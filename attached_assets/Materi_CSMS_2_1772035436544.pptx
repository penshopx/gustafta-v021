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3.xml" ContentType="application/vnd.openxmlformats-officedocument.theme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Default Extension="jpeg" ContentType="image/jpeg"/>
  <Default Extension="wmf" ContentType="image/x-w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Default Extension="wav" ContentType="audio/wav"/>
  <Override PartName="/docProps/app.xml" ContentType="application/vnd.openxmlformats-officedocument.extended-properties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0.xml" ContentType="application/vnd.openxmlformats-officedocument.presentationml.slideLayout+xml"/>
  <Default Extension="vml" ContentType="application/vnd.openxmlformats-officedocument.vmlDrawing"/>
  <Default Extension="doc" ContentType="application/msword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handoutMasters/handoutMaster1.xml" ContentType="application/vnd.openxmlformats-officedocument.presentationml.handoutMaster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docProps/core.xml" ContentType="application/vnd.openxmlformats-package.core-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Default Extension="bin" ContentType="application/vnd.openxmlformats-officedocument.oleObject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3"/>
  </p:notesMasterIdLst>
  <p:handoutMasterIdLst>
    <p:handoutMasterId r:id="rId24"/>
  </p:handoutMasterIdLst>
  <p:sldIdLst>
    <p:sldId id="315" r:id="rId2"/>
    <p:sldId id="316" r:id="rId3"/>
    <p:sldId id="317" r:id="rId4"/>
    <p:sldId id="318" r:id="rId5"/>
    <p:sldId id="319" r:id="rId6"/>
    <p:sldId id="320" r:id="rId7"/>
    <p:sldId id="321" r:id="rId8"/>
    <p:sldId id="322" r:id="rId9"/>
    <p:sldId id="323" r:id="rId10"/>
    <p:sldId id="324" r:id="rId11"/>
    <p:sldId id="325" r:id="rId12"/>
    <p:sldId id="326" r:id="rId13"/>
    <p:sldId id="327" r:id="rId14"/>
    <p:sldId id="328" r:id="rId15"/>
    <p:sldId id="329" r:id="rId16"/>
    <p:sldId id="330" r:id="rId17"/>
    <p:sldId id="331" r:id="rId18"/>
    <p:sldId id="332" r:id="rId19"/>
    <p:sldId id="333" r:id="rId20"/>
    <p:sldId id="334" r:id="rId21"/>
    <p:sldId id="335" r:id="rId22"/>
  </p:sldIdLst>
  <p:sldSz cx="9906000" cy="6858000" type="A4"/>
  <p:notesSz cx="6997700" cy="9283700"/>
  <p:defaultTextStyle>
    <a:defPPr>
      <a:defRPr lang="it-IT"/>
    </a:defPPr>
    <a:lvl1pPr algn="l" rtl="0" fontAlgn="base">
      <a:spcBef>
        <a:spcPct val="0"/>
      </a:spcBef>
      <a:spcAft>
        <a:spcPct val="0"/>
      </a:spcAft>
      <a:defRPr sz="1200" b="1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sz="1200" b="1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sz="1200" b="1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sz="1200" b="1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sz="1200" b="1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b="1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sz="1200" b="1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sz="1200" b="1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sz="1200" b="1" kern="1200">
        <a:solidFill>
          <a:schemeClr val="tx1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  <a:srgbClr val="3399FF"/>
    <a:srgbClr val="996600"/>
    <a:srgbClr val="0066FF"/>
    <a:srgbClr val="339933"/>
    <a:srgbClr val="0000FF"/>
    <a:srgbClr val="FF3300"/>
    <a:srgbClr val="00FF00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5809" autoAdjust="0"/>
    <p:restoredTop sz="99827" autoAdjust="0"/>
  </p:normalViewPr>
  <p:slideViewPr>
    <p:cSldViewPr>
      <p:cViewPr>
        <p:scale>
          <a:sx n="100" d="100"/>
          <a:sy n="100" d="100"/>
        </p:scale>
        <p:origin x="-432" y="-312"/>
      </p:cViewPr>
      <p:guideLst>
        <p:guide orient="horz" pos="2160"/>
        <p:guide pos="312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handoutMaster" Target="handoutMasters/handout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heme" Target="theme/theme1.xml"/></Relationships>
</file>

<file path=ppt/drawings/_rels/vmlDrawing1.vml.rels><?xml version="1.0" encoding="UTF-8" standalone="yes"?>
<Relationships xmlns="http://schemas.openxmlformats.org/package/2006/relationships"><Relationship Id="rId8" Type="http://schemas.openxmlformats.org/officeDocument/2006/relationships/image" Target="../media/image20.wmf"/><Relationship Id="rId3" Type="http://schemas.openxmlformats.org/officeDocument/2006/relationships/image" Target="../media/image15.wmf"/><Relationship Id="rId7" Type="http://schemas.openxmlformats.org/officeDocument/2006/relationships/image" Target="../media/image19.wmf"/><Relationship Id="rId2" Type="http://schemas.openxmlformats.org/officeDocument/2006/relationships/image" Target="../media/image14.wmf"/><Relationship Id="rId1" Type="http://schemas.openxmlformats.org/officeDocument/2006/relationships/image" Target="../media/image13.wmf"/><Relationship Id="rId6" Type="http://schemas.openxmlformats.org/officeDocument/2006/relationships/image" Target="../media/image18.wmf"/><Relationship Id="rId11" Type="http://schemas.openxmlformats.org/officeDocument/2006/relationships/image" Target="../media/image23.wmf"/><Relationship Id="rId5" Type="http://schemas.openxmlformats.org/officeDocument/2006/relationships/image" Target="../media/image17.wmf"/><Relationship Id="rId10" Type="http://schemas.openxmlformats.org/officeDocument/2006/relationships/image" Target="../media/image22.wmf"/><Relationship Id="rId4" Type="http://schemas.openxmlformats.org/officeDocument/2006/relationships/image" Target="../media/image16.wmf"/><Relationship Id="rId9" Type="http://schemas.openxmlformats.org/officeDocument/2006/relationships/image" Target="../media/image21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031" tIns="46516" rIns="93031" bIns="46516" numCol="1" anchor="t" anchorCtr="0" compatLnSpc="1">
            <a:prstTxWarp prst="textNoShape">
              <a:avLst/>
            </a:prstTxWarp>
          </a:bodyPr>
          <a:lstStyle>
            <a:lvl1pPr defTabSz="930275">
              <a:defRPr b="0" smtClean="0"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3555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65575" y="0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031" tIns="46516" rIns="93031" bIns="46516" numCol="1" anchor="t" anchorCtr="0" compatLnSpc="1">
            <a:prstTxWarp prst="textNoShape">
              <a:avLst/>
            </a:prstTxWarp>
          </a:bodyPr>
          <a:lstStyle>
            <a:lvl1pPr algn="r" defTabSz="930275">
              <a:defRPr b="0" smtClean="0"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3556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820150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031" tIns="46516" rIns="93031" bIns="46516" numCol="1" anchor="b" anchorCtr="0" compatLnSpc="1">
            <a:prstTxWarp prst="textNoShape">
              <a:avLst/>
            </a:prstTxWarp>
          </a:bodyPr>
          <a:lstStyle>
            <a:lvl1pPr defTabSz="930275">
              <a:defRPr b="0" smtClean="0"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3557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65575" y="8820150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031" tIns="46516" rIns="93031" bIns="46516" numCol="1" anchor="b" anchorCtr="0" compatLnSpc="1">
            <a:prstTxWarp prst="textNoShape">
              <a:avLst/>
            </a:prstTxWarp>
          </a:bodyPr>
          <a:lstStyle>
            <a:lvl1pPr algn="r" defTabSz="930275">
              <a:defRPr b="0" smtClean="0"/>
            </a:lvl1pPr>
          </a:lstStyle>
          <a:p>
            <a:pPr>
              <a:defRPr/>
            </a:pPr>
            <a:fld id="{F6BD08F5-2774-4CB9-98B8-3DC298F3913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0" smtClean="0"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1571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963988" y="0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b="0" smtClean="0"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427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85838" y="696913"/>
            <a:ext cx="5026025" cy="34813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1571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0088" y="4410075"/>
            <a:ext cx="5597525" cy="417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11571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818563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b="0" smtClean="0"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1571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63988" y="8818563"/>
            <a:ext cx="3032125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b="0" smtClean="0"/>
            </a:lvl1pPr>
          </a:lstStyle>
          <a:p>
            <a:pPr>
              <a:defRPr/>
            </a:pPr>
            <a:fld id="{024BEF7A-859D-4616-BF56-8A34FBBEFA6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2130425"/>
            <a:ext cx="84201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638" y="4406900"/>
            <a:ext cx="84201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73050" y="1165225"/>
            <a:ext cx="4603750" cy="50006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29200" y="1165225"/>
            <a:ext cx="4603750" cy="50006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32375" y="1535113"/>
            <a:ext cx="437832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32375" y="2174875"/>
            <a:ext cx="437832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138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3500" y="273050"/>
            <a:ext cx="553720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435100"/>
            <a:ext cx="3259138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429500" y="44450"/>
            <a:ext cx="2476500" cy="61214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0" y="44450"/>
            <a:ext cx="7277100" cy="61214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44450"/>
            <a:ext cx="9906000" cy="8636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273050" y="1165225"/>
            <a:ext cx="9359900" cy="5000625"/>
          </a:xfrm>
        </p:spPr>
        <p:txBody>
          <a:bodyPr/>
          <a:lstStyle/>
          <a:p>
            <a:pPr lvl="0"/>
            <a:endParaRPr lang="en-US" noProof="0" smtClean="0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44450"/>
            <a:ext cx="9906000" cy="8636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273050" y="1165225"/>
            <a:ext cx="9359900" cy="5000625"/>
          </a:xfrm>
        </p:spPr>
        <p:txBody>
          <a:bodyPr/>
          <a:lstStyle/>
          <a:p>
            <a:pPr lvl="0"/>
            <a:endParaRPr lang="en-US" noProof="0" smtClean="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0" y="44450"/>
            <a:ext cx="9906000" cy="61214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7" descr="background2"/>
          <p:cNvPicPr>
            <a:picLocks noChangeAspect="1" noChangeArrowheads="1"/>
          </p:cNvPicPr>
          <p:nvPr/>
        </p:nvPicPr>
        <p:blipFill>
          <a:blip r:embed="rId16">
            <a:lum bright="6000"/>
          </a:blip>
          <a:srcRect/>
          <a:stretch>
            <a:fillRect/>
          </a:stretch>
        </p:blipFill>
        <p:spPr bwMode="auto">
          <a:xfrm>
            <a:off x="0" y="0"/>
            <a:ext cx="9906000" cy="6381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44450"/>
            <a:ext cx="9906000" cy="86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smtClean="0"/>
              <a:t>FARE CLIC PER MODIFICARE LO STILE DEL TITOLO</a:t>
            </a:r>
          </a:p>
        </p:txBody>
      </p:sp>
      <p:sp>
        <p:nvSpPr>
          <p:cNvPr id="3076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73050" y="1165225"/>
            <a:ext cx="9359900" cy="5000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smtClean="0"/>
              <a:t>Fare clic per modificare gli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</a:p>
        </p:txBody>
      </p:sp>
      <p:pic>
        <p:nvPicPr>
          <p:cNvPr id="3077" name="Picture 11" descr="new"/>
          <p:cNvPicPr>
            <a:picLocks noChangeAspect="1" noChangeArrowheads="1"/>
          </p:cNvPicPr>
          <p:nvPr/>
        </p:nvPicPr>
        <p:blipFill>
          <a:blip r:embed="rId17"/>
          <a:srcRect/>
          <a:stretch>
            <a:fillRect/>
          </a:stretch>
        </p:blipFill>
        <p:spPr bwMode="auto">
          <a:xfrm>
            <a:off x="0" y="6261100"/>
            <a:ext cx="9906000" cy="596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2000" b="1">
          <a:solidFill>
            <a:schemeClr val="tx2"/>
          </a:solidFill>
          <a:effectLst>
            <a:outerShdw blurRad="38100" dist="38100" dir="2700000" algn="tl">
              <a:srgbClr val="C0C0C0"/>
            </a:outerShdw>
          </a:effectLst>
          <a:latin typeface="Verdan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1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14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1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14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wmf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jpe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jpe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Microsoft_Office_Word_97_-_2003_Document6.doc"/><Relationship Id="rId13" Type="http://schemas.openxmlformats.org/officeDocument/2006/relationships/oleObject" Target="../embeddings/Microsoft_Office_Word_97_-_2003_Document10.doc"/><Relationship Id="rId18" Type="http://schemas.openxmlformats.org/officeDocument/2006/relationships/oleObject" Target="../embeddings/Microsoft_Office_Word_97_-_2003_Document15.doc"/><Relationship Id="rId3" Type="http://schemas.openxmlformats.org/officeDocument/2006/relationships/oleObject" Target="../embeddings/Microsoft_Office_Word_97_-_2003_Document1.doc"/><Relationship Id="rId21" Type="http://schemas.openxmlformats.org/officeDocument/2006/relationships/oleObject" Target="../embeddings/Microsoft_Office_Word_97_-_2003_Document18.doc"/><Relationship Id="rId7" Type="http://schemas.openxmlformats.org/officeDocument/2006/relationships/oleObject" Target="../embeddings/Microsoft_Office_Word_97_-_2003_Document5.doc"/><Relationship Id="rId12" Type="http://schemas.openxmlformats.org/officeDocument/2006/relationships/oleObject" Target="../embeddings/Microsoft_Office_Word_97_-_2003_Document9.doc"/><Relationship Id="rId17" Type="http://schemas.openxmlformats.org/officeDocument/2006/relationships/oleObject" Target="../embeddings/Microsoft_Office_Word_97_-_2003_Document14.doc"/><Relationship Id="rId2" Type="http://schemas.openxmlformats.org/officeDocument/2006/relationships/slideLayout" Target="../slideLayouts/slideLayout2.xml"/><Relationship Id="rId16" Type="http://schemas.openxmlformats.org/officeDocument/2006/relationships/oleObject" Target="../embeddings/Microsoft_Office_Word_97_-_2003_Document13.doc"/><Relationship Id="rId20" Type="http://schemas.openxmlformats.org/officeDocument/2006/relationships/oleObject" Target="../embeddings/Microsoft_Office_Word_97_-_2003_Document17.doc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Microsoft_Office_Word_97_-_2003_Document4.doc"/><Relationship Id="rId11" Type="http://schemas.openxmlformats.org/officeDocument/2006/relationships/oleObject" Target="../embeddings/Microsoft_Office_Word_97_-_2003_Document8.doc"/><Relationship Id="rId24" Type="http://schemas.openxmlformats.org/officeDocument/2006/relationships/oleObject" Target="../embeddings/oleObject2.bin"/><Relationship Id="rId5" Type="http://schemas.openxmlformats.org/officeDocument/2006/relationships/oleObject" Target="../embeddings/Microsoft_Office_Word_97_-_2003_Document3.doc"/><Relationship Id="rId15" Type="http://schemas.openxmlformats.org/officeDocument/2006/relationships/oleObject" Target="../embeddings/Microsoft_Office_Word_97_-_2003_Document12.doc"/><Relationship Id="rId23" Type="http://schemas.openxmlformats.org/officeDocument/2006/relationships/oleObject" Target="../embeddings/Microsoft_Office_Word_97_-_2003_Document20.doc"/><Relationship Id="rId10" Type="http://schemas.openxmlformats.org/officeDocument/2006/relationships/oleObject" Target="../embeddings/Microsoft_Office_Word_97_-_2003_Document7.doc"/><Relationship Id="rId19" Type="http://schemas.openxmlformats.org/officeDocument/2006/relationships/oleObject" Target="../embeddings/Microsoft_Office_Word_97_-_2003_Document16.doc"/><Relationship Id="rId4" Type="http://schemas.openxmlformats.org/officeDocument/2006/relationships/oleObject" Target="../embeddings/Microsoft_Office_Word_97_-_2003_Document2.doc"/><Relationship Id="rId9" Type="http://schemas.openxmlformats.org/officeDocument/2006/relationships/oleObject" Target="../embeddings/oleObject1.bin"/><Relationship Id="rId14" Type="http://schemas.openxmlformats.org/officeDocument/2006/relationships/oleObject" Target="../embeddings/Microsoft_Office_Word_97_-_2003_Document11.doc"/><Relationship Id="rId22" Type="http://schemas.openxmlformats.org/officeDocument/2006/relationships/oleObject" Target="../embeddings/Microsoft_Office_Word_97_-_2003_Document19.doc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-26988"/>
            <a:ext cx="9906000" cy="647701"/>
          </a:xfrm>
        </p:spPr>
        <p:txBody>
          <a:bodyPr/>
          <a:lstStyle/>
          <a:p>
            <a:pPr eaLnBrk="1" hangingPunct="1">
              <a:defRPr/>
            </a:pPr>
            <a:r>
              <a:rPr lang="en-US" u="sng" smtClean="0">
                <a:solidFill>
                  <a:srgbClr val="0000FF"/>
                </a:solidFill>
              </a:rPr>
              <a:t>Pre - Qualification</a:t>
            </a:r>
          </a:p>
        </p:txBody>
      </p:sp>
      <p:pic>
        <p:nvPicPr>
          <p:cNvPr id="27651" name="Picture 4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43138" y="612775"/>
            <a:ext cx="5418137" cy="5630863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44450"/>
            <a:ext cx="9906000" cy="647700"/>
          </a:xfrm>
        </p:spPr>
        <p:txBody>
          <a:bodyPr/>
          <a:lstStyle/>
          <a:p>
            <a:pPr eaLnBrk="1" hangingPunct="1">
              <a:defRPr/>
            </a:pPr>
            <a:r>
              <a:rPr lang="en-US" u="sng" smtClean="0">
                <a:solidFill>
                  <a:srgbClr val="0000FF"/>
                </a:solidFill>
              </a:rPr>
              <a:t>Pre - Qualification</a:t>
            </a:r>
          </a:p>
        </p:txBody>
      </p:sp>
      <p:sp>
        <p:nvSpPr>
          <p:cNvPr id="2109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136650" y="1165225"/>
            <a:ext cx="8496300" cy="5000625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sz="2000" b="1" smtClean="0"/>
              <a:t>Pre – Qualification :</a:t>
            </a:r>
          </a:p>
          <a:p>
            <a:pPr lvl="1" eaLnBrk="1" hangingPunct="1">
              <a:buFontTx/>
              <a:buAutoNum type="arabicPeriod"/>
            </a:pPr>
            <a:r>
              <a:rPr lang="en-US" sz="2000" smtClean="0"/>
              <a:t>Document evaluation</a:t>
            </a:r>
          </a:p>
          <a:p>
            <a:pPr lvl="1" eaLnBrk="1" hangingPunct="1">
              <a:buFontTx/>
              <a:buAutoNum type="arabicPeriod"/>
            </a:pPr>
            <a:r>
              <a:rPr lang="en-US" sz="2000" smtClean="0"/>
              <a:t>Site verification (Audit)</a:t>
            </a:r>
          </a:p>
          <a:p>
            <a:pPr eaLnBrk="1" hangingPunct="1">
              <a:buFontTx/>
              <a:buAutoNum type="arabicPeriod"/>
            </a:pPr>
            <a:endParaRPr lang="en-US" sz="2000" smtClean="0"/>
          </a:p>
          <a:p>
            <a:pPr eaLnBrk="1" hangingPunct="1">
              <a:buFontTx/>
              <a:buAutoNum type="arabicPeriod"/>
            </a:pPr>
            <a:endParaRPr lang="en-US" sz="2000" smtClean="0"/>
          </a:p>
          <a:p>
            <a:pPr eaLnBrk="1" hangingPunct="1">
              <a:buFontTx/>
              <a:buNone/>
            </a:pPr>
            <a:r>
              <a:rPr lang="en-US" sz="2000" smtClean="0"/>
              <a:t>Contractor tidak perlu melalui tahap pre – qualification:</a:t>
            </a:r>
          </a:p>
          <a:p>
            <a:pPr lvl="1" eaLnBrk="1" hangingPunct="1"/>
            <a:r>
              <a:rPr lang="en-US" sz="2000" smtClean="0"/>
              <a:t>Low risk assessment</a:t>
            </a:r>
          </a:p>
          <a:p>
            <a:pPr lvl="1" eaLnBrk="1" hangingPunct="1"/>
            <a:r>
              <a:rPr lang="en-US" sz="2000" smtClean="0"/>
              <a:t>Medium risk assessment</a:t>
            </a:r>
          </a:p>
          <a:p>
            <a:pPr lvl="1" eaLnBrk="1" hangingPunct="1"/>
            <a:r>
              <a:rPr lang="en-US" sz="2000" smtClean="0"/>
              <a:t>Contractor yg sudah lulus pra – kualifikasi sebelumnya</a:t>
            </a:r>
          </a:p>
          <a:p>
            <a:pPr eaLnBrk="1" hangingPunct="1">
              <a:buFontTx/>
              <a:buAutoNum type="arabicPeriod"/>
            </a:pPr>
            <a:endParaRPr lang="en-US" sz="200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2109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2" dur="500"/>
                                        <p:tgtEl>
                                          <p:spTgt spid="2109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" dur="2000"/>
                                        <p:tgtEl>
                                          <p:spTgt spid="2109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09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09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09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09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4" dur="500"/>
                                        <p:tgtEl>
                                          <p:spTgt spid="2109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9" dur="2000"/>
                                        <p:tgtEl>
                                          <p:spTgt spid="2109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4" descr="CSMS_HIperkes UNS_24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84200" y="388938"/>
            <a:ext cx="8761413" cy="58086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4"/>
          <p:cNvSpPr>
            <a:spLocks noChangeArrowheads="1"/>
          </p:cNvSpPr>
          <p:nvPr/>
        </p:nvSpPr>
        <p:spPr bwMode="auto">
          <a:xfrm>
            <a:off x="1333500" y="404813"/>
            <a:ext cx="7291388" cy="5576887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105949" tIns="52976" rIns="105949" bIns="52976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30723" name="Rectangle 5"/>
          <p:cNvSpPr>
            <a:spLocks noChangeArrowheads="1"/>
          </p:cNvSpPr>
          <p:nvPr/>
        </p:nvSpPr>
        <p:spPr bwMode="auto">
          <a:xfrm>
            <a:off x="1333500" y="404813"/>
            <a:ext cx="7291388" cy="1652587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5949" tIns="52976" rIns="105949" bIns="52976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30724" name="Rectangle 6"/>
          <p:cNvSpPr>
            <a:spLocks noChangeArrowheads="1"/>
          </p:cNvSpPr>
          <p:nvPr/>
        </p:nvSpPr>
        <p:spPr bwMode="auto">
          <a:xfrm>
            <a:off x="1333500" y="5294313"/>
            <a:ext cx="7291388" cy="730250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21123" tIns="60562" rIns="121123" bIns="60562" anchor="ctr"/>
          <a:lstStyle/>
          <a:p>
            <a:endParaRPr lang="en-US"/>
          </a:p>
        </p:txBody>
      </p:sp>
      <p:sp>
        <p:nvSpPr>
          <p:cNvPr id="212999" name="Text Box 7"/>
          <p:cNvSpPr txBox="1">
            <a:spLocks noChangeArrowheads="1"/>
          </p:cNvSpPr>
          <p:nvPr/>
        </p:nvSpPr>
        <p:spPr bwMode="auto">
          <a:xfrm>
            <a:off x="1530350" y="769938"/>
            <a:ext cx="5632450" cy="922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none" lIns="105949" tIns="52976" rIns="105949" bIns="52976" anchor="ctr"/>
          <a:lstStyle/>
          <a:p>
            <a:pPr defTabSz="819150" eaLnBrk="0" hangingPunct="0">
              <a:defRPr/>
            </a:pPr>
            <a:r>
              <a:rPr lang="en-US" sz="5600">
                <a:latin typeface="Arial Narrow" pitchFamily="34" charset="0"/>
              </a:rPr>
              <a:t>Selection in CSMS</a:t>
            </a:r>
          </a:p>
        </p:txBody>
      </p:sp>
      <p:sp>
        <p:nvSpPr>
          <p:cNvPr id="213000" name="AutoShape 8"/>
          <p:cNvSpPr>
            <a:spLocks noChangeArrowheads="1"/>
          </p:cNvSpPr>
          <p:nvPr/>
        </p:nvSpPr>
        <p:spPr bwMode="auto">
          <a:xfrm>
            <a:off x="2259013" y="1060450"/>
            <a:ext cx="2476500" cy="2352675"/>
          </a:xfrm>
          <a:prstGeom prst="irregularSeal1">
            <a:avLst/>
          </a:prstGeom>
          <a:gradFill rotWithShape="0">
            <a:gsLst>
              <a:gs pos="0">
                <a:srgbClr val="FF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0727" name="Group 9"/>
          <p:cNvGrpSpPr>
            <a:grpSpLocks/>
          </p:cNvGrpSpPr>
          <p:nvPr/>
        </p:nvGrpSpPr>
        <p:grpSpPr bwMode="auto">
          <a:xfrm>
            <a:off x="3592513" y="2073275"/>
            <a:ext cx="3295650" cy="3694113"/>
            <a:chOff x="2356" y="1581"/>
            <a:chExt cx="2566" cy="2482"/>
          </a:xfrm>
        </p:grpSpPr>
        <p:grpSp>
          <p:nvGrpSpPr>
            <p:cNvPr id="31374" name="Group 10"/>
            <p:cNvGrpSpPr>
              <a:grpSpLocks/>
            </p:cNvGrpSpPr>
            <p:nvPr/>
          </p:nvGrpSpPr>
          <p:grpSpPr bwMode="auto">
            <a:xfrm>
              <a:off x="2356" y="1581"/>
              <a:ext cx="2566" cy="2482"/>
              <a:chOff x="1991" y="1131"/>
              <a:chExt cx="2362" cy="2307"/>
            </a:xfrm>
          </p:grpSpPr>
          <p:sp>
            <p:nvSpPr>
              <p:cNvPr id="31607" name="Freeform 11"/>
              <p:cNvSpPr>
                <a:spLocks/>
              </p:cNvSpPr>
              <p:nvPr/>
            </p:nvSpPr>
            <p:spPr bwMode="auto">
              <a:xfrm>
                <a:off x="1991" y="1131"/>
                <a:ext cx="2362" cy="2307"/>
              </a:xfrm>
              <a:custGeom>
                <a:avLst/>
                <a:gdLst>
                  <a:gd name="T0" fmla="*/ 1708 w 2362"/>
                  <a:gd name="T1" fmla="*/ 129 h 2307"/>
                  <a:gd name="T2" fmla="*/ 1860 w 2362"/>
                  <a:gd name="T3" fmla="*/ 221 h 2307"/>
                  <a:gd name="T4" fmla="*/ 1994 w 2362"/>
                  <a:gd name="T5" fmla="*/ 330 h 2307"/>
                  <a:gd name="T6" fmla="*/ 2110 w 2362"/>
                  <a:gd name="T7" fmla="*/ 456 h 2307"/>
                  <a:gd name="T8" fmla="*/ 2205 w 2362"/>
                  <a:gd name="T9" fmla="*/ 596 h 2307"/>
                  <a:gd name="T10" fmla="*/ 2278 w 2362"/>
                  <a:gd name="T11" fmla="*/ 747 h 2307"/>
                  <a:gd name="T12" fmla="*/ 2329 w 2362"/>
                  <a:gd name="T13" fmla="*/ 905 h 2307"/>
                  <a:gd name="T14" fmla="*/ 2358 w 2362"/>
                  <a:gd name="T15" fmla="*/ 1072 h 2307"/>
                  <a:gd name="T16" fmla="*/ 2360 w 2362"/>
                  <a:gd name="T17" fmla="*/ 1239 h 2307"/>
                  <a:gd name="T18" fmla="*/ 2337 w 2362"/>
                  <a:gd name="T19" fmla="*/ 1409 h 2307"/>
                  <a:gd name="T20" fmla="*/ 2286 w 2362"/>
                  <a:gd name="T21" fmla="*/ 1577 h 2307"/>
                  <a:gd name="T22" fmla="*/ 2210 w 2362"/>
                  <a:gd name="T23" fmla="*/ 1735 h 2307"/>
                  <a:gd name="T24" fmla="*/ 2113 w 2362"/>
                  <a:gd name="T25" fmla="*/ 1877 h 2307"/>
                  <a:gd name="T26" fmla="*/ 1997 w 2362"/>
                  <a:gd name="T27" fmla="*/ 2000 h 2307"/>
                  <a:gd name="T28" fmla="*/ 1865 w 2362"/>
                  <a:gd name="T29" fmla="*/ 2105 h 2307"/>
                  <a:gd name="T30" fmla="*/ 1720 w 2362"/>
                  <a:gd name="T31" fmla="*/ 2188 h 2307"/>
                  <a:gd name="T32" fmla="*/ 1564 w 2362"/>
                  <a:gd name="T33" fmla="*/ 2250 h 2307"/>
                  <a:gd name="T34" fmla="*/ 1398 w 2362"/>
                  <a:gd name="T35" fmla="*/ 2290 h 2307"/>
                  <a:gd name="T36" fmla="*/ 1229 w 2362"/>
                  <a:gd name="T37" fmla="*/ 2307 h 2307"/>
                  <a:gd name="T38" fmla="*/ 1054 w 2362"/>
                  <a:gd name="T39" fmla="*/ 2297 h 2307"/>
                  <a:gd name="T40" fmla="*/ 881 w 2362"/>
                  <a:gd name="T41" fmla="*/ 2264 h 2307"/>
                  <a:gd name="T42" fmla="*/ 709 w 2362"/>
                  <a:gd name="T43" fmla="*/ 2202 h 2307"/>
                  <a:gd name="T44" fmla="*/ 552 w 2362"/>
                  <a:gd name="T45" fmla="*/ 2119 h 2307"/>
                  <a:gd name="T46" fmla="*/ 411 w 2362"/>
                  <a:gd name="T47" fmla="*/ 2014 h 2307"/>
                  <a:gd name="T48" fmla="*/ 289 w 2362"/>
                  <a:gd name="T49" fmla="*/ 1894 h 2307"/>
                  <a:gd name="T50" fmla="*/ 187 w 2362"/>
                  <a:gd name="T51" fmla="*/ 1759 h 2307"/>
                  <a:gd name="T52" fmla="*/ 107 w 2362"/>
                  <a:gd name="T53" fmla="*/ 1611 h 2307"/>
                  <a:gd name="T54" fmla="*/ 47 w 2362"/>
                  <a:gd name="T55" fmla="*/ 1455 h 2307"/>
                  <a:gd name="T56" fmla="*/ 11 w 2362"/>
                  <a:gd name="T57" fmla="*/ 1292 h 2307"/>
                  <a:gd name="T58" fmla="*/ 0 w 2362"/>
                  <a:gd name="T59" fmla="*/ 1124 h 2307"/>
                  <a:gd name="T60" fmla="*/ 15 w 2362"/>
                  <a:gd name="T61" fmla="*/ 954 h 2307"/>
                  <a:gd name="T62" fmla="*/ 56 w 2362"/>
                  <a:gd name="T63" fmla="*/ 785 h 2307"/>
                  <a:gd name="T64" fmla="*/ 124 w 2362"/>
                  <a:gd name="T65" fmla="*/ 623 h 2307"/>
                  <a:gd name="T66" fmla="*/ 215 w 2362"/>
                  <a:gd name="T67" fmla="*/ 475 h 2307"/>
                  <a:gd name="T68" fmla="*/ 325 w 2362"/>
                  <a:gd name="T69" fmla="*/ 345 h 2307"/>
                  <a:gd name="T70" fmla="*/ 452 w 2362"/>
                  <a:gd name="T71" fmla="*/ 235 h 2307"/>
                  <a:gd name="T72" fmla="*/ 592 w 2362"/>
                  <a:gd name="T73" fmla="*/ 144 h 2307"/>
                  <a:gd name="T74" fmla="*/ 746 w 2362"/>
                  <a:gd name="T75" fmla="*/ 75 h 2307"/>
                  <a:gd name="T76" fmla="*/ 908 w 2362"/>
                  <a:gd name="T77" fmla="*/ 27 h 2307"/>
                  <a:gd name="T78" fmla="*/ 1077 w 2362"/>
                  <a:gd name="T79" fmla="*/ 3 h 2307"/>
                  <a:gd name="T80" fmla="*/ 1248 w 2362"/>
                  <a:gd name="T81" fmla="*/ 3 h 2307"/>
                  <a:gd name="T82" fmla="*/ 1424 w 2362"/>
                  <a:gd name="T83" fmla="*/ 30 h 2307"/>
                  <a:gd name="T84" fmla="*/ 1597 w 2362"/>
                  <a:gd name="T85" fmla="*/ 81 h 23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62"/>
                  <a:gd name="T130" fmla="*/ 0 h 2307"/>
                  <a:gd name="T131" fmla="*/ 2362 w 2362"/>
                  <a:gd name="T132" fmla="*/ 2307 h 23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62" h="2307">
                    <a:moveTo>
                      <a:pt x="1597" y="81"/>
                    </a:moveTo>
                    <a:lnTo>
                      <a:pt x="1653" y="105"/>
                    </a:lnTo>
                    <a:lnTo>
                      <a:pt x="1708" y="129"/>
                    </a:lnTo>
                    <a:lnTo>
                      <a:pt x="1759" y="158"/>
                    </a:lnTo>
                    <a:lnTo>
                      <a:pt x="1810" y="188"/>
                    </a:lnTo>
                    <a:lnTo>
                      <a:pt x="1860" y="221"/>
                    </a:lnTo>
                    <a:lnTo>
                      <a:pt x="1907" y="257"/>
                    </a:lnTo>
                    <a:lnTo>
                      <a:pt x="1950" y="292"/>
                    </a:lnTo>
                    <a:lnTo>
                      <a:pt x="1994" y="330"/>
                    </a:lnTo>
                    <a:lnTo>
                      <a:pt x="2035" y="371"/>
                    </a:lnTo>
                    <a:lnTo>
                      <a:pt x="2073" y="413"/>
                    </a:lnTo>
                    <a:lnTo>
                      <a:pt x="2110" y="456"/>
                    </a:lnTo>
                    <a:lnTo>
                      <a:pt x="2144" y="501"/>
                    </a:lnTo>
                    <a:lnTo>
                      <a:pt x="2175" y="548"/>
                    </a:lnTo>
                    <a:lnTo>
                      <a:pt x="2205" y="596"/>
                    </a:lnTo>
                    <a:lnTo>
                      <a:pt x="2231" y="644"/>
                    </a:lnTo>
                    <a:lnTo>
                      <a:pt x="2255" y="696"/>
                    </a:lnTo>
                    <a:lnTo>
                      <a:pt x="2278" y="747"/>
                    </a:lnTo>
                    <a:lnTo>
                      <a:pt x="2298" y="798"/>
                    </a:lnTo>
                    <a:lnTo>
                      <a:pt x="2315" y="853"/>
                    </a:lnTo>
                    <a:lnTo>
                      <a:pt x="2329" y="905"/>
                    </a:lnTo>
                    <a:lnTo>
                      <a:pt x="2341" y="961"/>
                    </a:lnTo>
                    <a:lnTo>
                      <a:pt x="2350" y="1016"/>
                    </a:lnTo>
                    <a:lnTo>
                      <a:pt x="2358" y="1072"/>
                    </a:lnTo>
                    <a:lnTo>
                      <a:pt x="2361" y="1126"/>
                    </a:lnTo>
                    <a:lnTo>
                      <a:pt x="2362" y="1183"/>
                    </a:lnTo>
                    <a:lnTo>
                      <a:pt x="2360" y="1239"/>
                    </a:lnTo>
                    <a:lnTo>
                      <a:pt x="2355" y="1296"/>
                    </a:lnTo>
                    <a:lnTo>
                      <a:pt x="2347" y="1353"/>
                    </a:lnTo>
                    <a:lnTo>
                      <a:pt x="2337" y="1409"/>
                    </a:lnTo>
                    <a:lnTo>
                      <a:pt x="2322" y="1466"/>
                    </a:lnTo>
                    <a:lnTo>
                      <a:pt x="2306" y="1521"/>
                    </a:lnTo>
                    <a:lnTo>
                      <a:pt x="2286" y="1577"/>
                    </a:lnTo>
                    <a:lnTo>
                      <a:pt x="2263" y="1632"/>
                    </a:lnTo>
                    <a:lnTo>
                      <a:pt x="2237" y="1684"/>
                    </a:lnTo>
                    <a:lnTo>
                      <a:pt x="2210" y="1735"/>
                    </a:lnTo>
                    <a:lnTo>
                      <a:pt x="2179" y="1784"/>
                    </a:lnTo>
                    <a:lnTo>
                      <a:pt x="2147" y="1832"/>
                    </a:lnTo>
                    <a:lnTo>
                      <a:pt x="2113" y="1877"/>
                    </a:lnTo>
                    <a:lnTo>
                      <a:pt x="2075" y="1920"/>
                    </a:lnTo>
                    <a:lnTo>
                      <a:pt x="2037" y="1962"/>
                    </a:lnTo>
                    <a:lnTo>
                      <a:pt x="1997" y="2000"/>
                    </a:lnTo>
                    <a:lnTo>
                      <a:pt x="1954" y="2037"/>
                    </a:lnTo>
                    <a:lnTo>
                      <a:pt x="1910" y="2072"/>
                    </a:lnTo>
                    <a:lnTo>
                      <a:pt x="1865" y="2105"/>
                    </a:lnTo>
                    <a:lnTo>
                      <a:pt x="1817" y="2134"/>
                    </a:lnTo>
                    <a:lnTo>
                      <a:pt x="1770" y="2162"/>
                    </a:lnTo>
                    <a:lnTo>
                      <a:pt x="1720" y="2188"/>
                    </a:lnTo>
                    <a:lnTo>
                      <a:pt x="1669" y="2211"/>
                    </a:lnTo>
                    <a:lnTo>
                      <a:pt x="1616" y="2232"/>
                    </a:lnTo>
                    <a:lnTo>
                      <a:pt x="1564" y="2250"/>
                    </a:lnTo>
                    <a:lnTo>
                      <a:pt x="1509" y="2266"/>
                    </a:lnTo>
                    <a:lnTo>
                      <a:pt x="1453" y="2279"/>
                    </a:lnTo>
                    <a:lnTo>
                      <a:pt x="1398" y="2290"/>
                    </a:lnTo>
                    <a:lnTo>
                      <a:pt x="1341" y="2298"/>
                    </a:lnTo>
                    <a:lnTo>
                      <a:pt x="1285" y="2303"/>
                    </a:lnTo>
                    <a:lnTo>
                      <a:pt x="1229" y="2307"/>
                    </a:lnTo>
                    <a:lnTo>
                      <a:pt x="1170" y="2307"/>
                    </a:lnTo>
                    <a:lnTo>
                      <a:pt x="1113" y="2303"/>
                    </a:lnTo>
                    <a:lnTo>
                      <a:pt x="1054" y="2297"/>
                    </a:lnTo>
                    <a:lnTo>
                      <a:pt x="996" y="2290"/>
                    </a:lnTo>
                    <a:lnTo>
                      <a:pt x="938" y="2277"/>
                    </a:lnTo>
                    <a:lnTo>
                      <a:pt x="881" y="2264"/>
                    </a:lnTo>
                    <a:lnTo>
                      <a:pt x="823" y="2246"/>
                    </a:lnTo>
                    <a:lnTo>
                      <a:pt x="765" y="2225"/>
                    </a:lnTo>
                    <a:lnTo>
                      <a:pt x="709" y="2202"/>
                    </a:lnTo>
                    <a:lnTo>
                      <a:pt x="654" y="2176"/>
                    </a:lnTo>
                    <a:lnTo>
                      <a:pt x="603" y="2149"/>
                    </a:lnTo>
                    <a:lnTo>
                      <a:pt x="552" y="2119"/>
                    </a:lnTo>
                    <a:lnTo>
                      <a:pt x="502" y="2086"/>
                    </a:lnTo>
                    <a:lnTo>
                      <a:pt x="455" y="2050"/>
                    </a:lnTo>
                    <a:lnTo>
                      <a:pt x="411" y="2014"/>
                    </a:lnTo>
                    <a:lnTo>
                      <a:pt x="368" y="1976"/>
                    </a:lnTo>
                    <a:lnTo>
                      <a:pt x="327" y="1935"/>
                    </a:lnTo>
                    <a:lnTo>
                      <a:pt x="289" y="1894"/>
                    </a:lnTo>
                    <a:lnTo>
                      <a:pt x="252" y="1851"/>
                    </a:lnTo>
                    <a:lnTo>
                      <a:pt x="218" y="1805"/>
                    </a:lnTo>
                    <a:lnTo>
                      <a:pt x="187" y="1759"/>
                    </a:lnTo>
                    <a:lnTo>
                      <a:pt x="157" y="1711"/>
                    </a:lnTo>
                    <a:lnTo>
                      <a:pt x="131" y="1661"/>
                    </a:lnTo>
                    <a:lnTo>
                      <a:pt x="107" y="1611"/>
                    </a:lnTo>
                    <a:lnTo>
                      <a:pt x="84" y="1560"/>
                    </a:lnTo>
                    <a:lnTo>
                      <a:pt x="64" y="1509"/>
                    </a:lnTo>
                    <a:lnTo>
                      <a:pt x="47" y="1455"/>
                    </a:lnTo>
                    <a:lnTo>
                      <a:pt x="33" y="1402"/>
                    </a:lnTo>
                    <a:lnTo>
                      <a:pt x="20" y="1346"/>
                    </a:lnTo>
                    <a:lnTo>
                      <a:pt x="11" y="1292"/>
                    </a:lnTo>
                    <a:lnTo>
                      <a:pt x="4" y="1235"/>
                    </a:lnTo>
                    <a:lnTo>
                      <a:pt x="1" y="1181"/>
                    </a:lnTo>
                    <a:lnTo>
                      <a:pt x="0" y="1124"/>
                    </a:lnTo>
                    <a:lnTo>
                      <a:pt x="2" y="1067"/>
                    </a:lnTo>
                    <a:lnTo>
                      <a:pt x="7" y="1010"/>
                    </a:lnTo>
                    <a:lnTo>
                      <a:pt x="15" y="954"/>
                    </a:lnTo>
                    <a:lnTo>
                      <a:pt x="26" y="898"/>
                    </a:lnTo>
                    <a:lnTo>
                      <a:pt x="40" y="841"/>
                    </a:lnTo>
                    <a:lnTo>
                      <a:pt x="56" y="785"/>
                    </a:lnTo>
                    <a:lnTo>
                      <a:pt x="76" y="730"/>
                    </a:lnTo>
                    <a:lnTo>
                      <a:pt x="98" y="675"/>
                    </a:lnTo>
                    <a:lnTo>
                      <a:pt x="124" y="623"/>
                    </a:lnTo>
                    <a:lnTo>
                      <a:pt x="152" y="572"/>
                    </a:lnTo>
                    <a:lnTo>
                      <a:pt x="182" y="523"/>
                    </a:lnTo>
                    <a:lnTo>
                      <a:pt x="215" y="475"/>
                    </a:lnTo>
                    <a:lnTo>
                      <a:pt x="249" y="430"/>
                    </a:lnTo>
                    <a:lnTo>
                      <a:pt x="287" y="387"/>
                    </a:lnTo>
                    <a:lnTo>
                      <a:pt x="325" y="345"/>
                    </a:lnTo>
                    <a:lnTo>
                      <a:pt x="366" y="307"/>
                    </a:lnTo>
                    <a:lnTo>
                      <a:pt x="407" y="269"/>
                    </a:lnTo>
                    <a:lnTo>
                      <a:pt x="452" y="235"/>
                    </a:lnTo>
                    <a:lnTo>
                      <a:pt x="497" y="203"/>
                    </a:lnTo>
                    <a:lnTo>
                      <a:pt x="545" y="173"/>
                    </a:lnTo>
                    <a:lnTo>
                      <a:pt x="592" y="144"/>
                    </a:lnTo>
                    <a:lnTo>
                      <a:pt x="642" y="119"/>
                    </a:lnTo>
                    <a:lnTo>
                      <a:pt x="694" y="96"/>
                    </a:lnTo>
                    <a:lnTo>
                      <a:pt x="746" y="75"/>
                    </a:lnTo>
                    <a:lnTo>
                      <a:pt x="799" y="57"/>
                    </a:lnTo>
                    <a:lnTo>
                      <a:pt x="853" y="41"/>
                    </a:lnTo>
                    <a:lnTo>
                      <a:pt x="908" y="27"/>
                    </a:lnTo>
                    <a:lnTo>
                      <a:pt x="964" y="17"/>
                    </a:lnTo>
                    <a:lnTo>
                      <a:pt x="1020" y="9"/>
                    </a:lnTo>
                    <a:lnTo>
                      <a:pt x="1077" y="3"/>
                    </a:lnTo>
                    <a:lnTo>
                      <a:pt x="1133" y="0"/>
                    </a:lnTo>
                    <a:lnTo>
                      <a:pt x="1191" y="0"/>
                    </a:lnTo>
                    <a:lnTo>
                      <a:pt x="1248" y="3"/>
                    </a:lnTo>
                    <a:lnTo>
                      <a:pt x="1308" y="9"/>
                    </a:lnTo>
                    <a:lnTo>
                      <a:pt x="1366" y="17"/>
                    </a:lnTo>
                    <a:lnTo>
                      <a:pt x="1424" y="30"/>
                    </a:lnTo>
                    <a:lnTo>
                      <a:pt x="1481" y="43"/>
                    </a:lnTo>
                    <a:lnTo>
                      <a:pt x="1539" y="61"/>
                    </a:lnTo>
                    <a:lnTo>
                      <a:pt x="1597" y="81"/>
                    </a:lnTo>
                    <a:close/>
                  </a:path>
                </a:pathLst>
              </a:custGeom>
              <a:solidFill>
                <a:srgbClr val="CCCC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08" name="Freeform 12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09" name="Freeform 13"/>
              <p:cNvSpPr>
                <a:spLocks/>
              </p:cNvSpPr>
              <p:nvPr/>
            </p:nvSpPr>
            <p:spPr bwMode="auto">
              <a:xfrm>
                <a:off x="3707" y="3010"/>
                <a:ext cx="176" cy="83"/>
              </a:xfrm>
              <a:custGeom>
                <a:avLst/>
                <a:gdLst>
                  <a:gd name="T0" fmla="*/ 146 w 176"/>
                  <a:gd name="T1" fmla="*/ 15 h 83"/>
                  <a:gd name="T2" fmla="*/ 155 w 176"/>
                  <a:gd name="T3" fmla="*/ 24 h 83"/>
                  <a:gd name="T4" fmla="*/ 2 w 176"/>
                  <a:gd name="T5" fmla="*/ 83 h 83"/>
                  <a:gd name="T6" fmla="*/ 0 w 176"/>
                  <a:gd name="T7" fmla="*/ 68 h 83"/>
                  <a:gd name="T8" fmla="*/ 153 w 176"/>
                  <a:gd name="T9" fmla="*/ 9 h 83"/>
                  <a:gd name="T10" fmla="*/ 161 w 176"/>
                  <a:gd name="T11" fmla="*/ 20 h 83"/>
                  <a:gd name="T12" fmla="*/ 153 w 176"/>
                  <a:gd name="T13" fmla="*/ 9 h 83"/>
                  <a:gd name="T14" fmla="*/ 176 w 176"/>
                  <a:gd name="T15" fmla="*/ 0 h 83"/>
                  <a:gd name="T16" fmla="*/ 161 w 176"/>
                  <a:gd name="T17" fmla="*/ 20 h 83"/>
                  <a:gd name="T18" fmla="*/ 146 w 176"/>
                  <a:gd name="T19" fmla="*/ 15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6"/>
                  <a:gd name="T31" fmla="*/ 0 h 83"/>
                  <a:gd name="T32" fmla="*/ 176 w 176"/>
                  <a:gd name="T33" fmla="*/ 83 h 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6" h="83">
                    <a:moveTo>
                      <a:pt x="146" y="15"/>
                    </a:moveTo>
                    <a:lnTo>
                      <a:pt x="155" y="24"/>
                    </a:lnTo>
                    <a:lnTo>
                      <a:pt x="2" y="83"/>
                    </a:lnTo>
                    <a:lnTo>
                      <a:pt x="0" y="68"/>
                    </a:lnTo>
                    <a:lnTo>
                      <a:pt x="153" y="9"/>
                    </a:lnTo>
                    <a:lnTo>
                      <a:pt x="161" y="20"/>
                    </a:lnTo>
                    <a:lnTo>
                      <a:pt x="153" y="9"/>
                    </a:lnTo>
                    <a:lnTo>
                      <a:pt x="176" y="0"/>
                    </a:lnTo>
                    <a:lnTo>
                      <a:pt x="161" y="20"/>
                    </a:lnTo>
                    <a:lnTo>
                      <a:pt x="146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0" name="Freeform 14"/>
              <p:cNvSpPr>
                <a:spLocks/>
              </p:cNvSpPr>
              <p:nvPr/>
            </p:nvSpPr>
            <p:spPr bwMode="auto">
              <a:xfrm>
                <a:off x="3760" y="3024"/>
                <a:ext cx="108" cy="142"/>
              </a:xfrm>
              <a:custGeom>
                <a:avLst/>
                <a:gdLst>
                  <a:gd name="T0" fmla="*/ 17 w 108"/>
                  <a:gd name="T1" fmla="*/ 122 h 142"/>
                  <a:gd name="T2" fmla="*/ 1 w 108"/>
                  <a:gd name="T3" fmla="*/ 126 h 142"/>
                  <a:gd name="T4" fmla="*/ 92 w 108"/>
                  <a:gd name="T5" fmla="*/ 0 h 142"/>
                  <a:gd name="T6" fmla="*/ 108 w 108"/>
                  <a:gd name="T7" fmla="*/ 6 h 142"/>
                  <a:gd name="T8" fmla="*/ 16 w 108"/>
                  <a:gd name="T9" fmla="*/ 132 h 142"/>
                  <a:gd name="T10" fmla="*/ 0 w 108"/>
                  <a:gd name="T11" fmla="*/ 134 h 142"/>
                  <a:gd name="T12" fmla="*/ 16 w 108"/>
                  <a:gd name="T13" fmla="*/ 132 h 142"/>
                  <a:gd name="T14" fmla="*/ 7 w 108"/>
                  <a:gd name="T15" fmla="*/ 142 h 142"/>
                  <a:gd name="T16" fmla="*/ 0 w 108"/>
                  <a:gd name="T17" fmla="*/ 134 h 142"/>
                  <a:gd name="T18" fmla="*/ 17 w 108"/>
                  <a:gd name="T19" fmla="*/ 122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8"/>
                  <a:gd name="T31" fmla="*/ 0 h 142"/>
                  <a:gd name="T32" fmla="*/ 108 w 108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8" h="142">
                    <a:moveTo>
                      <a:pt x="17" y="122"/>
                    </a:moveTo>
                    <a:lnTo>
                      <a:pt x="1" y="126"/>
                    </a:lnTo>
                    <a:lnTo>
                      <a:pt x="92" y="0"/>
                    </a:lnTo>
                    <a:lnTo>
                      <a:pt x="108" y="6"/>
                    </a:lnTo>
                    <a:lnTo>
                      <a:pt x="16" y="132"/>
                    </a:lnTo>
                    <a:lnTo>
                      <a:pt x="0" y="134"/>
                    </a:lnTo>
                    <a:lnTo>
                      <a:pt x="16" y="132"/>
                    </a:lnTo>
                    <a:lnTo>
                      <a:pt x="7" y="142"/>
                    </a:lnTo>
                    <a:lnTo>
                      <a:pt x="0" y="134"/>
                    </a:lnTo>
                    <a:lnTo>
                      <a:pt x="17" y="1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1" name="Freeform 15"/>
              <p:cNvSpPr>
                <a:spLocks/>
              </p:cNvSpPr>
              <p:nvPr/>
            </p:nvSpPr>
            <p:spPr bwMode="auto">
              <a:xfrm>
                <a:off x="3691" y="3077"/>
                <a:ext cx="86" cy="81"/>
              </a:xfrm>
              <a:custGeom>
                <a:avLst/>
                <a:gdLst>
                  <a:gd name="T0" fmla="*/ 17 w 86"/>
                  <a:gd name="T1" fmla="*/ 16 h 81"/>
                  <a:gd name="T2" fmla="*/ 25 w 86"/>
                  <a:gd name="T3" fmla="*/ 1 h 81"/>
                  <a:gd name="T4" fmla="*/ 86 w 86"/>
                  <a:gd name="T5" fmla="*/ 68 h 81"/>
                  <a:gd name="T6" fmla="*/ 69 w 86"/>
                  <a:gd name="T7" fmla="*/ 81 h 81"/>
                  <a:gd name="T8" fmla="*/ 7 w 86"/>
                  <a:gd name="T9" fmla="*/ 13 h 81"/>
                  <a:gd name="T10" fmla="*/ 15 w 86"/>
                  <a:gd name="T11" fmla="*/ 0 h 81"/>
                  <a:gd name="T12" fmla="*/ 7 w 86"/>
                  <a:gd name="T13" fmla="*/ 13 h 81"/>
                  <a:gd name="T14" fmla="*/ 0 w 86"/>
                  <a:gd name="T15" fmla="*/ 5 h 81"/>
                  <a:gd name="T16" fmla="*/ 15 w 86"/>
                  <a:gd name="T17" fmla="*/ 0 h 81"/>
                  <a:gd name="T18" fmla="*/ 17 w 86"/>
                  <a:gd name="T19" fmla="*/ 16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1"/>
                  <a:gd name="T32" fmla="*/ 86 w 86"/>
                  <a:gd name="T33" fmla="*/ 81 h 8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1">
                    <a:moveTo>
                      <a:pt x="17" y="16"/>
                    </a:moveTo>
                    <a:lnTo>
                      <a:pt x="25" y="1"/>
                    </a:lnTo>
                    <a:lnTo>
                      <a:pt x="86" y="68"/>
                    </a:lnTo>
                    <a:lnTo>
                      <a:pt x="69" y="81"/>
                    </a:lnTo>
                    <a:lnTo>
                      <a:pt x="7" y="13"/>
                    </a:lnTo>
                    <a:lnTo>
                      <a:pt x="15" y="0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15" y="0"/>
                    </a:lnTo>
                    <a:lnTo>
                      <a:pt x="17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2" name="Freeform 16"/>
              <p:cNvSpPr>
                <a:spLocks/>
              </p:cNvSpPr>
              <p:nvPr/>
            </p:nvSpPr>
            <p:spPr bwMode="auto">
              <a:xfrm>
                <a:off x="3807" y="3037"/>
                <a:ext cx="39" cy="37"/>
              </a:xfrm>
              <a:custGeom>
                <a:avLst/>
                <a:gdLst>
                  <a:gd name="T0" fmla="*/ 0 w 39"/>
                  <a:gd name="T1" fmla="*/ 14 h 37"/>
                  <a:gd name="T2" fmla="*/ 17 w 39"/>
                  <a:gd name="T3" fmla="*/ 0 h 37"/>
                  <a:gd name="T4" fmla="*/ 39 w 39"/>
                  <a:gd name="T5" fmla="*/ 24 h 37"/>
                  <a:gd name="T6" fmla="*/ 22 w 39"/>
                  <a:gd name="T7" fmla="*/ 37 h 37"/>
                  <a:gd name="T8" fmla="*/ 0 w 39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0" y="14"/>
                    </a:moveTo>
                    <a:lnTo>
                      <a:pt x="17" y="0"/>
                    </a:lnTo>
                    <a:lnTo>
                      <a:pt x="39" y="24"/>
                    </a:lnTo>
                    <a:lnTo>
                      <a:pt x="22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3" name="Freeform 17"/>
              <p:cNvSpPr>
                <a:spLocks/>
              </p:cNvSpPr>
              <p:nvPr/>
            </p:nvSpPr>
            <p:spPr bwMode="auto">
              <a:xfrm>
                <a:off x="3611" y="3052"/>
                <a:ext cx="215" cy="153"/>
              </a:xfrm>
              <a:custGeom>
                <a:avLst/>
                <a:gdLst>
                  <a:gd name="T0" fmla="*/ 0 w 215"/>
                  <a:gd name="T1" fmla="*/ 124 h 153"/>
                  <a:gd name="T2" fmla="*/ 0 w 215"/>
                  <a:gd name="T3" fmla="*/ 124 h 153"/>
                  <a:gd name="T4" fmla="*/ 53 w 215"/>
                  <a:gd name="T5" fmla="*/ 95 h 153"/>
                  <a:gd name="T6" fmla="*/ 101 w 215"/>
                  <a:gd name="T7" fmla="*/ 66 h 153"/>
                  <a:gd name="T8" fmla="*/ 149 w 215"/>
                  <a:gd name="T9" fmla="*/ 33 h 153"/>
                  <a:gd name="T10" fmla="*/ 193 w 215"/>
                  <a:gd name="T11" fmla="*/ 0 h 153"/>
                  <a:gd name="T12" fmla="*/ 215 w 215"/>
                  <a:gd name="T13" fmla="*/ 22 h 153"/>
                  <a:gd name="T14" fmla="*/ 168 w 215"/>
                  <a:gd name="T15" fmla="*/ 59 h 153"/>
                  <a:gd name="T16" fmla="*/ 119 w 215"/>
                  <a:gd name="T17" fmla="*/ 92 h 153"/>
                  <a:gd name="T18" fmla="*/ 66 w 215"/>
                  <a:gd name="T19" fmla="*/ 124 h 153"/>
                  <a:gd name="T20" fmla="*/ 11 w 215"/>
                  <a:gd name="T21" fmla="*/ 153 h 153"/>
                  <a:gd name="T22" fmla="*/ 0 w 215"/>
                  <a:gd name="T23" fmla="*/ 124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5"/>
                  <a:gd name="T37" fmla="*/ 0 h 153"/>
                  <a:gd name="T38" fmla="*/ 215 w 215"/>
                  <a:gd name="T39" fmla="*/ 153 h 15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5" h="153">
                    <a:moveTo>
                      <a:pt x="0" y="124"/>
                    </a:moveTo>
                    <a:lnTo>
                      <a:pt x="0" y="124"/>
                    </a:lnTo>
                    <a:lnTo>
                      <a:pt x="53" y="95"/>
                    </a:lnTo>
                    <a:lnTo>
                      <a:pt x="101" y="66"/>
                    </a:lnTo>
                    <a:lnTo>
                      <a:pt x="149" y="33"/>
                    </a:lnTo>
                    <a:lnTo>
                      <a:pt x="193" y="0"/>
                    </a:lnTo>
                    <a:lnTo>
                      <a:pt x="215" y="22"/>
                    </a:lnTo>
                    <a:lnTo>
                      <a:pt x="168" y="59"/>
                    </a:lnTo>
                    <a:lnTo>
                      <a:pt x="119" y="92"/>
                    </a:lnTo>
                    <a:lnTo>
                      <a:pt x="66" y="124"/>
                    </a:lnTo>
                    <a:lnTo>
                      <a:pt x="11" y="153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4" name="Freeform 18"/>
              <p:cNvSpPr>
                <a:spLocks/>
              </p:cNvSpPr>
              <p:nvPr/>
            </p:nvSpPr>
            <p:spPr bwMode="auto">
              <a:xfrm>
                <a:off x="3423" y="3174"/>
                <a:ext cx="197" cy="103"/>
              </a:xfrm>
              <a:custGeom>
                <a:avLst/>
                <a:gdLst>
                  <a:gd name="T0" fmla="*/ 1 w 197"/>
                  <a:gd name="T1" fmla="*/ 68 h 103"/>
                  <a:gd name="T2" fmla="*/ 24 w 197"/>
                  <a:gd name="T3" fmla="*/ 62 h 103"/>
                  <a:gd name="T4" fmla="*/ 47 w 197"/>
                  <a:gd name="T5" fmla="*/ 56 h 103"/>
                  <a:gd name="T6" fmla="*/ 70 w 197"/>
                  <a:gd name="T7" fmla="*/ 49 h 103"/>
                  <a:gd name="T8" fmla="*/ 93 w 197"/>
                  <a:gd name="T9" fmla="*/ 39 h 103"/>
                  <a:gd name="T10" fmla="*/ 116 w 197"/>
                  <a:gd name="T11" fmla="*/ 30 h 103"/>
                  <a:gd name="T12" fmla="*/ 140 w 197"/>
                  <a:gd name="T13" fmla="*/ 21 h 103"/>
                  <a:gd name="T14" fmla="*/ 163 w 197"/>
                  <a:gd name="T15" fmla="*/ 12 h 103"/>
                  <a:gd name="T16" fmla="*/ 185 w 197"/>
                  <a:gd name="T17" fmla="*/ 0 h 103"/>
                  <a:gd name="T18" fmla="*/ 197 w 197"/>
                  <a:gd name="T19" fmla="*/ 30 h 103"/>
                  <a:gd name="T20" fmla="*/ 173 w 197"/>
                  <a:gd name="T21" fmla="*/ 41 h 103"/>
                  <a:gd name="T22" fmla="*/ 148 w 197"/>
                  <a:gd name="T23" fmla="*/ 52 h 103"/>
                  <a:gd name="T24" fmla="*/ 123 w 197"/>
                  <a:gd name="T25" fmla="*/ 63 h 103"/>
                  <a:gd name="T26" fmla="*/ 99 w 197"/>
                  <a:gd name="T27" fmla="*/ 74 h 103"/>
                  <a:gd name="T28" fmla="*/ 74 w 197"/>
                  <a:gd name="T29" fmla="*/ 81 h 103"/>
                  <a:gd name="T30" fmla="*/ 50 w 197"/>
                  <a:gd name="T31" fmla="*/ 90 h 103"/>
                  <a:gd name="T32" fmla="*/ 26 w 197"/>
                  <a:gd name="T33" fmla="*/ 97 h 103"/>
                  <a:gd name="T34" fmla="*/ 0 w 197"/>
                  <a:gd name="T35" fmla="*/ 103 h 103"/>
                  <a:gd name="T36" fmla="*/ 1 w 197"/>
                  <a:gd name="T37" fmla="*/ 68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3"/>
                  <a:gd name="T59" fmla="*/ 197 w 197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3">
                    <a:moveTo>
                      <a:pt x="1" y="68"/>
                    </a:moveTo>
                    <a:lnTo>
                      <a:pt x="24" y="62"/>
                    </a:lnTo>
                    <a:lnTo>
                      <a:pt x="47" y="56"/>
                    </a:lnTo>
                    <a:lnTo>
                      <a:pt x="70" y="49"/>
                    </a:lnTo>
                    <a:lnTo>
                      <a:pt x="93" y="39"/>
                    </a:lnTo>
                    <a:lnTo>
                      <a:pt x="116" y="30"/>
                    </a:lnTo>
                    <a:lnTo>
                      <a:pt x="140" y="21"/>
                    </a:lnTo>
                    <a:lnTo>
                      <a:pt x="163" y="12"/>
                    </a:lnTo>
                    <a:lnTo>
                      <a:pt x="185" y="0"/>
                    </a:lnTo>
                    <a:lnTo>
                      <a:pt x="197" y="30"/>
                    </a:lnTo>
                    <a:lnTo>
                      <a:pt x="173" y="41"/>
                    </a:lnTo>
                    <a:lnTo>
                      <a:pt x="148" y="52"/>
                    </a:lnTo>
                    <a:lnTo>
                      <a:pt x="123" y="63"/>
                    </a:lnTo>
                    <a:lnTo>
                      <a:pt x="99" y="74"/>
                    </a:lnTo>
                    <a:lnTo>
                      <a:pt x="74" y="81"/>
                    </a:lnTo>
                    <a:lnTo>
                      <a:pt x="50" y="90"/>
                    </a:lnTo>
                    <a:lnTo>
                      <a:pt x="26" y="97"/>
                    </a:lnTo>
                    <a:lnTo>
                      <a:pt x="0" y="103"/>
                    </a:lnTo>
                    <a:lnTo>
                      <a:pt x="1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5" name="Freeform 19"/>
              <p:cNvSpPr>
                <a:spLocks/>
              </p:cNvSpPr>
              <p:nvPr/>
            </p:nvSpPr>
            <p:spPr bwMode="auto">
              <a:xfrm>
                <a:off x="3402" y="3241"/>
                <a:ext cx="22" cy="40"/>
              </a:xfrm>
              <a:custGeom>
                <a:avLst/>
                <a:gdLst>
                  <a:gd name="T0" fmla="*/ 21 w 22"/>
                  <a:gd name="T1" fmla="*/ 34 h 40"/>
                  <a:gd name="T2" fmla="*/ 0 w 22"/>
                  <a:gd name="T3" fmla="*/ 40 h 40"/>
                  <a:gd name="T4" fmla="*/ 1 w 22"/>
                  <a:gd name="T5" fmla="*/ 7 h 40"/>
                  <a:gd name="T6" fmla="*/ 22 w 22"/>
                  <a:gd name="T7" fmla="*/ 0 h 40"/>
                  <a:gd name="T8" fmla="*/ 21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1" y="34"/>
                    </a:moveTo>
                    <a:lnTo>
                      <a:pt x="0" y="40"/>
                    </a:lnTo>
                    <a:lnTo>
                      <a:pt x="1" y="7"/>
                    </a:lnTo>
                    <a:lnTo>
                      <a:pt x="22" y="0"/>
                    </a:lnTo>
                    <a:lnTo>
                      <a:pt x="21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6" name="Freeform 20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7" name="Freeform 21"/>
              <p:cNvSpPr>
                <a:spLocks/>
              </p:cNvSpPr>
              <p:nvPr/>
            </p:nvSpPr>
            <p:spPr bwMode="auto">
              <a:xfrm>
                <a:off x="3706" y="3018"/>
                <a:ext cx="167" cy="72"/>
              </a:xfrm>
              <a:custGeom>
                <a:avLst/>
                <a:gdLst>
                  <a:gd name="T0" fmla="*/ 150 w 167"/>
                  <a:gd name="T1" fmla="*/ 8 h 72"/>
                  <a:gd name="T2" fmla="*/ 154 w 167"/>
                  <a:gd name="T3" fmla="*/ 15 h 72"/>
                  <a:gd name="T4" fmla="*/ 1 w 167"/>
                  <a:gd name="T5" fmla="*/ 72 h 72"/>
                  <a:gd name="T6" fmla="*/ 0 w 167"/>
                  <a:gd name="T7" fmla="*/ 64 h 72"/>
                  <a:gd name="T8" fmla="*/ 153 w 167"/>
                  <a:gd name="T9" fmla="*/ 5 h 72"/>
                  <a:gd name="T10" fmla="*/ 158 w 167"/>
                  <a:gd name="T11" fmla="*/ 11 h 72"/>
                  <a:gd name="T12" fmla="*/ 153 w 167"/>
                  <a:gd name="T13" fmla="*/ 5 h 72"/>
                  <a:gd name="T14" fmla="*/ 167 w 167"/>
                  <a:gd name="T15" fmla="*/ 0 h 72"/>
                  <a:gd name="T16" fmla="*/ 158 w 167"/>
                  <a:gd name="T17" fmla="*/ 11 h 72"/>
                  <a:gd name="T18" fmla="*/ 150 w 167"/>
                  <a:gd name="T19" fmla="*/ 8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72"/>
                  <a:gd name="T32" fmla="*/ 167 w 167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72">
                    <a:moveTo>
                      <a:pt x="150" y="8"/>
                    </a:moveTo>
                    <a:lnTo>
                      <a:pt x="154" y="15"/>
                    </a:lnTo>
                    <a:lnTo>
                      <a:pt x="1" y="72"/>
                    </a:lnTo>
                    <a:lnTo>
                      <a:pt x="0" y="64"/>
                    </a:lnTo>
                    <a:lnTo>
                      <a:pt x="153" y="5"/>
                    </a:lnTo>
                    <a:lnTo>
                      <a:pt x="158" y="11"/>
                    </a:lnTo>
                    <a:lnTo>
                      <a:pt x="153" y="5"/>
                    </a:lnTo>
                    <a:lnTo>
                      <a:pt x="167" y="0"/>
                    </a:lnTo>
                    <a:lnTo>
                      <a:pt x="158" y="11"/>
                    </a:lnTo>
                    <a:lnTo>
                      <a:pt x="150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8" name="Freeform 22"/>
              <p:cNvSpPr>
                <a:spLocks/>
              </p:cNvSpPr>
              <p:nvPr/>
            </p:nvSpPr>
            <p:spPr bwMode="auto">
              <a:xfrm>
                <a:off x="3764" y="3024"/>
                <a:ext cx="102" cy="136"/>
              </a:xfrm>
              <a:custGeom>
                <a:avLst/>
                <a:gdLst>
                  <a:gd name="T0" fmla="*/ 10 w 102"/>
                  <a:gd name="T1" fmla="*/ 123 h 136"/>
                  <a:gd name="T2" fmla="*/ 1 w 102"/>
                  <a:gd name="T3" fmla="*/ 125 h 136"/>
                  <a:gd name="T4" fmla="*/ 93 w 102"/>
                  <a:gd name="T5" fmla="*/ 0 h 136"/>
                  <a:gd name="T6" fmla="*/ 102 w 102"/>
                  <a:gd name="T7" fmla="*/ 3 h 136"/>
                  <a:gd name="T8" fmla="*/ 9 w 102"/>
                  <a:gd name="T9" fmla="*/ 130 h 136"/>
                  <a:gd name="T10" fmla="*/ 0 w 102"/>
                  <a:gd name="T11" fmla="*/ 132 h 136"/>
                  <a:gd name="T12" fmla="*/ 9 w 102"/>
                  <a:gd name="T13" fmla="*/ 130 h 136"/>
                  <a:gd name="T14" fmla="*/ 4 w 102"/>
                  <a:gd name="T15" fmla="*/ 136 h 136"/>
                  <a:gd name="T16" fmla="*/ 0 w 102"/>
                  <a:gd name="T17" fmla="*/ 132 h 136"/>
                  <a:gd name="T18" fmla="*/ 10 w 102"/>
                  <a:gd name="T19" fmla="*/ 123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6"/>
                  <a:gd name="T32" fmla="*/ 102 w 102"/>
                  <a:gd name="T33" fmla="*/ 136 h 1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6">
                    <a:moveTo>
                      <a:pt x="10" y="123"/>
                    </a:moveTo>
                    <a:lnTo>
                      <a:pt x="1" y="125"/>
                    </a:lnTo>
                    <a:lnTo>
                      <a:pt x="93" y="0"/>
                    </a:lnTo>
                    <a:lnTo>
                      <a:pt x="102" y="3"/>
                    </a:lnTo>
                    <a:lnTo>
                      <a:pt x="9" y="130"/>
                    </a:lnTo>
                    <a:lnTo>
                      <a:pt x="0" y="132"/>
                    </a:lnTo>
                    <a:lnTo>
                      <a:pt x="9" y="130"/>
                    </a:lnTo>
                    <a:lnTo>
                      <a:pt x="4" y="136"/>
                    </a:lnTo>
                    <a:lnTo>
                      <a:pt x="0" y="132"/>
                    </a:lnTo>
                    <a:lnTo>
                      <a:pt x="10" y="12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19" name="Freeform 23"/>
              <p:cNvSpPr>
                <a:spLocks/>
              </p:cNvSpPr>
              <p:nvPr/>
            </p:nvSpPr>
            <p:spPr bwMode="auto">
              <a:xfrm>
                <a:off x="3700" y="3080"/>
                <a:ext cx="71" cy="77"/>
              </a:xfrm>
              <a:custGeom>
                <a:avLst/>
                <a:gdLst>
                  <a:gd name="T0" fmla="*/ 8 w 71"/>
                  <a:gd name="T1" fmla="*/ 8 h 77"/>
                  <a:gd name="T2" fmla="*/ 13 w 71"/>
                  <a:gd name="T3" fmla="*/ 1 h 77"/>
                  <a:gd name="T4" fmla="*/ 71 w 71"/>
                  <a:gd name="T5" fmla="*/ 70 h 77"/>
                  <a:gd name="T6" fmla="*/ 63 w 71"/>
                  <a:gd name="T7" fmla="*/ 77 h 77"/>
                  <a:gd name="T8" fmla="*/ 3 w 71"/>
                  <a:gd name="T9" fmla="*/ 8 h 77"/>
                  <a:gd name="T10" fmla="*/ 6 w 71"/>
                  <a:gd name="T11" fmla="*/ 0 h 77"/>
                  <a:gd name="T12" fmla="*/ 3 w 71"/>
                  <a:gd name="T13" fmla="*/ 8 h 77"/>
                  <a:gd name="T14" fmla="*/ 0 w 71"/>
                  <a:gd name="T15" fmla="*/ 3 h 77"/>
                  <a:gd name="T16" fmla="*/ 6 w 71"/>
                  <a:gd name="T17" fmla="*/ 0 h 77"/>
                  <a:gd name="T18" fmla="*/ 8 w 71"/>
                  <a:gd name="T19" fmla="*/ 8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1"/>
                  <a:gd name="T31" fmla="*/ 0 h 77"/>
                  <a:gd name="T32" fmla="*/ 71 w 7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1" h="77">
                    <a:moveTo>
                      <a:pt x="8" y="8"/>
                    </a:moveTo>
                    <a:lnTo>
                      <a:pt x="13" y="1"/>
                    </a:lnTo>
                    <a:lnTo>
                      <a:pt x="71" y="70"/>
                    </a:lnTo>
                    <a:lnTo>
                      <a:pt x="63" y="77"/>
                    </a:lnTo>
                    <a:lnTo>
                      <a:pt x="3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0" name="Freeform 24"/>
              <p:cNvSpPr>
                <a:spLocks/>
              </p:cNvSpPr>
              <p:nvPr/>
            </p:nvSpPr>
            <p:spPr bwMode="auto">
              <a:xfrm>
                <a:off x="3808" y="3039"/>
                <a:ext cx="34" cy="32"/>
              </a:xfrm>
              <a:custGeom>
                <a:avLst/>
                <a:gdLst>
                  <a:gd name="T0" fmla="*/ 0 w 34"/>
                  <a:gd name="T1" fmla="*/ 13 h 32"/>
                  <a:gd name="T2" fmla="*/ 16 w 34"/>
                  <a:gd name="T3" fmla="*/ 0 h 32"/>
                  <a:gd name="T4" fmla="*/ 34 w 34"/>
                  <a:gd name="T5" fmla="*/ 21 h 32"/>
                  <a:gd name="T6" fmla="*/ 18 w 34"/>
                  <a:gd name="T7" fmla="*/ 32 h 32"/>
                  <a:gd name="T8" fmla="*/ 0 w 34"/>
                  <a:gd name="T9" fmla="*/ 1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2"/>
                  <a:gd name="T17" fmla="*/ 34 w 34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2">
                    <a:moveTo>
                      <a:pt x="0" y="13"/>
                    </a:moveTo>
                    <a:lnTo>
                      <a:pt x="16" y="0"/>
                    </a:lnTo>
                    <a:lnTo>
                      <a:pt x="34" y="21"/>
                    </a:lnTo>
                    <a:lnTo>
                      <a:pt x="18" y="32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1" name="Freeform 25"/>
              <p:cNvSpPr>
                <a:spLocks/>
              </p:cNvSpPr>
              <p:nvPr/>
            </p:nvSpPr>
            <p:spPr bwMode="auto">
              <a:xfrm>
                <a:off x="3612" y="3053"/>
                <a:ext cx="213" cy="151"/>
              </a:xfrm>
              <a:custGeom>
                <a:avLst/>
                <a:gdLst>
                  <a:gd name="T0" fmla="*/ 0 w 213"/>
                  <a:gd name="T1" fmla="*/ 125 h 151"/>
                  <a:gd name="T2" fmla="*/ 0 w 213"/>
                  <a:gd name="T3" fmla="*/ 125 h 151"/>
                  <a:gd name="T4" fmla="*/ 52 w 213"/>
                  <a:gd name="T5" fmla="*/ 97 h 151"/>
                  <a:gd name="T6" fmla="*/ 102 w 213"/>
                  <a:gd name="T7" fmla="*/ 67 h 151"/>
                  <a:gd name="T8" fmla="*/ 149 w 213"/>
                  <a:gd name="T9" fmla="*/ 35 h 151"/>
                  <a:gd name="T10" fmla="*/ 194 w 213"/>
                  <a:gd name="T11" fmla="*/ 0 h 151"/>
                  <a:gd name="T12" fmla="*/ 213 w 213"/>
                  <a:gd name="T13" fmla="*/ 19 h 151"/>
                  <a:gd name="T14" fmla="*/ 165 w 213"/>
                  <a:gd name="T15" fmla="*/ 57 h 151"/>
                  <a:gd name="T16" fmla="*/ 117 w 213"/>
                  <a:gd name="T17" fmla="*/ 90 h 151"/>
                  <a:gd name="T18" fmla="*/ 64 w 213"/>
                  <a:gd name="T19" fmla="*/ 121 h 151"/>
                  <a:gd name="T20" fmla="*/ 9 w 213"/>
                  <a:gd name="T21" fmla="*/ 151 h 151"/>
                  <a:gd name="T22" fmla="*/ 0 w 213"/>
                  <a:gd name="T23" fmla="*/ 125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3"/>
                  <a:gd name="T37" fmla="*/ 0 h 151"/>
                  <a:gd name="T38" fmla="*/ 213 w 213"/>
                  <a:gd name="T39" fmla="*/ 151 h 1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3" h="151">
                    <a:moveTo>
                      <a:pt x="0" y="125"/>
                    </a:moveTo>
                    <a:lnTo>
                      <a:pt x="0" y="125"/>
                    </a:lnTo>
                    <a:lnTo>
                      <a:pt x="52" y="97"/>
                    </a:lnTo>
                    <a:lnTo>
                      <a:pt x="102" y="67"/>
                    </a:lnTo>
                    <a:lnTo>
                      <a:pt x="149" y="35"/>
                    </a:lnTo>
                    <a:lnTo>
                      <a:pt x="194" y="0"/>
                    </a:lnTo>
                    <a:lnTo>
                      <a:pt x="213" y="19"/>
                    </a:lnTo>
                    <a:lnTo>
                      <a:pt x="165" y="57"/>
                    </a:lnTo>
                    <a:lnTo>
                      <a:pt x="117" y="90"/>
                    </a:lnTo>
                    <a:lnTo>
                      <a:pt x="64" y="121"/>
                    </a:lnTo>
                    <a:lnTo>
                      <a:pt x="9" y="15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2" name="Freeform 26"/>
              <p:cNvSpPr>
                <a:spLocks/>
              </p:cNvSpPr>
              <p:nvPr/>
            </p:nvSpPr>
            <p:spPr bwMode="auto">
              <a:xfrm>
                <a:off x="3424" y="3175"/>
                <a:ext cx="194" cy="98"/>
              </a:xfrm>
              <a:custGeom>
                <a:avLst/>
                <a:gdLst>
                  <a:gd name="T0" fmla="*/ 0 w 194"/>
                  <a:gd name="T1" fmla="*/ 69 h 98"/>
                  <a:gd name="T2" fmla="*/ 23 w 194"/>
                  <a:gd name="T3" fmla="*/ 63 h 98"/>
                  <a:gd name="T4" fmla="*/ 47 w 194"/>
                  <a:gd name="T5" fmla="*/ 57 h 98"/>
                  <a:gd name="T6" fmla="*/ 70 w 194"/>
                  <a:gd name="T7" fmla="*/ 48 h 98"/>
                  <a:gd name="T8" fmla="*/ 93 w 194"/>
                  <a:gd name="T9" fmla="*/ 40 h 98"/>
                  <a:gd name="T10" fmla="*/ 116 w 194"/>
                  <a:gd name="T11" fmla="*/ 32 h 98"/>
                  <a:gd name="T12" fmla="*/ 139 w 194"/>
                  <a:gd name="T13" fmla="*/ 21 h 98"/>
                  <a:gd name="T14" fmla="*/ 162 w 194"/>
                  <a:gd name="T15" fmla="*/ 11 h 98"/>
                  <a:gd name="T16" fmla="*/ 185 w 194"/>
                  <a:gd name="T17" fmla="*/ 0 h 98"/>
                  <a:gd name="T18" fmla="*/ 194 w 194"/>
                  <a:gd name="T19" fmla="*/ 26 h 98"/>
                  <a:gd name="T20" fmla="*/ 170 w 194"/>
                  <a:gd name="T21" fmla="*/ 37 h 98"/>
                  <a:gd name="T22" fmla="*/ 147 w 194"/>
                  <a:gd name="T23" fmla="*/ 48 h 98"/>
                  <a:gd name="T24" fmla="*/ 121 w 194"/>
                  <a:gd name="T25" fmla="*/ 59 h 98"/>
                  <a:gd name="T26" fmla="*/ 96 w 194"/>
                  <a:gd name="T27" fmla="*/ 67 h 98"/>
                  <a:gd name="T28" fmla="*/ 73 w 194"/>
                  <a:gd name="T29" fmla="*/ 76 h 98"/>
                  <a:gd name="T30" fmla="*/ 47 w 194"/>
                  <a:gd name="T31" fmla="*/ 85 h 98"/>
                  <a:gd name="T32" fmla="*/ 24 w 194"/>
                  <a:gd name="T33" fmla="*/ 92 h 98"/>
                  <a:gd name="T34" fmla="*/ 0 w 194"/>
                  <a:gd name="T35" fmla="*/ 98 h 98"/>
                  <a:gd name="T36" fmla="*/ 0 w 194"/>
                  <a:gd name="T37" fmla="*/ 69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4"/>
                  <a:gd name="T58" fmla="*/ 0 h 98"/>
                  <a:gd name="T59" fmla="*/ 194 w 194"/>
                  <a:gd name="T60" fmla="*/ 98 h 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4" h="98">
                    <a:moveTo>
                      <a:pt x="0" y="69"/>
                    </a:moveTo>
                    <a:lnTo>
                      <a:pt x="23" y="63"/>
                    </a:lnTo>
                    <a:lnTo>
                      <a:pt x="47" y="57"/>
                    </a:lnTo>
                    <a:lnTo>
                      <a:pt x="70" y="48"/>
                    </a:lnTo>
                    <a:lnTo>
                      <a:pt x="93" y="40"/>
                    </a:lnTo>
                    <a:lnTo>
                      <a:pt x="116" y="32"/>
                    </a:lnTo>
                    <a:lnTo>
                      <a:pt x="139" y="21"/>
                    </a:lnTo>
                    <a:lnTo>
                      <a:pt x="162" y="11"/>
                    </a:lnTo>
                    <a:lnTo>
                      <a:pt x="185" y="0"/>
                    </a:lnTo>
                    <a:lnTo>
                      <a:pt x="194" y="26"/>
                    </a:lnTo>
                    <a:lnTo>
                      <a:pt x="170" y="37"/>
                    </a:lnTo>
                    <a:lnTo>
                      <a:pt x="147" y="48"/>
                    </a:lnTo>
                    <a:lnTo>
                      <a:pt x="121" y="59"/>
                    </a:lnTo>
                    <a:lnTo>
                      <a:pt x="96" y="67"/>
                    </a:lnTo>
                    <a:lnTo>
                      <a:pt x="73" y="76"/>
                    </a:lnTo>
                    <a:lnTo>
                      <a:pt x="47" y="85"/>
                    </a:lnTo>
                    <a:lnTo>
                      <a:pt x="24" y="92"/>
                    </a:lnTo>
                    <a:lnTo>
                      <a:pt x="0" y="98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3" name="Freeform 27"/>
              <p:cNvSpPr>
                <a:spLocks/>
              </p:cNvSpPr>
              <p:nvPr/>
            </p:nvSpPr>
            <p:spPr bwMode="auto">
              <a:xfrm>
                <a:off x="3404" y="3242"/>
                <a:ext cx="18" cy="35"/>
              </a:xfrm>
              <a:custGeom>
                <a:avLst/>
                <a:gdLst>
                  <a:gd name="T0" fmla="*/ 18 w 18"/>
                  <a:gd name="T1" fmla="*/ 31 h 35"/>
                  <a:gd name="T2" fmla="*/ 0 w 18"/>
                  <a:gd name="T3" fmla="*/ 35 h 35"/>
                  <a:gd name="T4" fmla="*/ 0 w 18"/>
                  <a:gd name="T5" fmla="*/ 4 h 35"/>
                  <a:gd name="T6" fmla="*/ 18 w 18"/>
                  <a:gd name="T7" fmla="*/ 0 h 35"/>
                  <a:gd name="T8" fmla="*/ 18 w 18"/>
                  <a:gd name="T9" fmla="*/ 3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35"/>
                  <a:gd name="T17" fmla="*/ 18 w 18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35">
                    <a:moveTo>
                      <a:pt x="18" y="31"/>
                    </a:moveTo>
                    <a:lnTo>
                      <a:pt x="0" y="35"/>
                    </a:lnTo>
                    <a:lnTo>
                      <a:pt x="0" y="4"/>
                    </a:lnTo>
                    <a:lnTo>
                      <a:pt x="18" y="0"/>
                    </a:lnTo>
                    <a:lnTo>
                      <a:pt x="1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4" name="Freeform 28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5" name="Freeform 29"/>
              <p:cNvSpPr>
                <a:spLocks/>
              </p:cNvSpPr>
              <p:nvPr/>
            </p:nvSpPr>
            <p:spPr bwMode="auto">
              <a:xfrm>
                <a:off x="3737" y="2985"/>
                <a:ext cx="174" cy="87"/>
              </a:xfrm>
              <a:custGeom>
                <a:avLst/>
                <a:gdLst>
                  <a:gd name="T0" fmla="*/ 145 w 174"/>
                  <a:gd name="T1" fmla="*/ 15 h 87"/>
                  <a:gd name="T2" fmla="*/ 155 w 174"/>
                  <a:gd name="T3" fmla="*/ 23 h 87"/>
                  <a:gd name="T4" fmla="*/ 3 w 174"/>
                  <a:gd name="T5" fmla="*/ 87 h 87"/>
                  <a:gd name="T6" fmla="*/ 0 w 174"/>
                  <a:gd name="T7" fmla="*/ 73 h 87"/>
                  <a:gd name="T8" fmla="*/ 151 w 174"/>
                  <a:gd name="T9" fmla="*/ 10 h 87"/>
                  <a:gd name="T10" fmla="*/ 161 w 174"/>
                  <a:gd name="T11" fmla="*/ 18 h 87"/>
                  <a:gd name="T12" fmla="*/ 151 w 174"/>
                  <a:gd name="T13" fmla="*/ 10 h 87"/>
                  <a:gd name="T14" fmla="*/ 174 w 174"/>
                  <a:gd name="T15" fmla="*/ 0 h 87"/>
                  <a:gd name="T16" fmla="*/ 161 w 174"/>
                  <a:gd name="T17" fmla="*/ 18 h 87"/>
                  <a:gd name="T18" fmla="*/ 145 w 174"/>
                  <a:gd name="T19" fmla="*/ 15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87"/>
                  <a:gd name="T32" fmla="*/ 174 w 174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87">
                    <a:moveTo>
                      <a:pt x="145" y="15"/>
                    </a:moveTo>
                    <a:lnTo>
                      <a:pt x="155" y="23"/>
                    </a:lnTo>
                    <a:lnTo>
                      <a:pt x="3" y="87"/>
                    </a:lnTo>
                    <a:lnTo>
                      <a:pt x="0" y="73"/>
                    </a:lnTo>
                    <a:lnTo>
                      <a:pt x="151" y="10"/>
                    </a:lnTo>
                    <a:lnTo>
                      <a:pt x="161" y="18"/>
                    </a:lnTo>
                    <a:lnTo>
                      <a:pt x="151" y="10"/>
                    </a:lnTo>
                    <a:lnTo>
                      <a:pt x="174" y="0"/>
                    </a:lnTo>
                    <a:lnTo>
                      <a:pt x="161" y="18"/>
                    </a:lnTo>
                    <a:lnTo>
                      <a:pt x="145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6" name="Freeform 30"/>
              <p:cNvSpPr>
                <a:spLocks/>
              </p:cNvSpPr>
              <p:nvPr/>
            </p:nvSpPr>
            <p:spPr bwMode="auto">
              <a:xfrm>
                <a:off x="3796" y="2999"/>
                <a:ext cx="102" cy="144"/>
              </a:xfrm>
              <a:custGeom>
                <a:avLst/>
                <a:gdLst>
                  <a:gd name="T0" fmla="*/ 17 w 102"/>
                  <a:gd name="T1" fmla="*/ 124 h 144"/>
                  <a:gd name="T2" fmla="*/ 0 w 102"/>
                  <a:gd name="T3" fmla="*/ 128 h 144"/>
                  <a:gd name="T4" fmla="*/ 86 w 102"/>
                  <a:gd name="T5" fmla="*/ 0 h 144"/>
                  <a:gd name="T6" fmla="*/ 102 w 102"/>
                  <a:gd name="T7" fmla="*/ 3 h 144"/>
                  <a:gd name="T8" fmla="*/ 16 w 102"/>
                  <a:gd name="T9" fmla="*/ 131 h 144"/>
                  <a:gd name="T10" fmla="*/ 0 w 102"/>
                  <a:gd name="T11" fmla="*/ 135 h 144"/>
                  <a:gd name="T12" fmla="*/ 16 w 102"/>
                  <a:gd name="T13" fmla="*/ 131 h 144"/>
                  <a:gd name="T14" fmla="*/ 8 w 102"/>
                  <a:gd name="T15" fmla="*/ 144 h 144"/>
                  <a:gd name="T16" fmla="*/ 0 w 102"/>
                  <a:gd name="T17" fmla="*/ 135 h 144"/>
                  <a:gd name="T18" fmla="*/ 17 w 102"/>
                  <a:gd name="T19" fmla="*/ 124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4"/>
                  <a:gd name="T32" fmla="*/ 102 w 102"/>
                  <a:gd name="T33" fmla="*/ 144 h 1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4">
                    <a:moveTo>
                      <a:pt x="17" y="124"/>
                    </a:moveTo>
                    <a:lnTo>
                      <a:pt x="0" y="128"/>
                    </a:lnTo>
                    <a:lnTo>
                      <a:pt x="86" y="0"/>
                    </a:lnTo>
                    <a:lnTo>
                      <a:pt x="102" y="3"/>
                    </a:lnTo>
                    <a:lnTo>
                      <a:pt x="16" y="131"/>
                    </a:lnTo>
                    <a:lnTo>
                      <a:pt x="0" y="135"/>
                    </a:lnTo>
                    <a:lnTo>
                      <a:pt x="16" y="131"/>
                    </a:lnTo>
                    <a:lnTo>
                      <a:pt x="8" y="144"/>
                    </a:lnTo>
                    <a:lnTo>
                      <a:pt x="0" y="135"/>
                    </a:lnTo>
                    <a:lnTo>
                      <a:pt x="17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7" name="Freeform 31"/>
              <p:cNvSpPr>
                <a:spLocks/>
              </p:cNvSpPr>
              <p:nvPr/>
            </p:nvSpPr>
            <p:spPr bwMode="auto">
              <a:xfrm>
                <a:off x="3721" y="3055"/>
                <a:ext cx="89" cy="77"/>
              </a:xfrm>
              <a:custGeom>
                <a:avLst/>
                <a:gdLst>
                  <a:gd name="T0" fmla="*/ 18 w 89"/>
                  <a:gd name="T1" fmla="*/ 15 h 77"/>
                  <a:gd name="T2" fmla="*/ 25 w 89"/>
                  <a:gd name="T3" fmla="*/ 1 h 77"/>
                  <a:gd name="T4" fmla="*/ 89 w 89"/>
                  <a:gd name="T5" fmla="*/ 63 h 77"/>
                  <a:gd name="T6" fmla="*/ 72 w 89"/>
                  <a:gd name="T7" fmla="*/ 77 h 77"/>
                  <a:gd name="T8" fmla="*/ 8 w 89"/>
                  <a:gd name="T9" fmla="*/ 14 h 77"/>
                  <a:gd name="T10" fmla="*/ 15 w 89"/>
                  <a:gd name="T11" fmla="*/ 0 h 77"/>
                  <a:gd name="T12" fmla="*/ 8 w 89"/>
                  <a:gd name="T13" fmla="*/ 14 h 77"/>
                  <a:gd name="T14" fmla="*/ 0 w 89"/>
                  <a:gd name="T15" fmla="*/ 6 h 77"/>
                  <a:gd name="T16" fmla="*/ 15 w 89"/>
                  <a:gd name="T17" fmla="*/ 0 h 77"/>
                  <a:gd name="T18" fmla="*/ 18 w 89"/>
                  <a:gd name="T19" fmla="*/ 15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7"/>
                  <a:gd name="T32" fmla="*/ 89 w 89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7">
                    <a:moveTo>
                      <a:pt x="18" y="15"/>
                    </a:moveTo>
                    <a:lnTo>
                      <a:pt x="25" y="1"/>
                    </a:lnTo>
                    <a:lnTo>
                      <a:pt x="89" y="63"/>
                    </a:lnTo>
                    <a:lnTo>
                      <a:pt x="72" y="77"/>
                    </a:lnTo>
                    <a:lnTo>
                      <a:pt x="8" y="14"/>
                    </a:lnTo>
                    <a:lnTo>
                      <a:pt x="15" y="0"/>
                    </a:lnTo>
                    <a:lnTo>
                      <a:pt x="8" y="1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8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8" name="Freeform 32"/>
              <p:cNvSpPr>
                <a:spLocks/>
              </p:cNvSpPr>
              <p:nvPr/>
            </p:nvSpPr>
            <p:spPr bwMode="auto">
              <a:xfrm>
                <a:off x="3835" y="3013"/>
                <a:ext cx="42" cy="37"/>
              </a:xfrm>
              <a:custGeom>
                <a:avLst/>
                <a:gdLst>
                  <a:gd name="T0" fmla="*/ 0 w 42"/>
                  <a:gd name="T1" fmla="*/ 14 h 37"/>
                  <a:gd name="T2" fmla="*/ 18 w 42"/>
                  <a:gd name="T3" fmla="*/ 0 h 37"/>
                  <a:gd name="T4" fmla="*/ 42 w 42"/>
                  <a:gd name="T5" fmla="*/ 22 h 37"/>
                  <a:gd name="T6" fmla="*/ 24 w 42"/>
                  <a:gd name="T7" fmla="*/ 37 h 37"/>
                  <a:gd name="T8" fmla="*/ 0 w 42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7"/>
                  <a:gd name="T17" fmla="*/ 42 w 42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7">
                    <a:moveTo>
                      <a:pt x="0" y="14"/>
                    </a:moveTo>
                    <a:lnTo>
                      <a:pt x="18" y="0"/>
                    </a:lnTo>
                    <a:lnTo>
                      <a:pt x="42" y="22"/>
                    </a:lnTo>
                    <a:lnTo>
                      <a:pt x="24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29" name="Freeform 33"/>
              <p:cNvSpPr>
                <a:spLocks/>
              </p:cNvSpPr>
              <p:nvPr/>
            </p:nvSpPr>
            <p:spPr bwMode="auto">
              <a:xfrm>
                <a:off x="3645" y="3027"/>
                <a:ext cx="212" cy="159"/>
              </a:xfrm>
              <a:custGeom>
                <a:avLst/>
                <a:gdLst>
                  <a:gd name="T0" fmla="*/ 0 w 212"/>
                  <a:gd name="T1" fmla="*/ 131 h 159"/>
                  <a:gd name="T2" fmla="*/ 0 w 212"/>
                  <a:gd name="T3" fmla="*/ 131 h 159"/>
                  <a:gd name="T4" fmla="*/ 26 w 212"/>
                  <a:gd name="T5" fmla="*/ 116 h 159"/>
                  <a:gd name="T6" fmla="*/ 52 w 212"/>
                  <a:gd name="T7" fmla="*/ 102 h 159"/>
                  <a:gd name="T8" fmla="*/ 76 w 212"/>
                  <a:gd name="T9" fmla="*/ 86 h 159"/>
                  <a:gd name="T10" fmla="*/ 100 w 212"/>
                  <a:gd name="T11" fmla="*/ 70 h 159"/>
                  <a:gd name="T12" fmla="*/ 122 w 212"/>
                  <a:gd name="T13" fmla="*/ 53 h 159"/>
                  <a:gd name="T14" fmla="*/ 145 w 212"/>
                  <a:gd name="T15" fmla="*/ 36 h 159"/>
                  <a:gd name="T16" fmla="*/ 167 w 212"/>
                  <a:gd name="T17" fmla="*/ 19 h 159"/>
                  <a:gd name="T18" fmla="*/ 188 w 212"/>
                  <a:gd name="T19" fmla="*/ 0 h 159"/>
                  <a:gd name="T20" fmla="*/ 212 w 212"/>
                  <a:gd name="T21" fmla="*/ 22 h 159"/>
                  <a:gd name="T22" fmla="*/ 191 w 212"/>
                  <a:gd name="T23" fmla="*/ 41 h 159"/>
                  <a:gd name="T24" fmla="*/ 167 w 212"/>
                  <a:gd name="T25" fmla="*/ 59 h 159"/>
                  <a:gd name="T26" fmla="*/ 143 w 212"/>
                  <a:gd name="T27" fmla="*/ 77 h 159"/>
                  <a:gd name="T28" fmla="*/ 118 w 212"/>
                  <a:gd name="T29" fmla="*/ 94 h 159"/>
                  <a:gd name="T30" fmla="*/ 93 w 212"/>
                  <a:gd name="T31" fmla="*/ 113 h 159"/>
                  <a:gd name="T32" fmla="*/ 68 w 212"/>
                  <a:gd name="T33" fmla="*/ 129 h 159"/>
                  <a:gd name="T34" fmla="*/ 41 w 212"/>
                  <a:gd name="T35" fmla="*/ 144 h 159"/>
                  <a:gd name="T36" fmla="*/ 14 w 212"/>
                  <a:gd name="T37" fmla="*/ 159 h 159"/>
                  <a:gd name="T38" fmla="*/ 0 w 212"/>
                  <a:gd name="T39" fmla="*/ 131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9"/>
                  <a:gd name="T62" fmla="*/ 212 w 212"/>
                  <a:gd name="T63" fmla="*/ 159 h 1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9">
                    <a:moveTo>
                      <a:pt x="0" y="131"/>
                    </a:moveTo>
                    <a:lnTo>
                      <a:pt x="0" y="131"/>
                    </a:lnTo>
                    <a:lnTo>
                      <a:pt x="26" y="116"/>
                    </a:lnTo>
                    <a:lnTo>
                      <a:pt x="52" y="102"/>
                    </a:lnTo>
                    <a:lnTo>
                      <a:pt x="76" y="86"/>
                    </a:lnTo>
                    <a:lnTo>
                      <a:pt x="100" y="70"/>
                    </a:lnTo>
                    <a:lnTo>
                      <a:pt x="122" y="53"/>
                    </a:lnTo>
                    <a:lnTo>
                      <a:pt x="145" y="36"/>
                    </a:lnTo>
                    <a:lnTo>
                      <a:pt x="167" y="19"/>
                    </a:lnTo>
                    <a:lnTo>
                      <a:pt x="188" y="0"/>
                    </a:lnTo>
                    <a:lnTo>
                      <a:pt x="212" y="22"/>
                    </a:lnTo>
                    <a:lnTo>
                      <a:pt x="191" y="41"/>
                    </a:lnTo>
                    <a:lnTo>
                      <a:pt x="167" y="59"/>
                    </a:lnTo>
                    <a:lnTo>
                      <a:pt x="143" y="77"/>
                    </a:lnTo>
                    <a:lnTo>
                      <a:pt x="118" y="94"/>
                    </a:lnTo>
                    <a:lnTo>
                      <a:pt x="93" y="113"/>
                    </a:lnTo>
                    <a:lnTo>
                      <a:pt x="68" y="129"/>
                    </a:lnTo>
                    <a:lnTo>
                      <a:pt x="41" y="144"/>
                    </a:lnTo>
                    <a:lnTo>
                      <a:pt x="14" y="159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0" name="Freeform 34"/>
              <p:cNvSpPr>
                <a:spLocks/>
              </p:cNvSpPr>
              <p:nvPr/>
            </p:nvSpPr>
            <p:spPr bwMode="auto">
              <a:xfrm>
                <a:off x="3459" y="3156"/>
                <a:ext cx="196" cy="111"/>
              </a:xfrm>
              <a:custGeom>
                <a:avLst/>
                <a:gdLst>
                  <a:gd name="T0" fmla="*/ 0 w 196"/>
                  <a:gd name="T1" fmla="*/ 77 h 111"/>
                  <a:gd name="T2" fmla="*/ 23 w 196"/>
                  <a:gd name="T3" fmla="*/ 69 h 111"/>
                  <a:gd name="T4" fmla="*/ 47 w 196"/>
                  <a:gd name="T5" fmla="*/ 61 h 111"/>
                  <a:gd name="T6" fmla="*/ 70 w 196"/>
                  <a:gd name="T7" fmla="*/ 53 h 111"/>
                  <a:gd name="T8" fmla="*/ 92 w 196"/>
                  <a:gd name="T9" fmla="*/ 42 h 111"/>
                  <a:gd name="T10" fmla="*/ 115 w 196"/>
                  <a:gd name="T11" fmla="*/ 33 h 111"/>
                  <a:gd name="T12" fmla="*/ 137 w 196"/>
                  <a:gd name="T13" fmla="*/ 22 h 111"/>
                  <a:gd name="T14" fmla="*/ 160 w 196"/>
                  <a:gd name="T15" fmla="*/ 10 h 111"/>
                  <a:gd name="T16" fmla="*/ 183 w 196"/>
                  <a:gd name="T17" fmla="*/ 0 h 111"/>
                  <a:gd name="T18" fmla="*/ 196 w 196"/>
                  <a:gd name="T19" fmla="*/ 28 h 111"/>
                  <a:gd name="T20" fmla="*/ 172 w 196"/>
                  <a:gd name="T21" fmla="*/ 40 h 111"/>
                  <a:gd name="T22" fmla="*/ 149 w 196"/>
                  <a:gd name="T23" fmla="*/ 53 h 111"/>
                  <a:gd name="T24" fmla="*/ 123 w 196"/>
                  <a:gd name="T25" fmla="*/ 64 h 111"/>
                  <a:gd name="T26" fmla="*/ 100 w 196"/>
                  <a:gd name="T27" fmla="*/ 74 h 111"/>
                  <a:gd name="T28" fmla="*/ 75 w 196"/>
                  <a:gd name="T29" fmla="*/ 85 h 111"/>
                  <a:gd name="T30" fmla="*/ 51 w 196"/>
                  <a:gd name="T31" fmla="*/ 94 h 111"/>
                  <a:gd name="T32" fmla="*/ 26 w 196"/>
                  <a:gd name="T33" fmla="*/ 102 h 111"/>
                  <a:gd name="T34" fmla="*/ 2 w 196"/>
                  <a:gd name="T35" fmla="*/ 111 h 111"/>
                  <a:gd name="T36" fmla="*/ 0 w 196"/>
                  <a:gd name="T37" fmla="*/ 77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1"/>
                  <a:gd name="T59" fmla="*/ 196 w 196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1">
                    <a:moveTo>
                      <a:pt x="0" y="77"/>
                    </a:moveTo>
                    <a:lnTo>
                      <a:pt x="23" y="69"/>
                    </a:lnTo>
                    <a:lnTo>
                      <a:pt x="47" y="61"/>
                    </a:lnTo>
                    <a:lnTo>
                      <a:pt x="70" y="53"/>
                    </a:lnTo>
                    <a:lnTo>
                      <a:pt x="92" y="42"/>
                    </a:lnTo>
                    <a:lnTo>
                      <a:pt x="115" y="33"/>
                    </a:lnTo>
                    <a:lnTo>
                      <a:pt x="137" y="22"/>
                    </a:lnTo>
                    <a:lnTo>
                      <a:pt x="160" y="10"/>
                    </a:lnTo>
                    <a:lnTo>
                      <a:pt x="183" y="0"/>
                    </a:lnTo>
                    <a:lnTo>
                      <a:pt x="196" y="28"/>
                    </a:lnTo>
                    <a:lnTo>
                      <a:pt x="172" y="40"/>
                    </a:lnTo>
                    <a:lnTo>
                      <a:pt x="149" y="53"/>
                    </a:lnTo>
                    <a:lnTo>
                      <a:pt x="123" y="64"/>
                    </a:lnTo>
                    <a:lnTo>
                      <a:pt x="100" y="74"/>
                    </a:lnTo>
                    <a:lnTo>
                      <a:pt x="75" y="85"/>
                    </a:lnTo>
                    <a:lnTo>
                      <a:pt x="51" y="94"/>
                    </a:lnTo>
                    <a:lnTo>
                      <a:pt x="26" y="102"/>
                    </a:lnTo>
                    <a:lnTo>
                      <a:pt x="2" y="11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1" name="Freeform 35"/>
              <p:cNvSpPr>
                <a:spLocks/>
              </p:cNvSpPr>
              <p:nvPr/>
            </p:nvSpPr>
            <p:spPr bwMode="auto">
              <a:xfrm>
                <a:off x="3437" y="3233"/>
                <a:ext cx="22" cy="40"/>
              </a:xfrm>
              <a:custGeom>
                <a:avLst/>
                <a:gdLst>
                  <a:gd name="T0" fmla="*/ 22 w 22"/>
                  <a:gd name="T1" fmla="*/ 34 h 40"/>
                  <a:gd name="T2" fmla="*/ 2 w 22"/>
                  <a:gd name="T3" fmla="*/ 40 h 40"/>
                  <a:gd name="T4" fmla="*/ 0 w 22"/>
                  <a:gd name="T5" fmla="*/ 6 h 40"/>
                  <a:gd name="T6" fmla="*/ 20 w 22"/>
                  <a:gd name="T7" fmla="*/ 0 h 40"/>
                  <a:gd name="T8" fmla="*/ 22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2" y="34"/>
                    </a:moveTo>
                    <a:lnTo>
                      <a:pt x="2" y="40"/>
                    </a:lnTo>
                    <a:lnTo>
                      <a:pt x="0" y="6"/>
                    </a:lnTo>
                    <a:lnTo>
                      <a:pt x="20" y="0"/>
                    </a:lnTo>
                    <a:lnTo>
                      <a:pt x="22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2" name="Freeform 36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3" name="Freeform 37"/>
              <p:cNvSpPr>
                <a:spLocks/>
              </p:cNvSpPr>
              <p:nvPr/>
            </p:nvSpPr>
            <p:spPr bwMode="auto">
              <a:xfrm>
                <a:off x="3735" y="2992"/>
                <a:ext cx="166" cy="79"/>
              </a:xfrm>
              <a:custGeom>
                <a:avLst/>
                <a:gdLst>
                  <a:gd name="T0" fmla="*/ 149 w 166"/>
                  <a:gd name="T1" fmla="*/ 9 h 79"/>
                  <a:gd name="T2" fmla="*/ 155 w 166"/>
                  <a:gd name="T3" fmla="*/ 14 h 79"/>
                  <a:gd name="T4" fmla="*/ 2 w 166"/>
                  <a:gd name="T5" fmla="*/ 79 h 79"/>
                  <a:gd name="T6" fmla="*/ 0 w 166"/>
                  <a:gd name="T7" fmla="*/ 72 h 79"/>
                  <a:gd name="T8" fmla="*/ 152 w 166"/>
                  <a:gd name="T9" fmla="*/ 7 h 79"/>
                  <a:gd name="T10" fmla="*/ 157 w 166"/>
                  <a:gd name="T11" fmla="*/ 12 h 79"/>
                  <a:gd name="T12" fmla="*/ 152 w 166"/>
                  <a:gd name="T13" fmla="*/ 7 h 79"/>
                  <a:gd name="T14" fmla="*/ 166 w 166"/>
                  <a:gd name="T15" fmla="*/ 0 h 79"/>
                  <a:gd name="T16" fmla="*/ 157 w 166"/>
                  <a:gd name="T17" fmla="*/ 12 h 79"/>
                  <a:gd name="T18" fmla="*/ 149 w 166"/>
                  <a:gd name="T19" fmla="*/ 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79"/>
                  <a:gd name="T32" fmla="*/ 166 w 166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79">
                    <a:moveTo>
                      <a:pt x="149" y="9"/>
                    </a:moveTo>
                    <a:lnTo>
                      <a:pt x="155" y="14"/>
                    </a:lnTo>
                    <a:lnTo>
                      <a:pt x="2" y="79"/>
                    </a:lnTo>
                    <a:lnTo>
                      <a:pt x="0" y="72"/>
                    </a:lnTo>
                    <a:lnTo>
                      <a:pt x="152" y="7"/>
                    </a:lnTo>
                    <a:lnTo>
                      <a:pt x="157" y="12"/>
                    </a:lnTo>
                    <a:lnTo>
                      <a:pt x="152" y="7"/>
                    </a:lnTo>
                    <a:lnTo>
                      <a:pt x="166" y="0"/>
                    </a:lnTo>
                    <a:lnTo>
                      <a:pt x="157" y="12"/>
                    </a:lnTo>
                    <a:lnTo>
                      <a:pt x="149" y="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4" name="Freeform 38"/>
              <p:cNvSpPr>
                <a:spLocks/>
              </p:cNvSpPr>
              <p:nvPr/>
            </p:nvSpPr>
            <p:spPr bwMode="auto">
              <a:xfrm>
                <a:off x="3799" y="2996"/>
                <a:ext cx="95" cy="139"/>
              </a:xfrm>
              <a:custGeom>
                <a:avLst/>
                <a:gdLst>
                  <a:gd name="T0" fmla="*/ 10 w 95"/>
                  <a:gd name="T1" fmla="*/ 127 h 139"/>
                  <a:gd name="T2" fmla="*/ 0 w 95"/>
                  <a:gd name="T3" fmla="*/ 130 h 139"/>
                  <a:gd name="T4" fmla="*/ 87 w 95"/>
                  <a:gd name="T5" fmla="*/ 0 h 139"/>
                  <a:gd name="T6" fmla="*/ 95 w 95"/>
                  <a:gd name="T7" fmla="*/ 4 h 139"/>
                  <a:gd name="T8" fmla="*/ 9 w 95"/>
                  <a:gd name="T9" fmla="*/ 132 h 139"/>
                  <a:gd name="T10" fmla="*/ 0 w 95"/>
                  <a:gd name="T11" fmla="*/ 135 h 139"/>
                  <a:gd name="T12" fmla="*/ 9 w 95"/>
                  <a:gd name="T13" fmla="*/ 132 h 139"/>
                  <a:gd name="T14" fmla="*/ 5 w 95"/>
                  <a:gd name="T15" fmla="*/ 139 h 139"/>
                  <a:gd name="T16" fmla="*/ 0 w 95"/>
                  <a:gd name="T17" fmla="*/ 135 h 139"/>
                  <a:gd name="T18" fmla="*/ 10 w 95"/>
                  <a:gd name="T19" fmla="*/ 127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9"/>
                  <a:gd name="T32" fmla="*/ 95 w 95"/>
                  <a:gd name="T33" fmla="*/ 139 h 1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9">
                    <a:moveTo>
                      <a:pt x="10" y="127"/>
                    </a:moveTo>
                    <a:lnTo>
                      <a:pt x="0" y="130"/>
                    </a:lnTo>
                    <a:lnTo>
                      <a:pt x="87" y="0"/>
                    </a:lnTo>
                    <a:lnTo>
                      <a:pt x="95" y="4"/>
                    </a:lnTo>
                    <a:lnTo>
                      <a:pt x="9" y="132"/>
                    </a:lnTo>
                    <a:lnTo>
                      <a:pt x="0" y="135"/>
                    </a:lnTo>
                    <a:lnTo>
                      <a:pt x="9" y="132"/>
                    </a:lnTo>
                    <a:lnTo>
                      <a:pt x="5" y="139"/>
                    </a:lnTo>
                    <a:lnTo>
                      <a:pt x="0" y="135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5" name="Freeform 39"/>
              <p:cNvSpPr>
                <a:spLocks/>
              </p:cNvSpPr>
              <p:nvPr/>
            </p:nvSpPr>
            <p:spPr bwMode="auto">
              <a:xfrm>
                <a:off x="3726" y="3062"/>
                <a:ext cx="79" cy="71"/>
              </a:xfrm>
              <a:custGeom>
                <a:avLst/>
                <a:gdLst>
                  <a:gd name="T0" fmla="*/ 11 w 79"/>
                  <a:gd name="T1" fmla="*/ 7 h 71"/>
                  <a:gd name="T2" fmla="*/ 14 w 79"/>
                  <a:gd name="T3" fmla="*/ 0 h 71"/>
                  <a:gd name="T4" fmla="*/ 79 w 79"/>
                  <a:gd name="T5" fmla="*/ 65 h 71"/>
                  <a:gd name="T6" fmla="*/ 70 w 79"/>
                  <a:gd name="T7" fmla="*/ 71 h 71"/>
                  <a:gd name="T8" fmla="*/ 4 w 79"/>
                  <a:gd name="T9" fmla="*/ 7 h 71"/>
                  <a:gd name="T10" fmla="*/ 8 w 79"/>
                  <a:gd name="T11" fmla="*/ 0 h 71"/>
                  <a:gd name="T12" fmla="*/ 4 w 79"/>
                  <a:gd name="T13" fmla="*/ 7 h 71"/>
                  <a:gd name="T14" fmla="*/ 0 w 79"/>
                  <a:gd name="T15" fmla="*/ 3 h 71"/>
                  <a:gd name="T16" fmla="*/ 8 w 79"/>
                  <a:gd name="T17" fmla="*/ 0 h 71"/>
                  <a:gd name="T18" fmla="*/ 11 w 79"/>
                  <a:gd name="T19" fmla="*/ 7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9"/>
                  <a:gd name="T31" fmla="*/ 0 h 71"/>
                  <a:gd name="T32" fmla="*/ 79 w 7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9" h="71">
                    <a:moveTo>
                      <a:pt x="11" y="7"/>
                    </a:moveTo>
                    <a:lnTo>
                      <a:pt x="14" y="0"/>
                    </a:lnTo>
                    <a:lnTo>
                      <a:pt x="79" y="65"/>
                    </a:lnTo>
                    <a:lnTo>
                      <a:pt x="70" y="71"/>
                    </a:lnTo>
                    <a:lnTo>
                      <a:pt x="4" y="7"/>
                    </a:lnTo>
                    <a:lnTo>
                      <a:pt x="8" y="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6" name="Freeform 40"/>
              <p:cNvSpPr>
                <a:spLocks/>
              </p:cNvSpPr>
              <p:nvPr/>
            </p:nvSpPr>
            <p:spPr bwMode="auto">
              <a:xfrm>
                <a:off x="3838" y="3018"/>
                <a:ext cx="35" cy="31"/>
              </a:xfrm>
              <a:custGeom>
                <a:avLst/>
                <a:gdLst>
                  <a:gd name="T0" fmla="*/ 0 w 35"/>
                  <a:gd name="T1" fmla="*/ 12 h 31"/>
                  <a:gd name="T2" fmla="*/ 13 w 35"/>
                  <a:gd name="T3" fmla="*/ 0 h 31"/>
                  <a:gd name="T4" fmla="*/ 35 w 35"/>
                  <a:gd name="T5" fmla="*/ 18 h 31"/>
                  <a:gd name="T6" fmla="*/ 20 w 35"/>
                  <a:gd name="T7" fmla="*/ 31 h 31"/>
                  <a:gd name="T8" fmla="*/ 0 w 35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0" y="12"/>
                    </a:moveTo>
                    <a:lnTo>
                      <a:pt x="13" y="0"/>
                    </a:lnTo>
                    <a:lnTo>
                      <a:pt x="35" y="18"/>
                    </a:lnTo>
                    <a:lnTo>
                      <a:pt x="20" y="31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7" name="Freeform 41"/>
              <p:cNvSpPr>
                <a:spLocks/>
              </p:cNvSpPr>
              <p:nvPr/>
            </p:nvSpPr>
            <p:spPr bwMode="auto">
              <a:xfrm>
                <a:off x="3646" y="3030"/>
                <a:ext cx="209" cy="153"/>
              </a:xfrm>
              <a:custGeom>
                <a:avLst/>
                <a:gdLst>
                  <a:gd name="T0" fmla="*/ 0 w 209"/>
                  <a:gd name="T1" fmla="*/ 130 h 153"/>
                  <a:gd name="T2" fmla="*/ 0 w 209"/>
                  <a:gd name="T3" fmla="*/ 130 h 153"/>
                  <a:gd name="T4" fmla="*/ 26 w 209"/>
                  <a:gd name="T5" fmla="*/ 115 h 153"/>
                  <a:gd name="T6" fmla="*/ 52 w 209"/>
                  <a:gd name="T7" fmla="*/ 101 h 153"/>
                  <a:gd name="T8" fmla="*/ 76 w 209"/>
                  <a:gd name="T9" fmla="*/ 85 h 153"/>
                  <a:gd name="T10" fmla="*/ 100 w 209"/>
                  <a:gd name="T11" fmla="*/ 69 h 153"/>
                  <a:gd name="T12" fmla="*/ 124 w 209"/>
                  <a:gd name="T13" fmla="*/ 52 h 153"/>
                  <a:gd name="T14" fmla="*/ 147 w 209"/>
                  <a:gd name="T15" fmla="*/ 36 h 153"/>
                  <a:gd name="T16" fmla="*/ 168 w 209"/>
                  <a:gd name="T17" fmla="*/ 18 h 153"/>
                  <a:gd name="T18" fmla="*/ 190 w 209"/>
                  <a:gd name="T19" fmla="*/ 0 h 153"/>
                  <a:gd name="T20" fmla="*/ 209 w 209"/>
                  <a:gd name="T21" fmla="*/ 17 h 153"/>
                  <a:gd name="T22" fmla="*/ 187 w 209"/>
                  <a:gd name="T23" fmla="*/ 36 h 153"/>
                  <a:gd name="T24" fmla="*/ 164 w 209"/>
                  <a:gd name="T25" fmla="*/ 55 h 153"/>
                  <a:gd name="T26" fmla="*/ 140 w 209"/>
                  <a:gd name="T27" fmla="*/ 72 h 153"/>
                  <a:gd name="T28" fmla="*/ 116 w 209"/>
                  <a:gd name="T29" fmla="*/ 89 h 153"/>
                  <a:gd name="T30" fmla="*/ 91 w 209"/>
                  <a:gd name="T31" fmla="*/ 106 h 153"/>
                  <a:gd name="T32" fmla="*/ 65 w 209"/>
                  <a:gd name="T33" fmla="*/ 122 h 153"/>
                  <a:gd name="T34" fmla="*/ 39 w 209"/>
                  <a:gd name="T35" fmla="*/ 138 h 153"/>
                  <a:gd name="T36" fmla="*/ 12 w 209"/>
                  <a:gd name="T37" fmla="*/ 153 h 153"/>
                  <a:gd name="T38" fmla="*/ 0 w 209"/>
                  <a:gd name="T39" fmla="*/ 130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53"/>
                  <a:gd name="T62" fmla="*/ 209 w 209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53">
                    <a:moveTo>
                      <a:pt x="0" y="130"/>
                    </a:moveTo>
                    <a:lnTo>
                      <a:pt x="0" y="130"/>
                    </a:lnTo>
                    <a:lnTo>
                      <a:pt x="26" y="115"/>
                    </a:lnTo>
                    <a:lnTo>
                      <a:pt x="52" y="101"/>
                    </a:lnTo>
                    <a:lnTo>
                      <a:pt x="76" y="85"/>
                    </a:lnTo>
                    <a:lnTo>
                      <a:pt x="100" y="69"/>
                    </a:lnTo>
                    <a:lnTo>
                      <a:pt x="124" y="52"/>
                    </a:lnTo>
                    <a:lnTo>
                      <a:pt x="147" y="36"/>
                    </a:lnTo>
                    <a:lnTo>
                      <a:pt x="168" y="18"/>
                    </a:lnTo>
                    <a:lnTo>
                      <a:pt x="190" y="0"/>
                    </a:lnTo>
                    <a:lnTo>
                      <a:pt x="209" y="17"/>
                    </a:lnTo>
                    <a:lnTo>
                      <a:pt x="187" y="36"/>
                    </a:lnTo>
                    <a:lnTo>
                      <a:pt x="164" y="55"/>
                    </a:lnTo>
                    <a:lnTo>
                      <a:pt x="140" y="72"/>
                    </a:lnTo>
                    <a:lnTo>
                      <a:pt x="116" y="89"/>
                    </a:lnTo>
                    <a:lnTo>
                      <a:pt x="91" y="106"/>
                    </a:lnTo>
                    <a:lnTo>
                      <a:pt x="65" y="122"/>
                    </a:lnTo>
                    <a:lnTo>
                      <a:pt x="39" y="138"/>
                    </a:lnTo>
                    <a:lnTo>
                      <a:pt x="12" y="153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8" name="Freeform 42"/>
              <p:cNvSpPr>
                <a:spLocks/>
              </p:cNvSpPr>
              <p:nvPr/>
            </p:nvSpPr>
            <p:spPr bwMode="auto">
              <a:xfrm>
                <a:off x="3458" y="3159"/>
                <a:ext cx="195" cy="106"/>
              </a:xfrm>
              <a:custGeom>
                <a:avLst/>
                <a:gdLst>
                  <a:gd name="T0" fmla="*/ 0 w 195"/>
                  <a:gd name="T1" fmla="*/ 78 h 106"/>
                  <a:gd name="T2" fmla="*/ 23 w 195"/>
                  <a:gd name="T3" fmla="*/ 69 h 106"/>
                  <a:gd name="T4" fmla="*/ 47 w 195"/>
                  <a:gd name="T5" fmla="*/ 62 h 106"/>
                  <a:gd name="T6" fmla="*/ 70 w 195"/>
                  <a:gd name="T7" fmla="*/ 52 h 106"/>
                  <a:gd name="T8" fmla="*/ 93 w 195"/>
                  <a:gd name="T9" fmla="*/ 44 h 106"/>
                  <a:gd name="T10" fmla="*/ 116 w 195"/>
                  <a:gd name="T11" fmla="*/ 34 h 106"/>
                  <a:gd name="T12" fmla="*/ 138 w 195"/>
                  <a:gd name="T13" fmla="*/ 23 h 106"/>
                  <a:gd name="T14" fmla="*/ 161 w 195"/>
                  <a:gd name="T15" fmla="*/ 13 h 106"/>
                  <a:gd name="T16" fmla="*/ 183 w 195"/>
                  <a:gd name="T17" fmla="*/ 0 h 106"/>
                  <a:gd name="T18" fmla="*/ 195 w 195"/>
                  <a:gd name="T19" fmla="*/ 24 h 106"/>
                  <a:gd name="T20" fmla="*/ 171 w 195"/>
                  <a:gd name="T21" fmla="*/ 37 h 106"/>
                  <a:gd name="T22" fmla="*/ 148 w 195"/>
                  <a:gd name="T23" fmla="*/ 48 h 106"/>
                  <a:gd name="T24" fmla="*/ 122 w 195"/>
                  <a:gd name="T25" fmla="*/ 60 h 106"/>
                  <a:gd name="T26" fmla="*/ 99 w 195"/>
                  <a:gd name="T27" fmla="*/ 69 h 106"/>
                  <a:gd name="T28" fmla="*/ 75 w 195"/>
                  <a:gd name="T29" fmla="*/ 80 h 106"/>
                  <a:gd name="T30" fmla="*/ 52 w 195"/>
                  <a:gd name="T31" fmla="*/ 89 h 106"/>
                  <a:gd name="T32" fmla="*/ 26 w 195"/>
                  <a:gd name="T33" fmla="*/ 97 h 106"/>
                  <a:gd name="T34" fmla="*/ 3 w 195"/>
                  <a:gd name="T35" fmla="*/ 106 h 106"/>
                  <a:gd name="T36" fmla="*/ 0 w 195"/>
                  <a:gd name="T37" fmla="*/ 78 h 1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06"/>
                  <a:gd name="T59" fmla="*/ 195 w 195"/>
                  <a:gd name="T60" fmla="*/ 106 h 1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06">
                    <a:moveTo>
                      <a:pt x="0" y="78"/>
                    </a:moveTo>
                    <a:lnTo>
                      <a:pt x="23" y="69"/>
                    </a:lnTo>
                    <a:lnTo>
                      <a:pt x="47" y="62"/>
                    </a:lnTo>
                    <a:lnTo>
                      <a:pt x="70" y="52"/>
                    </a:lnTo>
                    <a:lnTo>
                      <a:pt x="93" y="44"/>
                    </a:lnTo>
                    <a:lnTo>
                      <a:pt x="116" y="34"/>
                    </a:lnTo>
                    <a:lnTo>
                      <a:pt x="138" y="23"/>
                    </a:lnTo>
                    <a:lnTo>
                      <a:pt x="161" y="13"/>
                    </a:lnTo>
                    <a:lnTo>
                      <a:pt x="183" y="0"/>
                    </a:lnTo>
                    <a:lnTo>
                      <a:pt x="195" y="24"/>
                    </a:lnTo>
                    <a:lnTo>
                      <a:pt x="171" y="37"/>
                    </a:lnTo>
                    <a:lnTo>
                      <a:pt x="148" y="48"/>
                    </a:lnTo>
                    <a:lnTo>
                      <a:pt x="122" y="60"/>
                    </a:lnTo>
                    <a:lnTo>
                      <a:pt x="99" y="69"/>
                    </a:lnTo>
                    <a:lnTo>
                      <a:pt x="75" y="80"/>
                    </a:lnTo>
                    <a:lnTo>
                      <a:pt x="52" y="89"/>
                    </a:lnTo>
                    <a:lnTo>
                      <a:pt x="26" y="97"/>
                    </a:lnTo>
                    <a:lnTo>
                      <a:pt x="3" y="106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39" name="Freeform 43"/>
              <p:cNvSpPr>
                <a:spLocks/>
              </p:cNvSpPr>
              <p:nvPr/>
            </p:nvSpPr>
            <p:spPr bwMode="auto">
              <a:xfrm>
                <a:off x="3439" y="3235"/>
                <a:ext cx="20" cy="34"/>
              </a:xfrm>
              <a:custGeom>
                <a:avLst/>
                <a:gdLst>
                  <a:gd name="T0" fmla="*/ 20 w 20"/>
                  <a:gd name="T1" fmla="*/ 29 h 34"/>
                  <a:gd name="T2" fmla="*/ 2 w 20"/>
                  <a:gd name="T3" fmla="*/ 34 h 34"/>
                  <a:gd name="T4" fmla="*/ 0 w 20"/>
                  <a:gd name="T5" fmla="*/ 5 h 34"/>
                  <a:gd name="T6" fmla="*/ 18 w 20"/>
                  <a:gd name="T7" fmla="*/ 0 h 34"/>
                  <a:gd name="T8" fmla="*/ 20 w 20"/>
                  <a:gd name="T9" fmla="*/ 2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20" y="29"/>
                    </a:moveTo>
                    <a:lnTo>
                      <a:pt x="2" y="34"/>
                    </a:lnTo>
                    <a:lnTo>
                      <a:pt x="0" y="5"/>
                    </a:lnTo>
                    <a:lnTo>
                      <a:pt x="18" y="0"/>
                    </a:lnTo>
                    <a:lnTo>
                      <a:pt x="20" y="2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0" name="Freeform 44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1" name="Freeform 45"/>
              <p:cNvSpPr>
                <a:spLocks/>
              </p:cNvSpPr>
              <p:nvPr/>
            </p:nvSpPr>
            <p:spPr bwMode="auto">
              <a:xfrm>
                <a:off x="3764" y="2956"/>
                <a:ext cx="174" cy="96"/>
              </a:xfrm>
              <a:custGeom>
                <a:avLst/>
                <a:gdLst>
                  <a:gd name="T0" fmla="*/ 146 w 174"/>
                  <a:gd name="T1" fmla="*/ 16 h 96"/>
                  <a:gd name="T2" fmla="*/ 156 w 174"/>
                  <a:gd name="T3" fmla="*/ 27 h 96"/>
                  <a:gd name="T4" fmla="*/ 5 w 174"/>
                  <a:gd name="T5" fmla="*/ 96 h 96"/>
                  <a:gd name="T6" fmla="*/ 0 w 174"/>
                  <a:gd name="T7" fmla="*/ 83 h 96"/>
                  <a:gd name="T8" fmla="*/ 151 w 174"/>
                  <a:gd name="T9" fmla="*/ 11 h 96"/>
                  <a:gd name="T10" fmla="*/ 161 w 174"/>
                  <a:gd name="T11" fmla="*/ 20 h 96"/>
                  <a:gd name="T12" fmla="*/ 151 w 174"/>
                  <a:gd name="T13" fmla="*/ 11 h 96"/>
                  <a:gd name="T14" fmla="*/ 174 w 174"/>
                  <a:gd name="T15" fmla="*/ 0 h 96"/>
                  <a:gd name="T16" fmla="*/ 161 w 174"/>
                  <a:gd name="T17" fmla="*/ 20 h 96"/>
                  <a:gd name="T18" fmla="*/ 146 w 174"/>
                  <a:gd name="T19" fmla="*/ 16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6"/>
                  <a:gd name="T32" fmla="*/ 174 w 174"/>
                  <a:gd name="T33" fmla="*/ 96 h 9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6">
                    <a:moveTo>
                      <a:pt x="146" y="16"/>
                    </a:moveTo>
                    <a:lnTo>
                      <a:pt x="156" y="27"/>
                    </a:lnTo>
                    <a:lnTo>
                      <a:pt x="5" y="96"/>
                    </a:lnTo>
                    <a:lnTo>
                      <a:pt x="0" y="83"/>
                    </a:lnTo>
                    <a:lnTo>
                      <a:pt x="151" y="11"/>
                    </a:lnTo>
                    <a:lnTo>
                      <a:pt x="161" y="20"/>
                    </a:lnTo>
                    <a:lnTo>
                      <a:pt x="151" y="11"/>
                    </a:lnTo>
                    <a:lnTo>
                      <a:pt x="174" y="0"/>
                    </a:lnTo>
                    <a:lnTo>
                      <a:pt x="161" y="20"/>
                    </a:lnTo>
                    <a:lnTo>
                      <a:pt x="146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2" name="Freeform 46"/>
              <p:cNvSpPr>
                <a:spLocks/>
              </p:cNvSpPr>
              <p:nvPr/>
            </p:nvSpPr>
            <p:spPr bwMode="auto">
              <a:xfrm>
                <a:off x="3831" y="2971"/>
                <a:ext cx="94" cy="146"/>
              </a:xfrm>
              <a:custGeom>
                <a:avLst/>
                <a:gdLst>
                  <a:gd name="T0" fmla="*/ 16 w 94"/>
                  <a:gd name="T1" fmla="*/ 126 h 146"/>
                  <a:gd name="T2" fmla="*/ 0 w 94"/>
                  <a:gd name="T3" fmla="*/ 130 h 146"/>
                  <a:gd name="T4" fmla="*/ 78 w 94"/>
                  <a:gd name="T5" fmla="*/ 0 h 146"/>
                  <a:gd name="T6" fmla="*/ 94 w 94"/>
                  <a:gd name="T7" fmla="*/ 4 h 146"/>
                  <a:gd name="T8" fmla="*/ 16 w 94"/>
                  <a:gd name="T9" fmla="*/ 133 h 146"/>
                  <a:gd name="T10" fmla="*/ 0 w 94"/>
                  <a:gd name="T11" fmla="*/ 140 h 146"/>
                  <a:gd name="T12" fmla="*/ 16 w 94"/>
                  <a:gd name="T13" fmla="*/ 133 h 146"/>
                  <a:gd name="T14" fmla="*/ 9 w 94"/>
                  <a:gd name="T15" fmla="*/ 146 h 146"/>
                  <a:gd name="T16" fmla="*/ 0 w 94"/>
                  <a:gd name="T17" fmla="*/ 140 h 146"/>
                  <a:gd name="T18" fmla="*/ 16 w 94"/>
                  <a:gd name="T19" fmla="*/ 12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146"/>
                  <a:gd name="T32" fmla="*/ 94 w 94"/>
                  <a:gd name="T33" fmla="*/ 146 h 1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146">
                    <a:moveTo>
                      <a:pt x="16" y="126"/>
                    </a:moveTo>
                    <a:lnTo>
                      <a:pt x="0" y="130"/>
                    </a:lnTo>
                    <a:lnTo>
                      <a:pt x="78" y="0"/>
                    </a:lnTo>
                    <a:lnTo>
                      <a:pt x="94" y="4"/>
                    </a:lnTo>
                    <a:lnTo>
                      <a:pt x="16" y="133"/>
                    </a:lnTo>
                    <a:lnTo>
                      <a:pt x="0" y="140"/>
                    </a:lnTo>
                    <a:lnTo>
                      <a:pt x="16" y="133"/>
                    </a:lnTo>
                    <a:lnTo>
                      <a:pt x="9" y="146"/>
                    </a:lnTo>
                    <a:lnTo>
                      <a:pt x="0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3" name="Freeform 47"/>
              <p:cNvSpPr>
                <a:spLocks/>
              </p:cNvSpPr>
              <p:nvPr/>
            </p:nvSpPr>
            <p:spPr bwMode="auto">
              <a:xfrm>
                <a:off x="3749" y="3036"/>
                <a:ext cx="94" cy="74"/>
              </a:xfrm>
              <a:custGeom>
                <a:avLst/>
                <a:gdLst>
                  <a:gd name="T0" fmla="*/ 19 w 94"/>
                  <a:gd name="T1" fmla="*/ 15 h 74"/>
                  <a:gd name="T2" fmla="*/ 24 w 94"/>
                  <a:gd name="T3" fmla="*/ 0 h 74"/>
                  <a:gd name="T4" fmla="*/ 94 w 94"/>
                  <a:gd name="T5" fmla="*/ 60 h 74"/>
                  <a:gd name="T6" fmla="*/ 78 w 94"/>
                  <a:gd name="T7" fmla="*/ 74 h 74"/>
                  <a:gd name="T8" fmla="*/ 9 w 94"/>
                  <a:gd name="T9" fmla="*/ 14 h 74"/>
                  <a:gd name="T10" fmla="*/ 14 w 94"/>
                  <a:gd name="T11" fmla="*/ 0 h 74"/>
                  <a:gd name="T12" fmla="*/ 9 w 94"/>
                  <a:gd name="T13" fmla="*/ 14 h 74"/>
                  <a:gd name="T14" fmla="*/ 0 w 94"/>
                  <a:gd name="T15" fmla="*/ 6 h 74"/>
                  <a:gd name="T16" fmla="*/ 14 w 94"/>
                  <a:gd name="T17" fmla="*/ 0 h 74"/>
                  <a:gd name="T18" fmla="*/ 19 w 94"/>
                  <a:gd name="T19" fmla="*/ 15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74"/>
                  <a:gd name="T32" fmla="*/ 94 w 94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74">
                    <a:moveTo>
                      <a:pt x="19" y="15"/>
                    </a:moveTo>
                    <a:lnTo>
                      <a:pt x="24" y="0"/>
                    </a:lnTo>
                    <a:lnTo>
                      <a:pt x="94" y="60"/>
                    </a:lnTo>
                    <a:lnTo>
                      <a:pt x="78" y="74"/>
                    </a:lnTo>
                    <a:lnTo>
                      <a:pt x="9" y="14"/>
                    </a:lnTo>
                    <a:lnTo>
                      <a:pt x="14" y="0"/>
                    </a:lnTo>
                    <a:lnTo>
                      <a:pt x="9" y="14"/>
                    </a:lnTo>
                    <a:lnTo>
                      <a:pt x="0" y="6"/>
                    </a:lnTo>
                    <a:lnTo>
                      <a:pt x="14" y="0"/>
                    </a:lnTo>
                    <a:lnTo>
                      <a:pt x="19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4" name="Freeform 48"/>
              <p:cNvSpPr>
                <a:spLocks/>
              </p:cNvSpPr>
              <p:nvPr/>
            </p:nvSpPr>
            <p:spPr bwMode="auto">
              <a:xfrm>
                <a:off x="3862" y="2989"/>
                <a:ext cx="42" cy="34"/>
              </a:xfrm>
              <a:custGeom>
                <a:avLst/>
                <a:gdLst>
                  <a:gd name="T0" fmla="*/ 0 w 42"/>
                  <a:gd name="T1" fmla="*/ 15 h 34"/>
                  <a:gd name="T2" fmla="*/ 16 w 42"/>
                  <a:gd name="T3" fmla="*/ 0 h 34"/>
                  <a:gd name="T4" fmla="*/ 42 w 42"/>
                  <a:gd name="T5" fmla="*/ 19 h 34"/>
                  <a:gd name="T6" fmla="*/ 26 w 42"/>
                  <a:gd name="T7" fmla="*/ 34 h 34"/>
                  <a:gd name="T8" fmla="*/ 0 w 42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4"/>
                  <a:gd name="T17" fmla="*/ 42 w 4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4">
                    <a:moveTo>
                      <a:pt x="0" y="15"/>
                    </a:moveTo>
                    <a:lnTo>
                      <a:pt x="16" y="0"/>
                    </a:lnTo>
                    <a:lnTo>
                      <a:pt x="42" y="19"/>
                    </a:lnTo>
                    <a:lnTo>
                      <a:pt x="26" y="3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5" name="Freeform 49"/>
              <p:cNvSpPr>
                <a:spLocks/>
              </p:cNvSpPr>
              <p:nvPr/>
            </p:nvSpPr>
            <p:spPr bwMode="auto">
              <a:xfrm>
                <a:off x="3680" y="3004"/>
                <a:ext cx="209" cy="166"/>
              </a:xfrm>
              <a:custGeom>
                <a:avLst/>
                <a:gdLst>
                  <a:gd name="T0" fmla="*/ 0 w 209"/>
                  <a:gd name="T1" fmla="*/ 138 h 166"/>
                  <a:gd name="T2" fmla="*/ 0 w 209"/>
                  <a:gd name="T3" fmla="*/ 138 h 166"/>
                  <a:gd name="T4" fmla="*/ 24 w 209"/>
                  <a:gd name="T5" fmla="*/ 122 h 166"/>
                  <a:gd name="T6" fmla="*/ 49 w 209"/>
                  <a:gd name="T7" fmla="*/ 106 h 166"/>
                  <a:gd name="T8" fmla="*/ 73 w 209"/>
                  <a:gd name="T9" fmla="*/ 90 h 166"/>
                  <a:gd name="T10" fmla="*/ 97 w 209"/>
                  <a:gd name="T11" fmla="*/ 73 h 166"/>
                  <a:gd name="T12" fmla="*/ 119 w 209"/>
                  <a:gd name="T13" fmla="*/ 57 h 166"/>
                  <a:gd name="T14" fmla="*/ 141 w 209"/>
                  <a:gd name="T15" fmla="*/ 38 h 166"/>
                  <a:gd name="T16" fmla="*/ 162 w 209"/>
                  <a:gd name="T17" fmla="*/ 19 h 166"/>
                  <a:gd name="T18" fmla="*/ 183 w 209"/>
                  <a:gd name="T19" fmla="*/ 0 h 166"/>
                  <a:gd name="T20" fmla="*/ 209 w 209"/>
                  <a:gd name="T21" fmla="*/ 20 h 166"/>
                  <a:gd name="T22" fmla="*/ 188 w 209"/>
                  <a:gd name="T23" fmla="*/ 39 h 166"/>
                  <a:gd name="T24" fmla="*/ 165 w 209"/>
                  <a:gd name="T25" fmla="*/ 60 h 166"/>
                  <a:gd name="T26" fmla="*/ 141 w 209"/>
                  <a:gd name="T27" fmla="*/ 79 h 166"/>
                  <a:gd name="T28" fmla="*/ 117 w 209"/>
                  <a:gd name="T29" fmla="*/ 97 h 166"/>
                  <a:gd name="T30" fmla="*/ 93 w 209"/>
                  <a:gd name="T31" fmla="*/ 114 h 166"/>
                  <a:gd name="T32" fmla="*/ 68 w 209"/>
                  <a:gd name="T33" fmla="*/ 132 h 166"/>
                  <a:gd name="T34" fmla="*/ 42 w 209"/>
                  <a:gd name="T35" fmla="*/ 148 h 166"/>
                  <a:gd name="T36" fmla="*/ 15 w 209"/>
                  <a:gd name="T37" fmla="*/ 166 h 166"/>
                  <a:gd name="T38" fmla="*/ 0 w 209"/>
                  <a:gd name="T39" fmla="*/ 138 h 1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66"/>
                  <a:gd name="T62" fmla="*/ 209 w 209"/>
                  <a:gd name="T63" fmla="*/ 166 h 16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2"/>
                    </a:lnTo>
                    <a:lnTo>
                      <a:pt x="49" y="106"/>
                    </a:lnTo>
                    <a:lnTo>
                      <a:pt x="73" y="90"/>
                    </a:lnTo>
                    <a:lnTo>
                      <a:pt x="97" y="73"/>
                    </a:lnTo>
                    <a:lnTo>
                      <a:pt x="119" y="57"/>
                    </a:lnTo>
                    <a:lnTo>
                      <a:pt x="141" y="38"/>
                    </a:lnTo>
                    <a:lnTo>
                      <a:pt x="162" y="19"/>
                    </a:lnTo>
                    <a:lnTo>
                      <a:pt x="183" y="0"/>
                    </a:lnTo>
                    <a:lnTo>
                      <a:pt x="209" y="20"/>
                    </a:lnTo>
                    <a:lnTo>
                      <a:pt x="188" y="39"/>
                    </a:lnTo>
                    <a:lnTo>
                      <a:pt x="165" y="60"/>
                    </a:lnTo>
                    <a:lnTo>
                      <a:pt x="141" y="79"/>
                    </a:lnTo>
                    <a:lnTo>
                      <a:pt x="117" y="97"/>
                    </a:lnTo>
                    <a:lnTo>
                      <a:pt x="93" y="114"/>
                    </a:lnTo>
                    <a:lnTo>
                      <a:pt x="68" y="132"/>
                    </a:lnTo>
                    <a:lnTo>
                      <a:pt x="42" y="148"/>
                    </a:lnTo>
                    <a:lnTo>
                      <a:pt x="15" y="166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6" name="Freeform 50"/>
              <p:cNvSpPr>
                <a:spLocks/>
              </p:cNvSpPr>
              <p:nvPr/>
            </p:nvSpPr>
            <p:spPr bwMode="auto">
              <a:xfrm>
                <a:off x="3495" y="3137"/>
                <a:ext cx="195" cy="117"/>
              </a:xfrm>
              <a:custGeom>
                <a:avLst/>
                <a:gdLst>
                  <a:gd name="T0" fmla="*/ 0 w 195"/>
                  <a:gd name="T1" fmla="*/ 84 h 117"/>
                  <a:gd name="T2" fmla="*/ 22 w 195"/>
                  <a:gd name="T3" fmla="*/ 76 h 117"/>
                  <a:gd name="T4" fmla="*/ 45 w 195"/>
                  <a:gd name="T5" fmla="*/ 67 h 117"/>
                  <a:gd name="T6" fmla="*/ 68 w 195"/>
                  <a:gd name="T7" fmla="*/ 58 h 117"/>
                  <a:gd name="T8" fmla="*/ 91 w 195"/>
                  <a:gd name="T9" fmla="*/ 47 h 117"/>
                  <a:gd name="T10" fmla="*/ 113 w 195"/>
                  <a:gd name="T11" fmla="*/ 37 h 117"/>
                  <a:gd name="T12" fmla="*/ 135 w 195"/>
                  <a:gd name="T13" fmla="*/ 25 h 117"/>
                  <a:gd name="T14" fmla="*/ 157 w 195"/>
                  <a:gd name="T15" fmla="*/ 13 h 117"/>
                  <a:gd name="T16" fmla="*/ 179 w 195"/>
                  <a:gd name="T17" fmla="*/ 0 h 117"/>
                  <a:gd name="T18" fmla="*/ 195 w 195"/>
                  <a:gd name="T19" fmla="*/ 28 h 117"/>
                  <a:gd name="T20" fmla="*/ 172 w 195"/>
                  <a:gd name="T21" fmla="*/ 42 h 117"/>
                  <a:gd name="T22" fmla="*/ 148 w 195"/>
                  <a:gd name="T23" fmla="*/ 54 h 117"/>
                  <a:gd name="T24" fmla="*/ 125 w 195"/>
                  <a:gd name="T25" fmla="*/ 67 h 117"/>
                  <a:gd name="T26" fmla="*/ 100 w 195"/>
                  <a:gd name="T27" fmla="*/ 80 h 117"/>
                  <a:gd name="T28" fmla="*/ 77 w 195"/>
                  <a:gd name="T29" fmla="*/ 89 h 117"/>
                  <a:gd name="T30" fmla="*/ 52 w 195"/>
                  <a:gd name="T31" fmla="*/ 100 h 117"/>
                  <a:gd name="T32" fmla="*/ 27 w 195"/>
                  <a:gd name="T33" fmla="*/ 108 h 117"/>
                  <a:gd name="T34" fmla="*/ 4 w 195"/>
                  <a:gd name="T35" fmla="*/ 117 h 117"/>
                  <a:gd name="T36" fmla="*/ 0 w 195"/>
                  <a:gd name="T37" fmla="*/ 84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17"/>
                  <a:gd name="T59" fmla="*/ 195 w 195"/>
                  <a:gd name="T60" fmla="*/ 117 h 11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17">
                    <a:moveTo>
                      <a:pt x="0" y="84"/>
                    </a:moveTo>
                    <a:lnTo>
                      <a:pt x="22" y="76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5" y="25"/>
                    </a:lnTo>
                    <a:lnTo>
                      <a:pt x="157" y="13"/>
                    </a:lnTo>
                    <a:lnTo>
                      <a:pt x="179" y="0"/>
                    </a:lnTo>
                    <a:lnTo>
                      <a:pt x="195" y="28"/>
                    </a:lnTo>
                    <a:lnTo>
                      <a:pt x="172" y="42"/>
                    </a:lnTo>
                    <a:lnTo>
                      <a:pt x="148" y="54"/>
                    </a:lnTo>
                    <a:lnTo>
                      <a:pt x="125" y="67"/>
                    </a:lnTo>
                    <a:lnTo>
                      <a:pt x="100" y="80"/>
                    </a:lnTo>
                    <a:lnTo>
                      <a:pt x="77" y="89"/>
                    </a:lnTo>
                    <a:lnTo>
                      <a:pt x="52" y="100"/>
                    </a:lnTo>
                    <a:lnTo>
                      <a:pt x="27" y="108"/>
                    </a:lnTo>
                    <a:lnTo>
                      <a:pt x="4" y="11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7" name="Freeform 51"/>
              <p:cNvSpPr>
                <a:spLocks/>
              </p:cNvSpPr>
              <p:nvPr/>
            </p:nvSpPr>
            <p:spPr bwMode="auto">
              <a:xfrm>
                <a:off x="3472" y="3221"/>
                <a:ext cx="25" cy="40"/>
              </a:xfrm>
              <a:custGeom>
                <a:avLst/>
                <a:gdLst>
                  <a:gd name="T0" fmla="*/ 25 w 25"/>
                  <a:gd name="T1" fmla="*/ 34 h 40"/>
                  <a:gd name="T2" fmla="*/ 5 w 25"/>
                  <a:gd name="T3" fmla="*/ 40 h 40"/>
                  <a:gd name="T4" fmla="*/ 0 w 25"/>
                  <a:gd name="T5" fmla="*/ 6 h 40"/>
                  <a:gd name="T6" fmla="*/ 21 w 25"/>
                  <a:gd name="T7" fmla="*/ 0 h 40"/>
                  <a:gd name="T8" fmla="*/ 25 w 25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25" y="34"/>
                    </a:moveTo>
                    <a:lnTo>
                      <a:pt x="5" y="40"/>
                    </a:lnTo>
                    <a:lnTo>
                      <a:pt x="0" y="6"/>
                    </a:lnTo>
                    <a:lnTo>
                      <a:pt x="21" y="0"/>
                    </a:lnTo>
                    <a:lnTo>
                      <a:pt x="25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8" name="Freeform 52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49" name="Freeform 53"/>
              <p:cNvSpPr>
                <a:spLocks/>
              </p:cNvSpPr>
              <p:nvPr/>
            </p:nvSpPr>
            <p:spPr bwMode="auto">
              <a:xfrm>
                <a:off x="3766" y="2964"/>
                <a:ext cx="165" cy="85"/>
              </a:xfrm>
              <a:custGeom>
                <a:avLst/>
                <a:gdLst>
                  <a:gd name="T0" fmla="*/ 148 w 165"/>
                  <a:gd name="T1" fmla="*/ 11 h 85"/>
                  <a:gd name="T2" fmla="*/ 153 w 165"/>
                  <a:gd name="T3" fmla="*/ 15 h 85"/>
                  <a:gd name="T4" fmla="*/ 3 w 165"/>
                  <a:gd name="T5" fmla="*/ 85 h 85"/>
                  <a:gd name="T6" fmla="*/ 0 w 165"/>
                  <a:gd name="T7" fmla="*/ 77 h 85"/>
                  <a:gd name="T8" fmla="*/ 151 w 165"/>
                  <a:gd name="T9" fmla="*/ 7 h 85"/>
                  <a:gd name="T10" fmla="*/ 156 w 165"/>
                  <a:gd name="T11" fmla="*/ 13 h 85"/>
                  <a:gd name="T12" fmla="*/ 151 w 165"/>
                  <a:gd name="T13" fmla="*/ 7 h 85"/>
                  <a:gd name="T14" fmla="*/ 165 w 165"/>
                  <a:gd name="T15" fmla="*/ 0 h 85"/>
                  <a:gd name="T16" fmla="*/ 156 w 165"/>
                  <a:gd name="T17" fmla="*/ 13 h 85"/>
                  <a:gd name="T18" fmla="*/ 148 w 165"/>
                  <a:gd name="T19" fmla="*/ 1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85"/>
                  <a:gd name="T32" fmla="*/ 165 w 165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85">
                    <a:moveTo>
                      <a:pt x="148" y="11"/>
                    </a:moveTo>
                    <a:lnTo>
                      <a:pt x="153" y="15"/>
                    </a:lnTo>
                    <a:lnTo>
                      <a:pt x="3" y="85"/>
                    </a:lnTo>
                    <a:lnTo>
                      <a:pt x="0" y="77"/>
                    </a:lnTo>
                    <a:lnTo>
                      <a:pt x="151" y="7"/>
                    </a:lnTo>
                    <a:lnTo>
                      <a:pt x="156" y="13"/>
                    </a:lnTo>
                    <a:lnTo>
                      <a:pt x="151" y="7"/>
                    </a:lnTo>
                    <a:lnTo>
                      <a:pt x="165" y="0"/>
                    </a:lnTo>
                    <a:lnTo>
                      <a:pt x="156" y="13"/>
                    </a:lnTo>
                    <a:lnTo>
                      <a:pt x="148" y="11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0" name="Freeform 54"/>
              <p:cNvSpPr>
                <a:spLocks/>
              </p:cNvSpPr>
              <p:nvPr/>
            </p:nvSpPr>
            <p:spPr bwMode="auto">
              <a:xfrm>
                <a:off x="3833" y="2973"/>
                <a:ext cx="88" cy="140"/>
              </a:xfrm>
              <a:custGeom>
                <a:avLst/>
                <a:gdLst>
                  <a:gd name="T0" fmla="*/ 11 w 88"/>
                  <a:gd name="T1" fmla="*/ 127 h 140"/>
                  <a:gd name="T2" fmla="*/ 0 w 88"/>
                  <a:gd name="T3" fmla="*/ 131 h 140"/>
                  <a:gd name="T4" fmla="*/ 78 w 88"/>
                  <a:gd name="T5" fmla="*/ 0 h 140"/>
                  <a:gd name="T6" fmla="*/ 88 w 88"/>
                  <a:gd name="T7" fmla="*/ 2 h 140"/>
                  <a:gd name="T8" fmla="*/ 9 w 88"/>
                  <a:gd name="T9" fmla="*/ 134 h 140"/>
                  <a:gd name="T10" fmla="*/ 0 w 88"/>
                  <a:gd name="T11" fmla="*/ 136 h 140"/>
                  <a:gd name="T12" fmla="*/ 9 w 88"/>
                  <a:gd name="T13" fmla="*/ 134 h 140"/>
                  <a:gd name="T14" fmla="*/ 5 w 88"/>
                  <a:gd name="T15" fmla="*/ 140 h 140"/>
                  <a:gd name="T16" fmla="*/ 0 w 88"/>
                  <a:gd name="T17" fmla="*/ 136 h 140"/>
                  <a:gd name="T18" fmla="*/ 11 w 88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140"/>
                  <a:gd name="T32" fmla="*/ 88 w 88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140">
                    <a:moveTo>
                      <a:pt x="11" y="127"/>
                    </a:moveTo>
                    <a:lnTo>
                      <a:pt x="0" y="131"/>
                    </a:lnTo>
                    <a:lnTo>
                      <a:pt x="78" y="0"/>
                    </a:lnTo>
                    <a:lnTo>
                      <a:pt x="88" y="2"/>
                    </a:lnTo>
                    <a:lnTo>
                      <a:pt x="9" y="134"/>
                    </a:lnTo>
                    <a:lnTo>
                      <a:pt x="0" y="136"/>
                    </a:lnTo>
                    <a:lnTo>
                      <a:pt x="9" y="134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11" y="1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1" name="Freeform 55"/>
              <p:cNvSpPr>
                <a:spLocks/>
              </p:cNvSpPr>
              <p:nvPr/>
            </p:nvSpPr>
            <p:spPr bwMode="auto">
              <a:xfrm>
                <a:off x="3754" y="3039"/>
                <a:ext cx="86" cy="68"/>
              </a:xfrm>
              <a:custGeom>
                <a:avLst/>
                <a:gdLst>
                  <a:gd name="T0" fmla="*/ 12 w 86"/>
                  <a:gd name="T1" fmla="*/ 9 h 68"/>
                  <a:gd name="T2" fmla="*/ 15 w 86"/>
                  <a:gd name="T3" fmla="*/ 0 h 68"/>
                  <a:gd name="T4" fmla="*/ 86 w 86"/>
                  <a:gd name="T5" fmla="*/ 59 h 68"/>
                  <a:gd name="T6" fmla="*/ 77 w 86"/>
                  <a:gd name="T7" fmla="*/ 68 h 68"/>
                  <a:gd name="T8" fmla="*/ 5 w 86"/>
                  <a:gd name="T9" fmla="*/ 8 h 68"/>
                  <a:gd name="T10" fmla="*/ 10 w 86"/>
                  <a:gd name="T11" fmla="*/ 0 h 68"/>
                  <a:gd name="T12" fmla="*/ 5 w 86"/>
                  <a:gd name="T13" fmla="*/ 8 h 68"/>
                  <a:gd name="T14" fmla="*/ 0 w 86"/>
                  <a:gd name="T15" fmla="*/ 4 h 68"/>
                  <a:gd name="T16" fmla="*/ 10 w 86"/>
                  <a:gd name="T17" fmla="*/ 0 h 68"/>
                  <a:gd name="T18" fmla="*/ 12 w 86"/>
                  <a:gd name="T19" fmla="*/ 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8"/>
                  <a:gd name="T32" fmla="*/ 86 w 86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8">
                    <a:moveTo>
                      <a:pt x="12" y="9"/>
                    </a:moveTo>
                    <a:lnTo>
                      <a:pt x="15" y="0"/>
                    </a:lnTo>
                    <a:lnTo>
                      <a:pt x="86" y="59"/>
                    </a:lnTo>
                    <a:lnTo>
                      <a:pt x="77" y="68"/>
                    </a:lnTo>
                    <a:lnTo>
                      <a:pt x="5" y="8"/>
                    </a:lnTo>
                    <a:lnTo>
                      <a:pt x="10" y="0"/>
                    </a:lnTo>
                    <a:lnTo>
                      <a:pt x="5" y="8"/>
                    </a:lnTo>
                    <a:lnTo>
                      <a:pt x="0" y="4"/>
                    </a:lnTo>
                    <a:lnTo>
                      <a:pt x="10" y="0"/>
                    </a:ln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2" name="Freeform 56"/>
              <p:cNvSpPr>
                <a:spLocks/>
              </p:cNvSpPr>
              <p:nvPr/>
            </p:nvSpPr>
            <p:spPr bwMode="auto">
              <a:xfrm>
                <a:off x="3856" y="3003"/>
                <a:ext cx="35" cy="28"/>
              </a:xfrm>
              <a:custGeom>
                <a:avLst/>
                <a:gdLst>
                  <a:gd name="T0" fmla="*/ 0 w 35"/>
                  <a:gd name="T1" fmla="*/ 12 h 28"/>
                  <a:gd name="T2" fmla="*/ 14 w 35"/>
                  <a:gd name="T3" fmla="*/ 0 h 28"/>
                  <a:gd name="T4" fmla="*/ 35 w 35"/>
                  <a:gd name="T5" fmla="*/ 16 h 28"/>
                  <a:gd name="T6" fmla="*/ 21 w 35"/>
                  <a:gd name="T7" fmla="*/ 28 h 28"/>
                  <a:gd name="T8" fmla="*/ 0 w 35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0" y="12"/>
                    </a:moveTo>
                    <a:lnTo>
                      <a:pt x="14" y="0"/>
                    </a:lnTo>
                    <a:lnTo>
                      <a:pt x="35" y="16"/>
                    </a:lnTo>
                    <a:lnTo>
                      <a:pt x="21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3" name="Freeform 57"/>
              <p:cNvSpPr>
                <a:spLocks/>
              </p:cNvSpPr>
              <p:nvPr/>
            </p:nvSpPr>
            <p:spPr bwMode="auto">
              <a:xfrm>
                <a:off x="3669" y="3015"/>
                <a:ext cx="206" cy="160"/>
              </a:xfrm>
              <a:custGeom>
                <a:avLst/>
                <a:gdLst>
                  <a:gd name="T0" fmla="*/ 0 w 206"/>
                  <a:gd name="T1" fmla="*/ 137 h 160"/>
                  <a:gd name="T2" fmla="*/ 0 w 206"/>
                  <a:gd name="T3" fmla="*/ 137 h 160"/>
                  <a:gd name="T4" fmla="*/ 26 w 206"/>
                  <a:gd name="T5" fmla="*/ 121 h 160"/>
                  <a:gd name="T6" fmla="*/ 51 w 206"/>
                  <a:gd name="T7" fmla="*/ 105 h 160"/>
                  <a:gd name="T8" fmla="*/ 75 w 206"/>
                  <a:gd name="T9" fmla="*/ 89 h 160"/>
                  <a:gd name="T10" fmla="*/ 98 w 206"/>
                  <a:gd name="T11" fmla="*/ 72 h 160"/>
                  <a:gd name="T12" fmla="*/ 121 w 206"/>
                  <a:gd name="T13" fmla="*/ 55 h 160"/>
                  <a:gd name="T14" fmla="*/ 143 w 206"/>
                  <a:gd name="T15" fmla="*/ 37 h 160"/>
                  <a:gd name="T16" fmla="*/ 164 w 206"/>
                  <a:gd name="T17" fmla="*/ 18 h 160"/>
                  <a:gd name="T18" fmla="*/ 184 w 206"/>
                  <a:gd name="T19" fmla="*/ 0 h 160"/>
                  <a:gd name="T20" fmla="*/ 206 w 206"/>
                  <a:gd name="T21" fmla="*/ 16 h 160"/>
                  <a:gd name="T22" fmla="*/ 184 w 206"/>
                  <a:gd name="T23" fmla="*/ 36 h 160"/>
                  <a:gd name="T24" fmla="*/ 162 w 206"/>
                  <a:gd name="T25" fmla="*/ 55 h 160"/>
                  <a:gd name="T26" fmla="*/ 140 w 206"/>
                  <a:gd name="T27" fmla="*/ 74 h 160"/>
                  <a:gd name="T28" fmla="*/ 114 w 206"/>
                  <a:gd name="T29" fmla="*/ 92 h 160"/>
                  <a:gd name="T30" fmla="*/ 91 w 206"/>
                  <a:gd name="T31" fmla="*/ 111 h 160"/>
                  <a:gd name="T32" fmla="*/ 66 w 206"/>
                  <a:gd name="T33" fmla="*/ 127 h 160"/>
                  <a:gd name="T34" fmla="*/ 40 w 206"/>
                  <a:gd name="T35" fmla="*/ 144 h 160"/>
                  <a:gd name="T36" fmla="*/ 14 w 206"/>
                  <a:gd name="T37" fmla="*/ 160 h 160"/>
                  <a:gd name="T38" fmla="*/ 0 w 206"/>
                  <a:gd name="T39" fmla="*/ 137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6"/>
                  <a:gd name="T61" fmla="*/ 0 h 160"/>
                  <a:gd name="T62" fmla="*/ 206 w 206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6" h="160">
                    <a:moveTo>
                      <a:pt x="0" y="137"/>
                    </a:moveTo>
                    <a:lnTo>
                      <a:pt x="0" y="137"/>
                    </a:lnTo>
                    <a:lnTo>
                      <a:pt x="26" y="121"/>
                    </a:lnTo>
                    <a:lnTo>
                      <a:pt x="51" y="105"/>
                    </a:lnTo>
                    <a:lnTo>
                      <a:pt x="75" y="89"/>
                    </a:lnTo>
                    <a:lnTo>
                      <a:pt x="98" y="72"/>
                    </a:lnTo>
                    <a:lnTo>
                      <a:pt x="121" y="55"/>
                    </a:lnTo>
                    <a:lnTo>
                      <a:pt x="143" y="37"/>
                    </a:lnTo>
                    <a:lnTo>
                      <a:pt x="164" y="18"/>
                    </a:lnTo>
                    <a:lnTo>
                      <a:pt x="184" y="0"/>
                    </a:lnTo>
                    <a:lnTo>
                      <a:pt x="206" y="16"/>
                    </a:lnTo>
                    <a:lnTo>
                      <a:pt x="184" y="36"/>
                    </a:lnTo>
                    <a:lnTo>
                      <a:pt x="162" y="55"/>
                    </a:lnTo>
                    <a:lnTo>
                      <a:pt x="140" y="74"/>
                    </a:lnTo>
                    <a:lnTo>
                      <a:pt x="114" y="92"/>
                    </a:lnTo>
                    <a:lnTo>
                      <a:pt x="91" y="111"/>
                    </a:lnTo>
                    <a:lnTo>
                      <a:pt x="66" y="127"/>
                    </a:lnTo>
                    <a:lnTo>
                      <a:pt x="40" y="144"/>
                    </a:lnTo>
                    <a:lnTo>
                      <a:pt x="14" y="16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4" name="Freeform 58"/>
              <p:cNvSpPr>
                <a:spLocks/>
              </p:cNvSpPr>
              <p:nvPr/>
            </p:nvSpPr>
            <p:spPr bwMode="auto">
              <a:xfrm>
                <a:off x="3484" y="3151"/>
                <a:ext cx="193" cy="111"/>
              </a:xfrm>
              <a:custGeom>
                <a:avLst/>
                <a:gdLst>
                  <a:gd name="T0" fmla="*/ 0 w 193"/>
                  <a:gd name="T1" fmla="*/ 84 h 111"/>
                  <a:gd name="T2" fmla="*/ 22 w 193"/>
                  <a:gd name="T3" fmla="*/ 75 h 111"/>
                  <a:gd name="T4" fmla="*/ 45 w 193"/>
                  <a:gd name="T5" fmla="*/ 67 h 111"/>
                  <a:gd name="T6" fmla="*/ 68 w 193"/>
                  <a:gd name="T7" fmla="*/ 58 h 111"/>
                  <a:gd name="T8" fmla="*/ 91 w 193"/>
                  <a:gd name="T9" fmla="*/ 47 h 111"/>
                  <a:gd name="T10" fmla="*/ 113 w 193"/>
                  <a:gd name="T11" fmla="*/ 37 h 111"/>
                  <a:gd name="T12" fmla="*/ 136 w 193"/>
                  <a:gd name="T13" fmla="*/ 25 h 111"/>
                  <a:gd name="T14" fmla="*/ 157 w 193"/>
                  <a:gd name="T15" fmla="*/ 13 h 111"/>
                  <a:gd name="T16" fmla="*/ 180 w 193"/>
                  <a:gd name="T17" fmla="*/ 0 h 111"/>
                  <a:gd name="T18" fmla="*/ 193 w 193"/>
                  <a:gd name="T19" fmla="*/ 23 h 111"/>
                  <a:gd name="T20" fmla="*/ 171 w 193"/>
                  <a:gd name="T21" fmla="*/ 37 h 111"/>
                  <a:gd name="T22" fmla="*/ 146 w 193"/>
                  <a:gd name="T23" fmla="*/ 50 h 111"/>
                  <a:gd name="T24" fmla="*/ 122 w 193"/>
                  <a:gd name="T25" fmla="*/ 62 h 111"/>
                  <a:gd name="T26" fmla="*/ 98 w 193"/>
                  <a:gd name="T27" fmla="*/ 72 h 111"/>
                  <a:gd name="T28" fmla="*/ 75 w 193"/>
                  <a:gd name="T29" fmla="*/ 84 h 111"/>
                  <a:gd name="T30" fmla="*/ 51 w 193"/>
                  <a:gd name="T31" fmla="*/ 93 h 111"/>
                  <a:gd name="T32" fmla="*/ 28 w 193"/>
                  <a:gd name="T33" fmla="*/ 103 h 111"/>
                  <a:gd name="T34" fmla="*/ 3 w 193"/>
                  <a:gd name="T35" fmla="*/ 111 h 111"/>
                  <a:gd name="T36" fmla="*/ 0 w 193"/>
                  <a:gd name="T37" fmla="*/ 84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11"/>
                  <a:gd name="T59" fmla="*/ 193 w 193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11">
                    <a:moveTo>
                      <a:pt x="0" y="84"/>
                    </a:moveTo>
                    <a:lnTo>
                      <a:pt x="22" y="75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6" y="25"/>
                    </a:lnTo>
                    <a:lnTo>
                      <a:pt x="157" y="13"/>
                    </a:lnTo>
                    <a:lnTo>
                      <a:pt x="180" y="0"/>
                    </a:lnTo>
                    <a:lnTo>
                      <a:pt x="193" y="23"/>
                    </a:lnTo>
                    <a:lnTo>
                      <a:pt x="171" y="37"/>
                    </a:lnTo>
                    <a:lnTo>
                      <a:pt x="146" y="50"/>
                    </a:lnTo>
                    <a:lnTo>
                      <a:pt x="122" y="62"/>
                    </a:lnTo>
                    <a:lnTo>
                      <a:pt x="98" y="72"/>
                    </a:lnTo>
                    <a:lnTo>
                      <a:pt x="75" y="84"/>
                    </a:lnTo>
                    <a:lnTo>
                      <a:pt x="51" y="93"/>
                    </a:lnTo>
                    <a:lnTo>
                      <a:pt x="28" y="103"/>
                    </a:lnTo>
                    <a:lnTo>
                      <a:pt x="3" y="111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5" name="Freeform 59"/>
              <p:cNvSpPr>
                <a:spLocks/>
              </p:cNvSpPr>
              <p:nvPr/>
            </p:nvSpPr>
            <p:spPr bwMode="auto">
              <a:xfrm>
                <a:off x="3466" y="3235"/>
                <a:ext cx="21" cy="34"/>
              </a:xfrm>
              <a:custGeom>
                <a:avLst/>
                <a:gdLst>
                  <a:gd name="T0" fmla="*/ 21 w 21"/>
                  <a:gd name="T1" fmla="*/ 27 h 34"/>
                  <a:gd name="T2" fmla="*/ 3 w 21"/>
                  <a:gd name="T3" fmla="*/ 34 h 34"/>
                  <a:gd name="T4" fmla="*/ 0 w 21"/>
                  <a:gd name="T5" fmla="*/ 6 h 34"/>
                  <a:gd name="T6" fmla="*/ 18 w 21"/>
                  <a:gd name="T7" fmla="*/ 0 h 34"/>
                  <a:gd name="T8" fmla="*/ 21 w 21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4"/>
                  <a:gd name="T17" fmla="*/ 21 w 21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4">
                    <a:moveTo>
                      <a:pt x="21" y="27"/>
                    </a:moveTo>
                    <a:lnTo>
                      <a:pt x="3" y="34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21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6" name="Freeform 60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7" name="Freeform 61"/>
              <p:cNvSpPr>
                <a:spLocks/>
              </p:cNvSpPr>
              <p:nvPr/>
            </p:nvSpPr>
            <p:spPr bwMode="auto">
              <a:xfrm>
                <a:off x="3789" y="2929"/>
                <a:ext cx="169" cy="101"/>
              </a:xfrm>
              <a:custGeom>
                <a:avLst/>
                <a:gdLst>
                  <a:gd name="T0" fmla="*/ 143 w 169"/>
                  <a:gd name="T1" fmla="*/ 17 h 101"/>
                  <a:gd name="T2" fmla="*/ 155 w 169"/>
                  <a:gd name="T3" fmla="*/ 25 h 101"/>
                  <a:gd name="T4" fmla="*/ 6 w 169"/>
                  <a:gd name="T5" fmla="*/ 101 h 101"/>
                  <a:gd name="T6" fmla="*/ 0 w 169"/>
                  <a:gd name="T7" fmla="*/ 86 h 101"/>
                  <a:gd name="T8" fmla="*/ 148 w 169"/>
                  <a:gd name="T9" fmla="*/ 11 h 101"/>
                  <a:gd name="T10" fmla="*/ 159 w 169"/>
                  <a:gd name="T11" fmla="*/ 19 h 101"/>
                  <a:gd name="T12" fmla="*/ 148 w 169"/>
                  <a:gd name="T13" fmla="*/ 11 h 101"/>
                  <a:gd name="T14" fmla="*/ 169 w 169"/>
                  <a:gd name="T15" fmla="*/ 0 h 101"/>
                  <a:gd name="T16" fmla="*/ 159 w 169"/>
                  <a:gd name="T17" fmla="*/ 19 h 101"/>
                  <a:gd name="T18" fmla="*/ 143 w 169"/>
                  <a:gd name="T19" fmla="*/ 17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101"/>
                  <a:gd name="T32" fmla="*/ 169 w 169"/>
                  <a:gd name="T33" fmla="*/ 101 h 10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101">
                    <a:moveTo>
                      <a:pt x="143" y="17"/>
                    </a:moveTo>
                    <a:lnTo>
                      <a:pt x="155" y="25"/>
                    </a:lnTo>
                    <a:lnTo>
                      <a:pt x="6" y="101"/>
                    </a:lnTo>
                    <a:lnTo>
                      <a:pt x="0" y="86"/>
                    </a:lnTo>
                    <a:lnTo>
                      <a:pt x="148" y="11"/>
                    </a:lnTo>
                    <a:lnTo>
                      <a:pt x="159" y="19"/>
                    </a:lnTo>
                    <a:lnTo>
                      <a:pt x="148" y="11"/>
                    </a:lnTo>
                    <a:lnTo>
                      <a:pt x="169" y="0"/>
                    </a:lnTo>
                    <a:lnTo>
                      <a:pt x="159" y="19"/>
                    </a:lnTo>
                    <a:lnTo>
                      <a:pt x="14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8" name="Freeform 62"/>
              <p:cNvSpPr>
                <a:spLocks/>
              </p:cNvSpPr>
              <p:nvPr/>
            </p:nvSpPr>
            <p:spPr bwMode="auto">
              <a:xfrm>
                <a:off x="3861" y="2946"/>
                <a:ext cx="89" cy="147"/>
              </a:xfrm>
              <a:custGeom>
                <a:avLst/>
                <a:gdLst>
                  <a:gd name="T0" fmla="*/ 16 w 89"/>
                  <a:gd name="T1" fmla="*/ 126 h 147"/>
                  <a:gd name="T2" fmla="*/ 0 w 89"/>
                  <a:gd name="T3" fmla="*/ 131 h 147"/>
                  <a:gd name="T4" fmla="*/ 73 w 89"/>
                  <a:gd name="T5" fmla="*/ 0 h 147"/>
                  <a:gd name="T6" fmla="*/ 89 w 89"/>
                  <a:gd name="T7" fmla="*/ 3 h 147"/>
                  <a:gd name="T8" fmla="*/ 16 w 89"/>
                  <a:gd name="T9" fmla="*/ 134 h 147"/>
                  <a:gd name="T10" fmla="*/ 1 w 89"/>
                  <a:gd name="T11" fmla="*/ 140 h 147"/>
                  <a:gd name="T12" fmla="*/ 16 w 89"/>
                  <a:gd name="T13" fmla="*/ 134 h 147"/>
                  <a:gd name="T14" fmla="*/ 11 w 89"/>
                  <a:gd name="T15" fmla="*/ 147 h 147"/>
                  <a:gd name="T16" fmla="*/ 1 w 89"/>
                  <a:gd name="T17" fmla="*/ 140 h 147"/>
                  <a:gd name="T18" fmla="*/ 16 w 89"/>
                  <a:gd name="T19" fmla="*/ 126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147"/>
                  <a:gd name="T32" fmla="*/ 89 w 89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147">
                    <a:moveTo>
                      <a:pt x="16" y="126"/>
                    </a:moveTo>
                    <a:lnTo>
                      <a:pt x="0" y="131"/>
                    </a:lnTo>
                    <a:lnTo>
                      <a:pt x="73" y="0"/>
                    </a:lnTo>
                    <a:lnTo>
                      <a:pt x="89" y="3"/>
                    </a:lnTo>
                    <a:lnTo>
                      <a:pt x="16" y="134"/>
                    </a:lnTo>
                    <a:lnTo>
                      <a:pt x="1" y="140"/>
                    </a:lnTo>
                    <a:lnTo>
                      <a:pt x="16" y="134"/>
                    </a:lnTo>
                    <a:lnTo>
                      <a:pt x="11" y="147"/>
                    </a:lnTo>
                    <a:lnTo>
                      <a:pt x="1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59" name="Freeform 63"/>
              <p:cNvSpPr>
                <a:spLocks/>
              </p:cNvSpPr>
              <p:nvPr/>
            </p:nvSpPr>
            <p:spPr bwMode="auto">
              <a:xfrm>
                <a:off x="3778" y="3015"/>
                <a:ext cx="99" cy="70"/>
              </a:xfrm>
              <a:custGeom>
                <a:avLst/>
                <a:gdLst>
                  <a:gd name="T0" fmla="*/ 19 w 99"/>
                  <a:gd name="T1" fmla="*/ 14 h 70"/>
                  <a:gd name="T2" fmla="*/ 23 w 99"/>
                  <a:gd name="T3" fmla="*/ 0 h 70"/>
                  <a:gd name="T4" fmla="*/ 99 w 99"/>
                  <a:gd name="T5" fmla="*/ 56 h 70"/>
                  <a:gd name="T6" fmla="*/ 84 w 99"/>
                  <a:gd name="T7" fmla="*/ 70 h 70"/>
                  <a:gd name="T8" fmla="*/ 8 w 99"/>
                  <a:gd name="T9" fmla="*/ 14 h 70"/>
                  <a:gd name="T10" fmla="*/ 14 w 99"/>
                  <a:gd name="T11" fmla="*/ 0 h 70"/>
                  <a:gd name="T12" fmla="*/ 8 w 99"/>
                  <a:gd name="T13" fmla="*/ 14 h 70"/>
                  <a:gd name="T14" fmla="*/ 0 w 99"/>
                  <a:gd name="T15" fmla="*/ 8 h 70"/>
                  <a:gd name="T16" fmla="*/ 14 w 99"/>
                  <a:gd name="T17" fmla="*/ 0 h 70"/>
                  <a:gd name="T18" fmla="*/ 19 w 99"/>
                  <a:gd name="T19" fmla="*/ 14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"/>
                  <a:gd name="T31" fmla="*/ 0 h 70"/>
                  <a:gd name="T32" fmla="*/ 99 w 99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" h="70">
                    <a:moveTo>
                      <a:pt x="19" y="14"/>
                    </a:moveTo>
                    <a:lnTo>
                      <a:pt x="23" y="0"/>
                    </a:lnTo>
                    <a:lnTo>
                      <a:pt x="99" y="56"/>
                    </a:lnTo>
                    <a:lnTo>
                      <a:pt x="84" y="70"/>
                    </a:lnTo>
                    <a:lnTo>
                      <a:pt x="8" y="14"/>
                    </a:lnTo>
                    <a:lnTo>
                      <a:pt x="14" y="0"/>
                    </a:lnTo>
                    <a:lnTo>
                      <a:pt x="8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0" name="Freeform 64"/>
              <p:cNvSpPr>
                <a:spLocks/>
              </p:cNvSpPr>
              <p:nvPr/>
            </p:nvSpPr>
            <p:spPr bwMode="auto">
              <a:xfrm>
                <a:off x="3891" y="2963"/>
                <a:ext cx="44" cy="36"/>
              </a:xfrm>
              <a:custGeom>
                <a:avLst/>
                <a:gdLst>
                  <a:gd name="T0" fmla="*/ 0 w 44"/>
                  <a:gd name="T1" fmla="*/ 16 h 36"/>
                  <a:gd name="T2" fmla="*/ 16 w 44"/>
                  <a:gd name="T3" fmla="*/ 0 h 36"/>
                  <a:gd name="T4" fmla="*/ 44 w 44"/>
                  <a:gd name="T5" fmla="*/ 20 h 36"/>
                  <a:gd name="T6" fmla="*/ 28 w 44"/>
                  <a:gd name="T7" fmla="*/ 36 h 36"/>
                  <a:gd name="T8" fmla="*/ 0 w 44"/>
                  <a:gd name="T9" fmla="*/ 1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6"/>
                  <a:gd name="T17" fmla="*/ 44 w 44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6">
                    <a:moveTo>
                      <a:pt x="0" y="16"/>
                    </a:moveTo>
                    <a:lnTo>
                      <a:pt x="16" y="0"/>
                    </a:lnTo>
                    <a:lnTo>
                      <a:pt x="44" y="20"/>
                    </a:lnTo>
                    <a:lnTo>
                      <a:pt x="28" y="3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1" name="Freeform 65"/>
              <p:cNvSpPr>
                <a:spLocks/>
              </p:cNvSpPr>
              <p:nvPr/>
            </p:nvSpPr>
            <p:spPr bwMode="auto">
              <a:xfrm>
                <a:off x="3709" y="2976"/>
                <a:ext cx="207" cy="171"/>
              </a:xfrm>
              <a:custGeom>
                <a:avLst/>
                <a:gdLst>
                  <a:gd name="T0" fmla="*/ 0 w 207"/>
                  <a:gd name="T1" fmla="*/ 144 h 171"/>
                  <a:gd name="T2" fmla="*/ 0 w 207"/>
                  <a:gd name="T3" fmla="*/ 144 h 171"/>
                  <a:gd name="T4" fmla="*/ 26 w 207"/>
                  <a:gd name="T5" fmla="*/ 127 h 171"/>
                  <a:gd name="T6" fmla="*/ 51 w 207"/>
                  <a:gd name="T7" fmla="*/ 110 h 171"/>
                  <a:gd name="T8" fmla="*/ 73 w 207"/>
                  <a:gd name="T9" fmla="*/ 93 h 171"/>
                  <a:gd name="T10" fmla="*/ 96 w 207"/>
                  <a:gd name="T11" fmla="*/ 76 h 171"/>
                  <a:gd name="T12" fmla="*/ 119 w 207"/>
                  <a:gd name="T13" fmla="*/ 58 h 171"/>
                  <a:gd name="T14" fmla="*/ 139 w 207"/>
                  <a:gd name="T15" fmla="*/ 40 h 171"/>
                  <a:gd name="T16" fmla="*/ 160 w 207"/>
                  <a:gd name="T17" fmla="*/ 19 h 171"/>
                  <a:gd name="T18" fmla="*/ 179 w 207"/>
                  <a:gd name="T19" fmla="*/ 0 h 171"/>
                  <a:gd name="T20" fmla="*/ 207 w 207"/>
                  <a:gd name="T21" fmla="*/ 19 h 171"/>
                  <a:gd name="T22" fmla="*/ 186 w 207"/>
                  <a:gd name="T23" fmla="*/ 40 h 171"/>
                  <a:gd name="T24" fmla="*/ 164 w 207"/>
                  <a:gd name="T25" fmla="*/ 60 h 171"/>
                  <a:gd name="T26" fmla="*/ 142 w 207"/>
                  <a:gd name="T27" fmla="*/ 80 h 171"/>
                  <a:gd name="T28" fmla="*/ 119 w 207"/>
                  <a:gd name="T29" fmla="*/ 100 h 171"/>
                  <a:gd name="T30" fmla="*/ 95 w 207"/>
                  <a:gd name="T31" fmla="*/ 118 h 171"/>
                  <a:gd name="T32" fmla="*/ 70 w 207"/>
                  <a:gd name="T33" fmla="*/ 137 h 171"/>
                  <a:gd name="T34" fmla="*/ 45 w 207"/>
                  <a:gd name="T35" fmla="*/ 153 h 171"/>
                  <a:gd name="T36" fmla="*/ 19 w 207"/>
                  <a:gd name="T37" fmla="*/ 171 h 171"/>
                  <a:gd name="T38" fmla="*/ 0 w 207"/>
                  <a:gd name="T39" fmla="*/ 144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71"/>
                  <a:gd name="T62" fmla="*/ 207 w 207"/>
                  <a:gd name="T63" fmla="*/ 171 h 1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71">
                    <a:moveTo>
                      <a:pt x="0" y="144"/>
                    </a:moveTo>
                    <a:lnTo>
                      <a:pt x="0" y="144"/>
                    </a:lnTo>
                    <a:lnTo>
                      <a:pt x="26" y="127"/>
                    </a:lnTo>
                    <a:lnTo>
                      <a:pt x="51" y="110"/>
                    </a:lnTo>
                    <a:lnTo>
                      <a:pt x="73" y="93"/>
                    </a:lnTo>
                    <a:lnTo>
                      <a:pt x="96" y="76"/>
                    </a:lnTo>
                    <a:lnTo>
                      <a:pt x="119" y="58"/>
                    </a:lnTo>
                    <a:lnTo>
                      <a:pt x="139" y="40"/>
                    </a:lnTo>
                    <a:lnTo>
                      <a:pt x="160" y="19"/>
                    </a:lnTo>
                    <a:lnTo>
                      <a:pt x="179" y="0"/>
                    </a:lnTo>
                    <a:lnTo>
                      <a:pt x="207" y="19"/>
                    </a:lnTo>
                    <a:lnTo>
                      <a:pt x="186" y="40"/>
                    </a:lnTo>
                    <a:lnTo>
                      <a:pt x="164" y="60"/>
                    </a:lnTo>
                    <a:lnTo>
                      <a:pt x="142" y="80"/>
                    </a:lnTo>
                    <a:lnTo>
                      <a:pt x="119" y="100"/>
                    </a:lnTo>
                    <a:lnTo>
                      <a:pt x="95" y="118"/>
                    </a:lnTo>
                    <a:lnTo>
                      <a:pt x="70" y="137"/>
                    </a:lnTo>
                    <a:lnTo>
                      <a:pt x="45" y="153"/>
                    </a:lnTo>
                    <a:lnTo>
                      <a:pt x="19" y="171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2" name="Freeform 66"/>
              <p:cNvSpPr>
                <a:spLocks/>
              </p:cNvSpPr>
              <p:nvPr/>
            </p:nvSpPr>
            <p:spPr bwMode="auto">
              <a:xfrm>
                <a:off x="3531" y="3118"/>
                <a:ext cx="196" cy="123"/>
              </a:xfrm>
              <a:custGeom>
                <a:avLst/>
                <a:gdLst>
                  <a:gd name="T0" fmla="*/ 0 w 196"/>
                  <a:gd name="T1" fmla="*/ 92 h 123"/>
                  <a:gd name="T2" fmla="*/ 22 w 196"/>
                  <a:gd name="T3" fmla="*/ 81 h 123"/>
                  <a:gd name="T4" fmla="*/ 45 w 196"/>
                  <a:gd name="T5" fmla="*/ 73 h 123"/>
                  <a:gd name="T6" fmla="*/ 68 w 196"/>
                  <a:gd name="T7" fmla="*/ 62 h 123"/>
                  <a:gd name="T8" fmla="*/ 90 w 196"/>
                  <a:gd name="T9" fmla="*/ 52 h 123"/>
                  <a:gd name="T10" fmla="*/ 112 w 196"/>
                  <a:gd name="T11" fmla="*/ 40 h 123"/>
                  <a:gd name="T12" fmla="*/ 134 w 196"/>
                  <a:gd name="T13" fmla="*/ 27 h 123"/>
                  <a:gd name="T14" fmla="*/ 156 w 196"/>
                  <a:gd name="T15" fmla="*/ 15 h 123"/>
                  <a:gd name="T16" fmla="*/ 177 w 196"/>
                  <a:gd name="T17" fmla="*/ 0 h 123"/>
                  <a:gd name="T18" fmla="*/ 196 w 196"/>
                  <a:gd name="T19" fmla="*/ 27 h 123"/>
                  <a:gd name="T20" fmla="*/ 172 w 196"/>
                  <a:gd name="T21" fmla="*/ 42 h 123"/>
                  <a:gd name="T22" fmla="*/ 150 w 196"/>
                  <a:gd name="T23" fmla="*/ 56 h 123"/>
                  <a:gd name="T24" fmla="*/ 125 w 196"/>
                  <a:gd name="T25" fmla="*/ 68 h 123"/>
                  <a:gd name="T26" fmla="*/ 102 w 196"/>
                  <a:gd name="T27" fmla="*/ 81 h 123"/>
                  <a:gd name="T28" fmla="*/ 78 w 196"/>
                  <a:gd name="T29" fmla="*/ 93 h 123"/>
                  <a:gd name="T30" fmla="*/ 55 w 196"/>
                  <a:gd name="T31" fmla="*/ 103 h 123"/>
                  <a:gd name="T32" fmla="*/ 30 w 196"/>
                  <a:gd name="T33" fmla="*/ 115 h 123"/>
                  <a:gd name="T34" fmla="*/ 6 w 196"/>
                  <a:gd name="T35" fmla="*/ 123 h 123"/>
                  <a:gd name="T36" fmla="*/ 0 w 196"/>
                  <a:gd name="T37" fmla="*/ 92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3"/>
                  <a:gd name="T59" fmla="*/ 196 w 196"/>
                  <a:gd name="T60" fmla="*/ 123 h 12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3">
                    <a:moveTo>
                      <a:pt x="0" y="92"/>
                    </a:moveTo>
                    <a:lnTo>
                      <a:pt x="22" y="81"/>
                    </a:lnTo>
                    <a:lnTo>
                      <a:pt x="45" y="73"/>
                    </a:lnTo>
                    <a:lnTo>
                      <a:pt x="68" y="62"/>
                    </a:lnTo>
                    <a:lnTo>
                      <a:pt x="90" y="52"/>
                    </a:lnTo>
                    <a:lnTo>
                      <a:pt x="112" y="40"/>
                    </a:lnTo>
                    <a:lnTo>
                      <a:pt x="134" y="27"/>
                    </a:lnTo>
                    <a:lnTo>
                      <a:pt x="156" y="15"/>
                    </a:lnTo>
                    <a:lnTo>
                      <a:pt x="177" y="0"/>
                    </a:lnTo>
                    <a:lnTo>
                      <a:pt x="196" y="27"/>
                    </a:lnTo>
                    <a:lnTo>
                      <a:pt x="172" y="42"/>
                    </a:lnTo>
                    <a:lnTo>
                      <a:pt x="150" y="56"/>
                    </a:lnTo>
                    <a:lnTo>
                      <a:pt x="125" y="68"/>
                    </a:lnTo>
                    <a:lnTo>
                      <a:pt x="102" y="81"/>
                    </a:lnTo>
                    <a:lnTo>
                      <a:pt x="78" y="93"/>
                    </a:lnTo>
                    <a:lnTo>
                      <a:pt x="55" y="103"/>
                    </a:lnTo>
                    <a:lnTo>
                      <a:pt x="30" y="115"/>
                    </a:lnTo>
                    <a:lnTo>
                      <a:pt x="6" y="123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3" name="Freeform 67"/>
              <p:cNvSpPr>
                <a:spLocks/>
              </p:cNvSpPr>
              <p:nvPr/>
            </p:nvSpPr>
            <p:spPr bwMode="auto">
              <a:xfrm>
                <a:off x="3506" y="3207"/>
                <a:ext cx="28" cy="41"/>
              </a:xfrm>
              <a:custGeom>
                <a:avLst/>
                <a:gdLst>
                  <a:gd name="T0" fmla="*/ 28 w 28"/>
                  <a:gd name="T1" fmla="*/ 32 h 41"/>
                  <a:gd name="T2" fmla="*/ 7 w 28"/>
                  <a:gd name="T3" fmla="*/ 41 h 41"/>
                  <a:gd name="T4" fmla="*/ 0 w 28"/>
                  <a:gd name="T5" fmla="*/ 8 h 41"/>
                  <a:gd name="T6" fmla="*/ 21 w 28"/>
                  <a:gd name="T7" fmla="*/ 0 h 41"/>
                  <a:gd name="T8" fmla="*/ 28 w 28"/>
                  <a:gd name="T9" fmla="*/ 3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1"/>
                  <a:gd name="T17" fmla="*/ 28 w 2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1">
                    <a:moveTo>
                      <a:pt x="28" y="32"/>
                    </a:moveTo>
                    <a:lnTo>
                      <a:pt x="7" y="41"/>
                    </a:lnTo>
                    <a:lnTo>
                      <a:pt x="0" y="8"/>
                    </a:lnTo>
                    <a:lnTo>
                      <a:pt x="21" y="0"/>
                    </a:lnTo>
                    <a:lnTo>
                      <a:pt x="2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4" name="Freeform 68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5" name="Freeform 69"/>
              <p:cNvSpPr>
                <a:spLocks/>
              </p:cNvSpPr>
              <p:nvPr/>
            </p:nvSpPr>
            <p:spPr bwMode="auto">
              <a:xfrm>
                <a:off x="3793" y="2936"/>
                <a:ext cx="160" cy="89"/>
              </a:xfrm>
              <a:custGeom>
                <a:avLst/>
                <a:gdLst>
                  <a:gd name="T0" fmla="*/ 144 w 160"/>
                  <a:gd name="T1" fmla="*/ 9 h 89"/>
                  <a:gd name="T2" fmla="*/ 152 w 160"/>
                  <a:gd name="T3" fmla="*/ 13 h 89"/>
                  <a:gd name="T4" fmla="*/ 3 w 160"/>
                  <a:gd name="T5" fmla="*/ 89 h 89"/>
                  <a:gd name="T6" fmla="*/ 0 w 160"/>
                  <a:gd name="T7" fmla="*/ 81 h 89"/>
                  <a:gd name="T8" fmla="*/ 146 w 160"/>
                  <a:gd name="T9" fmla="*/ 6 h 89"/>
                  <a:gd name="T10" fmla="*/ 155 w 160"/>
                  <a:gd name="T11" fmla="*/ 11 h 89"/>
                  <a:gd name="T12" fmla="*/ 146 w 160"/>
                  <a:gd name="T13" fmla="*/ 6 h 89"/>
                  <a:gd name="T14" fmla="*/ 160 w 160"/>
                  <a:gd name="T15" fmla="*/ 0 h 89"/>
                  <a:gd name="T16" fmla="*/ 155 w 160"/>
                  <a:gd name="T17" fmla="*/ 11 h 89"/>
                  <a:gd name="T18" fmla="*/ 144 w 160"/>
                  <a:gd name="T19" fmla="*/ 9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0"/>
                  <a:gd name="T31" fmla="*/ 0 h 89"/>
                  <a:gd name="T32" fmla="*/ 160 w 160"/>
                  <a:gd name="T33" fmla="*/ 89 h 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0" h="89">
                    <a:moveTo>
                      <a:pt x="144" y="9"/>
                    </a:moveTo>
                    <a:lnTo>
                      <a:pt x="152" y="13"/>
                    </a:lnTo>
                    <a:lnTo>
                      <a:pt x="3" y="89"/>
                    </a:lnTo>
                    <a:lnTo>
                      <a:pt x="0" y="81"/>
                    </a:lnTo>
                    <a:lnTo>
                      <a:pt x="146" y="6"/>
                    </a:lnTo>
                    <a:lnTo>
                      <a:pt x="155" y="11"/>
                    </a:lnTo>
                    <a:lnTo>
                      <a:pt x="146" y="6"/>
                    </a:lnTo>
                    <a:lnTo>
                      <a:pt x="160" y="0"/>
                    </a:lnTo>
                    <a:lnTo>
                      <a:pt x="155" y="11"/>
                    </a:lnTo>
                    <a:lnTo>
                      <a:pt x="144" y="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6" name="Freeform 70"/>
              <p:cNvSpPr>
                <a:spLocks/>
              </p:cNvSpPr>
              <p:nvPr/>
            </p:nvSpPr>
            <p:spPr bwMode="auto">
              <a:xfrm>
                <a:off x="3868" y="2945"/>
                <a:ext cx="83" cy="140"/>
              </a:xfrm>
              <a:custGeom>
                <a:avLst/>
                <a:gdLst>
                  <a:gd name="T0" fmla="*/ 9 w 83"/>
                  <a:gd name="T1" fmla="*/ 127 h 140"/>
                  <a:gd name="T2" fmla="*/ 0 w 83"/>
                  <a:gd name="T3" fmla="*/ 132 h 140"/>
                  <a:gd name="T4" fmla="*/ 72 w 83"/>
                  <a:gd name="T5" fmla="*/ 0 h 140"/>
                  <a:gd name="T6" fmla="*/ 83 w 83"/>
                  <a:gd name="T7" fmla="*/ 1 h 140"/>
                  <a:gd name="T8" fmla="*/ 9 w 83"/>
                  <a:gd name="T9" fmla="*/ 132 h 140"/>
                  <a:gd name="T10" fmla="*/ 0 w 83"/>
                  <a:gd name="T11" fmla="*/ 136 h 140"/>
                  <a:gd name="T12" fmla="*/ 9 w 83"/>
                  <a:gd name="T13" fmla="*/ 132 h 140"/>
                  <a:gd name="T14" fmla="*/ 5 w 83"/>
                  <a:gd name="T15" fmla="*/ 140 h 140"/>
                  <a:gd name="T16" fmla="*/ 0 w 83"/>
                  <a:gd name="T17" fmla="*/ 136 h 140"/>
                  <a:gd name="T18" fmla="*/ 9 w 83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0"/>
                  <a:gd name="T32" fmla="*/ 83 w 83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0">
                    <a:moveTo>
                      <a:pt x="9" y="127"/>
                    </a:moveTo>
                    <a:lnTo>
                      <a:pt x="0" y="132"/>
                    </a:lnTo>
                    <a:lnTo>
                      <a:pt x="72" y="0"/>
                    </a:lnTo>
                    <a:lnTo>
                      <a:pt x="83" y="1"/>
                    </a:lnTo>
                    <a:lnTo>
                      <a:pt x="9" y="132"/>
                    </a:lnTo>
                    <a:lnTo>
                      <a:pt x="0" y="136"/>
                    </a:lnTo>
                    <a:lnTo>
                      <a:pt x="9" y="132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9" y="1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7" name="Freeform 71"/>
              <p:cNvSpPr>
                <a:spLocks/>
              </p:cNvSpPr>
              <p:nvPr/>
            </p:nvSpPr>
            <p:spPr bwMode="auto">
              <a:xfrm>
                <a:off x="3784" y="3017"/>
                <a:ext cx="90" cy="64"/>
              </a:xfrm>
              <a:custGeom>
                <a:avLst/>
                <a:gdLst>
                  <a:gd name="T0" fmla="*/ 12 w 90"/>
                  <a:gd name="T1" fmla="*/ 8 h 64"/>
                  <a:gd name="T2" fmla="*/ 15 w 90"/>
                  <a:gd name="T3" fmla="*/ 0 h 64"/>
                  <a:gd name="T4" fmla="*/ 90 w 90"/>
                  <a:gd name="T5" fmla="*/ 55 h 64"/>
                  <a:gd name="T6" fmla="*/ 82 w 90"/>
                  <a:gd name="T7" fmla="*/ 64 h 64"/>
                  <a:gd name="T8" fmla="*/ 6 w 90"/>
                  <a:gd name="T9" fmla="*/ 8 h 64"/>
                  <a:gd name="T10" fmla="*/ 9 w 90"/>
                  <a:gd name="T11" fmla="*/ 0 h 64"/>
                  <a:gd name="T12" fmla="*/ 6 w 90"/>
                  <a:gd name="T13" fmla="*/ 8 h 64"/>
                  <a:gd name="T14" fmla="*/ 0 w 90"/>
                  <a:gd name="T15" fmla="*/ 4 h 64"/>
                  <a:gd name="T16" fmla="*/ 9 w 90"/>
                  <a:gd name="T17" fmla="*/ 0 h 64"/>
                  <a:gd name="T18" fmla="*/ 12 w 90"/>
                  <a:gd name="T19" fmla="*/ 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0"/>
                  <a:gd name="T31" fmla="*/ 0 h 64"/>
                  <a:gd name="T32" fmla="*/ 90 w 90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0" h="64">
                    <a:moveTo>
                      <a:pt x="12" y="8"/>
                    </a:moveTo>
                    <a:lnTo>
                      <a:pt x="15" y="0"/>
                    </a:lnTo>
                    <a:lnTo>
                      <a:pt x="90" y="55"/>
                    </a:lnTo>
                    <a:lnTo>
                      <a:pt x="82" y="64"/>
                    </a:lnTo>
                    <a:lnTo>
                      <a:pt x="6" y="8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8" name="Freeform 72"/>
              <p:cNvSpPr>
                <a:spLocks/>
              </p:cNvSpPr>
              <p:nvPr/>
            </p:nvSpPr>
            <p:spPr bwMode="auto">
              <a:xfrm>
                <a:off x="3894" y="2967"/>
                <a:ext cx="37" cy="28"/>
              </a:xfrm>
              <a:custGeom>
                <a:avLst/>
                <a:gdLst>
                  <a:gd name="T0" fmla="*/ 0 w 37"/>
                  <a:gd name="T1" fmla="*/ 12 h 28"/>
                  <a:gd name="T2" fmla="*/ 14 w 37"/>
                  <a:gd name="T3" fmla="*/ 0 h 28"/>
                  <a:gd name="T4" fmla="*/ 37 w 37"/>
                  <a:gd name="T5" fmla="*/ 16 h 28"/>
                  <a:gd name="T6" fmla="*/ 23 w 37"/>
                  <a:gd name="T7" fmla="*/ 28 h 28"/>
                  <a:gd name="T8" fmla="*/ 0 w 37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8"/>
                  <a:gd name="T17" fmla="*/ 37 w 37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8">
                    <a:moveTo>
                      <a:pt x="0" y="12"/>
                    </a:moveTo>
                    <a:lnTo>
                      <a:pt x="14" y="0"/>
                    </a:lnTo>
                    <a:lnTo>
                      <a:pt x="37" y="16"/>
                    </a:lnTo>
                    <a:lnTo>
                      <a:pt x="23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69" name="Freeform 73"/>
              <p:cNvSpPr>
                <a:spLocks/>
              </p:cNvSpPr>
              <p:nvPr/>
            </p:nvSpPr>
            <p:spPr bwMode="auto">
              <a:xfrm>
                <a:off x="3713" y="2977"/>
                <a:ext cx="202" cy="168"/>
              </a:xfrm>
              <a:custGeom>
                <a:avLst/>
                <a:gdLst>
                  <a:gd name="T0" fmla="*/ 0 w 202"/>
                  <a:gd name="T1" fmla="*/ 146 h 168"/>
                  <a:gd name="T2" fmla="*/ 0 w 202"/>
                  <a:gd name="T3" fmla="*/ 146 h 168"/>
                  <a:gd name="T4" fmla="*/ 25 w 202"/>
                  <a:gd name="T5" fmla="*/ 128 h 168"/>
                  <a:gd name="T6" fmla="*/ 50 w 202"/>
                  <a:gd name="T7" fmla="*/ 111 h 168"/>
                  <a:gd name="T8" fmla="*/ 72 w 202"/>
                  <a:gd name="T9" fmla="*/ 94 h 168"/>
                  <a:gd name="T10" fmla="*/ 95 w 202"/>
                  <a:gd name="T11" fmla="*/ 76 h 168"/>
                  <a:gd name="T12" fmla="*/ 118 w 202"/>
                  <a:gd name="T13" fmla="*/ 58 h 168"/>
                  <a:gd name="T14" fmla="*/ 138 w 202"/>
                  <a:gd name="T15" fmla="*/ 40 h 168"/>
                  <a:gd name="T16" fmla="*/ 159 w 202"/>
                  <a:gd name="T17" fmla="*/ 21 h 168"/>
                  <a:gd name="T18" fmla="*/ 178 w 202"/>
                  <a:gd name="T19" fmla="*/ 0 h 168"/>
                  <a:gd name="T20" fmla="*/ 202 w 202"/>
                  <a:gd name="T21" fmla="*/ 16 h 168"/>
                  <a:gd name="T22" fmla="*/ 181 w 202"/>
                  <a:gd name="T23" fmla="*/ 37 h 168"/>
                  <a:gd name="T24" fmla="*/ 160 w 202"/>
                  <a:gd name="T25" fmla="*/ 57 h 168"/>
                  <a:gd name="T26" fmla="*/ 138 w 202"/>
                  <a:gd name="T27" fmla="*/ 76 h 168"/>
                  <a:gd name="T28" fmla="*/ 114 w 202"/>
                  <a:gd name="T29" fmla="*/ 96 h 168"/>
                  <a:gd name="T30" fmla="*/ 91 w 202"/>
                  <a:gd name="T31" fmla="*/ 115 h 168"/>
                  <a:gd name="T32" fmla="*/ 66 w 202"/>
                  <a:gd name="T33" fmla="*/ 133 h 168"/>
                  <a:gd name="T34" fmla="*/ 40 w 202"/>
                  <a:gd name="T35" fmla="*/ 151 h 168"/>
                  <a:gd name="T36" fmla="*/ 15 w 202"/>
                  <a:gd name="T37" fmla="*/ 168 h 168"/>
                  <a:gd name="T38" fmla="*/ 0 w 202"/>
                  <a:gd name="T39" fmla="*/ 146 h 1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2"/>
                  <a:gd name="T61" fmla="*/ 0 h 168"/>
                  <a:gd name="T62" fmla="*/ 202 w 202"/>
                  <a:gd name="T63" fmla="*/ 168 h 16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2" h="168">
                    <a:moveTo>
                      <a:pt x="0" y="146"/>
                    </a:moveTo>
                    <a:lnTo>
                      <a:pt x="0" y="146"/>
                    </a:lnTo>
                    <a:lnTo>
                      <a:pt x="25" y="128"/>
                    </a:lnTo>
                    <a:lnTo>
                      <a:pt x="50" y="111"/>
                    </a:lnTo>
                    <a:lnTo>
                      <a:pt x="72" y="94"/>
                    </a:lnTo>
                    <a:lnTo>
                      <a:pt x="95" y="76"/>
                    </a:lnTo>
                    <a:lnTo>
                      <a:pt x="118" y="58"/>
                    </a:lnTo>
                    <a:lnTo>
                      <a:pt x="138" y="40"/>
                    </a:lnTo>
                    <a:lnTo>
                      <a:pt x="159" y="21"/>
                    </a:lnTo>
                    <a:lnTo>
                      <a:pt x="178" y="0"/>
                    </a:lnTo>
                    <a:lnTo>
                      <a:pt x="202" y="16"/>
                    </a:lnTo>
                    <a:lnTo>
                      <a:pt x="181" y="37"/>
                    </a:lnTo>
                    <a:lnTo>
                      <a:pt x="160" y="57"/>
                    </a:lnTo>
                    <a:lnTo>
                      <a:pt x="138" y="76"/>
                    </a:lnTo>
                    <a:lnTo>
                      <a:pt x="114" y="96"/>
                    </a:lnTo>
                    <a:lnTo>
                      <a:pt x="91" y="115"/>
                    </a:lnTo>
                    <a:lnTo>
                      <a:pt x="66" y="133"/>
                    </a:lnTo>
                    <a:lnTo>
                      <a:pt x="40" y="151"/>
                    </a:lnTo>
                    <a:lnTo>
                      <a:pt x="15" y="168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0" name="Freeform 74"/>
              <p:cNvSpPr>
                <a:spLocks/>
              </p:cNvSpPr>
              <p:nvPr/>
            </p:nvSpPr>
            <p:spPr bwMode="auto">
              <a:xfrm>
                <a:off x="3530" y="3120"/>
                <a:ext cx="192" cy="119"/>
              </a:xfrm>
              <a:custGeom>
                <a:avLst/>
                <a:gdLst>
                  <a:gd name="T0" fmla="*/ 0 w 192"/>
                  <a:gd name="T1" fmla="*/ 92 h 119"/>
                  <a:gd name="T2" fmla="*/ 22 w 192"/>
                  <a:gd name="T3" fmla="*/ 83 h 119"/>
                  <a:gd name="T4" fmla="*/ 47 w 192"/>
                  <a:gd name="T5" fmla="*/ 73 h 119"/>
                  <a:gd name="T6" fmla="*/ 69 w 192"/>
                  <a:gd name="T7" fmla="*/ 62 h 119"/>
                  <a:gd name="T8" fmla="*/ 90 w 192"/>
                  <a:gd name="T9" fmla="*/ 53 h 119"/>
                  <a:gd name="T10" fmla="*/ 112 w 192"/>
                  <a:gd name="T11" fmla="*/ 40 h 119"/>
                  <a:gd name="T12" fmla="*/ 135 w 192"/>
                  <a:gd name="T13" fmla="*/ 27 h 119"/>
                  <a:gd name="T14" fmla="*/ 157 w 192"/>
                  <a:gd name="T15" fmla="*/ 14 h 119"/>
                  <a:gd name="T16" fmla="*/ 178 w 192"/>
                  <a:gd name="T17" fmla="*/ 0 h 119"/>
                  <a:gd name="T18" fmla="*/ 192 w 192"/>
                  <a:gd name="T19" fmla="*/ 23 h 119"/>
                  <a:gd name="T20" fmla="*/ 170 w 192"/>
                  <a:gd name="T21" fmla="*/ 38 h 119"/>
                  <a:gd name="T22" fmla="*/ 147 w 192"/>
                  <a:gd name="T23" fmla="*/ 52 h 119"/>
                  <a:gd name="T24" fmla="*/ 123 w 192"/>
                  <a:gd name="T25" fmla="*/ 63 h 119"/>
                  <a:gd name="T26" fmla="*/ 100 w 192"/>
                  <a:gd name="T27" fmla="*/ 77 h 119"/>
                  <a:gd name="T28" fmla="*/ 76 w 192"/>
                  <a:gd name="T29" fmla="*/ 89 h 119"/>
                  <a:gd name="T30" fmla="*/ 52 w 192"/>
                  <a:gd name="T31" fmla="*/ 99 h 119"/>
                  <a:gd name="T32" fmla="*/ 30 w 192"/>
                  <a:gd name="T33" fmla="*/ 108 h 119"/>
                  <a:gd name="T34" fmla="*/ 6 w 192"/>
                  <a:gd name="T35" fmla="*/ 119 h 119"/>
                  <a:gd name="T36" fmla="*/ 0 w 192"/>
                  <a:gd name="T37" fmla="*/ 92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2"/>
                  <a:gd name="T58" fmla="*/ 0 h 119"/>
                  <a:gd name="T59" fmla="*/ 192 w 192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2" h="119">
                    <a:moveTo>
                      <a:pt x="0" y="92"/>
                    </a:moveTo>
                    <a:lnTo>
                      <a:pt x="22" y="83"/>
                    </a:lnTo>
                    <a:lnTo>
                      <a:pt x="47" y="73"/>
                    </a:lnTo>
                    <a:lnTo>
                      <a:pt x="69" y="62"/>
                    </a:lnTo>
                    <a:lnTo>
                      <a:pt x="90" y="53"/>
                    </a:lnTo>
                    <a:lnTo>
                      <a:pt x="112" y="40"/>
                    </a:lnTo>
                    <a:lnTo>
                      <a:pt x="135" y="27"/>
                    </a:lnTo>
                    <a:lnTo>
                      <a:pt x="157" y="14"/>
                    </a:lnTo>
                    <a:lnTo>
                      <a:pt x="178" y="0"/>
                    </a:lnTo>
                    <a:lnTo>
                      <a:pt x="192" y="23"/>
                    </a:lnTo>
                    <a:lnTo>
                      <a:pt x="170" y="38"/>
                    </a:lnTo>
                    <a:lnTo>
                      <a:pt x="147" y="52"/>
                    </a:lnTo>
                    <a:lnTo>
                      <a:pt x="123" y="63"/>
                    </a:lnTo>
                    <a:lnTo>
                      <a:pt x="100" y="77"/>
                    </a:lnTo>
                    <a:lnTo>
                      <a:pt x="76" y="89"/>
                    </a:lnTo>
                    <a:lnTo>
                      <a:pt x="52" y="99"/>
                    </a:lnTo>
                    <a:lnTo>
                      <a:pt x="30" y="108"/>
                    </a:lnTo>
                    <a:lnTo>
                      <a:pt x="6" y="119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1" name="Freeform 75"/>
              <p:cNvSpPr>
                <a:spLocks/>
              </p:cNvSpPr>
              <p:nvPr/>
            </p:nvSpPr>
            <p:spPr bwMode="auto">
              <a:xfrm>
                <a:off x="3513" y="3212"/>
                <a:ext cx="22" cy="32"/>
              </a:xfrm>
              <a:custGeom>
                <a:avLst/>
                <a:gdLst>
                  <a:gd name="T0" fmla="*/ 22 w 22"/>
                  <a:gd name="T1" fmla="*/ 26 h 32"/>
                  <a:gd name="T2" fmla="*/ 5 w 22"/>
                  <a:gd name="T3" fmla="*/ 32 h 32"/>
                  <a:gd name="T4" fmla="*/ 0 w 22"/>
                  <a:gd name="T5" fmla="*/ 7 h 32"/>
                  <a:gd name="T6" fmla="*/ 16 w 22"/>
                  <a:gd name="T7" fmla="*/ 0 h 32"/>
                  <a:gd name="T8" fmla="*/ 22 w 22"/>
                  <a:gd name="T9" fmla="*/ 2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2"/>
                  <a:gd name="T17" fmla="*/ 22 w 2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2">
                    <a:moveTo>
                      <a:pt x="22" y="26"/>
                    </a:moveTo>
                    <a:lnTo>
                      <a:pt x="5" y="32"/>
                    </a:lnTo>
                    <a:lnTo>
                      <a:pt x="0" y="7"/>
                    </a:lnTo>
                    <a:lnTo>
                      <a:pt x="16" y="0"/>
                    </a:lnTo>
                    <a:lnTo>
                      <a:pt x="22" y="2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2" name="Freeform 76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3" name="Freeform 77"/>
              <p:cNvSpPr>
                <a:spLocks/>
              </p:cNvSpPr>
              <p:nvPr/>
            </p:nvSpPr>
            <p:spPr bwMode="auto">
              <a:xfrm>
                <a:off x="3816" y="2905"/>
                <a:ext cx="167" cy="105"/>
              </a:xfrm>
              <a:custGeom>
                <a:avLst/>
                <a:gdLst>
                  <a:gd name="T0" fmla="*/ 139 w 167"/>
                  <a:gd name="T1" fmla="*/ 17 h 105"/>
                  <a:gd name="T2" fmla="*/ 152 w 167"/>
                  <a:gd name="T3" fmla="*/ 24 h 105"/>
                  <a:gd name="T4" fmla="*/ 7 w 167"/>
                  <a:gd name="T5" fmla="*/ 105 h 105"/>
                  <a:gd name="T6" fmla="*/ 0 w 167"/>
                  <a:gd name="T7" fmla="*/ 91 h 105"/>
                  <a:gd name="T8" fmla="*/ 146 w 167"/>
                  <a:gd name="T9" fmla="*/ 10 h 105"/>
                  <a:gd name="T10" fmla="*/ 156 w 167"/>
                  <a:gd name="T11" fmla="*/ 19 h 105"/>
                  <a:gd name="T12" fmla="*/ 146 w 167"/>
                  <a:gd name="T13" fmla="*/ 10 h 105"/>
                  <a:gd name="T14" fmla="*/ 167 w 167"/>
                  <a:gd name="T15" fmla="*/ 0 h 105"/>
                  <a:gd name="T16" fmla="*/ 156 w 167"/>
                  <a:gd name="T17" fmla="*/ 19 h 105"/>
                  <a:gd name="T18" fmla="*/ 139 w 167"/>
                  <a:gd name="T19" fmla="*/ 1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105"/>
                  <a:gd name="T32" fmla="*/ 167 w 167"/>
                  <a:gd name="T33" fmla="*/ 105 h 10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105">
                    <a:moveTo>
                      <a:pt x="139" y="17"/>
                    </a:moveTo>
                    <a:lnTo>
                      <a:pt x="152" y="24"/>
                    </a:lnTo>
                    <a:lnTo>
                      <a:pt x="7" y="105"/>
                    </a:lnTo>
                    <a:lnTo>
                      <a:pt x="0" y="91"/>
                    </a:lnTo>
                    <a:lnTo>
                      <a:pt x="146" y="10"/>
                    </a:lnTo>
                    <a:lnTo>
                      <a:pt x="156" y="19"/>
                    </a:lnTo>
                    <a:lnTo>
                      <a:pt x="146" y="10"/>
                    </a:lnTo>
                    <a:lnTo>
                      <a:pt x="167" y="0"/>
                    </a:lnTo>
                    <a:lnTo>
                      <a:pt x="156" y="19"/>
                    </a:lnTo>
                    <a:lnTo>
                      <a:pt x="13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4" name="Freeform 78"/>
              <p:cNvSpPr>
                <a:spLocks/>
              </p:cNvSpPr>
              <p:nvPr/>
            </p:nvSpPr>
            <p:spPr bwMode="auto">
              <a:xfrm>
                <a:off x="3890" y="2917"/>
                <a:ext cx="83" cy="149"/>
              </a:xfrm>
              <a:custGeom>
                <a:avLst/>
                <a:gdLst>
                  <a:gd name="T0" fmla="*/ 17 w 83"/>
                  <a:gd name="T1" fmla="*/ 129 h 149"/>
                  <a:gd name="T2" fmla="*/ 0 w 83"/>
                  <a:gd name="T3" fmla="*/ 134 h 149"/>
                  <a:gd name="T4" fmla="*/ 66 w 83"/>
                  <a:gd name="T5" fmla="*/ 0 h 149"/>
                  <a:gd name="T6" fmla="*/ 83 w 83"/>
                  <a:gd name="T7" fmla="*/ 3 h 149"/>
                  <a:gd name="T8" fmla="*/ 18 w 83"/>
                  <a:gd name="T9" fmla="*/ 136 h 149"/>
                  <a:gd name="T10" fmla="*/ 2 w 83"/>
                  <a:gd name="T11" fmla="*/ 143 h 149"/>
                  <a:gd name="T12" fmla="*/ 18 w 83"/>
                  <a:gd name="T13" fmla="*/ 136 h 149"/>
                  <a:gd name="T14" fmla="*/ 13 w 83"/>
                  <a:gd name="T15" fmla="*/ 149 h 149"/>
                  <a:gd name="T16" fmla="*/ 2 w 83"/>
                  <a:gd name="T17" fmla="*/ 143 h 149"/>
                  <a:gd name="T18" fmla="*/ 17 w 83"/>
                  <a:gd name="T19" fmla="*/ 129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9"/>
                  <a:gd name="T32" fmla="*/ 83 w 83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9">
                    <a:moveTo>
                      <a:pt x="17" y="129"/>
                    </a:moveTo>
                    <a:lnTo>
                      <a:pt x="0" y="134"/>
                    </a:lnTo>
                    <a:lnTo>
                      <a:pt x="66" y="0"/>
                    </a:lnTo>
                    <a:lnTo>
                      <a:pt x="83" y="3"/>
                    </a:lnTo>
                    <a:lnTo>
                      <a:pt x="18" y="136"/>
                    </a:lnTo>
                    <a:lnTo>
                      <a:pt x="2" y="143"/>
                    </a:lnTo>
                    <a:lnTo>
                      <a:pt x="18" y="136"/>
                    </a:lnTo>
                    <a:lnTo>
                      <a:pt x="13" y="149"/>
                    </a:lnTo>
                    <a:lnTo>
                      <a:pt x="2" y="143"/>
                    </a:lnTo>
                    <a:lnTo>
                      <a:pt x="17" y="1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5" name="Freeform 79"/>
              <p:cNvSpPr>
                <a:spLocks/>
              </p:cNvSpPr>
              <p:nvPr/>
            </p:nvSpPr>
            <p:spPr bwMode="auto">
              <a:xfrm>
                <a:off x="3800" y="2993"/>
                <a:ext cx="104" cy="65"/>
              </a:xfrm>
              <a:custGeom>
                <a:avLst/>
                <a:gdLst>
                  <a:gd name="T0" fmla="*/ 21 w 104"/>
                  <a:gd name="T1" fmla="*/ 14 h 65"/>
                  <a:gd name="T2" fmla="*/ 24 w 104"/>
                  <a:gd name="T3" fmla="*/ 0 h 65"/>
                  <a:gd name="T4" fmla="*/ 104 w 104"/>
                  <a:gd name="T5" fmla="*/ 52 h 65"/>
                  <a:gd name="T6" fmla="*/ 89 w 104"/>
                  <a:gd name="T7" fmla="*/ 65 h 65"/>
                  <a:gd name="T8" fmla="*/ 11 w 104"/>
                  <a:gd name="T9" fmla="*/ 14 h 65"/>
                  <a:gd name="T10" fmla="*/ 14 w 104"/>
                  <a:gd name="T11" fmla="*/ 0 h 65"/>
                  <a:gd name="T12" fmla="*/ 11 w 104"/>
                  <a:gd name="T13" fmla="*/ 14 h 65"/>
                  <a:gd name="T14" fmla="*/ 0 w 104"/>
                  <a:gd name="T15" fmla="*/ 8 h 65"/>
                  <a:gd name="T16" fmla="*/ 14 w 104"/>
                  <a:gd name="T17" fmla="*/ 0 h 65"/>
                  <a:gd name="T18" fmla="*/ 21 w 104"/>
                  <a:gd name="T19" fmla="*/ 1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4"/>
                  <a:gd name="T31" fmla="*/ 0 h 65"/>
                  <a:gd name="T32" fmla="*/ 104 w 104"/>
                  <a:gd name="T33" fmla="*/ 65 h 6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4" h="65">
                    <a:moveTo>
                      <a:pt x="21" y="14"/>
                    </a:moveTo>
                    <a:lnTo>
                      <a:pt x="24" y="0"/>
                    </a:lnTo>
                    <a:lnTo>
                      <a:pt x="104" y="52"/>
                    </a:lnTo>
                    <a:lnTo>
                      <a:pt x="89" y="65"/>
                    </a:lnTo>
                    <a:lnTo>
                      <a:pt x="11" y="14"/>
                    </a:lnTo>
                    <a:lnTo>
                      <a:pt x="14" y="0"/>
                    </a:lnTo>
                    <a:lnTo>
                      <a:pt x="11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6" name="Freeform 80"/>
              <p:cNvSpPr>
                <a:spLocks/>
              </p:cNvSpPr>
              <p:nvPr/>
            </p:nvSpPr>
            <p:spPr bwMode="auto">
              <a:xfrm>
                <a:off x="3902" y="2948"/>
                <a:ext cx="45" cy="31"/>
              </a:xfrm>
              <a:custGeom>
                <a:avLst/>
                <a:gdLst>
                  <a:gd name="T0" fmla="*/ 0 w 45"/>
                  <a:gd name="T1" fmla="*/ 15 h 31"/>
                  <a:gd name="T2" fmla="*/ 15 w 45"/>
                  <a:gd name="T3" fmla="*/ 0 h 31"/>
                  <a:gd name="T4" fmla="*/ 45 w 45"/>
                  <a:gd name="T5" fmla="*/ 15 h 31"/>
                  <a:gd name="T6" fmla="*/ 30 w 45"/>
                  <a:gd name="T7" fmla="*/ 31 h 31"/>
                  <a:gd name="T8" fmla="*/ 0 w 45"/>
                  <a:gd name="T9" fmla="*/ 1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1"/>
                  <a:gd name="T17" fmla="*/ 45 w 4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1">
                    <a:moveTo>
                      <a:pt x="0" y="15"/>
                    </a:moveTo>
                    <a:lnTo>
                      <a:pt x="15" y="0"/>
                    </a:lnTo>
                    <a:lnTo>
                      <a:pt x="45" y="15"/>
                    </a:lnTo>
                    <a:lnTo>
                      <a:pt x="30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7" name="Freeform 81"/>
              <p:cNvSpPr>
                <a:spLocks/>
              </p:cNvSpPr>
              <p:nvPr/>
            </p:nvSpPr>
            <p:spPr bwMode="auto">
              <a:xfrm>
                <a:off x="3739" y="2962"/>
                <a:ext cx="192" cy="164"/>
              </a:xfrm>
              <a:custGeom>
                <a:avLst/>
                <a:gdLst>
                  <a:gd name="T0" fmla="*/ 0 w 192"/>
                  <a:gd name="T1" fmla="*/ 138 h 164"/>
                  <a:gd name="T2" fmla="*/ 0 w 192"/>
                  <a:gd name="T3" fmla="*/ 138 h 164"/>
                  <a:gd name="T4" fmla="*/ 24 w 192"/>
                  <a:gd name="T5" fmla="*/ 121 h 164"/>
                  <a:gd name="T6" fmla="*/ 45 w 192"/>
                  <a:gd name="T7" fmla="*/ 106 h 164"/>
                  <a:gd name="T8" fmla="*/ 68 w 192"/>
                  <a:gd name="T9" fmla="*/ 89 h 164"/>
                  <a:gd name="T10" fmla="*/ 88 w 192"/>
                  <a:gd name="T11" fmla="*/ 72 h 164"/>
                  <a:gd name="T12" fmla="*/ 106 w 192"/>
                  <a:gd name="T13" fmla="*/ 55 h 164"/>
                  <a:gd name="T14" fmla="*/ 125 w 192"/>
                  <a:gd name="T15" fmla="*/ 39 h 164"/>
                  <a:gd name="T16" fmla="*/ 145 w 192"/>
                  <a:gd name="T17" fmla="*/ 21 h 164"/>
                  <a:gd name="T18" fmla="*/ 161 w 192"/>
                  <a:gd name="T19" fmla="*/ 0 h 164"/>
                  <a:gd name="T20" fmla="*/ 192 w 192"/>
                  <a:gd name="T21" fmla="*/ 17 h 164"/>
                  <a:gd name="T22" fmla="*/ 171 w 192"/>
                  <a:gd name="T23" fmla="*/ 38 h 164"/>
                  <a:gd name="T24" fmla="*/ 152 w 192"/>
                  <a:gd name="T25" fmla="*/ 58 h 164"/>
                  <a:gd name="T26" fmla="*/ 132 w 192"/>
                  <a:gd name="T27" fmla="*/ 75 h 164"/>
                  <a:gd name="T28" fmla="*/ 112 w 192"/>
                  <a:gd name="T29" fmla="*/ 94 h 164"/>
                  <a:gd name="T30" fmla="*/ 90 w 192"/>
                  <a:gd name="T31" fmla="*/ 111 h 164"/>
                  <a:gd name="T32" fmla="*/ 68 w 192"/>
                  <a:gd name="T33" fmla="*/ 130 h 164"/>
                  <a:gd name="T34" fmla="*/ 43 w 192"/>
                  <a:gd name="T35" fmla="*/ 146 h 164"/>
                  <a:gd name="T36" fmla="*/ 19 w 192"/>
                  <a:gd name="T37" fmla="*/ 164 h 164"/>
                  <a:gd name="T38" fmla="*/ 0 w 192"/>
                  <a:gd name="T39" fmla="*/ 138 h 1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2"/>
                  <a:gd name="T61" fmla="*/ 0 h 164"/>
                  <a:gd name="T62" fmla="*/ 192 w 192"/>
                  <a:gd name="T63" fmla="*/ 164 h 16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2" h="164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1"/>
                    </a:lnTo>
                    <a:lnTo>
                      <a:pt x="45" y="106"/>
                    </a:lnTo>
                    <a:lnTo>
                      <a:pt x="68" y="89"/>
                    </a:lnTo>
                    <a:lnTo>
                      <a:pt x="88" y="72"/>
                    </a:lnTo>
                    <a:lnTo>
                      <a:pt x="106" y="55"/>
                    </a:lnTo>
                    <a:lnTo>
                      <a:pt x="125" y="39"/>
                    </a:lnTo>
                    <a:lnTo>
                      <a:pt x="145" y="21"/>
                    </a:lnTo>
                    <a:lnTo>
                      <a:pt x="161" y="0"/>
                    </a:lnTo>
                    <a:lnTo>
                      <a:pt x="192" y="17"/>
                    </a:lnTo>
                    <a:lnTo>
                      <a:pt x="171" y="38"/>
                    </a:lnTo>
                    <a:lnTo>
                      <a:pt x="152" y="58"/>
                    </a:lnTo>
                    <a:lnTo>
                      <a:pt x="132" y="75"/>
                    </a:lnTo>
                    <a:lnTo>
                      <a:pt x="112" y="94"/>
                    </a:lnTo>
                    <a:lnTo>
                      <a:pt x="90" y="111"/>
                    </a:lnTo>
                    <a:lnTo>
                      <a:pt x="68" y="130"/>
                    </a:lnTo>
                    <a:lnTo>
                      <a:pt x="43" y="146"/>
                    </a:lnTo>
                    <a:lnTo>
                      <a:pt x="19" y="164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8" name="Freeform 82"/>
              <p:cNvSpPr>
                <a:spLocks/>
              </p:cNvSpPr>
              <p:nvPr/>
            </p:nvSpPr>
            <p:spPr bwMode="auto">
              <a:xfrm>
                <a:off x="3559" y="3100"/>
                <a:ext cx="193" cy="128"/>
              </a:xfrm>
              <a:custGeom>
                <a:avLst/>
                <a:gdLst>
                  <a:gd name="T0" fmla="*/ 0 w 193"/>
                  <a:gd name="T1" fmla="*/ 98 h 128"/>
                  <a:gd name="T2" fmla="*/ 22 w 193"/>
                  <a:gd name="T3" fmla="*/ 87 h 128"/>
                  <a:gd name="T4" fmla="*/ 45 w 193"/>
                  <a:gd name="T5" fmla="*/ 77 h 128"/>
                  <a:gd name="T6" fmla="*/ 66 w 193"/>
                  <a:gd name="T7" fmla="*/ 65 h 128"/>
                  <a:gd name="T8" fmla="*/ 90 w 193"/>
                  <a:gd name="T9" fmla="*/ 54 h 128"/>
                  <a:gd name="T10" fmla="*/ 111 w 193"/>
                  <a:gd name="T11" fmla="*/ 42 h 128"/>
                  <a:gd name="T12" fmla="*/ 132 w 193"/>
                  <a:gd name="T13" fmla="*/ 28 h 128"/>
                  <a:gd name="T14" fmla="*/ 154 w 193"/>
                  <a:gd name="T15" fmla="*/ 13 h 128"/>
                  <a:gd name="T16" fmla="*/ 175 w 193"/>
                  <a:gd name="T17" fmla="*/ 0 h 128"/>
                  <a:gd name="T18" fmla="*/ 193 w 193"/>
                  <a:gd name="T19" fmla="*/ 25 h 128"/>
                  <a:gd name="T20" fmla="*/ 172 w 193"/>
                  <a:gd name="T21" fmla="*/ 41 h 128"/>
                  <a:gd name="T22" fmla="*/ 149 w 193"/>
                  <a:gd name="T23" fmla="*/ 56 h 128"/>
                  <a:gd name="T24" fmla="*/ 125 w 193"/>
                  <a:gd name="T25" fmla="*/ 68 h 128"/>
                  <a:gd name="T26" fmla="*/ 102 w 193"/>
                  <a:gd name="T27" fmla="*/ 82 h 128"/>
                  <a:gd name="T28" fmla="*/ 80 w 193"/>
                  <a:gd name="T29" fmla="*/ 94 h 128"/>
                  <a:gd name="T30" fmla="*/ 56 w 193"/>
                  <a:gd name="T31" fmla="*/ 107 h 128"/>
                  <a:gd name="T32" fmla="*/ 33 w 193"/>
                  <a:gd name="T33" fmla="*/ 119 h 128"/>
                  <a:gd name="T34" fmla="*/ 8 w 193"/>
                  <a:gd name="T35" fmla="*/ 128 h 128"/>
                  <a:gd name="T36" fmla="*/ 0 w 193"/>
                  <a:gd name="T37" fmla="*/ 98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28"/>
                  <a:gd name="T59" fmla="*/ 193 w 193"/>
                  <a:gd name="T60" fmla="*/ 128 h 1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28">
                    <a:moveTo>
                      <a:pt x="0" y="98"/>
                    </a:moveTo>
                    <a:lnTo>
                      <a:pt x="22" y="87"/>
                    </a:lnTo>
                    <a:lnTo>
                      <a:pt x="45" y="77"/>
                    </a:lnTo>
                    <a:lnTo>
                      <a:pt x="66" y="65"/>
                    </a:lnTo>
                    <a:lnTo>
                      <a:pt x="90" y="54"/>
                    </a:lnTo>
                    <a:lnTo>
                      <a:pt x="111" y="42"/>
                    </a:lnTo>
                    <a:lnTo>
                      <a:pt x="132" y="28"/>
                    </a:lnTo>
                    <a:lnTo>
                      <a:pt x="154" y="13"/>
                    </a:lnTo>
                    <a:lnTo>
                      <a:pt x="175" y="0"/>
                    </a:lnTo>
                    <a:lnTo>
                      <a:pt x="193" y="25"/>
                    </a:lnTo>
                    <a:lnTo>
                      <a:pt x="172" y="41"/>
                    </a:lnTo>
                    <a:lnTo>
                      <a:pt x="149" y="56"/>
                    </a:lnTo>
                    <a:lnTo>
                      <a:pt x="125" y="68"/>
                    </a:lnTo>
                    <a:lnTo>
                      <a:pt x="102" y="82"/>
                    </a:lnTo>
                    <a:lnTo>
                      <a:pt x="80" y="94"/>
                    </a:lnTo>
                    <a:lnTo>
                      <a:pt x="56" y="107"/>
                    </a:lnTo>
                    <a:lnTo>
                      <a:pt x="33" y="119"/>
                    </a:lnTo>
                    <a:lnTo>
                      <a:pt x="8" y="12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79" name="Freeform 83"/>
              <p:cNvSpPr>
                <a:spLocks/>
              </p:cNvSpPr>
              <p:nvPr/>
            </p:nvSpPr>
            <p:spPr bwMode="auto">
              <a:xfrm>
                <a:off x="3540" y="3196"/>
                <a:ext cx="28" cy="40"/>
              </a:xfrm>
              <a:custGeom>
                <a:avLst/>
                <a:gdLst>
                  <a:gd name="T0" fmla="*/ 28 w 28"/>
                  <a:gd name="T1" fmla="*/ 31 h 40"/>
                  <a:gd name="T2" fmla="*/ 8 w 28"/>
                  <a:gd name="T3" fmla="*/ 40 h 40"/>
                  <a:gd name="T4" fmla="*/ 0 w 28"/>
                  <a:gd name="T5" fmla="*/ 9 h 40"/>
                  <a:gd name="T6" fmla="*/ 19 w 28"/>
                  <a:gd name="T7" fmla="*/ 0 h 40"/>
                  <a:gd name="T8" fmla="*/ 28 w 28"/>
                  <a:gd name="T9" fmla="*/ 3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0"/>
                  <a:gd name="T17" fmla="*/ 28 w 2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0">
                    <a:moveTo>
                      <a:pt x="28" y="31"/>
                    </a:moveTo>
                    <a:lnTo>
                      <a:pt x="8" y="40"/>
                    </a:lnTo>
                    <a:lnTo>
                      <a:pt x="0" y="9"/>
                    </a:lnTo>
                    <a:lnTo>
                      <a:pt x="19" y="0"/>
                    </a:lnTo>
                    <a:lnTo>
                      <a:pt x="28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0" name="Freeform 84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1" name="Freeform 85"/>
              <p:cNvSpPr>
                <a:spLocks/>
              </p:cNvSpPr>
              <p:nvPr/>
            </p:nvSpPr>
            <p:spPr bwMode="auto">
              <a:xfrm>
                <a:off x="3814" y="2909"/>
                <a:ext cx="159" cy="97"/>
              </a:xfrm>
              <a:custGeom>
                <a:avLst/>
                <a:gdLst>
                  <a:gd name="T0" fmla="*/ 143 w 159"/>
                  <a:gd name="T1" fmla="*/ 11 h 97"/>
                  <a:gd name="T2" fmla="*/ 150 w 159"/>
                  <a:gd name="T3" fmla="*/ 15 h 97"/>
                  <a:gd name="T4" fmla="*/ 6 w 159"/>
                  <a:gd name="T5" fmla="*/ 97 h 97"/>
                  <a:gd name="T6" fmla="*/ 0 w 159"/>
                  <a:gd name="T7" fmla="*/ 90 h 97"/>
                  <a:gd name="T8" fmla="*/ 146 w 159"/>
                  <a:gd name="T9" fmla="*/ 8 h 97"/>
                  <a:gd name="T10" fmla="*/ 153 w 159"/>
                  <a:gd name="T11" fmla="*/ 11 h 97"/>
                  <a:gd name="T12" fmla="*/ 146 w 159"/>
                  <a:gd name="T13" fmla="*/ 8 h 97"/>
                  <a:gd name="T14" fmla="*/ 159 w 159"/>
                  <a:gd name="T15" fmla="*/ 0 h 97"/>
                  <a:gd name="T16" fmla="*/ 153 w 159"/>
                  <a:gd name="T17" fmla="*/ 11 h 97"/>
                  <a:gd name="T18" fmla="*/ 143 w 159"/>
                  <a:gd name="T19" fmla="*/ 11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9"/>
                  <a:gd name="T31" fmla="*/ 0 h 97"/>
                  <a:gd name="T32" fmla="*/ 159 w 159"/>
                  <a:gd name="T33" fmla="*/ 97 h 9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9" h="97">
                    <a:moveTo>
                      <a:pt x="143" y="11"/>
                    </a:moveTo>
                    <a:lnTo>
                      <a:pt x="150" y="15"/>
                    </a:lnTo>
                    <a:lnTo>
                      <a:pt x="6" y="97"/>
                    </a:lnTo>
                    <a:lnTo>
                      <a:pt x="0" y="90"/>
                    </a:lnTo>
                    <a:lnTo>
                      <a:pt x="146" y="8"/>
                    </a:lnTo>
                    <a:lnTo>
                      <a:pt x="153" y="11"/>
                    </a:lnTo>
                    <a:lnTo>
                      <a:pt x="146" y="8"/>
                    </a:lnTo>
                    <a:lnTo>
                      <a:pt x="159" y="0"/>
                    </a:lnTo>
                    <a:lnTo>
                      <a:pt x="153" y="11"/>
                    </a:lnTo>
                    <a:lnTo>
                      <a:pt x="143" y="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2" name="Freeform 86"/>
              <p:cNvSpPr>
                <a:spLocks/>
              </p:cNvSpPr>
              <p:nvPr/>
            </p:nvSpPr>
            <p:spPr bwMode="auto">
              <a:xfrm>
                <a:off x="3893" y="2920"/>
                <a:ext cx="75" cy="140"/>
              </a:xfrm>
              <a:custGeom>
                <a:avLst/>
                <a:gdLst>
                  <a:gd name="T0" fmla="*/ 10 w 75"/>
                  <a:gd name="T1" fmla="*/ 127 h 140"/>
                  <a:gd name="T2" fmla="*/ 0 w 75"/>
                  <a:gd name="T3" fmla="*/ 131 h 140"/>
                  <a:gd name="T4" fmla="*/ 67 w 75"/>
                  <a:gd name="T5" fmla="*/ 0 h 140"/>
                  <a:gd name="T6" fmla="*/ 75 w 75"/>
                  <a:gd name="T7" fmla="*/ 1 h 140"/>
                  <a:gd name="T8" fmla="*/ 11 w 75"/>
                  <a:gd name="T9" fmla="*/ 133 h 140"/>
                  <a:gd name="T10" fmla="*/ 1 w 75"/>
                  <a:gd name="T11" fmla="*/ 136 h 140"/>
                  <a:gd name="T12" fmla="*/ 11 w 75"/>
                  <a:gd name="T13" fmla="*/ 133 h 140"/>
                  <a:gd name="T14" fmla="*/ 7 w 75"/>
                  <a:gd name="T15" fmla="*/ 140 h 140"/>
                  <a:gd name="T16" fmla="*/ 1 w 75"/>
                  <a:gd name="T17" fmla="*/ 136 h 140"/>
                  <a:gd name="T18" fmla="*/ 10 w 75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140"/>
                  <a:gd name="T32" fmla="*/ 75 w 75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140">
                    <a:moveTo>
                      <a:pt x="10" y="127"/>
                    </a:moveTo>
                    <a:lnTo>
                      <a:pt x="0" y="131"/>
                    </a:lnTo>
                    <a:lnTo>
                      <a:pt x="67" y="0"/>
                    </a:lnTo>
                    <a:lnTo>
                      <a:pt x="75" y="1"/>
                    </a:lnTo>
                    <a:lnTo>
                      <a:pt x="11" y="133"/>
                    </a:lnTo>
                    <a:lnTo>
                      <a:pt x="1" y="136"/>
                    </a:lnTo>
                    <a:lnTo>
                      <a:pt x="11" y="133"/>
                    </a:lnTo>
                    <a:lnTo>
                      <a:pt x="7" y="140"/>
                    </a:lnTo>
                    <a:lnTo>
                      <a:pt x="1" y="136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3" name="Freeform 87"/>
              <p:cNvSpPr>
                <a:spLocks/>
              </p:cNvSpPr>
              <p:nvPr/>
            </p:nvSpPr>
            <p:spPr bwMode="auto">
              <a:xfrm>
                <a:off x="3807" y="2996"/>
                <a:ext cx="94" cy="60"/>
              </a:xfrm>
              <a:custGeom>
                <a:avLst/>
                <a:gdLst>
                  <a:gd name="T0" fmla="*/ 11 w 94"/>
                  <a:gd name="T1" fmla="*/ 8 h 60"/>
                  <a:gd name="T2" fmla="*/ 14 w 94"/>
                  <a:gd name="T3" fmla="*/ 0 h 60"/>
                  <a:gd name="T4" fmla="*/ 94 w 94"/>
                  <a:gd name="T5" fmla="*/ 52 h 60"/>
                  <a:gd name="T6" fmla="*/ 85 w 94"/>
                  <a:gd name="T7" fmla="*/ 60 h 60"/>
                  <a:gd name="T8" fmla="*/ 4 w 94"/>
                  <a:gd name="T9" fmla="*/ 9 h 60"/>
                  <a:gd name="T10" fmla="*/ 6 w 94"/>
                  <a:gd name="T11" fmla="*/ 2 h 60"/>
                  <a:gd name="T12" fmla="*/ 4 w 94"/>
                  <a:gd name="T13" fmla="*/ 9 h 60"/>
                  <a:gd name="T14" fmla="*/ 0 w 94"/>
                  <a:gd name="T15" fmla="*/ 6 h 60"/>
                  <a:gd name="T16" fmla="*/ 6 w 94"/>
                  <a:gd name="T17" fmla="*/ 2 h 60"/>
                  <a:gd name="T18" fmla="*/ 11 w 94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0"/>
                  <a:gd name="T32" fmla="*/ 94 w 94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0">
                    <a:moveTo>
                      <a:pt x="11" y="8"/>
                    </a:moveTo>
                    <a:lnTo>
                      <a:pt x="14" y="0"/>
                    </a:lnTo>
                    <a:lnTo>
                      <a:pt x="94" y="52"/>
                    </a:lnTo>
                    <a:lnTo>
                      <a:pt x="85" y="60"/>
                    </a:lnTo>
                    <a:lnTo>
                      <a:pt x="4" y="9"/>
                    </a:lnTo>
                    <a:lnTo>
                      <a:pt x="6" y="2"/>
                    </a:lnTo>
                    <a:lnTo>
                      <a:pt x="4" y="9"/>
                    </a:lnTo>
                    <a:lnTo>
                      <a:pt x="0" y="6"/>
                    </a:lnTo>
                    <a:lnTo>
                      <a:pt x="6" y="2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4" name="Freeform 88"/>
              <p:cNvSpPr>
                <a:spLocks/>
              </p:cNvSpPr>
              <p:nvPr/>
            </p:nvSpPr>
            <p:spPr bwMode="auto">
              <a:xfrm>
                <a:off x="3904" y="2952"/>
                <a:ext cx="37" cy="27"/>
              </a:xfrm>
              <a:custGeom>
                <a:avLst/>
                <a:gdLst>
                  <a:gd name="T0" fmla="*/ 0 w 37"/>
                  <a:gd name="T1" fmla="*/ 13 h 27"/>
                  <a:gd name="T2" fmla="*/ 13 w 37"/>
                  <a:gd name="T3" fmla="*/ 0 h 27"/>
                  <a:gd name="T4" fmla="*/ 37 w 37"/>
                  <a:gd name="T5" fmla="*/ 13 h 27"/>
                  <a:gd name="T6" fmla="*/ 25 w 37"/>
                  <a:gd name="T7" fmla="*/ 27 h 27"/>
                  <a:gd name="T8" fmla="*/ 0 w 37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7"/>
                  <a:gd name="T17" fmla="*/ 37 w 37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7">
                    <a:moveTo>
                      <a:pt x="0" y="13"/>
                    </a:moveTo>
                    <a:lnTo>
                      <a:pt x="13" y="0"/>
                    </a:lnTo>
                    <a:lnTo>
                      <a:pt x="37" y="13"/>
                    </a:lnTo>
                    <a:lnTo>
                      <a:pt x="25" y="2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5" name="Freeform 89"/>
              <p:cNvSpPr>
                <a:spLocks/>
              </p:cNvSpPr>
              <p:nvPr/>
            </p:nvSpPr>
            <p:spPr bwMode="auto">
              <a:xfrm>
                <a:off x="3743" y="2964"/>
                <a:ext cx="187" cy="160"/>
              </a:xfrm>
              <a:custGeom>
                <a:avLst/>
                <a:gdLst>
                  <a:gd name="T0" fmla="*/ 0 w 187"/>
                  <a:gd name="T1" fmla="*/ 138 h 160"/>
                  <a:gd name="T2" fmla="*/ 0 w 187"/>
                  <a:gd name="T3" fmla="*/ 138 h 160"/>
                  <a:gd name="T4" fmla="*/ 23 w 187"/>
                  <a:gd name="T5" fmla="*/ 121 h 160"/>
                  <a:gd name="T6" fmla="*/ 47 w 187"/>
                  <a:gd name="T7" fmla="*/ 106 h 160"/>
                  <a:gd name="T8" fmla="*/ 66 w 187"/>
                  <a:gd name="T9" fmla="*/ 89 h 160"/>
                  <a:gd name="T10" fmla="*/ 88 w 187"/>
                  <a:gd name="T11" fmla="*/ 72 h 160"/>
                  <a:gd name="T12" fmla="*/ 108 w 187"/>
                  <a:gd name="T13" fmla="*/ 56 h 160"/>
                  <a:gd name="T14" fmla="*/ 126 w 187"/>
                  <a:gd name="T15" fmla="*/ 39 h 160"/>
                  <a:gd name="T16" fmla="*/ 145 w 187"/>
                  <a:gd name="T17" fmla="*/ 20 h 160"/>
                  <a:gd name="T18" fmla="*/ 163 w 187"/>
                  <a:gd name="T19" fmla="*/ 0 h 160"/>
                  <a:gd name="T20" fmla="*/ 187 w 187"/>
                  <a:gd name="T21" fmla="*/ 13 h 160"/>
                  <a:gd name="T22" fmla="*/ 167 w 187"/>
                  <a:gd name="T23" fmla="*/ 35 h 160"/>
                  <a:gd name="T24" fmla="*/ 148 w 187"/>
                  <a:gd name="T25" fmla="*/ 54 h 160"/>
                  <a:gd name="T26" fmla="*/ 128 w 187"/>
                  <a:gd name="T27" fmla="*/ 72 h 160"/>
                  <a:gd name="T28" fmla="*/ 106 w 187"/>
                  <a:gd name="T29" fmla="*/ 90 h 160"/>
                  <a:gd name="T30" fmla="*/ 85 w 187"/>
                  <a:gd name="T31" fmla="*/ 108 h 160"/>
                  <a:gd name="T32" fmla="*/ 64 w 187"/>
                  <a:gd name="T33" fmla="*/ 124 h 160"/>
                  <a:gd name="T34" fmla="*/ 40 w 187"/>
                  <a:gd name="T35" fmla="*/ 141 h 160"/>
                  <a:gd name="T36" fmla="*/ 15 w 187"/>
                  <a:gd name="T37" fmla="*/ 160 h 160"/>
                  <a:gd name="T38" fmla="*/ 0 w 187"/>
                  <a:gd name="T39" fmla="*/ 138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7"/>
                  <a:gd name="T61" fmla="*/ 0 h 160"/>
                  <a:gd name="T62" fmla="*/ 187 w 187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7" h="160">
                    <a:moveTo>
                      <a:pt x="0" y="138"/>
                    </a:moveTo>
                    <a:lnTo>
                      <a:pt x="0" y="138"/>
                    </a:lnTo>
                    <a:lnTo>
                      <a:pt x="23" y="121"/>
                    </a:lnTo>
                    <a:lnTo>
                      <a:pt x="47" y="106"/>
                    </a:lnTo>
                    <a:lnTo>
                      <a:pt x="66" y="89"/>
                    </a:lnTo>
                    <a:lnTo>
                      <a:pt x="88" y="72"/>
                    </a:lnTo>
                    <a:lnTo>
                      <a:pt x="108" y="56"/>
                    </a:lnTo>
                    <a:lnTo>
                      <a:pt x="126" y="39"/>
                    </a:lnTo>
                    <a:lnTo>
                      <a:pt x="145" y="20"/>
                    </a:lnTo>
                    <a:lnTo>
                      <a:pt x="163" y="0"/>
                    </a:lnTo>
                    <a:lnTo>
                      <a:pt x="187" y="13"/>
                    </a:lnTo>
                    <a:lnTo>
                      <a:pt x="167" y="35"/>
                    </a:lnTo>
                    <a:lnTo>
                      <a:pt x="148" y="54"/>
                    </a:lnTo>
                    <a:lnTo>
                      <a:pt x="128" y="72"/>
                    </a:lnTo>
                    <a:lnTo>
                      <a:pt x="106" y="90"/>
                    </a:lnTo>
                    <a:lnTo>
                      <a:pt x="85" y="108"/>
                    </a:lnTo>
                    <a:lnTo>
                      <a:pt x="64" y="124"/>
                    </a:lnTo>
                    <a:lnTo>
                      <a:pt x="40" y="141"/>
                    </a:lnTo>
                    <a:lnTo>
                      <a:pt x="15" y="16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6" name="Freeform 90"/>
              <p:cNvSpPr>
                <a:spLocks/>
              </p:cNvSpPr>
              <p:nvPr/>
            </p:nvSpPr>
            <p:spPr bwMode="auto">
              <a:xfrm>
                <a:off x="3561" y="3101"/>
                <a:ext cx="191" cy="125"/>
              </a:xfrm>
              <a:custGeom>
                <a:avLst/>
                <a:gdLst>
                  <a:gd name="T0" fmla="*/ 0 w 191"/>
                  <a:gd name="T1" fmla="*/ 100 h 125"/>
                  <a:gd name="T2" fmla="*/ 22 w 191"/>
                  <a:gd name="T3" fmla="*/ 89 h 125"/>
                  <a:gd name="T4" fmla="*/ 45 w 191"/>
                  <a:gd name="T5" fmla="*/ 78 h 125"/>
                  <a:gd name="T6" fmla="*/ 67 w 191"/>
                  <a:gd name="T7" fmla="*/ 66 h 125"/>
                  <a:gd name="T8" fmla="*/ 89 w 191"/>
                  <a:gd name="T9" fmla="*/ 56 h 125"/>
                  <a:gd name="T10" fmla="*/ 111 w 191"/>
                  <a:gd name="T11" fmla="*/ 42 h 125"/>
                  <a:gd name="T12" fmla="*/ 132 w 191"/>
                  <a:gd name="T13" fmla="*/ 30 h 125"/>
                  <a:gd name="T14" fmla="*/ 155 w 191"/>
                  <a:gd name="T15" fmla="*/ 15 h 125"/>
                  <a:gd name="T16" fmla="*/ 176 w 191"/>
                  <a:gd name="T17" fmla="*/ 0 h 125"/>
                  <a:gd name="T18" fmla="*/ 191 w 191"/>
                  <a:gd name="T19" fmla="*/ 22 h 125"/>
                  <a:gd name="T20" fmla="*/ 170 w 191"/>
                  <a:gd name="T21" fmla="*/ 36 h 125"/>
                  <a:gd name="T22" fmla="*/ 147 w 191"/>
                  <a:gd name="T23" fmla="*/ 51 h 125"/>
                  <a:gd name="T24" fmla="*/ 125 w 191"/>
                  <a:gd name="T25" fmla="*/ 64 h 125"/>
                  <a:gd name="T26" fmla="*/ 100 w 191"/>
                  <a:gd name="T27" fmla="*/ 78 h 125"/>
                  <a:gd name="T28" fmla="*/ 77 w 191"/>
                  <a:gd name="T29" fmla="*/ 91 h 125"/>
                  <a:gd name="T30" fmla="*/ 54 w 191"/>
                  <a:gd name="T31" fmla="*/ 103 h 125"/>
                  <a:gd name="T32" fmla="*/ 31 w 191"/>
                  <a:gd name="T33" fmla="*/ 114 h 125"/>
                  <a:gd name="T34" fmla="*/ 6 w 191"/>
                  <a:gd name="T35" fmla="*/ 125 h 125"/>
                  <a:gd name="T36" fmla="*/ 0 w 191"/>
                  <a:gd name="T37" fmla="*/ 10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1"/>
                  <a:gd name="T58" fmla="*/ 0 h 125"/>
                  <a:gd name="T59" fmla="*/ 191 w 191"/>
                  <a:gd name="T60" fmla="*/ 125 h 1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1" h="125">
                    <a:moveTo>
                      <a:pt x="0" y="100"/>
                    </a:moveTo>
                    <a:lnTo>
                      <a:pt x="22" y="89"/>
                    </a:lnTo>
                    <a:lnTo>
                      <a:pt x="45" y="78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11" y="42"/>
                    </a:lnTo>
                    <a:lnTo>
                      <a:pt x="132" y="30"/>
                    </a:lnTo>
                    <a:lnTo>
                      <a:pt x="155" y="15"/>
                    </a:lnTo>
                    <a:lnTo>
                      <a:pt x="176" y="0"/>
                    </a:lnTo>
                    <a:lnTo>
                      <a:pt x="191" y="22"/>
                    </a:lnTo>
                    <a:lnTo>
                      <a:pt x="170" y="36"/>
                    </a:lnTo>
                    <a:lnTo>
                      <a:pt x="147" y="51"/>
                    </a:lnTo>
                    <a:lnTo>
                      <a:pt x="125" y="64"/>
                    </a:lnTo>
                    <a:lnTo>
                      <a:pt x="100" y="78"/>
                    </a:lnTo>
                    <a:lnTo>
                      <a:pt x="77" y="91"/>
                    </a:lnTo>
                    <a:lnTo>
                      <a:pt x="54" y="103"/>
                    </a:lnTo>
                    <a:lnTo>
                      <a:pt x="31" y="114"/>
                    </a:lnTo>
                    <a:lnTo>
                      <a:pt x="6" y="125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7" name="Freeform 91"/>
              <p:cNvSpPr>
                <a:spLocks/>
              </p:cNvSpPr>
              <p:nvPr/>
            </p:nvSpPr>
            <p:spPr bwMode="auto">
              <a:xfrm>
                <a:off x="3545" y="3199"/>
                <a:ext cx="22" cy="34"/>
              </a:xfrm>
              <a:custGeom>
                <a:avLst/>
                <a:gdLst>
                  <a:gd name="T0" fmla="*/ 22 w 22"/>
                  <a:gd name="T1" fmla="*/ 27 h 34"/>
                  <a:gd name="T2" fmla="*/ 5 w 22"/>
                  <a:gd name="T3" fmla="*/ 34 h 34"/>
                  <a:gd name="T4" fmla="*/ 0 w 22"/>
                  <a:gd name="T5" fmla="*/ 8 h 34"/>
                  <a:gd name="T6" fmla="*/ 16 w 22"/>
                  <a:gd name="T7" fmla="*/ 0 h 34"/>
                  <a:gd name="T8" fmla="*/ 22 w 22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22" y="27"/>
                    </a:moveTo>
                    <a:lnTo>
                      <a:pt x="5" y="34"/>
                    </a:lnTo>
                    <a:lnTo>
                      <a:pt x="0" y="8"/>
                    </a:lnTo>
                    <a:lnTo>
                      <a:pt x="16" y="0"/>
                    </a:ln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8" name="Freeform 92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89" name="Freeform 93"/>
              <p:cNvSpPr>
                <a:spLocks/>
              </p:cNvSpPr>
              <p:nvPr/>
            </p:nvSpPr>
            <p:spPr bwMode="auto">
              <a:xfrm>
                <a:off x="4022" y="1801"/>
                <a:ext cx="40" cy="186"/>
              </a:xfrm>
              <a:custGeom>
                <a:avLst/>
                <a:gdLst>
                  <a:gd name="T0" fmla="*/ 6 w 40"/>
                  <a:gd name="T1" fmla="*/ 32 h 186"/>
                  <a:gd name="T2" fmla="*/ 19 w 40"/>
                  <a:gd name="T3" fmla="*/ 26 h 186"/>
                  <a:gd name="T4" fmla="*/ 40 w 40"/>
                  <a:gd name="T5" fmla="*/ 186 h 186"/>
                  <a:gd name="T6" fmla="*/ 24 w 40"/>
                  <a:gd name="T7" fmla="*/ 185 h 186"/>
                  <a:gd name="T8" fmla="*/ 3 w 40"/>
                  <a:gd name="T9" fmla="*/ 25 h 186"/>
                  <a:gd name="T10" fmla="*/ 14 w 40"/>
                  <a:gd name="T11" fmla="*/ 18 h 186"/>
                  <a:gd name="T12" fmla="*/ 3 w 40"/>
                  <a:gd name="T13" fmla="*/ 25 h 186"/>
                  <a:gd name="T14" fmla="*/ 0 w 40"/>
                  <a:gd name="T15" fmla="*/ 0 h 186"/>
                  <a:gd name="T16" fmla="*/ 14 w 40"/>
                  <a:gd name="T17" fmla="*/ 18 h 186"/>
                  <a:gd name="T18" fmla="*/ 6 w 40"/>
                  <a:gd name="T19" fmla="*/ 32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86"/>
                  <a:gd name="T32" fmla="*/ 40 w 40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86">
                    <a:moveTo>
                      <a:pt x="6" y="32"/>
                    </a:moveTo>
                    <a:lnTo>
                      <a:pt x="19" y="26"/>
                    </a:lnTo>
                    <a:lnTo>
                      <a:pt x="40" y="186"/>
                    </a:lnTo>
                    <a:lnTo>
                      <a:pt x="24" y="185"/>
                    </a:lnTo>
                    <a:lnTo>
                      <a:pt x="3" y="25"/>
                    </a:lnTo>
                    <a:lnTo>
                      <a:pt x="14" y="18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14" y="18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0" name="Freeform 94"/>
              <p:cNvSpPr>
                <a:spLocks/>
              </p:cNvSpPr>
              <p:nvPr/>
            </p:nvSpPr>
            <p:spPr bwMode="auto">
              <a:xfrm>
                <a:off x="4029" y="1818"/>
                <a:ext cx="120" cy="135"/>
              </a:xfrm>
              <a:custGeom>
                <a:avLst/>
                <a:gdLst>
                  <a:gd name="T0" fmla="*/ 102 w 120"/>
                  <a:gd name="T1" fmla="*/ 116 h 135"/>
                  <a:gd name="T2" fmla="*/ 102 w 120"/>
                  <a:gd name="T3" fmla="*/ 133 h 135"/>
                  <a:gd name="T4" fmla="*/ 0 w 120"/>
                  <a:gd name="T5" fmla="*/ 14 h 135"/>
                  <a:gd name="T6" fmla="*/ 9 w 120"/>
                  <a:gd name="T7" fmla="*/ 0 h 135"/>
                  <a:gd name="T8" fmla="*/ 109 w 120"/>
                  <a:gd name="T9" fmla="*/ 119 h 135"/>
                  <a:gd name="T10" fmla="*/ 109 w 120"/>
                  <a:gd name="T11" fmla="*/ 135 h 135"/>
                  <a:gd name="T12" fmla="*/ 109 w 120"/>
                  <a:gd name="T13" fmla="*/ 119 h 135"/>
                  <a:gd name="T14" fmla="*/ 120 w 120"/>
                  <a:gd name="T15" fmla="*/ 128 h 135"/>
                  <a:gd name="T16" fmla="*/ 109 w 120"/>
                  <a:gd name="T17" fmla="*/ 135 h 135"/>
                  <a:gd name="T18" fmla="*/ 102 w 120"/>
                  <a:gd name="T19" fmla="*/ 116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35"/>
                  <a:gd name="T32" fmla="*/ 120 w 120"/>
                  <a:gd name="T33" fmla="*/ 135 h 1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35">
                    <a:moveTo>
                      <a:pt x="102" y="116"/>
                    </a:moveTo>
                    <a:lnTo>
                      <a:pt x="102" y="133"/>
                    </a:lnTo>
                    <a:lnTo>
                      <a:pt x="0" y="14"/>
                    </a:lnTo>
                    <a:lnTo>
                      <a:pt x="9" y="0"/>
                    </a:lnTo>
                    <a:lnTo>
                      <a:pt x="109" y="119"/>
                    </a:lnTo>
                    <a:lnTo>
                      <a:pt x="109" y="135"/>
                    </a:lnTo>
                    <a:lnTo>
                      <a:pt x="109" y="119"/>
                    </a:lnTo>
                    <a:lnTo>
                      <a:pt x="120" y="128"/>
                    </a:lnTo>
                    <a:lnTo>
                      <a:pt x="109" y="135"/>
                    </a:lnTo>
                    <a:lnTo>
                      <a:pt x="102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1" name="Freeform 95"/>
              <p:cNvSpPr>
                <a:spLocks/>
              </p:cNvSpPr>
              <p:nvPr/>
            </p:nvSpPr>
            <p:spPr bwMode="auto">
              <a:xfrm>
                <a:off x="4047" y="1935"/>
                <a:ext cx="93" cy="67"/>
              </a:xfrm>
              <a:custGeom>
                <a:avLst/>
                <a:gdLst>
                  <a:gd name="T0" fmla="*/ 16 w 93"/>
                  <a:gd name="T1" fmla="*/ 53 h 67"/>
                  <a:gd name="T2" fmla="*/ 4 w 93"/>
                  <a:gd name="T3" fmla="*/ 43 h 67"/>
                  <a:gd name="T4" fmla="*/ 85 w 93"/>
                  <a:gd name="T5" fmla="*/ 0 h 67"/>
                  <a:gd name="T6" fmla="*/ 93 w 93"/>
                  <a:gd name="T7" fmla="*/ 19 h 67"/>
                  <a:gd name="T8" fmla="*/ 13 w 93"/>
                  <a:gd name="T9" fmla="*/ 63 h 67"/>
                  <a:gd name="T10" fmla="*/ 0 w 93"/>
                  <a:gd name="T11" fmla="*/ 52 h 67"/>
                  <a:gd name="T12" fmla="*/ 13 w 93"/>
                  <a:gd name="T13" fmla="*/ 63 h 67"/>
                  <a:gd name="T14" fmla="*/ 2 w 93"/>
                  <a:gd name="T15" fmla="*/ 67 h 67"/>
                  <a:gd name="T16" fmla="*/ 0 w 93"/>
                  <a:gd name="T17" fmla="*/ 52 h 67"/>
                  <a:gd name="T18" fmla="*/ 16 w 93"/>
                  <a:gd name="T19" fmla="*/ 53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3"/>
                  <a:gd name="T31" fmla="*/ 0 h 67"/>
                  <a:gd name="T32" fmla="*/ 93 w 93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3" h="67">
                    <a:moveTo>
                      <a:pt x="16" y="53"/>
                    </a:moveTo>
                    <a:lnTo>
                      <a:pt x="4" y="43"/>
                    </a:lnTo>
                    <a:lnTo>
                      <a:pt x="85" y="0"/>
                    </a:lnTo>
                    <a:lnTo>
                      <a:pt x="93" y="19"/>
                    </a:lnTo>
                    <a:lnTo>
                      <a:pt x="13" y="63"/>
                    </a:lnTo>
                    <a:lnTo>
                      <a:pt x="0" y="52"/>
                    </a:lnTo>
                    <a:lnTo>
                      <a:pt x="13" y="63"/>
                    </a:lnTo>
                    <a:lnTo>
                      <a:pt x="2" y="67"/>
                    </a:lnTo>
                    <a:lnTo>
                      <a:pt x="0" y="52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2" name="Freeform 96"/>
              <p:cNvSpPr>
                <a:spLocks/>
              </p:cNvSpPr>
              <p:nvPr/>
            </p:nvSpPr>
            <p:spPr bwMode="auto">
              <a:xfrm>
                <a:off x="4032" y="1845"/>
                <a:ext cx="39" cy="37"/>
              </a:xfrm>
              <a:custGeom>
                <a:avLst/>
                <a:gdLst>
                  <a:gd name="T0" fmla="*/ 11 w 39"/>
                  <a:gd name="T1" fmla="*/ 37 h 37"/>
                  <a:gd name="T2" fmla="*/ 0 w 39"/>
                  <a:gd name="T3" fmla="*/ 17 h 37"/>
                  <a:gd name="T4" fmla="*/ 28 w 39"/>
                  <a:gd name="T5" fmla="*/ 0 h 37"/>
                  <a:gd name="T6" fmla="*/ 39 w 39"/>
                  <a:gd name="T7" fmla="*/ 20 h 37"/>
                  <a:gd name="T8" fmla="*/ 11 w 39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11" y="37"/>
                    </a:moveTo>
                    <a:lnTo>
                      <a:pt x="0" y="17"/>
                    </a:lnTo>
                    <a:lnTo>
                      <a:pt x="28" y="0"/>
                    </a:lnTo>
                    <a:lnTo>
                      <a:pt x="39" y="20"/>
                    </a:lnTo>
                    <a:lnTo>
                      <a:pt x="11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3" name="Freeform 97"/>
              <p:cNvSpPr>
                <a:spLocks/>
              </p:cNvSpPr>
              <p:nvPr/>
            </p:nvSpPr>
            <p:spPr bwMode="auto">
              <a:xfrm>
                <a:off x="4046" y="1869"/>
                <a:ext cx="108" cy="231"/>
              </a:xfrm>
              <a:custGeom>
                <a:avLst/>
                <a:gdLst>
                  <a:gd name="T0" fmla="*/ 77 w 108"/>
                  <a:gd name="T1" fmla="*/ 231 h 231"/>
                  <a:gd name="T2" fmla="*/ 77 w 108"/>
                  <a:gd name="T3" fmla="*/ 231 h 231"/>
                  <a:gd name="T4" fmla="*/ 62 w 108"/>
                  <a:gd name="T5" fmla="*/ 176 h 231"/>
                  <a:gd name="T6" fmla="*/ 44 w 108"/>
                  <a:gd name="T7" fmla="*/ 120 h 231"/>
                  <a:gd name="T8" fmla="*/ 24 w 108"/>
                  <a:gd name="T9" fmla="*/ 68 h 231"/>
                  <a:gd name="T10" fmla="*/ 0 w 108"/>
                  <a:gd name="T11" fmla="*/ 16 h 231"/>
                  <a:gd name="T12" fmla="*/ 27 w 108"/>
                  <a:gd name="T13" fmla="*/ 0 h 231"/>
                  <a:gd name="T14" fmla="*/ 52 w 108"/>
                  <a:gd name="T15" fmla="*/ 55 h 231"/>
                  <a:gd name="T16" fmla="*/ 73 w 108"/>
                  <a:gd name="T17" fmla="*/ 110 h 231"/>
                  <a:gd name="T18" fmla="*/ 92 w 108"/>
                  <a:gd name="T19" fmla="*/ 168 h 231"/>
                  <a:gd name="T20" fmla="*/ 108 w 108"/>
                  <a:gd name="T21" fmla="*/ 228 h 231"/>
                  <a:gd name="T22" fmla="*/ 77 w 108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8"/>
                  <a:gd name="T37" fmla="*/ 0 h 231"/>
                  <a:gd name="T38" fmla="*/ 108 w 108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8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6"/>
                    </a:lnTo>
                    <a:lnTo>
                      <a:pt x="44" y="120"/>
                    </a:lnTo>
                    <a:lnTo>
                      <a:pt x="24" y="68"/>
                    </a:lnTo>
                    <a:lnTo>
                      <a:pt x="0" y="16"/>
                    </a:lnTo>
                    <a:lnTo>
                      <a:pt x="27" y="0"/>
                    </a:lnTo>
                    <a:lnTo>
                      <a:pt x="52" y="55"/>
                    </a:lnTo>
                    <a:lnTo>
                      <a:pt x="73" y="110"/>
                    </a:lnTo>
                    <a:lnTo>
                      <a:pt x="92" y="168"/>
                    </a:lnTo>
                    <a:lnTo>
                      <a:pt x="108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4" name="Freeform 98"/>
              <p:cNvSpPr>
                <a:spLocks/>
              </p:cNvSpPr>
              <p:nvPr/>
            </p:nvSpPr>
            <p:spPr bwMode="auto">
              <a:xfrm>
                <a:off x="4127" y="2097"/>
                <a:ext cx="59" cy="206"/>
              </a:xfrm>
              <a:custGeom>
                <a:avLst/>
                <a:gdLst>
                  <a:gd name="T0" fmla="*/ 24 w 59"/>
                  <a:gd name="T1" fmla="*/ 199 h 206"/>
                  <a:gd name="T2" fmla="*/ 24 w 59"/>
                  <a:gd name="T3" fmla="*/ 174 h 206"/>
                  <a:gd name="T4" fmla="*/ 23 w 59"/>
                  <a:gd name="T5" fmla="*/ 151 h 206"/>
                  <a:gd name="T6" fmla="*/ 21 w 59"/>
                  <a:gd name="T7" fmla="*/ 127 h 206"/>
                  <a:gd name="T8" fmla="*/ 17 w 59"/>
                  <a:gd name="T9" fmla="*/ 103 h 206"/>
                  <a:gd name="T10" fmla="*/ 15 w 59"/>
                  <a:gd name="T11" fmla="*/ 78 h 206"/>
                  <a:gd name="T12" fmla="*/ 11 w 59"/>
                  <a:gd name="T13" fmla="*/ 54 h 206"/>
                  <a:gd name="T14" fmla="*/ 6 w 59"/>
                  <a:gd name="T15" fmla="*/ 30 h 206"/>
                  <a:gd name="T16" fmla="*/ 0 w 59"/>
                  <a:gd name="T17" fmla="*/ 4 h 206"/>
                  <a:gd name="T18" fmla="*/ 33 w 59"/>
                  <a:gd name="T19" fmla="*/ 0 h 206"/>
                  <a:gd name="T20" fmla="*/ 39 w 59"/>
                  <a:gd name="T21" fmla="*/ 26 h 206"/>
                  <a:gd name="T22" fmla="*/ 43 w 59"/>
                  <a:gd name="T23" fmla="*/ 53 h 206"/>
                  <a:gd name="T24" fmla="*/ 48 w 59"/>
                  <a:gd name="T25" fmla="*/ 79 h 206"/>
                  <a:gd name="T26" fmla="*/ 52 w 59"/>
                  <a:gd name="T27" fmla="*/ 105 h 206"/>
                  <a:gd name="T28" fmla="*/ 54 w 59"/>
                  <a:gd name="T29" fmla="*/ 130 h 206"/>
                  <a:gd name="T30" fmla="*/ 57 w 59"/>
                  <a:gd name="T31" fmla="*/ 155 h 206"/>
                  <a:gd name="T32" fmla="*/ 58 w 59"/>
                  <a:gd name="T33" fmla="*/ 182 h 206"/>
                  <a:gd name="T34" fmla="*/ 59 w 59"/>
                  <a:gd name="T35" fmla="*/ 206 h 206"/>
                  <a:gd name="T36" fmla="*/ 24 w 59"/>
                  <a:gd name="T37" fmla="*/ 19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9"/>
                  <a:gd name="T58" fmla="*/ 0 h 206"/>
                  <a:gd name="T59" fmla="*/ 59 w 59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9" h="206">
                    <a:moveTo>
                      <a:pt x="24" y="199"/>
                    </a:moveTo>
                    <a:lnTo>
                      <a:pt x="24" y="174"/>
                    </a:lnTo>
                    <a:lnTo>
                      <a:pt x="23" y="151"/>
                    </a:lnTo>
                    <a:lnTo>
                      <a:pt x="21" y="127"/>
                    </a:lnTo>
                    <a:lnTo>
                      <a:pt x="17" y="103"/>
                    </a:lnTo>
                    <a:lnTo>
                      <a:pt x="15" y="78"/>
                    </a:lnTo>
                    <a:lnTo>
                      <a:pt x="11" y="54"/>
                    </a:lnTo>
                    <a:lnTo>
                      <a:pt x="6" y="30"/>
                    </a:lnTo>
                    <a:lnTo>
                      <a:pt x="0" y="4"/>
                    </a:lnTo>
                    <a:lnTo>
                      <a:pt x="33" y="0"/>
                    </a:lnTo>
                    <a:lnTo>
                      <a:pt x="39" y="26"/>
                    </a:lnTo>
                    <a:lnTo>
                      <a:pt x="43" y="53"/>
                    </a:lnTo>
                    <a:lnTo>
                      <a:pt x="48" y="79"/>
                    </a:lnTo>
                    <a:lnTo>
                      <a:pt x="52" y="105"/>
                    </a:lnTo>
                    <a:lnTo>
                      <a:pt x="54" y="130"/>
                    </a:lnTo>
                    <a:lnTo>
                      <a:pt x="57" y="155"/>
                    </a:lnTo>
                    <a:lnTo>
                      <a:pt x="58" y="182"/>
                    </a:lnTo>
                    <a:lnTo>
                      <a:pt x="59" y="206"/>
                    </a:lnTo>
                    <a:lnTo>
                      <a:pt x="24" y="19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5" name="Freeform 99"/>
              <p:cNvSpPr>
                <a:spLocks/>
              </p:cNvSpPr>
              <p:nvPr/>
            </p:nvSpPr>
            <p:spPr bwMode="auto">
              <a:xfrm>
                <a:off x="4154" y="2295"/>
                <a:ext cx="34" cy="31"/>
              </a:xfrm>
              <a:custGeom>
                <a:avLst/>
                <a:gdLst>
                  <a:gd name="T0" fmla="*/ 34 w 34"/>
                  <a:gd name="T1" fmla="*/ 8 h 31"/>
                  <a:gd name="T2" fmla="*/ 34 w 34"/>
                  <a:gd name="T3" fmla="*/ 31 h 31"/>
                  <a:gd name="T4" fmla="*/ 0 w 34"/>
                  <a:gd name="T5" fmla="*/ 22 h 31"/>
                  <a:gd name="T6" fmla="*/ 0 w 34"/>
                  <a:gd name="T7" fmla="*/ 0 h 31"/>
                  <a:gd name="T8" fmla="*/ 34 w 34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1"/>
                  <a:gd name="T17" fmla="*/ 34 w 34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1">
                    <a:moveTo>
                      <a:pt x="34" y="8"/>
                    </a:moveTo>
                    <a:lnTo>
                      <a:pt x="34" y="31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6" name="Freeform 100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7" name="Freeform 101"/>
              <p:cNvSpPr>
                <a:spLocks/>
              </p:cNvSpPr>
              <p:nvPr/>
            </p:nvSpPr>
            <p:spPr bwMode="auto">
              <a:xfrm>
                <a:off x="4026" y="1811"/>
                <a:ext cx="32" cy="176"/>
              </a:xfrm>
              <a:custGeom>
                <a:avLst/>
                <a:gdLst>
                  <a:gd name="T0" fmla="*/ 3 w 32"/>
                  <a:gd name="T1" fmla="*/ 18 h 176"/>
                  <a:gd name="T2" fmla="*/ 12 w 32"/>
                  <a:gd name="T3" fmla="*/ 15 h 176"/>
                  <a:gd name="T4" fmla="*/ 32 w 32"/>
                  <a:gd name="T5" fmla="*/ 176 h 176"/>
                  <a:gd name="T6" fmla="*/ 23 w 32"/>
                  <a:gd name="T7" fmla="*/ 176 h 176"/>
                  <a:gd name="T8" fmla="*/ 2 w 32"/>
                  <a:gd name="T9" fmla="*/ 14 h 176"/>
                  <a:gd name="T10" fmla="*/ 9 w 32"/>
                  <a:gd name="T11" fmla="*/ 10 h 176"/>
                  <a:gd name="T12" fmla="*/ 2 w 32"/>
                  <a:gd name="T13" fmla="*/ 14 h 176"/>
                  <a:gd name="T14" fmla="*/ 0 w 32"/>
                  <a:gd name="T15" fmla="*/ 0 h 176"/>
                  <a:gd name="T16" fmla="*/ 9 w 32"/>
                  <a:gd name="T17" fmla="*/ 10 h 176"/>
                  <a:gd name="T18" fmla="*/ 3 w 32"/>
                  <a:gd name="T19" fmla="*/ 1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"/>
                  <a:gd name="T31" fmla="*/ 0 h 176"/>
                  <a:gd name="T32" fmla="*/ 32 w 32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" h="176">
                    <a:moveTo>
                      <a:pt x="3" y="18"/>
                    </a:moveTo>
                    <a:lnTo>
                      <a:pt x="12" y="15"/>
                    </a:lnTo>
                    <a:lnTo>
                      <a:pt x="32" y="176"/>
                    </a:lnTo>
                    <a:lnTo>
                      <a:pt x="23" y="176"/>
                    </a:lnTo>
                    <a:lnTo>
                      <a:pt x="2" y="14"/>
                    </a:lnTo>
                    <a:lnTo>
                      <a:pt x="9" y="10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9" y="10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8" name="Freeform 102"/>
              <p:cNvSpPr>
                <a:spLocks/>
              </p:cNvSpPr>
              <p:nvPr/>
            </p:nvSpPr>
            <p:spPr bwMode="auto">
              <a:xfrm>
                <a:off x="4030" y="1822"/>
                <a:ext cx="113" cy="129"/>
              </a:xfrm>
              <a:custGeom>
                <a:avLst/>
                <a:gdLst>
                  <a:gd name="T0" fmla="*/ 103 w 113"/>
                  <a:gd name="T1" fmla="*/ 118 h 129"/>
                  <a:gd name="T2" fmla="*/ 102 w 113"/>
                  <a:gd name="T3" fmla="*/ 126 h 129"/>
                  <a:gd name="T4" fmla="*/ 0 w 113"/>
                  <a:gd name="T5" fmla="*/ 7 h 129"/>
                  <a:gd name="T6" fmla="*/ 5 w 113"/>
                  <a:gd name="T7" fmla="*/ 0 h 129"/>
                  <a:gd name="T8" fmla="*/ 108 w 113"/>
                  <a:gd name="T9" fmla="*/ 120 h 129"/>
                  <a:gd name="T10" fmla="*/ 108 w 113"/>
                  <a:gd name="T11" fmla="*/ 129 h 129"/>
                  <a:gd name="T12" fmla="*/ 108 w 113"/>
                  <a:gd name="T13" fmla="*/ 120 h 129"/>
                  <a:gd name="T14" fmla="*/ 113 w 113"/>
                  <a:gd name="T15" fmla="*/ 125 h 129"/>
                  <a:gd name="T16" fmla="*/ 108 w 113"/>
                  <a:gd name="T17" fmla="*/ 129 h 129"/>
                  <a:gd name="T18" fmla="*/ 103 w 113"/>
                  <a:gd name="T19" fmla="*/ 118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3"/>
                  <a:gd name="T31" fmla="*/ 0 h 129"/>
                  <a:gd name="T32" fmla="*/ 113 w 11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3" h="129">
                    <a:moveTo>
                      <a:pt x="103" y="118"/>
                    </a:moveTo>
                    <a:lnTo>
                      <a:pt x="102" y="126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08" y="120"/>
                    </a:lnTo>
                    <a:lnTo>
                      <a:pt x="108" y="129"/>
                    </a:lnTo>
                    <a:lnTo>
                      <a:pt x="108" y="120"/>
                    </a:lnTo>
                    <a:lnTo>
                      <a:pt x="113" y="125"/>
                    </a:lnTo>
                    <a:lnTo>
                      <a:pt x="108" y="129"/>
                    </a:lnTo>
                    <a:lnTo>
                      <a:pt x="103" y="1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699" name="Freeform 103"/>
              <p:cNvSpPr>
                <a:spLocks/>
              </p:cNvSpPr>
              <p:nvPr/>
            </p:nvSpPr>
            <p:spPr bwMode="auto">
              <a:xfrm>
                <a:off x="4053" y="1941"/>
                <a:ext cx="87" cy="54"/>
              </a:xfrm>
              <a:custGeom>
                <a:avLst/>
                <a:gdLst>
                  <a:gd name="T0" fmla="*/ 8 w 87"/>
                  <a:gd name="T1" fmla="*/ 46 h 54"/>
                  <a:gd name="T2" fmla="*/ 2 w 87"/>
                  <a:gd name="T3" fmla="*/ 41 h 54"/>
                  <a:gd name="T4" fmla="*/ 83 w 87"/>
                  <a:gd name="T5" fmla="*/ 0 h 54"/>
                  <a:gd name="T6" fmla="*/ 87 w 87"/>
                  <a:gd name="T7" fmla="*/ 10 h 54"/>
                  <a:gd name="T8" fmla="*/ 6 w 87"/>
                  <a:gd name="T9" fmla="*/ 51 h 54"/>
                  <a:gd name="T10" fmla="*/ 0 w 87"/>
                  <a:gd name="T11" fmla="*/ 46 h 54"/>
                  <a:gd name="T12" fmla="*/ 6 w 87"/>
                  <a:gd name="T13" fmla="*/ 51 h 54"/>
                  <a:gd name="T14" fmla="*/ 1 w 87"/>
                  <a:gd name="T15" fmla="*/ 54 h 54"/>
                  <a:gd name="T16" fmla="*/ 0 w 87"/>
                  <a:gd name="T17" fmla="*/ 46 h 54"/>
                  <a:gd name="T18" fmla="*/ 8 w 87"/>
                  <a:gd name="T19" fmla="*/ 46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54"/>
                  <a:gd name="T32" fmla="*/ 87 w 87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54">
                    <a:moveTo>
                      <a:pt x="8" y="46"/>
                    </a:moveTo>
                    <a:lnTo>
                      <a:pt x="2" y="41"/>
                    </a:lnTo>
                    <a:lnTo>
                      <a:pt x="83" y="0"/>
                    </a:lnTo>
                    <a:lnTo>
                      <a:pt x="87" y="10"/>
                    </a:lnTo>
                    <a:lnTo>
                      <a:pt x="6" y="51"/>
                    </a:lnTo>
                    <a:lnTo>
                      <a:pt x="0" y="46"/>
                    </a:lnTo>
                    <a:lnTo>
                      <a:pt x="6" y="51"/>
                    </a:lnTo>
                    <a:lnTo>
                      <a:pt x="1" y="54"/>
                    </a:lnTo>
                    <a:lnTo>
                      <a:pt x="0" y="46"/>
                    </a:lnTo>
                    <a:lnTo>
                      <a:pt x="8" y="4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0" name="Freeform 104"/>
              <p:cNvSpPr>
                <a:spLocks/>
              </p:cNvSpPr>
              <p:nvPr/>
            </p:nvSpPr>
            <p:spPr bwMode="auto">
              <a:xfrm>
                <a:off x="4036" y="1851"/>
                <a:ext cx="31" cy="31"/>
              </a:xfrm>
              <a:custGeom>
                <a:avLst/>
                <a:gdLst>
                  <a:gd name="T0" fmla="*/ 8 w 31"/>
                  <a:gd name="T1" fmla="*/ 31 h 31"/>
                  <a:gd name="T2" fmla="*/ 0 w 31"/>
                  <a:gd name="T3" fmla="*/ 14 h 31"/>
                  <a:gd name="T4" fmla="*/ 24 w 31"/>
                  <a:gd name="T5" fmla="*/ 0 h 31"/>
                  <a:gd name="T6" fmla="*/ 31 w 31"/>
                  <a:gd name="T7" fmla="*/ 17 h 31"/>
                  <a:gd name="T8" fmla="*/ 8 w 31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8" y="31"/>
                    </a:moveTo>
                    <a:lnTo>
                      <a:pt x="0" y="14"/>
                    </a:lnTo>
                    <a:lnTo>
                      <a:pt x="24" y="0"/>
                    </a:lnTo>
                    <a:lnTo>
                      <a:pt x="31" y="17"/>
                    </a:ln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1" name="Freeform 105"/>
              <p:cNvSpPr>
                <a:spLocks/>
              </p:cNvSpPr>
              <p:nvPr/>
            </p:nvSpPr>
            <p:spPr bwMode="auto">
              <a:xfrm>
                <a:off x="4049" y="1869"/>
                <a:ext cx="103" cy="231"/>
              </a:xfrm>
              <a:custGeom>
                <a:avLst/>
                <a:gdLst>
                  <a:gd name="T0" fmla="*/ 77 w 103"/>
                  <a:gd name="T1" fmla="*/ 231 h 231"/>
                  <a:gd name="T2" fmla="*/ 77 w 103"/>
                  <a:gd name="T3" fmla="*/ 231 h 231"/>
                  <a:gd name="T4" fmla="*/ 62 w 103"/>
                  <a:gd name="T5" fmla="*/ 173 h 231"/>
                  <a:gd name="T6" fmla="*/ 44 w 103"/>
                  <a:gd name="T7" fmla="*/ 119 h 231"/>
                  <a:gd name="T8" fmla="*/ 24 w 103"/>
                  <a:gd name="T9" fmla="*/ 66 h 231"/>
                  <a:gd name="T10" fmla="*/ 0 w 103"/>
                  <a:gd name="T11" fmla="*/ 14 h 231"/>
                  <a:gd name="T12" fmla="*/ 23 w 103"/>
                  <a:gd name="T13" fmla="*/ 0 h 231"/>
                  <a:gd name="T14" fmla="*/ 46 w 103"/>
                  <a:gd name="T15" fmla="*/ 55 h 231"/>
                  <a:gd name="T16" fmla="*/ 70 w 103"/>
                  <a:gd name="T17" fmla="*/ 110 h 231"/>
                  <a:gd name="T18" fmla="*/ 87 w 103"/>
                  <a:gd name="T19" fmla="*/ 168 h 231"/>
                  <a:gd name="T20" fmla="*/ 103 w 103"/>
                  <a:gd name="T21" fmla="*/ 228 h 231"/>
                  <a:gd name="T22" fmla="*/ 77 w 103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231"/>
                  <a:gd name="T38" fmla="*/ 103 w 103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3"/>
                    </a:lnTo>
                    <a:lnTo>
                      <a:pt x="44" y="119"/>
                    </a:lnTo>
                    <a:lnTo>
                      <a:pt x="24" y="66"/>
                    </a:lnTo>
                    <a:lnTo>
                      <a:pt x="0" y="14"/>
                    </a:lnTo>
                    <a:lnTo>
                      <a:pt x="23" y="0"/>
                    </a:lnTo>
                    <a:lnTo>
                      <a:pt x="46" y="55"/>
                    </a:lnTo>
                    <a:lnTo>
                      <a:pt x="70" y="110"/>
                    </a:lnTo>
                    <a:lnTo>
                      <a:pt x="87" y="168"/>
                    </a:lnTo>
                    <a:lnTo>
                      <a:pt x="103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2" name="Freeform 106"/>
              <p:cNvSpPr>
                <a:spLocks/>
              </p:cNvSpPr>
              <p:nvPr/>
            </p:nvSpPr>
            <p:spPr bwMode="auto">
              <a:xfrm>
                <a:off x="4129" y="2097"/>
                <a:ext cx="54" cy="205"/>
              </a:xfrm>
              <a:custGeom>
                <a:avLst/>
                <a:gdLst>
                  <a:gd name="T0" fmla="*/ 25 w 54"/>
                  <a:gd name="T1" fmla="*/ 199 h 205"/>
                  <a:gd name="T2" fmla="*/ 25 w 54"/>
                  <a:gd name="T3" fmla="*/ 174 h 205"/>
                  <a:gd name="T4" fmla="*/ 23 w 54"/>
                  <a:gd name="T5" fmla="*/ 151 h 205"/>
                  <a:gd name="T6" fmla="*/ 21 w 54"/>
                  <a:gd name="T7" fmla="*/ 126 h 205"/>
                  <a:gd name="T8" fmla="*/ 19 w 54"/>
                  <a:gd name="T9" fmla="*/ 101 h 205"/>
                  <a:gd name="T10" fmla="*/ 15 w 54"/>
                  <a:gd name="T11" fmla="*/ 78 h 205"/>
                  <a:gd name="T12" fmla="*/ 11 w 54"/>
                  <a:gd name="T13" fmla="*/ 52 h 205"/>
                  <a:gd name="T14" fmla="*/ 6 w 54"/>
                  <a:gd name="T15" fmla="*/ 28 h 205"/>
                  <a:gd name="T16" fmla="*/ 0 w 54"/>
                  <a:gd name="T17" fmla="*/ 3 h 205"/>
                  <a:gd name="T18" fmla="*/ 28 w 54"/>
                  <a:gd name="T19" fmla="*/ 0 h 205"/>
                  <a:gd name="T20" fmla="*/ 34 w 54"/>
                  <a:gd name="T21" fmla="*/ 26 h 205"/>
                  <a:gd name="T22" fmla="*/ 38 w 54"/>
                  <a:gd name="T23" fmla="*/ 52 h 205"/>
                  <a:gd name="T24" fmla="*/ 43 w 54"/>
                  <a:gd name="T25" fmla="*/ 79 h 205"/>
                  <a:gd name="T26" fmla="*/ 46 w 54"/>
                  <a:gd name="T27" fmla="*/ 104 h 205"/>
                  <a:gd name="T28" fmla="*/ 50 w 54"/>
                  <a:gd name="T29" fmla="*/ 129 h 205"/>
                  <a:gd name="T30" fmla="*/ 52 w 54"/>
                  <a:gd name="T31" fmla="*/ 155 h 205"/>
                  <a:gd name="T32" fmla="*/ 53 w 54"/>
                  <a:gd name="T33" fmla="*/ 179 h 205"/>
                  <a:gd name="T34" fmla="*/ 54 w 54"/>
                  <a:gd name="T35" fmla="*/ 205 h 205"/>
                  <a:gd name="T36" fmla="*/ 25 w 54"/>
                  <a:gd name="T37" fmla="*/ 199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"/>
                  <a:gd name="T58" fmla="*/ 0 h 205"/>
                  <a:gd name="T59" fmla="*/ 54 w 54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" h="205">
                    <a:moveTo>
                      <a:pt x="25" y="199"/>
                    </a:moveTo>
                    <a:lnTo>
                      <a:pt x="25" y="174"/>
                    </a:lnTo>
                    <a:lnTo>
                      <a:pt x="23" y="151"/>
                    </a:lnTo>
                    <a:lnTo>
                      <a:pt x="21" y="126"/>
                    </a:lnTo>
                    <a:lnTo>
                      <a:pt x="19" y="101"/>
                    </a:lnTo>
                    <a:lnTo>
                      <a:pt x="15" y="78"/>
                    </a:lnTo>
                    <a:lnTo>
                      <a:pt x="11" y="52"/>
                    </a:lnTo>
                    <a:lnTo>
                      <a:pt x="6" y="28"/>
                    </a:lnTo>
                    <a:lnTo>
                      <a:pt x="0" y="3"/>
                    </a:lnTo>
                    <a:lnTo>
                      <a:pt x="28" y="0"/>
                    </a:lnTo>
                    <a:lnTo>
                      <a:pt x="34" y="26"/>
                    </a:lnTo>
                    <a:lnTo>
                      <a:pt x="38" y="52"/>
                    </a:lnTo>
                    <a:lnTo>
                      <a:pt x="43" y="79"/>
                    </a:lnTo>
                    <a:lnTo>
                      <a:pt x="46" y="104"/>
                    </a:lnTo>
                    <a:lnTo>
                      <a:pt x="50" y="129"/>
                    </a:lnTo>
                    <a:lnTo>
                      <a:pt x="52" y="155"/>
                    </a:lnTo>
                    <a:lnTo>
                      <a:pt x="53" y="179"/>
                    </a:lnTo>
                    <a:lnTo>
                      <a:pt x="54" y="205"/>
                    </a:lnTo>
                    <a:lnTo>
                      <a:pt x="25" y="19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3" name="Freeform 107"/>
              <p:cNvSpPr>
                <a:spLocks/>
              </p:cNvSpPr>
              <p:nvPr/>
            </p:nvSpPr>
            <p:spPr bwMode="auto">
              <a:xfrm>
                <a:off x="4157" y="2297"/>
                <a:ext cx="28" cy="24"/>
              </a:xfrm>
              <a:custGeom>
                <a:avLst/>
                <a:gdLst>
                  <a:gd name="T0" fmla="*/ 28 w 28"/>
                  <a:gd name="T1" fmla="*/ 6 h 24"/>
                  <a:gd name="T2" fmla="*/ 28 w 28"/>
                  <a:gd name="T3" fmla="*/ 24 h 24"/>
                  <a:gd name="T4" fmla="*/ 0 w 28"/>
                  <a:gd name="T5" fmla="*/ 18 h 24"/>
                  <a:gd name="T6" fmla="*/ 0 w 28"/>
                  <a:gd name="T7" fmla="*/ 0 h 24"/>
                  <a:gd name="T8" fmla="*/ 28 w 28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4"/>
                  <a:gd name="T17" fmla="*/ 28 w 28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4">
                    <a:moveTo>
                      <a:pt x="28" y="6"/>
                    </a:moveTo>
                    <a:lnTo>
                      <a:pt x="28" y="24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4" name="Freeform 108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5" name="Freeform 109"/>
              <p:cNvSpPr>
                <a:spLocks/>
              </p:cNvSpPr>
              <p:nvPr/>
            </p:nvSpPr>
            <p:spPr bwMode="auto">
              <a:xfrm>
                <a:off x="4002" y="1766"/>
                <a:ext cx="46" cy="185"/>
              </a:xfrm>
              <a:custGeom>
                <a:avLst/>
                <a:gdLst>
                  <a:gd name="T0" fmla="*/ 7 w 46"/>
                  <a:gd name="T1" fmla="*/ 31 h 185"/>
                  <a:gd name="T2" fmla="*/ 18 w 46"/>
                  <a:gd name="T3" fmla="*/ 24 h 185"/>
                  <a:gd name="T4" fmla="*/ 46 w 46"/>
                  <a:gd name="T5" fmla="*/ 185 h 185"/>
                  <a:gd name="T6" fmla="*/ 31 w 46"/>
                  <a:gd name="T7" fmla="*/ 185 h 185"/>
                  <a:gd name="T8" fmla="*/ 5 w 46"/>
                  <a:gd name="T9" fmla="*/ 24 h 185"/>
                  <a:gd name="T10" fmla="*/ 15 w 46"/>
                  <a:gd name="T11" fmla="*/ 18 h 185"/>
                  <a:gd name="T12" fmla="*/ 5 w 46"/>
                  <a:gd name="T13" fmla="*/ 24 h 185"/>
                  <a:gd name="T14" fmla="*/ 0 w 46"/>
                  <a:gd name="T15" fmla="*/ 0 h 185"/>
                  <a:gd name="T16" fmla="*/ 15 w 46"/>
                  <a:gd name="T17" fmla="*/ 18 h 185"/>
                  <a:gd name="T18" fmla="*/ 7 w 46"/>
                  <a:gd name="T19" fmla="*/ 31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185"/>
                  <a:gd name="T32" fmla="*/ 46 w 46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185">
                    <a:moveTo>
                      <a:pt x="7" y="31"/>
                    </a:moveTo>
                    <a:lnTo>
                      <a:pt x="18" y="24"/>
                    </a:lnTo>
                    <a:lnTo>
                      <a:pt x="46" y="185"/>
                    </a:lnTo>
                    <a:lnTo>
                      <a:pt x="31" y="185"/>
                    </a:lnTo>
                    <a:lnTo>
                      <a:pt x="5" y="24"/>
                    </a:lnTo>
                    <a:lnTo>
                      <a:pt x="15" y="18"/>
                    </a:lnTo>
                    <a:lnTo>
                      <a:pt x="5" y="24"/>
                    </a:lnTo>
                    <a:lnTo>
                      <a:pt x="0" y="0"/>
                    </a:lnTo>
                    <a:lnTo>
                      <a:pt x="15" y="18"/>
                    </a:lnTo>
                    <a:lnTo>
                      <a:pt x="7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6" name="Freeform 110"/>
              <p:cNvSpPr>
                <a:spLocks/>
              </p:cNvSpPr>
              <p:nvPr/>
            </p:nvSpPr>
            <p:spPr bwMode="auto">
              <a:xfrm>
                <a:off x="4010" y="1784"/>
                <a:ext cx="123" cy="129"/>
              </a:xfrm>
              <a:custGeom>
                <a:avLst/>
                <a:gdLst>
                  <a:gd name="T0" fmla="*/ 104 w 123"/>
                  <a:gd name="T1" fmla="*/ 111 h 129"/>
                  <a:gd name="T2" fmla="*/ 104 w 123"/>
                  <a:gd name="T3" fmla="*/ 127 h 129"/>
                  <a:gd name="T4" fmla="*/ 0 w 123"/>
                  <a:gd name="T5" fmla="*/ 15 h 129"/>
                  <a:gd name="T6" fmla="*/ 6 w 123"/>
                  <a:gd name="T7" fmla="*/ 0 h 129"/>
                  <a:gd name="T8" fmla="*/ 112 w 123"/>
                  <a:gd name="T9" fmla="*/ 113 h 129"/>
                  <a:gd name="T10" fmla="*/ 112 w 123"/>
                  <a:gd name="T11" fmla="*/ 129 h 129"/>
                  <a:gd name="T12" fmla="*/ 112 w 123"/>
                  <a:gd name="T13" fmla="*/ 113 h 129"/>
                  <a:gd name="T14" fmla="*/ 123 w 123"/>
                  <a:gd name="T15" fmla="*/ 124 h 129"/>
                  <a:gd name="T16" fmla="*/ 112 w 123"/>
                  <a:gd name="T17" fmla="*/ 129 h 129"/>
                  <a:gd name="T18" fmla="*/ 104 w 123"/>
                  <a:gd name="T19" fmla="*/ 111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9"/>
                  <a:gd name="T32" fmla="*/ 123 w 12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9">
                    <a:moveTo>
                      <a:pt x="104" y="111"/>
                    </a:moveTo>
                    <a:lnTo>
                      <a:pt x="104" y="127"/>
                    </a:lnTo>
                    <a:lnTo>
                      <a:pt x="0" y="15"/>
                    </a:lnTo>
                    <a:lnTo>
                      <a:pt x="6" y="0"/>
                    </a:lnTo>
                    <a:lnTo>
                      <a:pt x="112" y="113"/>
                    </a:lnTo>
                    <a:lnTo>
                      <a:pt x="112" y="129"/>
                    </a:lnTo>
                    <a:lnTo>
                      <a:pt x="112" y="113"/>
                    </a:lnTo>
                    <a:lnTo>
                      <a:pt x="123" y="124"/>
                    </a:lnTo>
                    <a:lnTo>
                      <a:pt x="112" y="129"/>
                    </a:lnTo>
                    <a:lnTo>
                      <a:pt x="104" y="11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7" name="Freeform 111"/>
              <p:cNvSpPr>
                <a:spLocks/>
              </p:cNvSpPr>
              <p:nvPr/>
            </p:nvSpPr>
            <p:spPr bwMode="auto">
              <a:xfrm>
                <a:off x="4034" y="1895"/>
                <a:ext cx="89" cy="74"/>
              </a:xfrm>
              <a:custGeom>
                <a:avLst/>
                <a:gdLst>
                  <a:gd name="T0" fmla="*/ 15 w 89"/>
                  <a:gd name="T1" fmla="*/ 58 h 74"/>
                  <a:gd name="T2" fmla="*/ 2 w 89"/>
                  <a:gd name="T3" fmla="*/ 48 h 74"/>
                  <a:gd name="T4" fmla="*/ 82 w 89"/>
                  <a:gd name="T5" fmla="*/ 0 h 74"/>
                  <a:gd name="T6" fmla="*/ 89 w 89"/>
                  <a:gd name="T7" fmla="*/ 19 h 74"/>
                  <a:gd name="T8" fmla="*/ 11 w 89"/>
                  <a:gd name="T9" fmla="*/ 67 h 74"/>
                  <a:gd name="T10" fmla="*/ 0 w 89"/>
                  <a:gd name="T11" fmla="*/ 58 h 74"/>
                  <a:gd name="T12" fmla="*/ 11 w 89"/>
                  <a:gd name="T13" fmla="*/ 67 h 74"/>
                  <a:gd name="T14" fmla="*/ 2 w 89"/>
                  <a:gd name="T15" fmla="*/ 74 h 74"/>
                  <a:gd name="T16" fmla="*/ 0 w 89"/>
                  <a:gd name="T17" fmla="*/ 58 h 74"/>
                  <a:gd name="T18" fmla="*/ 15 w 89"/>
                  <a:gd name="T19" fmla="*/ 58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4"/>
                  <a:gd name="T32" fmla="*/ 89 w 89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4">
                    <a:moveTo>
                      <a:pt x="15" y="58"/>
                    </a:moveTo>
                    <a:lnTo>
                      <a:pt x="2" y="48"/>
                    </a:lnTo>
                    <a:lnTo>
                      <a:pt x="82" y="0"/>
                    </a:lnTo>
                    <a:lnTo>
                      <a:pt x="89" y="19"/>
                    </a:lnTo>
                    <a:lnTo>
                      <a:pt x="11" y="67"/>
                    </a:lnTo>
                    <a:lnTo>
                      <a:pt x="0" y="58"/>
                    </a:lnTo>
                    <a:lnTo>
                      <a:pt x="11" y="67"/>
                    </a:lnTo>
                    <a:lnTo>
                      <a:pt x="2" y="74"/>
                    </a:lnTo>
                    <a:lnTo>
                      <a:pt x="0" y="58"/>
                    </a:lnTo>
                    <a:lnTo>
                      <a:pt x="15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8" name="Freeform 112"/>
              <p:cNvSpPr>
                <a:spLocks/>
              </p:cNvSpPr>
              <p:nvPr/>
            </p:nvSpPr>
            <p:spPr bwMode="auto">
              <a:xfrm>
                <a:off x="4015" y="1812"/>
                <a:ext cx="36" cy="38"/>
              </a:xfrm>
              <a:custGeom>
                <a:avLst/>
                <a:gdLst>
                  <a:gd name="T0" fmla="*/ 10 w 36"/>
                  <a:gd name="T1" fmla="*/ 38 h 38"/>
                  <a:gd name="T2" fmla="*/ 0 w 36"/>
                  <a:gd name="T3" fmla="*/ 18 h 38"/>
                  <a:gd name="T4" fmla="*/ 26 w 36"/>
                  <a:gd name="T5" fmla="*/ 0 h 38"/>
                  <a:gd name="T6" fmla="*/ 36 w 36"/>
                  <a:gd name="T7" fmla="*/ 20 h 38"/>
                  <a:gd name="T8" fmla="*/ 10 w 36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8"/>
                  <a:gd name="T17" fmla="*/ 36 w 36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8">
                    <a:moveTo>
                      <a:pt x="10" y="38"/>
                    </a:moveTo>
                    <a:lnTo>
                      <a:pt x="0" y="18"/>
                    </a:lnTo>
                    <a:lnTo>
                      <a:pt x="26" y="0"/>
                    </a:lnTo>
                    <a:lnTo>
                      <a:pt x="36" y="20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09" name="Freeform 113"/>
              <p:cNvSpPr>
                <a:spLocks/>
              </p:cNvSpPr>
              <p:nvPr/>
            </p:nvSpPr>
            <p:spPr bwMode="auto">
              <a:xfrm>
                <a:off x="4028" y="1832"/>
                <a:ext cx="115" cy="232"/>
              </a:xfrm>
              <a:custGeom>
                <a:avLst/>
                <a:gdLst>
                  <a:gd name="T0" fmla="*/ 83 w 115"/>
                  <a:gd name="T1" fmla="*/ 232 h 232"/>
                  <a:gd name="T2" fmla="*/ 83 w 115"/>
                  <a:gd name="T3" fmla="*/ 232 h 232"/>
                  <a:gd name="T4" fmla="*/ 76 w 115"/>
                  <a:gd name="T5" fmla="*/ 204 h 232"/>
                  <a:gd name="T6" fmla="*/ 66 w 115"/>
                  <a:gd name="T7" fmla="*/ 175 h 232"/>
                  <a:gd name="T8" fmla="*/ 57 w 115"/>
                  <a:gd name="T9" fmla="*/ 149 h 232"/>
                  <a:gd name="T10" fmla="*/ 47 w 115"/>
                  <a:gd name="T11" fmla="*/ 122 h 232"/>
                  <a:gd name="T12" fmla="*/ 36 w 115"/>
                  <a:gd name="T13" fmla="*/ 95 h 232"/>
                  <a:gd name="T14" fmla="*/ 25 w 115"/>
                  <a:gd name="T15" fmla="*/ 69 h 232"/>
                  <a:gd name="T16" fmla="*/ 13 w 115"/>
                  <a:gd name="T17" fmla="*/ 44 h 232"/>
                  <a:gd name="T18" fmla="*/ 0 w 115"/>
                  <a:gd name="T19" fmla="*/ 19 h 232"/>
                  <a:gd name="T20" fmla="*/ 26 w 115"/>
                  <a:gd name="T21" fmla="*/ 0 h 232"/>
                  <a:gd name="T22" fmla="*/ 39 w 115"/>
                  <a:gd name="T23" fmla="*/ 26 h 232"/>
                  <a:gd name="T24" fmla="*/ 51 w 115"/>
                  <a:gd name="T25" fmla="*/ 53 h 232"/>
                  <a:gd name="T26" fmla="*/ 64 w 115"/>
                  <a:gd name="T27" fmla="*/ 81 h 232"/>
                  <a:gd name="T28" fmla="*/ 76 w 115"/>
                  <a:gd name="T29" fmla="*/ 110 h 232"/>
                  <a:gd name="T30" fmla="*/ 88 w 115"/>
                  <a:gd name="T31" fmla="*/ 137 h 232"/>
                  <a:gd name="T32" fmla="*/ 97 w 115"/>
                  <a:gd name="T33" fmla="*/ 167 h 232"/>
                  <a:gd name="T34" fmla="*/ 107 w 115"/>
                  <a:gd name="T35" fmla="*/ 196 h 232"/>
                  <a:gd name="T36" fmla="*/ 115 w 115"/>
                  <a:gd name="T37" fmla="*/ 227 h 232"/>
                  <a:gd name="T38" fmla="*/ 83 w 115"/>
                  <a:gd name="T39" fmla="*/ 232 h 2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5"/>
                  <a:gd name="T61" fmla="*/ 0 h 232"/>
                  <a:gd name="T62" fmla="*/ 115 w 115"/>
                  <a:gd name="T63" fmla="*/ 232 h 2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5" h="232">
                    <a:moveTo>
                      <a:pt x="83" y="232"/>
                    </a:moveTo>
                    <a:lnTo>
                      <a:pt x="83" y="232"/>
                    </a:lnTo>
                    <a:lnTo>
                      <a:pt x="76" y="204"/>
                    </a:lnTo>
                    <a:lnTo>
                      <a:pt x="66" y="175"/>
                    </a:lnTo>
                    <a:lnTo>
                      <a:pt x="57" y="149"/>
                    </a:lnTo>
                    <a:lnTo>
                      <a:pt x="47" y="122"/>
                    </a:lnTo>
                    <a:lnTo>
                      <a:pt x="36" y="95"/>
                    </a:lnTo>
                    <a:lnTo>
                      <a:pt x="25" y="69"/>
                    </a:lnTo>
                    <a:lnTo>
                      <a:pt x="13" y="44"/>
                    </a:lnTo>
                    <a:lnTo>
                      <a:pt x="0" y="19"/>
                    </a:lnTo>
                    <a:lnTo>
                      <a:pt x="26" y="0"/>
                    </a:lnTo>
                    <a:lnTo>
                      <a:pt x="39" y="26"/>
                    </a:lnTo>
                    <a:lnTo>
                      <a:pt x="51" y="53"/>
                    </a:lnTo>
                    <a:lnTo>
                      <a:pt x="64" y="81"/>
                    </a:lnTo>
                    <a:lnTo>
                      <a:pt x="76" y="110"/>
                    </a:lnTo>
                    <a:lnTo>
                      <a:pt x="88" y="137"/>
                    </a:lnTo>
                    <a:lnTo>
                      <a:pt x="97" y="167"/>
                    </a:lnTo>
                    <a:lnTo>
                      <a:pt x="107" y="196"/>
                    </a:lnTo>
                    <a:lnTo>
                      <a:pt x="115" y="227"/>
                    </a:lnTo>
                    <a:lnTo>
                      <a:pt x="83" y="2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0" name="Freeform 114"/>
              <p:cNvSpPr>
                <a:spLocks/>
              </p:cNvSpPr>
              <p:nvPr/>
            </p:nvSpPr>
            <p:spPr bwMode="auto">
              <a:xfrm>
                <a:off x="4118" y="2060"/>
                <a:ext cx="65" cy="205"/>
              </a:xfrm>
              <a:custGeom>
                <a:avLst/>
                <a:gdLst>
                  <a:gd name="T0" fmla="*/ 32 w 65"/>
                  <a:gd name="T1" fmla="*/ 198 h 205"/>
                  <a:gd name="T2" fmla="*/ 30 w 65"/>
                  <a:gd name="T3" fmla="*/ 175 h 205"/>
                  <a:gd name="T4" fmla="*/ 26 w 65"/>
                  <a:gd name="T5" fmla="*/ 150 h 205"/>
                  <a:gd name="T6" fmla="*/ 24 w 65"/>
                  <a:gd name="T7" fmla="*/ 127 h 205"/>
                  <a:gd name="T8" fmla="*/ 20 w 65"/>
                  <a:gd name="T9" fmla="*/ 102 h 205"/>
                  <a:gd name="T10" fmla="*/ 16 w 65"/>
                  <a:gd name="T11" fmla="*/ 78 h 205"/>
                  <a:gd name="T12" fmla="*/ 10 w 65"/>
                  <a:gd name="T13" fmla="*/ 54 h 205"/>
                  <a:gd name="T14" fmla="*/ 5 w 65"/>
                  <a:gd name="T15" fmla="*/ 29 h 205"/>
                  <a:gd name="T16" fmla="*/ 0 w 65"/>
                  <a:gd name="T17" fmla="*/ 5 h 205"/>
                  <a:gd name="T18" fmla="*/ 30 w 65"/>
                  <a:gd name="T19" fmla="*/ 0 h 205"/>
                  <a:gd name="T20" fmla="*/ 37 w 65"/>
                  <a:gd name="T21" fmla="*/ 25 h 205"/>
                  <a:gd name="T22" fmla="*/ 42 w 65"/>
                  <a:gd name="T23" fmla="*/ 51 h 205"/>
                  <a:gd name="T24" fmla="*/ 48 w 65"/>
                  <a:gd name="T25" fmla="*/ 76 h 205"/>
                  <a:gd name="T26" fmla="*/ 52 w 65"/>
                  <a:gd name="T27" fmla="*/ 102 h 205"/>
                  <a:gd name="T28" fmla="*/ 57 w 65"/>
                  <a:gd name="T29" fmla="*/ 128 h 205"/>
                  <a:gd name="T30" fmla="*/ 61 w 65"/>
                  <a:gd name="T31" fmla="*/ 154 h 205"/>
                  <a:gd name="T32" fmla="*/ 63 w 65"/>
                  <a:gd name="T33" fmla="*/ 179 h 205"/>
                  <a:gd name="T34" fmla="*/ 65 w 65"/>
                  <a:gd name="T35" fmla="*/ 205 h 205"/>
                  <a:gd name="T36" fmla="*/ 32 w 65"/>
                  <a:gd name="T37" fmla="*/ 198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5"/>
                  <a:gd name="T58" fmla="*/ 0 h 205"/>
                  <a:gd name="T59" fmla="*/ 65 w 6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5" h="205">
                    <a:moveTo>
                      <a:pt x="32" y="198"/>
                    </a:moveTo>
                    <a:lnTo>
                      <a:pt x="30" y="175"/>
                    </a:lnTo>
                    <a:lnTo>
                      <a:pt x="26" y="150"/>
                    </a:lnTo>
                    <a:lnTo>
                      <a:pt x="24" y="127"/>
                    </a:lnTo>
                    <a:lnTo>
                      <a:pt x="20" y="102"/>
                    </a:lnTo>
                    <a:lnTo>
                      <a:pt x="16" y="78"/>
                    </a:lnTo>
                    <a:lnTo>
                      <a:pt x="10" y="54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30" y="0"/>
                    </a:lnTo>
                    <a:lnTo>
                      <a:pt x="37" y="25"/>
                    </a:lnTo>
                    <a:lnTo>
                      <a:pt x="42" y="51"/>
                    </a:lnTo>
                    <a:lnTo>
                      <a:pt x="48" y="76"/>
                    </a:lnTo>
                    <a:lnTo>
                      <a:pt x="52" y="102"/>
                    </a:lnTo>
                    <a:lnTo>
                      <a:pt x="57" y="128"/>
                    </a:lnTo>
                    <a:lnTo>
                      <a:pt x="61" y="154"/>
                    </a:lnTo>
                    <a:lnTo>
                      <a:pt x="63" y="179"/>
                    </a:lnTo>
                    <a:lnTo>
                      <a:pt x="65" y="205"/>
                    </a:lnTo>
                    <a:lnTo>
                      <a:pt x="32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1" name="Freeform 115"/>
              <p:cNvSpPr>
                <a:spLocks/>
              </p:cNvSpPr>
              <p:nvPr/>
            </p:nvSpPr>
            <p:spPr bwMode="auto">
              <a:xfrm>
                <a:off x="4154" y="2259"/>
                <a:ext cx="34" cy="28"/>
              </a:xfrm>
              <a:custGeom>
                <a:avLst/>
                <a:gdLst>
                  <a:gd name="T0" fmla="*/ 32 w 34"/>
                  <a:gd name="T1" fmla="*/ 7 h 28"/>
                  <a:gd name="T2" fmla="*/ 34 w 34"/>
                  <a:gd name="T3" fmla="*/ 28 h 28"/>
                  <a:gd name="T4" fmla="*/ 2 w 34"/>
                  <a:gd name="T5" fmla="*/ 23 h 28"/>
                  <a:gd name="T6" fmla="*/ 0 w 34"/>
                  <a:gd name="T7" fmla="*/ 0 h 28"/>
                  <a:gd name="T8" fmla="*/ 32 w 34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8"/>
                  <a:gd name="T17" fmla="*/ 34 w 34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8">
                    <a:moveTo>
                      <a:pt x="32" y="7"/>
                    </a:moveTo>
                    <a:lnTo>
                      <a:pt x="34" y="28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2" name="Freeform 116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3" name="Freeform 117"/>
              <p:cNvSpPr>
                <a:spLocks/>
              </p:cNvSpPr>
              <p:nvPr/>
            </p:nvSpPr>
            <p:spPr bwMode="auto">
              <a:xfrm>
                <a:off x="4005" y="1779"/>
                <a:ext cx="39" cy="175"/>
              </a:xfrm>
              <a:custGeom>
                <a:avLst/>
                <a:gdLst>
                  <a:gd name="T0" fmla="*/ 5 w 39"/>
                  <a:gd name="T1" fmla="*/ 18 h 175"/>
                  <a:gd name="T2" fmla="*/ 11 w 39"/>
                  <a:gd name="T3" fmla="*/ 12 h 175"/>
                  <a:gd name="T4" fmla="*/ 39 w 39"/>
                  <a:gd name="T5" fmla="*/ 174 h 175"/>
                  <a:gd name="T6" fmla="*/ 30 w 39"/>
                  <a:gd name="T7" fmla="*/ 175 h 175"/>
                  <a:gd name="T8" fmla="*/ 3 w 39"/>
                  <a:gd name="T9" fmla="*/ 15 h 175"/>
                  <a:gd name="T10" fmla="*/ 9 w 39"/>
                  <a:gd name="T11" fmla="*/ 9 h 175"/>
                  <a:gd name="T12" fmla="*/ 3 w 39"/>
                  <a:gd name="T13" fmla="*/ 15 h 175"/>
                  <a:gd name="T14" fmla="*/ 0 w 39"/>
                  <a:gd name="T15" fmla="*/ 0 h 175"/>
                  <a:gd name="T16" fmla="*/ 9 w 39"/>
                  <a:gd name="T17" fmla="*/ 9 h 175"/>
                  <a:gd name="T18" fmla="*/ 5 w 39"/>
                  <a:gd name="T19" fmla="*/ 18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175"/>
                  <a:gd name="T32" fmla="*/ 39 w 39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175">
                    <a:moveTo>
                      <a:pt x="5" y="18"/>
                    </a:moveTo>
                    <a:lnTo>
                      <a:pt x="11" y="12"/>
                    </a:lnTo>
                    <a:lnTo>
                      <a:pt x="39" y="174"/>
                    </a:lnTo>
                    <a:lnTo>
                      <a:pt x="30" y="175"/>
                    </a:lnTo>
                    <a:lnTo>
                      <a:pt x="3" y="15"/>
                    </a:lnTo>
                    <a:lnTo>
                      <a:pt x="9" y="9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9" y="9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4" name="Freeform 118"/>
              <p:cNvSpPr>
                <a:spLocks/>
              </p:cNvSpPr>
              <p:nvPr/>
            </p:nvSpPr>
            <p:spPr bwMode="auto">
              <a:xfrm>
                <a:off x="4010" y="1787"/>
                <a:ext cx="115" cy="123"/>
              </a:xfrm>
              <a:custGeom>
                <a:avLst/>
                <a:gdLst>
                  <a:gd name="T0" fmla="*/ 106 w 115"/>
                  <a:gd name="T1" fmla="*/ 113 h 123"/>
                  <a:gd name="T2" fmla="*/ 106 w 115"/>
                  <a:gd name="T3" fmla="*/ 122 h 123"/>
                  <a:gd name="T4" fmla="*/ 0 w 115"/>
                  <a:gd name="T5" fmla="*/ 9 h 123"/>
                  <a:gd name="T6" fmla="*/ 4 w 115"/>
                  <a:gd name="T7" fmla="*/ 0 h 123"/>
                  <a:gd name="T8" fmla="*/ 110 w 115"/>
                  <a:gd name="T9" fmla="*/ 114 h 123"/>
                  <a:gd name="T10" fmla="*/ 110 w 115"/>
                  <a:gd name="T11" fmla="*/ 123 h 123"/>
                  <a:gd name="T12" fmla="*/ 110 w 115"/>
                  <a:gd name="T13" fmla="*/ 114 h 123"/>
                  <a:gd name="T14" fmla="*/ 115 w 115"/>
                  <a:gd name="T15" fmla="*/ 120 h 123"/>
                  <a:gd name="T16" fmla="*/ 110 w 115"/>
                  <a:gd name="T17" fmla="*/ 123 h 123"/>
                  <a:gd name="T18" fmla="*/ 106 w 115"/>
                  <a:gd name="T19" fmla="*/ 113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3"/>
                  <a:gd name="T32" fmla="*/ 115 w 115"/>
                  <a:gd name="T33" fmla="*/ 123 h 1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3">
                    <a:moveTo>
                      <a:pt x="106" y="113"/>
                    </a:moveTo>
                    <a:lnTo>
                      <a:pt x="106" y="122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110" y="114"/>
                    </a:lnTo>
                    <a:lnTo>
                      <a:pt x="110" y="123"/>
                    </a:lnTo>
                    <a:lnTo>
                      <a:pt x="110" y="114"/>
                    </a:lnTo>
                    <a:lnTo>
                      <a:pt x="115" y="120"/>
                    </a:lnTo>
                    <a:lnTo>
                      <a:pt x="110" y="123"/>
                    </a:lnTo>
                    <a:lnTo>
                      <a:pt x="106" y="11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5" name="Freeform 119"/>
              <p:cNvSpPr>
                <a:spLocks/>
              </p:cNvSpPr>
              <p:nvPr/>
            </p:nvSpPr>
            <p:spPr bwMode="auto">
              <a:xfrm>
                <a:off x="4038" y="1900"/>
                <a:ext cx="84" cy="63"/>
              </a:xfrm>
              <a:custGeom>
                <a:avLst/>
                <a:gdLst>
                  <a:gd name="T0" fmla="*/ 9 w 84"/>
                  <a:gd name="T1" fmla="*/ 55 h 63"/>
                  <a:gd name="T2" fmla="*/ 2 w 84"/>
                  <a:gd name="T3" fmla="*/ 48 h 63"/>
                  <a:gd name="T4" fmla="*/ 80 w 84"/>
                  <a:gd name="T5" fmla="*/ 0 h 63"/>
                  <a:gd name="T6" fmla="*/ 84 w 84"/>
                  <a:gd name="T7" fmla="*/ 11 h 63"/>
                  <a:gd name="T8" fmla="*/ 6 w 84"/>
                  <a:gd name="T9" fmla="*/ 60 h 63"/>
                  <a:gd name="T10" fmla="*/ 0 w 84"/>
                  <a:gd name="T11" fmla="*/ 55 h 63"/>
                  <a:gd name="T12" fmla="*/ 6 w 84"/>
                  <a:gd name="T13" fmla="*/ 60 h 63"/>
                  <a:gd name="T14" fmla="*/ 2 w 84"/>
                  <a:gd name="T15" fmla="*/ 63 h 63"/>
                  <a:gd name="T16" fmla="*/ 0 w 84"/>
                  <a:gd name="T17" fmla="*/ 55 h 63"/>
                  <a:gd name="T18" fmla="*/ 9 w 84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3"/>
                  <a:gd name="T32" fmla="*/ 84 w 84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3">
                    <a:moveTo>
                      <a:pt x="9" y="55"/>
                    </a:moveTo>
                    <a:lnTo>
                      <a:pt x="2" y="48"/>
                    </a:lnTo>
                    <a:lnTo>
                      <a:pt x="80" y="0"/>
                    </a:lnTo>
                    <a:lnTo>
                      <a:pt x="84" y="11"/>
                    </a:lnTo>
                    <a:lnTo>
                      <a:pt x="6" y="60"/>
                    </a:lnTo>
                    <a:lnTo>
                      <a:pt x="0" y="55"/>
                    </a:lnTo>
                    <a:lnTo>
                      <a:pt x="6" y="60"/>
                    </a:lnTo>
                    <a:lnTo>
                      <a:pt x="2" y="63"/>
                    </a:lnTo>
                    <a:lnTo>
                      <a:pt x="0" y="55"/>
                    </a:lnTo>
                    <a:lnTo>
                      <a:pt x="9" y="5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6" name="Freeform 120"/>
              <p:cNvSpPr>
                <a:spLocks/>
              </p:cNvSpPr>
              <p:nvPr/>
            </p:nvSpPr>
            <p:spPr bwMode="auto">
              <a:xfrm>
                <a:off x="4022" y="1816"/>
                <a:ext cx="29" cy="33"/>
              </a:xfrm>
              <a:custGeom>
                <a:avLst/>
                <a:gdLst>
                  <a:gd name="T0" fmla="*/ 8 w 29"/>
                  <a:gd name="T1" fmla="*/ 33 h 33"/>
                  <a:gd name="T2" fmla="*/ 0 w 29"/>
                  <a:gd name="T3" fmla="*/ 16 h 33"/>
                  <a:gd name="T4" fmla="*/ 21 w 29"/>
                  <a:gd name="T5" fmla="*/ 0 h 33"/>
                  <a:gd name="T6" fmla="*/ 29 w 29"/>
                  <a:gd name="T7" fmla="*/ 17 h 33"/>
                  <a:gd name="T8" fmla="*/ 8 w 29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3"/>
                  <a:gd name="T17" fmla="*/ 29 w 2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3">
                    <a:moveTo>
                      <a:pt x="8" y="33"/>
                    </a:moveTo>
                    <a:lnTo>
                      <a:pt x="0" y="16"/>
                    </a:lnTo>
                    <a:lnTo>
                      <a:pt x="21" y="0"/>
                    </a:lnTo>
                    <a:lnTo>
                      <a:pt x="29" y="17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7" name="Freeform 121"/>
              <p:cNvSpPr>
                <a:spLocks/>
              </p:cNvSpPr>
              <p:nvPr/>
            </p:nvSpPr>
            <p:spPr bwMode="auto">
              <a:xfrm>
                <a:off x="4030" y="1835"/>
                <a:ext cx="110" cy="228"/>
              </a:xfrm>
              <a:custGeom>
                <a:avLst/>
                <a:gdLst>
                  <a:gd name="T0" fmla="*/ 86 w 110"/>
                  <a:gd name="T1" fmla="*/ 228 h 228"/>
                  <a:gd name="T2" fmla="*/ 86 w 110"/>
                  <a:gd name="T3" fmla="*/ 228 h 228"/>
                  <a:gd name="T4" fmla="*/ 77 w 110"/>
                  <a:gd name="T5" fmla="*/ 200 h 228"/>
                  <a:gd name="T6" fmla="*/ 68 w 110"/>
                  <a:gd name="T7" fmla="*/ 172 h 228"/>
                  <a:gd name="T8" fmla="*/ 58 w 110"/>
                  <a:gd name="T9" fmla="*/ 144 h 228"/>
                  <a:gd name="T10" fmla="*/ 47 w 110"/>
                  <a:gd name="T11" fmla="*/ 117 h 228"/>
                  <a:gd name="T12" fmla="*/ 36 w 110"/>
                  <a:gd name="T13" fmla="*/ 91 h 228"/>
                  <a:gd name="T14" fmla="*/ 25 w 110"/>
                  <a:gd name="T15" fmla="*/ 65 h 228"/>
                  <a:gd name="T16" fmla="*/ 13 w 110"/>
                  <a:gd name="T17" fmla="*/ 40 h 228"/>
                  <a:gd name="T18" fmla="*/ 0 w 110"/>
                  <a:gd name="T19" fmla="*/ 15 h 228"/>
                  <a:gd name="T20" fmla="*/ 21 w 110"/>
                  <a:gd name="T21" fmla="*/ 0 h 228"/>
                  <a:gd name="T22" fmla="*/ 35 w 110"/>
                  <a:gd name="T23" fmla="*/ 26 h 228"/>
                  <a:gd name="T24" fmla="*/ 47 w 110"/>
                  <a:gd name="T25" fmla="*/ 54 h 228"/>
                  <a:gd name="T26" fmla="*/ 60 w 110"/>
                  <a:gd name="T27" fmla="*/ 80 h 228"/>
                  <a:gd name="T28" fmla="*/ 72 w 110"/>
                  <a:gd name="T29" fmla="*/ 107 h 228"/>
                  <a:gd name="T30" fmla="*/ 82 w 110"/>
                  <a:gd name="T31" fmla="*/ 135 h 228"/>
                  <a:gd name="T32" fmla="*/ 92 w 110"/>
                  <a:gd name="T33" fmla="*/ 164 h 228"/>
                  <a:gd name="T34" fmla="*/ 102 w 110"/>
                  <a:gd name="T35" fmla="*/ 193 h 228"/>
                  <a:gd name="T36" fmla="*/ 110 w 110"/>
                  <a:gd name="T37" fmla="*/ 221 h 228"/>
                  <a:gd name="T38" fmla="*/ 86 w 110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0"/>
                  <a:gd name="T61" fmla="*/ 0 h 228"/>
                  <a:gd name="T62" fmla="*/ 110 w 110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0" h="228">
                    <a:moveTo>
                      <a:pt x="86" y="228"/>
                    </a:moveTo>
                    <a:lnTo>
                      <a:pt x="86" y="228"/>
                    </a:lnTo>
                    <a:lnTo>
                      <a:pt x="77" y="200"/>
                    </a:lnTo>
                    <a:lnTo>
                      <a:pt x="68" y="172"/>
                    </a:lnTo>
                    <a:lnTo>
                      <a:pt x="58" y="144"/>
                    </a:lnTo>
                    <a:lnTo>
                      <a:pt x="47" y="117"/>
                    </a:lnTo>
                    <a:lnTo>
                      <a:pt x="36" y="91"/>
                    </a:lnTo>
                    <a:lnTo>
                      <a:pt x="25" y="65"/>
                    </a:lnTo>
                    <a:lnTo>
                      <a:pt x="13" y="40"/>
                    </a:lnTo>
                    <a:lnTo>
                      <a:pt x="0" y="15"/>
                    </a:lnTo>
                    <a:lnTo>
                      <a:pt x="21" y="0"/>
                    </a:lnTo>
                    <a:lnTo>
                      <a:pt x="35" y="26"/>
                    </a:lnTo>
                    <a:lnTo>
                      <a:pt x="47" y="54"/>
                    </a:lnTo>
                    <a:lnTo>
                      <a:pt x="60" y="80"/>
                    </a:lnTo>
                    <a:lnTo>
                      <a:pt x="72" y="107"/>
                    </a:lnTo>
                    <a:lnTo>
                      <a:pt x="82" y="135"/>
                    </a:lnTo>
                    <a:lnTo>
                      <a:pt x="92" y="164"/>
                    </a:lnTo>
                    <a:lnTo>
                      <a:pt x="102" y="193"/>
                    </a:lnTo>
                    <a:lnTo>
                      <a:pt x="110" y="221"/>
                    </a:lnTo>
                    <a:lnTo>
                      <a:pt x="86" y="22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8" name="Freeform 122"/>
              <p:cNvSpPr>
                <a:spLocks/>
              </p:cNvSpPr>
              <p:nvPr/>
            </p:nvSpPr>
            <p:spPr bwMode="auto">
              <a:xfrm>
                <a:off x="4121" y="2060"/>
                <a:ext cx="60" cy="205"/>
              </a:xfrm>
              <a:custGeom>
                <a:avLst/>
                <a:gdLst>
                  <a:gd name="T0" fmla="*/ 33 w 60"/>
                  <a:gd name="T1" fmla="*/ 201 h 205"/>
                  <a:gd name="T2" fmla="*/ 30 w 60"/>
                  <a:gd name="T3" fmla="*/ 177 h 205"/>
                  <a:gd name="T4" fmla="*/ 28 w 60"/>
                  <a:gd name="T5" fmla="*/ 152 h 205"/>
                  <a:gd name="T6" fmla="*/ 24 w 60"/>
                  <a:gd name="T7" fmla="*/ 128 h 205"/>
                  <a:gd name="T8" fmla="*/ 21 w 60"/>
                  <a:gd name="T9" fmla="*/ 103 h 205"/>
                  <a:gd name="T10" fmla="*/ 17 w 60"/>
                  <a:gd name="T11" fmla="*/ 79 h 205"/>
                  <a:gd name="T12" fmla="*/ 13 w 60"/>
                  <a:gd name="T13" fmla="*/ 55 h 205"/>
                  <a:gd name="T14" fmla="*/ 5 w 60"/>
                  <a:gd name="T15" fmla="*/ 29 h 205"/>
                  <a:gd name="T16" fmla="*/ 0 w 60"/>
                  <a:gd name="T17" fmla="*/ 5 h 205"/>
                  <a:gd name="T18" fmla="*/ 24 w 60"/>
                  <a:gd name="T19" fmla="*/ 0 h 205"/>
                  <a:gd name="T20" fmla="*/ 32 w 60"/>
                  <a:gd name="T21" fmla="*/ 25 h 205"/>
                  <a:gd name="T22" fmla="*/ 37 w 60"/>
                  <a:gd name="T23" fmla="*/ 51 h 205"/>
                  <a:gd name="T24" fmla="*/ 43 w 60"/>
                  <a:gd name="T25" fmla="*/ 79 h 205"/>
                  <a:gd name="T26" fmla="*/ 47 w 60"/>
                  <a:gd name="T27" fmla="*/ 103 h 205"/>
                  <a:gd name="T28" fmla="*/ 52 w 60"/>
                  <a:gd name="T29" fmla="*/ 129 h 205"/>
                  <a:gd name="T30" fmla="*/ 55 w 60"/>
                  <a:gd name="T31" fmla="*/ 156 h 205"/>
                  <a:gd name="T32" fmla="*/ 58 w 60"/>
                  <a:gd name="T33" fmla="*/ 180 h 205"/>
                  <a:gd name="T34" fmla="*/ 60 w 60"/>
                  <a:gd name="T35" fmla="*/ 205 h 205"/>
                  <a:gd name="T36" fmla="*/ 33 w 60"/>
                  <a:gd name="T37" fmla="*/ 201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0"/>
                  <a:gd name="T58" fmla="*/ 0 h 205"/>
                  <a:gd name="T59" fmla="*/ 60 w 6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0" h="205">
                    <a:moveTo>
                      <a:pt x="33" y="201"/>
                    </a:moveTo>
                    <a:lnTo>
                      <a:pt x="30" y="177"/>
                    </a:lnTo>
                    <a:lnTo>
                      <a:pt x="28" y="152"/>
                    </a:lnTo>
                    <a:lnTo>
                      <a:pt x="24" y="128"/>
                    </a:lnTo>
                    <a:lnTo>
                      <a:pt x="21" y="103"/>
                    </a:lnTo>
                    <a:lnTo>
                      <a:pt x="17" y="79"/>
                    </a:lnTo>
                    <a:lnTo>
                      <a:pt x="13" y="55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24" y="0"/>
                    </a:lnTo>
                    <a:lnTo>
                      <a:pt x="32" y="25"/>
                    </a:lnTo>
                    <a:lnTo>
                      <a:pt x="37" y="51"/>
                    </a:lnTo>
                    <a:lnTo>
                      <a:pt x="43" y="79"/>
                    </a:lnTo>
                    <a:lnTo>
                      <a:pt x="47" y="103"/>
                    </a:lnTo>
                    <a:lnTo>
                      <a:pt x="52" y="129"/>
                    </a:lnTo>
                    <a:lnTo>
                      <a:pt x="55" y="156"/>
                    </a:lnTo>
                    <a:lnTo>
                      <a:pt x="58" y="180"/>
                    </a:lnTo>
                    <a:lnTo>
                      <a:pt x="60" y="205"/>
                    </a:lnTo>
                    <a:lnTo>
                      <a:pt x="33" y="20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19" name="Freeform 123"/>
              <p:cNvSpPr>
                <a:spLocks/>
              </p:cNvSpPr>
              <p:nvPr/>
            </p:nvSpPr>
            <p:spPr bwMode="auto">
              <a:xfrm>
                <a:off x="4154" y="2263"/>
                <a:ext cx="30" cy="21"/>
              </a:xfrm>
              <a:custGeom>
                <a:avLst/>
                <a:gdLst>
                  <a:gd name="T0" fmla="*/ 29 w 30"/>
                  <a:gd name="T1" fmla="*/ 3 h 21"/>
                  <a:gd name="T2" fmla="*/ 30 w 30"/>
                  <a:gd name="T3" fmla="*/ 21 h 21"/>
                  <a:gd name="T4" fmla="*/ 1 w 30"/>
                  <a:gd name="T5" fmla="*/ 18 h 21"/>
                  <a:gd name="T6" fmla="*/ 0 w 30"/>
                  <a:gd name="T7" fmla="*/ 0 h 21"/>
                  <a:gd name="T8" fmla="*/ 29 w 30"/>
                  <a:gd name="T9" fmla="*/ 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29" y="3"/>
                    </a:moveTo>
                    <a:lnTo>
                      <a:pt x="30" y="21"/>
                    </a:lnTo>
                    <a:lnTo>
                      <a:pt x="1" y="18"/>
                    </a:lnTo>
                    <a:lnTo>
                      <a:pt x="0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0" name="Freeform 124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1" name="Freeform 125"/>
              <p:cNvSpPr>
                <a:spLocks/>
              </p:cNvSpPr>
              <p:nvPr/>
            </p:nvSpPr>
            <p:spPr bwMode="auto">
              <a:xfrm>
                <a:off x="3981" y="1735"/>
                <a:ext cx="53" cy="187"/>
              </a:xfrm>
              <a:custGeom>
                <a:avLst/>
                <a:gdLst>
                  <a:gd name="T0" fmla="*/ 8 w 53"/>
                  <a:gd name="T1" fmla="*/ 30 h 187"/>
                  <a:gd name="T2" fmla="*/ 20 w 53"/>
                  <a:gd name="T3" fmla="*/ 22 h 187"/>
                  <a:gd name="T4" fmla="*/ 53 w 53"/>
                  <a:gd name="T5" fmla="*/ 185 h 187"/>
                  <a:gd name="T6" fmla="*/ 38 w 53"/>
                  <a:gd name="T7" fmla="*/ 187 h 187"/>
                  <a:gd name="T8" fmla="*/ 4 w 53"/>
                  <a:gd name="T9" fmla="*/ 24 h 187"/>
                  <a:gd name="T10" fmla="*/ 16 w 53"/>
                  <a:gd name="T11" fmla="*/ 16 h 187"/>
                  <a:gd name="T12" fmla="*/ 4 w 53"/>
                  <a:gd name="T13" fmla="*/ 24 h 187"/>
                  <a:gd name="T14" fmla="*/ 0 w 53"/>
                  <a:gd name="T15" fmla="*/ 0 h 187"/>
                  <a:gd name="T16" fmla="*/ 16 w 53"/>
                  <a:gd name="T17" fmla="*/ 16 h 187"/>
                  <a:gd name="T18" fmla="*/ 8 w 53"/>
                  <a:gd name="T19" fmla="*/ 3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187"/>
                  <a:gd name="T32" fmla="*/ 53 w 53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187">
                    <a:moveTo>
                      <a:pt x="8" y="30"/>
                    </a:moveTo>
                    <a:lnTo>
                      <a:pt x="20" y="22"/>
                    </a:lnTo>
                    <a:lnTo>
                      <a:pt x="53" y="185"/>
                    </a:lnTo>
                    <a:lnTo>
                      <a:pt x="38" y="187"/>
                    </a:lnTo>
                    <a:lnTo>
                      <a:pt x="4" y="24"/>
                    </a:lnTo>
                    <a:lnTo>
                      <a:pt x="16" y="16"/>
                    </a:lnTo>
                    <a:lnTo>
                      <a:pt x="4" y="24"/>
                    </a:lnTo>
                    <a:lnTo>
                      <a:pt x="0" y="0"/>
                    </a:lnTo>
                    <a:lnTo>
                      <a:pt x="16" y="16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2" name="Freeform 126"/>
              <p:cNvSpPr>
                <a:spLocks/>
              </p:cNvSpPr>
              <p:nvPr/>
            </p:nvSpPr>
            <p:spPr bwMode="auto">
              <a:xfrm>
                <a:off x="3987" y="1752"/>
                <a:ext cx="129" cy="126"/>
              </a:xfrm>
              <a:custGeom>
                <a:avLst/>
                <a:gdLst>
                  <a:gd name="T0" fmla="*/ 109 w 129"/>
                  <a:gd name="T1" fmla="*/ 107 h 126"/>
                  <a:gd name="T2" fmla="*/ 110 w 129"/>
                  <a:gd name="T3" fmla="*/ 124 h 126"/>
                  <a:gd name="T4" fmla="*/ 0 w 129"/>
                  <a:gd name="T5" fmla="*/ 15 h 126"/>
                  <a:gd name="T6" fmla="*/ 9 w 129"/>
                  <a:gd name="T7" fmla="*/ 0 h 126"/>
                  <a:gd name="T8" fmla="*/ 118 w 129"/>
                  <a:gd name="T9" fmla="*/ 109 h 126"/>
                  <a:gd name="T10" fmla="*/ 119 w 129"/>
                  <a:gd name="T11" fmla="*/ 126 h 126"/>
                  <a:gd name="T12" fmla="*/ 118 w 129"/>
                  <a:gd name="T13" fmla="*/ 109 h 126"/>
                  <a:gd name="T14" fmla="*/ 129 w 129"/>
                  <a:gd name="T15" fmla="*/ 117 h 126"/>
                  <a:gd name="T16" fmla="*/ 119 w 129"/>
                  <a:gd name="T17" fmla="*/ 126 h 126"/>
                  <a:gd name="T18" fmla="*/ 109 w 129"/>
                  <a:gd name="T19" fmla="*/ 107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26"/>
                  <a:gd name="T32" fmla="*/ 129 w 129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26">
                    <a:moveTo>
                      <a:pt x="109" y="107"/>
                    </a:moveTo>
                    <a:lnTo>
                      <a:pt x="110" y="124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18" y="109"/>
                    </a:lnTo>
                    <a:lnTo>
                      <a:pt x="119" y="126"/>
                    </a:lnTo>
                    <a:lnTo>
                      <a:pt x="118" y="109"/>
                    </a:lnTo>
                    <a:lnTo>
                      <a:pt x="129" y="117"/>
                    </a:lnTo>
                    <a:lnTo>
                      <a:pt x="119" y="126"/>
                    </a:lnTo>
                    <a:lnTo>
                      <a:pt x="109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3" name="Freeform 127"/>
              <p:cNvSpPr>
                <a:spLocks/>
              </p:cNvSpPr>
              <p:nvPr/>
            </p:nvSpPr>
            <p:spPr bwMode="auto">
              <a:xfrm>
                <a:off x="4018" y="1859"/>
                <a:ext cx="88" cy="79"/>
              </a:xfrm>
              <a:custGeom>
                <a:avLst/>
                <a:gdLst>
                  <a:gd name="T0" fmla="*/ 15 w 88"/>
                  <a:gd name="T1" fmla="*/ 63 h 79"/>
                  <a:gd name="T2" fmla="*/ 4 w 88"/>
                  <a:gd name="T3" fmla="*/ 53 h 79"/>
                  <a:gd name="T4" fmla="*/ 79 w 88"/>
                  <a:gd name="T5" fmla="*/ 0 h 79"/>
                  <a:gd name="T6" fmla="*/ 88 w 88"/>
                  <a:gd name="T7" fmla="*/ 19 h 79"/>
                  <a:gd name="T8" fmla="*/ 13 w 88"/>
                  <a:gd name="T9" fmla="*/ 72 h 79"/>
                  <a:gd name="T10" fmla="*/ 0 w 88"/>
                  <a:gd name="T11" fmla="*/ 63 h 79"/>
                  <a:gd name="T12" fmla="*/ 13 w 88"/>
                  <a:gd name="T13" fmla="*/ 72 h 79"/>
                  <a:gd name="T14" fmla="*/ 4 w 88"/>
                  <a:gd name="T15" fmla="*/ 79 h 79"/>
                  <a:gd name="T16" fmla="*/ 0 w 88"/>
                  <a:gd name="T17" fmla="*/ 63 h 79"/>
                  <a:gd name="T18" fmla="*/ 15 w 88"/>
                  <a:gd name="T19" fmla="*/ 63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15" y="63"/>
                    </a:moveTo>
                    <a:lnTo>
                      <a:pt x="4" y="53"/>
                    </a:lnTo>
                    <a:lnTo>
                      <a:pt x="79" y="0"/>
                    </a:lnTo>
                    <a:lnTo>
                      <a:pt x="88" y="19"/>
                    </a:lnTo>
                    <a:lnTo>
                      <a:pt x="13" y="72"/>
                    </a:lnTo>
                    <a:lnTo>
                      <a:pt x="0" y="63"/>
                    </a:lnTo>
                    <a:lnTo>
                      <a:pt x="13" y="72"/>
                    </a:lnTo>
                    <a:lnTo>
                      <a:pt x="4" y="79"/>
                    </a:lnTo>
                    <a:lnTo>
                      <a:pt x="0" y="63"/>
                    </a:lnTo>
                    <a:lnTo>
                      <a:pt x="15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4" name="Freeform 128"/>
              <p:cNvSpPr>
                <a:spLocks/>
              </p:cNvSpPr>
              <p:nvPr/>
            </p:nvSpPr>
            <p:spPr bwMode="auto">
              <a:xfrm>
                <a:off x="3995" y="1779"/>
                <a:ext cx="37" cy="39"/>
              </a:xfrm>
              <a:custGeom>
                <a:avLst/>
                <a:gdLst>
                  <a:gd name="T0" fmla="*/ 10 w 37"/>
                  <a:gd name="T1" fmla="*/ 39 h 39"/>
                  <a:gd name="T2" fmla="*/ 0 w 37"/>
                  <a:gd name="T3" fmla="*/ 20 h 39"/>
                  <a:gd name="T4" fmla="*/ 27 w 37"/>
                  <a:gd name="T5" fmla="*/ 0 h 39"/>
                  <a:gd name="T6" fmla="*/ 37 w 37"/>
                  <a:gd name="T7" fmla="*/ 19 h 39"/>
                  <a:gd name="T8" fmla="*/ 10 w 37"/>
                  <a:gd name="T9" fmla="*/ 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9"/>
                  <a:gd name="T17" fmla="*/ 37 w 37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9">
                    <a:moveTo>
                      <a:pt x="10" y="39"/>
                    </a:moveTo>
                    <a:lnTo>
                      <a:pt x="0" y="20"/>
                    </a:lnTo>
                    <a:lnTo>
                      <a:pt x="27" y="0"/>
                    </a:lnTo>
                    <a:lnTo>
                      <a:pt x="37" y="19"/>
                    </a:lnTo>
                    <a:lnTo>
                      <a:pt x="10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5" name="Freeform 129"/>
              <p:cNvSpPr>
                <a:spLocks/>
              </p:cNvSpPr>
              <p:nvPr/>
            </p:nvSpPr>
            <p:spPr bwMode="auto">
              <a:xfrm>
                <a:off x="4011" y="1797"/>
                <a:ext cx="122" cy="231"/>
              </a:xfrm>
              <a:custGeom>
                <a:avLst/>
                <a:gdLst>
                  <a:gd name="T0" fmla="*/ 91 w 122"/>
                  <a:gd name="T1" fmla="*/ 231 h 231"/>
                  <a:gd name="T2" fmla="*/ 91 w 122"/>
                  <a:gd name="T3" fmla="*/ 231 h 231"/>
                  <a:gd name="T4" fmla="*/ 81 w 122"/>
                  <a:gd name="T5" fmla="*/ 203 h 231"/>
                  <a:gd name="T6" fmla="*/ 71 w 122"/>
                  <a:gd name="T7" fmla="*/ 175 h 231"/>
                  <a:gd name="T8" fmla="*/ 61 w 122"/>
                  <a:gd name="T9" fmla="*/ 148 h 231"/>
                  <a:gd name="T10" fmla="*/ 49 w 122"/>
                  <a:gd name="T11" fmla="*/ 120 h 231"/>
                  <a:gd name="T12" fmla="*/ 38 w 122"/>
                  <a:gd name="T13" fmla="*/ 96 h 231"/>
                  <a:gd name="T14" fmla="*/ 25 w 122"/>
                  <a:gd name="T15" fmla="*/ 70 h 231"/>
                  <a:gd name="T16" fmla="*/ 13 w 122"/>
                  <a:gd name="T17" fmla="*/ 45 h 231"/>
                  <a:gd name="T18" fmla="*/ 0 w 122"/>
                  <a:gd name="T19" fmla="*/ 21 h 231"/>
                  <a:gd name="T20" fmla="*/ 24 w 122"/>
                  <a:gd name="T21" fmla="*/ 0 h 231"/>
                  <a:gd name="T22" fmla="*/ 38 w 122"/>
                  <a:gd name="T23" fmla="*/ 25 h 231"/>
                  <a:gd name="T24" fmla="*/ 52 w 122"/>
                  <a:gd name="T25" fmla="*/ 52 h 231"/>
                  <a:gd name="T26" fmla="*/ 66 w 122"/>
                  <a:gd name="T27" fmla="*/ 79 h 231"/>
                  <a:gd name="T28" fmla="*/ 79 w 122"/>
                  <a:gd name="T29" fmla="*/ 108 h 231"/>
                  <a:gd name="T30" fmla="*/ 91 w 122"/>
                  <a:gd name="T31" fmla="*/ 134 h 231"/>
                  <a:gd name="T32" fmla="*/ 101 w 122"/>
                  <a:gd name="T33" fmla="*/ 163 h 231"/>
                  <a:gd name="T34" fmla="*/ 111 w 122"/>
                  <a:gd name="T35" fmla="*/ 192 h 231"/>
                  <a:gd name="T36" fmla="*/ 122 w 122"/>
                  <a:gd name="T37" fmla="*/ 222 h 231"/>
                  <a:gd name="T38" fmla="*/ 91 w 122"/>
                  <a:gd name="T39" fmla="*/ 231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2"/>
                  <a:gd name="T61" fmla="*/ 0 h 231"/>
                  <a:gd name="T62" fmla="*/ 122 w 122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2" h="231">
                    <a:moveTo>
                      <a:pt x="91" y="231"/>
                    </a:moveTo>
                    <a:lnTo>
                      <a:pt x="91" y="231"/>
                    </a:lnTo>
                    <a:lnTo>
                      <a:pt x="81" y="203"/>
                    </a:lnTo>
                    <a:lnTo>
                      <a:pt x="71" y="175"/>
                    </a:lnTo>
                    <a:lnTo>
                      <a:pt x="61" y="148"/>
                    </a:lnTo>
                    <a:lnTo>
                      <a:pt x="49" y="120"/>
                    </a:lnTo>
                    <a:lnTo>
                      <a:pt x="38" y="96"/>
                    </a:lnTo>
                    <a:lnTo>
                      <a:pt x="25" y="70"/>
                    </a:lnTo>
                    <a:lnTo>
                      <a:pt x="13" y="45"/>
                    </a:lnTo>
                    <a:lnTo>
                      <a:pt x="0" y="21"/>
                    </a:lnTo>
                    <a:lnTo>
                      <a:pt x="24" y="0"/>
                    </a:lnTo>
                    <a:lnTo>
                      <a:pt x="38" y="25"/>
                    </a:lnTo>
                    <a:lnTo>
                      <a:pt x="52" y="52"/>
                    </a:lnTo>
                    <a:lnTo>
                      <a:pt x="66" y="79"/>
                    </a:lnTo>
                    <a:lnTo>
                      <a:pt x="79" y="108"/>
                    </a:lnTo>
                    <a:lnTo>
                      <a:pt x="91" y="134"/>
                    </a:lnTo>
                    <a:lnTo>
                      <a:pt x="101" y="163"/>
                    </a:lnTo>
                    <a:lnTo>
                      <a:pt x="111" y="192"/>
                    </a:lnTo>
                    <a:lnTo>
                      <a:pt x="122" y="222"/>
                    </a:lnTo>
                    <a:lnTo>
                      <a:pt x="91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6" name="Freeform 130"/>
              <p:cNvSpPr>
                <a:spLocks/>
              </p:cNvSpPr>
              <p:nvPr/>
            </p:nvSpPr>
            <p:spPr bwMode="auto">
              <a:xfrm>
                <a:off x="4107" y="2021"/>
                <a:ext cx="73" cy="206"/>
              </a:xfrm>
              <a:custGeom>
                <a:avLst/>
                <a:gdLst>
                  <a:gd name="T0" fmla="*/ 40 w 73"/>
                  <a:gd name="T1" fmla="*/ 202 h 206"/>
                  <a:gd name="T2" fmla="*/ 36 w 73"/>
                  <a:gd name="T3" fmla="*/ 179 h 206"/>
                  <a:gd name="T4" fmla="*/ 33 w 73"/>
                  <a:gd name="T5" fmla="*/ 154 h 206"/>
                  <a:gd name="T6" fmla="*/ 30 w 73"/>
                  <a:gd name="T7" fmla="*/ 130 h 206"/>
                  <a:gd name="T8" fmla="*/ 25 w 73"/>
                  <a:gd name="T9" fmla="*/ 106 h 206"/>
                  <a:gd name="T10" fmla="*/ 19 w 73"/>
                  <a:gd name="T11" fmla="*/ 82 h 206"/>
                  <a:gd name="T12" fmla="*/ 13 w 73"/>
                  <a:gd name="T13" fmla="*/ 58 h 206"/>
                  <a:gd name="T14" fmla="*/ 6 w 73"/>
                  <a:gd name="T15" fmla="*/ 34 h 206"/>
                  <a:gd name="T16" fmla="*/ 0 w 73"/>
                  <a:gd name="T17" fmla="*/ 9 h 206"/>
                  <a:gd name="T18" fmla="*/ 31 w 73"/>
                  <a:gd name="T19" fmla="*/ 0 h 206"/>
                  <a:gd name="T20" fmla="*/ 38 w 73"/>
                  <a:gd name="T21" fmla="*/ 26 h 206"/>
                  <a:gd name="T22" fmla="*/ 45 w 73"/>
                  <a:gd name="T23" fmla="*/ 51 h 206"/>
                  <a:gd name="T24" fmla="*/ 51 w 73"/>
                  <a:gd name="T25" fmla="*/ 79 h 206"/>
                  <a:gd name="T26" fmla="*/ 58 w 73"/>
                  <a:gd name="T27" fmla="*/ 104 h 206"/>
                  <a:gd name="T28" fmla="*/ 62 w 73"/>
                  <a:gd name="T29" fmla="*/ 129 h 206"/>
                  <a:gd name="T30" fmla="*/ 66 w 73"/>
                  <a:gd name="T31" fmla="*/ 155 h 206"/>
                  <a:gd name="T32" fmla="*/ 71 w 73"/>
                  <a:gd name="T33" fmla="*/ 181 h 206"/>
                  <a:gd name="T34" fmla="*/ 73 w 73"/>
                  <a:gd name="T35" fmla="*/ 206 h 206"/>
                  <a:gd name="T36" fmla="*/ 40 w 73"/>
                  <a:gd name="T37" fmla="*/ 20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3"/>
                  <a:gd name="T58" fmla="*/ 0 h 206"/>
                  <a:gd name="T59" fmla="*/ 73 w 7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3" h="206">
                    <a:moveTo>
                      <a:pt x="40" y="202"/>
                    </a:moveTo>
                    <a:lnTo>
                      <a:pt x="36" y="179"/>
                    </a:lnTo>
                    <a:lnTo>
                      <a:pt x="33" y="154"/>
                    </a:lnTo>
                    <a:lnTo>
                      <a:pt x="30" y="130"/>
                    </a:lnTo>
                    <a:lnTo>
                      <a:pt x="25" y="106"/>
                    </a:lnTo>
                    <a:lnTo>
                      <a:pt x="19" y="82"/>
                    </a:lnTo>
                    <a:lnTo>
                      <a:pt x="13" y="58"/>
                    </a:lnTo>
                    <a:lnTo>
                      <a:pt x="6" y="34"/>
                    </a:lnTo>
                    <a:lnTo>
                      <a:pt x="0" y="9"/>
                    </a:lnTo>
                    <a:lnTo>
                      <a:pt x="31" y="0"/>
                    </a:lnTo>
                    <a:lnTo>
                      <a:pt x="38" y="26"/>
                    </a:lnTo>
                    <a:lnTo>
                      <a:pt x="45" y="51"/>
                    </a:lnTo>
                    <a:lnTo>
                      <a:pt x="51" y="79"/>
                    </a:lnTo>
                    <a:lnTo>
                      <a:pt x="58" y="104"/>
                    </a:lnTo>
                    <a:lnTo>
                      <a:pt x="62" y="129"/>
                    </a:lnTo>
                    <a:lnTo>
                      <a:pt x="66" y="155"/>
                    </a:lnTo>
                    <a:lnTo>
                      <a:pt x="71" y="181"/>
                    </a:lnTo>
                    <a:lnTo>
                      <a:pt x="73" y="206"/>
                    </a:lnTo>
                    <a:lnTo>
                      <a:pt x="40" y="20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7" name="Freeform 131"/>
              <p:cNvSpPr>
                <a:spLocks/>
              </p:cNvSpPr>
              <p:nvPr/>
            </p:nvSpPr>
            <p:spPr bwMode="auto">
              <a:xfrm>
                <a:off x="4149" y="2222"/>
                <a:ext cx="36" cy="27"/>
              </a:xfrm>
              <a:custGeom>
                <a:avLst/>
                <a:gdLst>
                  <a:gd name="T0" fmla="*/ 34 w 36"/>
                  <a:gd name="T1" fmla="*/ 3 h 27"/>
                  <a:gd name="T2" fmla="*/ 36 w 36"/>
                  <a:gd name="T3" fmla="*/ 27 h 27"/>
                  <a:gd name="T4" fmla="*/ 2 w 36"/>
                  <a:gd name="T5" fmla="*/ 23 h 27"/>
                  <a:gd name="T6" fmla="*/ 0 w 36"/>
                  <a:gd name="T7" fmla="*/ 0 h 27"/>
                  <a:gd name="T8" fmla="*/ 34 w 36"/>
                  <a:gd name="T9" fmla="*/ 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34" y="3"/>
                    </a:moveTo>
                    <a:lnTo>
                      <a:pt x="36" y="27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8" name="Freeform 132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29" name="Freeform 133"/>
              <p:cNvSpPr>
                <a:spLocks/>
              </p:cNvSpPr>
              <p:nvPr/>
            </p:nvSpPr>
            <p:spPr bwMode="auto">
              <a:xfrm>
                <a:off x="3986" y="1744"/>
                <a:ext cx="45" cy="175"/>
              </a:xfrm>
              <a:custGeom>
                <a:avLst/>
                <a:gdLst>
                  <a:gd name="T0" fmla="*/ 6 w 45"/>
                  <a:gd name="T1" fmla="*/ 19 h 175"/>
                  <a:gd name="T2" fmla="*/ 11 w 45"/>
                  <a:gd name="T3" fmla="*/ 14 h 175"/>
                  <a:gd name="T4" fmla="*/ 45 w 45"/>
                  <a:gd name="T5" fmla="*/ 173 h 175"/>
                  <a:gd name="T6" fmla="*/ 36 w 45"/>
                  <a:gd name="T7" fmla="*/ 175 h 175"/>
                  <a:gd name="T8" fmla="*/ 3 w 45"/>
                  <a:gd name="T9" fmla="*/ 15 h 175"/>
                  <a:gd name="T10" fmla="*/ 10 w 45"/>
                  <a:gd name="T11" fmla="*/ 11 h 175"/>
                  <a:gd name="T12" fmla="*/ 3 w 45"/>
                  <a:gd name="T13" fmla="*/ 15 h 175"/>
                  <a:gd name="T14" fmla="*/ 0 w 45"/>
                  <a:gd name="T15" fmla="*/ 0 h 175"/>
                  <a:gd name="T16" fmla="*/ 10 w 45"/>
                  <a:gd name="T17" fmla="*/ 11 h 175"/>
                  <a:gd name="T18" fmla="*/ 6 w 45"/>
                  <a:gd name="T19" fmla="*/ 19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175"/>
                  <a:gd name="T32" fmla="*/ 45 w 45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175">
                    <a:moveTo>
                      <a:pt x="6" y="19"/>
                    </a:moveTo>
                    <a:lnTo>
                      <a:pt x="11" y="14"/>
                    </a:lnTo>
                    <a:lnTo>
                      <a:pt x="45" y="173"/>
                    </a:lnTo>
                    <a:lnTo>
                      <a:pt x="36" y="175"/>
                    </a:lnTo>
                    <a:lnTo>
                      <a:pt x="3" y="15"/>
                    </a:lnTo>
                    <a:lnTo>
                      <a:pt x="10" y="11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11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0" name="Freeform 134"/>
              <p:cNvSpPr>
                <a:spLocks/>
              </p:cNvSpPr>
              <p:nvPr/>
            </p:nvSpPr>
            <p:spPr bwMode="auto">
              <a:xfrm>
                <a:off x="3989" y="1754"/>
                <a:ext cx="119" cy="118"/>
              </a:xfrm>
              <a:custGeom>
                <a:avLst/>
                <a:gdLst>
                  <a:gd name="T0" fmla="*/ 107 w 119"/>
                  <a:gd name="T1" fmla="*/ 106 h 118"/>
                  <a:gd name="T2" fmla="*/ 108 w 119"/>
                  <a:gd name="T3" fmla="*/ 115 h 118"/>
                  <a:gd name="T4" fmla="*/ 0 w 119"/>
                  <a:gd name="T5" fmla="*/ 9 h 118"/>
                  <a:gd name="T6" fmla="*/ 5 w 119"/>
                  <a:gd name="T7" fmla="*/ 0 h 118"/>
                  <a:gd name="T8" fmla="*/ 113 w 119"/>
                  <a:gd name="T9" fmla="*/ 107 h 118"/>
                  <a:gd name="T10" fmla="*/ 115 w 119"/>
                  <a:gd name="T11" fmla="*/ 118 h 118"/>
                  <a:gd name="T12" fmla="*/ 113 w 119"/>
                  <a:gd name="T13" fmla="*/ 107 h 118"/>
                  <a:gd name="T14" fmla="*/ 119 w 119"/>
                  <a:gd name="T15" fmla="*/ 113 h 118"/>
                  <a:gd name="T16" fmla="*/ 115 w 119"/>
                  <a:gd name="T17" fmla="*/ 118 h 118"/>
                  <a:gd name="T18" fmla="*/ 107 w 119"/>
                  <a:gd name="T19" fmla="*/ 10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9"/>
                  <a:gd name="T31" fmla="*/ 0 h 118"/>
                  <a:gd name="T32" fmla="*/ 119 w 119"/>
                  <a:gd name="T33" fmla="*/ 118 h 1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9" h="118">
                    <a:moveTo>
                      <a:pt x="107" y="106"/>
                    </a:moveTo>
                    <a:lnTo>
                      <a:pt x="108" y="115"/>
                    </a:lnTo>
                    <a:lnTo>
                      <a:pt x="0" y="9"/>
                    </a:lnTo>
                    <a:lnTo>
                      <a:pt x="5" y="0"/>
                    </a:lnTo>
                    <a:lnTo>
                      <a:pt x="113" y="107"/>
                    </a:lnTo>
                    <a:lnTo>
                      <a:pt x="115" y="118"/>
                    </a:lnTo>
                    <a:lnTo>
                      <a:pt x="113" y="107"/>
                    </a:lnTo>
                    <a:lnTo>
                      <a:pt x="119" y="113"/>
                    </a:lnTo>
                    <a:lnTo>
                      <a:pt x="115" y="118"/>
                    </a:lnTo>
                    <a:lnTo>
                      <a:pt x="107" y="10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1" name="Freeform 135"/>
              <p:cNvSpPr>
                <a:spLocks/>
              </p:cNvSpPr>
              <p:nvPr/>
            </p:nvSpPr>
            <p:spPr bwMode="auto">
              <a:xfrm>
                <a:off x="4022" y="1861"/>
                <a:ext cx="82" cy="68"/>
              </a:xfrm>
              <a:custGeom>
                <a:avLst/>
                <a:gdLst>
                  <a:gd name="T0" fmla="*/ 9 w 82"/>
                  <a:gd name="T1" fmla="*/ 60 h 68"/>
                  <a:gd name="T2" fmla="*/ 1 w 82"/>
                  <a:gd name="T3" fmla="*/ 53 h 68"/>
                  <a:gd name="T4" fmla="*/ 76 w 82"/>
                  <a:gd name="T5" fmla="*/ 0 h 68"/>
                  <a:gd name="T6" fmla="*/ 82 w 82"/>
                  <a:gd name="T7" fmla="*/ 12 h 68"/>
                  <a:gd name="T8" fmla="*/ 6 w 82"/>
                  <a:gd name="T9" fmla="*/ 65 h 68"/>
                  <a:gd name="T10" fmla="*/ 0 w 82"/>
                  <a:gd name="T11" fmla="*/ 60 h 68"/>
                  <a:gd name="T12" fmla="*/ 6 w 82"/>
                  <a:gd name="T13" fmla="*/ 65 h 68"/>
                  <a:gd name="T14" fmla="*/ 1 w 82"/>
                  <a:gd name="T15" fmla="*/ 68 h 68"/>
                  <a:gd name="T16" fmla="*/ 0 w 82"/>
                  <a:gd name="T17" fmla="*/ 60 h 68"/>
                  <a:gd name="T18" fmla="*/ 9 w 82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68"/>
                  <a:gd name="T32" fmla="*/ 82 w 82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68">
                    <a:moveTo>
                      <a:pt x="9" y="60"/>
                    </a:moveTo>
                    <a:lnTo>
                      <a:pt x="1" y="53"/>
                    </a:lnTo>
                    <a:lnTo>
                      <a:pt x="76" y="0"/>
                    </a:lnTo>
                    <a:lnTo>
                      <a:pt x="82" y="12"/>
                    </a:lnTo>
                    <a:lnTo>
                      <a:pt x="6" y="65"/>
                    </a:lnTo>
                    <a:lnTo>
                      <a:pt x="0" y="60"/>
                    </a:lnTo>
                    <a:lnTo>
                      <a:pt x="6" y="6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9" y="6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2" name="Freeform 136"/>
              <p:cNvSpPr>
                <a:spLocks/>
              </p:cNvSpPr>
              <p:nvPr/>
            </p:nvSpPr>
            <p:spPr bwMode="auto">
              <a:xfrm>
                <a:off x="4009" y="1795"/>
                <a:ext cx="29" cy="32"/>
              </a:xfrm>
              <a:custGeom>
                <a:avLst/>
                <a:gdLst>
                  <a:gd name="T0" fmla="*/ 9 w 29"/>
                  <a:gd name="T1" fmla="*/ 32 h 32"/>
                  <a:gd name="T2" fmla="*/ 0 w 29"/>
                  <a:gd name="T3" fmla="*/ 16 h 32"/>
                  <a:gd name="T4" fmla="*/ 19 w 29"/>
                  <a:gd name="T5" fmla="*/ 0 h 32"/>
                  <a:gd name="T6" fmla="*/ 29 w 29"/>
                  <a:gd name="T7" fmla="*/ 15 h 32"/>
                  <a:gd name="T8" fmla="*/ 9 w 2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2"/>
                  <a:gd name="T17" fmla="*/ 29 w 2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2">
                    <a:moveTo>
                      <a:pt x="9" y="32"/>
                    </a:moveTo>
                    <a:lnTo>
                      <a:pt x="0" y="16"/>
                    </a:lnTo>
                    <a:lnTo>
                      <a:pt x="19" y="0"/>
                    </a:lnTo>
                    <a:lnTo>
                      <a:pt x="29" y="15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3" name="Freeform 137"/>
              <p:cNvSpPr>
                <a:spLocks/>
              </p:cNvSpPr>
              <p:nvPr/>
            </p:nvSpPr>
            <p:spPr bwMode="auto">
              <a:xfrm>
                <a:off x="4019" y="1812"/>
                <a:ext cx="119" cy="228"/>
              </a:xfrm>
              <a:custGeom>
                <a:avLst/>
                <a:gdLst>
                  <a:gd name="T0" fmla="*/ 93 w 119"/>
                  <a:gd name="T1" fmla="*/ 228 h 228"/>
                  <a:gd name="T2" fmla="*/ 93 w 119"/>
                  <a:gd name="T3" fmla="*/ 228 h 228"/>
                  <a:gd name="T4" fmla="*/ 84 w 119"/>
                  <a:gd name="T5" fmla="*/ 198 h 228"/>
                  <a:gd name="T6" fmla="*/ 73 w 119"/>
                  <a:gd name="T7" fmla="*/ 172 h 228"/>
                  <a:gd name="T8" fmla="*/ 63 w 119"/>
                  <a:gd name="T9" fmla="*/ 144 h 228"/>
                  <a:gd name="T10" fmla="*/ 52 w 119"/>
                  <a:gd name="T11" fmla="*/ 117 h 228"/>
                  <a:gd name="T12" fmla="*/ 40 w 119"/>
                  <a:gd name="T13" fmla="*/ 92 h 228"/>
                  <a:gd name="T14" fmla="*/ 28 w 119"/>
                  <a:gd name="T15" fmla="*/ 66 h 228"/>
                  <a:gd name="T16" fmla="*/ 14 w 119"/>
                  <a:gd name="T17" fmla="*/ 41 h 228"/>
                  <a:gd name="T18" fmla="*/ 0 w 119"/>
                  <a:gd name="T19" fmla="*/ 18 h 228"/>
                  <a:gd name="T20" fmla="*/ 22 w 119"/>
                  <a:gd name="T21" fmla="*/ 0 h 228"/>
                  <a:gd name="T22" fmla="*/ 36 w 119"/>
                  <a:gd name="T23" fmla="*/ 25 h 228"/>
                  <a:gd name="T24" fmla="*/ 51 w 119"/>
                  <a:gd name="T25" fmla="*/ 52 h 228"/>
                  <a:gd name="T26" fmla="*/ 63 w 119"/>
                  <a:gd name="T27" fmla="*/ 78 h 228"/>
                  <a:gd name="T28" fmla="*/ 75 w 119"/>
                  <a:gd name="T29" fmla="*/ 107 h 228"/>
                  <a:gd name="T30" fmla="*/ 88 w 119"/>
                  <a:gd name="T31" fmla="*/ 133 h 228"/>
                  <a:gd name="T32" fmla="*/ 99 w 119"/>
                  <a:gd name="T33" fmla="*/ 163 h 228"/>
                  <a:gd name="T34" fmla="*/ 108 w 119"/>
                  <a:gd name="T35" fmla="*/ 190 h 228"/>
                  <a:gd name="T36" fmla="*/ 119 w 119"/>
                  <a:gd name="T37" fmla="*/ 220 h 228"/>
                  <a:gd name="T38" fmla="*/ 93 w 11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9"/>
                  <a:gd name="T61" fmla="*/ 0 h 228"/>
                  <a:gd name="T62" fmla="*/ 119 w 11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9" h="228">
                    <a:moveTo>
                      <a:pt x="93" y="228"/>
                    </a:moveTo>
                    <a:lnTo>
                      <a:pt x="93" y="228"/>
                    </a:lnTo>
                    <a:lnTo>
                      <a:pt x="84" y="198"/>
                    </a:lnTo>
                    <a:lnTo>
                      <a:pt x="73" y="172"/>
                    </a:lnTo>
                    <a:lnTo>
                      <a:pt x="63" y="144"/>
                    </a:lnTo>
                    <a:lnTo>
                      <a:pt x="52" y="117"/>
                    </a:lnTo>
                    <a:lnTo>
                      <a:pt x="40" y="92"/>
                    </a:lnTo>
                    <a:lnTo>
                      <a:pt x="28" y="66"/>
                    </a:lnTo>
                    <a:lnTo>
                      <a:pt x="14" y="41"/>
                    </a:lnTo>
                    <a:lnTo>
                      <a:pt x="0" y="18"/>
                    </a:lnTo>
                    <a:lnTo>
                      <a:pt x="22" y="0"/>
                    </a:lnTo>
                    <a:lnTo>
                      <a:pt x="36" y="25"/>
                    </a:lnTo>
                    <a:lnTo>
                      <a:pt x="51" y="52"/>
                    </a:lnTo>
                    <a:lnTo>
                      <a:pt x="63" y="78"/>
                    </a:lnTo>
                    <a:lnTo>
                      <a:pt x="75" y="107"/>
                    </a:lnTo>
                    <a:lnTo>
                      <a:pt x="88" y="133"/>
                    </a:lnTo>
                    <a:lnTo>
                      <a:pt x="99" y="163"/>
                    </a:lnTo>
                    <a:lnTo>
                      <a:pt x="108" y="190"/>
                    </a:lnTo>
                    <a:lnTo>
                      <a:pt x="119" y="220"/>
                    </a:lnTo>
                    <a:lnTo>
                      <a:pt x="93" y="22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4" name="Freeform 138"/>
              <p:cNvSpPr>
                <a:spLocks/>
              </p:cNvSpPr>
              <p:nvPr/>
            </p:nvSpPr>
            <p:spPr bwMode="auto">
              <a:xfrm>
                <a:off x="4116" y="2033"/>
                <a:ext cx="68" cy="205"/>
              </a:xfrm>
              <a:custGeom>
                <a:avLst/>
                <a:gdLst>
                  <a:gd name="T0" fmla="*/ 41 w 68"/>
                  <a:gd name="T1" fmla="*/ 203 h 205"/>
                  <a:gd name="T2" fmla="*/ 37 w 68"/>
                  <a:gd name="T3" fmla="*/ 179 h 205"/>
                  <a:gd name="T4" fmla="*/ 34 w 68"/>
                  <a:gd name="T5" fmla="*/ 154 h 205"/>
                  <a:gd name="T6" fmla="*/ 31 w 68"/>
                  <a:gd name="T7" fmla="*/ 129 h 205"/>
                  <a:gd name="T8" fmla="*/ 26 w 68"/>
                  <a:gd name="T9" fmla="*/ 106 h 205"/>
                  <a:gd name="T10" fmla="*/ 20 w 68"/>
                  <a:gd name="T11" fmla="*/ 81 h 205"/>
                  <a:gd name="T12" fmla="*/ 13 w 68"/>
                  <a:gd name="T13" fmla="*/ 56 h 205"/>
                  <a:gd name="T14" fmla="*/ 8 w 68"/>
                  <a:gd name="T15" fmla="*/ 32 h 205"/>
                  <a:gd name="T16" fmla="*/ 0 w 68"/>
                  <a:gd name="T17" fmla="*/ 7 h 205"/>
                  <a:gd name="T18" fmla="*/ 26 w 68"/>
                  <a:gd name="T19" fmla="*/ 0 h 205"/>
                  <a:gd name="T20" fmla="*/ 34 w 68"/>
                  <a:gd name="T21" fmla="*/ 26 h 205"/>
                  <a:gd name="T22" fmla="*/ 41 w 68"/>
                  <a:gd name="T23" fmla="*/ 51 h 205"/>
                  <a:gd name="T24" fmla="*/ 48 w 68"/>
                  <a:gd name="T25" fmla="*/ 79 h 205"/>
                  <a:gd name="T26" fmla="*/ 52 w 68"/>
                  <a:gd name="T27" fmla="*/ 103 h 205"/>
                  <a:gd name="T28" fmla="*/ 57 w 68"/>
                  <a:gd name="T29" fmla="*/ 129 h 205"/>
                  <a:gd name="T30" fmla="*/ 63 w 68"/>
                  <a:gd name="T31" fmla="*/ 156 h 205"/>
                  <a:gd name="T32" fmla="*/ 66 w 68"/>
                  <a:gd name="T33" fmla="*/ 180 h 205"/>
                  <a:gd name="T34" fmla="*/ 68 w 68"/>
                  <a:gd name="T35" fmla="*/ 205 h 205"/>
                  <a:gd name="T36" fmla="*/ 41 w 68"/>
                  <a:gd name="T37" fmla="*/ 20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8"/>
                  <a:gd name="T58" fmla="*/ 0 h 205"/>
                  <a:gd name="T59" fmla="*/ 68 w 68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8" h="205">
                    <a:moveTo>
                      <a:pt x="41" y="203"/>
                    </a:moveTo>
                    <a:lnTo>
                      <a:pt x="37" y="179"/>
                    </a:lnTo>
                    <a:lnTo>
                      <a:pt x="34" y="154"/>
                    </a:lnTo>
                    <a:lnTo>
                      <a:pt x="31" y="129"/>
                    </a:lnTo>
                    <a:lnTo>
                      <a:pt x="26" y="106"/>
                    </a:lnTo>
                    <a:lnTo>
                      <a:pt x="20" y="81"/>
                    </a:lnTo>
                    <a:lnTo>
                      <a:pt x="13" y="56"/>
                    </a:lnTo>
                    <a:lnTo>
                      <a:pt x="8" y="32"/>
                    </a:lnTo>
                    <a:lnTo>
                      <a:pt x="0" y="7"/>
                    </a:lnTo>
                    <a:lnTo>
                      <a:pt x="26" y="0"/>
                    </a:lnTo>
                    <a:lnTo>
                      <a:pt x="34" y="26"/>
                    </a:lnTo>
                    <a:lnTo>
                      <a:pt x="41" y="51"/>
                    </a:lnTo>
                    <a:lnTo>
                      <a:pt x="48" y="79"/>
                    </a:lnTo>
                    <a:lnTo>
                      <a:pt x="52" y="103"/>
                    </a:lnTo>
                    <a:lnTo>
                      <a:pt x="57" y="129"/>
                    </a:lnTo>
                    <a:lnTo>
                      <a:pt x="63" y="156"/>
                    </a:lnTo>
                    <a:lnTo>
                      <a:pt x="66" y="180"/>
                    </a:lnTo>
                    <a:lnTo>
                      <a:pt x="68" y="205"/>
                    </a:lnTo>
                    <a:lnTo>
                      <a:pt x="41" y="20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5" name="Freeform 139"/>
              <p:cNvSpPr>
                <a:spLocks/>
              </p:cNvSpPr>
              <p:nvPr/>
            </p:nvSpPr>
            <p:spPr bwMode="auto">
              <a:xfrm>
                <a:off x="4160" y="2235"/>
                <a:ext cx="29" cy="20"/>
              </a:xfrm>
              <a:custGeom>
                <a:avLst/>
                <a:gdLst>
                  <a:gd name="T0" fmla="*/ 27 w 29"/>
                  <a:gd name="T1" fmla="*/ 2 h 20"/>
                  <a:gd name="T2" fmla="*/ 29 w 29"/>
                  <a:gd name="T3" fmla="*/ 20 h 20"/>
                  <a:gd name="T4" fmla="*/ 3 w 29"/>
                  <a:gd name="T5" fmla="*/ 18 h 20"/>
                  <a:gd name="T6" fmla="*/ 0 w 29"/>
                  <a:gd name="T7" fmla="*/ 0 h 20"/>
                  <a:gd name="T8" fmla="*/ 27 w 29"/>
                  <a:gd name="T9" fmla="*/ 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20"/>
                  <a:gd name="T17" fmla="*/ 29 w 2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20">
                    <a:moveTo>
                      <a:pt x="27" y="2"/>
                    </a:moveTo>
                    <a:lnTo>
                      <a:pt x="29" y="20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6" name="Freeform 140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7" name="Freeform 141"/>
              <p:cNvSpPr>
                <a:spLocks/>
              </p:cNvSpPr>
              <p:nvPr/>
            </p:nvSpPr>
            <p:spPr bwMode="auto">
              <a:xfrm>
                <a:off x="3956" y="1706"/>
                <a:ext cx="60" cy="185"/>
              </a:xfrm>
              <a:custGeom>
                <a:avLst/>
                <a:gdLst>
                  <a:gd name="T0" fmla="*/ 11 w 60"/>
                  <a:gd name="T1" fmla="*/ 29 h 185"/>
                  <a:gd name="T2" fmla="*/ 21 w 60"/>
                  <a:gd name="T3" fmla="*/ 20 h 185"/>
                  <a:gd name="T4" fmla="*/ 60 w 60"/>
                  <a:gd name="T5" fmla="*/ 182 h 185"/>
                  <a:gd name="T6" fmla="*/ 45 w 60"/>
                  <a:gd name="T7" fmla="*/ 185 h 185"/>
                  <a:gd name="T8" fmla="*/ 6 w 60"/>
                  <a:gd name="T9" fmla="*/ 23 h 185"/>
                  <a:gd name="T10" fmla="*/ 17 w 60"/>
                  <a:gd name="T11" fmla="*/ 15 h 185"/>
                  <a:gd name="T12" fmla="*/ 6 w 60"/>
                  <a:gd name="T13" fmla="*/ 23 h 185"/>
                  <a:gd name="T14" fmla="*/ 0 w 60"/>
                  <a:gd name="T15" fmla="*/ 0 h 185"/>
                  <a:gd name="T16" fmla="*/ 17 w 60"/>
                  <a:gd name="T17" fmla="*/ 15 h 185"/>
                  <a:gd name="T18" fmla="*/ 11 w 60"/>
                  <a:gd name="T19" fmla="*/ 29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0"/>
                  <a:gd name="T31" fmla="*/ 0 h 185"/>
                  <a:gd name="T32" fmla="*/ 60 w 60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0" h="185">
                    <a:moveTo>
                      <a:pt x="11" y="29"/>
                    </a:moveTo>
                    <a:lnTo>
                      <a:pt x="21" y="20"/>
                    </a:lnTo>
                    <a:lnTo>
                      <a:pt x="60" y="182"/>
                    </a:lnTo>
                    <a:lnTo>
                      <a:pt x="45" y="185"/>
                    </a:lnTo>
                    <a:lnTo>
                      <a:pt x="6" y="23"/>
                    </a:lnTo>
                    <a:lnTo>
                      <a:pt x="17" y="15"/>
                    </a:lnTo>
                    <a:lnTo>
                      <a:pt x="6" y="23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8" name="Freeform 142"/>
              <p:cNvSpPr>
                <a:spLocks/>
              </p:cNvSpPr>
              <p:nvPr/>
            </p:nvSpPr>
            <p:spPr bwMode="auto">
              <a:xfrm>
                <a:off x="3966" y="1722"/>
                <a:ext cx="127" cy="115"/>
              </a:xfrm>
              <a:custGeom>
                <a:avLst/>
                <a:gdLst>
                  <a:gd name="T0" fmla="*/ 108 w 127"/>
                  <a:gd name="T1" fmla="*/ 98 h 115"/>
                  <a:gd name="T2" fmla="*/ 110 w 127"/>
                  <a:gd name="T3" fmla="*/ 114 h 115"/>
                  <a:gd name="T4" fmla="*/ 0 w 127"/>
                  <a:gd name="T5" fmla="*/ 15 h 115"/>
                  <a:gd name="T6" fmla="*/ 5 w 127"/>
                  <a:gd name="T7" fmla="*/ 0 h 115"/>
                  <a:gd name="T8" fmla="*/ 116 w 127"/>
                  <a:gd name="T9" fmla="*/ 99 h 115"/>
                  <a:gd name="T10" fmla="*/ 119 w 127"/>
                  <a:gd name="T11" fmla="*/ 115 h 115"/>
                  <a:gd name="T12" fmla="*/ 116 w 127"/>
                  <a:gd name="T13" fmla="*/ 99 h 115"/>
                  <a:gd name="T14" fmla="*/ 127 w 127"/>
                  <a:gd name="T15" fmla="*/ 109 h 115"/>
                  <a:gd name="T16" fmla="*/ 119 w 127"/>
                  <a:gd name="T17" fmla="*/ 115 h 115"/>
                  <a:gd name="T18" fmla="*/ 108 w 127"/>
                  <a:gd name="T19" fmla="*/ 9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5"/>
                  <a:gd name="T32" fmla="*/ 127 w 127"/>
                  <a:gd name="T33" fmla="*/ 115 h 1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5">
                    <a:moveTo>
                      <a:pt x="108" y="98"/>
                    </a:moveTo>
                    <a:lnTo>
                      <a:pt x="110" y="114"/>
                    </a:lnTo>
                    <a:lnTo>
                      <a:pt x="0" y="15"/>
                    </a:lnTo>
                    <a:lnTo>
                      <a:pt x="5" y="0"/>
                    </a:lnTo>
                    <a:lnTo>
                      <a:pt x="116" y="99"/>
                    </a:lnTo>
                    <a:lnTo>
                      <a:pt x="119" y="115"/>
                    </a:lnTo>
                    <a:lnTo>
                      <a:pt x="116" y="99"/>
                    </a:lnTo>
                    <a:lnTo>
                      <a:pt x="127" y="109"/>
                    </a:lnTo>
                    <a:lnTo>
                      <a:pt x="119" y="115"/>
                    </a:lnTo>
                    <a:lnTo>
                      <a:pt x="108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39" name="Freeform 143"/>
              <p:cNvSpPr>
                <a:spLocks/>
              </p:cNvSpPr>
              <p:nvPr/>
            </p:nvSpPr>
            <p:spPr bwMode="auto">
              <a:xfrm>
                <a:off x="4002" y="1821"/>
                <a:ext cx="86" cy="85"/>
              </a:xfrm>
              <a:custGeom>
                <a:avLst/>
                <a:gdLst>
                  <a:gd name="T0" fmla="*/ 15 w 86"/>
                  <a:gd name="T1" fmla="*/ 68 h 85"/>
                  <a:gd name="T2" fmla="*/ 2 w 86"/>
                  <a:gd name="T3" fmla="*/ 60 h 85"/>
                  <a:gd name="T4" fmla="*/ 75 w 86"/>
                  <a:gd name="T5" fmla="*/ 0 h 85"/>
                  <a:gd name="T6" fmla="*/ 86 w 86"/>
                  <a:gd name="T7" fmla="*/ 17 h 85"/>
                  <a:gd name="T8" fmla="*/ 13 w 86"/>
                  <a:gd name="T9" fmla="*/ 78 h 85"/>
                  <a:gd name="T10" fmla="*/ 0 w 86"/>
                  <a:gd name="T11" fmla="*/ 70 h 85"/>
                  <a:gd name="T12" fmla="*/ 13 w 86"/>
                  <a:gd name="T13" fmla="*/ 78 h 85"/>
                  <a:gd name="T14" fmla="*/ 5 w 86"/>
                  <a:gd name="T15" fmla="*/ 85 h 85"/>
                  <a:gd name="T16" fmla="*/ 0 w 86"/>
                  <a:gd name="T17" fmla="*/ 70 h 85"/>
                  <a:gd name="T18" fmla="*/ 15 w 86"/>
                  <a:gd name="T19" fmla="*/ 68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5"/>
                  <a:gd name="T32" fmla="*/ 86 w 86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5">
                    <a:moveTo>
                      <a:pt x="15" y="68"/>
                    </a:moveTo>
                    <a:lnTo>
                      <a:pt x="2" y="60"/>
                    </a:lnTo>
                    <a:lnTo>
                      <a:pt x="75" y="0"/>
                    </a:lnTo>
                    <a:lnTo>
                      <a:pt x="86" y="17"/>
                    </a:lnTo>
                    <a:lnTo>
                      <a:pt x="13" y="78"/>
                    </a:lnTo>
                    <a:lnTo>
                      <a:pt x="0" y="70"/>
                    </a:lnTo>
                    <a:lnTo>
                      <a:pt x="13" y="78"/>
                    </a:lnTo>
                    <a:lnTo>
                      <a:pt x="5" y="85"/>
                    </a:lnTo>
                    <a:lnTo>
                      <a:pt x="0" y="70"/>
                    </a:lnTo>
                    <a:lnTo>
                      <a:pt x="15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0" name="Freeform 144"/>
              <p:cNvSpPr>
                <a:spLocks/>
              </p:cNvSpPr>
              <p:nvPr/>
            </p:nvSpPr>
            <p:spPr bwMode="auto">
              <a:xfrm>
                <a:off x="3977" y="1743"/>
                <a:ext cx="35" cy="42"/>
              </a:xfrm>
              <a:custGeom>
                <a:avLst/>
                <a:gdLst>
                  <a:gd name="T0" fmla="*/ 11 w 35"/>
                  <a:gd name="T1" fmla="*/ 42 h 42"/>
                  <a:gd name="T2" fmla="*/ 0 w 35"/>
                  <a:gd name="T3" fmla="*/ 23 h 42"/>
                  <a:gd name="T4" fmla="*/ 23 w 35"/>
                  <a:gd name="T5" fmla="*/ 0 h 42"/>
                  <a:gd name="T6" fmla="*/ 35 w 35"/>
                  <a:gd name="T7" fmla="*/ 20 h 42"/>
                  <a:gd name="T8" fmla="*/ 11 w 35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11" y="42"/>
                    </a:moveTo>
                    <a:lnTo>
                      <a:pt x="0" y="23"/>
                    </a:lnTo>
                    <a:lnTo>
                      <a:pt x="23" y="0"/>
                    </a:lnTo>
                    <a:lnTo>
                      <a:pt x="35" y="20"/>
                    </a:lnTo>
                    <a:lnTo>
                      <a:pt x="11" y="4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1" name="Freeform 145"/>
              <p:cNvSpPr>
                <a:spLocks/>
              </p:cNvSpPr>
              <p:nvPr/>
            </p:nvSpPr>
            <p:spPr bwMode="auto">
              <a:xfrm>
                <a:off x="3991" y="1762"/>
                <a:ext cx="129" cy="228"/>
              </a:xfrm>
              <a:custGeom>
                <a:avLst/>
                <a:gdLst>
                  <a:gd name="T0" fmla="*/ 99 w 129"/>
                  <a:gd name="T1" fmla="*/ 228 h 228"/>
                  <a:gd name="T2" fmla="*/ 99 w 129"/>
                  <a:gd name="T3" fmla="*/ 228 h 228"/>
                  <a:gd name="T4" fmla="*/ 88 w 129"/>
                  <a:gd name="T5" fmla="*/ 200 h 228"/>
                  <a:gd name="T6" fmla="*/ 78 w 129"/>
                  <a:gd name="T7" fmla="*/ 173 h 228"/>
                  <a:gd name="T8" fmla="*/ 67 w 129"/>
                  <a:gd name="T9" fmla="*/ 147 h 228"/>
                  <a:gd name="T10" fmla="*/ 54 w 129"/>
                  <a:gd name="T11" fmla="*/ 121 h 228"/>
                  <a:gd name="T12" fmla="*/ 40 w 129"/>
                  <a:gd name="T13" fmla="*/ 95 h 228"/>
                  <a:gd name="T14" fmla="*/ 27 w 129"/>
                  <a:gd name="T15" fmla="*/ 70 h 228"/>
                  <a:gd name="T16" fmla="*/ 13 w 129"/>
                  <a:gd name="T17" fmla="*/ 45 h 228"/>
                  <a:gd name="T18" fmla="*/ 0 w 129"/>
                  <a:gd name="T19" fmla="*/ 23 h 228"/>
                  <a:gd name="T20" fmla="*/ 23 w 129"/>
                  <a:gd name="T21" fmla="*/ 0 h 228"/>
                  <a:gd name="T22" fmla="*/ 39 w 129"/>
                  <a:gd name="T23" fmla="*/ 25 h 228"/>
                  <a:gd name="T24" fmla="*/ 54 w 129"/>
                  <a:gd name="T25" fmla="*/ 51 h 228"/>
                  <a:gd name="T26" fmla="*/ 69 w 129"/>
                  <a:gd name="T27" fmla="*/ 78 h 228"/>
                  <a:gd name="T28" fmla="*/ 82 w 129"/>
                  <a:gd name="T29" fmla="*/ 104 h 228"/>
                  <a:gd name="T30" fmla="*/ 94 w 129"/>
                  <a:gd name="T31" fmla="*/ 131 h 228"/>
                  <a:gd name="T32" fmla="*/ 107 w 129"/>
                  <a:gd name="T33" fmla="*/ 160 h 228"/>
                  <a:gd name="T34" fmla="*/ 118 w 129"/>
                  <a:gd name="T35" fmla="*/ 188 h 228"/>
                  <a:gd name="T36" fmla="*/ 129 w 129"/>
                  <a:gd name="T37" fmla="*/ 216 h 228"/>
                  <a:gd name="T38" fmla="*/ 99 w 12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9"/>
                  <a:gd name="T61" fmla="*/ 0 h 228"/>
                  <a:gd name="T62" fmla="*/ 129 w 12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9" h="228">
                    <a:moveTo>
                      <a:pt x="99" y="228"/>
                    </a:moveTo>
                    <a:lnTo>
                      <a:pt x="99" y="228"/>
                    </a:lnTo>
                    <a:lnTo>
                      <a:pt x="88" y="200"/>
                    </a:lnTo>
                    <a:lnTo>
                      <a:pt x="78" y="173"/>
                    </a:lnTo>
                    <a:lnTo>
                      <a:pt x="67" y="147"/>
                    </a:lnTo>
                    <a:lnTo>
                      <a:pt x="54" y="121"/>
                    </a:lnTo>
                    <a:lnTo>
                      <a:pt x="40" y="95"/>
                    </a:lnTo>
                    <a:lnTo>
                      <a:pt x="27" y="70"/>
                    </a:lnTo>
                    <a:lnTo>
                      <a:pt x="13" y="45"/>
                    </a:lnTo>
                    <a:lnTo>
                      <a:pt x="0" y="23"/>
                    </a:lnTo>
                    <a:lnTo>
                      <a:pt x="23" y="0"/>
                    </a:lnTo>
                    <a:lnTo>
                      <a:pt x="39" y="25"/>
                    </a:lnTo>
                    <a:lnTo>
                      <a:pt x="54" y="51"/>
                    </a:lnTo>
                    <a:lnTo>
                      <a:pt x="69" y="78"/>
                    </a:lnTo>
                    <a:lnTo>
                      <a:pt x="82" y="104"/>
                    </a:lnTo>
                    <a:lnTo>
                      <a:pt x="94" y="131"/>
                    </a:lnTo>
                    <a:lnTo>
                      <a:pt x="107" y="160"/>
                    </a:lnTo>
                    <a:lnTo>
                      <a:pt x="118" y="188"/>
                    </a:lnTo>
                    <a:lnTo>
                      <a:pt x="129" y="216"/>
                    </a:lnTo>
                    <a:lnTo>
                      <a:pt x="99" y="2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2" name="Freeform 146"/>
              <p:cNvSpPr>
                <a:spLocks/>
              </p:cNvSpPr>
              <p:nvPr/>
            </p:nvSpPr>
            <p:spPr bwMode="auto">
              <a:xfrm>
                <a:off x="4093" y="1983"/>
                <a:ext cx="80" cy="205"/>
              </a:xfrm>
              <a:custGeom>
                <a:avLst/>
                <a:gdLst>
                  <a:gd name="T0" fmla="*/ 47 w 80"/>
                  <a:gd name="T1" fmla="*/ 204 h 205"/>
                  <a:gd name="T2" fmla="*/ 44 w 80"/>
                  <a:gd name="T3" fmla="*/ 180 h 205"/>
                  <a:gd name="T4" fmla="*/ 40 w 80"/>
                  <a:gd name="T5" fmla="*/ 156 h 205"/>
                  <a:gd name="T6" fmla="*/ 35 w 80"/>
                  <a:gd name="T7" fmla="*/ 130 h 205"/>
                  <a:gd name="T8" fmla="*/ 30 w 80"/>
                  <a:gd name="T9" fmla="*/ 108 h 205"/>
                  <a:gd name="T10" fmla="*/ 24 w 80"/>
                  <a:gd name="T11" fmla="*/ 83 h 205"/>
                  <a:gd name="T12" fmla="*/ 16 w 80"/>
                  <a:gd name="T13" fmla="*/ 59 h 205"/>
                  <a:gd name="T14" fmla="*/ 9 w 80"/>
                  <a:gd name="T15" fmla="*/ 35 h 205"/>
                  <a:gd name="T16" fmla="*/ 0 w 80"/>
                  <a:gd name="T17" fmla="*/ 10 h 205"/>
                  <a:gd name="T18" fmla="*/ 31 w 80"/>
                  <a:gd name="T19" fmla="*/ 0 h 205"/>
                  <a:gd name="T20" fmla="*/ 40 w 80"/>
                  <a:gd name="T21" fmla="*/ 24 h 205"/>
                  <a:gd name="T22" fmla="*/ 46 w 80"/>
                  <a:gd name="T23" fmla="*/ 51 h 205"/>
                  <a:gd name="T24" fmla="*/ 55 w 80"/>
                  <a:gd name="T25" fmla="*/ 77 h 205"/>
                  <a:gd name="T26" fmla="*/ 61 w 80"/>
                  <a:gd name="T27" fmla="*/ 102 h 205"/>
                  <a:gd name="T28" fmla="*/ 67 w 80"/>
                  <a:gd name="T29" fmla="*/ 128 h 205"/>
                  <a:gd name="T30" fmla="*/ 73 w 80"/>
                  <a:gd name="T31" fmla="*/ 155 h 205"/>
                  <a:gd name="T32" fmla="*/ 77 w 80"/>
                  <a:gd name="T33" fmla="*/ 180 h 205"/>
                  <a:gd name="T34" fmla="*/ 80 w 80"/>
                  <a:gd name="T35" fmla="*/ 205 h 205"/>
                  <a:gd name="T36" fmla="*/ 47 w 80"/>
                  <a:gd name="T37" fmla="*/ 204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0"/>
                  <a:gd name="T58" fmla="*/ 0 h 205"/>
                  <a:gd name="T59" fmla="*/ 80 w 8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0" h="205">
                    <a:moveTo>
                      <a:pt x="47" y="204"/>
                    </a:moveTo>
                    <a:lnTo>
                      <a:pt x="44" y="180"/>
                    </a:lnTo>
                    <a:lnTo>
                      <a:pt x="40" y="156"/>
                    </a:lnTo>
                    <a:lnTo>
                      <a:pt x="35" y="130"/>
                    </a:lnTo>
                    <a:lnTo>
                      <a:pt x="30" y="108"/>
                    </a:lnTo>
                    <a:lnTo>
                      <a:pt x="24" y="83"/>
                    </a:lnTo>
                    <a:lnTo>
                      <a:pt x="16" y="59"/>
                    </a:lnTo>
                    <a:lnTo>
                      <a:pt x="9" y="35"/>
                    </a:lnTo>
                    <a:lnTo>
                      <a:pt x="0" y="10"/>
                    </a:lnTo>
                    <a:lnTo>
                      <a:pt x="31" y="0"/>
                    </a:lnTo>
                    <a:lnTo>
                      <a:pt x="40" y="24"/>
                    </a:lnTo>
                    <a:lnTo>
                      <a:pt x="46" y="51"/>
                    </a:lnTo>
                    <a:lnTo>
                      <a:pt x="55" y="77"/>
                    </a:lnTo>
                    <a:lnTo>
                      <a:pt x="61" y="102"/>
                    </a:lnTo>
                    <a:lnTo>
                      <a:pt x="67" y="128"/>
                    </a:lnTo>
                    <a:lnTo>
                      <a:pt x="73" y="155"/>
                    </a:lnTo>
                    <a:lnTo>
                      <a:pt x="77" y="180"/>
                    </a:lnTo>
                    <a:lnTo>
                      <a:pt x="80" y="205"/>
                    </a:lnTo>
                    <a:lnTo>
                      <a:pt x="47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3" name="Freeform 147"/>
              <p:cNvSpPr>
                <a:spLocks/>
              </p:cNvSpPr>
              <p:nvPr/>
            </p:nvSpPr>
            <p:spPr bwMode="auto">
              <a:xfrm>
                <a:off x="4143" y="2187"/>
                <a:ext cx="38" cy="22"/>
              </a:xfrm>
              <a:custGeom>
                <a:avLst/>
                <a:gdLst>
                  <a:gd name="T0" fmla="*/ 35 w 38"/>
                  <a:gd name="T1" fmla="*/ 1 h 22"/>
                  <a:gd name="T2" fmla="*/ 38 w 38"/>
                  <a:gd name="T3" fmla="*/ 22 h 22"/>
                  <a:gd name="T4" fmla="*/ 4 w 38"/>
                  <a:gd name="T5" fmla="*/ 21 h 22"/>
                  <a:gd name="T6" fmla="*/ 0 w 38"/>
                  <a:gd name="T7" fmla="*/ 0 h 22"/>
                  <a:gd name="T8" fmla="*/ 35 w 38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2"/>
                  <a:gd name="T17" fmla="*/ 38 w 3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2">
                    <a:moveTo>
                      <a:pt x="35" y="1"/>
                    </a:moveTo>
                    <a:lnTo>
                      <a:pt x="38" y="22"/>
                    </a:lnTo>
                    <a:lnTo>
                      <a:pt x="4" y="21"/>
                    </a:lnTo>
                    <a:lnTo>
                      <a:pt x="0" y="0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4" name="Freeform 148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5" name="Freeform 149"/>
              <p:cNvSpPr>
                <a:spLocks/>
              </p:cNvSpPr>
              <p:nvPr/>
            </p:nvSpPr>
            <p:spPr bwMode="auto">
              <a:xfrm>
                <a:off x="3962" y="1713"/>
                <a:ext cx="51" cy="176"/>
              </a:xfrm>
              <a:custGeom>
                <a:avLst/>
                <a:gdLst>
                  <a:gd name="T0" fmla="*/ 5 w 51"/>
                  <a:gd name="T1" fmla="*/ 19 h 176"/>
                  <a:gd name="T2" fmla="*/ 11 w 51"/>
                  <a:gd name="T3" fmla="*/ 13 h 176"/>
                  <a:gd name="T4" fmla="*/ 51 w 51"/>
                  <a:gd name="T5" fmla="*/ 175 h 176"/>
                  <a:gd name="T6" fmla="*/ 42 w 51"/>
                  <a:gd name="T7" fmla="*/ 176 h 176"/>
                  <a:gd name="T8" fmla="*/ 2 w 51"/>
                  <a:gd name="T9" fmla="*/ 14 h 176"/>
                  <a:gd name="T10" fmla="*/ 8 w 51"/>
                  <a:gd name="T11" fmla="*/ 9 h 176"/>
                  <a:gd name="T12" fmla="*/ 2 w 51"/>
                  <a:gd name="T13" fmla="*/ 14 h 176"/>
                  <a:gd name="T14" fmla="*/ 0 w 51"/>
                  <a:gd name="T15" fmla="*/ 0 h 176"/>
                  <a:gd name="T16" fmla="*/ 8 w 51"/>
                  <a:gd name="T17" fmla="*/ 9 h 176"/>
                  <a:gd name="T18" fmla="*/ 5 w 51"/>
                  <a:gd name="T19" fmla="*/ 19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176"/>
                  <a:gd name="T32" fmla="*/ 51 w 51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176">
                    <a:moveTo>
                      <a:pt x="5" y="19"/>
                    </a:moveTo>
                    <a:lnTo>
                      <a:pt x="11" y="13"/>
                    </a:lnTo>
                    <a:lnTo>
                      <a:pt x="51" y="175"/>
                    </a:lnTo>
                    <a:lnTo>
                      <a:pt x="42" y="176"/>
                    </a:lnTo>
                    <a:lnTo>
                      <a:pt x="2" y="14"/>
                    </a:lnTo>
                    <a:lnTo>
                      <a:pt x="8" y="9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8" y="9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6" name="Freeform 150"/>
              <p:cNvSpPr>
                <a:spLocks/>
              </p:cNvSpPr>
              <p:nvPr/>
            </p:nvSpPr>
            <p:spPr bwMode="auto">
              <a:xfrm>
                <a:off x="3969" y="1723"/>
                <a:ext cx="120" cy="110"/>
              </a:xfrm>
              <a:custGeom>
                <a:avLst/>
                <a:gdLst>
                  <a:gd name="T0" fmla="*/ 109 w 120"/>
                  <a:gd name="T1" fmla="*/ 99 h 110"/>
                  <a:gd name="T2" fmla="*/ 110 w 120"/>
                  <a:gd name="T3" fmla="*/ 110 h 110"/>
                  <a:gd name="T4" fmla="*/ 0 w 120"/>
                  <a:gd name="T5" fmla="*/ 9 h 110"/>
                  <a:gd name="T6" fmla="*/ 3 w 120"/>
                  <a:gd name="T7" fmla="*/ 0 h 110"/>
                  <a:gd name="T8" fmla="*/ 113 w 120"/>
                  <a:gd name="T9" fmla="*/ 102 h 110"/>
                  <a:gd name="T10" fmla="*/ 116 w 120"/>
                  <a:gd name="T11" fmla="*/ 110 h 110"/>
                  <a:gd name="T12" fmla="*/ 113 w 120"/>
                  <a:gd name="T13" fmla="*/ 102 h 110"/>
                  <a:gd name="T14" fmla="*/ 120 w 120"/>
                  <a:gd name="T15" fmla="*/ 106 h 110"/>
                  <a:gd name="T16" fmla="*/ 116 w 120"/>
                  <a:gd name="T17" fmla="*/ 110 h 110"/>
                  <a:gd name="T18" fmla="*/ 109 w 120"/>
                  <a:gd name="T19" fmla="*/ 99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10"/>
                  <a:gd name="T32" fmla="*/ 120 w 120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10">
                    <a:moveTo>
                      <a:pt x="109" y="99"/>
                    </a:moveTo>
                    <a:lnTo>
                      <a:pt x="110" y="110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3" y="102"/>
                    </a:lnTo>
                    <a:lnTo>
                      <a:pt x="116" y="110"/>
                    </a:lnTo>
                    <a:lnTo>
                      <a:pt x="113" y="102"/>
                    </a:lnTo>
                    <a:lnTo>
                      <a:pt x="120" y="106"/>
                    </a:lnTo>
                    <a:lnTo>
                      <a:pt x="116" y="110"/>
                    </a:lnTo>
                    <a:lnTo>
                      <a:pt x="109" y="9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7" name="Freeform 151"/>
              <p:cNvSpPr>
                <a:spLocks/>
              </p:cNvSpPr>
              <p:nvPr/>
            </p:nvSpPr>
            <p:spPr bwMode="auto">
              <a:xfrm>
                <a:off x="4008" y="1825"/>
                <a:ext cx="78" cy="75"/>
              </a:xfrm>
              <a:custGeom>
                <a:avLst/>
                <a:gdLst>
                  <a:gd name="T0" fmla="*/ 8 w 78"/>
                  <a:gd name="T1" fmla="*/ 64 h 75"/>
                  <a:gd name="T2" fmla="*/ 1 w 78"/>
                  <a:gd name="T3" fmla="*/ 59 h 75"/>
                  <a:gd name="T4" fmla="*/ 71 w 78"/>
                  <a:gd name="T5" fmla="*/ 0 h 75"/>
                  <a:gd name="T6" fmla="*/ 78 w 78"/>
                  <a:gd name="T7" fmla="*/ 10 h 75"/>
                  <a:gd name="T8" fmla="*/ 6 w 78"/>
                  <a:gd name="T9" fmla="*/ 71 h 75"/>
                  <a:gd name="T10" fmla="*/ 0 w 78"/>
                  <a:gd name="T11" fmla="*/ 66 h 75"/>
                  <a:gd name="T12" fmla="*/ 6 w 78"/>
                  <a:gd name="T13" fmla="*/ 71 h 75"/>
                  <a:gd name="T14" fmla="*/ 1 w 78"/>
                  <a:gd name="T15" fmla="*/ 75 h 75"/>
                  <a:gd name="T16" fmla="*/ 0 w 78"/>
                  <a:gd name="T17" fmla="*/ 66 h 75"/>
                  <a:gd name="T18" fmla="*/ 8 w 78"/>
                  <a:gd name="T19" fmla="*/ 64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5"/>
                  <a:gd name="T32" fmla="*/ 78 w 78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5">
                    <a:moveTo>
                      <a:pt x="8" y="64"/>
                    </a:moveTo>
                    <a:lnTo>
                      <a:pt x="1" y="59"/>
                    </a:lnTo>
                    <a:lnTo>
                      <a:pt x="71" y="0"/>
                    </a:lnTo>
                    <a:lnTo>
                      <a:pt x="78" y="10"/>
                    </a:lnTo>
                    <a:lnTo>
                      <a:pt x="6" y="71"/>
                    </a:lnTo>
                    <a:lnTo>
                      <a:pt x="0" y="66"/>
                    </a:lnTo>
                    <a:lnTo>
                      <a:pt x="6" y="71"/>
                    </a:lnTo>
                    <a:lnTo>
                      <a:pt x="1" y="75"/>
                    </a:lnTo>
                    <a:lnTo>
                      <a:pt x="0" y="66"/>
                    </a:lnTo>
                    <a:lnTo>
                      <a:pt x="8" y="6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8" name="Freeform 152"/>
              <p:cNvSpPr>
                <a:spLocks/>
              </p:cNvSpPr>
              <p:nvPr/>
            </p:nvSpPr>
            <p:spPr bwMode="auto">
              <a:xfrm>
                <a:off x="3981" y="1748"/>
                <a:ext cx="30" cy="36"/>
              </a:xfrm>
              <a:custGeom>
                <a:avLst/>
                <a:gdLst>
                  <a:gd name="T0" fmla="*/ 10 w 30"/>
                  <a:gd name="T1" fmla="*/ 36 h 36"/>
                  <a:gd name="T2" fmla="*/ 0 w 30"/>
                  <a:gd name="T3" fmla="*/ 19 h 36"/>
                  <a:gd name="T4" fmla="*/ 20 w 30"/>
                  <a:gd name="T5" fmla="*/ 0 h 36"/>
                  <a:gd name="T6" fmla="*/ 30 w 30"/>
                  <a:gd name="T7" fmla="*/ 17 h 36"/>
                  <a:gd name="T8" fmla="*/ 10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0" y="36"/>
                    </a:moveTo>
                    <a:lnTo>
                      <a:pt x="0" y="19"/>
                    </a:lnTo>
                    <a:lnTo>
                      <a:pt x="20" y="0"/>
                    </a:lnTo>
                    <a:lnTo>
                      <a:pt x="30" y="17"/>
                    </a:lnTo>
                    <a:lnTo>
                      <a:pt x="10" y="3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49" name="Freeform 153"/>
              <p:cNvSpPr>
                <a:spLocks/>
              </p:cNvSpPr>
              <p:nvPr/>
            </p:nvSpPr>
            <p:spPr bwMode="auto">
              <a:xfrm>
                <a:off x="3993" y="1766"/>
                <a:ext cx="125" cy="224"/>
              </a:xfrm>
              <a:custGeom>
                <a:avLst/>
                <a:gdLst>
                  <a:gd name="T0" fmla="*/ 100 w 125"/>
                  <a:gd name="T1" fmla="*/ 224 h 224"/>
                  <a:gd name="T2" fmla="*/ 100 w 125"/>
                  <a:gd name="T3" fmla="*/ 224 h 224"/>
                  <a:gd name="T4" fmla="*/ 88 w 125"/>
                  <a:gd name="T5" fmla="*/ 196 h 224"/>
                  <a:gd name="T6" fmla="*/ 78 w 125"/>
                  <a:gd name="T7" fmla="*/ 169 h 224"/>
                  <a:gd name="T8" fmla="*/ 67 w 125"/>
                  <a:gd name="T9" fmla="*/ 143 h 224"/>
                  <a:gd name="T10" fmla="*/ 54 w 125"/>
                  <a:gd name="T11" fmla="*/ 117 h 224"/>
                  <a:gd name="T12" fmla="*/ 41 w 125"/>
                  <a:gd name="T13" fmla="*/ 91 h 224"/>
                  <a:gd name="T14" fmla="*/ 29 w 125"/>
                  <a:gd name="T15" fmla="*/ 66 h 224"/>
                  <a:gd name="T16" fmla="*/ 15 w 125"/>
                  <a:gd name="T17" fmla="*/ 43 h 224"/>
                  <a:gd name="T18" fmla="*/ 0 w 125"/>
                  <a:gd name="T19" fmla="*/ 19 h 224"/>
                  <a:gd name="T20" fmla="*/ 20 w 125"/>
                  <a:gd name="T21" fmla="*/ 0 h 224"/>
                  <a:gd name="T22" fmla="*/ 35 w 125"/>
                  <a:gd name="T23" fmla="*/ 24 h 224"/>
                  <a:gd name="T24" fmla="*/ 50 w 125"/>
                  <a:gd name="T25" fmla="*/ 49 h 224"/>
                  <a:gd name="T26" fmla="*/ 65 w 125"/>
                  <a:gd name="T27" fmla="*/ 77 h 224"/>
                  <a:gd name="T28" fmla="*/ 78 w 125"/>
                  <a:gd name="T29" fmla="*/ 103 h 224"/>
                  <a:gd name="T30" fmla="*/ 91 w 125"/>
                  <a:gd name="T31" fmla="*/ 130 h 224"/>
                  <a:gd name="T32" fmla="*/ 103 w 125"/>
                  <a:gd name="T33" fmla="*/ 158 h 224"/>
                  <a:gd name="T34" fmla="*/ 114 w 125"/>
                  <a:gd name="T35" fmla="*/ 187 h 224"/>
                  <a:gd name="T36" fmla="*/ 125 w 125"/>
                  <a:gd name="T37" fmla="*/ 216 h 224"/>
                  <a:gd name="T38" fmla="*/ 100 w 125"/>
                  <a:gd name="T39" fmla="*/ 224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4"/>
                  <a:gd name="T62" fmla="*/ 125 w 125"/>
                  <a:gd name="T63" fmla="*/ 224 h 2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4">
                    <a:moveTo>
                      <a:pt x="100" y="224"/>
                    </a:moveTo>
                    <a:lnTo>
                      <a:pt x="100" y="224"/>
                    </a:lnTo>
                    <a:lnTo>
                      <a:pt x="88" y="196"/>
                    </a:lnTo>
                    <a:lnTo>
                      <a:pt x="78" y="169"/>
                    </a:lnTo>
                    <a:lnTo>
                      <a:pt x="67" y="143"/>
                    </a:lnTo>
                    <a:lnTo>
                      <a:pt x="54" y="117"/>
                    </a:lnTo>
                    <a:lnTo>
                      <a:pt x="41" y="91"/>
                    </a:lnTo>
                    <a:lnTo>
                      <a:pt x="29" y="66"/>
                    </a:lnTo>
                    <a:lnTo>
                      <a:pt x="15" y="43"/>
                    </a:lnTo>
                    <a:lnTo>
                      <a:pt x="0" y="19"/>
                    </a:lnTo>
                    <a:lnTo>
                      <a:pt x="20" y="0"/>
                    </a:lnTo>
                    <a:lnTo>
                      <a:pt x="35" y="24"/>
                    </a:lnTo>
                    <a:lnTo>
                      <a:pt x="50" y="49"/>
                    </a:lnTo>
                    <a:lnTo>
                      <a:pt x="65" y="77"/>
                    </a:lnTo>
                    <a:lnTo>
                      <a:pt x="78" y="103"/>
                    </a:lnTo>
                    <a:lnTo>
                      <a:pt x="91" y="130"/>
                    </a:lnTo>
                    <a:lnTo>
                      <a:pt x="103" y="158"/>
                    </a:lnTo>
                    <a:lnTo>
                      <a:pt x="114" y="187"/>
                    </a:lnTo>
                    <a:lnTo>
                      <a:pt x="125" y="216"/>
                    </a:lnTo>
                    <a:lnTo>
                      <a:pt x="100" y="2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0" name="Freeform 154"/>
              <p:cNvSpPr>
                <a:spLocks/>
              </p:cNvSpPr>
              <p:nvPr/>
            </p:nvSpPr>
            <p:spPr bwMode="auto">
              <a:xfrm>
                <a:off x="4096" y="1984"/>
                <a:ext cx="74" cy="204"/>
              </a:xfrm>
              <a:custGeom>
                <a:avLst/>
                <a:gdLst>
                  <a:gd name="T0" fmla="*/ 46 w 74"/>
                  <a:gd name="T1" fmla="*/ 203 h 204"/>
                  <a:gd name="T2" fmla="*/ 43 w 74"/>
                  <a:gd name="T3" fmla="*/ 179 h 204"/>
                  <a:gd name="T4" fmla="*/ 39 w 74"/>
                  <a:gd name="T5" fmla="*/ 155 h 204"/>
                  <a:gd name="T6" fmla="*/ 33 w 74"/>
                  <a:gd name="T7" fmla="*/ 129 h 204"/>
                  <a:gd name="T8" fmla="*/ 28 w 74"/>
                  <a:gd name="T9" fmla="*/ 107 h 204"/>
                  <a:gd name="T10" fmla="*/ 23 w 74"/>
                  <a:gd name="T11" fmla="*/ 82 h 204"/>
                  <a:gd name="T12" fmla="*/ 14 w 74"/>
                  <a:gd name="T13" fmla="*/ 57 h 204"/>
                  <a:gd name="T14" fmla="*/ 8 w 74"/>
                  <a:gd name="T15" fmla="*/ 34 h 204"/>
                  <a:gd name="T16" fmla="*/ 0 w 74"/>
                  <a:gd name="T17" fmla="*/ 8 h 204"/>
                  <a:gd name="T18" fmla="*/ 25 w 74"/>
                  <a:gd name="T19" fmla="*/ 0 h 204"/>
                  <a:gd name="T20" fmla="*/ 32 w 74"/>
                  <a:gd name="T21" fmla="*/ 25 h 204"/>
                  <a:gd name="T22" fmla="*/ 41 w 74"/>
                  <a:gd name="T23" fmla="*/ 51 h 204"/>
                  <a:gd name="T24" fmla="*/ 48 w 74"/>
                  <a:gd name="T25" fmla="*/ 78 h 204"/>
                  <a:gd name="T26" fmla="*/ 55 w 74"/>
                  <a:gd name="T27" fmla="*/ 102 h 204"/>
                  <a:gd name="T28" fmla="*/ 61 w 74"/>
                  <a:gd name="T29" fmla="*/ 129 h 204"/>
                  <a:gd name="T30" fmla="*/ 66 w 74"/>
                  <a:gd name="T31" fmla="*/ 155 h 204"/>
                  <a:gd name="T32" fmla="*/ 70 w 74"/>
                  <a:gd name="T33" fmla="*/ 179 h 204"/>
                  <a:gd name="T34" fmla="*/ 74 w 74"/>
                  <a:gd name="T35" fmla="*/ 204 h 204"/>
                  <a:gd name="T36" fmla="*/ 46 w 74"/>
                  <a:gd name="T37" fmla="*/ 203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4"/>
                  <a:gd name="T58" fmla="*/ 0 h 204"/>
                  <a:gd name="T59" fmla="*/ 74 w 74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4" h="204">
                    <a:moveTo>
                      <a:pt x="46" y="203"/>
                    </a:moveTo>
                    <a:lnTo>
                      <a:pt x="43" y="179"/>
                    </a:lnTo>
                    <a:lnTo>
                      <a:pt x="39" y="155"/>
                    </a:lnTo>
                    <a:lnTo>
                      <a:pt x="33" y="129"/>
                    </a:lnTo>
                    <a:lnTo>
                      <a:pt x="28" y="107"/>
                    </a:lnTo>
                    <a:lnTo>
                      <a:pt x="23" y="82"/>
                    </a:lnTo>
                    <a:lnTo>
                      <a:pt x="14" y="57"/>
                    </a:lnTo>
                    <a:lnTo>
                      <a:pt x="8" y="34"/>
                    </a:lnTo>
                    <a:lnTo>
                      <a:pt x="0" y="8"/>
                    </a:lnTo>
                    <a:lnTo>
                      <a:pt x="25" y="0"/>
                    </a:lnTo>
                    <a:lnTo>
                      <a:pt x="32" y="25"/>
                    </a:lnTo>
                    <a:lnTo>
                      <a:pt x="41" y="51"/>
                    </a:lnTo>
                    <a:lnTo>
                      <a:pt x="48" y="78"/>
                    </a:lnTo>
                    <a:lnTo>
                      <a:pt x="55" y="102"/>
                    </a:lnTo>
                    <a:lnTo>
                      <a:pt x="61" y="129"/>
                    </a:lnTo>
                    <a:lnTo>
                      <a:pt x="66" y="155"/>
                    </a:lnTo>
                    <a:lnTo>
                      <a:pt x="70" y="179"/>
                    </a:lnTo>
                    <a:lnTo>
                      <a:pt x="74" y="204"/>
                    </a:lnTo>
                    <a:lnTo>
                      <a:pt x="46" y="20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1" name="Freeform 155"/>
              <p:cNvSpPr>
                <a:spLocks/>
              </p:cNvSpPr>
              <p:nvPr/>
            </p:nvSpPr>
            <p:spPr bwMode="auto">
              <a:xfrm>
                <a:off x="4147" y="2187"/>
                <a:ext cx="32" cy="19"/>
              </a:xfrm>
              <a:custGeom>
                <a:avLst/>
                <a:gdLst>
                  <a:gd name="T0" fmla="*/ 28 w 32"/>
                  <a:gd name="T1" fmla="*/ 1 h 19"/>
                  <a:gd name="T2" fmla="*/ 32 w 32"/>
                  <a:gd name="T3" fmla="*/ 19 h 19"/>
                  <a:gd name="T4" fmla="*/ 3 w 32"/>
                  <a:gd name="T5" fmla="*/ 18 h 19"/>
                  <a:gd name="T6" fmla="*/ 0 w 32"/>
                  <a:gd name="T7" fmla="*/ 0 h 19"/>
                  <a:gd name="T8" fmla="*/ 28 w 32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19"/>
                  <a:gd name="T17" fmla="*/ 32 w 3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19">
                    <a:moveTo>
                      <a:pt x="28" y="1"/>
                    </a:moveTo>
                    <a:lnTo>
                      <a:pt x="32" y="19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2" name="Freeform 156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3" name="Freeform 157"/>
              <p:cNvSpPr>
                <a:spLocks/>
              </p:cNvSpPr>
              <p:nvPr/>
            </p:nvSpPr>
            <p:spPr bwMode="auto">
              <a:xfrm>
                <a:off x="3934" y="1679"/>
                <a:ext cx="66" cy="183"/>
              </a:xfrm>
              <a:custGeom>
                <a:avLst/>
                <a:gdLst>
                  <a:gd name="T0" fmla="*/ 11 w 66"/>
                  <a:gd name="T1" fmla="*/ 31 h 183"/>
                  <a:gd name="T2" fmla="*/ 21 w 66"/>
                  <a:gd name="T3" fmla="*/ 21 h 183"/>
                  <a:gd name="T4" fmla="*/ 66 w 66"/>
                  <a:gd name="T5" fmla="*/ 180 h 183"/>
                  <a:gd name="T6" fmla="*/ 52 w 66"/>
                  <a:gd name="T7" fmla="*/ 183 h 183"/>
                  <a:gd name="T8" fmla="*/ 6 w 66"/>
                  <a:gd name="T9" fmla="*/ 24 h 183"/>
                  <a:gd name="T10" fmla="*/ 17 w 66"/>
                  <a:gd name="T11" fmla="*/ 15 h 183"/>
                  <a:gd name="T12" fmla="*/ 6 w 66"/>
                  <a:gd name="T13" fmla="*/ 24 h 183"/>
                  <a:gd name="T14" fmla="*/ 0 w 66"/>
                  <a:gd name="T15" fmla="*/ 0 h 183"/>
                  <a:gd name="T16" fmla="*/ 17 w 66"/>
                  <a:gd name="T17" fmla="*/ 15 h 183"/>
                  <a:gd name="T18" fmla="*/ 11 w 66"/>
                  <a:gd name="T19" fmla="*/ 31 h 1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183"/>
                  <a:gd name="T32" fmla="*/ 66 w 66"/>
                  <a:gd name="T33" fmla="*/ 183 h 1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183">
                    <a:moveTo>
                      <a:pt x="11" y="31"/>
                    </a:moveTo>
                    <a:lnTo>
                      <a:pt x="21" y="21"/>
                    </a:lnTo>
                    <a:lnTo>
                      <a:pt x="66" y="180"/>
                    </a:lnTo>
                    <a:lnTo>
                      <a:pt x="52" y="183"/>
                    </a:lnTo>
                    <a:lnTo>
                      <a:pt x="6" y="24"/>
                    </a:lnTo>
                    <a:lnTo>
                      <a:pt x="17" y="15"/>
                    </a:lnTo>
                    <a:lnTo>
                      <a:pt x="6" y="24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4" name="Freeform 158"/>
              <p:cNvSpPr>
                <a:spLocks/>
              </p:cNvSpPr>
              <p:nvPr/>
            </p:nvSpPr>
            <p:spPr bwMode="auto">
              <a:xfrm>
                <a:off x="3945" y="1694"/>
                <a:ext cx="129" cy="110"/>
              </a:xfrm>
              <a:custGeom>
                <a:avLst/>
                <a:gdLst>
                  <a:gd name="T0" fmla="*/ 111 w 129"/>
                  <a:gd name="T1" fmla="*/ 93 h 110"/>
                  <a:gd name="T2" fmla="*/ 113 w 129"/>
                  <a:gd name="T3" fmla="*/ 110 h 110"/>
                  <a:gd name="T4" fmla="*/ 0 w 129"/>
                  <a:gd name="T5" fmla="*/ 17 h 110"/>
                  <a:gd name="T6" fmla="*/ 5 w 129"/>
                  <a:gd name="T7" fmla="*/ 0 h 110"/>
                  <a:gd name="T8" fmla="*/ 118 w 129"/>
                  <a:gd name="T9" fmla="*/ 94 h 110"/>
                  <a:gd name="T10" fmla="*/ 121 w 129"/>
                  <a:gd name="T11" fmla="*/ 110 h 110"/>
                  <a:gd name="T12" fmla="*/ 118 w 129"/>
                  <a:gd name="T13" fmla="*/ 94 h 110"/>
                  <a:gd name="T14" fmla="*/ 129 w 129"/>
                  <a:gd name="T15" fmla="*/ 103 h 110"/>
                  <a:gd name="T16" fmla="*/ 121 w 129"/>
                  <a:gd name="T17" fmla="*/ 110 h 110"/>
                  <a:gd name="T18" fmla="*/ 111 w 129"/>
                  <a:gd name="T19" fmla="*/ 9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10"/>
                  <a:gd name="T32" fmla="*/ 129 w 129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10">
                    <a:moveTo>
                      <a:pt x="111" y="93"/>
                    </a:moveTo>
                    <a:lnTo>
                      <a:pt x="113" y="110"/>
                    </a:lnTo>
                    <a:lnTo>
                      <a:pt x="0" y="17"/>
                    </a:lnTo>
                    <a:lnTo>
                      <a:pt x="5" y="0"/>
                    </a:lnTo>
                    <a:lnTo>
                      <a:pt x="118" y="94"/>
                    </a:lnTo>
                    <a:lnTo>
                      <a:pt x="121" y="110"/>
                    </a:lnTo>
                    <a:lnTo>
                      <a:pt x="118" y="94"/>
                    </a:lnTo>
                    <a:lnTo>
                      <a:pt x="129" y="103"/>
                    </a:lnTo>
                    <a:lnTo>
                      <a:pt x="121" y="110"/>
                    </a:lnTo>
                    <a:lnTo>
                      <a:pt x="111" y="9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5" name="Freeform 159"/>
              <p:cNvSpPr>
                <a:spLocks/>
              </p:cNvSpPr>
              <p:nvPr/>
            </p:nvSpPr>
            <p:spPr bwMode="auto">
              <a:xfrm>
                <a:off x="3987" y="1788"/>
                <a:ext cx="80" cy="90"/>
              </a:xfrm>
              <a:custGeom>
                <a:avLst/>
                <a:gdLst>
                  <a:gd name="T0" fmla="*/ 15 w 80"/>
                  <a:gd name="T1" fmla="*/ 71 h 90"/>
                  <a:gd name="T2" fmla="*/ 1 w 80"/>
                  <a:gd name="T3" fmla="*/ 65 h 90"/>
                  <a:gd name="T4" fmla="*/ 71 w 80"/>
                  <a:gd name="T5" fmla="*/ 0 h 90"/>
                  <a:gd name="T6" fmla="*/ 80 w 80"/>
                  <a:gd name="T7" fmla="*/ 17 h 90"/>
                  <a:gd name="T8" fmla="*/ 13 w 80"/>
                  <a:gd name="T9" fmla="*/ 82 h 90"/>
                  <a:gd name="T10" fmla="*/ 0 w 80"/>
                  <a:gd name="T11" fmla="*/ 75 h 90"/>
                  <a:gd name="T12" fmla="*/ 13 w 80"/>
                  <a:gd name="T13" fmla="*/ 82 h 90"/>
                  <a:gd name="T14" fmla="*/ 5 w 80"/>
                  <a:gd name="T15" fmla="*/ 90 h 90"/>
                  <a:gd name="T16" fmla="*/ 0 w 80"/>
                  <a:gd name="T17" fmla="*/ 75 h 90"/>
                  <a:gd name="T18" fmla="*/ 15 w 80"/>
                  <a:gd name="T19" fmla="*/ 71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90"/>
                  <a:gd name="T32" fmla="*/ 80 w 80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90">
                    <a:moveTo>
                      <a:pt x="15" y="71"/>
                    </a:moveTo>
                    <a:lnTo>
                      <a:pt x="1" y="65"/>
                    </a:lnTo>
                    <a:lnTo>
                      <a:pt x="71" y="0"/>
                    </a:lnTo>
                    <a:lnTo>
                      <a:pt x="80" y="17"/>
                    </a:lnTo>
                    <a:lnTo>
                      <a:pt x="13" y="82"/>
                    </a:lnTo>
                    <a:lnTo>
                      <a:pt x="0" y="75"/>
                    </a:lnTo>
                    <a:lnTo>
                      <a:pt x="13" y="82"/>
                    </a:lnTo>
                    <a:lnTo>
                      <a:pt x="5" y="90"/>
                    </a:lnTo>
                    <a:lnTo>
                      <a:pt x="0" y="75"/>
                    </a:lnTo>
                    <a:lnTo>
                      <a:pt x="15" y="7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6" name="Freeform 160"/>
              <p:cNvSpPr>
                <a:spLocks/>
              </p:cNvSpPr>
              <p:nvPr/>
            </p:nvSpPr>
            <p:spPr bwMode="auto">
              <a:xfrm>
                <a:off x="3964" y="1726"/>
                <a:ext cx="34" cy="45"/>
              </a:xfrm>
              <a:custGeom>
                <a:avLst/>
                <a:gdLst>
                  <a:gd name="T0" fmla="*/ 12 w 34"/>
                  <a:gd name="T1" fmla="*/ 45 h 45"/>
                  <a:gd name="T2" fmla="*/ 0 w 34"/>
                  <a:gd name="T3" fmla="*/ 26 h 45"/>
                  <a:gd name="T4" fmla="*/ 22 w 34"/>
                  <a:gd name="T5" fmla="*/ 0 h 45"/>
                  <a:gd name="T6" fmla="*/ 34 w 34"/>
                  <a:gd name="T7" fmla="*/ 20 h 45"/>
                  <a:gd name="T8" fmla="*/ 12 w 34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45"/>
                  <a:gd name="T17" fmla="*/ 34 w 34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45">
                    <a:moveTo>
                      <a:pt x="12" y="45"/>
                    </a:moveTo>
                    <a:lnTo>
                      <a:pt x="0" y="26"/>
                    </a:lnTo>
                    <a:lnTo>
                      <a:pt x="22" y="0"/>
                    </a:lnTo>
                    <a:lnTo>
                      <a:pt x="34" y="20"/>
                    </a:lnTo>
                    <a:lnTo>
                      <a:pt x="12" y="4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7" name="Freeform 161"/>
              <p:cNvSpPr>
                <a:spLocks/>
              </p:cNvSpPr>
              <p:nvPr/>
            </p:nvSpPr>
            <p:spPr bwMode="auto">
              <a:xfrm>
                <a:off x="3976" y="1746"/>
                <a:ext cx="128" cy="213"/>
              </a:xfrm>
              <a:custGeom>
                <a:avLst/>
                <a:gdLst>
                  <a:gd name="T0" fmla="*/ 98 w 128"/>
                  <a:gd name="T1" fmla="*/ 213 h 213"/>
                  <a:gd name="T2" fmla="*/ 98 w 128"/>
                  <a:gd name="T3" fmla="*/ 213 h 213"/>
                  <a:gd name="T4" fmla="*/ 87 w 128"/>
                  <a:gd name="T5" fmla="*/ 185 h 213"/>
                  <a:gd name="T6" fmla="*/ 77 w 128"/>
                  <a:gd name="T7" fmla="*/ 160 h 213"/>
                  <a:gd name="T8" fmla="*/ 65 w 128"/>
                  <a:gd name="T9" fmla="*/ 137 h 213"/>
                  <a:gd name="T10" fmla="*/ 53 w 128"/>
                  <a:gd name="T11" fmla="*/ 112 h 213"/>
                  <a:gd name="T12" fmla="*/ 41 w 128"/>
                  <a:gd name="T13" fmla="*/ 89 h 213"/>
                  <a:gd name="T14" fmla="*/ 29 w 128"/>
                  <a:gd name="T15" fmla="*/ 69 h 213"/>
                  <a:gd name="T16" fmla="*/ 16 w 128"/>
                  <a:gd name="T17" fmla="*/ 45 h 213"/>
                  <a:gd name="T18" fmla="*/ 0 w 128"/>
                  <a:gd name="T19" fmla="*/ 24 h 213"/>
                  <a:gd name="T20" fmla="*/ 23 w 128"/>
                  <a:gd name="T21" fmla="*/ 0 h 213"/>
                  <a:gd name="T22" fmla="*/ 39 w 128"/>
                  <a:gd name="T23" fmla="*/ 23 h 213"/>
                  <a:gd name="T24" fmla="*/ 54 w 128"/>
                  <a:gd name="T25" fmla="*/ 47 h 213"/>
                  <a:gd name="T26" fmla="*/ 68 w 128"/>
                  <a:gd name="T27" fmla="*/ 70 h 213"/>
                  <a:gd name="T28" fmla="*/ 80 w 128"/>
                  <a:gd name="T29" fmla="*/ 95 h 213"/>
                  <a:gd name="T30" fmla="*/ 93 w 128"/>
                  <a:gd name="T31" fmla="*/ 120 h 213"/>
                  <a:gd name="T32" fmla="*/ 105 w 128"/>
                  <a:gd name="T33" fmla="*/ 146 h 213"/>
                  <a:gd name="T34" fmla="*/ 117 w 128"/>
                  <a:gd name="T35" fmla="*/ 173 h 213"/>
                  <a:gd name="T36" fmla="*/ 128 w 128"/>
                  <a:gd name="T37" fmla="*/ 200 h 213"/>
                  <a:gd name="T38" fmla="*/ 98 w 128"/>
                  <a:gd name="T39" fmla="*/ 213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8"/>
                  <a:gd name="T61" fmla="*/ 0 h 213"/>
                  <a:gd name="T62" fmla="*/ 128 w 128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8" h="213">
                    <a:moveTo>
                      <a:pt x="98" y="213"/>
                    </a:moveTo>
                    <a:lnTo>
                      <a:pt x="98" y="213"/>
                    </a:lnTo>
                    <a:lnTo>
                      <a:pt x="87" y="185"/>
                    </a:lnTo>
                    <a:lnTo>
                      <a:pt x="77" y="160"/>
                    </a:lnTo>
                    <a:lnTo>
                      <a:pt x="65" y="137"/>
                    </a:lnTo>
                    <a:lnTo>
                      <a:pt x="53" y="112"/>
                    </a:lnTo>
                    <a:lnTo>
                      <a:pt x="41" y="89"/>
                    </a:lnTo>
                    <a:lnTo>
                      <a:pt x="29" y="69"/>
                    </a:lnTo>
                    <a:lnTo>
                      <a:pt x="16" y="45"/>
                    </a:lnTo>
                    <a:lnTo>
                      <a:pt x="0" y="24"/>
                    </a:lnTo>
                    <a:lnTo>
                      <a:pt x="23" y="0"/>
                    </a:lnTo>
                    <a:lnTo>
                      <a:pt x="39" y="23"/>
                    </a:lnTo>
                    <a:lnTo>
                      <a:pt x="54" y="47"/>
                    </a:lnTo>
                    <a:lnTo>
                      <a:pt x="68" y="70"/>
                    </a:lnTo>
                    <a:lnTo>
                      <a:pt x="80" y="95"/>
                    </a:lnTo>
                    <a:lnTo>
                      <a:pt x="93" y="120"/>
                    </a:lnTo>
                    <a:lnTo>
                      <a:pt x="105" y="146"/>
                    </a:lnTo>
                    <a:lnTo>
                      <a:pt x="117" y="173"/>
                    </a:lnTo>
                    <a:lnTo>
                      <a:pt x="128" y="200"/>
                    </a:lnTo>
                    <a:lnTo>
                      <a:pt x="98" y="2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8" name="Freeform 162"/>
              <p:cNvSpPr>
                <a:spLocks/>
              </p:cNvSpPr>
              <p:nvPr/>
            </p:nvSpPr>
            <p:spPr bwMode="auto">
              <a:xfrm>
                <a:off x="4079" y="1950"/>
                <a:ext cx="88" cy="204"/>
              </a:xfrm>
              <a:custGeom>
                <a:avLst/>
                <a:gdLst>
                  <a:gd name="T0" fmla="*/ 56 w 88"/>
                  <a:gd name="T1" fmla="*/ 204 h 204"/>
                  <a:gd name="T2" fmla="*/ 50 w 88"/>
                  <a:gd name="T3" fmla="*/ 180 h 204"/>
                  <a:gd name="T4" fmla="*/ 46 w 88"/>
                  <a:gd name="T5" fmla="*/ 156 h 204"/>
                  <a:gd name="T6" fmla="*/ 40 w 88"/>
                  <a:gd name="T7" fmla="*/ 131 h 204"/>
                  <a:gd name="T8" fmla="*/ 33 w 88"/>
                  <a:gd name="T9" fmla="*/ 107 h 204"/>
                  <a:gd name="T10" fmla="*/ 27 w 88"/>
                  <a:gd name="T11" fmla="*/ 84 h 204"/>
                  <a:gd name="T12" fmla="*/ 18 w 88"/>
                  <a:gd name="T13" fmla="*/ 60 h 204"/>
                  <a:gd name="T14" fmla="*/ 10 w 88"/>
                  <a:gd name="T15" fmla="*/ 36 h 204"/>
                  <a:gd name="T16" fmla="*/ 0 w 88"/>
                  <a:gd name="T17" fmla="*/ 10 h 204"/>
                  <a:gd name="T18" fmla="*/ 30 w 88"/>
                  <a:gd name="T19" fmla="*/ 0 h 204"/>
                  <a:gd name="T20" fmla="*/ 40 w 88"/>
                  <a:gd name="T21" fmla="*/ 24 h 204"/>
                  <a:gd name="T22" fmla="*/ 48 w 88"/>
                  <a:gd name="T23" fmla="*/ 49 h 204"/>
                  <a:gd name="T24" fmla="*/ 57 w 88"/>
                  <a:gd name="T25" fmla="*/ 74 h 204"/>
                  <a:gd name="T26" fmla="*/ 64 w 88"/>
                  <a:gd name="T27" fmla="*/ 101 h 204"/>
                  <a:gd name="T28" fmla="*/ 71 w 88"/>
                  <a:gd name="T29" fmla="*/ 126 h 204"/>
                  <a:gd name="T30" fmla="*/ 78 w 88"/>
                  <a:gd name="T31" fmla="*/ 152 h 204"/>
                  <a:gd name="T32" fmla="*/ 84 w 88"/>
                  <a:gd name="T33" fmla="*/ 178 h 204"/>
                  <a:gd name="T34" fmla="*/ 88 w 88"/>
                  <a:gd name="T35" fmla="*/ 203 h 204"/>
                  <a:gd name="T36" fmla="*/ 56 w 88"/>
                  <a:gd name="T37" fmla="*/ 204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8"/>
                  <a:gd name="T58" fmla="*/ 0 h 204"/>
                  <a:gd name="T59" fmla="*/ 88 w 88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8" h="204">
                    <a:moveTo>
                      <a:pt x="56" y="204"/>
                    </a:moveTo>
                    <a:lnTo>
                      <a:pt x="50" y="180"/>
                    </a:lnTo>
                    <a:lnTo>
                      <a:pt x="46" y="156"/>
                    </a:lnTo>
                    <a:lnTo>
                      <a:pt x="40" y="131"/>
                    </a:lnTo>
                    <a:lnTo>
                      <a:pt x="33" y="107"/>
                    </a:lnTo>
                    <a:lnTo>
                      <a:pt x="27" y="84"/>
                    </a:lnTo>
                    <a:lnTo>
                      <a:pt x="18" y="60"/>
                    </a:lnTo>
                    <a:lnTo>
                      <a:pt x="10" y="36"/>
                    </a:lnTo>
                    <a:lnTo>
                      <a:pt x="0" y="10"/>
                    </a:lnTo>
                    <a:lnTo>
                      <a:pt x="30" y="0"/>
                    </a:lnTo>
                    <a:lnTo>
                      <a:pt x="40" y="24"/>
                    </a:lnTo>
                    <a:lnTo>
                      <a:pt x="48" y="49"/>
                    </a:lnTo>
                    <a:lnTo>
                      <a:pt x="57" y="74"/>
                    </a:lnTo>
                    <a:lnTo>
                      <a:pt x="64" y="101"/>
                    </a:lnTo>
                    <a:lnTo>
                      <a:pt x="71" y="126"/>
                    </a:lnTo>
                    <a:lnTo>
                      <a:pt x="78" y="152"/>
                    </a:lnTo>
                    <a:lnTo>
                      <a:pt x="84" y="178"/>
                    </a:lnTo>
                    <a:lnTo>
                      <a:pt x="88" y="203"/>
                    </a:lnTo>
                    <a:lnTo>
                      <a:pt x="56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59" name="Freeform 163"/>
              <p:cNvSpPr>
                <a:spLocks/>
              </p:cNvSpPr>
              <p:nvPr/>
            </p:nvSpPr>
            <p:spPr bwMode="auto">
              <a:xfrm>
                <a:off x="4139" y="2154"/>
                <a:ext cx="34" cy="22"/>
              </a:xfrm>
              <a:custGeom>
                <a:avLst/>
                <a:gdLst>
                  <a:gd name="T0" fmla="*/ 30 w 34"/>
                  <a:gd name="T1" fmla="*/ 0 h 22"/>
                  <a:gd name="T2" fmla="*/ 34 w 34"/>
                  <a:gd name="T3" fmla="*/ 21 h 22"/>
                  <a:gd name="T4" fmla="*/ 4 w 34"/>
                  <a:gd name="T5" fmla="*/ 22 h 22"/>
                  <a:gd name="T6" fmla="*/ 0 w 34"/>
                  <a:gd name="T7" fmla="*/ 1 h 22"/>
                  <a:gd name="T8" fmla="*/ 30 w 3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2"/>
                  <a:gd name="T17" fmla="*/ 34 w 34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2">
                    <a:moveTo>
                      <a:pt x="30" y="0"/>
                    </a:moveTo>
                    <a:lnTo>
                      <a:pt x="34" y="21"/>
                    </a:lnTo>
                    <a:lnTo>
                      <a:pt x="4" y="22"/>
                    </a:lnTo>
                    <a:lnTo>
                      <a:pt x="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0" name="Freeform 164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1" name="Freeform 165"/>
              <p:cNvSpPr>
                <a:spLocks/>
              </p:cNvSpPr>
              <p:nvPr/>
            </p:nvSpPr>
            <p:spPr bwMode="auto">
              <a:xfrm>
                <a:off x="3938" y="1688"/>
                <a:ext cx="59" cy="174"/>
              </a:xfrm>
              <a:custGeom>
                <a:avLst/>
                <a:gdLst>
                  <a:gd name="T0" fmla="*/ 7 w 59"/>
                  <a:gd name="T1" fmla="*/ 18 h 174"/>
                  <a:gd name="T2" fmla="*/ 13 w 59"/>
                  <a:gd name="T3" fmla="*/ 10 h 174"/>
                  <a:gd name="T4" fmla="*/ 59 w 59"/>
                  <a:gd name="T5" fmla="*/ 172 h 174"/>
                  <a:gd name="T6" fmla="*/ 50 w 59"/>
                  <a:gd name="T7" fmla="*/ 174 h 174"/>
                  <a:gd name="T8" fmla="*/ 4 w 59"/>
                  <a:gd name="T9" fmla="*/ 15 h 174"/>
                  <a:gd name="T10" fmla="*/ 11 w 59"/>
                  <a:gd name="T11" fmla="*/ 8 h 174"/>
                  <a:gd name="T12" fmla="*/ 4 w 59"/>
                  <a:gd name="T13" fmla="*/ 15 h 174"/>
                  <a:gd name="T14" fmla="*/ 0 w 59"/>
                  <a:gd name="T15" fmla="*/ 0 h 174"/>
                  <a:gd name="T16" fmla="*/ 11 w 59"/>
                  <a:gd name="T17" fmla="*/ 8 h 174"/>
                  <a:gd name="T18" fmla="*/ 7 w 59"/>
                  <a:gd name="T19" fmla="*/ 18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9"/>
                  <a:gd name="T31" fmla="*/ 0 h 174"/>
                  <a:gd name="T32" fmla="*/ 59 w 59"/>
                  <a:gd name="T33" fmla="*/ 174 h 1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9" h="174">
                    <a:moveTo>
                      <a:pt x="7" y="18"/>
                    </a:moveTo>
                    <a:lnTo>
                      <a:pt x="13" y="10"/>
                    </a:lnTo>
                    <a:lnTo>
                      <a:pt x="59" y="172"/>
                    </a:lnTo>
                    <a:lnTo>
                      <a:pt x="50" y="174"/>
                    </a:lnTo>
                    <a:lnTo>
                      <a:pt x="4" y="15"/>
                    </a:lnTo>
                    <a:lnTo>
                      <a:pt x="11" y="8"/>
                    </a:lnTo>
                    <a:lnTo>
                      <a:pt x="4" y="15"/>
                    </a:lnTo>
                    <a:lnTo>
                      <a:pt x="0" y="0"/>
                    </a:lnTo>
                    <a:lnTo>
                      <a:pt x="11" y="8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2" name="Freeform 166"/>
              <p:cNvSpPr>
                <a:spLocks/>
              </p:cNvSpPr>
              <p:nvPr/>
            </p:nvSpPr>
            <p:spPr bwMode="auto">
              <a:xfrm>
                <a:off x="3945" y="1697"/>
                <a:ext cx="125" cy="103"/>
              </a:xfrm>
              <a:custGeom>
                <a:avLst/>
                <a:gdLst>
                  <a:gd name="T0" fmla="*/ 113 w 125"/>
                  <a:gd name="T1" fmla="*/ 92 h 103"/>
                  <a:gd name="T2" fmla="*/ 115 w 125"/>
                  <a:gd name="T3" fmla="*/ 103 h 103"/>
                  <a:gd name="T4" fmla="*/ 0 w 125"/>
                  <a:gd name="T5" fmla="*/ 9 h 103"/>
                  <a:gd name="T6" fmla="*/ 3 w 125"/>
                  <a:gd name="T7" fmla="*/ 0 h 103"/>
                  <a:gd name="T8" fmla="*/ 118 w 125"/>
                  <a:gd name="T9" fmla="*/ 94 h 103"/>
                  <a:gd name="T10" fmla="*/ 120 w 125"/>
                  <a:gd name="T11" fmla="*/ 103 h 103"/>
                  <a:gd name="T12" fmla="*/ 118 w 125"/>
                  <a:gd name="T13" fmla="*/ 94 h 103"/>
                  <a:gd name="T14" fmla="*/ 125 w 125"/>
                  <a:gd name="T15" fmla="*/ 99 h 103"/>
                  <a:gd name="T16" fmla="*/ 120 w 125"/>
                  <a:gd name="T17" fmla="*/ 103 h 103"/>
                  <a:gd name="T18" fmla="*/ 113 w 125"/>
                  <a:gd name="T19" fmla="*/ 92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5"/>
                  <a:gd name="T31" fmla="*/ 0 h 103"/>
                  <a:gd name="T32" fmla="*/ 125 w 125"/>
                  <a:gd name="T33" fmla="*/ 103 h 10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5" h="103">
                    <a:moveTo>
                      <a:pt x="113" y="92"/>
                    </a:moveTo>
                    <a:lnTo>
                      <a:pt x="115" y="103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8" y="94"/>
                    </a:lnTo>
                    <a:lnTo>
                      <a:pt x="120" y="103"/>
                    </a:lnTo>
                    <a:lnTo>
                      <a:pt x="118" y="94"/>
                    </a:lnTo>
                    <a:lnTo>
                      <a:pt x="125" y="99"/>
                    </a:lnTo>
                    <a:lnTo>
                      <a:pt x="120" y="103"/>
                    </a:lnTo>
                    <a:lnTo>
                      <a:pt x="113" y="9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3" name="Freeform 167"/>
              <p:cNvSpPr>
                <a:spLocks/>
              </p:cNvSpPr>
              <p:nvPr/>
            </p:nvSpPr>
            <p:spPr bwMode="auto">
              <a:xfrm>
                <a:off x="3991" y="1790"/>
                <a:ext cx="75" cy="82"/>
              </a:xfrm>
              <a:custGeom>
                <a:avLst/>
                <a:gdLst>
                  <a:gd name="T0" fmla="*/ 8 w 75"/>
                  <a:gd name="T1" fmla="*/ 70 h 82"/>
                  <a:gd name="T2" fmla="*/ 1 w 75"/>
                  <a:gd name="T3" fmla="*/ 67 h 82"/>
                  <a:gd name="T4" fmla="*/ 69 w 75"/>
                  <a:gd name="T5" fmla="*/ 0 h 82"/>
                  <a:gd name="T6" fmla="*/ 75 w 75"/>
                  <a:gd name="T7" fmla="*/ 11 h 82"/>
                  <a:gd name="T8" fmla="*/ 8 w 75"/>
                  <a:gd name="T9" fmla="*/ 77 h 82"/>
                  <a:gd name="T10" fmla="*/ 0 w 75"/>
                  <a:gd name="T11" fmla="*/ 73 h 82"/>
                  <a:gd name="T12" fmla="*/ 8 w 75"/>
                  <a:gd name="T13" fmla="*/ 77 h 82"/>
                  <a:gd name="T14" fmla="*/ 2 w 75"/>
                  <a:gd name="T15" fmla="*/ 82 h 82"/>
                  <a:gd name="T16" fmla="*/ 0 w 75"/>
                  <a:gd name="T17" fmla="*/ 73 h 82"/>
                  <a:gd name="T18" fmla="*/ 8 w 75"/>
                  <a:gd name="T19" fmla="*/ 7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82"/>
                  <a:gd name="T32" fmla="*/ 75 w 75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82">
                    <a:moveTo>
                      <a:pt x="8" y="70"/>
                    </a:moveTo>
                    <a:lnTo>
                      <a:pt x="1" y="67"/>
                    </a:lnTo>
                    <a:lnTo>
                      <a:pt x="69" y="0"/>
                    </a:lnTo>
                    <a:lnTo>
                      <a:pt x="75" y="11"/>
                    </a:lnTo>
                    <a:lnTo>
                      <a:pt x="8" y="77"/>
                    </a:lnTo>
                    <a:lnTo>
                      <a:pt x="0" y="73"/>
                    </a:lnTo>
                    <a:lnTo>
                      <a:pt x="8" y="77"/>
                    </a:lnTo>
                    <a:lnTo>
                      <a:pt x="2" y="82"/>
                    </a:lnTo>
                    <a:lnTo>
                      <a:pt x="0" y="73"/>
                    </a:lnTo>
                    <a:lnTo>
                      <a:pt x="8" y="7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4" name="Freeform 168"/>
              <p:cNvSpPr>
                <a:spLocks/>
              </p:cNvSpPr>
              <p:nvPr/>
            </p:nvSpPr>
            <p:spPr bwMode="auto">
              <a:xfrm>
                <a:off x="3967" y="1732"/>
                <a:ext cx="30" cy="36"/>
              </a:xfrm>
              <a:custGeom>
                <a:avLst/>
                <a:gdLst>
                  <a:gd name="T0" fmla="*/ 11 w 30"/>
                  <a:gd name="T1" fmla="*/ 36 h 36"/>
                  <a:gd name="T2" fmla="*/ 0 w 30"/>
                  <a:gd name="T3" fmla="*/ 21 h 36"/>
                  <a:gd name="T4" fmla="*/ 20 w 30"/>
                  <a:gd name="T5" fmla="*/ 0 h 36"/>
                  <a:gd name="T6" fmla="*/ 30 w 30"/>
                  <a:gd name="T7" fmla="*/ 15 h 36"/>
                  <a:gd name="T8" fmla="*/ 11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1" y="36"/>
                    </a:moveTo>
                    <a:lnTo>
                      <a:pt x="0" y="21"/>
                    </a:lnTo>
                    <a:lnTo>
                      <a:pt x="20" y="0"/>
                    </a:lnTo>
                    <a:lnTo>
                      <a:pt x="30" y="15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5" name="Freeform 169"/>
              <p:cNvSpPr>
                <a:spLocks/>
              </p:cNvSpPr>
              <p:nvPr/>
            </p:nvSpPr>
            <p:spPr bwMode="auto">
              <a:xfrm>
                <a:off x="3981" y="1748"/>
                <a:ext cx="123" cy="211"/>
              </a:xfrm>
              <a:custGeom>
                <a:avLst/>
                <a:gdLst>
                  <a:gd name="T0" fmla="*/ 98 w 123"/>
                  <a:gd name="T1" fmla="*/ 211 h 211"/>
                  <a:gd name="T2" fmla="*/ 98 w 123"/>
                  <a:gd name="T3" fmla="*/ 211 h 211"/>
                  <a:gd name="T4" fmla="*/ 88 w 123"/>
                  <a:gd name="T5" fmla="*/ 183 h 211"/>
                  <a:gd name="T6" fmla="*/ 77 w 123"/>
                  <a:gd name="T7" fmla="*/ 158 h 211"/>
                  <a:gd name="T8" fmla="*/ 65 w 123"/>
                  <a:gd name="T9" fmla="*/ 133 h 211"/>
                  <a:gd name="T10" fmla="*/ 53 w 123"/>
                  <a:gd name="T11" fmla="*/ 110 h 211"/>
                  <a:gd name="T12" fmla="*/ 41 w 123"/>
                  <a:gd name="T13" fmla="*/ 87 h 211"/>
                  <a:gd name="T14" fmla="*/ 29 w 123"/>
                  <a:gd name="T15" fmla="*/ 65 h 211"/>
                  <a:gd name="T16" fmla="*/ 15 w 123"/>
                  <a:gd name="T17" fmla="*/ 42 h 211"/>
                  <a:gd name="T18" fmla="*/ 0 w 123"/>
                  <a:gd name="T19" fmla="*/ 20 h 211"/>
                  <a:gd name="T20" fmla="*/ 18 w 123"/>
                  <a:gd name="T21" fmla="*/ 0 h 211"/>
                  <a:gd name="T22" fmla="*/ 34 w 123"/>
                  <a:gd name="T23" fmla="*/ 23 h 211"/>
                  <a:gd name="T24" fmla="*/ 49 w 123"/>
                  <a:gd name="T25" fmla="*/ 47 h 211"/>
                  <a:gd name="T26" fmla="*/ 63 w 123"/>
                  <a:gd name="T27" fmla="*/ 71 h 211"/>
                  <a:gd name="T28" fmla="*/ 75 w 123"/>
                  <a:gd name="T29" fmla="*/ 96 h 211"/>
                  <a:gd name="T30" fmla="*/ 88 w 123"/>
                  <a:gd name="T31" fmla="*/ 120 h 211"/>
                  <a:gd name="T32" fmla="*/ 100 w 123"/>
                  <a:gd name="T33" fmla="*/ 146 h 211"/>
                  <a:gd name="T34" fmla="*/ 112 w 123"/>
                  <a:gd name="T35" fmla="*/ 173 h 211"/>
                  <a:gd name="T36" fmla="*/ 123 w 123"/>
                  <a:gd name="T37" fmla="*/ 200 h 211"/>
                  <a:gd name="T38" fmla="*/ 98 w 123"/>
                  <a:gd name="T39" fmla="*/ 211 h 2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211"/>
                  <a:gd name="T62" fmla="*/ 123 w 123"/>
                  <a:gd name="T63" fmla="*/ 211 h 2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211">
                    <a:moveTo>
                      <a:pt x="98" y="211"/>
                    </a:moveTo>
                    <a:lnTo>
                      <a:pt x="98" y="211"/>
                    </a:lnTo>
                    <a:lnTo>
                      <a:pt x="88" y="183"/>
                    </a:lnTo>
                    <a:lnTo>
                      <a:pt x="77" y="158"/>
                    </a:lnTo>
                    <a:lnTo>
                      <a:pt x="65" y="133"/>
                    </a:lnTo>
                    <a:lnTo>
                      <a:pt x="53" y="110"/>
                    </a:lnTo>
                    <a:lnTo>
                      <a:pt x="41" y="87"/>
                    </a:lnTo>
                    <a:lnTo>
                      <a:pt x="29" y="65"/>
                    </a:lnTo>
                    <a:lnTo>
                      <a:pt x="15" y="42"/>
                    </a:lnTo>
                    <a:lnTo>
                      <a:pt x="0" y="20"/>
                    </a:lnTo>
                    <a:lnTo>
                      <a:pt x="18" y="0"/>
                    </a:lnTo>
                    <a:lnTo>
                      <a:pt x="34" y="23"/>
                    </a:lnTo>
                    <a:lnTo>
                      <a:pt x="49" y="47"/>
                    </a:lnTo>
                    <a:lnTo>
                      <a:pt x="63" y="71"/>
                    </a:lnTo>
                    <a:lnTo>
                      <a:pt x="75" y="96"/>
                    </a:lnTo>
                    <a:lnTo>
                      <a:pt x="88" y="120"/>
                    </a:lnTo>
                    <a:lnTo>
                      <a:pt x="100" y="146"/>
                    </a:lnTo>
                    <a:lnTo>
                      <a:pt x="112" y="173"/>
                    </a:lnTo>
                    <a:lnTo>
                      <a:pt x="123" y="200"/>
                    </a:lnTo>
                    <a:lnTo>
                      <a:pt x="98" y="2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6" name="Freeform 170"/>
              <p:cNvSpPr>
                <a:spLocks/>
              </p:cNvSpPr>
              <p:nvPr/>
            </p:nvSpPr>
            <p:spPr bwMode="auto">
              <a:xfrm>
                <a:off x="4084" y="1951"/>
                <a:ext cx="81" cy="203"/>
              </a:xfrm>
              <a:custGeom>
                <a:avLst/>
                <a:gdLst>
                  <a:gd name="T0" fmla="*/ 55 w 81"/>
                  <a:gd name="T1" fmla="*/ 203 h 203"/>
                  <a:gd name="T2" fmla="*/ 51 w 81"/>
                  <a:gd name="T3" fmla="*/ 179 h 203"/>
                  <a:gd name="T4" fmla="*/ 44 w 81"/>
                  <a:gd name="T5" fmla="*/ 155 h 203"/>
                  <a:gd name="T6" fmla="*/ 39 w 81"/>
                  <a:gd name="T7" fmla="*/ 130 h 203"/>
                  <a:gd name="T8" fmla="*/ 33 w 81"/>
                  <a:gd name="T9" fmla="*/ 106 h 203"/>
                  <a:gd name="T10" fmla="*/ 25 w 81"/>
                  <a:gd name="T11" fmla="*/ 83 h 203"/>
                  <a:gd name="T12" fmla="*/ 18 w 81"/>
                  <a:gd name="T13" fmla="*/ 58 h 203"/>
                  <a:gd name="T14" fmla="*/ 9 w 81"/>
                  <a:gd name="T15" fmla="*/ 34 h 203"/>
                  <a:gd name="T16" fmla="*/ 0 w 81"/>
                  <a:gd name="T17" fmla="*/ 8 h 203"/>
                  <a:gd name="T18" fmla="*/ 23 w 81"/>
                  <a:gd name="T19" fmla="*/ 0 h 203"/>
                  <a:gd name="T20" fmla="*/ 33 w 81"/>
                  <a:gd name="T21" fmla="*/ 24 h 203"/>
                  <a:gd name="T22" fmla="*/ 41 w 81"/>
                  <a:gd name="T23" fmla="*/ 49 h 203"/>
                  <a:gd name="T24" fmla="*/ 51 w 81"/>
                  <a:gd name="T25" fmla="*/ 75 h 203"/>
                  <a:gd name="T26" fmla="*/ 58 w 81"/>
                  <a:gd name="T27" fmla="*/ 100 h 203"/>
                  <a:gd name="T28" fmla="*/ 65 w 81"/>
                  <a:gd name="T29" fmla="*/ 126 h 203"/>
                  <a:gd name="T30" fmla="*/ 70 w 81"/>
                  <a:gd name="T31" fmla="*/ 152 h 203"/>
                  <a:gd name="T32" fmla="*/ 76 w 81"/>
                  <a:gd name="T33" fmla="*/ 177 h 203"/>
                  <a:gd name="T34" fmla="*/ 81 w 81"/>
                  <a:gd name="T35" fmla="*/ 203 h 203"/>
                  <a:gd name="T36" fmla="*/ 55 w 81"/>
                  <a:gd name="T37" fmla="*/ 203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1"/>
                  <a:gd name="T58" fmla="*/ 0 h 203"/>
                  <a:gd name="T59" fmla="*/ 81 w 81"/>
                  <a:gd name="T60" fmla="*/ 203 h 2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1" h="203">
                    <a:moveTo>
                      <a:pt x="55" y="203"/>
                    </a:moveTo>
                    <a:lnTo>
                      <a:pt x="51" y="179"/>
                    </a:lnTo>
                    <a:lnTo>
                      <a:pt x="44" y="155"/>
                    </a:lnTo>
                    <a:lnTo>
                      <a:pt x="39" y="130"/>
                    </a:lnTo>
                    <a:lnTo>
                      <a:pt x="33" y="106"/>
                    </a:lnTo>
                    <a:lnTo>
                      <a:pt x="25" y="83"/>
                    </a:lnTo>
                    <a:lnTo>
                      <a:pt x="18" y="58"/>
                    </a:lnTo>
                    <a:lnTo>
                      <a:pt x="9" y="34"/>
                    </a:lnTo>
                    <a:lnTo>
                      <a:pt x="0" y="8"/>
                    </a:lnTo>
                    <a:lnTo>
                      <a:pt x="23" y="0"/>
                    </a:lnTo>
                    <a:lnTo>
                      <a:pt x="33" y="24"/>
                    </a:lnTo>
                    <a:lnTo>
                      <a:pt x="41" y="49"/>
                    </a:lnTo>
                    <a:lnTo>
                      <a:pt x="51" y="75"/>
                    </a:lnTo>
                    <a:lnTo>
                      <a:pt x="58" y="100"/>
                    </a:lnTo>
                    <a:lnTo>
                      <a:pt x="65" y="126"/>
                    </a:lnTo>
                    <a:lnTo>
                      <a:pt x="70" y="152"/>
                    </a:lnTo>
                    <a:lnTo>
                      <a:pt x="76" y="177"/>
                    </a:lnTo>
                    <a:lnTo>
                      <a:pt x="81" y="203"/>
                    </a:lnTo>
                    <a:lnTo>
                      <a:pt x="55" y="20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7" name="Freeform 171"/>
              <p:cNvSpPr>
                <a:spLocks/>
              </p:cNvSpPr>
              <p:nvPr/>
            </p:nvSpPr>
            <p:spPr bwMode="auto">
              <a:xfrm>
                <a:off x="4140" y="2154"/>
                <a:ext cx="30" cy="18"/>
              </a:xfrm>
              <a:custGeom>
                <a:avLst/>
                <a:gdLst>
                  <a:gd name="T0" fmla="*/ 27 w 30"/>
                  <a:gd name="T1" fmla="*/ 0 h 18"/>
                  <a:gd name="T2" fmla="*/ 30 w 30"/>
                  <a:gd name="T3" fmla="*/ 18 h 18"/>
                  <a:gd name="T4" fmla="*/ 3 w 30"/>
                  <a:gd name="T5" fmla="*/ 18 h 18"/>
                  <a:gd name="T6" fmla="*/ 0 w 30"/>
                  <a:gd name="T7" fmla="*/ 0 h 18"/>
                  <a:gd name="T8" fmla="*/ 27 w 3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18"/>
                  <a:gd name="T17" fmla="*/ 30 w 30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18">
                    <a:moveTo>
                      <a:pt x="27" y="0"/>
                    </a:moveTo>
                    <a:lnTo>
                      <a:pt x="30" y="18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8" name="Freeform 172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69" name="Freeform 173"/>
              <p:cNvSpPr>
                <a:spLocks/>
              </p:cNvSpPr>
              <p:nvPr/>
            </p:nvSpPr>
            <p:spPr bwMode="auto">
              <a:xfrm>
                <a:off x="2472" y="1465"/>
                <a:ext cx="180" cy="72"/>
              </a:xfrm>
              <a:custGeom>
                <a:avLst/>
                <a:gdLst>
                  <a:gd name="T0" fmla="*/ 31 w 180"/>
                  <a:gd name="T1" fmla="*/ 62 h 72"/>
                  <a:gd name="T2" fmla="*/ 22 w 180"/>
                  <a:gd name="T3" fmla="*/ 51 h 72"/>
                  <a:gd name="T4" fmla="*/ 179 w 180"/>
                  <a:gd name="T5" fmla="*/ 0 h 72"/>
                  <a:gd name="T6" fmla="*/ 180 w 180"/>
                  <a:gd name="T7" fmla="*/ 14 h 72"/>
                  <a:gd name="T8" fmla="*/ 24 w 180"/>
                  <a:gd name="T9" fmla="*/ 66 h 72"/>
                  <a:gd name="T10" fmla="*/ 16 w 180"/>
                  <a:gd name="T11" fmla="*/ 54 h 72"/>
                  <a:gd name="T12" fmla="*/ 24 w 180"/>
                  <a:gd name="T13" fmla="*/ 66 h 72"/>
                  <a:gd name="T14" fmla="*/ 0 w 180"/>
                  <a:gd name="T15" fmla="*/ 72 h 72"/>
                  <a:gd name="T16" fmla="*/ 16 w 180"/>
                  <a:gd name="T17" fmla="*/ 54 h 72"/>
                  <a:gd name="T18" fmla="*/ 31 w 180"/>
                  <a:gd name="T19" fmla="*/ 6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0"/>
                  <a:gd name="T31" fmla="*/ 0 h 72"/>
                  <a:gd name="T32" fmla="*/ 180 w 180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0" h="72">
                    <a:moveTo>
                      <a:pt x="31" y="62"/>
                    </a:moveTo>
                    <a:lnTo>
                      <a:pt x="22" y="51"/>
                    </a:lnTo>
                    <a:lnTo>
                      <a:pt x="179" y="0"/>
                    </a:lnTo>
                    <a:lnTo>
                      <a:pt x="180" y="14"/>
                    </a:lnTo>
                    <a:lnTo>
                      <a:pt x="24" y="66"/>
                    </a:lnTo>
                    <a:lnTo>
                      <a:pt x="16" y="54"/>
                    </a:lnTo>
                    <a:lnTo>
                      <a:pt x="24" y="66"/>
                    </a:lnTo>
                    <a:lnTo>
                      <a:pt x="0" y="72"/>
                    </a:lnTo>
                    <a:lnTo>
                      <a:pt x="16" y="54"/>
                    </a:lnTo>
                    <a:lnTo>
                      <a:pt x="31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0" name="Freeform 174"/>
              <p:cNvSpPr>
                <a:spLocks/>
              </p:cNvSpPr>
              <p:nvPr/>
            </p:nvSpPr>
            <p:spPr bwMode="auto">
              <a:xfrm>
                <a:off x="2487" y="1388"/>
                <a:ext cx="115" cy="137"/>
              </a:xfrm>
              <a:custGeom>
                <a:avLst/>
                <a:gdLst>
                  <a:gd name="T0" fmla="*/ 97 w 115"/>
                  <a:gd name="T1" fmla="*/ 20 h 137"/>
                  <a:gd name="T2" fmla="*/ 114 w 115"/>
                  <a:gd name="T3" fmla="*/ 18 h 137"/>
                  <a:gd name="T4" fmla="*/ 15 w 115"/>
                  <a:gd name="T5" fmla="*/ 137 h 137"/>
                  <a:gd name="T6" fmla="*/ 0 w 115"/>
                  <a:gd name="T7" fmla="*/ 131 h 137"/>
                  <a:gd name="T8" fmla="*/ 99 w 115"/>
                  <a:gd name="T9" fmla="*/ 10 h 137"/>
                  <a:gd name="T10" fmla="*/ 115 w 115"/>
                  <a:gd name="T11" fmla="*/ 8 h 137"/>
                  <a:gd name="T12" fmla="*/ 99 w 115"/>
                  <a:gd name="T13" fmla="*/ 10 h 137"/>
                  <a:gd name="T14" fmla="*/ 109 w 115"/>
                  <a:gd name="T15" fmla="*/ 0 h 137"/>
                  <a:gd name="T16" fmla="*/ 115 w 115"/>
                  <a:gd name="T17" fmla="*/ 8 h 137"/>
                  <a:gd name="T18" fmla="*/ 97 w 115"/>
                  <a:gd name="T19" fmla="*/ 20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37"/>
                  <a:gd name="T32" fmla="*/ 115 w 115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37">
                    <a:moveTo>
                      <a:pt x="97" y="20"/>
                    </a:moveTo>
                    <a:lnTo>
                      <a:pt x="114" y="18"/>
                    </a:lnTo>
                    <a:lnTo>
                      <a:pt x="15" y="137"/>
                    </a:lnTo>
                    <a:lnTo>
                      <a:pt x="0" y="131"/>
                    </a:lnTo>
                    <a:lnTo>
                      <a:pt x="99" y="10"/>
                    </a:lnTo>
                    <a:lnTo>
                      <a:pt x="115" y="8"/>
                    </a:lnTo>
                    <a:lnTo>
                      <a:pt x="99" y="10"/>
                    </a:lnTo>
                    <a:lnTo>
                      <a:pt x="109" y="0"/>
                    </a:lnTo>
                    <a:lnTo>
                      <a:pt x="115" y="8"/>
                    </a:lnTo>
                    <a:lnTo>
                      <a:pt x="97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1" name="Freeform 175"/>
              <p:cNvSpPr>
                <a:spLocks/>
              </p:cNvSpPr>
              <p:nvPr/>
            </p:nvSpPr>
            <p:spPr bwMode="auto">
              <a:xfrm>
                <a:off x="2585" y="1397"/>
                <a:ext cx="80" cy="85"/>
              </a:xfrm>
              <a:custGeom>
                <a:avLst/>
                <a:gdLst>
                  <a:gd name="T0" fmla="*/ 64 w 80"/>
                  <a:gd name="T1" fmla="*/ 70 h 85"/>
                  <a:gd name="T2" fmla="*/ 57 w 80"/>
                  <a:gd name="T3" fmla="*/ 82 h 85"/>
                  <a:gd name="T4" fmla="*/ 0 w 80"/>
                  <a:gd name="T5" fmla="*/ 10 h 85"/>
                  <a:gd name="T6" fmla="*/ 18 w 80"/>
                  <a:gd name="T7" fmla="*/ 0 h 85"/>
                  <a:gd name="T8" fmla="*/ 75 w 80"/>
                  <a:gd name="T9" fmla="*/ 71 h 85"/>
                  <a:gd name="T10" fmla="*/ 66 w 80"/>
                  <a:gd name="T11" fmla="*/ 85 h 85"/>
                  <a:gd name="T12" fmla="*/ 75 w 80"/>
                  <a:gd name="T13" fmla="*/ 71 h 85"/>
                  <a:gd name="T14" fmla="*/ 80 w 80"/>
                  <a:gd name="T15" fmla="*/ 80 h 85"/>
                  <a:gd name="T16" fmla="*/ 66 w 80"/>
                  <a:gd name="T17" fmla="*/ 85 h 85"/>
                  <a:gd name="T18" fmla="*/ 64 w 80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85"/>
                  <a:gd name="T32" fmla="*/ 80 w 80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85">
                    <a:moveTo>
                      <a:pt x="64" y="70"/>
                    </a:moveTo>
                    <a:lnTo>
                      <a:pt x="57" y="82"/>
                    </a:lnTo>
                    <a:lnTo>
                      <a:pt x="0" y="10"/>
                    </a:lnTo>
                    <a:lnTo>
                      <a:pt x="18" y="0"/>
                    </a:lnTo>
                    <a:lnTo>
                      <a:pt x="75" y="71"/>
                    </a:lnTo>
                    <a:lnTo>
                      <a:pt x="66" y="85"/>
                    </a:lnTo>
                    <a:lnTo>
                      <a:pt x="75" y="71"/>
                    </a:lnTo>
                    <a:lnTo>
                      <a:pt x="80" y="80"/>
                    </a:lnTo>
                    <a:lnTo>
                      <a:pt x="66" y="85"/>
                    </a:lnTo>
                    <a:lnTo>
                      <a:pt x="64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2" name="Freeform 176"/>
              <p:cNvSpPr>
                <a:spLocks/>
              </p:cNvSpPr>
              <p:nvPr/>
            </p:nvSpPr>
            <p:spPr bwMode="auto">
              <a:xfrm>
                <a:off x="2509" y="1475"/>
                <a:ext cx="40" cy="39"/>
              </a:xfrm>
              <a:custGeom>
                <a:avLst/>
                <a:gdLst>
                  <a:gd name="T0" fmla="*/ 40 w 40"/>
                  <a:gd name="T1" fmla="*/ 25 h 39"/>
                  <a:gd name="T2" fmla="*/ 22 w 40"/>
                  <a:gd name="T3" fmla="*/ 39 h 39"/>
                  <a:gd name="T4" fmla="*/ 0 w 40"/>
                  <a:gd name="T5" fmla="*/ 13 h 39"/>
                  <a:gd name="T6" fmla="*/ 19 w 40"/>
                  <a:gd name="T7" fmla="*/ 0 h 39"/>
                  <a:gd name="T8" fmla="*/ 40 w 40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39"/>
                  <a:gd name="T17" fmla="*/ 40 w 40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39">
                    <a:moveTo>
                      <a:pt x="40" y="25"/>
                    </a:moveTo>
                    <a:lnTo>
                      <a:pt x="22" y="39"/>
                    </a:lnTo>
                    <a:lnTo>
                      <a:pt x="0" y="13"/>
                    </a:lnTo>
                    <a:lnTo>
                      <a:pt x="19" y="0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3" name="Freeform 177"/>
              <p:cNvSpPr>
                <a:spLocks/>
              </p:cNvSpPr>
              <p:nvPr/>
            </p:nvSpPr>
            <p:spPr bwMode="auto">
              <a:xfrm>
                <a:off x="2531" y="1359"/>
                <a:ext cx="220" cy="143"/>
              </a:xfrm>
              <a:custGeom>
                <a:avLst/>
                <a:gdLst>
                  <a:gd name="T0" fmla="*/ 220 w 220"/>
                  <a:gd name="T1" fmla="*/ 30 h 143"/>
                  <a:gd name="T2" fmla="*/ 220 w 220"/>
                  <a:gd name="T3" fmla="*/ 30 h 143"/>
                  <a:gd name="T4" fmla="*/ 167 w 220"/>
                  <a:gd name="T5" fmla="*/ 54 h 143"/>
                  <a:gd name="T6" fmla="*/ 115 w 220"/>
                  <a:gd name="T7" fmla="*/ 82 h 143"/>
                  <a:gd name="T8" fmla="*/ 67 w 220"/>
                  <a:gd name="T9" fmla="*/ 111 h 143"/>
                  <a:gd name="T10" fmla="*/ 20 w 220"/>
                  <a:gd name="T11" fmla="*/ 143 h 143"/>
                  <a:gd name="T12" fmla="*/ 0 w 220"/>
                  <a:gd name="T13" fmla="*/ 119 h 143"/>
                  <a:gd name="T14" fmla="*/ 49 w 220"/>
                  <a:gd name="T15" fmla="*/ 85 h 143"/>
                  <a:gd name="T16" fmla="*/ 99 w 220"/>
                  <a:gd name="T17" fmla="*/ 54 h 143"/>
                  <a:gd name="T18" fmla="*/ 154 w 220"/>
                  <a:gd name="T19" fmla="*/ 25 h 143"/>
                  <a:gd name="T20" fmla="*/ 211 w 220"/>
                  <a:gd name="T21" fmla="*/ 0 h 143"/>
                  <a:gd name="T22" fmla="*/ 220 w 220"/>
                  <a:gd name="T23" fmla="*/ 3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0"/>
                  <a:gd name="T37" fmla="*/ 0 h 143"/>
                  <a:gd name="T38" fmla="*/ 220 w 220"/>
                  <a:gd name="T39" fmla="*/ 143 h 1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0" h="143">
                    <a:moveTo>
                      <a:pt x="220" y="30"/>
                    </a:moveTo>
                    <a:lnTo>
                      <a:pt x="220" y="30"/>
                    </a:lnTo>
                    <a:lnTo>
                      <a:pt x="167" y="54"/>
                    </a:lnTo>
                    <a:lnTo>
                      <a:pt x="115" y="82"/>
                    </a:lnTo>
                    <a:lnTo>
                      <a:pt x="67" y="111"/>
                    </a:lnTo>
                    <a:lnTo>
                      <a:pt x="20" y="143"/>
                    </a:lnTo>
                    <a:lnTo>
                      <a:pt x="0" y="119"/>
                    </a:lnTo>
                    <a:lnTo>
                      <a:pt x="49" y="85"/>
                    </a:lnTo>
                    <a:lnTo>
                      <a:pt x="99" y="54"/>
                    </a:lnTo>
                    <a:lnTo>
                      <a:pt x="154" y="25"/>
                    </a:lnTo>
                    <a:lnTo>
                      <a:pt x="211" y="0"/>
                    </a:lnTo>
                    <a:lnTo>
                      <a:pt x="220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4" name="Freeform 178"/>
              <p:cNvSpPr>
                <a:spLocks/>
              </p:cNvSpPr>
              <p:nvPr/>
            </p:nvSpPr>
            <p:spPr bwMode="auto">
              <a:xfrm>
                <a:off x="2746" y="1297"/>
                <a:ext cx="199" cy="93"/>
              </a:xfrm>
              <a:custGeom>
                <a:avLst/>
                <a:gdLst>
                  <a:gd name="T0" fmla="*/ 197 w 199"/>
                  <a:gd name="T1" fmla="*/ 35 h 93"/>
                  <a:gd name="T2" fmla="*/ 174 w 199"/>
                  <a:gd name="T3" fmla="*/ 39 h 93"/>
                  <a:gd name="T4" fmla="*/ 151 w 199"/>
                  <a:gd name="T5" fmla="*/ 45 h 93"/>
                  <a:gd name="T6" fmla="*/ 128 w 199"/>
                  <a:gd name="T7" fmla="*/ 52 h 93"/>
                  <a:gd name="T8" fmla="*/ 104 w 199"/>
                  <a:gd name="T9" fmla="*/ 59 h 93"/>
                  <a:gd name="T10" fmla="*/ 81 w 199"/>
                  <a:gd name="T11" fmla="*/ 66 h 93"/>
                  <a:gd name="T12" fmla="*/ 57 w 199"/>
                  <a:gd name="T13" fmla="*/ 75 h 93"/>
                  <a:gd name="T14" fmla="*/ 34 w 199"/>
                  <a:gd name="T15" fmla="*/ 84 h 93"/>
                  <a:gd name="T16" fmla="*/ 10 w 199"/>
                  <a:gd name="T17" fmla="*/ 93 h 93"/>
                  <a:gd name="T18" fmla="*/ 0 w 199"/>
                  <a:gd name="T19" fmla="*/ 62 h 93"/>
                  <a:gd name="T20" fmla="*/ 25 w 199"/>
                  <a:gd name="T21" fmla="*/ 52 h 93"/>
                  <a:gd name="T22" fmla="*/ 50 w 199"/>
                  <a:gd name="T23" fmla="*/ 41 h 93"/>
                  <a:gd name="T24" fmla="*/ 75 w 199"/>
                  <a:gd name="T25" fmla="*/ 33 h 93"/>
                  <a:gd name="T26" fmla="*/ 100 w 199"/>
                  <a:gd name="T27" fmla="*/ 24 h 93"/>
                  <a:gd name="T28" fmla="*/ 126 w 199"/>
                  <a:gd name="T29" fmla="*/ 18 h 93"/>
                  <a:gd name="T30" fmla="*/ 149 w 199"/>
                  <a:gd name="T31" fmla="*/ 10 h 93"/>
                  <a:gd name="T32" fmla="*/ 176 w 199"/>
                  <a:gd name="T33" fmla="*/ 5 h 93"/>
                  <a:gd name="T34" fmla="*/ 199 w 199"/>
                  <a:gd name="T35" fmla="*/ 0 h 93"/>
                  <a:gd name="T36" fmla="*/ 197 w 199"/>
                  <a:gd name="T37" fmla="*/ 35 h 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9"/>
                  <a:gd name="T58" fmla="*/ 0 h 93"/>
                  <a:gd name="T59" fmla="*/ 199 w 199"/>
                  <a:gd name="T60" fmla="*/ 93 h 9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9" h="93">
                    <a:moveTo>
                      <a:pt x="197" y="35"/>
                    </a:moveTo>
                    <a:lnTo>
                      <a:pt x="174" y="39"/>
                    </a:lnTo>
                    <a:lnTo>
                      <a:pt x="151" y="45"/>
                    </a:lnTo>
                    <a:lnTo>
                      <a:pt x="128" y="52"/>
                    </a:lnTo>
                    <a:lnTo>
                      <a:pt x="104" y="59"/>
                    </a:lnTo>
                    <a:lnTo>
                      <a:pt x="81" y="66"/>
                    </a:lnTo>
                    <a:lnTo>
                      <a:pt x="57" y="75"/>
                    </a:lnTo>
                    <a:lnTo>
                      <a:pt x="34" y="84"/>
                    </a:lnTo>
                    <a:lnTo>
                      <a:pt x="10" y="93"/>
                    </a:lnTo>
                    <a:lnTo>
                      <a:pt x="0" y="62"/>
                    </a:lnTo>
                    <a:lnTo>
                      <a:pt x="25" y="52"/>
                    </a:lnTo>
                    <a:lnTo>
                      <a:pt x="50" y="41"/>
                    </a:lnTo>
                    <a:lnTo>
                      <a:pt x="75" y="33"/>
                    </a:lnTo>
                    <a:lnTo>
                      <a:pt x="100" y="24"/>
                    </a:lnTo>
                    <a:lnTo>
                      <a:pt x="126" y="18"/>
                    </a:lnTo>
                    <a:lnTo>
                      <a:pt x="149" y="10"/>
                    </a:lnTo>
                    <a:lnTo>
                      <a:pt x="176" y="5"/>
                    </a:lnTo>
                    <a:lnTo>
                      <a:pt x="199" y="0"/>
                    </a:lnTo>
                    <a:lnTo>
                      <a:pt x="197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5" name="Freeform 179"/>
              <p:cNvSpPr>
                <a:spLocks/>
              </p:cNvSpPr>
              <p:nvPr/>
            </p:nvSpPr>
            <p:spPr bwMode="auto">
              <a:xfrm>
                <a:off x="2947" y="1291"/>
                <a:ext cx="25" cy="40"/>
              </a:xfrm>
              <a:custGeom>
                <a:avLst/>
                <a:gdLst>
                  <a:gd name="T0" fmla="*/ 3 w 25"/>
                  <a:gd name="T1" fmla="*/ 5 h 40"/>
                  <a:gd name="T2" fmla="*/ 25 w 25"/>
                  <a:gd name="T3" fmla="*/ 0 h 40"/>
                  <a:gd name="T4" fmla="*/ 22 w 25"/>
                  <a:gd name="T5" fmla="*/ 36 h 40"/>
                  <a:gd name="T6" fmla="*/ 0 w 25"/>
                  <a:gd name="T7" fmla="*/ 40 h 40"/>
                  <a:gd name="T8" fmla="*/ 3 w 25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3" y="5"/>
                    </a:moveTo>
                    <a:lnTo>
                      <a:pt x="25" y="0"/>
                    </a:lnTo>
                    <a:lnTo>
                      <a:pt x="22" y="36"/>
                    </a:lnTo>
                    <a:lnTo>
                      <a:pt x="0" y="4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6" name="Freeform 180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7" name="Freeform 181"/>
              <p:cNvSpPr>
                <a:spLocks/>
              </p:cNvSpPr>
              <p:nvPr/>
            </p:nvSpPr>
            <p:spPr bwMode="auto">
              <a:xfrm>
                <a:off x="2481" y="1469"/>
                <a:ext cx="168" cy="63"/>
              </a:xfrm>
              <a:custGeom>
                <a:avLst/>
                <a:gdLst>
                  <a:gd name="T0" fmla="*/ 18 w 168"/>
                  <a:gd name="T1" fmla="*/ 56 h 63"/>
                  <a:gd name="T2" fmla="*/ 13 w 168"/>
                  <a:gd name="T3" fmla="*/ 49 h 63"/>
                  <a:gd name="T4" fmla="*/ 167 w 168"/>
                  <a:gd name="T5" fmla="*/ 0 h 63"/>
                  <a:gd name="T6" fmla="*/ 168 w 168"/>
                  <a:gd name="T7" fmla="*/ 8 h 63"/>
                  <a:gd name="T8" fmla="*/ 15 w 168"/>
                  <a:gd name="T9" fmla="*/ 59 h 63"/>
                  <a:gd name="T10" fmla="*/ 10 w 168"/>
                  <a:gd name="T11" fmla="*/ 51 h 63"/>
                  <a:gd name="T12" fmla="*/ 15 w 168"/>
                  <a:gd name="T13" fmla="*/ 59 h 63"/>
                  <a:gd name="T14" fmla="*/ 0 w 168"/>
                  <a:gd name="T15" fmla="*/ 63 h 63"/>
                  <a:gd name="T16" fmla="*/ 10 w 168"/>
                  <a:gd name="T17" fmla="*/ 51 h 63"/>
                  <a:gd name="T18" fmla="*/ 18 w 168"/>
                  <a:gd name="T19" fmla="*/ 56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8"/>
                  <a:gd name="T31" fmla="*/ 0 h 63"/>
                  <a:gd name="T32" fmla="*/ 168 w 168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8" h="63">
                    <a:moveTo>
                      <a:pt x="18" y="56"/>
                    </a:moveTo>
                    <a:lnTo>
                      <a:pt x="13" y="49"/>
                    </a:lnTo>
                    <a:lnTo>
                      <a:pt x="167" y="0"/>
                    </a:lnTo>
                    <a:lnTo>
                      <a:pt x="168" y="8"/>
                    </a:lnTo>
                    <a:lnTo>
                      <a:pt x="15" y="59"/>
                    </a:lnTo>
                    <a:lnTo>
                      <a:pt x="10" y="51"/>
                    </a:lnTo>
                    <a:lnTo>
                      <a:pt x="15" y="59"/>
                    </a:lnTo>
                    <a:lnTo>
                      <a:pt x="0" y="63"/>
                    </a:lnTo>
                    <a:lnTo>
                      <a:pt x="10" y="51"/>
                    </a:lnTo>
                    <a:lnTo>
                      <a:pt x="18" y="5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8" name="Freeform 182"/>
              <p:cNvSpPr>
                <a:spLocks/>
              </p:cNvSpPr>
              <p:nvPr/>
            </p:nvSpPr>
            <p:spPr bwMode="auto">
              <a:xfrm>
                <a:off x="2490" y="1393"/>
                <a:ext cx="109" cy="131"/>
              </a:xfrm>
              <a:custGeom>
                <a:avLst/>
                <a:gdLst>
                  <a:gd name="T0" fmla="*/ 99 w 109"/>
                  <a:gd name="T1" fmla="*/ 13 h 131"/>
                  <a:gd name="T2" fmla="*/ 108 w 109"/>
                  <a:gd name="T3" fmla="*/ 12 h 131"/>
                  <a:gd name="T4" fmla="*/ 8 w 109"/>
                  <a:gd name="T5" fmla="*/ 131 h 131"/>
                  <a:gd name="T6" fmla="*/ 0 w 109"/>
                  <a:gd name="T7" fmla="*/ 127 h 131"/>
                  <a:gd name="T8" fmla="*/ 101 w 109"/>
                  <a:gd name="T9" fmla="*/ 6 h 131"/>
                  <a:gd name="T10" fmla="*/ 109 w 109"/>
                  <a:gd name="T11" fmla="*/ 5 h 131"/>
                  <a:gd name="T12" fmla="*/ 101 w 109"/>
                  <a:gd name="T13" fmla="*/ 6 h 131"/>
                  <a:gd name="T14" fmla="*/ 105 w 109"/>
                  <a:gd name="T15" fmla="*/ 0 h 131"/>
                  <a:gd name="T16" fmla="*/ 109 w 109"/>
                  <a:gd name="T17" fmla="*/ 5 h 131"/>
                  <a:gd name="T18" fmla="*/ 99 w 109"/>
                  <a:gd name="T19" fmla="*/ 13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9"/>
                  <a:gd name="T31" fmla="*/ 0 h 131"/>
                  <a:gd name="T32" fmla="*/ 109 w 109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9" h="131">
                    <a:moveTo>
                      <a:pt x="99" y="13"/>
                    </a:moveTo>
                    <a:lnTo>
                      <a:pt x="108" y="12"/>
                    </a:lnTo>
                    <a:lnTo>
                      <a:pt x="8" y="131"/>
                    </a:lnTo>
                    <a:lnTo>
                      <a:pt x="0" y="127"/>
                    </a:lnTo>
                    <a:lnTo>
                      <a:pt x="101" y="6"/>
                    </a:lnTo>
                    <a:lnTo>
                      <a:pt x="109" y="5"/>
                    </a:lnTo>
                    <a:lnTo>
                      <a:pt x="101" y="6"/>
                    </a:lnTo>
                    <a:lnTo>
                      <a:pt x="105" y="0"/>
                    </a:lnTo>
                    <a:lnTo>
                      <a:pt x="109" y="5"/>
                    </a:lnTo>
                    <a:lnTo>
                      <a:pt x="99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79" name="Freeform 183"/>
              <p:cNvSpPr>
                <a:spLocks/>
              </p:cNvSpPr>
              <p:nvPr/>
            </p:nvSpPr>
            <p:spPr bwMode="auto">
              <a:xfrm>
                <a:off x="2592" y="1397"/>
                <a:ext cx="69" cy="79"/>
              </a:xfrm>
              <a:custGeom>
                <a:avLst/>
                <a:gdLst>
                  <a:gd name="T0" fmla="*/ 61 w 69"/>
                  <a:gd name="T1" fmla="*/ 71 h 79"/>
                  <a:gd name="T2" fmla="*/ 55 w 69"/>
                  <a:gd name="T3" fmla="*/ 78 h 79"/>
                  <a:gd name="T4" fmla="*/ 0 w 69"/>
                  <a:gd name="T5" fmla="*/ 7 h 79"/>
                  <a:gd name="T6" fmla="*/ 8 w 69"/>
                  <a:gd name="T7" fmla="*/ 0 h 79"/>
                  <a:gd name="T8" fmla="*/ 66 w 69"/>
                  <a:gd name="T9" fmla="*/ 72 h 79"/>
                  <a:gd name="T10" fmla="*/ 61 w 69"/>
                  <a:gd name="T11" fmla="*/ 79 h 79"/>
                  <a:gd name="T12" fmla="*/ 66 w 69"/>
                  <a:gd name="T13" fmla="*/ 72 h 79"/>
                  <a:gd name="T14" fmla="*/ 69 w 69"/>
                  <a:gd name="T15" fmla="*/ 77 h 79"/>
                  <a:gd name="T16" fmla="*/ 61 w 69"/>
                  <a:gd name="T17" fmla="*/ 79 h 79"/>
                  <a:gd name="T18" fmla="*/ 61 w 69"/>
                  <a:gd name="T19" fmla="*/ 71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79"/>
                  <a:gd name="T32" fmla="*/ 69 w 69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79">
                    <a:moveTo>
                      <a:pt x="61" y="71"/>
                    </a:moveTo>
                    <a:lnTo>
                      <a:pt x="55" y="78"/>
                    </a:lnTo>
                    <a:lnTo>
                      <a:pt x="0" y="7"/>
                    </a:lnTo>
                    <a:lnTo>
                      <a:pt x="8" y="0"/>
                    </a:lnTo>
                    <a:lnTo>
                      <a:pt x="66" y="72"/>
                    </a:lnTo>
                    <a:lnTo>
                      <a:pt x="61" y="79"/>
                    </a:lnTo>
                    <a:lnTo>
                      <a:pt x="66" y="72"/>
                    </a:lnTo>
                    <a:lnTo>
                      <a:pt x="69" y="77"/>
                    </a:lnTo>
                    <a:lnTo>
                      <a:pt x="61" y="79"/>
                    </a:lnTo>
                    <a:lnTo>
                      <a:pt x="61" y="7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0" name="Freeform 184"/>
              <p:cNvSpPr>
                <a:spLocks/>
              </p:cNvSpPr>
              <p:nvPr/>
            </p:nvSpPr>
            <p:spPr bwMode="auto">
              <a:xfrm>
                <a:off x="2517" y="1478"/>
                <a:ext cx="32" cy="32"/>
              </a:xfrm>
              <a:custGeom>
                <a:avLst/>
                <a:gdLst>
                  <a:gd name="T0" fmla="*/ 32 w 32"/>
                  <a:gd name="T1" fmla="*/ 21 h 32"/>
                  <a:gd name="T2" fmla="*/ 17 w 32"/>
                  <a:gd name="T3" fmla="*/ 32 h 32"/>
                  <a:gd name="T4" fmla="*/ 0 w 32"/>
                  <a:gd name="T5" fmla="*/ 10 h 32"/>
                  <a:gd name="T6" fmla="*/ 15 w 32"/>
                  <a:gd name="T7" fmla="*/ 0 h 32"/>
                  <a:gd name="T8" fmla="*/ 32 w 32"/>
                  <a:gd name="T9" fmla="*/ 2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32" y="21"/>
                    </a:moveTo>
                    <a:lnTo>
                      <a:pt x="17" y="32"/>
                    </a:lnTo>
                    <a:lnTo>
                      <a:pt x="0" y="10"/>
                    </a:lnTo>
                    <a:lnTo>
                      <a:pt x="15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1" name="Freeform 185"/>
              <p:cNvSpPr>
                <a:spLocks/>
              </p:cNvSpPr>
              <p:nvPr/>
            </p:nvSpPr>
            <p:spPr bwMode="auto">
              <a:xfrm>
                <a:off x="2534" y="1360"/>
                <a:ext cx="217" cy="140"/>
              </a:xfrm>
              <a:custGeom>
                <a:avLst/>
                <a:gdLst>
                  <a:gd name="T0" fmla="*/ 217 w 217"/>
                  <a:gd name="T1" fmla="*/ 25 h 140"/>
                  <a:gd name="T2" fmla="*/ 217 w 217"/>
                  <a:gd name="T3" fmla="*/ 25 h 140"/>
                  <a:gd name="T4" fmla="*/ 164 w 217"/>
                  <a:gd name="T5" fmla="*/ 50 h 140"/>
                  <a:gd name="T6" fmla="*/ 112 w 217"/>
                  <a:gd name="T7" fmla="*/ 78 h 140"/>
                  <a:gd name="T8" fmla="*/ 63 w 217"/>
                  <a:gd name="T9" fmla="*/ 108 h 140"/>
                  <a:gd name="T10" fmla="*/ 17 w 217"/>
                  <a:gd name="T11" fmla="*/ 140 h 140"/>
                  <a:gd name="T12" fmla="*/ 0 w 217"/>
                  <a:gd name="T13" fmla="*/ 119 h 140"/>
                  <a:gd name="T14" fmla="*/ 48 w 217"/>
                  <a:gd name="T15" fmla="*/ 86 h 140"/>
                  <a:gd name="T16" fmla="*/ 99 w 217"/>
                  <a:gd name="T17" fmla="*/ 55 h 140"/>
                  <a:gd name="T18" fmla="*/ 153 w 217"/>
                  <a:gd name="T19" fmla="*/ 27 h 140"/>
                  <a:gd name="T20" fmla="*/ 209 w 217"/>
                  <a:gd name="T21" fmla="*/ 0 h 140"/>
                  <a:gd name="T22" fmla="*/ 217 w 217"/>
                  <a:gd name="T23" fmla="*/ 25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7"/>
                  <a:gd name="T37" fmla="*/ 0 h 140"/>
                  <a:gd name="T38" fmla="*/ 217 w 217"/>
                  <a:gd name="T39" fmla="*/ 140 h 1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7" h="140">
                    <a:moveTo>
                      <a:pt x="217" y="25"/>
                    </a:moveTo>
                    <a:lnTo>
                      <a:pt x="217" y="25"/>
                    </a:lnTo>
                    <a:lnTo>
                      <a:pt x="164" y="50"/>
                    </a:lnTo>
                    <a:lnTo>
                      <a:pt x="112" y="78"/>
                    </a:lnTo>
                    <a:lnTo>
                      <a:pt x="63" y="108"/>
                    </a:lnTo>
                    <a:lnTo>
                      <a:pt x="17" y="140"/>
                    </a:lnTo>
                    <a:lnTo>
                      <a:pt x="0" y="119"/>
                    </a:lnTo>
                    <a:lnTo>
                      <a:pt x="48" y="86"/>
                    </a:lnTo>
                    <a:lnTo>
                      <a:pt x="99" y="55"/>
                    </a:lnTo>
                    <a:lnTo>
                      <a:pt x="153" y="27"/>
                    </a:lnTo>
                    <a:lnTo>
                      <a:pt x="209" y="0"/>
                    </a:lnTo>
                    <a:lnTo>
                      <a:pt x="217" y="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2" name="Freeform 186"/>
              <p:cNvSpPr>
                <a:spLocks/>
              </p:cNvSpPr>
              <p:nvPr/>
            </p:nvSpPr>
            <p:spPr bwMode="auto">
              <a:xfrm>
                <a:off x="2748" y="1298"/>
                <a:ext cx="195" cy="87"/>
              </a:xfrm>
              <a:custGeom>
                <a:avLst/>
                <a:gdLst>
                  <a:gd name="T0" fmla="*/ 194 w 195"/>
                  <a:gd name="T1" fmla="*/ 29 h 87"/>
                  <a:gd name="T2" fmla="*/ 171 w 195"/>
                  <a:gd name="T3" fmla="*/ 33 h 87"/>
                  <a:gd name="T4" fmla="*/ 148 w 195"/>
                  <a:gd name="T5" fmla="*/ 38 h 87"/>
                  <a:gd name="T6" fmla="*/ 124 w 195"/>
                  <a:gd name="T7" fmla="*/ 45 h 87"/>
                  <a:gd name="T8" fmla="*/ 100 w 195"/>
                  <a:gd name="T9" fmla="*/ 52 h 87"/>
                  <a:gd name="T10" fmla="*/ 78 w 195"/>
                  <a:gd name="T11" fmla="*/ 60 h 87"/>
                  <a:gd name="T12" fmla="*/ 54 w 195"/>
                  <a:gd name="T13" fmla="*/ 68 h 87"/>
                  <a:gd name="T14" fmla="*/ 31 w 195"/>
                  <a:gd name="T15" fmla="*/ 77 h 87"/>
                  <a:gd name="T16" fmla="*/ 8 w 195"/>
                  <a:gd name="T17" fmla="*/ 87 h 87"/>
                  <a:gd name="T18" fmla="*/ 0 w 195"/>
                  <a:gd name="T19" fmla="*/ 61 h 87"/>
                  <a:gd name="T20" fmla="*/ 23 w 195"/>
                  <a:gd name="T21" fmla="*/ 51 h 87"/>
                  <a:gd name="T22" fmla="*/ 49 w 195"/>
                  <a:gd name="T23" fmla="*/ 42 h 87"/>
                  <a:gd name="T24" fmla="*/ 73 w 195"/>
                  <a:gd name="T25" fmla="*/ 33 h 87"/>
                  <a:gd name="T26" fmla="*/ 98 w 195"/>
                  <a:gd name="T27" fmla="*/ 24 h 87"/>
                  <a:gd name="T28" fmla="*/ 123 w 195"/>
                  <a:gd name="T29" fmla="*/ 18 h 87"/>
                  <a:gd name="T30" fmla="*/ 148 w 195"/>
                  <a:gd name="T31" fmla="*/ 9 h 87"/>
                  <a:gd name="T32" fmla="*/ 172 w 195"/>
                  <a:gd name="T33" fmla="*/ 5 h 87"/>
                  <a:gd name="T34" fmla="*/ 195 w 195"/>
                  <a:gd name="T35" fmla="*/ 0 h 87"/>
                  <a:gd name="T36" fmla="*/ 194 w 195"/>
                  <a:gd name="T37" fmla="*/ 29 h 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87"/>
                  <a:gd name="T59" fmla="*/ 195 w 195"/>
                  <a:gd name="T60" fmla="*/ 87 h 8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87">
                    <a:moveTo>
                      <a:pt x="194" y="29"/>
                    </a:moveTo>
                    <a:lnTo>
                      <a:pt x="171" y="33"/>
                    </a:lnTo>
                    <a:lnTo>
                      <a:pt x="148" y="38"/>
                    </a:lnTo>
                    <a:lnTo>
                      <a:pt x="124" y="45"/>
                    </a:lnTo>
                    <a:lnTo>
                      <a:pt x="100" y="52"/>
                    </a:lnTo>
                    <a:lnTo>
                      <a:pt x="78" y="60"/>
                    </a:lnTo>
                    <a:lnTo>
                      <a:pt x="54" y="68"/>
                    </a:lnTo>
                    <a:lnTo>
                      <a:pt x="31" y="77"/>
                    </a:lnTo>
                    <a:lnTo>
                      <a:pt x="8" y="87"/>
                    </a:lnTo>
                    <a:lnTo>
                      <a:pt x="0" y="61"/>
                    </a:lnTo>
                    <a:lnTo>
                      <a:pt x="23" y="51"/>
                    </a:lnTo>
                    <a:lnTo>
                      <a:pt x="49" y="42"/>
                    </a:lnTo>
                    <a:lnTo>
                      <a:pt x="73" y="33"/>
                    </a:lnTo>
                    <a:lnTo>
                      <a:pt x="98" y="24"/>
                    </a:lnTo>
                    <a:lnTo>
                      <a:pt x="123" y="18"/>
                    </a:lnTo>
                    <a:lnTo>
                      <a:pt x="148" y="9"/>
                    </a:lnTo>
                    <a:lnTo>
                      <a:pt x="172" y="5"/>
                    </a:lnTo>
                    <a:lnTo>
                      <a:pt x="195" y="0"/>
                    </a:lnTo>
                    <a:lnTo>
                      <a:pt x="194" y="2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3" name="Freeform 187"/>
              <p:cNvSpPr>
                <a:spLocks/>
              </p:cNvSpPr>
              <p:nvPr/>
            </p:nvSpPr>
            <p:spPr bwMode="auto">
              <a:xfrm>
                <a:off x="2945" y="1296"/>
                <a:ext cx="21" cy="32"/>
              </a:xfrm>
              <a:custGeom>
                <a:avLst/>
                <a:gdLst>
                  <a:gd name="T0" fmla="*/ 3 w 21"/>
                  <a:gd name="T1" fmla="*/ 3 h 32"/>
                  <a:gd name="T2" fmla="*/ 21 w 21"/>
                  <a:gd name="T3" fmla="*/ 0 h 32"/>
                  <a:gd name="T4" fmla="*/ 19 w 21"/>
                  <a:gd name="T5" fmla="*/ 29 h 32"/>
                  <a:gd name="T6" fmla="*/ 0 w 21"/>
                  <a:gd name="T7" fmla="*/ 32 h 32"/>
                  <a:gd name="T8" fmla="*/ 3 w 21"/>
                  <a:gd name="T9" fmla="*/ 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2"/>
                  <a:gd name="T17" fmla="*/ 21 w 21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2">
                    <a:moveTo>
                      <a:pt x="3" y="3"/>
                    </a:moveTo>
                    <a:lnTo>
                      <a:pt x="21" y="0"/>
                    </a:lnTo>
                    <a:lnTo>
                      <a:pt x="19" y="29"/>
                    </a:lnTo>
                    <a:lnTo>
                      <a:pt x="0" y="3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4" name="Freeform 188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5" name="Freeform 189"/>
              <p:cNvSpPr>
                <a:spLocks/>
              </p:cNvSpPr>
              <p:nvPr/>
            </p:nvSpPr>
            <p:spPr bwMode="auto">
              <a:xfrm>
                <a:off x="2444" y="1483"/>
                <a:ext cx="178" cy="79"/>
              </a:xfrm>
              <a:custGeom>
                <a:avLst/>
                <a:gdLst>
                  <a:gd name="T0" fmla="*/ 31 w 178"/>
                  <a:gd name="T1" fmla="*/ 65 h 79"/>
                  <a:gd name="T2" fmla="*/ 22 w 178"/>
                  <a:gd name="T3" fmla="*/ 56 h 79"/>
                  <a:gd name="T4" fmla="*/ 176 w 178"/>
                  <a:gd name="T5" fmla="*/ 0 h 79"/>
                  <a:gd name="T6" fmla="*/ 178 w 178"/>
                  <a:gd name="T7" fmla="*/ 14 h 79"/>
                  <a:gd name="T8" fmla="*/ 24 w 178"/>
                  <a:gd name="T9" fmla="*/ 70 h 79"/>
                  <a:gd name="T10" fmla="*/ 15 w 178"/>
                  <a:gd name="T11" fmla="*/ 61 h 79"/>
                  <a:gd name="T12" fmla="*/ 24 w 178"/>
                  <a:gd name="T13" fmla="*/ 70 h 79"/>
                  <a:gd name="T14" fmla="*/ 0 w 178"/>
                  <a:gd name="T15" fmla="*/ 79 h 79"/>
                  <a:gd name="T16" fmla="*/ 15 w 178"/>
                  <a:gd name="T17" fmla="*/ 61 h 79"/>
                  <a:gd name="T18" fmla="*/ 31 w 178"/>
                  <a:gd name="T19" fmla="*/ 6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8"/>
                  <a:gd name="T31" fmla="*/ 0 h 79"/>
                  <a:gd name="T32" fmla="*/ 178 w 1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8" h="79">
                    <a:moveTo>
                      <a:pt x="31" y="65"/>
                    </a:moveTo>
                    <a:lnTo>
                      <a:pt x="22" y="56"/>
                    </a:lnTo>
                    <a:lnTo>
                      <a:pt x="176" y="0"/>
                    </a:lnTo>
                    <a:lnTo>
                      <a:pt x="178" y="14"/>
                    </a:lnTo>
                    <a:lnTo>
                      <a:pt x="24" y="70"/>
                    </a:lnTo>
                    <a:lnTo>
                      <a:pt x="15" y="61"/>
                    </a:lnTo>
                    <a:lnTo>
                      <a:pt x="24" y="70"/>
                    </a:lnTo>
                    <a:lnTo>
                      <a:pt x="0" y="79"/>
                    </a:lnTo>
                    <a:lnTo>
                      <a:pt x="15" y="61"/>
                    </a:lnTo>
                    <a:lnTo>
                      <a:pt x="31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6" name="Freeform 190"/>
              <p:cNvSpPr>
                <a:spLocks/>
              </p:cNvSpPr>
              <p:nvPr/>
            </p:nvSpPr>
            <p:spPr bwMode="auto">
              <a:xfrm>
                <a:off x="2456" y="1410"/>
                <a:ext cx="110" cy="138"/>
              </a:xfrm>
              <a:custGeom>
                <a:avLst/>
                <a:gdLst>
                  <a:gd name="T0" fmla="*/ 93 w 110"/>
                  <a:gd name="T1" fmla="*/ 19 h 138"/>
                  <a:gd name="T2" fmla="*/ 109 w 110"/>
                  <a:gd name="T3" fmla="*/ 16 h 138"/>
                  <a:gd name="T4" fmla="*/ 16 w 110"/>
                  <a:gd name="T5" fmla="*/ 138 h 138"/>
                  <a:gd name="T6" fmla="*/ 0 w 110"/>
                  <a:gd name="T7" fmla="*/ 134 h 138"/>
                  <a:gd name="T8" fmla="*/ 94 w 110"/>
                  <a:gd name="T9" fmla="*/ 11 h 138"/>
                  <a:gd name="T10" fmla="*/ 110 w 110"/>
                  <a:gd name="T11" fmla="*/ 8 h 138"/>
                  <a:gd name="T12" fmla="*/ 94 w 110"/>
                  <a:gd name="T13" fmla="*/ 11 h 138"/>
                  <a:gd name="T14" fmla="*/ 104 w 110"/>
                  <a:gd name="T15" fmla="*/ 0 h 138"/>
                  <a:gd name="T16" fmla="*/ 110 w 110"/>
                  <a:gd name="T17" fmla="*/ 8 h 138"/>
                  <a:gd name="T18" fmla="*/ 93 w 110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0"/>
                  <a:gd name="T31" fmla="*/ 0 h 138"/>
                  <a:gd name="T32" fmla="*/ 110 w 110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0" h="138">
                    <a:moveTo>
                      <a:pt x="93" y="19"/>
                    </a:moveTo>
                    <a:lnTo>
                      <a:pt x="109" y="16"/>
                    </a:lnTo>
                    <a:lnTo>
                      <a:pt x="16" y="138"/>
                    </a:lnTo>
                    <a:lnTo>
                      <a:pt x="0" y="134"/>
                    </a:lnTo>
                    <a:lnTo>
                      <a:pt x="94" y="11"/>
                    </a:lnTo>
                    <a:lnTo>
                      <a:pt x="110" y="8"/>
                    </a:lnTo>
                    <a:lnTo>
                      <a:pt x="94" y="11"/>
                    </a:lnTo>
                    <a:lnTo>
                      <a:pt x="104" y="0"/>
                    </a:lnTo>
                    <a:lnTo>
                      <a:pt x="110" y="8"/>
                    </a:lnTo>
                    <a:lnTo>
                      <a:pt x="93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7" name="Freeform 191"/>
              <p:cNvSpPr>
                <a:spLocks/>
              </p:cNvSpPr>
              <p:nvPr/>
            </p:nvSpPr>
            <p:spPr bwMode="auto">
              <a:xfrm>
                <a:off x="2550" y="1418"/>
                <a:ext cx="87" cy="80"/>
              </a:xfrm>
              <a:custGeom>
                <a:avLst/>
                <a:gdLst>
                  <a:gd name="T0" fmla="*/ 68 w 87"/>
                  <a:gd name="T1" fmla="*/ 66 h 80"/>
                  <a:gd name="T2" fmla="*/ 61 w 87"/>
                  <a:gd name="T3" fmla="*/ 79 h 80"/>
                  <a:gd name="T4" fmla="*/ 0 w 87"/>
                  <a:gd name="T5" fmla="*/ 11 h 80"/>
                  <a:gd name="T6" fmla="*/ 17 w 87"/>
                  <a:gd name="T7" fmla="*/ 0 h 80"/>
                  <a:gd name="T8" fmla="*/ 78 w 87"/>
                  <a:gd name="T9" fmla="*/ 67 h 80"/>
                  <a:gd name="T10" fmla="*/ 72 w 87"/>
                  <a:gd name="T11" fmla="*/ 80 h 80"/>
                  <a:gd name="T12" fmla="*/ 78 w 87"/>
                  <a:gd name="T13" fmla="*/ 67 h 80"/>
                  <a:gd name="T14" fmla="*/ 87 w 87"/>
                  <a:gd name="T15" fmla="*/ 75 h 80"/>
                  <a:gd name="T16" fmla="*/ 72 w 87"/>
                  <a:gd name="T17" fmla="*/ 80 h 80"/>
                  <a:gd name="T18" fmla="*/ 68 w 87"/>
                  <a:gd name="T19" fmla="*/ 66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80"/>
                  <a:gd name="T32" fmla="*/ 87 w 87"/>
                  <a:gd name="T33" fmla="*/ 80 h 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80">
                    <a:moveTo>
                      <a:pt x="68" y="66"/>
                    </a:moveTo>
                    <a:lnTo>
                      <a:pt x="61" y="79"/>
                    </a:lnTo>
                    <a:lnTo>
                      <a:pt x="0" y="11"/>
                    </a:lnTo>
                    <a:lnTo>
                      <a:pt x="17" y="0"/>
                    </a:lnTo>
                    <a:lnTo>
                      <a:pt x="78" y="67"/>
                    </a:lnTo>
                    <a:lnTo>
                      <a:pt x="72" y="80"/>
                    </a:lnTo>
                    <a:lnTo>
                      <a:pt x="78" y="67"/>
                    </a:lnTo>
                    <a:lnTo>
                      <a:pt x="87" y="75"/>
                    </a:lnTo>
                    <a:lnTo>
                      <a:pt x="72" y="80"/>
                    </a:lnTo>
                    <a:lnTo>
                      <a:pt x="68" y="6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8" name="Freeform 192"/>
              <p:cNvSpPr>
                <a:spLocks/>
              </p:cNvSpPr>
              <p:nvPr/>
            </p:nvSpPr>
            <p:spPr bwMode="auto">
              <a:xfrm>
                <a:off x="2478" y="1500"/>
                <a:ext cx="39" cy="36"/>
              </a:xfrm>
              <a:custGeom>
                <a:avLst/>
                <a:gdLst>
                  <a:gd name="T0" fmla="*/ 39 w 39"/>
                  <a:gd name="T1" fmla="*/ 22 h 36"/>
                  <a:gd name="T2" fmla="*/ 23 w 39"/>
                  <a:gd name="T3" fmla="*/ 36 h 36"/>
                  <a:gd name="T4" fmla="*/ 0 w 39"/>
                  <a:gd name="T5" fmla="*/ 14 h 36"/>
                  <a:gd name="T6" fmla="*/ 16 w 39"/>
                  <a:gd name="T7" fmla="*/ 0 h 36"/>
                  <a:gd name="T8" fmla="*/ 39 w 39"/>
                  <a:gd name="T9" fmla="*/ 2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6"/>
                  <a:gd name="T17" fmla="*/ 39 w 39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6">
                    <a:moveTo>
                      <a:pt x="39" y="22"/>
                    </a:moveTo>
                    <a:lnTo>
                      <a:pt x="23" y="36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39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89" name="Freeform 193"/>
              <p:cNvSpPr>
                <a:spLocks/>
              </p:cNvSpPr>
              <p:nvPr/>
            </p:nvSpPr>
            <p:spPr bwMode="auto">
              <a:xfrm>
                <a:off x="2500" y="1373"/>
                <a:ext cx="217" cy="149"/>
              </a:xfrm>
              <a:custGeom>
                <a:avLst/>
                <a:gdLst>
                  <a:gd name="T0" fmla="*/ 217 w 217"/>
                  <a:gd name="T1" fmla="*/ 29 h 149"/>
                  <a:gd name="T2" fmla="*/ 217 w 217"/>
                  <a:gd name="T3" fmla="*/ 29 h 149"/>
                  <a:gd name="T4" fmla="*/ 191 w 217"/>
                  <a:gd name="T5" fmla="*/ 41 h 149"/>
                  <a:gd name="T6" fmla="*/ 164 w 217"/>
                  <a:gd name="T7" fmla="*/ 56 h 149"/>
                  <a:gd name="T8" fmla="*/ 140 w 217"/>
                  <a:gd name="T9" fmla="*/ 70 h 149"/>
                  <a:gd name="T10" fmla="*/ 115 w 217"/>
                  <a:gd name="T11" fmla="*/ 85 h 149"/>
                  <a:gd name="T12" fmla="*/ 92 w 217"/>
                  <a:gd name="T13" fmla="*/ 100 h 149"/>
                  <a:gd name="T14" fmla="*/ 67 w 217"/>
                  <a:gd name="T15" fmla="*/ 116 h 149"/>
                  <a:gd name="T16" fmla="*/ 45 w 217"/>
                  <a:gd name="T17" fmla="*/ 132 h 149"/>
                  <a:gd name="T18" fmla="*/ 22 w 217"/>
                  <a:gd name="T19" fmla="*/ 149 h 149"/>
                  <a:gd name="T20" fmla="*/ 0 w 217"/>
                  <a:gd name="T21" fmla="*/ 127 h 149"/>
                  <a:gd name="T22" fmla="*/ 22 w 217"/>
                  <a:gd name="T23" fmla="*/ 109 h 149"/>
                  <a:gd name="T24" fmla="*/ 47 w 217"/>
                  <a:gd name="T25" fmla="*/ 92 h 149"/>
                  <a:gd name="T26" fmla="*/ 73 w 217"/>
                  <a:gd name="T27" fmla="*/ 74 h 149"/>
                  <a:gd name="T28" fmla="*/ 98 w 217"/>
                  <a:gd name="T29" fmla="*/ 58 h 149"/>
                  <a:gd name="T30" fmla="*/ 123 w 217"/>
                  <a:gd name="T31" fmla="*/ 42 h 149"/>
                  <a:gd name="T32" fmla="*/ 149 w 217"/>
                  <a:gd name="T33" fmla="*/ 27 h 149"/>
                  <a:gd name="T34" fmla="*/ 177 w 217"/>
                  <a:gd name="T35" fmla="*/ 12 h 149"/>
                  <a:gd name="T36" fmla="*/ 205 w 217"/>
                  <a:gd name="T37" fmla="*/ 0 h 149"/>
                  <a:gd name="T38" fmla="*/ 217 w 217"/>
                  <a:gd name="T39" fmla="*/ 29 h 1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7"/>
                  <a:gd name="T61" fmla="*/ 0 h 149"/>
                  <a:gd name="T62" fmla="*/ 217 w 217"/>
                  <a:gd name="T63" fmla="*/ 149 h 14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7" h="149">
                    <a:moveTo>
                      <a:pt x="217" y="29"/>
                    </a:moveTo>
                    <a:lnTo>
                      <a:pt x="217" y="29"/>
                    </a:lnTo>
                    <a:lnTo>
                      <a:pt x="191" y="41"/>
                    </a:lnTo>
                    <a:lnTo>
                      <a:pt x="164" y="56"/>
                    </a:lnTo>
                    <a:lnTo>
                      <a:pt x="140" y="70"/>
                    </a:lnTo>
                    <a:lnTo>
                      <a:pt x="115" y="85"/>
                    </a:lnTo>
                    <a:lnTo>
                      <a:pt x="92" y="100"/>
                    </a:lnTo>
                    <a:lnTo>
                      <a:pt x="67" y="116"/>
                    </a:lnTo>
                    <a:lnTo>
                      <a:pt x="45" y="132"/>
                    </a:lnTo>
                    <a:lnTo>
                      <a:pt x="22" y="149"/>
                    </a:lnTo>
                    <a:lnTo>
                      <a:pt x="0" y="127"/>
                    </a:lnTo>
                    <a:lnTo>
                      <a:pt x="22" y="109"/>
                    </a:lnTo>
                    <a:lnTo>
                      <a:pt x="47" y="92"/>
                    </a:lnTo>
                    <a:lnTo>
                      <a:pt x="73" y="74"/>
                    </a:lnTo>
                    <a:lnTo>
                      <a:pt x="98" y="58"/>
                    </a:lnTo>
                    <a:lnTo>
                      <a:pt x="123" y="42"/>
                    </a:lnTo>
                    <a:lnTo>
                      <a:pt x="149" y="27"/>
                    </a:lnTo>
                    <a:lnTo>
                      <a:pt x="177" y="12"/>
                    </a:lnTo>
                    <a:lnTo>
                      <a:pt x="205" y="0"/>
                    </a:lnTo>
                    <a:lnTo>
                      <a:pt x="217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0" name="Freeform 194"/>
              <p:cNvSpPr>
                <a:spLocks/>
              </p:cNvSpPr>
              <p:nvPr/>
            </p:nvSpPr>
            <p:spPr bwMode="auto">
              <a:xfrm>
                <a:off x="2710" y="1302"/>
                <a:ext cx="198" cy="103"/>
              </a:xfrm>
              <a:custGeom>
                <a:avLst/>
                <a:gdLst>
                  <a:gd name="T0" fmla="*/ 198 w 198"/>
                  <a:gd name="T1" fmla="*/ 35 h 103"/>
                  <a:gd name="T2" fmla="*/ 175 w 198"/>
                  <a:gd name="T3" fmla="*/ 41 h 103"/>
                  <a:gd name="T4" fmla="*/ 151 w 198"/>
                  <a:gd name="T5" fmla="*/ 48 h 103"/>
                  <a:gd name="T6" fmla="*/ 128 w 198"/>
                  <a:gd name="T7" fmla="*/ 56 h 103"/>
                  <a:gd name="T8" fmla="*/ 104 w 198"/>
                  <a:gd name="T9" fmla="*/ 64 h 103"/>
                  <a:gd name="T10" fmla="*/ 82 w 198"/>
                  <a:gd name="T11" fmla="*/ 72 h 103"/>
                  <a:gd name="T12" fmla="*/ 58 w 198"/>
                  <a:gd name="T13" fmla="*/ 82 h 103"/>
                  <a:gd name="T14" fmla="*/ 36 w 198"/>
                  <a:gd name="T15" fmla="*/ 91 h 103"/>
                  <a:gd name="T16" fmla="*/ 11 w 198"/>
                  <a:gd name="T17" fmla="*/ 103 h 103"/>
                  <a:gd name="T18" fmla="*/ 0 w 198"/>
                  <a:gd name="T19" fmla="*/ 73 h 103"/>
                  <a:gd name="T20" fmla="*/ 25 w 198"/>
                  <a:gd name="T21" fmla="*/ 62 h 103"/>
                  <a:gd name="T22" fmla="*/ 50 w 198"/>
                  <a:gd name="T23" fmla="*/ 50 h 103"/>
                  <a:gd name="T24" fmla="*/ 74 w 198"/>
                  <a:gd name="T25" fmla="*/ 41 h 103"/>
                  <a:gd name="T26" fmla="*/ 99 w 198"/>
                  <a:gd name="T27" fmla="*/ 32 h 103"/>
                  <a:gd name="T28" fmla="*/ 123 w 198"/>
                  <a:gd name="T29" fmla="*/ 23 h 103"/>
                  <a:gd name="T30" fmla="*/ 149 w 198"/>
                  <a:gd name="T31" fmla="*/ 15 h 103"/>
                  <a:gd name="T32" fmla="*/ 173 w 198"/>
                  <a:gd name="T33" fmla="*/ 7 h 103"/>
                  <a:gd name="T34" fmla="*/ 198 w 198"/>
                  <a:gd name="T35" fmla="*/ 0 h 103"/>
                  <a:gd name="T36" fmla="*/ 198 w 198"/>
                  <a:gd name="T37" fmla="*/ 35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3"/>
                  <a:gd name="T59" fmla="*/ 198 w 198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3">
                    <a:moveTo>
                      <a:pt x="198" y="35"/>
                    </a:moveTo>
                    <a:lnTo>
                      <a:pt x="175" y="41"/>
                    </a:lnTo>
                    <a:lnTo>
                      <a:pt x="151" y="48"/>
                    </a:lnTo>
                    <a:lnTo>
                      <a:pt x="128" y="56"/>
                    </a:lnTo>
                    <a:lnTo>
                      <a:pt x="104" y="64"/>
                    </a:lnTo>
                    <a:lnTo>
                      <a:pt x="82" y="72"/>
                    </a:lnTo>
                    <a:lnTo>
                      <a:pt x="58" y="82"/>
                    </a:lnTo>
                    <a:lnTo>
                      <a:pt x="36" y="91"/>
                    </a:lnTo>
                    <a:lnTo>
                      <a:pt x="11" y="103"/>
                    </a:lnTo>
                    <a:lnTo>
                      <a:pt x="0" y="73"/>
                    </a:lnTo>
                    <a:lnTo>
                      <a:pt x="25" y="62"/>
                    </a:lnTo>
                    <a:lnTo>
                      <a:pt x="50" y="50"/>
                    </a:lnTo>
                    <a:lnTo>
                      <a:pt x="74" y="41"/>
                    </a:lnTo>
                    <a:lnTo>
                      <a:pt x="99" y="32"/>
                    </a:lnTo>
                    <a:lnTo>
                      <a:pt x="123" y="23"/>
                    </a:lnTo>
                    <a:lnTo>
                      <a:pt x="149" y="15"/>
                    </a:lnTo>
                    <a:lnTo>
                      <a:pt x="173" y="7"/>
                    </a:lnTo>
                    <a:lnTo>
                      <a:pt x="198" y="0"/>
                    </a:lnTo>
                    <a:lnTo>
                      <a:pt x="198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1" name="Freeform 195"/>
              <p:cNvSpPr>
                <a:spLocks/>
              </p:cNvSpPr>
              <p:nvPr/>
            </p:nvSpPr>
            <p:spPr bwMode="auto">
              <a:xfrm>
                <a:off x="2910" y="1298"/>
                <a:ext cx="23" cy="40"/>
              </a:xfrm>
              <a:custGeom>
                <a:avLst/>
                <a:gdLst>
                  <a:gd name="T0" fmla="*/ 0 w 23"/>
                  <a:gd name="T1" fmla="*/ 5 h 40"/>
                  <a:gd name="T2" fmla="*/ 22 w 23"/>
                  <a:gd name="T3" fmla="*/ 0 h 40"/>
                  <a:gd name="T4" fmla="*/ 23 w 23"/>
                  <a:gd name="T5" fmla="*/ 34 h 40"/>
                  <a:gd name="T6" fmla="*/ 1 w 23"/>
                  <a:gd name="T7" fmla="*/ 40 h 40"/>
                  <a:gd name="T8" fmla="*/ 0 w 23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0"/>
                  <a:gd name="T17" fmla="*/ 23 w 23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0">
                    <a:moveTo>
                      <a:pt x="0" y="5"/>
                    </a:moveTo>
                    <a:lnTo>
                      <a:pt x="22" y="0"/>
                    </a:lnTo>
                    <a:lnTo>
                      <a:pt x="23" y="34"/>
                    </a:lnTo>
                    <a:lnTo>
                      <a:pt x="1" y="4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2" name="Freeform 196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3" name="Freeform 197"/>
              <p:cNvSpPr>
                <a:spLocks/>
              </p:cNvSpPr>
              <p:nvPr/>
            </p:nvSpPr>
            <p:spPr bwMode="auto">
              <a:xfrm>
                <a:off x="2452" y="1486"/>
                <a:ext cx="169" cy="68"/>
              </a:xfrm>
              <a:custGeom>
                <a:avLst/>
                <a:gdLst>
                  <a:gd name="T0" fmla="*/ 17 w 169"/>
                  <a:gd name="T1" fmla="*/ 60 h 68"/>
                  <a:gd name="T2" fmla="*/ 10 w 169"/>
                  <a:gd name="T3" fmla="*/ 54 h 68"/>
                  <a:gd name="T4" fmla="*/ 166 w 169"/>
                  <a:gd name="T5" fmla="*/ 0 h 68"/>
                  <a:gd name="T6" fmla="*/ 169 w 169"/>
                  <a:gd name="T7" fmla="*/ 7 h 68"/>
                  <a:gd name="T8" fmla="*/ 14 w 169"/>
                  <a:gd name="T9" fmla="*/ 64 h 68"/>
                  <a:gd name="T10" fmla="*/ 8 w 169"/>
                  <a:gd name="T11" fmla="*/ 58 h 68"/>
                  <a:gd name="T12" fmla="*/ 14 w 169"/>
                  <a:gd name="T13" fmla="*/ 64 h 68"/>
                  <a:gd name="T14" fmla="*/ 0 w 169"/>
                  <a:gd name="T15" fmla="*/ 68 h 68"/>
                  <a:gd name="T16" fmla="*/ 8 w 169"/>
                  <a:gd name="T17" fmla="*/ 58 h 68"/>
                  <a:gd name="T18" fmla="*/ 17 w 169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68"/>
                  <a:gd name="T32" fmla="*/ 169 w 169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68">
                    <a:moveTo>
                      <a:pt x="17" y="60"/>
                    </a:moveTo>
                    <a:lnTo>
                      <a:pt x="10" y="54"/>
                    </a:lnTo>
                    <a:lnTo>
                      <a:pt x="166" y="0"/>
                    </a:lnTo>
                    <a:lnTo>
                      <a:pt x="169" y="7"/>
                    </a:lnTo>
                    <a:lnTo>
                      <a:pt x="14" y="64"/>
                    </a:lnTo>
                    <a:lnTo>
                      <a:pt x="8" y="58"/>
                    </a:lnTo>
                    <a:lnTo>
                      <a:pt x="14" y="64"/>
                    </a:lnTo>
                    <a:lnTo>
                      <a:pt x="0" y="68"/>
                    </a:lnTo>
                    <a:lnTo>
                      <a:pt x="8" y="58"/>
                    </a:lnTo>
                    <a:lnTo>
                      <a:pt x="17" y="6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4" name="Freeform 198"/>
              <p:cNvSpPr>
                <a:spLocks/>
              </p:cNvSpPr>
              <p:nvPr/>
            </p:nvSpPr>
            <p:spPr bwMode="auto">
              <a:xfrm>
                <a:off x="2462" y="1415"/>
                <a:ext cx="102" cy="133"/>
              </a:xfrm>
              <a:custGeom>
                <a:avLst/>
                <a:gdLst>
                  <a:gd name="T0" fmla="*/ 91 w 102"/>
                  <a:gd name="T1" fmla="*/ 11 h 133"/>
                  <a:gd name="T2" fmla="*/ 102 w 102"/>
                  <a:gd name="T3" fmla="*/ 9 h 133"/>
                  <a:gd name="T4" fmla="*/ 8 w 102"/>
                  <a:gd name="T5" fmla="*/ 133 h 133"/>
                  <a:gd name="T6" fmla="*/ 0 w 102"/>
                  <a:gd name="T7" fmla="*/ 130 h 133"/>
                  <a:gd name="T8" fmla="*/ 93 w 102"/>
                  <a:gd name="T9" fmla="*/ 7 h 133"/>
                  <a:gd name="T10" fmla="*/ 102 w 102"/>
                  <a:gd name="T11" fmla="*/ 5 h 133"/>
                  <a:gd name="T12" fmla="*/ 93 w 102"/>
                  <a:gd name="T13" fmla="*/ 7 h 133"/>
                  <a:gd name="T14" fmla="*/ 98 w 102"/>
                  <a:gd name="T15" fmla="*/ 0 h 133"/>
                  <a:gd name="T16" fmla="*/ 102 w 102"/>
                  <a:gd name="T17" fmla="*/ 5 h 133"/>
                  <a:gd name="T18" fmla="*/ 91 w 102"/>
                  <a:gd name="T19" fmla="*/ 11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3"/>
                  <a:gd name="T32" fmla="*/ 102 w 102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3">
                    <a:moveTo>
                      <a:pt x="91" y="11"/>
                    </a:moveTo>
                    <a:lnTo>
                      <a:pt x="102" y="9"/>
                    </a:lnTo>
                    <a:lnTo>
                      <a:pt x="8" y="133"/>
                    </a:lnTo>
                    <a:lnTo>
                      <a:pt x="0" y="130"/>
                    </a:lnTo>
                    <a:lnTo>
                      <a:pt x="93" y="7"/>
                    </a:lnTo>
                    <a:lnTo>
                      <a:pt x="102" y="5"/>
                    </a:lnTo>
                    <a:lnTo>
                      <a:pt x="93" y="7"/>
                    </a:lnTo>
                    <a:lnTo>
                      <a:pt x="98" y="0"/>
                    </a:lnTo>
                    <a:lnTo>
                      <a:pt x="102" y="5"/>
                    </a:lnTo>
                    <a:lnTo>
                      <a:pt x="9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5" name="Freeform 199"/>
              <p:cNvSpPr>
                <a:spLocks/>
              </p:cNvSpPr>
              <p:nvPr/>
            </p:nvSpPr>
            <p:spPr bwMode="auto">
              <a:xfrm>
                <a:off x="2553" y="1421"/>
                <a:ext cx="77" cy="75"/>
              </a:xfrm>
              <a:custGeom>
                <a:avLst/>
                <a:gdLst>
                  <a:gd name="T0" fmla="*/ 67 w 77"/>
                  <a:gd name="T1" fmla="*/ 66 h 75"/>
                  <a:gd name="T2" fmla="*/ 62 w 77"/>
                  <a:gd name="T3" fmla="*/ 73 h 75"/>
                  <a:gd name="T4" fmla="*/ 0 w 77"/>
                  <a:gd name="T5" fmla="*/ 6 h 75"/>
                  <a:gd name="T6" fmla="*/ 11 w 77"/>
                  <a:gd name="T7" fmla="*/ 0 h 75"/>
                  <a:gd name="T8" fmla="*/ 73 w 77"/>
                  <a:gd name="T9" fmla="*/ 67 h 75"/>
                  <a:gd name="T10" fmla="*/ 69 w 77"/>
                  <a:gd name="T11" fmla="*/ 75 h 75"/>
                  <a:gd name="T12" fmla="*/ 73 w 77"/>
                  <a:gd name="T13" fmla="*/ 67 h 75"/>
                  <a:gd name="T14" fmla="*/ 77 w 77"/>
                  <a:gd name="T15" fmla="*/ 71 h 75"/>
                  <a:gd name="T16" fmla="*/ 69 w 77"/>
                  <a:gd name="T17" fmla="*/ 75 h 75"/>
                  <a:gd name="T18" fmla="*/ 67 w 77"/>
                  <a:gd name="T19" fmla="*/ 66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7"/>
                  <a:gd name="T31" fmla="*/ 0 h 75"/>
                  <a:gd name="T32" fmla="*/ 77 w 77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7" h="75">
                    <a:moveTo>
                      <a:pt x="67" y="66"/>
                    </a:moveTo>
                    <a:lnTo>
                      <a:pt x="62" y="73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73" y="67"/>
                    </a:lnTo>
                    <a:lnTo>
                      <a:pt x="69" y="75"/>
                    </a:lnTo>
                    <a:lnTo>
                      <a:pt x="73" y="67"/>
                    </a:lnTo>
                    <a:lnTo>
                      <a:pt x="77" y="71"/>
                    </a:lnTo>
                    <a:lnTo>
                      <a:pt x="69" y="75"/>
                    </a:lnTo>
                    <a:lnTo>
                      <a:pt x="67" y="66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6" name="Freeform 200"/>
              <p:cNvSpPr>
                <a:spLocks/>
              </p:cNvSpPr>
              <p:nvPr/>
            </p:nvSpPr>
            <p:spPr bwMode="auto">
              <a:xfrm>
                <a:off x="2485" y="1501"/>
                <a:ext cx="35" cy="31"/>
              </a:xfrm>
              <a:custGeom>
                <a:avLst/>
                <a:gdLst>
                  <a:gd name="T0" fmla="*/ 35 w 35"/>
                  <a:gd name="T1" fmla="*/ 19 h 31"/>
                  <a:gd name="T2" fmla="*/ 20 w 35"/>
                  <a:gd name="T3" fmla="*/ 31 h 31"/>
                  <a:gd name="T4" fmla="*/ 0 w 35"/>
                  <a:gd name="T5" fmla="*/ 12 h 31"/>
                  <a:gd name="T6" fmla="*/ 16 w 35"/>
                  <a:gd name="T7" fmla="*/ 0 h 31"/>
                  <a:gd name="T8" fmla="*/ 35 w 35"/>
                  <a:gd name="T9" fmla="*/ 1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35" y="19"/>
                    </a:moveTo>
                    <a:lnTo>
                      <a:pt x="20" y="31"/>
                    </a:lnTo>
                    <a:lnTo>
                      <a:pt x="0" y="12"/>
                    </a:lnTo>
                    <a:lnTo>
                      <a:pt x="16" y="0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7" name="Freeform 201"/>
              <p:cNvSpPr>
                <a:spLocks/>
              </p:cNvSpPr>
              <p:nvPr/>
            </p:nvSpPr>
            <p:spPr bwMode="auto">
              <a:xfrm>
                <a:off x="2502" y="1376"/>
                <a:ext cx="214" cy="144"/>
              </a:xfrm>
              <a:custGeom>
                <a:avLst/>
                <a:gdLst>
                  <a:gd name="T0" fmla="*/ 214 w 214"/>
                  <a:gd name="T1" fmla="*/ 23 h 144"/>
                  <a:gd name="T2" fmla="*/ 214 w 214"/>
                  <a:gd name="T3" fmla="*/ 23 h 144"/>
                  <a:gd name="T4" fmla="*/ 186 w 214"/>
                  <a:gd name="T5" fmla="*/ 36 h 144"/>
                  <a:gd name="T6" fmla="*/ 161 w 214"/>
                  <a:gd name="T7" fmla="*/ 49 h 144"/>
                  <a:gd name="T8" fmla="*/ 136 w 214"/>
                  <a:gd name="T9" fmla="*/ 64 h 144"/>
                  <a:gd name="T10" fmla="*/ 112 w 214"/>
                  <a:gd name="T11" fmla="*/ 80 h 144"/>
                  <a:gd name="T12" fmla="*/ 87 w 214"/>
                  <a:gd name="T13" fmla="*/ 95 h 144"/>
                  <a:gd name="T14" fmla="*/ 63 w 214"/>
                  <a:gd name="T15" fmla="*/ 110 h 144"/>
                  <a:gd name="T16" fmla="*/ 41 w 214"/>
                  <a:gd name="T17" fmla="*/ 127 h 144"/>
                  <a:gd name="T18" fmla="*/ 19 w 214"/>
                  <a:gd name="T19" fmla="*/ 144 h 144"/>
                  <a:gd name="T20" fmla="*/ 0 w 214"/>
                  <a:gd name="T21" fmla="*/ 126 h 144"/>
                  <a:gd name="T22" fmla="*/ 22 w 214"/>
                  <a:gd name="T23" fmla="*/ 108 h 144"/>
                  <a:gd name="T24" fmla="*/ 48 w 214"/>
                  <a:gd name="T25" fmla="*/ 91 h 144"/>
                  <a:gd name="T26" fmla="*/ 73 w 214"/>
                  <a:gd name="T27" fmla="*/ 75 h 144"/>
                  <a:gd name="T28" fmla="*/ 97 w 214"/>
                  <a:gd name="T29" fmla="*/ 58 h 144"/>
                  <a:gd name="T30" fmla="*/ 123 w 214"/>
                  <a:gd name="T31" fmla="*/ 43 h 144"/>
                  <a:gd name="T32" fmla="*/ 150 w 214"/>
                  <a:gd name="T33" fmla="*/ 28 h 144"/>
                  <a:gd name="T34" fmla="*/ 176 w 214"/>
                  <a:gd name="T35" fmla="*/ 13 h 144"/>
                  <a:gd name="T36" fmla="*/ 203 w 214"/>
                  <a:gd name="T37" fmla="*/ 0 h 144"/>
                  <a:gd name="T38" fmla="*/ 214 w 214"/>
                  <a:gd name="T39" fmla="*/ 23 h 1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4"/>
                  <a:gd name="T61" fmla="*/ 0 h 144"/>
                  <a:gd name="T62" fmla="*/ 214 w 214"/>
                  <a:gd name="T63" fmla="*/ 144 h 14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4" h="144">
                    <a:moveTo>
                      <a:pt x="214" y="23"/>
                    </a:moveTo>
                    <a:lnTo>
                      <a:pt x="214" y="23"/>
                    </a:lnTo>
                    <a:lnTo>
                      <a:pt x="186" y="36"/>
                    </a:lnTo>
                    <a:lnTo>
                      <a:pt x="161" y="49"/>
                    </a:lnTo>
                    <a:lnTo>
                      <a:pt x="136" y="64"/>
                    </a:lnTo>
                    <a:lnTo>
                      <a:pt x="112" y="80"/>
                    </a:lnTo>
                    <a:lnTo>
                      <a:pt x="87" y="95"/>
                    </a:lnTo>
                    <a:lnTo>
                      <a:pt x="63" y="110"/>
                    </a:lnTo>
                    <a:lnTo>
                      <a:pt x="41" y="127"/>
                    </a:lnTo>
                    <a:lnTo>
                      <a:pt x="19" y="144"/>
                    </a:lnTo>
                    <a:lnTo>
                      <a:pt x="0" y="126"/>
                    </a:lnTo>
                    <a:lnTo>
                      <a:pt x="22" y="108"/>
                    </a:lnTo>
                    <a:lnTo>
                      <a:pt x="48" y="91"/>
                    </a:lnTo>
                    <a:lnTo>
                      <a:pt x="73" y="75"/>
                    </a:lnTo>
                    <a:lnTo>
                      <a:pt x="97" y="58"/>
                    </a:lnTo>
                    <a:lnTo>
                      <a:pt x="123" y="43"/>
                    </a:lnTo>
                    <a:lnTo>
                      <a:pt x="150" y="28"/>
                    </a:lnTo>
                    <a:lnTo>
                      <a:pt x="176" y="13"/>
                    </a:lnTo>
                    <a:lnTo>
                      <a:pt x="203" y="0"/>
                    </a:lnTo>
                    <a:lnTo>
                      <a:pt x="214" y="2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8" name="Freeform 202"/>
              <p:cNvSpPr>
                <a:spLocks/>
              </p:cNvSpPr>
              <p:nvPr/>
            </p:nvSpPr>
            <p:spPr bwMode="auto">
              <a:xfrm>
                <a:off x="2710" y="1309"/>
                <a:ext cx="198" cy="94"/>
              </a:xfrm>
              <a:custGeom>
                <a:avLst/>
                <a:gdLst>
                  <a:gd name="T0" fmla="*/ 198 w 198"/>
                  <a:gd name="T1" fmla="*/ 27 h 94"/>
                  <a:gd name="T2" fmla="*/ 176 w 198"/>
                  <a:gd name="T3" fmla="*/ 33 h 94"/>
                  <a:gd name="T4" fmla="*/ 151 w 198"/>
                  <a:gd name="T5" fmla="*/ 40 h 94"/>
                  <a:gd name="T6" fmla="*/ 128 w 198"/>
                  <a:gd name="T7" fmla="*/ 48 h 94"/>
                  <a:gd name="T8" fmla="*/ 104 w 198"/>
                  <a:gd name="T9" fmla="*/ 55 h 94"/>
                  <a:gd name="T10" fmla="*/ 80 w 198"/>
                  <a:gd name="T11" fmla="*/ 65 h 94"/>
                  <a:gd name="T12" fmla="*/ 57 w 198"/>
                  <a:gd name="T13" fmla="*/ 73 h 94"/>
                  <a:gd name="T14" fmla="*/ 35 w 198"/>
                  <a:gd name="T15" fmla="*/ 83 h 94"/>
                  <a:gd name="T16" fmla="*/ 11 w 198"/>
                  <a:gd name="T17" fmla="*/ 94 h 94"/>
                  <a:gd name="T18" fmla="*/ 0 w 198"/>
                  <a:gd name="T19" fmla="*/ 69 h 94"/>
                  <a:gd name="T20" fmla="*/ 25 w 198"/>
                  <a:gd name="T21" fmla="*/ 58 h 94"/>
                  <a:gd name="T22" fmla="*/ 50 w 198"/>
                  <a:gd name="T23" fmla="*/ 48 h 94"/>
                  <a:gd name="T24" fmla="*/ 75 w 198"/>
                  <a:gd name="T25" fmla="*/ 38 h 94"/>
                  <a:gd name="T26" fmla="*/ 99 w 198"/>
                  <a:gd name="T27" fmla="*/ 31 h 94"/>
                  <a:gd name="T28" fmla="*/ 123 w 198"/>
                  <a:gd name="T29" fmla="*/ 21 h 94"/>
                  <a:gd name="T30" fmla="*/ 149 w 198"/>
                  <a:gd name="T31" fmla="*/ 13 h 94"/>
                  <a:gd name="T32" fmla="*/ 173 w 198"/>
                  <a:gd name="T33" fmla="*/ 6 h 94"/>
                  <a:gd name="T34" fmla="*/ 197 w 198"/>
                  <a:gd name="T35" fmla="*/ 0 h 94"/>
                  <a:gd name="T36" fmla="*/ 198 w 198"/>
                  <a:gd name="T37" fmla="*/ 27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94"/>
                  <a:gd name="T59" fmla="*/ 198 w 198"/>
                  <a:gd name="T60" fmla="*/ 94 h 9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94">
                    <a:moveTo>
                      <a:pt x="198" y="27"/>
                    </a:moveTo>
                    <a:lnTo>
                      <a:pt x="176" y="33"/>
                    </a:lnTo>
                    <a:lnTo>
                      <a:pt x="151" y="40"/>
                    </a:lnTo>
                    <a:lnTo>
                      <a:pt x="128" y="48"/>
                    </a:lnTo>
                    <a:lnTo>
                      <a:pt x="104" y="55"/>
                    </a:lnTo>
                    <a:lnTo>
                      <a:pt x="80" y="65"/>
                    </a:lnTo>
                    <a:lnTo>
                      <a:pt x="57" y="73"/>
                    </a:lnTo>
                    <a:lnTo>
                      <a:pt x="35" y="83"/>
                    </a:lnTo>
                    <a:lnTo>
                      <a:pt x="11" y="94"/>
                    </a:lnTo>
                    <a:lnTo>
                      <a:pt x="0" y="69"/>
                    </a:lnTo>
                    <a:lnTo>
                      <a:pt x="25" y="58"/>
                    </a:lnTo>
                    <a:lnTo>
                      <a:pt x="50" y="48"/>
                    </a:lnTo>
                    <a:lnTo>
                      <a:pt x="75" y="38"/>
                    </a:lnTo>
                    <a:lnTo>
                      <a:pt x="99" y="31"/>
                    </a:lnTo>
                    <a:lnTo>
                      <a:pt x="123" y="21"/>
                    </a:lnTo>
                    <a:lnTo>
                      <a:pt x="149" y="13"/>
                    </a:lnTo>
                    <a:lnTo>
                      <a:pt x="173" y="6"/>
                    </a:lnTo>
                    <a:lnTo>
                      <a:pt x="197" y="0"/>
                    </a:lnTo>
                    <a:lnTo>
                      <a:pt x="198" y="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799" name="Freeform 203"/>
              <p:cNvSpPr>
                <a:spLocks/>
              </p:cNvSpPr>
              <p:nvPr/>
            </p:nvSpPr>
            <p:spPr bwMode="auto">
              <a:xfrm>
                <a:off x="2908" y="1302"/>
                <a:ext cx="19" cy="33"/>
              </a:xfrm>
              <a:custGeom>
                <a:avLst/>
                <a:gdLst>
                  <a:gd name="T0" fmla="*/ 0 w 19"/>
                  <a:gd name="T1" fmla="*/ 4 h 33"/>
                  <a:gd name="T2" fmla="*/ 18 w 19"/>
                  <a:gd name="T3" fmla="*/ 0 h 33"/>
                  <a:gd name="T4" fmla="*/ 19 w 19"/>
                  <a:gd name="T5" fmla="*/ 29 h 33"/>
                  <a:gd name="T6" fmla="*/ 1 w 19"/>
                  <a:gd name="T7" fmla="*/ 33 h 33"/>
                  <a:gd name="T8" fmla="*/ 0 w 19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3"/>
                  <a:gd name="T17" fmla="*/ 19 w 1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3">
                    <a:moveTo>
                      <a:pt x="0" y="4"/>
                    </a:moveTo>
                    <a:lnTo>
                      <a:pt x="18" y="0"/>
                    </a:lnTo>
                    <a:lnTo>
                      <a:pt x="19" y="29"/>
                    </a:lnTo>
                    <a:lnTo>
                      <a:pt x="1" y="3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0" name="Freeform 204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1" name="Freeform 205"/>
              <p:cNvSpPr>
                <a:spLocks/>
              </p:cNvSpPr>
              <p:nvPr/>
            </p:nvSpPr>
            <p:spPr bwMode="auto">
              <a:xfrm>
                <a:off x="2415" y="1502"/>
                <a:ext cx="177" cy="85"/>
              </a:xfrm>
              <a:custGeom>
                <a:avLst/>
                <a:gdLst>
                  <a:gd name="T0" fmla="*/ 30 w 177"/>
                  <a:gd name="T1" fmla="*/ 70 h 85"/>
                  <a:gd name="T2" fmla="*/ 20 w 177"/>
                  <a:gd name="T3" fmla="*/ 61 h 85"/>
                  <a:gd name="T4" fmla="*/ 172 w 177"/>
                  <a:gd name="T5" fmla="*/ 0 h 85"/>
                  <a:gd name="T6" fmla="*/ 177 w 177"/>
                  <a:gd name="T7" fmla="*/ 15 h 85"/>
                  <a:gd name="T8" fmla="*/ 24 w 177"/>
                  <a:gd name="T9" fmla="*/ 75 h 85"/>
                  <a:gd name="T10" fmla="*/ 14 w 177"/>
                  <a:gd name="T11" fmla="*/ 65 h 85"/>
                  <a:gd name="T12" fmla="*/ 24 w 177"/>
                  <a:gd name="T13" fmla="*/ 75 h 85"/>
                  <a:gd name="T14" fmla="*/ 0 w 177"/>
                  <a:gd name="T15" fmla="*/ 85 h 85"/>
                  <a:gd name="T16" fmla="*/ 14 w 177"/>
                  <a:gd name="T17" fmla="*/ 65 h 85"/>
                  <a:gd name="T18" fmla="*/ 30 w 177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7"/>
                  <a:gd name="T31" fmla="*/ 0 h 85"/>
                  <a:gd name="T32" fmla="*/ 177 w 177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7" h="85">
                    <a:moveTo>
                      <a:pt x="30" y="70"/>
                    </a:moveTo>
                    <a:lnTo>
                      <a:pt x="20" y="61"/>
                    </a:lnTo>
                    <a:lnTo>
                      <a:pt x="172" y="0"/>
                    </a:lnTo>
                    <a:lnTo>
                      <a:pt x="177" y="15"/>
                    </a:lnTo>
                    <a:lnTo>
                      <a:pt x="24" y="75"/>
                    </a:lnTo>
                    <a:lnTo>
                      <a:pt x="14" y="65"/>
                    </a:lnTo>
                    <a:lnTo>
                      <a:pt x="24" y="75"/>
                    </a:lnTo>
                    <a:lnTo>
                      <a:pt x="0" y="85"/>
                    </a:lnTo>
                    <a:lnTo>
                      <a:pt x="14" y="65"/>
                    </a:lnTo>
                    <a:lnTo>
                      <a:pt x="30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2" name="Freeform 206"/>
              <p:cNvSpPr>
                <a:spLocks/>
              </p:cNvSpPr>
              <p:nvPr/>
            </p:nvSpPr>
            <p:spPr bwMode="auto">
              <a:xfrm>
                <a:off x="2429" y="1434"/>
                <a:ext cx="102" cy="142"/>
              </a:xfrm>
              <a:custGeom>
                <a:avLst/>
                <a:gdLst>
                  <a:gd name="T0" fmla="*/ 85 w 102"/>
                  <a:gd name="T1" fmla="*/ 20 h 142"/>
                  <a:gd name="T2" fmla="*/ 102 w 102"/>
                  <a:gd name="T3" fmla="*/ 17 h 142"/>
                  <a:gd name="T4" fmla="*/ 15 w 102"/>
                  <a:gd name="T5" fmla="*/ 142 h 142"/>
                  <a:gd name="T6" fmla="*/ 0 w 102"/>
                  <a:gd name="T7" fmla="*/ 137 h 142"/>
                  <a:gd name="T8" fmla="*/ 86 w 102"/>
                  <a:gd name="T9" fmla="*/ 11 h 142"/>
                  <a:gd name="T10" fmla="*/ 102 w 102"/>
                  <a:gd name="T11" fmla="*/ 8 h 142"/>
                  <a:gd name="T12" fmla="*/ 86 w 102"/>
                  <a:gd name="T13" fmla="*/ 11 h 142"/>
                  <a:gd name="T14" fmla="*/ 93 w 102"/>
                  <a:gd name="T15" fmla="*/ 0 h 142"/>
                  <a:gd name="T16" fmla="*/ 102 w 102"/>
                  <a:gd name="T17" fmla="*/ 8 h 142"/>
                  <a:gd name="T18" fmla="*/ 85 w 102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2"/>
                  <a:gd name="T32" fmla="*/ 102 w 102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2">
                    <a:moveTo>
                      <a:pt x="85" y="20"/>
                    </a:moveTo>
                    <a:lnTo>
                      <a:pt x="102" y="17"/>
                    </a:lnTo>
                    <a:lnTo>
                      <a:pt x="15" y="142"/>
                    </a:lnTo>
                    <a:lnTo>
                      <a:pt x="0" y="137"/>
                    </a:lnTo>
                    <a:lnTo>
                      <a:pt x="86" y="11"/>
                    </a:lnTo>
                    <a:lnTo>
                      <a:pt x="102" y="8"/>
                    </a:lnTo>
                    <a:lnTo>
                      <a:pt x="86" y="11"/>
                    </a:lnTo>
                    <a:lnTo>
                      <a:pt x="93" y="0"/>
                    </a:lnTo>
                    <a:lnTo>
                      <a:pt x="102" y="8"/>
                    </a:lnTo>
                    <a:lnTo>
                      <a:pt x="85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3" name="Freeform 207"/>
              <p:cNvSpPr>
                <a:spLocks/>
              </p:cNvSpPr>
              <p:nvPr/>
            </p:nvSpPr>
            <p:spPr bwMode="auto">
              <a:xfrm>
                <a:off x="2515" y="1441"/>
                <a:ext cx="91" cy="77"/>
              </a:xfrm>
              <a:custGeom>
                <a:avLst/>
                <a:gdLst>
                  <a:gd name="T0" fmla="*/ 72 w 91"/>
                  <a:gd name="T1" fmla="*/ 62 h 77"/>
                  <a:gd name="T2" fmla="*/ 66 w 91"/>
                  <a:gd name="T3" fmla="*/ 76 h 77"/>
                  <a:gd name="T4" fmla="*/ 0 w 91"/>
                  <a:gd name="T5" fmla="*/ 13 h 77"/>
                  <a:gd name="T6" fmla="*/ 16 w 91"/>
                  <a:gd name="T7" fmla="*/ 0 h 77"/>
                  <a:gd name="T8" fmla="*/ 83 w 91"/>
                  <a:gd name="T9" fmla="*/ 63 h 77"/>
                  <a:gd name="T10" fmla="*/ 77 w 91"/>
                  <a:gd name="T11" fmla="*/ 77 h 77"/>
                  <a:gd name="T12" fmla="*/ 83 w 91"/>
                  <a:gd name="T13" fmla="*/ 63 h 77"/>
                  <a:gd name="T14" fmla="*/ 91 w 91"/>
                  <a:gd name="T15" fmla="*/ 72 h 77"/>
                  <a:gd name="T16" fmla="*/ 77 w 91"/>
                  <a:gd name="T17" fmla="*/ 77 h 77"/>
                  <a:gd name="T18" fmla="*/ 72 w 91"/>
                  <a:gd name="T19" fmla="*/ 6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77"/>
                  <a:gd name="T32" fmla="*/ 91 w 9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77">
                    <a:moveTo>
                      <a:pt x="72" y="62"/>
                    </a:moveTo>
                    <a:lnTo>
                      <a:pt x="66" y="76"/>
                    </a:lnTo>
                    <a:lnTo>
                      <a:pt x="0" y="13"/>
                    </a:lnTo>
                    <a:lnTo>
                      <a:pt x="16" y="0"/>
                    </a:lnTo>
                    <a:lnTo>
                      <a:pt x="83" y="63"/>
                    </a:lnTo>
                    <a:lnTo>
                      <a:pt x="77" y="77"/>
                    </a:lnTo>
                    <a:lnTo>
                      <a:pt x="83" y="63"/>
                    </a:lnTo>
                    <a:lnTo>
                      <a:pt x="91" y="72"/>
                    </a:lnTo>
                    <a:lnTo>
                      <a:pt x="77" y="77"/>
                    </a:lnTo>
                    <a:lnTo>
                      <a:pt x="7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4" name="Freeform 208"/>
              <p:cNvSpPr>
                <a:spLocks/>
              </p:cNvSpPr>
              <p:nvPr/>
            </p:nvSpPr>
            <p:spPr bwMode="auto">
              <a:xfrm>
                <a:off x="2447" y="1524"/>
                <a:ext cx="43" cy="35"/>
              </a:xfrm>
              <a:custGeom>
                <a:avLst/>
                <a:gdLst>
                  <a:gd name="T0" fmla="*/ 43 w 43"/>
                  <a:gd name="T1" fmla="*/ 20 h 35"/>
                  <a:gd name="T2" fmla="*/ 25 w 43"/>
                  <a:gd name="T3" fmla="*/ 35 h 35"/>
                  <a:gd name="T4" fmla="*/ 0 w 43"/>
                  <a:gd name="T5" fmla="*/ 14 h 35"/>
                  <a:gd name="T6" fmla="*/ 19 w 43"/>
                  <a:gd name="T7" fmla="*/ 0 h 35"/>
                  <a:gd name="T8" fmla="*/ 43 w 43"/>
                  <a:gd name="T9" fmla="*/ 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35"/>
                  <a:gd name="T17" fmla="*/ 43 w 43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35">
                    <a:moveTo>
                      <a:pt x="43" y="20"/>
                    </a:moveTo>
                    <a:lnTo>
                      <a:pt x="25" y="35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43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5" name="Freeform 209"/>
              <p:cNvSpPr>
                <a:spLocks/>
              </p:cNvSpPr>
              <p:nvPr/>
            </p:nvSpPr>
            <p:spPr bwMode="auto">
              <a:xfrm>
                <a:off x="2468" y="1391"/>
                <a:ext cx="215" cy="156"/>
              </a:xfrm>
              <a:custGeom>
                <a:avLst/>
                <a:gdLst>
                  <a:gd name="T0" fmla="*/ 215 w 215"/>
                  <a:gd name="T1" fmla="*/ 29 h 156"/>
                  <a:gd name="T2" fmla="*/ 215 w 215"/>
                  <a:gd name="T3" fmla="*/ 29 h 156"/>
                  <a:gd name="T4" fmla="*/ 189 w 215"/>
                  <a:gd name="T5" fmla="*/ 43 h 156"/>
                  <a:gd name="T6" fmla="*/ 162 w 215"/>
                  <a:gd name="T7" fmla="*/ 59 h 156"/>
                  <a:gd name="T8" fmla="*/ 138 w 215"/>
                  <a:gd name="T9" fmla="*/ 72 h 156"/>
                  <a:gd name="T10" fmla="*/ 114 w 215"/>
                  <a:gd name="T11" fmla="*/ 88 h 156"/>
                  <a:gd name="T12" fmla="*/ 91 w 215"/>
                  <a:gd name="T13" fmla="*/ 103 h 156"/>
                  <a:gd name="T14" fmla="*/ 68 w 215"/>
                  <a:gd name="T15" fmla="*/ 121 h 156"/>
                  <a:gd name="T16" fmla="*/ 47 w 215"/>
                  <a:gd name="T17" fmla="*/ 138 h 156"/>
                  <a:gd name="T18" fmla="*/ 24 w 215"/>
                  <a:gd name="T19" fmla="*/ 156 h 156"/>
                  <a:gd name="T20" fmla="*/ 0 w 215"/>
                  <a:gd name="T21" fmla="*/ 134 h 156"/>
                  <a:gd name="T22" fmla="*/ 22 w 215"/>
                  <a:gd name="T23" fmla="*/ 116 h 156"/>
                  <a:gd name="T24" fmla="*/ 45 w 215"/>
                  <a:gd name="T25" fmla="*/ 97 h 156"/>
                  <a:gd name="T26" fmla="*/ 70 w 215"/>
                  <a:gd name="T27" fmla="*/ 79 h 156"/>
                  <a:gd name="T28" fmla="*/ 95 w 215"/>
                  <a:gd name="T29" fmla="*/ 63 h 156"/>
                  <a:gd name="T30" fmla="*/ 119 w 215"/>
                  <a:gd name="T31" fmla="*/ 47 h 156"/>
                  <a:gd name="T32" fmla="*/ 146 w 215"/>
                  <a:gd name="T33" fmla="*/ 30 h 156"/>
                  <a:gd name="T34" fmla="*/ 172 w 215"/>
                  <a:gd name="T35" fmla="*/ 16 h 156"/>
                  <a:gd name="T36" fmla="*/ 201 w 215"/>
                  <a:gd name="T37" fmla="*/ 0 h 156"/>
                  <a:gd name="T38" fmla="*/ 215 w 215"/>
                  <a:gd name="T39" fmla="*/ 29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5"/>
                  <a:gd name="T61" fmla="*/ 0 h 156"/>
                  <a:gd name="T62" fmla="*/ 215 w 215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5" h="156">
                    <a:moveTo>
                      <a:pt x="215" y="29"/>
                    </a:moveTo>
                    <a:lnTo>
                      <a:pt x="215" y="29"/>
                    </a:lnTo>
                    <a:lnTo>
                      <a:pt x="189" y="43"/>
                    </a:lnTo>
                    <a:lnTo>
                      <a:pt x="162" y="59"/>
                    </a:lnTo>
                    <a:lnTo>
                      <a:pt x="138" y="72"/>
                    </a:lnTo>
                    <a:lnTo>
                      <a:pt x="114" y="88"/>
                    </a:lnTo>
                    <a:lnTo>
                      <a:pt x="91" y="103"/>
                    </a:lnTo>
                    <a:lnTo>
                      <a:pt x="68" y="121"/>
                    </a:lnTo>
                    <a:lnTo>
                      <a:pt x="47" y="138"/>
                    </a:lnTo>
                    <a:lnTo>
                      <a:pt x="24" y="156"/>
                    </a:lnTo>
                    <a:lnTo>
                      <a:pt x="0" y="134"/>
                    </a:lnTo>
                    <a:lnTo>
                      <a:pt x="22" y="116"/>
                    </a:lnTo>
                    <a:lnTo>
                      <a:pt x="45" y="97"/>
                    </a:lnTo>
                    <a:lnTo>
                      <a:pt x="70" y="79"/>
                    </a:lnTo>
                    <a:lnTo>
                      <a:pt x="95" y="63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6"/>
                    </a:lnTo>
                    <a:lnTo>
                      <a:pt x="201" y="0"/>
                    </a:lnTo>
                    <a:lnTo>
                      <a:pt x="215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6" name="Freeform 210"/>
              <p:cNvSpPr>
                <a:spLocks/>
              </p:cNvSpPr>
              <p:nvPr/>
            </p:nvSpPr>
            <p:spPr bwMode="auto">
              <a:xfrm>
                <a:off x="2673" y="1315"/>
                <a:ext cx="198" cy="107"/>
              </a:xfrm>
              <a:custGeom>
                <a:avLst/>
                <a:gdLst>
                  <a:gd name="T0" fmla="*/ 198 w 198"/>
                  <a:gd name="T1" fmla="*/ 33 h 107"/>
                  <a:gd name="T2" fmla="*/ 175 w 198"/>
                  <a:gd name="T3" fmla="*/ 41 h 107"/>
                  <a:gd name="T4" fmla="*/ 153 w 198"/>
                  <a:gd name="T5" fmla="*/ 48 h 107"/>
                  <a:gd name="T6" fmla="*/ 128 w 198"/>
                  <a:gd name="T7" fmla="*/ 57 h 107"/>
                  <a:gd name="T8" fmla="*/ 106 w 198"/>
                  <a:gd name="T9" fmla="*/ 65 h 107"/>
                  <a:gd name="T10" fmla="*/ 83 w 198"/>
                  <a:gd name="T11" fmla="*/ 74 h 107"/>
                  <a:gd name="T12" fmla="*/ 59 w 198"/>
                  <a:gd name="T13" fmla="*/ 85 h 107"/>
                  <a:gd name="T14" fmla="*/ 37 w 198"/>
                  <a:gd name="T15" fmla="*/ 95 h 107"/>
                  <a:gd name="T16" fmla="*/ 14 w 198"/>
                  <a:gd name="T17" fmla="*/ 107 h 107"/>
                  <a:gd name="T18" fmla="*/ 0 w 198"/>
                  <a:gd name="T19" fmla="*/ 79 h 107"/>
                  <a:gd name="T20" fmla="*/ 26 w 198"/>
                  <a:gd name="T21" fmla="*/ 66 h 107"/>
                  <a:gd name="T22" fmla="*/ 48 w 198"/>
                  <a:gd name="T23" fmla="*/ 54 h 107"/>
                  <a:gd name="T24" fmla="*/ 74 w 198"/>
                  <a:gd name="T25" fmla="*/ 44 h 107"/>
                  <a:gd name="T26" fmla="*/ 98 w 198"/>
                  <a:gd name="T27" fmla="*/ 33 h 107"/>
                  <a:gd name="T28" fmla="*/ 122 w 198"/>
                  <a:gd name="T29" fmla="*/ 25 h 107"/>
                  <a:gd name="T30" fmla="*/ 147 w 198"/>
                  <a:gd name="T31" fmla="*/ 16 h 107"/>
                  <a:gd name="T32" fmla="*/ 172 w 198"/>
                  <a:gd name="T33" fmla="*/ 6 h 107"/>
                  <a:gd name="T34" fmla="*/ 196 w 198"/>
                  <a:gd name="T35" fmla="*/ 0 h 107"/>
                  <a:gd name="T36" fmla="*/ 198 w 198"/>
                  <a:gd name="T37" fmla="*/ 33 h 1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7"/>
                  <a:gd name="T59" fmla="*/ 198 w 198"/>
                  <a:gd name="T60" fmla="*/ 107 h 1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7">
                    <a:moveTo>
                      <a:pt x="198" y="33"/>
                    </a:moveTo>
                    <a:lnTo>
                      <a:pt x="175" y="41"/>
                    </a:lnTo>
                    <a:lnTo>
                      <a:pt x="153" y="48"/>
                    </a:lnTo>
                    <a:lnTo>
                      <a:pt x="128" y="57"/>
                    </a:lnTo>
                    <a:lnTo>
                      <a:pt x="106" y="65"/>
                    </a:lnTo>
                    <a:lnTo>
                      <a:pt x="83" y="74"/>
                    </a:lnTo>
                    <a:lnTo>
                      <a:pt x="59" y="85"/>
                    </a:lnTo>
                    <a:lnTo>
                      <a:pt x="37" y="95"/>
                    </a:lnTo>
                    <a:lnTo>
                      <a:pt x="14" y="107"/>
                    </a:lnTo>
                    <a:lnTo>
                      <a:pt x="0" y="79"/>
                    </a:lnTo>
                    <a:lnTo>
                      <a:pt x="26" y="66"/>
                    </a:lnTo>
                    <a:lnTo>
                      <a:pt x="48" y="54"/>
                    </a:lnTo>
                    <a:lnTo>
                      <a:pt x="74" y="44"/>
                    </a:lnTo>
                    <a:lnTo>
                      <a:pt x="98" y="33"/>
                    </a:lnTo>
                    <a:lnTo>
                      <a:pt x="122" y="25"/>
                    </a:lnTo>
                    <a:lnTo>
                      <a:pt x="147" y="16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8" y="3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7" name="Freeform 211"/>
              <p:cNvSpPr>
                <a:spLocks/>
              </p:cNvSpPr>
              <p:nvPr/>
            </p:nvSpPr>
            <p:spPr bwMode="auto">
              <a:xfrm>
                <a:off x="2872" y="1307"/>
                <a:ext cx="23" cy="41"/>
              </a:xfrm>
              <a:custGeom>
                <a:avLst/>
                <a:gdLst>
                  <a:gd name="T0" fmla="*/ 0 w 23"/>
                  <a:gd name="T1" fmla="*/ 7 h 41"/>
                  <a:gd name="T2" fmla="*/ 21 w 23"/>
                  <a:gd name="T3" fmla="*/ 0 h 41"/>
                  <a:gd name="T4" fmla="*/ 23 w 23"/>
                  <a:gd name="T5" fmla="*/ 35 h 41"/>
                  <a:gd name="T6" fmla="*/ 2 w 23"/>
                  <a:gd name="T7" fmla="*/ 41 h 41"/>
                  <a:gd name="T8" fmla="*/ 0 w 23"/>
                  <a:gd name="T9" fmla="*/ 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1"/>
                  <a:gd name="T17" fmla="*/ 23 w 23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1">
                    <a:moveTo>
                      <a:pt x="0" y="7"/>
                    </a:moveTo>
                    <a:lnTo>
                      <a:pt x="21" y="0"/>
                    </a:lnTo>
                    <a:lnTo>
                      <a:pt x="23" y="35"/>
                    </a:lnTo>
                    <a:lnTo>
                      <a:pt x="2" y="4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8" name="Freeform 212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09" name="Freeform 213"/>
              <p:cNvSpPr>
                <a:spLocks/>
              </p:cNvSpPr>
              <p:nvPr/>
            </p:nvSpPr>
            <p:spPr bwMode="auto">
              <a:xfrm>
                <a:off x="2425" y="1507"/>
                <a:ext cx="165" cy="75"/>
              </a:xfrm>
              <a:custGeom>
                <a:avLst/>
                <a:gdLst>
                  <a:gd name="T0" fmla="*/ 16 w 165"/>
                  <a:gd name="T1" fmla="*/ 67 h 75"/>
                  <a:gd name="T2" fmla="*/ 12 w 165"/>
                  <a:gd name="T3" fmla="*/ 60 h 75"/>
                  <a:gd name="T4" fmla="*/ 164 w 165"/>
                  <a:gd name="T5" fmla="*/ 0 h 75"/>
                  <a:gd name="T6" fmla="*/ 165 w 165"/>
                  <a:gd name="T7" fmla="*/ 9 h 75"/>
                  <a:gd name="T8" fmla="*/ 14 w 165"/>
                  <a:gd name="T9" fmla="*/ 70 h 75"/>
                  <a:gd name="T10" fmla="*/ 9 w 165"/>
                  <a:gd name="T11" fmla="*/ 64 h 75"/>
                  <a:gd name="T12" fmla="*/ 14 w 165"/>
                  <a:gd name="T13" fmla="*/ 70 h 75"/>
                  <a:gd name="T14" fmla="*/ 0 w 165"/>
                  <a:gd name="T15" fmla="*/ 75 h 75"/>
                  <a:gd name="T16" fmla="*/ 9 w 165"/>
                  <a:gd name="T17" fmla="*/ 64 h 75"/>
                  <a:gd name="T18" fmla="*/ 16 w 165"/>
                  <a:gd name="T19" fmla="*/ 67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75"/>
                  <a:gd name="T32" fmla="*/ 165 w 165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75">
                    <a:moveTo>
                      <a:pt x="16" y="67"/>
                    </a:moveTo>
                    <a:lnTo>
                      <a:pt x="12" y="60"/>
                    </a:lnTo>
                    <a:lnTo>
                      <a:pt x="164" y="0"/>
                    </a:lnTo>
                    <a:lnTo>
                      <a:pt x="165" y="9"/>
                    </a:lnTo>
                    <a:lnTo>
                      <a:pt x="14" y="70"/>
                    </a:lnTo>
                    <a:lnTo>
                      <a:pt x="9" y="64"/>
                    </a:lnTo>
                    <a:lnTo>
                      <a:pt x="14" y="70"/>
                    </a:lnTo>
                    <a:lnTo>
                      <a:pt x="0" y="75"/>
                    </a:lnTo>
                    <a:lnTo>
                      <a:pt x="9" y="64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0" name="Freeform 214"/>
              <p:cNvSpPr>
                <a:spLocks/>
              </p:cNvSpPr>
              <p:nvPr/>
            </p:nvSpPr>
            <p:spPr bwMode="auto">
              <a:xfrm>
                <a:off x="2434" y="1438"/>
                <a:ext cx="95" cy="134"/>
              </a:xfrm>
              <a:custGeom>
                <a:avLst/>
                <a:gdLst>
                  <a:gd name="T0" fmla="*/ 84 w 95"/>
                  <a:gd name="T1" fmla="*/ 13 h 134"/>
                  <a:gd name="T2" fmla="*/ 95 w 95"/>
                  <a:gd name="T3" fmla="*/ 8 h 134"/>
                  <a:gd name="T4" fmla="*/ 8 w 95"/>
                  <a:gd name="T5" fmla="*/ 134 h 134"/>
                  <a:gd name="T6" fmla="*/ 0 w 95"/>
                  <a:gd name="T7" fmla="*/ 132 h 134"/>
                  <a:gd name="T8" fmla="*/ 86 w 95"/>
                  <a:gd name="T9" fmla="*/ 6 h 134"/>
                  <a:gd name="T10" fmla="*/ 95 w 95"/>
                  <a:gd name="T11" fmla="*/ 4 h 134"/>
                  <a:gd name="T12" fmla="*/ 86 w 95"/>
                  <a:gd name="T13" fmla="*/ 6 h 134"/>
                  <a:gd name="T14" fmla="*/ 90 w 95"/>
                  <a:gd name="T15" fmla="*/ 0 h 134"/>
                  <a:gd name="T16" fmla="*/ 95 w 95"/>
                  <a:gd name="T17" fmla="*/ 4 h 134"/>
                  <a:gd name="T18" fmla="*/ 84 w 95"/>
                  <a:gd name="T19" fmla="*/ 13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4"/>
                  <a:gd name="T32" fmla="*/ 95 w 95"/>
                  <a:gd name="T33" fmla="*/ 134 h 1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4">
                    <a:moveTo>
                      <a:pt x="84" y="13"/>
                    </a:moveTo>
                    <a:lnTo>
                      <a:pt x="95" y="8"/>
                    </a:lnTo>
                    <a:lnTo>
                      <a:pt x="8" y="134"/>
                    </a:lnTo>
                    <a:lnTo>
                      <a:pt x="0" y="132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86" y="6"/>
                    </a:lnTo>
                    <a:lnTo>
                      <a:pt x="90" y="0"/>
                    </a:lnTo>
                    <a:lnTo>
                      <a:pt x="95" y="4"/>
                    </a:lnTo>
                    <a:lnTo>
                      <a:pt x="84" y="1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1" name="Freeform 215"/>
              <p:cNvSpPr>
                <a:spLocks/>
              </p:cNvSpPr>
              <p:nvPr/>
            </p:nvSpPr>
            <p:spPr bwMode="auto">
              <a:xfrm>
                <a:off x="2519" y="1441"/>
                <a:ext cx="82" cy="73"/>
              </a:xfrm>
              <a:custGeom>
                <a:avLst/>
                <a:gdLst>
                  <a:gd name="T0" fmla="*/ 72 w 82"/>
                  <a:gd name="T1" fmla="*/ 63 h 73"/>
                  <a:gd name="T2" fmla="*/ 67 w 82"/>
                  <a:gd name="T3" fmla="*/ 72 h 73"/>
                  <a:gd name="T4" fmla="*/ 0 w 82"/>
                  <a:gd name="T5" fmla="*/ 8 h 73"/>
                  <a:gd name="T6" fmla="*/ 11 w 82"/>
                  <a:gd name="T7" fmla="*/ 0 h 73"/>
                  <a:gd name="T8" fmla="*/ 77 w 82"/>
                  <a:gd name="T9" fmla="*/ 63 h 73"/>
                  <a:gd name="T10" fmla="*/ 74 w 82"/>
                  <a:gd name="T11" fmla="*/ 73 h 73"/>
                  <a:gd name="T12" fmla="*/ 77 w 82"/>
                  <a:gd name="T13" fmla="*/ 63 h 73"/>
                  <a:gd name="T14" fmla="*/ 82 w 82"/>
                  <a:gd name="T15" fmla="*/ 68 h 73"/>
                  <a:gd name="T16" fmla="*/ 74 w 82"/>
                  <a:gd name="T17" fmla="*/ 73 h 73"/>
                  <a:gd name="T18" fmla="*/ 72 w 82"/>
                  <a:gd name="T19" fmla="*/ 63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73"/>
                  <a:gd name="T32" fmla="*/ 82 w 82"/>
                  <a:gd name="T33" fmla="*/ 73 h 7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73">
                    <a:moveTo>
                      <a:pt x="72" y="63"/>
                    </a:moveTo>
                    <a:lnTo>
                      <a:pt x="67" y="72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77" y="63"/>
                    </a:lnTo>
                    <a:lnTo>
                      <a:pt x="74" y="73"/>
                    </a:lnTo>
                    <a:lnTo>
                      <a:pt x="77" y="63"/>
                    </a:lnTo>
                    <a:lnTo>
                      <a:pt x="82" y="68"/>
                    </a:lnTo>
                    <a:lnTo>
                      <a:pt x="74" y="73"/>
                    </a:lnTo>
                    <a:lnTo>
                      <a:pt x="72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2" name="Freeform 216"/>
              <p:cNvSpPr>
                <a:spLocks/>
              </p:cNvSpPr>
              <p:nvPr/>
            </p:nvSpPr>
            <p:spPr bwMode="auto">
              <a:xfrm>
                <a:off x="2465" y="1517"/>
                <a:ext cx="35" cy="28"/>
              </a:xfrm>
              <a:custGeom>
                <a:avLst/>
                <a:gdLst>
                  <a:gd name="T0" fmla="*/ 35 w 35"/>
                  <a:gd name="T1" fmla="*/ 16 h 28"/>
                  <a:gd name="T2" fmla="*/ 21 w 35"/>
                  <a:gd name="T3" fmla="*/ 28 h 28"/>
                  <a:gd name="T4" fmla="*/ 0 w 35"/>
                  <a:gd name="T5" fmla="*/ 12 h 28"/>
                  <a:gd name="T6" fmla="*/ 15 w 35"/>
                  <a:gd name="T7" fmla="*/ 0 h 28"/>
                  <a:gd name="T8" fmla="*/ 35 w 35"/>
                  <a:gd name="T9" fmla="*/ 1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35" y="16"/>
                    </a:moveTo>
                    <a:lnTo>
                      <a:pt x="21" y="28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3" name="Freeform 217"/>
              <p:cNvSpPr>
                <a:spLocks/>
              </p:cNvSpPr>
              <p:nvPr/>
            </p:nvSpPr>
            <p:spPr bwMode="auto">
              <a:xfrm>
                <a:off x="2481" y="1382"/>
                <a:ext cx="212" cy="153"/>
              </a:xfrm>
              <a:custGeom>
                <a:avLst/>
                <a:gdLst>
                  <a:gd name="T0" fmla="*/ 212 w 212"/>
                  <a:gd name="T1" fmla="*/ 25 h 153"/>
                  <a:gd name="T2" fmla="*/ 212 w 212"/>
                  <a:gd name="T3" fmla="*/ 25 h 153"/>
                  <a:gd name="T4" fmla="*/ 184 w 212"/>
                  <a:gd name="T5" fmla="*/ 39 h 153"/>
                  <a:gd name="T6" fmla="*/ 160 w 212"/>
                  <a:gd name="T7" fmla="*/ 54 h 153"/>
                  <a:gd name="T8" fmla="*/ 134 w 212"/>
                  <a:gd name="T9" fmla="*/ 69 h 153"/>
                  <a:gd name="T10" fmla="*/ 111 w 212"/>
                  <a:gd name="T11" fmla="*/ 85 h 153"/>
                  <a:gd name="T12" fmla="*/ 88 w 212"/>
                  <a:gd name="T13" fmla="*/ 101 h 153"/>
                  <a:gd name="T14" fmla="*/ 64 w 212"/>
                  <a:gd name="T15" fmla="*/ 118 h 153"/>
                  <a:gd name="T16" fmla="*/ 42 w 212"/>
                  <a:gd name="T17" fmla="*/ 136 h 153"/>
                  <a:gd name="T18" fmla="*/ 21 w 212"/>
                  <a:gd name="T19" fmla="*/ 153 h 153"/>
                  <a:gd name="T20" fmla="*/ 0 w 212"/>
                  <a:gd name="T21" fmla="*/ 135 h 153"/>
                  <a:gd name="T22" fmla="*/ 23 w 212"/>
                  <a:gd name="T23" fmla="*/ 117 h 153"/>
                  <a:gd name="T24" fmla="*/ 47 w 212"/>
                  <a:gd name="T25" fmla="*/ 97 h 153"/>
                  <a:gd name="T26" fmla="*/ 70 w 212"/>
                  <a:gd name="T27" fmla="*/ 80 h 153"/>
                  <a:gd name="T28" fmla="*/ 95 w 212"/>
                  <a:gd name="T29" fmla="*/ 62 h 153"/>
                  <a:gd name="T30" fmla="*/ 119 w 212"/>
                  <a:gd name="T31" fmla="*/ 47 h 153"/>
                  <a:gd name="T32" fmla="*/ 146 w 212"/>
                  <a:gd name="T33" fmla="*/ 30 h 153"/>
                  <a:gd name="T34" fmla="*/ 172 w 212"/>
                  <a:gd name="T35" fmla="*/ 15 h 153"/>
                  <a:gd name="T36" fmla="*/ 198 w 212"/>
                  <a:gd name="T37" fmla="*/ 0 h 153"/>
                  <a:gd name="T38" fmla="*/ 212 w 212"/>
                  <a:gd name="T39" fmla="*/ 25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3"/>
                  <a:gd name="T62" fmla="*/ 212 w 212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3">
                    <a:moveTo>
                      <a:pt x="212" y="25"/>
                    </a:moveTo>
                    <a:lnTo>
                      <a:pt x="212" y="25"/>
                    </a:lnTo>
                    <a:lnTo>
                      <a:pt x="184" y="39"/>
                    </a:lnTo>
                    <a:lnTo>
                      <a:pt x="160" y="54"/>
                    </a:lnTo>
                    <a:lnTo>
                      <a:pt x="134" y="69"/>
                    </a:lnTo>
                    <a:lnTo>
                      <a:pt x="111" y="85"/>
                    </a:lnTo>
                    <a:lnTo>
                      <a:pt x="88" y="101"/>
                    </a:lnTo>
                    <a:lnTo>
                      <a:pt x="64" y="118"/>
                    </a:lnTo>
                    <a:lnTo>
                      <a:pt x="42" y="136"/>
                    </a:lnTo>
                    <a:lnTo>
                      <a:pt x="21" y="153"/>
                    </a:lnTo>
                    <a:lnTo>
                      <a:pt x="0" y="135"/>
                    </a:lnTo>
                    <a:lnTo>
                      <a:pt x="23" y="117"/>
                    </a:lnTo>
                    <a:lnTo>
                      <a:pt x="47" y="97"/>
                    </a:lnTo>
                    <a:lnTo>
                      <a:pt x="70" y="80"/>
                    </a:lnTo>
                    <a:lnTo>
                      <a:pt x="95" y="62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5"/>
                    </a:lnTo>
                    <a:lnTo>
                      <a:pt x="198" y="0"/>
                    </a:lnTo>
                    <a:lnTo>
                      <a:pt x="212" y="25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4" name="Freeform 218"/>
              <p:cNvSpPr>
                <a:spLocks/>
              </p:cNvSpPr>
              <p:nvPr/>
            </p:nvSpPr>
            <p:spPr bwMode="auto">
              <a:xfrm>
                <a:off x="2684" y="1309"/>
                <a:ext cx="197" cy="101"/>
              </a:xfrm>
              <a:custGeom>
                <a:avLst/>
                <a:gdLst>
                  <a:gd name="T0" fmla="*/ 197 w 197"/>
                  <a:gd name="T1" fmla="*/ 27 h 101"/>
                  <a:gd name="T2" fmla="*/ 175 w 197"/>
                  <a:gd name="T3" fmla="*/ 34 h 101"/>
                  <a:gd name="T4" fmla="*/ 151 w 197"/>
                  <a:gd name="T5" fmla="*/ 41 h 101"/>
                  <a:gd name="T6" fmla="*/ 128 w 197"/>
                  <a:gd name="T7" fmla="*/ 49 h 101"/>
                  <a:gd name="T8" fmla="*/ 104 w 197"/>
                  <a:gd name="T9" fmla="*/ 58 h 101"/>
                  <a:gd name="T10" fmla="*/ 81 w 197"/>
                  <a:gd name="T11" fmla="*/ 68 h 101"/>
                  <a:gd name="T12" fmla="*/ 57 w 197"/>
                  <a:gd name="T13" fmla="*/ 79 h 101"/>
                  <a:gd name="T14" fmla="*/ 36 w 197"/>
                  <a:gd name="T15" fmla="*/ 88 h 101"/>
                  <a:gd name="T16" fmla="*/ 12 w 197"/>
                  <a:gd name="T17" fmla="*/ 101 h 101"/>
                  <a:gd name="T18" fmla="*/ 0 w 197"/>
                  <a:gd name="T19" fmla="*/ 78 h 101"/>
                  <a:gd name="T20" fmla="*/ 24 w 197"/>
                  <a:gd name="T21" fmla="*/ 65 h 101"/>
                  <a:gd name="T22" fmla="*/ 49 w 197"/>
                  <a:gd name="T23" fmla="*/ 54 h 101"/>
                  <a:gd name="T24" fmla="*/ 73 w 197"/>
                  <a:gd name="T25" fmla="*/ 42 h 101"/>
                  <a:gd name="T26" fmla="*/ 97 w 197"/>
                  <a:gd name="T27" fmla="*/ 33 h 101"/>
                  <a:gd name="T28" fmla="*/ 123 w 197"/>
                  <a:gd name="T29" fmla="*/ 23 h 101"/>
                  <a:gd name="T30" fmla="*/ 147 w 197"/>
                  <a:gd name="T31" fmla="*/ 15 h 101"/>
                  <a:gd name="T32" fmla="*/ 172 w 197"/>
                  <a:gd name="T33" fmla="*/ 6 h 101"/>
                  <a:gd name="T34" fmla="*/ 196 w 197"/>
                  <a:gd name="T35" fmla="*/ 0 h 101"/>
                  <a:gd name="T36" fmla="*/ 197 w 197"/>
                  <a:gd name="T37" fmla="*/ 2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1"/>
                  <a:gd name="T59" fmla="*/ 197 w 197"/>
                  <a:gd name="T60" fmla="*/ 101 h 10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1">
                    <a:moveTo>
                      <a:pt x="197" y="27"/>
                    </a:moveTo>
                    <a:lnTo>
                      <a:pt x="175" y="34"/>
                    </a:lnTo>
                    <a:lnTo>
                      <a:pt x="151" y="41"/>
                    </a:lnTo>
                    <a:lnTo>
                      <a:pt x="128" y="49"/>
                    </a:lnTo>
                    <a:lnTo>
                      <a:pt x="104" y="58"/>
                    </a:lnTo>
                    <a:lnTo>
                      <a:pt x="81" y="68"/>
                    </a:lnTo>
                    <a:lnTo>
                      <a:pt x="57" y="79"/>
                    </a:lnTo>
                    <a:lnTo>
                      <a:pt x="36" y="88"/>
                    </a:lnTo>
                    <a:lnTo>
                      <a:pt x="12" y="101"/>
                    </a:lnTo>
                    <a:lnTo>
                      <a:pt x="0" y="78"/>
                    </a:lnTo>
                    <a:lnTo>
                      <a:pt x="24" y="65"/>
                    </a:lnTo>
                    <a:lnTo>
                      <a:pt x="49" y="54"/>
                    </a:lnTo>
                    <a:lnTo>
                      <a:pt x="73" y="42"/>
                    </a:lnTo>
                    <a:lnTo>
                      <a:pt x="97" y="33"/>
                    </a:lnTo>
                    <a:lnTo>
                      <a:pt x="123" y="23"/>
                    </a:lnTo>
                    <a:lnTo>
                      <a:pt x="147" y="15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7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5" name="Freeform 219"/>
              <p:cNvSpPr>
                <a:spLocks/>
              </p:cNvSpPr>
              <p:nvPr/>
            </p:nvSpPr>
            <p:spPr bwMode="auto">
              <a:xfrm>
                <a:off x="2882" y="1301"/>
                <a:ext cx="20" cy="34"/>
              </a:xfrm>
              <a:custGeom>
                <a:avLst/>
                <a:gdLst>
                  <a:gd name="T0" fmla="*/ 0 w 20"/>
                  <a:gd name="T1" fmla="*/ 6 h 34"/>
                  <a:gd name="T2" fmla="*/ 19 w 20"/>
                  <a:gd name="T3" fmla="*/ 0 h 34"/>
                  <a:gd name="T4" fmla="*/ 20 w 20"/>
                  <a:gd name="T5" fmla="*/ 28 h 34"/>
                  <a:gd name="T6" fmla="*/ 1 w 20"/>
                  <a:gd name="T7" fmla="*/ 34 h 34"/>
                  <a:gd name="T8" fmla="*/ 0 w 20"/>
                  <a:gd name="T9" fmla="*/ 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0" y="6"/>
                    </a:moveTo>
                    <a:lnTo>
                      <a:pt x="19" y="0"/>
                    </a:lnTo>
                    <a:lnTo>
                      <a:pt x="20" y="28"/>
                    </a:lnTo>
                    <a:lnTo>
                      <a:pt x="1" y="3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6" name="Freeform 220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7" name="Freeform 221"/>
              <p:cNvSpPr>
                <a:spLocks/>
              </p:cNvSpPr>
              <p:nvPr/>
            </p:nvSpPr>
            <p:spPr bwMode="auto">
              <a:xfrm>
                <a:off x="2390" y="1522"/>
                <a:ext cx="174" cy="91"/>
              </a:xfrm>
              <a:custGeom>
                <a:avLst/>
                <a:gdLst>
                  <a:gd name="T0" fmla="*/ 28 w 174"/>
                  <a:gd name="T1" fmla="*/ 76 h 91"/>
                  <a:gd name="T2" fmla="*/ 17 w 174"/>
                  <a:gd name="T3" fmla="*/ 68 h 91"/>
                  <a:gd name="T4" fmla="*/ 169 w 174"/>
                  <a:gd name="T5" fmla="*/ 0 h 91"/>
                  <a:gd name="T6" fmla="*/ 174 w 174"/>
                  <a:gd name="T7" fmla="*/ 15 h 91"/>
                  <a:gd name="T8" fmla="*/ 22 w 174"/>
                  <a:gd name="T9" fmla="*/ 81 h 91"/>
                  <a:gd name="T10" fmla="*/ 12 w 174"/>
                  <a:gd name="T11" fmla="*/ 72 h 91"/>
                  <a:gd name="T12" fmla="*/ 22 w 174"/>
                  <a:gd name="T13" fmla="*/ 81 h 91"/>
                  <a:gd name="T14" fmla="*/ 0 w 174"/>
                  <a:gd name="T15" fmla="*/ 91 h 91"/>
                  <a:gd name="T16" fmla="*/ 12 w 174"/>
                  <a:gd name="T17" fmla="*/ 72 h 91"/>
                  <a:gd name="T18" fmla="*/ 28 w 174"/>
                  <a:gd name="T19" fmla="*/ 7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1"/>
                  <a:gd name="T32" fmla="*/ 174 w 174"/>
                  <a:gd name="T33" fmla="*/ 91 h 9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1">
                    <a:moveTo>
                      <a:pt x="28" y="76"/>
                    </a:moveTo>
                    <a:lnTo>
                      <a:pt x="17" y="68"/>
                    </a:lnTo>
                    <a:lnTo>
                      <a:pt x="169" y="0"/>
                    </a:lnTo>
                    <a:lnTo>
                      <a:pt x="174" y="15"/>
                    </a:lnTo>
                    <a:lnTo>
                      <a:pt x="22" y="81"/>
                    </a:lnTo>
                    <a:lnTo>
                      <a:pt x="12" y="72"/>
                    </a:lnTo>
                    <a:lnTo>
                      <a:pt x="22" y="81"/>
                    </a:lnTo>
                    <a:lnTo>
                      <a:pt x="0" y="91"/>
                    </a:lnTo>
                    <a:lnTo>
                      <a:pt x="12" y="72"/>
                    </a:lnTo>
                    <a:lnTo>
                      <a:pt x="28" y="7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8" name="Freeform 222"/>
              <p:cNvSpPr>
                <a:spLocks/>
              </p:cNvSpPr>
              <p:nvPr/>
            </p:nvSpPr>
            <p:spPr bwMode="auto">
              <a:xfrm>
                <a:off x="2398" y="1459"/>
                <a:ext cx="96" cy="142"/>
              </a:xfrm>
              <a:custGeom>
                <a:avLst/>
                <a:gdLst>
                  <a:gd name="T0" fmla="*/ 80 w 96"/>
                  <a:gd name="T1" fmla="*/ 20 h 142"/>
                  <a:gd name="T2" fmla="*/ 96 w 96"/>
                  <a:gd name="T3" fmla="*/ 16 h 142"/>
                  <a:gd name="T4" fmla="*/ 17 w 96"/>
                  <a:gd name="T5" fmla="*/ 142 h 142"/>
                  <a:gd name="T6" fmla="*/ 0 w 96"/>
                  <a:gd name="T7" fmla="*/ 139 h 142"/>
                  <a:gd name="T8" fmla="*/ 80 w 96"/>
                  <a:gd name="T9" fmla="*/ 13 h 142"/>
                  <a:gd name="T10" fmla="*/ 95 w 96"/>
                  <a:gd name="T11" fmla="*/ 8 h 142"/>
                  <a:gd name="T12" fmla="*/ 80 w 96"/>
                  <a:gd name="T13" fmla="*/ 13 h 142"/>
                  <a:gd name="T14" fmla="*/ 88 w 96"/>
                  <a:gd name="T15" fmla="*/ 0 h 142"/>
                  <a:gd name="T16" fmla="*/ 95 w 96"/>
                  <a:gd name="T17" fmla="*/ 8 h 142"/>
                  <a:gd name="T18" fmla="*/ 80 w 96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142"/>
                  <a:gd name="T32" fmla="*/ 96 w 96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142">
                    <a:moveTo>
                      <a:pt x="80" y="20"/>
                    </a:moveTo>
                    <a:lnTo>
                      <a:pt x="96" y="16"/>
                    </a:lnTo>
                    <a:lnTo>
                      <a:pt x="17" y="142"/>
                    </a:lnTo>
                    <a:lnTo>
                      <a:pt x="0" y="139"/>
                    </a:lnTo>
                    <a:lnTo>
                      <a:pt x="80" y="13"/>
                    </a:lnTo>
                    <a:lnTo>
                      <a:pt x="95" y="8"/>
                    </a:lnTo>
                    <a:lnTo>
                      <a:pt x="80" y="13"/>
                    </a:lnTo>
                    <a:lnTo>
                      <a:pt x="88" y="0"/>
                    </a:lnTo>
                    <a:lnTo>
                      <a:pt x="95" y="8"/>
                    </a:lnTo>
                    <a:lnTo>
                      <a:pt x="80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19" name="Freeform 223"/>
              <p:cNvSpPr>
                <a:spLocks/>
              </p:cNvSpPr>
              <p:nvPr/>
            </p:nvSpPr>
            <p:spPr bwMode="auto">
              <a:xfrm>
                <a:off x="2484" y="1467"/>
                <a:ext cx="96" cy="72"/>
              </a:xfrm>
              <a:custGeom>
                <a:avLst/>
                <a:gdLst>
                  <a:gd name="T0" fmla="*/ 78 w 96"/>
                  <a:gd name="T1" fmla="*/ 57 h 72"/>
                  <a:gd name="T2" fmla="*/ 72 w 96"/>
                  <a:gd name="T3" fmla="*/ 71 h 72"/>
                  <a:gd name="T4" fmla="*/ 0 w 96"/>
                  <a:gd name="T5" fmla="*/ 12 h 72"/>
                  <a:gd name="T6" fmla="*/ 15 w 96"/>
                  <a:gd name="T7" fmla="*/ 0 h 72"/>
                  <a:gd name="T8" fmla="*/ 89 w 96"/>
                  <a:gd name="T9" fmla="*/ 60 h 72"/>
                  <a:gd name="T10" fmla="*/ 82 w 96"/>
                  <a:gd name="T11" fmla="*/ 72 h 72"/>
                  <a:gd name="T12" fmla="*/ 89 w 96"/>
                  <a:gd name="T13" fmla="*/ 60 h 72"/>
                  <a:gd name="T14" fmla="*/ 96 w 96"/>
                  <a:gd name="T15" fmla="*/ 66 h 72"/>
                  <a:gd name="T16" fmla="*/ 82 w 96"/>
                  <a:gd name="T17" fmla="*/ 72 h 72"/>
                  <a:gd name="T18" fmla="*/ 78 w 96"/>
                  <a:gd name="T19" fmla="*/ 57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72"/>
                  <a:gd name="T32" fmla="*/ 96 w 96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72">
                    <a:moveTo>
                      <a:pt x="78" y="57"/>
                    </a:moveTo>
                    <a:lnTo>
                      <a:pt x="72" y="71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89" y="60"/>
                    </a:lnTo>
                    <a:lnTo>
                      <a:pt x="82" y="72"/>
                    </a:lnTo>
                    <a:lnTo>
                      <a:pt x="89" y="60"/>
                    </a:lnTo>
                    <a:lnTo>
                      <a:pt x="96" y="66"/>
                    </a:lnTo>
                    <a:lnTo>
                      <a:pt x="82" y="72"/>
                    </a:lnTo>
                    <a:lnTo>
                      <a:pt x="78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0" name="Freeform 224"/>
              <p:cNvSpPr>
                <a:spLocks/>
              </p:cNvSpPr>
              <p:nvPr/>
            </p:nvSpPr>
            <p:spPr bwMode="auto">
              <a:xfrm>
                <a:off x="2418" y="1551"/>
                <a:ext cx="44" cy="35"/>
              </a:xfrm>
              <a:custGeom>
                <a:avLst/>
                <a:gdLst>
                  <a:gd name="T0" fmla="*/ 44 w 44"/>
                  <a:gd name="T1" fmla="*/ 21 h 35"/>
                  <a:gd name="T2" fmla="*/ 27 w 44"/>
                  <a:gd name="T3" fmla="*/ 35 h 35"/>
                  <a:gd name="T4" fmla="*/ 0 w 44"/>
                  <a:gd name="T5" fmla="*/ 16 h 35"/>
                  <a:gd name="T6" fmla="*/ 17 w 44"/>
                  <a:gd name="T7" fmla="*/ 0 h 35"/>
                  <a:gd name="T8" fmla="*/ 44 w 44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5"/>
                  <a:gd name="T17" fmla="*/ 44 w 44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5">
                    <a:moveTo>
                      <a:pt x="44" y="21"/>
                    </a:moveTo>
                    <a:lnTo>
                      <a:pt x="27" y="35"/>
                    </a:lnTo>
                    <a:lnTo>
                      <a:pt x="0" y="16"/>
                    </a:lnTo>
                    <a:lnTo>
                      <a:pt x="17" y="0"/>
                    </a:lnTo>
                    <a:lnTo>
                      <a:pt x="44" y="2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1" name="Freeform 225"/>
              <p:cNvSpPr>
                <a:spLocks/>
              </p:cNvSpPr>
              <p:nvPr/>
            </p:nvSpPr>
            <p:spPr bwMode="auto">
              <a:xfrm>
                <a:off x="2436" y="1407"/>
                <a:ext cx="213" cy="162"/>
              </a:xfrm>
              <a:custGeom>
                <a:avLst/>
                <a:gdLst>
                  <a:gd name="T0" fmla="*/ 213 w 213"/>
                  <a:gd name="T1" fmla="*/ 28 h 162"/>
                  <a:gd name="T2" fmla="*/ 213 w 213"/>
                  <a:gd name="T3" fmla="*/ 28 h 162"/>
                  <a:gd name="T4" fmla="*/ 188 w 213"/>
                  <a:gd name="T5" fmla="*/ 43 h 162"/>
                  <a:gd name="T6" fmla="*/ 161 w 213"/>
                  <a:gd name="T7" fmla="*/ 59 h 162"/>
                  <a:gd name="T8" fmla="*/ 139 w 213"/>
                  <a:gd name="T9" fmla="*/ 75 h 162"/>
                  <a:gd name="T10" fmla="*/ 114 w 213"/>
                  <a:gd name="T11" fmla="*/ 92 h 162"/>
                  <a:gd name="T12" fmla="*/ 91 w 213"/>
                  <a:gd name="T13" fmla="*/ 109 h 162"/>
                  <a:gd name="T14" fmla="*/ 69 w 213"/>
                  <a:gd name="T15" fmla="*/ 126 h 162"/>
                  <a:gd name="T16" fmla="*/ 48 w 213"/>
                  <a:gd name="T17" fmla="*/ 144 h 162"/>
                  <a:gd name="T18" fmla="*/ 26 w 213"/>
                  <a:gd name="T19" fmla="*/ 162 h 162"/>
                  <a:gd name="T20" fmla="*/ 0 w 213"/>
                  <a:gd name="T21" fmla="*/ 142 h 162"/>
                  <a:gd name="T22" fmla="*/ 21 w 213"/>
                  <a:gd name="T23" fmla="*/ 123 h 162"/>
                  <a:gd name="T24" fmla="*/ 44 w 213"/>
                  <a:gd name="T25" fmla="*/ 103 h 162"/>
                  <a:gd name="T26" fmla="*/ 68 w 213"/>
                  <a:gd name="T27" fmla="*/ 84 h 162"/>
                  <a:gd name="T28" fmla="*/ 93 w 213"/>
                  <a:gd name="T29" fmla="*/ 66 h 162"/>
                  <a:gd name="T30" fmla="*/ 117 w 213"/>
                  <a:gd name="T31" fmla="*/ 50 h 162"/>
                  <a:gd name="T32" fmla="*/ 144 w 213"/>
                  <a:gd name="T33" fmla="*/ 33 h 162"/>
                  <a:gd name="T34" fmla="*/ 170 w 213"/>
                  <a:gd name="T35" fmla="*/ 17 h 162"/>
                  <a:gd name="T36" fmla="*/ 196 w 213"/>
                  <a:gd name="T37" fmla="*/ 0 h 162"/>
                  <a:gd name="T38" fmla="*/ 213 w 213"/>
                  <a:gd name="T39" fmla="*/ 28 h 1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3"/>
                  <a:gd name="T61" fmla="*/ 0 h 162"/>
                  <a:gd name="T62" fmla="*/ 213 w 213"/>
                  <a:gd name="T63" fmla="*/ 162 h 1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3" h="162">
                    <a:moveTo>
                      <a:pt x="213" y="28"/>
                    </a:moveTo>
                    <a:lnTo>
                      <a:pt x="213" y="28"/>
                    </a:lnTo>
                    <a:lnTo>
                      <a:pt x="188" y="43"/>
                    </a:lnTo>
                    <a:lnTo>
                      <a:pt x="161" y="59"/>
                    </a:lnTo>
                    <a:lnTo>
                      <a:pt x="139" y="75"/>
                    </a:lnTo>
                    <a:lnTo>
                      <a:pt x="114" y="92"/>
                    </a:lnTo>
                    <a:lnTo>
                      <a:pt x="91" y="109"/>
                    </a:lnTo>
                    <a:lnTo>
                      <a:pt x="69" y="126"/>
                    </a:lnTo>
                    <a:lnTo>
                      <a:pt x="48" y="144"/>
                    </a:lnTo>
                    <a:lnTo>
                      <a:pt x="26" y="162"/>
                    </a:lnTo>
                    <a:lnTo>
                      <a:pt x="0" y="142"/>
                    </a:lnTo>
                    <a:lnTo>
                      <a:pt x="21" y="123"/>
                    </a:lnTo>
                    <a:lnTo>
                      <a:pt x="44" y="103"/>
                    </a:lnTo>
                    <a:lnTo>
                      <a:pt x="68" y="84"/>
                    </a:lnTo>
                    <a:lnTo>
                      <a:pt x="93" y="66"/>
                    </a:lnTo>
                    <a:lnTo>
                      <a:pt x="117" y="50"/>
                    </a:lnTo>
                    <a:lnTo>
                      <a:pt x="144" y="33"/>
                    </a:lnTo>
                    <a:lnTo>
                      <a:pt x="170" y="17"/>
                    </a:lnTo>
                    <a:lnTo>
                      <a:pt x="196" y="0"/>
                    </a:lnTo>
                    <a:lnTo>
                      <a:pt x="213" y="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2" name="Freeform 226"/>
              <p:cNvSpPr>
                <a:spLocks/>
              </p:cNvSpPr>
              <p:nvPr/>
            </p:nvSpPr>
            <p:spPr bwMode="auto">
              <a:xfrm>
                <a:off x="2637" y="1326"/>
                <a:ext cx="198" cy="113"/>
              </a:xfrm>
              <a:custGeom>
                <a:avLst/>
                <a:gdLst>
                  <a:gd name="T0" fmla="*/ 198 w 198"/>
                  <a:gd name="T1" fmla="*/ 32 h 113"/>
                  <a:gd name="T2" fmla="*/ 175 w 198"/>
                  <a:gd name="T3" fmla="*/ 40 h 113"/>
                  <a:gd name="T4" fmla="*/ 151 w 198"/>
                  <a:gd name="T5" fmla="*/ 48 h 113"/>
                  <a:gd name="T6" fmla="*/ 128 w 198"/>
                  <a:gd name="T7" fmla="*/ 58 h 113"/>
                  <a:gd name="T8" fmla="*/ 106 w 198"/>
                  <a:gd name="T9" fmla="*/ 67 h 113"/>
                  <a:gd name="T10" fmla="*/ 84 w 198"/>
                  <a:gd name="T11" fmla="*/ 78 h 113"/>
                  <a:gd name="T12" fmla="*/ 61 w 198"/>
                  <a:gd name="T13" fmla="*/ 88 h 113"/>
                  <a:gd name="T14" fmla="*/ 38 w 198"/>
                  <a:gd name="T15" fmla="*/ 100 h 113"/>
                  <a:gd name="T16" fmla="*/ 16 w 198"/>
                  <a:gd name="T17" fmla="*/ 113 h 113"/>
                  <a:gd name="T18" fmla="*/ 0 w 198"/>
                  <a:gd name="T19" fmla="*/ 86 h 113"/>
                  <a:gd name="T20" fmla="*/ 23 w 198"/>
                  <a:gd name="T21" fmla="*/ 72 h 113"/>
                  <a:gd name="T22" fmla="*/ 47 w 198"/>
                  <a:gd name="T23" fmla="*/ 62 h 113"/>
                  <a:gd name="T24" fmla="*/ 71 w 198"/>
                  <a:gd name="T25" fmla="*/ 49 h 113"/>
                  <a:gd name="T26" fmla="*/ 97 w 198"/>
                  <a:gd name="T27" fmla="*/ 38 h 113"/>
                  <a:gd name="T28" fmla="*/ 120 w 198"/>
                  <a:gd name="T29" fmla="*/ 26 h 113"/>
                  <a:gd name="T30" fmla="*/ 145 w 198"/>
                  <a:gd name="T31" fmla="*/ 18 h 113"/>
                  <a:gd name="T32" fmla="*/ 168 w 198"/>
                  <a:gd name="T33" fmla="*/ 8 h 113"/>
                  <a:gd name="T34" fmla="*/ 194 w 198"/>
                  <a:gd name="T35" fmla="*/ 0 h 113"/>
                  <a:gd name="T36" fmla="*/ 198 w 198"/>
                  <a:gd name="T37" fmla="*/ 32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13"/>
                  <a:gd name="T59" fmla="*/ 198 w 198"/>
                  <a:gd name="T60" fmla="*/ 113 h 1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13">
                    <a:moveTo>
                      <a:pt x="198" y="32"/>
                    </a:moveTo>
                    <a:lnTo>
                      <a:pt x="175" y="40"/>
                    </a:lnTo>
                    <a:lnTo>
                      <a:pt x="151" y="48"/>
                    </a:lnTo>
                    <a:lnTo>
                      <a:pt x="128" y="58"/>
                    </a:lnTo>
                    <a:lnTo>
                      <a:pt x="106" y="67"/>
                    </a:lnTo>
                    <a:lnTo>
                      <a:pt x="84" y="78"/>
                    </a:lnTo>
                    <a:lnTo>
                      <a:pt x="61" y="88"/>
                    </a:lnTo>
                    <a:lnTo>
                      <a:pt x="38" y="100"/>
                    </a:lnTo>
                    <a:lnTo>
                      <a:pt x="16" y="113"/>
                    </a:lnTo>
                    <a:lnTo>
                      <a:pt x="0" y="86"/>
                    </a:lnTo>
                    <a:lnTo>
                      <a:pt x="23" y="72"/>
                    </a:lnTo>
                    <a:lnTo>
                      <a:pt x="47" y="62"/>
                    </a:lnTo>
                    <a:lnTo>
                      <a:pt x="71" y="49"/>
                    </a:lnTo>
                    <a:lnTo>
                      <a:pt x="97" y="38"/>
                    </a:lnTo>
                    <a:lnTo>
                      <a:pt x="120" y="26"/>
                    </a:lnTo>
                    <a:lnTo>
                      <a:pt x="145" y="18"/>
                    </a:lnTo>
                    <a:lnTo>
                      <a:pt x="168" y="8"/>
                    </a:lnTo>
                    <a:lnTo>
                      <a:pt x="194" y="0"/>
                    </a:lnTo>
                    <a:lnTo>
                      <a:pt x="19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3" name="Freeform 227"/>
              <p:cNvSpPr>
                <a:spLocks/>
              </p:cNvSpPr>
              <p:nvPr/>
            </p:nvSpPr>
            <p:spPr bwMode="auto">
              <a:xfrm>
                <a:off x="2833" y="1318"/>
                <a:ext cx="26" cy="39"/>
              </a:xfrm>
              <a:custGeom>
                <a:avLst/>
                <a:gdLst>
                  <a:gd name="T0" fmla="*/ 0 w 26"/>
                  <a:gd name="T1" fmla="*/ 7 h 39"/>
                  <a:gd name="T2" fmla="*/ 22 w 26"/>
                  <a:gd name="T3" fmla="*/ 0 h 39"/>
                  <a:gd name="T4" fmla="*/ 26 w 26"/>
                  <a:gd name="T5" fmla="*/ 32 h 39"/>
                  <a:gd name="T6" fmla="*/ 5 w 26"/>
                  <a:gd name="T7" fmla="*/ 39 h 39"/>
                  <a:gd name="T8" fmla="*/ 0 w 2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9"/>
                  <a:gd name="T17" fmla="*/ 26 w 26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9">
                    <a:moveTo>
                      <a:pt x="0" y="7"/>
                    </a:moveTo>
                    <a:lnTo>
                      <a:pt x="22" y="0"/>
                    </a:lnTo>
                    <a:lnTo>
                      <a:pt x="26" y="32"/>
                    </a:lnTo>
                    <a:lnTo>
                      <a:pt x="5" y="3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4" name="Freeform 228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5" name="Freeform 229"/>
              <p:cNvSpPr>
                <a:spLocks/>
              </p:cNvSpPr>
              <p:nvPr/>
            </p:nvSpPr>
            <p:spPr bwMode="auto">
              <a:xfrm>
                <a:off x="2398" y="1524"/>
                <a:ext cx="166" cy="82"/>
              </a:xfrm>
              <a:custGeom>
                <a:avLst/>
                <a:gdLst>
                  <a:gd name="T0" fmla="*/ 17 w 166"/>
                  <a:gd name="T1" fmla="*/ 73 h 82"/>
                  <a:gd name="T2" fmla="*/ 11 w 166"/>
                  <a:gd name="T3" fmla="*/ 67 h 82"/>
                  <a:gd name="T4" fmla="*/ 163 w 166"/>
                  <a:gd name="T5" fmla="*/ 0 h 82"/>
                  <a:gd name="T6" fmla="*/ 166 w 166"/>
                  <a:gd name="T7" fmla="*/ 8 h 82"/>
                  <a:gd name="T8" fmla="*/ 14 w 166"/>
                  <a:gd name="T9" fmla="*/ 76 h 82"/>
                  <a:gd name="T10" fmla="*/ 7 w 166"/>
                  <a:gd name="T11" fmla="*/ 71 h 82"/>
                  <a:gd name="T12" fmla="*/ 14 w 166"/>
                  <a:gd name="T13" fmla="*/ 76 h 82"/>
                  <a:gd name="T14" fmla="*/ 0 w 166"/>
                  <a:gd name="T15" fmla="*/ 82 h 82"/>
                  <a:gd name="T16" fmla="*/ 7 w 166"/>
                  <a:gd name="T17" fmla="*/ 71 h 82"/>
                  <a:gd name="T18" fmla="*/ 17 w 166"/>
                  <a:gd name="T19" fmla="*/ 73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82"/>
                  <a:gd name="T32" fmla="*/ 166 w 166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82">
                    <a:moveTo>
                      <a:pt x="17" y="73"/>
                    </a:moveTo>
                    <a:lnTo>
                      <a:pt x="11" y="67"/>
                    </a:lnTo>
                    <a:lnTo>
                      <a:pt x="163" y="0"/>
                    </a:lnTo>
                    <a:lnTo>
                      <a:pt x="166" y="8"/>
                    </a:lnTo>
                    <a:lnTo>
                      <a:pt x="14" y="76"/>
                    </a:lnTo>
                    <a:lnTo>
                      <a:pt x="7" y="71"/>
                    </a:lnTo>
                    <a:lnTo>
                      <a:pt x="14" y="76"/>
                    </a:lnTo>
                    <a:lnTo>
                      <a:pt x="0" y="82"/>
                    </a:lnTo>
                    <a:lnTo>
                      <a:pt x="7" y="71"/>
                    </a:lnTo>
                    <a:lnTo>
                      <a:pt x="17" y="7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6" name="Freeform 230"/>
              <p:cNvSpPr>
                <a:spLocks/>
              </p:cNvSpPr>
              <p:nvPr/>
            </p:nvSpPr>
            <p:spPr bwMode="auto">
              <a:xfrm>
                <a:off x="2402" y="1462"/>
                <a:ext cx="91" cy="137"/>
              </a:xfrm>
              <a:custGeom>
                <a:avLst/>
                <a:gdLst>
                  <a:gd name="T0" fmla="*/ 81 w 91"/>
                  <a:gd name="T1" fmla="*/ 13 h 137"/>
                  <a:gd name="T2" fmla="*/ 91 w 91"/>
                  <a:gd name="T3" fmla="*/ 9 h 137"/>
                  <a:gd name="T4" fmla="*/ 10 w 91"/>
                  <a:gd name="T5" fmla="*/ 137 h 137"/>
                  <a:gd name="T6" fmla="*/ 0 w 91"/>
                  <a:gd name="T7" fmla="*/ 135 h 137"/>
                  <a:gd name="T8" fmla="*/ 81 w 91"/>
                  <a:gd name="T9" fmla="*/ 7 h 137"/>
                  <a:gd name="T10" fmla="*/ 91 w 91"/>
                  <a:gd name="T11" fmla="*/ 5 h 137"/>
                  <a:gd name="T12" fmla="*/ 81 w 91"/>
                  <a:gd name="T13" fmla="*/ 7 h 137"/>
                  <a:gd name="T14" fmla="*/ 86 w 91"/>
                  <a:gd name="T15" fmla="*/ 0 h 137"/>
                  <a:gd name="T16" fmla="*/ 91 w 91"/>
                  <a:gd name="T17" fmla="*/ 5 h 137"/>
                  <a:gd name="T18" fmla="*/ 81 w 91"/>
                  <a:gd name="T19" fmla="*/ 1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37"/>
                  <a:gd name="T32" fmla="*/ 91 w 91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37">
                    <a:moveTo>
                      <a:pt x="81" y="13"/>
                    </a:moveTo>
                    <a:lnTo>
                      <a:pt x="91" y="9"/>
                    </a:lnTo>
                    <a:lnTo>
                      <a:pt x="10" y="137"/>
                    </a:lnTo>
                    <a:lnTo>
                      <a:pt x="0" y="135"/>
                    </a:lnTo>
                    <a:lnTo>
                      <a:pt x="81" y="7"/>
                    </a:lnTo>
                    <a:lnTo>
                      <a:pt x="91" y="5"/>
                    </a:lnTo>
                    <a:lnTo>
                      <a:pt x="81" y="7"/>
                    </a:lnTo>
                    <a:lnTo>
                      <a:pt x="86" y="0"/>
                    </a:lnTo>
                    <a:lnTo>
                      <a:pt x="91" y="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7" name="Freeform 231"/>
              <p:cNvSpPr>
                <a:spLocks/>
              </p:cNvSpPr>
              <p:nvPr/>
            </p:nvSpPr>
            <p:spPr bwMode="auto">
              <a:xfrm>
                <a:off x="2486" y="1469"/>
                <a:ext cx="87" cy="66"/>
              </a:xfrm>
              <a:custGeom>
                <a:avLst/>
                <a:gdLst>
                  <a:gd name="T0" fmla="*/ 76 w 87"/>
                  <a:gd name="T1" fmla="*/ 58 h 66"/>
                  <a:gd name="T2" fmla="*/ 72 w 87"/>
                  <a:gd name="T3" fmla="*/ 66 h 66"/>
                  <a:gd name="T4" fmla="*/ 0 w 87"/>
                  <a:gd name="T5" fmla="*/ 6 h 66"/>
                  <a:gd name="T6" fmla="*/ 8 w 87"/>
                  <a:gd name="T7" fmla="*/ 0 h 66"/>
                  <a:gd name="T8" fmla="*/ 81 w 87"/>
                  <a:gd name="T9" fmla="*/ 58 h 66"/>
                  <a:gd name="T10" fmla="*/ 78 w 87"/>
                  <a:gd name="T11" fmla="*/ 66 h 66"/>
                  <a:gd name="T12" fmla="*/ 81 w 87"/>
                  <a:gd name="T13" fmla="*/ 58 h 66"/>
                  <a:gd name="T14" fmla="*/ 87 w 87"/>
                  <a:gd name="T15" fmla="*/ 63 h 66"/>
                  <a:gd name="T16" fmla="*/ 78 w 87"/>
                  <a:gd name="T17" fmla="*/ 66 h 66"/>
                  <a:gd name="T18" fmla="*/ 76 w 87"/>
                  <a:gd name="T19" fmla="*/ 58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66"/>
                  <a:gd name="T32" fmla="*/ 87 w 87"/>
                  <a:gd name="T33" fmla="*/ 66 h 6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66">
                    <a:moveTo>
                      <a:pt x="76" y="58"/>
                    </a:moveTo>
                    <a:lnTo>
                      <a:pt x="72" y="66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81" y="58"/>
                    </a:lnTo>
                    <a:lnTo>
                      <a:pt x="78" y="66"/>
                    </a:lnTo>
                    <a:lnTo>
                      <a:pt x="81" y="58"/>
                    </a:lnTo>
                    <a:lnTo>
                      <a:pt x="87" y="63"/>
                    </a:lnTo>
                    <a:lnTo>
                      <a:pt x="78" y="66"/>
                    </a:lnTo>
                    <a:lnTo>
                      <a:pt x="76" y="5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8" name="Freeform 232"/>
              <p:cNvSpPr>
                <a:spLocks/>
              </p:cNvSpPr>
              <p:nvPr/>
            </p:nvSpPr>
            <p:spPr bwMode="auto">
              <a:xfrm>
                <a:off x="2423" y="1551"/>
                <a:ext cx="34" cy="30"/>
              </a:xfrm>
              <a:custGeom>
                <a:avLst/>
                <a:gdLst>
                  <a:gd name="T0" fmla="*/ 34 w 34"/>
                  <a:gd name="T1" fmla="*/ 17 h 30"/>
                  <a:gd name="T2" fmla="*/ 21 w 34"/>
                  <a:gd name="T3" fmla="*/ 30 h 30"/>
                  <a:gd name="T4" fmla="*/ 0 w 34"/>
                  <a:gd name="T5" fmla="*/ 13 h 30"/>
                  <a:gd name="T6" fmla="*/ 13 w 34"/>
                  <a:gd name="T7" fmla="*/ 0 h 30"/>
                  <a:gd name="T8" fmla="*/ 34 w 34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34" y="17"/>
                    </a:moveTo>
                    <a:lnTo>
                      <a:pt x="21" y="30"/>
                    </a:lnTo>
                    <a:lnTo>
                      <a:pt x="0" y="13"/>
                    </a:lnTo>
                    <a:lnTo>
                      <a:pt x="13" y="0"/>
                    </a:lnTo>
                    <a:lnTo>
                      <a:pt x="34" y="1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29" name="Freeform 233"/>
              <p:cNvSpPr>
                <a:spLocks/>
              </p:cNvSpPr>
              <p:nvPr/>
            </p:nvSpPr>
            <p:spPr bwMode="auto">
              <a:xfrm>
                <a:off x="2442" y="1411"/>
                <a:ext cx="207" cy="157"/>
              </a:xfrm>
              <a:custGeom>
                <a:avLst/>
                <a:gdLst>
                  <a:gd name="T0" fmla="*/ 207 w 207"/>
                  <a:gd name="T1" fmla="*/ 24 h 157"/>
                  <a:gd name="T2" fmla="*/ 207 w 207"/>
                  <a:gd name="T3" fmla="*/ 24 h 157"/>
                  <a:gd name="T4" fmla="*/ 182 w 207"/>
                  <a:gd name="T5" fmla="*/ 39 h 157"/>
                  <a:gd name="T6" fmla="*/ 157 w 207"/>
                  <a:gd name="T7" fmla="*/ 54 h 157"/>
                  <a:gd name="T8" fmla="*/ 134 w 207"/>
                  <a:gd name="T9" fmla="*/ 70 h 157"/>
                  <a:gd name="T10" fmla="*/ 109 w 207"/>
                  <a:gd name="T11" fmla="*/ 87 h 157"/>
                  <a:gd name="T12" fmla="*/ 86 w 207"/>
                  <a:gd name="T13" fmla="*/ 104 h 157"/>
                  <a:gd name="T14" fmla="*/ 64 w 207"/>
                  <a:gd name="T15" fmla="*/ 121 h 157"/>
                  <a:gd name="T16" fmla="*/ 43 w 207"/>
                  <a:gd name="T17" fmla="*/ 139 h 157"/>
                  <a:gd name="T18" fmla="*/ 23 w 207"/>
                  <a:gd name="T19" fmla="*/ 157 h 157"/>
                  <a:gd name="T20" fmla="*/ 0 w 207"/>
                  <a:gd name="T21" fmla="*/ 140 h 157"/>
                  <a:gd name="T22" fmla="*/ 22 w 207"/>
                  <a:gd name="T23" fmla="*/ 121 h 157"/>
                  <a:gd name="T24" fmla="*/ 44 w 207"/>
                  <a:gd name="T25" fmla="*/ 104 h 157"/>
                  <a:gd name="T26" fmla="*/ 67 w 207"/>
                  <a:gd name="T27" fmla="*/ 85 h 157"/>
                  <a:gd name="T28" fmla="*/ 92 w 207"/>
                  <a:gd name="T29" fmla="*/ 66 h 157"/>
                  <a:gd name="T30" fmla="*/ 118 w 207"/>
                  <a:gd name="T31" fmla="*/ 48 h 157"/>
                  <a:gd name="T32" fmla="*/ 142 w 207"/>
                  <a:gd name="T33" fmla="*/ 31 h 157"/>
                  <a:gd name="T34" fmla="*/ 168 w 207"/>
                  <a:gd name="T35" fmla="*/ 16 h 157"/>
                  <a:gd name="T36" fmla="*/ 195 w 207"/>
                  <a:gd name="T37" fmla="*/ 0 h 157"/>
                  <a:gd name="T38" fmla="*/ 207 w 207"/>
                  <a:gd name="T39" fmla="*/ 24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57"/>
                  <a:gd name="T62" fmla="*/ 207 w 207"/>
                  <a:gd name="T63" fmla="*/ 157 h 15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57">
                    <a:moveTo>
                      <a:pt x="207" y="24"/>
                    </a:moveTo>
                    <a:lnTo>
                      <a:pt x="207" y="24"/>
                    </a:lnTo>
                    <a:lnTo>
                      <a:pt x="182" y="39"/>
                    </a:lnTo>
                    <a:lnTo>
                      <a:pt x="157" y="54"/>
                    </a:lnTo>
                    <a:lnTo>
                      <a:pt x="134" y="70"/>
                    </a:lnTo>
                    <a:lnTo>
                      <a:pt x="109" y="87"/>
                    </a:lnTo>
                    <a:lnTo>
                      <a:pt x="86" y="104"/>
                    </a:lnTo>
                    <a:lnTo>
                      <a:pt x="64" y="121"/>
                    </a:lnTo>
                    <a:lnTo>
                      <a:pt x="43" y="139"/>
                    </a:lnTo>
                    <a:lnTo>
                      <a:pt x="23" y="157"/>
                    </a:lnTo>
                    <a:lnTo>
                      <a:pt x="0" y="140"/>
                    </a:lnTo>
                    <a:lnTo>
                      <a:pt x="22" y="121"/>
                    </a:lnTo>
                    <a:lnTo>
                      <a:pt x="44" y="104"/>
                    </a:lnTo>
                    <a:lnTo>
                      <a:pt x="67" y="85"/>
                    </a:lnTo>
                    <a:lnTo>
                      <a:pt x="92" y="66"/>
                    </a:lnTo>
                    <a:lnTo>
                      <a:pt x="118" y="48"/>
                    </a:lnTo>
                    <a:lnTo>
                      <a:pt x="142" y="31"/>
                    </a:lnTo>
                    <a:lnTo>
                      <a:pt x="168" y="16"/>
                    </a:lnTo>
                    <a:lnTo>
                      <a:pt x="195" y="0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0" name="Freeform 234"/>
              <p:cNvSpPr>
                <a:spLocks/>
              </p:cNvSpPr>
              <p:nvPr/>
            </p:nvSpPr>
            <p:spPr bwMode="auto">
              <a:xfrm>
                <a:off x="2639" y="1329"/>
                <a:ext cx="196" cy="108"/>
              </a:xfrm>
              <a:custGeom>
                <a:avLst/>
                <a:gdLst>
                  <a:gd name="T0" fmla="*/ 196 w 196"/>
                  <a:gd name="T1" fmla="*/ 27 h 108"/>
                  <a:gd name="T2" fmla="*/ 173 w 196"/>
                  <a:gd name="T3" fmla="*/ 35 h 108"/>
                  <a:gd name="T4" fmla="*/ 148 w 196"/>
                  <a:gd name="T5" fmla="*/ 44 h 108"/>
                  <a:gd name="T6" fmla="*/ 126 w 196"/>
                  <a:gd name="T7" fmla="*/ 53 h 108"/>
                  <a:gd name="T8" fmla="*/ 103 w 196"/>
                  <a:gd name="T9" fmla="*/ 63 h 108"/>
                  <a:gd name="T10" fmla="*/ 81 w 196"/>
                  <a:gd name="T11" fmla="*/ 73 h 108"/>
                  <a:gd name="T12" fmla="*/ 59 w 196"/>
                  <a:gd name="T13" fmla="*/ 84 h 108"/>
                  <a:gd name="T14" fmla="*/ 35 w 196"/>
                  <a:gd name="T15" fmla="*/ 97 h 108"/>
                  <a:gd name="T16" fmla="*/ 14 w 196"/>
                  <a:gd name="T17" fmla="*/ 108 h 108"/>
                  <a:gd name="T18" fmla="*/ 0 w 196"/>
                  <a:gd name="T19" fmla="*/ 85 h 108"/>
                  <a:gd name="T20" fmla="*/ 23 w 196"/>
                  <a:gd name="T21" fmla="*/ 73 h 108"/>
                  <a:gd name="T22" fmla="*/ 47 w 196"/>
                  <a:gd name="T23" fmla="*/ 61 h 108"/>
                  <a:gd name="T24" fmla="*/ 71 w 196"/>
                  <a:gd name="T25" fmla="*/ 48 h 108"/>
                  <a:gd name="T26" fmla="*/ 95 w 196"/>
                  <a:gd name="T27" fmla="*/ 37 h 108"/>
                  <a:gd name="T28" fmla="*/ 119 w 196"/>
                  <a:gd name="T29" fmla="*/ 27 h 108"/>
                  <a:gd name="T30" fmla="*/ 143 w 196"/>
                  <a:gd name="T31" fmla="*/ 18 h 108"/>
                  <a:gd name="T32" fmla="*/ 168 w 196"/>
                  <a:gd name="T33" fmla="*/ 8 h 108"/>
                  <a:gd name="T34" fmla="*/ 192 w 196"/>
                  <a:gd name="T35" fmla="*/ 0 h 108"/>
                  <a:gd name="T36" fmla="*/ 196 w 196"/>
                  <a:gd name="T37" fmla="*/ 27 h 10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08"/>
                  <a:gd name="T59" fmla="*/ 196 w 196"/>
                  <a:gd name="T60" fmla="*/ 108 h 10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08">
                    <a:moveTo>
                      <a:pt x="196" y="27"/>
                    </a:moveTo>
                    <a:lnTo>
                      <a:pt x="173" y="35"/>
                    </a:lnTo>
                    <a:lnTo>
                      <a:pt x="148" y="44"/>
                    </a:lnTo>
                    <a:lnTo>
                      <a:pt x="126" y="53"/>
                    </a:lnTo>
                    <a:lnTo>
                      <a:pt x="103" y="63"/>
                    </a:lnTo>
                    <a:lnTo>
                      <a:pt x="81" y="73"/>
                    </a:lnTo>
                    <a:lnTo>
                      <a:pt x="59" y="84"/>
                    </a:lnTo>
                    <a:lnTo>
                      <a:pt x="35" y="97"/>
                    </a:lnTo>
                    <a:lnTo>
                      <a:pt x="14" y="108"/>
                    </a:lnTo>
                    <a:lnTo>
                      <a:pt x="0" y="85"/>
                    </a:lnTo>
                    <a:lnTo>
                      <a:pt x="23" y="73"/>
                    </a:lnTo>
                    <a:lnTo>
                      <a:pt x="47" y="61"/>
                    </a:lnTo>
                    <a:lnTo>
                      <a:pt x="71" y="48"/>
                    </a:lnTo>
                    <a:lnTo>
                      <a:pt x="95" y="37"/>
                    </a:lnTo>
                    <a:lnTo>
                      <a:pt x="119" y="27"/>
                    </a:lnTo>
                    <a:lnTo>
                      <a:pt x="143" y="18"/>
                    </a:lnTo>
                    <a:lnTo>
                      <a:pt x="168" y="8"/>
                    </a:lnTo>
                    <a:lnTo>
                      <a:pt x="192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1" name="Freeform 235"/>
              <p:cNvSpPr>
                <a:spLocks/>
              </p:cNvSpPr>
              <p:nvPr/>
            </p:nvSpPr>
            <p:spPr bwMode="auto">
              <a:xfrm>
                <a:off x="2834" y="1321"/>
                <a:ext cx="22" cy="34"/>
              </a:xfrm>
              <a:custGeom>
                <a:avLst/>
                <a:gdLst>
                  <a:gd name="T0" fmla="*/ 0 w 22"/>
                  <a:gd name="T1" fmla="*/ 8 h 34"/>
                  <a:gd name="T2" fmla="*/ 18 w 22"/>
                  <a:gd name="T3" fmla="*/ 0 h 34"/>
                  <a:gd name="T4" fmla="*/ 22 w 22"/>
                  <a:gd name="T5" fmla="*/ 27 h 34"/>
                  <a:gd name="T6" fmla="*/ 4 w 22"/>
                  <a:gd name="T7" fmla="*/ 34 h 34"/>
                  <a:gd name="T8" fmla="*/ 0 w 22"/>
                  <a:gd name="T9" fmla="*/ 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0" y="8"/>
                    </a:moveTo>
                    <a:lnTo>
                      <a:pt x="18" y="0"/>
                    </a:lnTo>
                    <a:lnTo>
                      <a:pt x="22" y="27"/>
                    </a:lnTo>
                    <a:lnTo>
                      <a:pt x="4" y="3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2" name="Freeform 236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3" name="Freeform 237"/>
              <p:cNvSpPr>
                <a:spLocks/>
              </p:cNvSpPr>
              <p:nvPr/>
            </p:nvSpPr>
            <p:spPr bwMode="auto">
              <a:xfrm>
                <a:off x="2366" y="1543"/>
                <a:ext cx="172" cy="98"/>
              </a:xfrm>
              <a:custGeom>
                <a:avLst/>
                <a:gdLst>
                  <a:gd name="T0" fmla="*/ 28 w 172"/>
                  <a:gd name="T1" fmla="*/ 81 h 98"/>
                  <a:gd name="T2" fmla="*/ 17 w 172"/>
                  <a:gd name="T3" fmla="*/ 73 h 98"/>
                  <a:gd name="T4" fmla="*/ 167 w 172"/>
                  <a:gd name="T5" fmla="*/ 0 h 98"/>
                  <a:gd name="T6" fmla="*/ 172 w 172"/>
                  <a:gd name="T7" fmla="*/ 13 h 98"/>
                  <a:gd name="T8" fmla="*/ 23 w 172"/>
                  <a:gd name="T9" fmla="*/ 86 h 98"/>
                  <a:gd name="T10" fmla="*/ 11 w 172"/>
                  <a:gd name="T11" fmla="*/ 79 h 98"/>
                  <a:gd name="T12" fmla="*/ 23 w 172"/>
                  <a:gd name="T13" fmla="*/ 86 h 98"/>
                  <a:gd name="T14" fmla="*/ 0 w 172"/>
                  <a:gd name="T15" fmla="*/ 98 h 98"/>
                  <a:gd name="T16" fmla="*/ 11 w 172"/>
                  <a:gd name="T17" fmla="*/ 79 h 98"/>
                  <a:gd name="T18" fmla="*/ 28 w 172"/>
                  <a:gd name="T19" fmla="*/ 8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98"/>
                  <a:gd name="T32" fmla="*/ 172 w 172"/>
                  <a:gd name="T33" fmla="*/ 98 h 9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98">
                    <a:moveTo>
                      <a:pt x="28" y="81"/>
                    </a:moveTo>
                    <a:lnTo>
                      <a:pt x="17" y="73"/>
                    </a:lnTo>
                    <a:lnTo>
                      <a:pt x="167" y="0"/>
                    </a:lnTo>
                    <a:lnTo>
                      <a:pt x="172" y="13"/>
                    </a:lnTo>
                    <a:lnTo>
                      <a:pt x="23" y="86"/>
                    </a:lnTo>
                    <a:lnTo>
                      <a:pt x="11" y="79"/>
                    </a:lnTo>
                    <a:lnTo>
                      <a:pt x="23" y="86"/>
                    </a:lnTo>
                    <a:lnTo>
                      <a:pt x="0" y="98"/>
                    </a:lnTo>
                    <a:lnTo>
                      <a:pt x="11" y="79"/>
                    </a:lnTo>
                    <a:lnTo>
                      <a:pt x="28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4" name="Freeform 238"/>
              <p:cNvSpPr>
                <a:spLocks/>
              </p:cNvSpPr>
              <p:nvPr/>
            </p:nvSpPr>
            <p:spPr bwMode="auto">
              <a:xfrm>
                <a:off x="2377" y="1482"/>
                <a:ext cx="91" cy="143"/>
              </a:xfrm>
              <a:custGeom>
                <a:avLst/>
                <a:gdLst>
                  <a:gd name="T0" fmla="*/ 74 w 91"/>
                  <a:gd name="T1" fmla="*/ 20 h 143"/>
                  <a:gd name="T2" fmla="*/ 91 w 91"/>
                  <a:gd name="T3" fmla="*/ 15 h 143"/>
                  <a:gd name="T4" fmla="*/ 17 w 91"/>
                  <a:gd name="T5" fmla="*/ 143 h 143"/>
                  <a:gd name="T6" fmla="*/ 0 w 91"/>
                  <a:gd name="T7" fmla="*/ 141 h 143"/>
                  <a:gd name="T8" fmla="*/ 73 w 91"/>
                  <a:gd name="T9" fmla="*/ 12 h 143"/>
                  <a:gd name="T10" fmla="*/ 89 w 91"/>
                  <a:gd name="T11" fmla="*/ 6 h 143"/>
                  <a:gd name="T12" fmla="*/ 73 w 91"/>
                  <a:gd name="T13" fmla="*/ 12 h 143"/>
                  <a:gd name="T14" fmla="*/ 79 w 91"/>
                  <a:gd name="T15" fmla="*/ 0 h 143"/>
                  <a:gd name="T16" fmla="*/ 89 w 91"/>
                  <a:gd name="T17" fmla="*/ 6 h 143"/>
                  <a:gd name="T18" fmla="*/ 74 w 91"/>
                  <a:gd name="T19" fmla="*/ 2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43"/>
                  <a:gd name="T32" fmla="*/ 91 w 91"/>
                  <a:gd name="T33" fmla="*/ 143 h 1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43">
                    <a:moveTo>
                      <a:pt x="74" y="20"/>
                    </a:moveTo>
                    <a:lnTo>
                      <a:pt x="91" y="15"/>
                    </a:lnTo>
                    <a:lnTo>
                      <a:pt x="17" y="143"/>
                    </a:lnTo>
                    <a:lnTo>
                      <a:pt x="0" y="141"/>
                    </a:lnTo>
                    <a:lnTo>
                      <a:pt x="73" y="12"/>
                    </a:lnTo>
                    <a:lnTo>
                      <a:pt x="89" y="6"/>
                    </a:lnTo>
                    <a:lnTo>
                      <a:pt x="73" y="12"/>
                    </a:lnTo>
                    <a:lnTo>
                      <a:pt x="79" y="0"/>
                    </a:lnTo>
                    <a:lnTo>
                      <a:pt x="89" y="6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5" name="Freeform 239"/>
              <p:cNvSpPr>
                <a:spLocks/>
              </p:cNvSpPr>
              <p:nvPr/>
            </p:nvSpPr>
            <p:spPr bwMode="auto">
              <a:xfrm>
                <a:off x="2453" y="1488"/>
                <a:ext cx="102" cy="69"/>
              </a:xfrm>
              <a:custGeom>
                <a:avLst/>
                <a:gdLst>
                  <a:gd name="T0" fmla="*/ 82 w 102"/>
                  <a:gd name="T1" fmla="*/ 57 h 69"/>
                  <a:gd name="T2" fmla="*/ 78 w 102"/>
                  <a:gd name="T3" fmla="*/ 69 h 69"/>
                  <a:gd name="T4" fmla="*/ 0 w 102"/>
                  <a:gd name="T5" fmla="*/ 14 h 69"/>
                  <a:gd name="T6" fmla="*/ 15 w 102"/>
                  <a:gd name="T7" fmla="*/ 0 h 69"/>
                  <a:gd name="T8" fmla="*/ 92 w 102"/>
                  <a:gd name="T9" fmla="*/ 57 h 69"/>
                  <a:gd name="T10" fmla="*/ 89 w 102"/>
                  <a:gd name="T11" fmla="*/ 68 h 69"/>
                  <a:gd name="T12" fmla="*/ 92 w 102"/>
                  <a:gd name="T13" fmla="*/ 57 h 69"/>
                  <a:gd name="T14" fmla="*/ 102 w 102"/>
                  <a:gd name="T15" fmla="*/ 62 h 69"/>
                  <a:gd name="T16" fmla="*/ 89 w 102"/>
                  <a:gd name="T17" fmla="*/ 68 h 69"/>
                  <a:gd name="T18" fmla="*/ 82 w 102"/>
                  <a:gd name="T19" fmla="*/ 57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69"/>
                  <a:gd name="T32" fmla="*/ 102 w 102"/>
                  <a:gd name="T33" fmla="*/ 69 h 6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69">
                    <a:moveTo>
                      <a:pt x="82" y="57"/>
                    </a:moveTo>
                    <a:lnTo>
                      <a:pt x="78" y="69"/>
                    </a:lnTo>
                    <a:lnTo>
                      <a:pt x="0" y="14"/>
                    </a:lnTo>
                    <a:lnTo>
                      <a:pt x="15" y="0"/>
                    </a:lnTo>
                    <a:lnTo>
                      <a:pt x="92" y="57"/>
                    </a:lnTo>
                    <a:lnTo>
                      <a:pt x="89" y="68"/>
                    </a:lnTo>
                    <a:lnTo>
                      <a:pt x="92" y="57"/>
                    </a:lnTo>
                    <a:lnTo>
                      <a:pt x="102" y="62"/>
                    </a:lnTo>
                    <a:lnTo>
                      <a:pt x="89" y="68"/>
                    </a:lnTo>
                    <a:lnTo>
                      <a:pt x="82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6" name="Freeform 240"/>
              <p:cNvSpPr>
                <a:spLocks/>
              </p:cNvSpPr>
              <p:nvPr/>
            </p:nvSpPr>
            <p:spPr bwMode="auto">
              <a:xfrm>
                <a:off x="2405" y="1565"/>
                <a:ext cx="45" cy="33"/>
              </a:xfrm>
              <a:custGeom>
                <a:avLst/>
                <a:gdLst>
                  <a:gd name="T0" fmla="*/ 45 w 45"/>
                  <a:gd name="T1" fmla="*/ 17 h 33"/>
                  <a:gd name="T2" fmla="*/ 29 w 45"/>
                  <a:gd name="T3" fmla="*/ 33 h 33"/>
                  <a:gd name="T4" fmla="*/ 0 w 45"/>
                  <a:gd name="T5" fmla="*/ 16 h 33"/>
                  <a:gd name="T6" fmla="*/ 16 w 45"/>
                  <a:gd name="T7" fmla="*/ 0 h 33"/>
                  <a:gd name="T8" fmla="*/ 45 w 45"/>
                  <a:gd name="T9" fmla="*/ 1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3"/>
                  <a:gd name="T17" fmla="*/ 45 w 45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3">
                    <a:moveTo>
                      <a:pt x="45" y="17"/>
                    </a:moveTo>
                    <a:lnTo>
                      <a:pt x="29" y="33"/>
                    </a:lnTo>
                    <a:lnTo>
                      <a:pt x="0" y="16"/>
                    </a:lnTo>
                    <a:lnTo>
                      <a:pt x="16" y="0"/>
                    </a:lnTo>
                    <a:lnTo>
                      <a:pt x="45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7" name="Freeform 241"/>
              <p:cNvSpPr>
                <a:spLocks/>
              </p:cNvSpPr>
              <p:nvPr/>
            </p:nvSpPr>
            <p:spPr bwMode="auto">
              <a:xfrm>
                <a:off x="2423" y="1429"/>
                <a:ext cx="197" cy="156"/>
              </a:xfrm>
              <a:custGeom>
                <a:avLst/>
                <a:gdLst>
                  <a:gd name="T0" fmla="*/ 197 w 197"/>
                  <a:gd name="T1" fmla="*/ 26 h 156"/>
                  <a:gd name="T2" fmla="*/ 197 w 197"/>
                  <a:gd name="T3" fmla="*/ 26 h 156"/>
                  <a:gd name="T4" fmla="*/ 172 w 197"/>
                  <a:gd name="T5" fmla="*/ 42 h 156"/>
                  <a:gd name="T6" fmla="*/ 150 w 197"/>
                  <a:gd name="T7" fmla="*/ 57 h 156"/>
                  <a:gd name="T8" fmla="*/ 127 w 197"/>
                  <a:gd name="T9" fmla="*/ 73 h 156"/>
                  <a:gd name="T10" fmla="*/ 106 w 197"/>
                  <a:gd name="T11" fmla="*/ 88 h 156"/>
                  <a:gd name="T12" fmla="*/ 85 w 197"/>
                  <a:gd name="T13" fmla="*/ 104 h 156"/>
                  <a:gd name="T14" fmla="*/ 66 w 197"/>
                  <a:gd name="T15" fmla="*/ 120 h 156"/>
                  <a:gd name="T16" fmla="*/ 47 w 197"/>
                  <a:gd name="T17" fmla="*/ 137 h 156"/>
                  <a:gd name="T18" fmla="*/ 28 w 197"/>
                  <a:gd name="T19" fmla="*/ 156 h 156"/>
                  <a:gd name="T20" fmla="*/ 0 w 197"/>
                  <a:gd name="T21" fmla="*/ 138 h 156"/>
                  <a:gd name="T22" fmla="*/ 20 w 197"/>
                  <a:gd name="T23" fmla="*/ 118 h 156"/>
                  <a:gd name="T24" fmla="*/ 41 w 197"/>
                  <a:gd name="T25" fmla="*/ 100 h 156"/>
                  <a:gd name="T26" fmla="*/ 62 w 197"/>
                  <a:gd name="T27" fmla="*/ 83 h 156"/>
                  <a:gd name="T28" fmla="*/ 83 w 197"/>
                  <a:gd name="T29" fmla="*/ 65 h 156"/>
                  <a:gd name="T30" fmla="*/ 106 w 197"/>
                  <a:gd name="T31" fmla="*/ 48 h 156"/>
                  <a:gd name="T32" fmla="*/ 129 w 197"/>
                  <a:gd name="T33" fmla="*/ 32 h 156"/>
                  <a:gd name="T34" fmla="*/ 154 w 197"/>
                  <a:gd name="T35" fmla="*/ 17 h 156"/>
                  <a:gd name="T36" fmla="*/ 179 w 197"/>
                  <a:gd name="T37" fmla="*/ 0 h 156"/>
                  <a:gd name="T38" fmla="*/ 197 w 197"/>
                  <a:gd name="T39" fmla="*/ 26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7"/>
                  <a:gd name="T61" fmla="*/ 0 h 156"/>
                  <a:gd name="T62" fmla="*/ 197 w 197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7" h="156">
                    <a:moveTo>
                      <a:pt x="197" y="26"/>
                    </a:moveTo>
                    <a:lnTo>
                      <a:pt x="197" y="26"/>
                    </a:lnTo>
                    <a:lnTo>
                      <a:pt x="172" y="42"/>
                    </a:lnTo>
                    <a:lnTo>
                      <a:pt x="150" y="57"/>
                    </a:lnTo>
                    <a:lnTo>
                      <a:pt x="127" y="73"/>
                    </a:lnTo>
                    <a:lnTo>
                      <a:pt x="106" y="88"/>
                    </a:lnTo>
                    <a:lnTo>
                      <a:pt x="85" y="104"/>
                    </a:lnTo>
                    <a:lnTo>
                      <a:pt x="66" y="120"/>
                    </a:lnTo>
                    <a:lnTo>
                      <a:pt x="47" y="137"/>
                    </a:lnTo>
                    <a:lnTo>
                      <a:pt x="28" y="156"/>
                    </a:lnTo>
                    <a:lnTo>
                      <a:pt x="0" y="138"/>
                    </a:lnTo>
                    <a:lnTo>
                      <a:pt x="20" y="118"/>
                    </a:lnTo>
                    <a:lnTo>
                      <a:pt x="41" y="100"/>
                    </a:lnTo>
                    <a:lnTo>
                      <a:pt x="62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4" y="17"/>
                    </a:lnTo>
                    <a:lnTo>
                      <a:pt x="179" y="0"/>
                    </a:lnTo>
                    <a:lnTo>
                      <a:pt x="197" y="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8" name="Freeform 242"/>
              <p:cNvSpPr>
                <a:spLocks/>
              </p:cNvSpPr>
              <p:nvPr/>
            </p:nvSpPr>
            <p:spPr bwMode="auto">
              <a:xfrm>
                <a:off x="2608" y="1336"/>
                <a:ext cx="196" cy="120"/>
              </a:xfrm>
              <a:custGeom>
                <a:avLst/>
                <a:gdLst>
                  <a:gd name="T0" fmla="*/ 196 w 196"/>
                  <a:gd name="T1" fmla="*/ 32 h 120"/>
                  <a:gd name="T2" fmla="*/ 174 w 196"/>
                  <a:gd name="T3" fmla="*/ 41 h 120"/>
                  <a:gd name="T4" fmla="*/ 152 w 196"/>
                  <a:gd name="T5" fmla="*/ 49 h 120"/>
                  <a:gd name="T6" fmla="*/ 128 w 196"/>
                  <a:gd name="T7" fmla="*/ 60 h 120"/>
                  <a:gd name="T8" fmla="*/ 106 w 196"/>
                  <a:gd name="T9" fmla="*/ 71 h 120"/>
                  <a:gd name="T10" fmla="*/ 83 w 196"/>
                  <a:gd name="T11" fmla="*/ 83 h 120"/>
                  <a:gd name="T12" fmla="*/ 61 w 196"/>
                  <a:gd name="T13" fmla="*/ 94 h 120"/>
                  <a:gd name="T14" fmla="*/ 38 w 196"/>
                  <a:gd name="T15" fmla="*/ 107 h 120"/>
                  <a:gd name="T16" fmla="*/ 17 w 196"/>
                  <a:gd name="T17" fmla="*/ 120 h 120"/>
                  <a:gd name="T18" fmla="*/ 0 w 196"/>
                  <a:gd name="T19" fmla="*/ 94 h 120"/>
                  <a:gd name="T20" fmla="*/ 22 w 196"/>
                  <a:gd name="T21" fmla="*/ 79 h 120"/>
                  <a:gd name="T22" fmla="*/ 45 w 196"/>
                  <a:gd name="T23" fmla="*/ 67 h 120"/>
                  <a:gd name="T24" fmla="*/ 70 w 196"/>
                  <a:gd name="T25" fmla="*/ 54 h 120"/>
                  <a:gd name="T26" fmla="*/ 93 w 196"/>
                  <a:gd name="T27" fmla="*/ 42 h 120"/>
                  <a:gd name="T28" fmla="*/ 116 w 196"/>
                  <a:gd name="T29" fmla="*/ 31 h 120"/>
                  <a:gd name="T30" fmla="*/ 141 w 196"/>
                  <a:gd name="T31" fmla="*/ 20 h 120"/>
                  <a:gd name="T32" fmla="*/ 165 w 196"/>
                  <a:gd name="T33" fmla="*/ 9 h 120"/>
                  <a:gd name="T34" fmla="*/ 190 w 196"/>
                  <a:gd name="T35" fmla="*/ 0 h 120"/>
                  <a:gd name="T36" fmla="*/ 196 w 196"/>
                  <a:gd name="T37" fmla="*/ 32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0"/>
                  <a:gd name="T59" fmla="*/ 196 w 196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0">
                    <a:moveTo>
                      <a:pt x="196" y="32"/>
                    </a:moveTo>
                    <a:lnTo>
                      <a:pt x="174" y="41"/>
                    </a:lnTo>
                    <a:lnTo>
                      <a:pt x="152" y="49"/>
                    </a:lnTo>
                    <a:lnTo>
                      <a:pt x="128" y="60"/>
                    </a:lnTo>
                    <a:lnTo>
                      <a:pt x="106" y="71"/>
                    </a:lnTo>
                    <a:lnTo>
                      <a:pt x="83" y="83"/>
                    </a:lnTo>
                    <a:lnTo>
                      <a:pt x="61" y="94"/>
                    </a:lnTo>
                    <a:lnTo>
                      <a:pt x="38" y="107"/>
                    </a:lnTo>
                    <a:lnTo>
                      <a:pt x="17" y="120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5" y="67"/>
                    </a:lnTo>
                    <a:lnTo>
                      <a:pt x="70" y="54"/>
                    </a:lnTo>
                    <a:lnTo>
                      <a:pt x="93" y="42"/>
                    </a:lnTo>
                    <a:lnTo>
                      <a:pt x="116" y="31"/>
                    </a:lnTo>
                    <a:lnTo>
                      <a:pt x="141" y="20"/>
                    </a:lnTo>
                    <a:lnTo>
                      <a:pt x="165" y="9"/>
                    </a:lnTo>
                    <a:lnTo>
                      <a:pt x="190" y="0"/>
                    </a:lnTo>
                    <a:lnTo>
                      <a:pt x="19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39" name="Freeform 243"/>
              <p:cNvSpPr>
                <a:spLocks/>
              </p:cNvSpPr>
              <p:nvPr/>
            </p:nvSpPr>
            <p:spPr bwMode="auto">
              <a:xfrm>
                <a:off x="2799" y="1331"/>
                <a:ext cx="27" cy="37"/>
              </a:xfrm>
              <a:custGeom>
                <a:avLst/>
                <a:gdLst>
                  <a:gd name="T0" fmla="*/ 0 w 27"/>
                  <a:gd name="T1" fmla="*/ 9 h 37"/>
                  <a:gd name="T2" fmla="*/ 19 w 27"/>
                  <a:gd name="T3" fmla="*/ 0 h 37"/>
                  <a:gd name="T4" fmla="*/ 27 w 27"/>
                  <a:gd name="T5" fmla="*/ 31 h 37"/>
                  <a:gd name="T6" fmla="*/ 8 w 27"/>
                  <a:gd name="T7" fmla="*/ 37 h 37"/>
                  <a:gd name="T8" fmla="*/ 0 w 27"/>
                  <a:gd name="T9" fmla="*/ 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0" y="9"/>
                    </a:moveTo>
                    <a:lnTo>
                      <a:pt x="19" y="0"/>
                    </a:lnTo>
                    <a:lnTo>
                      <a:pt x="27" y="31"/>
                    </a:lnTo>
                    <a:lnTo>
                      <a:pt x="8" y="3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0" name="Freeform 244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1" name="Freeform 245"/>
              <p:cNvSpPr>
                <a:spLocks/>
              </p:cNvSpPr>
              <p:nvPr/>
            </p:nvSpPr>
            <p:spPr bwMode="auto">
              <a:xfrm>
                <a:off x="2376" y="1545"/>
                <a:ext cx="163" cy="87"/>
              </a:xfrm>
              <a:custGeom>
                <a:avLst/>
                <a:gdLst>
                  <a:gd name="T0" fmla="*/ 16 w 163"/>
                  <a:gd name="T1" fmla="*/ 77 h 87"/>
                  <a:gd name="T2" fmla="*/ 9 w 163"/>
                  <a:gd name="T3" fmla="*/ 72 h 87"/>
                  <a:gd name="T4" fmla="*/ 159 w 163"/>
                  <a:gd name="T5" fmla="*/ 0 h 87"/>
                  <a:gd name="T6" fmla="*/ 163 w 163"/>
                  <a:gd name="T7" fmla="*/ 8 h 87"/>
                  <a:gd name="T8" fmla="*/ 14 w 163"/>
                  <a:gd name="T9" fmla="*/ 81 h 87"/>
                  <a:gd name="T10" fmla="*/ 6 w 163"/>
                  <a:gd name="T11" fmla="*/ 77 h 87"/>
                  <a:gd name="T12" fmla="*/ 14 w 163"/>
                  <a:gd name="T13" fmla="*/ 81 h 87"/>
                  <a:gd name="T14" fmla="*/ 0 w 163"/>
                  <a:gd name="T15" fmla="*/ 87 h 87"/>
                  <a:gd name="T16" fmla="*/ 6 w 163"/>
                  <a:gd name="T17" fmla="*/ 77 h 87"/>
                  <a:gd name="T18" fmla="*/ 16 w 163"/>
                  <a:gd name="T19" fmla="*/ 7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3"/>
                  <a:gd name="T31" fmla="*/ 0 h 87"/>
                  <a:gd name="T32" fmla="*/ 163 w 163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3" h="87">
                    <a:moveTo>
                      <a:pt x="16" y="77"/>
                    </a:moveTo>
                    <a:lnTo>
                      <a:pt x="9" y="72"/>
                    </a:lnTo>
                    <a:lnTo>
                      <a:pt x="159" y="0"/>
                    </a:lnTo>
                    <a:lnTo>
                      <a:pt x="163" y="8"/>
                    </a:lnTo>
                    <a:lnTo>
                      <a:pt x="14" y="81"/>
                    </a:lnTo>
                    <a:lnTo>
                      <a:pt x="6" y="77"/>
                    </a:lnTo>
                    <a:lnTo>
                      <a:pt x="14" y="81"/>
                    </a:lnTo>
                    <a:lnTo>
                      <a:pt x="0" y="87"/>
                    </a:lnTo>
                    <a:lnTo>
                      <a:pt x="6" y="77"/>
                    </a:lnTo>
                    <a:lnTo>
                      <a:pt x="16" y="7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2" name="Freeform 246"/>
              <p:cNvSpPr>
                <a:spLocks/>
              </p:cNvSpPr>
              <p:nvPr/>
            </p:nvSpPr>
            <p:spPr bwMode="auto">
              <a:xfrm>
                <a:off x="2380" y="1486"/>
                <a:ext cx="82" cy="138"/>
              </a:xfrm>
              <a:custGeom>
                <a:avLst/>
                <a:gdLst>
                  <a:gd name="T0" fmla="*/ 72 w 82"/>
                  <a:gd name="T1" fmla="*/ 13 h 138"/>
                  <a:gd name="T2" fmla="*/ 82 w 82"/>
                  <a:gd name="T3" fmla="*/ 8 h 138"/>
                  <a:gd name="T4" fmla="*/ 9 w 82"/>
                  <a:gd name="T5" fmla="*/ 138 h 138"/>
                  <a:gd name="T6" fmla="*/ 0 w 82"/>
                  <a:gd name="T7" fmla="*/ 136 h 138"/>
                  <a:gd name="T8" fmla="*/ 72 w 82"/>
                  <a:gd name="T9" fmla="*/ 7 h 138"/>
                  <a:gd name="T10" fmla="*/ 81 w 82"/>
                  <a:gd name="T11" fmla="*/ 4 h 138"/>
                  <a:gd name="T12" fmla="*/ 72 w 82"/>
                  <a:gd name="T13" fmla="*/ 7 h 138"/>
                  <a:gd name="T14" fmla="*/ 76 w 82"/>
                  <a:gd name="T15" fmla="*/ 0 h 138"/>
                  <a:gd name="T16" fmla="*/ 81 w 82"/>
                  <a:gd name="T17" fmla="*/ 4 h 138"/>
                  <a:gd name="T18" fmla="*/ 72 w 82"/>
                  <a:gd name="T19" fmla="*/ 13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138"/>
                  <a:gd name="T32" fmla="*/ 82 w 82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138">
                    <a:moveTo>
                      <a:pt x="72" y="13"/>
                    </a:moveTo>
                    <a:lnTo>
                      <a:pt x="82" y="8"/>
                    </a:lnTo>
                    <a:lnTo>
                      <a:pt x="9" y="138"/>
                    </a:lnTo>
                    <a:lnTo>
                      <a:pt x="0" y="136"/>
                    </a:lnTo>
                    <a:lnTo>
                      <a:pt x="72" y="7"/>
                    </a:lnTo>
                    <a:lnTo>
                      <a:pt x="81" y="4"/>
                    </a:lnTo>
                    <a:lnTo>
                      <a:pt x="72" y="7"/>
                    </a:lnTo>
                    <a:lnTo>
                      <a:pt x="76" y="0"/>
                    </a:lnTo>
                    <a:lnTo>
                      <a:pt x="81" y="4"/>
                    </a:lnTo>
                    <a:lnTo>
                      <a:pt x="72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3" name="Freeform 247"/>
              <p:cNvSpPr>
                <a:spLocks/>
              </p:cNvSpPr>
              <p:nvPr/>
            </p:nvSpPr>
            <p:spPr bwMode="auto">
              <a:xfrm>
                <a:off x="2454" y="1491"/>
                <a:ext cx="92" cy="63"/>
              </a:xfrm>
              <a:custGeom>
                <a:avLst/>
                <a:gdLst>
                  <a:gd name="T0" fmla="*/ 80 w 92"/>
                  <a:gd name="T1" fmla="*/ 55 h 63"/>
                  <a:gd name="T2" fmla="*/ 77 w 92"/>
                  <a:gd name="T3" fmla="*/ 63 h 63"/>
                  <a:gd name="T4" fmla="*/ 0 w 92"/>
                  <a:gd name="T5" fmla="*/ 9 h 63"/>
                  <a:gd name="T6" fmla="*/ 8 w 92"/>
                  <a:gd name="T7" fmla="*/ 0 h 63"/>
                  <a:gd name="T8" fmla="*/ 88 w 92"/>
                  <a:gd name="T9" fmla="*/ 55 h 63"/>
                  <a:gd name="T10" fmla="*/ 83 w 92"/>
                  <a:gd name="T11" fmla="*/ 63 h 63"/>
                  <a:gd name="T12" fmla="*/ 88 w 92"/>
                  <a:gd name="T13" fmla="*/ 55 h 63"/>
                  <a:gd name="T14" fmla="*/ 92 w 92"/>
                  <a:gd name="T15" fmla="*/ 60 h 63"/>
                  <a:gd name="T16" fmla="*/ 83 w 92"/>
                  <a:gd name="T17" fmla="*/ 63 h 63"/>
                  <a:gd name="T18" fmla="*/ 80 w 92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3"/>
                  <a:gd name="T32" fmla="*/ 92 w 92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3">
                    <a:moveTo>
                      <a:pt x="80" y="55"/>
                    </a:moveTo>
                    <a:lnTo>
                      <a:pt x="77" y="63"/>
                    </a:lnTo>
                    <a:lnTo>
                      <a:pt x="0" y="9"/>
                    </a:lnTo>
                    <a:lnTo>
                      <a:pt x="8" y="0"/>
                    </a:lnTo>
                    <a:lnTo>
                      <a:pt x="88" y="55"/>
                    </a:lnTo>
                    <a:lnTo>
                      <a:pt x="83" y="63"/>
                    </a:lnTo>
                    <a:lnTo>
                      <a:pt x="88" y="55"/>
                    </a:lnTo>
                    <a:lnTo>
                      <a:pt x="92" y="60"/>
                    </a:lnTo>
                    <a:lnTo>
                      <a:pt x="83" y="63"/>
                    </a:lnTo>
                    <a:lnTo>
                      <a:pt x="80" y="5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4" name="Freeform 248"/>
              <p:cNvSpPr>
                <a:spLocks/>
              </p:cNvSpPr>
              <p:nvPr/>
            </p:nvSpPr>
            <p:spPr bwMode="auto">
              <a:xfrm>
                <a:off x="2409" y="1567"/>
                <a:ext cx="38" cy="28"/>
              </a:xfrm>
              <a:custGeom>
                <a:avLst/>
                <a:gdLst>
                  <a:gd name="T0" fmla="*/ 38 w 38"/>
                  <a:gd name="T1" fmla="*/ 15 h 28"/>
                  <a:gd name="T2" fmla="*/ 25 w 38"/>
                  <a:gd name="T3" fmla="*/ 28 h 28"/>
                  <a:gd name="T4" fmla="*/ 0 w 38"/>
                  <a:gd name="T5" fmla="*/ 13 h 28"/>
                  <a:gd name="T6" fmla="*/ 14 w 38"/>
                  <a:gd name="T7" fmla="*/ 0 h 28"/>
                  <a:gd name="T8" fmla="*/ 38 w 38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8"/>
                  <a:gd name="T17" fmla="*/ 38 w 38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8">
                    <a:moveTo>
                      <a:pt x="38" y="15"/>
                    </a:moveTo>
                    <a:lnTo>
                      <a:pt x="25" y="28"/>
                    </a:lnTo>
                    <a:lnTo>
                      <a:pt x="0" y="13"/>
                    </a:lnTo>
                    <a:lnTo>
                      <a:pt x="14" y="0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5" name="Freeform 249"/>
              <p:cNvSpPr>
                <a:spLocks/>
              </p:cNvSpPr>
              <p:nvPr/>
            </p:nvSpPr>
            <p:spPr bwMode="auto">
              <a:xfrm>
                <a:off x="2425" y="1429"/>
                <a:ext cx="193" cy="153"/>
              </a:xfrm>
              <a:custGeom>
                <a:avLst/>
                <a:gdLst>
                  <a:gd name="T0" fmla="*/ 193 w 193"/>
                  <a:gd name="T1" fmla="*/ 23 h 153"/>
                  <a:gd name="T2" fmla="*/ 193 w 193"/>
                  <a:gd name="T3" fmla="*/ 23 h 153"/>
                  <a:gd name="T4" fmla="*/ 169 w 193"/>
                  <a:gd name="T5" fmla="*/ 39 h 153"/>
                  <a:gd name="T6" fmla="*/ 144 w 193"/>
                  <a:gd name="T7" fmla="*/ 54 h 153"/>
                  <a:gd name="T8" fmla="*/ 123 w 193"/>
                  <a:gd name="T9" fmla="*/ 69 h 153"/>
                  <a:gd name="T10" fmla="*/ 102 w 193"/>
                  <a:gd name="T11" fmla="*/ 85 h 153"/>
                  <a:gd name="T12" fmla="*/ 83 w 193"/>
                  <a:gd name="T13" fmla="*/ 100 h 153"/>
                  <a:gd name="T14" fmla="*/ 62 w 193"/>
                  <a:gd name="T15" fmla="*/ 117 h 153"/>
                  <a:gd name="T16" fmla="*/ 43 w 193"/>
                  <a:gd name="T17" fmla="*/ 134 h 153"/>
                  <a:gd name="T18" fmla="*/ 24 w 193"/>
                  <a:gd name="T19" fmla="*/ 153 h 153"/>
                  <a:gd name="T20" fmla="*/ 0 w 193"/>
                  <a:gd name="T21" fmla="*/ 138 h 153"/>
                  <a:gd name="T22" fmla="*/ 20 w 193"/>
                  <a:gd name="T23" fmla="*/ 119 h 153"/>
                  <a:gd name="T24" fmla="*/ 41 w 193"/>
                  <a:gd name="T25" fmla="*/ 100 h 153"/>
                  <a:gd name="T26" fmla="*/ 61 w 193"/>
                  <a:gd name="T27" fmla="*/ 83 h 153"/>
                  <a:gd name="T28" fmla="*/ 83 w 193"/>
                  <a:gd name="T29" fmla="*/ 65 h 153"/>
                  <a:gd name="T30" fmla="*/ 106 w 193"/>
                  <a:gd name="T31" fmla="*/ 48 h 153"/>
                  <a:gd name="T32" fmla="*/ 129 w 193"/>
                  <a:gd name="T33" fmla="*/ 32 h 153"/>
                  <a:gd name="T34" fmla="*/ 153 w 193"/>
                  <a:gd name="T35" fmla="*/ 16 h 153"/>
                  <a:gd name="T36" fmla="*/ 178 w 193"/>
                  <a:gd name="T37" fmla="*/ 0 h 153"/>
                  <a:gd name="T38" fmla="*/ 193 w 193"/>
                  <a:gd name="T39" fmla="*/ 23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3"/>
                  <a:gd name="T61" fmla="*/ 0 h 153"/>
                  <a:gd name="T62" fmla="*/ 193 w 193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3" h="153">
                    <a:moveTo>
                      <a:pt x="193" y="23"/>
                    </a:moveTo>
                    <a:lnTo>
                      <a:pt x="193" y="23"/>
                    </a:lnTo>
                    <a:lnTo>
                      <a:pt x="169" y="39"/>
                    </a:lnTo>
                    <a:lnTo>
                      <a:pt x="144" y="54"/>
                    </a:lnTo>
                    <a:lnTo>
                      <a:pt x="123" y="69"/>
                    </a:lnTo>
                    <a:lnTo>
                      <a:pt x="102" y="85"/>
                    </a:lnTo>
                    <a:lnTo>
                      <a:pt x="83" y="100"/>
                    </a:lnTo>
                    <a:lnTo>
                      <a:pt x="62" y="117"/>
                    </a:lnTo>
                    <a:lnTo>
                      <a:pt x="43" y="134"/>
                    </a:lnTo>
                    <a:lnTo>
                      <a:pt x="24" y="153"/>
                    </a:lnTo>
                    <a:lnTo>
                      <a:pt x="0" y="138"/>
                    </a:lnTo>
                    <a:lnTo>
                      <a:pt x="20" y="119"/>
                    </a:lnTo>
                    <a:lnTo>
                      <a:pt x="41" y="100"/>
                    </a:lnTo>
                    <a:lnTo>
                      <a:pt x="61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3" y="16"/>
                    </a:lnTo>
                    <a:lnTo>
                      <a:pt x="178" y="0"/>
                    </a:lnTo>
                    <a:lnTo>
                      <a:pt x="193" y="2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6" name="Freeform 250"/>
              <p:cNvSpPr>
                <a:spLocks/>
              </p:cNvSpPr>
              <p:nvPr/>
            </p:nvSpPr>
            <p:spPr bwMode="auto">
              <a:xfrm>
                <a:off x="2607" y="1340"/>
                <a:ext cx="196" cy="115"/>
              </a:xfrm>
              <a:custGeom>
                <a:avLst/>
                <a:gdLst>
                  <a:gd name="T0" fmla="*/ 196 w 196"/>
                  <a:gd name="T1" fmla="*/ 27 h 115"/>
                  <a:gd name="T2" fmla="*/ 173 w 196"/>
                  <a:gd name="T3" fmla="*/ 36 h 115"/>
                  <a:gd name="T4" fmla="*/ 149 w 196"/>
                  <a:gd name="T5" fmla="*/ 45 h 115"/>
                  <a:gd name="T6" fmla="*/ 127 w 196"/>
                  <a:gd name="T7" fmla="*/ 55 h 115"/>
                  <a:gd name="T8" fmla="*/ 104 w 196"/>
                  <a:gd name="T9" fmla="*/ 65 h 115"/>
                  <a:gd name="T10" fmla="*/ 81 w 196"/>
                  <a:gd name="T11" fmla="*/ 76 h 115"/>
                  <a:gd name="T12" fmla="*/ 58 w 196"/>
                  <a:gd name="T13" fmla="*/ 89 h 115"/>
                  <a:gd name="T14" fmla="*/ 36 w 196"/>
                  <a:gd name="T15" fmla="*/ 102 h 115"/>
                  <a:gd name="T16" fmla="*/ 13 w 196"/>
                  <a:gd name="T17" fmla="*/ 115 h 115"/>
                  <a:gd name="T18" fmla="*/ 0 w 196"/>
                  <a:gd name="T19" fmla="*/ 94 h 115"/>
                  <a:gd name="T20" fmla="*/ 22 w 196"/>
                  <a:gd name="T21" fmla="*/ 79 h 115"/>
                  <a:gd name="T22" fmla="*/ 46 w 196"/>
                  <a:gd name="T23" fmla="*/ 65 h 115"/>
                  <a:gd name="T24" fmla="*/ 69 w 196"/>
                  <a:gd name="T25" fmla="*/ 53 h 115"/>
                  <a:gd name="T26" fmla="*/ 93 w 196"/>
                  <a:gd name="T27" fmla="*/ 41 h 115"/>
                  <a:gd name="T28" fmla="*/ 117 w 196"/>
                  <a:gd name="T29" fmla="*/ 29 h 115"/>
                  <a:gd name="T30" fmla="*/ 142 w 196"/>
                  <a:gd name="T31" fmla="*/ 19 h 115"/>
                  <a:gd name="T32" fmla="*/ 165 w 196"/>
                  <a:gd name="T33" fmla="*/ 8 h 115"/>
                  <a:gd name="T34" fmla="*/ 191 w 196"/>
                  <a:gd name="T35" fmla="*/ 0 h 115"/>
                  <a:gd name="T36" fmla="*/ 196 w 196"/>
                  <a:gd name="T37" fmla="*/ 27 h 1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5"/>
                  <a:gd name="T59" fmla="*/ 196 w 196"/>
                  <a:gd name="T60" fmla="*/ 115 h 11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5">
                    <a:moveTo>
                      <a:pt x="196" y="27"/>
                    </a:moveTo>
                    <a:lnTo>
                      <a:pt x="173" y="36"/>
                    </a:lnTo>
                    <a:lnTo>
                      <a:pt x="149" y="45"/>
                    </a:lnTo>
                    <a:lnTo>
                      <a:pt x="127" y="55"/>
                    </a:lnTo>
                    <a:lnTo>
                      <a:pt x="104" y="65"/>
                    </a:lnTo>
                    <a:lnTo>
                      <a:pt x="81" y="76"/>
                    </a:lnTo>
                    <a:lnTo>
                      <a:pt x="58" y="89"/>
                    </a:lnTo>
                    <a:lnTo>
                      <a:pt x="36" y="102"/>
                    </a:lnTo>
                    <a:lnTo>
                      <a:pt x="13" y="115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6" y="65"/>
                    </a:lnTo>
                    <a:lnTo>
                      <a:pt x="69" y="53"/>
                    </a:lnTo>
                    <a:lnTo>
                      <a:pt x="93" y="41"/>
                    </a:lnTo>
                    <a:lnTo>
                      <a:pt x="117" y="29"/>
                    </a:lnTo>
                    <a:lnTo>
                      <a:pt x="142" y="19"/>
                    </a:lnTo>
                    <a:lnTo>
                      <a:pt x="165" y="8"/>
                    </a:lnTo>
                    <a:lnTo>
                      <a:pt x="191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7" name="Freeform 251"/>
              <p:cNvSpPr>
                <a:spLocks/>
              </p:cNvSpPr>
              <p:nvPr/>
            </p:nvSpPr>
            <p:spPr bwMode="auto">
              <a:xfrm>
                <a:off x="2799" y="1333"/>
                <a:ext cx="24" cy="33"/>
              </a:xfrm>
              <a:custGeom>
                <a:avLst/>
                <a:gdLst>
                  <a:gd name="T0" fmla="*/ 0 w 24"/>
                  <a:gd name="T1" fmla="*/ 7 h 33"/>
                  <a:gd name="T2" fmla="*/ 18 w 24"/>
                  <a:gd name="T3" fmla="*/ 0 h 33"/>
                  <a:gd name="T4" fmla="*/ 24 w 24"/>
                  <a:gd name="T5" fmla="*/ 27 h 33"/>
                  <a:gd name="T6" fmla="*/ 5 w 24"/>
                  <a:gd name="T7" fmla="*/ 33 h 33"/>
                  <a:gd name="T8" fmla="*/ 0 w 24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33"/>
                  <a:gd name="T17" fmla="*/ 24 w 2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33">
                    <a:moveTo>
                      <a:pt x="0" y="7"/>
                    </a:moveTo>
                    <a:lnTo>
                      <a:pt x="18" y="0"/>
                    </a:lnTo>
                    <a:lnTo>
                      <a:pt x="24" y="27"/>
                    </a:lnTo>
                    <a:lnTo>
                      <a:pt x="5" y="33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8" name="Freeform 252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49" name="Freeform 253"/>
              <p:cNvSpPr>
                <a:spLocks/>
              </p:cNvSpPr>
              <p:nvPr/>
            </p:nvSpPr>
            <p:spPr bwMode="auto">
              <a:xfrm>
                <a:off x="2231" y="2599"/>
                <a:ext cx="35" cy="188"/>
              </a:xfrm>
              <a:custGeom>
                <a:avLst/>
                <a:gdLst>
                  <a:gd name="T0" fmla="*/ 29 w 35"/>
                  <a:gd name="T1" fmla="*/ 156 h 188"/>
                  <a:gd name="T2" fmla="*/ 18 w 35"/>
                  <a:gd name="T3" fmla="*/ 162 h 188"/>
                  <a:gd name="T4" fmla="*/ 0 w 35"/>
                  <a:gd name="T5" fmla="*/ 0 h 188"/>
                  <a:gd name="T6" fmla="*/ 15 w 35"/>
                  <a:gd name="T7" fmla="*/ 2 h 188"/>
                  <a:gd name="T8" fmla="*/ 33 w 35"/>
                  <a:gd name="T9" fmla="*/ 164 h 188"/>
                  <a:gd name="T10" fmla="*/ 20 w 35"/>
                  <a:gd name="T11" fmla="*/ 170 h 188"/>
                  <a:gd name="T12" fmla="*/ 33 w 35"/>
                  <a:gd name="T13" fmla="*/ 164 h 188"/>
                  <a:gd name="T14" fmla="*/ 35 w 35"/>
                  <a:gd name="T15" fmla="*/ 188 h 188"/>
                  <a:gd name="T16" fmla="*/ 20 w 35"/>
                  <a:gd name="T17" fmla="*/ 170 h 188"/>
                  <a:gd name="T18" fmla="*/ 29 w 35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88"/>
                  <a:gd name="T32" fmla="*/ 35 w 35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88">
                    <a:moveTo>
                      <a:pt x="29" y="156"/>
                    </a:moveTo>
                    <a:lnTo>
                      <a:pt x="18" y="16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33" y="164"/>
                    </a:lnTo>
                    <a:lnTo>
                      <a:pt x="20" y="170"/>
                    </a:lnTo>
                    <a:lnTo>
                      <a:pt x="33" y="164"/>
                    </a:lnTo>
                    <a:lnTo>
                      <a:pt x="35" y="188"/>
                    </a:lnTo>
                    <a:lnTo>
                      <a:pt x="20" y="170"/>
                    </a:lnTo>
                    <a:lnTo>
                      <a:pt x="29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0" name="Freeform 254"/>
              <p:cNvSpPr>
                <a:spLocks/>
              </p:cNvSpPr>
              <p:nvPr/>
            </p:nvSpPr>
            <p:spPr bwMode="auto">
              <a:xfrm>
                <a:off x="2144" y="2630"/>
                <a:ext cx="116" cy="138"/>
              </a:xfrm>
              <a:custGeom>
                <a:avLst/>
                <a:gdLst>
                  <a:gd name="T0" fmla="*/ 17 w 116"/>
                  <a:gd name="T1" fmla="*/ 19 h 138"/>
                  <a:gd name="T2" fmla="*/ 18 w 116"/>
                  <a:gd name="T3" fmla="*/ 2 h 138"/>
                  <a:gd name="T4" fmla="*/ 116 w 116"/>
                  <a:gd name="T5" fmla="*/ 125 h 138"/>
                  <a:gd name="T6" fmla="*/ 108 w 116"/>
                  <a:gd name="T7" fmla="*/ 138 h 138"/>
                  <a:gd name="T8" fmla="*/ 10 w 116"/>
                  <a:gd name="T9" fmla="*/ 16 h 138"/>
                  <a:gd name="T10" fmla="*/ 11 w 116"/>
                  <a:gd name="T11" fmla="*/ 0 h 138"/>
                  <a:gd name="T12" fmla="*/ 10 w 116"/>
                  <a:gd name="T13" fmla="*/ 16 h 138"/>
                  <a:gd name="T14" fmla="*/ 0 w 116"/>
                  <a:gd name="T15" fmla="*/ 4 h 138"/>
                  <a:gd name="T16" fmla="*/ 11 w 116"/>
                  <a:gd name="T17" fmla="*/ 0 h 138"/>
                  <a:gd name="T18" fmla="*/ 17 w 116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6"/>
                  <a:gd name="T31" fmla="*/ 0 h 138"/>
                  <a:gd name="T32" fmla="*/ 116 w 116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6" h="138">
                    <a:moveTo>
                      <a:pt x="17" y="19"/>
                    </a:moveTo>
                    <a:lnTo>
                      <a:pt x="18" y="2"/>
                    </a:lnTo>
                    <a:lnTo>
                      <a:pt x="116" y="125"/>
                    </a:lnTo>
                    <a:lnTo>
                      <a:pt x="108" y="138"/>
                    </a:lnTo>
                    <a:lnTo>
                      <a:pt x="10" y="16"/>
                    </a:lnTo>
                    <a:lnTo>
                      <a:pt x="11" y="0"/>
                    </a:lnTo>
                    <a:lnTo>
                      <a:pt x="10" y="16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1" name="Freeform 255"/>
              <p:cNvSpPr>
                <a:spLocks/>
              </p:cNvSpPr>
              <p:nvPr/>
            </p:nvSpPr>
            <p:spPr bwMode="auto">
              <a:xfrm>
                <a:off x="2150" y="2585"/>
                <a:ext cx="94" cy="64"/>
              </a:xfrm>
              <a:custGeom>
                <a:avLst/>
                <a:gdLst>
                  <a:gd name="T0" fmla="*/ 79 w 94"/>
                  <a:gd name="T1" fmla="*/ 13 h 64"/>
                  <a:gd name="T2" fmla="*/ 91 w 94"/>
                  <a:gd name="T3" fmla="*/ 24 h 64"/>
                  <a:gd name="T4" fmla="*/ 9 w 94"/>
                  <a:gd name="T5" fmla="*/ 64 h 64"/>
                  <a:gd name="T6" fmla="*/ 0 w 94"/>
                  <a:gd name="T7" fmla="*/ 45 h 64"/>
                  <a:gd name="T8" fmla="*/ 84 w 94"/>
                  <a:gd name="T9" fmla="*/ 4 h 64"/>
                  <a:gd name="T10" fmla="*/ 94 w 94"/>
                  <a:gd name="T11" fmla="*/ 15 h 64"/>
                  <a:gd name="T12" fmla="*/ 84 w 94"/>
                  <a:gd name="T13" fmla="*/ 4 h 64"/>
                  <a:gd name="T14" fmla="*/ 93 w 94"/>
                  <a:gd name="T15" fmla="*/ 0 h 64"/>
                  <a:gd name="T16" fmla="*/ 94 w 94"/>
                  <a:gd name="T17" fmla="*/ 15 h 64"/>
                  <a:gd name="T18" fmla="*/ 79 w 94"/>
                  <a:gd name="T19" fmla="*/ 1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4"/>
                  <a:gd name="T32" fmla="*/ 94 w 94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4">
                    <a:moveTo>
                      <a:pt x="79" y="13"/>
                    </a:moveTo>
                    <a:lnTo>
                      <a:pt x="91" y="24"/>
                    </a:lnTo>
                    <a:lnTo>
                      <a:pt x="9" y="64"/>
                    </a:lnTo>
                    <a:lnTo>
                      <a:pt x="0" y="45"/>
                    </a:lnTo>
                    <a:lnTo>
                      <a:pt x="84" y="4"/>
                    </a:lnTo>
                    <a:lnTo>
                      <a:pt x="94" y="15"/>
                    </a:lnTo>
                    <a:lnTo>
                      <a:pt x="84" y="4"/>
                    </a:lnTo>
                    <a:lnTo>
                      <a:pt x="93" y="0"/>
                    </a:lnTo>
                    <a:lnTo>
                      <a:pt x="94" y="15"/>
                    </a:lnTo>
                    <a:lnTo>
                      <a:pt x="79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2" name="Freeform 256"/>
              <p:cNvSpPr>
                <a:spLocks/>
              </p:cNvSpPr>
              <p:nvPr/>
            </p:nvSpPr>
            <p:spPr bwMode="auto">
              <a:xfrm>
                <a:off x="2220" y="2704"/>
                <a:ext cx="36" cy="34"/>
              </a:xfrm>
              <a:custGeom>
                <a:avLst/>
                <a:gdLst>
                  <a:gd name="T0" fmla="*/ 28 w 36"/>
                  <a:gd name="T1" fmla="*/ 0 h 34"/>
                  <a:gd name="T2" fmla="*/ 36 w 36"/>
                  <a:gd name="T3" fmla="*/ 19 h 34"/>
                  <a:gd name="T4" fmla="*/ 7 w 36"/>
                  <a:gd name="T5" fmla="*/ 34 h 34"/>
                  <a:gd name="T6" fmla="*/ 0 w 36"/>
                  <a:gd name="T7" fmla="*/ 15 h 34"/>
                  <a:gd name="T8" fmla="*/ 28 w 36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4"/>
                  <a:gd name="T17" fmla="*/ 36 w 3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4">
                    <a:moveTo>
                      <a:pt x="28" y="0"/>
                    </a:moveTo>
                    <a:lnTo>
                      <a:pt x="36" y="19"/>
                    </a:lnTo>
                    <a:lnTo>
                      <a:pt x="7" y="34"/>
                    </a:lnTo>
                    <a:lnTo>
                      <a:pt x="0" y="1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3" name="Freeform 257"/>
              <p:cNvSpPr>
                <a:spLocks/>
              </p:cNvSpPr>
              <p:nvPr/>
            </p:nvSpPr>
            <p:spPr bwMode="auto">
              <a:xfrm>
                <a:off x="2142" y="2485"/>
                <a:ext cx="101" cy="233"/>
              </a:xfrm>
              <a:custGeom>
                <a:avLst/>
                <a:gdLst>
                  <a:gd name="T0" fmla="*/ 32 w 101"/>
                  <a:gd name="T1" fmla="*/ 0 h 233"/>
                  <a:gd name="T2" fmla="*/ 32 w 101"/>
                  <a:gd name="T3" fmla="*/ 0 h 233"/>
                  <a:gd name="T4" fmla="*/ 45 w 101"/>
                  <a:gd name="T5" fmla="*/ 56 h 233"/>
                  <a:gd name="T6" fmla="*/ 61 w 101"/>
                  <a:gd name="T7" fmla="*/ 112 h 233"/>
                  <a:gd name="T8" fmla="*/ 80 w 101"/>
                  <a:gd name="T9" fmla="*/ 165 h 233"/>
                  <a:gd name="T10" fmla="*/ 101 w 101"/>
                  <a:gd name="T11" fmla="*/ 217 h 233"/>
                  <a:gd name="T12" fmla="*/ 75 w 101"/>
                  <a:gd name="T13" fmla="*/ 233 h 233"/>
                  <a:gd name="T14" fmla="*/ 52 w 101"/>
                  <a:gd name="T15" fmla="*/ 178 h 233"/>
                  <a:gd name="T16" fmla="*/ 31 w 101"/>
                  <a:gd name="T17" fmla="*/ 122 h 233"/>
                  <a:gd name="T18" fmla="*/ 15 w 101"/>
                  <a:gd name="T19" fmla="*/ 63 h 233"/>
                  <a:gd name="T20" fmla="*/ 0 w 101"/>
                  <a:gd name="T21" fmla="*/ 3 h 233"/>
                  <a:gd name="T22" fmla="*/ 32 w 101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233"/>
                  <a:gd name="T38" fmla="*/ 101 w 101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233">
                    <a:moveTo>
                      <a:pt x="32" y="0"/>
                    </a:moveTo>
                    <a:lnTo>
                      <a:pt x="32" y="0"/>
                    </a:lnTo>
                    <a:lnTo>
                      <a:pt x="45" y="56"/>
                    </a:lnTo>
                    <a:lnTo>
                      <a:pt x="61" y="112"/>
                    </a:lnTo>
                    <a:lnTo>
                      <a:pt x="80" y="165"/>
                    </a:lnTo>
                    <a:lnTo>
                      <a:pt x="101" y="217"/>
                    </a:lnTo>
                    <a:lnTo>
                      <a:pt x="75" y="233"/>
                    </a:lnTo>
                    <a:lnTo>
                      <a:pt x="52" y="178"/>
                    </a:lnTo>
                    <a:lnTo>
                      <a:pt x="31" y="122"/>
                    </a:lnTo>
                    <a:lnTo>
                      <a:pt x="15" y="63"/>
                    </a:lnTo>
                    <a:lnTo>
                      <a:pt x="0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4" name="Freeform 258"/>
              <p:cNvSpPr>
                <a:spLocks/>
              </p:cNvSpPr>
              <p:nvPr/>
            </p:nvSpPr>
            <p:spPr bwMode="auto">
              <a:xfrm>
                <a:off x="2117" y="2281"/>
                <a:ext cx="53" cy="206"/>
              </a:xfrm>
              <a:custGeom>
                <a:avLst/>
                <a:gdLst>
                  <a:gd name="T0" fmla="*/ 33 w 53"/>
                  <a:gd name="T1" fmla="*/ 9 h 206"/>
                  <a:gd name="T2" fmla="*/ 33 w 53"/>
                  <a:gd name="T3" fmla="*/ 33 h 206"/>
                  <a:gd name="T4" fmla="*/ 33 w 53"/>
                  <a:gd name="T5" fmla="*/ 56 h 206"/>
                  <a:gd name="T6" fmla="*/ 37 w 53"/>
                  <a:gd name="T7" fmla="*/ 80 h 206"/>
                  <a:gd name="T8" fmla="*/ 39 w 53"/>
                  <a:gd name="T9" fmla="*/ 104 h 206"/>
                  <a:gd name="T10" fmla="*/ 41 w 53"/>
                  <a:gd name="T11" fmla="*/ 129 h 206"/>
                  <a:gd name="T12" fmla="*/ 44 w 53"/>
                  <a:gd name="T13" fmla="*/ 152 h 206"/>
                  <a:gd name="T14" fmla="*/ 48 w 53"/>
                  <a:gd name="T15" fmla="*/ 179 h 206"/>
                  <a:gd name="T16" fmla="*/ 53 w 53"/>
                  <a:gd name="T17" fmla="*/ 204 h 206"/>
                  <a:gd name="T18" fmla="*/ 22 w 53"/>
                  <a:gd name="T19" fmla="*/ 206 h 206"/>
                  <a:gd name="T20" fmla="*/ 16 w 53"/>
                  <a:gd name="T21" fmla="*/ 180 h 206"/>
                  <a:gd name="T22" fmla="*/ 12 w 53"/>
                  <a:gd name="T23" fmla="*/ 155 h 206"/>
                  <a:gd name="T24" fmla="*/ 8 w 53"/>
                  <a:gd name="T25" fmla="*/ 127 h 206"/>
                  <a:gd name="T26" fmla="*/ 5 w 53"/>
                  <a:gd name="T27" fmla="*/ 101 h 206"/>
                  <a:gd name="T28" fmla="*/ 3 w 53"/>
                  <a:gd name="T29" fmla="*/ 76 h 206"/>
                  <a:gd name="T30" fmla="*/ 1 w 53"/>
                  <a:gd name="T31" fmla="*/ 50 h 206"/>
                  <a:gd name="T32" fmla="*/ 1 w 53"/>
                  <a:gd name="T33" fmla="*/ 24 h 206"/>
                  <a:gd name="T34" fmla="*/ 0 w 53"/>
                  <a:gd name="T35" fmla="*/ 0 h 206"/>
                  <a:gd name="T36" fmla="*/ 33 w 53"/>
                  <a:gd name="T37" fmla="*/ 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3"/>
                  <a:gd name="T58" fmla="*/ 0 h 206"/>
                  <a:gd name="T59" fmla="*/ 53 w 5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3" h="206">
                    <a:moveTo>
                      <a:pt x="33" y="9"/>
                    </a:moveTo>
                    <a:lnTo>
                      <a:pt x="33" y="33"/>
                    </a:lnTo>
                    <a:lnTo>
                      <a:pt x="33" y="56"/>
                    </a:lnTo>
                    <a:lnTo>
                      <a:pt x="37" y="80"/>
                    </a:lnTo>
                    <a:lnTo>
                      <a:pt x="39" y="104"/>
                    </a:lnTo>
                    <a:lnTo>
                      <a:pt x="41" y="129"/>
                    </a:lnTo>
                    <a:lnTo>
                      <a:pt x="44" y="152"/>
                    </a:lnTo>
                    <a:lnTo>
                      <a:pt x="48" y="179"/>
                    </a:lnTo>
                    <a:lnTo>
                      <a:pt x="53" y="204"/>
                    </a:lnTo>
                    <a:lnTo>
                      <a:pt x="22" y="206"/>
                    </a:lnTo>
                    <a:lnTo>
                      <a:pt x="16" y="180"/>
                    </a:lnTo>
                    <a:lnTo>
                      <a:pt x="12" y="155"/>
                    </a:lnTo>
                    <a:lnTo>
                      <a:pt x="8" y="127"/>
                    </a:lnTo>
                    <a:lnTo>
                      <a:pt x="5" y="101"/>
                    </a:lnTo>
                    <a:lnTo>
                      <a:pt x="3" y="76"/>
                    </a:lnTo>
                    <a:lnTo>
                      <a:pt x="1" y="50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3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5" name="Freeform 259"/>
              <p:cNvSpPr>
                <a:spLocks/>
              </p:cNvSpPr>
              <p:nvPr/>
            </p:nvSpPr>
            <p:spPr bwMode="auto">
              <a:xfrm>
                <a:off x="2115" y="2257"/>
                <a:ext cx="33" cy="32"/>
              </a:xfrm>
              <a:custGeom>
                <a:avLst/>
                <a:gdLst>
                  <a:gd name="T0" fmla="*/ 0 w 33"/>
                  <a:gd name="T1" fmla="*/ 22 h 32"/>
                  <a:gd name="T2" fmla="*/ 0 w 33"/>
                  <a:gd name="T3" fmla="*/ 0 h 32"/>
                  <a:gd name="T4" fmla="*/ 33 w 33"/>
                  <a:gd name="T5" fmla="*/ 11 h 32"/>
                  <a:gd name="T6" fmla="*/ 33 w 33"/>
                  <a:gd name="T7" fmla="*/ 32 h 32"/>
                  <a:gd name="T8" fmla="*/ 0 w 33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22"/>
                    </a:moveTo>
                    <a:lnTo>
                      <a:pt x="0" y="0"/>
                    </a:lnTo>
                    <a:lnTo>
                      <a:pt x="33" y="11"/>
                    </a:lnTo>
                    <a:lnTo>
                      <a:pt x="33" y="3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6" name="Freeform 260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7" name="Freeform 261"/>
              <p:cNvSpPr>
                <a:spLocks/>
              </p:cNvSpPr>
              <p:nvPr/>
            </p:nvSpPr>
            <p:spPr bwMode="auto">
              <a:xfrm>
                <a:off x="2235" y="2601"/>
                <a:ext cx="28" cy="178"/>
              </a:xfrm>
              <a:custGeom>
                <a:avLst/>
                <a:gdLst>
                  <a:gd name="T0" fmla="*/ 24 w 28"/>
                  <a:gd name="T1" fmla="*/ 158 h 178"/>
                  <a:gd name="T2" fmla="*/ 17 w 28"/>
                  <a:gd name="T3" fmla="*/ 162 h 178"/>
                  <a:gd name="T4" fmla="*/ 0 w 28"/>
                  <a:gd name="T5" fmla="*/ 0 h 178"/>
                  <a:gd name="T6" fmla="*/ 9 w 28"/>
                  <a:gd name="T7" fmla="*/ 1 h 178"/>
                  <a:gd name="T8" fmla="*/ 27 w 28"/>
                  <a:gd name="T9" fmla="*/ 163 h 178"/>
                  <a:gd name="T10" fmla="*/ 18 w 28"/>
                  <a:gd name="T11" fmla="*/ 165 h 178"/>
                  <a:gd name="T12" fmla="*/ 27 w 28"/>
                  <a:gd name="T13" fmla="*/ 163 h 178"/>
                  <a:gd name="T14" fmla="*/ 28 w 28"/>
                  <a:gd name="T15" fmla="*/ 178 h 178"/>
                  <a:gd name="T16" fmla="*/ 18 w 28"/>
                  <a:gd name="T17" fmla="*/ 165 h 178"/>
                  <a:gd name="T18" fmla="*/ 24 w 28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8"/>
                  <a:gd name="T31" fmla="*/ 0 h 178"/>
                  <a:gd name="T32" fmla="*/ 28 w 28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8" h="178">
                    <a:moveTo>
                      <a:pt x="24" y="158"/>
                    </a:moveTo>
                    <a:lnTo>
                      <a:pt x="17" y="162"/>
                    </a:lnTo>
                    <a:lnTo>
                      <a:pt x="0" y="0"/>
                    </a:lnTo>
                    <a:lnTo>
                      <a:pt x="9" y="1"/>
                    </a:lnTo>
                    <a:lnTo>
                      <a:pt x="27" y="163"/>
                    </a:lnTo>
                    <a:lnTo>
                      <a:pt x="18" y="165"/>
                    </a:lnTo>
                    <a:lnTo>
                      <a:pt x="27" y="163"/>
                    </a:lnTo>
                    <a:lnTo>
                      <a:pt x="28" y="178"/>
                    </a:lnTo>
                    <a:lnTo>
                      <a:pt x="18" y="165"/>
                    </a:lnTo>
                    <a:lnTo>
                      <a:pt x="24" y="15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8" name="Freeform 262"/>
              <p:cNvSpPr>
                <a:spLocks/>
              </p:cNvSpPr>
              <p:nvPr/>
            </p:nvSpPr>
            <p:spPr bwMode="auto">
              <a:xfrm>
                <a:off x="2149" y="2633"/>
                <a:ext cx="111" cy="131"/>
              </a:xfrm>
              <a:custGeom>
                <a:avLst/>
                <a:gdLst>
                  <a:gd name="T0" fmla="*/ 11 w 111"/>
                  <a:gd name="T1" fmla="*/ 12 h 131"/>
                  <a:gd name="T2" fmla="*/ 11 w 111"/>
                  <a:gd name="T3" fmla="*/ 2 h 131"/>
                  <a:gd name="T4" fmla="*/ 111 w 111"/>
                  <a:gd name="T5" fmla="*/ 125 h 131"/>
                  <a:gd name="T6" fmla="*/ 105 w 111"/>
                  <a:gd name="T7" fmla="*/ 131 h 131"/>
                  <a:gd name="T8" fmla="*/ 6 w 111"/>
                  <a:gd name="T9" fmla="*/ 9 h 131"/>
                  <a:gd name="T10" fmla="*/ 6 w 111"/>
                  <a:gd name="T11" fmla="*/ 0 h 131"/>
                  <a:gd name="T12" fmla="*/ 6 w 111"/>
                  <a:gd name="T13" fmla="*/ 9 h 131"/>
                  <a:gd name="T14" fmla="*/ 0 w 111"/>
                  <a:gd name="T15" fmla="*/ 3 h 131"/>
                  <a:gd name="T16" fmla="*/ 6 w 111"/>
                  <a:gd name="T17" fmla="*/ 0 h 131"/>
                  <a:gd name="T18" fmla="*/ 11 w 111"/>
                  <a:gd name="T19" fmla="*/ 12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"/>
                  <a:gd name="T31" fmla="*/ 0 h 131"/>
                  <a:gd name="T32" fmla="*/ 111 w 111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" h="131">
                    <a:moveTo>
                      <a:pt x="11" y="12"/>
                    </a:moveTo>
                    <a:lnTo>
                      <a:pt x="11" y="2"/>
                    </a:lnTo>
                    <a:lnTo>
                      <a:pt x="111" y="125"/>
                    </a:lnTo>
                    <a:lnTo>
                      <a:pt x="105" y="131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59" name="Freeform 263"/>
              <p:cNvSpPr>
                <a:spLocks/>
              </p:cNvSpPr>
              <p:nvPr/>
            </p:nvSpPr>
            <p:spPr bwMode="auto">
              <a:xfrm>
                <a:off x="2154" y="2593"/>
                <a:ext cx="88" cy="53"/>
              </a:xfrm>
              <a:custGeom>
                <a:avLst/>
                <a:gdLst>
                  <a:gd name="T0" fmla="*/ 80 w 88"/>
                  <a:gd name="T1" fmla="*/ 7 h 53"/>
                  <a:gd name="T2" fmla="*/ 86 w 88"/>
                  <a:gd name="T3" fmla="*/ 12 h 53"/>
                  <a:gd name="T4" fmla="*/ 4 w 88"/>
                  <a:gd name="T5" fmla="*/ 53 h 53"/>
                  <a:gd name="T6" fmla="*/ 0 w 88"/>
                  <a:gd name="T7" fmla="*/ 42 h 53"/>
                  <a:gd name="T8" fmla="*/ 82 w 88"/>
                  <a:gd name="T9" fmla="*/ 2 h 53"/>
                  <a:gd name="T10" fmla="*/ 88 w 88"/>
                  <a:gd name="T11" fmla="*/ 8 h 53"/>
                  <a:gd name="T12" fmla="*/ 82 w 88"/>
                  <a:gd name="T13" fmla="*/ 2 h 53"/>
                  <a:gd name="T14" fmla="*/ 87 w 88"/>
                  <a:gd name="T15" fmla="*/ 0 h 53"/>
                  <a:gd name="T16" fmla="*/ 88 w 88"/>
                  <a:gd name="T17" fmla="*/ 8 h 53"/>
                  <a:gd name="T18" fmla="*/ 80 w 88"/>
                  <a:gd name="T19" fmla="*/ 7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53"/>
                  <a:gd name="T32" fmla="*/ 88 w 88"/>
                  <a:gd name="T33" fmla="*/ 53 h 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53">
                    <a:moveTo>
                      <a:pt x="80" y="7"/>
                    </a:moveTo>
                    <a:lnTo>
                      <a:pt x="86" y="12"/>
                    </a:lnTo>
                    <a:lnTo>
                      <a:pt x="4" y="53"/>
                    </a:lnTo>
                    <a:lnTo>
                      <a:pt x="0" y="42"/>
                    </a:lnTo>
                    <a:lnTo>
                      <a:pt x="82" y="2"/>
                    </a:lnTo>
                    <a:lnTo>
                      <a:pt x="88" y="8"/>
                    </a:lnTo>
                    <a:lnTo>
                      <a:pt x="82" y="2"/>
                    </a:lnTo>
                    <a:lnTo>
                      <a:pt x="87" y="0"/>
                    </a:lnTo>
                    <a:lnTo>
                      <a:pt x="88" y="8"/>
                    </a:lnTo>
                    <a:lnTo>
                      <a:pt x="80" y="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0" name="Freeform 264"/>
              <p:cNvSpPr>
                <a:spLocks/>
              </p:cNvSpPr>
              <p:nvPr/>
            </p:nvSpPr>
            <p:spPr bwMode="auto">
              <a:xfrm>
                <a:off x="2222" y="2703"/>
                <a:ext cx="31" cy="31"/>
              </a:xfrm>
              <a:custGeom>
                <a:avLst/>
                <a:gdLst>
                  <a:gd name="T0" fmla="*/ 21 w 31"/>
                  <a:gd name="T1" fmla="*/ 0 h 31"/>
                  <a:gd name="T2" fmla="*/ 31 w 31"/>
                  <a:gd name="T3" fmla="*/ 19 h 31"/>
                  <a:gd name="T4" fmla="*/ 6 w 31"/>
                  <a:gd name="T5" fmla="*/ 31 h 31"/>
                  <a:gd name="T6" fmla="*/ 0 w 31"/>
                  <a:gd name="T7" fmla="*/ 14 h 31"/>
                  <a:gd name="T8" fmla="*/ 21 w 31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21" y="0"/>
                    </a:moveTo>
                    <a:lnTo>
                      <a:pt x="31" y="19"/>
                    </a:lnTo>
                    <a:lnTo>
                      <a:pt x="6" y="31"/>
                    </a:lnTo>
                    <a:lnTo>
                      <a:pt x="0" y="1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1" name="Freeform 265"/>
              <p:cNvSpPr>
                <a:spLocks/>
              </p:cNvSpPr>
              <p:nvPr/>
            </p:nvSpPr>
            <p:spPr bwMode="auto">
              <a:xfrm>
                <a:off x="2144" y="2485"/>
                <a:ext cx="98" cy="233"/>
              </a:xfrm>
              <a:custGeom>
                <a:avLst/>
                <a:gdLst>
                  <a:gd name="T0" fmla="*/ 27 w 98"/>
                  <a:gd name="T1" fmla="*/ 0 h 233"/>
                  <a:gd name="T2" fmla="*/ 27 w 98"/>
                  <a:gd name="T3" fmla="*/ 0 h 233"/>
                  <a:gd name="T4" fmla="*/ 41 w 98"/>
                  <a:gd name="T5" fmla="*/ 56 h 233"/>
                  <a:gd name="T6" fmla="*/ 57 w 98"/>
                  <a:gd name="T7" fmla="*/ 113 h 233"/>
                  <a:gd name="T8" fmla="*/ 77 w 98"/>
                  <a:gd name="T9" fmla="*/ 166 h 233"/>
                  <a:gd name="T10" fmla="*/ 98 w 98"/>
                  <a:gd name="T11" fmla="*/ 219 h 233"/>
                  <a:gd name="T12" fmla="*/ 76 w 98"/>
                  <a:gd name="T13" fmla="*/ 233 h 233"/>
                  <a:gd name="T14" fmla="*/ 52 w 98"/>
                  <a:gd name="T15" fmla="*/ 177 h 233"/>
                  <a:gd name="T16" fmla="*/ 32 w 98"/>
                  <a:gd name="T17" fmla="*/ 120 h 233"/>
                  <a:gd name="T18" fmla="*/ 15 w 98"/>
                  <a:gd name="T19" fmla="*/ 63 h 233"/>
                  <a:gd name="T20" fmla="*/ 0 w 98"/>
                  <a:gd name="T21" fmla="*/ 2 h 233"/>
                  <a:gd name="T22" fmla="*/ 27 w 98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8"/>
                  <a:gd name="T37" fmla="*/ 0 h 233"/>
                  <a:gd name="T38" fmla="*/ 98 w 98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8" h="233">
                    <a:moveTo>
                      <a:pt x="27" y="0"/>
                    </a:moveTo>
                    <a:lnTo>
                      <a:pt x="27" y="0"/>
                    </a:lnTo>
                    <a:lnTo>
                      <a:pt x="41" y="56"/>
                    </a:lnTo>
                    <a:lnTo>
                      <a:pt x="57" y="113"/>
                    </a:lnTo>
                    <a:lnTo>
                      <a:pt x="77" y="166"/>
                    </a:lnTo>
                    <a:lnTo>
                      <a:pt x="98" y="219"/>
                    </a:lnTo>
                    <a:lnTo>
                      <a:pt x="76" y="233"/>
                    </a:lnTo>
                    <a:lnTo>
                      <a:pt x="52" y="177"/>
                    </a:lnTo>
                    <a:lnTo>
                      <a:pt x="32" y="120"/>
                    </a:lnTo>
                    <a:lnTo>
                      <a:pt x="15" y="63"/>
                    </a:lnTo>
                    <a:lnTo>
                      <a:pt x="0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2" name="Freeform 266"/>
              <p:cNvSpPr>
                <a:spLocks/>
              </p:cNvSpPr>
              <p:nvPr/>
            </p:nvSpPr>
            <p:spPr bwMode="auto">
              <a:xfrm>
                <a:off x="2118" y="2281"/>
                <a:ext cx="47" cy="205"/>
              </a:xfrm>
              <a:custGeom>
                <a:avLst/>
                <a:gdLst>
                  <a:gd name="T0" fmla="*/ 28 w 47"/>
                  <a:gd name="T1" fmla="*/ 6 h 205"/>
                  <a:gd name="T2" fmla="*/ 28 w 47"/>
                  <a:gd name="T3" fmla="*/ 31 h 205"/>
                  <a:gd name="T4" fmla="*/ 29 w 47"/>
                  <a:gd name="T5" fmla="*/ 54 h 205"/>
                  <a:gd name="T6" fmla="*/ 30 w 47"/>
                  <a:gd name="T7" fmla="*/ 79 h 205"/>
                  <a:gd name="T8" fmla="*/ 32 w 47"/>
                  <a:gd name="T9" fmla="*/ 103 h 205"/>
                  <a:gd name="T10" fmla="*/ 36 w 47"/>
                  <a:gd name="T11" fmla="*/ 127 h 205"/>
                  <a:gd name="T12" fmla="*/ 39 w 47"/>
                  <a:gd name="T13" fmla="*/ 152 h 205"/>
                  <a:gd name="T14" fmla="*/ 43 w 47"/>
                  <a:gd name="T15" fmla="*/ 177 h 205"/>
                  <a:gd name="T16" fmla="*/ 47 w 47"/>
                  <a:gd name="T17" fmla="*/ 203 h 205"/>
                  <a:gd name="T18" fmla="*/ 21 w 47"/>
                  <a:gd name="T19" fmla="*/ 205 h 205"/>
                  <a:gd name="T20" fmla="*/ 16 w 47"/>
                  <a:gd name="T21" fmla="*/ 179 h 205"/>
                  <a:gd name="T22" fmla="*/ 11 w 47"/>
                  <a:gd name="T23" fmla="*/ 152 h 205"/>
                  <a:gd name="T24" fmla="*/ 8 w 47"/>
                  <a:gd name="T25" fmla="*/ 126 h 205"/>
                  <a:gd name="T26" fmla="*/ 5 w 47"/>
                  <a:gd name="T27" fmla="*/ 100 h 205"/>
                  <a:gd name="T28" fmla="*/ 2 w 47"/>
                  <a:gd name="T29" fmla="*/ 76 h 205"/>
                  <a:gd name="T30" fmla="*/ 1 w 47"/>
                  <a:gd name="T31" fmla="*/ 50 h 205"/>
                  <a:gd name="T32" fmla="*/ 0 w 47"/>
                  <a:gd name="T33" fmla="*/ 24 h 205"/>
                  <a:gd name="T34" fmla="*/ 0 w 47"/>
                  <a:gd name="T35" fmla="*/ 0 h 205"/>
                  <a:gd name="T36" fmla="*/ 28 w 47"/>
                  <a:gd name="T37" fmla="*/ 6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7"/>
                  <a:gd name="T58" fmla="*/ 0 h 205"/>
                  <a:gd name="T59" fmla="*/ 47 w 47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7" h="205">
                    <a:moveTo>
                      <a:pt x="28" y="6"/>
                    </a:moveTo>
                    <a:lnTo>
                      <a:pt x="28" y="31"/>
                    </a:lnTo>
                    <a:lnTo>
                      <a:pt x="29" y="54"/>
                    </a:lnTo>
                    <a:lnTo>
                      <a:pt x="30" y="79"/>
                    </a:lnTo>
                    <a:lnTo>
                      <a:pt x="32" y="103"/>
                    </a:lnTo>
                    <a:lnTo>
                      <a:pt x="36" y="127"/>
                    </a:lnTo>
                    <a:lnTo>
                      <a:pt x="39" y="152"/>
                    </a:lnTo>
                    <a:lnTo>
                      <a:pt x="43" y="177"/>
                    </a:lnTo>
                    <a:lnTo>
                      <a:pt x="47" y="203"/>
                    </a:lnTo>
                    <a:lnTo>
                      <a:pt x="21" y="205"/>
                    </a:lnTo>
                    <a:lnTo>
                      <a:pt x="16" y="179"/>
                    </a:lnTo>
                    <a:lnTo>
                      <a:pt x="11" y="152"/>
                    </a:lnTo>
                    <a:lnTo>
                      <a:pt x="8" y="126"/>
                    </a:lnTo>
                    <a:lnTo>
                      <a:pt x="5" y="100"/>
                    </a:lnTo>
                    <a:lnTo>
                      <a:pt x="2" y="76"/>
                    </a:lnTo>
                    <a:lnTo>
                      <a:pt x="1" y="50"/>
                    </a:lnTo>
                    <a:lnTo>
                      <a:pt x="0" y="24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3" name="Freeform 267"/>
              <p:cNvSpPr>
                <a:spLocks/>
              </p:cNvSpPr>
              <p:nvPr/>
            </p:nvSpPr>
            <p:spPr bwMode="auto">
              <a:xfrm>
                <a:off x="2117" y="2263"/>
                <a:ext cx="27" cy="24"/>
              </a:xfrm>
              <a:custGeom>
                <a:avLst/>
                <a:gdLst>
                  <a:gd name="T0" fmla="*/ 0 w 27"/>
                  <a:gd name="T1" fmla="*/ 17 h 24"/>
                  <a:gd name="T2" fmla="*/ 0 w 27"/>
                  <a:gd name="T3" fmla="*/ 0 h 24"/>
                  <a:gd name="T4" fmla="*/ 27 w 27"/>
                  <a:gd name="T5" fmla="*/ 7 h 24"/>
                  <a:gd name="T6" fmla="*/ 27 w 27"/>
                  <a:gd name="T7" fmla="*/ 24 h 24"/>
                  <a:gd name="T8" fmla="*/ 0 w 27"/>
                  <a:gd name="T9" fmla="*/ 1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4"/>
                  <a:gd name="T17" fmla="*/ 27 w 27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4">
                    <a:moveTo>
                      <a:pt x="0" y="17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27" y="2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4" name="Freeform 268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5" name="Freeform 269"/>
              <p:cNvSpPr>
                <a:spLocks/>
              </p:cNvSpPr>
              <p:nvPr/>
            </p:nvSpPr>
            <p:spPr bwMode="auto">
              <a:xfrm>
                <a:off x="2246" y="2633"/>
                <a:ext cx="42" cy="188"/>
              </a:xfrm>
              <a:custGeom>
                <a:avLst/>
                <a:gdLst>
                  <a:gd name="T0" fmla="*/ 35 w 42"/>
                  <a:gd name="T1" fmla="*/ 156 h 188"/>
                  <a:gd name="T2" fmla="*/ 23 w 42"/>
                  <a:gd name="T3" fmla="*/ 164 h 188"/>
                  <a:gd name="T4" fmla="*/ 0 w 42"/>
                  <a:gd name="T5" fmla="*/ 0 h 188"/>
                  <a:gd name="T6" fmla="*/ 14 w 42"/>
                  <a:gd name="T7" fmla="*/ 1 h 188"/>
                  <a:gd name="T8" fmla="*/ 39 w 42"/>
                  <a:gd name="T9" fmla="*/ 164 h 188"/>
                  <a:gd name="T10" fmla="*/ 27 w 42"/>
                  <a:gd name="T11" fmla="*/ 170 h 188"/>
                  <a:gd name="T12" fmla="*/ 39 w 42"/>
                  <a:gd name="T13" fmla="*/ 164 h 188"/>
                  <a:gd name="T14" fmla="*/ 42 w 42"/>
                  <a:gd name="T15" fmla="*/ 188 h 188"/>
                  <a:gd name="T16" fmla="*/ 27 w 42"/>
                  <a:gd name="T17" fmla="*/ 170 h 188"/>
                  <a:gd name="T18" fmla="*/ 35 w 42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2"/>
                  <a:gd name="T31" fmla="*/ 0 h 188"/>
                  <a:gd name="T32" fmla="*/ 42 w 42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2" h="188">
                    <a:moveTo>
                      <a:pt x="35" y="156"/>
                    </a:moveTo>
                    <a:lnTo>
                      <a:pt x="23" y="164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39" y="164"/>
                    </a:lnTo>
                    <a:lnTo>
                      <a:pt x="27" y="170"/>
                    </a:lnTo>
                    <a:lnTo>
                      <a:pt x="39" y="164"/>
                    </a:lnTo>
                    <a:lnTo>
                      <a:pt x="42" y="188"/>
                    </a:lnTo>
                    <a:lnTo>
                      <a:pt x="27" y="170"/>
                    </a:lnTo>
                    <a:lnTo>
                      <a:pt x="35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6" name="Freeform 270"/>
              <p:cNvSpPr>
                <a:spLocks/>
              </p:cNvSpPr>
              <p:nvPr/>
            </p:nvSpPr>
            <p:spPr bwMode="auto">
              <a:xfrm>
                <a:off x="2160" y="2670"/>
                <a:ext cx="121" cy="133"/>
              </a:xfrm>
              <a:custGeom>
                <a:avLst/>
                <a:gdLst>
                  <a:gd name="T0" fmla="*/ 18 w 121"/>
                  <a:gd name="T1" fmla="*/ 19 h 133"/>
                  <a:gd name="T2" fmla="*/ 18 w 121"/>
                  <a:gd name="T3" fmla="*/ 3 h 133"/>
                  <a:gd name="T4" fmla="*/ 121 w 121"/>
                  <a:gd name="T5" fmla="*/ 118 h 133"/>
                  <a:gd name="T6" fmla="*/ 112 w 121"/>
                  <a:gd name="T7" fmla="*/ 133 h 133"/>
                  <a:gd name="T8" fmla="*/ 10 w 121"/>
                  <a:gd name="T9" fmla="*/ 17 h 133"/>
                  <a:gd name="T10" fmla="*/ 10 w 121"/>
                  <a:gd name="T11" fmla="*/ 0 h 133"/>
                  <a:gd name="T12" fmla="*/ 10 w 121"/>
                  <a:gd name="T13" fmla="*/ 17 h 133"/>
                  <a:gd name="T14" fmla="*/ 0 w 121"/>
                  <a:gd name="T15" fmla="*/ 5 h 133"/>
                  <a:gd name="T16" fmla="*/ 10 w 121"/>
                  <a:gd name="T17" fmla="*/ 0 h 133"/>
                  <a:gd name="T18" fmla="*/ 18 w 121"/>
                  <a:gd name="T19" fmla="*/ 19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1"/>
                  <a:gd name="T31" fmla="*/ 0 h 133"/>
                  <a:gd name="T32" fmla="*/ 121 w 121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1" h="133">
                    <a:moveTo>
                      <a:pt x="18" y="19"/>
                    </a:moveTo>
                    <a:lnTo>
                      <a:pt x="18" y="3"/>
                    </a:lnTo>
                    <a:lnTo>
                      <a:pt x="121" y="118"/>
                    </a:lnTo>
                    <a:lnTo>
                      <a:pt x="112" y="133"/>
                    </a:lnTo>
                    <a:lnTo>
                      <a:pt x="10" y="17"/>
                    </a:lnTo>
                    <a:lnTo>
                      <a:pt x="10" y="0"/>
                    </a:lnTo>
                    <a:lnTo>
                      <a:pt x="10" y="17"/>
                    </a:lnTo>
                    <a:lnTo>
                      <a:pt x="0" y="5"/>
                    </a:lnTo>
                    <a:lnTo>
                      <a:pt x="10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7" name="Freeform 271"/>
              <p:cNvSpPr>
                <a:spLocks/>
              </p:cNvSpPr>
              <p:nvPr/>
            </p:nvSpPr>
            <p:spPr bwMode="auto">
              <a:xfrm>
                <a:off x="2168" y="2617"/>
                <a:ext cx="89" cy="71"/>
              </a:xfrm>
              <a:custGeom>
                <a:avLst/>
                <a:gdLst>
                  <a:gd name="T0" fmla="*/ 75 w 89"/>
                  <a:gd name="T1" fmla="*/ 16 h 71"/>
                  <a:gd name="T2" fmla="*/ 87 w 89"/>
                  <a:gd name="T3" fmla="*/ 25 h 71"/>
                  <a:gd name="T4" fmla="*/ 8 w 89"/>
                  <a:gd name="T5" fmla="*/ 71 h 71"/>
                  <a:gd name="T6" fmla="*/ 0 w 89"/>
                  <a:gd name="T7" fmla="*/ 52 h 71"/>
                  <a:gd name="T8" fmla="*/ 79 w 89"/>
                  <a:gd name="T9" fmla="*/ 6 h 71"/>
                  <a:gd name="T10" fmla="*/ 89 w 89"/>
                  <a:gd name="T11" fmla="*/ 16 h 71"/>
                  <a:gd name="T12" fmla="*/ 79 w 89"/>
                  <a:gd name="T13" fmla="*/ 6 h 71"/>
                  <a:gd name="T14" fmla="*/ 88 w 89"/>
                  <a:gd name="T15" fmla="*/ 0 h 71"/>
                  <a:gd name="T16" fmla="*/ 89 w 89"/>
                  <a:gd name="T17" fmla="*/ 16 h 71"/>
                  <a:gd name="T18" fmla="*/ 75 w 89"/>
                  <a:gd name="T19" fmla="*/ 16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1"/>
                  <a:gd name="T32" fmla="*/ 89 w 8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1">
                    <a:moveTo>
                      <a:pt x="75" y="16"/>
                    </a:moveTo>
                    <a:lnTo>
                      <a:pt x="87" y="25"/>
                    </a:lnTo>
                    <a:lnTo>
                      <a:pt x="8" y="71"/>
                    </a:lnTo>
                    <a:lnTo>
                      <a:pt x="0" y="52"/>
                    </a:lnTo>
                    <a:lnTo>
                      <a:pt x="79" y="6"/>
                    </a:lnTo>
                    <a:lnTo>
                      <a:pt x="89" y="16"/>
                    </a:lnTo>
                    <a:lnTo>
                      <a:pt x="79" y="6"/>
                    </a:lnTo>
                    <a:lnTo>
                      <a:pt x="88" y="0"/>
                    </a:lnTo>
                    <a:lnTo>
                      <a:pt x="89" y="16"/>
                    </a:lnTo>
                    <a:lnTo>
                      <a:pt x="75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8" name="Freeform 272"/>
              <p:cNvSpPr>
                <a:spLocks/>
              </p:cNvSpPr>
              <p:nvPr/>
            </p:nvSpPr>
            <p:spPr bwMode="auto">
              <a:xfrm>
                <a:off x="2236" y="2738"/>
                <a:ext cx="37" cy="36"/>
              </a:xfrm>
              <a:custGeom>
                <a:avLst/>
                <a:gdLst>
                  <a:gd name="T0" fmla="*/ 29 w 37"/>
                  <a:gd name="T1" fmla="*/ 0 h 36"/>
                  <a:gd name="T2" fmla="*/ 37 w 37"/>
                  <a:gd name="T3" fmla="*/ 19 h 36"/>
                  <a:gd name="T4" fmla="*/ 8 w 37"/>
                  <a:gd name="T5" fmla="*/ 36 h 36"/>
                  <a:gd name="T6" fmla="*/ 0 w 37"/>
                  <a:gd name="T7" fmla="*/ 17 h 36"/>
                  <a:gd name="T8" fmla="*/ 29 w 37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6"/>
                  <a:gd name="T17" fmla="*/ 37 w 37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6">
                    <a:moveTo>
                      <a:pt x="29" y="0"/>
                    </a:moveTo>
                    <a:lnTo>
                      <a:pt x="37" y="19"/>
                    </a:lnTo>
                    <a:lnTo>
                      <a:pt x="8" y="36"/>
                    </a:lnTo>
                    <a:lnTo>
                      <a:pt x="0" y="1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69" name="Freeform 273"/>
              <p:cNvSpPr>
                <a:spLocks/>
              </p:cNvSpPr>
              <p:nvPr/>
            </p:nvSpPr>
            <p:spPr bwMode="auto">
              <a:xfrm>
                <a:off x="2150" y="2523"/>
                <a:ext cx="112" cy="230"/>
              </a:xfrm>
              <a:custGeom>
                <a:avLst/>
                <a:gdLst>
                  <a:gd name="T0" fmla="*/ 32 w 112"/>
                  <a:gd name="T1" fmla="*/ 0 h 230"/>
                  <a:gd name="T2" fmla="*/ 32 w 112"/>
                  <a:gd name="T3" fmla="*/ 0 h 230"/>
                  <a:gd name="T4" fmla="*/ 40 w 112"/>
                  <a:gd name="T5" fmla="*/ 27 h 230"/>
                  <a:gd name="T6" fmla="*/ 48 w 112"/>
                  <a:gd name="T7" fmla="*/ 56 h 230"/>
                  <a:gd name="T8" fmla="*/ 57 w 112"/>
                  <a:gd name="T9" fmla="*/ 84 h 230"/>
                  <a:gd name="T10" fmla="*/ 67 w 112"/>
                  <a:gd name="T11" fmla="*/ 109 h 230"/>
                  <a:gd name="T12" fmla="*/ 76 w 112"/>
                  <a:gd name="T13" fmla="*/ 136 h 230"/>
                  <a:gd name="T14" fmla="*/ 88 w 112"/>
                  <a:gd name="T15" fmla="*/ 163 h 230"/>
                  <a:gd name="T16" fmla="*/ 99 w 112"/>
                  <a:gd name="T17" fmla="*/ 187 h 230"/>
                  <a:gd name="T18" fmla="*/ 112 w 112"/>
                  <a:gd name="T19" fmla="*/ 213 h 230"/>
                  <a:gd name="T20" fmla="*/ 84 w 112"/>
                  <a:gd name="T21" fmla="*/ 230 h 230"/>
                  <a:gd name="T22" fmla="*/ 71 w 112"/>
                  <a:gd name="T23" fmla="*/ 204 h 230"/>
                  <a:gd name="T24" fmla="*/ 58 w 112"/>
                  <a:gd name="T25" fmla="*/ 176 h 230"/>
                  <a:gd name="T26" fmla="*/ 47 w 112"/>
                  <a:gd name="T27" fmla="*/ 150 h 230"/>
                  <a:gd name="T28" fmla="*/ 37 w 112"/>
                  <a:gd name="T29" fmla="*/ 122 h 230"/>
                  <a:gd name="T30" fmla="*/ 26 w 112"/>
                  <a:gd name="T31" fmla="*/ 94 h 230"/>
                  <a:gd name="T32" fmla="*/ 18 w 112"/>
                  <a:gd name="T33" fmla="*/ 64 h 230"/>
                  <a:gd name="T34" fmla="*/ 9 w 112"/>
                  <a:gd name="T35" fmla="*/ 34 h 230"/>
                  <a:gd name="T36" fmla="*/ 0 w 112"/>
                  <a:gd name="T37" fmla="*/ 4 h 230"/>
                  <a:gd name="T38" fmla="*/ 32 w 112"/>
                  <a:gd name="T39" fmla="*/ 0 h 2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30"/>
                  <a:gd name="T62" fmla="*/ 112 w 112"/>
                  <a:gd name="T63" fmla="*/ 230 h 23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30">
                    <a:moveTo>
                      <a:pt x="32" y="0"/>
                    </a:moveTo>
                    <a:lnTo>
                      <a:pt x="32" y="0"/>
                    </a:lnTo>
                    <a:lnTo>
                      <a:pt x="40" y="27"/>
                    </a:lnTo>
                    <a:lnTo>
                      <a:pt x="48" y="56"/>
                    </a:lnTo>
                    <a:lnTo>
                      <a:pt x="57" y="84"/>
                    </a:lnTo>
                    <a:lnTo>
                      <a:pt x="67" y="109"/>
                    </a:lnTo>
                    <a:lnTo>
                      <a:pt x="76" y="136"/>
                    </a:lnTo>
                    <a:lnTo>
                      <a:pt x="88" y="163"/>
                    </a:lnTo>
                    <a:lnTo>
                      <a:pt x="99" y="187"/>
                    </a:lnTo>
                    <a:lnTo>
                      <a:pt x="112" y="213"/>
                    </a:lnTo>
                    <a:lnTo>
                      <a:pt x="84" y="230"/>
                    </a:lnTo>
                    <a:lnTo>
                      <a:pt x="71" y="204"/>
                    </a:lnTo>
                    <a:lnTo>
                      <a:pt x="58" y="176"/>
                    </a:lnTo>
                    <a:lnTo>
                      <a:pt x="47" y="150"/>
                    </a:lnTo>
                    <a:lnTo>
                      <a:pt x="37" y="122"/>
                    </a:lnTo>
                    <a:lnTo>
                      <a:pt x="26" y="94"/>
                    </a:lnTo>
                    <a:lnTo>
                      <a:pt x="18" y="64"/>
                    </a:lnTo>
                    <a:lnTo>
                      <a:pt x="9" y="34"/>
                    </a:lnTo>
                    <a:lnTo>
                      <a:pt x="0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0" name="Freeform 274"/>
              <p:cNvSpPr>
                <a:spLocks/>
              </p:cNvSpPr>
              <p:nvPr/>
            </p:nvSpPr>
            <p:spPr bwMode="auto">
              <a:xfrm>
                <a:off x="2117" y="2318"/>
                <a:ext cx="61" cy="206"/>
              </a:xfrm>
              <a:custGeom>
                <a:avLst/>
                <a:gdLst>
                  <a:gd name="T0" fmla="*/ 33 w 61"/>
                  <a:gd name="T1" fmla="*/ 7 h 206"/>
                  <a:gd name="T2" fmla="*/ 36 w 61"/>
                  <a:gd name="T3" fmla="*/ 31 h 206"/>
                  <a:gd name="T4" fmla="*/ 38 w 61"/>
                  <a:gd name="T5" fmla="*/ 56 h 206"/>
                  <a:gd name="T6" fmla="*/ 40 w 61"/>
                  <a:gd name="T7" fmla="*/ 79 h 206"/>
                  <a:gd name="T8" fmla="*/ 43 w 61"/>
                  <a:gd name="T9" fmla="*/ 103 h 206"/>
                  <a:gd name="T10" fmla="*/ 46 w 61"/>
                  <a:gd name="T11" fmla="*/ 127 h 206"/>
                  <a:gd name="T12" fmla="*/ 51 w 61"/>
                  <a:gd name="T13" fmla="*/ 153 h 206"/>
                  <a:gd name="T14" fmla="*/ 56 w 61"/>
                  <a:gd name="T15" fmla="*/ 176 h 206"/>
                  <a:gd name="T16" fmla="*/ 61 w 61"/>
                  <a:gd name="T17" fmla="*/ 202 h 206"/>
                  <a:gd name="T18" fmla="*/ 30 w 61"/>
                  <a:gd name="T19" fmla="*/ 206 h 206"/>
                  <a:gd name="T20" fmla="*/ 24 w 61"/>
                  <a:gd name="T21" fmla="*/ 181 h 206"/>
                  <a:gd name="T22" fmla="*/ 18 w 61"/>
                  <a:gd name="T23" fmla="*/ 155 h 206"/>
                  <a:gd name="T24" fmla="*/ 14 w 61"/>
                  <a:gd name="T25" fmla="*/ 128 h 206"/>
                  <a:gd name="T26" fmla="*/ 11 w 61"/>
                  <a:gd name="T27" fmla="*/ 103 h 206"/>
                  <a:gd name="T28" fmla="*/ 7 w 61"/>
                  <a:gd name="T29" fmla="*/ 77 h 206"/>
                  <a:gd name="T30" fmla="*/ 5 w 61"/>
                  <a:gd name="T31" fmla="*/ 51 h 206"/>
                  <a:gd name="T32" fmla="*/ 2 w 61"/>
                  <a:gd name="T33" fmla="*/ 26 h 206"/>
                  <a:gd name="T34" fmla="*/ 0 w 61"/>
                  <a:gd name="T35" fmla="*/ 0 h 206"/>
                  <a:gd name="T36" fmla="*/ 33 w 61"/>
                  <a:gd name="T37" fmla="*/ 7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1"/>
                  <a:gd name="T58" fmla="*/ 0 h 206"/>
                  <a:gd name="T59" fmla="*/ 61 w 61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1" h="206">
                    <a:moveTo>
                      <a:pt x="33" y="7"/>
                    </a:moveTo>
                    <a:lnTo>
                      <a:pt x="36" y="31"/>
                    </a:lnTo>
                    <a:lnTo>
                      <a:pt x="38" y="56"/>
                    </a:lnTo>
                    <a:lnTo>
                      <a:pt x="40" y="79"/>
                    </a:lnTo>
                    <a:lnTo>
                      <a:pt x="43" y="103"/>
                    </a:lnTo>
                    <a:lnTo>
                      <a:pt x="46" y="127"/>
                    </a:lnTo>
                    <a:lnTo>
                      <a:pt x="51" y="153"/>
                    </a:lnTo>
                    <a:lnTo>
                      <a:pt x="56" y="176"/>
                    </a:lnTo>
                    <a:lnTo>
                      <a:pt x="61" y="202"/>
                    </a:lnTo>
                    <a:lnTo>
                      <a:pt x="30" y="206"/>
                    </a:lnTo>
                    <a:lnTo>
                      <a:pt x="24" y="181"/>
                    </a:lnTo>
                    <a:lnTo>
                      <a:pt x="18" y="155"/>
                    </a:lnTo>
                    <a:lnTo>
                      <a:pt x="14" y="128"/>
                    </a:lnTo>
                    <a:lnTo>
                      <a:pt x="11" y="103"/>
                    </a:lnTo>
                    <a:lnTo>
                      <a:pt x="7" y="77"/>
                    </a:lnTo>
                    <a:lnTo>
                      <a:pt x="5" y="51"/>
                    </a:lnTo>
                    <a:lnTo>
                      <a:pt x="2" y="26"/>
                    </a:lnTo>
                    <a:lnTo>
                      <a:pt x="0" y="0"/>
                    </a:lnTo>
                    <a:lnTo>
                      <a:pt x="33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1" name="Freeform 275"/>
              <p:cNvSpPr>
                <a:spLocks/>
              </p:cNvSpPr>
              <p:nvPr/>
            </p:nvSpPr>
            <p:spPr bwMode="auto">
              <a:xfrm>
                <a:off x="2113" y="2295"/>
                <a:ext cx="35" cy="28"/>
              </a:xfrm>
              <a:custGeom>
                <a:avLst/>
                <a:gdLst>
                  <a:gd name="T0" fmla="*/ 1 w 35"/>
                  <a:gd name="T1" fmla="*/ 22 h 28"/>
                  <a:gd name="T2" fmla="*/ 0 w 35"/>
                  <a:gd name="T3" fmla="*/ 0 h 28"/>
                  <a:gd name="T4" fmla="*/ 35 w 35"/>
                  <a:gd name="T5" fmla="*/ 6 h 28"/>
                  <a:gd name="T6" fmla="*/ 35 w 35"/>
                  <a:gd name="T7" fmla="*/ 28 h 28"/>
                  <a:gd name="T8" fmla="*/ 1 w 35"/>
                  <a:gd name="T9" fmla="*/ 2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1" y="22"/>
                    </a:moveTo>
                    <a:lnTo>
                      <a:pt x="0" y="0"/>
                    </a:lnTo>
                    <a:lnTo>
                      <a:pt x="35" y="6"/>
                    </a:lnTo>
                    <a:lnTo>
                      <a:pt x="35" y="28"/>
                    </a:lnTo>
                    <a:lnTo>
                      <a:pt x="1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2" name="Freeform 276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3" name="Freeform 277"/>
              <p:cNvSpPr>
                <a:spLocks/>
              </p:cNvSpPr>
              <p:nvPr/>
            </p:nvSpPr>
            <p:spPr bwMode="auto">
              <a:xfrm>
                <a:off x="2248" y="2635"/>
                <a:ext cx="34" cy="176"/>
              </a:xfrm>
              <a:custGeom>
                <a:avLst/>
                <a:gdLst>
                  <a:gd name="T0" fmla="*/ 31 w 34"/>
                  <a:gd name="T1" fmla="*/ 157 h 176"/>
                  <a:gd name="T2" fmla="*/ 23 w 34"/>
                  <a:gd name="T3" fmla="*/ 162 h 176"/>
                  <a:gd name="T4" fmla="*/ 0 w 34"/>
                  <a:gd name="T5" fmla="*/ 0 h 176"/>
                  <a:gd name="T6" fmla="*/ 8 w 34"/>
                  <a:gd name="T7" fmla="*/ 0 h 176"/>
                  <a:gd name="T8" fmla="*/ 32 w 34"/>
                  <a:gd name="T9" fmla="*/ 161 h 176"/>
                  <a:gd name="T10" fmla="*/ 25 w 34"/>
                  <a:gd name="T11" fmla="*/ 165 h 176"/>
                  <a:gd name="T12" fmla="*/ 32 w 34"/>
                  <a:gd name="T13" fmla="*/ 161 h 176"/>
                  <a:gd name="T14" fmla="*/ 34 w 34"/>
                  <a:gd name="T15" fmla="*/ 176 h 176"/>
                  <a:gd name="T16" fmla="*/ 25 w 34"/>
                  <a:gd name="T17" fmla="*/ 165 h 176"/>
                  <a:gd name="T18" fmla="*/ 31 w 34"/>
                  <a:gd name="T19" fmla="*/ 157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"/>
                  <a:gd name="T31" fmla="*/ 0 h 176"/>
                  <a:gd name="T32" fmla="*/ 34 w 3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" h="176">
                    <a:moveTo>
                      <a:pt x="31" y="157"/>
                    </a:moveTo>
                    <a:lnTo>
                      <a:pt x="23" y="16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2" y="161"/>
                    </a:lnTo>
                    <a:lnTo>
                      <a:pt x="25" y="165"/>
                    </a:lnTo>
                    <a:lnTo>
                      <a:pt x="32" y="161"/>
                    </a:lnTo>
                    <a:lnTo>
                      <a:pt x="34" y="176"/>
                    </a:lnTo>
                    <a:lnTo>
                      <a:pt x="25" y="165"/>
                    </a:lnTo>
                    <a:lnTo>
                      <a:pt x="31" y="15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4" name="Freeform 278"/>
              <p:cNvSpPr>
                <a:spLocks/>
              </p:cNvSpPr>
              <p:nvPr/>
            </p:nvSpPr>
            <p:spPr bwMode="auto">
              <a:xfrm>
                <a:off x="2165" y="2674"/>
                <a:ext cx="114" cy="125"/>
              </a:xfrm>
              <a:custGeom>
                <a:avLst/>
                <a:gdLst>
                  <a:gd name="T0" fmla="*/ 11 w 114"/>
                  <a:gd name="T1" fmla="*/ 11 h 125"/>
                  <a:gd name="T2" fmla="*/ 11 w 114"/>
                  <a:gd name="T3" fmla="*/ 2 h 125"/>
                  <a:gd name="T4" fmla="*/ 114 w 114"/>
                  <a:gd name="T5" fmla="*/ 116 h 125"/>
                  <a:gd name="T6" fmla="*/ 107 w 114"/>
                  <a:gd name="T7" fmla="*/ 125 h 125"/>
                  <a:gd name="T8" fmla="*/ 6 w 114"/>
                  <a:gd name="T9" fmla="*/ 9 h 125"/>
                  <a:gd name="T10" fmla="*/ 6 w 114"/>
                  <a:gd name="T11" fmla="*/ 0 h 125"/>
                  <a:gd name="T12" fmla="*/ 6 w 114"/>
                  <a:gd name="T13" fmla="*/ 9 h 125"/>
                  <a:gd name="T14" fmla="*/ 0 w 114"/>
                  <a:gd name="T15" fmla="*/ 4 h 125"/>
                  <a:gd name="T16" fmla="*/ 6 w 114"/>
                  <a:gd name="T17" fmla="*/ 0 h 125"/>
                  <a:gd name="T18" fmla="*/ 11 w 114"/>
                  <a:gd name="T19" fmla="*/ 11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4"/>
                  <a:gd name="T31" fmla="*/ 0 h 125"/>
                  <a:gd name="T32" fmla="*/ 114 w 114"/>
                  <a:gd name="T33" fmla="*/ 125 h 1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4" h="125">
                    <a:moveTo>
                      <a:pt x="11" y="11"/>
                    </a:moveTo>
                    <a:lnTo>
                      <a:pt x="11" y="2"/>
                    </a:lnTo>
                    <a:lnTo>
                      <a:pt x="114" y="116"/>
                    </a:lnTo>
                    <a:lnTo>
                      <a:pt x="107" y="125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5" name="Freeform 279"/>
              <p:cNvSpPr>
                <a:spLocks/>
              </p:cNvSpPr>
              <p:nvPr/>
            </p:nvSpPr>
            <p:spPr bwMode="auto">
              <a:xfrm>
                <a:off x="2169" y="2625"/>
                <a:ext cx="86" cy="60"/>
              </a:xfrm>
              <a:custGeom>
                <a:avLst/>
                <a:gdLst>
                  <a:gd name="T0" fmla="*/ 78 w 86"/>
                  <a:gd name="T1" fmla="*/ 8 h 60"/>
                  <a:gd name="T2" fmla="*/ 84 w 86"/>
                  <a:gd name="T3" fmla="*/ 14 h 60"/>
                  <a:gd name="T4" fmla="*/ 4 w 86"/>
                  <a:gd name="T5" fmla="*/ 60 h 60"/>
                  <a:gd name="T6" fmla="*/ 0 w 86"/>
                  <a:gd name="T7" fmla="*/ 49 h 60"/>
                  <a:gd name="T8" fmla="*/ 80 w 86"/>
                  <a:gd name="T9" fmla="*/ 3 h 60"/>
                  <a:gd name="T10" fmla="*/ 86 w 86"/>
                  <a:gd name="T11" fmla="*/ 8 h 60"/>
                  <a:gd name="T12" fmla="*/ 80 w 86"/>
                  <a:gd name="T13" fmla="*/ 3 h 60"/>
                  <a:gd name="T14" fmla="*/ 84 w 86"/>
                  <a:gd name="T15" fmla="*/ 0 h 60"/>
                  <a:gd name="T16" fmla="*/ 86 w 86"/>
                  <a:gd name="T17" fmla="*/ 8 h 60"/>
                  <a:gd name="T18" fmla="*/ 78 w 86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0"/>
                  <a:gd name="T32" fmla="*/ 86 w 86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0">
                    <a:moveTo>
                      <a:pt x="78" y="8"/>
                    </a:moveTo>
                    <a:lnTo>
                      <a:pt x="84" y="14"/>
                    </a:lnTo>
                    <a:lnTo>
                      <a:pt x="4" y="60"/>
                    </a:lnTo>
                    <a:lnTo>
                      <a:pt x="0" y="49"/>
                    </a:lnTo>
                    <a:lnTo>
                      <a:pt x="80" y="3"/>
                    </a:lnTo>
                    <a:lnTo>
                      <a:pt x="86" y="8"/>
                    </a:lnTo>
                    <a:lnTo>
                      <a:pt x="80" y="3"/>
                    </a:lnTo>
                    <a:lnTo>
                      <a:pt x="84" y="0"/>
                    </a:lnTo>
                    <a:lnTo>
                      <a:pt x="86" y="8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6" name="Freeform 280"/>
              <p:cNvSpPr>
                <a:spLocks/>
              </p:cNvSpPr>
              <p:nvPr/>
            </p:nvSpPr>
            <p:spPr bwMode="auto">
              <a:xfrm>
                <a:off x="2239" y="2738"/>
                <a:ext cx="32" cy="32"/>
              </a:xfrm>
              <a:custGeom>
                <a:avLst/>
                <a:gdLst>
                  <a:gd name="T0" fmla="*/ 25 w 32"/>
                  <a:gd name="T1" fmla="*/ 0 h 32"/>
                  <a:gd name="T2" fmla="*/ 32 w 32"/>
                  <a:gd name="T3" fmla="*/ 17 h 32"/>
                  <a:gd name="T4" fmla="*/ 10 w 32"/>
                  <a:gd name="T5" fmla="*/ 32 h 32"/>
                  <a:gd name="T6" fmla="*/ 0 w 32"/>
                  <a:gd name="T7" fmla="*/ 15 h 32"/>
                  <a:gd name="T8" fmla="*/ 25 w 3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25" y="0"/>
                    </a:moveTo>
                    <a:lnTo>
                      <a:pt x="32" y="17"/>
                    </a:lnTo>
                    <a:lnTo>
                      <a:pt x="10" y="32"/>
                    </a:lnTo>
                    <a:lnTo>
                      <a:pt x="0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7" name="Freeform 281"/>
              <p:cNvSpPr>
                <a:spLocks/>
              </p:cNvSpPr>
              <p:nvPr/>
            </p:nvSpPr>
            <p:spPr bwMode="auto">
              <a:xfrm>
                <a:off x="2154" y="2522"/>
                <a:ext cx="104" cy="231"/>
              </a:xfrm>
              <a:custGeom>
                <a:avLst/>
                <a:gdLst>
                  <a:gd name="T0" fmla="*/ 26 w 104"/>
                  <a:gd name="T1" fmla="*/ 0 h 231"/>
                  <a:gd name="T2" fmla="*/ 26 w 104"/>
                  <a:gd name="T3" fmla="*/ 0 h 231"/>
                  <a:gd name="T4" fmla="*/ 33 w 104"/>
                  <a:gd name="T5" fmla="*/ 30 h 231"/>
                  <a:gd name="T6" fmla="*/ 41 w 104"/>
                  <a:gd name="T7" fmla="*/ 57 h 231"/>
                  <a:gd name="T8" fmla="*/ 50 w 104"/>
                  <a:gd name="T9" fmla="*/ 85 h 231"/>
                  <a:gd name="T10" fmla="*/ 61 w 104"/>
                  <a:gd name="T11" fmla="*/ 111 h 231"/>
                  <a:gd name="T12" fmla="*/ 70 w 104"/>
                  <a:gd name="T13" fmla="*/ 139 h 231"/>
                  <a:gd name="T14" fmla="*/ 82 w 104"/>
                  <a:gd name="T15" fmla="*/ 166 h 231"/>
                  <a:gd name="T16" fmla="*/ 93 w 104"/>
                  <a:gd name="T17" fmla="*/ 190 h 231"/>
                  <a:gd name="T18" fmla="*/ 104 w 104"/>
                  <a:gd name="T19" fmla="*/ 215 h 231"/>
                  <a:gd name="T20" fmla="*/ 83 w 104"/>
                  <a:gd name="T21" fmla="*/ 231 h 231"/>
                  <a:gd name="T22" fmla="*/ 69 w 104"/>
                  <a:gd name="T23" fmla="*/ 205 h 231"/>
                  <a:gd name="T24" fmla="*/ 57 w 104"/>
                  <a:gd name="T25" fmla="*/ 176 h 231"/>
                  <a:gd name="T26" fmla="*/ 46 w 104"/>
                  <a:gd name="T27" fmla="*/ 150 h 231"/>
                  <a:gd name="T28" fmla="*/ 35 w 104"/>
                  <a:gd name="T29" fmla="*/ 122 h 231"/>
                  <a:gd name="T30" fmla="*/ 25 w 104"/>
                  <a:gd name="T31" fmla="*/ 93 h 231"/>
                  <a:gd name="T32" fmla="*/ 17 w 104"/>
                  <a:gd name="T33" fmla="*/ 64 h 231"/>
                  <a:gd name="T34" fmla="*/ 7 w 104"/>
                  <a:gd name="T35" fmla="*/ 35 h 231"/>
                  <a:gd name="T36" fmla="*/ 0 w 104"/>
                  <a:gd name="T37" fmla="*/ 5 h 231"/>
                  <a:gd name="T38" fmla="*/ 26 w 104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4"/>
                  <a:gd name="T61" fmla="*/ 0 h 231"/>
                  <a:gd name="T62" fmla="*/ 104 w 104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4" h="231">
                    <a:moveTo>
                      <a:pt x="26" y="0"/>
                    </a:moveTo>
                    <a:lnTo>
                      <a:pt x="26" y="0"/>
                    </a:lnTo>
                    <a:lnTo>
                      <a:pt x="33" y="30"/>
                    </a:lnTo>
                    <a:lnTo>
                      <a:pt x="41" y="57"/>
                    </a:lnTo>
                    <a:lnTo>
                      <a:pt x="50" y="85"/>
                    </a:lnTo>
                    <a:lnTo>
                      <a:pt x="61" y="111"/>
                    </a:lnTo>
                    <a:lnTo>
                      <a:pt x="70" y="139"/>
                    </a:lnTo>
                    <a:lnTo>
                      <a:pt x="82" y="166"/>
                    </a:lnTo>
                    <a:lnTo>
                      <a:pt x="93" y="190"/>
                    </a:lnTo>
                    <a:lnTo>
                      <a:pt x="104" y="215"/>
                    </a:lnTo>
                    <a:lnTo>
                      <a:pt x="83" y="231"/>
                    </a:lnTo>
                    <a:lnTo>
                      <a:pt x="69" y="205"/>
                    </a:lnTo>
                    <a:lnTo>
                      <a:pt x="57" y="176"/>
                    </a:lnTo>
                    <a:lnTo>
                      <a:pt x="46" y="150"/>
                    </a:lnTo>
                    <a:lnTo>
                      <a:pt x="35" y="122"/>
                    </a:lnTo>
                    <a:lnTo>
                      <a:pt x="25" y="93"/>
                    </a:lnTo>
                    <a:lnTo>
                      <a:pt x="17" y="64"/>
                    </a:lnTo>
                    <a:lnTo>
                      <a:pt x="7" y="35"/>
                    </a:lnTo>
                    <a:lnTo>
                      <a:pt x="0" y="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8" name="Freeform 282"/>
              <p:cNvSpPr>
                <a:spLocks/>
              </p:cNvSpPr>
              <p:nvPr/>
            </p:nvSpPr>
            <p:spPr bwMode="auto">
              <a:xfrm>
                <a:off x="2120" y="2320"/>
                <a:ext cx="55" cy="205"/>
              </a:xfrm>
              <a:custGeom>
                <a:avLst/>
                <a:gdLst>
                  <a:gd name="T0" fmla="*/ 29 w 55"/>
                  <a:gd name="T1" fmla="*/ 5 h 205"/>
                  <a:gd name="T2" fmla="*/ 30 w 55"/>
                  <a:gd name="T3" fmla="*/ 28 h 205"/>
                  <a:gd name="T4" fmla="*/ 31 w 55"/>
                  <a:gd name="T5" fmla="*/ 54 h 205"/>
                  <a:gd name="T6" fmla="*/ 34 w 55"/>
                  <a:gd name="T7" fmla="*/ 77 h 205"/>
                  <a:gd name="T8" fmla="*/ 37 w 55"/>
                  <a:gd name="T9" fmla="*/ 102 h 205"/>
                  <a:gd name="T10" fmla="*/ 40 w 55"/>
                  <a:gd name="T11" fmla="*/ 126 h 205"/>
                  <a:gd name="T12" fmla="*/ 44 w 55"/>
                  <a:gd name="T13" fmla="*/ 151 h 205"/>
                  <a:gd name="T14" fmla="*/ 51 w 55"/>
                  <a:gd name="T15" fmla="*/ 175 h 205"/>
                  <a:gd name="T16" fmla="*/ 55 w 55"/>
                  <a:gd name="T17" fmla="*/ 201 h 205"/>
                  <a:gd name="T18" fmla="*/ 29 w 55"/>
                  <a:gd name="T19" fmla="*/ 205 h 205"/>
                  <a:gd name="T20" fmla="*/ 23 w 55"/>
                  <a:gd name="T21" fmla="*/ 180 h 205"/>
                  <a:gd name="T22" fmla="*/ 18 w 55"/>
                  <a:gd name="T23" fmla="*/ 154 h 205"/>
                  <a:gd name="T24" fmla="*/ 13 w 55"/>
                  <a:gd name="T25" fmla="*/ 126 h 205"/>
                  <a:gd name="T26" fmla="*/ 9 w 55"/>
                  <a:gd name="T27" fmla="*/ 102 h 205"/>
                  <a:gd name="T28" fmla="*/ 6 w 55"/>
                  <a:gd name="T29" fmla="*/ 76 h 205"/>
                  <a:gd name="T30" fmla="*/ 4 w 55"/>
                  <a:gd name="T31" fmla="*/ 50 h 205"/>
                  <a:gd name="T32" fmla="*/ 2 w 55"/>
                  <a:gd name="T33" fmla="*/ 25 h 205"/>
                  <a:gd name="T34" fmla="*/ 0 w 55"/>
                  <a:gd name="T35" fmla="*/ 0 h 205"/>
                  <a:gd name="T36" fmla="*/ 29 w 55"/>
                  <a:gd name="T37" fmla="*/ 5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5"/>
                  <a:gd name="T58" fmla="*/ 0 h 205"/>
                  <a:gd name="T59" fmla="*/ 55 w 5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5" h="205">
                    <a:moveTo>
                      <a:pt x="29" y="5"/>
                    </a:moveTo>
                    <a:lnTo>
                      <a:pt x="30" y="28"/>
                    </a:lnTo>
                    <a:lnTo>
                      <a:pt x="31" y="54"/>
                    </a:lnTo>
                    <a:lnTo>
                      <a:pt x="34" y="77"/>
                    </a:lnTo>
                    <a:lnTo>
                      <a:pt x="37" y="102"/>
                    </a:lnTo>
                    <a:lnTo>
                      <a:pt x="40" y="126"/>
                    </a:lnTo>
                    <a:lnTo>
                      <a:pt x="44" y="151"/>
                    </a:lnTo>
                    <a:lnTo>
                      <a:pt x="51" y="175"/>
                    </a:lnTo>
                    <a:lnTo>
                      <a:pt x="55" y="201"/>
                    </a:lnTo>
                    <a:lnTo>
                      <a:pt x="29" y="205"/>
                    </a:lnTo>
                    <a:lnTo>
                      <a:pt x="23" y="180"/>
                    </a:lnTo>
                    <a:lnTo>
                      <a:pt x="18" y="154"/>
                    </a:lnTo>
                    <a:lnTo>
                      <a:pt x="13" y="126"/>
                    </a:lnTo>
                    <a:lnTo>
                      <a:pt x="9" y="102"/>
                    </a:lnTo>
                    <a:lnTo>
                      <a:pt x="6" y="76"/>
                    </a:lnTo>
                    <a:lnTo>
                      <a:pt x="4" y="50"/>
                    </a:lnTo>
                    <a:lnTo>
                      <a:pt x="2" y="25"/>
                    </a:lnTo>
                    <a:lnTo>
                      <a:pt x="0" y="0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79" name="Freeform 283"/>
              <p:cNvSpPr>
                <a:spLocks/>
              </p:cNvSpPr>
              <p:nvPr/>
            </p:nvSpPr>
            <p:spPr bwMode="auto">
              <a:xfrm>
                <a:off x="2115" y="2301"/>
                <a:ext cx="31" cy="22"/>
              </a:xfrm>
              <a:custGeom>
                <a:avLst/>
                <a:gdLst>
                  <a:gd name="T0" fmla="*/ 1 w 31"/>
                  <a:gd name="T1" fmla="*/ 18 h 22"/>
                  <a:gd name="T2" fmla="*/ 0 w 31"/>
                  <a:gd name="T3" fmla="*/ 0 h 22"/>
                  <a:gd name="T4" fmla="*/ 30 w 31"/>
                  <a:gd name="T5" fmla="*/ 4 h 22"/>
                  <a:gd name="T6" fmla="*/ 31 w 31"/>
                  <a:gd name="T7" fmla="*/ 22 h 22"/>
                  <a:gd name="T8" fmla="*/ 1 w 31"/>
                  <a:gd name="T9" fmla="*/ 1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2"/>
                  <a:gd name="T17" fmla="*/ 31 w 31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2">
                    <a:moveTo>
                      <a:pt x="1" y="18"/>
                    </a:moveTo>
                    <a:lnTo>
                      <a:pt x="0" y="0"/>
                    </a:lnTo>
                    <a:lnTo>
                      <a:pt x="30" y="4"/>
                    </a:lnTo>
                    <a:lnTo>
                      <a:pt x="31" y="22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0" name="Freeform 284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1" name="Freeform 285"/>
              <p:cNvSpPr>
                <a:spLocks/>
              </p:cNvSpPr>
              <p:nvPr/>
            </p:nvSpPr>
            <p:spPr bwMode="auto">
              <a:xfrm>
                <a:off x="2259" y="2665"/>
                <a:ext cx="48" cy="188"/>
              </a:xfrm>
              <a:custGeom>
                <a:avLst/>
                <a:gdLst>
                  <a:gd name="T0" fmla="*/ 41 w 48"/>
                  <a:gd name="T1" fmla="*/ 156 h 188"/>
                  <a:gd name="T2" fmla="*/ 29 w 48"/>
                  <a:gd name="T3" fmla="*/ 165 h 188"/>
                  <a:gd name="T4" fmla="*/ 0 w 48"/>
                  <a:gd name="T5" fmla="*/ 1 h 188"/>
                  <a:gd name="T6" fmla="*/ 15 w 48"/>
                  <a:gd name="T7" fmla="*/ 0 h 188"/>
                  <a:gd name="T8" fmla="*/ 44 w 48"/>
                  <a:gd name="T9" fmla="*/ 164 h 188"/>
                  <a:gd name="T10" fmla="*/ 32 w 48"/>
                  <a:gd name="T11" fmla="*/ 171 h 188"/>
                  <a:gd name="T12" fmla="*/ 44 w 48"/>
                  <a:gd name="T13" fmla="*/ 164 h 188"/>
                  <a:gd name="T14" fmla="*/ 48 w 48"/>
                  <a:gd name="T15" fmla="*/ 188 h 188"/>
                  <a:gd name="T16" fmla="*/ 32 w 48"/>
                  <a:gd name="T17" fmla="*/ 171 h 188"/>
                  <a:gd name="T18" fmla="*/ 41 w 48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8"/>
                  <a:gd name="T31" fmla="*/ 0 h 188"/>
                  <a:gd name="T32" fmla="*/ 48 w 48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8" h="188">
                    <a:moveTo>
                      <a:pt x="41" y="156"/>
                    </a:moveTo>
                    <a:lnTo>
                      <a:pt x="29" y="165"/>
                    </a:lnTo>
                    <a:lnTo>
                      <a:pt x="0" y="1"/>
                    </a:lnTo>
                    <a:lnTo>
                      <a:pt x="15" y="0"/>
                    </a:lnTo>
                    <a:lnTo>
                      <a:pt x="44" y="164"/>
                    </a:lnTo>
                    <a:lnTo>
                      <a:pt x="32" y="171"/>
                    </a:lnTo>
                    <a:lnTo>
                      <a:pt x="44" y="164"/>
                    </a:lnTo>
                    <a:lnTo>
                      <a:pt x="48" y="188"/>
                    </a:lnTo>
                    <a:lnTo>
                      <a:pt x="32" y="171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2" name="Freeform 286"/>
              <p:cNvSpPr>
                <a:spLocks/>
              </p:cNvSpPr>
              <p:nvPr/>
            </p:nvSpPr>
            <p:spPr bwMode="auto">
              <a:xfrm>
                <a:off x="2177" y="2710"/>
                <a:ext cx="123" cy="126"/>
              </a:xfrm>
              <a:custGeom>
                <a:avLst/>
                <a:gdLst>
                  <a:gd name="T0" fmla="*/ 18 w 123"/>
                  <a:gd name="T1" fmla="*/ 19 h 126"/>
                  <a:gd name="T2" fmla="*/ 18 w 123"/>
                  <a:gd name="T3" fmla="*/ 2 h 126"/>
                  <a:gd name="T4" fmla="*/ 123 w 123"/>
                  <a:gd name="T5" fmla="*/ 113 h 126"/>
                  <a:gd name="T6" fmla="*/ 114 w 123"/>
                  <a:gd name="T7" fmla="*/ 126 h 126"/>
                  <a:gd name="T8" fmla="*/ 11 w 123"/>
                  <a:gd name="T9" fmla="*/ 17 h 126"/>
                  <a:gd name="T10" fmla="*/ 9 w 123"/>
                  <a:gd name="T11" fmla="*/ 0 h 126"/>
                  <a:gd name="T12" fmla="*/ 11 w 123"/>
                  <a:gd name="T13" fmla="*/ 17 h 126"/>
                  <a:gd name="T14" fmla="*/ 0 w 123"/>
                  <a:gd name="T15" fmla="*/ 7 h 126"/>
                  <a:gd name="T16" fmla="*/ 9 w 123"/>
                  <a:gd name="T17" fmla="*/ 0 h 126"/>
                  <a:gd name="T18" fmla="*/ 18 w 123"/>
                  <a:gd name="T19" fmla="*/ 19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6"/>
                  <a:gd name="T32" fmla="*/ 123 w 123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6">
                    <a:moveTo>
                      <a:pt x="18" y="19"/>
                    </a:moveTo>
                    <a:lnTo>
                      <a:pt x="18" y="2"/>
                    </a:lnTo>
                    <a:lnTo>
                      <a:pt x="123" y="113"/>
                    </a:lnTo>
                    <a:lnTo>
                      <a:pt x="114" y="126"/>
                    </a:lnTo>
                    <a:lnTo>
                      <a:pt x="11" y="17"/>
                    </a:lnTo>
                    <a:lnTo>
                      <a:pt x="9" y="0"/>
                    </a:lnTo>
                    <a:lnTo>
                      <a:pt x="11" y="17"/>
                    </a:lnTo>
                    <a:lnTo>
                      <a:pt x="0" y="7"/>
                    </a:lnTo>
                    <a:lnTo>
                      <a:pt x="9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3" name="Freeform 287"/>
              <p:cNvSpPr>
                <a:spLocks/>
              </p:cNvSpPr>
              <p:nvPr/>
            </p:nvSpPr>
            <p:spPr bwMode="auto">
              <a:xfrm>
                <a:off x="2184" y="2649"/>
                <a:ext cx="88" cy="79"/>
              </a:xfrm>
              <a:custGeom>
                <a:avLst/>
                <a:gdLst>
                  <a:gd name="T0" fmla="*/ 73 w 88"/>
                  <a:gd name="T1" fmla="*/ 17 h 79"/>
                  <a:gd name="T2" fmla="*/ 86 w 88"/>
                  <a:gd name="T3" fmla="*/ 26 h 79"/>
                  <a:gd name="T4" fmla="*/ 8 w 88"/>
                  <a:gd name="T5" fmla="*/ 79 h 79"/>
                  <a:gd name="T6" fmla="*/ 0 w 88"/>
                  <a:gd name="T7" fmla="*/ 60 h 79"/>
                  <a:gd name="T8" fmla="*/ 76 w 88"/>
                  <a:gd name="T9" fmla="*/ 7 h 79"/>
                  <a:gd name="T10" fmla="*/ 88 w 88"/>
                  <a:gd name="T11" fmla="*/ 16 h 79"/>
                  <a:gd name="T12" fmla="*/ 76 w 88"/>
                  <a:gd name="T13" fmla="*/ 7 h 79"/>
                  <a:gd name="T14" fmla="*/ 86 w 88"/>
                  <a:gd name="T15" fmla="*/ 0 h 79"/>
                  <a:gd name="T16" fmla="*/ 88 w 88"/>
                  <a:gd name="T17" fmla="*/ 16 h 79"/>
                  <a:gd name="T18" fmla="*/ 73 w 88"/>
                  <a:gd name="T19" fmla="*/ 17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73" y="17"/>
                    </a:moveTo>
                    <a:lnTo>
                      <a:pt x="86" y="26"/>
                    </a:lnTo>
                    <a:lnTo>
                      <a:pt x="8" y="79"/>
                    </a:lnTo>
                    <a:lnTo>
                      <a:pt x="0" y="60"/>
                    </a:lnTo>
                    <a:lnTo>
                      <a:pt x="76" y="7"/>
                    </a:lnTo>
                    <a:lnTo>
                      <a:pt x="88" y="16"/>
                    </a:lnTo>
                    <a:lnTo>
                      <a:pt x="76" y="7"/>
                    </a:lnTo>
                    <a:lnTo>
                      <a:pt x="86" y="0"/>
                    </a:lnTo>
                    <a:lnTo>
                      <a:pt x="88" y="16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4" name="Freeform 288"/>
              <p:cNvSpPr>
                <a:spLocks/>
              </p:cNvSpPr>
              <p:nvPr/>
            </p:nvSpPr>
            <p:spPr bwMode="auto">
              <a:xfrm>
                <a:off x="2255" y="2771"/>
                <a:ext cx="38" cy="40"/>
              </a:xfrm>
              <a:custGeom>
                <a:avLst/>
                <a:gdLst>
                  <a:gd name="T0" fmla="*/ 27 w 38"/>
                  <a:gd name="T1" fmla="*/ 0 h 40"/>
                  <a:gd name="T2" fmla="*/ 38 w 38"/>
                  <a:gd name="T3" fmla="*/ 19 h 40"/>
                  <a:gd name="T4" fmla="*/ 11 w 38"/>
                  <a:gd name="T5" fmla="*/ 40 h 40"/>
                  <a:gd name="T6" fmla="*/ 0 w 38"/>
                  <a:gd name="T7" fmla="*/ 20 h 40"/>
                  <a:gd name="T8" fmla="*/ 27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0"/>
                  <a:gd name="T17" fmla="*/ 38 w 3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0">
                    <a:moveTo>
                      <a:pt x="27" y="0"/>
                    </a:moveTo>
                    <a:lnTo>
                      <a:pt x="38" y="19"/>
                    </a:lnTo>
                    <a:lnTo>
                      <a:pt x="11" y="40"/>
                    </a:lnTo>
                    <a:lnTo>
                      <a:pt x="0" y="2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5" name="Freeform 289"/>
              <p:cNvSpPr>
                <a:spLocks/>
              </p:cNvSpPr>
              <p:nvPr/>
            </p:nvSpPr>
            <p:spPr bwMode="auto">
              <a:xfrm>
                <a:off x="2163" y="2558"/>
                <a:ext cx="117" cy="231"/>
              </a:xfrm>
              <a:custGeom>
                <a:avLst/>
                <a:gdLst>
                  <a:gd name="T0" fmla="*/ 31 w 117"/>
                  <a:gd name="T1" fmla="*/ 0 h 231"/>
                  <a:gd name="T2" fmla="*/ 31 w 117"/>
                  <a:gd name="T3" fmla="*/ 0 h 231"/>
                  <a:gd name="T4" fmla="*/ 40 w 117"/>
                  <a:gd name="T5" fmla="*/ 28 h 231"/>
                  <a:gd name="T6" fmla="*/ 49 w 117"/>
                  <a:gd name="T7" fmla="*/ 57 h 231"/>
                  <a:gd name="T8" fmla="*/ 58 w 117"/>
                  <a:gd name="T9" fmla="*/ 84 h 231"/>
                  <a:gd name="T10" fmla="*/ 70 w 117"/>
                  <a:gd name="T11" fmla="*/ 111 h 231"/>
                  <a:gd name="T12" fmla="*/ 79 w 117"/>
                  <a:gd name="T13" fmla="*/ 137 h 231"/>
                  <a:gd name="T14" fmla="*/ 92 w 117"/>
                  <a:gd name="T15" fmla="*/ 162 h 231"/>
                  <a:gd name="T16" fmla="*/ 104 w 117"/>
                  <a:gd name="T17" fmla="*/ 187 h 231"/>
                  <a:gd name="T18" fmla="*/ 117 w 117"/>
                  <a:gd name="T19" fmla="*/ 212 h 231"/>
                  <a:gd name="T20" fmla="*/ 92 w 117"/>
                  <a:gd name="T21" fmla="*/ 231 h 231"/>
                  <a:gd name="T22" fmla="*/ 78 w 117"/>
                  <a:gd name="T23" fmla="*/ 206 h 231"/>
                  <a:gd name="T24" fmla="*/ 64 w 117"/>
                  <a:gd name="T25" fmla="*/ 180 h 231"/>
                  <a:gd name="T26" fmla="*/ 52 w 117"/>
                  <a:gd name="T27" fmla="*/ 153 h 231"/>
                  <a:gd name="T28" fmla="*/ 40 w 117"/>
                  <a:gd name="T29" fmla="*/ 124 h 231"/>
                  <a:gd name="T30" fmla="*/ 29 w 117"/>
                  <a:gd name="T31" fmla="*/ 97 h 231"/>
                  <a:gd name="T32" fmla="*/ 18 w 117"/>
                  <a:gd name="T33" fmla="*/ 67 h 231"/>
                  <a:gd name="T34" fmla="*/ 9 w 117"/>
                  <a:gd name="T35" fmla="*/ 39 h 231"/>
                  <a:gd name="T36" fmla="*/ 0 w 117"/>
                  <a:gd name="T37" fmla="*/ 9 h 231"/>
                  <a:gd name="T38" fmla="*/ 31 w 117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7"/>
                  <a:gd name="T61" fmla="*/ 0 h 231"/>
                  <a:gd name="T62" fmla="*/ 117 w 117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7" h="231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49" y="57"/>
                    </a:lnTo>
                    <a:lnTo>
                      <a:pt x="58" y="84"/>
                    </a:lnTo>
                    <a:lnTo>
                      <a:pt x="70" y="111"/>
                    </a:lnTo>
                    <a:lnTo>
                      <a:pt x="79" y="137"/>
                    </a:lnTo>
                    <a:lnTo>
                      <a:pt x="92" y="162"/>
                    </a:lnTo>
                    <a:lnTo>
                      <a:pt x="104" y="187"/>
                    </a:lnTo>
                    <a:lnTo>
                      <a:pt x="117" y="212"/>
                    </a:lnTo>
                    <a:lnTo>
                      <a:pt x="92" y="231"/>
                    </a:lnTo>
                    <a:lnTo>
                      <a:pt x="78" y="206"/>
                    </a:lnTo>
                    <a:lnTo>
                      <a:pt x="64" y="180"/>
                    </a:lnTo>
                    <a:lnTo>
                      <a:pt x="52" y="153"/>
                    </a:lnTo>
                    <a:lnTo>
                      <a:pt x="40" y="124"/>
                    </a:lnTo>
                    <a:lnTo>
                      <a:pt x="29" y="97"/>
                    </a:lnTo>
                    <a:lnTo>
                      <a:pt x="18" y="67"/>
                    </a:lnTo>
                    <a:lnTo>
                      <a:pt x="9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6" name="Freeform 290"/>
              <p:cNvSpPr>
                <a:spLocks/>
              </p:cNvSpPr>
              <p:nvPr/>
            </p:nvSpPr>
            <p:spPr bwMode="auto">
              <a:xfrm>
                <a:off x="2123" y="2358"/>
                <a:ext cx="67" cy="207"/>
              </a:xfrm>
              <a:custGeom>
                <a:avLst/>
                <a:gdLst>
                  <a:gd name="T0" fmla="*/ 31 w 67"/>
                  <a:gd name="T1" fmla="*/ 4 h 207"/>
                  <a:gd name="T2" fmla="*/ 34 w 67"/>
                  <a:gd name="T3" fmla="*/ 27 h 207"/>
                  <a:gd name="T4" fmla="*/ 37 w 67"/>
                  <a:gd name="T5" fmla="*/ 51 h 207"/>
                  <a:gd name="T6" fmla="*/ 40 w 67"/>
                  <a:gd name="T7" fmla="*/ 77 h 207"/>
                  <a:gd name="T8" fmla="*/ 45 w 67"/>
                  <a:gd name="T9" fmla="*/ 101 h 207"/>
                  <a:gd name="T10" fmla="*/ 49 w 67"/>
                  <a:gd name="T11" fmla="*/ 125 h 207"/>
                  <a:gd name="T12" fmla="*/ 55 w 67"/>
                  <a:gd name="T13" fmla="*/ 150 h 207"/>
                  <a:gd name="T14" fmla="*/ 61 w 67"/>
                  <a:gd name="T15" fmla="*/ 175 h 207"/>
                  <a:gd name="T16" fmla="*/ 67 w 67"/>
                  <a:gd name="T17" fmla="*/ 199 h 207"/>
                  <a:gd name="T18" fmla="*/ 37 w 67"/>
                  <a:gd name="T19" fmla="*/ 207 h 207"/>
                  <a:gd name="T20" fmla="*/ 31 w 67"/>
                  <a:gd name="T21" fmla="*/ 180 h 207"/>
                  <a:gd name="T22" fmla="*/ 23 w 67"/>
                  <a:gd name="T23" fmla="*/ 153 h 207"/>
                  <a:gd name="T24" fmla="*/ 18 w 67"/>
                  <a:gd name="T25" fmla="*/ 128 h 207"/>
                  <a:gd name="T26" fmla="*/ 11 w 67"/>
                  <a:gd name="T27" fmla="*/ 102 h 207"/>
                  <a:gd name="T28" fmla="*/ 8 w 67"/>
                  <a:gd name="T29" fmla="*/ 77 h 207"/>
                  <a:gd name="T30" fmla="*/ 4 w 67"/>
                  <a:gd name="T31" fmla="*/ 51 h 207"/>
                  <a:gd name="T32" fmla="*/ 1 w 67"/>
                  <a:gd name="T33" fmla="*/ 24 h 207"/>
                  <a:gd name="T34" fmla="*/ 0 w 67"/>
                  <a:gd name="T35" fmla="*/ 0 h 207"/>
                  <a:gd name="T36" fmla="*/ 31 w 67"/>
                  <a:gd name="T37" fmla="*/ 4 h 2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7"/>
                  <a:gd name="T58" fmla="*/ 0 h 207"/>
                  <a:gd name="T59" fmla="*/ 67 w 67"/>
                  <a:gd name="T60" fmla="*/ 207 h 2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7" h="207">
                    <a:moveTo>
                      <a:pt x="31" y="4"/>
                    </a:moveTo>
                    <a:lnTo>
                      <a:pt x="34" y="27"/>
                    </a:lnTo>
                    <a:lnTo>
                      <a:pt x="37" y="51"/>
                    </a:lnTo>
                    <a:lnTo>
                      <a:pt x="40" y="77"/>
                    </a:lnTo>
                    <a:lnTo>
                      <a:pt x="45" y="101"/>
                    </a:lnTo>
                    <a:lnTo>
                      <a:pt x="49" y="125"/>
                    </a:lnTo>
                    <a:lnTo>
                      <a:pt x="55" y="150"/>
                    </a:lnTo>
                    <a:lnTo>
                      <a:pt x="61" y="175"/>
                    </a:lnTo>
                    <a:lnTo>
                      <a:pt x="67" y="199"/>
                    </a:lnTo>
                    <a:lnTo>
                      <a:pt x="37" y="207"/>
                    </a:lnTo>
                    <a:lnTo>
                      <a:pt x="31" y="180"/>
                    </a:lnTo>
                    <a:lnTo>
                      <a:pt x="23" y="153"/>
                    </a:lnTo>
                    <a:lnTo>
                      <a:pt x="18" y="128"/>
                    </a:lnTo>
                    <a:lnTo>
                      <a:pt x="11" y="102"/>
                    </a:lnTo>
                    <a:lnTo>
                      <a:pt x="8" y="77"/>
                    </a:lnTo>
                    <a:lnTo>
                      <a:pt x="4" y="51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7" name="Freeform 291"/>
              <p:cNvSpPr>
                <a:spLocks/>
              </p:cNvSpPr>
              <p:nvPr/>
            </p:nvSpPr>
            <p:spPr bwMode="auto">
              <a:xfrm>
                <a:off x="2118" y="2334"/>
                <a:ext cx="36" cy="27"/>
              </a:xfrm>
              <a:custGeom>
                <a:avLst/>
                <a:gdLst>
                  <a:gd name="T0" fmla="*/ 2 w 36"/>
                  <a:gd name="T1" fmla="*/ 23 h 27"/>
                  <a:gd name="T2" fmla="*/ 0 w 36"/>
                  <a:gd name="T3" fmla="*/ 0 h 27"/>
                  <a:gd name="T4" fmla="*/ 33 w 36"/>
                  <a:gd name="T5" fmla="*/ 4 h 27"/>
                  <a:gd name="T6" fmla="*/ 36 w 36"/>
                  <a:gd name="T7" fmla="*/ 27 h 27"/>
                  <a:gd name="T8" fmla="*/ 2 w 36"/>
                  <a:gd name="T9" fmla="*/ 2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2" y="23"/>
                    </a:moveTo>
                    <a:lnTo>
                      <a:pt x="0" y="0"/>
                    </a:lnTo>
                    <a:lnTo>
                      <a:pt x="33" y="4"/>
                    </a:lnTo>
                    <a:lnTo>
                      <a:pt x="36" y="27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8" name="Freeform 292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89" name="Freeform 293"/>
              <p:cNvSpPr>
                <a:spLocks/>
              </p:cNvSpPr>
              <p:nvPr/>
            </p:nvSpPr>
            <p:spPr bwMode="auto">
              <a:xfrm>
                <a:off x="2263" y="2666"/>
                <a:ext cx="40" cy="178"/>
              </a:xfrm>
              <a:custGeom>
                <a:avLst/>
                <a:gdLst>
                  <a:gd name="T0" fmla="*/ 36 w 40"/>
                  <a:gd name="T1" fmla="*/ 158 h 178"/>
                  <a:gd name="T2" fmla="*/ 28 w 40"/>
                  <a:gd name="T3" fmla="*/ 163 h 178"/>
                  <a:gd name="T4" fmla="*/ 0 w 40"/>
                  <a:gd name="T5" fmla="*/ 0 h 178"/>
                  <a:gd name="T6" fmla="*/ 8 w 40"/>
                  <a:gd name="T7" fmla="*/ 0 h 178"/>
                  <a:gd name="T8" fmla="*/ 38 w 40"/>
                  <a:gd name="T9" fmla="*/ 163 h 178"/>
                  <a:gd name="T10" fmla="*/ 32 w 40"/>
                  <a:gd name="T11" fmla="*/ 167 h 178"/>
                  <a:gd name="T12" fmla="*/ 38 w 40"/>
                  <a:gd name="T13" fmla="*/ 163 h 178"/>
                  <a:gd name="T14" fmla="*/ 40 w 40"/>
                  <a:gd name="T15" fmla="*/ 178 h 178"/>
                  <a:gd name="T16" fmla="*/ 32 w 40"/>
                  <a:gd name="T17" fmla="*/ 167 h 178"/>
                  <a:gd name="T18" fmla="*/ 36 w 40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78"/>
                  <a:gd name="T32" fmla="*/ 40 w 40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78">
                    <a:moveTo>
                      <a:pt x="36" y="158"/>
                    </a:moveTo>
                    <a:lnTo>
                      <a:pt x="28" y="163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8" y="163"/>
                    </a:lnTo>
                    <a:lnTo>
                      <a:pt x="32" y="167"/>
                    </a:lnTo>
                    <a:lnTo>
                      <a:pt x="38" y="163"/>
                    </a:lnTo>
                    <a:lnTo>
                      <a:pt x="40" y="178"/>
                    </a:lnTo>
                    <a:lnTo>
                      <a:pt x="32" y="167"/>
                    </a:lnTo>
                    <a:lnTo>
                      <a:pt x="36" y="15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0" name="Freeform 294"/>
              <p:cNvSpPr>
                <a:spLocks/>
              </p:cNvSpPr>
              <p:nvPr/>
            </p:nvSpPr>
            <p:spPr bwMode="auto">
              <a:xfrm>
                <a:off x="2184" y="2711"/>
                <a:ext cx="115" cy="120"/>
              </a:xfrm>
              <a:custGeom>
                <a:avLst/>
                <a:gdLst>
                  <a:gd name="T0" fmla="*/ 10 w 115"/>
                  <a:gd name="T1" fmla="*/ 12 h 120"/>
                  <a:gd name="T2" fmla="*/ 10 w 115"/>
                  <a:gd name="T3" fmla="*/ 1 h 120"/>
                  <a:gd name="T4" fmla="*/ 115 w 115"/>
                  <a:gd name="T5" fmla="*/ 112 h 120"/>
                  <a:gd name="T6" fmla="*/ 111 w 115"/>
                  <a:gd name="T7" fmla="*/ 120 h 120"/>
                  <a:gd name="T8" fmla="*/ 5 w 115"/>
                  <a:gd name="T9" fmla="*/ 9 h 120"/>
                  <a:gd name="T10" fmla="*/ 5 w 115"/>
                  <a:gd name="T11" fmla="*/ 0 h 120"/>
                  <a:gd name="T12" fmla="*/ 5 w 115"/>
                  <a:gd name="T13" fmla="*/ 9 h 120"/>
                  <a:gd name="T14" fmla="*/ 0 w 115"/>
                  <a:gd name="T15" fmla="*/ 3 h 120"/>
                  <a:gd name="T16" fmla="*/ 5 w 115"/>
                  <a:gd name="T17" fmla="*/ 0 h 120"/>
                  <a:gd name="T18" fmla="*/ 10 w 115"/>
                  <a:gd name="T19" fmla="*/ 1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0"/>
                  <a:gd name="T32" fmla="*/ 115 w 115"/>
                  <a:gd name="T33" fmla="*/ 120 h 1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0">
                    <a:moveTo>
                      <a:pt x="10" y="12"/>
                    </a:moveTo>
                    <a:lnTo>
                      <a:pt x="10" y="1"/>
                    </a:lnTo>
                    <a:lnTo>
                      <a:pt x="115" y="112"/>
                    </a:lnTo>
                    <a:lnTo>
                      <a:pt x="111" y="12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5" y="9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1" name="Freeform 295"/>
              <p:cNvSpPr>
                <a:spLocks/>
              </p:cNvSpPr>
              <p:nvPr/>
            </p:nvSpPr>
            <p:spPr bwMode="auto">
              <a:xfrm>
                <a:off x="2185" y="2657"/>
                <a:ext cx="84" cy="67"/>
              </a:xfrm>
              <a:custGeom>
                <a:avLst/>
                <a:gdLst>
                  <a:gd name="T0" fmla="*/ 75 w 84"/>
                  <a:gd name="T1" fmla="*/ 8 h 67"/>
                  <a:gd name="T2" fmla="*/ 82 w 84"/>
                  <a:gd name="T3" fmla="*/ 15 h 67"/>
                  <a:gd name="T4" fmla="*/ 5 w 84"/>
                  <a:gd name="T5" fmla="*/ 67 h 67"/>
                  <a:gd name="T6" fmla="*/ 0 w 84"/>
                  <a:gd name="T7" fmla="*/ 56 h 67"/>
                  <a:gd name="T8" fmla="*/ 75 w 84"/>
                  <a:gd name="T9" fmla="*/ 3 h 67"/>
                  <a:gd name="T10" fmla="*/ 84 w 84"/>
                  <a:gd name="T11" fmla="*/ 8 h 67"/>
                  <a:gd name="T12" fmla="*/ 75 w 84"/>
                  <a:gd name="T13" fmla="*/ 3 h 67"/>
                  <a:gd name="T14" fmla="*/ 82 w 84"/>
                  <a:gd name="T15" fmla="*/ 0 h 67"/>
                  <a:gd name="T16" fmla="*/ 84 w 84"/>
                  <a:gd name="T17" fmla="*/ 8 h 67"/>
                  <a:gd name="T18" fmla="*/ 75 w 84"/>
                  <a:gd name="T19" fmla="*/ 8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7"/>
                  <a:gd name="T32" fmla="*/ 84 w 84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7">
                    <a:moveTo>
                      <a:pt x="75" y="8"/>
                    </a:moveTo>
                    <a:lnTo>
                      <a:pt x="82" y="15"/>
                    </a:lnTo>
                    <a:lnTo>
                      <a:pt x="5" y="67"/>
                    </a:lnTo>
                    <a:lnTo>
                      <a:pt x="0" y="56"/>
                    </a:lnTo>
                    <a:lnTo>
                      <a:pt x="75" y="3"/>
                    </a:lnTo>
                    <a:lnTo>
                      <a:pt x="84" y="8"/>
                    </a:lnTo>
                    <a:lnTo>
                      <a:pt x="75" y="3"/>
                    </a:lnTo>
                    <a:lnTo>
                      <a:pt x="82" y="0"/>
                    </a:lnTo>
                    <a:lnTo>
                      <a:pt x="84" y="8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2" name="Freeform 296"/>
              <p:cNvSpPr>
                <a:spLocks/>
              </p:cNvSpPr>
              <p:nvPr/>
            </p:nvSpPr>
            <p:spPr bwMode="auto">
              <a:xfrm>
                <a:off x="2250" y="2758"/>
                <a:ext cx="30" cy="32"/>
              </a:xfrm>
              <a:custGeom>
                <a:avLst/>
                <a:gdLst>
                  <a:gd name="T0" fmla="*/ 20 w 30"/>
                  <a:gd name="T1" fmla="*/ 0 h 32"/>
                  <a:gd name="T2" fmla="*/ 30 w 30"/>
                  <a:gd name="T3" fmla="*/ 15 h 32"/>
                  <a:gd name="T4" fmla="*/ 9 w 30"/>
                  <a:gd name="T5" fmla="*/ 32 h 32"/>
                  <a:gd name="T6" fmla="*/ 0 w 30"/>
                  <a:gd name="T7" fmla="*/ 15 h 32"/>
                  <a:gd name="T8" fmla="*/ 20 w 30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2"/>
                  <a:gd name="T17" fmla="*/ 30 w 30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2">
                    <a:moveTo>
                      <a:pt x="20" y="0"/>
                    </a:moveTo>
                    <a:lnTo>
                      <a:pt x="30" y="15"/>
                    </a:lnTo>
                    <a:lnTo>
                      <a:pt x="9" y="32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3" name="Freeform 297"/>
              <p:cNvSpPr>
                <a:spLocks/>
              </p:cNvSpPr>
              <p:nvPr/>
            </p:nvSpPr>
            <p:spPr bwMode="auto">
              <a:xfrm>
                <a:off x="2157" y="2547"/>
                <a:ext cx="112" cy="229"/>
              </a:xfrm>
              <a:custGeom>
                <a:avLst/>
                <a:gdLst>
                  <a:gd name="T0" fmla="*/ 25 w 112"/>
                  <a:gd name="T1" fmla="*/ 0 h 229"/>
                  <a:gd name="T2" fmla="*/ 25 w 112"/>
                  <a:gd name="T3" fmla="*/ 0 h 229"/>
                  <a:gd name="T4" fmla="*/ 35 w 112"/>
                  <a:gd name="T5" fmla="*/ 27 h 229"/>
                  <a:gd name="T6" fmla="*/ 44 w 112"/>
                  <a:gd name="T7" fmla="*/ 56 h 229"/>
                  <a:gd name="T8" fmla="*/ 54 w 112"/>
                  <a:gd name="T9" fmla="*/ 84 h 229"/>
                  <a:gd name="T10" fmla="*/ 64 w 112"/>
                  <a:gd name="T11" fmla="*/ 111 h 229"/>
                  <a:gd name="T12" fmla="*/ 75 w 112"/>
                  <a:gd name="T13" fmla="*/ 136 h 229"/>
                  <a:gd name="T14" fmla="*/ 86 w 112"/>
                  <a:gd name="T15" fmla="*/ 162 h 229"/>
                  <a:gd name="T16" fmla="*/ 99 w 112"/>
                  <a:gd name="T17" fmla="*/ 188 h 229"/>
                  <a:gd name="T18" fmla="*/ 112 w 112"/>
                  <a:gd name="T19" fmla="*/ 212 h 229"/>
                  <a:gd name="T20" fmla="*/ 91 w 112"/>
                  <a:gd name="T21" fmla="*/ 229 h 229"/>
                  <a:gd name="T22" fmla="*/ 77 w 112"/>
                  <a:gd name="T23" fmla="*/ 204 h 229"/>
                  <a:gd name="T24" fmla="*/ 64 w 112"/>
                  <a:gd name="T25" fmla="*/ 176 h 229"/>
                  <a:gd name="T26" fmla="*/ 51 w 112"/>
                  <a:gd name="T27" fmla="*/ 150 h 229"/>
                  <a:gd name="T28" fmla="*/ 40 w 112"/>
                  <a:gd name="T29" fmla="*/ 120 h 229"/>
                  <a:gd name="T30" fmla="*/ 29 w 112"/>
                  <a:gd name="T31" fmla="*/ 94 h 229"/>
                  <a:gd name="T32" fmla="*/ 19 w 112"/>
                  <a:gd name="T33" fmla="*/ 65 h 229"/>
                  <a:gd name="T34" fmla="*/ 8 w 112"/>
                  <a:gd name="T35" fmla="*/ 36 h 229"/>
                  <a:gd name="T36" fmla="*/ 0 w 112"/>
                  <a:gd name="T37" fmla="*/ 6 h 229"/>
                  <a:gd name="T38" fmla="*/ 25 w 112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29"/>
                  <a:gd name="T62" fmla="*/ 112 w 112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29">
                    <a:moveTo>
                      <a:pt x="25" y="0"/>
                    </a:moveTo>
                    <a:lnTo>
                      <a:pt x="25" y="0"/>
                    </a:lnTo>
                    <a:lnTo>
                      <a:pt x="35" y="27"/>
                    </a:lnTo>
                    <a:lnTo>
                      <a:pt x="44" y="56"/>
                    </a:lnTo>
                    <a:lnTo>
                      <a:pt x="54" y="84"/>
                    </a:lnTo>
                    <a:lnTo>
                      <a:pt x="64" y="111"/>
                    </a:lnTo>
                    <a:lnTo>
                      <a:pt x="75" y="136"/>
                    </a:lnTo>
                    <a:lnTo>
                      <a:pt x="86" y="162"/>
                    </a:lnTo>
                    <a:lnTo>
                      <a:pt x="99" y="188"/>
                    </a:lnTo>
                    <a:lnTo>
                      <a:pt x="112" y="212"/>
                    </a:lnTo>
                    <a:lnTo>
                      <a:pt x="91" y="229"/>
                    </a:lnTo>
                    <a:lnTo>
                      <a:pt x="77" y="204"/>
                    </a:lnTo>
                    <a:lnTo>
                      <a:pt x="64" y="176"/>
                    </a:lnTo>
                    <a:lnTo>
                      <a:pt x="51" y="150"/>
                    </a:lnTo>
                    <a:lnTo>
                      <a:pt x="40" y="120"/>
                    </a:lnTo>
                    <a:lnTo>
                      <a:pt x="29" y="94"/>
                    </a:lnTo>
                    <a:lnTo>
                      <a:pt x="19" y="65"/>
                    </a:lnTo>
                    <a:lnTo>
                      <a:pt x="8" y="36"/>
                    </a:lnTo>
                    <a:lnTo>
                      <a:pt x="0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4" name="Freeform 298"/>
              <p:cNvSpPr>
                <a:spLocks/>
              </p:cNvSpPr>
              <p:nvPr/>
            </p:nvSpPr>
            <p:spPr bwMode="auto">
              <a:xfrm>
                <a:off x="2115" y="2345"/>
                <a:ext cx="63" cy="205"/>
              </a:xfrm>
              <a:custGeom>
                <a:avLst/>
                <a:gdLst>
                  <a:gd name="T0" fmla="*/ 28 w 63"/>
                  <a:gd name="T1" fmla="*/ 3 h 205"/>
                  <a:gd name="T2" fmla="*/ 31 w 63"/>
                  <a:gd name="T3" fmla="*/ 27 h 205"/>
                  <a:gd name="T4" fmla="*/ 33 w 63"/>
                  <a:gd name="T5" fmla="*/ 51 h 205"/>
                  <a:gd name="T6" fmla="*/ 36 w 63"/>
                  <a:gd name="T7" fmla="*/ 76 h 205"/>
                  <a:gd name="T8" fmla="*/ 41 w 63"/>
                  <a:gd name="T9" fmla="*/ 100 h 205"/>
                  <a:gd name="T10" fmla="*/ 46 w 63"/>
                  <a:gd name="T11" fmla="*/ 124 h 205"/>
                  <a:gd name="T12" fmla="*/ 50 w 63"/>
                  <a:gd name="T13" fmla="*/ 148 h 205"/>
                  <a:gd name="T14" fmla="*/ 57 w 63"/>
                  <a:gd name="T15" fmla="*/ 173 h 205"/>
                  <a:gd name="T16" fmla="*/ 63 w 63"/>
                  <a:gd name="T17" fmla="*/ 199 h 205"/>
                  <a:gd name="T18" fmla="*/ 39 w 63"/>
                  <a:gd name="T19" fmla="*/ 205 h 205"/>
                  <a:gd name="T20" fmla="*/ 30 w 63"/>
                  <a:gd name="T21" fmla="*/ 179 h 205"/>
                  <a:gd name="T22" fmla="*/ 25 w 63"/>
                  <a:gd name="T23" fmla="*/ 154 h 205"/>
                  <a:gd name="T24" fmla="*/ 18 w 63"/>
                  <a:gd name="T25" fmla="*/ 126 h 205"/>
                  <a:gd name="T26" fmla="*/ 14 w 63"/>
                  <a:gd name="T27" fmla="*/ 101 h 205"/>
                  <a:gd name="T28" fmla="*/ 9 w 63"/>
                  <a:gd name="T29" fmla="*/ 76 h 205"/>
                  <a:gd name="T30" fmla="*/ 4 w 63"/>
                  <a:gd name="T31" fmla="*/ 51 h 205"/>
                  <a:gd name="T32" fmla="*/ 2 w 63"/>
                  <a:gd name="T33" fmla="*/ 24 h 205"/>
                  <a:gd name="T34" fmla="*/ 0 w 63"/>
                  <a:gd name="T35" fmla="*/ 0 h 205"/>
                  <a:gd name="T36" fmla="*/ 28 w 63"/>
                  <a:gd name="T37" fmla="*/ 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3"/>
                  <a:gd name="T58" fmla="*/ 0 h 205"/>
                  <a:gd name="T59" fmla="*/ 63 w 6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3" h="205">
                    <a:moveTo>
                      <a:pt x="28" y="3"/>
                    </a:moveTo>
                    <a:lnTo>
                      <a:pt x="31" y="27"/>
                    </a:lnTo>
                    <a:lnTo>
                      <a:pt x="33" y="51"/>
                    </a:lnTo>
                    <a:lnTo>
                      <a:pt x="36" y="76"/>
                    </a:lnTo>
                    <a:lnTo>
                      <a:pt x="41" y="100"/>
                    </a:lnTo>
                    <a:lnTo>
                      <a:pt x="46" y="124"/>
                    </a:lnTo>
                    <a:lnTo>
                      <a:pt x="50" y="148"/>
                    </a:lnTo>
                    <a:lnTo>
                      <a:pt x="57" y="173"/>
                    </a:lnTo>
                    <a:lnTo>
                      <a:pt x="63" y="199"/>
                    </a:lnTo>
                    <a:lnTo>
                      <a:pt x="39" y="205"/>
                    </a:lnTo>
                    <a:lnTo>
                      <a:pt x="30" y="179"/>
                    </a:lnTo>
                    <a:lnTo>
                      <a:pt x="25" y="154"/>
                    </a:lnTo>
                    <a:lnTo>
                      <a:pt x="18" y="126"/>
                    </a:lnTo>
                    <a:lnTo>
                      <a:pt x="14" y="101"/>
                    </a:lnTo>
                    <a:lnTo>
                      <a:pt x="9" y="76"/>
                    </a:lnTo>
                    <a:lnTo>
                      <a:pt x="4" y="51"/>
                    </a:lnTo>
                    <a:lnTo>
                      <a:pt x="2" y="24"/>
                    </a:lnTo>
                    <a:lnTo>
                      <a:pt x="0" y="0"/>
                    </a:lnTo>
                    <a:lnTo>
                      <a:pt x="28" y="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5" name="Freeform 299"/>
              <p:cNvSpPr>
                <a:spLocks/>
              </p:cNvSpPr>
              <p:nvPr/>
            </p:nvSpPr>
            <p:spPr bwMode="auto">
              <a:xfrm>
                <a:off x="2111" y="2328"/>
                <a:ext cx="30" cy="21"/>
              </a:xfrm>
              <a:custGeom>
                <a:avLst/>
                <a:gdLst>
                  <a:gd name="T0" fmla="*/ 1 w 30"/>
                  <a:gd name="T1" fmla="*/ 18 h 21"/>
                  <a:gd name="T2" fmla="*/ 0 w 30"/>
                  <a:gd name="T3" fmla="*/ 0 h 21"/>
                  <a:gd name="T4" fmla="*/ 29 w 30"/>
                  <a:gd name="T5" fmla="*/ 3 h 21"/>
                  <a:gd name="T6" fmla="*/ 30 w 30"/>
                  <a:gd name="T7" fmla="*/ 21 h 21"/>
                  <a:gd name="T8" fmla="*/ 1 w 30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1" y="18"/>
                    </a:moveTo>
                    <a:lnTo>
                      <a:pt x="0" y="0"/>
                    </a:lnTo>
                    <a:lnTo>
                      <a:pt x="29" y="3"/>
                    </a:lnTo>
                    <a:lnTo>
                      <a:pt x="30" y="21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6" name="Freeform 300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7" name="Freeform 301"/>
              <p:cNvSpPr>
                <a:spLocks/>
              </p:cNvSpPr>
              <p:nvPr/>
            </p:nvSpPr>
            <p:spPr bwMode="auto">
              <a:xfrm>
                <a:off x="2274" y="2698"/>
                <a:ext cx="56" cy="186"/>
              </a:xfrm>
              <a:custGeom>
                <a:avLst/>
                <a:gdLst>
                  <a:gd name="T0" fmla="*/ 47 w 56"/>
                  <a:gd name="T1" fmla="*/ 156 h 186"/>
                  <a:gd name="T2" fmla="*/ 36 w 56"/>
                  <a:gd name="T3" fmla="*/ 165 h 186"/>
                  <a:gd name="T4" fmla="*/ 0 w 56"/>
                  <a:gd name="T5" fmla="*/ 3 h 186"/>
                  <a:gd name="T6" fmla="*/ 15 w 56"/>
                  <a:gd name="T7" fmla="*/ 0 h 186"/>
                  <a:gd name="T8" fmla="*/ 51 w 56"/>
                  <a:gd name="T9" fmla="*/ 163 h 186"/>
                  <a:gd name="T10" fmla="*/ 40 w 56"/>
                  <a:gd name="T11" fmla="*/ 170 h 186"/>
                  <a:gd name="T12" fmla="*/ 51 w 56"/>
                  <a:gd name="T13" fmla="*/ 163 h 186"/>
                  <a:gd name="T14" fmla="*/ 56 w 56"/>
                  <a:gd name="T15" fmla="*/ 186 h 186"/>
                  <a:gd name="T16" fmla="*/ 40 w 56"/>
                  <a:gd name="T17" fmla="*/ 170 h 186"/>
                  <a:gd name="T18" fmla="*/ 47 w 56"/>
                  <a:gd name="T19" fmla="*/ 156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6"/>
                  <a:gd name="T31" fmla="*/ 0 h 186"/>
                  <a:gd name="T32" fmla="*/ 56 w 56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6" h="186">
                    <a:moveTo>
                      <a:pt x="47" y="156"/>
                    </a:moveTo>
                    <a:lnTo>
                      <a:pt x="36" y="165"/>
                    </a:lnTo>
                    <a:lnTo>
                      <a:pt x="0" y="3"/>
                    </a:lnTo>
                    <a:lnTo>
                      <a:pt x="15" y="0"/>
                    </a:lnTo>
                    <a:lnTo>
                      <a:pt x="51" y="163"/>
                    </a:lnTo>
                    <a:lnTo>
                      <a:pt x="40" y="170"/>
                    </a:lnTo>
                    <a:lnTo>
                      <a:pt x="51" y="163"/>
                    </a:lnTo>
                    <a:lnTo>
                      <a:pt x="56" y="186"/>
                    </a:lnTo>
                    <a:lnTo>
                      <a:pt x="40" y="170"/>
                    </a:lnTo>
                    <a:lnTo>
                      <a:pt x="47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8" name="Freeform 302"/>
              <p:cNvSpPr>
                <a:spLocks/>
              </p:cNvSpPr>
              <p:nvPr/>
            </p:nvSpPr>
            <p:spPr bwMode="auto">
              <a:xfrm>
                <a:off x="2196" y="2749"/>
                <a:ext cx="124" cy="119"/>
              </a:xfrm>
              <a:custGeom>
                <a:avLst/>
                <a:gdLst>
                  <a:gd name="T0" fmla="*/ 19 w 124"/>
                  <a:gd name="T1" fmla="*/ 17 h 119"/>
                  <a:gd name="T2" fmla="*/ 17 w 124"/>
                  <a:gd name="T3" fmla="*/ 1 h 119"/>
                  <a:gd name="T4" fmla="*/ 124 w 124"/>
                  <a:gd name="T5" fmla="*/ 103 h 119"/>
                  <a:gd name="T6" fmla="*/ 118 w 124"/>
                  <a:gd name="T7" fmla="*/ 119 h 119"/>
                  <a:gd name="T8" fmla="*/ 11 w 124"/>
                  <a:gd name="T9" fmla="*/ 16 h 119"/>
                  <a:gd name="T10" fmla="*/ 9 w 124"/>
                  <a:gd name="T11" fmla="*/ 0 h 119"/>
                  <a:gd name="T12" fmla="*/ 11 w 124"/>
                  <a:gd name="T13" fmla="*/ 16 h 119"/>
                  <a:gd name="T14" fmla="*/ 0 w 124"/>
                  <a:gd name="T15" fmla="*/ 6 h 119"/>
                  <a:gd name="T16" fmla="*/ 9 w 124"/>
                  <a:gd name="T17" fmla="*/ 0 h 119"/>
                  <a:gd name="T18" fmla="*/ 19 w 124"/>
                  <a:gd name="T19" fmla="*/ 17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119"/>
                  <a:gd name="T32" fmla="*/ 124 w 124"/>
                  <a:gd name="T33" fmla="*/ 119 h 1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119">
                    <a:moveTo>
                      <a:pt x="19" y="17"/>
                    </a:moveTo>
                    <a:lnTo>
                      <a:pt x="17" y="1"/>
                    </a:lnTo>
                    <a:lnTo>
                      <a:pt x="124" y="103"/>
                    </a:lnTo>
                    <a:lnTo>
                      <a:pt x="118" y="119"/>
                    </a:lnTo>
                    <a:lnTo>
                      <a:pt x="11" y="16"/>
                    </a:lnTo>
                    <a:lnTo>
                      <a:pt x="9" y="0"/>
                    </a:lnTo>
                    <a:lnTo>
                      <a:pt x="11" y="16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899" name="Freeform 303"/>
              <p:cNvSpPr>
                <a:spLocks/>
              </p:cNvSpPr>
              <p:nvPr/>
            </p:nvSpPr>
            <p:spPr bwMode="auto">
              <a:xfrm>
                <a:off x="2204" y="2683"/>
                <a:ext cx="84" cy="82"/>
              </a:xfrm>
              <a:custGeom>
                <a:avLst/>
                <a:gdLst>
                  <a:gd name="T0" fmla="*/ 70 w 84"/>
                  <a:gd name="T1" fmla="*/ 18 h 82"/>
                  <a:gd name="T2" fmla="*/ 82 w 84"/>
                  <a:gd name="T3" fmla="*/ 24 h 82"/>
                  <a:gd name="T4" fmla="*/ 8 w 84"/>
                  <a:gd name="T5" fmla="*/ 82 h 82"/>
                  <a:gd name="T6" fmla="*/ 0 w 84"/>
                  <a:gd name="T7" fmla="*/ 65 h 82"/>
                  <a:gd name="T8" fmla="*/ 72 w 84"/>
                  <a:gd name="T9" fmla="*/ 7 h 82"/>
                  <a:gd name="T10" fmla="*/ 84 w 84"/>
                  <a:gd name="T11" fmla="*/ 15 h 82"/>
                  <a:gd name="T12" fmla="*/ 72 w 84"/>
                  <a:gd name="T13" fmla="*/ 7 h 82"/>
                  <a:gd name="T14" fmla="*/ 81 w 84"/>
                  <a:gd name="T15" fmla="*/ 0 h 82"/>
                  <a:gd name="T16" fmla="*/ 84 w 84"/>
                  <a:gd name="T17" fmla="*/ 15 h 82"/>
                  <a:gd name="T18" fmla="*/ 70 w 84"/>
                  <a:gd name="T19" fmla="*/ 18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82"/>
                  <a:gd name="T32" fmla="*/ 84 w 84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82">
                    <a:moveTo>
                      <a:pt x="70" y="18"/>
                    </a:moveTo>
                    <a:lnTo>
                      <a:pt x="82" y="24"/>
                    </a:lnTo>
                    <a:lnTo>
                      <a:pt x="8" y="82"/>
                    </a:lnTo>
                    <a:lnTo>
                      <a:pt x="0" y="65"/>
                    </a:lnTo>
                    <a:lnTo>
                      <a:pt x="72" y="7"/>
                    </a:lnTo>
                    <a:lnTo>
                      <a:pt x="84" y="15"/>
                    </a:lnTo>
                    <a:lnTo>
                      <a:pt x="72" y="7"/>
                    </a:lnTo>
                    <a:lnTo>
                      <a:pt x="81" y="0"/>
                    </a:lnTo>
                    <a:lnTo>
                      <a:pt x="84" y="15"/>
                    </a:lnTo>
                    <a:lnTo>
                      <a:pt x="70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0" name="Freeform 304"/>
              <p:cNvSpPr>
                <a:spLocks/>
              </p:cNvSpPr>
              <p:nvPr/>
            </p:nvSpPr>
            <p:spPr bwMode="auto">
              <a:xfrm>
                <a:off x="2278" y="2803"/>
                <a:ext cx="35" cy="42"/>
              </a:xfrm>
              <a:custGeom>
                <a:avLst/>
                <a:gdLst>
                  <a:gd name="T0" fmla="*/ 24 w 35"/>
                  <a:gd name="T1" fmla="*/ 0 h 42"/>
                  <a:gd name="T2" fmla="*/ 35 w 35"/>
                  <a:gd name="T3" fmla="*/ 19 h 42"/>
                  <a:gd name="T4" fmla="*/ 10 w 35"/>
                  <a:gd name="T5" fmla="*/ 42 h 42"/>
                  <a:gd name="T6" fmla="*/ 0 w 35"/>
                  <a:gd name="T7" fmla="*/ 23 h 42"/>
                  <a:gd name="T8" fmla="*/ 24 w 35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24" y="0"/>
                    </a:moveTo>
                    <a:lnTo>
                      <a:pt x="35" y="19"/>
                    </a:lnTo>
                    <a:lnTo>
                      <a:pt x="10" y="42"/>
                    </a:lnTo>
                    <a:lnTo>
                      <a:pt x="0" y="2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1" name="Freeform 305"/>
              <p:cNvSpPr>
                <a:spLocks/>
              </p:cNvSpPr>
              <p:nvPr/>
            </p:nvSpPr>
            <p:spPr bwMode="auto">
              <a:xfrm>
                <a:off x="2173" y="2593"/>
                <a:ext cx="125" cy="229"/>
              </a:xfrm>
              <a:custGeom>
                <a:avLst/>
                <a:gdLst>
                  <a:gd name="T0" fmla="*/ 31 w 125"/>
                  <a:gd name="T1" fmla="*/ 0 h 229"/>
                  <a:gd name="T2" fmla="*/ 31 w 125"/>
                  <a:gd name="T3" fmla="*/ 0 h 229"/>
                  <a:gd name="T4" fmla="*/ 40 w 125"/>
                  <a:gd name="T5" fmla="*/ 27 h 229"/>
                  <a:gd name="T6" fmla="*/ 51 w 125"/>
                  <a:gd name="T7" fmla="*/ 56 h 229"/>
                  <a:gd name="T8" fmla="*/ 61 w 125"/>
                  <a:gd name="T9" fmla="*/ 82 h 229"/>
                  <a:gd name="T10" fmla="*/ 73 w 125"/>
                  <a:gd name="T11" fmla="*/ 109 h 229"/>
                  <a:gd name="T12" fmla="*/ 85 w 125"/>
                  <a:gd name="T13" fmla="*/ 134 h 229"/>
                  <a:gd name="T14" fmla="*/ 97 w 125"/>
                  <a:gd name="T15" fmla="*/ 159 h 229"/>
                  <a:gd name="T16" fmla="*/ 111 w 125"/>
                  <a:gd name="T17" fmla="*/ 184 h 229"/>
                  <a:gd name="T18" fmla="*/ 125 w 125"/>
                  <a:gd name="T19" fmla="*/ 208 h 229"/>
                  <a:gd name="T20" fmla="*/ 99 w 125"/>
                  <a:gd name="T21" fmla="*/ 229 h 229"/>
                  <a:gd name="T22" fmla="*/ 85 w 125"/>
                  <a:gd name="T23" fmla="*/ 205 h 229"/>
                  <a:gd name="T24" fmla="*/ 71 w 125"/>
                  <a:gd name="T25" fmla="*/ 178 h 229"/>
                  <a:gd name="T26" fmla="*/ 58 w 125"/>
                  <a:gd name="T27" fmla="*/ 151 h 229"/>
                  <a:gd name="T28" fmla="*/ 45 w 125"/>
                  <a:gd name="T29" fmla="*/ 125 h 229"/>
                  <a:gd name="T30" fmla="*/ 33 w 125"/>
                  <a:gd name="T31" fmla="*/ 97 h 229"/>
                  <a:gd name="T32" fmla="*/ 20 w 125"/>
                  <a:gd name="T33" fmla="*/ 68 h 229"/>
                  <a:gd name="T34" fmla="*/ 11 w 125"/>
                  <a:gd name="T35" fmla="*/ 39 h 229"/>
                  <a:gd name="T36" fmla="*/ 0 w 125"/>
                  <a:gd name="T37" fmla="*/ 9 h 229"/>
                  <a:gd name="T38" fmla="*/ 31 w 125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9"/>
                  <a:gd name="T62" fmla="*/ 125 w 125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9">
                    <a:moveTo>
                      <a:pt x="31" y="0"/>
                    </a:moveTo>
                    <a:lnTo>
                      <a:pt x="31" y="0"/>
                    </a:lnTo>
                    <a:lnTo>
                      <a:pt x="40" y="27"/>
                    </a:lnTo>
                    <a:lnTo>
                      <a:pt x="51" y="56"/>
                    </a:lnTo>
                    <a:lnTo>
                      <a:pt x="61" y="82"/>
                    </a:lnTo>
                    <a:lnTo>
                      <a:pt x="73" y="109"/>
                    </a:lnTo>
                    <a:lnTo>
                      <a:pt x="85" y="134"/>
                    </a:lnTo>
                    <a:lnTo>
                      <a:pt x="97" y="159"/>
                    </a:lnTo>
                    <a:lnTo>
                      <a:pt x="111" y="184"/>
                    </a:lnTo>
                    <a:lnTo>
                      <a:pt x="125" y="208"/>
                    </a:lnTo>
                    <a:lnTo>
                      <a:pt x="99" y="229"/>
                    </a:lnTo>
                    <a:lnTo>
                      <a:pt x="85" y="205"/>
                    </a:lnTo>
                    <a:lnTo>
                      <a:pt x="71" y="178"/>
                    </a:lnTo>
                    <a:lnTo>
                      <a:pt x="58" y="151"/>
                    </a:lnTo>
                    <a:lnTo>
                      <a:pt x="45" y="125"/>
                    </a:lnTo>
                    <a:lnTo>
                      <a:pt x="33" y="97"/>
                    </a:lnTo>
                    <a:lnTo>
                      <a:pt x="20" y="68"/>
                    </a:lnTo>
                    <a:lnTo>
                      <a:pt x="11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2" name="Freeform 306"/>
              <p:cNvSpPr>
                <a:spLocks/>
              </p:cNvSpPr>
              <p:nvPr/>
            </p:nvSpPr>
            <p:spPr bwMode="auto">
              <a:xfrm>
                <a:off x="2126" y="2396"/>
                <a:ext cx="76" cy="206"/>
              </a:xfrm>
              <a:custGeom>
                <a:avLst/>
                <a:gdLst>
                  <a:gd name="T0" fmla="*/ 33 w 76"/>
                  <a:gd name="T1" fmla="*/ 2 h 206"/>
                  <a:gd name="T2" fmla="*/ 36 w 76"/>
                  <a:gd name="T3" fmla="*/ 26 h 206"/>
                  <a:gd name="T4" fmla="*/ 39 w 76"/>
                  <a:gd name="T5" fmla="*/ 50 h 206"/>
                  <a:gd name="T6" fmla="*/ 44 w 76"/>
                  <a:gd name="T7" fmla="*/ 75 h 206"/>
                  <a:gd name="T8" fmla="*/ 48 w 76"/>
                  <a:gd name="T9" fmla="*/ 98 h 206"/>
                  <a:gd name="T10" fmla="*/ 54 w 76"/>
                  <a:gd name="T11" fmla="*/ 122 h 206"/>
                  <a:gd name="T12" fmla="*/ 61 w 76"/>
                  <a:gd name="T13" fmla="*/ 146 h 206"/>
                  <a:gd name="T14" fmla="*/ 67 w 76"/>
                  <a:gd name="T15" fmla="*/ 172 h 206"/>
                  <a:gd name="T16" fmla="*/ 76 w 76"/>
                  <a:gd name="T17" fmla="*/ 197 h 206"/>
                  <a:gd name="T18" fmla="*/ 45 w 76"/>
                  <a:gd name="T19" fmla="*/ 206 h 206"/>
                  <a:gd name="T20" fmla="*/ 37 w 76"/>
                  <a:gd name="T21" fmla="*/ 181 h 206"/>
                  <a:gd name="T22" fmla="*/ 31 w 76"/>
                  <a:gd name="T23" fmla="*/ 155 h 206"/>
                  <a:gd name="T24" fmla="*/ 23 w 76"/>
                  <a:gd name="T25" fmla="*/ 128 h 206"/>
                  <a:gd name="T26" fmla="*/ 18 w 76"/>
                  <a:gd name="T27" fmla="*/ 102 h 206"/>
                  <a:gd name="T28" fmla="*/ 13 w 76"/>
                  <a:gd name="T29" fmla="*/ 77 h 206"/>
                  <a:gd name="T30" fmla="*/ 8 w 76"/>
                  <a:gd name="T31" fmla="*/ 50 h 206"/>
                  <a:gd name="T32" fmla="*/ 3 w 76"/>
                  <a:gd name="T33" fmla="*/ 25 h 206"/>
                  <a:gd name="T34" fmla="*/ 0 w 76"/>
                  <a:gd name="T35" fmla="*/ 0 h 206"/>
                  <a:gd name="T36" fmla="*/ 33 w 76"/>
                  <a:gd name="T37" fmla="*/ 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206"/>
                  <a:gd name="T59" fmla="*/ 76 w 76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206">
                    <a:moveTo>
                      <a:pt x="33" y="2"/>
                    </a:moveTo>
                    <a:lnTo>
                      <a:pt x="36" y="26"/>
                    </a:lnTo>
                    <a:lnTo>
                      <a:pt x="39" y="50"/>
                    </a:lnTo>
                    <a:lnTo>
                      <a:pt x="44" y="75"/>
                    </a:lnTo>
                    <a:lnTo>
                      <a:pt x="48" y="98"/>
                    </a:lnTo>
                    <a:lnTo>
                      <a:pt x="54" y="122"/>
                    </a:lnTo>
                    <a:lnTo>
                      <a:pt x="61" y="146"/>
                    </a:lnTo>
                    <a:lnTo>
                      <a:pt x="67" y="172"/>
                    </a:lnTo>
                    <a:lnTo>
                      <a:pt x="76" y="197"/>
                    </a:lnTo>
                    <a:lnTo>
                      <a:pt x="45" y="206"/>
                    </a:lnTo>
                    <a:lnTo>
                      <a:pt x="37" y="181"/>
                    </a:lnTo>
                    <a:lnTo>
                      <a:pt x="31" y="155"/>
                    </a:lnTo>
                    <a:lnTo>
                      <a:pt x="23" y="128"/>
                    </a:lnTo>
                    <a:lnTo>
                      <a:pt x="18" y="102"/>
                    </a:lnTo>
                    <a:lnTo>
                      <a:pt x="13" y="77"/>
                    </a:lnTo>
                    <a:lnTo>
                      <a:pt x="8" y="50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3" name="Freeform 307"/>
              <p:cNvSpPr>
                <a:spLocks/>
              </p:cNvSpPr>
              <p:nvPr/>
            </p:nvSpPr>
            <p:spPr bwMode="auto">
              <a:xfrm>
                <a:off x="2120" y="2373"/>
                <a:ext cx="34" cy="24"/>
              </a:xfrm>
              <a:custGeom>
                <a:avLst/>
                <a:gdLst>
                  <a:gd name="T0" fmla="*/ 3 w 34"/>
                  <a:gd name="T1" fmla="*/ 22 h 24"/>
                  <a:gd name="T2" fmla="*/ 0 w 34"/>
                  <a:gd name="T3" fmla="*/ 0 h 24"/>
                  <a:gd name="T4" fmla="*/ 31 w 34"/>
                  <a:gd name="T5" fmla="*/ 2 h 24"/>
                  <a:gd name="T6" fmla="*/ 34 w 34"/>
                  <a:gd name="T7" fmla="*/ 24 h 24"/>
                  <a:gd name="T8" fmla="*/ 3 w 34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4"/>
                  <a:gd name="T17" fmla="*/ 34 w 34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4">
                    <a:moveTo>
                      <a:pt x="3" y="22"/>
                    </a:moveTo>
                    <a:lnTo>
                      <a:pt x="0" y="0"/>
                    </a:lnTo>
                    <a:lnTo>
                      <a:pt x="31" y="2"/>
                    </a:lnTo>
                    <a:lnTo>
                      <a:pt x="34" y="24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4" name="Freeform 308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5" name="Freeform 309"/>
              <p:cNvSpPr>
                <a:spLocks/>
              </p:cNvSpPr>
              <p:nvPr/>
            </p:nvSpPr>
            <p:spPr bwMode="auto">
              <a:xfrm>
                <a:off x="2278" y="2698"/>
                <a:ext cx="47" cy="176"/>
              </a:xfrm>
              <a:custGeom>
                <a:avLst/>
                <a:gdLst>
                  <a:gd name="T0" fmla="*/ 42 w 47"/>
                  <a:gd name="T1" fmla="*/ 156 h 176"/>
                  <a:gd name="T2" fmla="*/ 35 w 47"/>
                  <a:gd name="T3" fmla="*/ 163 h 176"/>
                  <a:gd name="T4" fmla="*/ 0 w 47"/>
                  <a:gd name="T5" fmla="*/ 1 h 176"/>
                  <a:gd name="T6" fmla="*/ 8 w 47"/>
                  <a:gd name="T7" fmla="*/ 0 h 176"/>
                  <a:gd name="T8" fmla="*/ 44 w 47"/>
                  <a:gd name="T9" fmla="*/ 161 h 176"/>
                  <a:gd name="T10" fmla="*/ 37 w 47"/>
                  <a:gd name="T11" fmla="*/ 167 h 176"/>
                  <a:gd name="T12" fmla="*/ 44 w 47"/>
                  <a:gd name="T13" fmla="*/ 161 h 176"/>
                  <a:gd name="T14" fmla="*/ 47 w 47"/>
                  <a:gd name="T15" fmla="*/ 176 h 176"/>
                  <a:gd name="T16" fmla="*/ 37 w 47"/>
                  <a:gd name="T17" fmla="*/ 167 h 176"/>
                  <a:gd name="T18" fmla="*/ 42 w 47"/>
                  <a:gd name="T19" fmla="*/ 156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176"/>
                  <a:gd name="T32" fmla="*/ 47 w 47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176">
                    <a:moveTo>
                      <a:pt x="42" y="156"/>
                    </a:moveTo>
                    <a:lnTo>
                      <a:pt x="35" y="163"/>
                    </a:lnTo>
                    <a:lnTo>
                      <a:pt x="0" y="1"/>
                    </a:lnTo>
                    <a:lnTo>
                      <a:pt x="8" y="0"/>
                    </a:lnTo>
                    <a:lnTo>
                      <a:pt x="44" y="161"/>
                    </a:lnTo>
                    <a:lnTo>
                      <a:pt x="37" y="167"/>
                    </a:lnTo>
                    <a:lnTo>
                      <a:pt x="44" y="161"/>
                    </a:lnTo>
                    <a:lnTo>
                      <a:pt x="47" y="176"/>
                    </a:lnTo>
                    <a:lnTo>
                      <a:pt x="37" y="167"/>
                    </a:lnTo>
                    <a:lnTo>
                      <a:pt x="42" y="15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6" name="Freeform 310"/>
              <p:cNvSpPr>
                <a:spLocks/>
              </p:cNvSpPr>
              <p:nvPr/>
            </p:nvSpPr>
            <p:spPr bwMode="auto">
              <a:xfrm>
                <a:off x="2201" y="2750"/>
                <a:ext cx="118" cy="114"/>
              </a:xfrm>
              <a:custGeom>
                <a:avLst/>
                <a:gdLst>
                  <a:gd name="T0" fmla="*/ 10 w 118"/>
                  <a:gd name="T1" fmla="*/ 10 h 114"/>
                  <a:gd name="T2" fmla="*/ 10 w 118"/>
                  <a:gd name="T3" fmla="*/ 0 h 114"/>
                  <a:gd name="T4" fmla="*/ 118 w 118"/>
                  <a:gd name="T5" fmla="*/ 104 h 114"/>
                  <a:gd name="T6" fmla="*/ 114 w 118"/>
                  <a:gd name="T7" fmla="*/ 114 h 114"/>
                  <a:gd name="T8" fmla="*/ 5 w 118"/>
                  <a:gd name="T9" fmla="*/ 8 h 114"/>
                  <a:gd name="T10" fmla="*/ 5 w 118"/>
                  <a:gd name="T11" fmla="*/ 0 h 114"/>
                  <a:gd name="T12" fmla="*/ 5 w 118"/>
                  <a:gd name="T13" fmla="*/ 8 h 114"/>
                  <a:gd name="T14" fmla="*/ 0 w 118"/>
                  <a:gd name="T15" fmla="*/ 3 h 114"/>
                  <a:gd name="T16" fmla="*/ 5 w 118"/>
                  <a:gd name="T17" fmla="*/ 0 h 114"/>
                  <a:gd name="T18" fmla="*/ 10 w 118"/>
                  <a:gd name="T19" fmla="*/ 10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"/>
                  <a:gd name="T31" fmla="*/ 0 h 114"/>
                  <a:gd name="T32" fmla="*/ 118 w 118"/>
                  <a:gd name="T33" fmla="*/ 114 h 1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" h="114">
                    <a:moveTo>
                      <a:pt x="10" y="10"/>
                    </a:moveTo>
                    <a:lnTo>
                      <a:pt x="10" y="0"/>
                    </a:lnTo>
                    <a:lnTo>
                      <a:pt x="118" y="104"/>
                    </a:lnTo>
                    <a:lnTo>
                      <a:pt x="114" y="114"/>
                    </a:lnTo>
                    <a:lnTo>
                      <a:pt x="5" y="8"/>
                    </a:lnTo>
                    <a:lnTo>
                      <a:pt x="5" y="0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7" name="Freeform 311"/>
              <p:cNvSpPr>
                <a:spLocks/>
              </p:cNvSpPr>
              <p:nvPr/>
            </p:nvSpPr>
            <p:spPr bwMode="auto">
              <a:xfrm>
                <a:off x="2205" y="2688"/>
                <a:ext cx="80" cy="75"/>
              </a:xfrm>
              <a:custGeom>
                <a:avLst/>
                <a:gdLst>
                  <a:gd name="T0" fmla="*/ 71 w 80"/>
                  <a:gd name="T1" fmla="*/ 10 h 75"/>
                  <a:gd name="T2" fmla="*/ 79 w 80"/>
                  <a:gd name="T3" fmla="*/ 16 h 75"/>
                  <a:gd name="T4" fmla="*/ 6 w 80"/>
                  <a:gd name="T5" fmla="*/ 75 h 75"/>
                  <a:gd name="T6" fmla="*/ 0 w 80"/>
                  <a:gd name="T7" fmla="*/ 64 h 75"/>
                  <a:gd name="T8" fmla="*/ 74 w 80"/>
                  <a:gd name="T9" fmla="*/ 4 h 75"/>
                  <a:gd name="T10" fmla="*/ 80 w 80"/>
                  <a:gd name="T11" fmla="*/ 8 h 75"/>
                  <a:gd name="T12" fmla="*/ 74 w 80"/>
                  <a:gd name="T13" fmla="*/ 4 h 75"/>
                  <a:gd name="T14" fmla="*/ 78 w 80"/>
                  <a:gd name="T15" fmla="*/ 0 h 75"/>
                  <a:gd name="T16" fmla="*/ 80 w 80"/>
                  <a:gd name="T17" fmla="*/ 8 h 75"/>
                  <a:gd name="T18" fmla="*/ 71 w 80"/>
                  <a:gd name="T19" fmla="*/ 1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75"/>
                  <a:gd name="T32" fmla="*/ 80 w 80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75">
                    <a:moveTo>
                      <a:pt x="71" y="10"/>
                    </a:moveTo>
                    <a:lnTo>
                      <a:pt x="79" y="16"/>
                    </a:lnTo>
                    <a:lnTo>
                      <a:pt x="6" y="75"/>
                    </a:lnTo>
                    <a:lnTo>
                      <a:pt x="0" y="64"/>
                    </a:lnTo>
                    <a:lnTo>
                      <a:pt x="74" y="4"/>
                    </a:lnTo>
                    <a:lnTo>
                      <a:pt x="80" y="8"/>
                    </a:lnTo>
                    <a:lnTo>
                      <a:pt x="74" y="4"/>
                    </a:lnTo>
                    <a:lnTo>
                      <a:pt x="78" y="0"/>
                    </a:lnTo>
                    <a:lnTo>
                      <a:pt x="80" y="8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8" name="Freeform 312"/>
              <p:cNvSpPr>
                <a:spLocks/>
              </p:cNvSpPr>
              <p:nvPr/>
            </p:nvSpPr>
            <p:spPr bwMode="auto">
              <a:xfrm>
                <a:off x="2280" y="2806"/>
                <a:ext cx="27" cy="35"/>
              </a:xfrm>
              <a:custGeom>
                <a:avLst/>
                <a:gdLst>
                  <a:gd name="T0" fmla="*/ 19 w 27"/>
                  <a:gd name="T1" fmla="*/ 0 h 35"/>
                  <a:gd name="T2" fmla="*/ 27 w 27"/>
                  <a:gd name="T3" fmla="*/ 16 h 35"/>
                  <a:gd name="T4" fmla="*/ 8 w 27"/>
                  <a:gd name="T5" fmla="*/ 35 h 35"/>
                  <a:gd name="T6" fmla="*/ 0 w 27"/>
                  <a:gd name="T7" fmla="*/ 18 h 35"/>
                  <a:gd name="T8" fmla="*/ 19 w 2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5"/>
                  <a:gd name="T17" fmla="*/ 27 w 27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5">
                    <a:moveTo>
                      <a:pt x="19" y="0"/>
                    </a:moveTo>
                    <a:lnTo>
                      <a:pt x="27" y="16"/>
                    </a:lnTo>
                    <a:lnTo>
                      <a:pt x="8" y="35"/>
                    </a:lnTo>
                    <a:lnTo>
                      <a:pt x="0" y="1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09" name="Freeform 313"/>
              <p:cNvSpPr>
                <a:spLocks/>
              </p:cNvSpPr>
              <p:nvPr/>
            </p:nvSpPr>
            <p:spPr bwMode="auto">
              <a:xfrm>
                <a:off x="2177" y="2593"/>
                <a:ext cx="120" cy="227"/>
              </a:xfrm>
              <a:custGeom>
                <a:avLst/>
                <a:gdLst>
                  <a:gd name="T0" fmla="*/ 26 w 120"/>
                  <a:gd name="T1" fmla="*/ 0 h 227"/>
                  <a:gd name="T2" fmla="*/ 26 w 120"/>
                  <a:gd name="T3" fmla="*/ 0 h 227"/>
                  <a:gd name="T4" fmla="*/ 35 w 120"/>
                  <a:gd name="T5" fmla="*/ 27 h 227"/>
                  <a:gd name="T6" fmla="*/ 45 w 120"/>
                  <a:gd name="T7" fmla="*/ 55 h 227"/>
                  <a:gd name="T8" fmla="*/ 57 w 120"/>
                  <a:gd name="T9" fmla="*/ 82 h 227"/>
                  <a:gd name="T10" fmla="*/ 67 w 120"/>
                  <a:gd name="T11" fmla="*/ 109 h 227"/>
                  <a:gd name="T12" fmla="*/ 80 w 120"/>
                  <a:gd name="T13" fmla="*/ 135 h 227"/>
                  <a:gd name="T14" fmla="*/ 92 w 120"/>
                  <a:gd name="T15" fmla="*/ 160 h 227"/>
                  <a:gd name="T16" fmla="*/ 106 w 120"/>
                  <a:gd name="T17" fmla="*/ 183 h 227"/>
                  <a:gd name="T18" fmla="*/ 120 w 120"/>
                  <a:gd name="T19" fmla="*/ 208 h 227"/>
                  <a:gd name="T20" fmla="*/ 98 w 120"/>
                  <a:gd name="T21" fmla="*/ 227 h 227"/>
                  <a:gd name="T22" fmla="*/ 85 w 120"/>
                  <a:gd name="T23" fmla="*/ 203 h 227"/>
                  <a:gd name="T24" fmla="*/ 70 w 120"/>
                  <a:gd name="T25" fmla="*/ 176 h 227"/>
                  <a:gd name="T26" fmla="*/ 57 w 120"/>
                  <a:gd name="T27" fmla="*/ 149 h 227"/>
                  <a:gd name="T28" fmla="*/ 44 w 120"/>
                  <a:gd name="T29" fmla="*/ 121 h 227"/>
                  <a:gd name="T30" fmla="*/ 31 w 120"/>
                  <a:gd name="T31" fmla="*/ 94 h 227"/>
                  <a:gd name="T32" fmla="*/ 20 w 120"/>
                  <a:gd name="T33" fmla="*/ 67 h 227"/>
                  <a:gd name="T34" fmla="*/ 11 w 120"/>
                  <a:gd name="T35" fmla="*/ 37 h 227"/>
                  <a:gd name="T36" fmla="*/ 0 w 120"/>
                  <a:gd name="T37" fmla="*/ 8 h 227"/>
                  <a:gd name="T38" fmla="*/ 26 w 120"/>
                  <a:gd name="T39" fmla="*/ 0 h 2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27"/>
                  <a:gd name="T62" fmla="*/ 120 w 120"/>
                  <a:gd name="T63" fmla="*/ 227 h 2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27">
                    <a:moveTo>
                      <a:pt x="26" y="0"/>
                    </a:moveTo>
                    <a:lnTo>
                      <a:pt x="26" y="0"/>
                    </a:lnTo>
                    <a:lnTo>
                      <a:pt x="35" y="27"/>
                    </a:lnTo>
                    <a:lnTo>
                      <a:pt x="45" y="55"/>
                    </a:lnTo>
                    <a:lnTo>
                      <a:pt x="57" y="82"/>
                    </a:lnTo>
                    <a:lnTo>
                      <a:pt x="67" y="109"/>
                    </a:lnTo>
                    <a:lnTo>
                      <a:pt x="80" y="135"/>
                    </a:lnTo>
                    <a:lnTo>
                      <a:pt x="92" y="160"/>
                    </a:lnTo>
                    <a:lnTo>
                      <a:pt x="106" y="183"/>
                    </a:lnTo>
                    <a:lnTo>
                      <a:pt x="120" y="208"/>
                    </a:lnTo>
                    <a:lnTo>
                      <a:pt x="98" y="227"/>
                    </a:lnTo>
                    <a:lnTo>
                      <a:pt x="85" y="203"/>
                    </a:lnTo>
                    <a:lnTo>
                      <a:pt x="70" y="176"/>
                    </a:lnTo>
                    <a:lnTo>
                      <a:pt x="57" y="149"/>
                    </a:lnTo>
                    <a:lnTo>
                      <a:pt x="44" y="121"/>
                    </a:lnTo>
                    <a:lnTo>
                      <a:pt x="31" y="94"/>
                    </a:lnTo>
                    <a:lnTo>
                      <a:pt x="20" y="67"/>
                    </a:lnTo>
                    <a:lnTo>
                      <a:pt x="11" y="37"/>
                    </a:lnTo>
                    <a:lnTo>
                      <a:pt x="0" y="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0" name="Freeform 314"/>
              <p:cNvSpPr>
                <a:spLocks/>
              </p:cNvSpPr>
              <p:nvPr/>
            </p:nvSpPr>
            <p:spPr bwMode="auto">
              <a:xfrm>
                <a:off x="2127" y="2397"/>
                <a:ext cx="69" cy="204"/>
              </a:xfrm>
              <a:custGeom>
                <a:avLst/>
                <a:gdLst>
                  <a:gd name="T0" fmla="*/ 27 w 69"/>
                  <a:gd name="T1" fmla="*/ 1 h 204"/>
                  <a:gd name="T2" fmla="*/ 30 w 69"/>
                  <a:gd name="T3" fmla="*/ 26 h 204"/>
                  <a:gd name="T4" fmla="*/ 34 w 69"/>
                  <a:gd name="T5" fmla="*/ 51 h 204"/>
                  <a:gd name="T6" fmla="*/ 37 w 69"/>
                  <a:gd name="T7" fmla="*/ 75 h 204"/>
                  <a:gd name="T8" fmla="*/ 43 w 69"/>
                  <a:gd name="T9" fmla="*/ 98 h 204"/>
                  <a:gd name="T10" fmla="*/ 49 w 69"/>
                  <a:gd name="T11" fmla="*/ 122 h 204"/>
                  <a:gd name="T12" fmla="*/ 54 w 69"/>
                  <a:gd name="T13" fmla="*/ 147 h 204"/>
                  <a:gd name="T14" fmla="*/ 63 w 69"/>
                  <a:gd name="T15" fmla="*/ 171 h 204"/>
                  <a:gd name="T16" fmla="*/ 69 w 69"/>
                  <a:gd name="T17" fmla="*/ 196 h 204"/>
                  <a:gd name="T18" fmla="*/ 45 w 69"/>
                  <a:gd name="T19" fmla="*/ 204 h 204"/>
                  <a:gd name="T20" fmla="*/ 36 w 69"/>
                  <a:gd name="T21" fmla="*/ 179 h 204"/>
                  <a:gd name="T22" fmla="*/ 30 w 69"/>
                  <a:gd name="T23" fmla="*/ 153 h 204"/>
                  <a:gd name="T24" fmla="*/ 22 w 69"/>
                  <a:gd name="T25" fmla="*/ 127 h 204"/>
                  <a:gd name="T26" fmla="*/ 16 w 69"/>
                  <a:gd name="T27" fmla="*/ 102 h 204"/>
                  <a:gd name="T28" fmla="*/ 11 w 69"/>
                  <a:gd name="T29" fmla="*/ 76 h 204"/>
                  <a:gd name="T30" fmla="*/ 6 w 69"/>
                  <a:gd name="T31" fmla="*/ 51 h 204"/>
                  <a:gd name="T32" fmla="*/ 3 w 69"/>
                  <a:gd name="T33" fmla="*/ 25 h 204"/>
                  <a:gd name="T34" fmla="*/ 0 w 69"/>
                  <a:gd name="T35" fmla="*/ 0 h 204"/>
                  <a:gd name="T36" fmla="*/ 27 w 69"/>
                  <a:gd name="T37" fmla="*/ 1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9"/>
                  <a:gd name="T58" fmla="*/ 0 h 204"/>
                  <a:gd name="T59" fmla="*/ 69 w 69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9" h="204">
                    <a:moveTo>
                      <a:pt x="27" y="1"/>
                    </a:moveTo>
                    <a:lnTo>
                      <a:pt x="30" y="26"/>
                    </a:lnTo>
                    <a:lnTo>
                      <a:pt x="34" y="51"/>
                    </a:lnTo>
                    <a:lnTo>
                      <a:pt x="37" y="75"/>
                    </a:lnTo>
                    <a:lnTo>
                      <a:pt x="43" y="98"/>
                    </a:lnTo>
                    <a:lnTo>
                      <a:pt x="49" y="122"/>
                    </a:lnTo>
                    <a:lnTo>
                      <a:pt x="54" y="147"/>
                    </a:lnTo>
                    <a:lnTo>
                      <a:pt x="63" y="171"/>
                    </a:lnTo>
                    <a:lnTo>
                      <a:pt x="69" y="196"/>
                    </a:lnTo>
                    <a:lnTo>
                      <a:pt x="45" y="204"/>
                    </a:lnTo>
                    <a:lnTo>
                      <a:pt x="36" y="179"/>
                    </a:lnTo>
                    <a:lnTo>
                      <a:pt x="30" y="153"/>
                    </a:lnTo>
                    <a:lnTo>
                      <a:pt x="22" y="127"/>
                    </a:lnTo>
                    <a:lnTo>
                      <a:pt x="16" y="102"/>
                    </a:lnTo>
                    <a:lnTo>
                      <a:pt x="11" y="76"/>
                    </a:lnTo>
                    <a:lnTo>
                      <a:pt x="6" y="51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1" name="Freeform 315"/>
              <p:cNvSpPr>
                <a:spLocks/>
              </p:cNvSpPr>
              <p:nvPr/>
            </p:nvSpPr>
            <p:spPr bwMode="auto">
              <a:xfrm>
                <a:off x="2124" y="2377"/>
                <a:ext cx="27" cy="19"/>
              </a:xfrm>
              <a:custGeom>
                <a:avLst/>
                <a:gdLst>
                  <a:gd name="T0" fmla="*/ 2 w 27"/>
                  <a:gd name="T1" fmla="*/ 18 h 19"/>
                  <a:gd name="T2" fmla="*/ 0 w 27"/>
                  <a:gd name="T3" fmla="*/ 0 h 19"/>
                  <a:gd name="T4" fmla="*/ 25 w 27"/>
                  <a:gd name="T5" fmla="*/ 1 h 19"/>
                  <a:gd name="T6" fmla="*/ 27 w 27"/>
                  <a:gd name="T7" fmla="*/ 19 h 19"/>
                  <a:gd name="T8" fmla="*/ 2 w 27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9"/>
                  <a:gd name="T17" fmla="*/ 27 w 27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9">
                    <a:moveTo>
                      <a:pt x="2" y="18"/>
                    </a:moveTo>
                    <a:lnTo>
                      <a:pt x="0" y="0"/>
                    </a:lnTo>
                    <a:lnTo>
                      <a:pt x="25" y="1"/>
                    </a:lnTo>
                    <a:lnTo>
                      <a:pt x="27" y="1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2" name="Freeform 316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3" name="Freeform 317"/>
              <p:cNvSpPr>
                <a:spLocks/>
              </p:cNvSpPr>
              <p:nvPr/>
            </p:nvSpPr>
            <p:spPr bwMode="auto">
              <a:xfrm>
                <a:off x="2290" y="2727"/>
                <a:ext cx="62" cy="185"/>
              </a:xfrm>
              <a:custGeom>
                <a:avLst/>
                <a:gdLst>
                  <a:gd name="T0" fmla="*/ 52 w 62"/>
                  <a:gd name="T1" fmla="*/ 155 h 185"/>
                  <a:gd name="T2" fmla="*/ 43 w 62"/>
                  <a:gd name="T3" fmla="*/ 164 h 185"/>
                  <a:gd name="T4" fmla="*/ 0 w 62"/>
                  <a:gd name="T5" fmla="*/ 3 h 185"/>
                  <a:gd name="T6" fmla="*/ 14 w 62"/>
                  <a:gd name="T7" fmla="*/ 0 h 185"/>
                  <a:gd name="T8" fmla="*/ 57 w 62"/>
                  <a:gd name="T9" fmla="*/ 161 h 185"/>
                  <a:gd name="T10" fmla="*/ 46 w 62"/>
                  <a:gd name="T11" fmla="*/ 170 h 185"/>
                  <a:gd name="T12" fmla="*/ 57 w 62"/>
                  <a:gd name="T13" fmla="*/ 161 h 185"/>
                  <a:gd name="T14" fmla="*/ 62 w 62"/>
                  <a:gd name="T15" fmla="*/ 185 h 185"/>
                  <a:gd name="T16" fmla="*/ 46 w 62"/>
                  <a:gd name="T17" fmla="*/ 170 h 185"/>
                  <a:gd name="T18" fmla="*/ 52 w 62"/>
                  <a:gd name="T19" fmla="*/ 155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2"/>
                  <a:gd name="T31" fmla="*/ 0 h 185"/>
                  <a:gd name="T32" fmla="*/ 62 w 62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2" h="185">
                    <a:moveTo>
                      <a:pt x="52" y="155"/>
                    </a:moveTo>
                    <a:lnTo>
                      <a:pt x="43" y="164"/>
                    </a:lnTo>
                    <a:lnTo>
                      <a:pt x="0" y="3"/>
                    </a:lnTo>
                    <a:lnTo>
                      <a:pt x="14" y="0"/>
                    </a:lnTo>
                    <a:lnTo>
                      <a:pt x="57" y="161"/>
                    </a:lnTo>
                    <a:lnTo>
                      <a:pt x="46" y="170"/>
                    </a:lnTo>
                    <a:lnTo>
                      <a:pt x="57" y="161"/>
                    </a:lnTo>
                    <a:lnTo>
                      <a:pt x="62" y="185"/>
                    </a:lnTo>
                    <a:lnTo>
                      <a:pt x="46" y="170"/>
                    </a:lnTo>
                    <a:lnTo>
                      <a:pt x="52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4" name="Freeform 318"/>
              <p:cNvSpPr>
                <a:spLocks/>
              </p:cNvSpPr>
              <p:nvPr/>
            </p:nvSpPr>
            <p:spPr bwMode="auto">
              <a:xfrm>
                <a:off x="2215" y="2782"/>
                <a:ext cx="127" cy="113"/>
              </a:xfrm>
              <a:custGeom>
                <a:avLst/>
                <a:gdLst>
                  <a:gd name="T0" fmla="*/ 18 w 127"/>
                  <a:gd name="T1" fmla="*/ 18 h 113"/>
                  <a:gd name="T2" fmla="*/ 16 w 127"/>
                  <a:gd name="T3" fmla="*/ 1 h 113"/>
                  <a:gd name="T4" fmla="*/ 127 w 127"/>
                  <a:gd name="T5" fmla="*/ 97 h 113"/>
                  <a:gd name="T6" fmla="*/ 120 w 127"/>
                  <a:gd name="T7" fmla="*/ 113 h 113"/>
                  <a:gd name="T8" fmla="*/ 9 w 127"/>
                  <a:gd name="T9" fmla="*/ 17 h 113"/>
                  <a:gd name="T10" fmla="*/ 7 w 127"/>
                  <a:gd name="T11" fmla="*/ 0 h 113"/>
                  <a:gd name="T12" fmla="*/ 9 w 127"/>
                  <a:gd name="T13" fmla="*/ 17 h 113"/>
                  <a:gd name="T14" fmla="*/ 0 w 127"/>
                  <a:gd name="T15" fmla="*/ 7 h 113"/>
                  <a:gd name="T16" fmla="*/ 7 w 127"/>
                  <a:gd name="T17" fmla="*/ 0 h 113"/>
                  <a:gd name="T18" fmla="*/ 18 w 127"/>
                  <a:gd name="T19" fmla="*/ 18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3"/>
                  <a:gd name="T32" fmla="*/ 127 w 127"/>
                  <a:gd name="T33" fmla="*/ 113 h 1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3">
                    <a:moveTo>
                      <a:pt x="18" y="18"/>
                    </a:moveTo>
                    <a:lnTo>
                      <a:pt x="16" y="1"/>
                    </a:lnTo>
                    <a:lnTo>
                      <a:pt x="127" y="97"/>
                    </a:lnTo>
                    <a:lnTo>
                      <a:pt x="120" y="113"/>
                    </a:lnTo>
                    <a:lnTo>
                      <a:pt x="9" y="17"/>
                    </a:lnTo>
                    <a:lnTo>
                      <a:pt x="7" y="0"/>
                    </a:lnTo>
                    <a:lnTo>
                      <a:pt x="9" y="17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5" name="Freeform 319"/>
              <p:cNvSpPr>
                <a:spLocks/>
              </p:cNvSpPr>
              <p:nvPr/>
            </p:nvSpPr>
            <p:spPr bwMode="auto">
              <a:xfrm>
                <a:off x="2220" y="2709"/>
                <a:ext cx="82" cy="90"/>
              </a:xfrm>
              <a:custGeom>
                <a:avLst/>
                <a:gdLst>
                  <a:gd name="T0" fmla="*/ 67 w 82"/>
                  <a:gd name="T1" fmla="*/ 18 h 90"/>
                  <a:gd name="T2" fmla="*/ 80 w 82"/>
                  <a:gd name="T3" fmla="*/ 25 h 90"/>
                  <a:gd name="T4" fmla="*/ 11 w 82"/>
                  <a:gd name="T5" fmla="*/ 90 h 90"/>
                  <a:gd name="T6" fmla="*/ 0 w 82"/>
                  <a:gd name="T7" fmla="*/ 72 h 90"/>
                  <a:gd name="T8" fmla="*/ 69 w 82"/>
                  <a:gd name="T9" fmla="*/ 9 h 90"/>
                  <a:gd name="T10" fmla="*/ 82 w 82"/>
                  <a:gd name="T11" fmla="*/ 15 h 90"/>
                  <a:gd name="T12" fmla="*/ 69 w 82"/>
                  <a:gd name="T13" fmla="*/ 9 h 90"/>
                  <a:gd name="T14" fmla="*/ 78 w 82"/>
                  <a:gd name="T15" fmla="*/ 0 h 90"/>
                  <a:gd name="T16" fmla="*/ 82 w 82"/>
                  <a:gd name="T17" fmla="*/ 15 h 90"/>
                  <a:gd name="T18" fmla="*/ 67 w 82"/>
                  <a:gd name="T19" fmla="*/ 18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90"/>
                  <a:gd name="T32" fmla="*/ 82 w 82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90">
                    <a:moveTo>
                      <a:pt x="67" y="18"/>
                    </a:moveTo>
                    <a:lnTo>
                      <a:pt x="80" y="25"/>
                    </a:lnTo>
                    <a:lnTo>
                      <a:pt x="11" y="90"/>
                    </a:lnTo>
                    <a:lnTo>
                      <a:pt x="0" y="72"/>
                    </a:lnTo>
                    <a:lnTo>
                      <a:pt x="69" y="9"/>
                    </a:lnTo>
                    <a:lnTo>
                      <a:pt x="82" y="15"/>
                    </a:lnTo>
                    <a:lnTo>
                      <a:pt x="69" y="9"/>
                    </a:lnTo>
                    <a:lnTo>
                      <a:pt x="78" y="0"/>
                    </a:lnTo>
                    <a:lnTo>
                      <a:pt x="82" y="15"/>
                    </a:lnTo>
                    <a:lnTo>
                      <a:pt x="67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6" name="Freeform 320"/>
              <p:cNvSpPr>
                <a:spLocks/>
              </p:cNvSpPr>
              <p:nvPr/>
            </p:nvSpPr>
            <p:spPr bwMode="auto">
              <a:xfrm>
                <a:off x="2290" y="2817"/>
                <a:ext cx="37" cy="46"/>
              </a:xfrm>
              <a:custGeom>
                <a:avLst/>
                <a:gdLst>
                  <a:gd name="T0" fmla="*/ 24 w 37"/>
                  <a:gd name="T1" fmla="*/ 0 h 46"/>
                  <a:gd name="T2" fmla="*/ 37 w 37"/>
                  <a:gd name="T3" fmla="*/ 19 h 46"/>
                  <a:gd name="T4" fmla="*/ 13 w 37"/>
                  <a:gd name="T5" fmla="*/ 46 h 46"/>
                  <a:gd name="T6" fmla="*/ 0 w 37"/>
                  <a:gd name="T7" fmla="*/ 27 h 46"/>
                  <a:gd name="T8" fmla="*/ 24 w 3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46"/>
                  <a:gd name="T17" fmla="*/ 37 w 37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46">
                    <a:moveTo>
                      <a:pt x="24" y="0"/>
                    </a:moveTo>
                    <a:lnTo>
                      <a:pt x="37" y="19"/>
                    </a:lnTo>
                    <a:lnTo>
                      <a:pt x="13" y="46"/>
                    </a:lnTo>
                    <a:lnTo>
                      <a:pt x="0" y="2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7" name="Freeform 321"/>
              <p:cNvSpPr>
                <a:spLocks/>
              </p:cNvSpPr>
              <p:nvPr/>
            </p:nvSpPr>
            <p:spPr bwMode="auto">
              <a:xfrm>
                <a:off x="2186" y="2627"/>
                <a:ext cx="125" cy="216"/>
              </a:xfrm>
              <a:custGeom>
                <a:avLst/>
                <a:gdLst>
                  <a:gd name="T0" fmla="*/ 31 w 125"/>
                  <a:gd name="T1" fmla="*/ 0 h 216"/>
                  <a:gd name="T2" fmla="*/ 31 w 125"/>
                  <a:gd name="T3" fmla="*/ 0 h 216"/>
                  <a:gd name="T4" fmla="*/ 40 w 125"/>
                  <a:gd name="T5" fmla="*/ 28 h 216"/>
                  <a:gd name="T6" fmla="*/ 51 w 125"/>
                  <a:gd name="T7" fmla="*/ 52 h 216"/>
                  <a:gd name="T8" fmla="*/ 62 w 125"/>
                  <a:gd name="T9" fmla="*/ 77 h 216"/>
                  <a:gd name="T10" fmla="*/ 72 w 125"/>
                  <a:gd name="T11" fmla="*/ 101 h 216"/>
                  <a:gd name="T12" fmla="*/ 84 w 125"/>
                  <a:gd name="T13" fmla="*/ 125 h 216"/>
                  <a:gd name="T14" fmla="*/ 97 w 125"/>
                  <a:gd name="T15" fmla="*/ 146 h 216"/>
                  <a:gd name="T16" fmla="*/ 110 w 125"/>
                  <a:gd name="T17" fmla="*/ 169 h 216"/>
                  <a:gd name="T18" fmla="*/ 125 w 125"/>
                  <a:gd name="T19" fmla="*/ 191 h 216"/>
                  <a:gd name="T20" fmla="*/ 101 w 125"/>
                  <a:gd name="T21" fmla="*/ 216 h 216"/>
                  <a:gd name="T22" fmla="*/ 85 w 125"/>
                  <a:gd name="T23" fmla="*/ 191 h 216"/>
                  <a:gd name="T24" fmla="*/ 70 w 125"/>
                  <a:gd name="T25" fmla="*/ 168 h 216"/>
                  <a:gd name="T26" fmla="*/ 57 w 125"/>
                  <a:gd name="T27" fmla="*/ 144 h 216"/>
                  <a:gd name="T28" fmla="*/ 45 w 125"/>
                  <a:gd name="T29" fmla="*/ 118 h 216"/>
                  <a:gd name="T30" fmla="*/ 33 w 125"/>
                  <a:gd name="T31" fmla="*/ 93 h 216"/>
                  <a:gd name="T32" fmla="*/ 21 w 125"/>
                  <a:gd name="T33" fmla="*/ 67 h 216"/>
                  <a:gd name="T34" fmla="*/ 11 w 125"/>
                  <a:gd name="T35" fmla="*/ 39 h 216"/>
                  <a:gd name="T36" fmla="*/ 0 w 125"/>
                  <a:gd name="T37" fmla="*/ 11 h 216"/>
                  <a:gd name="T38" fmla="*/ 31 w 125"/>
                  <a:gd name="T39" fmla="*/ 0 h 2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16"/>
                  <a:gd name="T62" fmla="*/ 125 w 125"/>
                  <a:gd name="T63" fmla="*/ 216 h 2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16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51" y="52"/>
                    </a:lnTo>
                    <a:lnTo>
                      <a:pt x="62" y="77"/>
                    </a:lnTo>
                    <a:lnTo>
                      <a:pt x="72" y="101"/>
                    </a:lnTo>
                    <a:lnTo>
                      <a:pt x="84" y="125"/>
                    </a:lnTo>
                    <a:lnTo>
                      <a:pt x="97" y="146"/>
                    </a:lnTo>
                    <a:lnTo>
                      <a:pt x="110" y="169"/>
                    </a:lnTo>
                    <a:lnTo>
                      <a:pt x="125" y="191"/>
                    </a:lnTo>
                    <a:lnTo>
                      <a:pt x="101" y="216"/>
                    </a:lnTo>
                    <a:lnTo>
                      <a:pt x="85" y="191"/>
                    </a:lnTo>
                    <a:lnTo>
                      <a:pt x="70" y="168"/>
                    </a:lnTo>
                    <a:lnTo>
                      <a:pt x="57" y="144"/>
                    </a:lnTo>
                    <a:lnTo>
                      <a:pt x="45" y="118"/>
                    </a:lnTo>
                    <a:lnTo>
                      <a:pt x="33" y="93"/>
                    </a:lnTo>
                    <a:lnTo>
                      <a:pt x="21" y="67"/>
                    </a:lnTo>
                    <a:lnTo>
                      <a:pt x="11" y="39"/>
                    </a:lnTo>
                    <a:lnTo>
                      <a:pt x="0" y="1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8" name="Freeform 322"/>
              <p:cNvSpPr>
                <a:spLocks/>
              </p:cNvSpPr>
              <p:nvPr/>
            </p:nvSpPr>
            <p:spPr bwMode="auto">
              <a:xfrm>
                <a:off x="2130" y="2430"/>
                <a:ext cx="83" cy="205"/>
              </a:xfrm>
              <a:custGeom>
                <a:avLst/>
                <a:gdLst>
                  <a:gd name="T0" fmla="*/ 33 w 83"/>
                  <a:gd name="T1" fmla="*/ 0 h 205"/>
                  <a:gd name="T2" fmla="*/ 36 w 83"/>
                  <a:gd name="T3" fmla="*/ 25 h 205"/>
                  <a:gd name="T4" fmla="*/ 41 w 83"/>
                  <a:gd name="T5" fmla="*/ 49 h 205"/>
                  <a:gd name="T6" fmla="*/ 47 w 83"/>
                  <a:gd name="T7" fmla="*/ 73 h 205"/>
                  <a:gd name="T8" fmla="*/ 52 w 83"/>
                  <a:gd name="T9" fmla="*/ 97 h 205"/>
                  <a:gd name="T10" fmla="*/ 59 w 83"/>
                  <a:gd name="T11" fmla="*/ 122 h 205"/>
                  <a:gd name="T12" fmla="*/ 66 w 83"/>
                  <a:gd name="T13" fmla="*/ 146 h 205"/>
                  <a:gd name="T14" fmla="*/ 75 w 83"/>
                  <a:gd name="T15" fmla="*/ 170 h 205"/>
                  <a:gd name="T16" fmla="*/ 83 w 83"/>
                  <a:gd name="T17" fmla="*/ 195 h 205"/>
                  <a:gd name="T18" fmla="*/ 54 w 83"/>
                  <a:gd name="T19" fmla="*/ 205 h 205"/>
                  <a:gd name="T20" fmla="*/ 45 w 83"/>
                  <a:gd name="T21" fmla="*/ 181 h 205"/>
                  <a:gd name="T22" fmla="*/ 35 w 83"/>
                  <a:gd name="T23" fmla="*/ 155 h 205"/>
                  <a:gd name="T24" fmla="*/ 29 w 83"/>
                  <a:gd name="T25" fmla="*/ 130 h 205"/>
                  <a:gd name="T26" fmla="*/ 21 w 83"/>
                  <a:gd name="T27" fmla="*/ 103 h 205"/>
                  <a:gd name="T28" fmla="*/ 15 w 83"/>
                  <a:gd name="T29" fmla="*/ 78 h 205"/>
                  <a:gd name="T30" fmla="*/ 9 w 83"/>
                  <a:gd name="T31" fmla="*/ 53 h 205"/>
                  <a:gd name="T32" fmla="*/ 4 w 83"/>
                  <a:gd name="T33" fmla="*/ 27 h 205"/>
                  <a:gd name="T34" fmla="*/ 0 w 83"/>
                  <a:gd name="T35" fmla="*/ 1 h 205"/>
                  <a:gd name="T36" fmla="*/ 33 w 83"/>
                  <a:gd name="T37" fmla="*/ 0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3"/>
                  <a:gd name="T58" fmla="*/ 0 h 205"/>
                  <a:gd name="T59" fmla="*/ 83 w 8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3" h="205">
                    <a:moveTo>
                      <a:pt x="33" y="0"/>
                    </a:moveTo>
                    <a:lnTo>
                      <a:pt x="36" y="25"/>
                    </a:lnTo>
                    <a:lnTo>
                      <a:pt x="41" y="49"/>
                    </a:lnTo>
                    <a:lnTo>
                      <a:pt x="47" y="73"/>
                    </a:lnTo>
                    <a:lnTo>
                      <a:pt x="52" y="97"/>
                    </a:lnTo>
                    <a:lnTo>
                      <a:pt x="59" y="122"/>
                    </a:lnTo>
                    <a:lnTo>
                      <a:pt x="66" y="146"/>
                    </a:lnTo>
                    <a:lnTo>
                      <a:pt x="75" y="170"/>
                    </a:lnTo>
                    <a:lnTo>
                      <a:pt x="83" y="195"/>
                    </a:lnTo>
                    <a:lnTo>
                      <a:pt x="54" y="205"/>
                    </a:lnTo>
                    <a:lnTo>
                      <a:pt x="45" y="181"/>
                    </a:lnTo>
                    <a:lnTo>
                      <a:pt x="35" y="155"/>
                    </a:lnTo>
                    <a:lnTo>
                      <a:pt x="29" y="130"/>
                    </a:lnTo>
                    <a:lnTo>
                      <a:pt x="21" y="103"/>
                    </a:lnTo>
                    <a:lnTo>
                      <a:pt x="15" y="78"/>
                    </a:lnTo>
                    <a:lnTo>
                      <a:pt x="9" y="53"/>
                    </a:lnTo>
                    <a:lnTo>
                      <a:pt x="4" y="27"/>
                    </a:lnTo>
                    <a:lnTo>
                      <a:pt x="0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19" name="Freeform 323"/>
              <p:cNvSpPr>
                <a:spLocks/>
              </p:cNvSpPr>
              <p:nvPr/>
            </p:nvSpPr>
            <p:spPr bwMode="auto">
              <a:xfrm>
                <a:off x="2125" y="2409"/>
                <a:ext cx="36" cy="23"/>
              </a:xfrm>
              <a:custGeom>
                <a:avLst/>
                <a:gdLst>
                  <a:gd name="T0" fmla="*/ 3 w 36"/>
                  <a:gd name="T1" fmla="*/ 23 h 23"/>
                  <a:gd name="T2" fmla="*/ 0 w 36"/>
                  <a:gd name="T3" fmla="*/ 0 h 23"/>
                  <a:gd name="T4" fmla="*/ 33 w 36"/>
                  <a:gd name="T5" fmla="*/ 0 h 23"/>
                  <a:gd name="T6" fmla="*/ 36 w 36"/>
                  <a:gd name="T7" fmla="*/ 23 h 23"/>
                  <a:gd name="T8" fmla="*/ 3 w 36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3"/>
                  <a:gd name="T17" fmla="*/ 36 w 3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3">
                    <a:moveTo>
                      <a:pt x="3" y="23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6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0" name="Freeform 324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1" name="Freeform 325"/>
              <p:cNvSpPr>
                <a:spLocks/>
              </p:cNvSpPr>
              <p:nvPr/>
            </p:nvSpPr>
            <p:spPr bwMode="auto">
              <a:xfrm>
                <a:off x="2294" y="2726"/>
                <a:ext cx="54" cy="176"/>
              </a:xfrm>
              <a:custGeom>
                <a:avLst/>
                <a:gdLst>
                  <a:gd name="T0" fmla="*/ 48 w 54"/>
                  <a:gd name="T1" fmla="*/ 158 h 176"/>
                  <a:gd name="T2" fmla="*/ 41 w 54"/>
                  <a:gd name="T3" fmla="*/ 164 h 176"/>
                  <a:gd name="T4" fmla="*/ 0 w 54"/>
                  <a:gd name="T5" fmla="*/ 3 h 176"/>
                  <a:gd name="T6" fmla="*/ 8 w 54"/>
                  <a:gd name="T7" fmla="*/ 0 h 176"/>
                  <a:gd name="T8" fmla="*/ 50 w 54"/>
                  <a:gd name="T9" fmla="*/ 162 h 176"/>
                  <a:gd name="T10" fmla="*/ 43 w 54"/>
                  <a:gd name="T11" fmla="*/ 167 h 176"/>
                  <a:gd name="T12" fmla="*/ 50 w 54"/>
                  <a:gd name="T13" fmla="*/ 162 h 176"/>
                  <a:gd name="T14" fmla="*/ 54 w 54"/>
                  <a:gd name="T15" fmla="*/ 176 h 176"/>
                  <a:gd name="T16" fmla="*/ 43 w 54"/>
                  <a:gd name="T17" fmla="*/ 167 h 176"/>
                  <a:gd name="T18" fmla="*/ 48 w 54"/>
                  <a:gd name="T19" fmla="*/ 15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"/>
                  <a:gd name="T31" fmla="*/ 0 h 176"/>
                  <a:gd name="T32" fmla="*/ 54 w 5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" h="176">
                    <a:moveTo>
                      <a:pt x="48" y="158"/>
                    </a:moveTo>
                    <a:lnTo>
                      <a:pt x="41" y="164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50" y="162"/>
                    </a:lnTo>
                    <a:lnTo>
                      <a:pt x="43" y="167"/>
                    </a:lnTo>
                    <a:lnTo>
                      <a:pt x="50" y="162"/>
                    </a:lnTo>
                    <a:lnTo>
                      <a:pt x="54" y="176"/>
                    </a:lnTo>
                    <a:lnTo>
                      <a:pt x="43" y="167"/>
                    </a:lnTo>
                    <a:lnTo>
                      <a:pt x="48" y="15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2" name="Freeform 326"/>
              <p:cNvSpPr>
                <a:spLocks/>
              </p:cNvSpPr>
              <p:nvPr/>
            </p:nvSpPr>
            <p:spPr bwMode="auto">
              <a:xfrm>
                <a:off x="2219" y="2784"/>
                <a:ext cx="122" cy="107"/>
              </a:xfrm>
              <a:custGeom>
                <a:avLst/>
                <a:gdLst>
                  <a:gd name="T0" fmla="*/ 12 w 122"/>
                  <a:gd name="T1" fmla="*/ 12 h 107"/>
                  <a:gd name="T2" fmla="*/ 10 w 122"/>
                  <a:gd name="T3" fmla="*/ 1 h 107"/>
                  <a:gd name="T4" fmla="*/ 122 w 122"/>
                  <a:gd name="T5" fmla="*/ 98 h 107"/>
                  <a:gd name="T6" fmla="*/ 118 w 122"/>
                  <a:gd name="T7" fmla="*/ 107 h 107"/>
                  <a:gd name="T8" fmla="*/ 6 w 122"/>
                  <a:gd name="T9" fmla="*/ 11 h 107"/>
                  <a:gd name="T10" fmla="*/ 4 w 122"/>
                  <a:gd name="T11" fmla="*/ 0 h 107"/>
                  <a:gd name="T12" fmla="*/ 6 w 122"/>
                  <a:gd name="T13" fmla="*/ 11 h 107"/>
                  <a:gd name="T14" fmla="*/ 0 w 122"/>
                  <a:gd name="T15" fmla="*/ 5 h 107"/>
                  <a:gd name="T16" fmla="*/ 4 w 122"/>
                  <a:gd name="T17" fmla="*/ 0 h 107"/>
                  <a:gd name="T18" fmla="*/ 12 w 122"/>
                  <a:gd name="T19" fmla="*/ 1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2"/>
                  <a:gd name="T31" fmla="*/ 0 h 107"/>
                  <a:gd name="T32" fmla="*/ 122 w 122"/>
                  <a:gd name="T33" fmla="*/ 107 h 10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2" h="107">
                    <a:moveTo>
                      <a:pt x="12" y="12"/>
                    </a:moveTo>
                    <a:lnTo>
                      <a:pt x="10" y="1"/>
                    </a:lnTo>
                    <a:lnTo>
                      <a:pt x="122" y="98"/>
                    </a:lnTo>
                    <a:lnTo>
                      <a:pt x="118" y="107"/>
                    </a:lnTo>
                    <a:lnTo>
                      <a:pt x="6" y="11"/>
                    </a:lnTo>
                    <a:lnTo>
                      <a:pt x="4" y="0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3" name="Freeform 327"/>
              <p:cNvSpPr>
                <a:spLocks/>
              </p:cNvSpPr>
              <p:nvPr/>
            </p:nvSpPr>
            <p:spPr bwMode="auto">
              <a:xfrm>
                <a:off x="2222" y="2717"/>
                <a:ext cx="78" cy="79"/>
              </a:xfrm>
              <a:custGeom>
                <a:avLst/>
                <a:gdLst>
                  <a:gd name="T0" fmla="*/ 69 w 78"/>
                  <a:gd name="T1" fmla="*/ 10 h 79"/>
                  <a:gd name="T2" fmla="*/ 77 w 78"/>
                  <a:gd name="T3" fmla="*/ 16 h 79"/>
                  <a:gd name="T4" fmla="*/ 6 w 78"/>
                  <a:gd name="T5" fmla="*/ 79 h 79"/>
                  <a:gd name="T6" fmla="*/ 0 w 78"/>
                  <a:gd name="T7" fmla="*/ 68 h 79"/>
                  <a:gd name="T8" fmla="*/ 69 w 78"/>
                  <a:gd name="T9" fmla="*/ 4 h 79"/>
                  <a:gd name="T10" fmla="*/ 78 w 78"/>
                  <a:gd name="T11" fmla="*/ 8 h 79"/>
                  <a:gd name="T12" fmla="*/ 69 w 78"/>
                  <a:gd name="T13" fmla="*/ 4 h 79"/>
                  <a:gd name="T14" fmla="*/ 75 w 78"/>
                  <a:gd name="T15" fmla="*/ 0 h 79"/>
                  <a:gd name="T16" fmla="*/ 78 w 78"/>
                  <a:gd name="T17" fmla="*/ 8 h 79"/>
                  <a:gd name="T18" fmla="*/ 69 w 78"/>
                  <a:gd name="T19" fmla="*/ 1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9"/>
                  <a:gd name="T32" fmla="*/ 78 w 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9">
                    <a:moveTo>
                      <a:pt x="69" y="10"/>
                    </a:moveTo>
                    <a:lnTo>
                      <a:pt x="77" y="16"/>
                    </a:lnTo>
                    <a:lnTo>
                      <a:pt x="6" y="79"/>
                    </a:lnTo>
                    <a:lnTo>
                      <a:pt x="0" y="68"/>
                    </a:lnTo>
                    <a:lnTo>
                      <a:pt x="69" y="4"/>
                    </a:lnTo>
                    <a:lnTo>
                      <a:pt x="78" y="8"/>
                    </a:lnTo>
                    <a:lnTo>
                      <a:pt x="69" y="4"/>
                    </a:lnTo>
                    <a:lnTo>
                      <a:pt x="75" y="0"/>
                    </a:lnTo>
                    <a:lnTo>
                      <a:pt x="78" y="8"/>
                    </a:lnTo>
                    <a:lnTo>
                      <a:pt x="69" y="1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4" name="Freeform 328"/>
              <p:cNvSpPr>
                <a:spLocks/>
              </p:cNvSpPr>
              <p:nvPr/>
            </p:nvSpPr>
            <p:spPr bwMode="auto">
              <a:xfrm>
                <a:off x="2290" y="2821"/>
                <a:ext cx="30" cy="37"/>
              </a:xfrm>
              <a:custGeom>
                <a:avLst/>
                <a:gdLst>
                  <a:gd name="T0" fmla="*/ 21 w 30"/>
                  <a:gd name="T1" fmla="*/ 0 h 37"/>
                  <a:gd name="T2" fmla="*/ 30 w 30"/>
                  <a:gd name="T3" fmla="*/ 16 h 37"/>
                  <a:gd name="T4" fmla="*/ 10 w 30"/>
                  <a:gd name="T5" fmla="*/ 37 h 37"/>
                  <a:gd name="T6" fmla="*/ 0 w 30"/>
                  <a:gd name="T7" fmla="*/ 22 h 37"/>
                  <a:gd name="T8" fmla="*/ 21 w 3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7"/>
                  <a:gd name="T17" fmla="*/ 30 w 30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7">
                    <a:moveTo>
                      <a:pt x="21" y="0"/>
                    </a:moveTo>
                    <a:lnTo>
                      <a:pt x="30" y="16"/>
                    </a:lnTo>
                    <a:lnTo>
                      <a:pt x="10" y="37"/>
                    </a:ln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5" name="Freeform 329"/>
              <p:cNvSpPr>
                <a:spLocks/>
              </p:cNvSpPr>
              <p:nvPr/>
            </p:nvSpPr>
            <p:spPr bwMode="auto">
              <a:xfrm>
                <a:off x="2190" y="2626"/>
                <a:ext cx="120" cy="213"/>
              </a:xfrm>
              <a:custGeom>
                <a:avLst/>
                <a:gdLst>
                  <a:gd name="T0" fmla="*/ 25 w 120"/>
                  <a:gd name="T1" fmla="*/ 0 h 213"/>
                  <a:gd name="T2" fmla="*/ 25 w 120"/>
                  <a:gd name="T3" fmla="*/ 0 h 213"/>
                  <a:gd name="T4" fmla="*/ 35 w 120"/>
                  <a:gd name="T5" fmla="*/ 28 h 213"/>
                  <a:gd name="T6" fmla="*/ 47 w 120"/>
                  <a:gd name="T7" fmla="*/ 54 h 213"/>
                  <a:gd name="T8" fmla="*/ 57 w 120"/>
                  <a:gd name="T9" fmla="*/ 78 h 213"/>
                  <a:gd name="T10" fmla="*/ 68 w 120"/>
                  <a:gd name="T11" fmla="*/ 102 h 213"/>
                  <a:gd name="T12" fmla="*/ 80 w 120"/>
                  <a:gd name="T13" fmla="*/ 125 h 213"/>
                  <a:gd name="T14" fmla="*/ 93 w 120"/>
                  <a:gd name="T15" fmla="*/ 147 h 213"/>
                  <a:gd name="T16" fmla="*/ 105 w 120"/>
                  <a:gd name="T17" fmla="*/ 171 h 213"/>
                  <a:gd name="T18" fmla="*/ 120 w 120"/>
                  <a:gd name="T19" fmla="*/ 193 h 213"/>
                  <a:gd name="T20" fmla="*/ 100 w 120"/>
                  <a:gd name="T21" fmla="*/ 213 h 213"/>
                  <a:gd name="T22" fmla="*/ 84 w 120"/>
                  <a:gd name="T23" fmla="*/ 188 h 213"/>
                  <a:gd name="T24" fmla="*/ 70 w 120"/>
                  <a:gd name="T25" fmla="*/ 164 h 213"/>
                  <a:gd name="T26" fmla="*/ 58 w 120"/>
                  <a:gd name="T27" fmla="*/ 141 h 213"/>
                  <a:gd name="T28" fmla="*/ 46 w 120"/>
                  <a:gd name="T29" fmla="*/ 116 h 213"/>
                  <a:gd name="T30" fmla="*/ 33 w 120"/>
                  <a:gd name="T31" fmla="*/ 92 h 213"/>
                  <a:gd name="T32" fmla="*/ 21 w 120"/>
                  <a:gd name="T33" fmla="*/ 65 h 213"/>
                  <a:gd name="T34" fmla="*/ 12 w 120"/>
                  <a:gd name="T35" fmla="*/ 38 h 213"/>
                  <a:gd name="T36" fmla="*/ 0 w 120"/>
                  <a:gd name="T37" fmla="*/ 10 h 213"/>
                  <a:gd name="T38" fmla="*/ 25 w 120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13"/>
                  <a:gd name="T62" fmla="*/ 120 w 120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13">
                    <a:moveTo>
                      <a:pt x="25" y="0"/>
                    </a:moveTo>
                    <a:lnTo>
                      <a:pt x="25" y="0"/>
                    </a:lnTo>
                    <a:lnTo>
                      <a:pt x="35" y="28"/>
                    </a:lnTo>
                    <a:lnTo>
                      <a:pt x="47" y="54"/>
                    </a:lnTo>
                    <a:lnTo>
                      <a:pt x="57" y="78"/>
                    </a:lnTo>
                    <a:lnTo>
                      <a:pt x="68" y="102"/>
                    </a:lnTo>
                    <a:lnTo>
                      <a:pt x="80" y="125"/>
                    </a:lnTo>
                    <a:lnTo>
                      <a:pt x="93" y="147"/>
                    </a:lnTo>
                    <a:lnTo>
                      <a:pt x="105" y="171"/>
                    </a:lnTo>
                    <a:lnTo>
                      <a:pt x="120" y="193"/>
                    </a:lnTo>
                    <a:lnTo>
                      <a:pt x="100" y="213"/>
                    </a:lnTo>
                    <a:lnTo>
                      <a:pt x="84" y="188"/>
                    </a:lnTo>
                    <a:lnTo>
                      <a:pt x="70" y="164"/>
                    </a:lnTo>
                    <a:lnTo>
                      <a:pt x="58" y="141"/>
                    </a:lnTo>
                    <a:lnTo>
                      <a:pt x="46" y="116"/>
                    </a:lnTo>
                    <a:lnTo>
                      <a:pt x="33" y="92"/>
                    </a:lnTo>
                    <a:lnTo>
                      <a:pt x="21" y="65"/>
                    </a:lnTo>
                    <a:lnTo>
                      <a:pt x="12" y="38"/>
                    </a:lnTo>
                    <a:lnTo>
                      <a:pt x="0" y="1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6" name="Freeform 330"/>
              <p:cNvSpPr>
                <a:spLocks/>
              </p:cNvSpPr>
              <p:nvPr/>
            </p:nvSpPr>
            <p:spPr bwMode="auto">
              <a:xfrm>
                <a:off x="2134" y="2432"/>
                <a:ext cx="77" cy="204"/>
              </a:xfrm>
              <a:custGeom>
                <a:avLst/>
                <a:gdLst>
                  <a:gd name="T0" fmla="*/ 27 w 77"/>
                  <a:gd name="T1" fmla="*/ 0 h 204"/>
                  <a:gd name="T2" fmla="*/ 31 w 77"/>
                  <a:gd name="T3" fmla="*/ 25 h 204"/>
                  <a:gd name="T4" fmla="*/ 36 w 77"/>
                  <a:gd name="T5" fmla="*/ 48 h 204"/>
                  <a:gd name="T6" fmla="*/ 42 w 77"/>
                  <a:gd name="T7" fmla="*/ 73 h 204"/>
                  <a:gd name="T8" fmla="*/ 47 w 77"/>
                  <a:gd name="T9" fmla="*/ 98 h 204"/>
                  <a:gd name="T10" fmla="*/ 54 w 77"/>
                  <a:gd name="T11" fmla="*/ 121 h 204"/>
                  <a:gd name="T12" fmla="*/ 61 w 77"/>
                  <a:gd name="T13" fmla="*/ 146 h 204"/>
                  <a:gd name="T14" fmla="*/ 69 w 77"/>
                  <a:gd name="T15" fmla="*/ 170 h 204"/>
                  <a:gd name="T16" fmla="*/ 77 w 77"/>
                  <a:gd name="T17" fmla="*/ 194 h 204"/>
                  <a:gd name="T18" fmla="*/ 52 w 77"/>
                  <a:gd name="T19" fmla="*/ 204 h 204"/>
                  <a:gd name="T20" fmla="*/ 44 w 77"/>
                  <a:gd name="T21" fmla="*/ 180 h 204"/>
                  <a:gd name="T22" fmla="*/ 35 w 77"/>
                  <a:gd name="T23" fmla="*/ 153 h 204"/>
                  <a:gd name="T24" fmla="*/ 28 w 77"/>
                  <a:gd name="T25" fmla="*/ 129 h 204"/>
                  <a:gd name="T26" fmla="*/ 21 w 77"/>
                  <a:gd name="T27" fmla="*/ 103 h 204"/>
                  <a:gd name="T28" fmla="*/ 14 w 77"/>
                  <a:gd name="T29" fmla="*/ 77 h 204"/>
                  <a:gd name="T30" fmla="*/ 9 w 77"/>
                  <a:gd name="T31" fmla="*/ 52 h 204"/>
                  <a:gd name="T32" fmla="*/ 5 w 77"/>
                  <a:gd name="T33" fmla="*/ 26 h 204"/>
                  <a:gd name="T34" fmla="*/ 0 w 77"/>
                  <a:gd name="T35" fmla="*/ 0 h 204"/>
                  <a:gd name="T36" fmla="*/ 27 w 77"/>
                  <a:gd name="T37" fmla="*/ 0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7"/>
                  <a:gd name="T58" fmla="*/ 0 h 204"/>
                  <a:gd name="T59" fmla="*/ 77 w 77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7" h="204">
                    <a:moveTo>
                      <a:pt x="27" y="0"/>
                    </a:moveTo>
                    <a:lnTo>
                      <a:pt x="31" y="25"/>
                    </a:lnTo>
                    <a:lnTo>
                      <a:pt x="36" y="48"/>
                    </a:lnTo>
                    <a:lnTo>
                      <a:pt x="42" y="73"/>
                    </a:lnTo>
                    <a:lnTo>
                      <a:pt x="47" y="98"/>
                    </a:lnTo>
                    <a:lnTo>
                      <a:pt x="54" y="121"/>
                    </a:lnTo>
                    <a:lnTo>
                      <a:pt x="61" y="146"/>
                    </a:lnTo>
                    <a:lnTo>
                      <a:pt x="69" y="170"/>
                    </a:lnTo>
                    <a:lnTo>
                      <a:pt x="77" y="194"/>
                    </a:lnTo>
                    <a:lnTo>
                      <a:pt x="52" y="204"/>
                    </a:lnTo>
                    <a:lnTo>
                      <a:pt x="44" y="180"/>
                    </a:lnTo>
                    <a:lnTo>
                      <a:pt x="35" y="153"/>
                    </a:lnTo>
                    <a:lnTo>
                      <a:pt x="28" y="129"/>
                    </a:lnTo>
                    <a:lnTo>
                      <a:pt x="21" y="103"/>
                    </a:lnTo>
                    <a:lnTo>
                      <a:pt x="14" y="77"/>
                    </a:lnTo>
                    <a:lnTo>
                      <a:pt x="9" y="52"/>
                    </a:lnTo>
                    <a:lnTo>
                      <a:pt x="5" y="26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927" name="Freeform 331"/>
              <p:cNvSpPr>
                <a:spLocks/>
              </p:cNvSpPr>
              <p:nvPr/>
            </p:nvSpPr>
            <p:spPr bwMode="auto">
              <a:xfrm>
                <a:off x="2127" y="2414"/>
                <a:ext cx="31" cy="18"/>
              </a:xfrm>
              <a:custGeom>
                <a:avLst/>
                <a:gdLst>
                  <a:gd name="T0" fmla="*/ 3 w 31"/>
                  <a:gd name="T1" fmla="*/ 18 h 18"/>
                  <a:gd name="T2" fmla="*/ 0 w 31"/>
                  <a:gd name="T3" fmla="*/ 0 h 18"/>
                  <a:gd name="T4" fmla="*/ 28 w 31"/>
                  <a:gd name="T5" fmla="*/ 0 h 18"/>
                  <a:gd name="T6" fmla="*/ 31 w 31"/>
                  <a:gd name="T7" fmla="*/ 18 h 18"/>
                  <a:gd name="T8" fmla="*/ 3 w 31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18"/>
                  <a:gd name="T17" fmla="*/ 31 w 3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18">
                    <a:moveTo>
                      <a:pt x="3" y="18"/>
                    </a:moveTo>
                    <a:lnTo>
                      <a:pt x="0" y="0"/>
                    </a:lnTo>
                    <a:lnTo>
                      <a:pt x="28" y="0"/>
                    </a:lnTo>
                    <a:lnTo>
                      <a:pt x="31" y="18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1375" name="Oval 332"/>
            <p:cNvSpPr>
              <a:spLocks noChangeArrowheads="1"/>
            </p:cNvSpPr>
            <p:nvPr/>
          </p:nvSpPr>
          <p:spPr bwMode="auto">
            <a:xfrm>
              <a:off x="2669" y="1927"/>
              <a:ext cx="1873" cy="184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1376" name="Oval 333"/>
            <p:cNvSpPr>
              <a:spLocks noChangeArrowheads="1"/>
            </p:cNvSpPr>
            <p:nvPr/>
          </p:nvSpPr>
          <p:spPr bwMode="auto">
            <a:xfrm>
              <a:off x="2741" y="1930"/>
              <a:ext cx="1823" cy="1763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1377" name="Rectangle 334"/>
            <p:cNvSpPr>
              <a:spLocks noChangeArrowheads="1"/>
            </p:cNvSpPr>
            <p:nvPr/>
          </p:nvSpPr>
          <p:spPr bwMode="auto">
            <a:xfrm>
              <a:off x="3952" y="2395"/>
              <a:ext cx="706" cy="3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1378" name="Rectangle 335"/>
            <p:cNvSpPr>
              <a:spLocks noChangeArrowheads="1"/>
            </p:cNvSpPr>
            <p:nvPr/>
          </p:nvSpPr>
          <p:spPr bwMode="auto">
            <a:xfrm>
              <a:off x="4022" y="2444"/>
              <a:ext cx="552" cy="2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1379" name="Rectangle 336"/>
            <p:cNvSpPr>
              <a:spLocks noChangeArrowheads="1"/>
            </p:cNvSpPr>
            <p:nvPr/>
          </p:nvSpPr>
          <p:spPr bwMode="auto">
            <a:xfrm>
              <a:off x="4002" y="2549"/>
              <a:ext cx="563" cy="24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2400" u="sng">
                  <a:solidFill>
                    <a:srgbClr val="000000"/>
                  </a:solidFill>
                  <a:latin typeface="Arial Narrow" pitchFamily="34" charset="0"/>
                </a:rPr>
                <a:t>CSMS</a:t>
              </a:r>
              <a:endParaRPr lang="en-US" sz="2700" b="0">
                <a:latin typeface="Times New Roman" pitchFamily="18" charset="0"/>
              </a:endParaRPr>
            </a:p>
          </p:txBody>
        </p:sp>
        <p:grpSp>
          <p:nvGrpSpPr>
            <p:cNvPr id="31380" name="Group 337"/>
            <p:cNvGrpSpPr>
              <a:grpSpLocks/>
            </p:cNvGrpSpPr>
            <p:nvPr/>
          </p:nvGrpSpPr>
          <p:grpSpPr bwMode="auto">
            <a:xfrm>
              <a:off x="3336" y="1604"/>
              <a:ext cx="731" cy="537"/>
              <a:chOff x="1254" y="3284"/>
              <a:chExt cx="592" cy="453"/>
            </a:xfrm>
          </p:grpSpPr>
          <p:grpSp>
            <p:nvGrpSpPr>
              <p:cNvPr id="31598" name="Group 338"/>
              <p:cNvGrpSpPr>
                <a:grpSpLocks/>
              </p:cNvGrpSpPr>
              <p:nvPr/>
            </p:nvGrpSpPr>
            <p:grpSpPr bwMode="auto">
              <a:xfrm>
                <a:off x="1428" y="3284"/>
                <a:ext cx="244" cy="332"/>
                <a:chOff x="3080" y="1174"/>
                <a:chExt cx="276" cy="366"/>
              </a:xfrm>
            </p:grpSpPr>
            <p:sp>
              <p:nvSpPr>
                <p:cNvPr id="31600" name="Rectangle 339"/>
                <p:cNvSpPr>
                  <a:spLocks noChangeArrowheads="1"/>
                </p:cNvSpPr>
                <p:nvPr/>
              </p:nvSpPr>
              <p:spPr bwMode="auto">
                <a:xfrm>
                  <a:off x="3129" y="1174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601" name="Rectangle 340"/>
                <p:cNvSpPr>
                  <a:spLocks noChangeArrowheads="1"/>
                </p:cNvSpPr>
                <p:nvPr/>
              </p:nvSpPr>
              <p:spPr bwMode="auto">
                <a:xfrm>
                  <a:off x="3101" y="1212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1602" name="Group 341"/>
                <p:cNvGrpSpPr>
                  <a:grpSpLocks/>
                </p:cNvGrpSpPr>
                <p:nvPr/>
              </p:nvGrpSpPr>
              <p:grpSpPr bwMode="auto">
                <a:xfrm>
                  <a:off x="3080" y="1247"/>
                  <a:ext cx="223" cy="293"/>
                  <a:chOff x="3080" y="1247"/>
                  <a:chExt cx="223" cy="293"/>
                </a:xfrm>
              </p:grpSpPr>
              <p:sp>
                <p:nvSpPr>
                  <p:cNvPr id="31603" name="Freeform 342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04" name="Freeform 343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w 91"/>
                      <a:gd name="T21" fmla="*/ 121 h 12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91"/>
                      <a:gd name="T34" fmla="*/ 0 h 121"/>
                      <a:gd name="T35" fmla="*/ 91 w 91"/>
                      <a:gd name="T36" fmla="*/ 121 h 12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05" name="Freeform 344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06" name="Freeform 345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91"/>
                      <a:gd name="T31" fmla="*/ 0 h 121"/>
                      <a:gd name="T32" fmla="*/ 91 w 91"/>
                      <a:gd name="T33" fmla="*/ 121 h 12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1599" name="Rectangle 346"/>
              <p:cNvSpPr>
                <a:spLocks noChangeArrowheads="1"/>
              </p:cNvSpPr>
              <p:nvPr/>
            </p:nvSpPr>
            <p:spPr bwMode="auto">
              <a:xfrm>
                <a:off x="1254" y="3633"/>
                <a:ext cx="592" cy="10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84238" eaLnBrk="0" hangingPunct="0"/>
                <a:r>
                  <a:rPr lang="en-US" b="0">
                    <a:latin typeface="Arial Narrow" pitchFamily="34" charset="0"/>
                  </a:rPr>
                  <a:t>Contracted Work</a:t>
                </a:r>
              </a:p>
            </p:txBody>
          </p:sp>
        </p:grpSp>
        <p:grpSp>
          <p:nvGrpSpPr>
            <p:cNvPr id="31381" name="Group 347"/>
            <p:cNvGrpSpPr>
              <a:grpSpLocks/>
            </p:cNvGrpSpPr>
            <p:nvPr/>
          </p:nvGrpSpPr>
          <p:grpSpPr bwMode="auto">
            <a:xfrm>
              <a:off x="4018" y="2903"/>
              <a:ext cx="457" cy="580"/>
              <a:chOff x="3543" y="2349"/>
              <a:chExt cx="420" cy="538"/>
            </a:xfrm>
          </p:grpSpPr>
          <p:grpSp>
            <p:nvGrpSpPr>
              <p:cNvPr id="31383" name="Group 348"/>
              <p:cNvGrpSpPr>
                <a:grpSpLocks/>
              </p:cNvGrpSpPr>
              <p:nvPr/>
            </p:nvGrpSpPr>
            <p:grpSpPr bwMode="auto">
              <a:xfrm>
                <a:off x="3551" y="2349"/>
                <a:ext cx="355" cy="388"/>
                <a:chOff x="3563" y="2349"/>
                <a:chExt cx="355" cy="388"/>
              </a:xfrm>
            </p:grpSpPr>
            <p:grpSp>
              <p:nvGrpSpPr>
                <p:cNvPr id="31385" name="Group 349"/>
                <p:cNvGrpSpPr>
                  <a:grpSpLocks/>
                </p:cNvGrpSpPr>
                <p:nvPr/>
              </p:nvGrpSpPr>
              <p:grpSpPr bwMode="auto">
                <a:xfrm>
                  <a:off x="3563" y="2349"/>
                  <a:ext cx="355" cy="388"/>
                  <a:chOff x="3563" y="2349"/>
                  <a:chExt cx="355" cy="388"/>
                </a:xfrm>
              </p:grpSpPr>
              <p:sp>
                <p:nvSpPr>
                  <p:cNvPr id="31398" name="Freeform 350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78 w 85"/>
                      <a:gd name="T121" fmla="*/ 65 h 75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85"/>
                      <a:gd name="T184" fmla="*/ 0 h 75"/>
                      <a:gd name="T185" fmla="*/ 85 w 85"/>
                      <a:gd name="T186" fmla="*/ 75 h 75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  <a:close/>
                      </a:path>
                    </a:pathLst>
                  </a:custGeom>
                  <a:solidFill>
                    <a:srgbClr val="FF27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99" name="Freeform 351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85"/>
                      <a:gd name="T181" fmla="*/ 0 h 75"/>
                      <a:gd name="T182" fmla="*/ 85 w 85"/>
                      <a:gd name="T183" fmla="*/ 75 h 75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0" name="Freeform 352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  <a:close/>
                      </a:path>
                    </a:pathLst>
                  </a:custGeom>
                  <a:solidFill>
                    <a:srgbClr val="FFC28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1" name="Freeform 353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2" name="Freeform 354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3" name="Freeform 355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4" name="Freeform 356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5" name="Freeform 357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6" name="Freeform 358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7" name="Freeform 359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8" name="Freeform 360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9" name="Freeform 361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0" name="Freeform 362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w 346"/>
                      <a:gd name="T65" fmla="*/ 105 h 10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346"/>
                      <a:gd name="T100" fmla="*/ 0 h 105"/>
                      <a:gd name="T101" fmla="*/ 346 w 346"/>
                      <a:gd name="T102" fmla="*/ 105 h 10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1" name="Freeform 363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346"/>
                      <a:gd name="T97" fmla="*/ 0 h 105"/>
                      <a:gd name="T98" fmla="*/ 346 w 346"/>
                      <a:gd name="T99" fmla="*/ 105 h 10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2" name="Freeform 364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3" name="Freeform 365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4" name="Freeform 366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5" name="Freeform 367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6" name="Freeform 368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7" name="Freeform 369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8" name="Freeform 370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9" name="Freeform 371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0" name="Rectangle 372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1" name="Rectangle 373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2" name="Rectangle 374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3" name="Rectangle 37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4" name="Freeform 376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5" name="Freeform 377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6" name="Rectangle 378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7" name="Rectangle 379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8" name="Freeform 380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9" name="Freeform 381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0" name="Freeform 382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1" name="Freeform 383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2" name="Rectangle 384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3" name="Rectangle 38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4" name="Freeform 386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5" name="Freeform 387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6" name="Freeform 388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7" name="Freeform 389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8" name="Freeform 390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9" name="Freeform 391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0" name="Freeform 392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1" name="Freeform 393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2" name="Freeform 394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3" name="Freeform 395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4" name="Freeform 396"/>
                  <p:cNvSpPr>
                    <a:spLocks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custGeom>
                    <a:avLst/>
                    <a:gdLst>
                      <a:gd name="T0" fmla="*/ 0 w 25"/>
                      <a:gd name="T1" fmla="*/ 0 h 3"/>
                      <a:gd name="T2" fmla="*/ 0 w 25"/>
                      <a:gd name="T3" fmla="*/ 3 h 3"/>
                      <a:gd name="T4" fmla="*/ 25 w 25"/>
                      <a:gd name="T5" fmla="*/ 3 h 3"/>
                      <a:gd name="T6" fmla="*/ 25 w 25"/>
                      <a:gd name="T7" fmla="*/ 0 h 3"/>
                      <a:gd name="T8" fmla="*/ 0 w 25"/>
                      <a:gd name="T9" fmla="*/ 0 h 3"/>
                      <a:gd name="T10" fmla="*/ 0 w 25"/>
                      <a:gd name="T11" fmla="*/ 0 h 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"/>
                      <a:gd name="T19" fmla="*/ 0 h 3"/>
                      <a:gd name="T20" fmla="*/ 25 w 25"/>
                      <a:gd name="T21" fmla="*/ 3 h 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25" y="3"/>
                        </a:lnTo>
                        <a:lnTo>
                          <a:pt x="2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5" name="Rectangle 397"/>
                  <p:cNvSpPr>
                    <a:spLocks noChangeArrowheads="1"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6" name="Freeform 398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7" name="Freeform 399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8" name="Freeform 400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9" name="Freeform 401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0" name="Freeform 402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1" name="Freeform 403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2" name="Freeform 404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27 w 27"/>
                      <a:gd name="T47" fmla="*/ 125 h 12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27"/>
                      <a:gd name="T73" fmla="*/ 0 h 128"/>
                      <a:gd name="T74" fmla="*/ 27 w 27"/>
                      <a:gd name="T75" fmla="*/ 128 h 128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3" name="Freeform 405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4" name="Freeform 406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w 27"/>
                      <a:gd name="T51" fmla="*/ 0 h 7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27"/>
                      <a:gd name="T79" fmla="*/ 0 h 7"/>
                      <a:gd name="T80" fmla="*/ 27 w 27"/>
                      <a:gd name="T81" fmla="*/ 7 h 7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5" name="Freeform 407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6" name="Freeform 408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7" name="Freeform 409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8" name="Rectangle 410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9" name="Rectangle 411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0" name="Freeform 412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1" name="Freeform 413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2" name="Freeform 414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3" name="Freeform 415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4" name="Freeform 416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5" name="Freeform 417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6" name="Freeform 418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7" name="Freeform 419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8" name="Freeform 420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9" name="Freeform 421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0" name="Freeform 422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w 6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3"/>
                      <a:gd name="T17" fmla="*/ 6 w 6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1" name="Freeform 423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2" name="Rectangle 424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3" name="Rectangle 425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4" name="Freeform 426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5" name="Freeform 427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6" name="Freeform 428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7" name="Freeform 429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8" name="Freeform 430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9" name="Freeform 431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0" name="Freeform 432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1" name="Freeform 433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2" name="Freeform 434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3" name="Freeform 435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4" name="Freeform 436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5" name="Freeform 437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6" name="Rectangle 438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7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8" name="Freeform 440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9" name="Freeform 441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0" name="Freeform 442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1" name="Freeform 443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2" name="Freeform 444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3" name="Freeform 445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4" name="Freeform 446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5" name="Freeform 447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6" name="Freeform 448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7" name="Freeform 449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8" name="Freeform 450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9" name="Freeform 451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0" name="Freeform 452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1" name="Freeform 453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2" name="Freeform 454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3" name="Freeform 455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4" name="Freeform 456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5" name="Freeform 457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6" name="Freeform 458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7" name="Freeform 459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8" name="Freeform 460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25 w 37"/>
                      <a:gd name="T35" fmla="*/ 2 h 3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7"/>
                      <a:gd name="T55" fmla="*/ 0 h 31"/>
                      <a:gd name="T56" fmla="*/ 37 w 37"/>
                      <a:gd name="T57" fmla="*/ 31 h 3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9" name="Freeform 461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37"/>
                      <a:gd name="T52" fmla="*/ 0 h 31"/>
                      <a:gd name="T53" fmla="*/ 37 w 37"/>
                      <a:gd name="T54" fmla="*/ 31 h 3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0" name="Freeform 462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1" name="Freeform 463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2" name="Freeform 464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w 11"/>
                      <a:gd name="T9" fmla="*/ 9 h 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"/>
                      <a:gd name="T16" fmla="*/ 0 h 9"/>
                      <a:gd name="T17" fmla="*/ 11 w 11"/>
                      <a:gd name="T18" fmla="*/ 9 h 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3" name="Freeform 465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1"/>
                      <a:gd name="T13" fmla="*/ 0 h 9"/>
                      <a:gd name="T14" fmla="*/ 11 w 11"/>
                      <a:gd name="T15" fmla="*/ 9 h 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4" name="Freeform 466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5" name="Freeform 467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6" name="Freeform 468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28 w 30"/>
                      <a:gd name="T37" fmla="*/ 0 h 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0"/>
                      <a:gd name="T58" fmla="*/ 0 h 6"/>
                      <a:gd name="T59" fmla="*/ 30 w 30"/>
                      <a:gd name="T60" fmla="*/ 6 h 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7" name="Freeform 469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8" name="Freeform 470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9" name="Freeform 471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0" name="Freeform 472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1" name="Freeform 473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2" name="Freeform 474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5 w 31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1"/>
                      <a:gd name="T25" fmla="*/ 0 h 6"/>
                      <a:gd name="T26" fmla="*/ 31 w 3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3" name="Freeform 475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1"/>
                      <a:gd name="T22" fmla="*/ 0 h 6"/>
                      <a:gd name="T23" fmla="*/ 31 w 3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4" name="Freeform 476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5" name="Freeform 477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6" name="Freeform 478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7" name="Freeform 479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8" name="Freeform 480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9" name="Freeform 481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0" name="Freeform 482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1" name="Freeform 483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2" name="Freeform 484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3" name="Freeform 485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4" name="Freeform 486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5" name="Freeform 487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6" name="Freeform 488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7" name="Freeform 489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8" name="Freeform 490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9" name="Freeform 491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0" name="Freeform 492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1" name="Freeform 493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2" name="Freeform 494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3" name="Freeform 495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4" name="Freeform 496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5" name="Freeform 497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6" name="Freeform 498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7" name="Freeform 499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8" name="Freeform 500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9" name="Freeform 501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0" name="Freeform 502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1" name="Freeform 503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2" name="Freeform 504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3" name="Freeform 505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4" name="Line 50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5" name="Line 50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6" name="Line 50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7" name="Line 50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8" name="Line 51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9" name="Line 5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0" name="Line 51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1" name="Line 51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2" name="Line 5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3" name="Line 5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4" name="Line 51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5" name="Line 51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6" name="Line 51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7" name="Line 5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8" name="Line 5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9" name="Line 52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0" name="Line 5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1" name="Line 5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2" name="Line 5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3" name="Line 5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4" name="Line 5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5" name="Line 5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6" name="Line 5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7" name="Line 5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8" name="Line 53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9" name="Line 53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0" name="Line 5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1" name="Line 5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2" name="Line 53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3" name="Line 53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4" name="Line 53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5" name="Line 53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6" name="Freeform 538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7" name="Freeform 539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8" name="Line 54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9" name="Line 54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0" name="Line 54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1" name="Line 5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2" name="Line 54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3" name="Line 54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4" name="Line 5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5" name="Line 5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6" name="Line 5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7" name="Line 5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386" name="Line 550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87" name="Line 551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88" name="Line 552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89" name="Line 553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0" name="Line 554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1" name="Line 555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2" name="Line 556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3" name="Line 557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4" name="Line 558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5" name="Line 559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6" name="Line 560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97" name="Line 561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1384" name="Rectangle 562"/>
              <p:cNvSpPr>
                <a:spLocks noChangeArrowheads="1"/>
              </p:cNvSpPr>
              <p:nvPr/>
            </p:nvSpPr>
            <p:spPr bwMode="auto">
              <a:xfrm>
                <a:off x="3543" y="2773"/>
                <a:ext cx="420" cy="11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84238" eaLnBrk="0" hangingPunct="0"/>
                <a:r>
                  <a:rPr lang="en-US" b="0">
                    <a:solidFill>
                      <a:srgbClr val="000000"/>
                    </a:solidFill>
                    <a:latin typeface="Arial Narrow" pitchFamily="34" charset="0"/>
                  </a:rPr>
                  <a:t>Data Bank</a:t>
                </a:r>
                <a:endParaRPr lang="en-US" b="0">
                  <a:latin typeface="Times New Roman" pitchFamily="18" charset="0"/>
                </a:endParaRPr>
              </a:p>
            </p:txBody>
          </p:sp>
        </p:grpSp>
        <p:sp>
          <p:nvSpPr>
            <p:cNvPr id="31382" name="Rectangle 563"/>
            <p:cNvSpPr>
              <a:spLocks noChangeArrowheads="1"/>
            </p:cNvSpPr>
            <p:nvPr/>
          </p:nvSpPr>
          <p:spPr bwMode="auto">
            <a:xfrm>
              <a:off x="2944" y="2195"/>
              <a:ext cx="1025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30728" name="Group 564"/>
          <p:cNvGrpSpPr>
            <a:grpSpLocks/>
          </p:cNvGrpSpPr>
          <p:nvPr/>
        </p:nvGrpSpPr>
        <p:grpSpPr bwMode="auto">
          <a:xfrm>
            <a:off x="3200400" y="2982913"/>
            <a:ext cx="2403475" cy="2881312"/>
            <a:chOff x="2199" y="2195"/>
            <a:chExt cx="1817" cy="1936"/>
          </a:xfrm>
        </p:grpSpPr>
        <p:sp>
          <p:nvSpPr>
            <p:cNvPr id="30818" name="Rectangle 565"/>
            <p:cNvSpPr>
              <a:spLocks noChangeArrowheads="1"/>
            </p:cNvSpPr>
            <p:nvPr/>
          </p:nvSpPr>
          <p:spPr bwMode="auto">
            <a:xfrm>
              <a:off x="2199" y="2846"/>
              <a:ext cx="1720" cy="643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19" name="Oval 566"/>
            <p:cNvSpPr>
              <a:spLocks noChangeArrowheads="1"/>
            </p:cNvSpPr>
            <p:nvPr/>
          </p:nvSpPr>
          <p:spPr bwMode="auto">
            <a:xfrm>
              <a:off x="2954" y="3389"/>
              <a:ext cx="210" cy="94"/>
            </a:xfrm>
            <a:prstGeom prst="ellipse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20" name="Rectangle 567"/>
            <p:cNvSpPr>
              <a:spLocks noChangeArrowheads="1"/>
            </p:cNvSpPr>
            <p:nvPr/>
          </p:nvSpPr>
          <p:spPr bwMode="auto">
            <a:xfrm>
              <a:off x="3014" y="2820"/>
              <a:ext cx="90" cy="57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21" name="Rectangle 568"/>
            <p:cNvSpPr>
              <a:spLocks noChangeArrowheads="1"/>
            </p:cNvSpPr>
            <p:nvPr/>
          </p:nvSpPr>
          <p:spPr bwMode="auto">
            <a:xfrm>
              <a:off x="2199" y="2200"/>
              <a:ext cx="1720" cy="644"/>
            </a:xfrm>
            <a:prstGeom prst="rect">
              <a:avLst/>
            </a:prstGeom>
            <a:solidFill>
              <a:srgbClr val="99FFCC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0822" name="Group 569"/>
            <p:cNvGrpSpPr>
              <a:grpSpLocks/>
            </p:cNvGrpSpPr>
            <p:nvPr/>
          </p:nvGrpSpPr>
          <p:grpSpPr bwMode="auto">
            <a:xfrm>
              <a:off x="2911" y="2322"/>
              <a:ext cx="298" cy="272"/>
              <a:chOff x="2528" y="1791"/>
              <a:chExt cx="326" cy="334"/>
            </a:xfrm>
          </p:grpSpPr>
          <p:grpSp>
            <p:nvGrpSpPr>
              <p:cNvPr id="31038" name="Group 570"/>
              <p:cNvGrpSpPr>
                <a:grpSpLocks/>
              </p:cNvGrpSpPr>
              <p:nvPr/>
            </p:nvGrpSpPr>
            <p:grpSpPr bwMode="auto">
              <a:xfrm>
                <a:off x="2616" y="1878"/>
                <a:ext cx="150" cy="247"/>
                <a:chOff x="2616" y="1878"/>
                <a:chExt cx="150" cy="247"/>
              </a:xfrm>
            </p:grpSpPr>
            <p:sp>
              <p:nvSpPr>
                <p:cNvPr id="31174" name="Freeform 571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75" name="Freeform 572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21" cy="23"/>
                </a:xfrm>
                <a:custGeom>
                  <a:avLst/>
                  <a:gdLst>
                    <a:gd name="T0" fmla="*/ 0 w 21"/>
                    <a:gd name="T1" fmla="*/ 8 h 23"/>
                    <a:gd name="T2" fmla="*/ 0 w 21"/>
                    <a:gd name="T3" fmla="*/ 8 h 23"/>
                    <a:gd name="T4" fmla="*/ 0 w 21"/>
                    <a:gd name="T5" fmla="*/ 6 h 23"/>
                    <a:gd name="T6" fmla="*/ 2 w 21"/>
                    <a:gd name="T7" fmla="*/ 2 h 23"/>
                    <a:gd name="T8" fmla="*/ 5 w 21"/>
                    <a:gd name="T9" fmla="*/ 0 h 23"/>
                    <a:gd name="T10" fmla="*/ 7 w 21"/>
                    <a:gd name="T11" fmla="*/ 0 h 23"/>
                    <a:gd name="T12" fmla="*/ 7 w 21"/>
                    <a:gd name="T13" fmla="*/ 23 h 23"/>
                    <a:gd name="T14" fmla="*/ 11 w 21"/>
                    <a:gd name="T15" fmla="*/ 22 h 23"/>
                    <a:gd name="T16" fmla="*/ 17 w 21"/>
                    <a:gd name="T17" fmla="*/ 18 h 23"/>
                    <a:gd name="T18" fmla="*/ 20 w 21"/>
                    <a:gd name="T19" fmla="*/ 13 h 23"/>
                    <a:gd name="T20" fmla="*/ 21 w 21"/>
                    <a:gd name="T21" fmla="*/ 8 h 23"/>
                    <a:gd name="T22" fmla="*/ 0 w 21"/>
                    <a:gd name="T23" fmla="*/ 8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3"/>
                    <a:gd name="T38" fmla="*/ 21 w 21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3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3"/>
                      </a:lnTo>
                      <a:lnTo>
                        <a:pt x="11" y="22"/>
                      </a:lnTo>
                      <a:lnTo>
                        <a:pt x="17" y="18"/>
                      </a:lnTo>
                      <a:lnTo>
                        <a:pt x="20" y="13"/>
                      </a:lnTo>
                      <a:lnTo>
                        <a:pt x="21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76" name="Freeform 573"/>
                <p:cNvSpPr>
                  <a:spLocks/>
                </p:cNvSpPr>
                <p:nvPr/>
              </p:nvSpPr>
              <p:spPr bwMode="auto">
                <a:xfrm>
                  <a:off x="2685" y="2095"/>
                  <a:ext cx="21" cy="22"/>
                </a:xfrm>
                <a:custGeom>
                  <a:avLst/>
                  <a:gdLst>
                    <a:gd name="T0" fmla="*/ 7 w 21"/>
                    <a:gd name="T1" fmla="*/ 22 h 22"/>
                    <a:gd name="T2" fmla="*/ 7 w 21"/>
                    <a:gd name="T3" fmla="*/ 22 h 22"/>
                    <a:gd name="T4" fmla="*/ 5 w 21"/>
                    <a:gd name="T5" fmla="*/ 22 h 22"/>
                    <a:gd name="T6" fmla="*/ 2 w 21"/>
                    <a:gd name="T7" fmla="*/ 20 h 22"/>
                    <a:gd name="T8" fmla="*/ 0 w 21"/>
                    <a:gd name="T9" fmla="*/ 17 h 22"/>
                    <a:gd name="T10" fmla="*/ 0 w 21"/>
                    <a:gd name="T11" fmla="*/ 15 h 22"/>
                    <a:gd name="T12" fmla="*/ 21 w 21"/>
                    <a:gd name="T13" fmla="*/ 15 h 22"/>
                    <a:gd name="T14" fmla="*/ 20 w 21"/>
                    <a:gd name="T15" fmla="*/ 9 h 22"/>
                    <a:gd name="T16" fmla="*/ 17 w 21"/>
                    <a:gd name="T17" fmla="*/ 4 h 22"/>
                    <a:gd name="T18" fmla="*/ 11 w 21"/>
                    <a:gd name="T19" fmla="*/ 1 h 22"/>
                    <a:gd name="T20" fmla="*/ 7 w 21"/>
                    <a:gd name="T21" fmla="*/ 0 h 22"/>
                    <a:gd name="T22" fmla="*/ 7 w 21"/>
                    <a:gd name="T23" fmla="*/ 22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2"/>
                    <a:gd name="T38" fmla="*/ 21 w 21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2">
                      <a:moveTo>
                        <a:pt x="7" y="22"/>
                      </a:moveTo>
                      <a:lnTo>
                        <a:pt x="7" y="22"/>
                      </a:lnTo>
                      <a:lnTo>
                        <a:pt x="5" y="22"/>
                      </a:lnTo>
                      <a:lnTo>
                        <a:pt x="2" y="20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21" y="15"/>
                      </a:lnTo>
                      <a:lnTo>
                        <a:pt x="20" y="9"/>
                      </a:lnTo>
                      <a:lnTo>
                        <a:pt x="17" y="4"/>
                      </a:lnTo>
                      <a:lnTo>
                        <a:pt x="11" y="1"/>
                      </a:lnTo>
                      <a:lnTo>
                        <a:pt x="7" y="0"/>
                      </a:lnTo>
                      <a:lnTo>
                        <a:pt x="7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77" name="Freeform 574"/>
                <p:cNvSpPr>
                  <a:spLocks/>
                </p:cNvSpPr>
                <p:nvPr/>
              </p:nvSpPr>
              <p:spPr bwMode="auto">
                <a:xfrm>
                  <a:off x="2677" y="2095"/>
                  <a:ext cx="23" cy="22"/>
                </a:xfrm>
                <a:custGeom>
                  <a:avLst/>
                  <a:gdLst>
                    <a:gd name="T0" fmla="*/ 23 w 23"/>
                    <a:gd name="T1" fmla="*/ 15 h 22"/>
                    <a:gd name="T2" fmla="*/ 23 w 23"/>
                    <a:gd name="T3" fmla="*/ 15 h 22"/>
                    <a:gd name="T4" fmla="*/ 23 w 23"/>
                    <a:gd name="T5" fmla="*/ 17 h 22"/>
                    <a:gd name="T6" fmla="*/ 21 w 23"/>
                    <a:gd name="T7" fmla="*/ 19 h 22"/>
                    <a:gd name="T8" fmla="*/ 17 w 23"/>
                    <a:gd name="T9" fmla="*/ 22 h 22"/>
                    <a:gd name="T10" fmla="*/ 15 w 23"/>
                    <a:gd name="T11" fmla="*/ 22 h 22"/>
                    <a:gd name="T12" fmla="*/ 15 w 23"/>
                    <a:gd name="T13" fmla="*/ 0 h 22"/>
                    <a:gd name="T14" fmla="*/ 10 w 23"/>
                    <a:gd name="T15" fmla="*/ 1 h 22"/>
                    <a:gd name="T16" fmla="*/ 3 w 23"/>
                    <a:gd name="T17" fmla="*/ 5 h 22"/>
                    <a:gd name="T18" fmla="*/ 1 w 23"/>
                    <a:gd name="T19" fmla="*/ 9 h 22"/>
                    <a:gd name="T20" fmla="*/ 0 w 23"/>
                    <a:gd name="T21" fmla="*/ 15 h 22"/>
                    <a:gd name="T22" fmla="*/ 23 w 23"/>
                    <a:gd name="T23" fmla="*/ 15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2"/>
                    <a:gd name="T38" fmla="*/ 23 w 23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2">
                      <a:moveTo>
                        <a:pt x="23" y="15"/>
                      </a:move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1" y="19"/>
                      </a:lnTo>
                      <a:lnTo>
                        <a:pt x="17" y="22"/>
                      </a:lnTo>
                      <a:lnTo>
                        <a:pt x="15" y="22"/>
                      </a:lnTo>
                      <a:lnTo>
                        <a:pt x="15" y="0"/>
                      </a:lnTo>
                      <a:lnTo>
                        <a:pt x="10" y="1"/>
                      </a:lnTo>
                      <a:lnTo>
                        <a:pt x="3" y="5"/>
                      </a:lnTo>
                      <a:lnTo>
                        <a:pt x="1" y="9"/>
                      </a:lnTo>
                      <a:lnTo>
                        <a:pt x="0" y="15"/>
                      </a:lnTo>
                      <a:lnTo>
                        <a:pt x="23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78" name="Freeform 575"/>
                <p:cNvSpPr>
                  <a:spLocks/>
                </p:cNvSpPr>
                <p:nvPr/>
              </p:nvSpPr>
              <p:spPr bwMode="auto">
                <a:xfrm>
                  <a:off x="2677" y="2102"/>
                  <a:ext cx="23" cy="23"/>
                </a:xfrm>
                <a:custGeom>
                  <a:avLst/>
                  <a:gdLst>
                    <a:gd name="T0" fmla="*/ 15 w 23"/>
                    <a:gd name="T1" fmla="*/ 0 h 23"/>
                    <a:gd name="T2" fmla="*/ 15 w 23"/>
                    <a:gd name="T3" fmla="*/ 0 h 23"/>
                    <a:gd name="T4" fmla="*/ 17 w 23"/>
                    <a:gd name="T5" fmla="*/ 0 h 23"/>
                    <a:gd name="T6" fmla="*/ 21 w 23"/>
                    <a:gd name="T7" fmla="*/ 4 h 23"/>
                    <a:gd name="T8" fmla="*/ 23 w 23"/>
                    <a:gd name="T9" fmla="*/ 6 h 23"/>
                    <a:gd name="T10" fmla="*/ 23 w 23"/>
                    <a:gd name="T11" fmla="*/ 8 h 23"/>
                    <a:gd name="T12" fmla="*/ 0 w 23"/>
                    <a:gd name="T13" fmla="*/ 8 h 23"/>
                    <a:gd name="T14" fmla="*/ 1 w 23"/>
                    <a:gd name="T15" fmla="*/ 13 h 23"/>
                    <a:gd name="T16" fmla="*/ 3 w 23"/>
                    <a:gd name="T17" fmla="*/ 17 h 23"/>
                    <a:gd name="T18" fmla="*/ 10 w 23"/>
                    <a:gd name="T19" fmla="*/ 22 h 23"/>
                    <a:gd name="T20" fmla="*/ 15 w 23"/>
                    <a:gd name="T21" fmla="*/ 23 h 23"/>
                    <a:gd name="T22" fmla="*/ 15 w 23"/>
                    <a:gd name="T23" fmla="*/ 0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3"/>
                    <a:gd name="T38" fmla="*/ 23 w 23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3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21" y="4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0" y="8"/>
                      </a:lnTo>
                      <a:lnTo>
                        <a:pt x="1" y="13"/>
                      </a:lnTo>
                      <a:lnTo>
                        <a:pt x="3" y="17"/>
                      </a:lnTo>
                      <a:lnTo>
                        <a:pt x="10" y="22"/>
                      </a:lnTo>
                      <a:lnTo>
                        <a:pt x="15" y="2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79" name="Freeform 576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0" name="Freeform 577"/>
                <p:cNvSpPr>
                  <a:spLocks/>
                </p:cNvSpPr>
                <p:nvPr/>
              </p:nvSpPr>
              <p:spPr bwMode="auto">
                <a:xfrm>
                  <a:off x="2691" y="2110"/>
                  <a:ext cx="9" cy="7"/>
                </a:xfrm>
                <a:custGeom>
                  <a:avLst/>
                  <a:gdLst>
                    <a:gd name="T0" fmla="*/ 0 w 9"/>
                    <a:gd name="T1" fmla="*/ 0 h 7"/>
                    <a:gd name="T2" fmla="*/ 0 w 9"/>
                    <a:gd name="T3" fmla="*/ 0 h 7"/>
                    <a:gd name="T4" fmla="*/ 0 w 9"/>
                    <a:gd name="T5" fmla="*/ 0 h 7"/>
                    <a:gd name="T6" fmla="*/ 0 w 9"/>
                    <a:gd name="T7" fmla="*/ 0 h 7"/>
                    <a:gd name="T8" fmla="*/ 0 w 9"/>
                    <a:gd name="T9" fmla="*/ 7 h 7"/>
                    <a:gd name="T10" fmla="*/ 3 w 9"/>
                    <a:gd name="T11" fmla="*/ 6 h 7"/>
                    <a:gd name="T12" fmla="*/ 7 w 9"/>
                    <a:gd name="T13" fmla="*/ 5 h 7"/>
                    <a:gd name="T14" fmla="*/ 8 w 9"/>
                    <a:gd name="T15" fmla="*/ 3 h 7"/>
                    <a:gd name="T16" fmla="*/ 9 w 9"/>
                    <a:gd name="T17" fmla="*/ 0 h 7"/>
                    <a:gd name="T18" fmla="*/ 0 w 9"/>
                    <a:gd name="T19" fmla="*/ 0 h 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7"/>
                    <a:gd name="T32" fmla="*/ 9 w 9"/>
                    <a:gd name="T33" fmla="*/ 7 h 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" y="6"/>
                      </a:lnTo>
                      <a:lnTo>
                        <a:pt x="7" y="5"/>
                      </a:lnTo>
                      <a:lnTo>
                        <a:pt x="8" y="3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1" name="Freeform 578"/>
                <p:cNvSpPr>
                  <a:spLocks/>
                </p:cNvSpPr>
                <p:nvPr/>
              </p:nvSpPr>
              <p:spPr bwMode="auto">
                <a:xfrm>
                  <a:off x="2691" y="2102"/>
                  <a:ext cx="9" cy="8"/>
                </a:xfrm>
                <a:custGeom>
                  <a:avLst/>
                  <a:gdLst>
                    <a:gd name="T0" fmla="*/ 0 w 9"/>
                    <a:gd name="T1" fmla="*/ 8 h 8"/>
                    <a:gd name="T2" fmla="*/ 0 w 9"/>
                    <a:gd name="T3" fmla="*/ 8 h 8"/>
                    <a:gd name="T4" fmla="*/ 0 w 9"/>
                    <a:gd name="T5" fmla="*/ 8 h 8"/>
                    <a:gd name="T6" fmla="*/ 0 w 9"/>
                    <a:gd name="T7" fmla="*/ 8 h 8"/>
                    <a:gd name="T8" fmla="*/ 9 w 9"/>
                    <a:gd name="T9" fmla="*/ 8 h 8"/>
                    <a:gd name="T10" fmla="*/ 8 w 9"/>
                    <a:gd name="T11" fmla="*/ 5 h 8"/>
                    <a:gd name="T12" fmla="*/ 7 w 9"/>
                    <a:gd name="T13" fmla="*/ 2 h 8"/>
                    <a:gd name="T14" fmla="*/ 3 w 9"/>
                    <a:gd name="T15" fmla="*/ 1 h 8"/>
                    <a:gd name="T16" fmla="*/ 0 w 9"/>
                    <a:gd name="T17" fmla="*/ 0 h 8"/>
                    <a:gd name="T18" fmla="*/ 0 w 9"/>
                    <a:gd name="T19" fmla="*/ 8 h 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8"/>
                    <a:gd name="T32" fmla="*/ 9 w 9"/>
                    <a:gd name="T33" fmla="*/ 8 h 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9" y="8"/>
                      </a:lnTo>
                      <a:lnTo>
                        <a:pt x="8" y="5"/>
                      </a:lnTo>
                      <a:lnTo>
                        <a:pt x="7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2" name="Freeform 579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7" cy="8"/>
                </a:xfrm>
                <a:custGeom>
                  <a:avLst/>
                  <a:gdLst>
                    <a:gd name="T0" fmla="*/ 7 w 7"/>
                    <a:gd name="T1" fmla="*/ 8 h 8"/>
                    <a:gd name="T2" fmla="*/ 7 w 7"/>
                    <a:gd name="T3" fmla="*/ 8 h 8"/>
                    <a:gd name="T4" fmla="*/ 7 w 7"/>
                    <a:gd name="T5" fmla="*/ 7 h 8"/>
                    <a:gd name="T6" fmla="*/ 6 w 7"/>
                    <a:gd name="T7" fmla="*/ 8 h 8"/>
                    <a:gd name="T8" fmla="*/ 7 w 7"/>
                    <a:gd name="T9" fmla="*/ 8 h 8"/>
                    <a:gd name="T10" fmla="*/ 7 w 7"/>
                    <a:gd name="T11" fmla="*/ 0 h 8"/>
                    <a:gd name="T12" fmla="*/ 4 w 7"/>
                    <a:gd name="T13" fmla="*/ 1 h 8"/>
                    <a:gd name="T14" fmla="*/ 2 w 7"/>
                    <a:gd name="T15" fmla="*/ 2 h 8"/>
                    <a:gd name="T16" fmla="*/ 1 w 7"/>
                    <a:gd name="T17" fmla="*/ 5 h 8"/>
                    <a:gd name="T18" fmla="*/ 0 w 7"/>
                    <a:gd name="T19" fmla="*/ 8 h 8"/>
                    <a:gd name="T20" fmla="*/ 7 w 7"/>
                    <a:gd name="T21" fmla="*/ 8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8"/>
                    <a:gd name="T35" fmla="*/ 7 w 7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8">
                      <a:moveTo>
                        <a:pt x="7" y="8"/>
                      </a:moveTo>
                      <a:lnTo>
                        <a:pt x="7" y="8"/>
                      </a:lnTo>
                      <a:lnTo>
                        <a:pt x="7" y="7"/>
                      </a:lnTo>
                      <a:lnTo>
                        <a:pt x="6" y="8"/>
                      </a:lnTo>
                      <a:lnTo>
                        <a:pt x="7" y="8"/>
                      </a:lnTo>
                      <a:lnTo>
                        <a:pt x="7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3" name="Freeform 580"/>
                <p:cNvSpPr>
                  <a:spLocks/>
                </p:cNvSpPr>
                <p:nvPr/>
              </p:nvSpPr>
              <p:spPr bwMode="auto">
                <a:xfrm>
                  <a:off x="2685" y="2110"/>
                  <a:ext cx="7" cy="7"/>
                </a:xfrm>
                <a:custGeom>
                  <a:avLst/>
                  <a:gdLst>
                    <a:gd name="T0" fmla="*/ 7 w 7"/>
                    <a:gd name="T1" fmla="*/ 0 h 7"/>
                    <a:gd name="T2" fmla="*/ 7 w 7"/>
                    <a:gd name="T3" fmla="*/ 0 h 7"/>
                    <a:gd name="T4" fmla="*/ 6 w 7"/>
                    <a:gd name="T5" fmla="*/ 0 h 7"/>
                    <a:gd name="T6" fmla="*/ 7 w 7"/>
                    <a:gd name="T7" fmla="*/ 1 h 7"/>
                    <a:gd name="T8" fmla="*/ 7 w 7"/>
                    <a:gd name="T9" fmla="*/ 0 h 7"/>
                    <a:gd name="T10" fmla="*/ 0 w 7"/>
                    <a:gd name="T11" fmla="*/ 0 h 7"/>
                    <a:gd name="T12" fmla="*/ 1 w 7"/>
                    <a:gd name="T13" fmla="*/ 3 h 7"/>
                    <a:gd name="T14" fmla="*/ 2 w 7"/>
                    <a:gd name="T15" fmla="*/ 5 h 7"/>
                    <a:gd name="T16" fmla="*/ 4 w 7"/>
                    <a:gd name="T17" fmla="*/ 6 h 7"/>
                    <a:gd name="T18" fmla="*/ 7 w 7"/>
                    <a:gd name="T19" fmla="*/ 7 h 7"/>
                    <a:gd name="T20" fmla="*/ 7 w 7"/>
                    <a:gd name="T21" fmla="*/ 0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7"/>
                    <a:gd name="T35" fmla="*/ 7 w 7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7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7" y="7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4" name="Freeform 581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5" name="Freeform 582"/>
                <p:cNvSpPr>
                  <a:spLocks/>
                </p:cNvSpPr>
                <p:nvPr/>
              </p:nvSpPr>
              <p:spPr bwMode="auto">
                <a:xfrm>
                  <a:off x="2704" y="1992"/>
                  <a:ext cx="41" cy="61"/>
                </a:xfrm>
                <a:custGeom>
                  <a:avLst/>
                  <a:gdLst>
                    <a:gd name="T0" fmla="*/ 28 w 41"/>
                    <a:gd name="T1" fmla="*/ 0 h 61"/>
                    <a:gd name="T2" fmla="*/ 28 w 41"/>
                    <a:gd name="T3" fmla="*/ 0 h 61"/>
                    <a:gd name="T4" fmla="*/ 26 w 41"/>
                    <a:gd name="T5" fmla="*/ 3 h 61"/>
                    <a:gd name="T6" fmla="*/ 21 w 41"/>
                    <a:gd name="T7" fmla="*/ 7 h 61"/>
                    <a:gd name="T8" fmla="*/ 17 w 41"/>
                    <a:gd name="T9" fmla="*/ 12 h 61"/>
                    <a:gd name="T10" fmla="*/ 12 w 41"/>
                    <a:gd name="T11" fmla="*/ 18 h 61"/>
                    <a:gd name="T12" fmla="*/ 7 w 41"/>
                    <a:gd name="T13" fmla="*/ 27 h 61"/>
                    <a:gd name="T14" fmla="*/ 3 w 41"/>
                    <a:gd name="T15" fmla="*/ 37 h 61"/>
                    <a:gd name="T16" fmla="*/ 1 w 41"/>
                    <a:gd name="T17" fmla="*/ 48 h 61"/>
                    <a:gd name="T18" fmla="*/ 0 w 41"/>
                    <a:gd name="T19" fmla="*/ 61 h 61"/>
                    <a:gd name="T20" fmla="*/ 18 w 41"/>
                    <a:gd name="T21" fmla="*/ 61 h 61"/>
                    <a:gd name="T22" fmla="*/ 18 w 41"/>
                    <a:gd name="T23" fmla="*/ 50 h 61"/>
                    <a:gd name="T24" fmla="*/ 20 w 41"/>
                    <a:gd name="T25" fmla="*/ 41 h 61"/>
                    <a:gd name="T26" fmla="*/ 23 w 41"/>
                    <a:gd name="T27" fmla="*/ 34 h 61"/>
                    <a:gd name="T28" fmla="*/ 27 w 41"/>
                    <a:gd name="T29" fmla="*/ 28 h 61"/>
                    <a:gd name="T30" fmla="*/ 31 w 41"/>
                    <a:gd name="T31" fmla="*/ 23 h 61"/>
                    <a:gd name="T32" fmla="*/ 34 w 41"/>
                    <a:gd name="T33" fmla="*/ 20 h 61"/>
                    <a:gd name="T34" fmla="*/ 37 w 41"/>
                    <a:gd name="T35" fmla="*/ 15 h 61"/>
                    <a:gd name="T36" fmla="*/ 41 w 41"/>
                    <a:gd name="T37" fmla="*/ 13 h 61"/>
                    <a:gd name="T38" fmla="*/ 28 w 41"/>
                    <a:gd name="T39" fmla="*/ 0 h 6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41"/>
                    <a:gd name="T61" fmla="*/ 0 h 61"/>
                    <a:gd name="T62" fmla="*/ 41 w 41"/>
                    <a:gd name="T63" fmla="*/ 61 h 6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41" h="61">
                      <a:moveTo>
                        <a:pt x="28" y="0"/>
                      </a:moveTo>
                      <a:lnTo>
                        <a:pt x="28" y="0"/>
                      </a:lnTo>
                      <a:lnTo>
                        <a:pt x="26" y="3"/>
                      </a:lnTo>
                      <a:lnTo>
                        <a:pt x="21" y="7"/>
                      </a:lnTo>
                      <a:lnTo>
                        <a:pt x="17" y="12"/>
                      </a:lnTo>
                      <a:lnTo>
                        <a:pt x="12" y="18"/>
                      </a:lnTo>
                      <a:lnTo>
                        <a:pt x="7" y="27"/>
                      </a:lnTo>
                      <a:lnTo>
                        <a:pt x="3" y="37"/>
                      </a:lnTo>
                      <a:lnTo>
                        <a:pt x="1" y="48"/>
                      </a:lnTo>
                      <a:lnTo>
                        <a:pt x="0" y="61"/>
                      </a:lnTo>
                      <a:lnTo>
                        <a:pt x="18" y="61"/>
                      </a:lnTo>
                      <a:lnTo>
                        <a:pt x="18" y="50"/>
                      </a:lnTo>
                      <a:lnTo>
                        <a:pt x="20" y="41"/>
                      </a:lnTo>
                      <a:lnTo>
                        <a:pt x="23" y="34"/>
                      </a:lnTo>
                      <a:lnTo>
                        <a:pt x="27" y="28"/>
                      </a:lnTo>
                      <a:lnTo>
                        <a:pt x="31" y="23"/>
                      </a:lnTo>
                      <a:lnTo>
                        <a:pt x="34" y="20"/>
                      </a:lnTo>
                      <a:lnTo>
                        <a:pt x="37" y="15"/>
                      </a:lnTo>
                      <a:lnTo>
                        <a:pt x="41" y="13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6" name="Freeform 583"/>
                <p:cNvSpPr>
                  <a:spLocks/>
                </p:cNvSpPr>
                <p:nvPr/>
              </p:nvSpPr>
              <p:spPr bwMode="auto">
                <a:xfrm>
                  <a:off x="2733" y="1953"/>
                  <a:ext cx="33" cy="52"/>
                </a:xfrm>
                <a:custGeom>
                  <a:avLst/>
                  <a:gdLst>
                    <a:gd name="T0" fmla="*/ 15 w 33"/>
                    <a:gd name="T1" fmla="*/ 0 h 52"/>
                    <a:gd name="T2" fmla="*/ 15 w 33"/>
                    <a:gd name="T3" fmla="*/ 0 h 52"/>
                    <a:gd name="T4" fmla="*/ 15 w 33"/>
                    <a:gd name="T5" fmla="*/ 5 h 52"/>
                    <a:gd name="T6" fmla="*/ 14 w 33"/>
                    <a:gd name="T7" fmla="*/ 12 h 52"/>
                    <a:gd name="T8" fmla="*/ 13 w 33"/>
                    <a:gd name="T9" fmla="*/ 17 h 52"/>
                    <a:gd name="T10" fmla="*/ 10 w 33"/>
                    <a:gd name="T11" fmla="*/ 22 h 52"/>
                    <a:gd name="T12" fmla="*/ 9 w 33"/>
                    <a:gd name="T13" fmla="*/ 26 h 52"/>
                    <a:gd name="T14" fmla="*/ 6 w 33"/>
                    <a:gd name="T15" fmla="*/ 32 h 52"/>
                    <a:gd name="T16" fmla="*/ 3 w 33"/>
                    <a:gd name="T17" fmla="*/ 36 h 52"/>
                    <a:gd name="T18" fmla="*/ 0 w 33"/>
                    <a:gd name="T19" fmla="*/ 39 h 52"/>
                    <a:gd name="T20" fmla="*/ 12 w 33"/>
                    <a:gd name="T21" fmla="*/ 52 h 52"/>
                    <a:gd name="T22" fmla="*/ 17 w 33"/>
                    <a:gd name="T23" fmla="*/ 47 h 52"/>
                    <a:gd name="T24" fmla="*/ 21 w 33"/>
                    <a:gd name="T25" fmla="*/ 41 h 52"/>
                    <a:gd name="T26" fmla="*/ 24 w 33"/>
                    <a:gd name="T27" fmla="*/ 35 h 52"/>
                    <a:gd name="T28" fmla="*/ 28 w 33"/>
                    <a:gd name="T29" fmla="*/ 29 h 52"/>
                    <a:gd name="T30" fmla="*/ 30 w 33"/>
                    <a:gd name="T31" fmla="*/ 21 h 52"/>
                    <a:gd name="T32" fmla="*/ 31 w 33"/>
                    <a:gd name="T33" fmla="*/ 15 h 52"/>
                    <a:gd name="T34" fmla="*/ 32 w 33"/>
                    <a:gd name="T35" fmla="*/ 7 h 52"/>
                    <a:gd name="T36" fmla="*/ 33 w 33"/>
                    <a:gd name="T37" fmla="*/ 0 h 52"/>
                    <a:gd name="T38" fmla="*/ 15 w 33"/>
                    <a:gd name="T39" fmla="*/ 0 h 5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3"/>
                    <a:gd name="T61" fmla="*/ 0 h 52"/>
                    <a:gd name="T62" fmla="*/ 33 w 33"/>
                    <a:gd name="T63" fmla="*/ 52 h 5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3" h="52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4" y="12"/>
                      </a:lnTo>
                      <a:lnTo>
                        <a:pt x="13" y="17"/>
                      </a:lnTo>
                      <a:lnTo>
                        <a:pt x="10" y="22"/>
                      </a:lnTo>
                      <a:lnTo>
                        <a:pt x="9" y="26"/>
                      </a:lnTo>
                      <a:lnTo>
                        <a:pt x="6" y="32"/>
                      </a:lnTo>
                      <a:lnTo>
                        <a:pt x="3" y="36"/>
                      </a:lnTo>
                      <a:lnTo>
                        <a:pt x="0" y="39"/>
                      </a:lnTo>
                      <a:lnTo>
                        <a:pt x="12" y="52"/>
                      </a:lnTo>
                      <a:lnTo>
                        <a:pt x="17" y="47"/>
                      </a:lnTo>
                      <a:lnTo>
                        <a:pt x="21" y="41"/>
                      </a:lnTo>
                      <a:lnTo>
                        <a:pt x="24" y="35"/>
                      </a:lnTo>
                      <a:lnTo>
                        <a:pt x="28" y="29"/>
                      </a:lnTo>
                      <a:lnTo>
                        <a:pt x="30" y="21"/>
                      </a:lnTo>
                      <a:lnTo>
                        <a:pt x="31" y="15"/>
                      </a:lnTo>
                      <a:lnTo>
                        <a:pt x="32" y="7"/>
                      </a:lnTo>
                      <a:lnTo>
                        <a:pt x="33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7" name="Freeform 584"/>
                <p:cNvSpPr>
                  <a:spLocks/>
                </p:cNvSpPr>
                <p:nvPr/>
              </p:nvSpPr>
              <p:spPr bwMode="auto">
                <a:xfrm>
                  <a:off x="2691" y="1878"/>
                  <a:ext cx="75" cy="75"/>
                </a:xfrm>
                <a:custGeom>
                  <a:avLst/>
                  <a:gdLst>
                    <a:gd name="T0" fmla="*/ 0 w 75"/>
                    <a:gd name="T1" fmla="*/ 18 h 75"/>
                    <a:gd name="T2" fmla="*/ 0 w 75"/>
                    <a:gd name="T3" fmla="*/ 18 h 75"/>
                    <a:gd name="T4" fmla="*/ 7 w 75"/>
                    <a:gd name="T5" fmla="*/ 18 h 75"/>
                    <a:gd name="T6" fmla="*/ 12 w 75"/>
                    <a:gd name="T7" fmla="*/ 19 h 75"/>
                    <a:gd name="T8" fmla="*/ 17 w 75"/>
                    <a:gd name="T9" fmla="*/ 20 h 75"/>
                    <a:gd name="T10" fmla="*/ 21 w 75"/>
                    <a:gd name="T11" fmla="*/ 22 h 75"/>
                    <a:gd name="T12" fmla="*/ 27 w 75"/>
                    <a:gd name="T13" fmla="*/ 25 h 75"/>
                    <a:gd name="T14" fmla="*/ 32 w 75"/>
                    <a:gd name="T15" fmla="*/ 28 h 75"/>
                    <a:gd name="T16" fmla="*/ 36 w 75"/>
                    <a:gd name="T17" fmla="*/ 31 h 75"/>
                    <a:gd name="T18" fmla="*/ 41 w 75"/>
                    <a:gd name="T19" fmla="*/ 34 h 75"/>
                    <a:gd name="T20" fmla="*/ 44 w 75"/>
                    <a:gd name="T21" fmla="*/ 38 h 75"/>
                    <a:gd name="T22" fmla="*/ 47 w 75"/>
                    <a:gd name="T23" fmla="*/ 43 h 75"/>
                    <a:gd name="T24" fmla="*/ 50 w 75"/>
                    <a:gd name="T25" fmla="*/ 47 h 75"/>
                    <a:gd name="T26" fmla="*/ 52 w 75"/>
                    <a:gd name="T27" fmla="*/ 52 h 75"/>
                    <a:gd name="T28" fmla="*/ 55 w 75"/>
                    <a:gd name="T29" fmla="*/ 58 h 75"/>
                    <a:gd name="T30" fmla="*/ 56 w 75"/>
                    <a:gd name="T31" fmla="*/ 63 h 75"/>
                    <a:gd name="T32" fmla="*/ 57 w 75"/>
                    <a:gd name="T33" fmla="*/ 68 h 75"/>
                    <a:gd name="T34" fmla="*/ 57 w 75"/>
                    <a:gd name="T35" fmla="*/ 75 h 75"/>
                    <a:gd name="T36" fmla="*/ 75 w 75"/>
                    <a:gd name="T37" fmla="*/ 75 h 75"/>
                    <a:gd name="T38" fmla="*/ 74 w 75"/>
                    <a:gd name="T39" fmla="*/ 67 h 75"/>
                    <a:gd name="T40" fmla="*/ 73 w 75"/>
                    <a:gd name="T41" fmla="*/ 60 h 75"/>
                    <a:gd name="T42" fmla="*/ 72 w 75"/>
                    <a:gd name="T43" fmla="*/ 52 h 75"/>
                    <a:gd name="T44" fmla="*/ 69 w 75"/>
                    <a:gd name="T45" fmla="*/ 46 h 75"/>
                    <a:gd name="T46" fmla="*/ 65 w 75"/>
                    <a:gd name="T47" fmla="*/ 39 h 75"/>
                    <a:gd name="T48" fmla="*/ 62 w 75"/>
                    <a:gd name="T49" fmla="*/ 33 h 75"/>
                    <a:gd name="T50" fmla="*/ 58 w 75"/>
                    <a:gd name="T51" fmla="*/ 28 h 75"/>
                    <a:gd name="T52" fmla="*/ 52 w 75"/>
                    <a:gd name="T53" fmla="*/ 22 h 75"/>
                    <a:gd name="T54" fmla="*/ 47 w 75"/>
                    <a:gd name="T55" fmla="*/ 17 h 75"/>
                    <a:gd name="T56" fmla="*/ 42 w 75"/>
                    <a:gd name="T57" fmla="*/ 13 h 75"/>
                    <a:gd name="T58" fmla="*/ 35 w 75"/>
                    <a:gd name="T59" fmla="*/ 10 h 75"/>
                    <a:gd name="T60" fmla="*/ 29 w 75"/>
                    <a:gd name="T61" fmla="*/ 6 h 75"/>
                    <a:gd name="T62" fmla="*/ 23 w 75"/>
                    <a:gd name="T63" fmla="*/ 3 h 75"/>
                    <a:gd name="T64" fmla="*/ 15 w 75"/>
                    <a:gd name="T65" fmla="*/ 1 h 75"/>
                    <a:gd name="T66" fmla="*/ 8 w 75"/>
                    <a:gd name="T67" fmla="*/ 1 h 75"/>
                    <a:gd name="T68" fmla="*/ 0 w 75"/>
                    <a:gd name="T69" fmla="*/ 0 h 75"/>
                    <a:gd name="T70" fmla="*/ 0 w 75"/>
                    <a:gd name="T71" fmla="*/ 18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7" y="18"/>
                      </a:lnTo>
                      <a:lnTo>
                        <a:pt x="12" y="19"/>
                      </a:lnTo>
                      <a:lnTo>
                        <a:pt x="17" y="20"/>
                      </a:lnTo>
                      <a:lnTo>
                        <a:pt x="21" y="22"/>
                      </a:lnTo>
                      <a:lnTo>
                        <a:pt x="27" y="25"/>
                      </a:lnTo>
                      <a:lnTo>
                        <a:pt x="32" y="28"/>
                      </a:lnTo>
                      <a:lnTo>
                        <a:pt x="36" y="31"/>
                      </a:lnTo>
                      <a:lnTo>
                        <a:pt x="41" y="34"/>
                      </a:lnTo>
                      <a:lnTo>
                        <a:pt x="44" y="38"/>
                      </a:lnTo>
                      <a:lnTo>
                        <a:pt x="47" y="43"/>
                      </a:lnTo>
                      <a:lnTo>
                        <a:pt x="50" y="47"/>
                      </a:lnTo>
                      <a:lnTo>
                        <a:pt x="52" y="52"/>
                      </a:lnTo>
                      <a:lnTo>
                        <a:pt x="55" y="58"/>
                      </a:lnTo>
                      <a:lnTo>
                        <a:pt x="56" y="63"/>
                      </a:lnTo>
                      <a:lnTo>
                        <a:pt x="57" y="68"/>
                      </a:lnTo>
                      <a:lnTo>
                        <a:pt x="57" y="75"/>
                      </a:lnTo>
                      <a:lnTo>
                        <a:pt x="75" y="75"/>
                      </a:lnTo>
                      <a:lnTo>
                        <a:pt x="74" y="67"/>
                      </a:lnTo>
                      <a:lnTo>
                        <a:pt x="73" y="60"/>
                      </a:lnTo>
                      <a:lnTo>
                        <a:pt x="72" y="52"/>
                      </a:lnTo>
                      <a:lnTo>
                        <a:pt x="69" y="46"/>
                      </a:lnTo>
                      <a:lnTo>
                        <a:pt x="65" y="39"/>
                      </a:lnTo>
                      <a:lnTo>
                        <a:pt x="62" y="33"/>
                      </a:lnTo>
                      <a:lnTo>
                        <a:pt x="58" y="28"/>
                      </a:lnTo>
                      <a:lnTo>
                        <a:pt x="52" y="22"/>
                      </a:lnTo>
                      <a:lnTo>
                        <a:pt x="47" y="17"/>
                      </a:lnTo>
                      <a:lnTo>
                        <a:pt x="42" y="13"/>
                      </a:lnTo>
                      <a:lnTo>
                        <a:pt x="35" y="10"/>
                      </a:lnTo>
                      <a:lnTo>
                        <a:pt x="29" y="6"/>
                      </a:lnTo>
                      <a:lnTo>
                        <a:pt x="23" y="3"/>
                      </a:lnTo>
                      <a:lnTo>
                        <a:pt x="15" y="1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8" name="Freeform 585"/>
                <p:cNvSpPr>
                  <a:spLocks/>
                </p:cNvSpPr>
                <p:nvPr/>
              </p:nvSpPr>
              <p:spPr bwMode="auto">
                <a:xfrm>
                  <a:off x="2616" y="1878"/>
                  <a:ext cx="75" cy="75"/>
                </a:xfrm>
                <a:custGeom>
                  <a:avLst/>
                  <a:gdLst>
                    <a:gd name="T0" fmla="*/ 18 w 75"/>
                    <a:gd name="T1" fmla="*/ 75 h 75"/>
                    <a:gd name="T2" fmla="*/ 18 w 75"/>
                    <a:gd name="T3" fmla="*/ 75 h 75"/>
                    <a:gd name="T4" fmla="*/ 18 w 75"/>
                    <a:gd name="T5" fmla="*/ 68 h 75"/>
                    <a:gd name="T6" fmla="*/ 20 w 75"/>
                    <a:gd name="T7" fmla="*/ 63 h 75"/>
                    <a:gd name="T8" fmla="*/ 21 w 75"/>
                    <a:gd name="T9" fmla="*/ 58 h 75"/>
                    <a:gd name="T10" fmla="*/ 23 w 75"/>
                    <a:gd name="T11" fmla="*/ 52 h 75"/>
                    <a:gd name="T12" fmla="*/ 25 w 75"/>
                    <a:gd name="T13" fmla="*/ 47 h 75"/>
                    <a:gd name="T14" fmla="*/ 28 w 75"/>
                    <a:gd name="T15" fmla="*/ 43 h 75"/>
                    <a:gd name="T16" fmla="*/ 31 w 75"/>
                    <a:gd name="T17" fmla="*/ 38 h 75"/>
                    <a:gd name="T18" fmla="*/ 36 w 75"/>
                    <a:gd name="T19" fmla="*/ 34 h 75"/>
                    <a:gd name="T20" fmla="*/ 39 w 75"/>
                    <a:gd name="T21" fmla="*/ 31 h 75"/>
                    <a:gd name="T22" fmla="*/ 43 w 75"/>
                    <a:gd name="T23" fmla="*/ 28 h 75"/>
                    <a:gd name="T24" fmla="*/ 48 w 75"/>
                    <a:gd name="T25" fmla="*/ 25 h 75"/>
                    <a:gd name="T26" fmla="*/ 53 w 75"/>
                    <a:gd name="T27" fmla="*/ 22 h 75"/>
                    <a:gd name="T28" fmla="*/ 58 w 75"/>
                    <a:gd name="T29" fmla="*/ 20 h 75"/>
                    <a:gd name="T30" fmla="*/ 63 w 75"/>
                    <a:gd name="T31" fmla="*/ 19 h 75"/>
                    <a:gd name="T32" fmla="*/ 69 w 75"/>
                    <a:gd name="T33" fmla="*/ 18 h 75"/>
                    <a:gd name="T34" fmla="*/ 75 w 75"/>
                    <a:gd name="T35" fmla="*/ 18 h 75"/>
                    <a:gd name="T36" fmla="*/ 75 w 75"/>
                    <a:gd name="T37" fmla="*/ 0 h 75"/>
                    <a:gd name="T38" fmla="*/ 68 w 75"/>
                    <a:gd name="T39" fmla="*/ 1 h 75"/>
                    <a:gd name="T40" fmla="*/ 60 w 75"/>
                    <a:gd name="T41" fmla="*/ 1 h 75"/>
                    <a:gd name="T42" fmla="*/ 53 w 75"/>
                    <a:gd name="T43" fmla="*/ 3 h 75"/>
                    <a:gd name="T44" fmla="*/ 46 w 75"/>
                    <a:gd name="T45" fmla="*/ 6 h 75"/>
                    <a:gd name="T46" fmla="*/ 40 w 75"/>
                    <a:gd name="T47" fmla="*/ 10 h 75"/>
                    <a:gd name="T48" fmla="*/ 33 w 75"/>
                    <a:gd name="T49" fmla="*/ 13 h 75"/>
                    <a:gd name="T50" fmla="*/ 28 w 75"/>
                    <a:gd name="T51" fmla="*/ 17 h 75"/>
                    <a:gd name="T52" fmla="*/ 23 w 75"/>
                    <a:gd name="T53" fmla="*/ 22 h 75"/>
                    <a:gd name="T54" fmla="*/ 17 w 75"/>
                    <a:gd name="T55" fmla="*/ 28 h 75"/>
                    <a:gd name="T56" fmla="*/ 13 w 75"/>
                    <a:gd name="T57" fmla="*/ 33 h 75"/>
                    <a:gd name="T58" fmla="*/ 10 w 75"/>
                    <a:gd name="T59" fmla="*/ 39 h 75"/>
                    <a:gd name="T60" fmla="*/ 7 w 75"/>
                    <a:gd name="T61" fmla="*/ 46 h 75"/>
                    <a:gd name="T62" fmla="*/ 4 w 75"/>
                    <a:gd name="T63" fmla="*/ 52 h 75"/>
                    <a:gd name="T64" fmla="*/ 2 w 75"/>
                    <a:gd name="T65" fmla="*/ 60 h 75"/>
                    <a:gd name="T66" fmla="*/ 1 w 75"/>
                    <a:gd name="T67" fmla="*/ 67 h 75"/>
                    <a:gd name="T68" fmla="*/ 0 w 75"/>
                    <a:gd name="T69" fmla="*/ 75 h 75"/>
                    <a:gd name="T70" fmla="*/ 18 w 75"/>
                    <a:gd name="T71" fmla="*/ 75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18" y="75"/>
                      </a:moveTo>
                      <a:lnTo>
                        <a:pt x="18" y="75"/>
                      </a:lnTo>
                      <a:lnTo>
                        <a:pt x="18" y="68"/>
                      </a:lnTo>
                      <a:lnTo>
                        <a:pt x="20" y="63"/>
                      </a:lnTo>
                      <a:lnTo>
                        <a:pt x="21" y="58"/>
                      </a:lnTo>
                      <a:lnTo>
                        <a:pt x="23" y="52"/>
                      </a:lnTo>
                      <a:lnTo>
                        <a:pt x="25" y="47"/>
                      </a:lnTo>
                      <a:lnTo>
                        <a:pt x="28" y="43"/>
                      </a:lnTo>
                      <a:lnTo>
                        <a:pt x="31" y="38"/>
                      </a:lnTo>
                      <a:lnTo>
                        <a:pt x="36" y="34"/>
                      </a:lnTo>
                      <a:lnTo>
                        <a:pt x="39" y="31"/>
                      </a:lnTo>
                      <a:lnTo>
                        <a:pt x="43" y="28"/>
                      </a:lnTo>
                      <a:lnTo>
                        <a:pt x="48" y="25"/>
                      </a:lnTo>
                      <a:lnTo>
                        <a:pt x="53" y="22"/>
                      </a:lnTo>
                      <a:lnTo>
                        <a:pt x="58" y="20"/>
                      </a:lnTo>
                      <a:lnTo>
                        <a:pt x="63" y="19"/>
                      </a:lnTo>
                      <a:lnTo>
                        <a:pt x="69" y="18"/>
                      </a:lnTo>
                      <a:lnTo>
                        <a:pt x="75" y="18"/>
                      </a:lnTo>
                      <a:lnTo>
                        <a:pt x="75" y="0"/>
                      </a:lnTo>
                      <a:lnTo>
                        <a:pt x="68" y="1"/>
                      </a:lnTo>
                      <a:lnTo>
                        <a:pt x="60" y="1"/>
                      </a:lnTo>
                      <a:lnTo>
                        <a:pt x="53" y="3"/>
                      </a:lnTo>
                      <a:lnTo>
                        <a:pt x="46" y="6"/>
                      </a:lnTo>
                      <a:lnTo>
                        <a:pt x="40" y="10"/>
                      </a:lnTo>
                      <a:lnTo>
                        <a:pt x="33" y="13"/>
                      </a:lnTo>
                      <a:lnTo>
                        <a:pt x="28" y="17"/>
                      </a:lnTo>
                      <a:lnTo>
                        <a:pt x="23" y="22"/>
                      </a:lnTo>
                      <a:lnTo>
                        <a:pt x="17" y="28"/>
                      </a:lnTo>
                      <a:lnTo>
                        <a:pt x="13" y="33"/>
                      </a:lnTo>
                      <a:lnTo>
                        <a:pt x="10" y="39"/>
                      </a:lnTo>
                      <a:lnTo>
                        <a:pt x="7" y="46"/>
                      </a:lnTo>
                      <a:lnTo>
                        <a:pt x="4" y="52"/>
                      </a:lnTo>
                      <a:lnTo>
                        <a:pt x="2" y="60"/>
                      </a:lnTo>
                      <a:lnTo>
                        <a:pt x="1" y="67"/>
                      </a:lnTo>
                      <a:lnTo>
                        <a:pt x="0" y="75"/>
                      </a:lnTo>
                      <a:lnTo>
                        <a:pt x="18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89" name="Freeform 586"/>
                <p:cNvSpPr>
                  <a:spLocks/>
                </p:cNvSpPr>
                <p:nvPr/>
              </p:nvSpPr>
              <p:spPr bwMode="auto">
                <a:xfrm>
                  <a:off x="2616" y="1953"/>
                  <a:ext cx="35" cy="52"/>
                </a:xfrm>
                <a:custGeom>
                  <a:avLst/>
                  <a:gdLst>
                    <a:gd name="T0" fmla="*/ 35 w 35"/>
                    <a:gd name="T1" fmla="*/ 39 h 52"/>
                    <a:gd name="T2" fmla="*/ 35 w 35"/>
                    <a:gd name="T3" fmla="*/ 39 h 52"/>
                    <a:gd name="T4" fmla="*/ 31 w 35"/>
                    <a:gd name="T5" fmla="*/ 36 h 52"/>
                    <a:gd name="T6" fmla="*/ 28 w 35"/>
                    <a:gd name="T7" fmla="*/ 32 h 52"/>
                    <a:gd name="T8" fmla="*/ 25 w 35"/>
                    <a:gd name="T9" fmla="*/ 26 h 52"/>
                    <a:gd name="T10" fmla="*/ 23 w 35"/>
                    <a:gd name="T11" fmla="*/ 22 h 52"/>
                    <a:gd name="T12" fmla="*/ 21 w 35"/>
                    <a:gd name="T13" fmla="*/ 17 h 52"/>
                    <a:gd name="T14" fmla="*/ 20 w 35"/>
                    <a:gd name="T15" fmla="*/ 12 h 52"/>
                    <a:gd name="T16" fmla="*/ 18 w 35"/>
                    <a:gd name="T17" fmla="*/ 5 h 52"/>
                    <a:gd name="T18" fmla="*/ 18 w 35"/>
                    <a:gd name="T19" fmla="*/ 0 h 52"/>
                    <a:gd name="T20" fmla="*/ 0 w 35"/>
                    <a:gd name="T21" fmla="*/ 0 h 52"/>
                    <a:gd name="T22" fmla="*/ 1 w 35"/>
                    <a:gd name="T23" fmla="*/ 7 h 52"/>
                    <a:gd name="T24" fmla="*/ 2 w 35"/>
                    <a:gd name="T25" fmla="*/ 15 h 52"/>
                    <a:gd name="T26" fmla="*/ 4 w 35"/>
                    <a:gd name="T27" fmla="*/ 21 h 52"/>
                    <a:gd name="T28" fmla="*/ 7 w 35"/>
                    <a:gd name="T29" fmla="*/ 29 h 52"/>
                    <a:gd name="T30" fmla="*/ 10 w 35"/>
                    <a:gd name="T31" fmla="*/ 35 h 52"/>
                    <a:gd name="T32" fmla="*/ 13 w 35"/>
                    <a:gd name="T33" fmla="*/ 41 h 52"/>
                    <a:gd name="T34" fmla="*/ 17 w 35"/>
                    <a:gd name="T35" fmla="*/ 47 h 52"/>
                    <a:gd name="T36" fmla="*/ 22 w 35"/>
                    <a:gd name="T37" fmla="*/ 52 h 52"/>
                    <a:gd name="T38" fmla="*/ 22 w 35"/>
                    <a:gd name="T39" fmla="*/ 52 h 52"/>
                    <a:gd name="T40" fmla="*/ 35 w 35"/>
                    <a:gd name="T41" fmla="*/ 39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5"/>
                    <a:gd name="T64" fmla="*/ 0 h 52"/>
                    <a:gd name="T65" fmla="*/ 35 w 35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5" h="52">
                      <a:moveTo>
                        <a:pt x="35" y="39"/>
                      </a:moveTo>
                      <a:lnTo>
                        <a:pt x="35" y="39"/>
                      </a:lnTo>
                      <a:lnTo>
                        <a:pt x="31" y="36"/>
                      </a:lnTo>
                      <a:lnTo>
                        <a:pt x="28" y="32"/>
                      </a:lnTo>
                      <a:lnTo>
                        <a:pt x="25" y="26"/>
                      </a:lnTo>
                      <a:lnTo>
                        <a:pt x="23" y="22"/>
                      </a:lnTo>
                      <a:lnTo>
                        <a:pt x="21" y="17"/>
                      </a:lnTo>
                      <a:lnTo>
                        <a:pt x="20" y="12"/>
                      </a:lnTo>
                      <a:lnTo>
                        <a:pt x="18" y="5"/>
                      </a:lnTo>
                      <a:lnTo>
                        <a:pt x="18" y="0"/>
                      </a:lnTo>
                      <a:lnTo>
                        <a:pt x="0" y="0"/>
                      </a:lnTo>
                      <a:lnTo>
                        <a:pt x="1" y="7"/>
                      </a:lnTo>
                      <a:lnTo>
                        <a:pt x="2" y="15"/>
                      </a:lnTo>
                      <a:lnTo>
                        <a:pt x="4" y="21"/>
                      </a:lnTo>
                      <a:lnTo>
                        <a:pt x="7" y="29"/>
                      </a:lnTo>
                      <a:lnTo>
                        <a:pt x="10" y="35"/>
                      </a:lnTo>
                      <a:lnTo>
                        <a:pt x="13" y="41"/>
                      </a:lnTo>
                      <a:lnTo>
                        <a:pt x="17" y="47"/>
                      </a:lnTo>
                      <a:lnTo>
                        <a:pt x="22" y="52"/>
                      </a:lnTo>
                      <a:lnTo>
                        <a:pt x="35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0" name="Freeform 587"/>
                <p:cNvSpPr>
                  <a:spLocks/>
                </p:cNvSpPr>
                <p:nvPr/>
              </p:nvSpPr>
              <p:spPr bwMode="auto">
                <a:xfrm>
                  <a:off x="2638" y="1992"/>
                  <a:ext cx="40" cy="71"/>
                </a:xfrm>
                <a:custGeom>
                  <a:avLst/>
                  <a:gdLst>
                    <a:gd name="T0" fmla="*/ 31 w 40"/>
                    <a:gd name="T1" fmla="*/ 53 h 71"/>
                    <a:gd name="T2" fmla="*/ 40 w 40"/>
                    <a:gd name="T3" fmla="*/ 62 h 71"/>
                    <a:gd name="T4" fmla="*/ 39 w 40"/>
                    <a:gd name="T5" fmla="*/ 48 h 71"/>
                    <a:gd name="T6" fmla="*/ 37 w 40"/>
                    <a:gd name="T7" fmla="*/ 38 h 71"/>
                    <a:gd name="T8" fmla="*/ 33 w 40"/>
                    <a:gd name="T9" fmla="*/ 27 h 71"/>
                    <a:gd name="T10" fmla="*/ 29 w 40"/>
                    <a:gd name="T11" fmla="*/ 20 h 71"/>
                    <a:gd name="T12" fmla="*/ 23 w 40"/>
                    <a:gd name="T13" fmla="*/ 12 h 71"/>
                    <a:gd name="T14" fmla="*/ 19 w 40"/>
                    <a:gd name="T15" fmla="*/ 7 h 71"/>
                    <a:gd name="T16" fmla="*/ 15 w 40"/>
                    <a:gd name="T17" fmla="*/ 3 h 71"/>
                    <a:gd name="T18" fmla="*/ 13 w 40"/>
                    <a:gd name="T19" fmla="*/ 0 h 71"/>
                    <a:gd name="T20" fmla="*/ 0 w 40"/>
                    <a:gd name="T21" fmla="*/ 13 h 71"/>
                    <a:gd name="T22" fmla="*/ 3 w 40"/>
                    <a:gd name="T23" fmla="*/ 16 h 71"/>
                    <a:gd name="T24" fmla="*/ 6 w 40"/>
                    <a:gd name="T25" fmla="*/ 20 h 71"/>
                    <a:gd name="T26" fmla="*/ 9 w 40"/>
                    <a:gd name="T27" fmla="*/ 24 h 71"/>
                    <a:gd name="T28" fmla="*/ 14 w 40"/>
                    <a:gd name="T29" fmla="*/ 28 h 71"/>
                    <a:gd name="T30" fmla="*/ 17 w 40"/>
                    <a:gd name="T31" fmla="*/ 34 h 71"/>
                    <a:gd name="T32" fmla="*/ 20 w 40"/>
                    <a:gd name="T33" fmla="*/ 42 h 71"/>
                    <a:gd name="T34" fmla="*/ 22 w 40"/>
                    <a:gd name="T35" fmla="*/ 50 h 71"/>
                    <a:gd name="T36" fmla="*/ 22 w 40"/>
                    <a:gd name="T37" fmla="*/ 62 h 71"/>
                    <a:gd name="T38" fmla="*/ 31 w 40"/>
                    <a:gd name="T39" fmla="*/ 71 h 71"/>
                    <a:gd name="T40" fmla="*/ 22 w 40"/>
                    <a:gd name="T41" fmla="*/ 62 h 71"/>
                    <a:gd name="T42" fmla="*/ 22 w 40"/>
                    <a:gd name="T43" fmla="*/ 71 h 71"/>
                    <a:gd name="T44" fmla="*/ 31 w 40"/>
                    <a:gd name="T45" fmla="*/ 71 h 71"/>
                    <a:gd name="T46" fmla="*/ 31 w 40"/>
                    <a:gd name="T47" fmla="*/ 53 h 7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40"/>
                    <a:gd name="T73" fmla="*/ 0 h 71"/>
                    <a:gd name="T74" fmla="*/ 40 w 40"/>
                    <a:gd name="T75" fmla="*/ 71 h 7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40" h="71">
                      <a:moveTo>
                        <a:pt x="31" y="53"/>
                      </a:moveTo>
                      <a:lnTo>
                        <a:pt x="40" y="62"/>
                      </a:lnTo>
                      <a:lnTo>
                        <a:pt x="39" y="48"/>
                      </a:lnTo>
                      <a:lnTo>
                        <a:pt x="37" y="38"/>
                      </a:lnTo>
                      <a:lnTo>
                        <a:pt x="33" y="27"/>
                      </a:lnTo>
                      <a:lnTo>
                        <a:pt x="29" y="20"/>
                      </a:lnTo>
                      <a:lnTo>
                        <a:pt x="23" y="12"/>
                      </a:lnTo>
                      <a:lnTo>
                        <a:pt x="19" y="7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0" y="13"/>
                      </a:lnTo>
                      <a:lnTo>
                        <a:pt x="3" y="16"/>
                      </a:lnTo>
                      <a:lnTo>
                        <a:pt x="6" y="20"/>
                      </a:lnTo>
                      <a:lnTo>
                        <a:pt x="9" y="24"/>
                      </a:lnTo>
                      <a:lnTo>
                        <a:pt x="14" y="28"/>
                      </a:lnTo>
                      <a:lnTo>
                        <a:pt x="17" y="34"/>
                      </a:lnTo>
                      <a:lnTo>
                        <a:pt x="20" y="42"/>
                      </a:lnTo>
                      <a:lnTo>
                        <a:pt x="22" y="50"/>
                      </a:lnTo>
                      <a:lnTo>
                        <a:pt x="22" y="62"/>
                      </a:lnTo>
                      <a:lnTo>
                        <a:pt x="31" y="71"/>
                      </a:lnTo>
                      <a:lnTo>
                        <a:pt x="22" y="62"/>
                      </a:lnTo>
                      <a:lnTo>
                        <a:pt x="22" y="71"/>
                      </a:lnTo>
                      <a:lnTo>
                        <a:pt x="31" y="71"/>
                      </a:lnTo>
                      <a:lnTo>
                        <a:pt x="31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1" name="Freeform 588"/>
                <p:cNvSpPr>
                  <a:spLocks/>
                </p:cNvSpPr>
                <p:nvPr/>
              </p:nvSpPr>
              <p:spPr bwMode="auto">
                <a:xfrm>
                  <a:off x="2669" y="2045"/>
                  <a:ext cx="53" cy="18"/>
                </a:xfrm>
                <a:custGeom>
                  <a:avLst/>
                  <a:gdLst>
                    <a:gd name="T0" fmla="*/ 35 w 53"/>
                    <a:gd name="T1" fmla="*/ 9 h 18"/>
                    <a:gd name="T2" fmla="*/ 45 w 53"/>
                    <a:gd name="T3" fmla="*/ 0 h 18"/>
                    <a:gd name="T4" fmla="*/ 0 w 53"/>
                    <a:gd name="T5" fmla="*/ 0 h 18"/>
                    <a:gd name="T6" fmla="*/ 0 w 53"/>
                    <a:gd name="T7" fmla="*/ 18 h 18"/>
                    <a:gd name="T8" fmla="*/ 45 w 53"/>
                    <a:gd name="T9" fmla="*/ 18 h 18"/>
                    <a:gd name="T10" fmla="*/ 53 w 53"/>
                    <a:gd name="T11" fmla="*/ 9 h 18"/>
                    <a:gd name="T12" fmla="*/ 45 w 53"/>
                    <a:gd name="T13" fmla="*/ 18 h 18"/>
                    <a:gd name="T14" fmla="*/ 53 w 53"/>
                    <a:gd name="T15" fmla="*/ 18 h 18"/>
                    <a:gd name="T16" fmla="*/ 53 w 53"/>
                    <a:gd name="T17" fmla="*/ 9 h 18"/>
                    <a:gd name="T18" fmla="*/ 35 w 53"/>
                    <a:gd name="T19" fmla="*/ 9 h 1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3"/>
                    <a:gd name="T31" fmla="*/ 0 h 18"/>
                    <a:gd name="T32" fmla="*/ 53 w 53"/>
                    <a:gd name="T33" fmla="*/ 18 h 1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3" h="18">
                      <a:moveTo>
                        <a:pt x="35" y="9"/>
                      </a:moveTo>
                      <a:lnTo>
                        <a:pt x="45" y="0"/>
                      </a:lnTo>
                      <a:lnTo>
                        <a:pt x="0" y="0"/>
                      </a:lnTo>
                      <a:lnTo>
                        <a:pt x="0" y="18"/>
                      </a:lnTo>
                      <a:lnTo>
                        <a:pt x="45" y="18"/>
                      </a:lnTo>
                      <a:lnTo>
                        <a:pt x="53" y="9"/>
                      </a:lnTo>
                      <a:lnTo>
                        <a:pt x="45" y="18"/>
                      </a:lnTo>
                      <a:lnTo>
                        <a:pt x="53" y="18"/>
                      </a:lnTo>
                      <a:lnTo>
                        <a:pt x="53" y="9"/>
                      </a:lnTo>
                      <a:lnTo>
                        <a:pt x="35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2" name="Freeform 589"/>
                <p:cNvSpPr>
                  <a:spLocks/>
                </p:cNvSpPr>
                <p:nvPr/>
              </p:nvSpPr>
              <p:spPr bwMode="auto">
                <a:xfrm>
                  <a:off x="2653" y="2056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4 h 20"/>
                    <a:gd name="T6" fmla="*/ 1 w 10"/>
                    <a:gd name="T7" fmla="*/ 7 h 20"/>
                    <a:gd name="T8" fmla="*/ 0 w 10"/>
                    <a:gd name="T9" fmla="*/ 10 h 20"/>
                    <a:gd name="T10" fmla="*/ 1 w 10"/>
                    <a:gd name="T11" fmla="*/ 13 h 20"/>
                    <a:gd name="T12" fmla="*/ 3 w 10"/>
                    <a:gd name="T13" fmla="*/ 16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4"/>
                      </a:lnTo>
                      <a:lnTo>
                        <a:pt x="1" y="7"/>
                      </a:lnTo>
                      <a:lnTo>
                        <a:pt x="0" y="10"/>
                      </a:lnTo>
                      <a:lnTo>
                        <a:pt x="1" y="13"/>
                      </a:lnTo>
                      <a:lnTo>
                        <a:pt x="3" y="16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3" name="Freeform 590"/>
                <p:cNvSpPr>
                  <a:spLocks/>
                </p:cNvSpPr>
                <p:nvPr/>
              </p:nvSpPr>
              <p:spPr bwMode="auto">
                <a:xfrm>
                  <a:off x="2663" y="2056"/>
                  <a:ext cx="57" cy="20"/>
                </a:xfrm>
                <a:custGeom>
                  <a:avLst/>
                  <a:gdLst>
                    <a:gd name="T0" fmla="*/ 57 w 57"/>
                    <a:gd name="T1" fmla="*/ 10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0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0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4" name="Freeform 591"/>
                <p:cNvSpPr>
                  <a:spLocks/>
                </p:cNvSpPr>
                <p:nvPr/>
              </p:nvSpPr>
              <p:spPr bwMode="auto">
                <a:xfrm>
                  <a:off x="2720" y="2056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6 h 20"/>
                    <a:gd name="T6" fmla="*/ 9 w 10"/>
                    <a:gd name="T7" fmla="*/ 13 h 20"/>
                    <a:gd name="T8" fmla="*/ 10 w 10"/>
                    <a:gd name="T9" fmla="*/ 10 h 20"/>
                    <a:gd name="T10" fmla="*/ 9 w 10"/>
                    <a:gd name="T11" fmla="*/ 7 h 20"/>
                    <a:gd name="T12" fmla="*/ 7 w 10"/>
                    <a:gd name="T13" fmla="*/ 4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6"/>
                      </a:lnTo>
                      <a:lnTo>
                        <a:pt x="9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7" y="4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5" name="Freeform 592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6" name="Freeform 593"/>
                <p:cNvSpPr>
                  <a:spLocks/>
                </p:cNvSpPr>
                <p:nvPr/>
              </p:nvSpPr>
              <p:spPr bwMode="auto">
                <a:xfrm>
                  <a:off x="2653" y="2068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7 h 20"/>
                    <a:gd name="T8" fmla="*/ 0 w 10"/>
                    <a:gd name="T9" fmla="*/ 11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7"/>
                      </a:lnTo>
                      <a:lnTo>
                        <a:pt x="0" y="11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7" name="Freeform 594"/>
                <p:cNvSpPr>
                  <a:spLocks/>
                </p:cNvSpPr>
                <p:nvPr/>
              </p:nvSpPr>
              <p:spPr bwMode="auto">
                <a:xfrm>
                  <a:off x="2663" y="2068"/>
                  <a:ext cx="57" cy="20"/>
                </a:xfrm>
                <a:custGeom>
                  <a:avLst/>
                  <a:gdLst>
                    <a:gd name="T0" fmla="*/ 57 w 57"/>
                    <a:gd name="T1" fmla="*/ 11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1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1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8" name="Freeform 595"/>
                <p:cNvSpPr>
                  <a:spLocks/>
                </p:cNvSpPr>
                <p:nvPr/>
              </p:nvSpPr>
              <p:spPr bwMode="auto">
                <a:xfrm>
                  <a:off x="2720" y="2068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11 h 20"/>
                    <a:gd name="T10" fmla="*/ 9 w 10"/>
                    <a:gd name="T11" fmla="*/ 7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11"/>
                      </a:lnTo>
                      <a:lnTo>
                        <a:pt x="9" y="7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199" name="Freeform 596"/>
                <p:cNvSpPr>
                  <a:spLocks/>
                </p:cNvSpPr>
                <p:nvPr/>
              </p:nvSpPr>
              <p:spPr bwMode="auto">
                <a:xfrm>
                  <a:off x="2653" y="2080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0" name="Freeform 597"/>
                <p:cNvSpPr>
                  <a:spLocks/>
                </p:cNvSpPr>
                <p:nvPr/>
              </p:nvSpPr>
              <p:spPr bwMode="auto">
                <a:xfrm>
                  <a:off x="2663" y="2080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1" name="Freeform 598"/>
                <p:cNvSpPr>
                  <a:spLocks/>
                </p:cNvSpPr>
                <p:nvPr/>
              </p:nvSpPr>
              <p:spPr bwMode="auto">
                <a:xfrm>
                  <a:off x="2720" y="2080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2" name="Freeform 599"/>
                <p:cNvSpPr>
                  <a:spLocks/>
                </p:cNvSpPr>
                <p:nvPr/>
              </p:nvSpPr>
              <p:spPr bwMode="auto">
                <a:xfrm>
                  <a:off x="2653" y="2092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3" name="Freeform 600"/>
                <p:cNvSpPr>
                  <a:spLocks/>
                </p:cNvSpPr>
                <p:nvPr/>
              </p:nvSpPr>
              <p:spPr bwMode="auto">
                <a:xfrm>
                  <a:off x="2663" y="2092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4" name="Freeform 601"/>
                <p:cNvSpPr>
                  <a:spLocks/>
                </p:cNvSpPr>
                <p:nvPr/>
              </p:nvSpPr>
              <p:spPr bwMode="auto">
                <a:xfrm>
                  <a:off x="2720" y="2092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5" name="Freeform 602"/>
                <p:cNvSpPr>
                  <a:spLocks/>
                </p:cNvSpPr>
                <p:nvPr/>
              </p:nvSpPr>
              <p:spPr bwMode="auto">
                <a:xfrm>
                  <a:off x="2660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6" name="Freeform 603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7" name="Freeform 604"/>
                <p:cNvSpPr>
                  <a:spLocks/>
                </p:cNvSpPr>
                <p:nvPr/>
              </p:nvSpPr>
              <p:spPr bwMode="auto">
                <a:xfrm>
                  <a:off x="272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8" name="Freeform 605"/>
                <p:cNvSpPr>
                  <a:spLocks/>
                </p:cNvSpPr>
                <p:nvPr/>
              </p:nvSpPr>
              <p:spPr bwMode="auto">
                <a:xfrm>
                  <a:off x="266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09" name="Freeform 606"/>
                <p:cNvSpPr>
                  <a:spLocks/>
                </p:cNvSpPr>
                <p:nvPr/>
              </p:nvSpPr>
              <p:spPr bwMode="auto">
                <a:xfrm>
                  <a:off x="2663" y="2075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0" name="Freeform 607"/>
                <p:cNvSpPr>
                  <a:spLocks/>
                </p:cNvSpPr>
                <p:nvPr/>
              </p:nvSpPr>
              <p:spPr bwMode="auto">
                <a:xfrm>
                  <a:off x="272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1" name="Freeform 608"/>
                <p:cNvSpPr>
                  <a:spLocks/>
                </p:cNvSpPr>
                <p:nvPr/>
              </p:nvSpPr>
              <p:spPr bwMode="auto">
                <a:xfrm>
                  <a:off x="266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2" name="Freeform 609"/>
                <p:cNvSpPr>
                  <a:spLocks/>
                </p:cNvSpPr>
                <p:nvPr/>
              </p:nvSpPr>
              <p:spPr bwMode="auto">
                <a:xfrm>
                  <a:off x="2663" y="2087"/>
                  <a:ext cx="57" cy="6"/>
                </a:xfrm>
                <a:custGeom>
                  <a:avLst/>
                  <a:gdLst>
                    <a:gd name="T0" fmla="*/ 57 w 57"/>
                    <a:gd name="T1" fmla="*/ 2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3" name="Freeform 610"/>
                <p:cNvSpPr>
                  <a:spLocks/>
                </p:cNvSpPr>
                <p:nvPr/>
              </p:nvSpPr>
              <p:spPr bwMode="auto">
                <a:xfrm>
                  <a:off x="272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4" name="Freeform 611"/>
                <p:cNvSpPr>
                  <a:spLocks/>
                </p:cNvSpPr>
                <p:nvPr/>
              </p:nvSpPr>
              <p:spPr bwMode="auto">
                <a:xfrm>
                  <a:off x="266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5" name="Freeform 612"/>
                <p:cNvSpPr>
                  <a:spLocks/>
                </p:cNvSpPr>
                <p:nvPr/>
              </p:nvSpPr>
              <p:spPr bwMode="auto">
                <a:xfrm>
                  <a:off x="2663" y="2099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0 h 5"/>
                    <a:gd name="T4" fmla="*/ 0 w 57"/>
                    <a:gd name="T5" fmla="*/ 0 h 5"/>
                    <a:gd name="T6" fmla="*/ 0 w 57"/>
                    <a:gd name="T7" fmla="*/ 5 h 5"/>
                    <a:gd name="T8" fmla="*/ 57 w 57"/>
                    <a:gd name="T9" fmla="*/ 5 h 5"/>
                    <a:gd name="T10" fmla="*/ 57 w 5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5"/>
                    <a:gd name="T20" fmla="*/ 57 w 5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5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6" name="Freeform 613"/>
                <p:cNvSpPr>
                  <a:spLocks/>
                </p:cNvSpPr>
                <p:nvPr/>
              </p:nvSpPr>
              <p:spPr bwMode="auto">
                <a:xfrm>
                  <a:off x="2720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7" name="Freeform 614"/>
                <p:cNvSpPr>
                  <a:spLocks/>
                </p:cNvSpPr>
                <p:nvPr/>
              </p:nvSpPr>
              <p:spPr bwMode="auto">
                <a:xfrm>
                  <a:off x="2661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8" name="Freeform 615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54" cy="6"/>
                </a:xfrm>
                <a:custGeom>
                  <a:avLst/>
                  <a:gdLst>
                    <a:gd name="T0" fmla="*/ 54 w 54"/>
                    <a:gd name="T1" fmla="*/ 3 h 6"/>
                    <a:gd name="T2" fmla="*/ 54 w 54"/>
                    <a:gd name="T3" fmla="*/ 0 h 6"/>
                    <a:gd name="T4" fmla="*/ 0 w 54"/>
                    <a:gd name="T5" fmla="*/ 0 h 6"/>
                    <a:gd name="T6" fmla="*/ 0 w 54"/>
                    <a:gd name="T7" fmla="*/ 6 h 6"/>
                    <a:gd name="T8" fmla="*/ 54 w 54"/>
                    <a:gd name="T9" fmla="*/ 6 h 6"/>
                    <a:gd name="T10" fmla="*/ 54 w 5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4"/>
                    <a:gd name="T19" fmla="*/ 0 h 6"/>
                    <a:gd name="T20" fmla="*/ 54 w 5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4" h="6">
                      <a:moveTo>
                        <a:pt x="54" y="3"/>
                      </a:moveTo>
                      <a:lnTo>
                        <a:pt x="5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4" y="6"/>
                      </a:lnTo>
                      <a:lnTo>
                        <a:pt x="54" y="3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19" name="Freeform 616"/>
                <p:cNvSpPr>
                  <a:spLocks/>
                </p:cNvSpPr>
                <p:nvPr/>
              </p:nvSpPr>
              <p:spPr bwMode="auto">
                <a:xfrm>
                  <a:off x="271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0" name="Freeform 617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1" name="Freeform 618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50" cy="6"/>
                </a:xfrm>
                <a:custGeom>
                  <a:avLst/>
                  <a:gdLst>
                    <a:gd name="T0" fmla="*/ 50 w 50"/>
                    <a:gd name="T1" fmla="*/ 3 h 6"/>
                    <a:gd name="T2" fmla="*/ 50 w 50"/>
                    <a:gd name="T3" fmla="*/ 0 h 6"/>
                    <a:gd name="T4" fmla="*/ 0 w 50"/>
                    <a:gd name="T5" fmla="*/ 0 h 6"/>
                    <a:gd name="T6" fmla="*/ 0 w 50"/>
                    <a:gd name="T7" fmla="*/ 6 h 6"/>
                    <a:gd name="T8" fmla="*/ 50 w 50"/>
                    <a:gd name="T9" fmla="*/ 6 h 6"/>
                    <a:gd name="T10" fmla="*/ 50 w 50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0"/>
                    <a:gd name="T19" fmla="*/ 0 h 6"/>
                    <a:gd name="T20" fmla="*/ 50 w 50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0" h="6">
                      <a:moveTo>
                        <a:pt x="50" y="3"/>
                      </a:move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0" y="6"/>
                      </a:lnTo>
                      <a:lnTo>
                        <a:pt x="50" y="3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2" name="Freeform 619"/>
                <p:cNvSpPr>
                  <a:spLocks/>
                </p:cNvSpPr>
                <p:nvPr/>
              </p:nvSpPr>
              <p:spPr bwMode="auto">
                <a:xfrm>
                  <a:off x="2717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3" name="Freeform 620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4" name="Freeform 621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48" cy="6"/>
                </a:xfrm>
                <a:custGeom>
                  <a:avLst/>
                  <a:gdLst>
                    <a:gd name="T0" fmla="*/ 48 w 48"/>
                    <a:gd name="T1" fmla="*/ 3 h 6"/>
                    <a:gd name="T2" fmla="*/ 48 w 48"/>
                    <a:gd name="T3" fmla="*/ 0 h 6"/>
                    <a:gd name="T4" fmla="*/ 0 w 48"/>
                    <a:gd name="T5" fmla="*/ 0 h 6"/>
                    <a:gd name="T6" fmla="*/ 0 w 48"/>
                    <a:gd name="T7" fmla="*/ 6 h 6"/>
                    <a:gd name="T8" fmla="*/ 48 w 48"/>
                    <a:gd name="T9" fmla="*/ 6 h 6"/>
                    <a:gd name="T10" fmla="*/ 48 w 4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8"/>
                    <a:gd name="T19" fmla="*/ 0 h 6"/>
                    <a:gd name="T20" fmla="*/ 48 w 4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8" h="6">
                      <a:moveTo>
                        <a:pt x="48" y="3"/>
                      </a:moveTo>
                      <a:lnTo>
                        <a:pt x="4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8" y="6"/>
                      </a:lnTo>
                      <a:lnTo>
                        <a:pt x="48" y="3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5" name="Freeform 622"/>
                <p:cNvSpPr>
                  <a:spLocks/>
                </p:cNvSpPr>
                <p:nvPr/>
              </p:nvSpPr>
              <p:spPr bwMode="auto">
                <a:xfrm>
                  <a:off x="2716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6" name="Freeform 623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7" name="Freeform 624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8" name="Freeform 625"/>
                <p:cNvSpPr>
                  <a:spLocks/>
                </p:cNvSpPr>
                <p:nvPr/>
              </p:nvSpPr>
              <p:spPr bwMode="auto">
                <a:xfrm>
                  <a:off x="2715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29" name="Freeform 626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0" name="Freeform 627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1" name="Freeform 628"/>
                <p:cNvSpPr>
                  <a:spLocks/>
                </p:cNvSpPr>
                <p:nvPr/>
              </p:nvSpPr>
              <p:spPr bwMode="auto">
                <a:xfrm>
                  <a:off x="2712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2" name="Freeform 629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3" name="Freeform 630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39" cy="6"/>
                </a:xfrm>
                <a:custGeom>
                  <a:avLst/>
                  <a:gdLst>
                    <a:gd name="T0" fmla="*/ 39 w 39"/>
                    <a:gd name="T1" fmla="*/ 3 h 6"/>
                    <a:gd name="T2" fmla="*/ 39 w 39"/>
                    <a:gd name="T3" fmla="*/ 0 h 6"/>
                    <a:gd name="T4" fmla="*/ 0 w 39"/>
                    <a:gd name="T5" fmla="*/ 0 h 6"/>
                    <a:gd name="T6" fmla="*/ 0 w 39"/>
                    <a:gd name="T7" fmla="*/ 6 h 6"/>
                    <a:gd name="T8" fmla="*/ 39 w 39"/>
                    <a:gd name="T9" fmla="*/ 6 h 6"/>
                    <a:gd name="T10" fmla="*/ 39 w 3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"/>
                    <a:gd name="T19" fmla="*/ 0 h 6"/>
                    <a:gd name="T20" fmla="*/ 39 w 3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" h="6">
                      <a:moveTo>
                        <a:pt x="39" y="3"/>
                      </a:moveTo>
                      <a:lnTo>
                        <a:pt x="3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9" y="6"/>
                      </a:lnTo>
                      <a:lnTo>
                        <a:pt x="39" y="3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4" name="Freeform 631"/>
                <p:cNvSpPr>
                  <a:spLocks/>
                </p:cNvSpPr>
                <p:nvPr/>
              </p:nvSpPr>
              <p:spPr bwMode="auto">
                <a:xfrm>
                  <a:off x="2711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5" name="Freeform 632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6" name="Freeform 633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7" name="Freeform 634"/>
                <p:cNvSpPr>
                  <a:spLocks/>
                </p:cNvSpPr>
                <p:nvPr/>
              </p:nvSpPr>
              <p:spPr bwMode="auto">
                <a:xfrm>
                  <a:off x="271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8" name="Freeform 635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39" name="Freeform 636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5" cy="6"/>
                </a:xfrm>
                <a:custGeom>
                  <a:avLst/>
                  <a:gdLst>
                    <a:gd name="T0" fmla="*/ 35 w 35"/>
                    <a:gd name="T1" fmla="*/ 3 h 6"/>
                    <a:gd name="T2" fmla="*/ 35 w 35"/>
                    <a:gd name="T3" fmla="*/ 0 h 6"/>
                    <a:gd name="T4" fmla="*/ 0 w 35"/>
                    <a:gd name="T5" fmla="*/ 0 h 6"/>
                    <a:gd name="T6" fmla="*/ 0 w 35"/>
                    <a:gd name="T7" fmla="*/ 6 h 6"/>
                    <a:gd name="T8" fmla="*/ 35 w 35"/>
                    <a:gd name="T9" fmla="*/ 6 h 6"/>
                    <a:gd name="T10" fmla="*/ 35 w 3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5"/>
                    <a:gd name="T19" fmla="*/ 0 h 6"/>
                    <a:gd name="T20" fmla="*/ 35 w 3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5" h="6">
                      <a:moveTo>
                        <a:pt x="35" y="3"/>
                      </a:move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5" y="6"/>
                      </a:lnTo>
                      <a:lnTo>
                        <a:pt x="35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0" name="Freeform 637"/>
                <p:cNvSpPr>
                  <a:spLocks/>
                </p:cNvSpPr>
                <p:nvPr/>
              </p:nvSpPr>
              <p:spPr bwMode="auto">
                <a:xfrm>
                  <a:off x="2709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1" name="Freeform 638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2" name="Freeform 639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32" cy="6"/>
                </a:xfrm>
                <a:custGeom>
                  <a:avLst/>
                  <a:gdLst>
                    <a:gd name="T0" fmla="*/ 32 w 32"/>
                    <a:gd name="T1" fmla="*/ 3 h 6"/>
                    <a:gd name="T2" fmla="*/ 32 w 32"/>
                    <a:gd name="T3" fmla="*/ 0 h 6"/>
                    <a:gd name="T4" fmla="*/ 0 w 32"/>
                    <a:gd name="T5" fmla="*/ 0 h 6"/>
                    <a:gd name="T6" fmla="*/ 0 w 32"/>
                    <a:gd name="T7" fmla="*/ 6 h 6"/>
                    <a:gd name="T8" fmla="*/ 32 w 32"/>
                    <a:gd name="T9" fmla="*/ 6 h 6"/>
                    <a:gd name="T10" fmla="*/ 32 w 3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2"/>
                    <a:gd name="T19" fmla="*/ 0 h 6"/>
                    <a:gd name="T20" fmla="*/ 32 w 3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2" h="6">
                      <a:moveTo>
                        <a:pt x="32" y="3"/>
                      </a:moveTo>
                      <a:lnTo>
                        <a:pt x="3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2" y="6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3" name="Freeform 640"/>
                <p:cNvSpPr>
                  <a:spLocks/>
                </p:cNvSpPr>
                <p:nvPr/>
              </p:nvSpPr>
              <p:spPr bwMode="auto">
                <a:xfrm>
                  <a:off x="2708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4" name="Freeform 641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5" name="Freeform 642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29" cy="6"/>
                </a:xfrm>
                <a:custGeom>
                  <a:avLst/>
                  <a:gdLst>
                    <a:gd name="T0" fmla="*/ 29 w 29"/>
                    <a:gd name="T1" fmla="*/ 3 h 6"/>
                    <a:gd name="T2" fmla="*/ 29 w 29"/>
                    <a:gd name="T3" fmla="*/ 0 h 6"/>
                    <a:gd name="T4" fmla="*/ 0 w 29"/>
                    <a:gd name="T5" fmla="*/ 0 h 6"/>
                    <a:gd name="T6" fmla="*/ 0 w 29"/>
                    <a:gd name="T7" fmla="*/ 6 h 6"/>
                    <a:gd name="T8" fmla="*/ 29 w 29"/>
                    <a:gd name="T9" fmla="*/ 6 h 6"/>
                    <a:gd name="T10" fmla="*/ 29 w 2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9"/>
                    <a:gd name="T19" fmla="*/ 0 h 6"/>
                    <a:gd name="T20" fmla="*/ 29 w 2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9" h="6">
                      <a:moveTo>
                        <a:pt x="29" y="3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6" name="Freeform 643"/>
                <p:cNvSpPr>
                  <a:spLocks/>
                </p:cNvSpPr>
                <p:nvPr/>
              </p:nvSpPr>
              <p:spPr bwMode="auto">
                <a:xfrm>
                  <a:off x="2706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7" name="Freeform 644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8" name="Freeform 645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49" name="Freeform 646"/>
                <p:cNvSpPr>
                  <a:spLocks/>
                </p:cNvSpPr>
                <p:nvPr/>
              </p:nvSpPr>
              <p:spPr bwMode="auto">
                <a:xfrm>
                  <a:off x="270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0" name="Freeform 647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1" name="Freeform 648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2" name="Freeform 649"/>
                <p:cNvSpPr>
                  <a:spLocks/>
                </p:cNvSpPr>
                <p:nvPr/>
              </p:nvSpPr>
              <p:spPr bwMode="auto">
                <a:xfrm>
                  <a:off x="2704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3" name="Freeform 650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4" name="Freeform 651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21" cy="6"/>
                </a:xfrm>
                <a:custGeom>
                  <a:avLst/>
                  <a:gdLst>
                    <a:gd name="T0" fmla="*/ 21 w 21"/>
                    <a:gd name="T1" fmla="*/ 3 h 6"/>
                    <a:gd name="T2" fmla="*/ 21 w 21"/>
                    <a:gd name="T3" fmla="*/ 0 h 6"/>
                    <a:gd name="T4" fmla="*/ 0 w 21"/>
                    <a:gd name="T5" fmla="*/ 0 h 6"/>
                    <a:gd name="T6" fmla="*/ 0 w 21"/>
                    <a:gd name="T7" fmla="*/ 6 h 6"/>
                    <a:gd name="T8" fmla="*/ 21 w 21"/>
                    <a:gd name="T9" fmla="*/ 6 h 6"/>
                    <a:gd name="T10" fmla="*/ 21 w 2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6"/>
                    <a:gd name="T20" fmla="*/ 21 w 2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6">
                      <a:moveTo>
                        <a:pt x="21" y="3"/>
                      </a:move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1" y="6"/>
                      </a:lnTo>
                      <a:lnTo>
                        <a:pt x="21" y="3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5" name="Freeform 652"/>
                <p:cNvSpPr>
                  <a:spLocks/>
                </p:cNvSpPr>
                <p:nvPr/>
              </p:nvSpPr>
              <p:spPr bwMode="auto">
                <a:xfrm>
                  <a:off x="2702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6" name="Freeform 653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7" name="Freeform 654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17" cy="6"/>
                </a:xfrm>
                <a:custGeom>
                  <a:avLst/>
                  <a:gdLst>
                    <a:gd name="T0" fmla="*/ 17 w 17"/>
                    <a:gd name="T1" fmla="*/ 3 h 6"/>
                    <a:gd name="T2" fmla="*/ 17 w 17"/>
                    <a:gd name="T3" fmla="*/ 0 h 6"/>
                    <a:gd name="T4" fmla="*/ 0 w 17"/>
                    <a:gd name="T5" fmla="*/ 0 h 6"/>
                    <a:gd name="T6" fmla="*/ 0 w 17"/>
                    <a:gd name="T7" fmla="*/ 6 h 6"/>
                    <a:gd name="T8" fmla="*/ 17 w 17"/>
                    <a:gd name="T9" fmla="*/ 6 h 6"/>
                    <a:gd name="T10" fmla="*/ 17 w 1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6"/>
                    <a:gd name="T20" fmla="*/ 17 w 1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6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7" y="6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8" name="Freeform 655"/>
                <p:cNvSpPr>
                  <a:spLocks/>
                </p:cNvSpPr>
                <p:nvPr/>
              </p:nvSpPr>
              <p:spPr bwMode="auto">
                <a:xfrm>
                  <a:off x="2701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59" name="Freeform 656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0" name="Freeform 657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1" name="Freeform 658"/>
                <p:cNvSpPr>
                  <a:spLocks/>
                </p:cNvSpPr>
                <p:nvPr/>
              </p:nvSpPr>
              <p:spPr bwMode="auto">
                <a:xfrm>
                  <a:off x="270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2" name="Freeform 659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3" name="Freeform 660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4" name="Freeform 661"/>
                <p:cNvSpPr>
                  <a:spLocks/>
                </p:cNvSpPr>
                <p:nvPr/>
              </p:nvSpPr>
              <p:spPr bwMode="auto">
                <a:xfrm>
                  <a:off x="269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5" name="Freeform 662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6" name="Freeform 663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8" cy="6"/>
                </a:xfrm>
                <a:custGeom>
                  <a:avLst/>
                  <a:gdLst>
                    <a:gd name="T0" fmla="*/ 8 w 8"/>
                    <a:gd name="T1" fmla="*/ 3 h 6"/>
                    <a:gd name="T2" fmla="*/ 8 w 8"/>
                    <a:gd name="T3" fmla="*/ 0 h 6"/>
                    <a:gd name="T4" fmla="*/ 0 w 8"/>
                    <a:gd name="T5" fmla="*/ 0 h 6"/>
                    <a:gd name="T6" fmla="*/ 0 w 8"/>
                    <a:gd name="T7" fmla="*/ 6 h 6"/>
                    <a:gd name="T8" fmla="*/ 8 w 8"/>
                    <a:gd name="T9" fmla="*/ 6 h 6"/>
                    <a:gd name="T10" fmla="*/ 8 w 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6"/>
                    <a:gd name="T20" fmla="*/ 8 w 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6">
                      <a:moveTo>
                        <a:pt x="8" y="3"/>
                      </a:move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7" name="Freeform 664"/>
                <p:cNvSpPr>
                  <a:spLocks/>
                </p:cNvSpPr>
                <p:nvPr/>
              </p:nvSpPr>
              <p:spPr bwMode="auto">
                <a:xfrm>
                  <a:off x="2696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8" name="Freeform 665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69" name="Freeform 666"/>
                <p:cNvSpPr>
                  <a:spLocks/>
                </p:cNvSpPr>
                <p:nvPr/>
              </p:nvSpPr>
              <p:spPr bwMode="auto">
                <a:xfrm>
                  <a:off x="2689" y="2063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0" name="Freeform 667"/>
                <p:cNvSpPr>
                  <a:spLocks/>
                </p:cNvSpPr>
                <p:nvPr/>
              </p:nvSpPr>
              <p:spPr bwMode="auto">
                <a:xfrm>
                  <a:off x="269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3 w 3"/>
                    <a:gd name="T3" fmla="*/ 5 h 6"/>
                    <a:gd name="T4" fmla="*/ 3 w 3"/>
                    <a:gd name="T5" fmla="*/ 3 h 6"/>
                    <a:gd name="T6" fmla="*/ 3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1" name="Freeform 668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2" name="Freeform 669"/>
                <p:cNvSpPr>
                  <a:spLocks/>
                </p:cNvSpPr>
                <p:nvPr/>
              </p:nvSpPr>
              <p:spPr bwMode="auto">
                <a:xfrm>
                  <a:off x="2691" y="2063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3" name="Freeform 670"/>
                <p:cNvSpPr>
                  <a:spLocks/>
                </p:cNvSpPr>
                <p:nvPr/>
              </p:nvSpPr>
              <p:spPr bwMode="auto">
                <a:xfrm>
                  <a:off x="2693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4" name="Freeform 671"/>
                <p:cNvSpPr>
                  <a:spLocks/>
                </p:cNvSpPr>
                <p:nvPr/>
              </p:nvSpPr>
              <p:spPr bwMode="auto">
                <a:xfrm>
                  <a:off x="2662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5" name="Freeform 672"/>
                <p:cNvSpPr>
                  <a:spLocks/>
                </p:cNvSpPr>
                <p:nvPr/>
              </p:nvSpPr>
              <p:spPr bwMode="auto">
                <a:xfrm>
                  <a:off x="2665" y="2075"/>
                  <a:ext cx="53" cy="6"/>
                </a:xfrm>
                <a:custGeom>
                  <a:avLst/>
                  <a:gdLst>
                    <a:gd name="T0" fmla="*/ 53 w 53"/>
                    <a:gd name="T1" fmla="*/ 3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3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3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6" name="Freeform 673"/>
                <p:cNvSpPr>
                  <a:spLocks/>
                </p:cNvSpPr>
                <p:nvPr/>
              </p:nvSpPr>
              <p:spPr bwMode="auto">
                <a:xfrm>
                  <a:off x="271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7" name="Freeform 674"/>
                <p:cNvSpPr>
                  <a:spLocks/>
                </p:cNvSpPr>
                <p:nvPr/>
              </p:nvSpPr>
              <p:spPr bwMode="auto">
                <a:xfrm>
                  <a:off x="266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8" name="Freeform 675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49" cy="6"/>
                </a:xfrm>
                <a:custGeom>
                  <a:avLst/>
                  <a:gdLst>
                    <a:gd name="T0" fmla="*/ 49 w 49"/>
                    <a:gd name="T1" fmla="*/ 3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3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3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79" name="Freeform 676"/>
                <p:cNvSpPr>
                  <a:spLocks/>
                </p:cNvSpPr>
                <p:nvPr/>
              </p:nvSpPr>
              <p:spPr bwMode="auto">
                <a:xfrm>
                  <a:off x="2716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0" name="Freeform 677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1" name="Freeform 678"/>
                <p:cNvSpPr>
                  <a:spLocks/>
                </p:cNvSpPr>
                <p:nvPr/>
              </p:nvSpPr>
              <p:spPr bwMode="auto">
                <a:xfrm>
                  <a:off x="2669" y="2075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2" name="Freeform 679"/>
                <p:cNvSpPr>
                  <a:spLocks/>
                </p:cNvSpPr>
                <p:nvPr/>
              </p:nvSpPr>
              <p:spPr bwMode="auto">
                <a:xfrm>
                  <a:off x="2715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3" name="Freeform 680"/>
                <p:cNvSpPr>
                  <a:spLocks/>
                </p:cNvSpPr>
                <p:nvPr/>
              </p:nvSpPr>
              <p:spPr bwMode="auto">
                <a:xfrm>
                  <a:off x="266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4" name="Freeform 681"/>
                <p:cNvSpPr>
                  <a:spLocks/>
                </p:cNvSpPr>
                <p:nvPr/>
              </p:nvSpPr>
              <p:spPr bwMode="auto">
                <a:xfrm>
                  <a:off x="2671" y="2075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5" name="Freeform 682"/>
                <p:cNvSpPr>
                  <a:spLocks/>
                </p:cNvSpPr>
                <p:nvPr/>
              </p:nvSpPr>
              <p:spPr bwMode="auto">
                <a:xfrm>
                  <a:off x="2712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6" name="Freeform 683"/>
                <p:cNvSpPr>
                  <a:spLocks/>
                </p:cNvSpPr>
                <p:nvPr/>
              </p:nvSpPr>
              <p:spPr bwMode="auto">
                <a:xfrm>
                  <a:off x="267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7" name="Freeform 684"/>
                <p:cNvSpPr>
                  <a:spLocks/>
                </p:cNvSpPr>
                <p:nvPr/>
              </p:nvSpPr>
              <p:spPr bwMode="auto">
                <a:xfrm>
                  <a:off x="2673" y="2075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8" name="Freeform 685"/>
                <p:cNvSpPr>
                  <a:spLocks/>
                </p:cNvSpPr>
                <p:nvPr/>
              </p:nvSpPr>
              <p:spPr bwMode="auto">
                <a:xfrm>
                  <a:off x="2710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3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89" name="Freeform 686"/>
                <p:cNvSpPr>
                  <a:spLocks/>
                </p:cNvSpPr>
                <p:nvPr/>
              </p:nvSpPr>
              <p:spPr bwMode="auto">
                <a:xfrm>
                  <a:off x="2672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0" name="Freeform 687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34" cy="6"/>
                </a:xfrm>
                <a:custGeom>
                  <a:avLst/>
                  <a:gdLst>
                    <a:gd name="T0" fmla="*/ 34 w 34"/>
                    <a:gd name="T1" fmla="*/ 3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3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1" name="Freeform 688"/>
                <p:cNvSpPr>
                  <a:spLocks/>
                </p:cNvSpPr>
                <p:nvPr/>
              </p:nvSpPr>
              <p:spPr bwMode="auto">
                <a:xfrm>
                  <a:off x="270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2" name="Freeform 689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3" name="Freeform 690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31" cy="6"/>
                </a:xfrm>
                <a:custGeom>
                  <a:avLst/>
                  <a:gdLst>
                    <a:gd name="T0" fmla="*/ 31 w 31"/>
                    <a:gd name="T1" fmla="*/ 3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3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4" name="Freeform 691"/>
                <p:cNvSpPr>
                  <a:spLocks/>
                </p:cNvSpPr>
                <p:nvPr/>
              </p:nvSpPr>
              <p:spPr bwMode="auto">
                <a:xfrm>
                  <a:off x="2707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5" name="Freeform 692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6" name="Freeform 693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7" name="Freeform 694"/>
                <p:cNvSpPr>
                  <a:spLocks/>
                </p:cNvSpPr>
                <p:nvPr/>
              </p:nvSpPr>
              <p:spPr bwMode="auto">
                <a:xfrm>
                  <a:off x="2705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8" name="Freeform 695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299" name="Freeform 696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0" name="Freeform 697"/>
                <p:cNvSpPr>
                  <a:spLocks/>
                </p:cNvSpPr>
                <p:nvPr/>
              </p:nvSpPr>
              <p:spPr bwMode="auto">
                <a:xfrm>
                  <a:off x="2704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1" name="Freeform 698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2" name="Freeform 699"/>
                <p:cNvSpPr>
                  <a:spLocks/>
                </p:cNvSpPr>
                <p:nvPr/>
              </p:nvSpPr>
              <p:spPr bwMode="auto">
                <a:xfrm>
                  <a:off x="2683" y="2075"/>
                  <a:ext cx="19" cy="6"/>
                </a:xfrm>
                <a:custGeom>
                  <a:avLst/>
                  <a:gdLst>
                    <a:gd name="T0" fmla="*/ 19 w 19"/>
                    <a:gd name="T1" fmla="*/ 3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3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3" name="Freeform 700"/>
                <p:cNvSpPr>
                  <a:spLocks/>
                </p:cNvSpPr>
                <p:nvPr/>
              </p:nvSpPr>
              <p:spPr bwMode="auto">
                <a:xfrm>
                  <a:off x="2702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4" name="Freeform 701"/>
                <p:cNvSpPr>
                  <a:spLocks/>
                </p:cNvSpPr>
                <p:nvPr/>
              </p:nvSpPr>
              <p:spPr bwMode="auto">
                <a:xfrm>
                  <a:off x="2681" y="2075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5" name="Freeform 702"/>
                <p:cNvSpPr>
                  <a:spLocks/>
                </p:cNvSpPr>
                <p:nvPr/>
              </p:nvSpPr>
              <p:spPr bwMode="auto">
                <a:xfrm>
                  <a:off x="2685" y="2075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6" name="Freeform 703"/>
                <p:cNvSpPr>
                  <a:spLocks/>
                </p:cNvSpPr>
                <p:nvPr/>
              </p:nvSpPr>
              <p:spPr bwMode="auto">
                <a:xfrm>
                  <a:off x="270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7" name="Freeform 704"/>
                <p:cNvSpPr>
                  <a:spLocks/>
                </p:cNvSpPr>
                <p:nvPr/>
              </p:nvSpPr>
              <p:spPr bwMode="auto">
                <a:xfrm>
                  <a:off x="268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8" name="Freeform 705"/>
                <p:cNvSpPr>
                  <a:spLocks/>
                </p:cNvSpPr>
                <p:nvPr/>
              </p:nvSpPr>
              <p:spPr bwMode="auto">
                <a:xfrm>
                  <a:off x="2687" y="2075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09" name="Freeform 706"/>
                <p:cNvSpPr>
                  <a:spLocks/>
                </p:cNvSpPr>
                <p:nvPr/>
              </p:nvSpPr>
              <p:spPr bwMode="auto">
                <a:xfrm>
                  <a:off x="269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0" name="Freeform 707"/>
                <p:cNvSpPr>
                  <a:spLocks/>
                </p:cNvSpPr>
                <p:nvPr/>
              </p:nvSpPr>
              <p:spPr bwMode="auto">
                <a:xfrm>
                  <a:off x="2686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1" name="Freeform 708"/>
                <p:cNvSpPr>
                  <a:spLocks/>
                </p:cNvSpPr>
                <p:nvPr/>
              </p:nvSpPr>
              <p:spPr bwMode="auto">
                <a:xfrm>
                  <a:off x="2689" y="2075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2" name="Freeform 709"/>
                <p:cNvSpPr>
                  <a:spLocks/>
                </p:cNvSpPr>
                <p:nvPr/>
              </p:nvSpPr>
              <p:spPr bwMode="auto">
                <a:xfrm>
                  <a:off x="2695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3" name="Freeform 710"/>
                <p:cNvSpPr>
                  <a:spLocks/>
                </p:cNvSpPr>
                <p:nvPr/>
              </p:nvSpPr>
              <p:spPr bwMode="auto">
                <a:xfrm>
                  <a:off x="268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4" name="Freeform 711"/>
                <p:cNvSpPr>
                  <a:spLocks/>
                </p:cNvSpPr>
                <p:nvPr/>
              </p:nvSpPr>
              <p:spPr bwMode="auto">
                <a:xfrm>
                  <a:off x="2691" y="2075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5" name="Freeform 712"/>
                <p:cNvSpPr>
                  <a:spLocks/>
                </p:cNvSpPr>
                <p:nvPr/>
              </p:nvSpPr>
              <p:spPr bwMode="auto">
                <a:xfrm>
                  <a:off x="2693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6" name="Freeform 713"/>
                <p:cNvSpPr>
                  <a:spLocks/>
                </p:cNvSpPr>
                <p:nvPr/>
              </p:nvSpPr>
              <p:spPr bwMode="auto">
                <a:xfrm>
                  <a:off x="2662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7" name="Freeform 714"/>
                <p:cNvSpPr>
                  <a:spLocks/>
                </p:cNvSpPr>
                <p:nvPr/>
              </p:nvSpPr>
              <p:spPr bwMode="auto">
                <a:xfrm>
                  <a:off x="2665" y="2087"/>
                  <a:ext cx="53" cy="6"/>
                </a:xfrm>
                <a:custGeom>
                  <a:avLst/>
                  <a:gdLst>
                    <a:gd name="T0" fmla="*/ 53 w 53"/>
                    <a:gd name="T1" fmla="*/ 2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8" name="Freeform 715"/>
                <p:cNvSpPr>
                  <a:spLocks/>
                </p:cNvSpPr>
                <p:nvPr/>
              </p:nvSpPr>
              <p:spPr bwMode="auto">
                <a:xfrm>
                  <a:off x="271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19" name="Freeform 716"/>
                <p:cNvSpPr>
                  <a:spLocks/>
                </p:cNvSpPr>
                <p:nvPr/>
              </p:nvSpPr>
              <p:spPr bwMode="auto">
                <a:xfrm>
                  <a:off x="266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0" name="Freeform 717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49" cy="6"/>
                </a:xfrm>
                <a:custGeom>
                  <a:avLst/>
                  <a:gdLst>
                    <a:gd name="T0" fmla="*/ 49 w 49"/>
                    <a:gd name="T1" fmla="*/ 2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1" name="Freeform 718"/>
                <p:cNvSpPr>
                  <a:spLocks/>
                </p:cNvSpPr>
                <p:nvPr/>
              </p:nvSpPr>
              <p:spPr bwMode="auto">
                <a:xfrm>
                  <a:off x="2716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2" name="Freeform 719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3" name="Freeform 720"/>
                <p:cNvSpPr>
                  <a:spLocks/>
                </p:cNvSpPr>
                <p:nvPr/>
              </p:nvSpPr>
              <p:spPr bwMode="auto">
                <a:xfrm>
                  <a:off x="2669" y="2087"/>
                  <a:ext cx="46" cy="6"/>
                </a:xfrm>
                <a:custGeom>
                  <a:avLst/>
                  <a:gdLst>
                    <a:gd name="T0" fmla="*/ 46 w 46"/>
                    <a:gd name="T1" fmla="*/ 2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4" name="Freeform 721"/>
                <p:cNvSpPr>
                  <a:spLocks/>
                </p:cNvSpPr>
                <p:nvPr/>
              </p:nvSpPr>
              <p:spPr bwMode="auto">
                <a:xfrm>
                  <a:off x="2715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5" name="Freeform 722"/>
                <p:cNvSpPr>
                  <a:spLocks/>
                </p:cNvSpPr>
                <p:nvPr/>
              </p:nvSpPr>
              <p:spPr bwMode="auto">
                <a:xfrm>
                  <a:off x="266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6" name="Freeform 723"/>
                <p:cNvSpPr>
                  <a:spLocks/>
                </p:cNvSpPr>
                <p:nvPr/>
              </p:nvSpPr>
              <p:spPr bwMode="auto">
                <a:xfrm>
                  <a:off x="2671" y="2087"/>
                  <a:ext cx="41" cy="6"/>
                </a:xfrm>
                <a:custGeom>
                  <a:avLst/>
                  <a:gdLst>
                    <a:gd name="T0" fmla="*/ 41 w 41"/>
                    <a:gd name="T1" fmla="*/ 2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7" name="Freeform 724"/>
                <p:cNvSpPr>
                  <a:spLocks/>
                </p:cNvSpPr>
                <p:nvPr/>
              </p:nvSpPr>
              <p:spPr bwMode="auto">
                <a:xfrm>
                  <a:off x="2712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8" name="Freeform 725"/>
                <p:cNvSpPr>
                  <a:spLocks/>
                </p:cNvSpPr>
                <p:nvPr/>
              </p:nvSpPr>
              <p:spPr bwMode="auto">
                <a:xfrm>
                  <a:off x="267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29" name="Freeform 726"/>
                <p:cNvSpPr>
                  <a:spLocks/>
                </p:cNvSpPr>
                <p:nvPr/>
              </p:nvSpPr>
              <p:spPr bwMode="auto">
                <a:xfrm>
                  <a:off x="2673" y="2087"/>
                  <a:ext cx="37" cy="6"/>
                </a:xfrm>
                <a:custGeom>
                  <a:avLst/>
                  <a:gdLst>
                    <a:gd name="T0" fmla="*/ 37 w 37"/>
                    <a:gd name="T1" fmla="*/ 2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0" name="Freeform 727"/>
                <p:cNvSpPr>
                  <a:spLocks/>
                </p:cNvSpPr>
                <p:nvPr/>
              </p:nvSpPr>
              <p:spPr bwMode="auto">
                <a:xfrm>
                  <a:off x="2710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2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1" name="Freeform 728"/>
                <p:cNvSpPr>
                  <a:spLocks/>
                </p:cNvSpPr>
                <p:nvPr/>
              </p:nvSpPr>
              <p:spPr bwMode="auto">
                <a:xfrm>
                  <a:off x="2672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2" name="Freeform 729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34" cy="6"/>
                </a:xfrm>
                <a:custGeom>
                  <a:avLst/>
                  <a:gdLst>
                    <a:gd name="T0" fmla="*/ 34 w 34"/>
                    <a:gd name="T1" fmla="*/ 2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2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2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3" name="Freeform 730"/>
                <p:cNvSpPr>
                  <a:spLocks/>
                </p:cNvSpPr>
                <p:nvPr/>
              </p:nvSpPr>
              <p:spPr bwMode="auto">
                <a:xfrm>
                  <a:off x="270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4" name="Freeform 731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5" name="Freeform 732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31" cy="6"/>
                </a:xfrm>
                <a:custGeom>
                  <a:avLst/>
                  <a:gdLst>
                    <a:gd name="T0" fmla="*/ 31 w 31"/>
                    <a:gd name="T1" fmla="*/ 2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2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6" name="Freeform 733"/>
                <p:cNvSpPr>
                  <a:spLocks/>
                </p:cNvSpPr>
                <p:nvPr/>
              </p:nvSpPr>
              <p:spPr bwMode="auto">
                <a:xfrm>
                  <a:off x="2707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7" name="Freeform 734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8" name="Freeform 735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7" cy="6"/>
                </a:xfrm>
                <a:custGeom>
                  <a:avLst/>
                  <a:gdLst>
                    <a:gd name="T0" fmla="*/ 27 w 27"/>
                    <a:gd name="T1" fmla="*/ 2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2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2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39" name="Freeform 736"/>
                <p:cNvSpPr>
                  <a:spLocks/>
                </p:cNvSpPr>
                <p:nvPr/>
              </p:nvSpPr>
              <p:spPr bwMode="auto">
                <a:xfrm>
                  <a:off x="2705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0" name="Freeform 737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1" name="Freeform 738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24" cy="6"/>
                </a:xfrm>
                <a:custGeom>
                  <a:avLst/>
                  <a:gdLst>
                    <a:gd name="T0" fmla="*/ 24 w 24"/>
                    <a:gd name="T1" fmla="*/ 2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2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2" name="Freeform 739"/>
                <p:cNvSpPr>
                  <a:spLocks/>
                </p:cNvSpPr>
                <p:nvPr/>
              </p:nvSpPr>
              <p:spPr bwMode="auto">
                <a:xfrm>
                  <a:off x="2704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3" name="Freeform 740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4" name="Freeform 741"/>
                <p:cNvSpPr>
                  <a:spLocks/>
                </p:cNvSpPr>
                <p:nvPr/>
              </p:nvSpPr>
              <p:spPr bwMode="auto">
                <a:xfrm>
                  <a:off x="2683" y="2087"/>
                  <a:ext cx="19" cy="6"/>
                </a:xfrm>
                <a:custGeom>
                  <a:avLst/>
                  <a:gdLst>
                    <a:gd name="T0" fmla="*/ 19 w 19"/>
                    <a:gd name="T1" fmla="*/ 2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2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5" name="Freeform 742"/>
                <p:cNvSpPr>
                  <a:spLocks/>
                </p:cNvSpPr>
                <p:nvPr/>
              </p:nvSpPr>
              <p:spPr bwMode="auto">
                <a:xfrm>
                  <a:off x="2702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6" name="Freeform 743"/>
                <p:cNvSpPr>
                  <a:spLocks/>
                </p:cNvSpPr>
                <p:nvPr/>
              </p:nvSpPr>
              <p:spPr bwMode="auto">
                <a:xfrm>
                  <a:off x="2681" y="2087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2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7" name="Freeform 744"/>
                <p:cNvSpPr>
                  <a:spLocks/>
                </p:cNvSpPr>
                <p:nvPr/>
              </p:nvSpPr>
              <p:spPr bwMode="auto">
                <a:xfrm>
                  <a:off x="2685" y="2087"/>
                  <a:ext cx="15" cy="6"/>
                </a:xfrm>
                <a:custGeom>
                  <a:avLst/>
                  <a:gdLst>
                    <a:gd name="T0" fmla="*/ 15 w 15"/>
                    <a:gd name="T1" fmla="*/ 2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2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8" name="Freeform 745"/>
                <p:cNvSpPr>
                  <a:spLocks/>
                </p:cNvSpPr>
                <p:nvPr/>
              </p:nvSpPr>
              <p:spPr bwMode="auto">
                <a:xfrm>
                  <a:off x="270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49" name="Freeform 746"/>
                <p:cNvSpPr>
                  <a:spLocks/>
                </p:cNvSpPr>
                <p:nvPr/>
              </p:nvSpPr>
              <p:spPr bwMode="auto">
                <a:xfrm>
                  <a:off x="268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0" name="Freeform 747"/>
                <p:cNvSpPr>
                  <a:spLocks/>
                </p:cNvSpPr>
                <p:nvPr/>
              </p:nvSpPr>
              <p:spPr bwMode="auto">
                <a:xfrm>
                  <a:off x="2687" y="2087"/>
                  <a:ext cx="11" cy="6"/>
                </a:xfrm>
                <a:custGeom>
                  <a:avLst/>
                  <a:gdLst>
                    <a:gd name="T0" fmla="*/ 11 w 11"/>
                    <a:gd name="T1" fmla="*/ 2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2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1" name="Freeform 748"/>
                <p:cNvSpPr>
                  <a:spLocks/>
                </p:cNvSpPr>
                <p:nvPr/>
              </p:nvSpPr>
              <p:spPr bwMode="auto">
                <a:xfrm>
                  <a:off x="269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2" name="Freeform 749"/>
                <p:cNvSpPr>
                  <a:spLocks/>
                </p:cNvSpPr>
                <p:nvPr/>
              </p:nvSpPr>
              <p:spPr bwMode="auto">
                <a:xfrm>
                  <a:off x="2686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3" name="Freeform 750"/>
                <p:cNvSpPr>
                  <a:spLocks/>
                </p:cNvSpPr>
                <p:nvPr/>
              </p:nvSpPr>
              <p:spPr bwMode="auto">
                <a:xfrm>
                  <a:off x="2689" y="2087"/>
                  <a:ext cx="6" cy="6"/>
                </a:xfrm>
                <a:custGeom>
                  <a:avLst/>
                  <a:gdLst>
                    <a:gd name="T0" fmla="*/ 6 w 6"/>
                    <a:gd name="T1" fmla="*/ 2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4" name="Freeform 751"/>
                <p:cNvSpPr>
                  <a:spLocks/>
                </p:cNvSpPr>
                <p:nvPr/>
              </p:nvSpPr>
              <p:spPr bwMode="auto">
                <a:xfrm>
                  <a:off x="2695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5" name="Freeform 752"/>
                <p:cNvSpPr>
                  <a:spLocks/>
                </p:cNvSpPr>
                <p:nvPr/>
              </p:nvSpPr>
              <p:spPr bwMode="auto">
                <a:xfrm>
                  <a:off x="268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6" name="Freeform 753"/>
                <p:cNvSpPr>
                  <a:spLocks/>
                </p:cNvSpPr>
                <p:nvPr/>
              </p:nvSpPr>
              <p:spPr bwMode="auto">
                <a:xfrm>
                  <a:off x="2691" y="2087"/>
                  <a:ext cx="2" cy="6"/>
                </a:xfrm>
                <a:custGeom>
                  <a:avLst/>
                  <a:gdLst>
                    <a:gd name="T0" fmla="*/ 2 w 2"/>
                    <a:gd name="T1" fmla="*/ 2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7" name="Freeform 754"/>
                <p:cNvSpPr>
                  <a:spLocks/>
                </p:cNvSpPr>
                <p:nvPr/>
              </p:nvSpPr>
              <p:spPr bwMode="auto">
                <a:xfrm>
                  <a:off x="2693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8" name="Freeform 755"/>
                <p:cNvSpPr>
                  <a:spLocks/>
                </p:cNvSpPr>
                <p:nvPr/>
              </p:nvSpPr>
              <p:spPr bwMode="auto">
                <a:xfrm>
                  <a:off x="2662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59" name="Freeform 756"/>
                <p:cNvSpPr>
                  <a:spLocks/>
                </p:cNvSpPr>
                <p:nvPr/>
              </p:nvSpPr>
              <p:spPr bwMode="auto">
                <a:xfrm>
                  <a:off x="2665" y="2099"/>
                  <a:ext cx="53" cy="5"/>
                </a:xfrm>
                <a:custGeom>
                  <a:avLst/>
                  <a:gdLst>
                    <a:gd name="T0" fmla="*/ 53 w 53"/>
                    <a:gd name="T1" fmla="*/ 2 h 5"/>
                    <a:gd name="T2" fmla="*/ 53 w 53"/>
                    <a:gd name="T3" fmla="*/ 0 h 5"/>
                    <a:gd name="T4" fmla="*/ 0 w 53"/>
                    <a:gd name="T5" fmla="*/ 0 h 5"/>
                    <a:gd name="T6" fmla="*/ 0 w 53"/>
                    <a:gd name="T7" fmla="*/ 5 h 5"/>
                    <a:gd name="T8" fmla="*/ 53 w 53"/>
                    <a:gd name="T9" fmla="*/ 5 h 5"/>
                    <a:gd name="T10" fmla="*/ 53 w 53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5"/>
                    <a:gd name="T20" fmla="*/ 53 w 5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5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3" y="5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0" name="Freeform 757"/>
                <p:cNvSpPr>
                  <a:spLocks/>
                </p:cNvSpPr>
                <p:nvPr/>
              </p:nvSpPr>
              <p:spPr bwMode="auto">
                <a:xfrm>
                  <a:off x="2718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1" name="Freeform 758"/>
                <p:cNvSpPr>
                  <a:spLocks/>
                </p:cNvSpPr>
                <p:nvPr/>
              </p:nvSpPr>
              <p:spPr bwMode="auto">
                <a:xfrm>
                  <a:off x="2664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0 w 3"/>
                    <a:gd name="T3" fmla="*/ 1 h 5"/>
                    <a:gd name="T4" fmla="*/ 0 w 3"/>
                    <a:gd name="T5" fmla="*/ 2 h 5"/>
                    <a:gd name="T6" fmla="*/ 0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2" name="Freeform 759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49" cy="5"/>
                </a:xfrm>
                <a:custGeom>
                  <a:avLst/>
                  <a:gdLst>
                    <a:gd name="T0" fmla="*/ 49 w 49"/>
                    <a:gd name="T1" fmla="*/ 2 h 5"/>
                    <a:gd name="T2" fmla="*/ 49 w 49"/>
                    <a:gd name="T3" fmla="*/ 0 h 5"/>
                    <a:gd name="T4" fmla="*/ 0 w 49"/>
                    <a:gd name="T5" fmla="*/ 0 h 5"/>
                    <a:gd name="T6" fmla="*/ 0 w 49"/>
                    <a:gd name="T7" fmla="*/ 5 h 5"/>
                    <a:gd name="T8" fmla="*/ 49 w 49"/>
                    <a:gd name="T9" fmla="*/ 5 h 5"/>
                    <a:gd name="T10" fmla="*/ 49 w 49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5"/>
                    <a:gd name="T20" fmla="*/ 49 w 49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5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9" y="5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3" name="Freeform 760"/>
                <p:cNvSpPr>
                  <a:spLocks/>
                </p:cNvSpPr>
                <p:nvPr/>
              </p:nvSpPr>
              <p:spPr bwMode="auto">
                <a:xfrm>
                  <a:off x="2716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4" name="Freeform 761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5" name="Freeform 762"/>
                <p:cNvSpPr>
                  <a:spLocks/>
                </p:cNvSpPr>
                <p:nvPr/>
              </p:nvSpPr>
              <p:spPr bwMode="auto">
                <a:xfrm>
                  <a:off x="2669" y="2099"/>
                  <a:ext cx="46" cy="5"/>
                </a:xfrm>
                <a:custGeom>
                  <a:avLst/>
                  <a:gdLst>
                    <a:gd name="T0" fmla="*/ 46 w 46"/>
                    <a:gd name="T1" fmla="*/ 2 h 5"/>
                    <a:gd name="T2" fmla="*/ 46 w 46"/>
                    <a:gd name="T3" fmla="*/ 0 h 5"/>
                    <a:gd name="T4" fmla="*/ 0 w 46"/>
                    <a:gd name="T5" fmla="*/ 0 h 5"/>
                    <a:gd name="T6" fmla="*/ 0 w 46"/>
                    <a:gd name="T7" fmla="*/ 5 h 5"/>
                    <a:gd name="T8" fmla="*/ 46 w 46"/>
                    <a:gd name="T9" fmla="*/ 5 h 5"/>
                    <a:gd name="T10" fmla="*/ 46 w 46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5"/>
                    <a:gd name="T20" fmla="*/ 46 w 46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5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6" y="5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6" name="Freeform 763"/>
                <p:cNvSpPr>
                  <a:spLocks/>
                </p:cNvSpPr>
                <p:nvPr/>
              </p:nvSpPr>
              <p:spPr bwMode="auto">
                <a:xfrm>
                  <a:off x="2715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7" name="Freeform 764"/>
                <p:cNvSpPr>
                  <a:spLocks/>
                </p:cNvSpPr>
                <p:nvPr/>
              </p:nvSpPr>
              <p:spPr bwMode="auto">
                <a:xfrm>
                  <a:off x="2668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8" name="Freeform 765"/>
                <p:cNvSpPr>
                  <a:spLocks/>
                </p:cNvSpPr>
                <p:nvPr/>
              </p:nvSpPr>
              <p:spPr bwMode="auto">
                <a:xfrm>
                  <a:off x="2671" y="2099"/>
                  <a:ext cx="41" cy="5"/>
                </a:xfrm>
                <a:custGeom>
                  <a:avLst/>
                  <a:gdLst>
                    <a:gd name="T0" fmla="*/ 41 w 41"/>
                    <a:gd name="T1" fmla="*/ 2 h 5"/>
                    <a:gd name="T2" fmla="*/ 41 w 41"/>
                    <a:gd name="T3" fmla="*/ 0 h 5"/>
                    <a:gd name="T4" fmla="*/ 0 w 41"/>
                    <a:gd name="T5" fmla="*/ 0 h 5"/>
                    <a:gd name="T6" fmla="*/ 0 w 41"/>
                    <a:gd name="T7" fmla="*/ 5 h 5"/>
                    <a:gd name="T8" fmla="*/ 41 w 41"/>
                    <a:gd name="T9" fmla="*/ 5 h 5"/>
                    <a:gd name="T10" fmla="*/ 41 w 41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5"/>
                    <a:gd name="T20" fmla="*/ 41 w 41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5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1" y="5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69" name="Freeform 766"/>
                <p:cNvSpPr>
                  <a:spLocks/>
                </p:cNvSpPr>
                <p:nvPr/>
              </p:nvSpPr>
              <p:spPr bwMode="auto">
                <a:xfrm>
                  <a:off x="2712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3 w 4"/>
                    <a:gd name="T3" fmla="*/ 4 h 5"/>
                    <a:gd name="T4" fmla="*/ 4 w 4"/>
                    <a:gd name="T5" fmla="*/ 2 h 5"/>
                    <a:gd name="T6" fmla="*/ 3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3" y="4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70" name="Freeform 767"/>
                <p:cNvSpPr>
                  <a:spLocks/>
                </p:cNvSpPr>
                <p:nvPr/>
              </p:nvSpPr>
              <p:spPr bwMode="auto">
                <a:xfrm>
                  <a:off x="267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71" name="Freeform 768"/>
                <p:cNvSpPr>
                  <a:spLocks/>
                </p:cNvSpPr>
                <p:nvPr/>
              </p:nvSpPr>
              <p:spPr bwMode="auto">
                <a:xfrm>
                  <a:off x="2673" y="2099"/>
                  <a:ext cx="37" cy="5"/>
                </a:xfrm>
                <a:custGeom>
                  <a:avLst/>
                  <a:gdLst>
                    <a:gd name="T0" fmla="*/ 37 w 37"/>
                    <a:gd name="T1" fmla="*/ 2 h 5"/>
                    <a:gd name="T2" fmla="*/ 37 w 37"/>
                    <a:gd name="T3" fmla="*/ 0 h 5"/>
                    <a:gd name="T4" fmla="*/ 0 w 37"/>
                    <a:gd name="T5" fmla="*/ 0 h 5"/>
                    <a:gd name="T6" fmla="*/ 0 w 37"/>
                    <a:gd name="T7" fmla="*/ 5 h 5"/>
                    <a:gd name="T8" fmla="*/ 37 w 37"/>
                    <a:gd name="T9" fmla="*/ 5 h 5"/>
                    <a:gd name="T10" fmla="*/ 37 w 3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5"/>
                    <a:gd name="T20" fmla="*/ 37 w 3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5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37" y="5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72" name="Freeform 769"/>
                <p:cNvSpPr>
                  <a:spLocks/>
                </p:cNvSpPr>
                <p:nvPr/>
              </p:nvSpPr>
              <p:spPr bwMode="auto">
                <a:xfrm>
                  <a:off x="2710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2 w 4"/>
                    <a:gd name="T3" fmla="*/ 4 h 5"/>
                    <a:gd name="T4" fmla="*/ 4 w 4"/>
                    <a:gd name="T5" fmla="*/ 2 h 5"/>
                    <a:gd name="T6" fmla="*/ 2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1373" name="Freeform 770"/>
                <p:cNvSpPr>
                  <a:spLocks/>
                </p:cNvSpPr>
                <p:nvPr/>
              </p:nvSpPr>
              <p:spPr bwMode="auto">
                <a:xfrm>
                  <a:off x="2672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1039" name="Freeform 771"/>
              <p:cNvSpPr>
                <a:spLocks/>
              </p:cNvSpPr>
              <p:nvPr/>
            </p:nvSpPr>
            <p:spPr bwMode="auto">
              <a:xfrm>
                <a:off x="2674" y="2099"/>
                <a:ext cx="34" cy="5"/>
              </a:xfrm>
              <a:custGeom>
                <a:avLst/>
                <a:gdLst>
                  <a:gd name="T0" fmla="*/ 34 w 34"/>
                  <a:gd name="T1" fmla="*/ 2 h 5"/>
                  <a:gd name="T2" fmla="*/ 34 w 34"/>
                  <a:gd name="T3" fmla="*/ 0 h 5"/>
                  <a:gd name="T4" fmla="*/ 0 w 34"/>
                  <a:gd name="T5" fmla="*/ 0 h 5"/>
                  <a:gd name="T6" fmla="*/ 0 w 34"/>
                  <a:gd name="T7" fmla="*/ 5 h 5"/>
                  <a:gd name="T8" fmla="*/ 34 w 34"/>
                  <a:gd name="T9" fmla="*/ 5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5"/>
                  <a:gd name="T20" fmla="*/ 34 w 3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5">
                    <a:moveTo>
                      <a:pt x="34" y="2"/>
                    </a:moveTo>
                    <a:lnTo>
                      <a:pt x="3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4" y="5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0" name="Freeform 772"/>
              <p:cNvSpPr>
                <a:spLocks/>
              </p:cNvSpPr>
              <p:nvPr/>
            </p:nvSpPr>
            <p:spPr bwMode="auto">
              <a:xfrm>
                <a:off x="270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1" name="Freeform 773"/>
              <p:cNvSpPr>
                <a:spLocks/>
              </p:cNvSpPr>
              <p:nvPr/>
            </p:nvSpPr>
            <p:spPr bwMode="auto">
              <a:xfrm>
                <a:off x="2674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2" name="Freeform 774"/>
              <p:cNvSpPr>
                <a:spLocks/>
              </p:cNvSpPr>
              <p:nvPr/>
            </p:nvSpPr>
            <p:spPr bwMode="auto">
              <a:xfrm>
                <a:off x="2676" y="2099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0 h 5"/>
                  <a:gd name="T4" fmla="*/ 0 w 31"/>
                  <a:gd name="T5" fmla="*/ 0 h 5"/>
                  <a:gd name="T6" fmla="*/ 0 w 31"/>
                  <a:gd name="T7" fmla="*/ 5 h 5"/>
                  <a:gd name="T8" fmla="*/ 31 w 31"/>
                  <a:gd name="T9" fmla="*/ 5 h 5"/>
                  <a:gd name="T10" fmla="*/ 31 w 3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5"/>
                  <a:gd name="T20" fmla="*/ 31 w 3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5">
                    <a:moveTo>
                      <a:pt x="31" y="2"/>
                    </a:moveTo>
                    <a:lnTo>
                      <a:pt x="3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3" name="Freeform 775"/>
              <p:cNvSpPr>
                <a:spLocks/>
              </p:cNvSpPr>
              <p:nvPr/>
            </p:nvSpPr>
            <p:spPr bwMode="auto">
              <a:xfrm>
                <a:off x="2707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4" name="Freeform 776"/>
              <p:cNvSpPr>
                <a:spLocks/>
              </p:cNvSpPr>
              <p:nvPr/>
            </p:nvSpPr>
            <p:spPr bwMode="auto">
              <a:xfrm>
                <a:off x="2676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5" name="Freeform 777"/>
              <p:cNvSpPr>
                <a:spLocks/>
              </p:cNvSpPr>
              <p:nvPr/>
            </p:nvSpPr>
            <p:spPr bwMode="auto">
              <a:xfrm>
                <a:off x="2678" y="2099"/>
                <a:ext cx="27" cy="5"/>
              </a:xfrm>
              <a:custGeom>
                <a:avLst/>
                <a:gdLst>
                  <a:gd name="T0" fmla="*/ 27 w 27"/>
                  <a:gd name="T1" fmla="*/ 2 h 5"/>
                  <a:gd name="T2" fmla="*/ 27 w 27"/>
                  <a:gd name="T3" fmla="*/ 0 h 5"/>
                  <a:gd name="T4" fmla="*/ 0 w 27"/>
                  <a:gd name="T5" fmla="*/ 0 h 5"/>
                  <a:gd name="T6" fmla="*/ 0 w 27"/>
                  <a:gd name="T7" fmla="*/ 5 h 5"/>
                  <a:gd name="T8" fmla="*/ 27 w 27"/>
                  <a:gd name="T9" fmla="*/ 5 h 5"/>
                  <a:gd name="T10" fmla="*/ 27 w 27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5"/>
                  <a:gd name="T20" fmla="*/ 27 w 27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5">
                    <a:moveTo>
                      <a:pt x="27" y="2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5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6" name="Freeform 778"/>
              <p:cNvSpPr>
                <a:spLocks/>
              </p:cNvSpPr>
              <p:nvPr/>
            </p:nvSpPr>
            <p:spPr bwMode="auto">
              <a:xfrm>
                <a:off x="2705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7" name="Freeform 779"/>
              <p:cNvSpPr>
                <a:spLocks/>
              </p:cNvSpPr>
              <p:nvPr/>
            </p:nvSpPr>
            <p:spPr bwMode="auto">
              <a:xfrm>
                <a:off x="2678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8" name="Freeform 780"/>
              <p:cNvSpPr>
                <a:spLocks/>
              </p:cNvSpPr>
              <p:nvPr/>
            </p:nvSpPr>
            <p:spPr bwMode="auto">
              <a:xfrm>
                <a:off x="2680" y="2099"/>
                <a:ext cx="23" cy="5"/>
              </a:xfrm>
              <a:custGeom>
                <a:avLst/>
                <a:gdLst>
                  <a:gd name="T0" fmla="*/ 23 w 23"/>
                  <a:gd name="T1" fmla="*/ 2 h 5"/>
                  <a:gd name="T2" fmla="*/ 23 w 23"/>
                  <a:gd name="T3" fmla="*/ 0 h 5"/>
                  <a:gd name="T4" fmla="*/ 0 w 23"/>
                  <a:gd name="T5" fmla="*/ 0 h 5"/>
                  <a:gd name="T6" fmla="*/ 0 w 23"/>
                  <a:gd name="T7" fmla="*/ 5 h 5"/>
                  <a:gd name="T8" fmla="*/ 23 w 23"/>
                  <a:gd name="T9" fmla="*/ 5 h 5"/>
                  <a:gd name="T10" fmla="*/ 23 w 23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"/>
                  <a:gd name="T20" fmla="*/ 23 w 2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">
                    <a:moveTo>
                      <a:pt x="23" y="2"/>
                    </a:moveTo>
                    <a:lnTo>
                      <a:pt x="23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3" y="5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49" name="Freeform 781"/>
              <p:cNvSpPr>
                <a:spLocks/>
              </p:cNvSpPr>
              <p:nvPr/>
            </p:nvSpPr>
            <p:spPr bwMode="auto">
              <a:xfrm>
                <a:off x="270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0" name="Freeform 782"/>
              <p:cNvSpPr>
                <a:spLocks/>
              </p:cNvSpPr>
              <p:nvPr/>
            </p:nvSpPr>
            <p:spPr bwMode="auto">
              <a:xfrm>
                <a:off x="2680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0 w 3"/>
                  <a:gd name="T5" fmla="*/ 2 h 5"/>
                  <a:gd name="T6" fmla="*/ 0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1" name="Freeform 783"/>
              <p:cNvSpPr>
                <a:spLocks/>
              </p:cNvSpPr>
              <p:nvPr/>
            </p:nvSpPr>
            <p:spPr bwMode="auto">
              <a:xfrm>
                <a:off x="2683" y="2099"/>
                <a:ext cx="18" cy="5"/>
              </a:xfrm>
              <a:custGeom>
                <a:avLst/>
                <a:gdLst>
                  <a:gd name="T0" fmla="*/ 18 w 18"/>
                  <a:gd name="T1" fmla="*/ 2 h 5"/>
                  <a:gd name="T2" fmla="*/ 18 w 18"/>
                  <a:gd name="T3" fmla="*/ 0 h 5"/>
                  <a:gd name="T4" fmla="*/ 0 w 18"/>
                  <a:gd name="T5" fmla="*/ 0 h 5"/>
                  <a:gd name="T6" fmla="*/ 0 w 18"/>
                  <a:gd name="T7" fmla="*/ 5 h 5"/>
                  <a:gd name="T8" fmla="*/ 18 w 18"/>
                  <a:gd name="T9" fmla="*/ 5 h 5"/>
                  <a:gd name="T10" fmla="*/ 18 w 18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5"/>
                  <a:gd name="T20" fmla="*/ 18 w 18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5">
                    <a:moveTo>
                      <a:pt x="18" y="2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8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2" name="Freeform 784"/>
              <p:cNvSpPr>
                <a:spLocks/>
              </p:cNvSpPr>
              <p:nvPr/>
            </p:nvSpPr>
            <p:spPr bwMode="auto">
              <a:xfrm>
                <a:off x="2701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3" name="Freeform 785"/>
              <p:cNvSpPr>
                <a:spLocks/>
              </p:cNvSpPr>
              <p:nvPr/>
            </p:nvSpPr>
            <p:spPr bwMode="auto">
              <a:xfrm>
                <a:off x="2681" y="2099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1 h 5"/>
                  <a:gd name="T4" fmla="*/ 0 w 4"/>
                  <a:gd name="T5" fmla="*/ 2 h 5"/>
                  <a:gd name="T6" fmla="*/ 2 w 4"/>
                  <a:gd name="T7" fmla="*/ 4 h 5"/>
                  <a:gd name="T8" fmla="*/ 4 w 4"/>
                  <a:gd name="T9" fmla="*/ 5 h 5"/>
                  <a:gd name="T10" fmla="*/ 4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4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4" name="Freeform 786"/>
              <p:cNvSpPr>
                <a:spLocks/>
              </p:cNvSpPr>
              <p:nvPr/>
            </p:nvSpPr>
            <p:spPr bwMode="auto">
              <a:xfrm>
                <a:off x="2685" y="2099"/>
                <a:ext cx="14" cy="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0 h 5"/>
                  <a:gd name="T4" fmla="*/ 0 w 14"/>
                  <a:gd name="T5" fmla="*/ 0 h 5"/>
                  <a:gd name="T6" fmla="*/ 0 w 14"/>
                  <a:gd name="T7" fmla="*/ 5 h 5"/>
                  <a:gd name="T8" fmla="*/ 14 w 14"/>
                  <a:gd name="T9" fmla="*/ 5 h 5"/>
                  <a:gd name="T10" fmla="*/ 14 w 1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"/>
                  <a:gd name="T20" fmla="*/ 14 w 1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">
                    <a:moveTo>
                      <a:pt x="14" y="2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5" name="Freeform 787"/>
              <p:cNvSpPr>
                <a:spLocks/>
              </p:cNvSpPr>
              <p:nvPr/>
            </p:nvSpPr>
            <p:spPr bwMode="auto">
              <a:xfrm>
                <a:off x="2699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6" name="Freeform 788"/>
              <p:cNvSpPr>
                <a:spLocks/>
              </p:cNvSpPr>
              <p:nvPr/>
            </p:nvSpPr>
            <p:spPr bwMode="auto">
              <a:xfrm>
                <a:off x="2684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7" name="Freeform 789"/>
              <p:cNvSpPr>
                <a:spLocks/>
              </p:cNvSpPr>
              <p:nvPr/>
            </p:nvSpPr>
            <p:spPr bwMode="auto">
              <a:xfrm>
                <a:off x="2687" y="2099"/>
                <a:ext cx="11" cy="5"/>
              </a:xfrm>
              <a:custGeom>
                <a:avLst/>
                <a:gdLst>
                  <a:gd name="T0" fmla="*/ 11 w 11"/>
                  <a:gd name="T1" fmla="*/ 2 h 5"/>
                  <a:gd name="T2" fmla="*/ 11 w 11"/>
                  <a:gd name="T3" fmla="*/ 0 h 5"/>
                  <a:gd name="T4" fmla="*/ 0 w 11"/>
                  <a:gd name="T5" fmla="*/ 0 h 5"/>
                  <a:gd name="T6" fmla="*/ 0 w 11"/>
                  <a:gd name="T7" fmla="*/ 5 h 5"/>
                  <a:gd name="T8" fmla="*/ 11 w 11"/>
                  <a:gd name="T9" fmla="*/ 5 h 5"/>
                  <a:gd name="T10" fmla="*/ 11 w 1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5"/>
                  <a:gd name="T20" fmla="*/ 11 w 1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5">
                    <a:moveTo>
                      <a:pt x="11" y="2"/>
                    </a:moveTo>
                    <a:lnTo>
                      <a:pt x="1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8" name="Freeform 790"/>
              <p:cNvSpPr>
                <a:spLocks/>
              </p:cNvSpPr>
              <p:nvPr/>
            </p:nvSpPr>
            <p:spPr bwMode="auto">
              <a:xfrm>
                <a:off x="269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59" name="Freeform 791"/>
              <p:cNvSpPr>
                <a:spLocks/>
              </p:cNvSpPr>
              <p:nvPr/>
            </p:nvSpPr>
            <p:spPr bwMode="auto">
              <a:xfrm>
                <a:off x="2686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0" name="Freeform 792"/>
              <p:cNvSpPr>
                <a:spLocks/>
              </p:cNvSpPr>
              <p:nvPr/>
            </p:nvSpPr>
            <p:spPr bwMode="auto">
              <a:xfrm>
                <a:off x="2689" y="2099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6 w 6"/>
                  <a:gd name="T3" fmla="*/ 0 h 5"/>
                  <a:gd name="T4" fmla="*/ 0 w 6"/>
                  <a:gd name="T5" fmla="*/ 0 h 5"/>
                  <a:gd name="T6" fmla="*/ 0 w 6"/>
                  <a:gd name="T7" fmla="*/ 5 h 5"/>
                  <a:gd name="T8" fmla="*/ 6 w 6"/>
                  <a:gd name="T9" fmla="*/ 5 h 5"/>
                  <a:gd name="T10" fmla="*/ 6 w 6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5"/>
                  <a:gd name="T20" fmla="*/ 6 w 6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5">
                    <a:moveTo>
                      <a:pt x="6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1" name="Freeform 793"/>
              <p:cNvSpPr>
                <a:spLocks/>
              </p:cNvSpPr>
              <p:nvPr/>
            </p:nvSpPr>
            <p:spPr bwMode="auto">
              <a:xfrm>
                <a:off x="2695" y="2099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3 w 4"/>
                  <a:gd name="T3" fmla="*/ 4 h 5"/>
                  <a:gd name="T4" fmla="*/ 4 w 4"/>
                  <a:gd name="T5" fmla="*/ 2 h 5"/>
                  <a:gd name="T6" fmla="*/ 3 w 4"/>
                  <a:gd name="T7" fmla="*/ 1 h 5"/>
                  <a:gd name="T8" fmla="*/ 0 w 4"/>
                  <a:gd name="T9" fmla="*/ 0 h 5"/>
                  <a:gd name="T10" fmla="*/ 0 w 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0" y="5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2" name="Freeform 794"/>
              <p:cNvSpPr>
                <a:spLocks/>
              </p:cNvSpPr>
              <p:nvPr/>
            </p:nvSpPr>
            <p:spPr bwMode="auto">
              <a:xfrm>
                <a:off x="2688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3" name="Freeform 795"/>
              <p:cNvSpPr>
                <a:spLocks/>
              </p:cNvSpPr>
              <p:nvPr/>
            </p:nvSpPr>
            <p:spPr bwMode="auto">
              <a:xfrm>
                <a:off x="2691" y="2099"/>
                <a:ext cx="2" cy="5"/>
              </a:xfrm>
              <a:custGeom>
                <a:avLst/>
                <a:gdLst>
                  <a:gd name="T0" fmla="*/ 2 w 2"/>
                  <a:gd name="T1" fmla="*/ 2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5 h 5"/>
                  <a:gd name="T8" fmla="*/ 2 w 2"/>
                  <a:gd name="T9" fmla="*/ 5 h 5"/>
                  <a:gd name="T10" fmla="*/ 2 w 2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4" name="Freeform 796"/>
              <p:cNvSpPr>
                <a:spLocks/>
              </p:cNvSpPr>
              <p:nvPr/>
            </p:nvSpPr>
            <p:spPr bwMode="auto">
              <a:xfrm>
                <a:off x="269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5" name="Freeform 797"/>
              <p:cNvSpPr>
                <a:spLocks/>
              </p:cNvSpPr>
              <p:nvPr/>
            </p:nvSpPr>
            <p:spPr bwMode="auto">
              <a:xfrm>
                <a:off x="2676" y="1794"/>
                <a:ext cx="29" cy="75"/>
              </a:xfrm>
              <a:custGeom>
                <a:avLst/>
                <a:gdLst>
                  <a:gd name="T0" fmla="*/ 5 w 29"/>
                  <a:gd name="T1" fmla="*/ 0 h 75"/>
                  <a:gd name="T2" fmla="*/ 16 w 29"/>
                  <a:gd name="T3" fmla="*/ 41 h 75"/>
                  <a:gd name="T4" fmla="*/ 0 w 29"/>
                  <a:gd name="T5" fmla="*/ 38 h 75"/>
                  <a:gd name="T6" fmla="*/ 17 w 29"/>
                  <a:gd name="T7" fmla="*/ 75 h 75"/>
                  <a:gd name="T8" fmla="*/ 13 w 29"/>
                  <a:gd name="T9" fmla="*/ 49 h 75"/>
                  <a:gd name="T10" fmla="*/ 29 w 29"/>
                  <a:gd name="T11" fmla="*/ 51 h 75"/>
                  <a:gd name="T12" fmla="*/ 5 w 29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75"/>
                  <a:gd name="T23" fmla="*/ 29 w 29"/>
                  <a:gd name="T24" fmla="*/ 75 h 7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75">
                    <a:moveTo>
                      <a:pt x="5" y="0"/>
                    </a:moveTo>
                    <a:lnTo>
                      <a:pt x="16" y="41"/>
                    </a:lnTo>
                    <a:lnTo>
                      <a:pt x="0" y="38"/>
                    </a:lnTo>
                    <a:lnTo>
                      <a:pt x="17" y="75"/>
                    </a:lnTo>
                    <a:lnTo>
                      <a:pt x="13" y="49"/>
                    </a:lnTo>
                    <a:lnTo>
                      <a:pt x="29" y="5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6" name="Freeform 798"/>
              <p:cNvSpPr>
                <a:spLocks/>
              </p:cNvSpPr>
              <p:nvPr/>
            </p:nvSpPr>
            <p:spPr bwMode="auto">
              <a:xfrm>
                <a:off x="2678" y="1794"/>
                <a:ext cx="16" cy="43"/>
              </a:xfrm>
              <a:custGeom>
                <a:avLst/>
                <a:gdLst>
                  <a:gd name="T0" fmla="*/ 13 w 16"/>
                  <a:gd name="T1" fmla="*/ 43 h 43"/>
                  <a:gd name="T2" fmla="*/ 16 w 16"/>
                  <a:gd name="T3" fmla="*/ 40 h 43"/>
                  <a:gd name="T4" fmla="*/ 6 w 16"/>
                  <a:gd name="T5" fmla="*/ 0 h 43"/>
                  <a:gd name="T6" fmla="*/ 0 w 16"/>
                  <a:gd name="T7" fmla="*/ 1 h 43"/>
                  <a:gd name="T8" fmla="*/ 11 w 16"/>
                  <a:gd name="T9" fmla="*/ 41 h 43"/>
                  <a:gd name="T10" fmla="*/ 14 w 16"/>
                  <a:gd name="T11" fmla="*/ 38 h 43"/>
                  <a:gd name="T12" fmla="*/ 11 w 16"/>
                  <a:gd name="T13" fmla="*/ 41 h 43"/>
                  <a:gd name="T14" fmla="*/ 12 w 16"/>
                  <a:gd name="T15" fmla="*/ 43 h 43"/>
                  <a:gd name="T16" fmla="*/ 14 w 16"/>
                  <a:gd name="T17" fmla="*/ 43 h 43"/>
                  <a:gd name="T18" fmla="*/ 16 w 16"/>
                  <a:gd name="T19" fmla="*/ 42 h 43"/>
                  <a:gd name="T20" fmla="*/ 16 w 16"/>
                  <a:gd name="T21" fmla="*/ 40 h 43"/>
                  <a:gd name="T22" fmla="*/ 13 w 16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43"/>
                  <a:gd name="T38" fmla="*/ 16 w 16"/>
                  <a:gd name="T39" fmla="*/ 43 h 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43">
                    <a:moveTo>
                      <a:pt x="13" y="43"/>
                    </a:moveTo>
                    <a:lnTo>
                      <a:pt x="16" y="40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11" y="41"/>
                    </a:lnTo>
                    <a:lnTo>
                      <a:pt x="14" y="38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3" y="4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7" name="Freeform 799"/>
              <p:cNvSpPr>
                <a:spLocks/>
              </p:cNvSpPr>
              <p:nvPr/>
            </p:nvSpPr>
            <p:spPr bwMode="auto">
              <a:xfrm>
                <a:off x="2674" y="1830"/>
                <a:ext cx="18" cy="7"/>
              </a:xfrm>
              <a:custGeom>
                <a:avLst/>
                <a:gdLst>
                  <a:gd name="T0" fmla="*/ 4 w 18"/>
                  <a:gd name="T1" fmla="*/ 2 h 7"/>
                  <a:gd name="T2" fmla="*/ 2 w 18"/>
                  <a:gd name="T3" fmla="*/ 5 h 7"/>
                  <a:gd name="T4" fmla="*/ 17 w 18"/>
                  <a:gd name="T5" fmla="*/ 7 h 7"/>
                  <a:gd name="T6" fmla="*/ 18 w 18"/>
                  <a:gd name="T7" fmla="*/ 2 h 7"/>
                  <a:gd name="T8" fmla="*/ 3 w 18"/>
                  <a:gd name="T9" fmla="*/ 0 h 7"/>
                  <a:gd name="T10" fmla="*/ 0 w 18"/>
                  <a:gd name="T11" fmla="*/ 3 h 7"/>
                  <a:gd name="T12" fmla="*/ 3 w 18"/>
                  <a:gd name="T13" fmla="*/ 0 h 7"/>
                  <a:gd name="T14" fmla="*/ 1 w 18"/>
                  <a:gd name="T15" fmla="*/ 1 h 7"/>
                  <a:gd name="T16" fmla="*/ 0 w 18"/>
                  <a:gd name="T17" fmla="*/ 2 h 7"/>
                  <a:gd name="T18" fmla="*/ 0 w 18"/>
                  <a:gd name="T19" fmla="*/ 4 h 7"/>
                  <a:gd name="T20" fmla="*/ 2 w 18"/>
                  <a:gd name="T21" fmla="*/ 5 h 7"/>
                  <a:gd name="T22" fmla="*/ 4 w 18"/>
                  <a:gd name="T23" fmla="*/ 2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4" y="2"/>
                    </a:moveTo>
                    <a:lnTo>
                      <a:pt x="2" y="5"/>
                    </a:lnTo>
                    <a:lnTo>
                      <a:pt x="17" y="7"/>
                    </a:lnTo>
                    <a:lnTo>
                      <a:pt x="18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8" name="Freeform 800"/>
              <p:cNvSpPr>
                <a:spLocks/>
              </p:cNvSpPr>
              <p:nvPr/>
            </p:nvSpPr>
            <p:spPr bwMode="auto">
              <a:xfrm>
                <a:off x="2674" y="1832"/>
                <a:ext cx="21" cy="40"/>
              </a:xfrm>
              <a:custGeom>
                <a:avLst/>
                <a:gdLst>
                  <a:gd name="T0" fmla="*/ 16 w 21"/>
                  <a:gd name="T1" fmla="*/ 37 h 40"/>
                  <a:gd name="T2" fmla="*/ 21 w 21"/>
                  <a:gd name="T3" fmla="*/ 36 h 40"/>
                  <a:gd name="T4" fmla="*/ 4 w 21"/>
                  <a:gd name="T5" fmla="*/ 0 h 40"/>
                  <a:gd name="T6" fmla="*/ 0 w 21"/>
                  <a:gd name="T7" fmla="*/ 2 h 40"/>
                  <a:gd name="T8" fmla="*/ 16 w 21"/>
                  <a:gd name="T9" fmla="*/ 38 h 40"/>
                  <a:gd name="T10" fmla="*/ 21 w 21"/>
                  <a:gd name="T11" fmla="*/ 37 h 40"/>
                  <a:gd name="T12" fmla="*/ 16 w 21"/>
                  <a:gd name="T13" fmla="*/ 38 h 40"/>
                  <a:gd name="T14" fmla="*/ 18 w 21"/>
                  <a:gd name="T15" fmla="*/ 40 h 40"/>
                  <a:gd name="T16" fmla="*/ 19 w 21"/>
                  <a:gd name="T17" fmla="*/ 40 h 40"/>
                  <a:gd name="T18" fmla="*/ 21 w 21"/>
                  <a:gd name="T19" fmla="*/ 38 h 40"/>
                  <a:gd name="T20" fmla="*/ 21 w 21"/>
                  <a:gd name="T21" fmla="*/ 36 h 40"/>
                  <a:gd name="T22" fmla="*/ 16 w 21"/>
                  <a:gd name="T23" fmla="*/ 37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40"/>
                  <a:gd name="T38" fmla="*/ 21 w 21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40">
                    <a:moveTo>
                      <a:pt x="16" y="37"/>
                    </a:moveTo>
                    <a:lnTo>
                      <a:pt x="21" y="3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6" y="38"/>
                    </a:lnTo>
                    <a:lnTo>
                      <a:pt x="21" y="37"/>
                    </a:lnTo>
                    <a:lnTo>
                      <a:pt x="16" y="38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16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69" name="Freeform 801"/>
              <p:cNvSpPr>
                <a:spLocks/>
              </p:cNvSpPr>
              <p:nvPr/>
            </p:nvSpPr>
            <p:spPr bwMode="auto">
              <a:xfrm>
                <a:off x="2687" y="1841"/>
                <a:ext cx="8" cy="28"/>
              </a:xfrm>
              <a:custGeom>
                <a:avLst/>
                <a:gdLst>
                  <a:gd name="T0" fmla="*/ 3 w 8"/>
                  <a:gd name="T1" fmla="*/ 0 h 28"/>
                  <a:gd name="T2" fmla="*/ 0 w 8"/>
                  <a:gd name="T3" fmla="*/ 3 h 28"/>
                  <a:gd name="T4" fmla="*/ 3 w 8"/>
                  <a:gd name="T5" fmla="*/ 28 h 28"/>
                  <a:gd name="T6" fmla="*/ 8 w 8"/>
                  <a:gd name="T7" fmla="*/ 27 h 28"/>
                  <a:gd name="T8" fmla="*/ 4 w 8"/>
                  <a:gd name="T9" fmla="*/ 2 h 28"/>
                  <a:gd name="T10" fmla="*/ 2 w 8"/>
                  <a:gd name="T11" fmla="*/ 5 h 28"/>
                  <a:gd name="T12" fmla="*/ 4 w 8"/>
                  <a:gd name="T13" fmla="*/ 2 h 28"/>
                  <a:gd name="T14" fmla="*/ 4 w 8"/>
                  <a:gd name="T15" fmla="*/ 1 h 28"/>
                  <a:gd name="T16" fmla="*/ 2 w 8"/>
                  <a:gd name="T17" fmla="*/ 0 h 28"/>
                  <a:gd name="T18" fmla="*/ 1 w 8"/>
                  <a:gd name="T19" fmla="*/ 1 h 28"/>
                  <a:gd name="T20" fmla="*/ 0 w 8"/>
                  <a:gd name="T21" fmla="*/ 3 h 28"/>
                  <a:gd name="T22" fmla="*/ 3 w 8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28"/>
                  <a:gd name="T38" fmla="*/ 8 w 8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28">
                    <a:moveTo>
                      <a:pt x="3" y="0"/>
                    </a:moveTo>
                    <a:lnTo>
                      <a:pt x="0" y="3"/>
                    </a:lnTo>
                    <a:lnTo>
                      <a:pt x="3" y="28"/>
                    </a:lnTo>
                    <a:lnTo>
                      <a:pt x="8" y="27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0" name="Freeform 802"/>
              <p:cNvSpPr>
                <a:spLocks/>
              </p:cNvSpPr>
              <p:nvPr/>
            </p:nvSpPr>
            <p:spPr bwMode="auto">
              <a:xfrm>
                <a:off x="2689" y="1841"/>
                <a:ext cx="18" cy="7"/>
              </a:xfrm>
              <a:custGeom>
                <a:avLst/>
                <a:gdLst>
                  <a:gd name="T0" fmla="*/ 14 w 18"/>
                  <a:gd name="T1" fmla="*/ 5 h 7"/>
                  <a:gd name="T2" fmla="*/ 16 w 18"/>
                  <a:gd name="T3" fmla="*/ 2 h 7"/>
                  <a:gd name="T4" fmla="*/ 1 w 18"/>
                  <a:gd name="T5" fmla="*/ 0 h 7"/>
                  <a:gd name="T6" fmla="*/ 0 w 18"/>
                  <a:gd name="T7" fmla="*/ 5 h 7"/>
                  <a:gd name="T8" fmla="*/ 15 w 18"/>
                  <a:gd name="T9" fmla="*/ 7 h 7"/>
                  <a:gd name="T10" fmla="*/ 18 w 18"/>
                  <a:gd name="T11" fmla="*/ 4 h 7"/>
                  <a:gd name="T12" fmla="*/ 15 w 18"/>
                  <a:gd name="T13" fmla="*/ 7 h 7"/>
                  <a:gd name="T14" fmla="*/ 17 w 18"/>
                  <a:gd name="T15" fmla="*/ 6 h 7"/>
                  <a:gd name="T16" fmla="*/ 18 w 18"/>
                  <a:gd name="T17" fmla="*/ 5 h 7"/>
                  <a:gd name="T18" fmla="*/ 17 w 18"/>
                  <a:gd name="T19" fmla="*/ 3 h 7"/>
                  <a:gd name="T20" fmla="*/ 16 w 18"/>
                  <a:gd name="T21" fmla="*/ 2 h 7"/>
                  <a:gd name="T22" fmla="*/ 14 w 18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14" y="5"/>
                    </a:moveTo>
                    <a:lnTo>
                      <a:pt x="16" y="2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5" y="7"/>
                    </a:lnTo>
                    <a:lnTo>
                      <a:pt x="18" y="4"/>
                    </a:lnTo>
                    <a:lnTo>
                      <a:pt x="15" y="7"/>
                    </a:lnTo>
                    <a:lnTo>
                      <a:pt x="17" y="6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1" name="Freeform 803"/>
              <p:cNvSpPr>
                <a:spLocks/>
              </p:cNvSpPr>
              <p:nvPr/>
            </p:nvSpPr>
            <p:spPr bwMode="auto">
              <a:xfrm>
                <a:off x="2678" y="1791"/>
                <a:ext cx="29" cy="55"/>
              </a:xfrm>
              <a:custGeom>
                <a:avLst/>
                <a:gdLst>
                  <a:gd name="T0" fmla="*/ 6 w 29"/>
                  <a:gd name="T1" fmla="*/ 2 h 55"/>
                  <a:gd name="T2" fmla="*/ 0 w 29"/>
                  <a:gd name="T3" fmla="*/ 4 h 55"/>
                  <a:gd name="T4" fmla="*/ 25 w 29"/>
                  <a:gd name="T5" fmla="*/ 55 h 55"/>
                  <a:gd name="T6" fmla="*/ 29 w 29"/>
                  <a:gd name="T7" fmla="*/ 53 h 55"/>
                  <a:gd name="T8" fmla="*/ 6 w 29"/>
                  <a:gd name="T9" fmla="*/ 2 h 55"/>
                  <a:gd name="T10" fmla="*/ 0 w 29"/>
                  <a:gd name="T11" fmla="*/ 4 h 55"/>
                  <a:gd name="T12" fmla="*/ 6 w 29"/>
                  <a:gd name="T13" fmla="*/ 2 h 55"/>
                  <a:gd name="T14" fmla="*/ 5 w 29"/>
                  <a:gd name="T15" fmla="*/ 0 h 55"/>
                  <a:gd name="T16" fmla="*/ 1 w 29"/>
                  <a:gd name="T17" fmla="*/ 0 h 55"/>
                  <a:gd name="T18" fmla="*/ 0 w 29"/>
                  <a:gd name="T19" fmla="*/ 2 h 55"/>
                  <a:gd name="T20" fmla="*/ 0 w 29"/>
                  <a:gd name="T21" fmla="*/ 4 h 55"/>
                  <a:gd name="T22" fmla="*/ 6 w 29"/>
                  <a:gd name="T23" fmla="*/ 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55"/>
                  <a:gd name="T38" fmla="*/ 29 w 29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55">
                    <a:moveTo>
                      <a:pt x="6" y="2"/>
                    </a:moveTo>
                    <a:lnTo>
                      <a:pt x="0" y="4"/>
                    </a:lnTo>
                    <a:lnTo>
                      <a:pt x="25" y="55"/>
                    </a:lnTo>
                    <a:lnTo>
                      <a:pt x="29" y="53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2" name="Freeform 804"/>
              <p:cNvSpPr>
                <a:spLocks/>
              </p:cNvSpPr>
              <p:nvPr/>
            </p:nvSpPr>
            <p:spPr bwMode="auto">
              <a:xfrm>
                <a:off x="2677" y="1797"/>
                <a:ext cx="27" cy="70"/>
              </a:xfrm>
              <a:custGeom>
                <a:avLst/>
                <a:gdLst>
                  <a:gd name="T0" fmla="*/ 6 w 27"/>
                  <a:gd name="T1" fmla="*/ 0 h 70"/>
                  <a:gd name="T2" fmla="*/ 27 w 27"/>
                  <a:gd name="T3" fmla="*/ 48 h 70"/>
                  <a:gd name="T4" fmla="*/ 11 w 27"/>
                  <a:gd name="T5" fmla="*/ 46 h 70"/>
                  <a:gd name="T6" fmla="*/ 15 w 27"/>
                  <a:gd name="T7" fmla="*/ 70 h 70"/>
                  <a:gd name="T8" fmla="*/ 0 w 27"/>
                  <a:gd name="T9" fmla="*/ 36 h 70"/>
                  <a:gd name="T10" fmla="*/ 15 w 27"/>
                  <a:gd name="T11" fmla="*/ 38 h 70"/>
                  <a:gd name="T12" fmla="*/ 6 w 27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70"/>
                  <a:gd name="T23" fmla="*/ 27 w 27"/>
                  <a:gd name="T24" fmla="*/ 70 h 7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70">
                    <a:moveTo>
                      <a:pt x="6" y="0"/>
                    </a:moveTo>
                    <a:lnTo>
                      <a:pt x="27" y="48"/>
                    </a:lnTo>
                    <a:lnTo>
                      <a:pt x="11" y="46"/>
                    </a:lnTo>
                    <a:lnTo>
                      <a:pt x="15" y="70"/>
                    </a:lnTo>
                    <a:lnTo>
                      <a:pt x="0" y="36"/>
                    </a:lnTo>
                    <a:lnTo>
                      <a:pt x="15" y="3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3" name="Freeform 805"/>
              <p:cNvSpPr>
                <a:spLocks/>
              </p:cNvSpPr>
              <p:nvPr/>
            </p:nvSpPr>
            <p:spPr bwMode="auto">
              <a:xfrm>
                <a:off x="2677" y="1800"/>
                <a:ext cx="27" cy="65"/>
              </a:xfrm>
              <a:custGeom>
                <a:avLst/>
                <a:gdLst>
                  <a:gd name="T0" fmla="*/ 7 w 27"/>
                  <a:gd name="T1" fmla="*/ 0 h 65"/>
                  <a:gd name="T2" fmla="*/ 27 w 27"/>
                  <a:gd name="T3" fmla="*/ 44 h 65"/>
                  <a:gd name="T4" fmla="*/ 11 w 27"/>
                  <a:gd name="T5" fmla="*/ 42 h 65"/>
                  <a:gd name="T6" fmla="*/ 14 w 27"/>
                  <a:gd name="T7" fmla="*/ 65 h 65"/>
                  <a:gd name="T8" fmla="*/ 0 w 27"/>
                  <a:gd name="T9" fmla="*/ 33 h 65"/>
                  <a:gd name="T10" fmla="*/ 16 w 27"/>
                  <a:gd name="T11" fmla="*/ 35 h 65"/>
                  <a:gd name="T12" fmla="*/ 7 w 27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65"/>
                  <a:gd name="T23" fmla="*/ 27 w 27"/>
                  <a:gd name="T24" fmla="*/ 65 h 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65">
                    <a:moveTo>
                      <a:pt x="7" y="0"/>
                    </a:moveTo>
                    <a:lnTo>
                      <a:pt x="27" y="44"/>
                    </a:lnTo>
                    <a:lnTo>
                      <a:pt x="11" y="42"/>
                    </a:lnTo>
                    <a:lnTo>
                      <a:pt x="14" y="65"/>
                    </a:lnTo>
                    <a:lnTo>
                      <a:pt x="0" y="33"/>
                    </a:lnTo>
                    <a:lnTo>
                      <a:pt x="16" y="3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4" name="Freeform 806"/>
              <p:cNvSpPr>
                <a:spLocks/>
              </p:cNvSpPr>
              <p:nvPr/>
            </p:nvSpPr>
            <p:spPr bwMode="auto">
              <a:xfrm>
                <a:off x="2678" y="1804"/>
                <a:ext cx="25" cy="59"/>
              </a:xfrm>
              <a:custGeom>
                <a:avLst/>
                <a:gdLst>
                  <a:gd name="T0" fmla="*/ 8 w 25"/>
                  <a:gd name="T1" fmla="*/ 0 h 59"/>
                  <a:gd name="T2" fmla="*/ 25 w 25"/>
                  <a:gd name="T3" fmla="*/ 40 h 59"/>
                  <a:gd name="T4" fmla="*/ 10 w 25"/>
                  <a:gd name="T5" fmla="*/ 38 h 59"/>
                  <a:gd name="T6" fmla="*/ 13 w 25"/>
                  <a:gd name="T7" fmla="*/ 59 h 59"/>
                  <a:gd name="T8" fmla="*/ 0 w 25"/>
                  <a:gd name="T9" fmla="*/ 30 h 59"/>
                  <a:gd name="T10" fmla="*/ 15 w 25"/>
                  <a:gd name="T11" fmla="*/ 32 h 59"/>
                  <a:gd name="T12" fmla="*/ 8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9"/>
                  <a:gd name="T23" fmla="*/ 25 w 25"/>
                  <a:gd name="T24" fmla="*/ 59 h 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9">
                    <a:moveTo>
                      <a:pt x="8" y="0"/>
                    </a:moveTo>
                    <a:lnTo>
                      <a:pt x="25" y="40"/>
                    </a:lnTo>
                    <a:lnTo>
                      <a:pt x="10" y="38"/>
                    </a:lnTo>
                    <a:lnTo>
                      <a:pt x="13" y="59"/>
                    </a:lnTo>
                    <a:lnTo>
                      <a:pt x="0" y="30"/>
                    </a:lnTo>
                    <a:lnTo>
                      <a:pt x="15" y="3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5" name="Freeform 807"/>
              <p:cNvSpPr>
                <a:spLocks/>
              </p:cNvSpPr>
              <p:nvPr/>
            </p:nvSpPr>
            <p:spPr bwMode="auto">
              <a:xfrm>
                <a:off x="2678" y="1807"/>
                <a:ext cx="25" cy="54"/>
              </a:xfrm>
              <a:custGeom>
                <a:avLst/>
                <a:gdLst>
                  <a:gd name="T0" fmla="*/ 9 w 25"/>
                  <a:gd name="T1" fmla="*/ 0 h 54"/>
                  <a:gd name="T2" fmla="*/ 25 w 25"/>
                  <a:gd name="T3" fmla="*/ 37 h 54"/>
                  <a:gd name="T4" fmla="*/ 9 w 25"/>
                  <a:gd name="T5" fmla="*/ 35 h 54"/>
                  <a:gd name="T6" fmla="*/ 12 w 25"/>
                  <a:gd name="T7" fmla="*/ 54 h 54"/>
                  <a:gd name="T8" fmla="*/ 0 w 25"/>
                  <a:gd name="T9" fmla="*/ 27 h 54"/>
                  <a:gd name="T10" fmla="*/ 16 w 25"/>
                  <a:gd name="T11" fmla="*/ 29 h 54"/>
                  <a:gd name="T12" fmla="*/ 9 w 2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4"/>
                  <a:gd name="T23" fmla="*/ 25 w 25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4">
                    <a:moveTo>
                      <a:pt x="9" y="0"/>
                    </a:moveTo>
                    <a:lnTo>
                      <a:pt x="25" y="37"/>
                    </a:lnTo>
                    <a:lnTo>
                      <a:pt x="9" y="35"/>
                    </a:lnTo>
                    <a:lnTo>
                      <a:pt x="12" y="54"/>
                    </a:lnTo>
                    <a:lnTo>
                      <a:pt x="0" y="27"/>
                    </a:lnTo>
                    <a:lnTo>
                      <a:pt x="16" y="2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6" name="Freeform 808"/>
              <p:cNvSpPr>
                <a:spLocks/>
              </p:cNvSpPr>
              <p:nvPr/>
            </p:nvSpPr>
            <p:spPr bwMode="auto">
              <a:xfrm>
                <a:off x="2678" y="1811"/>
                <a:ext cx="24" cy="48"/>
              </a:xfrm>
              <a:custGeom>
                <a:avLst/>
                <a:gdLst>
                  <a:gd name="T0" fmla="*/ 9 w 24"/>
                  <a:gd name="T1" fmla="*/ 0 h 48"/>
                  <a:gd name="T2" fmla="*/ 24 w 24"/>
                  <a:gd name="T3" fmla="*/ 32 h 48"/>
                  <a:gd name="T4" fmla="*/ 8 w 24"/>
                  <a:gd name="T5" fmla="*/ 30 h 48"/>
                  <a:gd name="T6" fmla="*/ 11 w 24"/>
                  <a:gd name="T7" fmla="*/ 48 h 48"/>
                  <a:gd name="T8" fmla="*/ 0 w 24"/>
                  <a:gd name="T9" fmla="*/ 23 h 48"/>
                  <a:gd name="T10" fmla="*/ 16 w 24"/>
                  <a:gd name="T11" fmla="*/ 26 h 48"/>
                  <a:gd name="T12" fmla="*/ 9 w 24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48"/>
                  <a:gd name="T23" fmla="*/ 24 w 24"/>
                  <a:gd name="T24" fmla="*/ 48 h 4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48">
                    <a:moveTo>
                      <a:pt x="9" y="0"/>
                    </a:moveTo>
                    <a:lnTo>
                      <a:pt x="24" y="32"/>
                    </a:lnTo>
                    <a:lnTo>
                      <a:pt x="8" y="30"/>
                    </a:lnTo>
                    <a:lnTo>
                      <a:pt x="11" y="48"/>
                    </a:lnTo>
                    <a:lnTo>
                      <a:pt x="0" y="23"/>
                    </a:lnTo>
                    <a:lnTo>
                      <a:pt x="16" y="2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7" name="Freeform 809"/>
              <p:cNvSpPr>
                <a:spLocks/>
              </p:cNvSpPr>
              <p:nvPr/>
            </p:nvSpPr>
            <p:spPr bwMode="auto">
              <a:xfrm>
                <a:off x="2679" y="1814"/>
                <a:ext cx="23" cy="44"/>
              </a:xfrm>
              <a:custGeom>
                <a:avLst/>
                <a:gdLst>
                  <a:gd name="T0" fmla="*/ 10 w 23"/>
                  <a:gd name="T1" fmla="*/ 0 h 44"/>
                  <a:gd name="T2" fmla="*/ 23 w 23"/>
                  <a:gd name="T3" fmla="*/ 30 h 44"/>
                  <a:gd name="T4" fmla="*/ 7 w 23"/>
                  <a:gd name="T5" fmla="*/ 27 h 44"/>
                  <a:gd name="T6" fmla="*/ 10 w 23"/>
                  <a:gd name="T7" fmla="*/ 44 h 44"/>
                  <a:gd name="T8" fmla="*/ 0 w 23"/>
                  <a:gd name="T9" fmla="*/ 21 h 44"/>
                  <a:gd name="T10" fmla="*/ 16 w 23"/>
                  <a:gd name="T11" fmla="*/ 24 h 44"/>
                  <a:gd name="T12" fmla="*/ 10 w 23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44"/>
                  <a:gd name="T23" fmla="*/ 23 w 23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44">
                    <a:moveTo>
                      <a:pt x="10" y="0"/>
                    </a:moveTo>
                    <a:lnTo>
                      <a:pt x="23" y="30"/>
                    </a:lnTo>
                    <a:lnTo>
                      <a:pt x="7" y="27"/>
                    </a:lnTo>
                    <a:lnTo>
                      <a:pt x="10" y="44"/>
                    </a:lnTo>
                    <a:lnTo>
                      <a:pt x="0" y="21"/>
                    </a:lnTo>
                    <a:lnTo>
                      <a:pt x="16" y="2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8" name="Freeform 810"/>
              <p:cNvSpPr>
                <a:spLocks/>
              </p:cNvSpPr>
              <p:nvPr/>
            </p:nvSpPr>
            <p:spPr bwMode="auto">
              <a:xfrm>
                <a:off x="2679" y="1817"/>
                <a:ext cx="23" cy="39"/>
              </a:xfrm>
              <a:custGeom>
                <a:avLst/>
                <a:gdLst>
                  <a:gd name="T0" fmla="*/ 11 w 23"/>
                  <a:gd name="T1" fmla="*/ 0 h 39"/>
                  <a:gd name="T2" fmla="*/ 23 w 23"/>
                  <a:gd name="T3" fmla="*/ 26 h 39"/>
                  <a:gd name="T4" fmla="*/ 7 w 23"/>
                  <a:gd name="T5" fmla="*/ 24 h 39"/>
                  <a:gd name="T6" fmla="*/ 10 w 23"/>
                  <a:gd name="T7" fmla="*/ 39 h 39"/>
                  <a:gd name="T8" fmla="*/ 0 w 23"/>
                  <a:gd name="T9" fmla="*/ 19 h 39"/>
                  <a:gd name="T10" fmla="*/ 16 w 23"/>
                  <a:gd name="T11" fmla="*/ 21 h 39"/>
                  <a:gd name="T12" fmla="*/ 11 w 2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9"/>
                  <a:gd name="T23" fmla="*/ 23 w 23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9">
                    <a:moveTo>
                      <a:pt x="11" y="0"/>
                    </a:moveTo>
                    <a:lnTo>
                      <a:pt x="23" y="26"/>
                    </a:lnTo>
                    <a:lnTo>
                      <a:pt x="7" y="24"/>
                    </a:lnTo>
                    <a:lnTo>
                      <a:pt x="10" y="39"/>
                    </a:lnTo>
                    <a:lnTo>
                      <a:pt x="0" y="19"/>
                    </a:lnTo>
                    <a:lnTo>
                      <a:pt x="16" y="2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79" name="Freeform 811"/>
              <p:cNvSpPr>
                <a:spLocks/>
              </p:cNvSpPr>
              <p:nvPr/>
            </p:nvSpPr>
            <p:spPr bwMode="auto">
              <a:xfrm>
                <a:off x="2680" y="1820"/>
                <a:ext cx="21" cy="33"/>
              </a:xfrm>
              <a:custGeom>
                <a:avLst/>
                <a:gdLst>
                  <a:gd name="T0" fmla="*/ 11 w 21"/>
                  <a:gd name="T1" fmla="*/ 0 h 33"/>
                  <a:gd name="T2" fmla="*/ 21 w 21"/>
                  <a:gd name="T3" fmla="*/ 23 h 33"/>
                  <a:gd name="T4" fmla="*/ 6 w 21"/>
                  <a:gd name="T5" fmla="*/ 21 h 33"/>
                  <a:gd name="T6" fmla="*/ 8 w 21"/>
                  <a:gd name="T7" fmla="*/ 33 h 33"/>
                  <a:gd name="T8" fmla="*/ 0 w 21"/>
                  <a:gd name="T9" fmla="*/ 16 h 33"/>
                  <a:gd name="T10" fmla="*/ 15 w 21"/>
                  <a:gd name="T11" fmla="*/ 18 h 33"/>
                  <a:gd name="T12" fmla="*/ 11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3"/>
                  <a:gd name="T23" fmla="*/ 21 w 21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3">
                    <a:moveTo>
                      <a:pt x="11" y="0"/>
                    </a:moveTo>
                    <a:lnTo>
                      <a:pt x="21" y="23"/>
                    </a:lnTo>
                    <a:lnTo>
                      <a:pt x="6" y="21"/>
                    </a:lnTo>
                    <a:lnTo>
                      <a:pt x="8" y="33"/>
                    </a:lnTo>
                    <a:lnTo>
                      <a:pt x="0" y="16"/>
                    </a:lnTo>
                    <a:lnTo>
                      <a:pt x="15" y="18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0" name="Freeform 812"/>
              <p:cNvSpPr>
                <a:spLocks/>
              </p:cNvSpPr>
              <p:nvPr/>
            </p:nvSpPr>
            <p:spPr bwMode="auto">
              <a:xfrm>
                <a:off x="2680" y="1823"/>
                <a:ext cx="21" cy="28"/>
              </a:xfrm>
              <a:custGeom>
                <a:avLst/>
                <a:gdLst>
                  <a:gd name="T0" fmla="*/ 12 w 21"/>
                  <a:gd name="T1" fmla="*/ 0 h 28"/>
                  <a:gd name="T2" fmla="*/ 21 w 21"/>
                  <a:gd name="T3" fmla="*/ 19 h 28"/>
                  <a:gd name="T4" fmla="*/ 5 w 21"/>
                  <a:gd name="T5" fmla="*/ 17 h 28"/>
                  <a:gd name="T6" fmla="*/ 7 w 21"/>
                  <a:gd name="T7" fmla="*/ 28 h 28"/>
                  <a:gd name="T8" fmla="*/ 0 w 21"/>
                  <a:gd name="T9" fmla="*/ 13 h 28"/>
                  <a:gd name="T10" fmla="*/ 16 w 21"/>
                  <a:gd name="T11" fmla="*/ 17 h 28"/>
                  <a:gd name="T12" fmla="*/ 12 w 2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28"/>
                  <a:gd name="T23" fmla="*/ 21 w 21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28">
                    <a:moveTo>
                      <a:pt x="12" y="0"/>
                    </a:moveTo>
                    <a:lnTo>
                      <a:pt x="21" y="19"/>
                    </a:lnTo>
                    <a:lnTo>
                      <a:pt x="5" y="17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16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1" name="Freeform 813"/>
              <p:cNvSpPr>
                <a:spLocks/>
              </p:cNvSpPr>
              <p:nvPr/>
            </p:nvSpPr>
            <p:spPr bwMode="auto">
              <a:xfrm>
                <a:off x="2680" y="1827"/>
                <a:ext cx="20" cy="22"/>
              </a:xfrm>
              <a:custGeom>
                <a:avLst/>
                <a:gdLst>
                  <a:gd name="T0" fmla="*/ 13 w 20"/>
                  <a:gd name="T1" fmla="*/ 0 h 22"/>
                  <a:gd name="T2" fmla="*/ 16 w 20"/>
                  <a:gd name="T3" fmla="*/ 13 h 22"/>
                  <a:gd name="T4" fmla="*/ 0 w 20"/>
                  <a:gd name="T5" fmla="*/ 10 h 22"/>
                  <a:gd name="T6" fmla="*/ 6 w 20"/>
                  <a:gd name="T7" fmla="*/ 22 h 22"/>
                  <a:gd name="T8" fmla="*/ 4 w 20"/>
                  <a:gd name="T9" fmla="*/ 13 h 22"/>
                  <a:gd name="T10" fmla="*/ 20 w 20"/>
                  <a:gd name="T11" fmla="*/ 15 h 22"/>
                  <a:gd name="T12" fmla="*/ 13 w 2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22"/>
                  <a:gd name="T23" fmla="*/ 20 w 20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22">
                    <a:moveTo>
                      <a:pt x="13" y="0"/>
                    </a:moveTo>
                    <a:lnTo>
                      <a:pt x="16" y="13"/>
                    </a:lnTo>
                    <a:lnTo>
                      <a:pt x="0" y="10"/>
                    </a:lnTo>
                    <a:lnTo>
                      <a:pt x="6" y="22"/>
                    </a:lnTo>
                    <a:lnTo>
                      <a:pt x="4" y="13"/>
                    </a:lnTo>
                    <a:lnTo>
                      <a:pt x="20" y="1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2" name="Freeform 814"/>
              <p:cNvSpPr>
                <a:spLocks/>
              </p:cNvSpPr>
              <p:nvPr/>
            </p:nvSpPr>
            <p:spPr bwMode="auto">
              <a:xfrm>
                <a:off x="2570" y="1845"/>
                <a:ext cx="61" cy="46"/>
              </a:xfrm>
              <a:custGeom>
                <a:avLst/>
                <a:gdLst>
                  <a:gd name="T0" fmla="*/ 0 w 61"/>
                  <a:gd name="T1" fmla="*/ 0 h 46"/>
                  <a:gd name="T2" fmla="*/ 37 w 61"/>
                  <a:gd name="T3" fmla="*/ 22 h 46"/>
                  <a:gd name="T4" fmla="*/ 24 w 61"/>
                  <a:gd name="T5" fmla="*/ 31 h 46"/>
                  <a:gd name="T6" fmla="*/ 61 w 61"/>
                  <a:gd name="T7" fmla="*/ 46 h 46"/>
                  <a:gd name="T8" fmla="*/ 40 w 61"/>
                  <a:gd name="T9" fmla="*/ 30 h 46"/>
                  <a:gd name="T10" fmla="*/ 53 w 61"/>
                  <a:gd name="T11" fmla="*/ 20 h 46"/>
                  <a:gd name="T12" fmla="*/ 0 w 61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1"/>
                  <a:gd name="T22" fmla="*/ 0 h 46"/>
                  <a:gd name="T23" fmla="*/ 61 w 6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1" h="46">
                    <a:moveTo>
                      <a:pt x="0" y="0"/>
                    </a:moveTo>
                    <a:lnTo>
                      <a:pt x="37" y="22"/>
                    </a:lnTo>
                    <a:lnTo>
                      <a:pt x="24" y="31"/>
                    </a:lnTo>
                    <a:lnTo>
                      <a:pt x="61" y="46"/>
                    </a:lnTo>
                    <a:lnTo>
                      <a:pt x="40" y="30"/>
                    </a:lnTo>
                    <a:lnTo>
                      <a:pt x="5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3" name="Freeform 815"/>
              <p:cNvSpPr>
                <a:spLocks/>
              </p:cNvSpPr>
              <p:nvPr/>
            </p:nvSpPr>
            <p:spPr bwMode="auto">
              <a:xfrm>
                <a:off x="2569" y="1842"/>
                <a:ext cx="41" cy="26"/>
              </a:xfrm>
              <a:custGeom>
                <a:avLst/>
                <a:gdLst>
                  <a:gd name="T0" fmla="*/ 40 w 41"/>
                  <a:gd name="T1" fmla="*/ 25 h 26"/>
                  <a:gd name="T2" fmla="*/ 40 w 41"/>
                  <a:gd name="T3" fmla="*/ 21 h 26"/>
                  <a:gd name="T4" fmla="*/ 2 w 41"/>
                  <a:gd name="T5" fmla="*/ 0 h 26"/>
                  <a:gd name="T6" fmla="*/ 0 w 41"/>
                  <a:gd name="T7" fmla="*/ 4 h 26"/>
                  <a:gd name="T8" fmla="*/ 37 w 41"/>
                  <a:gd name="T9" fmla="*/ 26 h 26"/>
                  <a:gd name="T10" fmla="*/ 37 w 41"/>
                  <a:gd name="T11" fmla="*/ 22 h 26"/>
                  <a:gd name="T12" fmla="*/ 37 w 41"/>
                  <a:gd name="T13" fmla="*/ 26 h 26"/>
                  <a:gd name="T14" fmla="*/ 39 w 41"/>
                  <a:gd name="T15" fmla="*/ 26 h 26"/>
                  <a:gd name="T16" fmla="*/ 41 w 41"/>
                  <a:gd name="T17" fmla="*/ 25 h 26"/>
                  <a:gd name="T18" fmla="*/ 41 w 41"/>
                  <a:gd name="T19" fmla="*/ 23 h 26"/>
                  <a:gd name="T20" fmla="*/ 40 w 41"/>
                  <a:gd name="T21" fmla="*/ 21 h 26"/>
                  <a:gd name="T22" fmla="*/ 40 w 41"/>
                  <a:gd name="T23" fmla="*/ 25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26"/>
                  <a:gd name="T38" fmla="*/ 41 w 4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26">
                    <a:moveTo>
                      <a:pt x="40" y="25"/>
                    </a:moveTo>
                    <a:lnTo>
                      <a:pt x="40" y="2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1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4" name="Freeform 816"/>
              <p:cNvSpPr>
                <a:spLocks/>
              </p:cNvSpPr>
              <p:nvPr/>
            </p:nvSpPr>
            <p:spPr bwMode="auto">
              <a:xfrm>
                <a:off x="2592" y="1864"/>
                <a:ext cx="16" cy="14"/>
              </a:xfrm>
              <a:custGeom>
                <a:avLst/>
                <a:gdLst>
                  <a:gd name="T0" fmla="*/ 3 w 16"/>
                  <a:gd name="T1" fmla="*/ 10 h 14"/>
                  <a:gd name="T2" fmla="*/ 3 w 16"/>
                  <a:gd name="T3" fmla="*/ 14 h 14"/>
                  <a:gd name="T4" fmla="*/ 16 w 16"/>
                  <a:gd name="T5" fmla="*/ 4 h 14"/>
                  <a:gd name="T6" fmla="*/ 13 w 16"/>
                  <a:gd name="T7" fmla="*/ 0 h 14"/>
                  <a:gd name="T8" fmla="*/ 1 w 16"/>
                  <a:gd name="T9" fmla="*/ 10 h 14"/>
                  <a:gd name="T10" fmla="*/ 1 w 16"/>
                  <a:gd name="T11" fmla="*/ 14 h 14"/>
                  <a:gd name="T12" fmla="*/ 1 w 16"/>
                  <a:gd name="T13" fmla="*/ 10 h 14"/>
                  <a:gd name="T14" fmla="*/ 0 w 16"/>
                  <a:gd name="T15" fmla="*/ 12 h 14"/>
                  <a:gd name="T16" fmla="*/ 0 w 16"/>
                  <a:gd name="T17" fmla="*/ 13 h 14"/>
                  <a:gd name="T18" fmla="*/ 1 w 16"/>
                  <a:gd name="T19" fmla="*/ 14 h 14"/>
                  <a:gd name="T20" fmla="*/ 3 w 16"/>
                  <a:gd name="T21" fmla="*/ 14 h 14"/>
                  <a:gd name="T22" fmla="*/ 3 w 16"/>
                  <a:gd name="T23" fmla="*/ 1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14"/>
                  <a:gd name="T38" fmla="*/ 16 w 16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14">
                    <a:moveTo>
                      <a:pt x="3" y="10"/>
                    </a:moveTo>
                    <a:lnTo>
                      <a:pt x="3" y="14"/>
                    </a:lnTo>
                    <a:lnTo>
                      <a:pt x="16" y="4"/>
                    </a:lnTo>
                    <a:lnTo>
                      <a:pt x="13" y="0"/>
                    </a:lnTo>
                    <a:lnTo>
                      <a:pt x="1" y="10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5" name="Freeform 817"/>
              <p:cNvSpPr>
                <a:spLocks/>
              </p:cNvSpPr>
              <p:nvPr/>
            </p:nvSpPr>
            <p:spPr bwMode="auto">
              <a:xfrm>
                <a:off x="2593" y="1874"/>
                <a:ext cx="40" cy="19"/>
              </a:xfrm>
              <a:custGeom>
                <a:avLst/>
                <a:gdLst>
                  <a:gd name="T0" fmla="*/ 36 w 40"/>
                  <a:gd name="T1" fmla="*/ 19 h 19"/>
                  <a:gd name="T2" fmla="*/ 39 w 40"/>
                  <a:gd name="T3" fmla="*/ 15 h 19"/>
                  <a:gd name="T4" fmla="*/ 2 w 40"/>
                  <a:gd name="T5" fmla="*/ 0 h 19"/>
                  <a:gd name="T6" fmla="*/ 0 w 40"/>
                  <a:gd name="T7" fmla="*/ 4 h 19"/>
                  <a:gd name="T8" fmla="*/ 37 w 40"/>
                  <a:gd name="T9" fmla="*/ 19 h 19"/>
                  <a:gd name="T10" fmla="*/ 39 w 40"/>
                  <a:gd name="T11" fmla="*/ 15 h 19"/>
                  <a:gd name="T12" fmla="*/ 37 w 40"/>
                  <a:gd name="T13" fmla="*/ 19 h 19"/>
                  <a:gd name="T14" fmla="*/ 39 w 40"/>
                  <a:gd name="T15" fmla="*/ 19 h 19"/>
                  <a:gd name="T16" fmla="*/ 40 w 40"/>
                  <a:gd name="T17" fmla="*/ 18 h 19"/>
                  <a:gd name="T18" fmla="*/ 40 w 40"/>
                  <a:gd name="T19" fmla="*/ 16 h 19"/>
                  <a:gd name="T20" fmla="*/ 39 w 40"/>
                  <a:gd name="T21" fmla="*/ 15 h 19"/>
                  <a:gd name="T22" fmla="*/ 36 w 40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19"/>
                  <a:gd name="T38" fmla="*/ 40 w 40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19">
                    <a:moveTo>
                      <a:pt x="36" y="19"/>
                    </a:moveTo>
                    <a:lnTo>
                      <a:pt x="39" y="15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19"/>
                    </a:lnTo>
                    <a:lnTo>
                      <a:pt x="39" y="15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40" y="18"/>
                    </a:lnTo>
                    <a:lnTo>
                      <a:pt x="40" y="16"/>
                    </a:lnTo>
                    <a:lnTo>
                      <a:pt x="39" y="15"/>
                    </a:lnTo>
                    <a:lnTo>
                      <a:pt x="36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6" name="Freeform 818"/>
              <p:cNvSpPr>
                <a:spLocks/>
              </p:cNvSpPr>
              <p:nvPr/>
            </p:nvSpPr>
            <p:spPr bwMode="auto">
              <a:xfrm>
                <a:off x="2608" y="1872"/>
                <a:ext cx="25" cy="21"/>
              </a:xfrm>
              <a:custGeom>
                <a:avLst/>
                <a:gdLst>
                  <a:gd name="T0" fmla="*/ 1 w 25"/>
                  <a:gd name="T1" fmla="*/ 1 h 21"/>
                  <a:gd name="T2" fmla="*/ 1 w 25"/>
                  <a:gd name="T3" fmla="*/ 5 h 21"/>
                  <a:gd name="T4" fmla="*/ 22 w 25"/>
                  <a:gd name="T5" fmla="*/ 21 h 21"/>
                  <a:gd name="T6" fmla="*/ 25 w 25"/>
                  <a:gd name="T7" fmla="*/ 17 h 21"/>
                  <a:gd name="T8" fmla="*/ 4 w 25"/>
                  <a:gd name="T9" fmla="*/ 1 h 21"/>
                  <a:gd name="T10" fmla="*/ 4 w 25"/>
                  <a:gd name="T11" fmla="*/ 5 h 21"/>
                  <a:gd name="T12" fmla="*/ 4 w 25"/>
                  <a:gd name="T13" fmla="*/ 1 h 21"/>
                  <a:gd name="T14" fmla="*/ 2 w 25"/>
                  <a:gd name="T15" fmla="*/ 0 h 21"/>
                  <a:gd name="T16" fmla="*/ 1 w 25"/>
                  <a:gd name="T17" fmla="*/ 1 h 21"/>
                  <a:gd name="T18" fmla="*/ 0 w 25"/>
                  <a:gd name="T19" fmla="*/ 3 h 21"/>
                  <a:gd name="T20" fmla="*/ 1 w 25"/>
                  <a:gd name="T21" fmla="*/ 5 h 21"/>
                  <a:gd name="T22" fmla="*/ 1 w 25"/>
                  <a:gd name="T23" fmla="*/ 1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21"/>
                  <a:gd name="T38" fmla="*/ 25 w 25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21">
                    <a:moveTo>
                      <a:pt x="1" y="1"/>
                    </a:moveTo>
                    <a:lnTo>
                      <a:pt x="1" y="5"/>
                    </a:lnTo>
                    <a:lnTo>
                      <a:pt x="22" y="21"/>
                    </a:lnTo>
                    <a:lnTo>
                      <a:pt x="25" y="17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7" name="Freeform 819"/>
              <p:cNvSpPr>
                <a:spLocks/>
              </p:cNvSpPr>
              <p:nvPr/>
            </p:nvSpPr>
            <p:spPr bwMode="auto">
              <a:xfrm>
                <a:off x="2608" y="1862"/>
                <a:ext cx="17" cy="15"/>
              </a:xfrm>
              <a:custGeom>
                <a:avLst/>
                <a:gdLst>
                  <a:gd name="T0" fmla="*/ 14 w 17"/>
                  <a:gd name="T1" fmla="*/ 5 h 15"/>
                  <a:gd name="T2" fmla="*/ 13 w 17"/>
                  <a:gd name="T3" fmla="*/ 1 h 15"/>
                  <a:gd name="T4" fmla="*/ 0 w 17"/>
                  <a:gd name="T5" fmla="*/ 11 h 15"/>
                  <a:gd name="T6" fmla="*/ 3 w 17"/>
                  <a:gd name="T7" fmla="*/ 15 h 15"/>
                  <a:gd name="T8" fmla="*/ 16 w 17"/>
                  <a:gd name="T9" fmla="*/ 4 h 15"/>
                  <a:gd name="T10" fmla="*/ 15 w 17"/>
                  <a:gd name="T11" fmla="*/ 0 h 15"/>
                  <a:gd name="T12" fmla="*/ 16 w 17"/>
                  <a:gd name="T13" fmla="*/ 4 h 15"/>
                  <a:gd name="T14" fmla="*/ 17 w 17"/>
                  <a:gd name="T15" fmla="*/ 3 h 15"/>
                  <a:gd name="T16" fmla="*/ 16 w 17"/>
                  <a:gd name="T17" fmla="*/ 1 h 15"/>
                  <a:gd name="T18" fmla="*/ 15 w 17"/>
                  <a:gd name="T19" fmla="*/ 0 h 15"/>
                  <a:gd name="T20" fmla="*/ 13 w 17"/>
                  <a:gd name="T21" fmla="*/ 1 h 15"/>
                  <a:gd name="T22" fmla="*/ 14 w 17"/>
                  <a:gd name="T23" fmla="*/ 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"/>
                  <a:gd name="T37" fmla="*/ 0 h 15"/>
                  <a:gd name="T38" fmla="*/ 17 w 1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" h="15">
                    <a:moveTo>
                      <a:pt x="14" y="5"/>
                    </a:moveTo>
                    <a:lnTo>
                      <a:pt x="13" y="1"/>
                    </a:lnTo>
                    <a:lnTo>
                      <a:pt x="0" y="11"/>
                    </a:lnTo>
                    <a:lnTo>
                      <a:pt x="3" y="15"/>
                    </a:lnTo>
                    <a:lnTo>
                      <a:pt x="16" y="4"/>
                    </a:lnTo>
                    <a:lnTo>
                      <a:pt x="15" y="0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8" name="Freeform 820"/>
              <p:cNvSpPr>
                <a:spLocks/>
              </p:cNvSpPr>
              <p:nvPr/>
            </p:nvSpPr>
            <p:spPr bwMode="auto">
              <a:xfrm>
                <a:off x="2568" y="1842"/>
                <a:ext cx="56" cy="25"/>
              </a:xfrm>
              <a:custGeom>
                <a:avLst/>
                <a:gdLst>
                  <a:gd name="T0" fmla="*/ 3 w 56"/>
                  <a:gd name="T1" fmla="*/ 0 h 25"/>
                  <a:gd name="T2" fmla="*/ 1 w 56"/>
                  <a:gd name="T3" fmla="*/ 5 h 25"/>
                  <a:gd name="T4" fmla="*/ 54 w 56"/>
                  <a:gd name="T5" fmla="*/ 25 h 25"/>
                  <a:gd name="T6" fmla="*/ 56 w 56"/>
                  <a:gd name="T7" fmla="*/ 21 h 25"/>
                  <a:gd name="T8" fmla="*/ 3 w 56"/>
                  <a:gd name="T9" fmla="*/ 0 h 25"/>
                  <a:gd name="T10" fmla="*/ 1 w 56"/>
                  <a:gd name="T11" fmla="*/ 5 h 25"/>
                  <a:gd name="T12" fmla="*/ 3 w 56"/>
                  <a:gd name="T13" fmla="*/ 0 h 25"/>
                  <a:gd name="T14" fmla="*/ 1 w 56"/>
                  <a:gd name="T15" fmla="*/ 0 h 25"/>
                  <a:gd name="T16" fmla="*/ 0 w 56"/>
                  <a:gd name="T17" fmla="*/ 1 h 25"/>
                  <a:gd name="T18" fmla="*/ 0 w 56"/>
                  <a:gd name="T19" fmla="*/ 3 h 25"/>
                  <a:gd name="T20" fmla="*/ 1 w 56"/>
                  <a:gd name="T21" fmla="*/ 5 h 25"/>
                  <a:gd name="T22" fmla="*/ 3 w 56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6"/>
                  <a:gd name="T37" fmla="*/ 0 h 25"/>
                  <a:gd name="T38" fmla="*/ 56 w 56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6" h="25">
                    <a:moveTo>
                      <a:pt x="3" y="0"/>
                    </a:moveTo>
                    <a:lnTo>
                      <a:pt x="1" y="5"/>
                    </a:lnTo>
                    <a:lnTo>
                      <a:pt x="54" y="25"/>
                    </a:lnTo>
                    <a:lnTo>
                      <a:pt x="56" y="21"/>
                    </a:lnTo>
                    <a:lnTo>
                      <a:pt x="3" y="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89" name="Freeform 821"/>
              <p:cNvSpPr>
                <a:spLocks/>
              </p:cNvSpPr>
              <p:nvPr/>
            </p:nvSpPr>
            <p:spPr bwMode="auto">
              <a:xfrm>
                <a:off x="2574" y="1846"/>
                <a:ext cx="55" cy="44"/>
              </a:xfrm>
              <a:custGeom>
                <a:avLst/>
                <a:gdLst>
                  <a:gd name="T0" fmla="*/ 0 w 55"/>
                  <a:gd name="T1" fmla="*/ 0 h 44"/>
                  <a:gd name="T2" fmla="*/ 48 w 55"/>
                  <a:gd name="T3" fmla="*/ 19 h 44"/>
                  <a:gd name="T4" fmla="*/ 36 w 55"/>
                  <a:gd name="T5" fmla="*/ 29 h 44"/>
                  <a:gd name="T6" fmla="*/ 55 w 55"/>
                  <a:gd name="T7" fmla="*/ 44 h 44"/>
                  <a:gd name="T8" fmla="*/ 21 w 55"/>
                  <a:gd name="T9" fmla="*/ 30 h 44"/>
                  <a:gd name="T10" fmla="*/ 34 w 55"/>
                  <a:gd name="T11" fmla="*/ 20 h 44"/>
                  <a:gd name="T12" fmla="*/ 0 w 55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44"/>
                  <a:gd name="T23" fmla="*/ 55 w 55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44">
                    <a:moveTo>
                      <a:pt x="0" y="0"/>
                    </a:moveTo>
                    <a:lnTo>
                      <a:pt x="48" y="19"/>
                    </a:lnTo>
                    <a:lnTo>
                      <a:pt x="36" y="29"/>
                    </a:lnTo>
                    <a:lnTo>
                      <a:pt x="55" y="44"/>
                    </a:lnTo>
                    <a:lnTo>
                      <a:pt x="21" y="30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0" name="Freeform 822"/>
              <p:cNvSpPr>
                <a:spLocks/>
              </p:cNvSpPr>
              <p:nvPr/>
            </p:nvSpPr>
            <p:spPr bwMode="auto">
              <a:xfrm>
                <a:off x="2577" y="1847"/>
                <a:ext cx="51" cy="42"/>
              </a:xfrm>
              <a:custGeom>
                <a:avLst/>
                <a:gdLst>
                  <a:gd name="T0" fmla="*/ 0 w 51"/>
                  <a:gd name="T1" fmla="*/ 0 h 42"/>
                  <a:gd name="T2" fmla="*/ 45 w 51"/>
                  <a:gd name="T3" fmla="*/ 18 h 42"/>
                  <a:gd name="T4" fmla="*/ 32 w 51"/>
                  <a:gd name="T5" fmla="*/ 28 h 42"/>
                  <a:gd name="T6" fmla="*/ 51 w 51"/>
                  <a:gd name="T7" fmla="*/ 42 h 42"/>
                  <a:gd name="T8" fmla="*/ 18 w 51"/>
                  <a:gd name="T9" fmla="*/ 29 h 42"/>
                  <a:gd name="T10" fmla="*/ 32 w 51"/>
                  <a:gd name="T11" fmla="*/ 19 h 42"/>
                  <a:gd name="T12" fmla="*/ 0 w 5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2"/>
                  <a:gd name="T23" fmla="*/ 51 w 51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2">
                    <a:moveTo>
                      <a:pt x="0" y="0"/>
                    </a:moveTo>
                    <a:lnTo>
                      <a:pt x="45" y="18"/>
                    </a:lnTo>
                    <a:lnTo>
                      <a:pt x="32" y="28"/>
                    </a:lnTo>
                    <a:lnTo>
                      <a:pt x="51" y="42"/>
                    </a:lnTo>
                    <a:lnTo>
                      <a:pt x="18" y="29"/>
                    </a:lnTo>
                    <a:lnTo>
                      <a:pt x="32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1" name="Freeform 823"/>
              <p:cNvSpPr>
                <a:spLocks/>
              </p:cNvSpPr>
              <p:nvPr/>
            </p:nvSpPr>
            <p:spPr bwMode="auto">
              <a:xfrm>
                <a:off x="2580" y="1849"/>
                <a:ext cx="46" cy="39"/>
              </a:xfrm>
              <a:custGeom>
                <a:avLst/>
                <a:gdLst>
                  <a:gd name="T0" fmla="*/ 0 w 46"/>
                  <a:gd name="T1" fmla="*/ 0 h 39"/>
                  <a:gd name="T2" fmla="*/ 42 w 46"/>
                  <a:gd name="T3" fmla="*/ 16 h 39"/>
                  <a:gd name="T4" fmla="*/ 29 w 46"/>
                  <a:gd name="T5" fmla="*/ 26 h 39"/>
                  <a:gd name="T6" fmla="*/ 46 w 46"/>
                  <a:gd name="T7" fmla="*/ 39 h 39"/>
                  <a:gd name="T8" fmla="*/ 16 w 46"/>
                  <a:gd name="T9" fmla="*/ 27 h 39"/>
                  <a:gd name="T10" fmla="*/ 29 w 46"/>
                  <a:gd name="T11" fmla="*/ 17 h 39"/>
                  <a:gd name="T12" fmla="*/ 0 w 46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"/>
                  <a:gd name="T22" fmla="*/ 0 h 39"/>
                  <a:gd name="T23" fmla="*/ 46 w 46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" h="39">
                    <a:moveTo>
                      <a:pt x="0" y="0"/>
                    </a:moveTo>
                    <a:lnTo>
                      <a:pt x="42" y="16"/>
                    </a:lnTo>
                    <a:lnTo>
                      <a:pt x="29" y="26"/>
                    </a:lnTo>
                    <a:lnTo>
                      <a:pt x="46" y="39"/>
                    </a:lnTo>
                    <a:lnTo>
                      <a:pt x="16" y="27"/>
                    </a:lnTo>
                    <a:lnTo>
                      <a:pt x="29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2" name="Freeform 824"/>
              <p:cNvSpPr>
                <a:spLocks/>
              </p:cNvSpPr>
              <p:nvPr/>
            </p:nvSpPr>
            <p:spPr bwMode="auto">
              <a:xfrm>
                <a:off x="2583" y="1850"/>
                <a:ext cx="41" cy="37"/>
              </a:xfrm>
              <a:custGeom>
                <a:avLst/>
                <a:gdLst>
                  <a:gd name="T0" fmla="*/ 0 w 41"/>
                  <a:gd name="T1" fmla="*/ 0 h 37"/>
                  <a:gd name="T2" fmla="*/ 38 w 41"/>
                  <a:gd name="T3" fmla="*/ 15 h 37"/>
                  <a:gd name="T4" fmla="*/ 25 w 41"/>
                  <a:gd name="T5" fmla="*/ 25 h 37"/>
                  <a:gd name="T6" fmla="*/ 41 w 41"/>
                  <a:gd name="T7" fmla="*/ 37 h 37"/>
                  <a:gd name="T8" fmla="*/ 14 w 41"/>
                  <a:gd name="T9" fmla="*/ 26 h 37"/>
                  <a:gd name="T10" fmla="*/ 27 w 41"/>
                  <a:gd name="T11" fmla="*/ 16 h 37"/>
                  <a:gd name="T12" fmla="*/ 0 w 4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37"/>
                  <a:gd name="T23" fmla="*/ 41 w 41"/>
                  <a:gd name="T24" fmla="*/ 37 h 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37">
                    <a:moveTo>
                      <a:pt x="0" y="0"/>
                    </a:moveTo>
                    <a:lnTo>
                      <a:pt x="38" y="15"/>
                    </a:lnTo>
                    <a:lnTo>
                      <a:pt x="25" y="25"/>
                    </a:lnTo>
                    <a:lnTo>
                      <a:pt x="41" y="37"/>
                    </a:lnTo>
                    <a:lnTo>
                      <a:pt x="14" y="26"/>
                    </a:lnTo>
                    <a:lnTo>
                      <a:pt x="27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3" name="Freeform 825"/>
              <p:cNvSpPr>
                <a:spLocks/>
              </p:cNvSpPr>
              <p:nvPr/>
            </p:nvSpPr>
            <p:spPr bwMode="auto">
              <a:xfrm>
                <a:off x="2586" y="1852"/>
                <a:ext cx="36" cy="33"/>
              </a:xfrm>
              <a:custGeom>
                <a:avLst/>
                <a:gdLst>
                  <a:gd name="T0" fmla="*/ 0 w 36"/>
                  <a:gd name="T1" fmla="*/ 0 h 33"/>
                  <a:gd name="T2" fmla="*/ 34 w 36"/>
                  <a:gd name="T3" fmla="*/ 13 h 33"/>
                  <a:gd name="T4" fmla="*/ 21 w 36"/>
                  <a:gd name="T5" fmla="*/ 23 h 33"/>
                  <a:gd name="T6" fmla="*/ 36 w 36"/>
                  <a:gd name="T7" fmla="*/ 33 h 33"/>
                  <a:gd name="T8" fmla="*/ 11 w 36"/>
                  <a:gd name="T9" fmla="*/ 24 h 33"/>
                  <a:gd name="T10" fmla="*/ 24 w 36"/>
                  <a:gd name="T11" fmla="*/ 14 h 33"/>
                  <a:gd name="T12" fmla="*/ 0 w 3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33"/>
                  <a:gd name="T23" fmla="*/ 36 w 36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33">
                    <a:moveTo>
                      <a:pt x="0" y="0"/>
                    </a:moveTo>
                    <a:lnTo>
                      <a:pt x="34" y="13"/>
                    </a:lnTo>
                    <a:lnTo>
                      <a:pt x="21" y="23"/>
                    </a:lnTo>
                    <a:lnTo>
                      <a:pt x="36" y="33"/>
                    </a:lnTo>
                    <a:lnTo>
                      <a:pt x="11" y="24"/>
                    </a:lnTo>
                    <a:lnTo>
                      <a:pt x="2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4" name="Freeform 826"/>
              <p:cNvSpPr>
                <a:spLocks/>
              </p:cNvSpPr>
              <p:nvPr/>
            </p:nvSpPr>
            <p:spPr bwMode="auto">
              <a:xfrm>
                <a:off x="2590" y="1853"/>
                <a:ext cx="31" cy="31"/>
              </a:xfrm>
              <a:custGeom>
                <a:avLst/>
                <a:gdLst>
                  <a:gd name="T0" fmla="*/ 0 w 31"/>
                  <a:gd name="T1" fmla="*/ 0 h 31"/>
                  <a:gd name="T2" fmla="*/ 30 w 31"/>
                  <a:gd name="T3" fmla="*/ 12 h 31"/>
                  <a:gd name="T4" fmla="*/ 17 w 31"/>
                  <a:gd name="T5" fmla="*/ 22 h 31"/>
                  <a:gd name="T6" fmla="*/ 31 w 31"/>
                  <a:gd name="T7" fmla="*/ 31 h 31"/>
                  <a:gd name="T8" fmla="*/ 8 w 31"/>
                  <a:gd name="T9" fmla="*/ 23 h 31"/>
                  <a:gd name="T10" fmla="*/ 21 w 31"/>
                  <a:gd name="T11" fmla="*/ 13 h 31"/>
                  <a:gd name="T12" fmla="*/ 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31"/>
                  <a:gd name="T23" fmla="*/ 31 w 3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31">
                    <a:moveTo>
                      <a:pt x="0" y="0"/>
                    </a:moveTo>
                    <a:lnTo>
                      <a:pt x="30" y="12"/>
                    </a:lnTo>
                    <a:lnTo>
                      <a:pt x="17" y="22"/>
                    </a:lnTo>
                    <a:lnTo>
                      <a:pt x="31" y="31"/>
                    </a:lnTo>
                    <a:lnTo>
                      <a:pt x="8" y="23"/>
                    </a:lnTo>
                    <a:lnTo>
                      <a:pt x="2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5" name="Freeform 827"/>
              <p:cNvSpPr>
                <a:spLocks/>
              </p:cNvSpPr>
              <p:nvPr/>
            </p:nvSpPr>
            <p:spPr bwMode="auto">
              <a:xfrm>
                <a:off x="2593" y="1856"/>
                <a:ext cx="25" cy="27"/>
              </a:xfrm>
              <a:custGeom>
                <a:avLst/>
                <a:gdLst>
                  <a:gd name="T0" fmla="*/ 0 w 25"/>
                  <a:gd name="T1" fmla="*/ 0 h 27"/>
                  <a:gd name="T2" fmla="*/ 25 w 25"/>
                  <a:gd name="T3" fmla="*/ 9 h 27"/>
                  <a:gd name="T4" fmla="*/ 13 w 25"/>
                  <a:gd name="T5" fmla="*/ 19 h 27"/>
                  <a:gd name="T6" fmla="*/ 24 w 25"/>
                  <a:gd name="T7" fmla="*/ 27 h 27"/>
                  <a:gd name="T8" fmla="*/ 5 w 25"/>
                  <a:gd name="T9" fmla="*/ 20 h 27"/>
                  <a:gd name="T10" fmla="*/ 18 w 25"/>
                  <a:gd name="T11" fmla="*/ 10 h 27"/>
                  <a:gd name="T12" fmla="*/ 0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7"/>
                  <a:gd name="T23" fmla="*/ 25 w 2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7">
                    <a:moveTo>
                      <a:pt x="0" y="0"/>
                    </a:moveTo>
                    <a:lnTo>
                      <a:pt x="25" y="9"/>
                    </a:lnTo>
                    <a:lnTo>
                      <a:pt x="13" y="19"/>
                    </a:lnTo>
                    <a:lnTo>
                      <a:pt x="24" y="27"/>
                    </a:lnTo>
                    <a:lnTo>
                      <a:pt x="5" y="20"/>
                    </a:lnTo>
                    <a:lnTo>
                      <a:pt x="18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6" name="Freeform 828"/>
              <p:cNvSpPr>
                <a:spLocks/>
              </p:cNvSpPr>
              <p:nvPr/>
            </p:nvSpPr>
            <p:spPr bwMode="auto">
              <a:xfrm>
                <a:off x="2596" y="1857"/>
                <a:ext cx="22" cy="25"/>
              </a:xfrm>
              <a:custGeom>
                <a:avLst/>
                <a:gdLst>
                  <a:gd name="T0" fmla="*/ 0 w 22"/>
                  <a:gd name="T1" fmla="*/ 0 h 25"/>
                  <a:gd name="T2" fmla="*/ 22 w 22"/>
                  <a:gd name="T3" fmla="*/ 8 h 25"/>
                  <a:gd name="T4" fmla="*/ 10 w 22"/>
                  <a:gd name="T5" fmla="*/ 18 h 25"/>
                  <a:gd name="T6" fmla="*/ 20 w 22"/>
                  <a:gd name="T7" fmla="*/ 25 h 25"/>
                  <a:gd name="T8" fmla="*/ 3 w 22"/>
                  <a:gd name="T9" fmla="*/ 19 h 25"/>
                  <a:gd name="T10" fmla="*/ 16 w 22"/>
                  <a:gd name="T11" fmla="*/ 9 h 25"/>
                  <a:gd name="T12" fmla="*/ 0 w 22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5"/>
                  <a:gd name="T23" fmla="*/ 22 w 22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5">
                    <a:moveTo>
                      <a:pt x="0" y="0"/>
                    </a:moveTo>
                    <a:lnTo>
                      <a:pt x="22" y="8"/>
                    </a:lnTo>
                    <a:lnTo>
                      <a:pt x="10" y="18"/>
                    </a:lnTo>
                    <a:lnTo>
                      <a:pt x="20" y="25"/>
                    </a:lnTo>
                    <a:lnTo>
                      <a:pt x="3" y="19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7" name="Freeform 829"/>
              <p:cNvSpPr>
                <a:spLocks/>
              </p:cNvSpPr>
              <p:nvPr/>
            </p:nvSpPr>
            <p:spPr bwMode="auto">
              <a:xfrm>
                <a:off x="2599" y="1858"/>
                <a:ext cx="18" cy="23"/>
              </a:xfrm>
              <a:custGeom>
                <a:avLst/>
                <a:gdLst>
                  <a:gd name="T0" fmla="*/ 0 w 18"/>
                  <a:gd name="T1" fmla="*/ 0 h 23"/>
                  <a:gd name="T2" fmla="*/ 18 w 18"/>
                  <a:gd name="T3" fmla="*/ 7 h 23"/>
                  <a:gd name="T4" fmla="*/ 7 w 18"/>
                  <a:gd name="T5" fmla="*/ 17 h 23"/>
                  <a:gd name="T6" fmla="*/ 15 w 18"/>
                  <a:gd name="T7" fmla="*/ 23 h 23"/>
                  <a:gd name="T8" fmla="*/ 1 w 18"/>
                  <a:gd name="T9" fmla="*/ 18 h 23"/>
                  <a:gd name="T10" fmla="*/ 13 w 18"/>
                  <a:gd name="T11" fmla="*/ 8 h 23"/>
                  <a:gd name="T12" fmla="*/ 0 w 18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23"/>
                  <a:gd name="T23" fmla="*/ 18 w 18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23">
                    <a:moveTo>
                      <a:pt x="0" y="0"/>
                    </a:moveTo>
                    <a:lnTo>
                      <a:pt x="18" y="7"/>
                    </a:lnTo>
                    <a:lnTo>
                      <a:pt x="7" y="17"/>
                    </a:lnTo>
                    <a:lnTo>
                      <a:pt x="15" y="23"/>
                    </a:lnTo>
                    <a:lnTo>
                      <a:pt x="1" y="18"/>
                    </a:lnTo>
                    <a:lnTo>
                      <a:pt x="1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8" name="Freeform 830"/>
              <p:cNvSpPr>
                <a:spLocks/>
              </p:cNvSpPr>
              <p:nvPr/>
            </p:nvSpPr>
            <p:spPr bwMode="auto">
              <a:xfrm>
                <a:off x="2600" y="1860"/>
                <a:ext cx="17" cy="20"/>
              </a:xfrm>
              <a:custGeom>
                <a:avLst/>
                <a:gdLst>
                  <a:gd name="T0" fmla="*/ 2 w 17"/>
                  <a:gd name="T1" fmla="*/ 0 h 20"/>
                  <a:gd name="T2" fmla="*/ 13 w 17"/>
                  <a:gd name="T3" fmla="*/ 6 h 20"/>
                  <a:gd name="T4" fmla="*/ 0 w 17"/>
                  <a:gd name="T5" fmla="*/ 16 h 20"/>
                  <a:gd name="T6" fmla="*/ 13 w 17"/>
                  <a:gd name="T7" fmla="*/ 20 h 20"/>
                  <a:gd name="T8" fmla="*/ 5 w 17"/>
                  <a:gd name="T9" fmla="*/ 15 h 20"/>
                  <a:gd name="T10" fmla="*/ 17 w 17"/>
                  <a:gd name="T11" fmla="*/ 5 h 20"/>
                  <a:gd name="T12" fmla="*/ 2 w 17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0"/>
                  <a:gd name="T23" fmla="*/ 17 w 1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0">
                    <a:moveTo>
                      <a:pt x="2" y="0"/>
                    </a:moveTo>
                    <a:lnTo>
                      <a:pt x="13" y="6"/>
                    </a:lnTo>
                    <a:lnTo>
                      <a:pt x="0" y="16"/>
                    </a:lnTo>
                    <a:lnTo>
                      <a:pt x="13" y="20"/>
                    </a:lnTo>
                    <a:lnTo>
                      <a:pt x="5" y="15"/>
                    </a:lnTo>
                    <a:lnTo>
                      <a:pt x="17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99" name="Freeform 831"/>
              <p:cNvSpPr>
                <a:spLocks/>
              </p:cNvSpPr>
              <p:nvPr/>
            </p:nvSpPr>
            <p:spPr bwMode="auto">
              <a:xfrm>
                <a:off x="2530" y="1939"/>
                <a:ext cx="76" cy="29"/>
              </a:xfrm>
              <a:custGeom>
                <a:avLst/>
                <a:gdLst>
                  <a:gd name="T0" fmla="*/ 0 w 76"/>
                  <a:gd name="T1" fmla="*/ 23 h 29"/>
                  <a:gd name="T2" fmla="*/ 41 w 76"/>
                  <a:gd name="T3" fmla="*/ 13 h 29"/>
                  <a:gd name="T4" fmla="*/ 39 w 76"/>
                  <a:gd name="T5" fmla="*/ 29 h 29"/>
                  <a:gd name="T6" fmla="*/ 76 w 76"/>
                  <a:gd name="T7" fmla="*/ 13 h 29"/>
                  <a:gd name="T8" fmla="*/ 49 w 76"/>
                  <a:gd name="T9" fmla="*/ 16 h 29"/>
                  <a:gd name="T10" fmla="*/ 52 w 76"/>
                  <a:gd name="T11" fmla="*/ 0 h 29"/>
                  <a:gd name="T12" fmla="*/ 0 w 76"/>
                  <a:gd name="T13" fmla="*/ 2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29"/>
                  <a:gd name="T23" fmla="*/ 76 w 76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29">
                    <a:moveTo>
                      <a:pt x="0" y="23"/>
                    </a:moveTo>
                    <a:lnTo>
                      <a:pt x="41" y="13"/>
                    </a:lnTo>
                    <a:lnTo>
                      <a:pt x="39" y="29"/>
                    </a:lnTo>
                    <a:lnTo>
                      <a:pt x="76" y="13"/>
                    </a:lnTo>
                    <a:lnTo>
                      <a:pt x="49" y="16"/>
                    </a:lnTo>
                    <a:lnTo>
                      <a:pt x="52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0" name="Freeform 832"/>
              <p:cNvSpPr>
                <a:spLocks/>
              </p:cNvSpPr>
              <p:nvPr/>
            </p:nvSpPr>
            <p:spPr bwMode="auto">
              <a:xfrm>
                <a:off x="2529" y="1948"/>
                <a:ext cx="45" cy="17"/>
              </a:xfrm>
              <a:custGeom>
                <a:avLst/>
                <a:gdLst>
                  <a:gd name="T0" fmla="*/ 45 w 45"/>
                  <a:gd name="T1" fmla="*/ 4 h 17"/>
                  <a:gd name="T2" fmla="*/ 41 w 45"/>
                  <a:gd name="T3" fmla="*/ 0 h 17"/>
                  <a:gd name="T4" fmla="*/ 0 w 45"/>
                  <a:gd name="T5" fmla="*/ 11 h 17"/>
                  <a:gd name="T6" fmla="*/ 1 w 45"/>
                  <a:gd name="T7" fmla="*/ 17 h 17"/>
                  <a:gd name="T8" fmla="*/ 42 w 45"/>
                  <a:gd name="T9" fmla="*/ 6 h 17"/>
                  <a:gd name="T10" fmla="*/ 39 w 45"/>
                  <a:gd name="T11" fmla="*/ 3 h 17"/>
                  <a:gd name="T12" fmla="*/ 42 w 45"/>
                  <a:gd name="T13" fmla="*/ 6 h 17"/>
                  <a:gd name="T14" fmla="*/ 45 w 45"/>
                  <a:gd name="T15" fmla="*/ 5 h 17"/>
                  <a:gd name="T16" fmla="*/ 45 w 45"/>
                  <a:gd name="T17" fmla="*/ 3 h 17"/>
                  <a:gd name="T18" fmla="*/ 44 w 45"/>
                  <a:gd name="T19" fmla="*/ 0 h 17"/>
                  <a:gd name="T20" fmla="*/ 41 w 45"/>
                  <a:gd name="T21" fmla="*/ 0 h 17"/>
                  <a:gd name="T22" fmla="*/ 45 w 45"/>
                  <a:gd name="T23" fmla="*/ 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17"/>
                  <a:gd name="T38" fmla="*/ 45 w 45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17">
                    <a:moveTo>
                      <a:pt x="45" y="4"/>
                    </a:moveTo>
                    <a:lnTo>
                      <a:pt x="41" y="0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42" y="6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5" y="5"/>
                    </a:lnTo>
                    <a:lnTo>
                      <a:pt x="45" y="3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1" name="Freeform 833"/>
              <p:cNvSpPr>
                <a:spLocks/>
              </p:cNvSpPr>
              <p:nvPr/>
            </p:nvSpPr>
            <p:spPr bwMode="auto">
              <a:xfrm>
                <a:off x="2566" y="1951"/>
                <a:ext cx="8" cy="19"/>
              </a:xfrm>
              <a:custGeom>
                <a:avLst/>
                <a:gdLst>
                  <a:gd name="T0" fmla="*/ 1 w 8"/>
                  <a:gd name="T1" fmla="*/ 15 h 19"/>
                  <a:gd name="T2" fmla="*/ 5 w 8"/>
                  <a:gd name="T3" fmla="*/ 17 h 19"/>
                  <a:gd name="T4" fmla="*/ 8 w 8"/>
                  <a:gd name="T5" fmla="*/ 1 h 19"/>
                  <a:gd name="T6" fmla="*/ 2 w 8"/>
                  <a:gd name="T7" fmla="*/ 0 h 19"/>
                  <a:gd name="T8" fmla="*/ 0 w 8"/>
                  <a:gd name="T9" fmla="*/ 16 h 19"/>
                  <a:gd name="T10" fmla="*/ 3 w 8"/>
                  <a:gd name="T11" fmla="*/ 19 h 19"/>
                  <a:gd name="T12" fmla="*/ 0 w 8"/>
                  <a:gd name="T13" fmla="*/ 16 h 19"/>
                  <a:gd name="T14" fmla="*/ 1 w 8"/>
                  <a:gd name="T15" fmla="*/ 18 h 19"/>
                  <a:gd name="T16" fmla="*/ 2 w 8"/>
                  <a:gd name="T17" fmla="*/ 19 h 19"/>
                  <a:gd name="T18" fmla="*/ 4 w 8"/>
                  <a:gd name="T19" fmla="*/ 19 h 19"/>
                  <a:gd name="T20" fmla="*/ 5 w 8"/>
                  <a:gd name="T21" fmla="*/ 17 h 19"/>
                  <a:gd name="T22" fmla="*/ 1 w 8"/>
                  <a:gd name="T23" fmla="*/ 1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9"/>
                  <a:gd name="T38" fmla="*/ 8 w 8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9">
                    <a:moveTo>
                      <a:pt x="1" y="15"/>
                    </a:moveTo>
                    <a:lnTo>
                      <a:pt x="5" y="17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5" y="17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2" name="Freeform 834"/>
              <p:cNvSpPr>
                <a:spLocks/>
              </p:cNvSpPr>
              <p:nvPr/>
            </p:nvSpPr>
            <p:spPr bwMode="auto">
              <a:xfrm>
                <a:off x="2568" y="1948"/>
                <a:ext cx="40" cy="22"/>
              </a:xfrm>
              <a:custGeom>
                <a:avLst/>
                <a:gdLst>
                  <a:gd name="T0" fmla="*/ 38 w 40"/>
                  <a:gd name="T1" fmla="*/ 6 h 22"/>
                  <a:gd name="T2" fmla="*/ 37 w 40"/>
                  <a:gd name="T3" fmla="*/ 0 h 22"/>
                  <a:gd name="T4" fmla="*/ 0 w 40"/>
                  <a:gd name="T5" fmla="*/ 18 h 22"/>
                  <a:gd name="T6" fmla="*/ 2 w 40"/>
                  <a:gd name="T7" fmla="*/ 22 h 22"/>
                  <a:gd name="T8" fmla="*/ 39 w 40"/>
                  <a:gd name="T9" fmla="*/ 5 h 22"/>
                  <a:gd name="T10" fmla="*/ 38 w 40"/>
                  <a:gd name="T11" fmla="*/ 0 h 22"/>
                  <a:gd name="T12" fmla="*/ 39 w 40"/>
                  <a:gd name="T13" fmla="*/ 5 h 22"/>
                  <a:gd name="T14" fmla="*/ 40 w 40"/>
                  <a:gd name="T15" fmla="*/ 4 h 22"/>
                  <a:gd name="T16" fmla="*/ 40 w 40"/>
                  <a:gd name="T17" fmla="*/ 2 h 22"/>
                  <a:gd name="T18" fmla="*/ 39 w 40"/>
                  <a:gd name="T19" fmla="*/ 0 h 22"/>
                  <a:gd name="T20" fmla="*/ 37 w 40"/>
                  <a:gd name="T21" fmla="*/ 0 h 22"/>
                  <a:gd name="T22" fmla="*/ 38 w 40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2"/>
                  <a:gd name="T38" fmla="*/ 40 w 40"/>
                  <a:gd name="T39" fmla="*/ 22 h 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2">
                    <a:moveTo>
                      <a:pt x="38" y="6"/>
                    </a:moveTo>
                    <a:lnTo>
                      <a:pt x="37" y="0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39" y="5"/>
                    </a:lnTo>
                    <a:lnTo>
                      <a:pt x="38" y="0"/>
                    </a:lnTo>
                    <a:lnTo>
                      <a:pt x="39" y="5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3" name="Freeform 835"/>
              <p:cNvSpPr>
                <a:spLocks/>
              </p:cNvSpPr>
              <p:nvPr/>
            </p:nvSpPr>
            <p:spPr bwMode="auto">
              <a:xfrm>
                <a:off x="2577" y="1948"/>
                <a:ext cx="29" cy="9"/>
              </a:xfrm>
              <a:custGeom>
                <a:avLst/>
                <a:gdLst>
                  <a:gd name="T0" fmla="*/ 0 w 29"/>
                  <a:gd name="T1" fmla="*/ 6 h 9"/>
                  <a:gd name="T2" fmla="*/ 3 w 29"/>
                  <a:gd name="T3" fmla="*/ 9 h 9"/>
                  <a:gd name="T4" fmla="*/ 29 w 29"/>
                  <a:gd name="T5" fmla="*/ 6 h 9"/>
                  <a:gd name="T6" fmla="*/ 28 w 29"/>
                  <a:gd name="T7" fmla="*/ 0 h 9"/>
                  <a:gd name="T8" fmla="*/ 2 w 29"/>
                  <a:gd name="T9" fmla="*/ 4 h 9"/>
                  <a:gd name="T10" fmla="*/ 5 w 29"/>
                  <a:gd name="T11" fmla="*/ 7 h 9"/>
                  <a:gd name="T12" fmla="*/ 2 w 29"/>
                  <a:gd name="T13" fmla="*/ 4 h 9"/>
                  <a:gd name="T14" fmla="*/ 1 w 29"/>
                  <a:gd name="T15" fmla="*/ 5 h 9"/>
                  <a:gd name="T16" fmla="*/ 0 w 29"/>
                  <a:gd name="T17" fmla="*/ 7 h 9"/>
                  <a:gd name="T18" fmla="*/ 1 w 29"/>
                  <a:gd name="T19" fmla="*/ 8 h 9"/>
                  <a:gd name="T20" fmla="*/ 3 w 29"/>
                  <a:gd name="T21" fmla="*/ 9 h 9"/>
                  <a:gd name="T22" fmla="*/ 0 w 29"/>
                  <a:gd name="T23" fmla="*/ 6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9"/>
                  <a:gd name="T38" fmla="*/ 29 w 2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9">
                    <a:moveTo>
                      <a:pt x="0" y="6"/>
                    </a:moveTo>
                    <a:lnTo>
                      <a:pt x="3" y="9"/>
                    </a:lnTo>
                    <a:lnTo>
                      <a:pt x="29" y="6"/>
                    </a:lnTo>
                    <a:lnTo>
                      <a:pt x="28" y="0"/>
                    </a:lnTo>
                    <a:lnTo>
                      <a:pt x="2" y="4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4" name="Freeform 836"/>
              <p:cNvSpPr>
                <a:spLocks/>
              </p:cNvSpPr>
              <p:nvPr/>
            </p:nvSpPr>
            <p:spPr bwMode="auto">
              <a:xfrm>
                <a:off x="2577" y="1937"/>
                <a:ext cx="7" cy="18"/>
              </a:xfrm>
              <a:custGeom>
                <a:avLst/>
                <a:gdLst>
                  <a:gd name="T0" fmla="*/ 5 w 7"/>
                  <a:gd name="T1" fmla="*/ 4 h 18"/>
                  <a:gd name="T2" fmla="*/ 2 w 7"/>
                  <a:gd name="T3" fmla="*/ 2 h 18"/>
                  <a:gd name="T4" fmla="*/ 0 w 7"/>
                  <a:gd name="T5" fmla="*/ 17 h 18"/>
                  <a:gd name="T6" fmla="*/ 5 w 7"/>
                  <a:gd name="T7" fmla="*/ 18 h 18"/>
                  <a:gd name="T8" fmla="*/ 7 w 7"/>
                  <a:gd name="T9" fmla="*/ 3 h 18"/>
                  <a:gd name="T10" fmla="*/ 4 w 7"/>
                  <a:gd name="T11" fmla="*/ 0 h 18"/>
                  <a:gd name="T12" fmla="*/ 7 w 7"/>
                  <a:gd name="T13" fmla="*/ 3 h 18"/>
                  <a:gd name="T14" fmla="*/ 6 w 7"/>
                  <a:gd name="T15" fmla="*/ 1 h 18"/>
                  <a:gd name="T16" fmla="*/ 5 w 7"/>
                  <a:gd name="T17" fmla="*/ 0 h 18"/>
                  <a:gd name="T18" fmla="*/ 3 w 7"/>
                  <a:gd name="T19" fmla="*/ 1 h 18"/>
                  <a:gd name="T20" fmla="*/ 2 w 7"/>
                  <a:gd name="T21" fmla="*/ 2 h 18"/>
                  <a:gd name="T22" fmla="*/ 5 w 7"/>
                  <a:gd name="T23" fmla="*/ 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5" y="4"/>
                    </a:moveTo>
                    <a:lnTo>
                      <a:pt x="2" y="2"/>
                    </a:lnTo>
                    <a:lnTo>
                      <a:pt x="0" y="17"/>
                    </a:lnTo>
                    <a:lnTo>
                      <a:pt x="5" y="18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5" name="Freeform 837"/>
              <p:cNvSpPr>
                <a:spLocks/>
              </p:cNvSpPr>
              <p:nvPr/>
            </p:nvSpPr>
            <p:spPr bwMode="auto">
              <a:xfrm>
                <a:off x="2528" y="1937"/>
                <a:ext cx="54" cy="28"/>
              </a:xfrm>
              <a:custGeom>
                <a:avLst/>
                <a:gdLst>
                  <a:gd name="T0" fmla="*/ 2 w 54"/>
                  <a:gd name="T1" fmla="*/ 22 h 28"/>
                  <a:gd name="T2" fmla="*/ 3 w 54"/>
                  <a:gd name="T3" fmla="*/ 28 h 28"/>
                  <a:gd name="T4" fmla="*/ 54 w 54"/>
                  <a:gd name="T5" fmla="*/ 4 h 28"/>
                  <a:gd name="T6" fmla="*/ 52 w 54"/>
                  <a:gd name="T7" fmla="*/ 0 h 28"/>
                  <a:gd name="T8" fmla="*/ 1 w 54"/>
                  <a:gd name="T9" fmla="*/ 22 h 28"/>
                  <a:gd name="T10" fmla="*/ 3 w 54"/>
                  <a:gd name="T11" fmla="*/ 28 h 28"/>
                  <a:gd name="T12" fmla="*/ 1 w 54"/>
                  <a:gd name="T13" fmla="*/ 22 h 28"/>
                  <a:gd name="T14" fmla="*/ 0 w 54"/>
                  <a:gd name="T15" fmla="*/ 24 h 28"/>
                  <a:gd name="T16" fmla="*/ 0 w 54"/>
                  <a:gd name="T17" fmla="*/ 25 h 28"/>
                  <a:gd name="T18" fmla="*/ 1 w 54"/>
                  <a:gd name="T19" fmla="*/ 28 h 28"/>
                  <a:gd name="T20" fmla="*/ 3 w 54"/>
                  <a:gd name="T21" fmla="*/ 28 h 28"/>
                  <a:gd name="T22" fmla="*/ 2 w 54"/>
                  <a:gd name="T23" fmla="*/ 22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4"/>
                  <a:gd name="T37" fmla="*/ 0 h 28"/>
                  <a:gd name="T38" fmla="*/ 54 w 54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4" h="28">
                    <a:moveTo>
                      <a:pt x="2" y="22"/>
                    </a:moveTo>
                    <a:lnTo>
                      <a:pt x="3" y="28"/>
                    </a:lnTo>
                    <a:lnTo>
                      <a:pt x="54" y="4"/>
                    </a:lnTo>
                    <a:lnTo>
                      <a:pt x="52" y="0"/>
                    </a:lnTo>
                    <a:lnTo>
                      <a:pt x="1" y="22"/>
                    </a:lnTo>
                    <a:lnTo>
                      <a:pt x="3" y="28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6" name="Freeform 838"/>
              <p:cNvSpPr>
                <a:spLocks/>
              </p:cNvSpPr>
              <p:nvPr/>
            </p:nvSpPr>
            <p:spPr bwMode="auto">
              <a:xfrm>
                <a:off x="2533" y="1940"/>
                <a:ext cx="70" cy="27"/>
              </a:xfrm>
              <a:custGeom>
                <a:avLst/>
                <a:gdLst>
                  <a:gd name="T0" fmla="*/ 0 w 70"/>
                  <a:gd name="T1" fmla="*/ 20 h 27"/>
                  <a:gd name="T2" fmla="*/ 48 w 70"/>
                  <a:gd name="T3" fmla="*/ 0 h 27"/>
                  <a:gd name="T4" fmla="*/ 46 w 70"/>
                  <a:gd name="T5" fmla="*/ 15 h 27"/>
                  <a:gd name="T6" fmla="*/ 70 w 70"/>
                  <a:gd name="T7" fmla="*/ 12 h 27"/>
                  <a:gd name="T8" fmla="*/ 36 w 70"/>
                  <a:gd name="T9" fmla="*/ 27 h 27"/>
                  <a:gd name="T10" fmla="*/ 38 w 70"/>
                  <a:gd name="T11" fmla="*/ 12 h 27"/>
                  <a:gd name="T12" fmla="*/ 0 w 70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0" y="20"/>
                    </a:moveTo>
                    <a:lnTo>
                      <a:pt x="48" y="0"/>
                    </a:lnTo>
                    <a:lnTo>
                      <a:pt x="46" y="15"/>
                    </a:lnTo>
                    <a:lnTo>
                      <a:pt x="70" y="12"/>
                    </a:lnTo>
                    <a:lnTo>
                      <a:pt x="36" y="27"/>
                    </a:lnTo>
                    <a:lnTo>
                      <a:pt x="38" y="12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7" name="Freeform 839"/>
              <p:cNvSpPr>
                <a:spLocks/>
              </p:cNvSpPr>
              <p:nvPr/>
            </p:nvSpPr>
            <p:spPr bwMode="auto">
              <a:xfrm>
                <a:off x="2536" y="1940"/>
                <a:ext cx="65" cy="27"/>
              </a:xfrm>
              <a:custGeom>
                <a:avLst/>
                <a:gdLst>
                  <a:gd name="T0" fmla="*/ 0 w 65"/>
                  <a:gd name="T1" fmla="*/ 20 h 27"/>
                  <a:gd name="T2" fmla="*/ 44 w 65"/>
                  <a:gd name="T3" fmla="*/ 0 h 27"/>
                  <a:gd name="T4" fmla="*/ 42 w 65"/>
                  <a:gd name="T5" fmla="*/ 16 h 27"/>
                  <a:gd name="T6" fmla="*/ 65 w 65"/>
                  <a:gd name="T7" fmla="*/ 13 h 27"/>
                  <a:gd name="T8" fmla="*/ 33 w 65"/>
                  <a:gd name="T9" fmla="*/ 27 h 27"/>
                  <a:gd name="T10" fmla="*/ 35 w 65"/>
                  <a:gd name="T11" fmla="*/ 11 h 27"/>
                  <a:gd name="T12" fmla="*/ 0 w 65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0" y="20"/>
                    </a:moveTo>
                    <a:lnTo>
                      <a:pt x="44" y="0"/>
                    </a:lnTo>
                    <a:lnTo>
                      <a:pt x="42" y="16"/>
                    </a:lnTo>
                    <a:lnTo>
                      <a:pt x="65" y="13"/>
                    </a:lnTo>
                    <a:lnTo>
                      <a:pt x="33" y="27"/>
                    </a:lnTo>
                    <a:lnTo>
                      <a:pt x="35" y="1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8" name="Freeform 840"/>
              <p:cNvSpPr>
                <a:spLocks/>
              </p:cNvSpPr>
              <p:nvPr/>
            </p:nvSpPr>
            <p:spPr bwMode="auto">
              <a:xfrm>
                <a:off x="2540" y="1940"/>
                <a:ext cx="59" cy="26"/>
              </a:xfrm>
              <a:custGeom>
                <a:avLst/>
                <a:gdLst>
                  <a:gd name="T0" fmla="*/ 0 w 59"/>
                  <a:gd name="T1" fmla="*/ 18 h 26"/>
                  <a:gd name="T2" fmla="*/ 40 w 59"/>
                  <a:gd name="T3" fmla="*/ 0 h 26"/>
                  <a:gd name="T4" fmla="*/ 38 w 59"/>
                  <a:gd name="T5" fmla="*/ 16 h 26"/>
                  <a:gd name="T6" fmla="*/ 59 w 59"/>
                  <a:gd name="T7" fmla="*/ 13 h 26"/>
                  <a:gd name="T8" fmla="*/ 30 w 59"/>
                  <a:gd name="T9" fmla="*/ 26 h 26"/>
                  <a:gd name="T10" fmla="*/ 33 w 59"/>
                  <a:gd name="T11" fmla="*/ 10 h 26"/>
                  <a:gd name="T12" fmla="*/ 0 w 59"/>
                  <a:gd name="T13" fmla="*/ 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0" y="18"/>
                    </a:moveTo>
                    <a:lnTo>
                      <a:pt x="40" y="0"/>
                    </a:lnTo>
                    <a:lnTo>
                      <a:pt x="38" y="16"/>
                    </a:lnTo>
                    <a:lnTo>
                      <a:pt x="59" y="13"/>
                    </a:lnTo>
                    <a:lnTo>
                      <a:pt x="30" y="26"/>
                    </a:lnTo>
                    <a:lnTo>
                      <a:pt x="33" y="1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09" name="Freeform 841"/>
              <p:cNvSpPr>
                <a:spLocks/>
              </p:cNvSpPr>
              <p:nvPr/>
            </p:nvSpPr>
            <p:spPr bwMode="auto">
              <a:xfrm>
                <a:off x="2543" y="1941"/>
                <a:ext cx="54" cy="25"/>
              </a:xfrm>
              <a:custGeom>
                <a:avLst/>
                <a:gdLst>
                  <a:gd name="T0" fmla="*/ 0 w 54"/>
                  <a:gd name="T1" fmla="*/ 16 h 25"/>
                  <a:gd name="T2" fmla="*/ 37 w 54"/>
                  <a:gd name="T3" fmla="*/ 0 h 25"/>
                  <a:gd name="T4" fmla="*/ 34 w 54"/>
                  <a:gd name="T5" fmla="*/ 16 h 25"/>
                  <a:gd name="T6" fmla="*/ 54 w 54"/>
                  <a:gd name="T7" fmla="*/ 12 h 25"/>
                  <a:gd name="T8" fmla="*/ 27 w 54"/>
                  <a:gd name="T9" fmla="*/ 25 h 25"/>
                  <a:gd name="T10" fmla="*/ 30 w 54"/>
                  <a:gd name="T11" fmla="*/ 9 h 25"/>
                  <a:gd name="T12" fmla="*/ 0 w 54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0" y="16"/>
                    </a:moveTo>
                    <a:lnTo>
                      <a:pt x="37" y="0"/>
                    </a:lnTo>
                    <a:lnTo>
                      <a:pt x="34" y="16"/>
                    </a:lnTo>
                    <a:lnTo>
                      <a:pt x="54" y="12"/>
                    </a:lnTo>
                    <a:lnTo>
                      <a:pt x="27" y="25"/>
                    </a:lnTo>
                    <a:lnTo>
                      <a:pt x="30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0" name="Freeform 842"/>
              <p:cNvSpPr>
                <a:spLocks/>
              </p:cNvSpPr>
              <p:nvPr/>
            </p:nvSpPr>
            <p:spPr bwMode="auto">
              <a:xfrm>
                <a:off x="2547" y="1941"/>
                <a:ext cx="48" cy="25"/>
              </a:xfrm>
              <a:custGeom>
                <a:avLst/>
                <a:gdLst>
                  <a:gd name="T0" fmla="*/ 0 w 48"/>
                  <a:gd name="T1" fmla="*/ 16 h 25"/>
                  <a:gd name="T2" fmla="*/ 32 w 48"/>
                  <a:gd name="T3" fmla="*/ 0 h 25"/>
                  <a:gd name="T4" fmla="*/ 30 w 48"/>
                  <a:gd name="T5" fmla="*/ 17 h 25"/>
                  <a:gd name="T6" fmla="*/ 48 w 48"/>
                  <a:gd name="T7" fmla="*/ 13 h 25"/>
                  <a:gd name="T8" fmla="*/ 24 w 48"/>
                  <a:gd name="T9" fmla="*/ 25 h 25"/>
                  <a:gd name="T10" fmla="*/ 27 w 48"/>
                  <a:gd name="T11" fmla="*/ 9 h 25"/>
                  <a:gd name="T12" fmla="*/ 0 w 48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5"/>
                  <a:gd name="T23" fmla="*/ 48 w 48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5">
                    <a:moveTo>
                      <a:pt x="0" y="16"/>
                    </a:moveTo>
                    <a:lnTo>
                      <a:pt x="32" y="0"/>
                    </a:lnTo>
                    <a:lnTo>
                      <a:pt x="30" y="17"/>
                    </a:lnTo>
                    <a:lnTo>
                      <a:pt x="48" y="13"/>
                    </a:lnTo>
                    <a:lnTo>
                      <a:pt x="24" y="25"/>
                    </a:lnTo>
                    <a:lnTo>
                      <a:pt x="27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1" name="Freeform 843"/>
              <p:cNvSpPr>
                <a:spLocks/>
              </p:cNvSpPr>
              <p:nvPr/>
            </p:nvSpPr>
            <p:spPr bwMode="auto">
              <a:xfrm>
                <a:off x="2550" y="1942"/>
                <a:ext cx="43" cy="23"/>
              </a:xfrm>
              <a:custGeom>
                <a:avLst/>
                <a:gdLst>
                  <a:gd name="T0" fmla="*/ 0 w 43"/>
                  <a:gd name="T1" fmla="*/ 13 h 23"/>
                  <a:gd name="T2" fmla="*/ 29 w 43"/>
                  <a:gd name="T3" fmla="*/ 0 h 23"/>
                  <a:gd name="T4" fmla="*/ 27 w 43"/>
                  <a:gd name="T5" fmla="*/ 15 h 23"/>
                  <a:gd name="T6" fmla="*/ 43 w 43"/>
                  <a:gd name="T7" fmla="*/ 13 h 23"/>
                  <a:gd name="T8" fmla="*/ 21 w 43"/>
                  <a:gd name="T9" fmla="*/ 23 h 23"/>
                  <a:gd name="T10" fmla="*/ 24 w 43"/>
                  <a:gd name="T11" fmla="*/ 6 h 23"/>
                  <a:gd name="T12" fmla="*/ 0 w 43"/>
                  <a:gd name="T13" fmla="*/ 1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3"/>
                  <a:gd name="T23" fmla="*/ 43 w 43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3">
                    <a:moveTo>
                      <a:pt x="0" y="13"/>
                    </a:moveTo>
                    <a:lnTo>
                      <a:pt x="29" y="0"/>
                    </a:lnTo>
                    <a:lnTo>
                      <a:pt x="27" y="15"/>
                    </a:lnTo>
                    <a:lnTo>
                      <a:pt x="43" y="13"/>
                    </a:lnTo>
                    <a:lnTo>
                      <a:pt x="21" y="23"/>
                    </a:lnTo>
                    <a:lnTo>
                      <a:pt x="24" y="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2" name="Freeform 844"/>
              <p:cNvSpPr>
                <a:spLocks/>
              </p:cNvSpPr>
              <p:nvPr/>
            </p:nvSpPr>
            <p:spPr bwMode="auto">
              <a:xfrm>
                <a:off x="2553" y="1942"/>
                <a:ext cx="38" cy="21"/>
              </a:xfrm>
              <a:custGeom>
                <a:avLst/>
                <a:gdLst>
                  <a:gd name="T0" fmla="*/ 0 w 38"/>
                  <a:gd name="T1" fmla="*/ 12 h 21"/>
                  <a:gd name="T2" fmla="*/ 26 w 38"/>
                  <a:gd name="T3" fmla="*/ 0 h 21"/>
                  <a:gd name="T4" fmla="*/ 24 w 38"/>
                  <a:gd name="T5" fmla="*/ 15 h 21"/>
                  <a:gd name="T6" fmla="*/ 38 w 38"/>
                  <a:gd name="T7" fmla="*/ 13 h 21"/>
                  <a:gd name="T8" fmla="*/ 18 w 38"/>
                  <a:gd name="T9" fmla="*/ 21 h 21"/>
                  <a:gd name="T10" fmla="*/ 21 w 38"/>
                  <a:gd name="T11" fmla="*/ 6 h 21"/>
                  <a:gd name="T12" fmla="*/ 0 w 38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0" y="12"/>
                    </a:moveTo>
                    <a:lnTo>
                      <a:pt x="26" y="0"/>
                    </a:lnTo>
                    <a:lnTo>
                      <a:pt x="24" y="15"/>
                    </a:lnTo>
                    <a:lnTo>
                      <a:pt x="38" y="13"/>
                    </a:lnTo>
                    <a:lnTo>
                      <a:pt x="18" y="21"/>
                    </a:lnTo>
                    <a:lnTo>
                      <a:pt x="21" y="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3" name="Freeform 845"/>
              <p:cNvSpPr>
                <a:spLocks/>
              </p:cNvSpPr>
              <p:nvPr/>
            </p:nvSpPr>
            <p:spPr bwMode="auto">
              <a:xfrm>
                <a:off x="2556" y="1942"/>
                <a:ext cx="34" cy="21"/>
              </a:xfrm>
              <a:custGeom>
                <a:avLst/>
                <a:gdLst>
                  <a:gd name="T0" fmla="*/ 0 w 34"/>
                  <a:gd name="T1" fmla="*/ 10 h 21"/>
                  <a:gd name="T2" fmla="*/ 23 w 34"/>
                  <a:gd name="T3" fmla="*/ 0 h 21"/>
                  <a:gd name="T4" fmla="*/ 21 w 34"/>
                  <a:gd name="T5" fmla="*/ 16 h 21"/>
                  <a:gd name="T6" fmla="*/ 34 w 34"/>
                  <a:gd name="T7" fmla="*/ 14 h 21"/>
                  <a:gd name="T8" fmla="*/ 17 w 34"/>
                  <a:gd name="T9" fmla="*/ 21 h 21"/>
                  <a:gd name="T10" fmla="*/ 19 w 34"/>
                  <a:gd name="T11" fmla="*/ 5 h 21"/>
                  <a:gd name="T12" fmla="*/ 0 w 34"/>
                  <a:gd name="T13" fmla="*/ 1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21"/>
                  <a:gd name="T23" fmla="*/ 34 w 34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21">
                    <a:moveTo>
                      <a:pt x="0" y="10"/>
                    </a:moveTo>
                    <a:lnTo>
                      <a:pt x="23" y="0"/>
                    </a:lnTo>
                    <a:lnTo>
                      <a:pt x="21" y="16"/>
                    </a:lnTo>
                    <a:lnTo>
                      <a:pt x="34" y="14"/>
                    </a:lnTo>
                    <a:lnTo>
                      <a:pt x="17" y="21"/>
                    </a:lnTo>
                    <a:lnTo>
                      <a:pt x="19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4" name="Freeform 846"/>
              <p:cNvSpPr>
                <a:spLocks/>
              </p:cNvSpPr>
              <p:nvPr/>
            </p:nvSpPr>
            <p:spPr bwMode="auto">
              <a:xfrm>
                <a:off x="2560" y="1943"/>
                <a:ext cx="27" cy="20"/>
              </a:xfrm>
              <a:custGeom>
                <a:avLst/>
                <a:gdLst>
                  <a:gd name="T0" fmla="*/ 0 w 27"/>
                  <a:gd name="T1" fmla="*/ 9 h 20"/>
                  <a:gd name="T2" fmla="*/ 18 w 27"/>
                  <a:gd name="T3" fmla="*/ 0 h 20"/>
                  <a:gd name="T4" fmla="*/ 16 w 27"/>
                  <a:gd name="T5" fmla="*/ 16 h 20"/>
                  <a:gd name="T6" fmla="*/ 27 w 27"/>
                  <a:gd name="T7" fmla="*/ 14 h 20"/>
                  <a:gd name="T8" fmla="*/ 13 w 27"/>
                  <a:gd name="T9" fmla="*/ 20 h 20"/>
                  <a:gd name="T10" fmla="*/ 16 w 27"/>
                  <a:gd name="T11" fmla="*/ 4 h 20"/>
                  <a:gd name="T12" fmla="*/ 0 w 27"/>
                  <a:gd name="T13" fmla="*/ 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0" y="9"/>
                    </a:moveTo>
                    <a:lnTo>
                      <a:pt x="18" y="0"/>
                    </a:lnTo>
                    <a:lnTo>
                      <a:pt x="16" y="16"/>
                    </a:lnTo>
                    <a:lnTo>
                      <a:pt x="27" y="14"/>
                    </a:lnTo>
                    <a:lnTo>
                      <a:pt x="13" y="20"/>
                    </a:lnTo>
                    <a:lnTo>
                      <a:pt x="16" y="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5" name="Freeform 847"/>
              <p:cNvSpPr>
                <a:spLocks/>
              </p:cNvSpPr>
              <p:nvPr/>
            </p:nvSpPr>
            <p:spPr bwMode="auto">
              <a:xfrm>
                <a:off x="2564" y="1943"/>
                <a:ext cx="21" cy="19"/>
              </a:xfrm>
              <a:custGeom>
                <a:avLst/>
                <a:gdLst>
                  <a:gd name="T0" fmla="*/ 0 w 21"/>
                  <a:gd name="T1" fmla="*/ 7 h 19"/>
                  <a:gd name="T2" fmla="*/ 12 w 21"/>
                  <a:gd name="T3" fmla="*/ 3 h 19"/>
                  <a:gd name="T4" fmla="*/ 10 w 21"/>
                  <a:gd name="T5" fmla="*/ 19 h 19"/>
                  <a:gd name="T6" fmla="*/ 21 w 21"/>
                  <a:gd name="T7" fmla="*/ 14 h 19"/>
                  <a:gd name="T8" fmla="*/ 12 w 21"/>
                  <a:gd name="T9" fmla="*/ 16 h 19"/>
                  <a:gd name="T10" fmla="*/ 14 w 21"/>
                  <a:gd name="T11" fmla="*/ 0 h 19"/>
                  <a:gd name="T12" fmla="*/ 0 w 21"/>
                  <a:gd name="T13" fmla="*/ 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0" y="7"/>
                    </a:moveTo>
                    <a:lnTo>
                      <a:pt x="12" y="3"/>
                    </a:lnTo>
                    <a:lnTo>
                      <a:pt x="10" y="19"/>
                    </a:lnTo>
                    <a:lnTo>
                      <a:pt x="21" y="14"/>
                    </a:lnTo>
                    <a:lnTo>
                      <a:pt x="12" y="16"/>
                    </a:lnTo>
                    <a:lnTo>
                      <a:pt x="1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6" name="Freeform 848"/>
              <p:cNvSpPr>
                <a:spLocks/>
              </p:cNvSpPr>
              <p:nvPr/>
            </p:nvSpPr>
            <p:spPr bwMode="auto">
              <a:xfrm>
                <a:off x="2752" y="1830"/>
                <a:ext cx="45" cy="62"/>
              </a:xfrm>
              <a:custGeom>
                <a:avLst/>
                <a:gdLst>
                  <a:gd name="T0" fmla="*/ 45 w 45"/>
                  <a:gd name="T1" fmla="*/ 0 h 62"/>
                  <a:gd name="T2" fmla="*/ 24 w 45"/>
                  <a:gd name="T3" fmla="*/ 37 h 62"/>
                  <a:gd name="T4" fmla="*/ 14 w 45"/>
                  <a:gd name="T5" fmla="*/ 24 h 62"/>
                  <a:gd name="T6" fmla="*/ 0 w 45"/>
                  <a:gd name="T7" fmla="*/ 62 h 62"/>
                  <a:gd name="T8" fmla="*/ 16 w 45"/>
                  <a:gd name="T9" fmla="*/ 40 h 62"/>
                  <a:gd name="T10" fmla="*/ 26 w 45"/>
                  <a:gd name="T11" fmla="*/ 52 h 62"/>
                  <a:gd name="T12" fmla="*/ 45 w 45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"/>
                  <a:gd name="T22" fmla="*/ 0 h 62"/>
                  <a:gd name="T23" fmla="*/ 45 w 45"/>
                  <a:gd name="T24" fmla="*/ 62 h 6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" h="62">
                    <a:moveTo>
                      <a:pt x="45" y="0"/>
                    </a:moveTo>
                    <a:lnTo>
                      <a:pt x="24" y="37"/>
                    </a:lnTo>
                    <a:lnTo>
                      <a:pt x="14" y="24"/>
                    </a:lnTo>
                    <a:lnTo>
                      <a:pt x="0" y="62"/>
                    </a:lnTo>
                    <a:lnTo>
                      <a:pt x="16" y="40"/>
                    </a:lnTo>
                    <a:lnTo>
                      <a:pt x="26" y="5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7" name="Freeform 849"/>
              <p:cNvSpPr>
                <a:spLocks/>
              </p:cNvSpPr>
              <p:nvPr/>
            </p:nvSpPr>
            <p:spPr bwMode="auto">
              <a:xfrm>
                <a:off x="2773" y="1829"/>
                <a:ext cx="26" cy="40"/>
              </a:xfrm>
              <a:custGeom>
                <a:avLst/>
                <a:gdLst>
                  <a:gd name="T0" fmla="*/ 1 w 26"/>
                  <a:gd name="T1" fmla="*/ 39 h 40"/>
                  <a:gd name="T2" fmla="*/ 5 w 26"/>
                  <a:gd name="T3" fmla="*/ 39 h 40"/>
                  <a:gd name="T4" fmla="*/ 26 w 26"/>
                  <a:gd name="T5" fmla="*/ 2 h 40"/>
                  <a:gd name="T6" fmla="*/ 22 w 26"/>
                  <a:gd name="T7" fmla="*/ 0 h 40"/>
                  <a:gd name="T8" fmla="*/ 0 w 26"/>
                  <a:gd name="T9" fmla="*/ 36 h 40"/>
                  <a:gd name="T10" fmla="*/ 5 w 26"/>
                  <a:gd name="T11" fmla="*/ 36 h 40"/>
                  <a:gd name="T12" fmla="*/ 0 w 26"/>
                  <a:gd name="T13" fmla="*/ 36 h 40"/>
                  <a:gd name="T14" fmla="*/ 0 w 26"/>
                  <a:gd name="T15" fmla="*/ 38 h 40"/>
                  <a:gd name="T16" fmla="*/ 1 w 26"/>
                  <a:gd name="T17" fmla="*/ 40 h 40"/>
                  <a:gd name="T18" fmla="*/ 4 w 26"/>
                  <a:gd name="T19" fmla="*/ 40 h 40"/>
                  <a:gd name="T20" fmla="*/ 5 w 26"/>
                  <a:gd name="T21" fmla="*/ 39 h 40"/>
                  <a:gd name="T22" fmla="*/ 1 w 26"/>
                  <a:gd name="T23" fmla="*/ 39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40"/>
                  <a:gd name="T38" fmla="*/ 26 w 26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40">
                    <a:moveTo>
                      <a:pt x="1" y="39"/>
                    </a:moveTo>
                    <a:lnTo>
                      <a:pt x="5" y="39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0" y="36"/>
                    </a:lnTo>
                    <a:lnTo>
                      <a:pt x="5" y="36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8" name="Freeform 850"/>
              <p:cNvSpPr>
                <a:spLocks/>
              </p:cNvSpPr>
              <p:nvPr/>
            </p:nvSpPr>
            <p:spPr bwMode="auto">
              <a:xfrm>
                <a:off x="2764" y="1851"/>
                <a:ext cx="14" cy="17"/>
              </a:xfrm>
              <a:custGeom>
                <a:avLst/>
                <a:gdLst>
                  <a:gd name="T0" fmla="*/ 4 w 14"/>
                  <a:gd name="T1" fmla="*/ 3 h 17"/>
                  <a:gd name="T2" fmla="*/ 0 w 14"/>
                  <a:gd name="T3" fmla="*/ 5 h 17"/>
                  <a:gd name="T4" fmla="*/ 9 w 14"/>
                  <a:gd name="T5" fmla="*/ 17 h 17"/>
                  <a:gd name="T6" fmla="*/ 14 w 14"/>
                  <a:gd name="T7" fmla="*/ 14 h 17"/>
                  <a:gd name="T8" fmla="*/ 4 w 14"/>
                  <a:gd name="T9" fmla="*/ 1 h 17"/>
                  <a:gd name="T10" fmla="*/ 0 w 14"/>
                  <a:gd name="T11" fmla="*/ 2 h 17"/>
                  <a:gd name="T12" fmla="*/ 4 w 14"/>
                  <a:gd name="T13" fmla="*/ 1 h 17"/>
                  <a:gd name="T14" fmla="*/ 2 w 14"/>
                  <a:gd name="T15" fmla="*/ 0 h 17"/>
                  <a:gd name="T16" fmla="*/ 1 w 14"/>
                  <a:gd name="T17" fmla="*/ 1 h 17"/>
                  <a:gd name="T18" fmla="*/ 0 w 14"/>
                  <a:gd name="T19" fmla="*/ 2 h 17"/>
                  <a:gd name="T20" fmla="*/ 0 w 14"/>
                  <a:gd name="T21" fmla="*/ 5 h 17"/>
                  <a:gd name="T22" fmla="*/ 4 w 14"/>
                  <a:gd name="T23" fmla="*/ 3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4" y="3"/>
                    </a:moveTo>
                    <a:lnTo>
                      <a:pt x="0" y="5"/>
                    </a:lnTo>
                    <a:lnTo>
                      <a:pt x="9" y="17"/>
                    </a:lnTo>
                    <a:lnTo>
                      <a:pt x="14" y="14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19" name="Freeform 851"/>
              <p:cNvSpPr>
                <a:spLocks/>
              </p:cNvSpPr>
              <p:nvPr/>
            </p:nvSpPr>
            <p:spPr bwMode="auto">
              <a:xfrm>
                <a:off x="2750" y="1853"/>
                <a:ext cx="18" cy="41"/>
              </a:xfrm>
              <a:custGeom>
                <a:avLst/>
                <a:gdLst>
                  <a:gd name="T0" fmla="*/ 0 w 18"/>
                  <a:gd name="T1" fmla="*/ 37 h 41"/>
                  <a:gd name="T2" fmla="*/ 4 w 18"/>
                  <a:gd name="T3" fmla="*/ 39 h 41"/>
                  <a:gd name="T4" fmla="*/ 18 w 18"/>
                  <a:gd name="T5" fmla="*/ 1 h 41"/>
                  <a:gd name="T6" fmla="*/ 14 w 18"/>
                  <a:gd name="T7" fmla="*/ 0 h 41"/>
                  <a:gd name="T8" fmla="*/ 0 w 18"/>
                  <a:gd name="T9" fmla="*/ 38 h 41"/>
                  <a:gd name="T10" fmla="*/ 4 w 18"/>
                  <a:gd name="T11" fmla="*/ 40 h 41"/>
                  <a:gd name="T12" fmla="*/ 0 w 18"/>
                  <a:gd name="T13" fmla="*/ 38 h 41"/>
                  <a:gd name="T14" fmla="*/ 0 w 18"/>
                  <a:gd name="T15" fmla="*/ 40 h 41"/>
                  <a:gd name="T16" fmla="*/ 2 w 18"/>
                  <a:gd name="T17" fmla="*/ 41 h 41"/>
                  <a:gd name="T18" fmla="*/ 3 w 18"/>
                  <a:gd name="T19" fmla="*/ 41 h 41"/>
                  <a:gd name="T20" fmla="*/ 4 w 18"/>
                  <a:gd name="T21" fmla="*/ 39 h 41"/>
                  <a:gd name="T22" fmla="*/ 0 w 18"/>
                  <a:gd name="T23" fmla="*/ 3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41"/>
                  <a:gd name="T38" fmla="*/ 18 w 18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41">
                    <a:moveTo>
                      <a:pt x="0" y="37"/>
                    </a:moveTo>
                    <a:lnTo>
                      <a:pt x="4" y="39"/>
                    </a:lnTo>
                    <a:lnTo>
                      <a:pt x="18" y="1"/>
                    </a:lnTo>
                    <a:lnTo>
                      <a:pt x="14" y="0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0" name="Freeform 852"/>
              <p:cNvSpPr>
                <a:spLocks/>
              </p:cNvSpPr>
              <p:nvPr/>
            </p:nvSpPr>
            <p:spPr bwMode="auto">
              <a:xfrm>
                <a:off x="2750" y="1867"/>
                <a:ext cx="21" cy="26"/>
              </a:xfrm>
              <a:custGeom>
                <a:avLst/>
                <a:gdLst>
                  <a:gd name="T0" fmla="*/ 20 w 21"/>
                  <a:gd name="T1" fmla="*/ 1 h 26"/>
                  <a:gd name="T2" fmla="*/ 17 w 21"/>
                  <a:gd name="T3" fmla="*/ 1 h 26"/>
                  <a:gd name="T4" fmla="*/ 0 w 21"/>
                  <a:gd name="T5" fmla="*/ 23 h 26"/>
                  <a:gd name="T6" fmla="*/ 4 w 21"/>
                  <a:gd name="T7" fmla="*/ 26 h 26"/>
                  <a:gd name="T8" fmla="*/ 20 w 21"/>
                  <a:gd name="T9" fmla="*/ 5 h 26"/>
                  <a:gd name="T10" fmla="*/ 17 w 21"/>
                  <a:gd name="T11" fmla="*/ 5 h 26"/>
                  <a:gd name="T12" fmla="*/ 20 w 21"/>
                  <a:gd name="T13" fmla="*/ 5 h 26"/>
                  <a:gd name="T14" fmla="*/ 21 w 21"/>
                  <a:gd name="T15" fmla="*/ 2 h 26"/>
                  <a:gd name="T16" fmla="*/ 20 w 21"/>
                  <a:gd name="T17" fmla="*/ 1 h 26"/>
                  <a:gd name="T18" fmla="*/ 18 w 21"/>
                  <a:gd name="T19" fmla="*/ 0 h 26"/>
                  <a:gd name="T20" fmla="*/ 17 w 21"/>
                  <a:gd name="T21" fmla="*/ 1 h 26"/>
                  <a:gd name="T22" fmla="*/ 20 w 21"/>
                  <a:gd name="T23" fmla="*/ 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26"/>
                  <a:gd name="T38" fmla="*/ 21 w 2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26">
                    <a:moveTo>
                      <a:pt x="20" y="1"/>
                    </a:moveTo>
                    <a:lnTo>
                      <a:pt x="17" y="1"/>
                    </a:lnTo>
                    <a:lnTo>
                      <a:pt x="0" y="23"/>
                    </a:lnTo>
                    <a:lnTo>
                      <a:pt x="4" y="26"/>
                    </a:lnTo>
                    <a:lnTo>
                      <a:pt x="20" y="5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1" name="Freeform 853"/>
              <p:cNvSpPr>
                <a:spLocks/>
              </p:cNvSpPr>
              <p:nvPr/>
            </p:nvSpPr>
            <p:spPr bwMode="auto">
              <a:xfrm>
                <a:off x="2766" y="1868"/>
                <a:ext cx="14" cy="17"/>
              </a:xfrm>
              <a:custGeom>
                <a:avLst/>
                <a:gdLst>
                  <a:gd name="T0" fmla="*/ 8 w 14"/>
                  <a:gd name="T1" fmla="*/ 14 h 17"/>
                  <a:gd name="T2" fmla="*/ 13 w 14"/>
                  <a:gd name="T3" fmla="*/ 13 h 17"/>
                  <a:gd name="T4" fmla="*/ 4 w 14"/>
                  <a:gd name="T5" fmla="*/ 0 h 17"/>
                  <a:gd name="T6" fmla="*/ 0 w 14"/>
                  <a:gd name="T7" fmla="*/ 4 h 17"/>
                  <a:gd name="T8" fmla="*/ 10 w 14"/>
                  <a:gd name="T9" fmla="*/ 16 h 17"/>
                  <a:gd name="T10" fmla="*/ 14 w 14"/>
                  <a:gd name="T11" fmla="*/ 15 h 17"/>
                  <a:gd name="T12" fmla="*/ 10 w 14"/>
                  <a:gd name="T13" fmla="*/ 16 h 17"/>
                  <a:gd name="T14" fmla="*/ 11 w 14"/>
                  <a:gd name="T15" fmla="*/ 17 h 17"/>
                  <a:gd name="T16" fmla="*/ 13 w 14"/>
                  <a:gd name="T17" fmla="*/ 16 h 17"/>
                  <a:gd name="T18" fmla="*/ 14 w 14"/>
                  <a:gd name="T19" fmla="*/ 15 h 17"/>
                  <a:gd name="T20" fmla="*/ 13 w 14"/>
                  <a:gd name="T21" fmla="*/ 13 h 17"/>
                  <a:gd name="T22" fmla="*/ 8 w 14"/>
                  <a:gd name="T23" fmla="*/ 1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8" y="14"/>
                    </a:moveTo>
                    <a:lnTo>
                      <a:pt x="13" y="13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10" y="16"/>
                    </a:lnTo>
                    <a:lnTo>
                      <a:pt x="14" y="15"/>
                    </a:lnTo>
                    <a:lnTo>
                      <a:pt x="10" y="16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2" name="Freeform 854"/>
              <p:cNvSpPr>
                <a:spLocks/>
              </p:cNvSpPr>
              <p:nvPr/>
            </p:nvSpPr>
            <p:spPr bwMode="auto">
              <a:xfrm>
                <a:off x="2776" y="1828"/>
                <a:ext cx="23" cy="55"/>
              </a:xfrm>
              <a:custGeom>
                <a:avLst/>
                <a:gdLst>
                  <a:gd name="T0" fmla="*/ 23 w 23"/>
                  <a:gd name="T1" fmla="*/ 3 h 55"/>
                  <a:gd name="T2" fmla="*/ 19 w 23"/>
                  <a:gd name="T3" fmla="*/ 1 h 55"/>
                  <a:gd name="T4" fmla="*/ 0 w 23"/>
                  <a:gd name="T5" fmla="*/ 54 h 55"/>
                  <a:gd name="T6" fmla="*/ 4 w 23"/>
                  <a:gd name="T7" fmla="*/ 55 h 55"/>
                  <a:gd name="T8" fmla="*/ 23 w 23"/>
                  <a:gd name="T9" fmla="*/ 3 h 55"/>
                  <a:gd name="T10" fmla="*/ 19 w 23"/>
                  <a:gd name="T11" fmla="*/ 1 h 55"/>
                  <a:gd name="T12" fmla="*/ 23 w 23"/>
                  <a:gd name="T13" fmla="*/ 3 h 55"/>
                  <a:gd name="T14" fmla="*/ 23 w 23"/>
                  <a:gd name="T15" fmla="*/ 1 h 55"/>
                  <a:gd name="T16" fmla="*/ 21 w 23"/>
                  <a:gd name="T17" fmla="*/ 0 h 55"/>
                  <a:gd name="T18" fmla="*/ 20 w 23"/>
                  <a:gd name="T19" fmla="*/ 0 h 55"/>
                  <a:gd name="T20" fmla="*/ 19 w 23"/>
                  <a:gd name="T21" fmla="*/ 1 h 55"/>
                  <a:gd name="T22" fmla="*/ 23 w 23"/>
                  <a:gd name="T23" fmla="*/ 3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5"/>
                  <a:gd name="T38" fmla="*/ 23 w 23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5">
                    <a:moveTo>
                      <a:pt x="23" y="3"/>
                    </a:moveTo>
                    <a:lnTo>
                      <a:pt x="19" y="1"/>
                    </a:lnTo>
                    <a:lnTo>
                      <a:pt x="0" y="54"/>
                    </a:lnTo>
                    <a:lnTo>
                      <a:pt x="4" y="55"/>
                    </a:lnTo>
                    <a:lnTo>
                      <a:pt x="23" y="3"/>
                    </a:lnTo>
                    <a:lnTo>
                      <a:pt x="19" y="1"/>
                    </a:lnTo>
                    <a:lnTo>
                      <a:pt x="23" y="3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19" y="1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3" name="Freeform 855"/>
              <p:cNvSpPr>
                <a:spLocks/>
              </p:cNvSpPr>
              <p:nvPr/>
            </p:nvSpPr>
            <p:spPr bwMode="auto">
              <a:xfrm>
                <a:off x="2753" y="1833"/>
                <a:ext cx="43" cy="57"/>
              </a:xfrm>
              <a:custGeom>
                <a:avLst/>
                <a:gdLst>
                  <a:gd name="T0" fmla="*/ 43 w 43"/>
                  <a:gd name="T1" fmla="*/ 0 h 57"/>
                  <a:gd name="T2" fmla="*/ 25 w 43"/>
                  <a:gd name="T3" fmla="*/ 49 h 57"/>
                  <a:gd name="T4" fmla="*/ 15 w 43"/>
                  <a:gd name="T5" fmla="*/ 36 h 57"/>
                  <a:gd name="T6" fmla="*/ 0 w 43"/>
                  <a:gd name="T7" fmla="*/ 57 h 57"/>
                  <a:gd name="T8" fmla="*/ 13 w 43"/>
                  <a:gd name="T9" fmla="*/ 21 h 57"/>
                  <a:gd name="T10" fmla="*/ 23 w 43"/>
                  <a:gd name="T11" fmla="*/ 34 h 57"/>
                  <a:gd name="T12" fmla="*/ 43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7"/>
                  <a:gd name="T23" fmla="*/ 43 w 43"/>
                  <a:gd name="T24" fmla="*/ 57 h 5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7">
                    <a:moveTo>
                      <a:pt x="43" y="0"/>
                    </a:moveTo>
                    <a:lnTo>
                      <a:pt x="25" y="49"/>
                    </a:lnTo>
                    <a:lnTo>
                      <a:pt x="15" y="36"/>
                    </a:lnTo>
                    <a:lnTo>
                      <a:pt x="0" y="57"/>
                    </a:lnTo>
                    <a:lnTo>
                      <a:pt x="13" y="21"/>
                    </a:lnTo>
                    <a:lnTo>
                      <a:pt x="23" y="34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4" name="Freeform 856"/>
              <p:cNvSpPr>
                <a:spLocks/>
              </p:cNvSpPr>
              <p:nvPr/>
            </p:nvSpPr>
            <p:spPr bwMode="auto">
              <a:xfrm>
                <a:off x="2754" y="1836"/>
                <a:ext cx="41" cy="52"/>
              </a:xfrm>
              <a:custGeom>
                <a:avLst/>
                <a:gdLst>
                  <a:gd name="T0" fmla="*/ 41 w 41"/>
                  <a:gd name="T1" fmla="*/ 0 h 52"/>
                  <a:gd name="T2" fmla="*/ 24 w 41"/>
                  <a:gd name="T3" fmla="*/ 45 h 52"/>
                  <a:gd name="T4" fmla="*/ 14 w 41"/>
                  <a:gd name="T5" fmla="*/ 32 h 52"/>
                  <a:gd name="T6" fmla="*/ 0 w 41"/>
                  <a:gd name="T7" fmla="*/ 52 h 52"/>
                  <a:gd name="T8" fmla="*/ 12 w 41"/>
                  <a:gd name="T9" fmla="*/ 20 h 52"/>
                  <a:gd name="T10" fmla="*/ 23 w 41"/>
                  <a:gd name="T11" fmla="*/ 31 h 52"/>
                  <a:gd name="T12" fmla="*/ 41 w 4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52"/>
                  <a:gd name="T23" fmla="*/ 41 w 41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52">
                    <a:moveTo>
                      <a:pt x="41" y="0"/>
                    </a:moveTo>
                    <a:lnTo>
                      <a:pt x="24" y="45"/>
                    </a:lnTo>
                    <a:lnTo>
                      <a:pt x="14" y="32"/>
                    </a:lnTo>
                    <a:lnTo>
                      <a:pt x="0" y="52"/>
                    </a:lnTo>
                    <a:lnTo>
                      <a:pt x="12" y="20"/>
                    </a:lnTo>
                    <a:lnTo>
                      <a:pt x="23" y="3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5" name="Freeform 857"/>
              <p:cNvSpPr>
                <a:spLocks/>
              </p:cNvSpPr>
              <p:nvPr/>
            </p:nvSpPr>
            <p:spPr bwMode="auto">
              <a:xfrm>
                <a:off x="2755" y="1840"/>
                <a:ext cx="38" cy="47"/>
              </a:xfrm>
              <a:custGeom>
                <a:avLst/>
                <a:gdLst>
                  <a:gd name="T0" fmla="*/ 38 w 38"/>
                  <a:gd name="T1" fmla="*/ 0 h 47"/>
                  <a:gd name="T2" fmla="*/ 23 w 38"/>
                  <a:gd name="T3" fmla="*/ 41 h 47"/>
                  <a:gd name="T4" fmla="*/ 13 w 38"/>
                  <a:gd name="T5" fmla="*/ 28 h 47"/>
                  <a:gd name="T6" fmla="*/ 0 w 38"/>
                  <a:gd name="T7" fmla="*/ 47 h 47"/>
                  <a:gd name="T8" fmla="*/ 11 w 38"/>
                  <a:gd name="T9" fmla="*/ 16 h 47"/>
                  <a:gd name="T10" fmla="*/ 21 w 38"/>
                  <a:gd name="T11" fmla="*/ 28 h 47"/>
                  <a:gd name="T12" fmla="*/ 38 w 3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47"/>
                  <a:gd name="T23" fmla="*/ 38 w 38"/>
                  <a:gd name="T24" fmla="*/ 47 h 4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47">
                    <a:moveTo>
                      <a:pt x="38" y="0"/>
                    </a:moveTo>
                    <a:lnTo>
                      <a:pt x="23" y="41"/>
                    </a:lnTo>
                    <a:lnTo>
                      <a:pt x="13" y="28"/>
                    </a:lnTo>
                    <a:lnTo>
                      <a:pt x="0" y="47"/>
                    </a:lnTo>
                    <a:lnTo>
                      <a:pt x="11" y="16"/>
                    </a:lnTo>
                    <a:lnTo>
                      <a:pt x="21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6" name="Freeform 858"/>
              <p:cNvSpPr>
                <a:spLocks/>
              </p:cNvSpPr>
              <p:nvPr/>
            </p:nvSpPr>
            <p:spPr bwMode="auto">
              <a:xfrm>
                <a:off x="2756" y="1843"/>
                <a:ext cx="36" cy="41"/>
              </a:xfrm>
              <a:custGeom>
                <a:avLst/>
                <a:gdLst>
                  <a:gd name="T0" fmla="*/ 36 w 36"/>
                  <a:gd name="T1" fmla="*/ 0 h 41"/>
                  <a:gd name="T2" fmla="*/ 22 w 36"/>
                  <a:gd name="T3" fmla="*/ 38 h 41"/>
                  <a:gd name="T4" fmla="*/ 12 w 36"/>
                  <a:gd name="T5" fmla="*/ 24 h 41"/>
                  <a:gd name="T6" fmla="*/ 0 w 36"/>
                  <a:gd name="T7" fmla="*/ 41 h 41"/>
                  <a:gd name="T8" fmla="*/ 11 w 36"/>
                  <a:gd name="T9" fmla="*/ 14 h 41"/>
                  <a:gd name="T10" fmla="*/ 21 w 36"/>
                  <a:gd name="T11" fmla="*/ 26 h 41"/>
                  <a:gd name="T12" fmla="*/ 36 w 3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1"/>
                  <a:gd name="T23" fmla="*/ 36 w 3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1">
                    <a:moveTo>
                      <a:pt x="36" y="0"/>
                    </a:moveTo>
                    <a:lnTo>
                      <a:pt x="22" y="38"/>
                    </a:lnTo>
                    <a:lnTo>
                      <a:pt x="12" y="24"/>
                    </a:lnTo>
                    <a:lnTo>
                      <a:pt x="0" y="41"/>
                    </a:lnTo>
                    <a:lnTo>
                      <a:pt x="11" y="14"/>
                    </a:lnTo>
                    <a:lnTo>
                      <a:pt x="21" y="2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7" name="Freeform 859"/>
              <p:cNvSpPr>
                <a:spLocks/>
              </p:cNvSpPr>
              <p:nvPr/>
            </p:nvSpPr>
            <p:spPr bwMode="auto">
              <a:xfrm>
                <a:off x="2756" y="1846"/>
                <a:ext cx="34" cy="36"/>
              </a:xfrm>
              <a:custGeom>
                <a:avLst/>
                <a:gdLst>
                  <a:gd name="T0" fmla="*/ 34 w 34"/>
                  <a:gd name="T1" fmla="*/ 0 h 36"/>
                  <a:gd name="T2" fmla="*/ 22 w 34"/>
                  <a:gd name="T3" fmla="*/ 34 h 36"/>
                  <a:gd name="T4" fmla="*/ 11 w 34"/>
                  <a:gd name="T5" fmla="*/ 21 h 36"/>
                  <a:gd name="T6" fmla="*/ 0 w 34"/>
                  <a:gd name="T7" fmla="*/ 36 h 36"/>
                  <a:gd name="T8" fmla="*/ 10 w 34"/>
                  <a:gd name="T9" fmla="*/ 12 h 36"/>
                  <a:gd name="T10" fmla="*/ 20 w 34"/>
                  <a:gd name="T11" fmla="*/ 23 h 36"/>
                  <a:gd name="T12" fmla="*/ 34 w 3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36"/>
                  <a:gd name="T23" fmla="*/ 34 w 3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36">
                    <a:moveTo>
                      <a:pt x="34" y="0"/>
                    </a:moveTo>
                    <a:lnTo>
                      <a:pt x="22" y="34"/>
                    </a:lnTo>
                    <a:lnTo>
                      <a:pt x="11" y="21"/>
                    </a:lnTo>
                    <a:lnTo>
                      <a:pt x="0" y="36"/>
                    </a:lnTo>
                    <a:lnTo>
                      <a:pt x="10" y="12"/>
                    </a:lnTo>
                    <a:lnTo>
                      <a:pt x="20" y="2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8" name="Freeform 860"/>
              <p:cNvSpPr>
                <a:spLocks/>
              </p:cNvSpPr>
              <p:nvPr/>
            </p:nvSpPr>
            <p:spPr bwMode="auto">
              <a:xfrm>
                <a:off x="2758" y="1849"/>
                <a:ext cx="30" cy="31"/>
              </a:xfrm>
              <a:custGeom>
                <a:avLst/>
                <a:gdLst>
                  <a:gd name="T0" fmla="*/ 30 w 30"/>
                  <a:gd name="T1" fmla="*/ 0 h 31"/>
                  <a:gd name="T2" fmla="*/ 20 w 30"/>
                  <a:gd name="T3" fmla="*/ 30 h 31"/>
                  <a:gd name="T4" fmla="*/ 10 w 30"/>
                  <a:gd name="T5" fmla="*/ 17 h 31"/>
                  <a:gd name="T6" fmla="*/ 0 w 30"/>
                  <a:gd name="T7" fmla="*/ 31 h 31"/>
                  <a:gd name="T8" fmla="*/ 9 w 30"/>
                  <a:gd name="T9" fmla="*/ 9 h 31"/>
                  <a:gd name="T10" fmla="*/ 18 w 30"/>
                  <a:gd name="T11" fmla="*/ 21 h 31"/>
                  <a:gd name="T12" fmla="*/ 30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30" y="0"/>
                    </a:moveTo>
                    <a:lnTo>
                      <a:pt x="20" y="30"/>
                    </a:lnTo>
                    <a:lnTo>
                      <a:pt x="10" y="17"/>
                    </a:lnTo>
                    <a:lnTo>
                      <a:pt x="0" y="31"/>
                    </a:lnTo>
                    <a:lnTo>
                      <a:pt x="9" y="9"/>
                    </a:lnTo>
                    <a:lnTo>
                      <a:pt x="18" y="2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29" name="Freeform 861"/>
              <p:cNvSpPr>
                <a:spLocks/>
              </p:cNvSpPr>
              <p:nvPr/>
            </p:nvSpPr>
            <p:spPr bwMode="auto">
              <a:xfrm>
                <a:off x="2758" y="1852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20 w 29"/>
                  <a:gd name="T3" fmla="*/ 27 h 27"/>
                  <a:gd name="T4" fmla="*/ 9 w 29"/>
                  <a:gd name="T5" fmla="*/ 14 h 27"/>
                  <a:gd name="T6" fmla="*/ 0 w 29"/>
                  <a:gd name="T7" fmla="*/ 27 h 27"/>
                  <a:gd name="T8" fmla="*/ 8 w 29"/>
                  <a:gd name="T9" fmla="*/ 7 h 27"/>
                  <a:gd name="T10" fmla="*/ 18 w 29"/>
                  <a:gd name="T11" fmla="*/ 20 h 27"/>
                  <a:gd name="T12" fmla="*/ 29 w 2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27"/>
                  <a:gd name="T23" fmla="*/ 29 w 2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27">
                    <a:moveTo>
                      <a:pt x="29" y="0"/>
                    </a:moveTo>
                    <a:lnTo>
                      <a:pt x="20" y="27"/>
                    </a:lnTo>
                    <a:lnTo>
                      <a:pt x="9" y="14"/>
                    </a:lnTo>
                    <a:lnTo>
                      <a:pt x="0" y="27"/>
                    </a:lnTo>
                    <a:lnTo>
                      <a:pt x="8" y="7"/>
                    </a:lnTo>
                    <a:lnTo>
                      <a:pt x="18" y="2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0" name="Freeform 862"/>
              <p:cNvSpPr>
                <a:spLocks/>
              </p:cNvSpPr>
              <p:nvPr/>
            </p:nvSpPr>
            <p:spPr bwMode="auto">
              <a:xfrm>
                <a:off x="2760" y="1856"/>
                <a:ext cx="25" cy="22"/>
              </a:xfrm>
              <a:custGeom>
                <a:avLst/>
                <a:gdLst>
                  <a:gd name="T0" fmla="*/ 25 w 25"/>
                  <a:gd name="T1" fmla="*/ 0 h 22"/>
                  <a:gd name="T2" fmla="*/ 17 w 25"/>
                  <a:gd name="T3" fmla="*/ 22 h 22"/>
                  <a:gd name="T4" fmla="*/ 7 w 25"/>
                  <a:gd name="T5" fmla="*/ 9 h 22"/>
                  <a:gd name="T6" fmla="*/ 0 w 25"/>
                  <a:gd name="T7" fmla="*/ 20 h 22"/>
                  <a:gd name="T8" fmla="*/ 6 w 25"/>
                  <a:gd name="T9" fmla="*/ 3 h 22"/>
                  <a:gd name="T10" fmla="*/ 16 w 25"/>
                  <a:gd name="T11" fmla="*/ 16 h 22"/>
                  <a:gd name="T12" fmla="*/ 25 w 2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2"/>
                  <a:gd name="T23" fmla="*/ 25 w 25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2">
                    <a:moveTo>
                      <a:pt x="25" y="0"/>
                    </a:moveTo>
                    <a:lnTo>
                      <a:pt x="17" y="22"/>
                    </a:lnTo>
                    <a:lnTo>
                      <a:pt x="7" y="9"/>
                    </a:lnTo>
                    <a:lnTo>
                      <a:pt x="0" y="20"/>
                    </a:lnTo>
                    <a:lnTo>
                      <a:pt x="6" y="3"/>
                    </a:lnTo>
                    <a:lnTo>
                      <a:pt x="16" y="1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1" name="Freeform 863"/>
              <p:cNvSpPr>
                <a:spLocks/>
              </p:cNvSpPr>
              <p:nvPr/>
            </p:nvSpPr>
            <p:spPr bwMode="auto">
              <a:xfrm>
                <a:off x="2761" y="1859"/>
                <a:ext cx="23" cy="19"/>
              </a:xfrm>
              <a:custGeom>
                <a:avLst/>
                <a:gdLst>
                  <a:gd name="T0" fmla="*/ 23 w 23"/>
                  <a:gd name="T1" fmla="*/ 0 h 19"/>
                  <a:gd name="T2" fmla="*/ 16 w 23"/>
                  <a:gd name="T3" fmla="*/ 19 h 19"/>
                  <a:gd name="T4" fmla="*/ 6 w 23"/>
                  <a:gd name="T5" fmla="*/ 6 h 19"/>
                  <a:gd name="T6" fmla="*/ 0 w 23"/>
                  <a:gd name="T7" fmla="*/ 16 h 19"/>
                  <a:gd name="T8" fmla="*/ 5 w 23"/>
                  <a:gd name="T9" fmla="*/ 1 h 19"/>
                  <a:gd name="T10" fmla="*/ 15 w 23"/>
                  <a:gd name="T11" fmla="*/ 14 h 19"/>
                  <a:gd name="T12" fmla="*/ 23 w 2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19"/>
                  <a:gd name="T23" fmla="*/ 23 w 23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19">
                    <a:moveTo>
                      <a:pt x="23" y="0"/>
                    </a:moveTo>
                    <a:lnTo>
                      <a:pt x="16" y="19"/>
                    </a:lnTo>
                    <a:lnTo>
                      <a:pt x="6" y="6"/>
                    </a:lnTo>
                    <a:lnTo>
                      <a:pt x="0" y="16"/>
                    </a:lnTo>
                    <a:lnTo>
                      <a:pt x="5" y="1"/>
                    </a:lnTo>
                    <a:lnTo>
                      <a:pt x="15" y="1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2" name="Freeform 864"/>
              <p:cNvSpPr>
                <a:spLocks/>
              </p:cNvSpPr>
              <p:nvPr/>
            </p:nvSpPr>
            <p:spPr bwMode="auto">
              <a:xfrm>
                <a:off x="2762" y="1861"/>
                <a:ext cx="20" cy="16"/>
              </a:xfrm>
              <a:custGeom>
                <a:avLst/>
                <a:gdLst>
                  <a:gd name="T0" fmla="*/ 20 w 20"/>
                  <a:gd name="T1" fmla="*/ 2 h 16"/>
                  <a:gd name="T2" fmla="*/ 14 w 20"/>
                  <a:gd name="T3" fmla="*/ 12 h 16"/>
                  <a:gd name="T4" fmla="*/ 4 w 20"/>
                  <a:gd name="T5" fmla="*/ 0 h 16"/>
                  <a:gd name="T6" fmla="*/ 0 w 20"/>
                  <a:gd name="T7" fmla="*/ 12 h 16"/>
                  <a:gd name="T8" fmla="*/ 5 w 20"/>
                  <a:gd name="T9" fmla="*/ 3 h 16"/>
                  <a:gd name="T10" fmla="*/ 15 w 20"/>
                  <a:gd name="T11" fmla="*/ 16 h 16"/>
                  <a:gd name="T12" fmla="*/ 20 w 20"/>
                  <a:gd name="T13" fmla="*/ 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20" y="2"/>
                    </a:moveTo>
                    <a:lnTo>
                      <a:pt x="14" y="12"/>
                    </a:lnTo>
                    <a:lnTo>
                      <a:pt x="4" y="0"/>
                    </a:lnTo>
                    <a:lnTo>
                      <a:pt x="0" y="12"/>
                    </a:lnTo>
                    <a:lnTo>
                      <a:pt x="5" y="3"/>
                    </a:lnTo>
                    <a:lnTo>
                      <a:pt x="15" y="16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3" name="Freeform 865"/>
              <p:cNvSpPr>
                <a:spLocks/>
              </p:cNvSpPr>
              <p:nvPr/>
            </p:nvSpPr>
            <p:spPr bwMode="auto">
              <a:xfrm>
                <a:off x="2776" y="1938"/>
                <a:ext cx="75" cy="29"/>
              </a:xfrm>
              <a:custGeom>
                <a:avLst/>
                <a:gdLst>
                  <a:gd name="T0" fmla="*/ 75 w 75"/>
                  <a:gd name="T1" fmla="*/ 5 h 29"/>
                  <a:gd name="T2" fmla="*/ 34 w 75"/>
                  <a:gd name="T3" fmla="*/ 16 h 29"/>
                  <a:gd name="T4" fmla="*/ 36 w 75"/>
                  <a:gd name="T5" fmla="*/ 0 h 29"/>
                  <a:gd name="T6" fmla="*/ 0 w 75"/>
                  <a:gd name="T7" fmla="*/ 16 h 29"/>
                  <a:gd name="T8" fmla="*/ 26 w 75"/>
                  <a:gd name="T9" fmla="*/ 13 h 29"/>
                  <a:gd name="T10" fmla="*/ 24 w 75"/>
                  <a:gd name="T11" fmla="*/ 29 h 29"/>
                  <a:gd name="T12" fmla="*/ 75 w 75"/>
                  <a:gd name="T13" fmla="*/ 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29"/>
                  <a:gd name="T23" fmla="*/ 75 w 75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29">
                    <a:moveTo>
                      <a:pt x="75" y="5"/>
                    </a:moveTo>
                    <a:lnTo>
                      <a:pt x="34" y="16"/>
                    </a:lnTo>
                    <a:lnTo>
                      <a:pt x="36" y="0"/>
                    </a:lnTo>
                    <a:lnTo>
                      <a:pt x="0" y="16"/>
                    </a:lnTo>
                    <a:lnTo>
                      <a:pt x="26" y="13"/>
                    </a:lnTo>
                    <a:lnTo>
                      <a:pt x="24" y="29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4" name="Freeform 866"/>
              <p:cNvSpPr>
                <a:spLocks/>
              </p:cNvSpPr>
              <p:nvPr/>
            </p:nvSpPr>
            <p:spPr bwMode="auto">
              <a:xfrm>
                <a:off x="2808" y="1941"/>
                <a:ext cx="43" cy="16"/>
              </a:xfrm>
              <a:custGeom>
                <a:avLst/>
                <a:gdLst>
                  <a:gd name="T0" fmla="*/ 0 w 43"/>
                  <a:gd name="T1" fmla="*/ 13 h 16"/>
                  <a:gd name="T2" fmla="*/ 3 w 43"/>
                  <a:gd name="T3" fmla="*/ 16 h 16"/>
                  <a:gd name="T4" fmla="*/ 43 w 43"/>
                  <a:gd name="T5" fmla="*/ 5 h 16"/>
                  <a:gd name="T6" fmla="*/ 42 w 43"/>
                  <a:gd name="T7" fmla="*/ 0 h 16"/>
                  <a:gd name="T8" fmla="*/ 2 w 43"/>
                  <a:gd name="T9" fmla="*/ 11 h 16"/>
                  <a:gd name="T10" fmla="*/ 5 w 43"/>
                  <a:gd name="T11" fmla="*/ 14 h 16"/>
                  <a:gd name="T12" fmla="*/ 2 w 43"/>
                  <a:gd name="T13" fmla="*/ 11 h 16"/>
                  <a:gd name="T14" fmla="*/ 0 w 43"/>
                  <a:gd name="T15" fmla="*/ 12 h 16"/>
                  <a:gd name="T16" fmla="*/ 0 w 43"/>
                  <a:gd name="T17" fmla="*/ 14 h 16"/>
                  <a:gd name="T18" fmla="*/ 1 w 43"/>
                  <a:gd name="T19" fmla="*/ 16 h 16"/>
                  <a:gd name="T20" fmla="*/ 3 w 43"/>
                  <a:gd name="T21" fmla="*/ 16 h 16"/>
                  <a:gd name="T22" fmla="*/ 0 w 43"/>
                  <a:gd name="T23" fmla="*/ 1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3"/>
                  <a:gd name="T37" fmla="*/ 0 h 16"/>
                  <a:gd name="T38" fmla="*/ 43 w 43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3" h="16">
                    <a:moveTo>
                      <a:pt x="0" y="13"/>
                    </a:moveTo>
                    <a:lnTo>
                      <a:pt x="3" y="16"/>
                    </a:lnTo>
                    <a:lnTo>
                      <a:pt x="43" y="5"/>
                    </a:lnTo>
                    <a:lnTo>
                      <a:pt x="42" y="0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5" name="Freeform 867"/>
              <p:cNvSpPr>
                <a:spLocks/>
              </p:cNvSpPr>
              <p:nvPr/>
            </p:nvSpPr>
            <p:spPr bwMode="auto">
              <a:xfrm>
                <a:off x="2808" y="1936"/>
                <a:ext cx="7" cy="19"/>
              </a:xfrm>
              <a:custGeom>
                <a:avLst/>
                <a:gdLst>
                  <a:gd name="T0" fmla="*/ 5 w 7"/>
                  <a:gd name="T1" fmla="*/ 5 h 19"/>
                  <a:gd name="T2" fmla="*/ 2 w 7"/>
                  <a:gd name="T3" fmla="*/ 2 h 19"/>
                  <a:gd name="T4" fmla="*/ 0 w 7"/>
                  <a:gd name="T5" fmla="*/ 18 h 19"/>
                  <a:gd name="T6" fmla="*/ 5 w 7"/>
                  <a:gd name="T7" fmla="*/ 19 h 19"/>
                  <a:gd name="T8" fmla="*/ 7 w 7"/>
                  <a:gd name="T9" fmla="*/ 3 h 19"/>
                  <a:gd name="T10" fmla="*/ 4 w 7"/>
                  <a:gd name="T11" fmla="*/ 0 h 19"/>
                  <a:gd name="T12" fmla="*/ 7 w 7"/>
                  <a:gd name="T13" fmla="*/ 3 h 19"/>
                  <a:gd name="T14" fmla="*/ 6 w 7"/>
                  <a:gd name="T15" fmla="*/ 1 h 19"/>
                  <a:gd name="T16" fmla="*/ 5 w 7"/>
                  <a:gd name="T17" fmla="*/ 0 h 19"/>
                  <a:gd name="T18" fmla="*/ 3 w 7"/>
                  <a:gd name="T19" fmla="*/ 1 h 19"/>
                  <a:gd name="T20" fmla="*/ 2 w 7"/>
                  <a:gd name="T21" fmla="*/ 2 h 19"/>
                  <a:gd name="T22" fmla="*/ 5 w 7"/>
                  <a:gd name="T23" fmla="*/ 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9"/>
                  <a:gd name="T38" fmla="*/ 7 w 7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9">
                    <a:moveTo>
                      <a:pt x="5" y="5"/>
                    </a:moveTo>
                    <a:lnTo>
                      <a:pt x="2" y="2"/>
                    </a:lnTo>
                    <a:lnTo>
                      <a:pt x="0" y="18"/>
                    </a:lnTo>
                    <a:lnTo>
                      <a:pt x="5" y="19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6" name="Freeform 868"/>
              <p:cNvSpPr>
                <a:spLocks/>
              </p:cNvSpPr>
              <p:nvPr/>
            </p:nvSpPr>
            <p:spPr bwMode="auto">
              <a:xfrm>
                <a:off x="2773" y="1936"/>
                <a:ext cx="40" cy="21"/>
              </a:xfrm>
              <a:custGeom>
                <a:avLst/>
                <a:gdLst>
                  <a:gd name="T0" fmla="*/ 3 w 40"/>
                  <a:gd name="T1" fmla="*/ 16 h 21"/>
                  <a:gd name="T2" fmla="*/ 4 w 40"/>
                  <a:gd name="T3" fmla="*/ 21 h 21"/>
                  <a:gd name="T4" fmla="*/ 40 w 40"/>
                  <a:gd name="T5" fmla="*/ 4 h 21"/>
                  <a:gd name="T6" fmla="*/ 38 w 40"/>
                  <a:gd name="T7" fmla="*/ 0 h 21"/>
                  <a:gd name="T8" fmla="*/ 1 w 40"/>
                  <a:gd name="T9" fmla="*/ 16 h 21"/>
                  <a:gd name="T10" fmla="*/ 3 w 40"/>
                  <a:gd name="T11" fmla="*/ 21 h 21"/>
                  <a:gd name="T12" fmla="*/ 1 w 40"/>
                  <a:gd name="T13" fmla="*/ 16 h 21"/>
                  <a:gd name="T14" fmla="*/ 0 w 40"/>
                  <a:gd name="T15" fmla="*/ 18 h 21"/>
                  <a:gd name="T16" fmla="*/ 0 w 40"/>
                  <a:gd name="T17" fmla="*/ 19 h 21"/>
                  <a:gd name="T18" fmla="*/ 1 w 40"/>
                  <a:gd name="T19" fmla="*/ 21 h 21"/>
                  <a:gd name="T20" fmla="*/ 4 w 40"/>
                  <a:gd name="T21" fmla="*/ 21 h 21"/>
                  <a:gd name="T22" fmla="*/ 3 w 40"/>
                  <a:gd name="T23" fmla="*/ 16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1"/>
                  <a:gd name="T38" fmla="*/ 40 w 40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1">
                    <a:moveTo>
                      <a:pt x="3" y="16"/>
                    </a:moveTo>
                    <a:lnTo>
                      <a:pt x="4" y="21"/>
                    </a:lnTo>
                    <a:lnTo>
                      <a:pt x="40" y="4"/>
                    </a:lnTo>
                    <a:lnTo>
                      <a:pt x="38" y="0"/>
                    </a:lnTo>
                    <a:lnTo>
                      <a:pt x="1" y="16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1" y="21"/>
                    </a:lnTo>
                    <a:lnTo>
                      <a:pt x="4" y="21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7" name="Freeform 869"/>
              <p:cNvSpPr>
                <a:spLocks/>
              </p:cNvSpPr>
              <p:nvPr/>
            </p:nvSpPr>
            <p:spPr bwMode="auto">
              <a:xfrm>
                <a:off x="2776" y="1948"/>
                <a:ext cx="28" cy="9"/>
              </a:xfrm>
              <a:custGeom>
                <a:avLst/>
                <a:gdLst>
                  <a:gd name="T0" fmla="*/ 28 w 28"/>
                  <a:gd name="T1" fmla="*/ 4 h 9"/>
                  <a:gd name="T2" fmla="*/ 25 w 28"/>
                  <a:gd name="T3" fmla="*/ 0 h 9"/>
                  <a:gd name="T4" fmla="*/ 0 w 28"/>
                  <a:gd name="T5" fmla="*/ 4 h 9"/>
                  <a:gd name="T6" fmla="*/ 1 w 28"/>
                  <a:gd name="T7" fmla="*/ 9 h 9"/>
                  <a:gd name="T8" fmla="*/ 26 w 28"/>
                  <a:gd name="T9" fmla="*/ 5 h 9"/>
                  <a:gd name="T10" fmla="*/ 23 w 28"/>
                  <a:gd name="T11" fmla="*/ 3 h 9"/>
                  <a:gd name="T12" fmla="*/ 26 w 28"/>
                  <a:gd name="T13" fmla="*/ 5 h 9"/>
                  <a:gd name="T14" fmla="*/ 27 w 28"/>
                  <a:gd name="T15" fmla="*/ 5 h 9"/>
                  <a:gd name="T16" fmla="*/ 28 w 28"/>
                  <a:gd name="T17" fmla="*/ 3 h 9"/>
                  <a:gd name="T18" fmla="*/ 27 w 28"/>
                  <a:gd name="T19" fmla="*/ 2 h 9"/>
                  <a:gd name="T20" fmla="*/ 25 w 28"/>
                  <a:gd name="T21" fmla="*/ 0 h 9"/>
                  <a:gd name="T22" fmla="*/ 28 w 28"/>
                  <a:gd name="T23" fmla="*/ 4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9"/>
                  <a:gd name="T38" fmla="*/ 28 w 28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9">
                    <a:moveTo>
                      <a:pt x="28" y="4"/>
                    </a:moveTo>
                    <a:lnTo>
                      <a:pt x="25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26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8" name="Freeform 870"/>
              <p:cNvSpPr>
                <a:spLocks/>
              </p:cNvSpPr>
              <p:nvPr/>
            </p:nvSpPr>
            <p:spPr bwMode="auto">
              <a:xfrm>
                <a:off x="2797" y="1951"/>
                <a:ext cx="7" cy="18"/>
              </a:xfrm>
              <a:custGeom>
                <a:avLst/>
                <a:gdLst>
                  <a:gd name="T0" fmla="*/ 2 w 7"/>
                  <a:gd name="T1" fmla="*/ 14 h 18"/>
                  <a:gd name="T2" fmla="*/ 5 w 7"/>
                  <a:gd name="T3" fmla="*/ 16 h 18"/>
                  <a:gd name="T4" fmla="*/ 7 w 7"/>
                  <a:gd name="T5" fmla="*/ 1 h 18"/>
                  <a:gd name="T6" fmla="*/ 2 w 7"/>
                  <a:gd name="T7" fmla="*/ 0 h 18"/>
                  <a:gd name="T8" fmla="*/ 0 w 7"/>
                  <a:gd name="T9" fmla="*/ 16 h 18"/>
                  <a:gd name="T10" fmla="*/ 3 w 7"/>
                  <a:gd name="T11" fmla="*/ 18 h 18"/>
                  <a:gd name="T12" fmla="*/ 0 w 7"/>
                  <a:gd name="T13" fmla="*/ 16 h 18"/>
                  <a:gd name="T14" fmla="*/ 1 w 7"/>
                  <a:gd name="T15" fmla="*/ 17 h 18"/>
                  <a:gd name="T16" fmla="*/ 2 w 7"/>
                  <a:gd name="T17" fmla="*/ 18 h 18"/>
                  <a:gd name="T18" fmla="*/ 4 w 7"/>
                  <a:gd name="T19" fmla="*/ 18 h 18"/>
                  <a:gd name="T20" fmla="*/ 5 w 7"/>
                  <a:gd name="T21" fmla="*/ 16 h 18"/>
                  <a:gd name="T22" fmla="*/ 2 w 7"/>
                  <a:gd name="T23" fmla="*/ 1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2" y="14"/>
                    </a:moveTo>
                    <a:lnTo>
                      <a:pt x="5" y="16"/>
                    </a:lnTo>
                    <a:lnTo>
                      <a:pt x="7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6"/>
                    </a:ln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39" name="Freeform 871"/>
              <p:cNvSpPr>
                <a:spLocks/>
              </p:cNvSpPr>
              <p:nvPr/>
            </p:nvSpPr>
            <p:spPr bwMode="auto">
              <a:xfrm>
                <a:off x="2799" y="1941"/>
                <a:ext cx="55" cy="28"/>
              </a:xfrm>
              <a:custGeom>
                <a:avLst/>
                <a:gdLst>
                  <a:gd name="T0" fmla="*/ 53 w 55"/>
                  <a:gd name="T1" fmla="*/ 5 h 28"/>
                  <a:gd name="T2" fmla="*/ 51 w 55"/>
                  <a:gd name="T3" fmla="*/ 0 h 28"/>
                  <a:gd name="T4" fmla="*/ 0 w 55"/>
                  <a:gd name="T5" fmla="*/ 24 h 28"/>
                  <a:gd name="T6" fmla="*/ 2 w 55"/>
                  <a:gd name="T7" fmla="*/ 28 h 28"/>
                  <a:gd name="T8" fmla="*/ 53 w 55"/>
                  <a:gd name="T9" fmla="*/ 4 h 28"/>
                  <a:gd name="T10" fmla="*/ 51 w 55"/>
                  <a:gd name="T11" fmla="*/ 0 h 28"/>
                  <a:gd name="T12" fmla="*/ 53 w 55"/>
                  <a:gd name="T13" fmla="*/ 4 h 28"/>
                  <a:gd name="T14" fmla="*/ 55 w 55"/>
                  <a:gd name="T15" fmla="*/ 3 h 28"/>
                  <a:gd name="T16" fmla="*/ 55 w 55"/>
                  <a:gd name="T17" fmla="*/ 1 h 28"/>
                  <a:gd name="T18" fmla="*/ 53 w 55"/>
                  <a:gd name="T19" fmla="*/ 0 h 28"/>
                  <a:gd name="T20" fmla="*/ 51 w 55"/>
                  <a:gd name="T21" fmla="*/ 0 h 28"/>
                  <a:gd name="T22" fmla="*/ 53 w 55"/>
                  <a:gd name="T23" fmla="*/ 5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"/>
                  <a:gd name="T37" fmla="*/ 0 h 28"/>
                  <a:gd name="T38" fmla="*/ 55 w 55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" h="28">
                    <a:moveTo>
                      <a:pt x="53" y="5"/>
                    </a:moveTo>
                    <a:lnTo>
                      <a:pt x="51" y="0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53" y="4"/>
                    </a:lnTo>
                    <a:lnTo>
                      <a:pt x="51" y="0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0" name="Freeform 872"/>
              <p:cNvSpPr>
                <a:spLocks/>
              </p:cNvSpPr>
              <p:nvPr/>
            </p:nvSpPr>
            <p:spPr bwMode="auto">
              <a:xfrm>
                <a:off x="2778" y="1939"/>
                <a:ext cx="70" cy="27"/>
              </a:xfrm>
              <a:custGeom>
                <a:avLst/>
                <a:gdLst>
                  <a:gd name="T0" fmla="*/ 70 w 70"/>
                  <a:gd name="T1" fmla="*/ 6 h 27"/>
                  <a:gd name="T2" fmla="*/ 22 w 70"/>
                  <a:gd name="T3" fmla="*/ 27 h 27"/>
                  <a:gd name="T4" fmla="*/ 25 w 70"/>
                  <a:gd name="T5" fmla="*/ 12 h 27"/>
                  <a:gd name="T6" fmla="*/ 0 w 70"/>
                  <a:gd name="T7" fmla="*/ 15 h 27"/>
                  <a:gd name="T8" fmla="*/ 34 w 70"/>
                  <a:gd name="T9" fmla="*/ 0 h 27"/>
                  <a:gd name="T10" fmla="*/ 32 w 70"/>
                  <a:gd name="T11" fmla="*/ 15 h 27"/>
                  <a:gd name="T12" fmla="*/ 70 w 70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70" y="6"/>
                    </a:moveTo>
                    <a:lnTo>
                      <a:pt x="22" y="27"/>
                    </a:lnTo>
                    <a:lnTo>
                      <a:pt x="25" y="12"/>
                    </a:lnTo>
                    <a:lnTo>
                      <a:pt x="0" y="15"/>
                    </a:lnTo>
                    <a:lnTo>
                      <a:pt x="34" y="0"/>
                    </a:lnTo>
                    <a:lnTo>
                      <a:pt x="32" y="15"/>
                    </a:lnTo>
                    <a:lnTo>
                      <a:pt x="70" y="6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1" name="Freeform 873"/>
              <p:cNvSpPr>
                <a:spLocks/>
              </p:cNvSpPr>
              <p:nvPr/>
            </p:nvSpPr>
            <p:spPr bwMode="auto">
              <a:xfrm>
                <a:off x="2780" y="1939"/>
                <a:ext cx="65" cy="27"/>
              </a:xfrm>
              <a:custGeom>
                <a:avLst/>
                <a:gdLst>
                  <a:gd name="T0" fmla="*/ 65 w 65"/>
                  <a:gd name="T1" fmla="*/ 7 h 27"/>
                  <a:gd name="T2" fmla="*/ 21 w 65"/>
                  <a:gd name="T3" fmla="*/ 27 h 27"/>
                  <a:gd name="T4" fmla="*/ 23 w 65"/>
                  <a:gd name="T5" fmla="*/ 11 h 27"/>
                  <a:gd name="T6" fmla="*/ 0 w 65"/>
                  <a:gd name="T7" fmla="*/ 14 h 27"/>
                  <a:gd name="T8" fmla="*/ 32 w 65"/>
                  <a:gd name="T9" fmla="*/ 0 h 27"/>
                  <a:gd name="T10" fmla="*/ 30 w 65"/>
                  <a:gd name="T11" fmla="*/ 16 h 27"/>
                  <a:gd name="T12" fmla="*/ 65 w 65"/>
                  <a:gd name="T13" fmla="*/ 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65" y="7"/>
                    </a:moveTo>
                    <a:lnTo>
                      <a:pt x="21" y="27"/>
                    </a:lnTo>
                    <a:lnTo>
                      <a:pt x="23" y="11"/>
                    </a:lnTo>
                    <a:lnTo>
                      <a:pt x="0" y="14"/>
                    </a:lnTo>
                    <a:lnTo>
                      <a:pt x="32" y="0"/>
                    </a:lnTo>
                    <a:lnTo>
                      <a:pt x="30" y="16"/>
                    </a:lnTo>
                    <a:lnTo>
                      <a:pt x="65" y="7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2" name="Freeform 874"/>
              <p:cNvSpPr>
                <a:spLocks/>
              </p:cNvSpPr>
              <p:nvPr/>
            </p:nvSpPr>
            <p:spPr bwMode="auto">
              <a:xfrm>
                <a:off x="2782" y="1940"/>
                <a:ext cx="59" cy="26"/>
              </a:xfrm>
              <a:custGeom>
                <a:avLst/>
                <a:gdLst>
                  <a:gd name="T0" fmla="*/ 59 w 59"/>
                  <a:gd name="T1" fmla="*/ 7 h 26"/>
                  <a:gd name="T2" fmla="*/ 19 w 59"/>
                  <a:gd name="T3" fmla="*/ 26 h 26"/>
                  <a:gd name="T4" fmla="*/ 21 w 59"/>
                  <a:gd name="T5" fmla="*/ 10 h 26"/>
                  <a:gd name="T6" fmla="*/ 0 w 59"/>
                  <a:gd name="T7" fmla="*/ 13 h 26"/>
                  <a:gd name="T8" fmla="*/ 29 w 59"/>
                  <a:gd name="T9" fmla="*/ 0 h 26"/>
                  <a:gd name="T10" fmla="*/ 27 w 59"/>
                  <a:gd name="T11" fmla="*/ 16 h 26"/>
                  <a:gd name="T12" fmla="*/ 59 w 59"/>
                  <a:gd name="T13" fmla="*/ 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59" y="7"/>
                    </a:moveTo>
                    <a:lnTo>
                      <a:pt x="19" y="26"/>
                    </a:lnTo>
                    <a:lnTo>
                      <a:pt x="21" y="10"/>
                    </a:lnTo>
                    <a:lnTo>
                      <a:pt x="0" y="13"/>
                    </a:lnTo>
                    <a:lnTo>
                      <a:pt x="29" y="0"/>
                    </a:lnTo>
                    <a:lnTo>
                      <a:pt x="27" y="16"/>
                    </a:lnTo>
                    <a:lnTo>
                      <a:pt x="59" y="7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3" name="Freeform 875"/>
              <p:cNvSpPr>
                <a:spLocks/>
              </p:cNvSpPr>
              <p:nvPr/>
            </p:nvSpPr>
            <p:spPr bwMode="auto">
              <a:xfrm>
                <a:off x="2784" y="1940"/>
                <a:ext cx="54" cy="25"/>
              </a:xfrm>
              <a:custGeom>
                <a:avLst/>
                <a:gdLst>
                  <a:gd name="T0" fmla="*/ 54 w 54"/>
                  <a:gd name="T1" fmla="*/ 8 h 25"/>
                  <a:gd name="T2" fmla="*/ 17 w 54"/>
                  <a:gd name="T3" fmla="*/ 25 h 25"/>
                  <a:gd name="T4" fmla="*/ 19 w 54"/>
                  <a:gd name="T5" fmla="*/ 8 h 25"/>
                  <a:gd name="T6" fmla="*/ 0 w 54"/>
                  <a:gd name="T7" fmla="*/ 12 h 25"/>
                  <a:gd name="T8" fmla="*/ 27 w 54"/>
                  <a:gd name="T9" fmla="*/ 0 h 25"/>
                  <a:gd name="T10" fmla="*/ 25 w 54"/>
                  <a:gd name="T11" fmla="*/ 16 h 25"/>
                  <a:gd name="T12" fmla="*/ 54 w 54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54" y="8"/>
                    </a:moveTo>
                    <a:lnTo>
                      <a:pt x="17" y="25"/>
                    </a:lnTo>
                    <a:lnTo>
                      <a:pt x="19" y="8"/>
                    </a:lnTo>
                    <a:lnTo>
                      <a:pt x="0" y="12"/>
                    </a:lnTo>
                    <a:lnTo>
                      <a:pt x="27" y="0"/>
                    </a:lnTo>
                    <a:lnTo>
                      <a:pt x="25" y="1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4" name="Freeform 876"/>
              <p:cNvSpPr>
                <a:spLocks/>
              </p:cNvSpPr>
              <p:nvPr/>
            </p:nvSpPr>
            <p:spPr bwMode="auto">
              <a:xfrm>
                <a:off x="2786" y="1941"/>
                <a:ext cx="48" cy="24"/>
              </a:xfrm>
              <a:custGeom>
                <a:avLst/>
                <a:gdLst>
                  <a:gd name="T0" fmla="*/ 48 w 48"/>
                  <a:gd name="T1" fmla="*/ 9 h 24"/>
                  <a:gd name="T2" fmla="*/ 16 w 48"/>
                  <a:gd name="T3" fmla="*/ 24 h 24"/>
                  <a:gd name="T4" fmla="*/ 18 w 48"/>
                  <a:gd name="T5" fmla="*/ 7 h 24"/>
                  <a:gd name="T6" fmla="*/ 0 w 48"/>
                  <a:gd name="T7" fmla="*/ 11 h 24"/>
                  <a:gd name="T8" fmla="*/ 24 w 48"/>
                  <a:gd name="T9" fmla="*/ 0 h 24"/>
                  <a:gd name="T10" fmla="*/ 22 w 48"/>
                  <a:gd name="T11" fmla="*/ 16 h 24"/>
                  <a:gd name="T12" fmla="*/ 48 w 48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4"/>
                  <a:gd name="T23" fmla="*/ 48 w 4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4">
                    <a:moveTo>
                      <a:pt x="48" y="9"/>
                    </a:moveTo>
                    <a:lnTo>
                      <a:pt x="16" y="24"/>
                    </a:lnTo>
                    <a:lnTo>
                      <a:pt x="18" y="7"/>
                    </a:lnTo>
                    <a:lnTo>
                      <a:pt x="0" y="11"/>
                    </a:lnTo>
                    <a:lnTo>
                      <a:pt x="24" y="0"/>
                    </a:lnTo>
                    <a:lnTo>
                      <a:pt x="22" y="1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5" name="Freeform 877"/>
              <p:cNvSpPr>
                <a:spLocks/>
              </p:cNvSpPr>
              <p:nvPr/>
            </p:nvSpPr>
            <p:spPr bwMode="auto">
              <a:xfrm>
                <a:off x="2788" y="1941"/>
                <a:ext cx="43" cy="22"/>
              </a:xfrm>
              <a:custGeom>
                <a:avLst/>
                <a:gdLst>
                  <a:gd name="T0" fmla="*/ 43 w 43"/>
                  <a:gd name="T1" fmla="*/ 10 h 22"/>
                  <a:gd name="T2" fmla="*/ 14 w 43"/>
                  <a:gd name="T3" fmla="*/ 22 h 22"/>
                  <a:gd name="T4" fmla="*/ 16 w 43"/>
                  <a:gd name="T5" fmla="*/ 7 h 22"/>
                  <a:gd name="T6" fmla="*/ 0 w 43"/>
                  <a:gd name="T7" fmla="*/ 10 h 22"/>
                  <a:gd name="T8" fmla="*/ 22 w 43"/>
                  <a:gd name="T9" fmla="*/ 0 h 22"/>
                  <a:gd name="T10" fmla="*/ 20 w 43"/>
                  <a:gd name="T11" fmla="*/ 16 h 22"/>
                  <a:gd name="T12" fmla="*/ 43 w 43"/>
                  <a:gd name="T13" fmla="*/ 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2"/>
                  <a:gd name="T23" fmla="*/ 43 w 43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2">
                    <a:moveTo>
                      <a:pt x="43" y="10"/>
                    </a:moveTo>
                    <a:lnTo>
                      <a:pt x="14" y="22"/>
                    </a:lnTo>
                    <a:lnTo>
                      <a:pt x="16" y="7"/>
                    </a:lnTo>
                    <a:lnTo>
                      <a:pt x="0" y="10"/>
                    </a:lnTo>
                    <a:lnTo>
                      <a:pt x="22" y="0"/>
                    </a:lnTo>
                    <a:lnTo>
                      <a:pt x="20" y="16"/>
                    </a:lnTo>
                    <a:lnTo>
                      <a:pt x="43" y="1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6" name="Freeform 878"/>
              <p:cNvSpPr>
                <a:spLocks/>
              </p:cNvSpPr>
              <p:nvPr/>
            </p:nvSpPr>
            <p:spPr bwMode="auto">
              <a:xfrm>
                <a:off x="2790" y="1942"/>
                <a:ext cx="38" cy="21"/>
              </a:xfrm>
              <a:custGeom>
                <a:avLst/>
                <a:gdLst>
                  <a:gd name="T0" fmla="*/ 38 w 38"/>
                  <a:gd name="T1" fmla="*/ 11 h 21"/>
                  <a:gd name="T2" fmla="*/ 12 w 38"/>
                  <a:gd name="T3" fmla="*/ 21 h 21"/>
                  <a:gd name="T4" fmla="*/ 14 w 38"/>
                  <a:gd name="T5" fmla="*/ 5 h 21"/>
                  <a:gd name="T6" fmla="*/ 0 w 38"/>
                  <a:gd name="T7" fmla="*/ 9 h 21"/>
                  <a:gd name="T8" fmla="*/ 20 w 38"/>
                  <a:gd name="T9" fmla="*/ 0 h 21"/>
                  <a:gd name="T10" fmla="*/ 17 w 38"/>
                  <a:gd name="T11" fmla="*/ 15 h 21"/>
                  <a:gd name="T12" fmla="*/ 38 w 38"/>
                  <a:gd name="T13" fmla="*/ 1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38" y="11"/>
                    </a:moveTo>
                    <a:lnTo>
                      <a:pt x="12" y="21"/>
                    </a:lnTo>
                    <a:lnTo>
                      <a:pt x="14" y="5"/>
                    </a:lnTo>
                    <a:lnTo>
                      <a:pt x="0" y="9"/>
                    </a:lnTo>
                    <a:lnTo>
                      <a:pt x="20" y="0"/>
                    </a:lnTo>
                    <a:lnTo>
                      <a:pt x="17" y="15"/>
                    </a:lnTo>
                    <a:lnTo>
                      <a:pt x="38" y="11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7" name="Freeform 879"/>
              <p:cNvSpPr>
                <a:spLocks/>
              </p:cNvSpPr>
              <p:nvPr/>
            </p:nvSpPr>
            <p:spPr bwMode="auto">
              <a:xfrm>
                <a:off x="2792" y="1942"/>
                <a:ext cx="33" cy="21"/>
              </a:xfrm>
              <a:custGeom>
                <a:avLst/>
                <a:gdLst>
                  <a:gd name="T0" fmla="*/ 33 w 33"/>
                  <a:gd name="T1" fmla="*/ 12 h 21"/>
                  <a:gd name="T2" fmla="*/ 10 w 33"/>
                  <a:gd name="T3" fmla="*/ 21 h 21"/>
                  <a:gd name="T4" fmla="*/ 12 w 33"/>
                  <a:gd name="T5" fmla="*/ 5 h 21"/>
                  <a:gd name="T6" fmla="*/ 0 w 33"/>
                  <a:gd name="T7" fmla="*/ 8 h 21"/>
                  <a:gd name="T8" fmla="*/ 17 w 33"/>
                  <a:gd name="T9" fmla="*/ 0 h 21"/>
                  <a:gd name="T10" fmla="*/ 15 w 33"/>
                  <a:gd name="T11" fmla="*/ 16 h 21"/>
                  <a:gd name="T12" fmla="*/ 33 w 33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21"/>
                  <a:gd name="T23" fmla="*/ 33 w 33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21">
                    <a:moveTo>
                      <a:pt x="33" y="12"/>
                    </a:moveTo>
                    <a:lnTo>
                      <a:pt x="10" y="21"/>
                    </a:lnTo>
                    <a:lnTo>
                      <a:pt x="12" y="5"/>
                    </a:lnTo>
                    <a:lnTo>
                      <a:pt x="0" y="8"/>
                    </a:lnTo>
                    <a:lnTo>
                      <a:pt x="17" y="0"/>
                    </a:lnTo>
                    <a:lnTo>
                      <a:pt x="15" y="16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8" name="Freeform 880"/>
              <p:cNvSpPr>
                <a:spLocks/>
              </p:cNvSpPr>
              <p:nvPr/>
            </p:nvSpPr>
            <p:spPr bwMode="auto">
              <a:xfrm>
                <a:off x="2794" y="1942"/>
                <a:ext cx="27" cy="20"/>
              </a:xfrm>
              <a:custGeom>
                <a:avLst/>
                <a:gdLst>
                  <a:gd name="T0" fmla="*/ 27 w 27"/>
                  <a:gd name="T1" fmla="*/ 12 h 20"/>
                  <a:gd name="T2" fmla="*/ 9 w 27"/>
                  <a:gd name="T3" fmla="*/ 20 h 20"/>
                  <a:gd name="T4" fmla="*/ 11 w 27"/>
                  <a:gd name="T5" fmla="*/ 4 h 20"/>
                  <a:gd name="T6" fmla="*/ 0 w 27"/>
                  <a:gd name="T7" fmla="*/ 6 h 20"/>
                  <a:gd name="T8" fmla="*/ 15 w 27"/>
                  <a:gd name="T9" fmla="*/ 0 h 20"/>
                  <a:gd name="T10" fmla="*/ 11 w 27"/>
                  <a:gd name="T11" fmla="*/ 16 h 20"/>
                  <a:gd name="T12" fmla="*/ 27 w 27"/>
                  <a:gd name="T13" fmla="*/ 1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27" y="12"/>
                    </a:moveTo>
                    <a:lnTo>
                      <a:pt x="9" y="20"/>
                    </a:lnTo>
                    <a:lnTo>
                      <a:pt x="11" y="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1" y="16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49" name="Freeform 881"/>
              <p:cNvSpPr>
                <a:spLocks/>
              </p:cNvSpPr>
              <p:nvPr/>
            </p:nvSpPr>
            <p:spPr bwMode="auto">
              <a:xfrm>
                <a:off x="2796" y="1943"/>
                <a:ext cx="21" cy="19"/>
              </a:xfrm>
              <a:custGeom>
                <a:avLst/>
                <a:gdLst>
                  <a:gd name="T0" fmla="*/ 21 w 21"/>
                  <a:gd name="T1" fmla="*/ 13 h 19"/>
                  <a:gd name="T2" fmla="*/ 9 w 21"/>
                  <a:gd name="T3" fmla="*/ 16 h 19"/>
                  <a:gd name="T4" fmla="*/ 12 w 21"/>
                  <a:gd name="T5" fmla="*/ 0 h 19"/>
                  <a:gd name="T6" fmla="*/ 0 w 21"/>
                  <a:gd name="T7" fmla="*/ 5 h 19"/>
                  <a:gd name="T8" fmla="*/ 9 w 21"/>
                  <a:gd name="T9" fmla="*/ 3 h 19"/>
                  <a:gd name="T10" fmla="*/ 7 w 21"/>
                  <a:gd name="T11" fmla="*/ 19 h 19"/>
                  <a:gd name="T12" fmla="*/ 21 w 21"/>
                  <a:gd name="T13" fmla="*/ 1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21" y="13"/>
                    </a:moveTo>
                    <a:lnTo>
                      <a:pt x="9" y="16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7" y="1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0" name="Freeform 882"/>
              <p:cNvSpPr>
                <a:spLocks/>
              </p:cNvSpPr>
              <p:nvPr/>
            </p:nvSpPr>
            <p:spPr bwMode="auto">
              <a:xfrm>
                <a:off x="2627" y="1888"/>
                <a:ext cx="128" cy="165"/>
              </a:xfrm>
              <a:custGeom>
                <a:avLst/>
                <a:gdLst>
                  <a:gd name="T0" fmla="*/ 71 w 128"/>
                  <a:gd name="T1" fmla="*/ 0 h 165"/>
                  <a:gd name="T2" fmla="*/ 83 w 128"/>
                  <a:gd name="T3" fmla="*/ 3 h 165"/>
                  <a:gd name="T4" fmla="*/ 95 w 128"/>
                  <a:gd name="T5" fmla="*/ 7 h 165"/>
                  <a:gd name="T6" fmla="*/ 105 w 128"/>
                  <a:gd name="T7" fmla="*/ 15 h 165"/>
                  <a:gd name="T8" fmla="*/ 113 w 128"/>
                  <a:gd name="T9" fmla="*/ 23 h 165"/>
                  <a:gd name="T10" fmla="*/ 121 w 128"/>
                  <a:gd name="T11" fmla="*/ 34 h 165"/>
                  <a:gd name="T12" fmla="*/ 125 w 128"/>
                  <a:gd name="T13" fmla="*/ 46 h 165"/>
                  <a:gd name="T14" fmla="*/ 128 w 128"/>
                  <a:gd name="T15" fmla="*/ 58 h 165"/>
                  <a:gd name="T16" fmla="*/ 128 w 128"/>
                  <a:gd name="T17" fmla="*/ 71 h 165"/>
                  <a:gd name="T18" fmla="*/ 125 w 128"/>
                  <a:gd name="T19" fmla="*/ 85 h 165"/>
                  <a:gd name="T20" fmla="*/ 121 w 128"/>
                  <a:gd name="T21" fmla="*/ 96 h 165"/>
                  <a:gd name="T22" fmla="*/ 113 w 128"/>
                  <a:gd name="T23" fmla="*/ 106 h 165"/>
                  <a:gd name="T24" fmla="*/ 107 w 128"/>
                  <a:gd name="T25" fmla="*/ 114 h 165"/>
                  <a:gd name="T26" fmla="*/ 99 w 128"/>
                  <a:gd name="T27" fmla="*/ 122 h 165"/>
                  <a:gd name="T28" fmla="*/ 92 w 128"/>
                  <a:gd name="T29" fmla="*/ 135 h 165"/>
                  <a:gd name="T30" fmla="*/ 87 w 128"/>
                  <a:gd name="T31" fmla="*/ 153 h 165"/>
                  <a:gd name="T32" fmla="*/ 43 w 128"/>
                  <a:gd name="T33" fmla="*/ 165 h 165"/>
                  <a:gd name="T34" fmla="*/ 40 w 128"/>
                  <a:gd name="T35" fmla="*/ 144 h 165"/>
                  <a:gd name="T36" fmla="*/ 33 w 128"/>
                  <a:gd name="T37" fmla="*/ 128 h 165"/>
                  <a:gd name="T38" fmla="*/ 25 w 128"/>
                  <a:gd name="T39" fmla="*/ 118 h 165"/>
                  <a:gd name="T40" fmla="*/ 18 w 128"/>
                  <a:gd name="T41" fmla="*/ 111 h 165"/>
                  <a:gd name="T42" fmla="*/ 11 w 128"/>
                  <a:gd name="T43" fmla="*/ 101 h 165"/>
                  <a:gd name="T44" fmla="*/ 5 w 128"/>
                  <a:gd name="T45" fmla="*/ 90 h 165"/>
                  <a:gd name="T46" fmla="*/ 1 w 128"/>
                  <a:gd name="T47" fmla="*/ 79 h 165"/>
                  <a:gd name="T48" fmla="*/ 0 w 128"/>
                  <a:gd name="T49" fmla="*/ 65 h 165"/>
                  <a:gd name="T50" fmla="*/ 1 w 128"/>
                  <a:gd name="T51" fmla="*/ 52 h 165"/>
                  <a:gd name="T52" fmla="*/ 5 w 128"/>
                  <a:gd name="T53" fmla="*/ 40 h 165"/>
                  <a:gd name="T54" fmla="*/ 11 w 128"/>
                  <a:gd name="T55" fmla="*/ 28 h 165"/>
                  <a:gd name="T56" fmla="*/ 19 w 128"/>
                  <a:gd name="T57" fmla="*/ 19 h 165"/>
                  <a:gd name="T58" fmla="*/ 28 w 128"/>
                  <a:gd name="T59" fmla="*/ 11 h 165"/>
                  <a:gd name="T60" fmla="*/ 40 w 128"/>
                  <a:gd name="T61" fmla="*/ 5 h 165"/>
                  <a:gd name="T62" fmla="*/ 51 w 128"/>
                  <a:gd name="T63" fmla="*/ 1 h 165"/>
                  <a:gd name="T64" fmla="*/ 64 w 128"/>
                  <a:gd name="T65" fmla="*/ 0 h 1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165"/>
                  <a:gd name="T101" fmla="*/ 128 w 128"/>
                  <a:gd name="T102" fmla="*/ 165 h 1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165">
                    <a:moveTo>
                      <a:pt x="64" y="0"/>
                    </a:moveTo>
                    <a:lnTo>
                      <a:pt x="71" y="0"/>
                    </a:lnTo>
                    <a:lnTo>
                      <a:pt x="77" y="1"/>
                    </a:lnTo>
                    <a:lnTo>
                      <a:pt x="83" y="3"/>
                    </a:lnTo>
                    <a:lnTo>
                      <a:pt x="89" y="5"/>
                    </a:lnTo>
                    <a:lnTo>
                      <a:pt x="95" y="7"/>
                    </a:lnTo>
                    <a:lnTo>
                      <a:pt x="100" y="11"/>
                    </a:lnTo>
                    <a:lnTo>
                      <a:pt x="105" y="15"/>
                    </a:lnTo>
                    <a:lnTo>
                      <a:pt x="109" y="19"/>
                    </a:lnTo>
                    <a:lnTo>
                      <a:pt x="113" y="23"/>
                    </a:lnTo>
                    <a:lnTo>
                      <a:pt x="118" y="28"/>
                    </a:lnTo>
                    <a:lnTo>
                      <a:pt x="121" y="34"/>
                    </a:lnTo>
                    <a:lnTo>
                      <a:pt x="123" y="40"/>
                    </a:lnTo>
                    <a:lnTo>
                      <a:pt x="125" y="46"/>
                    </a:lnTo>
                    <a:lnTo>
                      <a:pt x="127" y="52"/>
                    </a:lnTo>
                    <a:lnTo>
                      <a:pt x="128" y="58"/>
                    </a:lnTo>
                    <a:lnTo>
                      <a:pt x="128" y="65"/>
                    </a:lnTo>
                    <a:lnTo>
                      <a:pt x="128" y="71"/>
                    </a:lnTo>
                    <a:lnTo>
                      <a:pt x="127" y="79"/>
                    </a:lnTo>
                    <a:lnTo>
                      <a:pt x="125" y="85"/>
                    </a:lnTo>
                    <a:lnTo>
                      <a:pt x="123" y="90"/>
                    </a:lnTo>
                    <a:lnTo>
                      <a:pt x="121" y="96"/>
                    </a:lnTo>
                    <a:lnTo>
                      <a:pt x="118" y="101"/>
                    </a:lnTo>
                    <a:lnTo>
                      <a:pt x="113" y="106"/>
                    </a:lnTo>
                    <a:lnTo>
                      <a:pt x="110" y="111"/>
                    </a:lnTo>
                    <a:lnTo>
                      <a:pt x="107" y="114"/>
                    </a:lnTo>
                    <a:lnTo>
                      <a:pt x="104" y="118"/>
                    </a:lnTo>
                    <a:lnTo>
                      <a:pt x="99" y="122"/>
                    </a:lnTo>
                    <a:lnTo>
                      <a:pt x="95" y="128"/>
                    </a:lnTo>
                    <a:lnTo>
                      <a:pt x="92" y="135"/>
                    </a:lnTo>
                    <a:lnTo>
                      <a:pt x="89" y="144"/>
                    </a:lnTo>
                    <a:lnTo>
                      <a:pt x="87" y="153"/>
                    </a:lnTo>
                    <a:lnTo>
                      <a:pt x="85" y="165"/>
                    </a:lnTo>
                    <a:lnTo>
                      <a:pt x="43" y="165"/>
                    </a:lnTo>
                    <a:lnTo>
                      <a:pt x="42" y="153"/>
                    </a:lnTo>
                    <a:lnTo>
                      <a:pt x="40" y="144"/>
                    </a:lnTo>
                    <a:lnTo>
                      <a:pt x="36" y="135"/>
                    </a:lnTo>
                    <a:lnTo>
                      <a:pt x="33" y="128"/>
                    </a:lnTo>
                    <a:lnTo>
                      <a:pt x="29" y="122"/>
                    </a:lnTo>
                    <a:lnTo>
                      <a:pt x="25" y="118"/>
                    </a:lnTo>
                    <a:lnTo>
                      <a:pt x="21" y="114"/>
                    </a:lnTo>
                    <a:lnTo>
                      <a:pt x="18" y="111"/>
                    </a:lnTo>
                    <a:lnTo>
                      <a:pt x="15" y="106"/>
                    </a:lnTo>
                    <a:lnTo>
                      <a:pt x="11" y="101"/>
                    </a:lnTo>
                    <a:lnTo>
                      <a:pt x="7" y="96"/>
                    </a:lnTo>
                    <a:lnTo>
                      <a:pt x="5" y="90"/>
                    </a:lnTo>
                    <a:lnTo>
                      <a:pt x="3" y="85"/>
                    </a:lnTo>
                    <a:lnTo>
                      <a:pt x="1" y="79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33" y="7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1" y="1"/>
                    </a:lnTo>
                    <a:lnTo>
                      <a:pt x="58" y="0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1" name="Freeform 883"/>
              <p:cNvSpPr>
                <a:spLocks/>
              </p:cNvSpPr>
              <p:nvPr/>
            </p:nvSpPr>
            <p:spPr bwMode="auto">
              <a:xfrm>
                <a:off x="2628" y="1889"/>
                <a:ext cx="126" cy="164"/>
              </a:xfrm>
              <a:custGeom>
                <a:avLst/>
                <a:gdLst>
                  <a:gd name="T0" fmla="*/ 70 w 126"/>
                  <a:gd name="T1" fmla="*/ 0 h 164"/>
                  <a:gd name="T2" fmla="*/ 82 w 126"/>
                  <a:gd name="T3" fmla="*/ 3 h 164"/>
                  <a:gd name="T4" fmla="*/ 93 w 126"/>
                  <a:gd name="T5" fmla="*/ 8 h 164"/>
                  <a:gd name="T6" fmla="*/ 103 w 126"/>
                  <a:gd name="T7" fmla="*/ 15 h 164"/>
                  <a:gd name="T8" fmla="*/ 112 w 126"/>
                  <a:gd name="T9" fmla="*/ 24 h 164"/>
                  <a:gd name="T10" fmla="*/ 119 w 126"/>
                  <a:gd name="T11" fmla="*/ 34 h 164"/>
                  <a:gd name="T12" fmla="*/ 123 w 126"/>
                  <a:gd name="T13" fmla="*/ 47 h 164"/>
                  <a:gd name="T14" fmla="*/ 126 w 126"/>
                  <a:gd name="T15" fmla="*/ 58 h 164"/>
                  <a:gd name="T16" fmla="*/ 126 w 126"/>
                  <a:gd name="T17" fmla="*/ 72 h 164"/>
                  <a:gd name="T18" fmla="*/ 123 w 126"/>
                  <a:gd name="T19" fmla="*/ 84 h 164"/>
                  <a:gd name="T20" fmla="*/ 119 w 126"/>
                  <a:gd name="T21" fmla="*/ 96 h 164"/>
                  <a:gd name="T22" fmla="*/ 111 w 126"/>
                  <a:gd name="T23" fmla="*/ 105 h 164"/>
                  <a:gd name="T24" fmla="*/ 105 w 126"/>
                  <a:gd name="T25" fmla="*/ 113 h 164"/>
                  <a:gd name="T26" fmla="*/ 97 w 126"/>
                  <a:gd name="T27" fmla="*/ 121 h 164"/>
                  <a:gd name="T28" fmla="*/ 90 w 126"/>
                  <a:gd name="T29" fmla="*/ 134 h 164"/>
                  <a:gd name="T30" fmla="*/ 84 w 126"/>
                  <a:gd name="T31" fmla="*/ 152 h 164"/>
                  <a:gd name="T32" fmla="*/ 43 w 126"/>
                  <a:gd name="T33" fmla="*/ 164 h 164"/>
                  <a:gd name="T34" fmla="*/ 40 w 126"/>
                  <a:gd name="T35" fmla="*/ 143 h 164"/>
                  <a:gd name="T36" fmla="*/ 33 w 126"/>
                  <a:gd name="T37" fmla="*/ 127 h 164"/>
                  <a:gd name="T38" fmla="*/ 25 w 126"/>
                  <a:gd name="T39" fmla="*/ 117 h 164"/>
                  <a:gd name="T40" fmla="*/ 18 w 126"/>
                  <a:gd name="T41" fmla="*/ 111 h 164"/>
                  <a:gd name="T42" fmla="*/ 11 w 126"/>
                  <a:gd name="T43" fmla="*/ 101 h 164"/>
                  <a:gd name="T44" fmla="*/ 5 w 126"/>
                  <a:gd name="T45" fmla="*/ 90 h 164"/>
                  <a:gd name="T46" fmla="*/ 1 w 126"/>
                  <a:gd name="T47" fmla="*/ 78 h 164"/>
                  <a:gd name="T48" fmla="*/ 0 w 126"/>
                  <a:gd name="T49" fmla="*/ 65 h 164"/>
                  <a:gd name="T50" fmla="*/ 1 w 126"/>
                  <a:gd name="T51" fmla="*/ 52 h 164"/>
                  <a:gd name="T52" fmla="*/ 5 w 126"/>
                  <a:gd name="T53" fmla="*/ 40 h 164"/>
                  <a:gd name="T54" fmla="*/ 11 w 126"/>
                  <a:gd name="T55" fmla="*/ 28 h 164"/>
                  <a:gd name="T56" fmla="*/ 18 w 126"/>
                  <a:gd name="T57" fmla="*/ 19 h 164"/>
                  <a:gd name="T58" fmla="*/ 28 w 126"/>
                  <a:gd name="T59" fmla="*/ 11 h 164"/>
                  <a:gd name="T60" fmla="*/ 39 w 126"/>
                  <a:gd name="T61" fmla="*/ 5 h 164"/>
                  <a:gd name="T62" fmla="*/ 50 w 126"/>
                  <a:gd name="T63" fmla="*/ 1 h 164"/>
                  <a:gd name="T64" fmla="*/ 63 w 126"/>
                  <a:gd name="T65" fmla="*/ 0 h 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6"/>
                  <a:gd name="T100" fmla="*/ 0 h 164"/>
                  <a:gd name="T101" fmla="*/ 126 w 126"/>
                  <a:gd name="T102" fmla="*/ 164 h 16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6" h="164">
                    <a:moveTo>
                      <a:pt x="63" y="0"/>
                    </a:moveTo>
                    <a:lnTo>
                      <a:pt x="70" y="0"/>
                    </a:lnTo>
                    <a:lnTo>
                      <a:pt x="76" y="1"/>
                    </a:lnTo>
                    <a:lnTo>
                      <a:pt x="82" y="3"/>
                    </a:lnTo>
                    <a:lnTo>
                      <a:pt x="88" y="5"/>
                    </a:lnTo>
                    <a:lnTo>
                      <a:pt x="93" y="8"/>
                    </a:lnTo>
                    <a:lnTo>
                      <a:pt x="98" y="11"/>
                    </a:lnTo>
                    <a:lnTo>
                      <a:pt x="103" y="15"/>
                    </a:lnTo>
                    <a:lnTo>
                      <a:pt x="108" y="19"/>
                    </a:lnTo>
                    <a:lnTo>
                      <a:pt x="112" y="24"/>
                    </a:lnTo>
                    <a:lnTo>
                      <a:pt x="115" y="28"/>
                    </a:lnTo>
                    <a:lnTo>
                      <a:pt x="119" y="34"/>
                    </a:lnTo>
                    <a:lnTo>
                      <a:pt x="121" y="40"/>
                    </a:lnTo>
                    <a:lnTo>
                      <a:pt x="123" y="47"/>
                    </a:lnTo>
                    <a:lnTo>
                      <a:pt x="125" y="52"/>
                    </a:lnTo>
                    <a:lnTo>
                      <a:pt x="126" y="58"/>
                    </a:lnTo>
                    <a:lnTo>
                      <a:pt x="126" y="65"/>
                    </a:lnTo>
                    <a:lnTo>
                      <a:pt x="126" y="72"/>
                    </a:lnTo>
                    <a:lnTo>
                      <a:pt x="125" y="78"/>
                    </a:lnTo>
                    <a:lnTo>
                      <a:pt x="123" y="84"/>
                    </a:lnTo>
                    <a:lnTo>
                      <a:pt x="121" y="90"/>
                    </a:lnTo>
                    <a:lnTo>
                      <a:pt x="119" y="96"/>
                    </a:lnTo>
                    <a:lnTo>
                      <a:pt x="115" y="101"/>
                    </a:lnTo>
                    <a:lnTo>
                      <a:pt x="111" y="105"/>
                    </a:lnTo>
                    <a:lnTo>
                      <a:pt x="108" y="111"/>
                    </a:lnTo>
                    <a:lnTo>
                      <a:pt x="105" y="113"/>
                    </a:lnTo>
                    <a:lnTo>
                      <a:pt x="102" y="117"/>
                    </a:lnTo>
                    <a:lnTo>
                      <a:pt x="97" y="121"/>
                    </a:lnTo>
                    <a:lnTo>
                      <a:pt x="93" y="127"/>
                    </a:lnTo>
                    <a:lnTo>
                      <a:pt x="90" y="134"/>
                    </a:lnTo>
                    <a:lnTo>
                      <a:pt x="87" y="143"/>
                    </a:lnTo>
                    <a:lnTo>
                      <a:pt x="84" y="152"/>
                    </a:lnTo>
                    <a:lnTo>
                      <a:pt x="83" y="164"/>
                    </a:lnTo>
                    <a:lnTo>
                      <a:pt x="43" y="164"/>
                    </a:lnTo>
                    <a:lnTo>
                      <a:pt x="42" y="152"/>
                    </a:lnTo>
                    <a:lnTo>
                      <a:pt x="40" y="143"/>
                    </a:lnTo>
                    <a:lnTo>
                      <a:pt x="36" y="134"/>
                    </a:lnTo>
                    <a:lnTo>
                      <a:pt x="33" y="127"/>
                    </a:lnTo>
                    <a:lnTo>
                      <a:pt x="29" y="121"/>
                    </a:lnTo>
                    <a:lnTo>
                      <a:pt x="25" y="117"/>
                    </a:lnTo>
                    <a:lnTo>
                      <a:pt x="21" y="113"/>
                    </a:lnTo>
                    <a:lnTo>
                      <a:pt x="18" y="111"/>
                    </a:lnTo>
                    <a:lnTo>
                      <a:pt x="15" y="105"/>
                    </a:lnTo>
                    <a:lnTo>
                      <a:pt x="11" y="101"/>
                    </a:lnTo>
                    <a:lnTo>
                      <a:pt x="8" y="96"/>
                    </a:lnTo>
                    <a:lnTo>
                      <a:pt x="5" y="90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8" y="11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50" y="1"/>
                    </a:lnTo>
                    <a:lnTo>
                      <a:pt x="57" y="0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2" name="Freeform 884"/>
              <p:cNvSpPr>
                <a:spLocks/>
              </p:cNvSpPr>
              <p:nvPr/>
            </p:nvSpPr>
            <p:spPr bwMode="auto">
              <a:xfrm>
                <a:off x="2629" y="1890"/>
                <a:ext cx="124" cy="163"/>
              </a:xfrm>
              <a:custGeom>
                <a:avLst/>
                <a:gdLst>
                  <a:gd name="T0" fmla="*/ 69 w 124"/>
                  <a:gd name="T1" fmla="*/ 0 h 163"/>
                  <a:gd name="T2" fmla="*/ 81 w 124"/>
                  <a:gd name="T3" fmla="*/ 3 h 163"/>
                  <a:gd name="T4" fmla="*/ 92 w 124"/>
                  <a:gd name="T5" fmla="*/ 8 h 163"/>
                  <a:gd name="T6" fmla="*/ 102 w 124"/>
                  <a:gd name="T7" fmla="*/ 15 h 163"/>
                  <a:gd name="T8" fmla="*/ 110 w 124"/>
                  <a:gd name="T9" fmla="*/ 23 h 163"/>
                  <a:gd name="T10" fmla="*/ 117 w 124"/>
                  <a:gd name="T11" fmla="*/ 34 h 163"/>
                  <a:gd name="T12" fmla="*/ 121 w 124"/>
                  <a:gd name="T13" fmla="*/ 46 h 163"/>
                  <a:gd name="T14" fmla="*/ 124 w 124"/>
                  <a:gd name="T15" fmla="*/ 58 h 163"/>
                  <a:gd name="T16" fmla="*/ 124 w 124"/>
                  <a:gd name="T17" fmla="*/ 71 h 163"/>
                  <a:gd name="T18" fmla="*/ 121 w 124"/>
                  <a:gd name="T19" fmla="*/ 84 h 163"/>
                  <a:gd name="T20" fmla="*/ 116 w 124"/>
                  <a:gd name="T21" fmla="*/ 95 h 163"/>
                  <a:gd name="T22" fmla="*/ 109 w 124"/>
                  <a:gd name="T23" fmla="*/ 105 h 163"/>
                  <a:gd name="T24" fmla="*/ 103 w 124"/>
                  <a:gd name="T25" fmla="*/ 113 h 163"/>
                  <a:gd name="T26" fmla="*/ 95 w 124"/>
                  <a:gd name="T27" fmla="*/ 120 h 163"/>
                  <a:gd name="T28" fmla="*/ 88 w 124"/>
                  <a:gd name="T29" fmla="*/ 133 h 163"/>
                  <a:gd name="T30" fmla="*/ 83 w 124"/>
                  <a:gd name="T31" fmla="*/ 151 h 163"/>
                  <a:gd name="T32" fmla="*/ 42 w 124"/>
                  <a:gd name="T33" fmla="*/ 163 h 163"/>
                  <a:gd name="T34" fmla="*/ 39 w 124"/>
                  <a:gd name="T35" fmla="*/ 142 h 163"/>
                  <a:gd name="T36" fmla="*/ 32 w 124"/>
                  <a:gd name="T37" fmla="*/ 127 h 163"/>
                  <a:gd name="T38" fmla="*/ 25 w 124"/>
                  <a:gd name="T39" fmla="*/ 116 h 163"/>
                  <a:gd name="T40" fmla="*/ 18 w 124"/>
                  <a:gd name="T41" fmla="*/ 110 h 163"/>
                  <a:gd name="T42" fmla="*/ 12 w 124"/>
                  <a:gd name="T43" fmla="*/ 100 h 163"/>
                  <a:gd name="T44" fmla="*/ 5 w 124"/>
                  <a:gd name="T45" fmla="*/ 89 h 163"/>
                  <a:gd name="T46" fmla="*/ 1 w 124"/>
                  <a:gd name="T47" fmla="*/ 78 h 163"/>
                  <a:gd name="T48" fmla="*/ 0 w 124"/>
                  <a:gd name="T49" fmla="*/ 65 h 163"/>
                  <a:gd name="T50" fmla="*/ 1 w 124"/>
                  <a:gd name="T51" fmla="*/ 52 h 163"/>
                  <a:gd name="T52" fmla="*/ 5 w 124"/>
                  <a:gd name="T53" fmla="*/ 40 h 163"/>
                  <a:gd name="T54" fmla="*/ 11 w 124"/>
                  <a:gd name="T55" fmla="*/ 29 h 163"/>
                  <a:gd name="T56" fmla="*/ 18 w 124"/>
                  <a:gd name="T57" fmla="*/ 19 h 163"/>
                  <a:gd name="T58" fmla="*/ 27 w 124"/>
                  <a:gd name="T59" fmla="*/ 11 h 163"/>
                  <a:gd name="T60" fmla="*/ 38 w 124"/>
                  <a:gd name="T61" fmla="*/ 5 h 163"/>
                  <a:gd name="T62" fmla="*/ 49 w 124"/>
                  <a:gd name="T63" fmla="*/ 1 h 163"/>
                  <a:gd name="T64" fmla="*/ 62 w 124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4"/>
                  <a:gd name="T100" fmla="*/ 0 h 163"/>
                  <a:gd name="T101" fmla="*/ 124 w 124"/>
                  <a:gd name="T102" fmla="*/ 163 h 1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4" h="163">
                    <a:moveTo>
                      <a:pt x="62" y="0"/>
                    </a:moveTo>
                    <a:lnTo>
                      <a:pt x="69" y="0"/>
                    </a:lnTo>
                    <a:lnTo>
                      <a:pt x="75" y="1"/>
                    </a:lnTo>
                    <a:lnTo>
                      <a:pt x="81" y="3"/>
                    </a:lnTo>
                    <a:lnTo>
                      <a:pt x="87" y="5"/>
                    </a:lnTo>
                    <a:lnTo>
                      <a:pt x="92" y="8"/>
                    </a:lnTo>
                    <a:lnTo>
                      <a:pt x="96" y="11"/>
                    </a:lnTo>
                    <a:lnTo>
                      <a:pt x="102" y="15"/>
                    </a:lnTo>
                    <a:lnTo>
                      <a:pt x="106" y="19"/>
                    </a:lnTo>
                    <a:lnTo>
                      <a:pt x="110" y="23"/>
                    </a:lnTo>
                    <a:lnTo>
                      <a:pt x="113" y="29"/>
                    </a:lnTo>
                    <a:lnTo>
                      <a:pt x="117" y="34"/>
                    </a:lnTo>
                    <a:lnTo>
                      <a:pt x="119" y="40"/>
                    </a:lnTo>
                    <a:lnTo>
                      <a:pt x="121" y="46"/>
                    </a:lnTo>
                    <a:lnTo>
                      <a:pt x="123" y="52"/>
                    </a:lnTo>
                    <a:lnTo>
                      <a:pt x="124" y="58"/>
                    </a:lnTo>
                    <a:lnTo>
                      <a:pt x="124" y="65"/>
                    </a:lnTo>
                    <a:lnTo>
                      <a:pt x="124" y="71"/>
                    </a:lnTo>
                    <a:lnTo>
                      <a:pt x="123" y="78"/>
                    </a:lnTo>
                    <a:lnTo>
                      <a:pt x="121" y="84"/>
                    </a:lnTo>
                    <a:lnTo>
                      <a:pt x="119" y="89"/>
                    </a:lnTo>
                    <a:lnTo>
                      <a:pt x="116" y="95"/>
                    </a:lnTo>
                    <a:lnTo>
                      <a:pt x="112" y="100"/>
                    </a:lnTo>
                    <a:lnTo>
                      <a:pt x="109" y="105"/>
                    </a:lnTo>
                    <a:lnTo>
                      <a:pt x="106" y="110"/>
                    </a:lnTo>
                    <a:lnTo>
                      <a:pt x="103" y="113"/>
                    </a:lnTo>
                    <a:lnTo>
                      <a:pt x="100" y="116"/>
                    </a:lnTo>
                    <a:lnTo>
                      <a:pt x="95" y="120"/>
                    </a:lnTo>
                    <a:lnTo>
                      <a:pt x="92" y="127"/>
                    </a:lnTo>
                    <a:lnTo>
                      <a:pt x="88" y="133"/>
                    </a:lnTo>
                    <a:lnTo>
                      <a:pt x="86" y="142"/>
                    </a:lnTo>
                    <a:lnTo>
                      <a:pt x="83" y="151"/>
                    </a:lnTo>
                    <a:lnTo>
                      <a:pt x="82" y="163"/>
                    </a:lnTo>
                    <a:lnTo>
                      <a:pt x="42" y="163"/>
                    </a:lnTo>
                    <a:lnTo>
                      <a:pt x="41" y="151"/>
                    </a:lnTo>
                    <a:lnTo>
                      <a:pt x="39" y="142"/>
                    </a:lnTo>
                    <a:lnTo>
                      <a:pt x="36" y="133"/>
                    </a:lnTo>
                    <a:lnTo>
                      <a:pt x="32" y="127"/>
                    </a:lnTo>
                    <a:lnTo>
                      <a:pt x="29" y="120"/>
                    </a:lnTo>
                    <a:lnTo>
                      <a:pt x="25" y="116"/>
                    </a:lnTo>
                    <a:lnTo>
                      <a:pt x="22" y="113"/>
                    </a:lnTo>
                    <a:lnTo>
                      <a:pt x="18" y="110"/>
                    </a:lnTo>
                    <a:lnTo>
                      <a:pt x="15" y="105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5" y="89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7" y="11"/>
                    </a:lnTo>
                    <a:lnTo>
                      <a:pt x="32" y="8"/>
                    </a:lnTo>
                    <a:lnTo>
                      <a:pt x="38" y="5"/>
                    </a:lnTo>
                    <a:lnTo>
                      <a:pt x="43" y="3"/>
                    </a:lnTo>
                    <a:lnTo>
                      <a:pt x="49" y="1"/>
                    </a:lnTo>
                    <a:lnTo>
                      <a:pt x="56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3" name="Freeform 885"/>
              <p:cNvSpPr>
                <a:spLocks/>
              </p:cNvSpPr>
              <p:nvPr/>
            </p:nvSpPr>
            <p:spPr bwMode="auto">
              <a:xfrm>
                <a:off x="2630" y="1891"/>
                <a:ext cx="122" cy="162"/>
              </a:xfrm>
              <a:custGeom>
                <a:avLst/>
                <a:gdLst>
                  <a:gd name="T0" fmla="*/ 68 w 122"/>
                  <a:gd name="T1" fmla="*/ 0 h 162"/>
                  <a:gd name="T2" fmla="*/ 79 w 122"/>
                  <a:gd name="T3" fmla="*/ 3 h 162"/>
                  <a:gd name="T4" fmla="*/ 90 w 122"/>
                  <a:gd name="T5" fmla="*/ 8 h 162"/>
                  <a:gd name="T6" fmla="*/ 100 w 122"/>
                  <a:gd name="T7" fmla="*/ 15 h 162"/>
                  <a:gd name="T8" fmla="*/ 108 w 122"/>
                  <a:gd name="T9" fmla="*/ 23 h 162"/>
                  <a:gd name="T10" fmla="*/ 115 w 122"/>
                  <a:gd name="T11" fmla="*/ 34 h 162"/>
                  <a:gd name="T12" fmla="*/ 119 w 122"/>
                  <a:gd name="T13" fmla="*/ 46 h 162"/>
                  <a:gd name="T14" fmla="*/ 122 w 122"/>
                  <a:gd name="T15" fmla="*/ 59 h 162"/>
                  <a:gd name="T16" fmla="*/ 122 w 122"/>
                  <a:gd name="T17" fmla="*/ 71 h 162"/>
                  <a:gd name="T18" fmla="*/ 119 w 122"/>
                  <a:gd name="T19" fmla="*/ 83 h 162"/>
                  <a:gd name="T20" fmla="*/ 113 w 122"/>
                  <a:gd name="T21" fmla="*/ 95 h 162"/>
                  <a:gd name="T22" fmla="*/ 107 w 122"/>
                  <a:gd name="T23" fmla="*/ 104 h 162"/>
                  <a:gd name="T24" fmla="*/ 101 w 122"/>
                  <a:gd name="T25" fmla="*/ 112 h 162"/>
                  <a:gd name="T26" fmla="*/ 93 w 122"/>
                  <a:gd name="T27" fmla="*/ 121 h 162"/>
                  <a:gd name="T28" fmla="*/ 87 w 122"/>
                  <a:gd name="T29" fmla="*/ 132 h 162"/>
                  <a:gd name="T30" fmla="*/ 81 w 122"/>
                  <a:gd name="T31" fmla="*/ 150 h 162"/>
                  <a:gd name="T32" fmla="*/ 42 w 122"/>
                  <a:gd name="T33" fmla="*/ 162 h 162"/>
                  <a:gd name="T34" fmla="*/ 39 w 122"/>
                  <a:gd name="T35" fmla="*/ 141 h 162"/>
                  <a:gd name="T36" fmla="*/ 32 w 122"/>
                  <a:gd name="T37" fmla="*/ 126 h 162"/>
                  <a:gd name="T38" fmla="*/ 25 w 122"/>
                  <a:gd name="T39" fmla="*/ 115 h 162"/>
                  <a:gd name="T40" fmla="*/ 18 w 122"/>
                  <a:gd name="T41" fmla="*/ 110 h 162"/>
                  <a:gd name="T42" fmla="*/ 12 w 122"/>
                  <a:gd name="T43" fmla="*/ 100 h 162"/>
                  <a:gd name="T44" fmla="*/ 6 w 122"/>
                  <a:gd name="T45" fmla="*/ 90 h 162"/>
                  <a:gd name="T46" fmla="*/ 2 w 122"/>
                  <a:gd name="T47" fmla="*/ 78 h 162"/>
                  <a:gd name="T48" fmla="*/ 0 w 122"/>
                  <a:gd name="T49" fmla="*/ 65 h 162"/>
                  <a:gd name="T50" fmla="*/ 1 w 122"/>
                  <a:gd name="T51" fmla="*/ 52 h 162"/>
                  <a:gd name="T52" fmla="*/ 4 w 122"/>
                  <a:gd name="T53" fmla="*/ 39 h 162"/>
                  <a:gd name="T54" fmla="*/ 11 w 122"/>
                  <a:gd name="T55" fmla="*/ 29 h 162"/>
                  <a:gd name="T56" fmla="*/ 17 w 122"/>
                  <a:gd name="T57" fmla="*/ 19 h 162"/>
                  <a:gd name="T58" fmla="*/ 26 w 122"/>
                  <a:gd name="T59" fmla="*/ 12 h 162"/>
                  <a:gd name="T60" fmla="*/ 37 w 122"/>
                  <a:gd name="T61" fmla="*/ 5 h 162"/>
                  <a:gd name="T62" fmla="*/ 48 w 122"/>
                  <a:gd name="T63" fmla="*/ 1 h 162"/>
                  <a:gd name="T64" fmla="*/ 61 w 122"/>
                  <a:gd name="T65" fmla="*/ 0 h 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2"/>
                  <a:gd name="T100" fmla="*/ 0 h 162"/>
                  <a:gd name="T101" fmla="*/ 122 w 122"/>
                  <a:gd name="T102" fmla="*/ 162 h 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2" h="162">
                    <a:moveTo>
                      <a:pt x="61" y="0"/>
                    </a:moveTo>
                    <a:lnTo>
                      <a:pt x="68" y="0"/>
                    </a:lnTo>
                    <a:lnTo>
                      <a:pt x="74" y="1"/>
                    </a:lnTo>
                    <a:lnTo>
                      <a:pt x="79" y="3"/>
                    </a:lnTo>
                    <a:lnTo>
                      <a:pt x="85" y="5"/>
                    </a:lnTo>
                    <a:lnTo>
                      <a:pt x="90" y="8"/>
                    </a:lnTo>
                    <a:lnTo>
                      <a:pt x="95" y="12"/>
                    </a:lnTo>
                    <a:lnTo>
                      <a:pt x="100" y="15"/>
                    </a:lnTo>
                    <a:lnTo>
                      <a:pt x="104" y="19"/>
                    </a:lnTo>
                    <a:lnTo>
                      <a:pt x="108" y="23"/>
                    </a:lnTo>
                    <a:lnTo>
                      <a:pt x="111" y="29"/>
                    </a:lnTo>
                    <a:lnTo>
                      <a:pt x="115" y="34"/>
                    </a:lnTo>
                    <a:lnTo>
                      <a:pt x="117" y="39"/>
                    </a:lnTo>
                    <a:lnTo>
                      <a:pt x="119" y="46"/>
                    </a:lnTo>
                    <a:lnTo>
                      <a:pt x="121" y="52"/>
                    </a:lnTo>
                    <a:lnTo>
                      <a:pt x="122" y="59"/>
                    </a:lnTo>
                    <a:lnTo>
                      <a:pt x="122" y="65"/>
                    </a:lnTo>
                    <a:lnTo>
                      <a:pt x="122" y="71"/>
                    </a:lnTo>
                    <a:lnTo>
                      <a:pt x="120" y="78"/>
                    </a:lnTo>
                    <a:lnTo>
                      <a:pt x="119" y="83"/>
                    </a:lnTo>
                    <a:lnTo>
                      <a:pt x="117" y="90"/>
                    </a:lnTo>
                    <a:lnTo>
                      <a:pt x="113" y="95"/>
                    </a:lnTo>
                    <a:lnTo>
                      <a:pt x="110" y="100"/>
                    </a:lnTo>
                    <a:lnTo>
                      <a:pt x="107" y="104"/>
                    </a:lnTo>
                    <a:lnTo>
                      <a:pt x="104" y="110"/>
                    </a:lnTo>
                    <a:lnTo>
                      <a:pt x="101" y="112"/>
                    </a:lnTo>
                    <a:lnTo>
                      <a:pt x="97" y="115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7" y="132"/>
                    </a:lnTo>
                    <a:lnTo>
                      <a:pt x="84" y="141"/>
                    </a:lnTo>
                    <a:lnTo>
                      <a:pt x="81" y="150"/>
                    </a:lnTo>
                    <a:lnTo>
                      <a:pt x="80" y="162"/>
                    </a:lnTo>
                    <a:lnTo>
                      <a:pt x="42" y="162"/>
                    </a:lnTo>
                    <a:lnTo>
                      <a:pt x="41" y="150"/>
                    </a:lnTo>
                    <a:lnTo>
                      <a:pt x="39" y="141"/>
                    </a:lnTo>
                    <a:lnTo>
                      <a:pt x="35" y="132"/>
                    </a:lnTo>
                    <a:lnTo>
                      <a:pt x="32" y="126"/>
                    </a:lnTo>
                    <a:lnTo>
                      <a:pt x="29" y="121"/>
                    </a:lnTo>
                    <a:lnTo>
                      <a:pt x="25" y="115"/>
                    </a:lnTo>
                    <a:lnTo>
                      <a:pt x="22" y="112"/>
                    </a:lnTo>
                    <a:lnTo>
                      <a:pt x="18" y="110"/>
                    </a:lnTo>
                    <a:lnTo>
                      <a:pt x="15" y="104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6" y="90"/>
                    </a:lnTo>
                    <a:lnTo>
                      <a:pt x="3" y="83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4" y="39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22" y="15"/>
                    </a:lnTo>
                    <a:lnTo>
                      <a:pt x="26" y="12"/>
                    </a:lnTo>
                    <a:lnTo>
                      <a:pt x="31" y="8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1"/>
                    </a:lnTo>
                    <a:lnTo>
                      <a:pt x="5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4" name="Freeform 886"/>
              <p:cNvSpPr>
                <a:spLocks/>
              </p:cNvSpPr>
              <p:nvPr/>
            </p:nvSpPr>
            <p:spPr bwMode="auto">
              <a:xfrm>
                <a:off x="2631" y="1892"/>
                <a:ext cx="119" cy="161"/>
              </a:xfrm>
              <a:custGeom>
                <a:avLst/>
                <a:gdLst>
                  <a:gd name="T0" fmla="*/ 65 w 119"/>
                  <a:gd name="T1" fmla="*/ 0 h 161"/>
                  <a:gd name="T2" fmla="*/ 77 w 119"/>
                  <a:gd name="T3" fmla="*/ 3 h 161"/>
                  <a:gd name="T4" fmla="*/ 88 w 119"/>
                  <a:gd name="T5" fmla="*/ 8 h 161"/>
                  <a:gd name="T6" fmla="*/ 98 w 119"/>
                  <a:gd name="T7" fmla="*/ 15 h 161"/>
                  <a:gd name="T8" fmla="*/ 106 w 119"/>
                  <a:gd name="T9" fmla="*/ 23 h 161"/>
                  <a:gd name="T10" fmla="*/ 111 w 119"/>
                  <a:gd name="T11" fmla="*/ 34 h 161"/>
                  <a:gd name="T12" fmla="*/ 117 w 119"/>
                  <a:gd name="T13" fmla="*/ 46 h 161"/>
                  <a:gd name="T14" fmla="*/ 119 w 119"/>
                  <a:gd name="T15" fmla="*/ 59 h 161"/>
                  <a:gd name="T16" fmla="*/ 119 w 119"/>
                  <a:gd name="T17" fmla="*/ 71 h 161"/>
                  <a:gd name="T18" fmla="*/ 116 w 119"/>
                  <a:gd name="T19" fmla="*/ 83 h 161"/>
                  <a:gd name="T20" fmla="*/ 110 w 119"/>
                  <a:gd name="T21" fmla="*/ 95 h 161"/>
                  <a:gd name="T22" fmla="*/ 104 w 119"/>
                  <a:gd name="T23" fmla="*/ 105 h 161"/>
                  <a:gd name="T24" fmla="*/ 98 w 119"/>
                  <a:gd name="T25" fmla="*/ 111 h 161"/>
                  <a:gd name="T26" fmla="*/ 91 w 119"/>
                  <a:gd name="T27" fmla="*/ 120 h 161"/>
                  <a:gd name="T28" fmla="*/ 84 w 119"/>
                  <a:gd name="T29" fmla="*/ 132 h 161"/>
                  <a:gd name="T30" fmla="*/ 79 w 119"/>
                  <a:gd name="T31" fmla="*/ 149 h 161"/>
                  <a:gd name="T32" fmla="*/ 41 w 119"/>
                  <a:gd name="T33" fmla="*/ 161 h 161"/>
                  <a:gd name="T34" fmla="*/ 38 w 119"/>
                  <a:gd name="T35" fmla="*/ 140 h 161"/>
                  <a:gd name="T36" fmla="*/ 32 w 119"/>
                  <a:gd name="T37" fmla="*/ 125 h 161"/>
                  <a:gd name="T38" fmla="*/ 25 w 119"/>
                  <a:gd name="T39" fmla="*/ 115 h 161"/>
                  <a:gd name="T40" fmla="*/ 18 w 119"/>
                  <a:gd name="T41" fmla="*/ 109 h 161"/>
                  <a:gd name="T42" fmla="*/ 12 w 119"/>
                  <a:gd name="T43" fmla="*/ 99 h 161"/>
                  <a:gd name="T44" fmla="*/ 6 w 119"/>
                  <a:gd name="T45" fmla="*/ 89 h 161"/>
                  <a:gd name="T46" fmla="*/ 1 w 119"/>
                  <a:gd name="T47" fmla="*/ 78 h 161"/>
                  <a:gd name="T48" fmla="*/ 0 w 119"/>
                  <a:gd name="T49" fmla="*/ 65 h 161"/>
                  <a:gd name="T50" fmla="*/ 1 w 119"/>
                  <a:gd name="T51" fmla="*/ 52 h 161"/>
                  <a:gd name="T52" fmla="*/ 5 w 119"/>
                  <a:gd name="T53" fmla="*/ 40 h 161"/>
                  <a:gd name="T54" fmla="*/ 10 w 119"/>
                  <a:gd name="T55" fmla="*/ 29 h 161"/>
                  <a:gd name="T56" fmla="*/ 16 w 119"/>
                  <a:gd name="T57" fmla="*/ 19 h 161"/>
                  <a:gd name="T58" fmla="*/ 26 w 119"/>
                  <a:gd name="T59" fmla="*/ 12 h 161"/>
                  <a:gd name="T60" fmla="*/ 36 w 119"/>
                  <a:gd name="T61" fmla="*/ 5 h 161"/>
                  <a:gd name="T62" fmla="*/ 47 w 119"/>
                  <a:gd name="T63" fmla="*/ 1 h 161"/>
                  <a:gd name="T64" fmla="*/ 60 w 119"/>
                  <a:gd name="T65" fmla="*/ 0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9"/>
                  <a:gd name="T100" fmla="*/ 0 h 161"/>
                  <a:gd name="T101" fmla="*/ 119 w 119"/>
                  <a:gd name="T102" fmla="*/ 161 h 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9" h="161">
                    <a:moveTo>
                      <a:pt x="60" y="0"/>
                    </a:moveTo>
                    <a:lnTo>
                      <a:pt x="65" y="0"/>
                    </a:lnTo>
                    <a:lnTo>
                      <a:pt x="72" y="1"/>
                    </a:lnTo>
                    <a:lnTo>
                      <a:pt x="77" y="3"/>
                    </a:lnTo>
                    <a:lnTo>
                      <a:pt x="83" y="5"/>
                    </a:lnTo>
                    <a:lnTo>
                      <a:pt x="88" y="8"/>
                    </a:lnTo>
                    <a:lnTo>
                      <a:pt x="93" y="12"/>
                    </a:lnTo>
                    <a:lnTo>
                      <a:pt x="98" y="15"/>
                    </a:lnTo>
                    <a:lnTo>
                      <a:pt x="102" y="19"/>
                    </a:lnTo>
                    <a:lnTo>
                      <a:pt x="106" y="23"/>
                    </a:lnTo>
                    <a:lnTo>
                      <a:pt x="109" y="29"/>
                    </a:lnTo>
                    <a:lnTo>
                      <a:pt x="111" y="34"/>
                    </a:lnTo>
                    <a:lnTo>
                      <a:pt x="115" y="40"/>
                    </a:lnTo>
                    <a:lnTo>
                      <a:pt x="117" y="46"/>
                    </a:lnTo>
                    <a:lnTo>
                      <a:pt x="118" y="52"/>
                    </a:lnTo>
                    <a:lnTo>
                      <a:pt x="119" y="59"/>
                    </a:lnTo>
                    <a:lnTo>
                      <a:pt x="119" y="65"/>
                    </a:lnTo>
                    <a:lnTo>
                      <a:pt x="119" y="71"/>
                    </a:lnTo>
                    <a:lnTo>
                      <a:pt x="118" y="78"/>
                    </a:lnTo>
                    <a:lnTo>
                      <a:pt x="116" y="83"/>
                    </a:lnTo>
                    <a:lnTo>
                      <a:pt x="114" y="89"/>
                    </a:lnTo>
                    <a:lnTo>
                      <a:pt x="110" y="95"/>
                    </a:lnTo>
                    <a:lnTo>
                      <a:pt x="107" y="99"/>
                    </a:lnTo>
                    <a:lnTo>
                      <a:pt x="104" y="105"/>
                    </a:lnTo>
                    <a:lnTo>
                      <a:pt x="101" y="109"/>
                    </a:lnTo>
                    <a:lnTo>
                      <a:pt x="98" y="111"/>
                    </a:lnTo>
                    <a:lnTo>
                      <a:pt x="94" y="115"/>
                    </a:lnTo>
                    <a:lnTo>
                      <a:pt x="91" y="120"/>
                    </a:lnTo>
                    <a:lnTo>
                      <a:pt x="87" y="125"/>
                    </a:lnTo>
                    <a:lnTo>
                      <a:pt x="84" y="132"/>
                    </a:lnTo>
                    <a:lnTo>
                      <a:pt x="81" y="140"/>
                    </a:lnTo>
                    <a:lnTo>
                      <a:pt x="79" y="149"/>
                    </a:lnTo>
                    <a:lnTo>
                      <a:pt x="78" y="161"/>
                    </a:lnTo>
                    <a:lnTo>
                      <a:pt x="41" y="161"/>
                    </a:lnTo>
                    <a:lnTo>
                      <a:pt x="40" y="149"/>
                    </a:lnTo>
                    <a:lnTo>
                      <a:pt x="38" y="140"/>
                    </a:lnTo>
                    <a:lnTo>
                      <a:pt x="36" y="132"/>
                    </a:lnTo>
                    <a:lnTo>
                      <a:pt x="32" y="125"/>
                    </a:lnTo>
                    <a:lnTo>
                      <a:pt x="28" y="120"/>
                    </a:lnTo>
                    <a:lnTo>
                      <a:pt x="25" y="115"/>
                    </a:lnTo>
                    <a:lnTo>
                      <a:pt x="22" y="111"/>
                    </a:lnTo>
                    <a:lnTo>
                      <a:pt x="18" y="109"/>
                    </a:lnTo>
                    <a:lnTo>
                      <a:pt x="15" y="105"/>
                    </a:lnTo>
                    <a:lnTo>
                      <a:pt x="12" y="99"/>
                    </a:lnTo>
                    <a:lnTo>
                      <a:pt x="9" y="95"/>
                    </a:lnTo>
                    <a:lnTo>
                      <a:pt x="6" y="89"/>
                    </a:lnTo>
                    <a:lnTo>
                      <a:pt x="3" y="83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3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6" y="12"/>
                    </a:lnTo>
                    <a:lnTo>
                      <a:pt x="30" y="8"/>
                    </a:lnTo>
                    <a:lnTo>
                      <a:pt x="36" y="5"/>
                    </a:lnTo>
                    <a:lnTo>
                      <a:pt x="41" y="3"/>
                    </a:lnTo>
                    <a:lnTo>
                      <a:pt x="47" y="1"/>
                    </a:lnTo>
                    <a:lnTo>
                      <a:pt x="54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5" name="Freeform 887"/>
              <p:cNvSpPr>
                <a:spLocks/>
              </p:cNvSpPr>
              <p:nvPr/>
            </p:nvSpPr>
            <p:spPr bwMode="auto">
              <a:xfrm>
                <a:off x="2633" y="1893"/>
                <a:ext cx="116" cy="160"/>
              </a:xfrm>
              <a:custGeom>
                <a:avLst/>
                <a:gdLst>
                  <a:gd name="T0" fmla="*/ 65 w 116"/>
                  <a:gd name="T1" fmla="*/ 0 h 160"/>
                  <a:gd name="T2" fmla="*/ 75 w 116"/>
                  <a:gd name="T3" fmla="*/ 3 h 160"/>
                  <a:gd name="T4" fmla="*/ 86 w 116"/>
                  <a:gd name="T5" fmla="*/ 8 h 160"/>
                  <a:gd name="T6" fmla="*/ 96 w 116"/>
                  <a:gd name="T7" fmla="*/ 15 h 160"/>
                  <a:gd name="T8" fmla="*/ 103 w 116"/>
                  <a:gd name="T9" fmla="*/ 24 h 160"/>
                  <a:gd name="T10" fmla="*/ 109 w 116"/>
                  <a:gd name="T11" fmla="*/ 34 h 160"/>
                  <a:gd name="T12" fmla="*/ 114 w 116"/>
                  <a:gd name="T13" fmla="*/ 46 h 160"/>
                  <a:gd name="T14" fmla="*/ 116 w 116"/>
                  <a:gd name="T15" fmla="*/ 59 h 160"/>
                  <a:gd name="T16" fmla="*/ 116 w 116"/>
                  <a:gd name="T17" fmla="*/ 72 h 160"/>
                  <a:gd name="T18" fmla="*/ 113 w 116"/>
                  <a:gd name="T19" fmla="*/ 83 h 160"/>
                  <a:gd name="T20" fmla="*/ 107 w 116"/>
                  <a:gd name="T21" fmla="*/ 94 h 160"/>
                  <a:gd name="T22" fmla="*/ 101 w 116"/>
                  <a:gd name="T23" fmla="*/ 104 h 160"/>
                  <a:gd name="T24" fmla="*/ 94 w 116"/>
                  <a:gd name="T25" fmla="*/ 111 h 160"/>
                  <a:gd name="T26" fmla="*/ 88 w 116"/>
                  <a:gd name="T27" fmla="*/ 119 h 160"/>
                  <a:gd name="T28" fmla="*/ 82 w 116"/>
                  <a:gd name="T29" fmla="*/ 131 h 160"/>
                  <a:gd name="T30" fmla="*/ 77 w 116"/>
                  <a:gd name="T31" fmla="*/ 148 h 160"/>
                  <a:gd name="T32" fmla="*/ 40 w 116"/>
                  <a:gd name="T33" fmla="*/ 160 h 160"/>
                  <a:gd name="T34" fmla="*/ 38 w 116"/>
                  <a:gd name="T35" fmla="*/ 139 h 160"/>
                  <a:gd name="T36" fmla="*/ 31 w 116"/>
                  <a:gd name="T37" fmla="*/ 124 h 160"/>
                  <a:gd name="T38" fmla="*/ 24 w 116"/>
                  <a:gd name="T39" fmla="*/ 114 h 160"/>
                  <a:gd name="T40" fmla="*/ 19 w 116"/>
                  <a:gd name="T41" fmla="*/ 109 h 160"/>
                  <a:gd name="T42" fmla="*/ 12 w 116"/>
                  <a:gd name="T43" fmla="*/ 99 h 160"/>
                  <a:gd name="T44" fmla="*/ 6 w 116"/>
                  <a:gd name="T45" fmla="*/ 89 h 160"/>
                  <a:gd name="T46" fmla="*/ 1 w 116"/>
                  <a:gd name="T47" fmla="*/ 77 h 160"/>
                  <a:gd name="T48" fmla="*/ 0 w 116"/>
                  <a:gd name="T49" fmla="*/ 65 h 160"/>
                  <a:gd name="T50" fmla="*/ 1 w 116"/>
                  <a:gd name="T51" fmla="*/ 52 h 160"/>
                  <a:gd name="T52" fmla="*/ 5 w 116"/>
                  <a:gd name="T53" fmla="*/ 41 h 160"/>
                  <a:gd name="T54" fmla="*/ 10 w 116"/>
                  <a:gd name="T55" fmla="*/ 29 h 160"/>
                  <a:gd name="T56" fmla="*/ 16 w 116"/>
                  <a:gd name="T57" fmla="*/ 19 h 160"/>
                  <a:gd name="T58" fmla="*/ 25 w 116"/>
                  <a:gd name="T59" fmla="*/ 12 h 160"/>
                  <a:gd name="T60" fmla="*/ 35 w 116"/>
                  <a:gd name="T61" fmla="*/ 5 h 160"/>
                  <a:gd name="T62" fmla="*/ 46 w 116"/>
                  <a:gd name="T63" fmla="*/ 1 h 160"/>
                  <a:gd name="T64" fmla="*/ 58 w 116"/>
                  <a:gd name="T65" fmla="*/ 0 h 1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6"/>
                  <a:gd name="T100" fmla="*/ 0 h 160"/>
                  <a:gd name="T101" fmla="*/ 116 w 116"/>
                  <a:gd name="T102" fmla="*/ 160 h 1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6" h="160">
                    <a:moveTo>
                      <a:pt x="58" y="0"/>
                    </a:moveTo>
                    <a:lnTo>
                      <a:pt x="65" y="0"/>
                    </a:lnTo>
                    <a:lnTo>
                      <a:pt x="70" y="1"/>
                    </a:lnTo>
                    <a:lnTo>
                      <a:pt x="75" y="3"/>
                    </a:lnTo>
                    <a:lnTo>
                      <a:pt x="81" y="5"/>
                    </a:lnTo>
                    <a:lnTo>
                      <a:pt x="86" y="8"/>
                    </a:lnTo>
                    <a:lnTo>
                      <a:pt x="90" y="12"/>
                    </a:lnTo>
                    <a:lnTo>
                      <a:pt x="96" y="15"/>
                    </a:lnTo>
                    <a:lnTo>
                      <a:pt x="99" y="19"/>
                    </a:lnTo>
                    <a:lnTo>
                      <a:pt x="103" y="24"/>
                    </a:lnTo>
                    <a:lnTo>
                      <a:pt x="106" y="29"/>
                    </a:lnTo>
                    <a:lnTo>
                      <a:pt x="109" y="34"/>
                    </a:lnTo>
                    <a:lnTo>
                      <a:pt x="112" y="41"/>
                    </a:lnTo>
                    <a:lnTo>
                      <a:pt x="114" y="46"/>
                    </a:lnTo>
                    <a:lnTo>
                      <a:pt x="115" y="52"/>
                    </a:lnTo>
                    <a:lnTo>
                      <a:pt x="116" y="59"/>
                    </a:lnTo>
                    <a:lnTo>
                      <a:pt x="116" y="65"/>
                    </a:lnTo>
                    <a:lnTo>
                      <a:pt x="116" y="72"/>
                    </a:lnTo>
                    <a:lnTo>
                      <a:pt x="115" y="77"/>
                    </a:lnTo>
                    <a:lnTo>
                      <a:pt x="113" y="83"/>
                    </a:lnTo>
                    <a:lnTo>
                      <a:pt x="110" y="89"/>
                    </a:lnTo>
                    <a:lnTo>
                      <a:pt x="107" y="94"/>
                    </a:lnTo>
                    <a:lnTo>
                      <a:pt x="104" y="99"/>
                    </a:lnTo>
                    <a:lnTo>
                      <a:pt x="101" y="104"/>
                    </a:lnTo>
                    <a:lnTo>
                      <a:pt x="98" y="109"/>
                    </a:lnTo>
                    <a:lnTo>
                      <a:pt x="94" y="111"/>
                    </a:lnTo>
                    <a:lnTo>
                      <a:pt x="92" y="114"/>
                    </a:lnTo>
                    <a:lnTo>
                      <a:pt x="88" y="119"/>
                    </a:lnTo>
                    <a:lnTo>
                      <a:pt x="85" y="124"/>
                    </a:lnTo>
                    <a:lnTo>
                      <a:pt x="82" y="131"/>
                    </a:lnTo>
                    <a:lnTo>
                      <a:pt x="78" y="139"/>
                    </a:lnTo>
                    <a:lnTo>
                      <a:pt x="77" y="148"/>
                    </a:lnTo>
                    <a:lnTo>
                      <a:pt x="76" y="160"/>
                    </a:lnTo>
                    <a:lnTo>
                      <a:pt x="40" y="160"/>
                    </a:lnTo>
                    <a:lnTo>
                      <a:pt x="39" y="148"/>
                    </a:lnTo>
                    <a:lnTo>
                      <a:pt x="38" y="139"/>
                    </a:lnTo>
                    <a:lnTo>
                      <a:pt x="35" y="131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4" y="114"/>
                    </a:lnTo>
                    <a:lnTo>
                      <a:pt x="22" y="111"/>
                    </a:lnTo>
                    <a:lnTo>
                      <a:pt x="19" y="109"/>
                    </a:lnTo>
                    <a:lnTo>
                      <a:pt x="15" y="104"/>
                    </a:lnTo>
                    <a:lnTo>
                      <a:pt x="12" y="99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3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5" y="12"/>
                    </a:lnTo>
                    <a:lnTo>
                      <a:pt x="29" y="8"/>
                    </a:lnTo>
                    <a:lnTo>
                      <a:pt x="35" y="5"/>
                    </a:lnTo>
                    <a:lnTo>
                      <a:pt x="40" y="3"/>
                    </a:lnTo>
                    <a:lnTo>
                      <a:pt x="46" y="1"/>
                    </a:lnTo>
                    <a:lnTo>
                      <a:pt x="52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6" name="Freeform 888"/>
              <p:cNvSpPr>
                <a:spLocks/>
              </p:cNvSpPr>
              <p:nvPr/>
            </p:nvSpPr>
            <p:spPr bwMode="auto">
              <a:xfrm>
                <a:off x="2634" y="1894"/>
                <a:ext cx="114" cy="159"/>
              </a:xfrm>
              <a:custGeom>
                <a:avLst/>
                <a:gdLst>
                  <a:gd name="T0" fmla="*/ 64 w 114"/>
                  <a:gd name="T1" fmla="*/ 0 h 159"/>
                  <a:gd name="T2" fmla="*/ 74 w 114"/>
                  <a:gd name="T3" fmla="*/ 3 h 159"/>
                  <a:gd name="T4" fmla="*/ 84 w 114"/>
                  <a:gd name="T5" fmla="*/ 9 h 159"/>
                  <a:gd name="T6" fmla="*/ 93 w 114"/>
                  <a:gd name="T7" fmla="*/ 15 h 159"/>
                  <a:gd name="T8" fmla="*/ 101 w 114"/>
                  <a:gd name="T9" fmla="*/ 23 h 159"/>
                  <a:gd name="T10" fmla="*/ 107 w 114"/>
                  <a:gd name="T11" fmla="*/ 34 h 159"/>
                  <a:gd name="T12" fmla="*/ 112 w 114"/>
                  <a:gd name="T13" fmla="*/ 46 h 159"/>
                  <a:gd name="T14" fmla="*/ 114 w 114"/>
                  <a:gd name="T15" fmla="*/ 58 h 159"/>
                  <a:gd name="T16" fmla="*/ 114 w 114"/>
                  <a:gd name="T17" fmla="*/ 71 h 159"/>
                  <a:gd name="T18" fmla="*/ 111 w 114"/>
                  <a:gd name="T19" fmla="*/ 82 h 159"/>
                  <a:gd name="T20" fmla="*/ 105 w 114"/>
                  <a:gd name="T21" fmla="*/ 94 h 159"/>
                  <a:gd name="T22" fmla="*/ 99 w 114"/>
                  <a:gd name="T23" fmla="*/ 104 h 159"/>
                  <a:gd name="T24" fmla="*/ 92 w 114"/>
                  <a:gd name="T25" fmla="*/ 110 h 159"/>
                  <a:gd name="T26" fmla="*/ 86 w 114"/>
                  <a:gd name="T27" fmla="*/ 119 h 159"/>
                  <a:gd name="T28" fmla="*/ 80 w 114"/>
                  <a:gd name="T29" fmla="*/ 130 h 159"/>
                  <a:gd name="T30" fmla="*/ 75 w 114"/>
                  <a:gd name="T31" fmla="*/ 147 h 159"/>
                  <a:gd name="T32" fmla="*/ 39 w 114"/>
                  <a:gd name="T33" fmla="*/ 159 h 159"/>
                  <a:gd name="T34" fmla="*/ 37 w 114"/>
                  <a:gd name="T35" fmla="*/ 138 h 159"/>
                  <a:gd name="T36" fmla="*/ 31 w 114"/>
                  <a:gd name="T37" fmla="*/ 124 h 159"/>
                  <a:gd name="T38" fmla="*/ 25 w 114"/>
                  <a:gd name="T39" fmla="*/ 114 h 159"/>
                  <a:gd name="T40" fmla="*/ 19 w 114"/>
                  <a:gd name="T41" fmla="*/ 108 h 159"/>
                  <a:gd name="T42" fmla="*/ 12 w 114"/>
                  <a:gd name="T43" fmla="*/ 98 h 159"/>
                  <a:gd name="T44" fmla="*/ 6 w 114"/>
                  <a:gd name="T45" fmla="*/ 89 h 159"/>
                  <a:gd name="T46" fmla="*/ 2 w 114"/>
                  <a:gd name="T47" fmla="*/ 77 h 159"/>
                  <a:gd name="T48" fmla="*/ 0 w 114"/>
                  <a:gd name="T49" fmla="*/ 64 h 159"/>
                  <a:gd name="T50" fmla="*/ 2 w 114"/>
                  <a:gd name="T51" fmla="*/ 52 h 159"/>
                  <a:gd name="T52" fmla="*/ 5 w 114"/>
                  <a:gd name="T53" fmla="*/ 41 h 159"/>
                  <a:gd name="T54" fmla="*/ 9 w 114"/>
                  <a:gd name="T55" fmla="*/ 29 h 159"/>
                  <a:gd name="T56" fmla="*/ 17 w 114"/>
                  <a:gd name="T57" fmla="*/ 19 h 159"/>
                  <a:gd name="T58" fmla="*/ 24 w 114"/>
                  <a:gd name="T59" fmla="*/ 12 h 159"/>
                  <a:gd name="T60" fmla="*/ 34 w 114"/>
                  <a:gd name="T61" fmla="*/ 5 h 159"/>
                  <a:gd name="T62" fmla="*/ 45 w 114"/>
                  <a:gd name="T63" fmla="*/ 1 h 159"/>
                  <a:gd name="T64" fmla="*/ 57 w 114"/>
                  <a:gd name="T65" fmla="*/ 0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4"/>
                  <a:gd name="T100" fmla="*/ 0 h 159"/>
                  <a:gd name="T101" fmla="*/ 114 w 114"/>
                  <a:gd name="T102" fmla="*/ 159 h 1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4" h="159">
                    <a:moveTo>
                      <a:pt x="57" y="0"/>
                    </a:moveTo>
                    <a:lnTo>
                      <a:pt x="64" y="0"/>
                    </a:lnTo>
                    <a:lnTo>
                      <a:pt x="69" y="1"/>
                    </a:lnTo>
                    <a:lnTo>
                      <a:pt x="74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9" y="12"/>
                    </a:lnTo>
                    <a:lnTo>
                      <a:pt x="93" y="15"/>
                    </a:lnTo>
                    <a:lnTo>
                      <a:pt x="97" y="19"/>
                    </a:lnTo>
                    <a:lnTo>
                      <a:pt x="101" y="23"/>
                    </a:lnTo>
                    <a:lnTo>
                      <a:pt x="104" y="29"/>
                    </a:lnTo>
                    <a:lnTo>
                      <a:pt x="107" y="34"/>
                    </a:lnTo>
                    <a:lnTo>
                      <a:pt x="109" y="41"/>
                    </a:lnTo>
                    <a:lnTo>
                      <a:pt x="112" y="46"/>
                    </a:lnTo>
                    <a:lnTo>
                      <a:pt x="113" y="52"/>
                    </a:lnTo>
                    <a:lnTo>
                      <a:pt x="114" y="58"/>
                    </a:lnTo>
                    <a:lnTo>
                      <a:pt x="114" y="64"/>
                    </a:lnTo>
                    <a:lnTo>
                      <a:pt x="114" y="71"/>
                    </a:lnTo>
                    <a:lnTo>
                      <a:pt x="113" y="77"/>
                    </a:lnTo>
                    <a:lnTo>
                      <a:pt x="111" y="82"/>
                    </a:lnTo>
                    <a:lnTo>
                      <a:pt x="108" y="89"/>
                    </a:lnTo>
                    <a:lnTo>
                      <a:pt x="105" y="94"/>
                    </a:lnTo>
                    <a:lnTo>
                      <a:pt x="102" y="98"/>
                    </a:lnTo>
                    <a:lnTo>
                      <a:pt x="99" y="104"/>
                    </a:lnTo>
                    <a:lnTo>
                      <a:pt x="96" y="108"/>
                    </a:lnTo>
                    <a:lnTo>
                      <a:pt x="92" y="110"/>
                    </a:lnTo>
                    <a:lnTo>
                      <a:pt x="89" y="114"/>
                    </a:lnTo>
                    <a:lnTo>
                      <a:pt x="86" y="119"/>
                    </a:lnTo>
                    <a:lnTo>
                      <a:pt x="83" y="124"/>
                    </a:lnTo>
                    <a:lnTo>
                      <a:pt x="80" y="130"/>
                    </a:lnTo>
                    <a:lnTo>
                      <a:pt x="77" y="138"/>
                    </a:lnTo>
                    <a:lnTo>
                      <a:pt x="75" y="147"/>
                    </a:lnTo>
                    <a:lnTo>
                      <a:pt x="75" y="159"/>
                    </a:lnTo>
                    <a:lnTo>
                      <a:pt x="39" y="159"/>
                    </a:lnTo>
                    <a:lnTo>
                      <a:pt x="39" y="147"/>
                    </a:lnTo>
                    <a:lnTo>
                      <a:pt x="37" y="138"/>
                    </a:lnTo>
                    <a:lnTo>
                      <a:pt x="35" y="130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5" y="114"/>
                    </a:lnTo>
                    <a:lnTo>
                      <a:pt x="22" y="110"/>
                    </a:lnTo>
                    <a:lnTo>
                      <a:pt x="19" y="108"/>
                    </a:lnTo>
                    <a:lnTo>
                      <a:pt x="15" y="104"/>
                    </a:lnTo>
                    <a:lnTo>
                      <a:pt x="12" y="98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2"/>
                    </a:lnTo>
                    <a:lnTo>
                      <a:pt x="2" y="77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2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9" y="29"/>
                    </a:lnTo>
                    <a:lnTo>
                      <a:pt x="12" y="23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4" y="12"/>
                    </a:lnTo>
                    <a:lnTo>
                      <a:pt x="29" y="9"/>
                    </a:lnTo>
                    <a:lnTo>
                      <a:pt x="34" y="5"/>
                    </a:lnTo>
                    <a:lnTo>
                      <a:pt x="39" y="3"/>
                    </a:lnTo>
                    <a:lnTo>
                      <a:pt x="45" y="1"/>
                    </a:lnTo>
                    <a:lnTo>
                      <a:pt x="5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7" name="Freeform 889"/>
              <p:cNvSpPr>
                <a:spLocks/>
              </p:cNvSpPr>
              <p:nvPr/>
            </p:nvSpPr>
            <p:spPr bwMode="auto">
              <a:xfrm>
                <a:off x="2636" y="1895"/>
                <a:ext cx="110" cy="158"/>
              </a:xfrm>
              <a:custGeom>
                <a:avLst/>
                <a:gdLst>
                  <a:gd name="T0" fmla="*/ 60 w 110"/>
                  <a:gd name="T1" fmla="*/ 0 h 158"/>
                  <a:gd name="T2" fmla="*/ 71 w 110"/>
                  <a:gd name="T3" fmla="*/ 3 h 158"/>
                  <a:gd name="T4" fmla="*/ 81 w 110"/>
                  <a:gd name="T5" fmla="*/ 9 h 158"/>
                  <a:gd name="T6" fmla="*/ 90 w 110"/>
                  <a:gd name="T7" fmla="*/ 15 h 158"/>
                  <a:gd name="T8" fmla="*/ 97 w 110"/>
                  <a:gd name="T9" fmla="*/ 24 h 158"/>
                  <a:gd name="T10" fmla="*/ 103 w 110"/>
                  <a:gd name="T11" fmla="*/ 34 h 158"/>
                  <a:gd name="T12" fmla="*/ 107 w 110"/>
                  <a:gd name="T13" fmla="*/ 46 h 158"/>
                  <a:gd name="T14" fmla="*/ 110 w 110"/>
                  <a:gd name="T15" fmla="*/ 58 h 158"/>
                  <a:gd name="T16" fmla="*/ 110 w 110"/>
                  <a:gd name="T17" fmla="*/ 71 h 158"/>
                  <a:gd name="T18" fmla="*/ 106 w 110"/>
                  <a:gd name="T19" fmla="*/ 82 h 158"/>
                  <a:gd name="T20" fmla="*/ 101 w 110"/>
                  <a:gd name="T21" fmla="*/ 93 h 158"/>
                  <a:gd name="T22" fmla="*/ 95 w 110"/>
                  <a:gd name="T23" fmla="*/ 104 h 158"/>
                  <a:gd name="T24" fmla="*/ 89 w 110"/>
                  <a:gd name="T25" fmla="*/ 110 h 158"/>
                  <a:gd name="T26" fmla="*/ 83 w 110"/>
                  <a:gd name="T27" fmla="*/ 118 h 158"/>
                  <a:gd name="T28" fmla="*/ 76 w 110"/>
                  <a:gd name="T29" fmla="*/ 129 h 158"/>
                  <a:gd name="T30" fmla="*/ 72 w 110"/>
                  <a:gd name="T31" fmla="*/ 147 h 158"/>
                  <a:gd name="T32" fmla="*/ 37 w 110"/>
                  <a:gd name="T33" fmla="*/ 158 h 158"/>
                  <a:gd name="T34" fmla="*/ 35 w 110"/>
                  <a:gd name="T35" fmla="*/ 138 h 158"/>
                  <a:gd name="T36" fmla="*/ 29 w 110"/>
                  <a:gd name="T37" fmla="*/ 123 h 158"/>
                  <a:gd name="T38" fmla="*/ 23 w 110"/>
                  <a:gd name="T39" fmla="*/ 113 h 158"/>
                  <a:gd name="T40" fmla="*/ 18 w 110"/>
                  <a:gd name="T41" fmla="*/ 107 h 158"/>
                  <a:gd name="T42" fmla="*/ 11 w 110"/>
                  <a:gd name="T43" fmla="*/ 98 h 158"/>
                  <a:gd name="T44" fmla="*/ 5 w 110"/>
                  <a:gd name="T45" fmla="*/ 88 h 158"/>
                  <a:gd name="T46" fmla="*/ 1 w 110"/>
                  <a:gd name="T47" fmla="*/ 76 h 158"/>
                  <a:gd name="T48" fmla="*/ 0 w 110"/>
                  <a:gd name="T49" fmla="*/ 64 h 158"/>
                  <a:gd name="T50" fmla="*/ 1 w 110"/>
                  <a:gd name="T51" fmla="*/ 52 h 158"/>
                  <a:gd name="T52" fmla="*/ 4 w 110"/>
                  <a:gd name="T53" fmla="*/ 40 h 158"/>
                  <a:gd name="T54" fmla="*/ 8 w 110"/>
                  <a:gd name="T55" fmla="*/ 29 h 158"/>
                  <a:gd name="T56" fmla="*/ 15 w 110"/>
                  <a:gd name="T57" fmla="*/ 19 h 158"/>
                  <a:gd name="T58" fmla="*/ 22 w 110"/>
                  <a:gd name="T59" fmla="*/ 12 h 158"/>
                  <a:gd name="T60" fmla="*/ 32 w 110"/>
                  <a:gd name="T61" fmla="*/ 5 h 158"/>
                  <a:gd name="T62" fmla="*/ 42 w 110"/>
                  <a:gd name="T63" fmla="*/ 1 h 158"/>
                  <a:gd name="T64" fmla="*/ 55 w 110"/>
                  <a:gd name="T65" fmla="*/ 0 h 15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0"/>
                  <a:gd name="T100" fmla="*/ 0 h 158"/>
                  <a:gd name="T101" fmla="*/ 110 w 110"/>
                  <a:gd name="T102" fmla="*/ 158 h 15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0" h="158">
                    <a:moveTo>
                      <a:pt x="55" y="0"/>
                    </a:moveTo>
                    <a:lnTo>
                      <a:pt x="60" y="0"/>
                    </a:lnTo>
                    <a:lnTo>
                      <a:pt x="66" y="1"/>
                    </a:lnTo>
                    <a:lnTo>
                      <a:pt x="71" y="3"/>
                    </a:lnTo>
                    <a:lnTo>
                      <a:pt x="76" y="5"/>
                    </a:lnTo>
                    <a:lnTo>
                      <a:pt x="81" y="9"/>
                    </a:lnTo>
                    <a:lnTo>
                      <a:pt x="86" y="12"/>
                    </a:lnTo>
                    <a:lnTo>
                      <a:pt x="90" y="15"/>
                    </a:lnTo>
                    <a:lnTo>
                      <a:pt x="94" y="19"/>
                    </a:lnTo>
                    <a:lnTo>
                      <a:pt x="97" y="24"/>
                    </a:lnTo>
                    <a:lnTo>
                      <a:pt x="100" y="29"/>
                    </a:lnTo>
                    <a:lnTo>
                      <a:pt x="103" y="34"/>
                    </a:lnTo>
                    <a:lnTo>
                      <a:pt x="105" y="40"/>
                    </a:lnTo>
                    <a:lnTo>
                      <a:pt x="107" y="46"/>
                    </a:lnTo>
                    <a:lnTo>
                      <a:pt x="109" y="52"/>
                    </a:lnTo>
                    <a:lnTo>
                      <a:pt x="110" y="58"/>
                    </a:lnTo>
                    <a:lnTo>
                      <a:pt x="110" y="64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6" y="82"/>
                    </a:lnTo>
                    <a:lnTo>
                      <a:pt x="103" y="88"/>
                    </a:lnTo>
                    <a:lnTo>
                      <a:pt x="101" y="93"/>
                    </a:lnTo>
                    <a:lnTo>
                      <a:pt x="98" y="98"/>
                    </a:lnTo>
                    <a:lnTo>
                      <a:pt x="95" y="104"/>
                    </a:lnTo>
                    <a:lnTo>
                      <a:pt x="91" y="107"/>
                    </a:lnTo>
                    <a:lnTo>
                      <a:pt x="89" y="110"/>
                    </a:lnTo>
                    <a:lnTo>
                      <a:pt x="86" y="113"/>
                    </a:lnTo>
                    <a:lnTo>
                      <a:pt x="83" y="118"/>
                    </a:lnTo>
                    <a:lnTo>
                      <a:pt x="80" y="123"/>
                    </a:lnTo>
                    <a:lnTo>
                      <a:pt x="76" y="129"/>
                    </a:lnTo>
                    <a:lnTo>
                      <a:pt x="74" y="138"/>
                    </a:lnTo>
                    <a:lnTo>
                      <a:pt x="72" y="147"/>
                    </a:lnTo>
                    <a:lnTo>
                      <a:pt x="71" y="158"/>
                    </a:lnTo>
                    <a:lnTo>
                      <a:pt x="37" y="158"/>
                    </a:lnTo>
                    <a:lnTo>
                      <a:pt x="37" y="147"/>
                    </a:lnTo>
                    <a:lnTo>
                      <a:pt x="35" y="138"/>
                    </a:lnTo>
                    <a:lnTo>
                      <a:pt x="33" y="129"/>
                    </a:lnTo>
                    <a:lnTo>
                      <a:pt x="29" y="123"/>
                    </a:lnTo>
                    <a:lnTo>
                      <a:pt x="26" y="118"/>
                    </a:lnTo>
                    <a:lnTo>
                      <a:pt x="23" y="113"/>
                    </a:lnTo>
                    <a:lnTo>
                      <a:pt x="20" y="110"/>
                    </a:lnTo>
                    <a:lnTo>
                      <a:pt x="18" y="107"/>
                    </a:lnTo>
                    <a:lnTo>
                      <a:pt x="15" y="104"/>
                    </a:lnTo>
                    <a:lnTo>
                      <a:pt x="11" y="98"/>
                    </a:lnTo>
                    <a:lnTo>
                      <a:pt x="8" y="93"/>
                    </a:lnTo>
                    <a:lnTo>
                      <a:pt x="5" y="88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4" y="40"/>
                    </a:lnTo>
                    <a:lnTo>
                      <a:pt x="6" y="34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42" y="1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8" name="Freeform 890"/>
              <p:cNvSpPr>
                <a:spLocks/>
              </p:cNvSpPr>
              <p:nvPr/>
            </p:nvSpPr>
            <p:spPr bwMode="auto">
              <a:xfrm>
                <a:off x="2638" y="1896"/>
                <a:ext cx="107" cy="157"/>
              </a:xfrm>
              <a:custGeom>
                <a:avLst/>
                <a:gdLst>
                  <a:gd name="T0" fmla="*/ 70 w 107"/>
                  <a:gd name="T1" fmla="*/ 146 h 157"/>
                  <a:gd name="T2" fmla="*/ 74 w 107"/>
                  <a:gd name="T3" fmla="*/ 128 h 157"/>
                  <a:gd name="T4" fmla="*/ 80 w 107"/>
                  <a:gd name="T5" fmla="*/ 118 h 157"/>
                  <a:gd name="T6" fmla="*/ 86 w 107"/>
                  <a:gd name="T7" fmla="*/ 109 h 157"/>
                  <a:gd name="T8" fmla="*/ 92 w 107"/>
                  <a:gd name="T9" fmla="*/ 103 h 157"/>
                  <a:gd name="T10" fmla="*/ 98 w 107"/>
                  <a:gd name="T11" fmla="*/ 93 h 157"/>
                  <a:gd name="T12" fmla="*/ 103 w 107"/>
                  <a:gd name="T13" fmla="*/ 82 h 157"/>
                  <a:gd name="T14" fmla="*/ 107 w 107"/>
                  <a:gd name="T15" fmla="*/ 71 h 157"/>
                  <a:gd name="T16" fmla="*/ 107 w 107"/>
                  <a:gd name="T17" fmla="*/ 58 h 157"/>
                  <a:gd name="T18" fmla="*/ 104 w 107"/>
                  <a:gd name="T19" fmla="*/ 46 h 157"/>
                  <a:gd name="T20" fmla="*/ 100 w 107"/>
                  <a:gd name="T21" fmla="*/ 34 h 157"/>
                  <a:gd name="T22" fmla="*/ 95 w 107"/>
                  <a:gd name="T23" fmla="*/ 25 h 157"/>
                  <a:gd name="T24" fmla="*/ 87 w 107"/>
                  <a:gd name="T25" fmla="*/ 15 h 157"/>
                  <a:gd name="T26" fmla="*/ 79 w 107"/>
                  <a:gd name="T27" fmla="*/ 9 h 157"/>
                  <a:gd name="T28" fmla="*/ 69 w 107"/>
                  <a:gd name="T29" fmla="*/ 3 h 157"/>
                  <a:gd name="T30" fmla="*/ 58 w 107"/>
                  <a:gd name="T31" fmla="*/ 0 h 157"/>
                  <a:gd name="T32" fmla="*/ 47 w 107"/>
                  <a:gd name="T33" fmla="*/ 0 h 157"/>
                  <a:gd name="T34" fmla="*/ 36 w 107"/>
                  <a:gd name="T35" fmla="*/ 3 h 157"/>
                  <a:gd name="T36" fmla="*/ 26 w 107"/>
                  <a:gd name="T37" fmla="*/ 9 h 157"/>
                  <a:gd name="T38" fmla="*/ 18 w 107"/>
                  <a:gd name="T39" fmla="*/ 15 h 157"/>
                  <a:gd name="T40" fmla="*/ 10 w 107"/>
                  <a:gd name="T41" fmla="*/ 25 h 157"/>
                  <a:gd name="T42" fmla="*/ 6 w 107"/>
                  <a:gd name="T43" fmla="*/ 34 h 157"/>
                  <a:gd name="T44" fmla="*/ 2 w 107"/>
                  <a:gd name="T45" fmla="*/ 46 h 157"/>
                  <a:gd name="T46" fmla="*/ 0 w 107"/>
                  <a:gd name="T47" fmla="*/ 58 h 157"/>
                  <a:gd name="T48" fmla="*/ 0 w 107"/>
                  <a:gd name="T49" fmla="*/ 71 h 157"/>
                  <a:gd name="T50" fmla="*/ 3 w 107"/>
                  <a:gd name="T51" fmla="*/ 82 h 157"/>
                  <a:gd name="T52" fmla="*/ 8 w 107"/>
                  <a:gd name="T53" fmla="*/ 93 h 157"/>
                  <a:gd name="T54" fmla="*/ 15 w 107"/>
                  <a:gd name="T55" fmla="*/ 103 h 157"/>
                  <a:gd name="T56" fmla="*/ 20 w 107"/>
                  <a:gd name="T57" fmla="*/ 109 h 157"/>
                  <a:gd name="T58" fmla="*/ 26 w 107"/>
                  <a:gd name="T59" fmla="*/ 118 h 157"/>
                  <a:gd name="T60" fmla="*/ 32 w 107"/>
                  <a:gd name="T61" fmla="*/ 128 h 157"/>
                  <a:gd name="T62" fmla="*/ 36 w 107"/>
                  <a:gd name="T63" fmla="*/ 146 h 157"/>
                  <a:gd name="T64" fmla="*/ 70 w 107"/>
                  <a:gd name="T65" fmla="*/ 157 h 1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157"/>
                  <a:gd name="T101" fmla="*/ 107 w 107"/>
                  <a:gd name="T102" fmla="*/ 157 h 15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157">
                    <a:moveTo>
                      <a:pt x="70" y="157"/>
                    </a:moveTo>
                    <a:lnTo>
                      <a:pt x="70" y="146"/>
                    </a:lnTo>
                    <a:lnTo>
                      <a:pt x="72" y="137"/>
                    </a:lnTo>
                    <a:lnTo>
                      <a:pt x="74" y="128"/>
                    </a:lnTo>
                    <a:lnTo>
                      <a:pt x="78" y="122"/>
                    </a:lnTo>
                    <a:lnTo>
                      <a:pt x="80" y="118"/>
                    </a:lnTo>
                    <a:lnTo>
                      <a:pt x="83" y="112"/>
                    </a:lnTo>
                    <a:lnTo>
                      <a:pt x="86" y="109"/>
                    </a:lnTo>
                    <a:lnTo>
                      <a:pt x="88" y="107"/>
                    </a:lnTo>
                    <a:lnTo>
                      <a:pt x="92" y="103"/>
                    </a:lnTo>
                    <a:lnTo>
                      <a:pt x="95" y="97"/>
                    </a:lnTo>
                    <a:lnTo>
                      <a:pt x="98" y="93"/>
                    </a:lnTo>
                    <a:lnTo>
                      <a:pt x="100" y="88"/>
                    </a:lnTo>
                    <a:lnTo>
                      <a:pt x="103" y="82"/>
                    </a:lnTo>
                    <a:lnTo>
                      <a:pt x="104" y="77"/>
                    </a:lnTo>
                    <a:lnTo>
                      <a:pt x="107" y="71"/>
                    </a:lnTo>
                    <a:lnTo>
                      <a:pt x="107" y="64"/>
                    </a:lnTo>
                    <a:lnTo>
                      <a:pt x="107" y="58"/>
                    </a:lnTo>
                    <a:lnTo>
                      <a:pt x="105" y="52"/>
                    </a:lnTo>
                    <a:lnTo>
                      <a:pt x="104" y="46"/>
                    </a:lnTo>
                    <a:lnTo>
                      <a:pt x="102" y="40"/>
                    </a:lnTo>
                    <a:lnTo>
                      <a:pt x="100" y="34"/>
                    </a:lnTo>
                    <a:lnTo>
                      <a:pt x="98" y="29"/>
                    </a:lnTo>
                    <a:lnTo>
                      <a:pt x="95" y="25"/>
                    </a:lnTo>
                    <a:lnTo>
                      <a:pt x="91" y="19"/>
                    </a:lnTo>
                    <a:lnTo>
                      <a:pt x="87" y="15"/>
                    </a:lnTo>
                    <a:lnTo>
                      <a:pt x="83" y="12"/>
                    </a:lnTo>
                    <a:lnTo>
                      <a:pt x="79" y="9"/>
                    </a:lnTo>
                    <a:lnTo>
                      <a:pt x="74" y="5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8" y="0"/>
                    </a:lnTo>
                    <a:lnTo>
                      <a:pt x="53" y="0"/>
                    </a:lnTo>
                    <a:lnTo>
                      <a:pt x="47" y="0"/>
                    </a:lnTo>
                    <a:lnTo>
                      <a:pt x="41" y="1"/>
                    </a:lnTo>
                    <a:lnTo>
                      <a:pt x="36" y="3"/>
                    </a:lnTo>
                    <a:lnTo>
                      <a:pt x="31" y="5"/>
                    </a:lnTo>
                    <a:lnTo>
                      <a:pt x="26" y="9"/>
                    </a:lnTo>
                    <a:lnTo>
                      <a:pt x="22" y="12"/>
                    </a:lnTo>
                    <a:lnTo>
                      <a:pt x="18" y="15"/>
                    </a:lnTo>
                    <a:lnTo>
                      <a:pt x="14" y="19"/>
                    </a:lnTo>
                    <a:lnTo>
                      <a:pt x="10" y="25"/>
                    </a:lnTo>
                    <a:lnTo>
                      <a:pt x="8" y="29"/>
                    </a:lnTo>
                    <a:lnTo>
                      <a:pt x="6" y="34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1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2" y="77"/>
                    </a:lnTo>
                    <a:lnTo>
                      <a:pt x="3" y="82"/>
                    </a:lnTo>
                    <a:lnTo>
                      <a:pt x="6" y="88"/>
                    </a:lnTo>
                    <a:lnTo>
                      <a:pt x="8" y="93"/>
                    </a:lnTo>
                    <a:lnTo>
                      <a:pt x="11" y="97"/>
                    </a:lnTo>
                    <a:lnTo>
                      <a:pt x="15" y="103"/>
                    </a:lnTo>
                    <a:lnTo>
                      <a:pt x="18" y="107"/>
                    </a:lnTo>
                    <a:lnTo>
                      <a:pt x="20" y="109"/>
                    </a:lnTo>
                    <a:lnTo>
                      <a:pt x="23" y="112"/>
                    </a:lnTo>
                    <a:lnTo>
                      <a:pt x="26" y="118"/>
                    </a:lnTo>
                    <a:lnTo>
                      <a:pt x="29" y="122"/>
                    </a:lnTo>
                    <a:lnTo>
                      <a:pt x="32" y="128"/>
                    </a:lnTo>
                    <a:lnTo>
                      <a:pt x="34" y="137"/>
                    </a:lnTo>
                    <a:lnTo>
                      <a:pt x="36" y="146"/>
                    </a:lnTo>
                    <a:lnTo>
                      <a:pt x="36" y="157"/>
                    </a:lnTo>
                    <a:lnTo>
                      <a:pt x="70" y="15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59" name="Freeform 891"/>
              <p:cNvSpPr>
                <a:spLocks/>
              </p:cNvSpPr>
              <p:nvPr/>
            </p:nvSpPr>
            <p:spPr bwMode="auto">
              <a:xfrm>
                <a:off x="2654" y="1913"/>
                <a:ext cx="72" cy="52"/>
              </a:xfrm>
              <a:custGeom>
                <a:avLst/>
                <a:gdLst>
                  <a:gd name="T0" fmla="*/ 61 w 72"/>
                  <a:gd name="T1" fmla="*/ 52 h 52"/>
                  <a:gd name="T2" fmla="*/ 72 w 72"/>
                  <a:gd name="T3" fmla="*/ 19 h 52"/>
                  <a:gd name="T4" fmla="*/ 46 w 72"/>
                  <a:gd name="T5" fmla="*/ 35 h 52"/>
                  <a:gd name="T6" fmla="*/ 35 w 72"/>
                  <a:gd name="T7" fmla="*/ 0 h 52"/>
                  <a:gd name="T8" fmla="*/ 26 w 72"/>
                  <a:gd name="T9" fmla="*/ 35 h 52"/>
                  <a:gd name="T10" fmla="*/ 0 w 72"/>
                  <a:gd name="T11" fmla="*/ 21 h 52"/>
                  <a:gd name="T12" fmla="*/ 10 w 72"/>
                  <a:gd name="T13" fmla="*/ 52 h 52"/>
                  <a:gd name="T14" fmla="*/ 19 w 72"/>
                  <a:gd name="T15" fmla="*/ 52 h 52"/>
                  <a:gd name="T16" fmla="*/ 13 w 72"/>
                  <a:gd name="T17" fmla="*/ 33 h 52"/>
                  <a:gd name="T18" fmla="*/ 27 w 72"/>
                  <a:gd name="T19" fmla="*/ 41 h 52"/>
                  <a:gd name="T20" fmla="*/ 35 w 72"/>
                  <a:gd name="T21" fmla="*/ 23 h 52"/>
                  <a:gd name="T22" fmla="*/ 44 w 72"/>
                  <a:gd name="T23" fmla="*/ 41 h 52"/>
                  <a:gd name="T24" fmla="*/ 58 w 72"/>
                  <a:gd name="T25" fmla="*/ 33 h 52"/>
                  <a:gd name="T26" fmla="*/ 53 w 72"/>
                  <a:gd name="T27" fmla="*/ 52 h 52"/>
                  <a:gd name="T28" fmla="*/ 61 w 72"/>
                  <a:gd name="T29" fmla="*/ 52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2"/>
                  <a:gd name="T46" fmla="*/ 0 h 52"/>
                  <a:gd name="T47" fmla="*/ 72 w 72"/>
                  <a:gd name="T48" fmla="*/ 52 h 5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2" h="52">
                    <a:moveTo>
                      <a:pt x="61" y="52"/>
                    </a:moveTo>
                    <a:lnTo>
                      <a:pt x="72" y="19"/>
                    </a:lnTo>
                    <a:lnTo>
                      <a:pt x="46" y="35"/>
                    </a:lnTo>
                    <a:lnTo>
                      <a:pt x="35" y="0"/>
                    </a:lnTo>
                    <a:lnTo>
                      <a:pt x="26" y="35"/>
                    </a:lnTo>
                    <a:lnTo>
                      <a:pt x="0" y="21"/>
                    </a:lnTo>
                    <a:lnTo>
                      <a:pt x="10" y="52"/>
                    </a:lnTo>
                    <a:lnTo>
                      <a:pt x="19" y="52"/>
                    </a:lnTo>
                    <a:lnTo>
                      <a:pt x="13" y="33"/>
                    </a:lnTo>
                    <a:lnTo>
                      <a:pt x="27" y="41"/>
                    </a:lnTo>
                    <a:lnTo>
                      <a:pt x="35" y="23"/>
                    </a:lnTo>
                    <a:lnTo>
                      <a:pt x="44" y="41"/>
                    </a:lnTo>
                    <a:lnTo>
                      <a:pt x="58" y="33"/>
                    </a:lnTo>
                    <a:lnTo>
                      <a:pt x="53" y="52"/>
                    </a:lnTo>
                    <a:lnTo>
                      <a:pt x="61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0" name="Freeform 892"/>
              <p:cNvSpPr>
                <a:spLocks/>
              </p:cNvSpPr>
              <p:nvPr/>
            </p:nvSpPr>
            <p:spPr bwMode="auto">
              <a:xfrm>
                <a:off x="2655" y="1914"/>
                <a:ext cx="71" cy="49"/>
              </a:xfrm>
              <a:custGeom>
                <a:avLst/>
                <a:gdLst>
                  <a:gd name="T0" fmla="*/ 35 w 71"/>
                  <a:gd name="T1" fmla="*/ 0 h 49"/>
                  <a:gd name="T2" fmla="*/ 45 w 71"/>
                  <a:gd name="T3" fmla="*/ 34 h 49"/>
                  <a:gd name="T4" fmla="*/ 71 w 71"/>
                  <a:gd name="T5" fmla="*/ 20 h 49"/>
                  <a:gd name="T6" fmla="*/ 61 w 71"/>
                  <a:gd name="T7" fmla="*/ 49 h 49"/>
                  <a:gd name="T8" fmla="*/ 52 w 71"/>
                  <a:gd name="T9" fmla="*/ 49 h 49"/>
                  <a:gd name="T10" fmla="*/ 59 w 71"/>
                  <a:gd name="T11" fmla="*/ 32 h 49"/>
                  <a:gd name="T12" fmla="*/ 44 w 71"/>
                  <a:gd name="T13" fmla="*/ 40 h 49"/>
                  <a:gd name="T14" fmla="*/ 35 w 71"/>
                  <a:gd name="T15" fmla="*/ 22 h 49"/>
                  <a:gd name="T16" fmla="*/ 26 w 71"/>
                  <a:gd name="T17" fmla="*/ 40 h 49"/>
                  <a:gd name="T18" fmla="*/ 12 w 71"/>
                  <a:gd name="T19" fmla="*/ 32 h 49"/>
                  <a:gd name="T20" fmla="*/ 18 w 71"/>
                  <a:gd name="T21" fmla="*/ 49 h 49"/>
                  <a:gd name="T22" fmla="*/ 9 w 71"/>
                  <a:gd name="T23" fmla="*/ 49 h 49"/>
                  <a:gd name="T24" fmla="*/ 0 w 71"/>
                  <a:gd name="T25" fmla="*/ 21 h 49"/>
                  <a:gd name="T26" fmla="*/ 25 w 71"/>
                  <a:gd name="T27" fmla="*/ 34 h 49"/>
                  <a:gd name="T28" fmla="*/ 35 w 71"/>
                  <a:gd name="T29" fmla="*/ 0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1"/>
                  <a:gd name="T46" fmla="*/ 0 h 49"/>
                  <a:gd name="T47" fmla="*/ 71 w 71"/>
                  <a:gd name="T48" fmla="*/ 49 h 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1" h="49">
                    <a:moveTo>
                      <a:pt x="35" y="0"/>
                    </a:moveTo>
                    <a:lnTo>
                      <a:pt x="45" y="34"/>
                    </a:lnTo>
                    <a:lnTo>
                      <a:pt x="71" y="20"/>
                    </a:lnTo>
                    <a:lnTo>
                      <a:pt x="61" y="49"/>
                    </a:lnTo>
                    <a:lnTo>
                      <a:pt x="52" y="49"/>
                    </a:lnTo>
                    <a:lnTo>
                      <a:pt x="59" y="32"/>
                    </a:lnTo>
                    <a:lnTo>
                      <a:pt x="44" y="40"/>
                    </a:lnTo>
                    <a:lnTo>
                      <a:pt x="35" y="22"/>
                    </a:lnTo>
                    <a:lnTo>
                      <a:pt x="26" y="40"/>
                    </a:lnTo>
                    <a:lnTo>
                      <a:pt x="12" y="32"/>
                    </a:lnTo>
                    <a:lnTo>
                      <a:pt x="18" y="49"/>
                    </a:lnTo>
                    <a:lnTo>
                      <a:pt x="9" y="49"/>
                    </a:lnTo>
                    <a:lnTo>
                      <a:pt x="0" y="21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1" name="Freeform 893"/>
              <p:cNvSpPr>
                <a:spLocks/>
              </p:cNvSpPr>
              <p:nvPr/>
            </p:nvSpPr>
            <p:spPr bwMode="auto">
              <a:xfrm>
                <a:off x="2655" y="1916"/>
                <a:ext cx="70" cy="46"/>
              </a:xfrm>
              <a:custGeom>
                <a:avLst/>
                <a:gdLst>
                  <a:gd name="T0" fmla="*/ 35 w 70"/>
                  <a:gd name="T1" fmla="*/ 0 h 46"/>
                  <a:gd name="T2" fmla="*/ 45 w 70"/>
                  <a:gd name="T3" fmla="*/ 34 h 46"/>
                  <a:gd name="T4" fmla="*/ 70 w 70"/>
                  <a:gd name="T5" fmla="*/ 18 h 46"/>
                  <a:gd name="T6" fmla="*/ 61 w 70"/>
                  <a:gd name="T7" fmla="*/ 46 h 46"/>
                  <a:gd name="T8" fmla="*/ 52 w 70"/>
                  <a:gd name="T9" fmla="*/ 46 h 46"/>
                  <a:gd name="T10" fmla="*/ 59 w 70"/>
                  <a:gd name="T11" fmla="*/ 30 h 46"/>
                  <a:gd name="T12" fmla="*/ 44 w 70"/>
                  <a:gd name="T13" fmla="*/ 38 h 46"/>
                  <a:gd name="T14" fmla="*/ 35 w 70"/>
                  <a:gd name="T15" fmla="*/ 20 h 46"/>
                  <a:gd name="T16" fmla="*/ 26 w 70"/>
                  <a:gd name="T17" fmla="*/ 38 h 46"/>
                  <a:gd name="T18" fmla="*/ 10 w 70"/>
                  <a:gd name="T19" fmla="*/ 30 h 46"/>
                  <a:gd name="T20" fmla="*/ 17 w 70"/>
                  <a:gd name="T21" fmla="*/ 46 h 46"/>
                  <a:gd name="T22" fmla="*/ 9 w 70"/>
                  <a:gd name="T23" fmla="*/ 46 h 46"/>
                  <a:gd name="T24" fmla="*/ 0 w 70"/>
                  <a:gd name="T25" fmla="*/ 20 h 46"/>
                  <a:gd name="T26" fmla="*/ 25 w 70"/>
                  <a:gd name="T27" fmla="*/ 34 h 46"/>
                  <a:gd name="T28" fmla="*/ 35 w 70"/>
                  <a:gd name="T29" fmla="*/ 0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"/>
                  <a:gd name="T46" fmla="*/ 0 h 46"/>
                  <a:gd name="T47" fmla="*/ 70 w 70"/>
                  <a:gd name="T48" fmla="*/ 46 h 4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" h="46">
                    <a:moveTo>
                      <a:pt x="35" y="0"/>
                    </a:moveTo>
                    <a:lnTo>
                      <a:pt x="45" y="34"/>
                    </a:lnTo>
                    <a:lnTo>
                      <a:pt x="70" y="18"/>
                    </a:lnTo>
                    <a:lnTo>
                      <a:pt x="61" y="46"/>
                    </a:lnTo>
                    <a:lnTo>
                      <a:pt x="52" y="46"/>
                    </a:lnTo>
                    <a:lnTo>
                      <a:pt x="59" y="30"/>
                    </a:lnTo>
                    <a:lnTo>
                      <a:pt x="44" y="38"/>
                    </a:lnTo>
                    <a:lnTo>
                      <a:pt x="35" y="20"/>
                    </a:lnTo>
                    <a:lnTo>
                      <a:pt x="26" y="38"/>
                    </a:lnTo>
                    <a:lnTo>
                      <a:pt x="10" y="30"/>
                    </a:lnTo>
                    <a:lnTo>
                      <a:pt x="17" y="46"/>
                    </a:lnTo>
                    <a:lnTo>
                      <a:pt x="9" y="46"/>
                    </a:lnTo>
                    <a:lnTo>
                      <a:pt x="0" y="20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8E8E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2" name="Freeform 894"/>
              <p:cNvSpPr>
                <a:spLocks/>
              </p:cNvSpPr>
              <p:nvPr/>
            </p:nvSpPr>
            <p:spPr bwMode="auto">
              <a:xfrm>
                <a:off x="2656" y="1917"/>
                <a:ext cx="68" cy="44"/>
              </a:xfrm>
              <a:custGeom>
                <a:avLst/>
                <a:gdLst>
                  <a:gd name="T0" fmla="*/ 33 w 68"/>
                  <a:gd name="T1" fmla="*/ 0 h 44"/>
                  <a:gd name="T2" fmla="*/ 44 w 68"/>
                  <a:gd name="T3" fmla="*/ 33 h 44"/>
                  <a:gd name="T4" fmla="*/ 68 w 68"/>
                  <a:gd name="T5" fmla="*/ 18 h 44"/>
                  <a:gd name="T6" fmla="*/ 59 w 68"/>
                  <a:gd name="T7" fmla="*/ 44 h 44"/>
                  <a:gd name="T8" fmla="*/ 52 w 68"/>
                  <a:gd name="T9" fmla="*/ 44 h 44"/>
                  <a:gd name="T10" fmla="*/ 56 w 68"/>
                  <a:gd name="T11" fmla="*/ 29 h 44"/>
                  <a:gd name="T12" fmla="*/ 42 w 68"/>
                  <a:gd name="T13" fmla="*/ 37 h 44"/>
                  <a:gd name="T14" fmla="*/ 33 w 68"/>
                  <a:gd name="T15" fmla="*/ 19 h 44"/>
                  <a:gd name="T16" fmla="*/ 25 w 68"/>
                  <a:gd name="T17" fmla="*/ 37 h 44"/>
                  <a:gd name="T18" fmla="*/ 9 w 68"/>
                  <a:gd name="T19" fmla="*/ 29 h 44"/>
                  <a:gd name="T20" fmla="*/ 16 w 68"/>
                  <a:gd name="T21" fmla="*/ 44 h 44"/>
                  <a:gd name="T22" fmla="*/ 8 w 68"/>
                  <a:gd name="T23" fmla="*/ 44 h 44"/>
                  <a:gd name="T24" fmla="*/ 0 w 68"/>
                  <a:gd name="T25" fmla="*/ 19 h 44"/>
                  <a:gd name="T26" fmla="*/ 24 w 68"/>
                  <a:gd name="T27" fmla="*/ 33 h 44"/>
                  <a:gd name="T28" fmla="*/ 33 w 68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8"/>
                  <a:gd name="T46" fmla="*/ 0 h 44"/>
                  <a:gd name="T47" fmla="*/ 68 w 68"/>
                  <a:gd name="T48" fmla="*/ 44 h 4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8" h="44">
                    <a:moveTo>
                      <a:pt x="33" y="0"/>
                    </a:moveTo>
                    <a:lnTo>
                      <a:pt x="44" y="33"/>
                    </a:lnTo>
                    <a:lnTo>
                      <a:pt x="68" y="18"/>
                    </a:lnTo>
                    <a:lnTo>
                      <a:pt x="59" y="44"/>
                    </a:lnTo>
                    <a:lnTo>
                      <a:pt x="52" y="44"/>
                    </a:lnTo>
                    <a:lnTo>
                      <a:pt x="56" y="29"/>
                    </a:lnTo>
                    <a:lnTo>
                      <a:pt x="42" y="37"/>
                    </a:lnTo>
                    <a:lnTo>
                      <a:pt x="33" y="19"/>
                    </a:lnTo>
                    <a:lnTo>
                      <a:pt x="25" y="37"/>
                    </a:lnTo>
                    <a:lnTo>
                      <a:pt x="9" y="29"/>
                    </a:lnTo>
                    <a:lnTo>
                      <a:pt x="16" y="44"/>
                    </a:lnTo>
                    <a:lnTo>
                      <a:pt x="8" y="44"/>
                    </a:lnTo>
                    <a:lnTo>
                      <a:pt x="0" y="19"/>
                    </a:lnTo>
                    <a:lnTo>
                      <a:pt x="24" y="3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BDBDB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3" name="Freeform 895"/>
              <p:cNvSpPr>
                <a:spLocks/>
              </p:cNvSpPr>
              <p:nvPr/>
            </p:nvSpPr>
            <p:spPr bwMode="auto">
              <a:xfrm>
                <a:off x="2657" y="1919"/>
                <a:ext cx="66" cy="41"/>
              </a:xfrm>
              <a:custGeom>
                <a:avLst/>
                <a:gdLst>
                  <a:gd name="T0" fmla="*/ 33 w 66"/>
                  <a:gd name="T1" fmla="*/ 0 h 41"/>
                  <a:gd name="T2" fmla="*/ 43 w 66"/>
                  <a:gd name="T3" fmla="*/ 31 h 41"/>
                  <a:gd name="T4" fmla="*/ 66 w 66"/>
                  <a:gd name="T5" fmla="*/ 17 h 41"/>
                  <a:gd name="T6" fmla="*/ 58 w 66"/>
                  <a:gd name="T7" fmla="*/ 41 h 41"/>
                  <a:gd name="T8" fmla="*/ 51 w 66"/>
                  <a:gd name="T9" fmla="*/ 41 h 41"/>
                  <a:gd name="T10" fmla="*/ 55 w 66"/>
                  <a:gd name="T11" fmla="*/ 27 h 41"/>
                  <a:gd name="T12" fmla="*/ 41 w 66"/>
                  <a:gd name="T13" fmla="*/ 35 h 41"/>
                  <a:gd name="T14" fmla="*/ 33 w 66"/>
                  <a:gd name="T15" fmla="*/ 17 h 41"/>
                  <a:gd name="T16" fmla="*/ 24 w 66"/>
                  <a:gd name="T17" fmla="*/ 35 h 41"/>
                  <a:gd name="T18" fmla="*/ 10 w 66"/>
                  <a:gd name="T19" fmla="*/ 27 h 41"/>
                  <a:gd name="T20" fmla="*/ 15 w 66"/>
                  <a:gd name="T21" fmla="*/ 41 h 41"/>
                  <a:gd name="T22" fmla="*/ 7 w 66"/>
                  <a:gd name="T23" fmla="*/ 41 h 41"/>
                  <a:gd name="T24" fmla="*/ 0 w 66"/>
                  <a:gd name="T25" fmla="*/ 18 h 41"/>
                  <a:gd name="T26" fmla="*/ 23 w 66"/>
                  <a:gd name="T27" fmla="*/ 31 h 41"/>
                  <a:gd name="T28" fmla="*/ 33 w 66"/>
                  <a:gd name="T29" fmla="*/ 0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6"/>
                  <a:gd name="T46" fmla="*/ 0 h 41"/>
                  <a:gd name="T47" fmla="*/ 66 w 66"/>
                  <a:gd name="T48" fmla="*/ 41 h 4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6" h="41">
                    <a:moveTo>
                      <a:pt x="33" y="0"/>
                    </a:moveTo>
                    <a:lnTo>
                      <a:pt x="43" y="31"/>
                    </a:lnTo>
                    <a:lnTo>
                      <a:pt x="66" y="17"/>
                    </a:lnTo>
                    <a:lnTo>
                      <a:pt x="58" y="41"/>
                    </a:lnTo>
                    <a:lnTo>
                      <a:pt x="51" y="41"/>
                    </a:lnTo>
                    <a:lnTo>
                      <a:pt x="55" y="27"/>
                    </a:lnTo>
                    <a:lnTo>
                      <a:pt x="41" y="35"/>
                    </a:lnTo>
                    <a:lnTo>
                      <a:pt x="33" y="17"/>
                    </a:lnTo>
                    <a:lnTo>
                      <a:pt x="24" y="35"/>
                    </a:lnTo>
                    <a:lnTo>
                      <a:pt x="10" y="27"/>
                    </a:lnTo>
                    <a:lnTo>
                      <a:pt x="15" y="41"/>
                    </a:lnTo>
                    <a:lnTo>
                      <a:pt x="7" y="41"/>
                    </a:lnTo>
                    <a:lnTo>
                      <a:pt x="0" y="18"/>
                    </a:lnTo>
                    <a:lnTo>
                      <a:pt x="23" y="3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1D1D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4" name="Freeform 896"/>
              <p:cNvSpPr>
                <a:spLocks/>
              </p:cNvSpPr>
              <p:nvPr/>
            </p:nvSpPr>
            <p:spPr bwMode="auto">
              <a:xfrm>
                <a:off x="2657" y="1921"/>
                <a:ext cx="65" cy="38"/>
              </a:xfrm>
              <a:custGeom>
                <a:avLst/>
                <a:gdLst>
                  <a:gd name="T0" fmla="*/ 32 w 65"/>
                  <a:gd name="T1" fmla="*/ 0 h 38"/>
                  <a:gd name="T2" fmla="*/ 42 w 65"/>
                  <a:gd name="T3" fmla="*/ 29 h 38"/>
                  <a:gd name="T4" fmla="*/ 65 w 65"/>
                  <a:gd name="T5" fmla="*/ 16 h 38"/>
                  <a:gd name="T6" fmla="*/ 58 w 65"/>
                  <a:gd name="T7" fmla="*/ 38 h 38"/>
                  <a:gd name="T8" fmla="*/ 51 w 65"/>
                  <a:gd name="T9" fmla="*/ 38 h 38"/>
                  <a:gd name="T10" fmla="*/ 55 w 65"/>
                  <a:gd name="T11" fmla="*/ 25 h 38"/>
                  <a:gd name="T12" fmla="*/ 41 w 65"/>
                  <a:gd name="T13" fmla="*/ 33 h 38"/>
                  <a:gd name="T14" fmla="*/ 32 w 65"/>
                  <a:gd name="T15" fmla="*/ 15 h 38"/>
                  <a:gd name="T16" fmla="*/ 24 w 65"/>
                  <a:gd name="T17" fmla="*/ 33 h 38"/>
                  <a:gd name="T18" fmla="*/ 8 w 65"/>
                  <a:gd name="T19" fmla="*/ 25 h 38"/>
                  <a:gd name="T20" fmla="*/ 14 w 65"/>
                  <a:gd name="T21" fmla="*/ 38 h 38"/>
                  <a:gd name="T22" fmla="*/ 6 w 65"/>
                  <a:gd name="T23" fmla="*/ 38 h 38"/>
                  <a:gd name="T24" fmla="*/ 0 w 65"/>
                  <a:gd name="T25" fmla="*/ 17 h 38"/>
                  <a:gd name="T26" fmla="*/ 22 w 65"/>
                  <a:gd name="T27" fmla="*/ 30 h 38"/>
                  <a:gd name="T28" fmla="*/ 32 w 65"/>
                  <a:gd name="T29" fmla="*/ 0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5"/>
                  <a:gd name="T46" fmla="*/ 0 h 38"/>
                  <a:gd name="T47" fmla="*/ 65 w 65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5" h="38">
                    <a:moveTo>
                      <a:pt x="32" y="0"/>
                    </a:moveTo>
                    <a:lnTo>
                      <a:pt x="42" y="29"/>
                    </a:lnTo>
                    <a:lnTo>
                      <a:pt x="65" y="16"/>
                    </a:lnTo>
                    <a:lnTo>
                      <a:pt x="58" y="38"/>
                    </a:lnTo>
                    <a:lnTo>
                      <a:pt x="51" y="38"/>
                    </a:lnTo>
                    <a:lnTo>
                      <a:pt x="55" y="25"/>
                    </a:lnTo>
                    <a:lnTo>
                      <a:pt x="41" y="33"/>
                    </a:lnTo>
                    <a:lnTo>
                      <a:pt x="32" y="15"/>
                    </a:lnTo>
                    <a:lnTo>
                      <a:pt x="24" y="33"/>
                    </a:lnTo>
                    <a:lnTo>
                      <a:pt x="8" y="25"/>
                    </a:lnTo>
                    <a:lnTo>
                      <a:pt x="14" y="38"/>
                    </a:lnTo>
                    <a:lnTo>
                      <a:pt x="6" y="38"/>
                    </a:lnTo>
                    <a:lnTo>
                      <a:pt x="0" y="17"/>
                    </a:lnTo>
                    <a:lnTo>
                      <a:pt x="22" y="3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C4C4C4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5" name="Freeform 897"/>
              <p:cNvSpPr>
                <a:spLocks/>
              </p:cNvSpPr>
              <p:nvPr/>
            </p:nvSpPr>
            <p:spPr bwMode="auto">
              <a:xfrm>
                <a:off x="2658" y="1922"/>
                <a:ext cx="64" cy="36"/>
              </a:xfrm>
              <a:custGeom>
                <a:avLst/>
                <a:gdLst>
                  <a:gd name="T0" fmla="*/ 32 w 64"/>
                  <a:gd name="T1" fmla="*/ 0 h 36"/>
                  <a:gd name="T2" fmla="*/ 42 w 64"/>
                  <a:gd name="T3" fmla="*/ 28 h 36"/>
                  <a:gd name="T4" fmla="*/ 64 w 64"/>
                  <a:gd name="T5" fmla="*/ 16 h 36"/>
                  <a:gd name="T6" fmla="*/ 58 w 64"/>
                  <a:gd name="T7" fmla="*/ 36 h 36"/>
                  <a:gd name="T8" fmla="*/ 51 w 64"/>
                  <a:gd name="T9" fmla="*/ 36 h 36"/>
                  <a:gd name="T10" fmla="*/ 56 w 64"/>
                  <a:gd name="T11" fmla="*/ 24 h 36"/>
                  <a:gd name="T12" fmla="*/ 41 w 64"/>
                  <a:gd name="T13" fmla="*/ 32 h 36"/>
                  <a:gd name="T14" fmla="*/ 32 w 64"/>
                  <a:gd name="T15" fmla="*/ 14 h 36"/>
                  <a:gd name="T16" fmla="*/ 23 w 64"/>
                  <a:gd name="T17" fmla="*/ 32 h 36"/>
                  <a:gd name="T18" fmla="*/ 9 w 64"/>
                  <a:gd name="T19" fmla="*/ 24 h 36"/>
                  <a:gd name="T20" fmla="*/ 13 w 64"/>
                  <a:gd name="T21" fmla="*/ 36 h 36"/>
                  <a:gd name="T22" fmla="*/ 6 w 64"/>
                  <a:gd name="T23" fmla="*/ 36 h 36"/>
                  <a:gd name="T24" fmla="*/ 0 w 64"/>
                  <a:gd name="T25" fmla="*/ 16 h 36"/>
                  <a:gd name="T26" fmla="*/ 22 w 64"/>
                  <a:gd name="T27" fmla="*/ 29 h 36"/>
                  <a:gd name="T28" fmla="*/ 32 w 64"/>
                  <a:gd name="T29" fmla="*/ 0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4"/>
                  <a:gd name="T46" fmla="*/ 0 h 36"/>
                  <a:gd name="T47" fmla="*/ 64 w 64"/>
                  <a:gd name="T48" fmla="*/ 36 h 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4" h="36">
                    <a:moveTo>
                      <a:pt x="32" y="0"/>
                    </a:moveTo>
                    <a:lnTo>
                      <a:pt x="42" y="28"/>
                    </a:lnTo>
                    <a:lnTo>
                      <a:pt x="64" y="16"/>
                    </a:lnTo>
                    <a:lnTo>
                      <a:pt x="58" y="36"/>
                    </a:lnTo>
                    <a:lnTo>
                      <a:pt x="51" y="36"/>
                    </a:lnTo>
                    <a:lnTo>
                      <a:pt x="56" y="24"/>
                    </a:lnTo>
                    <a:lnTo>
                      <a:pt x="41" y="32"/>
                    </a:lnTo>
                    <a:lnTo>
                      <a:pt x="32" y="14"/>
                    </a:lnTo>
                    <a:lnTo>
                      <a:pt x="23" y="32"/>
                    </a:lnTo>
                    <a:lnTo>
                      <a:pt x="9" y="24"/>
                    </a:lnTo>
                    <a:lnTo>
                      <a:pt x="13" y="36"/>
                    </a:lnTo>
                    <a:lnTo>
                      <a:pt x="6" y="36"/>
                    </a:lnTo>
                    <a:lnTo>
                      <a:pt x="0" y="16"/>
                    </a:lnTo>
                    <a:lnTo>
                      <a:pt x="22" y="2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7B7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6" name="Freeform 898"/>
              <p:cNvSpPr>
                <a:spLocks/>
              </p:cNvSpPr>
              <p:nvPr/>
            </p:nvSpPr>
            <p:spPr bwMode="auto">
              <a:xfrm>
                <a:off x="2659" y="1923"/>
                <a:ext cx="62" cy="34"/>
              </a:xfrm>
              <a:custGeom>
                <a:avLst/>
                <a:gdLst>
                  <a:gd name="T0" fmla="*/ 31 w 62"/>
                  <a:gd name="T1" fmla="*/ 0 h 34"/>
                  <a:gd name="T2" fmla="*/ 41 w 62"/>
                  <a:gd name="T3" fmla="*/ 28 h 34"/>
                  <a:gd name="T4" fmla="*/ 62 w 62"/>
                  <a:gd name="T5" fmla="*/ 15 h 34"/>
                  <a:gd name="T6" fmla="*/ 56 w 62"/>
                  <a:gd name="T7" fmla="*/ 34 h 34"/>
                  <a:gd name="T8" fmla="*/ 50 w 62"/>
                  <a:gd name="T9" fmla="*/ 34 h 34"/>
                  <a:gd name="T10" fmla="*/ 55 w 62"/>
                  <a:gd name="T11" fmla="*/ 23 h 34"/>
                  <a:gd name="T12" fmla="*/ 40 w 62"/>
                  <a:gd name="T13" fmla="*/ 31 h 34"/>
                  <a:gd name="T14" fmla="*/ 31 w 62"/>
                  <a:gd name="T15" fmla="*/ 13 h 34"/>
                  <a:gd name="T16" fmla="*/ 22 w 62"/>
                  <a:gd name="T17" fmla="*/ 31 h 34"/>
                  <a:gd name="T18" fmla="*/ 8 w 62"/>
                  <a:gd name="T19" fmla="*/ 23 h 34"/>
                  <a:gd name="T20" fmla="*/ 12 w 62"/>
                  <a:gd name="T21" fmla="*/ 34 h 34"/>
                  <a:gd name="T22" fmla="*/ 6 w 62"/>
                  <a:gd name="T23" fmla="*/ 34 h 34"/>
                  <a:gd name="T24" fmla="*/ 0 w 62"/>
                  <a:gd name="T25" fmla="*/ 16 h 34"/>
                  <a:gd name="T26" fmla="*/ 21 w 62"/>
                  <a:gd name="T27" fmla="*/ 28 h 34"/>
                  <a:gd name="T28" fmla="*/ 31 w 62"/>
                  <a:gd name="T29" fmla="*/ 0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2"/>
                  <a:gd name="T46" fmla="*/ 0 h 34"/>
                  <a:gd name="T47" fmla="*/ 62 w 62"/>
                  <a:gd name="T48" fmla="*/ 34 h 3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2" h="34">
                    <a:moveTo>
                      <a:pt x="31" y="0"/>
                    </a:moveTo>
                    <a:lnTo>
                      <a:pt x="41" y="28"/>
                    </a:lnTo>
                    <a:lnTo>
                      <a:pt x="62" y="15"/>
                    </a:lnTo>
                    <a:lnTo>
                      <a:pt x="56" y="34"/>
                    </a:lnTo>
                    <a:lnTo>
                      <a:pt x="50" y="34"/>
                    </a:lnTo>
                    <a:lnTo>
                      <a:pt x="55" y="23"/>
                    </a:lnTo>
                    <a:lnTo>
                      <a:pt x="40" y="31"/>
                    </a:lnTo>
                    <a:lnTo>
                      <a:pt x="31" y="13"/>
                    </a:lnTo>
                    <a:lnTo>
                      <a:pt x="22" y="31"/>
                    </a:lnTo>
                    <a:lnTo>
                      <a:pt x="8" y="23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0" y="16"/>
                    </a:lnTo>
                    <a:lnTo>
                      <a:pt x="21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AAAAA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7" name="Freeform 899"/>
              <p:cNvSpPr>
                <a:spLocks/>
              </p:cNvSpPr>
              <p:nvPr/>
            </p:nvSpPr>
            <p:spPr bwMode="auto">
              <a:xfrm>
                <a:off x="2659" y="1925"/>
                <a:ext cx="61" cy="32"/>
              </a:xfrm>
              <a:custGeom>
                <a:avLst/>
                <a:gdLst>
                  <a:gd name="T0" fmla="*/ 30 w 61"/>
                  <a:gd name="T1" fmla="*/ 0 h 32"/>
                  <a:gd name="T2" fmla="*/ 40 w 61"/>
                  <a:gd name="T3" fmla="*/ 27 h 32"/>
                  <a:gd name="T4" fmla="*/ 61 w 61"/>
                  <a:gd name="T5" fmla="*/ 15 h 32"/>
                  <a:gd name="T6" fmla="*/ 56 w 61"/>
                  <a:gd name="T7" fmla="*/ 32 h 32"/>
                  <a:gd name="T8" fmla="*/ 50 w 61"/>
                  <a:gd name="T9" fmla="*/ 32 h 32"/>
                  <a:gd name="T10" fmla="*/ 53 w 61"/>
                  <a:gd name="T11" fmla="*/ 21 h 32"/>
                  <a:gd name="T12" fmla="*/ 39 w 61"/>
                  <a:gd name="T13" fmla="*/ 29 h 32"/>
                  <a:gd name="T14" fmla="*/ 30 w 61"/>
                  <a:gd name="T15" fmla="*/ 12 h 32"/>
                  <a:gd name="T16" fmla="*/ 21 w 61"/>
                  <a:gd name="T17" fmla="*/ 29 h 32"/>
                  <a:gd name="T18" fmla="*/ 6 w 61"/>
                  <a:gd name="T19" fmla="*/ 21 h 32"/>
                  <a:gd name="T20" fmla="*/ 10 w 61"/>
                  <a:gd name="T21" fmla="*/ 32 h 32"/>
                  <a:gd name="T22" fmla="*/ 5 w 61"/>
                  <a:gd name="T23" fmla="*/ 32 h 32"/>
                  <a:gd name="T24" fmla="*/ 0 w 61"/>
                  <a:gd name="T25" fmla="*/ 15 h 32"/>
                  <a:gd name="T26" fmla="*/ 20 w 61"/>
                  <a:gd name="T27" fmla="*/ 27 h 32"/>
                  <a:gd name="T28" fmla="*/ 30 w 61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1"/>
                  <a:gd name="T46" fmla="*/ 0 h 32"/>
                  <a:gd name="T47" fmla="*/ 61 w 61"/>
                  <a:gd name="T48" fmla="*/ 32 h 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1" h="32">
                    <a:moveTo>
                      <a:pt x="30" y="0"/>
                    </a:moveTo>
                    <a:lnTo>
                      <a:pt x="40" y="27"/>
                    </a:lnTo>
                    <a:lnTo>
                      <a:pt x="61" y="15"/>
                    </a:lnTo>
                    <a:lnTo>
                      <a:pt x="56" y="32"/>
                    </a:lnTo>
                    <a:lnTo>
                      <a:pt x="50" y="32"/>
                    </a:lnTo>
                    <a:lnTo>
                      <a:pt x="53" y="21"/>
                    </a:lnTo>
                    <a:lnTo>
                      <a:pt x="39" y="29"/>
                    </a:lnTo>
                    <a:lnTo>
                      <a:pt x="30" y="12"/>
                    </a:lnTo>
                    <a:lnTo>
                      <a:pt x="21" y="29"/>
                    </a:lnTo>
                    <a:lnTo>
                      <a:pt x="6" y="21"/>
                    </a:lnTo>
                    <a:lnTo>
                      <a:pt x="10" y="32"/>
                    </a:lnTo>
                    <a:lnTo>
                      <a:pt x="5" y="32"/>
                    </a:lnTo>
                    <a:lnTo>
                      <a:pt x="0" y="15"/>
                    </a:lnTo>
                    <a:lnTo>
                      <a:pt x="20" y="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A0A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8" name="Freeform 900"/>
              <p:cNvSpPr>
                <a:spLocks/>
              </p:cNvSpPr>
              <p:nvPr/>
            </p:nvSpPr>
            <p:spPr bwMode="auto">
              <a:xfrm>
                <a:off x="2660" y="1926"/>
                <a:ext cx="59" cy="29"/>
              </a:xfrm>
              <a:custGeom>
                <a:avLst/>
                <a:gdLst>
                  <a:gd name="T0" fmla="*/ 29 w 59"/>
                  <a:gd name="T1" fmla="*/ 0 h 29"/>
                  <a:gd name="T2" fmla="*/ 39 w 59"/>
                  <a:gd name="T3" fmla="*/ 25 h 29"/>
                  <a:gd name="T4" fmla="*/ 59 w 59"/>
                  <a:gd name="T5" fmla="*/ 14 h 29"/>
                  <a:gd name="T6" fmla="*/ 55 w 59"/>
                  <a:gd name="T7" fmla="*/ 29 h 29"/>
                  <a:gd name="T8" fmla="*/ 49 w 59"/>
                  <a:gd name="T9" fmla="*/ 29 h 29"/>
                  <a:gd name="T10" fmla="*/ 52 w 59"/>
                  <a:gd name="T11" fmla="*/ 20 h 29"/>
                  <a:gd name="T12" fmla="*/ 38 w 59"/>
                  <a:gd name="T13" fmla="*/ 27 h 29"/>
                  <a:gd name="T14" fmla="*/ 29 w 59"/>
                  <a:gd name="T15" fmla="*/ 10 h 29"/>
                  <a:gd name="T16" fmla="*/ 21 w 59"/>
                  <a:gd name="T17" fmla="*/ 27 h 29"/>
                  <a:gd name="T18" fmla="*/ 5 w 59"/>
                  <a:gd name="T19" fmla="*/ 20 h 29"/>
                  <a:gd name="T20" fmla="*/ 10 w 59"/>
                  <a:gd name="T21" fmla="*/ 29 h 29"/>
                  <a:gd name="T22" fmla="*/ 4 w 59"/>
                  <a:gd name="T23" fmla="*/ 29 h 29"/>
                  <a:gd name="T24" fmla="*/ 0 w 59"/>
                  <a:gd name="T25" fmla="*/ 14 h 29"/>
                  <a:gd name="T26" fmla="*/ 20 w 59"/>
                  <a:gd name="T27" fmla="*/ 25 h 29"/>
                  <a:gd name="T28" fmla="*/ 29 w 59"/>
                  <a:gd name="T29" fmla="*/ 0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9"/>
                  <a:gd name="T46" fmla="*/ 0 h 29"/>
                  <a:gd name="T47" fmla="*/ 59 w 59"/>
                  <a:gd name="T48" fmla="*/ 29 h 2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9" h="29">
                    <a:moveTo>
                      <a:pt x="29" y="0"/>
                    </a:moveTo>
                    <a:lnTo>
                      <a:pt x="39" y="25"/>
                    </a:lnTo>
                    <a:lnTo>
                      <a:pt x="59" y="14"/>
                    </a:lnTo>
                    <a:lnTo>
                      <a:pt x="55" y="29"/>
                    </a:lnTo>
                    <a:lnTo>
                      <a:pt x="49" y="29"/>
                    </a:lnTo>
                    <a:lnTo>
                      <a:pt x="52" y="20"/>
                    </a:lnTo>
                    <a:lnTo>
                      <a:pt x="38" y="27"/>
                    </a:lnTo>
                    <a:lnTo>
                      <a:pt x="29" y="10"/>
                    </a:lnTo>
                    <a:lnTo>
                      <a:pt x="21" y="27"/>
                    </a:lnTo>
                    <a:lnTo>
                      <a:pt x="5" y="20"/>
                    </a:lnTo>
                    <a:lnTo>
                      <a:pt x="10" y="29"/>
                    </a:lnTo>
                    <a:lnTo>
                      <a:pt x="4" y="29"/>
                    </a:lnTo>
                    <a:lnTo>
                      <a:pt x="0" y="14"/>
                    </a:lnTo>
                    <a:lnTo>
                      <a:pt x="20" y="25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93939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69" name="Freeform 901"/>
              <p:cNvSpPr>
                <a:spLocks/>
              </p:cNvSpPr>
              <p:nvPr/>
            </p:nvSpPr>
            <p:spPr bwMode="auto">
              <a:xfrm>
                <a:off x="2661" y="1927"/>
                <a:ext cx="57" cy="28"/>
              </a:xfrm>
              <a:custGeom>
                <a:avLst/>
                <a:gdLst>
                  <a:gd name="T0" fmla="*/ 28 w 57"/>
                  <a:gd name="T1" fmla="*/ 0 h 28"/>
                  <a:gd name="T2" fmla="*/ 39 w 57"/>
                  <a:gd name="T3" fmla="*/ 25 h 28"/>
                  <a:gd name="T4" fmla="*/ 57 w 57"/>
                  <a:gd name="T5" fmla="*/ 14 h 28"/>
                  <a:gd name="T6" fmla="*/ 54 w 57"/>
                  <a:gd name="T7" fmla="*/ 28 h 28"/>
                  <a:gd name="T8" fmla="*/ 49 w 57"/>
                  <a:gd name="T9" fmla="*/ 28 h 28"/>
                  <a:gd name="T10" fmla="*/ 51 w 57"/>
                  <a:gd name="T11" fmla="*/ 19 h 28"/>
                  <a:gd name="T12" fmla="*/ 37 w 57"/>
                  <a:gd name="T13" fmla="*/ 27 h 28"/>
                  <a:gd name="T14" fmla="*/ 28 w 57"/>
                  <a:gd name="T15" fmla="*/ 9 h 28"/>
                  <a:gd name="T16" fmla="*/ 20 w 57"/>
                  <a:gd name="T17" fmla="*/ 27 h 28"/>
                  <a:gd name="T18" fmla="*/ 6 w 57"/>
                  <a:gd name="T19" fmla="*/ 19 h 28"/>
                  <a:gd name="T20" fmla="*/ 9 w 57"/>
                  <a:gd name="T21" fmla="*/ 28 h 28"/>
                  <a:gd name="T22" fmla="*/ 3 w 57"/>
                  <a:gd name="T23" fmla="*/ 28 h 28"/>
                  <a:gd name="T24" fmla="*/ 0 w 57"/>
                  <a:gd name="T25" fmla="*/ 14 h 28"/>
                  <a:gd name="T26" fmla="*/ 19 w 57"/>
                  <a:gd name="T27" fmla="*/ 25 h 28"/>
                  <a:gd name="T28" fmla="*/ 28 w 57"/>
                  <a:gd name="T29" fmla="*/ 0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8"/>
                  <a:gd name="T47" fmla="*/ 57 w 57"/>
                  <a:gd name="T48" fmla="*/ 28 h 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8">
                    <a:moveTo>
                      <a:pt x="28" y="0"/>
                    </a:moveTo>
                    <a:lnTo>
                      <a:pt x="39" y="25"/>
                    </a:lnTo>
                    <a:lnTo>
                      <a:pt x="57" y="14"/>
                    </a:lnTo>
                    <a:lnTo>
                      <a:pt x="54" y="28"/>
                    </a:lnTo>
                    <a:lnTo>
                      <a:pt x="49" y="28"/>
                    </a:lnTo>
                    <a:lnTo>
                      <a:pt x="51" y="19"/>
                    </a:lnTo>
                    <a:lnTo>
                      <a:pt x="37" y="27"/>
                    </a:lnTo>
                    <a:lnTo>
                      <a:pt x="28" y="9"/>
                    </a:lnTo>
                    <a:lnTo>
                      <a:pt x="20" y="27"/>
                    </a:lnTo>
                    <a:lnTo>
                      <a:pt x="6" y="19"/>
                    </a:lnTo>
                    <a:lnTo>
                      <a:pt x="9" y="28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19" y="2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89898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70" name="Freeform 902"/>
              <p:cNvSpPr>
                <a:spLocks/>
              </p:cNvSpPr>
              <p:nvPr/>
            </p:nvSpPr>
            <p:spPr bwMode="auto">
              <a:xfrm>
                <a:off x="2661" y="1928"/>
                <a:ext cx="57" cy="26"/>
              </a:xfrm>
              <a:custGeom>
                <a:avLst/>
                <a:gdLst>
                  <a:gd name="T0" fmla="*/ 28 w 57"/>
                  <a:gd name="T1" fmla="*/ 0 h 26"/>
                  <a:gd name="T2" fmla="*/ 39 w 57"/>
                  <a:gd name="T3" fmla="*/ 24 h 26"/>
                  <a:gd name="T4" fmla="*/ 57 w 57"/>
                  <a:gd name="T5" fmla="*/ 13 h 26"/>
                  <a:gd name="T6" fmla="*/ 54 w 57"/>
                  <a:gd name="T7" fmla="*/ 25 h 26"/>
                  <a:gd name="T8" fmla="*/ 50 w 57"/>
                  <a:gd name="T9" fmla="*/ 25 h 26"/>
                  <a:gd name="T10" fmla="*/ 53 w 57"/>
                  <a:gd name="T11" fmla="*/ 18 h 26"/>
                  <a:gd name="T12" fmla="*/ 38 w 57"/>
                  <a:gd name="T13" fmla="*/ 26 h 26"/>
                  <a:gd name="T14" fmla="*/ 28 w 57"/>
                  <a:gd name="T15" fmla="*/ 8 h 26"/>
                  <a:gd name="T16" fmla="*/ 20 w 57"/>
                  <a:gd name="T17" fmla="*/ 26 h 26"/>
                  <a:gd name="T18" fmla="*/ 4 w 57"/>
                  <a:gd name="T19" fmla="*/ 18 h 26"/>
                  <a:gd name="T20" fmla="*/ 8 w 57"/>
                  <a:gd name="T21" fmla="*/ 25 h 26"/>
                  <a:gd name="T22" fmla="*/ 3 w 57"/>
                  <a:gd name="T23" fmla="*/ 25 h 26"/>
                  <a:gd name="T24" fmla="*/ 0 w 57"/>
                  <a:gd name="T25" fmla="*/ 14 h 26"/>
                  <a:gd name="T26" fmla="*/ 19 w 57"/>
                  <a:gd name="T27" fmla="*/ 24 h 26"/>
                  <a:gd name="T28" fmla="*/ 28 w 57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6"/>
                  <a:gd name="T47" fmla="*/ 57 w 57"/>
                  <a:gd name="T48" fmla="*/ 26 h 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6">
                    <a:moveTo>
                      <a:pt x="28" y="0"/>
                    </a:moveTo>
                    <a:lnTo>
                      <a:pt x="39" y="24"/>
                    </a:lnTo>
                    <a:lnTo>
                      <a:pt x="57" y="13"/>
                    </a:lnTo>
                    <a:lnTo>
                      <a:pt x="54" y="25"/>
                    </a:lnTo>
                    <a:lnTo>
                      <a:pt x="50" y="25"/>
                    </a:lnTo>
                    <a:lnTo>
                      <a:pt x="53" y="18"/>
                    </a:lnTo>
                    <a:lnTo>
                      <a:pt x="38" y="26"/>
                    </a:lnTo>
                    <a:lnTo>
                      <a:pt x="28" y="8"/>
                    </a:lnTo>
                    <a:lnTo>
                      <a:pt x="20" y="26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3" y="25"/>
                    </a:lnTo>
                    <a:lnTo>
                      <a:pt x="0" y="14"/>
                    </a:lnTo>
                    <a:lnTo>
                      <a:pt x="19" y="2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C7C7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71" name="Freeform 903"/>
              <p:cNvSpPr>
                <a:spLocks/>
              </p:cNvSpPr>
              <p:nvPr/>
            </p:nvSpPr>
            <p:spPr bwMode="auto">
              <a:xfrm>
                <a:off x="2662" y="1929"/>
                <a:ext cx="55" cy="25"/>
              </a:xfrm>
              <a:custGeom>
                <a:avLst/>
                <a:gdLst>
                  <a:gd name="T0" fmla="*/ 28 w 55"/>
                  <a:gd name="T1" fmla="*/ 0 h 25"/>
                  <a:gd name="T2" fmla="*/ 38 w 55"/>
                  <a:gd name="T3" fmla="*/ 23 h 25"/>
                  <a:gd name="T4" fmla="*/ 55 w 55"/>
                  <a:gd name="T5" fmla="*/ 13 h 25"/>
                  <a:gd name="T6" fmla="*/ 53 w 55"/>
                  <a:gd name="T7" fmla="*/ 23 h 25"/>
                  <a:gd name="T8" fmla="*/ 49 w 55"/>
                  <a:gd name="T9" fmla="*/ 23 h 25"/>
                  <a:gd name="T10" fmla="*/ 52 w 55"/>
                  <a:gd name="T11" fmla="*/ 17 h 25"/>
                  <a:gd name="T12" fmla="*/ 37 w 55"/>
                  <a:gd name="T13" fmla="*/ 25 h 25"/>
                  <a:gd name="T14" fmla="*/ 28 w 55"/>
                  <a:gd name="T15" fmla="*/ 7 h 25"/>
                  <a:gd name="T16" fmla="*/ 19 w 55"/>
                  <a:gd name="T17" fmla="*/ 25 h 25"/>
                  <a:gd name="T18" fmla="*/ 5 w 55"/>
                  <a:gd name="T19" fmla="*/ 17 h 25"/>
                  <a:gd name="T20" fmla="*/ 7 w 55"/>
                  <a:gd name="T21" fmla="*/ 24 h 25"/>
                  <a:gd name="T22" fmla="*/ 2 w 55"/>
                  <a:gd name="T23" fmla="*/ 24 h 25"/>
                  <a:gd name="T24" fmla="*/ 0 w 55"/>
                  <a:gd name="T25" fmla="*/ 13 h 25"/>
                  <a:gd name="T26" fmla="*/ 18 w 55"/>
                  <a:gd name="T27" fmla="*/ 23 h 25"/>
                  <a:gd name="T28" fmla="*/ 28 w 55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25"/>
                  <a:gd name="T47" fmla="*/ 55 w 55"/>
                  <a:gd name="T48" fmla="*/ 25 h 2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25">
                    <a:moveTo>
                      <a:pt x="28" y="0"/>
                    </a:moveTo>
                    <a:lnTo>
                      <a:pt x="38" y="23"/>
                    </a:lnTo>
                    <a:lnTo>
                      <a:pt x="55" y="13"/>
                    </a:lnTo>
                    <a:lnTo>
                      <a:pt x="53" y="23"/>
                    </a:lnTo>
                    <a:lnTo>
                      <a:pt x="49" y="23"/>
                    </a:lnTo>
                    <a:lnTo>
                      <a:pt x="52" y="17"/>
                    </a:lnTo>
                    <a:lnTo>
                      <a:pt x="37" y="25"/>
                    </a:lnTo>
                    <a:lnTo>
                      <a:pt x="28" y="7"/>
                    </a:lnTo>
                    <a:lnTo>
                      <a:pt x="19" y="25"/>
                    </a:lnTo>
                    <a:lnTo>
                      <a:pt x="5" y="17"/>
                    </a:lnTo>
                    <a:lnTo>
                      <a:pt x="7" y="24"/>
                    </a:lnTo>
                    <a:lnTo>
                      <a:pt x="2" y="24"/>
                    </a:lnTo>
                    <a:lnTo>
                      <a:pt x="0" y="13"/>
                    </a:lnTo>
                    <a:lnTo>
                      <a:pt x="18" y="2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0707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72" name="Freeform 904"/>
              <p:cNvSpPr>
                <a:spLocks/>
              </p:cNvSpPr>
              <p:nvPr/>
            </p:nvSpPr>
            <p:spPr bwMode="auto">
              <a:xfrm>
                <a:off x="2663" y="1931"/>
                <a:ext cx="53" cy="23"/>
              </a:xfrm>
              <a:custGeom>
                <a:avLst/>
                <a:gdLst>
                  <a:gd name="T0" fmla="*/ 26 w 53"/>
                  <a:gd name="T1" fmla="*/ 0 h 23"/>
                  <a:gd name="T2" fmla="*/ 37 w 53"/>
                  <a:gd name="T3" fmla="*/ 21 h 23"/>
                  <a:gd name="T4" fmla="*/ 53 w 53"/>
                  <a:gd name="T5" fmla="*/ 12 h 23"/>
                  <a:gd name="T6" fmla="*/ 51 w 53"/>
                  <a:gd name="T7" fmla="*/ 20 h 23"/>
                  <a:gd name="T8" fmla="*/ 48 w 53"/>
                  <a:gd name="T9" fmla="*/ 20 h 23"/>
                  <a:gd name="T10" fmla="*/ 49 w 53"/>
                  <a:gd name="T11" fmla="*/ 15 h 23"/>
                  <a:gd name="T12" fmla="*/ 35 w 53"/>
                  <a:gd name="T13" fmla="*/ 23 h 23"/>
                  <a:gd name="T14" fmla="*/ 26 w 53"/>
                  <a:gd name="T15" fmla="*/ 5 h 23"/>
                  <a:gd name="T16" fmla="*/ 18 w 53"/>
                  <a:gd name="T17" fmla="*/ 23 h 23"/>
                  <a:gd name="T18" fmla="*/ 4 w 53"/>
                  <a:gd name="T19" fmla="*/ 15 h 23"/>
                  <a:gd name="T20" fmla="*/ 5 w 53"/>
                  <a:gd name="T21" fmla="*/ 21 h 23"/>
                  <a:gd name="T22" fmla="*/ 1 w 53"/>
                  <a:gd name="T23" fmla="*/ 21 h 23"/>
                  <a:gd name="T24" fmla="*/ 0 w 53"/>
                  <a:gd name="T25" fmla="*/ 12 h 23"/>
                  <a:gd name="T26" fmla="*/ 17 w 53"/>
                  <a:gd name="T27" fmla="*/ 22 h 23"/>
                  <a:gd name="T28" fmla="*/ 26 w 5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3"/>
                  <a:gd name="T46" fmla="*/ 0 h 23"/>
                  <a:gd name="T47" fmla="*/ 53 w 53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3" h="23">
                    <a:moveTo>
                      <a:pt x="26" y="0"/>
                    </a:moveTo>
                    <a:lnTo>
                      <a:pt x="37" y="21"/>
                    </a:lnTo>
                    <a:lnTo>
                      <a:pt x="53" y="12"/>
                    </a:lnTo>
                    <a:lnTo>
                      <a:pt x="51" y="20"/>
                    </a:lnTo>
                    <a:lnTo>
                      <a:pt x="48" y="20"/>
                    </a:lnTo>
                    <a:lnTo>
                      <a:pt x="49" y="15"/>
                    </a:lnTo>
                    <a:lnTo>
                      <a:pt x="35" y="23"/>
                    </a:lnTo>
                    <a:lnTo>
                      <a:pt x="26" y="5"/>
                    </a:lnTo>
                    <a:lnTo>
                      <a:pt x="18" y="23"/>
                    </a:lnTo>
                    <a:lnTo>
                      <a:pt x="4" y="15"/>
                    </a:lnTo>
                    <a:lnTo>
                      <a:pt x="5" y="21"/>
                    </a:lnTo>
                    <a:lnTo>
                      <a:pt x="1" y="21"/>
                    </a:lnTo>
                    <a:lnTo>
                      <a:pt x="0" y="12"/>
                    </a:lnTo>
                    <a:lnTo>
                      <a:pt x="17" y="2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173" name="Freeform 905"/>
              <p:cNvSpPr>
                <a:spLocks/>
              </p:cNvSpPr>
              <p:nvPr/>
            </p:nvSpPr>
            <p:spPr bwMode="auto">
              <a:xfrm>
                <a:off x="2663" y="1932"/>
                <a:ext cx="52" cy="22"/>
              </a:xfrm>
              <a:custGeom>
                <a:avLst/>
                <a:gdLst>
                  <a:gd name="T0" fmla="*/ 51 w 52"/>
                  <a:gd name="T1" fmla="*/ 18 h 22"/>
                  <a:gd name="T2" fmla="*/ 52 w 52"/>
                  <a:gd name="T3" fmla="*/ 12 h 22"/>
                  <a:gd name="T4" fmla="*/ 36 w 52"/>
                  <a:gd name="T5" fmla="*/ 21 h 22"/>
                  <a:gd name="T6" fmla="*/ 26 w 52"/>
                  <a:gd name="T7" fmla="*/ 0 h 22"/>
                  <a:gd name="T8" fmla="*/ 16 w 52"/>
                  <a:gd name="T9" fmla="*/ 21 h 22"/>
                  <a:gd name="T10" fmla="*/ 0 w 52"/>
                  <a:gd name="T11" fmla="*/ 12 h 22"/>
                  <a:gd name="T12" fmla="*/ 1 w 52"/>
                  <a:gd name="T13" fmla="*/ 19 h 22"/>
                  <a:gd name="T14" fmla="*/ 4 w 52"/>
                  <a:gd name="T15" fmla="*/ 19 h 22"/>
                  <a:gd name="T16" fmla="*/ 2 w 52"/>
                  <a:gd name="T17" fmla="*/ 14 h 22"/>
                  <a:gd name="T18" fmla="*/ 17 w 52"/>
                  <a:gd name="T19" fmla="*/ 22 h 22"/>
                  <a:gd name="T20" fmla="*/ 26 w 52"/>
                  <a:gd name="T21" fmla="*/ 4 h 22"/>
                  <a:gd name="T22" fmla="*/ 35 w 52"/>
                  <a:gd name="T23" fmla="*/ 22 h 22"/>
                  <a:gd name="T24" fmla="*/ 49 w 52"/>
                  <a:gd name="T25" fmla="*/ 14 h 22"/>
                  <a:gd name="T26" fmla="*/ 48 w 52"/>
                  <a:gd name="T27" fmla="*/ 18 h 22"/>
                  <a:gd name="T28" fmla="*/ 51 w 52"/>
                  <a:gd name="T29" fmla="*/ 18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2"/>
                  <a:gd name="T46" fmla="*/ 0 h 22"/>
                  <a:gd name="T47" fmla="*/ 52 w 52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2" h="22">
                    <a:moveTo>
                      <a:pt x="51" y="18"/>
                    </a:moveTo>
                    <a:lnTo>
                      <a:pt x="52" y="12"/>
                    </a:lnTo>
                    <a:lnTo>
                      <a:pt x="36" y="21"/>
                    </a:lnTo>
                    <a:lnTo>
                      <a:pt x="26" y="0"/>
                    </a:lnTo>
                    <a:lnTo>
                      <a:pt x="16" y="21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19"/>
                    </a:lnTo>
                    <a:lnTo>
                      <a:pt x="2" y="14"/>
                    </a:lnTo>
                    <a:lnTo>
                      <a:pt x="17" y="22"/>
                    </a:lnTo>
                    <a:lnTo>
                      <a:pt x="26" y="4"/>
                    </a:lnTo>
                    <a:lnTo>
                      <a:pt x="35" y="22"/>
                    </a:lnTo>
                    <a:lnTo>
                      <a:pt x="49" y="14"/>
                    </a:lnTo>
                    <a:lnTo>
                      <a:pt x="48" y="18"/>
                    </a:lnTo>
                    <a:lnTo>
                      <a:pt x="51" y="18"/>
                    </a:lnTo>
                    <a:close/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0823" name="Rectangle 906"/>
            <p:cNvSpPr>
              <a:spLocks noChangeArrowheads="1"/>
            </p:cNvSpPr>
            <p:nvPr/>
          </p:nvSpPr>
          <p:spPr bwMode="auto">
            <a:xfrm>
              <a:off x="2794" y="2595"/>
              <a:ext cx="581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Pre-Qualification</a:t>
              </a:r>
              <a:endParaRPr lang="en-US" sz="1000" b="0">
                <a:latin typeface="Times New Roman" pitchFamily="18" charset="0"/>
              </a:endParaRPr>
            </a:p>
          </p:txBody>
        </p:sp>
        <p:grpSp>
          <p:nvGrpSpPr>
            <p:cNvPr id="30824" name="Group 907"/>
            <p:cNvGrpSpPr>
              <a:grpSpLocks/>
            </p:cNvGrpSpPr>
            <p:nvPr/>
          </p:nvGrpSpPr>
          <p:grpSpPr bwMode="auto">
            <a:xfrm>
              <a:off x="3433" y="2349"/>
              <a:ext cx="422" cy="323"/>
              <a:chOff x="2997" y="1867"/>
              <a:chExt cx="387" cy="300"/>
            </a:xfrm>
          </p:grpSpPr>
          <p:sp>
            <p:nvSpPr>
              <p:cNvPr id="30956" name="Freeform 908"/>
              <p:cNvSpPr>
                <a:spLocks/>
              </p:cNvSpPr>
              <p:nvPr/>
            </p:nvSpPr>
            <p:spPr bwMode="auto">
              <a:xfrm>
                <a:off x="2998" y="2056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3 h 110"/>
                  <a:gd name="T12" fmla="*/ 86 w 252"/>
                  <a:gd name="T13" fmla="*/ 5 h 110"/>
                  <a:gd name="T14" fmla="*/ 118 w 252"/>
                  <a:gd name="T15" fmla="*/ 7 h 110"/>
                  <a:gd name="T16" fmla="*/ 149 w 252"/>
                  <a:gd name="T17" fmla="*/ 9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20 h 110"/>
                  <a:gd name="T26" fmla="*/ 245 w 252"/>
                  <a:gd name="T27" fmla="*/ 38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8 h 110"/>
                  <a:gd name="T36" fmla="*/ 238 w 252"/>
                  <a:gd name="T37" fmla="*/ 70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5 h 110"/>
                  <a:gd name="T44" fmla="*/ 193 w 252"/>
                  <a:gd name="T45" fmla="*/ 90 h 110"/>
                  <a:gd name="T46" fmla="*/ 180 w 252"/>
                  <a:gd name="T47" fmla="*/ 95 h 110"/>
                  <a:gd name="T48" fmla="*/ 170 w 252"/>
                  <a:gd name="T49" fmla="*/ 101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8 h 110"/>
                  <a:gd name="T66" fmla="*/ 101 w 252"/>
                  <a:gd name="T67" fmla="*/ 91 h 110"/>
                  <a:gd name="T68" fmla="*/ 87 w 252"/>
                  <a:gd name="T69" fmla="*/ 84 h 110"/>
                  <a:gd name="T70" fmla="*/ 72 w 252"/>
                  <a:gd name="T71" fmla="*/ 75 h 110"/>
                  <a:gd name="T72" fmla="*/ 58 w 252"/>
                  <a:gd name="T73" fmla="*/ 68 h 110"/>
                  <a:gd name="T74" fmla="*/ 44 w 252"/>
                  <a:gd name="T75" fmla="*/ 60 h 110"/>
                  <a:gd name="T76" fmla="*/ 33 w 252"/>
                  <a:gd name="T77" fmla="*/ 54 h 110"/>
                  <a:gd name="T78" fmla="*/ 23 w 252"/>
                  <a:gd name="T79" fmla="*/ 50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8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8"/>
                    </a:moveTo>
                    <a:lnTo>
                      <a:pt x="3" y="35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3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76" y="4"/>
                    </a:lnTo>
                    <a:lnTo>
                      <a:pt x="86" y="5"/>
                    </a:lnTo>
                    <a:lnTo>
                      <a:pt x="96" y="7"/>
                    </a:lnTo>
                    <a:lnTo>
                      <a:pt x="107" y="7"/>
                    </a:lnTo>
                    <a:lnTo>
                      <a:pt x="118" y="7"/>
                    </a:lnTo>
                    <a:lnTo>
                      <a:pt x="128" y="9"/>
                    </a:lnTo>
                    <a:lnTo>
                      <a:pt x="140" y="9"/>
                    </a:lnTo>
                    <a:lnTo>
                      <a:pt x="149" y="9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7"/>
                    </a:lnTo>
                    <a:lnTo>
                      <a:pt x="228" y="17"/>
                    </a:lnTo>
                    <a:lnTo>
                      <a:pt x="234" y="19"/>
                    </a:lnTo>
                    <a:lnTo>
                      <a:pt x="237" y="19"/>
                    </a:lnTo>
                    <a:lnTo>
                      <a:pt x="241" y="20"/>
                    </a:lnTo>
                    <a:lnTo>
                      <a:pt x="243" y="20"/>
                    </a:lnTo>
                    <a:lnTo>
                      <a:pt x="245" y="29"/>
                    </a:lnTo>
                    <a:lnTo>
                      <a:pt x="245" y="38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1" y="64"/>
                    </a:lnTo>
                    <a:lnTo>
                      <a:pt x="249" y="66"/>
                    </a:lnTo>
                    <a:lnTo>
                      <a:pt x="248" y="67"/>
                    </a:lnTo>
                    <a:lnTo>
                      <a:pt x="247" y="68"/>
                    </a:lnTo>
                    <a:lnTo>
                      <a:pt x="245" y="68"/>
                    </a:lnTo>
                    <a:lnTo>
                      <a:pt x="241" y="69"/>
                    </a:lnTo>
                    <a:lnTo>
                      <a:pt x="238" y="70"/>
                    </a:lnTo>
                    <a:lnTo>
                      <a:pt x="236" y="71"/>
                    </a:lnTo>
                    <a:lnTo>
                      <a:pt x="233" y="73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2"/>
                    </a:lnTo>
                    <a:lnTo>
                      <a:pt x="210" y="82"/>
                    </a:lnTo>
                    <a:lnTo>
                      <a:pt x="205" y="85"/>
                    </a:lnTo>
                    <a:lnTo>
                      <a:pt x="202" y="86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5"/>
                    </a:lnTo>
                    <a:lnTo>
                      <a:pt x="177" y="98"/>
                    </a:lnTo>
                    <a:lnTo>
                      <a:pt x="173" y="98"/>
                    </a:lnTo>
                    <a:lnTo>
                      <a:pt x="170" y="101"/>
                    </a:lnTo>
                    <a:lnTo>
                      <a:pt x="165" y="102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2"/>
                    </a:lnTo>
                    <a:lnTo>
                      <a:pt x="118" y="101"/>
                    </a:lnTo>
                    <a:lnTo>
                      <a:pt x="113" y="98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4"/>
                    </a:lnTo>
                    <a:lnTo>
                      <a:pt x="82" y="82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71"/>
                    </a:lnTo>
                    <a:lnTo>
                      <a:pt x="58" y="68"/>
                    </a:lnTo>
                    <a:lnTo>
                      <a:pt x="53" y="66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4"/>
                    </a:lnTo>
                    <a:lnTo>
                      <a:pt x="30" y="53"/>
                    </a:lnTo>
                    <a:lnTo>
                      <a:pt x="25" y="51"/>
                    </a:lnTo>
                    <a:lnTo>
                      <a:pt x="23" y="50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9"/>
                    </a:ln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7" name="Freeform 909"/>
              <p:cNvSpPr>
                <a:spLocks/>
              </p:cNvSpPr>
              <p:nvPr/>
            </p:nvSpPr>
            <p:spPr bwMode="auto">
              <a:xfrm>
                <a:off x="2997" y="2056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5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6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3 h 38"/>
                  <a:gd name="T24" fmla="*/ 4 w 14"/>
                  <a:gd name="T25" fmla="*/ 30 h 38"/>
                  <a:gd name="T26" fmla="*/ 2 w 14"/>
                  <a:gd name="T27" fmla="*/ 26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6 h 38"/>
                  <a:gd name="T36" fmla="*/ 14 w 14"/>
                  <a:gd name="T37" fmla="*/ 1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5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8" name="Freeform 910"/>
              <p:cNvSpPr>
                <a:spLocks/>
              </p:cNvSpPr>
              <p:nvPr/>
            </p:nvSpPr>
            <p:spPr bwMode="auto">
              <a:xfrm>
                <a:off x="3010" y="2056"/>
                <a:ext cx="231" cy="22"/>
              </a:xfrm>
              <a:custGeom>
                <a:avLst/>
                <a:gdLst>
                  <a:gd name="T0" fmla="*/ 231 w 231"/>
                  <a:gd name="T1" fmla="*/ 21 h 22"/>
                  <a:gd name="T2" fmla="*/ 228 w 231"/>
                  <a:gd name="T3" fmla="*/ 20 h 22"/>
                  <a:gd name="T4" fmla="*/ 221 w 231"/>
                  <a:gd name="T5" fmla="*/ 19 h 22"/>
                  <a:gd name="T6" fmla="*/ 210 w 231"/>
                  <a:gd name="T7" fmla="*/ 17 h 22"/>
                  <a:gd name="T8" fmla="*/ 195 w 231"/>
                  <a:gd name="T9" fmla="*/ 15 h 22"/>
                  <a:gd name="T10" fmla="*/ 178 w 231"/>
                  <a:gd name="T11" fmla="*/ 13 h 22"/>
                  <a:gd name="T12" fmla="*/ 158 w 231"/>
                  <a:gd name="T13" fmla="*/ 11 h 22"/>
                  <a:gd name="T14" fmla="*/ 137 w 231"/>
                  <a:gd name="T15" fmla="*/ 9 h 22"/>
                  <a:gd name="T16" fmla="*/ 116 w 231"/>
                  <a:gd name="T17" fmla="*/ 8 h 22"/>
                  <a:gd name="T18" fmla="*/ 96 w 231"/>
                  <a:gd name="T19" fmla="*/ 6 h 22"/>
                  <a:gd name="T20" fmla="*/ 74 w 231"/>
                  <a:gd name="T21" fmla="*/ 5 h 22"/>
                  <a:gd name="T22" fmla="*/ 55 w 231"/>
                  <a:gd name="T23" fmla="*/ 4 h 22"/>
                  <a:gd name="T24" fmla="*/ 38 w 231"/>
                  <a:gd name="T25" fmla="*/ 3 h 22"/>
                  <a:gd name="T26" fmla="*/ 22 w 231"/>
                  <a:gd name="T27" fmla="*/ 1 h 22"/>
                  <a:gd name="T28" fmla="*/ 10 w 231"/>
                  <a:gd name="T29" fmla="*/ 0 h 22"/>
                  <a:gd name="T30" fmla="*/ 3 w 231"/>
                  <a:gd name="T31" fmla="*/ 0 h 22"/>
                  <a:gd name="T32" fmla="*/ 0 w 231"/>
                  <a:gd name="T33" fmla="*/ 0 h 22"/>
                  <a:gd name="T34" fmla="*/ 3 w 231"/>
                  <a:gd name="T35" fmla="*/ 3 h 22"/>
                  <a:gd name="T36" fmla="*/ 10 w 231"/>
                  <a:gd name="T37" fmla="*/ 3 h 22"/>
                  <a:gd name="T38" fmla="*/ 22 w 231"/>
                  <a:gd name="T39" fmla="*/ 3 h 22"/>
                  <a:gd name="T40" fmla="*/ 38 w 231"/>
                  <a:gd name="T41" fmla="*/ 4 h 22"/>
                  <a:gd name="T42" fmla="*/ 55 w 231"/>
                  <a:gd name="T43" fmla="*/ 5 h 22"/>
                  <a:gd name="T44" fmla="*/ 74 w 231"/>
                  <a:gd name="T45" fmla="*/ 7 h 22"/>
                  <a:gd name="T46" fmla="*/ 96 w 231"/>
                  <a:gd name="T47" fmla="*/ 8 h 22"/>
                  <a:gd name="T48" fmla="*/ 116 w 231"/>
                  <a:gd name="T49" fmla="*/ 9 h 22"/>
                  <a:gd name="T50" fmla="*/ 137 w 231"/>
                  <a:gd name="T51" fmla="*/ 11 h 22"/>
                  <a:gd name="T52" fmla="*/ 158 w 231"/>
                  <a:gd name="T53" fmla="*/ 13 h 22"/>
                  <a:gd name="T54" fmla="*/ 178 w 231"/>
                  <a:gd name="T55" fmla="*/ 15 h 22"/>
                  <a:gd name="T56" fmla="*/ 195 w 231"/>
                  <a:gd name="T57" fmla="*/ 17 h 22"/>
                  <a:gd name="T58" fmla="*/ 210 w 231"/>
                  <a:gd name="T59" fmla="*/ 19 h 22"/>
                  <a:gd name="T60" fmla="*/ 221 w 231"/>
                  <a:gd name="T61" fmla="*/ 21 h 22"/>
                  <a:gd name="T62" fmla="*/ 228 w 231"/>
                  <a:gd name="T63" fmla="*/ 22 h 22"/>
                  <a:gd name="T64" fmla="*/ 229 w 231"/>
                  <a:gd name="T65" fmla="*/ 21 h 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2"/>
                  <a:gd name="T101" fmla="*/ 231 w 231"/>
                  <a:gd name="T102" fmla="*/ 22 h 2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2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5" y="19"/>
                    </a:lnTo>
                    <a:lnTo>
                      <a:pt x="221" y="19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9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6"/>
                    </a:lnTo>
                    <a:lnTo>
                      <a:pt x="84" y="6"/>
                    </a:lnTo>
                    <a:lnTo>
                      <a:pt x="74" y="5"/>
                    </a:lnTo>
                    <a:lnTo>
                      <a:pt x="65" y="4"/>
                    </a:lnTo>
                    <a:lnTo>
                      <a:pt x="55" y="4"/>
                    </a:lnTo>
                    <a:lnTo>
                      <a:pt x="46" y="3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29" y="4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6"/>
                    </a:lnTo>
                    <a:lnTo>
                      <a:pt x="74" y="7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9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9"/>
                    </a:lnTo>
                    <a:lnTo>
                      <a:pt x="210" y="19"/>
                    </a:lnTo>
                    <a:lnTo>
                      <a:pt x="215" y="20"/>
                    </a:lnTo>
                    <a:lnTo>
                      <a:pt x="221" y="21"/>
                    </a:lnTo>
                    <a:lnTo>
                      <a:pt x="225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9" name="Freeform 911"/>
              <p:cNvSpPr>
                <a:spLocks/>
              </p:cNvSpPr>
              <p:nvPr/>
            </p:nvSpPr>
            <p:spPr bwMode="auto">
              <a:xfrm>
                <a:off x="3239" y="2076"/>
                <a:ext cx="5" cy="37"/>
              </a:xfrm>
              <a:custGeom>
                <a:avLst/>
                <a:gdLst>
                  <a:gd name="T0" fmla="*/ 4 w 5"/>
                  <a:gd name="T1" fmla="*/ 36 h 37"/>
                  <a:gd name="T2" fmla="*/ 5 w 5"/>
                  <a:gd name="T3" fmla="*/ 36 h 37"/>
                  <a:gd name="T4" fmla="*/ 4 w 5"/>
                  <a:gd name="T5" fmla="*/ 27 h 37"/>
                  <a:gd name="T6" fmla="*/ 4 w 5"/>
                  <a:gd name="T7" fmla="*/ 17 h 37"/>
                  <a:gd name="T8" fmla="*/ 2 w 5"/>
                  <a:gd name="T9" fmla="*/ 8 h 37"/>
                  <a:gd name="T10" fmla="*/ 2 w 5"/>
                  <a:gd name="T11" fmla="*/ 0 h 37"/>
                  <a:gd name="T12" fmla="*/ 0 w 5"/>
                  <a:gd name="T13" fmla="*/ 0 h 37"/>
                  <a:gd name="T14" fmla="*/ 0 w 5"/>
                  <a:gd name="T15" fmla="*/ 8 h 37"/>
                  <a:gd name="T16" fmla="*/ 1 w 5"/>
                  <a:gd name="T17" fmla="*/ 17 h 37"/>
                  <a:gd name="T18" fmla="*/ 1 w 5"/>
                  <a:gd name="T19" fmla="*/ 27 h 37"/>
                  <a:gd name="T20" fmla="*/ 2 w 5"/>
                  <a:gd name="T21" fmla="*/ 36 h 37"/>
                  <a:gd name="T22" fmla="*/ 4 w 5"/>
                  <a:gd name="T23" fmla="*/ 37 h 37"/>
                  <a:gd name="T24" fmla="*/ 2 w 5"/>
                  <a:gd name="T25" fmla="*/ 36 h 37"/>
                  <a:gd name="T26" fmla="*/ 2 w 5"/>
                  <a:gd name="T27" fmla="*/ 37 h 37"/>
                  <a:gd name="T28" fmla="*/ 4 w 5"/>
                  <a:gd name="T29" fmla="*/ 37 h 37"/>
                  <a:gd name="T30" fmla="*/ 4 w 5"/>
                  <a:gd name="T31" fmla="*/ 36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7"/>
                  <a:gd name="T50" fmla="*/ 5 w 5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7">
                    <a:moveTo>
                      <a:pt x="4" y="36"/>
                    </a:moveTo>
                    <a:lnTo>
                      <a:pt x="5" y="36"/>
                    </a:lnTo>
                    <a:lnTo>
                      <a:pt x="4" y="27"/>
                    </a:lnTo>
                    <a:lnTo>
                      <a:pt x="4" y="17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" y="17"/>
                    </a:lnTo>
                    <a:lnTo>
                      <a:pt x="1" y="27"/>
                    </a:lnTo>
                    <a:lnTo>
                      <a:pt x="2" y="36"/>
                    </a:lnTo>
                    <a:lnTo>
                      <a:pt x="4" y="37"/>
                    </a:lnTo>
                    <a:lnTo>
                      <a:pt x="2" y="36"/>
                    </a:lnTo>
                    <a:lnTo>
                      <a:pt x="2" y="37"/>
                    </a:lnTo>
                    <a:lnTo>
                      <a:pt x="4" y="37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0" name="Freeform 912"/>
              <p:cNvSpPr>
                <a:spLocks/>
              </p:cNvSpPr>
              <p:nvPr/>
            </p:nvSpPr>
            <p:spPr bwMode="auto">
              <a:xfrm>
                <a:off x="3241" y="2111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8 h 12"/>
                  <a:gd name="T8" fmla="*/ 9 w 9"/>
                  <a:gd name="T9" fmla="*/ 7 h 12"/>
                  <a:gd name="T10" fmla="*/ 8 w 9"/>
                  <a:gd name="T11" fmla="*/ 5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1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5 h 12"/>
                  <a:gd name="T28" fmla="*/ 7 w 9"/>
                  <a:gd name="T29" fmla="*/ 5 h 12"/>
                  <a:gd name="T30" fmla="*/ 7 w 9"/>
                  <a:gd name="T31" fmla="*/ 7 h 12"/>
                  <a:gd name="T32" fmla="*/ 7 w 9"/>
                  <a:gd name="T33" fmla="*/ 8 h 12"/>
                  <a:gd name="T34" fmla="*/ 7 w 9"/>
                  <a:gd name="T35" fmla="*/ 9 h 12"/>
                  <a:gd name="T36" fmla="*/ 4 w 9"/>
                  <a:gd name="T37" fmla="*/ 11 h 12"/>
                  <a:gd name="T38" fmla="*/ 5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1" name="Freeform 913"/>
              <p:cNvSpPr>
                <a:spLocks/>
              </p:cNvSpPr>
              <p:nvPr/>
            </p:nvSpPr>
            <p:spPr bwMode="auto">
              <a:xfrm>
                <a:off x="3143" y="2122"/>
                <a:ext cx="103" cy="45"/>
              </a:xfrm>
              <a:custGeom>
                <a:avLst/>
                <a:gdLst>
                  <a:gd name="T0" fmla="*/ 1 w 103"/>
                  <a:gd name="T1" fmla="*/ 45 h 45"/>
                  <a:gd name="T2" fmla="*/ 3 w 103"/>
                  <a:gd name="T3" fmla="*/ 44 h 45"/>
                  <a:gd name="T4" fmla="*/ 9 w 103"/>
                  <a:gd name="T5" fmla="*/ 42 h 45"/>
                  <a:gd name="T6" fmla="*/ 14 w 103"/>
                  <a:gd name="T7" fmla="*/ 40 h 45"/>
                  <a:gd name="T8" fmla="*/ 20 w 103"/>
                  <a:gd name="T9" fmla="*/ 37 h 45"/>
                  <a:gd name="T10" fmla="*/ 27 w 103"/>
                  <a:gd name="T11" fmla="*/ 35 h 45"/>
                  <a:gd name="T12" fmla="*/ 35 w 103"/>
                  <a:gd name="T13" fmla="*/ 31 h 45"/>
                  <a:gd name="T14" fmla="*/ 44 w 103"/>
                  <a:gd name="T15" fmla="*/ 27 h 45"/>
                  <a:gd name="T16" fmla="*/ 52 w 103"/>
                  <a:gd name="T17" fmla="*/ 23 h 45"/>
                  <a:gd name="T18" fmla="*/ 60 w 103"/>
                  <a:gd name="T19" fmla="*/ 20 h 45"/>
                  <a:gd name="T20" fmla="*/ 70 w 103"/>
                  <a:gd name="T21" fmla="*/ 17 h 45"/>
                  <a:gd name="T22" fmla="*/ 77 w 103"/>
                  <a:gd name="T23" fmla="*/ 12 h 45"/>
                  <a:gd name="T24" fmla="*/ 83 w 103"/>
                  <a:gd name="T25" fmla="*/ 9 h 45"/>
                  <a:gd name="T26" fmla="*/ 90 w 103"/>
                  <a:gd name="T27" fmla="*/ 6 h 45"/>
                  <a:gd name="T28" fmla="*/ 96 w 103"/>
                  <a:gd name="T29" fmla="*/ 4 h 45"/>
                  <a:gd name="T30" fmla="*/ 100 w 103"/>
                  <a:gd name="T31" fmla="*/ 3 h 45"/>
                  <a:gd name="T32" fmla="*/ 103 w 103"/>
                  <a:gd name="T33" fmla="*/ 1 h 45"/>
                  <a:gd name="T34" fmla="*/ 101 w 103"/>
                  <a:gd name="T35" fmla="*/ 0 h 45"/>
                  <a:gd name="T36" fmla="*/ 97 w 103"/>
                  <a:gd name="T37" fmla="*/ 2 h 45"/>
                  <a:gd name="T38" fmla="*/ 92 w 103"/>
                  <a:gd name="T39" fmla="*/ 4 h 45"/>
                  <a:gd name="T40" fmla="*/ 86 w 103"/>
                  <a:gd name="T41" fmla="*/ 6 h 45"/>
                  <a:gd name="T42" fmla="*/ 79 w 103"/>
                  <a:gd name="T43" fmla="*/ 9 h 45"/>
                  <a:gd name="T44" fmla="*/ 73 w 103"/>
                  <a:gd name="T45" fmla="*/ 12 h 45"/>
                  <a:gd name="T46" fmla="*/ 64 w 103"/>
                  <a:gd name="T47" fmla="*/ 17 h 45"/>
                  <a:gd name="T48" fmla="*/ 56 w 103"/>
                  <a:gd name="T49" fmla="*/ 20 h 45"/>
                  <a:gd name="T50" fmla="*/ 47 w 103"/>
                  <a:gd name="T51" fmla="*/ 23 h 45"/>
                  <a:gd name="T52" fmla="*/ 39 w 103"/>
                  <a:gd name="T53" fmla="*/ 27 h 45"/>
                  <a:gd name="T54" fmla="*/ 31 w 103"/>
                  <a:gd name="T55" fmla="*/ 31 h 45"/>
                  <a:gd name="T56" fmla="*/ 23 w 103"/>
                  <a:gd name="T57" fmla="*/ 35 h 45"/>
                  <a:gd name="T58" fmla="*/ 16 w 103"/>
                  <a:gd name="T59" fmla="*/ 37 h 45"/>
                  <a:gd name="T60" fmla="*/ 11 w 103"/>
                  <a:gd name="T61" fmla="*/ 40 h 45"/>
                  <a:gd name="T62" fmla="*/ 5 w 103"/>
                  <a:gd name="T63" fmla="*/ 42 h 45"/>
                  <a:gd name="T64" fmla="*/ 1 w 103"/>
                  <a:gd name="T65" fmla="*/ 43 h 45"/>
                  <a:gd name="T66" fmla="*/ 1 w 103"/>
                  <a:gd name="T67" fmla="*/ 45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5"/>
                  <a:gd name="T104" fmla="*/ 103 w 103"/>
                  <a:gd name="T105" fmla="*/ 45 h 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5">
                    <a:moveTo>
                      <a:pt x="1" y="45"/>
                    </a:move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9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8"/>
                    </a:lnTo>
                    <a:lnTo>
                      <a:pt x="44" y="27"/>
                    </a:lnTo>
                    <a:lnTo>
                      <a:pt x="47" y="25"/>
                    </a:lnTo>
                    <a:lnTo>
                      <a:pt x="52" y="23"/>
                    </a:lnTo>
                    <a:lnTo>
                      <a:pt x="57" y="21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4"/>
                    </a:lnTo>
                    <a:lnTo>
                      <a:pt x="77" y="12"/>
                    </a:lnTo>
                    <a:lnTo>
                      <a:pt x="80" y="10"/>
                    </a:lnTo>
                    <a:lnTo>
                      <a:pt x="83" y="9"/>
                    </a:lnTo>
                    <a:lnTo>
                      <a:pt x="87" y="7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7"/>
                    </a:lnTo>
                    <a:lnTo>
                      <a:pt x="79" y="9"/>
                    </a:lnTo>
                    <a:lnTo>
                      <a:pt x="76" y="10"/>
                    </a:lnTo>
                    <a:lnTo>
                      <a:pt x="73" y="12"/>
                    </a:lnTo>
                    <a:lnTo>
                      <a:pt x="67" y="14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5"/>
                    </a:lnTo>
                    <a:lnTo>
                      <a:pt x="39" y="27"/>
                    </a:lnTo>
                    <a:lnTo>
                      <a:pt x="35" y="28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1" y="40"/>
                    </a:lnTo>
                    <a:lnTo>
                      <a:pt x="9" y="41"/>
                    </a:lnTo>
                    <a:lnTo>
                      <a:pt x="5" y="42"/>
                    </a:lnTo>
                    <a:lnTo>
                      <a:pt x="3" y="42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1" y="45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2" name="Freeform 914"/>
              <p:cNvSpPr>
                <a:spLocks/>
              </p:cNvSpPr>
              <p:nvPr/>
            </p:nvSpPr>
            <p:spPr bwMode="auto">
              <a:xfrm>
                <a:off x="3129" y="2163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3" name="Freeform 915"/>
              <p:cNvSpPr>
                <a:spLocks/>
              </p:cNvSpPr>
              <p:nvPr/>
            </p:nvSpPr>
            <p:spPr bwMode="auto">
              <a:xfrm>
                <a:off x="3015" y="2102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5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1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7 h 62"/>
                  <a:gd name="T20" fmla="*/ 75 w 115"/>
                  <a:gd name="T21" fmla="*/ 41 h 62"/>
                  <a:gd name="T22" fmla="*/ 83 w 115"/>
                  <a:gd name="T23" fmla="*/ 46 h 62"/>
                  <a:gd name="T24" fmla="*/ 93 w 115"/>
                  <a:gd name="T25" fmla="*/ 52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2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3 h 62"/>
                  <a:gd name="T58" fmla="*/ 16 w 115"/>
                  <a:gd name="T59" fmla="*/ 8 h 62"/>
                  <a:gd name="T60" fmla="*/ 8 w 115"/>
                  <a:gd name="T61" fmla="*/ 5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11" y="8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6"/>
                    </a:lnTo>
                    <a:lnTo>
                      <a:pt x="61" y="32"/>
                    </a:lnTo>
                    <a:lnTo>
                      <a:pt x="55" y="29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20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4" name="Freeform 916"/>
              <p:cNvSpPr>
                <a:spLocks/>
              </p:cNvSpPr>
              <p:nvPr/>
            </p:nvSpPr>
            <p:spPr bwMode="auto">
              <a:xfrm>
                <a:off x="3003" y="2093"/>
                <a:ext cx="13" cy="10"/>
              </a:xfrm>
              <a:custGeom>
                <a:avLst/>
                <a:gdLst>
                  <a:gd name="T0" fmla="*/ 0 w 13"/>
                  <a:gd name="T1" fmla="*/ 1 h 10"/>
                  <a:gd name="T2" fmla="*/ 0 w 13"/>
                  <a:gd name="T3" fmla="*/ 1 h 10"/>
                  <a:gd name="T4" fmla="*/ 1 w 13"/>
                  <a:gd name="T5" fmla="*/ 3 h 10"/>
                  <a:gd name="T6" fmla="*/ 2 w 13"/>
                  <a:gd name="T7" fmla="*/ 4 h 10"/>
                  <a:gd name="T8" fmla="*/ 5 w 13"/>
                  <a:gd name="T9" fmla="*/ 5 h 10"/>
                  <a:gd name="T10" fmla="*/ 7 w 13"/>
                  <a:gd name="T11" fmla="*/ 7 h 10"/>
                  <a:gd name="T12" fmla="*/ 8 w 13"/>
                  <a:gd name="T13" fmla="*/ 7 h 10"/>
                  <a:gd name="T14" fmla="*/ 9 w 13"/>
                  <a:gd name="T15" fmla="*/ 7 h 10"/>
                  <a:gd name="T16" fmla="*/ 11 w 13"/>
                  <a:gd name="T17" fmla="*/ 9 h 10"/>
                  <a:gd name="T18" fmla="*/ 12 w 13"/>
                  <a:gd name="T19" fmla="*/ 10 h 10"/>
                  <a:gd name="T20" fmla="*/ 13 w 13"/>
                  <a:gd name="T21" fmla="*/ 9 h 10"/>
                  <a:gd name="T22" fmla="*/ 11 w 13"/>
                  <a:gd name="T23" fmla="*/ 7 h 10"/>
                  <a:gd name="T24" fmla="*/ 10 w 13"/>
                  <a:gd name="T25" fmla="*/ 7 h 10"/>
                  <a:gd name="T26" fmla="*/ 9 w 13"/>
                  <a:gd name="T27" fmla="*/ 5 h 10"/>
                  <a:gd name="T28" fmla="*/ 8 w 13"/>
                  <a:gd name="T29" fmla="*/ 4 h 10"/>
                  <a:gd name="T30" fmla="*/ 7 w 13"/>
                  <a:gd name="T31" fmla="*/ 4 h 10"/>
                  <a:gd name="T32" fmla="*/ 5 w 13"/>
                  <a:gd name="T33" fmla="*/ 3 h 10"/>
                  <a:gd name="T34" fmla="*/ 2 w 13"/>
                  <a:gd name="T35" fmla="*/ 1 h 10"/>
                  <a:gd name="T36" fmla="*/ 1 w 13"/>
                  <a:gd name="T37" fmla="*/ 0 h 10"/>
                  <a:gd name="T38" fmla="*/ 0 w 13"/>
                  <a:gd name="T39" fmla="*/ 1 h 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0"/>
                  <a:gd name="T62" fmla="*/ 13 w 13"/>
                  <a:gd name="T63" fmla="*/ 10 h 1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0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5" name="Freeform 917"/>
              <p:cNvSpPr>
                <a:spLocks/>
              </p:cNvSpPr>
              <p:nvPr/>
            </p:nvSpPr>
            <p:spPr bwMode="auto">
              <a:xfrm>
                <a:off x="3132" y="2125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8 h 41"/>
                  <a:gd name="T8" fmla="*/ 4 w 10"/>
                  <a:gd name="T9" fmla="*/ 36 h 41"/>
                  <a:gd name="T10" fmla="*/ 4 w 10"/>
                  <a:gd name="T11" fmla="*/ 34 h 41"/>
                  <a:gd name="T12" fmla="*/ 2 w 10"/>
                  <a:gd name="T13" fmla="*/ 31 h 41"/>
                  <a:gd name="T14" fmla="*/ 0 w 10"/>
                  <a:gd name="T15" fmla="*/ 29 h 41"/>
                  <a:gd name="T16" fmla="*/ 0 w 10"/>
                  <a:gd name="T17" fmla="*/ 25 h 41"/>
                  <a:gd name="T18" fmla="*/ 0 w 10"/>
                  <a:gd name="T19" fmla="*/ 21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8 h 41"/>
                  <a:gd name="T26" fmla="*/ 4 w 10"/>
                  <a:gd name="T27" fmla="*/ 6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6" name="Freeform 918"/>
              <p:cNvSpPr>
                <a:spLocks/>
              </p:cNvSpPr>
              <p:nvPr/>
            </p:nvSpPr>
            <p:spPr bwMode="auto">
              <a:xfrm>
                <a:off x="3132" y="2150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7 h 17"/>
                  <a:gd name="T8" fmla="*/ 2 w 10"/>
                  <a:gd name="T9" fmla="*/ 9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7 h 17"/>
                  <a:gd name="T34" fmla="*/ 3 w 10"/>
                  <a:gd name="T35" fmla="*/ 3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7" name="Freeform 919"/>
              <p:cNvSpPr>
                <a:spLocks/>
              </p:cNvSpPr>
              <p:nvPr/>
            </p:nvSpPr>
            <p:spPr bwMode="auto">
              <a:xfrm>
                <a:off x="3132" y="2125"/>
                <a:ext cx="9" cy="25"/>
              </a:xfrm>
              <a:custGeom>
                <a:avLst/>
                <a:gdLst>
                  <a:gd name="T0" fmla="*/ 8 w 9"/>
                  <a:gd name="T1" fmla="*/ 0 h 25"/>
                  <a:gd name="T2" fmla="*/ 6 w 9"/>
                  <a:gd name="T3" fmla="*/ 1 h 25"/>
                  <a:gd name="T4" fmla="*/ 4 w 9"/>
                  <a:gd name="T5" fmla="*/ 3 h 25"/>
                  <a:gd name="T6" fmla="*/ 3 w 9"/>
                  <a:gd name="T7" fmla="*/ 6 h 25"/>
                  <a:gd name="T8" fmla="*/ 2 w 9"/>
                  <a:gd name="T9" fmla="*/ 9 h 25"/>
                  <a:gd name="T10" fmla="*/ 0 w 9"/>
                  <a:gd name="T11" fmla="*/ 13 h 25"/>
                  <a:gd name="T12" fmla="*/ 0 w 9"/>
                  <a:gd name="T13" fmla="*/ 17 h 25"/>
                  <a:gd name="T14" fmla="*/ 0 w 9"/>
                  <a:gd name="T15" fmla="*/ 21 h 25"/>
                  <a:gd name="T16" fmla="*/ 0 w 9"/>
                  <a:gd name="T17" fmla="*/ 25 h 25"/>
                  <a:gd name="T18" fmla="*/ 3 w 9"/>
                  <a:gd name="T19" fmla="*/ 25 h 25"/>
                  <a:gd name="T20" fmla="*/ 3 w 9"/>
                  <a:gd name="T21" fmla="*/ 21 h 25"/>
                  <a:gd name="T22" fmla="*/ 3 w 9"/>
                  <a:gd name="T23" fmla="*/ 17 h 25"/>
                  <a:gd name="T24" fmla="*/ 3 w 9"/>
                  <a:gd name="T25" fmla="*/ 13 h 25"/>
                  <a:gd name="T26" fmla="*/ 4 w 9"/>
                  <a:gd name="T27" fmla="*/ 9 h 25"/>
                  <a:gd name="T28" fmla="*/ 4 w 9"/>
                  <a:gd name="T29" fmla="*/ 6 h 25"/>
                  <a:gd name="T30" fmla="*/ 6 w 9"/>
                  <a:gd name="T31" fmla="*/ 4 h 25"/>
                  <a:gd name="T32" fmla="*/ 7 w 9"/>
                  <a:gd name="T33" fmla="*/ 3 h 25"/>
                  <a:gd name="T34" fmla="*/ 9 w 9"/>
                  <a:gd name="T35" fmla="*/ 1 h 25"/>
                  <a:gd name="T36" fmla="*/ 8 w 9"/>
                  <a:gd name="T37" fmla="*/ 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5"/>
                  <a:gd name="T59" fmla="*/ 9 w 9"/>
                  <a:gd name="T60" fmla="*/ 25 h 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5">
                    <a:moveTo>
                      <a:pt x="8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8" name="Freeform 920"/>
              <p:cNvSpPr>
                <a:spLocks/>
              </p:cNvSpPr>
              <p:nvPr/>
            </p:nvSpPr>
            <p:spPr bwMode="auto">
              <a:xfrm>
                <a:off x="3011" y="2010"/>
                <a:ext cx="239" cy="115"/>
              </a:xfrm>
              <a:custGeom>
                <a:avLst/>
                <a:gdLst>
                  <a:gd name="T0" fmla="*/ 8 w 239"/>
                  <a:gd name="T1" fmla="*/ 42 h 115"/>
                  <a:gd name="T2" fmla="*/ 24 w 239"/>
                  <a:gd name="T3" fmla="*/ 35 h 115"/>
                  <a:gd name="T4" fmla="*/ 45 w 239"/>
                  <a:gd name="T5" fmla="*/ 24 h 115"/>
                  <a:gd name="T6" fmla="*/ 67 w 239"/>
                  <a:gd name="T7" fmla="*/ 14 h 115"/>
                  <a:gd name="T8" fmla="*/ 85 w 239"/>
                  <a:gd name="T9" fmla="*/ 5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2 h 115"/>
                  <a:gd name="T16" fmla="*/ 108 w 239"/>
                  <a:gd name="T17" fmla="*/ 4 h 115"/>
                  <a:gd name="T18" fmla="*/ 114 w 239"/>
                  <a:gd name="T19" fmla="*/ 7 h 115"/>
                  <a:gd name="T20" fmla="*/ 126 w 239"/>
                  <a:gd name="T21" fmla="*/ 12 h 115"/>
                  <a:gd name="T22" fmla="*/ 140 w 239"/>
                  <a:gd name="T23" fmla="*/ 19 h 115"/>
                  <a:gd name="T24" fmla="*/ 155 w 239"/>
                  <a:gd name="T25" fmla="*/ 25 h 115"/>
                  <a:gd name="T26" fmla="*/ 172 w 239"/>
                  <a:gd name="T27" fmla="*/ 34 h 115"/>
                  <a:gd name="T28" fmla="*/ 188 w 239"/>
                  <a:gd name="T29" fmla="*/ 40 h 115"/>
                  <a:gd name="T30" fmla="*/ 204 w 239"/>
                  <a:gd name="T31" fmla="*/ 47 h 115"/>
                  <a:gd name="T32" fmla="*/ 217 w 239"/>
                  <a:gd name="T33" fmla="*/ 54 h 115"/>
                  <a:gd name="T34" fmla="*/ 226 w 239"/>
                  <a:gd name="T35" fmla="*/ 58 h 115"/>
                  <a:gd name="T36" fmla="*/ 233 w 239"/>
                  <a:gd name="T37" fmla="*/ 60 h 115"/>
                  <a:gd name="T38" fmla="*/ 237 w 239"/>
                  <a:gd name="T39" fmla="*/ 63 h 115"/>
                  <a:gd name="T40" fmla="*/ 239 w 239"/>
                  <a:gd name="T41" fmla="*/ 68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2 h 115"/>
                  <a:gd name="T50" fmla="*/ 197 w 239"/>
                  <a:gd name="T51" fmla="*/ 87 h 115"/>
                  <a:gd name="T52" fmla="*/ 184 w 239"/>
                  <a:gd name="T53" fmla="*/ 92 h 115"/>
                  <a:gd name="T54" fmla="*/ 172 w 239"/>
                  <a:gd name="T55" fmla="*/ 98 h 115"/>
                  <a:gd name="T56" fmla="*/ 160 w 239"/>
                  <a:gd name="T57" fmla="*/ 103 h 115"/>
                  <a:gd name="T58" fmla="*/ 149 w 239"/>
                  <a:gd name="T59" fmla="*/ 108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08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3 h 115"/>
                  <a:gd name="T80" fmla="*/ 51 w 239"/>
                  <a:gd name="T81" fmla="*/ 75 h 115"/>
                  <a:gd name="T82" fmla="*/ 36 w 239"/>
                  <a:gd name="T83" fmla="*/ 68 h 115"/>
                  <a:gd name="T84" fmla="*/ 23 w 239"/>
                  <a:gd name="T85" fmla="*/ 60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7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24" y="35"/>
                    </a:lnTo>
                    <a:lnTo>
                      <a:pt x="31" y="30"/>
                    </a:lnTo>
                    <a:lnTo>
                      <a:pt x="37" y="27"/>
                    </a:lnTo>
                    <a:lnTo>
                      <a:pt x="45" y="24"/>
                    </a:lnTo>
                    <a:lnTo>
                      <a:pt x="52" y="21"/>
                    </a:lnTo>
                    <a:lnTo>
                      <a:pt x="61" y="18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7"/>
                    </a:lnTo>
                    <a:lnTo>
                      <a:pt x="85" y="5"/>
                    </a:lnTo>
                    <a:lnTo>
                      <a:pt x="89" y="3"/>
                    </a:lnTo>
                    <a:lnTo>
                      <a:pt x="93" y="2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2"/>
                    </a:lnTo>
                    <a:lnTo>
                      <a:pt x="104" y="2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0" y="4"/>
                    </a:lnTo>
                    <a:lnTo>
                      <a:pt x="112" y="5"/>
                    </a:lnTo>
                    <a:lnTo>
                      <a:pt x="114" y="7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9"/>
                    </a:lnTo>
                    <a:lnTo>
                      <a:pt x="145" y="21"/>
                    </a:lnTo>
                    <a:lnTo>
                      <a:pt x="149" y="23"/>
                    </a:lnTo>
                    <a:lnTo>
                      <a:pt x="155" y="25"/>
                    </a:lnTo>
                    <a:lnTo>
                      <a:pt x="161" y="27"/>
                    </a:lnTo>
                    <a:lnTo>
                      <a:pt x="166" y="30"/>
                    </a:lnTo>
                    <a:lnTo>
                      <a:pt x="172" y="34"/>
                    </a:lnTo>
                    <a:lnTo>
                      <a:pt x="178" y="36"/>
                    </a:lnTo>
                    <a:lnTo>
                      <a:pt x="183" y="38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4"/>
                    </a:lnTo>
                    <a:lnTo>
                      <a:pt x="220" y="55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6"/>
                    </a:lnTo>
                    <a:lnTo>
                      <a:pt x="239" y="66"/>
                    </a:lnTo>
                    <a:lnTo>
                      <a:pt x="239" y="68"/>
                    </a:lnTo>
                    <a:lnTo>
                      <a:pt x="238" y="68"/>
                    </a:lnTo>
                    <a:lnTo>
                      <a:pt x="236" y="70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5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2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0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100"/>
                    </a:lnTo>
                    <a:lnTo>
                      <a:pt x="164" y="101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8"/>
                    </a:lnTo>
                    <a:lnTo>
                      <a:pt x="143" y="110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0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5"/>
                    </a:lnTo>
                    <a:lnTo>
                      <a:pt x="66" y="83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6" y="68"/>
                    </a:lnTo>
                    <a:lnTo>
                      <a:pt x="32" y="66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69" name="Freeform 921"/>
              <p:cNvSpPr>
                <a:spLocks/>
              </p:cNvSpPr>
              <p:nvPr/>
            </p:nvSpPr>
            <p:spPr bwMode="auto">
              <a:xfrm>
                <a:off x="3014" y="2010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2 h 44"/>
                  <a:gd name="T6" fmla="*/ 81 w 90"/>
                  <a:gd name="T7" fmla="*/ 4 h 44"/>
                  <a:gd name="T8" fmla="*/ 77 w 90"/>
                  <a:gd name="T9" fmla="*/ 6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20 h 44"/>
                  <a:gd name="T18" fmla="*/ 42 w 90"/>
                  <a:gd name="T19" fmla="*/ 23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4 h 44"/>
                  <a:gd name="T26" fmla="*/ 15 w 90"/>
                  <a:gd name="T27" fmla="*/ 36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3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8 h 44"/>
                  <a:gd name="T46" fmla="*/ 21 w 90"/>
                  <a:gd name="T47" fmla="*/ 34 h 44"/>
                  <a:gd name="T48" fmla="*/ 28 w 90"/>
                  <a:gd name="T49" fmla="*/ 31 h 44"/>
                  <a:gd name="T50" fmla="*/ 35 w 90"/>
                  <a:gd name="T51" fmla="*/ 28 h 44"/>
                  <a:gd name="T52" fmla="*/ 42 w 90"/>
                  <a:gd name="T53" fmla="*/ 24 h 44"/>
                  <a:gd name="T54" fmla="*/ 50 w 90"/>
                  <a:gd name="T55" fmla="*/ 21 h 44"/>
                  <a:gd name="T56" fmla="*/ 56 w 90"/>
                  <a:gd name="T57" fmla="*/ 18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6 h 44"/>
                  <a:gd name="T66" fmla="*/ 86 w 90"/>
                  <a:gd name="T67" fmla="*/ 4 h 44"/>
                  <a:gd name="T68" fmla="*/ 90 w 90"/>
                  <a:gd name="T69" fmla="*/ 2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2"/>
                    </a:lnTo>
                    <a:lnTo>
                      <a:pt x="81" y="4"/>
                    </a:lnTo>
                    <a:lnTo>
                      <a:pt x="77" y="6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20"/>
                    </a:lnTo>
                    <a:lnTo>
                      <a:pt x="42" y="23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3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4"/>
                    </a:lnTo>
                    <a:lnTo>
                      <a:pt x="28" y="31"/>
                    </a:lnTo>
                    <a:lnTo>
                      <a:pt x="35" y="28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6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0" name="Freeform 922"/>
              <p:cNvSpPr>
                <a:spLocks/>
              </p:cNvSpPr>
              <p:nvPr/>
            </p:nvSpPr>
            <p:spPr bwMode="auto">
              <a:xfrm>
                <a:off x="3103" y="2009"/>
                <a:ext cx="13" cy="4"/>
              </a:xfrm>
              <a:custGeom>
                <a:avLst/>
                <a:gdLst>
                  <a:gd name="T0" fmla="*/ 13 w 13"/>
                  <a:gd name="T1" fmla="*/ 3 h 4"/>
                  <a:gd name="T2" fmla="*/ 13 w 13"/>
                  <a:gd name="T3" fmla="*/ 3 h 4"/>
                  <a:gd name="T4" fmla="*/ 12 w 13"/>
                  <a:gd name="T5" fmla="*/ 1 h 4"/>
                  <a:gd name="T6" fmla="*/ 10 w 13"/>
                  <a:gd name="T7" fmla="*/ 1 h 4"/>
                  <a:gd name="T8" fmla="*/ 9 w 13"/>
                  <a:gd name="T9" fmla="*/ 0 h 4"/>
                  <a:gd name="T10" fmla="*/ 6 w 13"/>
                  <a:gd name="T11" fmla="*/ 0 h 4"/>
                  <a:gd name="T12" fmla="*/ 5 w 13"/>
                  <a:gd name="T13" fmla="*/ 0 h 4"/>
                  <a:gd name="T14" fmla="*/ 3 w 13"/>
                  <a:gd name="T15" fmla="*/ 0 h 4"/>
                  <a:gd name="T16" fmla="*/ 2 w 13"/>
                  <a:gd name="T17" fmla="*/ 0 h 4"/>
                  <a:gd name="T18" fmla="*/ 0 w 13"/>
                  <a:gd name="T19" fmla="*/ 1 h 4"/>
                  <a:gd name="T20" fmla="*/ 0 w 13"/>
                  <a:gd name="T21" fmla="*/ 3 h 4"/>
                  <a:gd name="T22" fmla="*/ 2 w 13"/>
                  <a:gd name="T23" fmla="*/ 3 h 4"/>
                  <a:gd name="T24" fmla="*/ 3 w 13"/>
                  <a:gd name="T25" fmla="*/ 3 h 4"/>
                  <a:gd name="T26" fmla="*/ 5 w 13"/>
                  <a:gd name="T27" fmla="*/ 3 h 4"/>
                  <a:gd name="T28" fmla="*/ 6 w 13"/>
                  <a:gd name="T29" fmla="*/ 3 h 4"/>
                  <a:gd name="T30" fmla="*/ 9 w 13"/>
                  <a:gd name="T31" fmla="*/ 3 h 4"/>
                  <a:gd name="T32" fmla="*/ 10 w 13"/>
                  <a:gd name="T33" fmla="*/ 3 h 4"/>
                  <a:gd name="T34" fmla="*/ 11 w 13"/>
                  <a:gd name="T35" fmla="*/ 3 h 4"/>
                  <a:gd name="T36" fmla="*/ 12 w 13"/>
                  <a:gd name="T37" fmla="*/ 4 h 4"/>
                  <a:gd name="T38" fmla="*/ 13 w 13"/>
                  <a:gd name="T39" fmla="*/ 3 h 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4"/>
                  <a:gd name="T62" fmla="*/ 13 w 13"/>
                  <a:gd name="T63" fmla="*/ 4 h 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4">
                    <a:moveTo>
                      <a:pt x="13" y="3"/>
                    </a:moveTo>
                    <a:lnTo>
                      <a:pt x="13" y="3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1" name="Freeform 923"/>
              <p:cNvSpPr>
                <a:spLocks/>
              </p:cNvSpPr>
              <p:nvPr/>
            </p:nvSpPr>
            <p:spPr bwMode="auto">
              <a:xfrm>
                <a:off x="3115" y="2012"/>
                <a:ext cx="128" cy="59"/>
              </a:xfrm>
              <a:custGeom>
                <a:avLst/>
                <a:gdLst>
                  <a:gd name="T0" fmla="*/ 128 w 128"/>
                  <a:gd name="T1" fmla="*/ 58 h 59"/>
                  <a:gd name="T2" fmla="*/ 124 w 128"/>
                  <a:gd name="T3" fmla="*/ 56 h 59"/>
                  <a:gd name="T4" fmla="*/ 119 w 128"/>
                  <a:gd name="T5" fmla="*/ 53 h 59"/>
                  <a:gd name="T6" fmla="*/ 111 w 128"/>
                  <a:gd name="T7" fmla="*/ 51 h 59"/>
                  <a:gd name="T8" fmla="*/ 104 w 128"/>
                  <a:gd name="T9" fmla="*/ 47 h 59"/>
                  <a:gd name="T10" fmla="*/ 94 w 128"/>
                  <a:gd name="T11" fmla="*/ 42 h 59"/>
                  <a:gd name="T12" fmla="*/ 84 w 128"/>
                  <a:gd name="T13" fmla="*/ 38 h 59"/>
                  <a:gd name="T14" fmla="*/ 73 w 128"/>
                  <a:gd name="T15" fmla="*/ 32 h 59"/>
                  <a:gd name="T16" fmla="*/ 62 w 128"/>
                  <a:gd name="T17" fmla="*/ 27 h 59"/>
                  <a:gd name="T18" fmla="*/ 51 w 128"/>
                  <a:gd name="T19" fmla="*/ 22 h 59"/>
                  <a:gd name="T20" fmla="*/ 41 w 128"/>
                  <a:gd name="T21" fmla="*/ 18 h 59"/>
                  <a:gd name="T22" fmla="*/ 30 w 128"/>
                  <a:gd name="T23" fmla="*/ 12 h 59"/>
                  <a:gd name="T24" fmla="*/ 22 w 128"/>
                  <a:gd name="T25" fmla="*/ 8 h 59"/>
                  <a:gd name="T26" fmla="*/ 14 w 128"/>
                  <a:gd name="T27" fmla="*/ 5 h 59"/>
                  <a:gd name="T28" fmla="*/ 8 w 128"/>
                  <a:gd name="T29" fmla="*/ 3 h 59"/>
                  <a:gd name="T30" fmla="*/ 4 w 128"/>
                  <a:gd name="T31" fmla="*/ 1 h 59"/>
                  <a:gd name="T32" fmla="*/ 0 w 128"/>
                  <a:gd name="T33" fmla="*/ 2 h 59"/>
                  <a:gd name="T34" fmla="*/ 2 w 128"/>
                  <a:gd name="T35" fmla="*/ 2 h 59"/>
                  <a:gd name="T36" fmla="*/ 7 w 128"/>
                  <a:gd name="T37" fmla="*/ 4 h 59"/>
                  <a:gd name="T38" fmla="*/ 13 w 128"/>
                  <a:gd name="T39" fmla="*/ 7 h 59"/>
                  <a:gd name="T40" fmla="*/ 21 w 128"/>
                  <a:gd name="T41" fmla="*/ 10 h 59"/>
                  <a:gd name="T42" fmla="*/ 29 w 128"/>
                  <a:gd name="T43" fmla="*/ 14 h 59"/>
                  <a:gd name="T44" fmla="*/ 40 w 128"/>
                  <a:gd name="T45" fmla="*/ 20 h 59"/>
                  <a:gd name="T46" fmla="*/ 50 w 128"/>
                  <a:gd name="T47" fmla="*/ 24 h 59"/>
                  <a:gd name="T48" fmla="*/ 61 w 128"/>
                  <a:gd name="T49" fmla="*/ 28 h 59"/>
                  <a:gd name="T50" fmla="*/ 72 w 128"/>
                  <a:gd name="T51" fmla="*/ 35 h 59"/>
                  <a:gd name="T52" fmla="*/ 83 w 128"/>
                  <a:gd name="T53" fmla="*/ 39 h 59"/>
                  <a:gd name="T54" fmla="*/ 94 w 128"/>
                  <a:gd name="T55" fmla="*/ 43 h 59"/>
                  <a:gd name="T56" fmla="*/ 103 w 128"/>
                  <a:gd name="T57" fmla="*/ 48 h 59"/>
                  <a:gd name="T58" fmla="*/ 110 w 128"/>
                  <a:gd name="T59" fmla="*/ 53 h 59"/>
                  <a:gd name="T60" fmla="*/ 119 w 128"/>
                  <a:gd name="T61" fmla="*/ 55 h 59"/>
                  <a:gd name="T62" fmla="*/ 123 w 128"/>
                  <a:gd name="T63" fmla="*/ 58 h 59"/>
                  <a:gd name="T64" fmla="*/ 126 w 128"/>
                  <a:gd name="T65" fmla="*/ 59 h 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59"/>
                  <a:gd name="T101" fmla="*/ 128 w 128"/>
                  <a:gd name="T102" fmla="*/ 59 h 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59">
                    <a:moveTo>
                      <a:pt x="128" y="58"/>
                    </a:moveTo>
                    <a:lnTo>
                      <a:pt x="128" y="58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3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49"/>
                    </a:lnTo>
                    <a:lnTo>
                      <a:pt x="104" y="47"/>
                    </a:lnTo>
                    <a:lnTo>
                      <a:pt x="99" y="44"/>
                    </a:lnTo>
                    <a:lnTo>
                      <a:pt x="94" y="42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68" y="29"/>
                    </a:lnTo>
                    <a:lnTo>
                      <a:pt x="62" y="27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2"/>
                    </a:lnTo>
                    <a:lnTo>
                      <a:pt x="29" y="14"/>
                    </a:lnTo>
                    <a:lnTo>
                      <a:pt x="36" y="17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8"/>
                    </a:lnTo>
                    <a:lnTo>
                      <a:pt x="67" y="32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3"/>
                    </a:lnTo>
                    <a:lnTo>
                      <a:pt x="99" y="45"/>
                    </a:lnTo>
                    <a:lnTo>
                      <a:pt x="103" y="48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3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8"/>
                    </a:lnTo>
                    <a:lnTo>
                      <a:pt x="125" y="58"/>
                    </a:lnTo>
                    <a:lnTo>
                      <a:pt x="126" y="59"/>
                    </a:lnTo>
                    <a:lnTo>
                      <a:pt x="128" y="5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2" name="Freeform 924"/>
              <p:cNvSpPr>
                <a:spLocks/>
              </p:cNvSpPr>
              <p:nvPr/>
            </p:nvSpPr>
            <p:spPr bwMode="auto">
              <a:xfrm>
                <a:off x="3241" y="2070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6 h 11"/>
                  <a:gd name="T10" fmla="*/ 8 w 9"/>
                  <a:gd name="T11" fmla="*/ 6 h 11"/>
                  <a:gd name="T12" fmla="*/ 7 w 9"/>
                  <a:gd name="T13" fmla="*/ 2 h 11"/>
                  <a:gd name="T14" fmla="*/ 5 w 9"/>
                  <a:gd name="T15" fmla="*/ 1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6 h 11"/>
                  <a:gd name="T28" fmla="*/ 7 w 9"/>
                  <a:gd name="T29" fmla="*/ 6 h 11"/>
                  <a:gd name="T30" fmla="*/ 7 w 9"/>
                  <a:gd name="T31" fmla="*/ 6 h 11"/>
                  <a:gd name="T32" fmla="*/ 7 w 9"/>
                  <a:gd name="T33" fmla="*/ 8 h 11"/>
                  <a:gd name="T34" fmla="*/ 7 w 9"/>
                  <a:gd name="T35" fmla="*/ 8 h 11"/>
                  <a:gd name="T36" fmla="*/ 4 w 9"/>
                  <a:gd name="T37" fmla="*/ 10 h 11"/>
                  <a:gd name="T38" fmla="*/ 5 w 9"/>
                  <a:gd name="T39" fmla="*/ 1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1"/>
                  <a:gd name="T62" fmla="*/ 9 w 9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3" name="Freeform 925"/>
              <p:cNvSpPr>
                <a:spLocks/>
              </p:cNvSpPr>
              <p:nvPr/>
            </p:nvSpPr>
            <p:spPr bwMode="auto">
              <a:xfrm>
                <a:off x="3143" y="2080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0 h 46"/>
                  <a:gd name="T8" fmla="*/ 20 w 103"/>
                  <a:gd name="T9" fmla="*/ 37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3 h 46"/>
                  <a:gd name="T18" fmla="*/ 60 w 103"/>
                  <a:gd name="T19" fmla="*/ 20 h 46"/>
                  <a:gd name="T20" fmla="*/ 70 w 103"/>
                  <a:gd name="T21" fmla="*/ 17 h 46"/>
                  <a:gd name="T22" fmla="*/ 77 w 103"/>
                  <a:gd name="T23" fmla="*/ 14 h 46"/>
                  <a:gd name="T24" fmla="*/ 83 w 103"/>
                  <a:gd name="T25" fmla="*/ 11 h 46"/>
                  <a:gd name="T26" fmla="*/ 90 w 103"/>
                  <a:gd name="T27" fmla="*/ 6 h 46"/>
                  <a:gd name="T28" fmla="*/ 95 w 103"/>
                  <a:gd name="T29" fmla="*/ 4 h 46"/>
                  <a:gd name="T30" fmla="*/ 100 w 103"/>
                  <a:gd name="T31" fmla="*/ 3 h 46"/>
                  <a:gd name="T32" fmla="*/ 103 w 103"/>
                  <a:gd name="T33" fmla="*/ 2 h 46"/>
                  <a:gd name="T34" fmla="*/ 101 w 103"/>
                  <a:gd name="T35" fmla="*/ 1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6 h 46"/>
                  <a:gd name="T42" fmla="*/ 79 w 103"/>
                  <a:gd name="T43" fmla="*/ 11 h 46"/>
                  <a:gd name="T44" fmla="*/ 72 w 103"/>
                  <a:gd name="T45" fmla="*/ 14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3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7 h 46"/>
                  <a:gd name="T60" fmla="*/ 11 w 103"/>
                  <a:gd name="T61" fmla="*/ 40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3"/>
                    </a:lnTo>
                    <a:lnTo>
                      <a:pt x="57" y="22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8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5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2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9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7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4" name="Freeform 926"/>
              <p:cNvSpPr>
                <a:spLocks/>
              </p:cNvSpPr>
              <p:nvPr/>
            </p:nvSpPr>
            <p:spPr bwMode="auto">
              <a:xfrm>
                <a:off x="3129" y="2122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5" name="Freeform 927"/>
              <p:cNvSpPr>
                <a:spLocks/>
              </p:cNvSpPr>
              <p:nvPr/>
            </p:nvSpPr>
            <p:spPr bwMode="auto">
              <a:xfrm>
                <a:off x="3015" y="2061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5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0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7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59 h 62"/>
                  <a:gd name="T36" fmla="*/ 110 w 115"/>
                  <a:gd name="T37" fmla="*/ 57 h 62"/>
                  <a:gd name="T38" fmla="*/ 104 w 115"/>
                  <a:gd name="T39" fmla="*/ 54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1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5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8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0"/>
                    </a:lnTo>
                    <a:lnTo>
                      <a:pt x="79" y="43"/>
                    </a:lnTo>
                    <a:lnTo>
                      <a:pt x="83" y="46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6"/>
                    </a:lnTo>
                    <a:lnTo>
                      <a:pt x="107" y="57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59"/>
                    </a:lnTo>
                    <a:lnTo>
                      <a:pt x="112" y="58"/>
                    </a:lnTo>
                    <a:lnTo>
                      <a:pt x="110" y="57"/>
                    </a:lnTo>
                    <a:lnTo>
                      <a:pt x="107" y="56"/>
                    </a:lnTo>
                    <a:lnTo>
                      <a:pt x="104" y="54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6"/>
                    </a:lnTo>
                    <a:lnTo>
                      <a:pt x="84" y="43"/>
                    </a:lnTo>
                    <a:lnTo>
                      <a:pt x="80" y="41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6" name="Freeform 928"/>
              <p:cNvSpPr>
                <a:spLocks/>
              </p:cNvSpPr>
              <p:nvPr/>
            </p:nvSpPr>
            <p:spPr bwMode="auto">
              <a:xfrm>
                <a:off x="3010" y="2053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2 w 6"/>
                  <a:gd name="T5" fmla="*/ 1 h 9"/>
                  <a:gd name="T6" fmla="*/ 1 w 6"/>
                  <a:gd name="T7" fmla="*/ 3 h 9"/>
                  <a:gd name="T8" fmla="*/ 0 w 6"/>
                  <a:gd name="T9" fmla="*/ 3 h 9"/>
                  <a:gd name="T10" fmla="*/ 0 w 6"/>
                  <a:gd name="T11" fmla="*/ 6 h 9"/>
                  <a:gd name="T12" fmla="*/ 1 w 6"/>
                  <a:gd name="T13" fmla="*/ 7 h 9"/>
                  <a:gd name="T14" fmla="*/ 2 w 6"/>
                  <a:gd name="T15" fmla="*/ 8 h 9"/>
                  <a:gd name="T16" fmla="*/ 4 w 6"/>
                  <a:gd name="T17" fmla="*/ 8 h 9"/>
                  <a:gd name="T18" fmla="*/ 5 w 6"/>
                  <a:gd name="T19" fmla="*/ 9 h 9"/>
                  <a:gd name="T20" fmla="*/ 6 w 6"/>
                  <a:gd name="T21" fmla="*/ 8 h 9"/>
                  <a:gd name="T22" fmla="*/ 4 w 6"/>
                  <a:gd name="T23" fmla="*/ 7 h 9"/>
                  <a:gd name="T24" fmla="*/ 3 w 6"/>
                  <a:gd name="T25" fmla="*/ 6 h 9"/>
                  <a:gd name="T26" fmla="*/ 2 w 6"/>
                  <a:gd name="T27" fmla="*/ 6 h 9"/>
                  <a:gd name="T28" fmla="*/ 2 w 6"/>
                  <a:gd name="T29" fmla="*/ 3 h 9"/>
                  <a:gd name="T30" fmla="*/ 3 w 6"/>
                  <a:gd name="T31" fmla="*/ 3 h 9"/>
                  <a:gd name="T32" fmla="*/ 5 w 6"/>
                  <a:gd name="T33" fmla="*/ 1 h 9"/>
                  <a:gd name="T34" fmla="*/ 4 w 6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9"/>
                  <a:gd name="T56" fmla="*/ 6 w 6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7" name="Freeform 929"/>
              <p:cNvSpPr>
                <a:spLocks/>
              </p:cNvSpPr>
              <p:nvPr/>
            </p:nvSpPr>
            <p:spPr bwMode="auto">
              <a:xfrm>
                <a:off x="3137" y="2112"/>
                <a:ext cx="106" cy="49"/>
              </a:xfrm>
              <a:custGeom>
                <a:avLst/>
                <a:gdLst>
                  <a:gd name="T0" fmla="*/ 106 w 106"/>
                  <a:gd name="T1" fmla="*/ 0 h 49"/>
                  <a:gd name="T2" fmla="*/ 104 w 106"/>
                  <a:gd name="T3" fmla="*/ 0 h 49"/>
                  <a:gd name="T4" fmla="*/ 102 w 106"/>
                  <a:gd name="T5" fmla="*/ 1 h 49"/>
                  <a:gd name="T6" fmla="*/ 100 w 106"/>
                  <a:gd name="T7" fmla="*/ 2 h 49"/>
                  <a:gd name="T8" fmla="*/ 98 w 106"/>
                  <a:gd name="T9" fmla="*/ 3 h 49"/>
                  <a:gd name="T10" fmla="*/ 95 w 106"/>
                  <a:gd name="T11" fmla="*/ 4 h 49"/>
                  <a:gd name="T12" fmla="*/ 92 w 106"/>
                  <a:gd name="T13" fmla="*/ 5 h 49"/>
                  <a:gd name="T14" fmla="*/ 88 w 106"/>
                  <a:gd name="T15" fmla="*/ 7 h 49"/>
                  <a:gd name="T16" fmla="*/ 85 w 106"/>
                  <a:gd name="T17" fmla="*/ 10 h 49"/>
                  <a:gd name="T18" fmla="*/ 82 w 106"/>
                  <a:gd name="T19" fmla="*/ 10 h 49"/>
                  <a:gd name="T20" fmla="*/ 79 w 106"/>
                  <a:gd name="T21" fmla="*/ 13 h 49"/>
                  <a:gd name="T22" fmla="*/ 75 w 106"/>
                  <a:gd name="T23" fmla="*/ 15 h 49"/>
                  <a:gd name="T24" fmla="*/ 70 w 106"/>
                  <a:gd name="T25" fmla="*/ 16 h 49"/>
                  <a:gd name="T26" fmla="*/ 66 w 106"/>
                  <a:gd name="T27" fmla="*/ 18 h 49"/>
                  <a:gd name="T28" fmla="*/ 62 w 106"/>
                  <a:gd name="T29" fmla="*/ 20 h 49"/>
                  <a:gd name="T30" fmla="*/ 57 w 106"/>
                  <a:gd name="T31" fmla="*/ 22 h 49"/>
                  <a:gd name="T32" fmla="*/ 53 w 106"/>
                  <a:gd name="T33" fmla="*/ 23 h 49"/>
                  <a:gd name="T34" fmla="*/ 50 w 106"/>
                  <a:gd name="T35" fmla="*/ 26 h 49"/>
                  <a:gd name="T36" fmla="*/ 45 w 106"/>
                  <a:gd name="T37" fmla="*/ 29 h 49"/>
                  <a:gd name="T38" fmla="*/ 40 w 106"/>
                  <a:gd name="T39" fmla="*/ 31 h 49"/>
                  <a:gd name="T40" fmla="*/ 36 w 106"/>
                  <a:gd name="T41" fmla="*/ 32 h 49"/>
                  <a:gd name="T42" fmla="*/ 31 w 106"/>
                  <a:gd name="T43" fmla="*/ 34 h 49"/>
                  <a:gd name="T44" fmla="*/ 28 w 106"/>
                  <a:gd name="T45" fmla="*/ 36 h 49"/>
                  <a:gd name="T46" fmla="*/ 23 w 106"/>
                  <a:gd name="T47" fmla="*/ 37 h 49"/>
                  <a:gd name="T48" fmla="*/ 20 w 106"/>
                  <a:gd name="T49" fmla="*/ 39 h 49"/>
                  <a:gd name="T50" fmla="*/ 17 w 106"/>
                  <a:gd name="T51" fmla="*/ 42 h 49"/>
                  <a:gd name="T52" fmla="*/ 14 w 106"/>
                  <a:gd name="T53" fmla="*/ 42 h 49"/>
                  <a:gd name="T54" fmla="*/ 10 w 106"/>
                  <a:gd name="T55" fmla="*/ 45 h 49"/>
                  <a:gd name="T56" fmla="*/ 8 w 106"/>
                  <a:gd name="T57" fmla="*/ 46 h 49"/>
                  <a:gd name="T58" fmla="*/ 5 w 106"/>
                  <a:gd name="T59" fmla="*/ 47 h 49"/>
                  <a:gd name="T60" fmla="*/ 3 w 106"/>
                  <a:gd name="T61" fmla="*/ 48 h 49"/>
                  <a:gd name="T62" fmla="*/ 1 w 106"/>
                  <a:gd name="T63" fmla="*/ 48 h 49"/>
                  <a:gd name="T64" fmla="*/ 0 w 106"/>
                  <a:gd name="T65" fmla="*/ 49 h 49"/>
                  <a:gd name="T66" fmla="*/ 106 w 106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9"/>
                  <a:gd name="T104" fmla="*/ 106 w 106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9">
                    <a:moveTo>
                      <a:pt x="106" y="0"/>
                    </a:moveTo>
                    <a:lnTo>
                      <a:pt x="104" y="0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6"/>
                    </a:lnTo>
                    <a:lnTo>
                      <a:pt x="45" y="29"/>
                    </a:lnTo>
                    <a:lnTo>
                      <a:pt x="40" y="31"/>
                    </a:lnTo>
                    <a:lnTo>
                      <a:pt x="36" y="32"/>
                    </a:lnTo>
                    <a:lnTo>
                      <a:pt x="31" y="34"/>
                    </a:lnTo>
                    <a:lnTo>
                      <a:pt x="28" y="36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2"/>
                    </a:lnTo>
                    <a:lnTo>
                      <a:pt x="14" y="42"/>
                    </a:lnTo>
                    <a:lnTo>
                      <a:pt x="10" y="45"/>
                    </a:lnTo>
                    <a:lnTo>
                      <a:pt x="8" y="46"/>
                    </a:lnTo>
                    <a:lnTo>
                      <a:pt x="5" y="47"/>
                    </a:lnTo>
                    <a:lnTo>
                      <a:pt x="3" y="48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8" name="Freeform 930"/>
              <p:cNvSpPr>
                <a:spLocks/>
              </p:cNvSpPr>
              <p:nvPr/>
            </p:nvSpPr>
            <p:spPr bwMode="auto">
              <a:xfrm>
                <a:off x="3136" y="2112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6 h 50"/>
                  <a:gd name="T6" fmla="*/ 18 w 107"/>
                  <a:gd name="T7" fmla="*/ 42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8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3 h 50"/>
                  <a:gd name="T24" fmla="*/ 89 w 107"/>
                  <a:gd name="T25" fmla="*/ 10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10 h 50"/>
                  <a:gd name="T42" fmla="*/ 79 w 107"/>
                  <a:gd name="T43" fmla="*/ 13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9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2 h 50"/>
                  <a:gd name="T60" fmla="*/ 7 w 107"/>
                  <a:gd name="T61" fmla="*/ 45 h 50"/>
                  <a:gd name="T62" fmla="*/ 3 w 107"/>
                  <a:gd name="T63" fmla="*/ 47 h 50"/>
                  <a:gd name="T64" fmla="*/ 0 w 107"/>
                  <a:gd name="T65" fmla="*/ 49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6"/>
                    </a:lnTo>
                    <a:lnTo>
                      <a:pt x="15" y="44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30"/>
                    </a:lnTo>
                    <a:lnTo>
                      <a:pt x="49" y="28"/>
                    </a:lnTo>
                    <a:lnTo>
                      <a:pt x="54" y="26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3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2"/>
                    </a:lnTo>
                    <a:lnTo>
                      <a:pt x="105" y="0"/>
                    </a:lnTo>
                    <a:lnTo>
                      <a:pt x="104" y="1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6"/>
                    </a:lnTo>
                    <a:lnTo>
                      <a:pt x="45" y="29"/>
                    </a:lnTo>
                    <a:lnTo>
                      <a:pt x="40" y="30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7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79" name="Freeform 931"/>
              <p:cNvSpPr>
                <a:spLocks/>
              </p:cNvSpPr>
              <p:nvPr/>
            </p:nvSpPr>
            <p:spPr bwMode="auto">
              <a:xfrm>
                <a:off x="2998" y="2015"/>
                <a:ext cx="252" cy="110"/>
              </a:xfrm>
              <a:custGeom>
                <a:avLst/>
                <a:gdLst>
                  <a:gd name="T0" fmla="*/ 2 w 252"/>
                  <a:gd name="T1" fmla="*/ 29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8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6 h 110"/>
                  <a:gd name="T28" fmla="*/ 247 w 252"/>
                  <a:gd name="T29" fmla="*/ 56 h 110"/>
                  <a:gd name="T30" fmla="*/ 251 w 252"/>
                  <a:gd name="T31" fmla="*/ 60 h 110"/>
                  <a:gd name="T32" fmla="*/ 251 w 252"/>
                  <a:gd name="T33" fmla="*/ 63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3 h 110"/>
                  <a:gd name="T40" fmla="*/ 218 w 252"/>
                  <a:gd name="T41" fmla="*/ 78 h 110"/>
                  <a:gd name="T42" fmla="*/ 205 w 252"/>
                  <a:gd name="T43" fmla="*/ 83 h 110"/>
                  <a:gd name="T44" fmla="*/ 193 w 252"/>
                  <a:gd name="T45" fmla="*/ 89 h 110"/>
                  <a:gd name="T46" fmla="*/ 180 w 252"/>
                  <a:gd name="T47" fmla="*/ 94 h 110"/>
                  <a:gd name="T48" fmla="*/ 170 w 252"/>
                  <a:gd name="T49" fmla="*/ 99 h 110"/>
                  <a:gd name="T50" fmla="*/ 159 w 252"/>
                  <a:gd name="T51" fmla="*/ 103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1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2 h 110"/>
                  <a:gd name="T70" fmla="*/ 72 w 252"/>
                  <a:gd name="T71" fmla="*/ 74 h 110"/>
                  <a:gd name="T72" fmla="*/ 58 w 252"/>
                  <a:gd name="T73" fmla="*/ 66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8 h 110"/>
                  <a:gd name="T80" fmla="*/ 18 w 252"/>
                  <a:gd name="T81" fmla="*/ 46 h 110"/>
                  <a:gd name="T82" fmla="*/ 15 w 252"/>
                  <a:gd name="T83" fmla="*/ 44 h 110"/>
                  <a:gd name="T84" fmla="*/ 10 w 252"/>
                  <a:gd name="T85" fmla="*/ 40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29"/>
                    </a:lnTo>
                    <a:lnTo>
                      <a:pt x="1" y="24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8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5"/>
                    </a:lnTo>
                    <a:lnTo>
                      <a:pt x="107" y="5"/>
                    </a:lnTo>
                    <a:lnTo>
                      <a:pt x="118" y="6"/>
                    </a:lnTo>
                    <a:lnTo>
                      <a:pt x="128" y="7"/>
                    </a:lnTo>
                    <a:lnTo>
                      <a:pt x="140" y="8"/>
                    </a:lnTo>
                    <a:lnTo>
                      <a:pt x="149" y="8"/>
                    </a:lnTo>
                    <a:lnTo>
                      <a:pt x="160" y="9"/>
                    </a:lnTo>
                    <a:lnTo>
                      <a:pt x="170" y="10"/>
                    </a:lnTo>
                    <a:lnTo>
                      <a:pt x="180" y="13"/>
                    </a:lnTo>
                    <a:lnTo>
                      <a:pt x="189" y="13"/>
                    </a:lnTo>
                    <a:lnTo>
                      <a:pt x="199" y="13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6"/>
                    </a:lnTo>
                    <a:lnTo>
                      <a:pt x="245" y="45"/>
                    </a:lnTo>
                    <a:lnTo>
                      <a:pt x="246" y="55"/>
                    </a:lnTo>
                    <a:lnTo>
                      <a:pt x="247" y="56"/>
                    </a:lnTo>
                    <a:lnTo>
                      <a:pt x="249" y="57"/>
                    </a:lnTo>
                    <a:lnTo>
                      <a:pt x="250" y="58"/>
                    </a:lnTo>
                    <a:lnTo>
                      <a:pt x="251" y="60"/>
                    </a:lnTo>
                    <a:lnTo>
                      <a:pt x="252" y="61"/>
                    </a:lnTo>
                    <a:lnTo>
                      <a:pt x="252" y="62"/>
                    </a:lnTo>
                    <a:lnTo>
                      <a:pt x="251" y="63"/>
                    </a:lnTo>
                    <a:lnTo>
                      <a:pt x="249" y="64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6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1"/>
                    </a:lnTo>
                    <a:lnTo>
                      <a:pt x="230" y="73"/>
                    </a:lnTo>
                    <a:lnTo>
                      <a:pt x="226" y="74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0"/>
                    </a:lnTo>
                    <a:lnTo>
                      <a:pt x="210" y="81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3" y="89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6"/>
                    </a:lnTo>
                    <a:lnTo>
                      <a:pt x="173" y="98"/>
                    </a:lnTo>
                    <a:lnTo>
                      <a:pt x="170" y="99"/>
                    </a:lnTo>
                    <a:lnTo>
                      <a:pt x="165" y="101"/>
                    </a:lnTo>
                    <a:lnTo>
                      <a:pt x="162" y="103"/>
                    </a:lnTo>
                    <a:lnTo>
                      <a:pt x="159" y="103"/>
                    </a:lnTo>
                    <a:lnTo>
                      <a:pt x="156" y="105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5"/>
                    </a:lnTo>
                    <a:lnTo>
                      <a:pt x="127" y="103"/>
                    </a:lnTo>
                    <a:lnTo>
                      <a:pt x="124" y="101"/>
                    </a:lnTo>
                    <a:lnTo>
                      <a:pt x="122" y="101"/>
                    </a:lnTo>
                    <a:lnTo>
                      <a:pt x="118" y="99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8"/>
                    </a:lnTo>
                    <a:lnTo>
                      <a:pt x="92" y="85"/>
                    </a:lnTo>
                    <a:lnTo>
                      <a:pt x="87" y="82"/>
                    </a:lnTo>
                    <a:lnTo>
                      <a:pt x="82" y="80"/>
                    </a:lnTo>
                    <a:lnTo>
                      <a:pt x="77" y="78"/>
                    </a:lnTo>
                    <a:lnTo>
                      <a:pt x="72" y="74"/>
                    </a:lnTo>
                    <a:lnTo>
                      <a:pt x="67" y="72"/>
                    </a:lnTo>
                    <a:lnTo>
                      <a:pt x="63" y="70"/>
                    </a:lnTo>
                    <a:lnTo>
                      <a:pt x="58" y="66"/>
                    </a:lnTo>
                    <a:lnTo>
                      <a:pt x="53" y="64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7"/>
                    </a:lnTo>
                    <a:lnTo>
                      <a:pt x="36" y="55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7" y="45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2"/>
                    </a:lnTo>
                    <a:lnTo>
                      <a:pt x="12" y="41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0" name="Freeform 932"/>
              <p:cNvSpPr>
                <a:spLocks/>
              </p:cNvSpPr>
              <p:nvPr/>
            </p:nvSpPr>
            <p:spPr bwMode="auto">
              <a:xfrm>
                <a:off x="2997" y="2014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4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5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4 h 38"/>
                  <a:gd name="T24" fmla="*/ 4 w 14"/>
                  <a:gd name="T25" fmla="*/ 30 h 38"/>
                  <a:gd name="T26" fmla="*/ 2 w 14"/>
                  <a:gd name="T27" fmla="*/ 25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5 h 38"/>
                  <a:gd name="T36" fmla="*/ 14 w 14"/>
                  <a:gd name="T37" fmla="*/ 2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1" name="Freeform 933"/>
              <p:cNvSpPr>
                <a:spLocks/>
              </p:cNvSpPr>
              <p:nvPr/>
            </p:nvSpPr>
            <p:spPr bwMode="auto">
              <a:xfrm>
                <a:off x="3010" y="2014"/>
                <a:ext cx="231" cy="21"/>
              </a:xfrm>
              <a:custGeom>
                <a:avLst/>
                <a:gdLst>
                  <a:gd name="T0" fmla="*/ 231 w 231"/>
                  <a:gd name="T1" fmla="*/ 20 h 21"/>
                  <a:gd name="T2" fmla="*/ 228 w 231"/>
                  <a:gd name="T3" fmla="*/ 18 h 21"/>
                  <a:gd name="T4" fmla="*/ 221 w 231"/>
                  <a:gd name="T5" fmla="*/ 18 h 21"/>
                  <a:gd name="T6" fmla="*/ 210 w 231"/>
                  <a:gd name="T7" fmla="*/ 16 h 21"/>
                  <a:gd name="T8" fmla="*/ 195 w 231"/>
                  <a:gd name="T9" fmla="*/ 15 h 21"/>
                  <a:gd name="T10" fmla="*/ 178 w 231"/>
                  <a:gd name="T11" fmla="*/ 12 h 21"/>
                  <a:gd name="T12" fmla="*/ 158 w 231"/>
                  <a:gd name="T13" fmla="*/ 11 h 21"/>
                  <a:gd name="T14" fmla="*/ 137 w 231"/>
                  <a:gd name="T15" fmla="*/ 9 h 21"/>
                  <a:gd name="T16" fmla="*/ 116 w 231"/>
                  <a:gd name="T17" fmla="*/ 8 h 21"/>
                  <a:gd name="T18" fmla="*/ 96 w 231"/>
                  <a:gd name="T19" fmla="*/ 5 h 21"/>
                  <a:gd name="T20" fmla="*/ 74 w 231"/>
                  <a:gd name="T21" fmla="*/ 5 h 21"/>
                  <a:gd name="T22" fmla="*/ 55 w 231"/>
                  <a:gd name="T23" fmla="*/ 2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2 h 21"/>
                  <a:gd name="T40" fmla="*/ 38 w 231"/>
                  <a:gd name="T41" fmla="*/ 3 h 21"/>
                  <a:gd name="T42" fmla="*/ 55 w 231"/>
                  <a:gd name="T43" fmla="*/ 5 h 21"/>
                  <a:gd name="T44" fmla="*/ 74 w 231"/>
                  <a:gd name="T45" fmla="*/ 5 h 21"/>
                  <a:gd name="T46" fmla="*/ 96 w 231"/>
                  <a:gd name="T47" fmla="*/ 8 h 21"/>
                  <a:gd name="T48" fmla="*/ 116 w 231"/>
                  <a:gd name="T49" fmla="*/ 9 h 21"/>
                  <a:gd name="T50" fmla="*/ 137 w 231"/>
                  <a:gd name="T51" fmla="*/ 11 h 21"/>
                  <a:gd name="T52" fmla="*/ 158 w 231"/>
                  <a:gd name="T53" fmla="*/ 12 h 21"/>
                  <a:gd name="T54" fmla="*/ 178 w 231"/>
                  <a:gd name="T55" fmla="*/ 15 h 21"/>
                  <a:gd name="T56" fmla="*/ 195 w 231"/>
                  <a:gd name="T57" fmla="*/ 16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29 w 231"/>
                  <a:gd name="T65" fmla="*/ 20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0"/>
                    </a:moveTo>
                    <a:lnTo>
                      <a:pt x="231" y="20"/>
                    </a:lnTo>
                    <a:lnTo>
                      <a:pt x="230" y="18"/>
                    </a:lnTo>
                    <a:lnTo>
                      <a:pt x="228" y="18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6"/>
                    </a:lnTo>
                    <a:lnTo>
                      <a:pt x="210" y="16"/>
                    </a:lnTo>
                    <a:lnTo>
                      <a:pt x="202" y="15"/>
                    </a:lnTo>
                    <a:lnTo>
                      <a:pt x="195" y="15"/>
                    </a:lnTo>
                    <a:lnTo>
                      <a:pt x="187" y="14"/>
                    </a:lnTo>
                    <a:lnTo>
                      <a:pt x="178" y="12"/>
                    </a:lnTo>
                    <a:lnTo>
                      <a:pt x="167" y="11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8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5"/>
                    </a:lnTo>
                    <a:lnTo>
                      <a:pt x="65" y="3"/>
                    </a:lnTo>
                    <a:lnTo>
                      <a:pt x="55" y="2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2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5"/>
                    </a:lnTo>
                    <a:lnTo>
                      <a:pt x="74" y="5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8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1"/>
                    </a:lnTo>
                    <a:lnTo>
                      <a:pt x="158" y="12"/>
                    </a:lnTo>
                    <a:lnTo>
                      <a:pt x="167" y="14"/>
                    </a:lnTo>
                    <a:lnTo>
                      <a:pt x="178" y="15"/>
                    </a:lnTo>
                    <a:lnTo>
                      <a:pt x="187" y="15"/>
                    </a:lnTo>
                    <a:lnTo>
                      <a:pt x="195" y="16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8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29" y="20"/>
                    </a:lnTo>
                    <a:lnTo>
                      <a:pt x="23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2" name="Freeform 934"/>
              <p:cNvSpPr>
                <a:spLocks/>
              </p:cNvSpPr>
              <p:nvPr/>
            </p:nvSpPr>
            <p:spPr bwMode="auto">
              <a:xfrm>
                <a:off x="3239" y="2035"/>
                <a:ext cx="5" cy="35"/>
              </a:xfrm>
              <a:custGeom>
                <a:avLst/>
                <a:gdLst>
                  <a:gd name="T0" fmla="*/ 4 w 5"/>
                  <a:gd name="T1" fmla="*/ 33 h 35"/>
                  <a:gd name="T2" fmla="*/ 5 w 5"/>
                  <a:gd name="T3" fmla="*/ 34 h 35"/>
                  <a:gd name="T4" fmla="*/ 4 w 5"/>
                  <a:gd name="T5" fmla="*/ 26 h 35"/>
                  <a:gd name="T6" fmla="*/ 4 w 5"/>
                  <a:gd name="T7" fmla="*/ 16 h 35"/>
                  <a:gd name="T8" fmla="*/ 2 w 5"/>
                  <a:gd name="T9" fmla="*/ 9 h 35"/>
                  <a:gd name="T10" fmla="*/ 2 w 5"/>
                  <a:gd name="T11" fmla="*/ 0 h 35"/>
                  <a:gd name="T12" fmla="*/ 0 w 5"/>
                  <a:gd name="T13" fmla="*/ 0 h 35"/>
                  <a:gd name="T14" fmla="*/ 0 w 5"/>
                  <a:gd name="T15" fmla="*/ 9 h 35"/>
                  <a:gd name="T16" fmla="*/ 1 w 5"/>
                  <a:gd name="T17" fmla="*/ 16 h 35"/>
                  <a:gd name="T18" fmla="*/ 1 w 5"/>
                  <a:gd name="T19" fmla="*/ 26 h 35"/>
                  <a:gd name="T20" fmla="*/ 2 w 5"/>
                  <a:gd name="T21" fmla="*/ 34 h 35"/>
                  <a:gd name="T22" fmla="*/ 4 w 5"/>
                  <a:gd name="T23" fmla="*/ 35 h 35"/>
                  <a:gd name="T24" fmla="*/ 2 w 5"/>
                  <a:gd name="T25" fmla="*/ 34 h 35"/>
                  <a:gd name="T26" fmla="*/ 2 w 5"/>
                  <a:gd name="T27" fmla="*/ 35 h 35"/>
                  <a:gd name="T28" fmla="*/ 4 w 5"/>
                  <a:gd name="T29" fmla="*/ 35 h 35"/>
                  <a:gd name="T30" fmla="*/ 4 w 5"/>
                  <a:gd name="T31" fmla="*/ 33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5"/>
                  <a:gd name="T50" fmla="*/ 5 w 5"/>
                  <a:gd name="T51" fmla="*/ 35 h 3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5">
                    <a:moveTo>
                      <a:pt x="4" y="33"/>
                    </a:moveTo>
                    <a:lnTo>
                      <a:pt x="5" y="34"/>
                    </a:lnTo>
                    <a:lnTo>
                      <a:pt x="4" y="26"/>
                    </a:lnTo>
                    <a:lnTo>
                      <a:pt x="4" y="16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1" y="26"/>
                    </a:lnTo>
                    <a:lnTo>
                      <a:pt x="2" y="34"/>
                    </a:lnTo>
                    <a:lnTo>
                      <a:pt x="4" y="35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3" name="Freeform 935"/>
              <p:cNvSpPr>
                <a:spLocks/>
              </p:cNvSpPr>
              <p:nvPr/>
            </p:nvSpPr>
            <p:spPr bwMode="auto">
              <a:xfrm>
                <a:off x="3241" y="2069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9 h 12"/>
                  <a:gd name="T8" fmla="*/ 9 w 9"/>
                  <a:gd name="T9" fmla="*/ 8 h 12"/>
                  <a:gd name="T10" fmla="*/ 8 w 9"/>
                  <a:gd name="T11" fmla="*/ 4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2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4 h 12"/>
                  <a:gd name="T28" fmla="*/ 7 w 9"/>
                  <a:gd name="T29" fmla="*/ 7 h 12"/>
                  <a:gd name="T30" fmla="*/ 7 w 9"/>
                  <a:gd name="T31" fmla="*/ 8 h 12"/>
                  <a:gd name="T32" fmla="*/ 7 w 9"/>
                  <a:gd name="T33" fmla="*/ 9 h 12"/>
                  <a:gd name="T34" fmla="*/ 4 w 9"/>
                  <a:gd name="T35" fmla="*/ 11 h 12"/>
                  <a:gd name="T36" fmla="*/ 5 w 9"/>
                  <a:gd name="T37" fmla="*/ 12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2"/>
                  <a:gd name="T59" fmla="*/ 9 w 9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4" name="Freeform 936"/>
              <p:cNvSpPr>
                <a:spLocks/>
              </p:cNvSpPr>
              <p:nvPr/>
            </p:nvSpPr>
            <p:spPr bwMode="auto">
              <a:xfrm>
                <a:off x="3143" y="2078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0 h 47"/>
                  <a:gd name="T8" fmla="*/ 20 w 103"/>
                  <a:gd name="T9" fmla="*/ 38 h 47"/>
                  <a:gd name="T10" fmla="*/ 27 w 103"/>
                  <a:gd name="T11" fmla="*/ 35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4 h 47"/>
                  <a:gd name="T18" fmla="*/ 61 w 103"/>
                  <a:gd name="T19" fmla="*/ 20 h 47"/>
                  <a:gd name="T20" fmla="*/ 70 w 103"/>
                  <a:gd name="T21" fmla="*/ 17 h 47"/>
                  <a:gd name="T22" fmla="*/ 77 w 103"/>
                  <a:gd name="T23" fmla="*/ 14 h 47"/>
                  <a:gd name="T24" fmla="*/ 83 w 103"/>
                  <a:gd name="T25" fmla="*/ 10 h 47"/>
                  <a:gd name="T26" fmla="*/ 90 w 103"/>
                  <a:gd name="T27" fmla="*/ 6 h 47"/>
                  <a:gd name="T28" fmla="*/ 96 w 103"/>
                  <a:gd name="T29" fmla="*/ 4 h 47"/>
                  <a:gd name="T30" fmla="*/ 100 w 103"/>
                  <a:gd name="T31" fmla="*/ 3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2 h 47"/>
                  <a:gd name="T38" fmla="*/ 92 w 103"/>
                  <a:gd name="T39" fmla="*/ 4 h 47"/>
                  <a:gd name="T40" fmla="*/ 86 w 103"/>
                  <a:gd name="T41" fmla="*/ 6 h 47"/>
                  <a:gd name="T42" fmla="*/ 79 w 103"/>
                  <a:gd name="T43" fmla="*/ 10 h 47"/>
                  <a:gd name="T44" fmla="*/ 72 w 103"/>
                  <a:gd name="T45" fmla="*/ 14 h 47"/>
                  <a:gd name="T46" fmla="*/ 64 w 103"/>
                  <a:gd name="T47" fmla="*/ 17 h 47"/>
                  <a:gd name="T48" fmla="*/ 56 w 103"/>
                  <a:gd name="T49" fmla="*/ 20 h 47"/>
                  <a:gd name="T50" fmla="*/ 47 w 103"/>
                  <a:gd name="T51" fmla="*/ 24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5 h 47"/>
                  <a:gd name="T58" fmla="*/ 16 w 103"/>
                  <a:gd name="T59" fmla="*/ 38 h 47"/>
                  <a:gd name="T60" fmla="*/ 11 w 103"/>
                  <a:gd name="T61" fmla="*/ 40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2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7" y="9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6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0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2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5" name="Freeform 937"/>
              <p:cNvSpPr>
                <a:spLocks/>
              </p:cNvSpPr>
              <p:nvPr/>
            </p:nvSpPr>
            <p:spPr bwMode="auto">
              <a:xfrm>
                <a:off x="3129" y="2120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4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4 h 6"/>
                  <a:gd name="T22" fmla="*/ 11 w 14"/>
                  <a:gd name="T23" fmla="*/ 4 h 6"/>
                  <a:gd name="T24" fmla="*/ 10 w 14"/>
                  <a:gd name="T25" fmla="*/ 4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2 h 6"/>
                  <a:gd name="T32" fmla="*/ 2 w 14"/>
                  <a:gd name="T33" fmla="*/ 2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6" name="Freeform 938"/>
              <p:cNvSpPr>
                <a:spLocks/>
              </p:cNvSpPr>
              <p:nvPr/>
            </p:nvSpPr>
            <p:spPr bwMode="auto">
              <a:xfrm>
                <a:off x="3015" y="2060"/>
                <a:ext cx="115" cy="63"/>
              </a:xfrm>
              <a:custGeom>
                <a:avLst/>
                <a:gdLst>
                  <a:gd name="T0" fmla="*/ 0 w 115"/>
                  <a:gd name="T1" fmla="*/ 2 h 63"/>
                  <a:gd name="T2" fmla="*/ 2 w 115"/>
                  <a:gd name="T3" fmla="*/ 3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2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5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1 h 63"/>
                  <a:gd name="T22" fmla="*/ 83 w 115"/>
                  <a:gd name="T23" fmla="*/ 47 h 63"/>
                  <a:gd name="T24" fmla="*/ 93 w 115"/>
                  <a:gd name="T25" fmla="*/ 52 h 63"/>
                  <a:gd name="T26" fmla="*/ 99 w 115"/>
                  <a:gd name="T27" fmla="*/ 55 h 63"/>
                  <a:gd name="T28" fmla="*/ 107 w 115"/>
                  <a:gd name="T29" fmla="*/ 58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0 h 63"/>
                  <a:gd name="T36" fmla="*/ 110 w 115"/>
                  <a:gd name="T37" fmla="*/ 58 h 63"/>
                  <a:gd name="T38" fmla="*/ 104 w 115"/>
                  <a:gd name="T39" fmla="*/ 55 h 63"/>
                  <a:gd name="T40" fmla="*/ 97 w 115"/>
                  <a:gd name="T41" fmla="*/ 52 h 63"/>
                  <a:gd name="T42" fmla="*/ 90 w 115"/>
                  <a:gd name="T43" fmla="*/ 47 h 63"/>
                  <a:gd name="T44" fmla="*/ 80 w 115"/>
                  <a:gd name="T45" fmla="*/ 42 h 63"/>
                  <a:gd name="T46" fmla="*/ 70 w 115"/>
                  <a:gd name="T47" fmla="*/ 37 h 63"/>
                  <a:gd name="T48" fmla="*/ 61 w 115"/>
                  <a:gd name="T49" fmla="*/ 33 h 63"/>
                  <a:gd name="T50" fmla="*/ 51 w 115"/>
                  <a:gd name="T51" fmla="*/ 26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2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3"/>
                    </a:lnTo>
                    <a:lnTo>
                      <a:pt x="83" y="47"/>
                    </a:lnTo>
                    <a:lnTo>
                      <a:pt x="88" y="50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50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3"/>
                    </a:lnTo>
                    <a:lnTo>
                      <a:pt x="55" y="28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9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7" name="Freeform 939"/>
              <p:cNvSpPr>
                <a:spLocks/>
              </p:cNvSpPr>
              <p:nvPr/>
            </p:nvSpPr>
            <p:spPr bwMode="auto">
              <a:xfrm>
                <a:off x="3003" y="2051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3 h 11"/>
                  <a:gd name="T6" fmla="*/ 2 w 13"/>
                  <a:gd name="T7" fmla="*/ 5 h 11"/>
                  <a:gd name="T8" fmla="*/ 5 w 13"/>
                  <a:gd name="T9" fmla="*/ 5 h 11"/>
                  <a:gd name="T10" fmla="*/ 7 w 13"/>
                  <a:gd name="T11" fmla="*/ 8 h 11"/>
                  <a:gd name="T12" fmla="*/ 8 w 13"/>
                  <a:gd name="T13" fmla="*/ 9 h 11"/>
                  <a:gd name="T14" fmla="*/ 9 w 13"/>
                  <a:gd name="T15" fmla="*/ 9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9 h 11"/>
                  <a:gd name="T22" fmla="*/ 11 w 13"/>
                  <a:gd name="T23" fmla="*/ 9 h 11"/>
                  <a:gd name="T24" fmla="*/ 10 w 13"/>
                  <a:gd name="T25" fmla="*/ 8 h 11"/>
                  <a:gd name="T26" fmla="*/ 9 w 13"/>
                  <a:gd name="T27" fmla="*/ 5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3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8" name="Freeform 940"/>
              <p:cNvSpPr>
                <a:spLocks/>
              </p:cNvSpPr>
              <p:nvPr/>
            </p:nvSpPr>
            <p:spPr bwMode="auto">
              <a:xfrm>
                <a:off x="3132" y="2083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9 h 41"/>
                  <a:gd name="T8" fmla="*/ 4 w 10"/>
                  <a:gd name="T9" fmla="*/ 36 h 41"/>
                  <a:gd name="T10" fmla="*/ 4 w 10"/>
                  <a:gd name="T11" fmla="*/ 33 h 41"/>
                  <a:gd name="T12" fmla="*/ 2 w 10"/>
                  <a:gd name="T13" fmla="*/ 30 h 41"/>
                  <a:gd name="T14" fmla="*/ 0 w 10"/>
                  <a:gd name="T15" fmla="*/ 27 h 41"/>
                  <a:gd name="T16" fmla="*/ 0 w 10"/>
                  <a:gd name="T17" fmla="*/ 25 h 41"/>
                  <a:gd name="T18" fmla="*/ 0 w 10"/>
                  <a:gd name="T19" fmla="*/ 20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9 h 41"/>
                  <a:gd name="T26" fmla="*/ 4 w 10"/>
                  <a:gd name="T27" fmla="*/ 5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3"/>
                    </a:lnTo>
                    <a:lnTo>
                      <a:pt x="2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89" name="Freeform 941"/>
              <p:cNvSpPr>
                <a:spLocks/>
              </p:cNvSpPr>
              <p:nvPr/>
            </p:nvSpPr>
            <p:spPr bwMode="auto">
              <a:xfrm>
                <a:off x="3132" y="2108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2 h 17"/>
                  <a:gd name="T6" fmla="*/ 2 w 10"/>
                  <a:gd name="T7" fmla="*/ 5 h 17"/>
                  <a:gd name="T8" fmla="*/ 2 w 10"/>
                  <a:gd name="T9" fmla="*/ 8 h 17"/>
                  <a:gd name="T10" fmla="*/ 3 w 10"/>
                  <a:gd name="T11" fmla="*/ 10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4 h 17"/>
                  <a:gd name="T26" fmla="*/ 6 w 10"/>
                  <a:gd name="T27" fmla="*/ 12 h 17"/>
                  <a:gd name="T28" fmla="*/ 5 w 10"/>
                  <a:gd name="T29" fmla="*/ 10 h 17"/>
                  <a:gd name="T30" fmla="*/ 4 w 10"/>
                  <a:gd name="T31" fmla="*/ 8 h 17"/>
                  <a:gd name="T32" fmla="*/ 3 w 10"/>
                  <a:gd name="T33" fmla="*/ 5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0" name="Freeform 942"/>
              <p:cNvSpPr>
                <a:spLocks/>
              </p:cNvSpPr>
              <p:nvPr/>
            </p:nvSpPr>
            <p:spPr bwMode="auto">
              <a:xfrm>
                <a:off x="3132" y="2082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2 h 26"/>
                  <a:gd name="T4" fmla="*/ 4 w 9"/>
                  <a:gd name="T5" fmla="*/ 3 h 26"/>
                  <a:gd name="T6" fmla="*/ 3 w 9"/>
                  <a:gd name="T7" fmla="*/ 6 h 26"/>
                  <a:gd name="T8" fmla="*/ 2 w 9"/>
                  <a:gd name="T9" fmla="*/ 10 h 26"/>
                  <a:gd name="T10" fmla="*/ 0 w 9"/>
                  <a:gd name="T11" fmla="*/ 14 h 26"/>
                  <a:gd name="T12" fmla="*/ 0 w 9"/>
                  <a:gd name="T13" fmla="*/ 17 h 26"/>
                  <a:gd name="T14" fmla="*/ 0 w 9"/>
                  <a:gd name="T15" fmla="*/ 21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1 h 26"/>
                  <a:gd name="T22" fmla="*/ 3 w 9"/>
                  <a:gd name="T23" fmla="*/ 17 h 26"/>
                  <a:gd name="T24" fmla="*/ 3 w 9"/>
                  <a:gd name="T25" fmla="*/ 14 h 26"/>
                  <a:gd name="T26" fmla="*/ 4 w 9"/>
                  <a:gd name="T27" fmla="*/ 10 h 26"/>
                  <a:gd name="T28" fmla="*/ 4 w 9"/>
                  <a:gd name="T29" fmla="*/ 6 h 26"/>
                  <a:gd name="T30" fmla="*/ 6 w 9"/>
                  <a:gd name="T31" fmla="*/ 4 h 26"/>
                  <a:gd name="T32" fmla="*/ 7 w 9"/>
                  <a:gd name="T33" fmla="*/ 3 h 26"/>
                  <a:gd name="T34" fmla="*/ 9 w 9"/>
                  <a:gd name="T35" fmla="*/ 2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1" name="Freeform 943"/>
              <p:cNvSpPr>
                <a:spLocks/>
              </p:cNvSpPr>
              <p:nvPr/>
            </p:nvSpPr>
            <p:spPr bwMode="auto">
              <a:xfrm>
                <a:off x="3011" y="1968"/>
                <a:ext cx="239" cy="115"/>
              </a:xfrm>
              <a:custGeom>
                <a:avLst/>
                <a:gdLst>
                  <a:gd name="T0" fmla="*/ 8 w 239"/>
                  <a:gd name="T1" fmla="*/ 41 h 115"/>
                  <a:gd name="T2" fmla="*/ 24 w 239"/>
                  <a:gd name="T3" fmla="*/ 34 h 115"/>
                  <a:gd name="T4" fmla="*/ 45 w 239"/>
                  <a:gd name="T5" fmla="*/ 23 h 115"/>
                  <a:gd name="T6" fmla="*/ 67 w 239"/>
                  <a:gd name="T7" fmla="*/ 14 h 115"/>
                  <a:gd name="T8" fmla="*/ 85 w 239"/>
                  <a:gd name="T9" fmla="*/ 4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1 h 115"/>
                  <a:gd name="T16" fmla="*/ 108 w 239"/>
                  <a:gd name="T17" fmla="*/ 2 h 115"/>
                  <a:gd name="T18" fmla="*/ 114 w 239"/>
                  <a:gd name="T19" fmla="*/ 5 h 115"/>
                  <a:gd name="T20" fmla="*/ 126 w 239"/>
                  <a:gd name="T21" fmla="*/ 10 h 115"/>
                  <a:gd name="T22" fmla="*/ 140 w 239"/>
                  <a:gd name="T23" fmla="*/ 18 h 115"/>
                  <a:gd name="T24" fmla="*/ 155 w 239"/>
                  <a:gd name="T25" fmla="*/ 24 h 115"/>
                  <a:gd name="T26" fmla="*/ 172 w 239"/>
                  <a:gd name="T27" fmla="*/ 33 h 115"/>
                  <a:gd name="T28" fmla="*/ 188 w 239"/>
                  <a:gd name="T29" fmla="*/ 40 h 115"/>
                  <a:gd name="T30" fmla="*/ 204 w 239"/>
                  <a:gd name="T31" fmla="*/ 48 h 115"/>
                  <a:gd name="T32" fmla="*/ 217 w 239"/>
                  <a:gd name="T33" fmla="*/ 53 h 115"/>
                  <a:gd name="T34" fmla="*/ 226 w 239"/>
                  <a:gd name="T35" fmla="*/ 57 h 115"/>
                  <a:gd name="T36" fmla="*/ 233 w 239"/>
                  <a:gd name="T37" fmla="*/ 61 h 115"/>
                  <a:gd name="T38" fmla="*/ 237 w 239"/>
                  <a:gd name="T39" fmla="*/ 63 h 115"/>
                  <a:gd name="T40" fmla="*/ 239 w 239"/>
                  <a:gd name="T41" fmla="*/ 67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1 h 115"/>
                  <a:gd name="T50" fmla="*/ 197 w 239"/>
                  <a:gd name="T51" fmla="*/ 87 h 115"/>
                  <a:gd name="T52" fmla="*/ 184 w 239"/>
                  <a:gd name="T53" fmla="*/ 93 h 115"/>
                  <a:gd name="T54" fmla="*/ 172 w 239"/>
                  <a:gd name="T55" fmla="*/ 98 h 115"/>
                  <a:gd name="T56" fmla="*/ 160 w 239"/>
                  <a:gd name="T57" fmla="*/ 104 h 115"/>
                  <a:gd name="T58" fmla="*/ 149 w 239"/>
                  <a:gd name="T59" fmla="*/ 109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10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2 h 115"/>
                  <a:gd name="T80" fmla="*/ 51 w 239"/>
                  <a:gd name="T81" fmla="*/ 74 h 115"/>
                  <a:gd name="T82" fmla="*/ 36 w 239"/>
                  <a:gd name="T83" fmla="*/ 67 h 115"/>
                  <a:gd name="T84" fmla="*/ 23 w 239"/>
                  <a:gd name="T85" fmla="*/ 61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8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4"/>
                    </a:lnTo>
                    <a:lnTo>
                      <a:pt x="8" y="41"/>
                    </a:lnTo>
                    <a:lnTo>
                      <a:pt x="14" y="39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2"/>
                    </a:lnTo>
                    <a:lnTo>
                      <a:pt x="37" y="27"/>
                    </a:lnTo>
                    <a:lnTo>
                      <a:pt x="45" y="23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0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7"/>
                    </a:lnTo>
                    <a:lnTo>
                      <a:pt x="123" y="8"/>
                    </a:lnTo>
                    <a:lnTo>
                      <a:pt x="126" y="10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4"/>
                    </a:lnTo>
                    <a:lnTo>
                      <a:pt x="161" y="26"/>
                    </a:lnTo>
                    <a:lnTo>
                      <a:pt x="166" y="31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8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3"/>
                    </a:lnTo>
                    <a:lnTo>
                      <a:pt x="220" y="55"/>
                    </a:lnTo>
                    <a:lnTo>
                      <a:pt x="223" y="56"/>
                    </a:lnTo>
                    <a:lnTo>
                      <a:pt x="226" y="57"/>
                    </a:lnTo>
                    <a:lnTo>
                      <a:pt x="228" y="58"/>
                    </a:lnTo>
                    <a:lnTo>
                      <a:pt x="232" y="60"/>
                    </a:lnTo>
                    <a:lnTo>
                      <a:pt x="233" y="61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69"/>
                    </a:lnTo>
                    <a:lnTo>
                      <a:pt x="235" y="71"/>
                    </a:lnTo>
                    <a:lnTo>
                      <a:pt x="234" y="71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9"/>
                    </a:lnTo>
                    <a:lnTo>
                      <a:pt x="213" y="80"/>
                    </a:lnTo>
                    <a:lnTo>
                      <a:pt x="209" y="81"/>
                    </a:lnTo>
                    <a:lnTo>
                      <a:pt x="205" y="83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3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99"/>
                    </a:lnTo>
                    <a:lnTo>
                      <a:pt x="164" y="101"/>
                    </a:lnTo>
                    <a:lnTo>
                      <a:pt x="160" y="104"/>
                    </a:lnTo>
                    <a:lnTo>
                      <a:pt x="157" y="104"/>
                    </a:lnTo>
                    <a:lnTo>
                      <a:pt x="152" y="107"/>
                    </a:lnTo>
                    <a:lnTo>
                      <a:pt x="149" y="109"/>
                    </a:lnTo>
                    <a:lnTo>
                      <a:pt x="146" y="110"/>
                    </a:lnTo>
                    <a:lnTo>
                      <a:pt x="143" y="111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1"/>
                    </a:lnTo>
                    <a:lnTo>
                      <a:pt x="114" y="110"/>
                    </a:lnTo>
                    <a:lnTo>
                      <a:pt x="112" y="108"/>
                    </a:lnTo>
                    <a:lnTo>
                      <a:pt x="109" y="107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4"/>
                    </a:lnTo>
                    <a:lnTo>
                      <a:pt x="80" y="91"/>
                    </a:lnTo>
                    <a:lnTo>
                      <a:pt x="74" y="88"/>
                    </a:lnTo>
                    <a:lnTo>
                      <a:pt x="70" y="85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8"/>
                    </a:lnTo>
                    <a:lnTo>
                      <a:pt x="51" y="74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3"/>
                    </a:lnTo>
                    <a:lnTo>
                      <a:pt x="23" y="61"/>
                    </a:lnTo>
                    <a:lnTo>
                      <a:pt x="20" y="58"/>
                    </a:lnTo>
                    <a:lnTo>
                      <a:pt x="17" y="56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50"/>
                    </a:lnTo>
                    <a:lnTo>
                      <a:pt x="2" y="48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2" name="Freeform 944"/>
              <p:cNvSpPr>
                <a:spLocks/>
              </p:cNvSpPr>
              <p:nvPr/>
            </p:nvSpPr>
            <p:spPr bwMode="auto">
              <a:xfrm>
                <a:off x="3014" y="1968"/>
                <a:ext cx="90" cy="45"/>
              </a:xfrm>
              <a:custGeom>
                <a:avLst/>
                <a:gdLst>
                  <a:gd name="T0" fmla="*/ 89 w 90"/>
                  <a:gd name="T1" fmla="*/ 0 h 45"/>
                  <a:gd name="T2" fmla="*/ 89 w 90"/>
                  <a:gd name="T3" fmla="*/ 0 h 45"/>
                  <a:gd name="T4" fmla="*/ 85 w 90"/>
                  <a:gd name="T5" fmla="*/ 1 h 45"/>
                  <a:gd name="T6" fmla="*/ 81 w 90"/>
                  <a:gd name="T7" fmla="*/ 3 h 45"/>
                  <a:gd name="T8" fmla="*/ 77 w 90"/>
                  <a:gd name="T9" fmla="*/ 5 h 45"/>
                  <a:gd name="T10" fmla="*/ 69 w 90"/>
                  <a:gd name="T11" fmla="*/ 8 h 45"/>
                  <a:gd name="T12" fmla="*/ 63 w 90"/>
                  <a:gd name="T13" fmla="*/ 13 h 45"/>
                  <a:gd name="T14" fmla="*/ 55 w 90"/>
                  <a:gd name="T15" fmla="*/ 16 h 45"/>
                  <a:gd name="T16" fmla="*/ 49 w 90"/>
                  <a:gd name="T17" fmla="*/ 19 h 45"/>
                  <a:gd name="T18" fmla="*/ 42 w 90"/>
                  <a:gd name="T19" fmla="*/ 22 h 45"/>
                  <a:gd name="T20" fmla="*/ 34 w 90"/>
                  <a:gd name="T21" fmla="*/ 26 h 45"/>
                  <a:gd name="T22" fmla="*/ 28 w 90"/>
                  <a:gd name="T23" fmla="*/ 30 h 45"/>
                  <a:gd name="T24" fmla="*/ 20 w 90"/>
                  <a:gd name="T25" fmla="*/ 34 h 45"/>
                  <a:gd name="T26" fmla="*/ 15 w 90"/>
                  <a:gd name="T27" fmla="*/ 36 h 45"/>
                  <a:gd name="T28" fmla="*/ 8 w 90"/>
                  <a:gd name="T29" fmla="*/ 39 h 45"/>
                  <a:gd name="T30" fmla="*/ 4 w 90"/>
                  <a:gd name="T31" fmla="*/ 40 h 45"/>
                  <a:gd name="T32" fmla="*/ 2 w 90"/>
                  <a:gd name="T33" fmla="*/ 42 h 45"/>
                  <a:gd name="T34" fmla="*/ 0 w 90"/>
                  <a:gd name="T35" fmla="*/ 42 h 45"/>
                  <a:gd name="T36" fmla="*/ 1 w 90"/>
                  <a:gd name="T37" fmla="*/ 45 h 45"/>
                  <a:gd name="T38" fmla="*/ 2 w 90"/>
                  <a:gd name="T39" fmla="*/ 44 h 45"/>
                  <a:gd name="T40" fmla="*/ 5 w 90"/>
                  <a:gd name="T41" fmla="*/ 42 h 45"/>
                  <a:gd name="T42" fmla="*/ 11 w 90"/>
                  <a:gd name="T43" fmla="*/ 40 h 45"/>
                  <a:gd name="T44" fmla="*/ 15 w 90"/>
                  <a:gd name="T45" fmla="*/ 38 h 45"/>
                  <a:gd name="T46" fmla="*/ 21 w 90"/>
                  <a:gd name="T47" fmla="*/ 35 h 45"/>
                  <a:gd name="T48" fmla="*/ 28 w 90"/>
                  <a:gd name="T49" fmla="*/ 32 h 45"/>
                  <a:gd name="T50" fmla="*/ 35 w 90"/>
                  <a:gd name="T51" fmla="*/ 27 h 45"/>
                  <a:gd name="T52" fmla="*/ 42 w 90"/>
                  <a:gd name="T53" fmla="*/ 24 h 45"/>
                  <a:gd name="T54" fmla="*/ 50 w 90"/>
                  <a:gd name="T55" fmla="*/ 21 h 45"/>
                  <a:gd name="T56" fmla="*/ 56 w 90"/>
                  <a:gd name="T57" fmla="*/ 18 h 45"/>
                  <a:gd name="T58" fmla="*/ 63 w 90"/>
                  <a:gd name="T59" fmla="*/ 15 h 45"/>
                  <a:gd name="T60" fmla="*/ 70 w 90"/>
                  <a:gd name="T61" fmla="*/ 10 h 45"/>
                  <a:gd name="T62" fmla="*/ 77 w 90"/>
                  <a:gd name="T63" fmla="*/ 7 h 45"/>
                  <a:gd name="T64" fmla="*/ 82 w 90"/>
                  <a:gd name="T65" fmla="*/ 5 h 45"/>
                  <a:gd name="T66" fmla="*/ 86 w 90"/>
                  <a:gd name="T67" fmla="*/ 3 h 45"/>
                  <a:gd name="T68" fmla="*/ 90 w 90"/>
                  <a:gd name="T69" fmla="*/ 1 h 45"/>
                  <a:gd name="T70" fmla="*/ 89 w 90"/>
                  <a:gd name="T71" fmla="*/ 0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5"/>
                  <a:gd name="T110" fmla="*/ 90 w 90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5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8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30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5"/>
                    </a:lnTo>
                    <a:lnTo>
                      <a:pt x="28" y="32"/>
                    </a:lnTo>
                    <a:lnTo>
                      <a:pt x="35" y="27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5"/>
                    </a:lnTo>
                    <a:lnTo>
                      <a:pt x="70" y="10"/>
                    </a:lnTo>
                    <a:lnTo>
                      <a:pt x="77" y="7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3" name="Freeform 945"/>
              <p:cNvSpPr>
                <a:spLocks/>
              </p:cNvSpPr>
              <p:nvPr/>
            </p:nvSpPr>
            <p:spPr bwMode="auto">
              <a:xfrm>
                <a:off x="3103" y="1967"/>
                <a:ext cx="13" cy="3"/>
              </a:xfrm>
              <a:custGeom>
                <a:avLst/>
                <a:gdLst>
                  <a:gd name="T0" fmla="*/ 13 w 13"/>
                  <a:gd name="T1" fmla="*/ 1 h 3"/>
                  <a:gd name="T2" fmla="*/ 13 w 13"/>
                  <a:gd name="T3" fmla="*/ 1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1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1"/>
                    </a:moveTo>
                    <a:lnTo>
                      <a:pt x="13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4" name="Freeform 946"/>
              <p:cNvSpPr>
                <a:spLocks/>
              </p:cNvSpPr>
              <p:nvPr/>
            </p:nvSpPr>
            <p:spPr bwMode="auto">
              <a:xfrm>
                <a:off x="3115" y="1969"/>
                <a:ext cx="128" cy="60"/>
              </a:xfrm>
              <a:custGeom>
                <a:avLst/>
                <a:gdLst>
                  <a:gd name="T0" fmla="*/ 128 w 128"/>
                  <a:gd name="T1" fmla="*/ 59 h 60"/>
                  <a:gd name="T2" fmla="*/ 124 w 128"/>
                  <a:gd name="T3" fmla="*/ 56 h 60"/>
                  <a:gd name="T4" fmla="*/ 119 w 128"/>
                  <a:gd name="T5" fmla="*/ 54 h 60"/>
                  <a:gd name="T6" fmla="*/ 111 w 128"/>
                  <a:gd name="T7" fmla="*/ 51 h 60"/>
                  <a:gd name="T8" fmla="*/ 104 w 128"/>
                  <a:gd name="T9" fmla="*/ 47 h 60"/>
                  <a:gd name="T10" fmla="*/ 94 w 128"/>
                  <a:gd name="T11" fmla="*/ 43 h 60"/>
                  <a:gd name="T12" fmla="*/ 84 w 128"/>
                  <a:gd name="T13" fmla="*/ 38 h 60"/>
                  <a:gd name="T14" fmla="*/ 73 w 128"/>
                  <a:gd name="T15" fmla="*/ 33 h 60"/>
                  <a:gd name="T16" fmla="*/ 62 w 128"/>
                  <a:gd name="T17" fmla="*/ 28 h 60"/>
                  <a:gd name="T18" fmla="*/ 51 w 128"/>
                  <a:gd name="T19" fmla="*/ 22 h 60"/>
                  <a:gd name="T20" fmla="*/ 41 w 128"/>
                  <a:gd name="T21" fmla="*/ 18 h 60"/>
                  <a:gd name="T22" fmla="*/ 30 w 128"/>
                  <a:gd name="T23" fmla="*/ 13 h 60"/>
                  <a:gd name="T24" fmla="*/ 22 w 128"/>
                  <a:gd name="T25" fmla="*/ 8 h 60"/>
                  <a:gd name="T26" fmla="*/ 14 w 128"/>
                  <a:gd name="T27" fmla="*/ 5 h 60"/>
                  <a:gd name="T28" fmla="*/ 8 w 128"/>
                  <a:gd name="T29" fmla="*/ 3 h 60"/>
                  <a:gd name="T30" fmla="*/ 4 w 128"/>
                  <a:gd name="T31" fmla="*/ 1 h 60"/>
                  <a:gd name="T32" fmla="*/ 0 w 128"/>
                  <a:gd name="T33" fmla="*/ 2 h 60"/>
                  <a:gd name="T34" fmla="*/ 2 w 128"/>
                  <a:gd name="T35" fmla="*/ 3 h 60"/>
                  <a:gd name="T36" fmla="*/ 7 w 128"/>
                  <a:gd name="T37" fmla="*/ 4 h 60"/>
                  <a:gd name="T38" fmla="*/ 13 w 128"/>
                  <a:gd name="T39" fmla="*/ 7 h 60"/>
                  <a:gd name="T40" fmla="*/ 21 w 128"/>
                  <a:gd name="T41" fmla="*/ 10 h 60"/>
                  <a:gd name="T42" fmla="*/ 29 w 128"/>
                  <a:gd name="T43" fmla="*/ 16 h 60"/>
                  <a:gd name="T44" fmla="*/ 40 w 128"/>
                  <a:gd name="T45" fmla="*/ 20 h 60"/>
                  <a:gd name="T46" fmla="*/ 50 w 128"/>
                  <a:gd name="T47" fmla="*/ 24 h 60"/>
                  <a:gd name="T48" fmla="*/ 61 w 128"/>
                  <a:gd name="T49" fmla="*/ 29 h 60"/>
                  <a:gd name="T50" fmla="*/ 72 w 128"/>
                  <a:gd name="T51" fmla="*/ 35 h 60"/>
                  <a:gd name="T52" fmla="*/ 83 w 128"/>
                  <a:gd name="T53" fmla="*/ 39 h 60"/>
                  <a:gd name="T54" fmla="*/ 94 w 128"/>
                  <a:gd name="T55" fmla="*/ 44 h 60"/>
                  <a:gd name="T56" fmla="*/ 103 w 128"/>
                  <a:gd name="T57" fmla="*/ 49 h 60"/>
                  <a:gd name="T58" fmla="*/ 110 w 128"/>
                  <a:gd name="T59" fmla="*/ 53 h 60"/>
                  <a:gd name="T60" fmla="*/ 119 w 128"/>
                  <a:gd name="T61" fmla="*/ 55 h 60"/>
                  <a:gd name="T62" fmla="*/ 123 w 128"/>
                  <a:gd name="T63" fmla="*/ 59 h 60"/>
                  <a:gd name="T64" fmla="*/ 126 w 128"/>
                  <a:gd name="T65" fmla="*/ 6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0"/>
                  <a:gd name="T101" fmla="*/ 128 w 128"/>
                  <a:gd name="T102" fmla="*/ 60 h 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0">
                    <a:moveTo>
                      <a:pt x="128" y="59"/>
                    </a:moveTo>
                    <a:lnTo>
                      <a:pt x="128" y="59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4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50"/>
                    </a:lnTo>
                    <a:lnTo>
                      <a:pt x="104" y="47"/>
                    </a:lnTo>
                    <a:lnTo>
                      <a:pt x="99" y="45"/>
                    </a:lnTo>
                    <a:lnTo>
                      <a:pt x="94" y="43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3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3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9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4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4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9"/>
                    </a:lnTo>
                    <a:lnTo>
                      <a:pt x="125" y="59"/>
                    </a:lnTo>
                    <a:lnTo>
                      <a:pt x="126" y="60"/>
                    </a:lnTo>
                    <a:lnTo>
                      <a:pt x="128" y="5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5" name="Freeform 947"/>
              <p:cNvSpPr>
                <a:spLocks/>
              </p:cNvSpPr>
              <p:nvPr/>
            </p:nvSpPr>
            <p:spPr bwMode="auto">
              <a:xfrm>
                <a:off x="3241" y="2028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4 h 11"/>
                  <a:gd name="T12" fmla="*/ 7 w 9"/>
                  <a:gd name="T13" fmla="*/ 3 h 11"/>
                  <a:gd name="T14" fmla="*/ 5 w 9"/>
                  <a:gd name="T15" fmla="*/ 2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4 h 11"/>
                  <a:gd name="T28" fmla="*/ 7 w 9"/>
                  <a:gd name="T29" fmla="*/ 5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6" name="Freeform 948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0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2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0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2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7" name="Freeform 949"/>
              <p:cNvSpPr>
                <a:spLocks/>
              </p:cNvSpPr>
              <p:nvPr/>
            </p:nvSpPr>
            <p:spPr bwMode="auto">
              <a:xfrm>
                <a:off x="3129" y="2078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3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3 h 6"/>
                  <a:gd name="T22" fmla="*/ 11 w 14"/>
                  <a:gd name="T23" fmla="*/ 3 h 6"/>
                  <a:gd name="T24" fmla="*/ 10 w 14"/>
                  <a:gd name="T25" fmla="*/ 3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1 h 6"/>
                  <a:gd name="T32" fmla="*/ 2 w 14"/>
                  <a:gd name="T33" fmla="*/ 1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8" name="Freeform 950"/>
              <p:cNvSpPr>
                <a:spLocks/>
              </p:cNvSpPr>
              <p:nvPr/>
            </p:nvSpPr>
            <p:spPr bwMode="auto">
              <a:xfrm>
                <a:off x="3015" y="2018"/>
                <a:ext cx="115" cy="63"/>
              </a:xfrm>
              <a:custGeom>
                <a:avLst/>
                <a:gdLst>
                  <a:gd name="T0" fmla="*/ 0 w 115"/>
                  <a:gd name="T1" fmla="*/ 1 h 63"/>
                  <a:gd name="T2" fmla="*/ 2 w 115"/>
                  <a:gd name="T3" fmla="*/ 2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1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6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2 h 63"/>
                  <a:gd name="T22" fmla="*/ 83 w 115"/>
                  <a:gd name="T23" fmla="*/ 47 h 63"/>
                  <a:gd name="T24" fmla="*/ 93 w 115"/>
                  <a:gd name="T25" fmla="*/ 51 h 63"/>
                  <a:gd name="T26" fmla="*/ 99 w 115"/>
                  <a:gd name="T27" fmla="*/ 54 h 63"/>
                  <a:gd name="T28" fmla="*/ 107 w 115"/>
                  <a:gd name="T29" fmla="*/ 59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1 h 63"/>
                  <a:gd name="T36" fmla="*/ 110 w 115"/>
                  <a:gd name="T37" fmla="*/ 59 h 63"/>
                  <a:gd name="T38" fmla="*/ 104 w 115"/>
                  <a:gd name="T39" fmla="*/ 54 h 63"/>
                  <a:gd name="T40" fmla="*/ 97 w 115"/>
                  <a:gd name="T41" fmla="*/ 51 h 63"/>
                  <a:gd name="T42" fmla="*/ 90 w 115"/>
                  <a:gd name="T43" fmla="*/ 47 h 63"/>
                  <a:gd name="T44" fmla="*/ 80 w 115"/>
                  <a:gd name="T45" fmla="*/ 43 h 63"/>
                  <a:gd name="T46" fmla="*/ 70 w 115"/>
                  <a:gd name="T47" fmla="*/ 37 h 63"/>
                  <a:gd name="T48" fmla="*/ 61 w 115"/>
                  <a:gd name="T49" fmla="*/ 32 h 63"/>
                  <a:gd name="T50" fmla="*/ 51 w 115"/>
                  <a:gd name="T51" fmla="*/ 27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3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3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4"/>
                    </a:lnTo>
                    <a:lnTo>
                      <a:pt x="102" y="58"/>
                    </a:lnTo>
                    <a:lnTo>
                      <a:pt x="107" y="59"/>
                    </a:lnTo>
                    <a:lnTo>
                      <a:pt x="110" y="61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1"/>
                    </a:lnTo>
                    <a:lnTo>
                      <a:pt x="112" y="60"/>
                    </a:lnTo>
                    <a:lnTo>
                      <a:pt x="110" y="59"/>
                    </a:lnTo>
                    <a:lnTo>
                      <a:pt x="107" y="58"/>
                    </a:lnTo>
                    <a:lnTo>
                      <a:pt x="104" y="54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5"/>
                    </a:lnTo>
                    <a:lnTo>
                      <a:pt x="80" y="43"/>
                    </a:lnTo>
                    <a:lnTo>
                      <a:pt x="76" y="41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7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99" name="Freeform 951"/>
              <p:cNvSpPr>
                <a:spLocks/>
              </p:cNvSpPr>
              <p:nvPr/>
            </p:nvSpPr>
            <p:spPr bwMode="auto">
              <a:xfrm>
                <a:off x="3010" y="20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2 w 6"/>
                  <a:gd name="T5" fmla="*/ 1 h 8"/>
                  <a:gd name="T6" fmla="*/ 1 w 6"/>
                  <a:gd name="T7" fmla="*/ 2 h 8"/>
                  <a:gd name="T8" fmla="*/ 0 w 6"/>
                  <a:gd name="T9" fmla="*/ 4 h 8"/>
                  <a:gd name="T10" fmla="*/ 0 w 6"/>
                  <a:gd name="T11" fmla="*/ 4 h 8"/>
                  <a:gd name="T12" fmla="*/ 1 w 6"/>
                  <a:gd name="T13" fmla="*/ 6 h 8"/>
                  <a:gd name="T14" fmla="*/ 2 w 6"/>
                  <a:gd name="T15" fmla="*/ 7 h 8"/>
                  <a:gd name="T16" fmla="*/ 4 w 6"/>
                  <a:gd name="T17" fmla="*/ 7 h 8"/>
                  <a:gd name="T18" fmla="*/ 5 w 6"/>
                  <a:gd name="T19" fmla="*/ 8 h 8"/>
                  <a:gd name="T20" fmla="*/ 6 w 6"/>
                  <a:gd name="T21" fmla="*/ 7 h 8"/>
                  <a:gd name="T22" fmla="*/ 4 w 6"/>
                  <a:gd name="T23" fmla="*/ 6 h 8"/>
                  <a:gd name="T24" fmla="*/ 3 w 6"/>
                  <a:gd name="T25" fmla="*/ 4 h 8"/>
                  <a:gd name="T26" fmla="*/ 2 w 6"/>
                  <a:gd name="T27" fmla="*/ 4 h 8"/>
                  <a:gd name="T28" fmla="*/ 2 w 6"/>
                  <a:gd name="T29" fmla="*/ 4 h 8"/>
                  <a:gd name="T30" fmla="*/ 3 w 6"/>
                  <a:gd name="T31" fmla="*/ 2 h 8"/>
                  <a:gd name="T32" fmla="*/ 5 w 6"/>
                  <a:gd name="T33" fmla="*/ 2 h 8"/>
                  <a:gd name="T34" fmla="*/ 4 w 6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8"/>
                  <a:gd name="T56" fmla="*/ 6 w 6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0" name="Freeform 952"/>
              <p:cNvSpPr>
                <a:spLocks/>
              </p:cNvSpPr>
              <p:nvPr/>
            </p:nvSpPr>
            <p:spPr bwMode="auto">
              <a:xfrm>
                <a:off x="3137" y="2070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5 h 48"/>
                  <a:gd name="T12" fmla="*/ 92 w 106"/>
                  <a:gd name="T13" fmla="*/ 6 h 48"/>
                  <a:gd name="T14" fmla="*/ 88 w 106"/>
                  <a:gd name="T15" fmla="*/ 8 h 48"/>
                  <a:gd name="T16" fmla="*/ 85 w 106"/>
                  <a:gd name="T17" fmla="*/ 9 h 48"/>
                  <a:gd name="T18" fmla="*/ 82 w 106"/>
                  <a:gd name="T19" fmla="*/ 11 h 48"/>
                  <a:gd name="T20" fmla="*/ 79 w 106"/>
                  <a:gd name="T21" fmla="*/ 13 h 48"/>
                  <a:gd name="T22" fmla="*/ 75 w 106"/>
                  <a:gd name="T23" fmla="*/ 15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1 h 48"/>
                  <a:gd name="T30" fmla="*/ 57 w 106"/>
                  <a:gd name="T31" fmla="*/ 23 h 48"/>
                  <a:gd name="T32" fmla="*/ 53 w 106"/>
                  <a:gd name="T33" fmla="*/ 24 h 48"/>
                  <a:gd name="T34" fmla="*/ 50 w 106"/>
                  <a:gd name="T35" fmla="*/ 26 h 48"/>
                  <a:gd name="T36" fmla="*/ 45 w 106"/>
                  <a:gd name="T37" fmla="*/ 28 h 48"/>
                  <a:gd name="T38" fmla="*/ 40 w 106"/>
                  <a:gd name="T39" fmla="*/ 30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6 h 48"/>
                  <a:gd name="T46" fmla="*/ 23 w 106"/>
                  <a:gd name="T47" fmla="*/ 38 h 48"/>
                  <a:gd name="T48" fmla="*/ 20 w 106"/>
                  <a:gd name="T49" fmla="*/ 40 h 48"/>
                  <a:gd name="T50" fmla="*/ 17 w 106"/>
                  <a:gd name="T51" fmla="*/ 41 h 48"/>
                  <a:gd name="T52" fmla="*/ 14 w 106"/>
                  <a:gd name="T53" fmla="*/ 42 h 48"/>
                  <a:gd name="T54" fmla="*/ 10 w 106"/>
                  <a:gd name="T55" fmla="*/ 44 h 48"/>
                  <a:gd name="T56" fmla="*/ 8 w 106"/>
                  <a:gd name="T57" fmla="*/ 45 h 48"/>
                  <a:gd name="T58" fmla="*/ 5 w 106"/>
                  <a:gd name="T59" fmla="*/ 46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5"/>
                    </a:lnTo>
                    <a:lnTo>
                      <a:pt x="92" y="6"/>
                    </a:lnTo>
                    <a:lnTo>
                      <a:pt x="88" y="8"/>
                    </a:lnTo>
                    <a:lnTo>
                      <a:pt x="85" y="9"/>
                    </a:lnTo>
                    <a:lnTo>
                      <a:pt x="82" y="11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1"/>
                    </a:lnTo>
                    <a:lnTo>
                      <a:pt x="57" y="23"/>
                    </a:lnTo>
                    <a:lnTo>
                      <a:pt x="53" y="24"/>
                    </a:lnTo>
                    <a:lnTo>
                      <a:pt x="50" y="26"/>
                    </a:lnTo>
                    <a:lnTo>
                      <a:pt x="45" y="28"/>
                    </a:lnTo>
                    <a:lnTo>
                      <a:pt x="40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6"/>
                    </a:lnTo>
                    <a:lnTo>
                      <a:pt x="23" y="38"/>
                    </a:lnTo>
                    <a:lnTo>
                      <a:pt x="20" y="40"/>
                    </a:lnTo>
                    <a:lnTo>
                      <a:pt x="17" y="41"/>
                    </a:lnTo>
                    <a:lnTo>
                      <a:pt x="14" y="42"/>
                    </a:lnTo>
                    <a:lnTo>
                      <a:pt x="10" y="44"/>
                    </a:lnTo>
                    <a:lnTo>
                      <a:pt x="8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1" name="Freeform 953"/>
              <p:cNvSpPr>
                <a:spLocks/>
              </p:cNvSpPr>
              <p:nvPr/>
            </p:nvSpPr>
            <p:spPr bwMode="auto">
              <a:xfrm>
                <a:off x="3136" y="2069"/>
                <a:ext cx="107" cy="49"/>
              </a:xfrm>
              <a:custGeom>
                <a:avLst/>
                <a:gdLst>
                  <a:gd name="T0" fmla="*/ 2 w 107"/>
                  <a:gd name="T1" fmla="*/ 48 h 49"/>
                  <a:gd name="T2" fmla="*/ 6 w 107"/>
                  <a:gd name="T3" fmla="*/ 47 h 49"/>
                  <a:gd name="T4" fmla="*/ 10 w 107"/>
                  <a:gd name="T5" fmla="*/ 45 h 49"/>
                  <a:gd name="T6" fmla="*/ 18 w 107"/>
                  <a:gd name="T7" fmla="*/ 42 h 49"/>
                  <a:gd name="T8" fmla="*/ 24 w 107"/>
                  <a:gd name="T9" fmla="*/ 39 h 49"/>
                  <a:gd name="T10" fmla="*/ 32 w 107"/>
                  <a:gd name="T11" fmla="*/ 35 h 49"/>
                  <a:gd name="T12" fmla="*/ 41 w 107"/>
                  <a:gd name="T13" fmla="*/ 31 h 49"/>
                  <a:gd name="T14" fmla="*/ 50 w 107"/>
                  <a:gd name="T15" fmla="*/ 27 h 49"/>
                  <a:gd name="T16" fmla="*/ 58 w 107"/>
                  <a:gd name="T17" fmla="*/ 24 h 49"/>
                  <a:gd name="T18" fmla="*/ 67 w 107"/>
                  <a:gd name="T19" fmla="*/ 19 h 49"/>
                  <a:gd name="T20" fmla="*/ 76 w 107"/>
                  <a:gd name="T21" fmla="*/ 16 h 49"/>
                  <a:gd name="T22" fmla="*/ 83 w 107"/>
                  <a:gd name="T23" fmla="*/ 12 h 49"/>
                  <a:gd name="T24" fmla="*/ 89 w 107"/>
                  <a:gd name="T25" fmla="*/ 9 h 49"/>
                  <a:gd name="T26" fmla="*/ 96 w 107"/>
                  <a:gd name="T27" fmla="*/ 7 h 49"/>
                  <a:gd name="T28" fmla="*/ 101 w 107"/>
                  <a:gd name="T29" fmla="*/ 4 h 49"/>
                  <a:gd name="T30" fmla="*/ 105 w 107"/>
                  <a:gd name="T31" fmla="*/ 2 h 49"/>
                  <a:gd name="T32" fmla="*/ 105 w 107"/>
                  <a:gd name="T33" fmla="*/ 0 h 49"/>
                  <a:gd name="T34" fmla="*/ 103 w 107"/>
                  <a:gd name="T35" fmla="*/ 1 h 49"/>
                  <a:gd name="T36" fmla="*/ 99 w 107"/>
                  <a:gd name="T37" fmla="*/ 3 h 49"/>
                  <a:gd name="T38" fmla="*/ 93 w 107"/>
                  <a:gd name="T39" fmla="*/ 7 h 49"/>
                  <a:gd name="T40" fmla="*/ 86 w 107"/>
                  <a:gd name="T41" fmla="*/ 9 h 49"/>
                  <a:gd name="T42" fmla="*/ 79 w 107"/>
                  <a:gd name="T43" fmla="*/ 12 h 49"/>
                  <a:gd name="T44" fmla="*/ 70 w 107"/>
                  <a:gd name="T45" fmla="*/ 16 h 49"/>
                  <a:gd name="T46" fmla="*/ 62 w 107"/>
                  <a:gd name="T47" fmla="*/ 20 h 49"/>
                  <a:gd name="T48" fmla="*/ 52 w 107"/>
                  <a:gd name="T49" fmla="*/ 24 h 49"/>
                  <a:gd name="T50" fmla="*/ 45 w 107"/>
                  <a:gd name="T51" fmla="*/ 28 h 49"/>
                  <a:gd name="T52" fmla="*/ 35 w 107"/>
                  <a:gd name="T53" fmla="*/ 31 h 49"/>
                  <a:gd name="T54" fmla="*/ 27 w 107"/>
                  <a:gd name="T55" fmla="*/ 35 h 49"/>
                  <a:gd name="T56" fmla="*/ 20 w 107"/>
                  <a:gd name="T57" fmla="*/ 39 h 49"/>
                  <a:gd name="T58" fmla="*/ 12 w 107"/>
                  <a:gd name="T59" fmla="*/ 42 h 49"/>
                  <a:gd name="T60" fmla="*/ 7 w 107"/>
                  <a:gd name="T61" fmla="*/ 44 h 49"/>
                  <a:gd name="T62" fmla="*/ 3 w 107"/>
                  <a:gd name="T63" fmla="*/ 46 h 49"/>
                  <a:gd name="T64" fmla="*/ 0 w 107"/>
                  <a:gd name="T65" fmla="*/ 48 h 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49"/>
                  <a:gd name="T101" fmla="*/ 107 w 107"/>
                  <a:gd name="T102" fmla="*/ 49 h 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49">
                    <a:moveTo>
                      <a:pt x="1" y="49"/>
                    </a:moveTo>
                    <a:lnTo>
                      <a:pt x="2" y="48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8" y="46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9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1"/>
                    </a:lnTo>
                    <a:lnTo>
                      <a:pt x="46" y="29"/>
                    </a:lnTo>
                    <a:lnTo>
                      <a:pt x="50" y="27"/>
                    </a:lnTo>
                    <a:lnTo>
                      <a:pt x="54" y="25"/>
                    </a:lnTo>
                    <a:lnTo>
                      <a:pt x="58" y="24"/>
                    </a:lnTo>
                    <a:lnTo>
                      <a:pt x="63" y="22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2"/>
                    </a:lnTo>
                    <a:lnTo>
                      <a:pt x="86" y="11"/>
                    </a:lnTo>
                    <a:lnTo>
                      <a:pt x="89" y="9"/>
                    </a:lnTo>
                    <a:lnTo>
                      <a:pt x="93" y="9"/>
                    </a:lnTo>
                    <a:lnTo>
                      <a:pt x="96" y="7"/>
                    </a:lnTo>
                    <a:lnTo>
                      <a:pt x="99" y="4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3" y="7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11"/>
                    </a:lnTo>
                    <a:lnTo>
                      <a:pt x="79" y="12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49" y="26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1"/>
                    </a:lnTo>
                    <a:lnTo>
                      <a:pt x="32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9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6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2" name="Freeform 954"/>
              <p:cNvSpPr>
                <a:spLocks/>
              </p:cNvSpPr>
              <p:nvPr/>
            </p:nvSpPr>
            <p:spPr bwMode="auto">
              <a:xfrm>
                <a:off x="2998" y="1972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10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7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4 h 110"/>
                  <a:gd name="T44" fmla="*/ 193 w 252"/>
                  <a:gd name="T45" fmla="*/ 90 h 110"/>
                  <a:gd name="T46" fmla="*/ 180 w 252"/>
                  <a:gd name="T47" fmla="*/ 94 h 110"/>
                  <a:gd name="T48" fmla="*/ 170 w 252"/>
                  <a:gd name="T49" fmla="*/ 100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3 h 110"/>
                  <a:gd name="T70" fmla="*/ 72 w 252"/>
                  <a:gd name="T71" fmla="*/ 75 h 110"/>
                  <a:gd name="T72" fmla="*/ 58 w 252"/>
                  <a:gd name="T73" fmla="*/ 67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9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6"/>
                    </a:lnTo>
                    <a:lnTo>
                      <a:pt x="107" y="6"/>
                    </a:lnTo>
                    <a:lnTo>
                      <a:pt x="118" y="6"/>
                    </a:lnTo>
                    <a:lnTo>
                      <a:pt x="128" y="9"/>
                    </a:lnTo>
                    <a:lnTo>
                      <a:pt x="140" y="10"/>
                    </a:lnTo>
                    <a:lnTo>
                      <a:pt x="149" y="10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7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2" y="63"/>
                    </a:lnTo>
                    <a:lnTo>
                      <a:pt x="251" y="64"/>
                    </a:lnTo>
                    <a:lnTo>
                      <a:pt x="249" y="65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7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2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1"/>
                    </a:lnTo>
                    <a:lnTo>
                      <a:pt x="210" y="81"/>
                    </a:lnTo>
                    <a:lnTo>
                      <a:pt x="205" y="84"/>
                    </a:lnTo>
                    <a:lnTo>
                      <a:pt x="202" y="85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7"/>
                    </a:lnTo>
                    <a:lnTo>
                      <a:pt x="173" y="99"/>
                    </a:lnTo>
                    <a:lnTo>
                      <a:pt x="170" y="100"/>
                    </a:lnTo>
                    <a:lnTo>
                      <a:pt x="165" y="101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1"/>
                    </a:lnTo>
                    <a:lnTo>
                      <a:pt x="118" y="100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3"/>
                    </a:lnTo>
                    <a:lnTo>
                      <a:pt x="82" y="81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69"/>
                    </a:lnTo>
                    <a:lnTo>
                      <a:pt x="58" y="67"/>
                    </a:lnTo>
                    <a:lnTo>
                      <a:pt x="53" y="65"/>
                    </a:lnTo>
                    <a:lnTo>
                      <a:pt x="49" y="63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3" name="Freeform 955"/>
              <p:cNvSpPr>
                <a:spLocks/>
              </p:cNvSpPr>
              <p:nvPr/>
            </p:nvSpPr>
            <p:spPr bwMode="auto">
              <a:xfrm>
                <a:off x="2997" y="1972"/>
                <a:ext cx="14" cy="37"/>
              </a:xfrm>
              <a:custGeom>
                <a:avLst/>
                <a:gdLst>
                  <a:gd name="T0" fmla="*/ 13 w 14"/>
                  <a:gd name="T1" fmla="*/ 0 h 37"/>
                  <a:gd name="T2" fmla="*/ 13 w 14"/>
                  <a:gd name="T3" fmla="*/ 0 h 37"/>
                  <a:gd name="T4" fmla="*/ 6 w 14"/>
                  <a:gd name="T5" fmla="*/ 4 h 37"/>
                  <a:gd name="T6" fmla="*/ 2 w 14"/>
                  <a:gd name="T7" fmla="*/ 10 h 37"/>
                  <a:gd name="T8" fmla="*/ 0 w 14"/>
                  <a:gd name="T9" fmla="*/ 15 h 37"/>
                  <a:gd name="T10" fmla="*/ 0 w 14"/>
                  <a:gd name="T11" fmla="*/ 20 h 37"/>
                  <a:gd name="T12" fmla="*/ 0 w 14"/>
                  <a:gd name="T13" fmla="*/ 25 h 37"/>
                  <a:gd name="T14" fmla="*/ 2 w 14"/>
                  <a:gd name="T15" fmla="*/ 31 h 37"/>
                  <a:gd name="T16" fmla="*/ 4 w 14"/>
                  <a:gd name="T17" fmla="*/ 34 h 37"/>
                  <a:gd name="T18" fmla="*/ 6 w 14"/>
                  <a:gd name="T19" fmla="*/ 37 h 37"/>
                  <a:gd name="T20" fmla="*/ 8 w 14"/>
                  <a:gd name="T21" fmla="*/ 36 h 37"/>
                  <a:gd name="T22" fmla="*/ 6 w 14"/>
                  <a:gd name="T23" fmla="*/ 34 h 37"/>
                  <a:gd name="T24" fmla="*/ 4 w 14"/>
                  <a:gd name="T25" fmla="*/ 29 h 37"/>
                  <a:gd name="T26" fmla="*/ 2 w 14"/>
                  <a:gd name="T27" fmla="*/ 25 h 37"/>
                  <a:gd name="T28" fmla="*/ 2 w 14"/>
                  <a:gd name="T29" fmla="*/ 20 h 37"/>
                  <a:gd name="T30" fmla="*/ 2 w 14"/>
                  <a:gd name="T31" fmla="*/ 15 h 37"/>
                  <a:gd name="T32" fmla="*/ 4 w 14"/>
                  <a:gd name="T33" fmla="*/ 11 h 37"/>
                  <a:gd name="T34" fmla="*/ 8 w 14"/>
                  <a:gd name="T35" fmla="*/ 6 h 37"/>
                  <a:gd name="T36" fmla="*/ 14 w 14"/>
                  <a:gd name="T37" fmla="*/ 1 h 37"/>
                  <a:gd name="T38" fmla="*/ 13 w 14"/>
                  <a:gd name="T39" fmla="*/ 0 h 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7"/>
                  <a:gd name="T62" fmla="*/ 14 w 14"/>
                  <a:gd name="T63" fmla="*/ 37 h 3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7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1"/>
                    </a:lnTo>
                    <a:lnTo>
                      <a:pt x="4" y="3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4" y="11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4" name="Freeform 956"/>
              <p:cNvSpPr>
                <a:spLocks/>
              </p:cNvSpPr>
              <p:nvPr/>
            </p:nvSpPr>
            <p:spPr bwMode="auto">
              <a:xfrm>
                <a:off x="3010" y="1971"/>
                <a:ext cx="231" cy="21"/>
              </a:xfrm>
              <a:custGeom>
                <a:avLst/>
                <a:gdLst>
                  <a:gd name="T0" fmla="*/ 231 w 231"/>
                  <a:gd name="T1" fmla="*/ 21 h 21"/>
                  <a:gd name="T2" fmla="*/ 228 w 231"/>
                  <a:gd name="T3" fmla="*/ 19 h 21"/>
                  <a:gd name="T4" fmla="*/ 221 w 231"/>
                  <a:gd name="T5" fmla="*/ 18 h 21"/>
                  <a:gd name="T6" fmla="*/ 210 w 231"/>
                  <a:gd name="T7" fmla="*/ 17 h 21"/>
                  <a:gd name="T8" fmla="*/ 195 w 231"/>
                  <a:gd name="T9" fmla="*/ 15 h 21"/>
                  <a:gd name="T10" fmla="*/ 178 w 231"/>
                  <a:gd name="T11" fmla="*/ 13 h 21"/>
                  <a:gd name="T12" fmla="*/ 158 w 231"/>
                  <a:gd name="T13" fmla="*/ 11 h 21"/>
                  <a:gd name="T14" fmla="*/ 137 w 231"/>
                  <a:gd name="T15" fmla="*/ 11 h 21"/>
                  <a:gd name="T16" fmla="*/ 116 w 231"/>
                  <a:gd name="T17" fmla="*/ 7 h 21"/>
                  <a:gd name="T18" fmla="*/ 96 w 231"/>
                  <a:gd name="T19" fmla="*/ 5 h 21"/>
                  <a:gd name="T20" fmla="*/ 74 w 231"/>
                  <a:gd name="T21" fmla="*/ 4 h 21"/>
                  <a:gd name="T22" fmla="*/ 55 w 231"/>
                  <a:gd name="T23" fmla="*/ 3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3 h 21"/>
                  <a:gd name="T40" fmla="*/ 38 w 231"/>
                  <a:gd name="T41" fmla="*/ 3 h 21"/>
                  <a:gd name="T42" fmla="*/ 55 w 231"/>
                  <a:gd name="T43" fmla="*/ 4 h 21"/>
                  <a:gd name="T44" fmla="*/ 74 w 231"/>
                  <a:gd name="T45" fmla="*/ 6 h 21"/>
                  <a:gd name="T46" fmla="*/ 96 w 231"/>
                  <a:gd name="T47" fmla="*/ 7 h 21"/>
                  <a:gd name="T48" fmla="*/ 116 w 231"/>
                  <a:gd name="T49" fmla="*/ 11 h 21"/>
                  <a:gd name="T50" fmla="*/ 137 w 231"/>
                  <a:gd name="T51" fmla="*/ 11 h 21"/>
                  <a:gd name="T52" fmla="*/ 158 w 231"/>
                  <a:gd name="T53" fmla="*/ 13 h 21"/>
                  <a:gd name="T54" fmla="*/ 178 w 231"/>
                  <a:gd name="T55" fmla="*/ 15 h 21"/>
                  <a:gd name="T56" fmla="*/ 195 w 231"/>
                  <a:gd name="T57" fmla="*/ 17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31 w 231"/>
                  <a:gd name="T65" fmla="*/ 21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19"/>
                    </a:lnTo>
                    <a:lnTo>
                      <a:pt x="228" y="19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1"/>
                    </a:lnTo>
                    <a:lnTo>
                      <a:pt x="137" y="11"/>
                    </a:lnTo>
                    <a:lnTo>
                      <a:pt x="127" y="8"/>
                    </a:lnTo>
                    <a:lnTo>
                      <a:pt x="116" y="7"/>
                    </a:lnTo>
                    <a:lnTo>
                      <a:pt x="106" y="6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4"/>
                    </a:lnTo>
                    <a:lnTo>
                      <a:pt x="65" y="3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3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5" y="5"/>
                    </a:lnTo>
                    <a:lnTo>
                      <a:pt x="74" y="6"/>
                    </a:lnTo>
                    <a:lnTo>
                      <a:pt x="84" y="6"/>
                    </a:lnTo>
                    <a:lnTo>
                      <a:pt x="96" y="7"/>
                    </a:lnTo>
                    <a:lnTo>
                      <a:pt x="106" y="8"/>
                    </a:lnTo>
                    <a:lnTo>
                      <a:pt x="116" y="11"/>
                    </a:lnTo>
                    <a:lnTo>
                      <a:pt x="127" y="11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9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5" name="Freeform 957"/>
              <p:cNvSpPr>
                <a:spLocks/>
              </p:cNvSpPr>
              <p:nvPr/>
            </p:nvSpPr>
            <p:spPr bwMode="auto">
              <a:xfrm>
                <a:off x="3239" y="1991"/>
                <a:ext cx="5" cy="38"/>
              </a:xfrm>
              <a:custGeom>
                <a:avLst/>
                <a:gdLst>
                  <a:gd name="T0" fmla="*/ 4 w 5"/>
                  <a:gd name="T1" fmla="*/ 37 h 38"/>
                  <a:gd name="T2" fmla="*/ 5 w 5"/>
                  <a:gd name="T3" fmla="*/ 37 h 38"/>
                  <a:gd name="T4" fmla="*/ 4 w 5"/>
                  <a:gd name="T5" fmla="*/ 28 h 38"/>
                  <a:gd name="T6" fmla="*/ 4 w 5"/>
                  <a:gd name="T7" fmla="*/ 17 h 38"/>
                  <a:gd name="T8" fmla="*/ 2 w 5"/>
                  <a:gd name="T9" fmla="*/ 9 h 38"/>
                  <a:gd name="T10" fmla="*/ 2 w 5"/>
                  <a:gd name="T11" fmla="*/ 0 h 38"/>
                  <a:gd name="T12" fmla="*/ 0 w 5"/>
                  <a:gd name="T13" fmla="*/ 0 h 38"/>
                  <a:gd name="T14" fmla="*/ 0 w 5"/>
                  <a:gd name="T15" fmla="*/ 9 h 38"/>
                  <a:gd name="T16" fmla="*/ 1 w 5"/>
                  <a:gd name="T17" fmla="*/ 17 h 38"/>
                  <a:gd name="T18" fmla="*/ 1 w 5"/>
                  <a:gd name="T19" fmla="*/ 28 h 38"/>
                  <a:gd name="T20" fmla="*/ 2 w 5"/>
                  <a:gd name="T21" fmla="*/ 37 h 38"/>
                  <a:gd name="T22" fmla="*/ 4 w 5"/>
                  <a:gd name="T23" fmla="*/ 38 h 38"/>
                  <a:gd name="T24" fmla="*/ 2 w 5"/>
                  <a:gd name="T25" fmla="*/ 37 h 38"/>
                  <a:gd name="T26" fmla="*/ 2 w 5"/>
                  <a:gd name="T27" fmla="*/ 38 h 38"/>
                  <a:gd name="T28" fmla="*/ 4 w 5"/>
                  <a:gd name="T29" fmla="*/ 38 h 38"/>
                  <a:gd name="T30" fmla="*/ 4 w 5"/>
                  <a:gd name="T31" fmla="*/ 37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8"/>
                  <a:gd name="T50" fmla="*/ 5 w 5"/>
                  <a:gd name="T51" fmla="*/ 38 h 3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8">
                    <a:moveTo>
                      <a:pt x="4" y="37"/>
                    </a:moveTo>
                    <a:lnTo>
                      <a:pt x="5" y="37"/>
                    </a:lnTo>
                    <a:lnTo>
                      <a:pt x="4" y="28"/>
                    </a:lnTo>
                    <a:lnTo>
                      <a:pt x="4" y="17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7"/>
                    </a:lnTo>
                    <a:lnTo>
                      <a:pt x="1" y="28"/>
                    </a:lnTo>
                    <a:lnTo>
                      <a:pt x="2" y="37"/>
                    </a:lnTo>
                    <a:lnTo>
                      <a:pt x="4" y="38"/>
                    </a:lnTo>
                    <a:lnTo>
                      <a:pt x="2" y="37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4" y="3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6" name="Freeform 958"/>
              <p:cNvSpPr>
                <a:spLocks/>
              </p:cNvSpPr>
              <p:nvPr/>
            </p:nvSpPr>
            <p:spPr bwMode="auto">
              <a:xfrm>
                <a:off x="3241" y="2026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5 h 11"/>
                  <a:gd name="T12" fmla="*/ 7 w 9"/>
                  <a:gd name="T13" fmla="*/ 4 h 11"/>
                  <a:gd name="T14" fmla="*/ 5 w 9"/>
                  <a:gd name="T15" fmla="*/ 3 h 11"/>
                  <a:gd name="T16" fmla="*/ 3 w 9"/>
                  <a:gd name="T17" fmla="*/ 2 h 11"/>
                  <a:gd name="T18" fmla="*/ 2 w 9"/>
                  <a:gd name="T19" fmla="*/ 0 h 11"/>
                  <a:gd name="T20" fmla="*/ 0 w 9"/>
                  <a:gd name="T21" fmla="*/ 2 h 11"/>
                  <a:gd name="T22" fmla="*/ 2 w 9"/>
                  <a:gd name="T23" fmla="*/ 3 h 11"/>
                  <a:gd name="T24" fmla="*/ 4 w 9"/>
                  <a:gd name="T25" fmla="*/ 4 h 11"/>
                  <a:gd name="T26" fmla="*/ 5 w 9"/>
                  <a:gd name="T27" fmla="*/ 5 h 11"/>
                  <a:gd name="T28" fmla="*/ 7 w 9"/>
                  <a:gd name="T29" fmla="*/ 6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7" name="Freeform 959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8" name="Freeform 960"/>
              <p:cNvSpPr>
                <a:spLocks/>
              </p:cNvSpPr>
              <p:nvPr/>
            </p:nvSpPr>
            <p:spPr bwMode="auto">
              <a:xfrm>
                <a:off x="3129" y="2078"/>
                <a:ext cx="14" cy="5"/>
              </a:xfrm>
              <a:custGeom>
                <a:avLst/>
                <a:gdLst>
                  <a:gd name="T0" fmla="*/ 0 w 14"/>
                  <a:gd name="T1" fmla="*/ 1 h 5"/>
                  <a:gd name="T2" fmla="*/ 0 w 14"/>
                  <a:gd name="T3" fmla="*/ 1 h 5"/>
                  <a:gd name="T4" fmla="*/ 1 w 14"/>
                  <a:gd name="T5" fmla="*/ 3 h 5"/>
                  <a:gd name="T6" fmla="*/ 3 w 14"/>
                  <a:gd name="T7" fmla="*/ 3 h 5"/>
                  <a:gd name="T8" fmla="*/ 7 w 14"/>
                  <a:gd name="T9" fmla="*/ 4 h 5"/>
                  <a:gd name="T10" fmla="*/ 7 w 14"/>
                  <a:gd name="T11" fmla="*/ 4 h 5"/>
                  <a:gd name="T12" fmla="*/ 10 w 14"/>
                  <a:gd name="T13" fmla="*/ 5 h 5"/>
                  <a:gd name="T14" fmla="*/ 11 w 14"/>
                  <a:gd name="T15" fmla="*/ 5 h 5"/>
                  <a:gd name="T16" fmla="*/ 13 w 14"/>
                  <a:gd name="T17" fmla="*/ 5 h 5"/>
                  <a:gd name="T18" fmla="*/ 14 w 14"/>
                  <a:gd name="T19" fmla="*/ 5 h 5"/>
                  <a:gd name="T20" fmla="*/ 13 w 14"/>
                  <a:gd name="T21" fmla="*/ 3 h 5"/>
                  <a:gd name="T22" fmla="*/ 11 w 14"/>
                  <a:gd name="T23" fmla="*/ 3 h 5"/>
                  <a:gd name="T24" fmla="*/ 10 w 14"/>
                  <a:gd name="T25" fmla="*/ 3 h 5"/>
                  <a:gd name="T26" fmla="*/ 9 w 14"/>
                  <a:gd name="T27" fmla="*/ 3 h 5"/>
                  <a:gd name="T28" fmla="*/ 7 w 14"/>
                  <a:gd name="T29" fmla="*/ 3 h 5"/>
                  <a:gd name="T30" fmla="*/ 3 w 14"/>
                  <a:gd name="T31" fmla="*/ 1 h 5"/>
                  <a:gd name="T32" fmla="*/ 2 w 14"/>
                  <a:gd name="T33" fmla="*/ 1 h 5"/>
                  <a:gd name="T34" fmla="*/ 1 w 14"/>
                  <a:gd name="T35" fmla="*/ 0 h 5"/>
                  <a:gd name="T36" fmla="*/ 0 w 14"/>
                  <a:gd name="T37" fmla="*/ 1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5"/>
                  <a:gd name="T59" fmla="*/ 14 w 14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5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4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09" name="Freeform 961"/>
              <p:cNvSpPr>
                <a:spLocks/>
              </p:cNvSpPr>
              <p:nvPr/>
            </p:nvSpPr>
            <p:spPr bwMode="auto">
              <a:xfrm>
                <a:off x="3015" y="2018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7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2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1 h 62"/>
                  <a:gd name="T58" fmla="*/ 16 w 115"/>
                  <a:gd name="T59" fmla="*/ 7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2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0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6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1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0" name="Freeform 962"/>
              <p:cNvSpPr>
                <a:spLocks/>
              </p:cNvSpPr>
              <p:nvPr/>
            </p:nvSpPr>
            <p:spPr bwMode="auto">
              <a:xfrm>
                <a:off x="3003" y="2008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4 h 11"/>
                  <a:gd name="T6" fmla="*/ 3 w 13"/>
                  <a:gd name="T7" fmla="*/ 5 h 11"/>
                  <a:gd name="T8" fmla="*/ 5 w 13"/>
                  <a:gd name="T9" fmla="*/ 6 h 11"/>
                  <a:gd name="T10" fmla="*/ 7 w 13"/>
                  <a:gd name="T11" fmla="*/ 8 h 11"/>
                  <a:gd name="T12" fmla="*/ 8 w 13"/>
                  <a:gd name="T13" fmla="*/ 8 h 11"/>
                  <a:gd name="T14" fmla="*/ 9 w 13"/>
                  <a:gd name="T15" fmla="*/ 8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10 h 11"/>
                  <a:gd name="T22" fmla="*/ 11 w 13"/>
                  <a:gd name="T23" fmla="*/ 8 h 11"/>
                  <a:gd name="T24" fmla="*/ 10 w 13"/>
                  <a:gd name="T25" fmla="*/ 8 h 11"/>
                  <a:gd name="T26" fmla="*/ 9 w 13"/>
                  <a:gd name="T27" fmla="*/ 6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4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1" name="Freeform 963"/>
              <p:cNvSpPr>
                <a:spLocks/>
              </p:cNvSpPr>
              <p:nvPr/>
            </p:nvSpPr>
            <p:spPr bwMode="auto">
              <a:xfrm>
                <a:off x="3132" y="2040"/>
                <a:ext cx="10" cy="42"/>
              </a:xfrm>
              <a:custGeom>
                <a:avLst/>
                <a:gdLst>
                  <a:gd name="T0" fmla="*/ 10 w 10"/>
                  <a:gd name="T1" fmla="*/ 42 h 42"/>
                  <a:gd name="T2" fmla="*/ 8 w 10"/>
                  <a:gd name="T3" fmla="*/ 42 h 42"/>
                  <a:gd name="T4" fmla="*/ 7 w 10"/>
                  <a:gd name="T5" fmla="*/ 41 h 42"/>
                  <a:gd name="T6" fmla="*/ 6 w 10"/>
                  <a:gd name="T7" fmla="*/ 40 h 42"/>
                  <a:gd name="T8" fmla="*/ 4 w 10"/>
                  <a:gd name="T9" fmla="*/ 37 h 42"/>
                  <a:gd name="T10" fmla="*/ 4 w 10"/>
                  <a:gd name="T11" fmla="*/ 35 h 42"/>
                  <a:gd name="T12" fmla="*/ 2 w 10"/>
                  <a:gd name="T13" fmla="*/ 32 h 42"/>
                  <a:gd name="T14" fmla="*/ 0 w 10"/>
                  <a:gd name="T15" fmla="*/ 29 h 42"/>
                  <a:gd name="T16" fmla="*/ 0 w 10"/>
                  <a:gd name="T17" fmla="*/ 26 h 42"/>
                  <a:gd name="T18" fmla="*/ 0 w 10"/>
                  <a:gd name="T19" fmla="*/ 22 h 42"/>
                  <a:gd name="T20" fmla="*/ 0 w 10"/>
                  <a:gd name="T21" fmla="*/ 17 h 42"/>
                  <a:gd name="T22" fmla="*/ 0 w 10"/>
                  <a:gd name="T23" fmla="*/ 13 h 42"/>
                  <a:gd name="T24" fmla="*/ 2 w 10"/>
                  <a:gd name="T25" fmla="*/ 9 h 42"/>
                  <a:gd name="T26" fmla="*/ 4 w 10"/>
                  <a:gd name="T27" fmla="*/ 7 h 42"/>
                  <a:gd name="T28" fmla="*/ 4 w 10"/>
                  <a:gd name="T29" fmla="*/ 4 h 42"/>
                  <a:gd name="T30" fmla="*/ 6 w 10"/>
                  <a:gd name="T31" fmla="*/ 1 h 42"/>
                  <a:gd name="T32" fmla="*/ 8 w 10"/>
                  <a:gd name="T33" fmla="*/ 0 h 42"/>
                  <a:gd name="T34" fmla="*/ 10 w 10"/>
                  <a:gd name="T35" fmla="*/ 4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2"/>
                  <a:gd name="T56" fmla="*/ 10 w 10"/>
                  <a:gd name="T57" fmla="*/ 42 h 4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2">
                    <a:moveTo>
                      <a:pt x="10" y="42"/>
                    </a:moveTo>
                    <a:lnTo>
                      <a:pt x="8" y="42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2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2" name="Freeform 964"/>
              <p:cNvSpPr>
                <a:spLocks/>
              </p:cNvSpPr>
              <p:nvPr/>
            </p:nvSpPr>
            <p:spPr bwMode="auto">
              <a:xfrm>
                <a:off x="3132" y="2066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6 h 17"/>
                  <a:gd name="T8" fmla="*/ 2 w 10"/>
                  <a:gd name="T9" fmla="*/ 10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6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3" name="Freeform 965"/>
              <p:cNvSpPr>
                <a:spLocks/>
              </p:cNvSpPr>
              <p:nvPr/>
            </p:nvSpPr>
            <p:spPr bwMode="auto">
              <a:xfrm>
                <a:off x="3132" y="2040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1 h 26"/>
                  <a:gd name="T4" fmla="*/ 4 w 9"/>
                  <a:gd name="T5" fmla="*/ 4 h 26"/>
                  <a:gd name="T6" fmla="*/ 3 w 9"/>
                  <a:gd name="T7" fmla="*/ 7 h 26"/>
                  <a:gd name="T8" fmla="*/ 2 w 9"/>
                  <a:gd name="T9" fmla="*/ 10 h 26"/>
                  <a:gd name="T10" fmla="*/ 0 w 9"/>
                  <a:gd name="T11" fmla="*/ 13 h 26"/>
                  <a:gd name="T12" fmla="*/ 0 w 9"/>
                  <a:gd name="T13" fmla="*/ 17 h 26"/>
                  <a:gd name="T14" fmla="*/ 0 w 9"/>
                  <a:gd name="T15" fmla="*/ 22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2 h 26"/>
                  <a:gd name="T22" fmla="*/ 3 w 9"/>
                  <a:gd name="T23" fmla="*/ 17 h 26"/>
                  <a:gd name="T24" fmla="*/ 3 w 9"/>
                  <a:gd name="T25" fmla="*/ 13 h 26"/>
                  <a:gd name="T26" fmla="*/ 4 w 9"/>
                  <a:gd name="T27" fmla="*/ 10 h 26"/>
                  <a:gd name="T28" fmla="*/ 4 w 9"/>
                  <a:gd name="T29" fmla="*/ 7 h 26"/>
                  <a:gd name="T30" fmla="*/ 6 w 9"/>
                  <a:gd name="T31" fmla="*/ 5 h 26"/>
                  <a:gd name="T32" fmla="*/ 7 w 9"/>
                  <a:gd name="T33" fmla="*/ 4 h 26"/>
                  <a:gd name="T34" fmla="*/ 9 w 9"/>
                  <a:gd name="T35" fmla="*/ 1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4" name="Freeform 966"/>
              <p:cNvSpPr>
                <a:spLocks/>
              </p:cNvSpPr>
              <p:nvPr/>
            </p:nvSpPr>
            <p:spPr bwMode="auto">
              <a:xfrm>
                <a:off x="3011" y="1926"/>
                <a:ext cx="239" cy="114"/>
              </a:xfrm>
              <a:custGeom>
                <a:avLst/>
                <a:gdLst>
                  <a:gd name="T0" fmla="*/ 8 w 239"/>
                  <a:gd name="T1" fmla="*/ 42 h 114"/>
                  <a:gd name="T2" fmla="*/ 24 w 239"/>
                  <a:gd name="T3" fmla="*/ 34 h 114"/>
                  <a:gd name="T4" fmla="*/ 45 w 239"/>
                  <a:gd name="T5" fmla="*/ 24 h 114"/>
                  <a:gd name="T6" fmla="*/ 67 w 239"/>
                  <a:gd name="T7" fmla="*/ 14 h 114"/>
                  <a:gd name="T8" fmla="*/ 85 w 239"/>
                  <a:gd name="T9" fmla="*/ 4 h 114"/>
                  <a:gd name="T10" fmla="*/ 94 w 239"/>
                  <a:gd name="T11" fmla="*/ 0 h 114"/>
                  <a:gd name="T12" fmla="*/ 99 w 239"/>
                  <a:gd name="T13" fmla="*/ 0 h 114"/>
                  <a:gd name="T14" fmla="*/ 104 w 239"/>
                  <a:gd name="T15" fmla="*/ 1 h 114"/>
                  <a:gd name="T16" fmla="*/ 108 w 239"/>
                  <a:gd name="T17" fmla="*/ 2 h 114"/>
                  <a:gd name="T18" fmla="*/ 114 w 239"/>
                  <a:gd name="T19" fmla="*/ 5 h 114"/>
                  <a:gd name="T20" fmla="*/ 126 w 239"/>
                  <a:gd name="T21" fmla="*/ 12 h 114"/>
                  <a:gd name="T22" fmla="*/ 140 w 239"/>
                  <a:gd name="T23" fmla="*/ 18 h 114"/>
                  <a:gd name="T24" fmla="*/ 155 w 239"/>
                  <a:gd name="T25" fmla="*/ 25 h 114"/>
                  <a:gd name="T26" fmla="*/ 172 w 239"/>
                  <a:gd name="T27" fmla="*/ 33 h 114"/>
                  <a:gd name="T28" fmla="*/ 188 w 239"/>
                  <a:gd name="T29" fmla="*/ 40 h 114"/>
                  <a:gd name="T30" fmla="*/ 204 w 239"/>
                  <a:gd name="T31" fmla="*/ 47 h 114"/>
                  <a:gd name="T32" fmla="*/ 217 w 239"/>
                  <a:gd name="T33" fmla="*/ 53 h 114"/>
                  <a:gd name="T34" fmla="*/ 226 w 239"/>
                  <a:gd name="T35" fmla="*/ 58 h 114"/>
                  <a:gd name="T36" fmla="*/ 233 w 239"/>
                  <a:gd name="T37" fmla="*/ 60 h 114"/>
                  <a:gd name="T38" fmla="*/ 237 w 239"/>
                  <a:gd name="T39" fmla="*/ 63 h 114"/>
                  <a:gd name="T40" fmla="*/ 239 w 239"/>
                  <a:gd name="T41" fmla="*/ 67 h 114"/>
                  <a:gd name="T42" fmla="*/ 235 w 239"/>
                  <a:gd name="T43" fmla="*/ 71 h 114"/>
                  <a:gd name="T44" fmla="*/ 228 w 239"/>
                  <a:gd name="T45" fmla="*/ 73 h 114"/>
                  <a:gd name="T46" fmla="*/ 220 w 239"/>
                  <a:gd name="T47" fmla="*/ 77 h 114"/>
                  <a:gd name="T48" fmla="*/ 209 w 239"/>
                  <a:gd name="T49" fmla="*/ 81 h 114"/>
                  <a:gd name="T50" fmla="*/ 197 w 239"/>
                  <a:gd name="T51" fmla="*/ 87 h 114"/>
                  <a:gd name="T52" fmla="*/ 184 w 239"/>
                  <a:gd name="T53" fmla="*/ 92 h 114"/>
                  <a:gd name="T54" fmla="*/ 172 w 239"/>
                  <a:gd name="T55" fmla="*/ 97 h 114"/>
                  <a:gd name="T56" fmla="*/ 160 w 239"/>
                  <a:gd name="T57" fmla="*/ 103 h 114"/>
                  <a:gd name="T58" fmla="*/ 149 w 239"/>
                  <a:gd name="T59" fmla="*/ 108 h 114"/>
                  <a:gd name="T60" fmla="*/ 141 w 239"/>
                  <a:gd name="T61" fmla="*/ 111 h 114"/>
                  <a:gd name="T62" fmla="*/ 134 w 239"/>
                  <a:gd name="T63" fmla="*/ 113 h 114"/>
                  <a:gd name="T64" fmla="*/ 130 w 239"/>
                  <a:gd name="T65" fmla="*/ 114 h 114"/>
                  <a:gd name="T66" fmla="*/ 125 w 239"/>
                  <a:gd name="T67" fmla="*/ 113 h 114"/>
                  <a:gd name="T68" fmla="*/ 120 w 239"/>
                  <a:gd name="T69" fmla="*/ 111 h 114"/>
                  <a:gd name="T70" fmla="*/ 114 w 239"/>
                  <a:gd name="T71" fmla="*/ 109 h 114"/>
                  <a:gd name="T72" fmla="*/ 105 w 239"/>
                  <a:gd name="T73" fmla="*/ 104 h 114"/>
                  <a:gd name="T74" fmla="*/ 94 w 239"/>
                  <a:gd name="T75" fmla="*/ 97 h 114"/>
                  <a:gd name="T76" fmla="*/ 80 w 239"/>
                  <a:gd name="T77" fmla="*/ 91 h 114"/>
                  <a:gd name="T78" fmla="*/ 66 w 239"/>
                  <a:gd name="T79" fmla="*/ 82 h 114"/>
                  <a:gd name="T80" fmla="*/ 51 w 239"/>
                  <a:gd name="T81" fmla="*/ 75 h 114"/>
                  <a:gd name="T82" fmla="*/ 36 w 239"/>
                  <a:gd name="T83" fmla="*/ 67 h 114"/>
                  <a:gd name="T84" fmla="*/ 23 w 239"/>
                  <a:gd name="T85" fmla="*/ 60 h 114"/>
                  <a:gd name="T86" fmla="*/ 14 w 239"/>
                  <a:gd name="T87" fmla="*/ 56 h 114"/>
                  <a:gd name="T88" fmla="*/ 8 w 239"/>
                  <a:gd name="T89" fmla="*/ 52 h 114"/>
                  <a:gd name="T90" fmla="*/ 3 w 239"/>
                  <a:gd name="T91" fmla="*/ 49 h 114"/>
                  <a:gd name="T92" fmla="*/ 0 w 239"/>
                  <a:gd name="T93" fmla="*/ 47 h 114"/>
                  <a:gd name="T94" fmla="*/ 4 w 239"/>
                  <a:gd name="T95" fmla="*/ 44 h 1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4"/>
                  <a:gd name="T146" fmla="*/ 239 w 239"/>
                  <a:gd name="T147" fmla="*/ 114 h 1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4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0"/>
                    </a:lnTo>
                    <a:lnTo>
                      <a:pt x="37" y="28"/>
                    </a:lnTo>
                    <a:lnTo>
                      <a:pt x="45" y="24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0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5"/>
                    </a:lnTo>
                    <a:lnTo>
                      <a:pt x="161" y="28"/>
                    </a:lnTo>
                    <a:lnTo>
                      <a:pt x="166" y="30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3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49"/>
                    </a:lnTo>
                    <a:lnTo>
                      <a:pt x="213" y="51"/>
                    </a:lnTo>
                    <a:lnTo>
                      <a:pt x="217" y="53"/>
                    </a:lnTo>
                    <a:lnTo>
                      <a:pt x="220" y="56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5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71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1"/>
                    </a:lnTo>
                    <a:lnTo>
                      <a:pt x="205" y="82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5"/>
                    </a:lnTo>
                    <a:lnTo>
                      <a:pt x="172" y="97"/>
                    </a:lnTo>
                    <a:lnTo>
                      <a:pt x="167" y="99"/>
                    </a:lnTo>
                    <a:lnTo>
                      <a:pt x="164" y="100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9"/>
                    </a:lnTo>
                    <a:lnTo>
                      <a:pt x="143" y="110"/>
                    </a:lnTo>
                    <a:lnTo>
                      <a:pt x="141" y="111"/>
                    </a:lnTo>
                    <a:lnTo>
                      <a:pt x="137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0" y="114"/>
                    </a:lnTo>
                    <a:lnTo>
                      <a:pt x="128" y="114"/>
                    </a:lnTo>
                    <a:lnTo>
                      <a:pt x="127" y="113"/>
                    </a:lnTo>
                    <a:lnTo>
                      <a:pt x="125" y="113"/>
                    </a:lnTo>
                    <a:lnTo>
                      <a:pt x="124" y="112"/>
                    </a:lnTo>
                    <a:lnTo>
                      <a:pt x="121" y="112"/>
                    </a:lnTo>
                    <a:lnTo>
                      <a:pt x="120" y="111"/>
                    </a:lnTo>
                    <a:lnTo>
                      <a:pt x="118" y="111"/>
                    </a:lnTo>
                    <a:lnTo>
                      <a:pt x="116" y="110"/>
                    </a:lnTo>
                    <a:lnTo>
                      <a:pt x="114" y="109"/>
                    </a:lnTo>
                    <a:lnTo>
                      <a:pt x="112" y="106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99"/>
                    </a:lnTo>
                    <a:lnTo>
                      <a:pt x="94" y="97"/>
                    </a:lnTo>
                    <a:lnTo>
                      <a:pt x="89" y="95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4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6"/>
                    </a:lnTo>
                    <a:lnTo>
                      <a:pt x="11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5" name="Freeform 967"/>
              <p:cNvSpPr>
                <a:spLocks/>
              </p:cNvSpPr>
              <p:nvPr/>
            </p:nvSpPr>
            <p:spPr bwMode="auto">
              <a:xfrm>
                <a:off x="3014" y="1926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1 h 44"/>
                  <a:gd name="T6" fmla="*/ 81 w 90"/>
                  <a:gd name="T7" fmla="*/ 3 h 44"/>
                  <a:gd name="T8" fmla="*/ 77 w 90"/>
                  <a:gd name="T9" fmla="*/ 5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19 h 44"/>
                  <a:gd name="T18" fmla="*/ 42 w 90"/>
                  <a:gd name="T19" fmla="*/ 22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3 h 44"/>
                  <a:gd name="T26" fmla="*/ 15 w 90"/>
                  <a:gd name="T27" fmla="*/ 35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2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7 h 44"/>
                  <a:gd name="T46" fmla="*/ 21 w 90"/>
                  <a:gd name="T47" fmla="*/ 33 h 44"/>
                  <a:gd name="T48" fmla="*/ 28 w 90"/>
                  <a:gd name="T49" fmla="*/ 31 h 44"/>
                  <a:gd name="T50" fmla="*/ 35 w 90"/>
                  <a:gd name="T51" fmla="*/ 27 h 44"/>
                  <a:gd name="T52" fmla="*/ 42 w 90"/>
                  <a:gd name="T53" fmla="*/ 25 h 44"/>
                  <a:gd name="T54" fmla="*/ 50 w 90"/>
                  <a:gd name="T55" fmla="*/ 20 h 44"/>
                  <a:gd name="T56" fmla="*/ 56 w 90"/>
                  <a:gd name="T57" fmla="*/ 17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5 h 44"/>
                  <a:gd name="T66" fmla="*/ 86 w 90"/>
                  <a:gd name="T67" fmla="*/ 3 h 44"/>
                  <a:gd name="T68" fmla="*/ 90 w 90"/>
                  <a:gd name="T69" fmla="*/ 1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3"/>
                    </a:lnTo>
                    <a:lnTo>
                      <a:pt x="15" y="35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7"/>
                    </a:lnTo>
                    <a:lnTo>
                      <a:pt x="21" y="33"/>
                    </a:lnTo>
                    <a:lnTo>
                      <a:pt x="28" y="31"/>
                    </a:lnTo>
                    <a:lnTo>
                      <a:pt x="35" y="27"/>
                    </a:lnTo>
                    <a:lnTo>
                      <a:pt x="42" y="25"/>
                    </a:lnTo>
                    <a:lnTo>
                      <a:pt x="50" y="20"/>
                    </a:lnTo>
                    <a:lnTo>
                      <a:pt x="56" y="17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6" name="Freeform 968"/>
              <p:cNvSpPr>
                <a:spLocks/>
              </p:cNvSpPr>
              <p:nvPr/>
            </p:nvSpPr>
            <p:spPr bwMode="auto">
              <a:xfrm>
                <a:off x="3103" y="1925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3 w 13"/>
                  <a:gd name="T3" fmla="*/ 2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2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2"/>
                    </a:moveTo>
                    <a:lnTo>
                      <a:pt x="13" y="2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7" name="Freeform 969"/>
              <p:cNvSpPr>
                <a:spLocks/>
              </p:cNvSpPr>
              <p:nvPr/>
            </p:nvSpPr>
            <p:spPr bwMode="auto">
              <a:xfrm>
                <a:off x="3115" y="1926"/>
                <a:ext cx="128" cy="61"/>
              </a:xfrm>
              <a:custGeom>
                <a:avLst/>
                <a:gdLst>
                  <a:gd name="T0" fmla="*/ 128 w 128"/>
                  <a:gd name="T1" fmla="*/ 60 h 61"/>
                  <a:gd name="T2" fmla="*/ 124 w 128"/>
                  <a:gd name="T3" fmla="*/ 58 h 61"/>
                  <a:gd name="T4" fmla="*/ 119 w 128"/>
                  <a:gd name="T5" fmla="*/ 56 h 61"/>
                  <a:gd name="T6" fmla="*/ 111 w 128"/>
                  <a:gd name="T7" fmla="*/ 52 h 61"/>
                  <a:gd name="T8" fmla="*/ 104 w 128"/>
                  <a:gd name="T9" fmla="*/ 48 h 61"/>
                  <a:gd name="T10" fmla="*/ 94 w 128"/>
                  <a:gd name="T11" fmla="*/ 44 h 61"/>
                  <a:gd name="T12" fmla="*/ 84 w 128"/>
                  <a:gd name="T13" fmla="*/ 39 h 61"/>
                  <a:gd name="T14" fmla="*/ 73 w 128"/>
                  <a:gd name="T15" fmla="*/ 33 h 61"/>
                  <a:gd name="T16" fmla="*/ 62 w 128"/>
                  <a:gd name="T17" fmla="*/ 28 h 61"/>
                  <a:gd name="T18" fmla="*/ 51 w 128"/>
                  <a:gd name="T19" fmla="*/ 24 h 61"/>
                  <a:gd name="T20" fmla="*/ 41 w 128"/>
                  <a:gd name="T21" fmla="*/ 18 h 61"/>
                  <a:gd name="T22" fmla="*/ 30 w 128"/>
                  <a:gd name="T23" fmla="*/ 14 h 61"/>
                  <a:gd name="T24" fmla="*/ 22 w 128"/>
                  <a:gd name="T25" fmla="*/ 9 h 61"/>
                  <a:gd name="T26" fmla="*/ 14 w 128"/>
                  <a:gd name="T27" fmla="*/ 5 h 61"/>
                  <a:gd name="T28" fmla="*/ 8 w 128"/>
                  <a:gd name="T29" fmla="*/ 3 h 61"/>
                  <a:gd name="T30" fmla="*/ 4 w 128"/>
                  <a:gd name="T31" fmla="*/ 1 h 61"/>
                  <a:gd name="T32" fmla="*/ 0 w 128"/>
                  <a:gd name="T33" fmla="*/ 1 h 61"/>
                  <a:gd name="T34" fmla="*/ 2 w 128"/>
                  <a:gd name="T35" fmla="*/ 2 h 61"/>
                  <a:gd name="T36" fmla="*/ 7 w 128"/>
                  <a:gd name="T37" fmla="*/ 4 h 61"/>
                  <a:gd name="T38" fmla="*/ 13 w 128"/>
                  <a:gd name="T39" fmla="*/ 9 h 61"/>
                  <a:gd name="T40" fmla="*/ 21 w 128"/>
                  <a:gd name="T41" fmla="*/ 12 h 61"/>
                  <a:gd name="T42" fmla="*/ 29 w 128"/>
                  <a:gd name="T43" fmla="*/ 16 h 61"/>
                  <a:gd name="T44" fmla="*/ 40 w 128"/>
                  <a:gd name="T45" fmla="*/ 20 h 61"/>
                  <a:gd name="T46" fmla="*/ 50 w 128"/>
                  <a:gd name="T47" fmla="*/ 25 h 61"/>
                  <a:gd name="T48" fmla="*/ 61 w 128"/>
                  <a:gd name="T49" fmla="*/ 30 h 61"/>
                  <a:gd name="T50" fmla="*/ 72 w 128"/>
                  <a:gd name="T51" fmla="*/ 35 h 61"/>
                  <a:gd name="T52" fmla="*/ 83 w 128"/>
                  <a:gd name="T53" fmla="*/ 41 h 61"/>
                  <a:gd name="T54" fmla="*/ 94 w 128"/>
                  <a:gd name="T55" fmla="*/ 45 h 61"/>
                  <a:gd name="T56" fmla="*/ 103 w 128"/>
                  <a:gd name="T57" fmla="*/ 49 h 61"/>
                  <a:gd name="T58" fmla="*/ 110 w 128"/>
                  <a:gd name="T59" fmla="*/ 55 h 61"/>
                  <a:gd name="T60" fmla="*/ 119 w 128"/>
                  <a:gd name="T61" fmla="*/ 57 h 61"/>
                  <a:gd name="T62" fmla="*/ 123 w 128"/>
                  <a:gd name="T63" fmla="*/ 60 h 61"/>
                  <a:gd name="T64" fmla="*/ 126 w 128"/>
                  <a:gd name="T65" fmla="*/ 6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1"/>
                  <a:gd name="T101" fmla="*/ 128 w 128"/>
                  <a:gd name="T102" fmla="*/ 61 h 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1">
                    <a:moveTo>
                      <a:pt x="128" y="60"/>
                    </a:moveTo>
                    <a:lnTo>
                      <a:pt x="128" y="60"/>
                    </a:lnTo>
                    <a:lnTo>
                      <a:pt x="126" y="59"/>
                    </a:lnTo>
                    <a:lnTo>
                      <a:pt x="124" y="58"/>
                    </a:lnTo>
                    <a:lnTo>
                      <a:pt x="122" y="57"/>
                    </a:lnTo>
                    <a:lnTo>
                      <a:pt x="119" y="56"/>
                    </a:lnTo>
                    <a:lnTo>
                      <a:pt x="115" y="55"/>
                    </a:lnTo>
                    <a:lnTo>
                      <a:pt x="111" y="52"/>
                    </a:lnTo>
                    <a:lnTo>
                      <a:pt x="108" y="49"/>
                    </a:lnTo>
                    <a:lnTo>
                      <a:pt x="104" y="48"/>
                    </a:lnTo>
                    <a:lnTo>
                      <a:pt x="99" y="46"/>
                    </a:lnTo>
                    <a:lnTo>
                      <a:pt x="94" y="44"/>
                    </a:lnTo>
                    <a:lnTo>
                      <a:pt x="89" y="41"/>
                    </a:lnTo>
                    <a:lnTo>
                      <a:pt x="84" y="39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6"/>
                    </a:lnTo>
                    <a:lnTo>
                      <a:pt x="51" y="24"/>
                    </a:lnTo>
                    <a:lnTo>
                      <a:pt x="45" y="21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17" y="9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9"/>
                    </a:lnTo>
                    <a:lnTo>
                      <a:pt x="17" y="9"/>
                    </a:lnTo>
                    <a:lnTo>
                      <a:pt x="21" y="12"/>
                    </a:lnTo>
                    <a:lnTo>
                      <a:pt x="25" y="14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5"/>
                    </a:lnTo>
                    <a:lnTo>
                      <a:pt x="56" y="28"/>
                    </a:lnTo>
                    <a:lnTo>
                      <a:pt x="61" y="30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9"/>
                    </a:lnTo>
                    <a:lnTo>
                      <a:pt x="83" y="41"/>
                    </a:lnTo>
                    <a:lnTo>
                      <a:pt x="88" y="43"/>
                    </a:lnTo>
                    <a:lnTo>
                      <a:pt x="94" y="45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2"/>
                    </a:lnTo>
                    <a:lnTo>
                      <a:pt x="110" y="55"/>
                    </a:lnTo>
                    <a:lnTo>
                      <a:pt x="115" y="56"/>
                    </a:lnTo>
                    <a:lnTo>
                      <a:pt x="119" y="57"/>
                    </a:lnTo>
                    <a:lnTo>
                      <a:pt x="121" y="59"/>
                    </a:lnTo>
                    <a:lnTo>
                      <a:pt x="123" y="60"/>
                    </a:lnTo>
                    <a:lnTo>
                      <a:pt x="125" y="60"/>
                    </a:lnTo>
                    <a:lnTo>
                      <a:pt x="126" y="61"/>
                    </a:lnTo>
                    <a:lnTo>
                      <a:pt x="128" y="6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8" name="Freeform 970"/>
              <p:cNvSpPr>
                <a:spLocks/>
              </p:cNvSpPr>
              <p:nvPr/>
            </p:nvSpPr>
            <p:spPr bwMode="auto">
              <a:xfrm>
                <a:off x="3241" y="1986"/>
                <a:ext cx="9" cy="9"/>
              </a:xfrm>
              <a:custGeom>
                <a:avLst/>
                <a:gdLst>
                  <a:gd name="T0" fmla="*/ 5 w 9"/>
                  <a:gd name="T1" fmla="*/ 9 h 9"/>
                  <a:gd name="T2" fmla="*/ 5 w 9"/>
                  <a:gd name="T3" fmla="*/ 9 h 9"/>
                  <a:gd name="T4" fmla="*/ 8 w 9"/>
                  <a:gd name="T5" fmla="*/ 8 h 9"/>
                  <a:gd name="T6" fmla="*/ 9 w 9"/>
                  <a:gd name="T7" fmla="*/ 7 h 9"/>
                  <a:gd name="T8" fmla="*/ 9 w 9"/>
                  <a:gd name="T9" fmla="*/ 5 h 9"/>
                  <a:gd name="T10" fmla="*/ 8 w 9"/>
                  <a:gd name="T11" fmla="*/ 4 h 9"/>
                  <a:gd name="T12" fmla="*/ 7 w 9"/>
                  <a:gd name="T13" fmla="*/ 2 h 9"/>
                  <a:gd name="T14" fmla="*/ 5 w 9"/>
                  <a:gd name="T15" fmla="*/ 1 h 9"/>
                  <a:gd name="T16" fmla="*/ 3 w 9"/>
                  <a:gd name="T17" fmla="*/ 1 h 9"/>
                  <a:gd name="T18" fmla="*/ 2 w 9"/>
                  <a:gd name="T19" fmla="*/ 0 h 9"/>
                  <a:gd name="T20" fmla="*/ 0 w 9"/>
                  <a:gd name="T21" fmla="*/ 1 h 9"/>
                  <a:gd name="T22" fmla="*/ 2 w 9"/>
                  <a:gd name="T23" fmla="*/ 2 h 9"/>
                  <a:gd name="T24" fmla="*/ 4 w 9"/>
                  <a:gd name="T25" fmla="*/ 3 h 9"/>
                  <a:gd name="T26" fmla="*/ 5 w 9"/>
                  <a:gd name="T27" fmla="*/ 4 h 9"/>
                  <a:gd name="T28" fmla="*/ 7 w 9"/>
                  <a:gd name="T29" fmla="*/ 5 h 9"/>
                  <a:gd name="T30" fmla="*/ 7 w 9"/>
                  <a:gd name="T31" fmla="*/ 6 h 9"/>
                  <a:gd name="T32" fmla="*/ 7 w 9"/>
                  <a:gd name="T33" fmla="*/ 7 h 9"/>
                  <a:gd name="T34" fmla="*/ 4 w 9"/>
                  <a:gd name="T35" fmla="*/ 8 h 9"/>
                  <a:gd name="T36" fmla="*/ 5 w 9"/>
                  <a:gd name="T37" fmla="*/ 9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9"/>
                  <a:gd name="T59" fmla="*/ 9 w 9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9">
                    <a:moveTo>
                      <a:pt x="5" y="9"/>
                    </a:moveTo>
                    <a:lnTo>
                      <a:pt x="5" y="9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19" name="Freeform 971"/>
              <p:cNvSpPr>
                <a:spLocks/>
              </p:cNvSpPr>
              <p:nvPr/>
            </p:nvSpPr>
            <p:spPr bwMode="auto">
              <a:xfrm>
                <a:off x="3143" y="1994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2 h 47"/>
                  <a:gd name="T8" fmla="*/ 20 w 103"/>
                  <a:gd name="T9" fmla="*/ 38 h 47"/>
                  <a:gd name="T10" fmla="*/ 27 w 103"/>
                  <a:gd name="T11" fmla="*/ 36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5 h 47"/>
                  <a:gd name="T18" fmla="*/ 60 w 103"/>
                  <a:gd name="T19" fmla="*/ 22 h 47"/>
                  <a:gd name="T20" fmla="*/ 70 w 103"/>
                  <a:gd name="T21" fmla="*/ 18 h 47"/>
                  <a:gd name="T22" fmla="*/ 77 w 103"/>
                  <a:gd name="T23" fmla="*/ 14 h 47"/>
                  <a:gd name="T24" fmla="*/ 83 w 103"/>
                  <a:gd name="T25" fmla="*/ 11 h 47"/>
                  <a:gd name="T26" fmla="*/ 90 w 103"/>
                  <a:gd name="T27" fmla="*/ 8 h 47"/>
                  <a:gd name="T28" fmla="*/ 96 w 103"/>
                  <a:gd name="T29" fmla="*/ 5 h 47"/>
                  <a:gd name="T30" fmla="*/ 100 w 103"/>
                  <a:gd name="T31" fmla="*/ 4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3 h 47"/>
                  <a:gd name="T38" fmla="*/ 92 w 103"/>
                  <a:gd name="T39" fmla="*/ 5 h 47"/>
                  <a:gd name="T40" fmla="*/ 86 w 103"/>
                  <a:gd name="T41" fmla="*/ 8 h 47"/>
                  <a:gd name="T42" fmla="*/ 79 w 103"/>
                  <a:gd name="T43" fmla="*/ 11 h 47"/>
                  <a:gd name="T44" fmla="*/ 73 w 103"/>
                  <a:gd name="T45" fmla="*/ 14 h 47"/>
                  <a:gd name="T46" fmla="*/ 64 w 103"/>
                  <a:gd name="T47" fmla="*/ 18 h 47"/>
                  <a:gd name="T48" fmla="*/ 56 w 103"/>
                  <a:gd name="T49" fmla="*/ 22 h 47"/>
                  <a:gd name="T50" fmla="*/ 47 w 103"/>
                  <a:gd name="T51" fmla="*/ 25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6 h 47"/>
                  <a:gd name="T58" fmla="*/ 16 w 103"/>
                  <a:gd name="T59" fmla="*/ 38 h 47"/>
                  <a:gd name="T60" fmla="*/ 11 w 103"/>
                  <a:gd name="T61" fmla="*/ 42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4" y="42"/>
                    </a:lnTo>
                    <a:lnTo>
                      <a:pt x="17" y="41"/>
                    </a:lnTo>
                    <a:lnTo>
                      <a:pt x="20" y="38"/>
                    </a:lnTo>
                    <a:lnTo>
                      <a:pt x="24" y="38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7" y="24"/>
                    </a:lnTo>
                    <a:lnTo>
                      <a:pt x="60" y="22"/>
                    </a:lnTo>
                    <a:lnTo>
                      <a:pt x="64" y="19"/>
                    </a:lnTo>
                    <a:lnTo>
                      <a:pt x="70" y="18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2"/>
                    </a:lnTo>
                    <a:lnTo>
                      <a:pt x="83" y="11"/>
                    </a:lnTo>
                    <a:lnTo>
                      <a:pt x="87" y="10"/>
                    </a:lnTo>
                    <a:lnTo>
                      <a:pt x="90" y="8"/>
                    </a:lnTo>
                    <a:lnTo>
                      <a:pt x="92" y="6"/>
                    </a:lnTo>
                    <a:lnTo>
                      <a:pt x="96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3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6" y="8"/>
                    </a:lnTo>
                    <a:lnTo>
                      <a:pt x="82" y="9"/>
                    </a:lnTo>
                    <a:lnTo>
                      <a:pt x="79" y="11"/>
                    </a:lnTo>
                    <a:lnTo>
                      <a:pt x="76" y="12"/>
                    </a:lnTo>
                    <a:lnTo>
                      <a:pt x="73" y="14"/>
                    </a:lnTo>
                    <a:lnTo>
                      <a:pt x="67" y="15"/>
                    </a:lnTo>
                    <a:lnTo>
                      <a:pt x="64" y="18"/>
                    </a:lnTo>
                    <a:lnTo>
                      <a:pt x="60" y="19"/>
                    </a:lnTo>
                    <a:lnTo>
                      <a:pt x="56" y="22"/>
                    </a:lnTo>
                    <a:lnTo>
                      <a:pt x="50" y="24"/>
                    </a:lnTo>
                    <a:lnTo>
                      <a:pt x="47" y="25"/>
                    </a:lnTo>
                    <a:lnTo>
                      <a:pt x="43" y="27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4"/>
                    </a:lnTo>
                    <a:lnTo>
                      <a:pt x="23" y="36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4" y="40"/>
                    </a:lnTo>
                    <a:lnTo>
                      <a:pt x="11" y="42"/>
                    </a:lnTo>
                    <a:lnTo>
                      <a:pt x="9" y="43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0" name="Freeform 972"/>
              <p:cNvSpPr>
                <a:spLocks/>
              </p:cNvSpPr>
              <p:nvPr/>
            </p:nvSpPr>
            <p:spPr bwMode="auto">
              <a:xfrm>
                <a:off x="3129" y="2037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1" name="Freeform 973"/>
              <p:cNvSpPr>
                <a:spLocks/>
              </p:cNvSpPr>
              <p:nvPr/>
            </p:nvSpPr>
            <p:spPr bwMode="auto">
              <a:xfrm>
                <a:off x="3015" y="1975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9 h 62"/>
                  <a:gd name="T8" fmla="*/ 18 w 115"/>
                  <a:gd name="T9" fmla="*/ 12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1 h 62"/>
                  <a:gd name="T18" fmla="*/ 64 w 115"/>
                  <a:gd name="T19" fmla="*/ 37 h 62"/>
                  <a:gd name="T20" fmla="*/ 75 w 115"/>
                  <a:gd name="T21" fmla="*/ 42 h 62"/>
                  <a:gd name="T22" fmla="*/ 83 w 115"/>
                  <a:gd name="T23" fmla="*/ 47 h 62"/>
                  <a:gd name="T24" fmla="*/ 93 w 115"/>
                  <a:gd name="T25" fmla="*/ 51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7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8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9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8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19" y="11"/>
                    </a:lnTo>
                    <a:lnTo>
                      <a:pt x="16" y="9"/>
                    </a:lnTo>
                    <a:lnTo>
                      <a:pt x="13" y="7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2" name="Freeform 974"/>
              <p:cNvSpPr>
                <a:spLocks/>
              </p:cNvSpPr>
              <p:nvPr/>
            </p:nvSpPr>
            <p:spPr bwMode="auto">
              <a:xfrm>
                <a:off x="3010" y="196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2 w 6"/>
                  <a:gd name="T5" fmla="*/ 1 h 7"/>
                  <a:gd name="T6" fmla="*/ 1 w 6"/>
                  <a:gd name="T7" fmla="*/ 2 h 7"/>
                  <a:gd name="T8" fmla="*/ 0 w 6"/>
                  <a:gd name="T9" fmla="*/ 3 h 7"/>
                  <a:gd name="T10" fmla="*/ 0 w 6"/>
                  <a:gd name="T11" fmla="*/ 4 h 7"/>
                  <a:gd name="T12" fmla="*/ 1 w 6"/>
                  <a:gd name="T13" fmla="*/ 5 h 7"/>
                  <a:gd name="T14" fmla="*/ 2 w 6"/>
                  <a:gd name="T15" fmla="*/ 5 h 7"/>
                  <a:gd name="T16" fmla="*/ 4 w 6"/>
                  <a:gd name="T17" fmla="*/ 6 h 7"/>
                  <a:gd name="T18" fmla="*/ 5 w 6"/>
                  <a:gd name="T19" fmla="*/ 7 h 7"/>
                  <a:gd name="T20" fmla="*/ 6 w 6"/>
                  <a:gd name="T21" fmla="*/ 6 h 7"/>
                  <a:gd name="T22" fmla="*/ 4 w 6"/>
                  <a:gd name="T23" fmla="*/ 5 h 7"/>
                  <a:gd name="T24" fmla="*/ 3 w 6"/>
                  <a:gd name="T25" fmla="*/ 4 h 7"/>
                  <a:gd name="T26" fmla="*/ 2 w 6"/>
                  <a:gd name="T27" fmla="*/ 4 h 7"/>
                  <a:gd name="T28" fmla="*/ 2 w 6"/>
                  <a:gd name="T29" fmla="*/ 3 h 7"/>
                  <a:gd name="T30" fmla="*/ 3 w 6"/>
                  <a:gd name="T31" fmla="*/ 3 h 7"/>
                  <a:gd name="T32" fmla="*/ 5 w 6"/>
                  <a:gd name="T33" fmla="*/ 1 h 7"/>
                  <a:gd name="T34" fmla="*/ 4 w 6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7"/>
                  <a:gd name="T56" fmla="*/ 6 w 6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3" name="Freeform 975"/>
              <p:cNvSpPr>
                <a:spLocks/>
              </p:cNvSpPr>
              <p:nvPr/>
            </p:nvSpPr>
            <p:spPr bwMode="auto">
              <a:xfrm>
                <a:off x="3137" y="2028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4 h 48"/>
                  <a:gd name="T12" fmla="*/ 92 w 106"/>
                  <a:gd name="T13" fmla="*/ 5 h 48"/>
                  <a:gd name="T14" fmla="*/ 88 w 106"/>
                  <a:gd name="T15" fmla="*/ 7 h 48"/>
                  <a:gd name="T16" fmla="*/ 85 w 106"/>
                  <a:gd name="T17" fmla="*/ 8 h 48"/>
                  <a:gd name="T18" fmla="*/ 82 w 106"/>
                  <a:gd name="T19" fmla="*/ 10 h 48"/>
                  <a:gd name="T20" fmla="*/ 79 w 106"/>
                  <a:gd name="T21" fmla="*/ 12 h 48"/>
                  <a:gd name="T22" fmla="*/ 75 w 106"/>
                  <a:gd name="T23" fmla="*/ 14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0 h 48"/>
                  <a:gd name="T30" fmla="*/ 57 w 106"/>
                  <a:gd name="T31" fmla="*/ 22 h 48"/>
                  <a:gd name="T32" fmla="*/ 53 w 106"/>
                  <a:gd name="T33" fmla="*/ 23 h 48"/>
                  <a:gd name="T34" fmla="*/ 50 w 106"/>
                  <a:gd name="T35" fmla="*/ 25 h 48"/>
                  <a:gd name="T36" fmla="*/ 45 w 106"/>
                  <a:gd name="T37" fmla="*/ 27 h 48"/>
                  <a:gd name="T38" fmla="*/ 40 w 106"/>
                  <a:gd name="T39" fmla="*/ 29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5 h 48"/>
                  <a:gd name="T46" fmla="*/ 23 w 106"/>
                  <a:gd name="T47" fmla="*/ 37 h 48"/>
                  <a:gd name="T48" fmla="*/ 20 w 106"/>
                  <a:gd name="T49" fmla="*/ 39 h 48"/>
                  <a:gd name="T50" fmla="*/ 17 w 106"/>
                  <a:gd name="T51" fmla="*/ 40 h 48"/>
                  <a:gd name="T52" fmla="*/ 14 w 106"/>
                  <a:gd name="T53" fmla="*/ 41 h 48"/>
                  <a:gd name="T54" fmla="*/ 10 w 106"/>
                  <a:gd name="T55" fmla="*/ 43 h 48"/>
                  <a:gd name="T56" fmla="*/ 8 w 106"/>
                  <a:gd name="T57" fmla="*/ 44 h 48"/>
                  <a:gd name="T58" fmla="*/ 5 w 106"/>
                  <a:gd name="T59" fmla="*/ 45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8"/>
                    </a:lnTo>
                    <a:lnTo>
                      <a:pt x="82" y="10"/>
                    </a:lnTo>
                    <a:lnTo>
                      <a:pt x="79" y="12"/>
                    </a:lnTo>
                    <a:lnTo>
                      <a:pt x="75" y="14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5" y="27"/>
                    </a:lnTo>
                    <a:lnTo>
                      <a:pt x="40" y="29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5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0"/>
                    </a:lnTo>
                    <a:lnTo>
                      <a:pt x="14" y="41"/>
                    </a:lnTo>
                    <a:lnTo>
                      <a:pt x="10" y="43"/>
                    </a:lnTo>
                    <a:lnTo>
                      <a:pt x="8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4" name="Freeform 976"/>
              <p:cNvSpPr>
                <a:spLocks/>
              </p:cNvSpPr>
              <p:nvPr/>
            </p:nvSpPr>
            <p:spPr bwMode="auto">
              <a:xfrm>
                <a:off x="3136" y="2028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5 h 50"/>
                  <a:gd name="T6" fmla="*/ 18 w 107"/>
                  <a:gd name="T7" fmla="*/ 41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7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2 h 50"/>
                  <a:gd name="T24" fmla="*/ 89 w 107"/>
                  <a:gd name="T25" fmla="*/ 9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9 h 50"/>
                  <a:gd name="T42" fmla="*/ 79 w 107"/>
                  <a:gd name="T43" fmla="*/ 12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8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1 h 50"/>
                  <a:gd name="T60" fmla="*/ 7 w 107"/>
                  <a:gd name="T61" fmla="*/ 44 h 50"/>
                  <a:gd name="T62" fmla="*/ 3 w 107"/>
                  <a:gd name="T63" fmla="*/ 47 h 50"/>
                  <a:gd name="T64" fmla="*/ 0 w 107"/>
                  <a:gd name="T65" fmla="*/ 48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29"/>
                    </a:lnTo>
                    <a:lnTo>
                      <a:pt x="49" y="27"/>
                    </a:lnTo>
                    <a:lnTo>
                      <a:pt x="54" y="24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3"/>
                    </a:lnTo>
                    <a:lnTo>
                      <a:pt x="83" y="12"/>
                    </a:lnTo>
                    <a:lnTo>
                      <a:pt x="86" y="9"/>
                    </a:lnTo>
                    <a:lnTo>
                      <a:pt x="89" y="9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9"/>
                    </a:lnTo>
                    <a:lnTo>
                      <a:pt x="79" y="12"/>
                    </a:lnTo>
                    <a:lnTo>
                      <a:pt x="73" y="13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5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0"/>
                    </a:lnTo>
                    <a:lnTo>
                      <a:pt x="12" y="41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5" name="Freeform 977"/>
              <p:cNvSpPr>
                <a:spLocks/>
              </p:cNvSpPr>
              <p:nvPr/>
            </p:nvSpPr>
            <p:spPr bwMode="auto">
              <a:xfrm>
                <a:off x="3075" y="1868"/>
                <a:ext cx="80" cy="127"/>
              </a:xfrm>
              <a:custGeom>
                <a:avLst/>
                <a:gdLst>
                  <a:gd name="T0" fmla="*/ 68 w 80"/>
                  <a:gd name="T1" fmla="*/ 105 h 127"/>
                  <a:gd name="T2" fmla="*/ 67 w 80"/>
                  <a:gd name="T3" fmla="*/ 108 h 127"/>
                  <a:gd name="T4" fmla="*/ 69 w 80"/>
                  <a:gd name="T5" fmla="*/ 109 h 127"/>
                  <a:gd name="T6" fmla="*/ 73 w 80"/>
                  <a:gd name="T7" fmla="*/ 111 h 127"/>
                  <a:gd name="T8" fmla="*/ 73 w 80"/>
                  <a:gd name="T9" fmla="*/ 114 h 127"/>
                  <a:gd name="T10" fmla="*/ 71 w 80"/>
                  <a:gd name="T11" fmla="*/ 117 h 127"/>
                  <a:gd name="T12" fmla="*/ 69 w 80"/>
                  <a:gd name="T13" fmla="*/ 119 h 127"/>
                  <a:gd name="T14" fmla="*/ 66 w 80"/>
                  <a:gd name="T15" fmla="*/ 122 h 127"/>
                  <a:gd name="T16" fmla="*/ 62 w 80"/>
                  <a:gd name="T17" fmla="*/ 124 h 127"/>
                  <a:gd name="T18" fmla="*/ 55 w 80"/>
                  <a:gd name="T19" fmla="*/ 125 h 127"/>
                  <a:gd name="T20" fmla="*/ 50 w 80"/>
                  <a:gd name="T21" fmla="*/ 126 h 127"/>
                  <a:gd name="T22" fmla="*/ 44 w 80"/>
                  <a:gd name="T23" fmla="*/ 127 h 127"/>
                  <a:gd name="T24" fmla="*/ 36 w 80"/>
                  <a:gd name="T25" fmla="*/ 127 h 127"/>
                  <a:gd name="T26" fmla="*/ 30 w 80"/>
                  <a:gd name="T27" fmla="*/ 126 h 127"/>
                  <a:gd name="T28" fmla="*/ 24 w 80"/>
                  <a:gd name="T29" fmla="*/ 125 h 127"/>
                  <a:gd name="T30" fmla="*/ 19 w 80"/>
                  <a:gd name="T31" fmla="*/ 124 h 127"/>
                  <a:gd name="T32" fmla="*/ 14 w 80"/>
                  <a:gd name="T33" fmla="*/ 122 h 127"/>
                  <a:gd name="T34" fmla="*/ 10 w 80"/>
                  <a:gd name="T35" fmla="*/ 119 h 127"/>
                  <a:gd name="T36" fmla="*/ 8 w 80"/>
                  <a:gd name="T37" fmla="*/ 117 h 127"/>
                  <a:gd name="T38" fmla="*/ 6 w 80"/>
                  <a:gd name="T39" fmla="*/ 114 h 127"/>
                  <a:gd name="T40" fmla="*/ 6 w 80"/>
                  <a:gd name="T41" fmla="*/ 110 h 127"/>
                  <a:gd name="T42" fmla="*/ 8 w 80"/>
                  <a:gd name="T43" fmla="*/ 107 h 127"/>
                  <a:gd name="T44" fmla="*/ 12 w 80"/>
                  <a:gd name="T45" fmla="*/ 105 h 127"/>
                  <a:gd name="T46" fmla="*/ 10 w 80"/>
                  <a:gd name="T47" fmla="*/ 102 h 127"/>
                  <a:gd name="T48" fmla="*/ 3 w 80"/>
                  <a:gd name="T49" fmla="*/ 94 h 127"/>
                  <a:gd name="T50" fmla="*/ 1 w 80"/>
                  <a:gd name="T51" fmla="*/ 75 h 127"/>
                  <a:gd name="T52" fmla="*/ 0 w 80"/>
                  <a:gd name="T53" fmla="*/ 51 h 127"/>
                  <a:gd name="T54" fmla="*/ 3 w 80"/>
                  <a:gd name="T55" fmla="*/ 32 h 127"/>
                  <a:gd name="T56" fmla="*/ 8 w 80"/>
                  <a:gd name="T57" fmla="*/ 25 h 127"/>
                  <a:gd name="T58" fmla="*/ 12 w 80"/>
                  <a:gd name="T59" fmla="*/ 22 h 127"/>
                  <a:gd name="T60" fmla="*/ 8 w 80"/>
                  <a:gd name="T61" fmla="*/ 20 h 127"/>
                  <a:gd name="T62" fmla="*/ 6 w 80"/>
                  <a:gd name="T63" fmla="*/ 17 h 127"/>
                  <a:gd name="T64" fmla="*/ 6 w 80"/>
                  <a:gd name="T65" fmla="*/ 13 h 127"/>
                  <a:gd name="T66" fmla="*/ 8 w 80"/>
                  <a:gd name="T67" fmla="*/ 10 h 127"/>
                  <a:gd name="T68" fmla="*/ 10 w 80"/>
                  <a:gd name="T69" fmla="*/ 8 h 127"/>
                  <a:gd name="T70" fmla="*/ 14 w 80"/>
                  <a:gd name="T71" fmla="*/ 6 h 127"/>
                  <a:gd name="T72" fmla="*/ 19 w 80"/>
                  <a:gd name="T73" fmla="*/ 4 h 127"/>
                  <a:gd name="T74" fmla="*/ 24 w 80"/>
                  <a:gd name="T75" fmla="*/ 1 h 127"/>
                  <a:gd name="T76" fmla="*/ 30 w 80"/>
                  <a:gd name="T77" fmla="*/ 1 h 127"/>
                  <a:gd name="T78" fmla="*/ 36 w 80"/>
                  <a:gd name="T79" fmla="*/ 0 h 127"/>
                  <a:gd name="T80" fmla="*/ 44 w 80"/>
                  <a:gd name="T81" fmla="*/ 0 h 127"/>
                  <a:gd name="T82" fmla="*/ 50 w 80"/>
                  <a:gd name="T83" fmla="*/ 1 h 127"/>
                  <a:gd name="T84" fmla="*/ 55 w 80"/>
                  <a:gd name="T85" fmla="*/ 1 h 127"/>
                  <a:gd name="T86" fmla="*/ 62 w 80"/>
                  <a:gd name="T87" fmla="*/ 4 h 127"/>
                  <a:gd name="T88" fmla="*/ 66 w 80"/>
                  <a:gd name="T89" fmla="*/ 6 h 127"/>
                  <a:gd name="T90" fmla="*/ 69 w 80"/>
                  <a:gd name="T91" fmla="*/ 8 h 127"/>
                  <a:gd name="T92" fmla="*/ 71 w 80"/>
                  <a:gd name="T93" fmla="*/ 10 h 127"/>
                  <a:gd name="T94" fmla="*/ 73 w 80"/>
                  <a:gd name="T95" fmla="*/ 13 h 127"/>
                  <a:gd name="T96" fmla="*/ 73 w 80"/>
                  <a:gd name="T97" fmla="*/ 17 h 127"/>
                  <a:gd name="T98" fmla="*/ 70 w 80"/>
                  <a:gd name="T99" fmla="*/ 20 h 127"/>
                  <a:gd name="T100" fmla="*/ 68 w 80"/>
                  <a:gd name="T101" fmla="*/ 21 h 127"/>
                  <a:gd name="T102" fmla="*/ 70 w 80"/>
                  <a:gd name="T103" fmla="*/ 24 h 127"/>
                  <a:gd name="T104" fmla="*/ 77 w 80"/>
                  <a:gd name="T105" fmla="*/ 32 h 127"/>
                  <a:gd name="T106" fmla="*/ 80 w 80"/>
                  <a:gd name="T107" fmla="*/ 54 h 127"/>
                  <a:gd name="T108" fmla="*/ 79 w 80"/>
                  <a:gd name="T109" fmla="*/ 80 h 127"/>
                  <a:gd name="T110" fmla="*/ 73 w 80"/>
                  <a:gd name="T111" fmla="*/ 100 h 12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"/>
                  <a:gd name="T169" fmla="*/ 0 h 127"/>
                  <a:gd name="T170" fmla="*/ 80 w 80"/>
                  <a:gd name="T171" fmla="*/ 127 h 12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" h="127">
                    <a:moveTo>
                      <a:pt x="70" y="103"/>
                    </a:moveTo>
                    <a:lnTo>
                      <a:pt x="68" y="105"/>
                    </a:lnTo>
                    <a:lnTo>
                      <a:pt x="67" y="107"/>
                    </a:lnTo>
                    <a:lnTo>
                      <a:pt x="67" y="108"/>
                    </a:lnTo>
                    <a:lnTo>
                      <a:pt x="68" y="109"/>
                    </a:lnTo>
                    <a:lnTo>
                      <a:pt x="69" y="109"/>
                    </a:lnTo>
                    <a:lnTo>
                      <a:pt x="71" y="110"/>
                    </a:lnTo>
                    <a:lnTo>
                      <a:pt x="73" y="111"/>
                    </a:lnTo>
                    <a:lnTo>
                      <a:pt x="73" y="113"/>
                    </a:lnTo>
                    <a:lnTo>
                      <a:pt x="73" y="114"/>
                    </a:lnTo>
                    <a:lnTo>
                      <a:pt x="73" y="116"/>
                    </a:lnTo>
                    <a:lnTo>
                      <a:pt x="71" y="117"/>
                    </a:lnTo>
                    <a:lnTo>
                      <a:pt x="70" y="119"/>
                    </a:lnTo>
                    <a:lnTo>
                      <a:pt x="69" y="119"/>
                    </a:lnTo>
                    <a:lnTo>
                      <a:pt x="68" y="121"/>
                    </a:lnTo>
                    <a:lnTo>
                      <a:pt x="66" y="122"/>
                    </a:lnTo>
                    <a:lnTo>
                      <a:pt x="64" y="123"/>
                    </a:lnTo>
                    <a:lnTo>
                      <a:pt x="62" y="124"/>
                    </a:lnTo>
                    <a:lnTo>
                      <a:pt x="60" y="125"/>
                    </a:lnTo>
                    <a:lnTo>
                      <a:pt x="55" y="125"/>
                    </a:lnTo>
                    <a:lnTo>
                      <a:pt x="53" y="126"/>
                    </a:lnTo>
                    <a:lnTo>
                      <a:pt x="50" y="126"/>
                    </a:lnTo>
                    <a:lnTo>
                      <a:pt x="47" y="127"/>
                    </a:lnTo>
                    <a:lnTo>
                      <a:pt x="44" y="127"/>
                    </a:lnTo>
                    <a:lnTo>
                      <a:pt x="39" y="127"/>
                    </a:lnTo>
                    <a:lnTo>
                      <a:pt x="36" y="127"/>
                    </a:lnTo>
                    <a:lnTo>
                      <a:pt x="33" y="127"/>
                    </a:lnTo>
                    <a:lnTo>
                      <a:pt x="30" y="126"/>
                    </a:lnTo>
                    <a:lnTo>
                      <a:pt x="28" y="126"/>
                    </a:lnTo>
                    <a:lnTo>
                      <a:pt x="24" y="125"/>
                    </a:lnTo>
                    <a:lnTo>
                      <a:pt x="22" y="125"/>
                    </a:lnTo>
                    <a:lnTo>
                      <a:pt x="19" y="124"/>
                    </a:lnTo>
                    <a:lnTo>
                      <a:pt x="16" y="123"/>
                    </a:lnTo>
                    <a:lnTo>
                      <a:pt x="14" y="122"/>
                    </a:lnTo>
                    <a:lnTo>
                      <a:pt x="13" y="121"/>
                    </a:lnTo>
                    <a:lnTo>
                      <a:pt x="10" y="119"/>
                    </a:lnTo>
                    <a:lnTo>
                      <a:pt x="8" y="119"/>
                    </a:lnTo>
                    <a:lnTo>
                      <a:pt x="8" y="117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0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12" y="106"/>
                    </a:lnTo>
                    <a:lnTo>
                      <a:pt x="12" y="105"/>
                    </a:lnTo>
                    <a:lnTo>
                      <a:pt x="12" y="104"/>
                    </a:lnTo>
                    <a:lnTo>
                      <a:pt x="10" y="102"/>
                    </a:lnTo>
                    <a:lnTo>
                      <a:pt x="6" y="100"/>
                    </a:lnTo>
                    <a:lnTo>
                      <a:pt x="3" y="94"/>
                    </a:lnTo>
                    <a:lnTo>
                      <a:pt x="2" y="87"/>
                    </a:lnTo>
                    <a:lnTo>
                      <a:pt x="1" y="75"/>
                    </a:lnTo>
                    <a:lnTo>
                      <a:pt x="0" y="63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3" y="32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2" y="23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4"/>
                    </a:lnTo>
                    <a:lnTo>
                      <a:pt x="22" y="2"/>
                    </a:lnTo>
                    <a:lnTo>
                      <a:pt x="24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4" y="5"/>
                    </a:lnTo>
                    <a:lnTo>
                      <a:pt x="66" y="6"/>
                    </a:lnTo>
                    <a:lnTo>
                      <a:pt x="68" y="7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1" y="10"/>
                    </a:lnTo>
                    <a:lnTo>
                      <a:pt x="73" y="11"/>
                    </a:lnTo>
                    <a:lnTo>
                      <a:pt x="73" y="13"/>
                    </a:lnTo>
                    <a:lnTo>
                      <a:pt x="73" y="15"/>
                    </a:lnTo>
                    <a:lnTo>
                      <a:pt x="73" y="17"/>
                    </a:lnTo>
                    <a:lnTo>
                      <a:pt x="71" y="19"/>
                    </a:lnTo>
                    <a:lnTo>
                      <a:pt x="70" y="20"/>
                    </a:lnTo>
                    <a:lnTo>
                      <a:pt x="69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70" y="24"/>
                    </a:lnTo>
                    <a:lnTo>
                      <a:pt x="73" y="26"/>
                    </a:lnTo>
                    <a:lnTo>
                      <a:pt x="77" y="32"/>
                    </a:lnTo>
                    <a:lnTo>
                      <a:pt x="79" y="42"/>
                    </a:lnTo>
                    <a:lnTo>
                      <a:pt x="80" y="54"/>
                    </a:lnTo>
                    <a:lnTo>
                      <a:pt x="80" y="67"/>
                    </a:lnTo>
                    <a:lnTo>
                      <a:pt x="79" y="80"/>
                    </a:lnTo>
                    <a:lnTo>
                      <a:pt x="77" y="90"/>
                    </a:lnTo>
                    <a:lnTo>
                      <a:pt x="73" y="100"/>
                    </a:lnTo>
                    <a:lnTo>
                      <a:pt x="70" y="103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6" name="Freeform 978"/>
              <p:cNvSpPr>
                <a:spLocks/>
              </p:cNvSpPr>
              <p:nvPr/>
            </p:nvSpPr>
            <p:spPr bwMode="auto">
              <a:xfrm>
                <a:off x="3141" y="1970"/>
                <a:ext cx="9" cy="12"/>
              </a:xfrm>
              <a:custGeom>
                <a:avLst/>
                <a:gdLst>
                  <a:gd name="T0" fmla="*/ 9 w 9"/>
                  <a:gd name="T1" fmla="*/ 12 h 12"/>
                  <a:gd name="T2" fmla="*/ 9 w 9"/>
                  <a:gd name="T3" fmla="*/ 12 h 12"/>
                  <a:gd name="T4" fmla="*/ 7 w 9"/>
                  <a:gd name="T5" fmla="*/ 9 h 12"/>
                  <a:gd name="T6" fmla="*/ 6 w 9"/>
                  <a:gd name="T7" fmla="*/ 8 h 12"/>
                  <a:gd name="T8" fmla="*/ 4 w 9"/>
                  <a:gd name="T9" fmla="*/ 7 h 12"/>
                  <a:gd name="T10" fmla="*/ 3 w 9"/>
                  <a:gd name="T11" fmla="*/ 5 h 12"/>
                  <a:gd name="T12" fmla="*/ 2 w 9"/>
                  <a:gd name="T13" fmla="*/ 5 h 12"/>
                  <a:gd name="T14" fmla="*/ 2 w 9"/>
                  <a:gd name="T15" fmla="*/ 4 h 12"/>
                  <a:gd name="T16" fmla="*/ 3 w 9"/>
                  <a:gd name="T17" fmla="*/ 3 h 12"/>
                  <a:gd name="T18" fmla="*/ 5 w 9"/>
                  <a:gd name="T19" fmla="*/ 2 h 12"/>
                  <a:gd name="T20" fmla="*/ 4 w 9"/>
                  <a:gd name="T21" fmla="*/ 0 h 12"/>
                  <a:gd name="T22" fmla="*/ 1 w 9"/>
                  <a:gd name="T23" fmla="*/ 2 h 12"/>
                  <a:gd name="T24" fmla="*/ 0 w 9"/>
                  <a:gd name="T25" fmla="*/ 4 h 12"/>
                  <a:gd name="T26" fmla="*/ 0 w 9"/>
                  <a:gd name="T27" fmla="*/ 7 h 12"/>
                  <a:gd name="T28" fmla="*/ 2 w 9"/>
                  <a:gd name="T29" fmla="*/ 8 h 12"/>
                  <a:gd name="T30" fmla="*/ 3 w 9"/>
                  <a:gd name="T31" fmla="*/ 9 h 12"/>
                  <a:gd name="T32" fmla="*/ 5 w 9"/>
                  <a:gd name="T33" fmla="*/ 11 h 12"/>
                  <a:gd name="T34" fmla="*/ 6 w 9"/>
                  <a:gd name="T35" fmla="*/ 11 h 12"/>
                  <a:gd name="T36" fmla="*/ 6 w 9"/>
                  <a:gd name="T37" fmla="*/ 12 h 12"/>
                  <a:gd name="T38" fmla="*/ 9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9" y="12"/>
                    </a:move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7" name="Freeform 979"/>
              <p:cNvSpPr>
                <a:spLocks/>
              </p:cNvSpPr>
              <p:nvPr/>
            </p:nvSpPr>
            <p:spPr bwMode="auto">
              <a:xfrm>
                <a:off x="3115" y="1982"/>
                <a:ext cx="35" cy="13"/>
              </a:xfrm>
              <a:custGeom>
                <a:avLst/>
                <a:gdLst>
                  <a:gd name="T0" fmla="*/ 0 w 35"/>
                  <a:gd name="T1" fmla="*/ 13 h 13"/>
                  <a:gd name="T2" fmla="*/ 0 w 35"/>
                  <a:gd name="T3" fmla="*/ 13 h 13"/>
                  <a:gd name="T4" fmla="*/ 4 w 35"/>
                  <a:gd name="T5" fmla="*/ 13 h 13"/>
                  <a:gd name="T6" fmla="*/ 7 w 35"/>
                  <a:gd name="T7" fmla="*/ 13 h 13"/>
                  <a:gd name="T8" fmla="*/ 10 w 35"/>
                  <a:gd name="T9" fmla="*/ 12 h 13"/>
                  <a:gd name="T10" fmla="*/ 13 w 35"/>
                  <a:gd name="T11" fmla="*/ 12 h 13"/>
                  <a:gd name="T12" fmla="*/ 17 w 35"/>
                  <a:gd name="T13" fmla="*/ 12 h 13"/>
                  <a:gd name="T14" fmla="*/ 20 w 35"/>
                  <a:gd name="T15" fmla="*/ 11 h 13"/>
                  <a:gd name="T16" fmla="*/ 22 w 35"/>
                  <a:gd name="T17" fmla="*/ 10 h 13"/>
                  <a:gd name="T18" fmla="*/ 25 w 35"/>
                  <a:gd name="T19" fmla="*/ 9 h 13"/>
                  <a:gd name="T20" fmla="*/ 27 w 35"/>
                  <a:gd name="T21" fmla="*/ 8 h 13"/>
                  <a:gd name="T22" fmla="*/ 28 w 35"/>
                  <a:gd name="T23" fmla="*/ 8 h 13"/>
                  <a:gd name="T24" fmla="*/ 30 w 35"/>
                  <a:gd name="T25" fmla="*/ 6 h 13"/>
                  <a:gd name="T26" fmla="*/ 31 w 35"/>
                  <a:gd name="T27" fmla="*/ 5 h 13"/>
                  <a:gd name="T28" fmla="*/ 32 w 35"/>
                  <a:gd name="T29" fmla="*/ 4 h 13"/>
                  <a:gd name="T30" fmla="*/ 33 w 35"/>
                  <a:gd name="T31" fmla="*/ 3 h 13"/>
                  <a:gd name="T32" fmla="*/ 35 w 35"/>
                  <a:gd name="T33" fmla="*/ 1 h 13"/>
                  <a:gd name="T34" fmla="*/ 35 w 35"/>
                  <a:gd name="T35" fmla="*/ 0 h 13"/>
                  <a:gd name="T36" fmla="*/ 32 w 35"/>
                  <a:gd name="T37" fmla="*/ 0 h 13"/>
                  <a:gd name="T38" fmla="*/ 32 w 35"/>
                  <a:gd name="T39" fmla="*/ 1 h 13"/>
                  <a:gd name="T40" fmla="*/ 32 w 35"/>
                  <a:gd name="T41" fmla="*/ 2 h 13"/>
                  <a:gd name="T42" fmla="*/ 31 w 35"/>
                  <a:gd name="T43" fmla="*/ 3 h 13"/>
                  <a:gd name="T44" fmla="*/ 30 w 35"/>
                  <a:gd name="T45" fmla="*/ 4 h 13"/>
                  <a:gd name="T46" fmla="*/ 29 w 35"/>
                  <a:gd name="T47" fmla="*/ 5 h 13"/>
                  <a:gd name="T48" fmla="*/ 27 w 35"/>
                  <a:gd name="T49" fmla="*/ 6 h 13"/>
                  <a:gd name="T50" fmla="*/ 26 w 35"/>
                  <a:gd name="T51" fmla="*/ 7 h 13"/>
                  <a:gd name="T52" fmla="*/ 24 w 35"/>
                  <a:gd name="T53" fmla="*/ 8 h 13"/>
                  <a:gd name="T54" fmla="*/ 22 w 35"/>
                  <a:gd name="T55" fmla="*/ 9 h 13"/>
                  <a:gd name="T56" fmla="*/ 20 w 35"/>
                  <a:gd name="T57" fmla="*/ 9 h 13"/>
                  <a:gd name="T58" fmla="*/ 15 w 35"/>
                  <a:gd name="T59" fmla="*/ 10 h 13"/>
                  <a:gd name="T60" fmla="*/ 13 w 35"/>
                  <a:gd name="T61" fmla="*/ 10 h 13"/>
                  <a:gd name="T62" fmla="*/ 10 w 35"/>
                  <a:gd name="T63" fmla="*/ 11 h 13"/>
                  <a:gd name="T64" fmla="*/ 7 w 35"/>
                  <a:gd name="T65" fmla="*/ 11 h 13"/>
                  <a:gd name="T66" fmla="*/ 4 w 35"/>
                  <a:gd name="T67" fmla="*/ 11 h 13"/>
                  <a:gd name="T68" fmla="*/ 0 w 35"/>
                  <a:gd name="T69" fmla="*/ 11 h 13"/>
                  <a:gd name="T70" fmla="*/ 0 w 35"/>
                  <a:gd name="T71" fmla="*/ 13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13"/>
                    </a:moveTo>
                    <a:lnTo>
                      <a:pt x="0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3" y="12"/>
                    </a:lnTo>
                    <a:lnTo>
                      <a:pt x="17" y="12"/>
                    </a:lnTo>
                    <a:lnTo>
                      <a:pt x="20" y="11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30" y="6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3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1" y="3"/>
                    </a:lnTo>
                    <a:lnTo>
                      <a:pt x="30" y="4"/>
                    </a:lnTo>
                    <a:lnTo>
                      <a:pt x="29" y="5"/>
                    </a:lnTo>
                    <a:lnTo>
                      <a:pt x="27" y="6"/>
                    </a:lnTo>
                    <a:lnTo>
                      <a:pt x="26" y="7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8" name="Freeform 980"/>
              <p:cNvSpPr>
                <a:spLocks/>
              </p:cNvSpPr>
              <p:nvPr/>
            </p:nvSpPr>
            <p:spPr bwMode="auto">
              <a:xfrm>
                <a:off x="3080" y="1982"/>
                <a:ext cx="35" cy="13"/>
              </a:xfrm>
              <a:custGeom>
                <a:avLst/>
                <a:gdLst>
                  <a:gd name="T0" fmla="*/ 0 w 35"/>
                  <a:gd name="T1" fmla="*/ 0 h 13"/>
                  <a:gd name="T2" fmla="*/ 0 w 35"/>
                  <a:gd name="T3" fmla="*/ 0 h 13"/>
                  <a:gd name="T4" fmla="*/ 0 w 35"/>
                  <a:gd name="T5" fmla="*/ 1 h 13"/>
                  <a:gd name="T6" fmla="*/ 1 w 35"/>
                  <a:gd name="T7" fmla="*/ 3 h 13"/>
                  <a:gd name="T8" fmla="*/ 1 w 35"/>
                  <a:gd name="T9" fmla="*/ 4 h 13"/>
                  <a:gd name="T10" fmla="*/ 3 w 35"/>
                  <a:gd name="T11" fmla="*/ 5 h 13"/>
                  <a:gd name="T12" fmla="*/ 4 w 35"/>
                  <a:gd name="T13" fmla="*/ 6 h 13"/>
                  <a:gd name="T14" fmla="*/ 7 w 35"/>
                  <a:gd name="T15" fmla="*/ 8 h 13"/>
                  <a:gd name="T16" fmla="*/ 8 w 35"/>
                  <a:gd name="T17" fmla="*/ 8 h 13"/>
                  <a:gd name="T18" fmla="*/ 11 w 35"/>
                  <a:gd name="T19" fmla="*/ 9 h 13"/>
                  <a:gd name="T20" fmla="*/ 14 w 35"/>
                  <a:gd name="T21" fmla="*/ 10 h 13"/>
                  <a:gd name="T22" fmla="*/ 16 w 35"/>
                  <a:gd name="T23" fmla="*/ 11 h 13"/>
                  <a:gd name="T24" fmla="*/ 19 w 35"/>
                  <a:gd name="T25" fmla="*/ 12 h 13"/>
                  <a:gd name="T26" fmla="*/ 21 w 35"/>
                  <a:gd name="T27" fmla="*/ 12 h 13"/>
                  <a:gd name="T28" fmla="*/ 25 w 35"/>
                  <a:gd name="T29" fmla="*/ 12 h 13"/>
                  <a:gd name="T30" fmla="*/ 29 w 35"/>
                  <a:gd name="T31" fmla="*/ 13 h 13"/>
                  <a:gd name="T32" fmla="*/ 32 w 35"/>
                  <a:gd name="T33" fmla="*/ 13 h 13"/>
                  <a:gd name="T34" fmla="*/ 35 w 35"/>
                  <a:gd name="T35" fmla="*/ 13 h 13"/>
                  <a:gd name="T36" fmla="*/ 35 w 35"/>
                  <a:gd name="T37" fmla="*/ 11 h 13"/>
                  <a:gd name="T38" fmla="*/ 32 w 35"/>
                  <a:gd name="T39" fmla="*/ 11 h 13"/>
                  <a:gd name="T40" fmla="*/ 29 w 35"/>
                  <a:gd name="T41" fmla="*/ 11 h 13"/>
                  <a:gd name="T42" fmla="*/ 25 w 35"/>
                  <a:gd name="T43" fmla="*/ 11 h 13"/>
                  <a:gd name="T44" fmla="*/ 21 w 35"/>
                  <a:gd name="T45" fmla="*/ 10 h 13"/>
                  <a:gd name="T46" fmla="*/ 19 w 35"/>
                  <a:gd name="T47" fmla="*/ 10 h 13"/>
                  <a:gd name="T48" fmla="*/ 16 w 35"/>
                  <a:gd name="T49" fmla="*/ 9 h 13"/>
                  <a:gd name="T50" fmla="*/ 14 w 35"/>
                  <a:gd name="T51" fmla="*/ 9 h 13"/>
                  <a:gd name="T52" fmla="*/ 11 w 35"/>
                  <a:gd name="T53" fmla="*/ 8 h 13"/>
                  <a:gd name="T54" fmla="*/ 9 w 35"/>
                  <a:gd name="T55" fmla="*/ 7 h 13"/>
                  <a:gd name="T56" fmla="*/ 8 w 35"/>
                  <a:gd name="T57" fmla="*/ 6 h 13"/>
                  <a:gd name="T58" fmla="*/ 5 w 35"/>
                  <a:gd name="T59" fmla="*/ 5 h 13"/>
                  <a:gd name="T60" fmla="*/ 4 w 35"/>
                  <a:gd name="T61" fmla="*/ 4 h 13"/>
                  <a:gd name="T62" fmla="*/ 3 w 35"/>
                  <a:gd name="T63" fmla="*/ 3 h 13"/>
                  <a:gd name="T64" fmla="*/ 2 w 35"/>
                  <a:gd name="T65" fmla="*/ 2 h 13"/>
                  <a:gd name="T66" fmla="*/ 2 w 35"/>
                  <a:gd name="T67" fmla="*/ 1 h 13"/>
                  <a:gd name="T68" fmla="*/ 2 w 35"/>
                  <a:gd name="T69" fmla="*/ 0 h 13"/>
                  <a:gd name="T70" fmla="*/ 0 w 35"/>
                  <a:gd name="T71" fmla="*/ 0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5" y="12"/>
                    </a:lnTo>
                    <a:lnTo>
                      <a:pt x="29" y="13"/>
                    </a:lnTo>
                    <a:lnTo>
                      <a:pt x="32" y="13"/>
                    </a:lnTo>
                    <a:lnTo>
                      <a:pt x="35" y="13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29" name="Freeform 981"/>
              <p:cNvSpPr>
                <a:spLocks/>
              </p:cNvSpPr>
              <p:nvPr/>
            </p:nvSpPr>
            <p:spPr bwMode="auto">
              <a:xfrm>
                <a:off x="3080" y="1967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0 w 8"/>
                  <a:gd name="T3" fmla="*/ 2 h 15"/>
                  <a:gd name="T4" fmla="*/ 3 w 8"/>
                  <a:gd name="T5" fmla="*/ 4 h 15"/>
                  <a:gd name="T6" fmla="*/ 5 w 8"/>
                  <a:gd name="T7" fmla="*/ 5 h 15"/>
                  <a:gd name="T8" fmla="*/ 5 w 8"/>
                  <a:gd name="T9" fmla="*/ 6 h 15"/>
                  <a:gd name="T10" fmla="*/ 5 w 8"/>
                  <a:gd name="T11" fmla="*/ 8 h 15"/>
                  <a:gd name="T12" fmla="*/ 3 w 8"/>
                  <a:gd name="T13" fmla="*/ 8 h 15"/>
                  <a:gd name="T14" fmla="*/ 2 w 8"/>
                  <a:gd name="T15" fmla="*/ 10 h 15"/>
                  <a:gd name="T16" fmla="*/ 1 w 8"/>
                  <a:gd name="T17" fmla="*/ 12 h 15"/>
                  <a:gd name="T18" fmla="*/ 0 w 8"/>
                  <a:gd name="T19" fmla="*/ 15 h 15"/>
                  <a:gd name="T20" fmla="*/ 2 w 8"/>
                  <a:gd name="T21" fmla="*/ 15 h 15"/>
                  <a:gd name="T22" fmla="*/ 2 w 8"/>
                  <a:gd name="T23" fmla="*/ 12 h 15"/>
                  <a:gd name="T24" fmla="*/ 3 w 8"/>
                  <a:gd name="T25" fmla="*/ 11 h 15"/>
                  <a:gd name="T26" fmla="*/ 5 w 8"/>
                  <a:gd name="T27" fmla="*/ 10 h 15"/>
                  <a:gd name="T28" fmla="*/ 7 w 8"/>
                  <a:gd name="T29" fmla="*/ 8 h 15"/>
                  <a:gd name="T30" fmla="*/ 8 w 8"/>
                  <a:gd name="T31" fmla="*/ 6 h 15"/>
                  <a:gd name="T32" fmla="*/ 8 w 8"/>
                  <a:gd name="T33" fmla="*/ 5 h 15"/>
                  <a:gd name="T34" fmla="*/ 5 w 8"/>
                  <a:gd name="T35" fmla="*/ 3 h 15"/>
                  <a:gd name="T36" fmla="*/ 1 w 8"/>
                  <a:gd name="T37" fmla="*/ 0 h 15"/>
                  <a:gd name="T38" fmla="*/ 0 w 8"/>
                  <a:gd name="T39" fmla="*/ 1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15"/>
                  <a:gd name="T62" fmla="*/ 8 w 8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15">
                    <a:moveTo>
                      <a:pt x="0" y="1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0" name="Freeform 982"/>
              <p:cNvSpPr>
                <a:spLocks/>
              </p:cNvSpPr>
              <p:nvPr/>
            </p:nvSpPr>
            <p:spPr bwMode="auto">
              <a:xfrm>
                <a:off x="3074" y="1894"/>
                <a:ext cx="8" cy="74"/>
              </a:xfrm>
              <a:custGeom>
                <a:avLst/>
                <a:gdLst>
                  <a:gd name="T0" fmla="*/ 7 w 8"/>
                  <a:gd name="T1" fmla="*/ 0 h 74"/>
                  <a:gd name="T2" fmla="*/ 7 w 8"/>
                  <a:gd name="T3" fmla="*/ 0 h 74"/>
                  <a:gd name="T4" fmla="*/ 3 w 8"/>
                  <a:gd name="T5" fmla="*/ 6 h 74"/>
                  <a:gd name="T6" fmla="*/ 1 w 8"/>
                  <a:gd name="T7" fmla="*/ 14 h 74"/>
                  <a:gd name="T8" fmla="*/ 0 w 8"/>
                  <a:gd name="T9" fmla="*/ 25 h 74"/>
                  <a:gd name="T10" fmla="*/ 0 w 8"/>
                  <a:gd name="T11" fmla="*/ 37 h 74"/>
                  <a:gd name="T12" fmla="*/ 1 w 8"/>
                  <a:gd name="T13" fmla="*/ 50 h 74"/>
                  <a:gd name="T14" fmla="*/ 2 w 8"/>
                  <a:gd name="T15" fmla="*/ 60 h 74"/>
                  <a:gd name="T16" fmla="*/ 3 w 8"/>
                  <a:gd name="T17" fmla="*/ 69 h 74"/>
                  <a:gd name="T18" fmla="*/ 7 w 8"/>
                  <a:gd name="T19" fmla="*/ 74 h 74"/>
                  <a:gd name="T20" fmla="*/ 8 w 8"/>
                  <a:gd name="T21" fmla="*/ 73 h 74"/>
                  <a:gd name="T22" fmla="*/ 6 w 8"/>
                  <a:gd name="T23" fmla="*/ 68 h 74"/>
                  <a:gd name="T24" fmla="*/ 4 w 8"/>
                  <a:gd name="T25" fmla="*/ 60 h 74"/>
                  <a:gd name="T26" fmla="*/ 2 w 8"/>
                  <a:gd name="T27" fmla="*/ 50 h 74"/>
                  <a:gd name="T28" fmla="*/ 2 w 8"/>
                  <a:gd name="T29" fmla="*/ 37 h 74"/>
                  <a:gd name="T30" fmla="*/ 2 w 8"/>
                  <a:gd name="T31" fmla="*/ 25 h 74"/>
                  <a:gd name="T32" fmla="*/ 3 w 8"/>
                  <a:gd name="T33" fmla="*/ 15 h 74"/>
                  <a:gd name="T34" fmla="*/ 4 w 8"/>
                  <a:gd name="T35" fmla="*/ 6 h 74"/>
                  <a:gd name="T36" fmla="*/ 8 w 8"/>
                  <a:gd name="T37" fmla="*/ 2 h 74"/>
                  <a:gd name="T38" fmla="*/ 7 w 8"/>
                  <a:gd name="T39" fmla="*/ 0 h 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74"/>
                  <a:gd name="T62" fmla="*/ 8 w 8"/>
                  <a:gd name="T63" fmla="*/ 74 h 7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7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1" y="14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1" y="50"/>
                    </a:lnTo>
                    <a:lnTo>
                      <a:pt x="2" y="60"/>
                    </a:lnTo>
                    <a:lnTo>
                      <a:pt x="3" y="69"/>
                    </a:lnTo>
                    <a:lnTo>
                      <a:pt x="7" y="74"/>
                    </a:lnTo>
                    <a:lnTo>
                      <a:pt x="8" y="73"/>
                    </a:lnTo>
                    <a:lnTo>
                      <a:pt x="6" y="68"/>
                    </a:lnTo>
                    <a:lnTo>
                      <a:pt x="4" y="60"/>
                    </a:lnTo>
                    <a:lnTo>
                      <a:pt x="2" y="50"/>
                    </a:lnTo>
                    <a:lnTo>
                      <a:pt x="2" y="37"/>
                    </a:lnTo>
                    <a:lnTo>
                      <a:pt x="2" y="25"/>
                    </a:lnTo>
                    <a:lnTo>
                      <a:pt x="3" y="15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1" name="Freeform 983"/>
              <p:cNvSpPr>
                <a:spLocks/>
              </p:cNvSpPr>
              <p:nvPr/>
            </p:nvSpPr>
            <p:spPr bwMode="auto">
              <a:xfrm>
                <a:off x="3080" y="1883"/>
                <a:ext cx="8" cy="14"/>
              </a:xfrm>
              <a:custGeom>
                <a:avLst/>
                <a:gdLst>
                  <a:gd name="T0" fmla="*/ 0 w 8"/>
                  <a:gd name="T1" fmla="*/ 0 h 14"/>
                  <a:gd name="T2" fmla="*/ 0 w 8"/>
                  <a:gd name="T3" fmla="*/ 0 h 14"/>
                  <a:gd name="T4" fmla="*/ 1 w 8"/>
                  <a:gd name="T5" fmla="*/ 2 h 14"/>
                  <a:gd name="T6" fmla="*/ 2 w 8"/>
                  <a:gd name="T7" fmla="*/ 5 h 14"/>
                  <a:gd name="T8" fmla="*/ 4 w 8"/>
                  <a:gd name="T9" fmla="*/ 6 h 14"/>
                  <a:gd name="T10" fmla="*/ 5 w 8"/>
                  <a:gd name="T11" fmla="*/ 7 h 14"/>
                  <a:gd name="T12" fmla="*/ 5 w 8"/>
                  <a:gd name="T13" fmla="*/ 8 h 14"/>
                  <a:gd name="T14" fmla="*/ 4 w 8"/>
                  <a:gd name="T15" fmla="*/ 10 h 14"/>
                  <a:gd name="T16" fmla="*/ 0 w 8"/>
                  <a:gd name="T17" fmla="*/ 12 h 14"/>
                  <a:gd name="T18" fmla="*/ 1 w 8"/>
                  <a:gd name="T19" fmla="*/ 14 h 14"/>
                  <a:gd name="T20" fmla="*/ 5 w 8"/>
                  <a:gd name="T21" fmla="*/ 12 h 14"/>
                  <a:gd name="T22" fmla="*/ 8 w 8"/>
                  <a:gd name="T23" fmla="*/ 10 h 14"/>
                  <a:gd name="T24" fmla="*/ 8 w 8"/>
                  <a:gd name="T25" fmla="*/ 7 h 14"/>
                  <a:gd name="T26" fmla="*/ 7 w 8"/>
                  <a:gd name="T27" fmla="*/ 6 h 14"/>
                  <a:gd name="T28" fmla="*/ 5 w 8"/>
                  <a:gd name="T29" fmla="*/ 5 h 14"/>
                  <a:gd name="T30" fmla="*/ 3 w 8"/>
                  <a:gd name="T31" fmla="*/ 4 h 14"/>
                  <a:gd name="T32" fmla="*/ 2 w 8"/>
                  <a:gd name="T33" fmla="*/ 2 h 14"/>
                  <a:gd name="T34" fmla="*/ 2 w 8"/>
                  <a:gd name="T35" fmla="*/ 0 h 14"/>
                  <a:gd name="T36" fmla="*/ 0 w 8"/>
                  <a:gd name="T37" fmla="*/ 0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4"/>
                  <a:gd name="T59" fmla="*/ 8 w 8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5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2" name="Freeform 984"/>
              <p:cNvSpPr>
                <a:spLocks/>
              </p:cNvSpPr>
              <p:nvPr/>
            </p:nvSpPr>
            <p:spPr bwMode="auto">
              <a:xfrm>
                <a:off x="3080" y="1867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35 w 35"/>
                  <a:gd name="T3" fmla="*/ 0 h 16"/>
                  <a:gd name="T4" fmla="*/ 32 w 35"/>
                  <a:gd name="T5" fmla="*/ 0 h 16"/>
                  <a:gd name="T6" fmla="*/ 29 w 35"/>
                  <a:gd name="T7" fmla="*/ 0 h 16"/>
                  <a:gd name="T8" fmla="*/ 25 w 35"/>
                  <a:gd name="T9" fmla="*/ 1 h 16"/>
                  <a:gd name="T10" fmla="*/ 21 w 35"/>
                  <a:gd name="T11" fmla="*/ 1 h 16"/>
                  <a:gd name="T12" fmla="*/ 19 w 35"/>
                  <a:gd name="T13" fmla="*/ 2 h 16"/>
                  <a:gd name="T14" fmla="*/ 16 w 35"/>
                  <a:gd name="T15" fmla="*/ 2 h 16"/>
                  <a:gd name="T16" fmla="*/ 14 w 35"/>
                  <a:gd name="T17" fmla="*/ 3 h 16"/>
                  <a:gd name="T18" fmla="*/ 11 w 35"/>
                  <a:gd name="T19" fmla="*/ 5 h 16"/>
                  <a:gd name="T20" fmla="*/ 8 w 35"/>
                  <a:gd name="T21" fmla="*/ 6 h 16"/>
                  <a:gd name="T22" fmla="*/ 7 w 35"/>
                  <a:gd name="T23" fmla="*/ 7 h 16"/>
                  <a:gd name="T24" fmla="*/ 4 w 35"/>
                  <a:gd name="T25" fmla="*/ 9 h 16"/>
                  <a:gd name="T26" fmla="*/ 3 w 35"/>
                  <a:gd name="T27" fmla="*/ 10 h 16"/>
                  <a:gd name="T28" fmla="*/ 1 w 35"/>
                  <a:gd name="T29" fmla="*/ 12 h 16"/>
                  <a:gd name="T30" fmla="*/ 1 w 35"/>
                  <a:gd name="T31" fmla="*/ 13 h 16"/>
                  <a:gd name="T32" fmla="*/ 0 w 35"/>
                  <a:gd name="T33" fmla="*/ 15 h 16"/>
                  <a:gd name="T34" fmla="*/ 0 w 35"/>
                  <a:gd name="T35" fmla="*/ 16 h 16"/>
                  <a:gd name="T36" fmla="*/ 2 w 35"/>
                  <a:gd name="T37" fmla="*/ 16 h 16"/>
                  <a:gd name="T38" fmla="*/ 2 w 35"/>
                  <a:gd name="T39" fmla="*/ 15 h 16"/>
                  <a:gd name="T40" fmla="*/ 2 w 35"/>
                  <a:gd name="T41" fmla="*/ 14 h 16"/>
                  <a:gd name="T42" fmla="*/ 3 w 35"/>
                  <a:gd name="T43" fmla="*/ 13 h 16"/>
                  <a:gd name="T44" fmla="*/ 4 w 35"/>
                  <a:gd name="T45" fmla="*/ 11 h 16"/>
                  <a:gd name="T46" fmla="*/ 5 w 35"/>
                  <a:gd name="T47" fmla="*/ 10 h 16"/>
                  <a:gd name="T48" fmla="*/ 8 w 35"/>
                  <a:gd name="T49" fmla="*/ 9 h 16"/>
                  <a:gd name="T50" fmla="*/ 9 w 35"/>
                  <a:gd name="T51" fmla="*/ 7 h 16"/>
                  <a:gd name="T52" fmla="*/ 11 w 35"/>
                  <a:gd name="T53" fmla="*/ 7 h 16"/>
                  <a:gd name="T54" fmla="*/ 14 w 35"/>
                  <a:gd name="T55" fmla="*/ 6 h 16"/>
                  <a:gd name="T56" fmla="*/ 16 w 35"/>
                  <a:gd name="T57" fmla="*/ 5 h 16"/>
                  <a:gd name="T58" fmla="*/ 19 w 35"/>
                  <a:gd name="T59" fmla="*/ 3 h 16"/>
                  <a:gd name="T60" fmla="*/ 21 w 35"/>
                  <a:gd name="T61" fmla="*/ 3 h 16"/>
                  <a:gd name="T62" fmla="*/ 25 w 35"/>
                  <a:gd name="T63" fmla="*/ 2 h 16"/>
                  <a:gd name="T64" fmla="*/ 29 w 35"/>
                  <a:gd name="T65" fmla="*/ 2 h 16"/>
                  <a:gd name="T66" fmla="*/ 32 w 35"/>
                  <a:gd name="T67" fmla="*/ 2 h 16"/>
                  <a:gd name="T68" fmla="*/ 35 w 35"/>
                  <a:gd name="T69" fmla="*/ 2 h 16"/>
                  <a:gd name="T70" fmla="*/ 35 w 35"/>
                  <a:gd name="T71" fmla="*/ 0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1" y="1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3"/>
                    </a:lnTo>
                    <a:lnTo>
                      <a:pt x="11" y="5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3" name="Freeform 985"/>
              <p:cNvSpPr>
                <a:spLocks/>
              </p:cNvSpPr>
              <p:nvPr/>
            </p:nvSpPr>
            <p:spPr bwMode="auto">
              <a:xfrm>
                <a:off x="3115" y="1867"/>
                <a:ext cx="35" cy="16"/>
              </a:xfrm>
              <a:custGeom>
                <a:avLst/>
                <a:gdLst>
                  <a:gd name="T0" fmla="*/ 35 w 35"/>
                  <a:gd name="T1" fmla="*/ 16 h 16"/>
                  <a:gd name="T2" fmla="*/ 35 w 35"/>
                  <a:gd name="T3" fmla="*/ 16 h 16"/>
                  <a:gd name="T4" fmla="*/ 35 w 35"/>
                  <a:gd name="T5" fmla="*/ 15 h 16"/>
                  <a:gd name="T6" fmla="*/ 33 w 35"/>
                  <a:gd name="T7" fmla="*/ 13 h 16"/>
                  <a:gd name="T8" fmla="*/ 32 w 35"/>
                  <a:gd name="T9" fmla="*/ 12 h 16"/>
                  <a:gd name="T10" fmla="*/ 31 w 35"/>
                  <a:gd name="T11" fmla="*/ 10 h 16"/>
                  <a:gd name="T12" fmla="*/ 30 w 35"/>
                  <a:gd name="T13" fmla="*/ 9 h 16"/>
                  <a:gd name="T14" fmla="*/ 28 w 35"/>
                  <a:gd name="T15" fmla="*/ 7 h 16"/>
                  <a:gd name="T16" fmla="*/ 27 w 35"/>
                  <a:gd name="T17" fmla="*/ 6 h 16"/>
                  <a:gd name="T18" fmla="*/ 25 w 35"/>
                  <a:gd name="T19" fmla="*/ 5 h 16"/>
                  <a:gd name="T20" fmla="*/ 22 w 35"/>
                  <a:gd name="T21" fmla="*/ 3 h 16"/>
                  <a:gd name="T22" fmla="*/ 20 w 35"/>
                  <a:gd name="T23" fmla="*/ 2 h 16"/>
                  <a:gd name="T24" fmla="*/ 17 w 35"/>
                  <a:gd name="T25" fmla="*/ 2 h 16"/>
                  <a:gd name="T26" fmla="*/ 13 w 35"/>
                  <a:gd name="T27" fmla="*/ 1 h 16"/>
                  <a:gd name="T28" fmla="*/ 10 w 35"/>
                  <a:gd name="T29" fmla="*/ 1 h 16"/>
                  <a:gd name="T30" fmla="*/ 7 w 35"/>
                  <a:gd name="T31" fmla="*/ 0 h 16"/>
                  <a:gd name="T32" fmla="*/ 4 w 35"/>
                  <a:gd name="T33" fmla="*/ 0 h 16"/>
                  <a:gd name="T34" fmla="*/ 0 w 35"/>
                  <a:gd name="T35" fmla="*/ 0 h 16"/>
                  <a:gd name="T36" fmla="*/ 0 w 35"/>
                  <a:gd name="T37" fmla="*/ 2 h 16"/>
                  <a:gd name="T38" fmla="*/ 4 w 35"/>
                  <a:gd name="T39" fmla="*/ 2 h 16"/>
                  <a:gd name="T40" fmla="*/ 7 w 35"/>
                  <a:gd name="T41" fmla="*/ 2 h 16"/>
                  <a:gd name="T42" fmla="*/ 10 w 35"/>
                  <a:gd name="T43" fmla="*/ 2 h 16"/>
                  <a:gd name="T44" fmla="*/ 13 w 35"/>
                  <a:gd name="T45" fmla="*/ 3 h 16"/>
                  <a:gd name="T46" fmla="*/ 15 w 35"/>
                  <a:gd name="T47" fmla="*/ 3 h 16"/>
                  <a:gd name="T48" fmla="*/ 20 w 35"/>
                  <a:gd name="T49" fmla="*/ 5 h 16"/>
                  <a:gd name="T50" fmla="*/ 22 w 35"/>
                  <a:gd name="T51" fmla="*/ 6 h 16"/>
                  <a:gd name="T52" fmla="*/ 24 w 35"/>
                  <a:gd name="T53" fmla="*/ 7 h 16"/>
                  <a:gd name="T54" fmla="*/ 26 w 35"/>
                  <a:gd name="T55" fmla="*/ 7 h 16"/>
                  <a:gd name="T56" fmla="*/ 27 w 35"/>
                  <a:gd name="T57" fmla="*/ 9 h 16"/>
                  <a:gd name="T58" fmla="*/ 29 w 35"/>
                  <a:gd name="T59" fmla="*/ 10 h 16"/>
                  <a:gd name="T60" fmla="*/ 30 w 35"/>
                  <a:gd name="T61" fmla="*/ 11 h 16"/>
                  <a:gd name="T62" fmla="*/ 31 w 35"/>
                  <a:gd name="T63" fmla="*/ 13 h 16"/>
                  <a:gd name="T64" fmla="*/ 32 w 35"/>
                  <a:gd name="T65" fmla="*/ 14 h 16"/>
                  <a:gd name="T66" fmla="*/ 32 w 35"/>
                  <a:gd name="T67" fmla="*/ 15 h 16"/>
                  <a:gd name="T68" fmla="*/ 32 w 35"/>
                  <a:gd name="T69" fmla="*/ 16 h 16"/>
                  <a:gd name="T70" fmla="*/ 35 w 35"/>
                  <a:gd name="T71" fmla="*/ 16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16"/>
                    </a:moveTo>
                    <a:lnTo>
                      <a:pt x="35" y="16"/>
                    </a:lnTo>
                    <a:lnTo>
                      <a:pt x="35" y="15"/>
                    </a:lnTo>
                    <a:lnTo>
                      <a:pt x="33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6"/>
                    </a:lnTo>
                    <a:lnTo>
                      <a:pt x="25" y="5"/>
                    </a:lnTo>
                    <a:lnTo>
                      <a:pt x="22" y="3"/>
                    </a:lnTo>
                    <a:lnTo>
                      <a:pt x="20" y="2"/>
                    </a:lnTo>
                    <a:lnTo>
                      <a:pt x="17" y="2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2" y="6"/>
                    </a:lnTo>
                    <a:lnTo>
                      <a:pt x="24" y="7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1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4" name="Freeform 986"/>
              <p:cNvSpPr>
                <a:spLocks/>
              </p:cNvSpPr>
              <p:nvPr/>
            </p:nvSpPr>
            <p:spPr bwMode="auto">
              <a:xfrm>
                <a:off x="3142" y="1883"/>
                <a:ext cx="8" cy="12"/>
              </a:xfrm>
              <a:custGeom>
                <a:avLst/>
                <a:gdLst>
                  <a:gd name="T0" fmla="*/ 6 w 8"/>
                  <a:gd name="T1" fmla="*/ 11 h 12"/>
                  <a:gd name="T2" fmla="*/ 6 w 8"/>
                  <a:gd name="T3" fmla="*/ 11 h 12"/>
                  <a:gd name="T4" fmla="*/ 3 w 8"/>
                  <a:gd name="T5" fmla="*/ 8 h 12"/>
                  <a:gd name="T6" fmla="*/ 2 w 8"/>
                  <a:gd name="T7" fmla="*/ 7 h 12"/>
                  <a:gd name="T8" fmla="*/ 2 w 8"/>
                  <a:gd name="T9" fmla="*/ 6 h 12"/>
                  <a:gd name="T10" fmla="*/ 3 w 8"/>
                  <a:gd name="T11" fmla="*/ 6 h 12"/>
                  <a:gd name="T12" fmla="*/ 5 w 8"/>
                  <a:gd name="T13" fmla="*/ 5 h 12"/>
                  <a:gd name="T14" fmla="*/ 6 w 8"/>
                  <a:gd name="T15" fmla="*/ 2 h 12"/>
                  <a:gd name="T16" fmla="*/ 8 w 8"/>
                  <a:gd name="T17" fmla="*/ 0 h 12"/>
                  <a:gd name="T18" fmla="*/ 5 w 8"/>
                  <a:gd name="T19" fmla="*/ 0 h 12"/>
                  <a:gd name="T20" fmla="*/ 5 w 8"/>
                  <a:gd name="T21" fmla="*/ 2 h 12"/>
                  <a:gd name="T22" fmla="*/ 4 w 8"/>
                  <a:gd name="T23" fmla="*/ 4 h 12"/>
                  <a:gd name="T24" fmla="*/ 2 w 8"/>
                  <a:gd name="T25" fmla="*/ 4 h 12"/>
                  <a:gd name="T26" fmla="*/ 1 w 8"/>
                  <a:gd name="T27" fmla="*/ 5 h 12"/>
                  <a:gd name="T28" fmla="*/ 0 w 8"/>
                  <a:gd name="T29" fmla="*/ 6 h 12"/>
                  <a:gd name="T30" fmla="*/ 0 w 8"/>
                  <a:gd name="T31" fmla="*/ 7 h 12"/>
                  <a:gd name="T32" fmla="*/ 2 w 8"/>
                  <a:gd name="T33" fmla="*/ 9 h 12"/>
                  <a:gd name="T34" fmla="*/ 5 w 8"/>
                  <a:gd name="T35" fmla="*/ 12 h 12"/>
                  <a:gd name="T36" fmla="*/ 6 w 8"/>
                  <a:gd name="T37" fmla="*/ 11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2"/>
                  <a:gd name="T59" fmla="*/ 8 w 8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2">
                    <a:moveTo>
                      <a:pt x="6" y="11"/>
                    </a:moveTo>
                    <a:lnTo>
                      <a:pt x="6" y="11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12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5" name="Freeform 987"/>
              <p:cNvSpPr>
                <a:spLocks/>
              </p:cNvSpPr>
              <p:nvPr/>
            </p:nvSpPr>
            <p:spPr bwMode="auto">
              <a:xfrm>
                <a:off x="3145" y="1894"/>
                <a:ext cx="11" cy="78"/>
              </a:xfrm>
              <a:custGeom>
                <a:avLst/>
                <a:gdLst>
                  <a:gd name="T0" fmla="*/ 1 w 11"/>
                  <a:gd name="T1" fmla="*/ 78 h 78"/>
                  <a:gd name="T2" fmla="*/ 1 w 11"/>
                  <a:gd name="T3" fmla="*/ 78 h 78"/>
                  <a:gd name="T4" fmla="*/ 6 w 11"/>
                  <a:gd name="T5" fmla="*/ 74 h 78"/>
                  <a:gd name="T6" fmla="*/ 8 w 11"/>
                  <a:gd name="T7" fmla="*/ 65 h 78"/>
                  <a:gd name="T8" fmla="*/ 10 w 11"/>
                  <a:gd name="T9" fmla="*/ 53 h 78"/>
                  <a:gd name="T10" fmla="*/ 11 w 11"/>
                  <a:gd name="T11" fmla="*/ 41 h 78"/>
                  <a:gd name="T12" fmla="*/ 11 w 11"/>
                  <a:gd name="T13" fmla="*/ 28 h 78"/>
                  <a:gd name="T14" fmla="*/ 10 w 11"/>
                  <a:gd name="T15" fmla="*/ 16 h 78"/>
                  <a:gd name="T16" fmla="*/ 8 w 11"/>
                  <a:gd name="T17" fmla="*/ 6 h 78"/>
                  <a:gd name="T18" fmla="*/ 3 w 11"/>
                  <a:gd name="T19" fmla="*/ 0 h 78"/>
                  <a:gd name="T20" fmla="*/ 2 w 11"/>
                  <a:gd name="T21" fmla="*/ 1 h 78"/>
                  <a:gd name="T22" fmla="*/ 6 w 11"/>
                  <a:gd name="T23" fmla="*/ 6 h 78"/>
                  <a:gd name="T24" fmla="*/ 8 w 11"/>
                  <a:gd name="T25" fmla="*/ 17 h 78"/>
                  <a:gd name="T26" fmla="*/ 9 w 11"/>
                  <a:gd name="T27" fmla="*/ 28 h 78"/>
                  <a:gd name="T28" fmla="*/ 9 w 11"/>
                  <a:gd name="T29" fmla="*/ 41 h 78"/>
                  <a:gd name="T30" fmla="*/ 8 w 11"/>
                  <a:gd name="T31" fmla="*/ 53 h 78"/>
                  <a:gd name="T32" fmla="*/ 6 w 11"/>
                  <a:gd name="T33" fmla="*/ 65 h 78"/>
                  <a:gd name="T34" fmla="*/ 2 w 11"/>
                  <a:gd name="T35" fmla="*/ 73 h 78"/>
                  <a:gd name="T36" fmla="*/ 0 w 11"/>
                  <a:gd name="T37" fmla="*/ 77 h 78"/>
                  <a:gd name="T38" fmla="*/ 1 w 11"/>
                  <a:gd name="T39" fmla="*/ 78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78"/>
                  <a:gd name="T62" fmla="*/ 11 w 11"/>
                  <a:gd name="T63" fmla="*/ 78 h 7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78">
                    <a:moveTo>
                      <a:pt x="1" y="78"/>
                    </a:moveTo>
                    <a:lnTo>
                      <a:pt x="1" y="78"/>
                    </a:lnTo>
                    <a:lnTo>
                      <a:pt x="6" y="74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1" y="41"/>
                    </a:lnTo>
                    <a:lnTo>
                      <a:pt x="11" y="28"/>
                    </a:lnTo>
                    <a:lnTo>
                      <a:pt x="10" y="16"/>
                    </a:lnTo>
                    <a:lnTo>
                      <a:pt x="8" y="6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6" y="6"/>
                    </a:lnTo>
                    <a:lnTo>
                      <a:pt x="8" y="17"/>
                    </a:lnTo>
                    <a:lnTo>
                      <a:pt x="9" y="28"/>
                    </a:lnTo>
                    <a:lnTo>
                      <a:pt x="9" y="41"/>
                    </a:lnTo>
                    <a:lnTo>
                      <a:pt x="8" y="53"/>
                    </a:lnTo>
                    <a:lnTo>
                      <a:pt x="6" y="65"/>
                    </a:lnTo>
                    <a:lnTo>
                      <a:pt x="2" y="73"/>
                    </a:lnTo>
                    <a:lnTo>
                      <a:pt x="0" y="77"/>
                    </a:lnTo>
                    <a:lnTo>
                      <a:pt x="1" y="7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6" name="Freeform 988"/>
              <p:cNvSpPr>
                <a:spLocks/>
              </p:cNvSpPr>
              <p:nvPr/>
            </p:nvSpPr>
            <p:spPr bwMode="auto">
              <a:xfrm>
                <a:off x="3348" y="1912"/>
                <a:ext cx="36" cy="34"/>
              </a:xfrm>
              <a:custGeom>
                <a:avLst/>
                <a:gdLst>
                  <a:gd name="T0" fmla="*/ 17 w 36"/>
                  <a:gd name="T1" fmla="*/ 34 h 34"/>
                  <a:gd name="T2" fmla="*/ 22 w 36"/>
                  <a:gd name="T3" fmla="*/ 34 h 34"/>
                  <a:gd name="T4" fmla="*/ 24 w 36"/>
                  <a:gd name="T5" fmla="*/ 33 h 34"/>
                  <a:gd name="T6" fmla="*/ 27 w 36"/>
                  <a:gd name="T7" fmla="*/ 31 h 34"/>
                  <a:gd name="T8" fmla="*/ 29 w 36"/>
                  <a:gd name="T9" fmla="*/ 30 h 34"/>
                  <a:gd name="T10" fmla="*/ 32 w 36"/>
                  <a:gd name="T11" fmla="*/ 26 h 34"/>
                  <a:gd name="T12" fmla="*/ 35 w 36"/>
                  <a:gd name="T13" fmla="*/ 24 h 34"/>
                  <a:gd name="T14" fmla="*/ 36 w 36"/>
                  <a:gd name="T15" fmla="*/ 20 h 34"/>
                  <a:gd name="T16" fmla="*/ 36 w 36"/>
                  <a:gd name="T17" fmla="*/ 17 h 34"/>
                  <a:gd name="T18" fmla="*/ 36 w 36"/>
                  <a:gd name="T19" fmla="*/ 14 h 34"/>
                  <a:gd name="T20" fmla="*/ 35 w 36"/>
                  <a:gd name="T21" fmla="*/ 10 h 34"/>
                  <a:gd name="T22" fmla="*/ 32 w 36"/>
                  <a:gd name="T23" fmla="*/ 8 h 34"/>
                  <a:gd name="T24" fmla="*/ 29 w 36"/>
                  <a:gd name="T25" fmla="*/ 4 h 34"/>
                  <a:gd name="T26" fmla="*/ 27 w 36"/>
                  <a:gd name="T27" fmla="*/ 3 h 34"/>
                  <a:gd name="T28" fmla="*/ 24 w 36"/>
                  <a:gd name="T29" fmla="*/ 1 h 34"/>
                  <a:gd name="T30" fmla="*/ 22 w 36"/>
                  <a:gd name="T31" fmla="*/ 0 h 34"/>
                  <a:gd name="T32" fmla="*/ 17 w 36"/>
                  <a:gd name="T33" fmla="*/ 0 h 34"/>
                  <a:gd name="T34" fmla="*/ 13 w 36"/>
                  <a:gd name="T35" fmla="*/ 0 h 34"/>
                  <a:gd name="T36" fmla="*/ 11 w 36"/>
                  <a:gd name="T37" fmla="*/ 1 h 34"/>
                  <a:gd name="T38" fmla="*/ 8 w 36"/>
                  <a:gd name="T39" fmla="*/ 3 h 34"/>
                  <a:gd name="T40" fmla="*/ 6 w 36"/>
                  <a:gd name="T41" fmla="*/ 4 h 34"/>
                  <a:gd name="T42" fmla="*/ 4 w 36"/>
                  <a:gd name="T43" fmla="*/ 8 h 34"/>
                  <a:gd name="T44" fmla="*/ 1 w 36"/>
                  <a:gd name="T45" fmla="*/ 10 h 34"/>
                  <a:gd name="T46" fmla="*/ 0 w 36"/>
                  <a:gd name="T47" fmla="*/ 14 h 34"/>
                  <a:gd name="T48" fmla="*/ 0 w 36"/>
                  <a:gd name="T49" fmla="*/ 17 h 34"/>
                  <a:gd name="T50" fmla="*/ 0 w 36"/>
                  <a:gd name="T51" fmla="*/ 20 h 34"/>
                  <a:gd name="T52" fmla="*/ 1 w 36"/>
                  <a:gd name="T53" fmla="*/ 24 h 34"/>
                  <a:gd name="T54" fmla="*/ 4 w 36"/>
                  <a:gd name="T55" fmla="*/ 26 h 34"/>
                  <a:gd name="T56" fmla="*/ 6 w 36"/>
                  <a:gd name="T57" fmla="*/ 30 h 34"/>
                  <a:gd name="T58" fmla="*/ 8 w 36"/>
                  <a:gd name="T59" fmla="*/ 31 h 34"/>
                  <a:gd name="T60" fmla="*/ 11 w 36"/>
                  <a:gd name="T61" fmla="*/ 33 h 34"/>
                  <a:gd name="T62" fmla="*/ 13 w 36"/>
                  <a:gd name="T63" fmla="*/ 34 h 34"/>
                  <a:gd name="T64" fmla="*/ 17 w 36"/>
                  <a:gd name="T65" fmla="*/ 34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6"/>
                  <a:gd name="T100" fmla="*/ 0 h 34"/>
                  <a:gd name="T101" fmla="*/ 36 w 36"/>
                  <a:gd name="T102" fmla="*/ 34 h 3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6" h="34">
                    <a:moveTo>
                      <a:pt x="17" y="34"/>
                    </a:moveTo>
                    <a:lnTo>
                      <a:pt x="22" y="34"/>
                    </a:lnTo>
                    <a:lnTo>
                      <a:pt x="24" y="33"/>
                    </a:lnTo>
                    <a:lnTo>
                      <a:pt x="27" y="31"/>
                    </a:lnTo>
                    <a:lnTo>
                      <a:pt x="29" y="30"/>
                    </a:lnTo>
                    <a:lnTo>
                      <a:pt x="32" y="26"/>
                    </a:lnTo>
                    <a:lnTo>
                      <a:pt x="35" y="24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6" y="14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4" y="26"/>
                    </a:lnTo>
                    <a:lnTo>
                      <a:pt x="6" y="30"/>
                    </a:lnTo>
                    <a:lnTo>
                      <a:pt x="8" y="31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1037" name="Freeform 989"/>
              <p:cNvSpPr>
                <a:spLocks/>
              </p:cNvSpPr>
              <p:nvPr/>
            </p:nvSpPr>
            <p:spPr bwMode="auto">
              <a:xfrm>
                <a:off x="3156" y="1912"/>
                <a:ext cx="209" cy="34"/>
              </a:xfrm>
              <a:custGeom>
                <a:avLst/>
                <a:gdLst>
                  <a:gd name="T0" fmla="*/ 209 w 209"/>
                  <a:gd name="T1" fmla="*/ 0 h 34"/>
                  <a:gd name="T2" fmla="*/ 0 w 209"/>
                  <a:gd name="T3" fmla="*/ 10 h 34"/>
                  <a:gd name="T4" fmla="*/ 0 w 209"/>
                  <a:gd name="T5" fmla="*/ 26 h 34"/>
                  <a:gd name="T6" fmla="*/ 209 w 209"/>
                  <a:gd name="T7" fmla="*/ 34 h 34"/>
                  <a:gd name="T8" fmla="*/ 209 w 20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34"/>
                  <a:gd name="T17" fmla="*/ 209 w 20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34">
                    <a:moveTo>
                      <a:pt x="209" y="0"/>
                    </a:moveTo>
                    <a:lnTo>
                      <a:pt x="0" y="10"/>
                    </a:lnTo>
                    <a:lnTo>
                      <a:pt x="0" y="26"/>
                    </a:lnTo>
                    <a:lnTo>
                      <a:pt x="209" y="34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0825" name="Rectangle 990"/>
            <p:cNvSpPr>
              <a:spLocks noChangeArrowheads="1"/>
            </p:cNvSpPr>
            <p:nvPr/>
          </p:nvSpPr>
          <p:spPr bwMode="auto">
            <a:xfrm>
              <a:off x="3440" y="2687"/>
              <a:ext cx="323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Selection</a:t>
              </a:r>
              <a:endParaRPr lang="en-US" sz="1000" b="0">
                <a:latin typeface="Times New Roman" pitchFamily="18" charset="0"/>
              </a:endParaRPr>
            </a:p>
          </p:txBody>
        </p:sp>
        <p:sp>
          <p:nvSpPr>
            <p:cNvPr id="30826" name="Rectangle 991"/>
            <p:cNvSpPr>
              <a:spLocks noChangeArrowheads="1"/>
            </p:cNvSpPr>
            <p:nvPr/>
          </p:nvSpPr>
          <p:spPr bwMode="auto">
            <a:xfrm>
              <a:off x="2258" y="2721"/>
              <a:ext cx="603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Risk Assessment</a:t>
              </a:r>
              <a:endParaRPr lang="en-US" sz="1000" b="0">
                <a:latin typeface="Times New Roman" pitchFamily="18" charset="0"/>
              </a:endParaRPr>
            </a:p>
          </p:txBody>
        </p:sp>
        <p:grpSp>
          <p:nvGrpSpPr>
            <p:cNvPr id="30827" name="Group 992"/>
            <p:cNvGrpSpPr>
              <a:grpSpLocks/>
            </p:cNvGrpSpPr>
            <p:nvPr/>
          </p:nvGrpSpPr>
          <p:grpSpPr bwMode="auto">
            <a:xfrm>
              <a:off x="2372" y="2391"/>
              <a:ext cx="312" cy="302"/>
              <a:chOff x="2028" y="1892"/>
              <a:chExt cx="263" cy="282"/>
            </a:xfrm>
          </p:grpSpPr>
          <p:sp>
            <p:nvSpPr>
              <p:cNvPr id="30929" name="Freeform 993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24 w 263"/>
                  <a:gd name="T27" fmla="*/ 282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3"/>
                  <a:gd name="T43" fmla="*/ 0 h 282"/>
                  <a:gd name="T44" fmla="*/ 263 w 263"/>
                  <a:gd name="T45" fmla="*/ 282 h 28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0" name="Freeform 994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3"/>
                  <a:gd name="T40" fmla="*/ 0 h 282"/>
                  <a:gd name="T41" fmla="*/ 263 w 263"/>
                  <a:gd name="T42" fmla="*/ 282 h 28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1" name="Line 995"/>
              <p:cNvSpPr>
                <a:spLocks noChangeShapeType="1"/>
              </p:cNvSpPr>
              <p:nvPr/>
            </p:nvSpPr>
            <p:spPr bwMode="auto">
              <a:xfrm>
                <a:off x="2086" y="1914"/>
                <a:ext cx="17" cy="32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2" name="Line 996"/>
              <p:cNvSpPr>
                <a:spLocks noChangeShapeType="1"/>
              </p:cNvSpPr>
              <p:nvPr/>
            </p:nvSpPr>
            <p:spPr bwMode="auto">
              <a:xfrm>
                <a:off x="2053" y="1942"/>
                <a:ext cx="29" cy="2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3" name="Line 997"/>
              <p:cNvSpPr>
                <a:spLocks noChangeShapeType="1"/>
              </p:cNvSpPr>
              <p:nvPr/>
            </p:nvSpPr>
            <p:spPr bwMode="auto">
              <a:xfrm flipV="1">
                <a:off x="2041" y="2030"/>
                <a:ext cx="34" cy="3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4" name="Line 998"/>
              <p:cNvSpPr>
                <a:spLocks noChangeShapeType="1"/>
              </p:cNvSpPr>
              <p:nvPr/>
            </p:nvSpPr>
            <p:spPr bwMode="auto">
              <a:xfrm flipH="1">
                <a:off x="2054" y="2069"/>
                <a:ext cx="37" cy="3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5" name="Line 999"/>
              <p:cNvSpPr>
                <a:spLocks noChangeShapeType="1"/>
              </p:cNvSpPr>
              <p:nvPr/>
            </p:nvSpPr>
            <p:spPr bwMode="auto">
              <a:xfrm flipH="1">
                <a:off x="2169" y="1903"/>
                <a:ext cx="2" cy="28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6" name="Line 1000"/>
              <p:cNvSpPr>
                <a:spLocks noChangeShapeType="1"/>
              </p:cNvSpPr>
              <p:nvPr/>
            </p:nvSpPr>
            <p:spPr bwMode="auto">
              <a:xfrm flipH="1">
                <a:off x="2218" y="1916"/>
                <a:ext cx="28" cy="3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7" name="Line 1001"/>
              <p:cNvSpPr>
                <a:spLocks noChangeShapeType="1"/>
              </p:cNvSpPr>
              <p:nvPr/>
            </p:nvSpPr>
            <p:spPr bwMode="auto">
              <a:xfrm flipV="1">
                <a:off x="2241" y="2006"/>
                <a:ext cx="40" cy="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8" name="Line 1002"/>
              <p:cNvSpPr>
                <a:spLocks noChangeShapeType="1"/>
              </p:cNvSpPr>
              <p:nvPr/>
            </p:nvSpPr>
            <p:spPr bwMode="auto">
              <a:xfrm>
                <a:off x="2231" y="2061"/>
                <a:ext cx="34" cy="40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39" name="Line 1003"/>
              <p:cNvSpPr>
                <a:spLocks noChangeShapeType="1"/>
              </p:cNvSpPr>
              <p:nvPr/>
            </p:nvSpPr>
            <p:spPr bwMode="auto">
              <a:xfrm>
                <a:off x="2241" y="2037"/>
                <a:ext cx="25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0" name="Line 1004"/>
              <p:cNvSpPr>
                <a:spLocks noChangeShapeType="1"/>
              </p:cNvSpPr>
              <p:nvPr/>
            </p:nvSpPr>
            <p:spPr bwMode="auto">
              <a:xfrm flipH="1">
                <a:off x="2060" y="2049"/>
                <a:ext cx="16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1" name="Line 1005"/>
              <p:cNvSpPr>
                <a:spLocks noChangeShapeType="1"/>
              </p:cNvSpPr>
              <p:nvPr/>
            </p:nvSpPr>
            <p:spPr bwMode="auto">
              <a:xfrm flipV="1">
                <a:off x="2192" y="1917"/>
                <a:ext cx="6" cy="1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2" name="Freeform 1006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3" name="Freeform 1007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4" name="Freeform 1008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5" name="Freeform 1009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6" name="Freeform 1010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7" name="Freeform 1011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8" name="Freeform 1012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71 w 140"/>
                  <a:gd name="T83" fmla="*/ 150 h 1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0"/>
                  <a:gd name="T127" fmla="*/ 0 h 150"/>
                  <a:gd name="T128" fmla="*/ 140 w 140"/>
                  <a:gd name="T129" fmla="*/ 150 h 15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49" name="Freeform 1013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0"/>
                  <a:gd name="T124" fmla="*/ 0 h 150"/>
                  <a:gd name="T125" fmla="*/ 140 w 140"/>
                  <a:gd name="T126" fmla="*/ 150 h 15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0" name="Freeform 1014"/>
              <p:cNvSpPr>
                <a:spLocks/>
              </p:cNvSpPr>
              <p:nvPr/>
            </p:nvSpPr>
            <p:spPr bwMode="auto">
              <a:xfrm>
                <a:off x="2120" y="2023"/>
                <a:ext cx="25" cy="31"/>
              </a:xfrm>
              <a:custGeom>
                <a:avLst/>
                <a:gdLst>
                  <a:gd name="T0" fmla="*/ 0 w 25"/>
                  <a:gd name="T1" fmla="*/ 0 h 31"/>
                  <a:gd name="T2" fmla="*/ 0 w 25"/>
                  <a:gd name="T3" fmla="*/ 5 h 31"/>
                  <a:gd name="T4" fmla="*/ 2 w 25"/>
                  <a:gd name="T5" fmla="*/ 10 h 31"/>
                  <a:gd name="T6" fmla="*/ 4 w 25"/>
                  <a:gd name="T7" fmla="*/ 14 h 31"/>
                  <a:gd name="T8" fmla="*/ 6 w 25"/>
                  <a:gd name="T9" fmla="*/ 17 h 31"/>
                  <a:gd name="T10" fmla="*/ 8 w 25"/>
                  <a:gd name="T11" fmla="*/ 22 h 31"/>
                  <a:gd name="T12" fmla="*/ 11 w 25"/>
                  <a:gd name="T13" fmla="*/ 25 h 31"/>
                  <a:gd name="T14" fmla="*/ 14 w 25"/>
                  <a:gd name="T15" fmla="*/ 27 h 31"/>
                  <a:gd name="T16" fmla="*/ 18 w 25"/>
                  <a:gd name="T17" fmla="*/ 29 h 31"/>
                  <a:gd name="T18" fmla="*/ 22 w 25"/>
                  <a:gd name="T19" fmla="*/ 30 h 31"/>
                  <a:gd name="T20" fmla="*/ 25 w 25"/>
                  <a:gd name="T21" fmla="*/ 31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"/>
                  <a:gd name="T34" fmla="*/ 0 h 31"/>
                  <a:gd name="T35" fmla="*/ 25 w 25"/>
                  <a:gd name="T36" fmla="*/ 31 h 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" h="31">
                    <a:moveTo>
                      <a:pt x="0" y="0"/>
                    </a:moveTo>
                    <a:lnTo>
                      <a:pt x="0" y="5"/>
                    </a:lnTo>
                    <a:lnTo>
                      <a:pt x="2" y="10"/>
                    </a:lnTo>
                    <a:lnTo>
                      <a:pt x="4" y="14"/>
                    </a:lnTo>
                    <a:lnTo>
                      <a:pt x="6" y="17"/>
                    </a:lnTo>
                    <a:lnTo>
                      <a:pt x="8" y="22"/>
                    </a:lnTo>
                    <a:lnTo>
                      <a:pt x="11" y="25"/>
                    </a:lnTo>
                    <a:lnTo>
                      <a:pt x="14" y="27"/>
                    </a:lnTo>
                    <a:lnTo>
                      <a:pt x="18" y="29"/>
                    </a:lnTo>
                    <a:lnTo>
                      <a:pt x="22" y="30"/>
                    </a:lnTo>
                    <a:lnTo>
                      <a:pt x="25" y="31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1" name="Freeform 1015"/>
              <p:cNvSpPr>
                <a:spLocks/>
              </p:cNvSpPr>
              <p:nvPr/>
            </p:nvSpPr>
            <p:spPr bwMode="auto">
              <a:xfrm>
                <a:off x="2144" y="2016"/>
                <a:ext cx="45" cy="45"/>
              </a:xfrm>
              <a:custGeom>
                <a:avLst/>
                <a:gdLst>
                  <a:gd name="T0" fmla="*/ 22 w 45"/>
                  <a:gd name="T1" fmla="*/ 0 h 45"/>
                  <a:gd name="T2" fmla="*/ 28 w 45"/>
                  <a:gd name="T3" fmla="*/ 17 h 45"/>
                  <a:gd name="T4" fmla="*/ 45 w 45"/>
                  <a:gd name="T5" fmla="*/ 17 h 45"/>
                  <a:gd name="T6" fmla="*/ 31 w 45"/>
                  <a:gd name="T7" fmla="*/ 28 h 45"/>
                  <a:gd name="T8" fmla="*/ 36 w 45"/>
                  <a:gd name="T9" fmla="*/ 45 h 45"/>
                  <a:gd name="T10" fmla="*/ 22 w 45"/>
                  <a:gd name="T11" fmla="*/ 35 h 45"/>
                  <a:gd name="T12" fmla="*/ 9 w 45"/>
                  <a:gd name="T13" fmla="*/ 45 h 45"/>
                  <a:gd name="T14" fmla="*/ 14 w 45"/>
                  <a:gd name="T15" fmla="*/ 28 h 45"/>
                  <a:gd name="T16" fmla="*/ 0 w 45"/>
                  <a:gd name="T17" fmla="*/ 17 h 45"/>
                  <a:gd name="T18" fmla="*/ 17 w 45"/>
                  <a:gd name="T19" fmla="*/ 17 h 45"/>
                  <a:gd name="T20" fmla="*/ 22 w 45"/>
                  <a:gd name="T21" fmla="*/ 0 h 45"/>
                  <a:gd name="T22" fmla="*/ 22 w 45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45"/>
                  <a:gd name="T38" fmla="*/ 45 w 45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45">
                    <a:moveTo>
                      <a:pt x="22" y="0"/>
                    </a:moveTo>
                    <a:lnTo>
                      <a:pt x="28" y="17"/>
                    </a:lnTo>
                    <a:lnTo>
                      <a:pt x="45" y="17"/>
                    </a:lnTo>
                    <a:lnTo>
                      <a:pt x="31" y="28"/>
                    </a:lnTo>
                    <a:lnTo>
                      <a:pt x="36" y="45"/>
                    </a:lnTo>
                    <a:lnTo>
                      <a:pt x="22" y="35"/>
                    </a:lnTo>
                    <a:lnTo>
                      <a:pt x="9" y="45"/>
                    </a:lnTo>
                    <a:lnTo>
                      <a:pt x="14" y="28"/>
                    </a:lnTo>
                    <a:lnTo>
                      <a:pt x="0" y="17"/>
                    </a:lnTo>
                    <a:lnTo>
                      <a:pt x="17" y="17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2" name="Freeform 1016"/>
              <p:cNvSpPr>
                <a:spLocks/>
              </p:cNvSpPr>
              <p:nvPr/>
            </p:nvSpPr>
            <p:spPr bwMode="auto">
              <a:xfrm>
                <a:off x="2036" y="1968"/>
                <a:ext cx="42" cy="41"/>
              </a:xfrm>
              <a:custGeom>
                <a:avLst/>
                <a:gdLst>
                  <a:gd name="T0" fmla="*/ 20 w 42"/>
                  <a:gd name="T1" fmla="*/ 0 h 41"/>
                  <a:gd name="T2" fmla="*/ 26 w 42"/>
                  <a:gd name="T3" fmla="*/ 16 h 41"/>
                  <a:gd name="T4" fmla="*/ 42 w 42"/>
                  <a:gd name="T5" fmla="*/ 16 h 41"/>
                  <a:gd name="T6" fmla="*/ 29 w 42"/>
                  <a:gd name="T7" fmla="*/ 25 h 41"/>
                  <a:gd name="T8" fmla="*/ 34 w 42"/>
                  <a:gd name="T9" fmla="*/ 41 h 41"/>
                  <a:gd name="T10" fmla="*/ 21 w 42"/>
                  <a:gd name="T11" fmla="*/ 32 h 41"/>
                  <a:gd name="T12" fmla="*/ 8 w 42"/>
                  <a:gd name="T13" fmla="*/ 41 h 41"/>
                  <a:gd name="T14" fmla="*/ 13 w 42"/>
                  <a:gd name="T15" fmla="*/ 25 h 41"/>
                  <a:gd name="T16" fmla="*/ 0 w 42"/>
                  <a:gd name="T17" fmla="*/ 16 h 41"/>
                  <a:gd name="T18" fmla="*/ 16 w 42"/>
                  <a:gd name="T19" fmla="*/ 16 h 41"/>
                  <a:gd name="T20" fmla="*/ 21 w 42"/>
                  <a:gd name="T21" fmla="*/ 0 h 41"/>
                  <a:gd name="T22" fmla="*/ 20 w 42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1"/>
                  <a:gd name="T38" fmla="*/ 42 w 42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1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5"/>
                    </a:lnTo>
                    <a:lnTo>
                      <a:pt x="34" y="41"/>
                    </a:lnTo>
                    <a:lnTo>
                      <a:pt x="21" y="32"/>
                    </a:lnTo>
                    <a:lnTo>
                      <a:pt x="8" y="41"/>
                    </a:lnTo>
                    <a:lnTo>
                      <a:pt x="13" y="25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1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3" name="Freeform 1017"/>
              <p:cNvSpPr>
                <a:spLocks/>
              </p:cNvSpPr>
              <p:nvPr/>
            </p:nvSpPr>
            <p:spPr bwMode="auto">
              <a:xfrm>
                <a:off x="2110" y="1897"/>
                <a:ext cx="41" cy="42"/>
              </a:xfrm>
              <a:custGeom>
                <a:avLst/>
                <a:gdLst>
                  <a:gd name="T0" fmla="*/ 20 w 41"/>
                  <a:gd name="T1" fmla="*/ 0 h 42"/>
                  <a:gd name="T2" fmla="*/ 25 w 41"/>
                  <a:gd name="T3" fmla="*/ 15 h 42"/>
                  <a:gd name="T4" fmla="*/ 41 w 41"/>
                  <a:gd name="T5" fmla="*/ 16 h 42"/>
                  <a:gd name="T6" fmla="*/ 29 w 41"/>
                  <a:gd name="T7" fmla="*/ 26 h 42"/>
                  <a:gd name="T8" fmla="*/ 34 w 41"/>
                  <a:gd name="T9" fmla="*/ 42 h 42"/>
                  <a:gd name="T10" fmla="*/ 20 w 41"/>
                  <a:gd name="T11" fmla="*/ 32 h 42"/>
                  <a:gd name="T12" fmla="*/ 7 w 41"/>
                  <a:gd name="T13" fmla="*/ 42 h 42"/>
                  <a:gd name="T14" fmla="*/ 13 w 41"/>
                  <a:gd name="T15" fmla="*/ 26 h 42"/>
                  <a:gd name="T16" fmla="*/ 0 w 41"/>
                  <a:gd name="T17" fmla="*/ 16 h 42"/>
                  <a:gd name="T18" fmla="*/ 16 w 41"/>
                  <a:gd name="T19" fmla="*/ 15 h 42"/>
                  <a:gd name="T20" fmla="*/ 20 w 41"/>
                  <a:gd name="T21" fmla="*/ 0 h 42"/>
                  <a:gd name="T22" fmla="*/ 20 w 41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42"/>
                  <a:gd name="T38" fmla="*/ 41 w 41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42">
                    <a:moveTo>
                      <a:pt x="20" y="0"/>
                    </a:moveTo>
                    <a:lnTo>
                      <a:pt x="25" y="15"/>
                    </a:lnTo>
                    <a:lnTo>
                      <a:pt x="41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7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4" name="Freeform 1018"/>
              <p:cNvSpPr>
                <a:spLocks/>
              </p:cNvSpPr>
              <p:nvPr/>
            </p:nvSpPr>
            <p:spPr bwMode="auto">
              <a:xfrm>
                <a:off x="2240" y="1944"/>
                <a:ext cx="42" cy="42"/>
              </a:xfrm>
              <a:custGeom>
                <a:avLst/>
                <a:gdLst>
                  <a:gd name="T0" fmla="*/ 20 w 42"/>
                  <a:gd name="T1" fmla="*/ 0 h 42"/>
                  <a:gd name="T2" fmla="*/ 26 w 42"/>
                  <a:gd name="T3" fmla="*/ 16 h 42"/>
                  <a:gd name="T4" fmla="*/ 42 w 42"/>
                  <a:gd name="T5" fmla="*/ 16 h 42"/>
                  <a:gd name="T6" fmla="*/ 29 w 42"/>
                  <a:gd name="T7" fmla="*/ 26 h 42"/>
                  <a:gd name="T8" fmla="*/ 34 w 42"/>
                  <a:gd name="T9" fmla="*/ 42 h 42"/>
                  <a:gd name="T10" fmla="*/ 20 w 42"/>
                  <a:gd name="T11" fmla="*/ 32 h 42"/>
                  <a:gd name="T12" fmla="*/ 8 w 42"/>
                  <a:gd name="T13" fmla="*/ 42 h 42"/>
                  <a:gd name="T14" fmla="*/ 13 w 42"/>
                  <a:gd name="T15" fmla="*/ 26 h 42"/>
                  <a:gd name="T16" fmla="*/ 0 w 42"/>
                  <a:gd name="T17" fmla="*/ 16 h 42"/>
                  <a:gd name="T18" fmla="*/ 16 w 42"/>
                  <a:gd name="T19" fmla="*/ 16 h 42"/>
                  <a:gd name="T20" fmla="*/ 20 w 42"/>
                  <a:gd name="T21" fmla="*/ 0 h 42"/>
                  <a:gd name="T22" fmla="*/ 20 w 42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2"/>
                  <a:gd name="T38" fmla="*/ 42 w 42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2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8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955" name="Freeform 1019"/>
              <p:cNvSpPr>
                <a:spLocks/>
              </p:cNvSpPr>
              <p:nvPr/>
            </p:nvSpPr>
            <p:spPr bwMode="auto">
              <a:xfrm>
                <a:off x="2101" y="1975"/>
                <a:ext cx="44" cy="47"/>
              </a:xfrm>
              <a:custGeom>
                <a:avLst/>
                <a:gdLst>
                  <a:gd name="T0" fmla="*/ 18 w 44"/>
                  <a:gd name="T1" fmla="*/ 0 h 47"/>
                  <a:gd name="T2" fmla="*/ 28 w 44"/>
                  <a:gd name="T3" fmla="*/ 15 h 47"/>
                  <a:gd name="T4" fmla="*/ 44 w 44"/>
                  <a:gd name="T5" fmla="*/ 12 h 47"/>
                  <a:gd name="T6" fmla="*/ 33 w 44"/>
                  <a:gd name="T7" fmla="*/ 26 h 47"/>
                  <a:gd name="T8" fmla="*/ 41 w 44"/>
                  <a:gd name="T9" fmla="*/ 41 h 47"/>
                  <a:gd name="T10" fmla="*/ 26 w 44"/>
                  <a:gd name="T11" fmla="*/ 34 h 47"/>
                  <a:gd name="T12" fmla="*/ 14 w 44"/>
                  <a:gd name="T13" fmla="*/ 47 h 47"/>
                  <a:gd name="T14" fmla="*/ 15 w 44"/>
                  <a:gd name="T15" fmla="*/ 29 h 47"/>
                  <a:gd name="T16" fmla="*/ 0 w 44"/>
                  <a:gd name="T17" fmla="*/ 22 h 47"/>
                  <a:gd name="T18" fmla="*/ 16 w 44"/>
                  <a:gd name="T19" fmla="*/ 17 h 47"/>
                  <a:gd name="T20" fmla="*/ 18 w 44"/>
                  <a:gd name="T21" fmla="*/ 0 h 47"/>
                  <a:gd name="T22" fmla="*/ 18 w 44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4"/>
                  <a:gd name="T37" fmla="*/ 0 h 47"/>
                  <a:gd name="T38" fmla="*/ 44 w 44"/>
                  <a:gd name="T39" fmla="*/ 47 h 4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4" h="47">
                    <a:moveTo>
                      <a:pt x="18" y="0"/>
                    </a:moveTo>
                    <a:lnTo>
                      <a:pt x="28" y="15"/>
                    </a:lnTo>
                    <a:lnTo>
                      <a:pt x="44" y="12"/>
                    </a:lnTo>
                    <a:lnTo>
                      <a:pt x="33" y="26"/>
                    </a:lnTo>
                    <a:lnTo>
                      <a:pt x="41" y="41"/>
                    </a:lnTo>
                    <a:lnTo>
                      <a:pt x="26" y="34"/>
                    </a:lnTo>
                    <a:lnTo>
                      <a:pt x="14" y="47"/>
                    </a:lnTo>
                    <a:lnTo>
                      <a:pt x="15" y="29"/>
                    </a:lnTo>
                    <a:lnTo>
                      <a:pt x="0" y="22"/>
                    </a:lnTo>
                    <a:lnTo>
                      <a:pt x="16" y="1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0828" name="Rectangle 1020"/>
            <p:cNvSpPr>
              <a:spLocks noChangeArrowheads="1"/>
            </p:cNvSpPr>
            <p:nvPr/>
          </p:nvSpPr>
          <p:spPr bwMode="auto">
            <a:xfrm>
              <a:off x="2998" y="2789"/>
              <a:ext cx="123" cy="57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29" name="Oval 1021"/>
            <p:cNvSpPr>
              <a:spLocks noChangeArrowheads="1"/>
            </p:cNvSpPr>
            <p:nvPr/>
          </p:nvSpPr>
          <p:spPr bwMode="auto">
            <a:xfrm>
              <a:off x="2954" y="2717"/>
              <a:ext cx="210" cy="94"/>
            </a:xfrm>
            <a:prstGeom prst="ellipse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30" name="Rectangle 1022"/>
            <p:cNvSpPr>
              <a:spLocks noChangeArrowheads="1"/>
            </p:cNvSpPr>
            <p:nvPr/>
          </p:nvSpPr>
          <p:spPr bwMode="auto">
            <a:xfrm>
              <a:off x="3012" y="2789"/>
              <a:ext cx="95" cy="71"/>
            </a:xfrm>
            <a:prstGeom prst="rect">
              <a:avLst/>
            </a:prstGeom>
            <a:solidFill>
              <a:srgbClr val="FFFF66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31" name="Rectangle 1023"/>
            <p:cNvSpPr>
              <a:spLocks noChangeArrowheads="1"/>
            </p:cNvSpPr>
            <p:nvPr/>
          </p:nvSpPr>
          <p:spPr bwMode="auto">
            <a:xfrm>
              <a:off x="2292" y="2195"/>
              <a:ext cx="682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32" name="Rectangle 1024"/>
            <p:cNvSpPr>
              <a:spLocks noChangeArrowheads="1"/>
            </p:cNvSpPr>
            <p:nvPr/>
          </p:nvSpPr>
          <p:spPr bwMode="auto">
            <a:xfrm>
              <a:off x="2261" y="2230"/>
              <a:ext cx="1684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Qualification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Select A Qualified Contractor</a:t>
              </a:r>
            </a:p>
          </p:txBody>
        </p:sp>
        <p:grpSp>
          <p:nvGrpSpPr>
            <p:cNvPr id="30833" name="Group 1025"/>
            <p:cNvGrpSpPr>
              <a:grpSpLocks/>
            </p:cNvGrpSpPr>
            <p:nvPr/>
          </p:nvGrpSpPr>
          <p:grpSpPr bwMode="auto">
            <a:xfrm>
              <a:off x="2800" y="2908"/>
              <a:ext cx="539" cy="468"/>
              <a:chOff x="2736" y="2379"/>
              <a:chExt cx="436" cy="399"/>
            </a:xfrm>
          </p:grpSpPr>
          <p:sp>
            <p:nvSpPr>
              <p:cNvPr id="30881" name="Rectangle 1026"/>
              <p:cNvSpPr>
                <a:spLocks noChangeArrowheads="1"/>
              </p:cNvSpPr>
              <p:nvPr/>
            </p:nvSpPr>
            <p:spPr bwMode="auto">
              <a:xfrm>
                <a:off x="2736" y="2690"/>
                <a:ext cx="436" cy="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84238" eaLnBrk="0" hangingPunct="0"/>
                <a:r>
                  <a:rPr lang="en-US" sz="1000" b="0">
                    <a:solidFill>
                      <a:srgbClr val="000000"/>
                    </a:solidFill>
                    <a:latin typeface="Arial Narrow" pitchFamily="34" charset="0"/>
                  </a:rPr>
                  <a:t>Contract Award</a:t>
                </a:r>
                <a:endParaRPr lang="en-US" sz="1000" b="0">
                  <a:latin typeface="Times New Roman" pitchFamily="18" charset="0"/>
                </a:endParaRPr>
              </a:p>
            </p:txBody>
          </p:sp>
          <p:grpSp>
            <p:nvGrpSpPr>
              <p:cNvPr id="30882" name="Group 1027"/>
              <p:cNvGrpSpPr>
                <a:grpSpLocks/>
              </p:cNvGrpSpPr>
              <p:nvPr/>
            </p:nvGrpSpPr>
            <p:grpSpPr bwMode="auto">
              <a:xfrm>
                <a:off x="2814" y="2379"/>
                <a:ext cx="252" cy="268"/>
                <a:chOff x="2509" y="2443"/>
                <a:chExt cx="286" cy="292"/>
              </a:xfrm>
            </p:grpSpPr>
            <p:sp>
              <p:nvSpPr>
                <p:cNvPr id="30883" name="Freeform 1028"/>
                <p:cNvSpPr>
                  <a:spLocks/>
                </p:cNvSpPr>
                <p:nvPr/>
              </p:nvSpPr>
              <p:spPr bwMode="auto">
                <a:xfrm>
                  <a:off x="2509" y="2443"/>
                  <a:ext cx="286" cy="292"/>
                </a:xfrm>
                <a:custGeom>
                  <a:avLst/>
                  <a:gdLst>
                    <a:gd name="T0" fmla="*/ 28 w 286"/>
                    <a:gd name="T1" fmla="*/ 0 h 292"/>
                    <a:gd name="T2" fmla="*/ 23 w 286"/>
                    <a:gd name="T3" fmla="*/ 1 h 292"/>
                    <a:gd name="T4" fmla="*/ 18 w 286"/>
                    <a:gd name="T5" fmla="*/ 2 h 292"/>
                    <a:gd name="T6" fmla="*/ 8 w 286"/>
                    <a:gd name="T7" fmla="*/ 9 h 292"/>
                    <a:gd name="T8" fmla="*/ 3 w 286"/>
                    <a:gd name="T9" fmla="*/ 17 h 292"/>
                    <a:gd name="T10" fmla="*/ 2 w 286"/>
                    <a:gd name="T11" fmla="*/ 23 h 292"/>
                    <a:gd name="T12" fmla="*/ 0 w 286"/>
                    <a:gd name="T13" fmla="*/ 28 h 292"/>
                    <a:gd name="T14" fmla="*/ 0 w 286"/>
                    <a:gd name="T15" fmla="*/ 264 h 292"/>
                    <a:gd name="T16" fmla="*/ 2 w 286"/>
                    <a:gd name="T17" fmla="*/ 269 h 292"/>
                    <a:gd name="T18" fmla="*/ 3 w 286"/>
                    <a:gd name="T19" fmla="*/ 275 h 292"/>
                    <a:gd name="T20" fmla="*/ 8 w 286"/>
                    <a:gd name="T21" fmla="*/ 284 h 292"/>
                    <a:gd name="T22" fmla="*/ 18 w 286"/>
                    <a:gd name="T23" fmla="*/ 290 h 292"/>
                    <a:gd name="T24" fmla="*/ 23 w 286"/>
                    <a:gd name="T25" fmla="*/ 292 h 292"/>
                    <a:gd name="T26" fmla="*/ 28 w 286"/>
                    <a:gd name="T27" fmla="*/ 292 h 292"/>
                    <a:gd name="T28" fmla="*/ 258 w 286"/>
                    <a:gd name="T29" fmla="*/ 292 h 292"/>
                    <a:gd name="T30" fmla="*/ 263 w 286"/>
                    <a:gd name="T31" fmla="*/ 292 h 292"/>
                    <a:gd name="T32" fmla="*/ 269 w 286"/>
                    <a:gd name="T33" fmla="*/ 290 h 292"/>
                    <a:gd name="T34" fmla="*/ 278 w 286"/>
                    <a:gd name="T35" fmla="*/ 284 h 292"/>
                    <a:gd name="T36" fmla="*/ 284 w 286"/>
                    <a:gd name="T37" fmla="*/ 275 h 292"/>
                    <a:gd name="T38" fmla="*/ 286 w 286"/>
                    <a:gd name="T39" fmla="*/ 269 h 292"/>
                    <a:gd name="T40" fmla="*/ 286 w 286"/>
                    <a:gd name="T41" fmla="*/ 264 h 292"/>
                    <a:gd name="T42" fmla="*/ 286 w 286"/>
                    <a:gd name="T43" fmla="*/ 28 h 292"/>
                    <a:gd name="T44" fmla="*/ 286 w 286"/>
                    <a:gd name="T45" fmla="*/ 23 h 292"/>
                    <a:gd name="T46" fmla="*/ 284 w 286"/>
                    <a:gd name="T47" fmla="*/ 17 h 292"/>
                    <a:gd name="T48" fmla="*/ 278 w 286"/>
                    <a:gd name="T49" fmla="*/ 9 h 292"/>
                    <a:gd name="T50" fmla="*/ 269 w 286"/>
                    <a:gd name="T51" fmla="*/ 2 h 292"/>
                    <a:gd name="T52" fmla="*/ 263 w 286"/>
                    <a:gd name="T53" fmla="*/ 1 h 292"/>
                    <a:gd name="T54" fmla="*/ 258 w 286"/>
                    <a:gd name="T55" fmla="*/ 0 h 292"/>
                    <a:gd name="T56" fmla="*/ 28 w 286"/>
                    <a:gd name="T57" fmla="*/ 0 h 29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86"/>
                    <a:gd name="T88" fmla="*/ 0 h 292"/>
                    <a:gd name="T89" fmla="*/ 286 w 286"/>
                    <a:gd name="T90" fmla="*/ 292 h 29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86" h="292">
                      <a:moveTo>
                        <a:pt x="28" y="0"/>
                      </a:moveTo>
                      <a:lnTo>
                        <a:pt x="23" y="1"/>
                      </a:lnTo>
                      <a:lnTo>
                        <a:pt x="18" y="2"/>
                      </a:lnTo>
                      <a:lnTo>
                        <a:pt x="8" y="9"/>
                      </a:lnTo>
                      <a:lnTo>
                        <a:pt x="3" y="17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0" y="264"/>
                      </a:lnTo>
                      <a:lnTo>
                        <a:pt x="2" y="269"/>
                      </a:lnTo>
                      <a:lnTo>
                        <a:pt x="3" y="275"/>
                      </a:lnTo>
                      <a:lnTo>
                        <a:pt x="8" y="284"/>
                      </a:lnTo>
                      <a:lnTo>
                        <a:pt x="18" y="290"/>
                      </a:lnTo>
                      <a:lnTo>
                        <a:pt x="23" y="292"/>
                      </a:lnTo>
                      <a:lnTo>
                        <a:pt x="28" y="292"/>
                      </a:lnTo>
                      <a:lnTo>
                        <a:pt x="258" y="292"/>
                      </a:lnTo>
                      <a:lnTo>
                        <a:pt x="263" y="292"/>
                      </a:lnTo>
                      <a:lnTo>
                        <a:pt x="269" y="290"/>
                      </a:lnTo>
                      <a:lnTo>
                        <a:pt x="278" y="284"/>
                      </a:lnTo>
                      <a:lnTo>
                        <a:pt x="284" y="275"/>
                      </a:lnTo>
                      <a:lnTo>
                        <a:pt x="286" y="269"/>
                      </a:lnTo>
                      <a:lnTo>
                        <a:pt x="286" y="264"/>
                      </a:lnTo>
                      <a:lnTo>
                        <a:pt x="286" y="28"/>
                      </a:lnTo>
                      <a:lnTo>
                        <a:pt x="286" y="23"/>
                      </a:lnTo>
                      <a:lnTo>
                        <a:pt x="284" y="17"/>
                      </a:lnTo>
                      <a:lnTo>
                        <a:pt x="278" y="9"/>
                      </a:lnTo>
                      <a:lnTo>
                        <a:pt x="269" y="2"/>
                      </a:lnTo>
                      <a:lnTo>
                        <a:pt x="263" y="1"/>
                      </a:lnTo>
                      <a:lnTo>
                        <a:pt x="25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84" name="Freeform 1029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85" name="Freeform 1030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86" name="Freeform 1031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87" name="Freeform 1032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88" name="Freeform 1033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89" name="Freeform 1034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90" name="Freeform 1035"/>
                <p:cNvSpPr>
                  <a:spLocks/>
                </p:cNvSpPr>
                <p:nvPr/>
              </p:nvSpPr>
              <p:spPr bwMode="auto">
                <a:xfrm>
                  <a:off x="2603" y="2498"/>
                  <a:ext cx="162" cy="107"/>
                </a:xfrm>
                <a:custGeom>
                  <a:avLst/>
                  <a:gdLst>
                    <a:gd name="T0" fmla="*/ 102 w 162"/>
                    <a:gd name="T1" fmla="*/ 12 h 107"/>
                    <a:gd name="T2" fmla="*/ 104 w 162"/>
                    <a:gd name="T3" fmla="*/ 10 h 107"/>
                    <a:gd name="T4" fmla="*/ 106 w 162"/>
                    <a:gd name="T5" fmla="*/ 8 h 107"/>
                    <a:gd name="T6" fmla="*/ 108 w 162"/>
                    <a:gd name="T7" fmla="*/ 7 h 107"/>
                    <a:gd name="T8" fmla="*/ 111 w 162"/>
                    <a:gd name="T9" fmla="*/ 6 h 107"/>
                    <a:gd name="T10" fmla="*/ 162 w 162"/>
                    <a:gd name="T11" fmla="*/ 94 h 107"/>
                    <a:gd name="T12" fmla="*/ 158 w 162"/>
                    <a:gd name="T13" fmla="*/ 96 h 107"/>
                    <a:gd name="T14" fmla="*/ 153 w 162"/>
                    <a:gd name="T15" fmla="*/ 99 h 107"/>
                    <a:gd name="T16" fmla="*/ 149 w 162"/>
                    <a:gd name="T17" fmla="*/ 103 h 107"/>
                    <a:gd name="T18" fmla="*/ 145 w 162"/>
                    <a:gd name="T19" fmla="*/ 105 h 107"/>
                    <a:gd name="T20" fmla="*/ 140 w 162"/>
                    <a:gd name="T21" fmla="*/ 107 h 107"/>
                    <a:gd name="T22" fmla="*/ 128 w 162"/>
                    <a:gd name="T23" fmla="*/ 94 h 107"/>
                    <a:gd name="T24" fmla="*/ 116 w 162"/>
                    <a:gd name="T25" fmla="*/ 80 h 107"/>
                    <a:gd name="T26" fmla="*/ 104 w 162"/>
                    <a:gd name="T27" fmla="*/ 67 h 107"/>
                    <a:gd name="T28" fmla="*/ 91 w 162"/>
                    <a:gd name="T29" fmla="*/ 53 h 107"/>
                    <a:gd name="T30" fmla="*/ 78 w 162"/>
                    <a:gd name="T31" fmla="*/ 41 h 107"/>
                    <a:gd name="T32" fmla="*/ 73 w 162"/>
                    <a:gd name="T33" fmla="*/ 38 h 107"/>
                    <a:gd name="T34" fmla="*/ 66 w 162"/>
                    <a:gd name="T35" fmla="*/ 36 h 107"/>
                    <a:gd name="T36" fmla="*/ 60 w 162"/>
                    <a:gd name="T37" fmla="*/ 33 h 107"/>
                    <a:gd name="T38" fmla="*/ 55 w 162"/>
                    <a:gd name="T39" fmla="*/ 31 h 107"/>
                    <a:gd name="T40" fmla="*/ 48 w 162"/>
                    <a:gd name="T41" fmla="*/ 28 h 107"/>
                    <a:gd name="T42" fmla="*/ 50 w 162"/>
                    <a:gd name="T43" fmla="*/ 26 h 107"/>
                    <a:gd name="T44" fmla="*/ 50 w 162"/>
                    <a:gd name="T45" fmla="*/ 23 h 107"/>
                    <a:gd name="T46" fmla="*/ 44 w 162"/>
                    <a:gd name="T47" fmla="*/ 28 h 107"/>
                    <a:gd name="T48" fmla="*/ 36 w 162"/>
                    <a:gd name="T49" fmla="*/ 37 h 107"/>
                    <a:gd name="T50" fmla="*/ 26 w 162"/>
                    <a:gd name="T51" fmla="*/ 46 h 107"/>
                    <a:gd name="T52" fmla="*/ 18 w 162"/>
                    <a:gd name="T53" fmla="*/ 51 h 107"/>
                    <a:gd name="T54" fmla="*/ 6 w 162"/>
                    <a:gd name="T55" fmla="*/ 52 h 107"/>
                    <a:gd name="T56" fmla="*/ 11 w 162"/>
                    <a:gd name="T57" fmla="*/ 24 h 107"/>
                    <a:gd name="T58" fmla="*/ 13 w 162"/>
                    <a:gd name="T59" fmla="*/ 26 h 107"/>
                    <a:gd name="T60" fmla="*/ 15 w 162"/>
                    <a:gd name="T61" fmla="*/ 26 h 107"/>
                    <a:gd name="T62" fmla="*/ 17 w 162"/>
                    <a:gd name="T63" fmla="*/ 28 h 107"/>
                    <a:gd name="T64" fmla="*/ 17 w 162"/>
                    <a:gd name="T65" fmla="*/ 31 h 107"/>
                    <a:gd name="T66" fmla="*/ 18 w 162"/>
                    <a:gd name="T67" fmla="*/ 34 h 107"/>
                    <a:gd name="T68" fmla="*/ 17 w 162"/>
                    <a:gd name="T69" fmla="*/ 37 h 107"/>
                    <a:gd name="T70" fmla="*/ 14 w 162"/>
                    <a:gd name="T71" fmla="*/ 40 h 107"/>
                    <a:gd name="T72" fmla="*/ 13 w 162"/>
                    <a:gd name="T73" fmla="*/ 42 h 107"/>
                    <a:gd name="T74" fmla="*/ 11 w 162"/>
                    <a:gd name="T75" fmla="*/ 46 h 107"/>
                    <a:gd name="T76" fmla="*/ 14 w 162"/>
                    <a:gd name="T77" fmla="*/ 46 h 107"/>
                    <a:gd name="T78" fmla="*/ 15 w 162"/>
                    <a:gd name="T79" fmla="*/ 41 h 107"/>
                    <a:gd name="T80" fmla="*/ 18 w 162"/>
                    <a:gd name="T81" fmla="*/ 38 h 107"/>
                    <a:gd name="T82" fmla="*/ 19 w 162"/>
                    <a:gd name="T83" fmla="*/ 35 h 107"/>
                    <a:gd name="T84" fmla="*/ 20 w 162"/>
                    <a:gd name="T85" fmla="*/ 32 h 107"/>
                    <a:gd name="T86" fmla="*/ 19 w 162"/>
                    <a:gd name="T87" fmla="*/ 29 h 107"/>
                    <a:gd name="T88" fmla="*/ 18 w 162"/>
                    <a:gd name="T89" fmla="*/ 26 h 107"/>
                    <a:gd name="T90" fmla="*/ 17 w 162"/>
                    <a:gd name="T91" fmla="*/ 24 h 107"/>
                    <a:gd name="T92" fmla="*/ 14 w 162"/>
                    <a:gd name="T93" fmla="*/ 23 h 107"/>
                    <a:gd name="T94" fmla="*/ 19 w 162"/>
                    <a:gd name="T95" fmla="*/ 10 h 107"/>
                    <a:gd name="T96" fmla="*/ 101 w 162"/>
                    <a:gd name="T97" fmla="*/ 12 h 1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62"/>
                    <a:gd name="T148" fmla="*/ 0 h 107"/>
                    <a:gd name="T149" fmla="*/ 162 w 162"/>
                    <a:gd name="T150" fmla="*/ 107 h 1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62" h="107">
                      <a:moveTo>
                        <a:pt x="101" y="12"/>
                      </a:moveTo>
                      <a:lnTo>
                        <a:pt x="102" y="12"/>
                      </a:lnTo>
                      <a:lnTo>
                        <a:pt x="103" y="10"/>
                      </a:lnTo>
                      <a:lnTo>
                        <a:pt x="104" y="10"/>
                      </a:lnTo>
                      <a:lnTo>
                        <a:pt x="105" y="10"/>
                      </a:lnTo>
                      <a:lnTo>
                        <a:pt x="106" y="8"/>
                      </a:lnTo>
                      <a:lnTo>
                        <a:pt x="107" y="8"/>
                      </a:lnTo>
                      <a:lnTo>
                        <a:pt x="108" y="7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62" y="94"/>
                      </a:lnTo>
                      <a:lnTo>
                        <a:pt x="160" y="95"/>
                      </a:lnTo>
                      <a:lnTo>
                        <a:pt x="158" y="96"/>
                      </a:lnTo>
                      <a:lnTo>
                        <a:pt x="155" y="97"/>
                      </a:lnTo>
                      <a:lnTo>
                        <a:pt x="153" y="99"/>
                      </a:lnTo>
                      <a:lnTo>
                        <a:pt x="151" y="101"/>
                      </a:lnTo>
                      <a:lnTo>
                        <a:pt x="149" y="103"/>
                      </a:lnTo>
                      <a:lnTo>
                        <a:pt x="147" y="104"/>
                      </a:lnTo>
                      <a:lnTo>
                        <a:pt x="145" y="105"/>
                      </a:lnTo>
                      <a:lnTo>
                        <a:pt x="143" y="106"/>
                      </a:lnTo>
                      <a:lnTo>
                        <a:pt x="140" y="107"/>
                      </a:lnTo>
                      <a:lnTo>
                        <a:pt x="134" y="101"/>
                      </a:lnTo>
                      <a:lnTo>
                        <a:pt x="128" y="94"/>
                      </a:lnTo>
                      <a:lnTo>
                        <a:pt x="122" y="87"/>
                      </a:lnTo>
                      <a:lnTo>
                        <a:pt x="116" y="80"/>
                      </a:lnTo>
                      <a:lnTo>
                        <a:pt x="111" y="73"/>
                      </a:lnTo>
                      <a:lnTo>
                        <a:pt x="104" y="67"/>
                      </a:lnTo>
                      <a:lnTo>
                        <a:pt x="98" y="59"/>
                      </a:lnTo>
                      <a:lnTo>
                        <a:pt x="91" y="53"/>
                      </a:lnTo>
                      <a:lnTo>
                        <a:pt x="85" y="48"/>
                      </a:lnTo>
                      <a:lnTo>
                        <a:pt x="78" y="41"/>
                      </a:lnTo>
                      <a:lnTo>
                        <a:pt x="75" y="40"/>
                      </a:lnTo>
                      <a:lnTo>
                        <a:pt x="73" y="38"/>
                      </a:lnTo>
                      <a:lnTo>
                        <a:pt x="69" y="37"/>
                      </a:lnTo>
                      <a:lnTo>
                        <a:pt x="66" y="36"/>
                      </a:lnTo>
                      <a:lnTo>
                        <a:pt x="64" y="35"/>
                      </a:lnTo>
                      <a:lnTo>
                        <a:pt x="60" y="33"/>
                      </a:lnTo>
                      <a:lnTo>
                        <a:pt x="57" y="32"/>
                      </a:lnTo>
                      <a:lnTo>
                        <a:pt x="55" y="31"/>
                      </a:lnTo>
                      <a:lnTo>
                        <a:pt x="52" y="29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44" y="28"/>
                      </a:lnTo>
                      <a:lnTo>
                        <a:pt x="40" y="33"/>
                      </a:lnTo>
                      <a:lnTo>
                        <a:pt x="36" y="37"/>
                      </a:lnTo>
                      <a:lnTo>
                        <a:pt x="30" y="40"/>
                      </a:lnTo>
                      <a:lnTo>
                        <a:pt x="26" y="46"/>
                      </a:lnTo>
                      <a:lnTo>
                        <a:pt x="22" y="48"/>
                      </a:lnTo>
                      <a:lnTo>
                        <a:pt x="18" y="51"/>
                      </a:lnTo>
                      <a:lnTo>
                        <a:pt x="11" y="52"/>
                      </a:lnTo>
                      <a:lnTo>
                        <a:pt x="6" y="52"/>
                      </a:lnTo>
                      <a:lnTo>
                        <a:pt x="0" y="48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8" y="32"/>
                      </a:lnTo>
                      <a:lnTo>
                        <a:pt x="18" y="34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5" y="38"/>
                      </a:lnTo>
                      <a:lnTo>
                        <a:pt x="14" y="40"/>
                      </a:lnTo>
                      <a:lnTo>
                        <a:pt x="13" y="41"/>
                      </a:lnTo>
                      <a:lnTo>
                        <a:pt x="13" y="42"/>
                      </a:lnTo>
                      <a:lnTo>
                        <a:pt x="11" y="43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5" y="42"/>
                      </a:lnTo>
                      <a:lnTo>
                        <a:pt x="15" y="41"/>
                      </a:lnTo>
                      <a:lnTo>
                        <a:pt x="17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4"/>
                      </a:lnTo>
                      <a:lnTo>
                        <a:pt x="20" y="32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8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9" y="10"/>
                      </a:lnTo>
                      <a:lnTo>
                        <a:pt x="48" y="0"/>
                      </a:lnTo>
                      <a:lnTo>
                        <a:pt x="101" y="12"/>
                      </a:lnTo>
                      <a:close/>
                    </a:path>
                  </a:pathLst>
                </a:custGeom>
                <a:solidFill>
                  <a:srgbClr val="4A29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0891" name="Group 1036"/>
                <p:cNvGrpSpPr>
                  <a:grpSpLocks/>
                </p:cNvGrpSpPr>
                <p:nvPr/>
              </p:nvGrpSpPr>
              <p:grpSpPr bwMode="auto">
                <a:xfrm>
                  <a:off x="2603" y="2498"/>
                  <a:ext cx="162" cy="107"/>
                  <a:chOff x="2603" y="2498"/>
                  <a:chExt cx="162" cy="107"/>
                </a:xfrm>
              </p:grpSpPr>
              <p:sp>
                <p:nvSpPr>
                  <p:cNvPr id="30927" name="Freeform 1037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28" name="Freeform 1038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892" name="Freeform 1039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63 w 207"/>
                    <a:gd name="T113" fmla="*/ 40 h 17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07"/>
                    <a:gd name="T172" fmla="*/ 0 h 175"/>
                    <a:gd name="T173" fmla="*/ 207 w 207"/>
                    <a:gd name="T174" fmla="*/ 175 h 17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  <a:lnTo>
                        <a:pt x="63" y="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0893" name="Freeform 1040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07"/>
                    <a:gd name="T169" fmla="*/ 0 h 175"/>
                    <a:gd name="T170" fmla="*/ 207 w 207"/>
                    <a:gd name="T171" fmla="*/ 175 h 17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0894" name="Group 1041"/>
                <p:cNvGrpSpPr>
                  <a:grpSpLocks/>
                </p:cNvGrpSpPr>
                <p:nvPr/>
              </p:nvGrpSpPr>
              <p:grpSpPr bwMode="auto">
                <a:xfrm>
                  <a:off x="2547" y="2599"/>
                  <a:ext cx="95" cy="88"/>
                  <a:chOff x="2547" y="2599"/>
                  <a:chExt cx="95" cy="88"/>
                </a:xfrm>
              </p:grpSpPr>
              <p:sp>
                <p:nvSpPr>
                  <p:cNvPr id="30895" name="Freeform 1042"/>
                  <p:cNvSpPr>
                    <a:spLocks/>
                  </p:cNvSpPr>
                  <p:nvPr/>
                </p:nvSpPr>
                <p:spPr bwMode="auto">
                  <a:xfrm>
                    <a:off x="2547" y="2599"/>
                    <a:ext cx="32" cy="36"/>
                  </a:xfrm>
                  <a:custGeom>
                    <a:avLst/>
                    <a:gdLst>
                      <a:gd name="T0" fmla="*/ 28 w 32"/>
                      <a:gd name="T1" fmla="*/ 3 h 36"/>
                      <a:gd name="T2" fmla="*/ 29 w 32"/>
                      <a:gd name="T3" fmla="*/ 3 h 36"/>
                      <a:gd name="T4" fmla="*/ 30 w 32"/>
                      <a:gd name="T5" fmla="*/ 6 h 36"/>
                      <a:gd name="T6" fmla="*/ 31 w 32"/>
                      <a:gd name="T7" fmla="*/ 6 h 36"/>
                      <a:gd name="T8" fmla="*/ 31 w 32"/>
                      <a:gd name="T9" fmla="*/ 9 h 36"/>
                      <a:gd name="T10" fmla="*/ 31 w 32"/>
                      <a:gd name="T11" fmla="*/ 10 h 36"/>
                      <a:gd name="T12" fmla="*/ 32 w 32"/>
                      <a:gd name="T13" fmla="*/ 12 h 36"/>
                      <a:gd name="T14" fmla="*/ 32 w 32"/>
                      <a:gd name="T15" fmla="*/ 13 h 36"/>
                      <a:gd name="T16" fmla="*/ 32 w 32"/>
                      <a:gd name="T17" fmla="*/ 15 h 36"/>
                      <a:gd name="T18" fmla="*/ 32 w 32"/>
                      <a:gd name="T19" fmla="*/ 16 h 36"/>
                      <a:gd name="T20" fmla="*/ 32 w 32"/>
                      <a:gd name="T21" fmla="*/ 17 h 36"/>
                      <a:gd name="T22" fmla="*/ 31 w 32"/>
                      <a:gd name="T23" fmla="*/ 19 h 36"/>
                      <a:gd name="T24" fmla="*/ 30 w 32"/>
                      <a:gd name="T25" fmla="*/ 21 h 36"/>
                      <a:gd name="T26" fmla="*/ 29 w 32"/>
                      <a:gd name="T27" fmla="*/ 24 h 36"/>
                      <a:gd name="T28" fmla="*/ 28 w 32"/>
                      <a:gd name="T29" fmla="*/ 26 h 36"/>
                      <a:gd name="T30" fmla="*/ 26 w 32"/>
                      <a:gd name="T31" fmla="*/ 28 h 36"/>
                      <a:gd name="T32" fmla="*/ 24 w 32"/>
                      <a:gd name="T33" fmla="*/ 31 h 36"/>
                      <a:gd name="T34" fmla="*/ 22 w 32"/>
                      <a:gd name="T35" fmla="*/ 32 h 36"/>
                      <a:gd name="T36" fmla="*/ 20 w 32"/>
                      <a:gd name="T37" fmla="*/ 34 h 36"/>
                      <a:gd name="T38" fmla="*/ 18 w 32"/>
                      <a:gd name="T39" fmla="*/ 35 h 36"/>
                      <a:gd name="T40" fmla="*/ 16 w 32"/>
                      <a:gd name="T41" fmla="*/ 35 h 36"/>
                      <a:gd name="T42" fmla="*/ 15 w 32"/>
                      <a:gd name="T43" fmla="*/ 36 h 36"/>
                      <a:gd name="T44" fmla="*/ 14 w 32"/>
                      <a:gd name="T45" fmla="*/ 36 h 36"/>
                      <a:gd name="T46" fmla="*/ 13 w 32"/>
                      <a:gd name="T47" fmla="*/ 36 h 36"/>
                      <a:gd name="T48" fmla="*/ 12 w 32"/>
                      <a:gd name="T49" fmla="*/ 36 h 36"/>
                      <a:gd name="T50" fmla="*/ 11 w 32"/>
                      <a:gd name="T51" fmla="*/ 36 h 36"/>
                      <a:gd name="T52" fmla="*/ 9 w 32"/>
                      <a:gd name="T53" fmla="*/ 35 h 36"/>
                      <a:gd name="T54" fmla="*/ 8 w 32"/>
                      <a:gd name="T55" fmla="*/ 35 h 36"/>
                      <a:gd name="T56" fmla="*/ 6 w 32"/>
                      <a:gd name="T57" fmla="*/ 34 h 36"/>
                      <a:gd name="T58" fmla="*/ 6 w 32"/>
                      <a:gd name="T59" fmla="*/ 34 h 36"/>
                      <a:gd name="T60" fmla="*/ 4 w 32"/>
                      <a:gd name="T61" fmla="*/ 33 h 36"/>
                      <a:gd name="T62" fmla="*/ 3 w 32"/>
                      <a:gd name="T63" fmla="*/ 32 h 36"/>
                      <a:gd name="T64" fmla="*/ 2 w 32"/>
                      <a:gd name="T65" fmla="*/ 31 h 36"/>
                      <a:gd name="T66" fmla="*/ 2 w 32"/>
                      <a:gd name="T67" fmla="*/ 30 h 36"/>
                      <a:gd name="T68" fmla="*/ 1 w 32"/>
                      <a:gd name="T69" fmla="*/ 28 h 36"/>
                      <a:gd name="T70" fmla="*/ 1 w 32"/>
                      <a:gd name="T71" fmla="*/ 28 h 36"/>
                      <a:gd name="T72" fmla="*/ 0 w 32"/>
                      <a:gd name="T73" fmla="*/ 26 h 36"/>
                      <a:gd name="T74" fmla="*/ 0 w 32"/>
                      <a:gd name="T75" fmla="*/ 24 h 36"/>
                      <a:gd name="T76" fmla="*/ 0 w 32"/>
                      <a:gd name="T77" fmla="*/ 23 h 36"/>
                      <a:gd name="T78" fmla="*/ 0 w 32"/>
                      <a:gd name="T79" fmla="*/ 21 h 36"/>
                      <a:gd name="T80" fmla="*/ 1 w 32"/>
                      <a:gd name="T81" fmla="*/ 18 h 36"/>
                      <a:gd name="T82" fmla="*/ 1 w 32"/>
                      <a:gd name="T83" fmla="*/ 16 h 36"/>
                      <a:gd name="T84" fmla="*/ 2 w 32"/>
                      <a:gd name="T85" fmla="*/ 14 h 36"/>
                      <a:gd name="T86" fmla="*/ 4 w 32"/>
                      <a:gd name="T87" fmla="*/ 12 h 36"/>
                      <a:gd name="T88" fmla="*/ 6 w 32"/>
                      <a:gd name="T89" fmla="*/ 10 h 36"/>
                      <a:gd name="T90" fmla="*/ 6 w 32"/>
                      <a:gd name="T91" fmla="*/ 6 h 36"/>
                      <a:gd name="T92" fmla="*/ 9 w 32"/>
                      <a:gd name="T93" fmla="*/ 4 h 36"/>
                      <a:gd name="T94" fmla="*/ 12 w 32"/>
                      <a:gd name="T95" fmla="*/ 2 h 36"/>
                      <a:gd name="T96" fmla="*/ 13 w 32"/>
                      <a:gd name="T97" fmla="*/ 1 h 36"/>
                      <a:gd name="T98" fmla="*/ 16 w 32"/>
                      <a:gd name="T99" fmla="*/ 0 h 36"/>
                      <a:gd name="T100" fmla="*/ 17 w 32"/>
                      <a:gd name="T101" fmla="*/ 0 h 36"/>
                      <a:gd name="T102" fmla="*/ 18 w 32"/>
                      <a:gd name="T103" fmla="*/ 0 h 36"/>
                      <a:gd name="T104" fmla="*/ 19 w 32"/>
                      <a:gd name="T105" fmla="*/ 0 h 36"/>
                      <a:gd name="T106" fmla="*/ 20 w 32"/>
                      <a:gd name="T107" fmla="*/ 0 h 36"/>
                      <a:gd name="T108" fmla="*/ 22 w 32"/>
                      <a:gd name="T109" fmla="*/ 0 h 36"/>
                      <a:gd name="T110" fmla="*/ 22 w 32"/>
                      <a:gd name="T111" fmla="*/ 1 h 36"/>
                      <a:gd name="T112" fmla="*/ 24 w 32"/>
                      <a:gd name="T113" fmla="*/ 1 h 36"/>
                      <a:gd name="T114" fmla="*/ 26 w 32"/>
                      <a:gd name="T115" fmla="*/ 1 h 36"/>
                      <a:gd name="T116" fmla="*/ 27 w 32"/>
                      <a:gd name="T117" fmla="*/ 2 h 36"/>
                      <a:gd name="T118" fmla="*/ 28 w 32"/>
                      <a:gd name="T119" fmla="*/ 3 h 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32"/>
                      <a:gd name="T181" fmla="*/ 0 h 36"/>
                      <a:gd name="T182" fmla="*/ 32 w 32"/>
                      <a:gd name="T183" fmla="*/ 36 h 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32" h="36">
                        <a:moveTo>
                          <a:pt x="28" y="3"/>
                        </a:moveTo>
                        <a:lnTo>
                          <a:pt x="29" y="3"/>
                        </a:lnTo>
                        <a:lnTo>
                          <a:pt x="30" y="6"/>
                        </a:lnTo>
                        <a:lnTo>
                          <a:pt x="31" y="6"/>
                        </a:lnTo>
                        <a:lnTo>
                          <a:pt x="31" y="9"/>
                        </a:lnTo>
                        <a:lnTo>
                          <a:pt x="31" y="10"/>
                        </a:lnTo>
                        <a:lnTo>
                          <a:pt x="32" y="12"/>
                        </a:lnTo>
                        <a:lnTo>
                          <a:pt x="32" y="13"/>
                        </a:lnTo>
                        <a:lnTo>
                          <a:pt x="32" y="15"/>
                        </a:lnTo>
                        <a:lnTo>
                          <a:pt x="32" y="16"/>
                        </a:lnTo>
                        <a:lnTo>
                          <a:pt x="32" y="17"/>
                        </a:lnTo>
                        <a:lnTo>
                          <a:pt x="31" y="19"/>
                        </a:lnTo>
                        <a:lnTo>
                          <a:pt x="30" y="21"/>
                        </a:lnTo>
                        <a:lnTo>
                          <a:pt x="29" y="24"/>
                        </a:lnTo>
                        <a:lnTo>
                          <a:pt x="28" y="26"/>
                        </a:lnTo>
                        <a:lnTo>
                          <a:pt x="26" y="28"/>
                        </a:lnTo>
                        <a:lnTo>
                          <a:pt x="24" y="31"/>
                        </a:lnTo>
                        <a:lnTo>
                          <a:pt x="22" y="32"/>
                        </a:lnTo>
                        <a:lnTo>
                          <a:pt x="20" y="34"/>
                        </a:lnTo>
                        <a:lnTo>
                          <a:pt x="18" y="35"/>
                        </a:lnTo>
                        <a:lnTo>
                          <a:pt x="16" y="35"/>
                        </a:lnTo>
                        <a:lnTo>
                          <a:pt x="15" y="36"/>
                        </a:lnTo>
                        <a:lnTo>
                          <a:pt x="14" y="36"/>
                        </a:lnTo>
                        <a:lnTo>
                          <a:pt x="13" y="36"/>
                        </a:lnTo>
                        <a:lnTo>
                          <a:pt x="12" y="36"/>
                        </a:lnTo>
                        <a:lnTo>
                          <a:pt x="11" y="36"/>
                        </a:lnTo>
                        <a:lnTo>
                          <a:pt x="9" y="35"/>
                        </a:lnTo>
                        <a:lnTo>
                          <a:pt x="8" y="35"/>
                        </a:lnTo>
                        <a:lnTo>
                          <a:pt x="6" y="34"/>
                        </a:lnTo>
                        <a:lnTo>
                          <a:pt x="4" y="33"/>
                        </a:lnTo>
                        <a:lnTo>
                          <a:pt x="3" y="32"/>
                        </a:lnTo>
                        <a:lnTo>
                          <a:pt x="2" y="31"/>
                        </a:lnTo>
                        <a:lnTo>
                          <a:pt x="2" y="30"/>
                        </a:lnTo>
                        <a:lnTo>
                          <a:pt x="1" y="28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1" y="18"/>
                        </a:lnTo>
                        <a:lnTo>
                          <a:pt x="1" y="16"/>
                        </a:lnTo>
                        <a:lnTo>
                          <a:pt x="2" y="14"/>
                        </a:lnTo>
                        <a:lnTo>
                          <a:pt x="4" y="12"/>
                        </a:lnTo>
                        <a:lnTo>
                          <a:pt x="6" y="10"/>
                        </a:lnTo>
                        <a:lnTo>
                          <a:pt x="6" y="6"/>
                        </a:lnTo>
                        <a:lnTo>
                          <a:pt x="9" y="4"/>
                        </a:lnTo>
                        <a:lnTo>
                          <a:pt x="12" y="2"/>
                        </a:lnTo>
                        <a:lnTo>
                          <a:pt x="13" y="1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8" y="0"/>
                        </a:lnTo>
                        <a:lnTo>
                          <a:pt x="19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2" y="1"/>
                        </a:lnTo>
                        <a:lnTo>
                          <a:pt x="24" y="1"/>
                        </a:lnTo>
                        <a:lnTo>
                          <a:pt x="26" y="1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896" name="Group 1043"/>
                  <p:cNvGrpSpPr>
                    <a:grpSpLocks/>
                  </p:cNvGrpSpPr>
                  <p:nvPr/>
                </p:nvGrpSpPr>
                <p:grpSpPr bwMode="auto">
                  <a:xfrm>
                    <a:off x="2547" y="2599"/>
                    <a:ext cx="32" cy="36"/>
                    <a:chOff x="2547" y="2599"/>
                    <a:chExt cx="32" cy="36"/>
                  </a:xfrm>
                </p:grpSpPr>
                <p:sp>
                  <p:nvSpPr>
                    <p:cNvPr id="30925" name="Freeform 1044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26" name="Freeform 1045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0897" name="Freeform 1046"/>
                  <p:cNvSpPr>
                    <a:spLocks/>
                  </p:cNvSpPr>
                  <p:nvPr/>
                </p:nvSpPr>
                <p:spPr bwMode="auto">
                  <a:xfrm>
                    <a:off x="2560" y="2603"/>
                    <a:ext cx="15" cy="14"/>
                  </a:xfrm>
                  <a:custGeom>
                    <a:avLst/>
                    <a:gdLst>
                      <a:gd name="T0" fmla="*/ 15 w 15"/>
                      <a:gd name="T1" fmla="*/ 14 h 14"/>
                      <a:gd name="T2" fmla="*/ 15 w 15"/>
                      <a:gd name="T3" fmla="*/ 14 h 14"/>
                      <a:gd name="T4" fmla="*/ 13 w 15"/>
                      <a:gd name="T5" fmla="*/ 13 h 14"/>
                      <a:gd name="T6" fmla="*/ 11 w 15"/>
                      <a:gd name="T7" fmla="*/ 12 h 14"/>
                      <a:gd name="T8" fmla="*/ 10 w 15"/>
                      <a:gd name="T9" fmla="*/ 11 h 14"/>
                      <a:gd name="T10" fmla="*/ 8 w 15"/>
                      <a:gd name="T11" fmla="*/ 10 h 14"/>
                      <a:gd name="T12" fmla="*/ 6 w 15"/>
                      <a:gd name="T13" fmla="*/ 7 h 14"/>
                      <a:gd name="T14" fmla="*/ 6 w 15"/>
                      <a:gd name="T15" fmla="*/ 6 h 14"/>
                      <a:gd name="T16" fmla="*/ 3 w 15"/>
                      <a:gd name="T17" fmla="*/ 5 h 14"/>
                      <a:gd name="T18" fmla="*/ 2 w 15"/>
                      <a:gd name="T19" fmla="*/ 4 h 14"/>
                      <a:gd name="T20" fmla="*/ 1 w 15"/>
                      <a:gd name="T21" fmla="*/ 1 h 14"/>
                      <a:gd name="T22" fmla="*/ 0 w 15"/>
                      <a:gd name="T23" fmla="*/ 0 h 14"/>
                      <a:gd name="T24" fmla="*/ 1 w 15"/>
                      <a:gd name="T25" fmla="*/ 1 h 14"/>
                      <a:gd name="T26" fmla="*/ 3 w 15"/>
                      <a:gd name="T27" fmla="*/ 2 h 14"/>
                      <a:gd name="T28" fmla="*/ 4 w 15"/>
                      <a:gd name="T29" fmla="*/ 4 h 14"/>
                      <a:gd name="T30" fmla="*/ 6 w 15"/>
                      <a:gd name="T31" fmla="*/ 5 h 14"/>
                      <a:gd name="T32" fmla="*/ 8 w 15"/>
                      <a:gd name="T33" fmla="*/ 7 h 14"/>
                      <a:gd name="T34" fmla="*/ 9 w 15"/>
                      <a:gd name="T35" fmla="*/ 9 h 14"/>
                      <a:gd name="T36" fmla="*/ 10 w 15"/>
                      <a:gd name="T37" fmla="*/ 10 h 14"/>
                      <a:gd name="T38" fmla="*/ 11 w 15"/>
                      <a:gd name="T39" fmla="*/ 11 h 14"/>
                      <a:gd name="T40" fmla="*/ 14 w 15"/>
                      <a:gd name="T41" fmla="*/ 13 h 14"/>
                      <a:gd name="T42" fmla="*/ 15 w 15"/>
                      <a:gd name="T43" fmla="*/ 14 h 14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5"/>
                      <a:gd name="T67" fmla="*/ 0 h 14"/>
                      <a:gd name="T68" fmla="*/ 15 w 15"/>
                      <a:gd name="T69" fmla="*/ 14 h 14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5" h="14">
                        <a:moveTo>
                          <a:pt x="15" y="14"/>
                        </a:moveTo>
                        <a:lnTo>
                          <a:pt x="15" y="14"/>
                        </a:lnTo>
                        <a:lnTo>
                          <a:pt x="13" y="13"/>
                        </a:lnTo>
                        <a:lnTo>
                          <a:pt x="11" y="12"/>
                        </a:lnTo>
                        <a:lnTo>
                          <a:pt x="10" y="11"/>
                        </a:lnTo>
                        <a:lnTo>
                          <a:pt x="8" y="10"/>
                        </a:lnTo>
                        <a:lnTo>
                          <a:pt x="6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2" y="4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8" y="7"/>
                        </a:lnTo>
                        <a:lnTo>
                          <a:pt x="9" y="9"/>
                        </a:lnTo>
                        <a:lnTo>
                          <a:pt x="10" y="10"/>
                        </a:lnTo>
                        <a:lnTo>
                          <a:pt x="11" y="11"/>
                        </a:lnTo>
                        <a:lnTo>
                          <a:pt x="14" y="13"/>
                        </a:ln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898" name="Group 1047"/>
                  <p:cNvGrpSpPr>
                    <a:grpSpLocks/>
                  </p:cNvGrpSpPr>
                  <p:nvPr/>
                </p:nvGrpSpPr>
                <p:grpSpPr bwMode="auto">
                  <a:xfrm>
                    <a:off x="2560" y="2603"/>
                    <a:ext cx="15" cy="14"/>
                    <a:chOff x="2560" y="2603"/>
                    <a:chExt cx="15" cy="14"/>
                  </a:xfrm>
                </p:grpSpPr>
                <p:sp>
                  <p:nvSpPr>
                    <p:cNvPr id="30923" name="Freeform 1048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24" name="Freeform 1049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0899" name="Freeform 1050"/>
                  <p:cNvSpPr>
                    <a:spLocks/>
                  </p:cNvSpPr>
                  <p:nvPr/>
                </p:nvSpPr>
                <p:spPr bwMode="auto">
                  <a:xfrm>
                    <a:off x="2569" y="2619"/>
                    <a:ext cx="30" cy="33"/>
                  </a:xfrm>
                  <a:custGeom>
                    <a:avLst/>
                    <a:gdLst>
                      <a:gd name="T0" fmla="*/ 29 w 30"/>
                      <a:gd name="T1" fmla="*/ 8 h 33"/>
                      <a:gd name="T2" fmla="*/ 30 w 30"/>
                      <a:gd name="T3" fmla="*/ 11 h 33"/>
                      <a:gd name="T4" fmla="*/ 30 w 30"/>
                      <a:gd name="T5" fmla="*/ 13 h 33"/>
                      <a:gd name="T6" fmla="*/ 30 w 30"/>
                      <a:gd name="T7" fmla="*/ 16 h 33"/>
                      <a:gd name="T8" fmla="*/ 29 w 30"/>
                      <a:gd name="T9" fmla="*/ 19 h 33"/>
                      <a:gd name="T10" fmla="*/ 29 w 30"/>
                      <a:gd name="T11" fmla="*/ 21 h 33"/>
                      <a:gd name="T12" fmla="*/ 28 w 30"/>
                      <a:gd name="T13" fmla="*/ 24 h 33"/>
                      <a:gd name="T14" fmla="*/ 27 w 30"/>
                      <a:gd name="T15" fmla="*/ 24 h 33"/>
                      <a:gd name="T16" fmla="*/ 25 w 30"/>
                      <a:gd name="T17" fmla="*/ 27 h 33"/>
                      <a:gd name="T18" fmla="*/ 24 w 30"/>
                      <a:gd name="T19" fmla="*/ 29 h 33"/>
                      <a:gd name="T20" fmla="*/ 23 w 30"/>
                      <a:gd name="T21" fmla="*/ 31 h 33"/>
                      <a:gd name="T22" fmla="*/ 21 w 30"/>
                      <a:gd name="T23" fmla="*/ 31 h 33"/>
                      <a:gd name="T24" fmla="*/ 20 w 30"/>
                      <a:gd name="T25" fmla="*/ 32 h 33"/>
                      <a:gd name="T26" fmla="*/ 18 w 30"/>
                      <a:gd name="T27" fmla="*/ 32 h 33"/>
                      <a:gd name="T28" fmla="*/ 17 w 30"/>
                      <a:gd name="T29" fmla="*/ 33 h 33"/>
                      <a:gd name="T30" fmla="*/ 16 w 30"/>
                      <a:gd name="T31" fmla="*/ 33 h 33"/>
                      <a:gd name="T32" fmla="*/ 14 w 30"/>
                      <a:gd name="T33" fmla="*/ 33 h 33"/>
                      <a:gd name="T34" fmla="*/ 13 w 30"/>
                      <a:gd name="T35" fmla="*/ 33 h 33"/>
                      <a:gd name="T36" fmla="*/ 12 w 30"/>
                      <a:gd name="T37" fmla="*/ 33 h 33"/>
                      <a:gd name="T38" fmla="*/ 11 w 30"/>
                      <a:gd name="T39" fmla="*/ 33 h 33"/>
                      <a:gd name="T40" fmla="*/ 10 w 30"/>
                      <a:gd name="T41" fmla="*/ 33 h 33"/>
                      <a:gd name="T42" fmla="*/ 9 w 30"/>
                      <a:gd name="T43" fmla="*/ 32 h 33"/>
                      <a:gd name="T44" fmla="*/ 7 w 30"/>
                      <a:gd name="T45" fmla="*/ 32 h 33"/>
                      <a:gd name="T46" fmla="*/ 7 w 30"/>
                      <a:gd name="T47" fmla="*/ 31 h 33"/>
                      <a:gd name="T48" fmla="*/ 5 w 30"/>
                      <a:gd name="T49" fmla="*/ 30 h 33"/>
                      <a:gd name="T50" fmla="*/ 4 w 30"/>
                      <a:gd name="T51" fmla="*/ 29 h 33"/>
                      <a:gd name="T52" fmla="*/ 2 w 30"/>
                      <a:gd name="T53" fmla="*/ 29 h 33"/>
                      <a:gd name="T54" fmla="*/ 2 w 30"/>
                      <a:gd name="T55" fmla="*/ 28 h 33"/>
                      <a:gd name="T56" fmla="*/ 1 w 30"/>
                      <a:gd name="T57" fmla="*/ 27 h 33"/>
                      <a:gd name="T58" fmla="*/ 1 w 30"/>
                      <a:gd name="T59" fmla="*/ 26 h 33"/>
                      <a:gd name="T60" fmla="*/ 0 w 30"/>
                      <a:gd name="T61" fmla="*/ 24 h 33"/>
                      <a:gd name="T62" fmla="*/ 0 w 30"/>
                      <a:gd name="T63" fmla="*/ 20 h 33"/>
                      <a:gd name="T64" fmla="*/ 0 w 30"/>
                      <a:gd name="T65" fmla="*/ 17 h 33"/>
                      <a:gd name="T66" fmla="*/ 1 w 30"/>
                      <a:gd name="T67" fmla="*/ 16 h 33"/>
                      <a:gd name="T68" fmla="*/ 1 w 30"/>
                      <a:gd name="T69" fmla="*/ 14 h 33"/>
                      <a:gd name="T70" fmla="*/ 2 w 30"/>
                      <a:gd name="T71" fmla="*/ 12 h 33"/>
                      <a:gd name="T72" fmla="*/ 4 w 30"/>
                      <a:gd name="T73" fmla="*/ 10 h 33"/>
                      <a:gd name="T74" fmla="*/ 7 w 30"/>
                      <a:gd name="T75" fmla="*/ 8 h 33"/>
                      <a:gd name="T76" fmla="*/ 7 w 30"/>
                      <a:gd name="T77" fmla="*/ 6 h 33"/>
                      <a:gd name="T78" fmla="*/ 9 w 30"/>
                      <a:gd name="T79" fmla="*/ 4 h 33"/>
                      <a:gd name="T80" fmla="*/ 11 w 30"/>
                      <a:gd name="T81" fmla="*/ 3 h 33"/>
                      <a:gd name="T82" fmla="*/ 13 w 30"/>
                      <a:gd name="T83" fmla="*/ 1 h 33"/>
                      <a:gd name="T84" fmla="*/ 15 w 30"/>
                      <a:gd name="T85" fmla="*/ 0 h 33"/>
                      <a:gd name="T86" fmla="*/ 17 w 30"/>
                      <a:gd name="T87" fmla="*/ 0 h 33"/>
                      <a:gd name="T88" fmla="*/ 20 w 30"/>
                      <a:gd name="T89" fmla="*/ 0 h 33"/>
                      <a:gd name="T90" fmla="*/ 23 w 30"/>
                      <a:gd name="T91" fmla="*/ 1 h 33"/>
                      <a:gd name="T92" fmla="*/ 25 w 30"/>
                      <a:gd name="T93" fmla="*/ 3 h 33"/>
                      <a:gd name="T94" fmla="*/ 27 w 30"/>
                      <a:gd name="T95" fmla="*/ 4 h 33"/>
                      <a:gd name="T96" fmla="*/ 28 w 30"/>
                      <a:gd name="T97" fmla="*/ 6 h 33"/>
                      <a:gd name="T98" fmla="*/ 29 w 30"/>
                      <a:gd name="T99" fmla="*/ 8 h 33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30"/>
                      <a:gd name="T151" fmla="*/ 0 h 33"/>
                      <a:gd name="T152" fmla="*/ 30 w 30"/>
                      <a:gd name="T153" fmla="*/ 33 h 33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30" h="33">
                        <a:moveTo>
                          <a:pt x="29" y="8"/>
                        </a:moveTo>
                        <a:lnTo>
                          <a:pt x="30" y="11"/>
                        </a:lnTo>
                        <a:lnTo>
                          <a:pt x="30" y="13"/>
                        </a:lnTo>
                        <a:lnTo>
                          <a:pt x="30" y="16"/>
                        </a:lnTo>
                        <a:lnTo>
                          <a:pt x="29" y="19"/>
                        </a:lnTo>
                        <a:lnTo>
                          <a:pt x="29" y="21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5" y="27"/>
                        </a:lnTo>
                        <a:lnTo>
                          <a:pt x="24" y="29"/>
                        </a:lnTo>
                        <a:lnTo>
                          <a:pt x="23" y="31"/>
                        </a:lnTo>
                        <a:lnTo>
                          <a:pt x="21" y="31"/>
                        </a:lnTo>
                        <a:lnTo>
                          <a:pt x="20" y="32"/>
                        </a:lnTo>
                        <a:lnTo>
                          <a:pt x="18" y="32"/>
                        </a:lnTo>
                        <a:lnTo>
                          <a:pt x="17" y="33"/>
                        </a:lnTo>
                        <a:lnTo>
                          <a:pt x="16" y="33"/>
                        </a:lnTo>
                        <a:lnTo>
                          <a:pt x="14" y="33"/>
                        </a:lnTo>
                        <a:lnTo>
                          <a:pt x="13" y="33"/>
                        </a:lnTo>
                        <a:lnTo>
                          <a:pt x="12" y="33"/>
                        </a:lnTo>
                        <a:lnTo>
                          <a:pt x="11" y="33"/>
                        </a:lnTo>
                        <a:lnTo>
                          <a:pt x="10" y="33"/>
                        </a:lnTo>
                        <a:lnTo>
                          <a:pt x="9" y="32"/>
                        </a:lnTo>
                        <a:lnTo>
                          <a:pt x="7" y="32"/>
                        </a:lnTo>
                        <a:lnTo>
                          <a:pt x="7" y="31"/>
                        </a:lnTo>
                        <a:lnTo>
                          <a:pt x="5" y="30"/>
                        </a:lnTo>
                        <a:lnTo>
                          <a:pt x="4" y="29"/>
                        </a:lnTo>
                        <a:lnTo>
                          <a:pt x="2" y="29"/>
                        </a:lnTo>
                        <a:lnTo>
                          <a:pt x="2" y="28"/>
                        </a:lnTo>
                        <a:lnTo>
                          <a:pt x="1" y="27"/>
                        </a:lnTo>
                        <a:lnTo>
                          <a:pt x="1" y="26"/>
                        </a:lnTo>
                        <a:lnTo>
                          <a:pt x="0" y="24"/>
                        </a:lnTo>
                        <a:lnTo>
                          <a:pt x="0" y="20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13" y="1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20" y="0"/>
                        </a:lnTo>
                        <a:lnTo>
                          <a:pt x="23" y="1"/>
                        </a:lnTo>
                        <a:lnTo>
                          <a:pt x="25" y="3"/>
                        </a:lnTo>
                        <a:lnTo>
                          <a:pt x="27" y="4"/>
                        </a:lnTo>
                        <a:lnTo>
                          <a:pt x="28" y="6"/>
                        </a:lnTo>
                        <a:lnTo>
                          <a:pt x="29" y="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900" name="Group 1051"/>
                  <p:cNvGrpSpPr>
                    <a:grpSpLocks/>
                  </p:cNvGrpSpPr>
                  <p:nvPr/>
                </p:nvGrpSpPr>
                <p:grpSpPr bwMode="auto">
                  <a:xfrm>
                    <a:off x="2569" y="2619"/>
                    <a:ext cx="30" cy="33"/>
                    <a:chOff x="2569" y="2619"/>
                    <a:chExt cx="30" cy="33"/>
                  </a:xfrm>
                </p:grpSpPr>
                <p:sp>
                  <p:nvSpPr>
                    <p:cNvPr id="30921" name="Freeform 1052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22" name="Freeform 1053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0901" name="Freeform 1054"/>
                  <p:cNvSpPr>
                    <a:spLocks/>
                  </p:cNvSpPr>
                  <p:nvPr/>
                </p:nvSpPr>
                <p:spPr bwMode="auto">
                  <a:xfrm>
                    <a:off x="2582" y="2625"/>
                    <a:ext cx="13" cy="11"/>
                  </a:xfrm>
                  <a:custGeom>
                    <a:avLst/>
                    <a:gdLst>
                      <a:gd name="T0" fmla="*/ 13 w 13"/>
                      <a:gd name="T1" fmla="*/ 11 h 11"/>
                      <a:gd name="T2" fmla="*/ 13 w 13"/>
                      <a:gd name="T3" fmla="*/ 11 h 11"/>
                      <a:gd name="T4" fmla="*/ 0 w 13"/>
                      <a:gd name="T5" fmla="*/ 1 h 11"/>
                      <a:gd name="T6" fmla="*/ 1 w 13"/>
                      <a:gd name="T7" fmla="*/ 0 h 11"/>
                      <a:gd name="T8" fmla="*/ 2 w 13"/>
                      <a:gd name="T9" fmla="*/ 1 h 11"/>
                      <a:gd name="T10" fmla="*/ 3 w 13"/>
                      <a:gd name="T11" fmla="*/ 2 h 11"/>
                      <a:gd name="T12" fmla="*/ 4 w 13"/>
                      <a:gd name="T13" fmla="*/ 3 h 11"/>
                      <a:gd name="T14" fmla="*/ 5 w 13"/>
                      <a:gd name="T15" fmla="*/ 4 h 11"/>
                      <a:gd name="T16" fmla="*/ 7 w 13"/>
                      <a:gd name="T17" fmla="*/ 5 h 11"/>
                      <a:gd name="T18" fmla="*/ 9 w 13"/>
                      <a:gd name="T19" fmla="*/ 6 h 11"/>
                      <a:gd name="T20" fmla="*/ 10 w 13"/>
                      <a:gd name="T21" fmla="*/ 7 h 11"/>
                      <a:gd name="T22" fmla="*/ 11 w 13"/>
                      <a:gd name="T23" fmla="*/ 9 h 11"/>
                      <a:gd name="T24" fmla="*/ 12 w 13"/>
                      <a:gd name="T25" fmla="*/ 10 h 11"/>
                      <a:gd name="T26" fmla="*/ 13 w 13"/>
                      <a:gd name="T27" fmla="*/ 11 h 1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1"/>
                      <a:gd name="T44" fmla="*/ 13 w 13"/>
                      <a:gd name="T45" fmla="*/ 11 h 1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1">
                        <a:moveTo>
                          <a:pt x="13" y="11"/>
                        </a:moveTo>
                        <a:lnTo>
                          <a:pt x="13" y="1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0" y="7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902" name="Group 1055"/>
                  <p:cNvGrpSpPr>
                    <a:grpSpLocks/>
                  </p:cNvGrpSpPr>
                  <p:nvPr/>
                </p:nvGrpSpPr>
                <p:grpSpPr bwMode="auto">
                  <a:xfrm>
                    <a:off x="2582" y="2625"/>
                    <a:ext cx="13" cy="11"/>
                    <a:chOff x="2582" y="2625"/>
                    <a:chExt cx="13" cy="11"/>
                  </a:xfrm>
                </p:grpSpPr>
                <p:sp>
                  <p:nvSpPr>
                    <p:cNvPr id="30919" name="Freeform 1056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20" name="Freeform 1057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0903" name="Freeform 1058"/>
                  <p:cNvSpPr>
                    <a:spLocks/>
                  </p:cNvSpPr>
                  <p:nvPr/>
                </p:nvSpPr>
                <p:spPr bwMode="auto">
                  <a:xfrm>
                    <a:off x="2592" y="2639"/>
                    <a:ext cx="29" cy="31"/>
                  </a:xfrm>
                  <a:custGeom>
                    <a:avLst/>
                    <a:gdLst>
                      <a:gd name="T0" fmla="*/ 25 w 29"/>
                      <a:gd name="T1" fmla="*/ 4 h 31"/>
                      <a:gd name="T2" fmla="*/ 26 w 29"/>
                      <a:gd name="T3" fmla="*/ 5 h 31"/>
                      <a:gd name="T4" fmla="*/ 28 w 29"/>
                      <a:gd name="T5" fmla="*/ 7 h 31"/>
                      <a:gd name="T6" fmla="*/ 28 w 29"/>
                      <a:gd name="T7" fmla="*/ 7 h 31"/>
                      <a:gd name="T8" fmla="*/ 29 w 29"/>
                      <a:gd name="T9" fmla="*/ 9 h 31"/>
                      <a:gd name="T10" fmla="*/ 29 w 29"/>
                      <a:gd name="T11" fmla="*/ 10 h 31"/>
                      <a:gd name="T12" fmla="*/ 29 w 29"/>
                      <a:gd name="T13" fmla="*/ 12 h 31"/>
                      <a:gd name="T14" fmla="*/ 29 w 29"/>
                      <a:gd name="T15" fmla="*/ 13 h 31"/>
                      <a:gd name="T16" fmla="*/ 29 w 29"/>
                      <a:gd name="T17" fmla="*/ 15 h 31"/>
                      <a:gd name="T18" fmla="*/ 29 w 29"/>
                      <a:gd name="T19" fmla="*/ 17 h 31"/>
                      <a:gd name="T20" fmla="*/ 29 w 29"/>
                      <a:gd name="T21" fmla="*/ 18 h 31"/>
                      <a:gd name="T22" fmla="*/ 28 w 29"/>
                      <a:gd name="T23" fmla="*/ 19 h 31"/>
                      <a:gd name="T24" fmla="*/ 26 w 29"/>
                      <a:gd name="T25" fmla="*/ 21 h 31"/>
                      <a:gd name="T26" fmla="*/ 25 w 29"/>
                      <a:gd name="T27" fmla="*/ 23 h 31"/>
                      <a:gd name="T28" fmla="*/ 24 w 29"/>
                      <a:gd name="T29" fmla="*/ 23 h 31"/>
                      <a:gd name="T30" fmla="*/ 23 w 29"/>
                      <a:gd name="T31" fmla="*/ 25 h 31"/>
                      <a:gd name="T32" fmla="*/ 23 w 29"/>
                      <a:gd name="T33" fmla="*/ 27 h 31"/>
                      <a:gd name="T34" fmla="*/ 21 w 29"/>
                      <a:gd name="T35" fmla="*/ 28 h 31"/>
                      <a:gd name="T36" fmla="*/ 19 w 29"/>
                      <a:gd name="T37" fmla="*/ 30 h 31"/>
                      <a:gd name="T38" fmla="*/ 19 w 29"/>
                      <a:gd name="T39" fmla="*/ 30 h 31"/>
                      <a:gd name="T40" fmla="*/ 16 w 29"/>
                      <a:gd name="T41" fmla="*/ 31 h 31"/>
                      <a:gd name="T42" fmla="*/ 15 w 29"/>
                      <a:gd name="T43" fmla="*/ 31 h 31"/>
                      <a:gd name="T44" fmla="*/ 14 w 29"/>
                      <a:gd name="T45" fmla="*/ 31 h 31"/>
                      <a:gd name="T46" fmla="*/ 13 w 29"/>
                      <a:gd name="T47" fmla="*/ 31 h 31"/>
                      <a:gd name="T48" fmla="*/ 11 w 29"/>
                      <a:gd name="T49" fmla="*/ 31 h 31"/>
                      <a:gd name="T50" fmla="*/ 9 w 29"/>
                      <a:gd name="T51" fmla="*/ 30 h 31"/>
                      <a:gd name="T52" fmla="*/ 8 w 29"/>
                      <a:gd name="T53" fmla="*/ 30 h 31"/>
                      <a:gd name="T54" fmla="*/ 7 w 29"/>
                      <a:gd name="T55" fmla="*/ 28 h 31"/>
                      <a:gd name="T56" fmla="*/ 6 w 29"/>
                      <a:gd name="T57" fmla="*/ 28 h 31"/>
                      <a:gd name="T58" fmla="*/ 6 w 29"/>
                      <a:gd name="T59" fmla="*/ 27 h 31"/>
                      <a:gd name="T60" fmla="*/ 3 w 29"/>
                      <a:gd name="T61" fmla="*/ 27 h 31"/>
                      <a:gd name="T62" fmla="*/ 3 w 29"/>
                      <a:gd name="T63" fmla="*/ 26 h 31"/>
                      <a:gd name="T64" fmla="*/ 2 w 29"/>
                      <a:gd name="T65" fmla="*/ 25 h 31"/>
                      <a:gd name="T66" fmla="*/ 2 w 29"/>
                      <a:gd name="T67" fmla="*/ 23 h 31"/>
                      <a:gd name="T68" fmla="*/ 1 w 29"/>
                      <a:gd name="T69" fmla="*/ 23 h 31"/>
                      <a:gd name="T70" fmla="*/ 1 w 29"/>
                      <a:gd name="T71" fmla="*/ 21 h 31"/>
                      <a:gd name="T72" fmla="*/ 0 w 29"/>
                      <a:gd name="T73" fmla="*/ 20 h 31"/>
                      <a:gd name="T74" fmla="*/ 0 w 29"/>
                      <a:gd name="T75" fmla="*/ 19 h 31"/>
                      <a:gd name="T76" fmla="*/ 0 w 29"/>
                      <a:gd name="T77" fmla="*/ 18 h 31"/>
                      <a:gd name="T78" fmla="*/ 0 w 29"/>
                      <a:gd name="T79" fmla="*/ 17 h 31"/>
                      <a:gd name="T80" fmla="*/ 0 w 29"/>
                      <a:gd name="T81" fmla="*/ 16 h 31"/>
                      <a:gd name="T82" fmla="*/ 1 w 29"/>
                      <a:gd name="T83" fmla="*/ 13 h 31"/>
                      <a:gd name="T84" fmla="*/ 1 w 29"/>
                      <a:gd name="T85" fmla="*/ 11 h 31"/>
                      <a:gd name="T86" fmla="*/ 2 w 29"/>
                      <a:gd name="T87" fmla="*/ 9 h 31"/>
                      <a:gd name="T88" fmla="*/ 3 w 29"/>
                      <a:gd name="T89" fmla="*/ 7 h 31"/>
                      <a:gd name="T90" fmla="*/ 4 w 29"/>
                      <a:gd name="T91" fmla="*/ 5 h 31"/>
                      <a:gd name="T92" fmla="*/ 6 w 29"/>
                      <a:gd name="T93" fmla="*/ 4 h 31"/>
                      <a:gd name="T94" fmla="*/ 7 w 29"/>
                      <a:gd name="T95" fmla="*/ 2 h 31"/>
                      <a:gd name="T96" fmla="*/ 9 w 29"/>
                      <a:gd name="T97" fmla="*/ 2 h 31"/>
                      <a:gd name="T98" fmla="*/ 11 w 29"/>
                      <a:gd name="T99" fmla="*/ 1 h 31"/>
                      <a:gd name="T100" fmla="*/ 14 w 29"/>
                      <a:gd name="T101" fmla="*/ 0 h 31"/>
                      <a:gd name="T102" fmla="*/ 15 w 29"/>
                      <a:gd name="T103" fmla="*/ 0 h 31"/>
                      <a:gd name="T104" fmla="*/ 16 w 29"/>
                      <a:gd name="T105" fmla="*/ 0 h 31"/>
                      <a:gd name="T106" fmla="*/ 17 w 29"/>
                      <a:gd name="T107" fmla="*/ 0 h 31"/>
                      <a:gd name="T108" fmla="*/ 19 w 29"/>
                      <a:gd name="T109" fmla="*/ 0 h 31"/>
                      <a:gd name="T110" fmla="*/ 19 w 29"/>
                      <a:gd name="T111" fmla="*/ 1 h 31"/>
                      <a:gd name="T112" fmla="*/ 22 w 29"/>
                      <a:gd name="T113" fmla="*/ 1 h 31"/>
                      <a:gd name="T114" fmla="*/ 23 w 29"/>
                      <a:gd name="T115" fmla="*/ 2 h 31"/>
                      <a:gd name="T116" fmla="*/ 24 w 29"/>
                      <a:gd name="T117" fmla="*/ 2 h 31"/>
                      <a:gd name="T118" fmla="*/ 25 w 29"/>
                      <a:gd name="T119" fmla="*/ 3 h 31"/>
                      <a:gd name="T120" fmla="*/ 25 w 29"/>
                      <a:gd name="T121" fmla="*/ 4 h 31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9"/>
                      <a:gd name="T184" fmla="*/ 0 h 31"/>
                      <a:gd name="T185" fmla="*/ 29 w 29"/>
                      <a:gd name="T186" fmla="*/ 31 h 31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9" h="31">
                        <a:moveTo>
                          <a:pt x="25" y="4"/>
                        </a:moveTo>
                        <a:lnTo>
                          <a:pt x="26" y="5"/>
                        </a:lnTo>
                        <a:lnTo>
                          <a:pt x="28" y="7"/>
                        </a:lnTo>
                        <a:lnTo>
                          <a:pt x="29" y="9"/>
                        </a:lnTo>
                        <a:lnTo>
                          <a:pt x="29" y="10"/>
                        </a:lnTo>
                        <a:lnTo>
                          <a:pt x="29" y="12"/>
                        </a:lnTo>
                        <a:lnTo>
                          <a:pt x="29" y="13"/>
                        </a:lnTo>
                        <a:lnTo>
                          <a:pt x="29" y="15"/>
                        </a:lnTo>
                        <a:lnTo>
                          <a:pt x="29" y="17"/>
                        </a:lnTo>
                        <a:lnTo>
                          <a:pt x="29" y="18"/>
                        </a:lnTo>
                        <a:lnTo>
                          <a:pt x="28" y="19"/>
                        </a:lnTo>
                        <a:lnTo>
                          <a:pt x="26" y="21"/>
                        </a:lnTo>
                        <a:lnTo>
                          <a:pt x="25" y="23"/>
                        </a:lnTo>
                        <a:lnTo>
                          <a:pt x="24" y="23"/>
                        </a:lnTo>
                        <a:lnTo>
                          <a:pt x="23" y="25"/>
                        </a:lnTo>
                        <a:lnTo>
                          <a:pt x="23" y="27"/>
                        </a:lnTo>
                        <a:lnTo>
                          <a:pt x="21" y="28"/>
                        </a:lnTo>
                        <a:lnTo>
                          <a:pt x="19" y="30"/>
                        </a:lnTo>
                        <a:lnTo>
                          <a:pt x="16" y="31"/>
                        </a:lnTo>
                        <a:lnTo>
                          <a:pt x="15" y="31"/>
                        </a:lnTo>
                        <a:lnTo>
                          <a:pt x="14" y="31"/>
                        </a:lnTo>
                        <a:lnTo>
                          <a:pt x="13" y="31"/>
                        </a:lnTo>
                        <a:lnTo>
                          <a:pt x="11" y="31"/>
                        </a:lnTo>
                        <a:lnTo>
                          <a:pt x="9" y="30"/>
                        </a:lnTo>
                        <a:lnTo>
                          <a:pt x="8" y="30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6" y="27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1" y="23"/>
                        </a:lnTo>
                        <a:lnTo>
                          <a:pt x="1" y="21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9"/>
                        </a:lnTo>
                        <a:lnTo>
                          <a:pt x="3" y="7"/>
                        </a:lnTo>
                        <a:lnTo>
                          <a:pt x="4" y="5"/>
                        </a:lnTo>
                        <a:lnTo>
                          <a:pt x="6" y="4"/>
                        </a:lnTo>
                        <a:lnTo>
                          <a:pt x="7" y="2"/>
                        </a:lnTo>
                        <a:lnTo>
                          <a:pt x="9" y="2"/>
                        </a:lnTo>
                        <a:lnTo>
                          <a:pt x="11" y="1"/>
                        </a:lnTo>
                        <a:lnTo>
                          <a:pt x="14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9" y="1"/>
                        </a:lnTo>
                        <a:lnTo>
                          <a:pt x="22" y="1"/>
                        </a:lnTo>
                        <a:lnTo>
                          <a:pt x="23" y="2"/>
                        </a:lnTo>
                        <a:lnTo>
                          <a:pt x="24" y="2"/>
                        </a:lnTo>
                        <a:lnTo>
                          <a:pt x="25" y="3"/>
                        </a:lnTo>
                        <a:lnTo>
                          <a:pt x="25" y="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904" name="Group 1059"/>
                  <p:cNvGrpSpPr>
                    <a:grpSpLocks/>
                  </p:cNvGrpSpPr>
                  <p:nvPr/>
                </p:nvGrpSpPr>
                <p:grpSpPr bwMode="auto">
                  <a:xfrm>
                    <a:off x="2592" y="2639"/>
                    <a:ext cx="29" cy="31"/>
                    <a:chOff x="2592" y="2639"/>
                    <a:chExt cx="29" cy="31"/>
                  </a:xfrm>
                </p:grpSpPr>
                <p:sp>
                  <p:nvSpPr>
                    <p:cNvPr id="30917" name="Freeform 1060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18" name="Freeform 1061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0905" name="Freeform 1062"/>
                  <p:cNvSpPr>
                    <a:spLocks/>
                  </p:cNvSpPr>
                  <p:nvPr/>
                </p:nvSpPr>
                <p:spPr bwMode="auto">
                  <a:xfrm>
                    <a:off x="2603" y="2643"/>
                    <a:ext cx="13" cy="12"/>
                  </a:xfrm>
                  <a:custGeom>
                    <a:avLst/>
                    <a:gdLst>
                      <a:gd name="T0" fmla="*/ 13 w 13"/>
                      <a:gd name="T1" fmla="*/ 11 h 12"/>
                      <a:gd name="T2" fmla="*/ 13 w 13"/>
                      <a:gd name="T3" fmla="*/ 12 h 12"/>
                      <a:gd name="T4" fmla="*/ 0 w 13"/>
                      <a:gd name="T5" fmla="*/ 1 h 12"/>
                      <a:gd name="T6" fmla="*/ 0 w 13"/>
                      <a:gd name="T7" fmla="*/ 0 h 12"/>
                      <a:gd name="T8" fmla="*/ 2 w 13"/>
                      <a:gd name="T9" fmla="*/ 1 h 12"/>
                      <a:gd name="T10" fmla="*/ 4 w 13"/>
                      <a:gd name="T11" fmla="*/ 2 h 12"/>
                      <a:gd name="T12" fmla="*/ 5 w 13"/>
                      <a:gd name="T13" fmla="*/ 3 h 12"/>
                      <a:gd name="T14" fmla="*/ 6 w 13"/>
                      <a:gd name="T15" fmla="*/ 3 h 12"/>
                      <a:gd name="T16" fmla="*/ 8 w 13"/>
                      <a:gd name="T17" fmla="*/ 4 h 12"/>
                      <a:gd name="T18" fmla="*/ 8 w 13"/>
                      <a:gd name="T19" fmla="*/ 6 h 12"/>
                      <a:gd name="T20" fmla="*/ 10 w 13"/>
                      <a:gd name="T21" fmla="*/ 7 h 12"/>
                      <a:gd name="T22" fmla="*/ 11 w 13"/>
                      <a:gd name="T23" fmla="*/ 8 h 12"/>
                      <a:gd name="T24" fmla="*/ 12 w 13"/>
                      <a:gd name="T25" fmla="*/ 9 h 12"/>
                      <a:gd name="T26" fmla="*/ 13 w 13"/>
                      <a:gd name="T27" fmla="*/ 12 h 12"/>
                      <a:gd name="T28" fmla="*/ 13 w 13"/>
                      <a:gd name="T29" fmla="*/ 11 h 1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3"/>
                      <a:gd name="T46" fmla="*/ 0 h 12"/>
                      <a:gd name="T47" fmla="*/ 13 w 13"/>
                      <a:gd name="T48" fmla="*/ 12 h 1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3" h="12">
                        <a:moveTo>
                          <a:pt x="13" y="11"/>
                        </a:moveTo>
                        <a:lnTo>
                          <a:pt x="13" y="1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8" y="6"/>
                        </a:lnTo>
                        <a:lnTo>
                          <a:pt x="10" y="7"/>
                        </a:lnTo>
                        <a:lnTo>
                          <a:pt x="11" y="8"/>
                        </a:lnTo>
                        <a:lnTo>
                          <a:pt x="12" y="9"/>
                        </a:lnTo>
                        <a:lnTo>
                          <a:pt x="13" y="12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906" name="Group 1063"/>
                  <p:cNvGrpSpPr>
                    <a:grpSpLocks/>
                  </p:cNvGrpSpPr>
                  <p:nvPr/>
                </p:nvGrpSpPr>
                <p:grpSpPr bwMode="auto">
                  <a:xfrm>
                    <a:off x="2603" y="2643"/>
                    <a:ext cx="13" cy="12"/>
                    <a:chOff x="2603" y="2643"/>
                    <a:chExt cx="13" cy="12"/>
                  </a:xfrm>
                </p:grpSpPr>
                <p:sp>
                  <p:nvSpPr>
                    <p:cNvPr id="30915" name="Freeform 1064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13 w 13"/>
                        <a:gd name="T29" fmla="*/ 11 h 12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13"/>
                        <a:gd name="T46" fmla="*/ 0 h 12"/>
                        <a:gd name="T47" fmla="*/ 13 w 13"/>
                        <a:gd name="T48" fmla="*/ 12 h 12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16" name="Freeform 1065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2"/>
                        <a:gd name="T44" fmla="*/ 13 w 13"/>
                        <a:gd name="T45" fmla="*/ 12 h 12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0907" name="Freeform 1066"/>
                  <p:cNvSpPr>
                    <a:spLocks/>
                  </p:cNvSpPr>
                  <p:nvPr/>
                </p:nvSpPr>
                <p:spPr bwMode="auto">
                  <a:xfrm>
                    <a:off x="2616" y="2658"/>
                    <a:ext cx="26" cy="29"/>
                  </a:xfrm>
                  <a:custGeom>
                    <a:avLst/>
                    <a:gdLst>
                      <a:gd name="T0" fmla="*/ 22 w 26"/>
                      <a:gd name="T1" fmla="*/ 2 h 29"/>
                      <a:gd name="T2" fmla="*/ 22 w 26"/>
                      <a:gd name="T3" fmla="*/ 3 h 29"/>
                      <a:gd name="T4" fmla="*/ 23 w 26"/>
                      <a:gd name="T5" fmla="*/ 4 h 29"/>
                      <a:gd name="T6" fmla="*/ 24 w 26"/>
                      <a:gd name="T7" fmla="*/ 5 h 29"/>
                      <a:gd name="T8" fmla="*/ 24 w 26"/>
                      <a:gd name="T9" fmla="*/ 7 h 29"/>
                      <a:gd name="T10" fmla="*/ 25 w 26"/>
                      <a:gd name="T11" fmla="*/ 7 h 29"/>
                      <a:gd name="T12" fmla="*/ 25 w 26"/>
                      <a:gd name="T13" fmla="*/ 9 h 29"/>
                      <a:gd name="T14" fmla="*/ 26 w 26"/>
                      <a:gd name="T15" fmla="*/ 9 h 29"/>
                      <a:gd name="T16" fmla="*/ 26 w 26"/>
                      <a:gd name="T17" fmla="*/ 12 h 29"/>
                      <a:gd name="T18" fmla="*/ 26 w 26"/>
                      <a:gd name="T19" fmla="*/ 13 h 29"/>
                      <a:gd name="T20" fmla="*/ 26 w 26"/>
                      <a:gd name="T21" fmla="*/ 15 h 29"/>
                      <a:gd name="T22" fmla="*/ 26 w 26"/>
                      <a:gd name="T23" fmla="*/ 16 h 29"/>
                      <a:gd name="T24" fmla="*/ 26 w 26"/>
                      <a:gd name="T25" fmla="*/ 18 h 29"/>
                      <a:gd name="T26" fmla="*/ 25 w 26"/>
                      <a:gd name="T27" fmla="*/ 19 h 29"/>
                      <a:gd name="T28" fmla="*/ 24 w 26"/>
                      <a:gd name="T29" fmla="*/ 21 h 29"/>
                      <a:gd name="T30" fmla="*/ 24 w 26"/>
                      <a:gd name="T31" fmla="*/ 22 h 29"/>
                      <a:gd name="T32" fmla="*/ 23 w 26"/>
                      <a:gd name="T33" fmla="*/ 23 h 29"/>
                      <a:gd name="T34" fmla="*/ 22 w 26"/>
                      <a:gd name="T35" fmla="*/ 25 h 29"/>
                      <a:gd name="T36" fmla="*/ 21 w 26"/>
                      <a:gd name="T37" fmla="*/ 27 h 29"/>
                      <a:gd name="T38" fmla="*/ 18 w 26"/>
                      <a:gd name="T39" fmla="*/ 28 h 29"/>
                      <a:gd name="T40" fmla="*/ 17 w 26"/>
                      <a:gd name="T41" fmla="*/ 29 h 29"/>
                      <a:gd name="T42" fmla="*/ 16 w 26"/>
                      <a:gd name="T43" fmla="*/ 29 h 29"/>
                      <a:gd name="T44" fmla="*/ 14 w 26"/>
                      <a:gd name="T45" fmla="*/ 29 h 29"/>
                      <a:gd name="T46" fmla="*/ 14 w 26"/>
                      <a:gd name="T47" fmla="*/ 29 h 29"/>
                      <a:gd name="T48" fmla="*/ 12 w 26"/>
                      <a:gd name="T49" fmla="*/ 29 h 29"/>
                      <a:gd name="T50" fmla="*/ 11 w 26"/>
                      <a:gd name="T51" fmla="*/ 29 h 29"/>
                      <a:gd name="T52" fmla="*/ 10 w 26"/>
                      <a:gd name="T53" fmla="*/ 29 h 29"/>
                      <a:gd name="T54" fmla="*/ 9 w 26"/>
                      <a:gd name="T55" fmla="*/ 29 h 29"/>
                      <a:gd name="T56" fmla="*/ 7 w 26"/>
                      <a:gd name="T57" fmla="*/ 28 h 29"/>
                      <a:gd name="T58" fmla="*/ 6 w 26"/>
                      <a:gd name="T59" fmla="*/ 28 h 29"/>
                      <a:gd name="T60" fmla="*/ 5 w 26"/>
                      <a:gd name="T61" fmla="*/ 27 h 29"/>
                      <a:gd name="T62" fmla="*/ 4 w 26"/>
                      <a:gd name="T63" fmla="*/ 25 h 29"/>
                      <a:gd name="T64" fmla="*/ 2 w 26"/>
                      <a:gd name="T65" fmla="*/ 23 h 29"/>
                      <a:gd name="T66" fmla="*/ 1 w 26"/>
                      <a:gd name="T67" fmla="*/ 21 h 29"/>
                      <a:gd name="T68" fmla="*/ 1 w 26"/>
                      <a:gd name="T69" fmla="*/ 20 h 29"/>
                      <a:gd name="T70" fmla="*/ 0 w 26"/>
                      <a:gd name="T71" fmla="*/ 18 h 29"/>
                      <a:gd name="T72" fmla="*/ 0 w 26"/>
                      <a:gd name="T73" fmla="*/ 17 h 29"/>
                      <a:gd name="T74" fmla="*/ 0 w 26"/>
                      <a:gd name="T75" fmla="*/ 15 h 29"/>
                      <a:gd name="T76" fmla="*/ 0 w 26"/>
                      <a:gd name="T77" fmla="*/ 14 h 29"/>
                      <a:gd name="T78" fmla="*/ 0 w 26"/>
                      <a:gd name="T79" fmla="*/ 12 h 29"/>
                      <a:gd name="T80" fmla="*/ 0 w 26"/>
                      <a:gd name="T81" fmla="*/ 9 h 29"/>
                      <a:gd name="T82" fmla="*/ 1 w 26"/>
                      <a:gd name="T83" fmla="*/ 7 h 29"/>
                      <a:gd name="T84" fmla="*/ 2 w 26"/>
                      <a:gd name="T85" fmla="*/ 7 h 29"/>
                      <a:gd name="T86" fmla="*/ 2 w 26"/>
                      <a:gd name="T87" fmla="*/ 5 h 29"/>
                      <a:gd name="T88" fmla="*/ 4 w 26"/>
                      <a:gd name="T89" fmla="*/ 4 h 29"/>
                      <a:gd name="T90" fmla="*/ 5 w 26"/>
                      <a:gd name="T91" fmla="*/ 3 h 29"/>
                      <a:gd name="T92" fmla="*/ 6 w 26"/>
                      <a:gd name="T93" fmla="*/ 3 h 29"/>
                      <a:gd name="T94" fmla="*/ 7 w 26"/>
                      <a:gd name="T95" fmla="*/ 2 h 29"/>
                      <a:gd name="T96" fmla="*/ 8 w 26"/>
                      <a:gd name="T97" fmla="*/ 1 h 29"/>
                      <a:gd name="T98" fmla="*/ 9 w 26"/>
                      <a:gd name="T99" fmla="*/ 1 h 29"/>
                      <a:gd name="T100" fmla="*/ 10 w 26"/>
                      <a:gd name="T101" fmla="*/ 0 h 29"/>
                      <a:gd name="T102" fmla="*/ 11 w 26"/>
                      <a:gd name="T103" fmla="*/ 0 h 29"/>
                      <a:gd name="T104" fmla="*/ 12 w 26"/>
                      <a:gd name="T105" fmla="*/ 0 h 29"/>
                      <a:gd name="T106" fmla="*/ 14 w 26"/>
                      <a:gd name="T107" fmla="*/ 0 h 29"/>
                      <a:gd name="T108" fmla="*/ 14 w 26"/>
                      <a:gd name="T109" fmla="*/ 0 h 29"/>
                      <a:gd name="T110" fmla="*/ 16 w 26"/>
                      <a:gd name="T111" fmla="*/ 0 h 29"/>
                      <a:gd name="T112" fmla="*/ 17 w 26"/>
                      <a:gd name="T113" fmla="*/ 1 h 29"/>
                      <a:gd name="T114" fmla="*/ 18 w 26"/>
                      <a:gd name="T115" fmla="*/ 1 h 29"/>
                      <a:gd name="T116" fmla="*/ 20 w 26"/>
                      <a:gd name="T117" fmla="*/ 1 h 29"/>
                      <a:gd name="T118" fmla="*/ 21 w 26"/>
                      <a:gd name="T119" fmla="*/ 2 h 29"/>
                      <a:gd name="T120" fmla="*/ 22 w 26"/>
                      <a:gd name="T121" fmla="*/ 2 h 2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6"/>
                      <a:gd name="T184" fmla="*/ 0 h 29"/>
                      <a:gd name="T185" fmla="*/ 26 w 26"/>
                      <a:gd name="T186" fmla="*/ 29 h 2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6" h="29">
                        <a:moveTo>
                          <a:pt x="22" y="2"/>
                        </a:moveTo>
                        <a:lnTo>
                          <a:pt x="22" y="3"/>
                        </a:lnTo>
                        <a:lnTo>
                          <a:pt x="23" y="4"/>
                        </a:lnTo>
                        <a:lnTo>
                          <a:pt x="24" y="5"/>
                        </a:lnTo>
                        <a:lnTo>
                          <a:pt x="24" y="7"/>
                        </a:lnTo>
                        <a:lnTo>
                          <a:pt x="25" y="7"/>
                        </a:lnTo>
                        <a:lnTo>
                          <a:pt x="25" y="9"/>
                        </a:lnTo>
                        <a:lnTo>
                          <a:pt x="26" y="9"/>
                        </a:lnTo>
                        <a:lnTo>
                          <a:pt x="26" y="12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6"/>
                        </a:lnTo>
                        <a:lnTo>
                          <a:pt x="26" y="18"/>
                        </a:lnTo>
                        <a:lnTo>
                          <a:pt x="25" y="19"/>
                        </a:lnTo>
                        <a:lnTo>
                          <a:pt x="24" y="21"/>
                        </a:lnTo>
                        <a:lnTo>
                          <a:pt x="24" y="22"/>
                        </a:lnTo>
                        <a:lnTo>
                          <a:pt x="23" y="23"/>
                        </a:lnTo>
                        <a:lnTo>
                          <a:pt x="22" y="25"/>
                        </a:lnTo>
                        <a:lnTo>
                          <a:pt x="21" y="27"/>
                        </a:lnTo>
                        <a:lnTo>
                          <a:pt x="18" y="28"/>
                        </a:lnTo>
                        <a:lnTo>
                          <a:pt x="17" y="29"/>
                        </a:lnTo>
                        <a:lnTo>
                          <a:pt x="16" y="29"/>
                        </a:lnTo>
                        <a:lnTo>
                          <a:pt x="14" y="29"/>
                        </a:lnTo>
                        <a:lnTo>
                          <a:pt x="12" y="29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9" y="29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5" y="27"/>
                        </a:lnTo>
                        <a:lnTo>
                          <a:pt x="4" y="25"/>
                        </a:lnTo>
                        <a:lnTo>
                          <a:pt x="2" y="23"/>
                        </a:lnTo>
                        <a:lnTo>
                          <a:pt x="1" y="21"/>
                        </a:lnTo>
                        <a:lnTo>
                          <a:pt x="1" y="20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9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5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2"/>
                        </a:lnTo>
                        <a:lnTo>
                          <a:pt x="8" y="1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20" y="1"/>
                        </a:lnTo>
                        <a:lnTo>
                          <a:pt x="21" y="2"/>
                        </a:lnTo>
                        <a:lnTo>
                          <a:pt x="22" y="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908" name="Group 1067"/>
                  <p:cNvGrpSpPr>
                    <a:grpSpLocks/>
                  </p:cNvGrpSpPr>
                  <p:nvPr/>
                </p:nvGrpSpPr>
                <p:grpSpPr bwMode="auto">
                  <a:xfrm>
                    <a:off x="2616" y="2658"/>
                    <a:ext cx="26" cy="29"/>
                    <a:chOff x="2616" y="2658"/>
                    <a:chExt cx="26" cy="29"/>
                  </a:xfrm>
                </p:grpSpPr>
                <p:sp>
                  <p:nvSpPr>
                    <p:cNvPr id="30913" name="Freeform 1068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14" name="Freeform 1069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0909" name="Freeform 1070"/>
                  <p:cNvSpPr>
                    <a:spLocks/>
                  </p:cNvSpPr>
                  <p:nvPr/>
                </p:nvSpPr>
                <p:spPr bwMode="auto">
                  <a:xfrm>
                    <a:off x="2625" y="2662"/>
                    <a:ext cx="14" cy="12"/>
                  </a:xfrm>
                  <a:custGeom>
                    <a:avLst/>
                    <a:gdLst>
                      <a:gd name="T0" fmla="*/ 14 w 14"/>
                      <a:gd name="T1" fmla="*/ 12 h 12"/>
                      <a:gd name="T2" fmla="*/ 13 w 14"/>
                      <a:gd name="T3" fmla="*/ 12 h 12"/>
                      <a:gd name="T4" fmla="*/ 12 w 14"/>
                      <a:gd name="T5" fmla="*/ 11 h 12"/>
                      <a:gd name="T6" fmla="*/ 9 w 14"/>
                      <a:gd name="T7" fmla="*/ 10 h 12"/>
                      <a:gd name="T8" fmla="*/ 8 w 14"/>
                      <a:gd name="T9" fmla="*/ 9 h 12"/>
                      <a:gd name="T10" fmla="*/ 6 w 14"/>
                      <a:gd name="T11" fmla="*/ 8 h 12"/>
                      <a:gd name="T12" fmla="*/ 5 w 14"/>
                      <a:gd name="T13" fmla="*/ 5 h 12"/>
                      <a:gd name="T14" fmla="*/ 4 w 14"/>
                      <a:gd name="T15" fmla="*/ 4 h 12"/>
                      <a:gd name="T16" fmla="*/ 2 w 14"/>
                      <a:gd name="T17" fmla="*/ 3 h 12"/>
                      <a:gd name="T18" fmla="*/ 1 w 14"/>
                      <a:gd name="T19" fmla="*/ 2 h 12"/>
                      <a:gd name="T20" fmla="*/ 0 w 14"/>
                      <a:gd name="T21" fmla="*/ 1 h 12"/>
                      <a:gd name="T22" fmla="*/ 0 w 14"/>
                      <a:gd name="T23" fmla="*/ 0 h 12"/>
                      <a:gd name="T24" fmla="*/ 2 w 14"/>
                      <a:gd name="T25" fmla="*/ 1 h 12"/>
                      <a:gd name="T26" fmla="*/ 3 w 14"/>
                      <a:gd name="T27" fmla="*/ 2 h 12"/>
                      <a:gd name="T28" fmla="*/ 4 w 14"/>
                      <a:gd name="T29" fmla="*/ 3 h 12"/>
                      <a:gd name="T30" fmla="*/ 5 w 14"/>
                      <a:gd name="T31" fmla="*/ 4 h 12"/>
                      <a:gd name="T32" fmla="*/ 8 w 14"/>
                      <a:gd name="T33" fmla="*/ 5 h 12"/>
                      <a:gd name="T34" fmla="*/ 9 w 14"/>
                      <a:gd name="T35" fmla="*/ 8 h 12"/>
                      <a:gd name="T36" fmla="*/ 11 w 14"/>
                      <a:gd name="T37" fmla="*/ 9 h 12"/>
                      <a:gd name="T38" fmla="*/ 12 w 14"/>
                      <a:gd name="T39" fmla="*/ 10 h 12"/>
                      <a:gd name="T40" fmla="*/ 13 w 14"/>
                      <a:gd name="T41" fmla="*/ 11 h 12"/>
                      <a:gd name="T42" fmla="*/ 14 w 14"/>
                      <a:gd name="T43" fmla="*/ 12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4"/>
                      <a:gd name="T67" fmla="*/ 0 h 12"/>
                      <a:gd name="T68" fmla="*/ 14 w 14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4" h="12">
                        <a:moveTo>
                          <a:pt x="14" y="12"/>
                        </a:moveTo>
                        <a:lnTo>
                          <a:pt x="13" y="12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5"/>
                        </a:lnTo>
                        <a:lnTo>
                          <a:pt x="4" y="4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8" y="5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0910" name="Group 1071"/>
                  <p:cNvGrpSpPr>
                    <a:grpSpLocks/>
                  </p:cNvGrpSpPr>
                  <p:nvPr/>
                </p:nvGrpSpPr>
                <p:grpSpPr bwMode="auto">
                  <a:xfrm>
                    <a:off x="2625" y="2662"/>
                    <a:ext cx="14" cy="12"/>
                    <a:chOff x="2625" y="2662"/>
                    <a:chExt cx="14" cy="12"/>
                  </a:xfrm>
                </p:grpSpPr>
                <p:sp>
                  <p:nvSpPr>
                    <p:cNvPr id="30911" name="Freeform 1072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12" name="Freeform 1073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30834" name="Rectangle 1074"/>
            <p:cNvSpPr>
              <a:spLocks noChangeArrowheads="1"/>
            </p:cNvSpPr>
            <p:nvPr/>
          </p:nvSpPr>
          <p:spPr bwMode="auto">
            <a:xfrm>
              <a:off x="2199" y="3488"/>
              <a:ext cx="1720" cy="643"/>
            </a:xfrm>
            <a:prstGeom prst="rect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0835" name="Group 1075"/>
            <p:cNvGrpSpPr>
              <a:grpSpLocks/>
            </p:cNvGrpSpPr>
            <p:nvPr/>
          </p:nvGrpSpPr>
          <p:grpSpPr bwMode="auto">
            <a:xfrm>
              <a:off x="2329" y="3692"/>
              <a:ext cx="301" cy="274"/>
              <a:chOff x="1983" y="3136"/>
              <a:chExt cx="306" cy="300"/>
            </a:xfrm>
          </p:grpSpPr>
          <p:sp>
            <p:nvSpPr>
              <p:cNvPr id="30861" name="Freeform 1076"/>
              <p:cNvSpPr>
                <a:spLocks/>
              </p:cNvSpPr>
              <p:nvPr/>
            </p:nvSpPr>
            <p:spPr bwMode="auto">
              <a:xfrm>
                <a:off x="1983" y="3136"/>
                <a:ext cx="300" cy="300"/>
              </a:xfrm>
              <a:custGeom>
                <a:avLst/>
                <a:gdLst>
                  <a:gd name="T0" fmla="*/ 171 w 300"/>
                  <a:gd name="T1" fmla="*/ 298 h 300"/>
                  <a:gd name="T2" fmla="*/ 199 w 300"/>
                  <a:gd name="T3" fmla="*/ 292 h 300"/>
                  <a:gd name="T4" fmla="*/ 225 w 300"/>
                  <a:gd name="T5" fmla="*/ 280 h 300"/>
                  <a:gd name="T6" fmla="*/ 249 w 300"/>
                  <a:gd name="T7" fmla="*/ 264 h 300"/>
                  <a:gd name="T8" fmla="*/ 268 w 300"/>
                  <a:gd name="T9" fmla="*/ 243 h 300"/>
                  <a:gd name="T10" fmla="*/ 283 w 300"/>
                  <a:gd name="T11" fmla="*/ 219 h 300"/>
                  <a:gd name="T12" fmla="*/ 293 w 300"/>
                  <a:gd name="T13" fmla="*/ 192 h 300"/>
                  <a:gd name="T14" fmla="*/ 299 w 300"/>
                  <a:gd name="T15" fmla="*/ 163 h 300"/>
                  <a:gd name="T16" fmla="*/ 299 w 300"/>
                  <a:gd name="T17" fmla="*/ 133 h 300"/>
                  <a:gd name="T18" fmla="*/ 293 w 300"/>
                  <a:gd name="T19" fmla="*/ 104 h 300"/>
                  <a:gd name="T20" fmla="*/ 282 w 300"/>
                  <a:gd name="T21" fmla="*/ 77 h 300"/>
                  <a:gd name="T22" fmla="*/ 266 w 300"/>
                  <a:gd name="T23" fmla="*/ 54 h 300"/>
                  <a:gd name="T24" fmla="*/ 245 w 300"/>
                  <a:gd name="T25" fmla="*/ 35 h 300"/>
                  <a:gd name="T26" fmla="*/ 222 w 300"/>
                  <a:gd name="T27" fmla="*/ 19 h 300"/>
                  <a:gd name="T28" fmla="*/ 195 w 300"/>
                  <a:gd name="T29" fmla="*/ 7 h 300"/>
                  <a:gd name="T30" fmla="*/ 166 w 300"/>
                  <a:gd name="T31" fmla="*/ 1 h 300"/>
                  <a:gd name="T32" fmla="*/ 136 w 300"/>
                  <a:gd name="T33" fmla="*/ 1 h 300"/>
                  <a:gd name="T34" fmla="*/ 108 w 300"/>
                  <a:gd name="T35" fmla="*/ 6 h 300"/>
                  <a:gd name="T36" fmla="*/ 81 w 300"/>
                  <a:gd name="T37" fmla="*/ 16 h 300"/>
                  <a:gd name="T38" fmla="*/ 56 w 300"/>
                  <a:gd name="T39" fmla="*/ 30 h 300"/>
                  <a:gd name="T40" fmla="*/ 36 w 300"/>
                  <a:gd name="T41" fmla="*/ 50 h 300"/>
                  <a:gd name="T42" fmla="*/ 19 w 300"/>
                  <a:gd name="T43" fmla="*/ 73 h 300"/>
                  <a:gd name="T44" fmla="*/ 7 w 300"/>
                  <a:gd name="T45" fmla="*/ 101 h 300"/>
                  <a:gd name="T46" fmla="*/ 1 w 300"/>
                  <a:gd name="T47" fmla="*/ 131 h 300"/>
                  <a:gd name="T48" fmla="*/ 1 w 300"/>
                  <a:gd name="T49" fmla="*/ 164 h 300"/>
                  <a:gd name="T50" fmla="*/ 7 w 300"/>
                  <a:gd name="T51" fmla="*/ 195 h 300"/>
                  <a:gd name="T52" fmla="*/ 19 w 300"/>
                  <a:gd name="T53" fmla="*/ 223 h 300"/>
                  <a:gd name="T54" fmla="*/ 36 w 300"/>
                  <a:gd name="T55" fmla="*/ 246 h 300"/>
                  <a:gd name="T56" fmla="*/ 58 w 300"/>
                  <a:gd name="T57" fmla="*/ 266 h 300"/>
                  <a:gd name="T58" fmla="*/ 83 w 300"/>
                  <a:gd name="T59" fmla="*/ 282 h 300"/>
                  <a:gd name="T60" fmla="*/ 111 w 300"/>
                  <a:gd name="T61" fmla="*/ 293 h 300"/>
                  <a:gd name="T62" fmla="*/ 141 w 300"/>
                  <a:gd name="T63" fmla="*/ 298 h 3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0"/>
                  <a:gd name="T97" fmla="*/ 0 h 300"/>
                  <a:gd name="T98" fmla="*/ 300 w 300"/>
                  <a:gd name="T99" fmla="*/ 300 h 3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0" h="300">
                    <a:moveTo>
                      <a:pt x="156" y="300"/>
                    </a:moveTo>
                    <a:lnTo>
                      <a:pt x="171" y="298"/>
                    </a:lnTo>
                    <a:lnTo>
                      <a:pt x="186" y="296"/>
                    </a:lnTo>
                    <a:lnTo>
                      <a:pt x="199" y="292"/>
                    </a:lnTo>
                    <a:lnTo>
                      <a:pt x="213" y="288"/>
                    </a:lnTo>
                    <a:lnTo>
                      <a:pt x="225" y="280"/>
                    </a:lnTo>
                    <a:lnTo>
                      <a:pt x="237" y="273"/>
                    </a:lnTo>
                    <a:lnTo>
                      <a:pt x="249" y="264"/>
                    </a:lnTo>
                    <a:lnTo>
                      <a:pt x="258" y="254"/>
                    </a:lnTo>
                    <a:lnTo>
                      <a:pt x="268" y="243"/>
                    </a:lnTo>
                    <a:lnTo>
                      <a:pt x="276" y="231"/>
                    </a:lnTo>
                    <a:lnTo>
                      <a:pt x="283" y="219"/>
                    </a:lnTo>
                    <a:lnTo>
                      <a:pt x="289" y="206"/>
                    </a:lnTo>
                    <a:lnTo>
                      <a:pt x="293" y="192"/>
                    </a:lnTo>
                    <a:lnTo>
                      <a:pt x="297" y="178"/>
                    </a:lnTo>
                    <a:lnTo>
                      <a:pt x="299" y="163"/>
                    </a:lnTo>
                    <a:lnTo>
                      <a:pt x="300" y="148"/>
                    </a:lnTo>
                    <a:lnTo>
                      <a:pt x="299" y="133"/>
                    </a:lnTo>
                    <a:lnTo>
                      <a:pt x="297" y="118"/>
                    </a:lnTo>
                    <a:lnTo>
                      <a:pt x="293" y="104"/>
                    </a:lnTo>
                    <a:lnTo>
                      <a:pt x="288" y="90"/>
                    </a:lnTo>
                    <a:lnTo>
                      <a:pt x="282" y="77"/>
                    </a:lnTo>
                    <a:lnTo>
                      <a:pt x="274" y="66"/>
                    </a:lnTo>
                    <a:lnTo>
                      <a:pt x="266" y="54"/>
                    </a:lnTo>
                    <a:lnTo>
                      <a:pt x="256" y="43"/>
                    </a:lnTo>
                    <a:lnTo>
                      <a:pt x="245" y="35"/>
                    </a:lnTo>
                    <a:lnTo>
                      <a:pt x="235" y="25"/>
                    </a:lnTo>
                    <a:lnTo>
                      <a:pt x="222" y="19"/>
                    </a:lnTo>
                    <a:lnTo>
                      <a:pt x="209" y="12"/>
                    </a:lnTo>
                    <a:lnTo>
                      <a:pt x="195" y="7"/>
                    </a:lnTo>
                    <a:lnTo>
                      <a:pt x="181" y="4"/>
                    </a:lnTo>
                    <a:lnTo>
                      <a:pt x="166" y="1"/>
                    </a:lnTo>
                    <a:lnTo>
                      <a:pt x="151" y="0"/>
                    </a:lnTo>
                    <a:lnTo>
                      <a:pt x="136" y="1"/>
                    </a:lnTo>
                    <a:lnTo>
                      <a:pt x="121" y="3"/>
                    </a:lnTo>
                    <a:lnTo>
                      <a:pt x="108" y="6"/>
                    </a:lnTo>
                    <a:lnTo>
                      <a:pt x="94" y="10"/>
                    </a:lnTo>
                    <a:lnTo>
                      <a:pt x="81" y="16"/>
                    </a:lnTo>
                    <a:lnTo>
                      <a:pt x="68" y="23"/>
                    </a:lnTo>
                    <a:lnTo>
                      <a:pt x="56" y="30"/>
                    </a:lnTo>
                    <a:lnTo>
                      <a:pt x="46" y="40"/>
                    </a:lnTo>
                    <a:lnTo>
                      <a:pt x="36" y="50"/>
                    </a:lnTo>
                    <a:lnTo>
                      <a:pt x="26" y="61"/>
                    </a:lnTo>
                    <a:lnTo>
                      <a:pt x="19" y="73"/>
                    </a:lnTo>
                    <a:lnTo>
                      <a:pt x="12" y="86"/>
                    </a:lnTo>
                    <a:lnTo>
                      <a:pt x="7" y="101"/>
                    </a:lnTo>
                    <a:lnTo>
                      <a:pt x="3" y="116"/>
                    </a:lnTo>
                    <a:lnTo>
                      <a:pt x="1" y="131"/>
                    </a:lnTo>
                    <a:lnTo>
                      <a:pt x="0" y="148"/>
                    </a:lnTo>
                    <a:lnTo>
                      <a:pt x="1" y="164"/>
                    </a:lnTo>
                    <a:lnTo>
                      <a:pt x="3" y="180"/>
                    </a:lnTo>
                    <a:lnTo>
                      <a:pt x="7" y="195"/>
                    </a:lnTo>
                    <a:lnTo>
                      <a:pt x="12" y="209"/>
                    </a:lnTo>
                    <a:lnTo>
                      <a:pt x="19" y="223"/>
                    </a:lnTo>
                    <a:lnTo>
                      <a:pt x="27" y="234"/>
                    </a:lnTo>
                    <a:lnTo>
                      <a:pt x="36" y="246"/>
                    </a:lnTo>
                    <a:lnTo>
                      <a:pt x="47" y="257"/>
                    </a:lnTo>
                    <a:lnTo>
                      <a:pt x="58" y="266"/>
                    </a:lnTo>
                    <a:lnTo>
                      <a:pt x="70" y="275"/>
                    </a:lnTo>
                    <a:lnTo>
                      <a:pt x="83" y="282"/>
                    </a:lnTo>
                    <a:lnTo>
                      <a:pt x="97" y="288"/>
                    </a:lnTo>
                    <a:lnTo>
                      <a:pt x="111" y="293"/>
                    </a:lnTo>
                    <a:lnTo>
                      <a:pt x="126" y="296"/>
                    </a:lnTo>
                    <a:lnTo>
                      <a:pt x="141" y="298"/>
                    </a:lnTo>
                    <a:lnTo>
                      <a:pt x="156" y="30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2" name="Freeform 1077"/>
              <p:cNvSpPr>
                <a:spLocks/>
              </p:cNvSpPr>
              <p:nvPr/>
            </p:nvSpPr>
            <p:spPr bwMode="auto">
              <a:xfrm>
                <a:off x="2140" y="3136"/>
                <a:ext cx="149" cy="300"/>
              </a:xfrm>
              <a:custGeom>
                <a:avLst/>
                <a:gdLst>
                  <a:gd name="T0" fmla="*/ 146 w 149"/>
                  <a:gd name="T1" fmla="*/ 116 h 300"/>
                  <a:gd name="T2" fmla="*/ 147 w 149"/>
                  <a:gd name="T3" fmla="*/ 179 h 300"/>
                  <a:gd name="T4" fmla="*/ 123 w 149"/>
                  <a:gd name="T5" fmla="*/ 235 h 300"/>
                  <a:gd name="T6" fmla="*/ 106 w 149"/>
                  <a:gd name="T7" fmla="*/ 256 h 300"/>
                  <a:gd name="T8" fmla="*/ 85 w 149"/>
                  <a:gd name="T9" fmla="*/ 273 h 300"/>
                  <a:gd name="T10" fmla="*/ 63 w 149"/>
                  <a:gd name="T11" fmla="*/ 286 h 300"/>
                  <a:gd name="T12" fmla="*/ 38 w 149"/>
                  <a:gd name="T13" fmla="*/ 294 h 300"/>
                  <a:gd name="T14" fmla="*/ 13 w 149"/>
                  <a:gd name="T15" fmla="*/ 298 h 300"/>
                  <a:gd name="T16" fmla="*/ 6 w 149"/>
                  <a:gd name="T17" fmla="*/ 292 h 300"/>
                  <a:gd name="T18" fmla="*/ 13 w 149"/>
                  <a:gd name="T19" fmla="*/ 282 h 300"/>
                  <a:gd name="T20" fmla="*/ 23 w 149"/>
                  <a:gd name="T21" fmla="*/ 277 h 300"/>
                  <a:gd name="T22" fmla="*/ 25 w 149"/>
                  <a:gd name="T23" fmla="*/ 265 h 300"/>
                  <a:gd name="T24" fmla="*/ 29 w 149"/>
                  <a:gd name="T25" fmla="*/ 254 h 300"/>
                  <a:gd name="T26" fmla="*/ 37 w 149"/>
                  <a:gd name="T27" fmla="*/ 247 h 300"/>
                  <a:gd name="T28" fmla="*/ 50 w 149"/>
                  <a:gd name="T29" fmla="*/ 246 h 300"/>
                  <a:gd name="T30" fmla="*/ 63 w 149"/>
                  <a:gd name="T31" fmla="*/ 246 h 300"/>
                  <a:gd name="T32" fmla="*/ 75 w 149"/>
                  <a:gd name="T33" fmla="*/ 245 h 300"/>
                  <a:gd name="T34" fmla="*/ 87 w 149"/>
                  <a:gd name="T35" fmla="*/ 243 h 300"/>
                  <a:gd name="T36" fmla="*/ 99 w 149"/>
                  <a:gd name="T37" fmla="*/ 240 h 300"/>
                  <a:gd name="T38" fmla="*/ 102 w 149"/>
                  <a:gd name="T39" fmla="*/ 224 h 300"/>
                  <a:gd name="T40" fmla="*/ 99 w 149"/>
                  <a:gd name="T41" fmla="*/ 213 h 300"/>
                  <a:gd name="T42" fmla="*/ 100 w 149"/>
                  <a:gd name="T43" fmla="*/ 206 h 300"/>
                  <a:gd name="T44" fmla="*/ 103 w 149"/>
                  <a:gd name="T45" fmla="*/ 198 h 300"/>
                  <a:gd name="T46" fmla="*/ 98 w 149"/>
                  <a:gd name="T47" fmla="*/ 196 h 300"/>
                  <a:gd name="T48" fmla="*/ 100 w 149"/>
                  <a:gd name="T49" fmla="*/ 193 h 300"/>
                  <a:gd name="T50" fmla="*/ 101 w 149"/>
                  <a:gd name="T51" fmla="*/ 186 h 300"/>
                  <a:gd name="T52" fmla="*/ 97 w 149"/>
                  <a:gd name="T53" fmla="*/ 172 h 300"/>
                  <a:gd name="T54" fmla="*/ 107 w 149"/>
                  <a:gd name="T55" fmla="*/ 168 h 300"/>
                  <a:gd name="T56" fmla="*/ 114 w 149"/>
                  <a:gd name="T57" fmla="*/ 162 h 300"/>
                  <a:gd name="T58" fmla="*/ 85 w 149"/>
                  <a:gd name="T59" fmla="*/ 119 h 300"/>
                  <a:gd name="T60" fmla="*/ 87 w 149"/>
                  <a:gd name="T61" fmla="*/ 96 h 300"/>
                  <a:gd name="T62" fmla="*/ 76 w 149"/>
                  <a:gd name="T63" fmla="*/ 69 h 300"/>
                  <a:gd name="T64" fmla="*/ 61 w 149"/>
                  <a:gd name="T65" fmla="*/ 44 h 300"/>
                  <a:gd name="T66" fmla="*/ 63 w 149"/>
                  <a:gd name="T67" fmla="*/ 40 h 300"/>
                  <a:gd name="T68" fmla="*/ 67 w 149"/>
                  <a:gd name="T69" fmla="*/ 37 h 300"/>
                  <a:gd name="T70" fmla="*/ 66 w 149"/>
                  <a:gd name="T71" fmla="*/ 31 h 300"/>
                  <a:gd name="T72" fmla="*/ 53 w 149"/>
                  <a:gd name="T73" fmla="*/ 27 h 300"/>
                  <a:gd name="T74" fmla="*/ 40 w 149"/>
                  <a:gd name="T75" fmla="*/ 24 h 300"/>
                  <a:gd name="T76" fmla="*/ 28 w 149"/>
                  <a:gd name="T77" fmla="*/ 21 h 300"/>
                  <a:gd name="T78" fmla="*/ 14 w 149"/>
                  <a:gd name="T79" fmla="*/ 20 h 300"/>
                  <a:gd name="T80" fmla="*/ 0 w 149"/>
                  <a:gd name="T81" fmla="*/ 19 h 300"/>
                  <a:gd name="T82" fmla="*/ 0 w 149"/>
                  <a:gd name="T83" fmla="*/ 4 h 300"/>
                  <a:gd name="T84" fmla="*/ 21 w 149"/>
                  <a:gd name="T85" fmla="*/ 3 h 300"/>
                  <a:gd name="T86" fmla="*/ 50 w 149"/>
                  <a:gd name="T87" fmla="*/ 10 h 300"/>
                  <a:gd name="T88" fmla="*/ 77 w 149"/>
                  <a:gd name="T89" fmla="*/ 23 h 300"/>
                  <a:gd name="T90" fmla="*/ 100 w 149"/>
                  <a:gd name="T91" fmla="*/ 40 h 300"/>
                  <a:gd name="T92" fmla="*/ 120 w 149"/>
                  <a:gd name="T93" fmla="*/ 61 h 3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49"/>
                  <a:gd name="T142" fmla="*/ 0 h 300"/>
                  <a:gd name="T143" fmla="*/ 149 w 149"/>
                  <a:gd name="T144" fmla="*/ 300 h 3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49" h="300">
                    <a:moveTo>
                      <a:pt x="131" y="78"/>
                    </a:moveTo>
                    <a:lnTo>
                      <a:pt x="140" y="97"/>
                    </a:lnTo>
                    <a:lnTo>
                      <a:pt x="146" y="116"/>
                    </a:lnTo>
                    <a:lnTo>
                      <a:pt x="149" y="137"/>
                    </a:lnTo>
                    <a:lnTo>
                      <a:pt x="149" y="159"/>
                    </a:lnTo>
                    <a:lnTo>
                      <a:pt x="147" y="179"/>
                    </a:lnTo>
                    <a:lnTo>
                      <a:pt x="142" y="200"/>
                    </a:lnTo>
                    <a:lnTo>
                      <a:pt x="134" y="218"/>
                    </a:lnTo>
                    <a:lnTo>
                      <a:pt x="123" y="235"/>
                    </a:lnTo>
                    <a:lnTo>
                      <a:pt x="117" y="243"/>
                    </a:lnTo>
                    <a:lnTo>
                      <a:pt x="112" y="249"/>
                    </a:lnTo>
                    <a:lnTo>
                      <a:pt x="106" y="256"/>
                    </a:lnTo>
                    <a:lnTo>
                      <a:pt x="99" y="262"/>
                    </a:lnTo>
                    <a:lnTo>
                      <a:pt x="93" y="267"/>
                    </a:lnTo>
                    <a:lnTo>
                      <a:pt x="85" y="273"/>
                    </a:lnTo>
                    <a:lnTo>
                      <a:pt x="78" y="277"/>
                    </a:lnTo>
                    <a:lnTo>
                      <a:pt x="70" y="281"/>
                    </a:lnTo>
                    <a:lnTo>
                      <a:pt x="63" y="286"/>
                    </a:lnTo>
                    <a:lnTo>
                      <a:pt x="55" y="289"/>
                    </a:lnTo>
                    <a:lnTo>
                      <a:pt x="47" y="292"/>
                    </a:lnTo>
                    <a:lnTo>
                      <a:pt x="38" y="294"/>
                    </a:lnTo>
                    <a:lnTo>
                      <a:pt x="30" y="296"/>
                    </a:lnTo>
                    <a:lnTo>
                      <a:pt x="21" y="297"/>
                    </a:lnTo>
                    <a:lnTo>
                      <a:pt x="13" y="298"/>
                    </a:lnTo>
                    <a:lnTo>
                      <a:pt x="3" y="300"/>
                    </a:lnTo>
                    <a:lnTo>
                      <a:pt x="5" y="295"/>
                    </a:lnTo>
                    <a:lnTo>
                      <a:pt x="6" y="292"/>
                    </a:lnTo>
                    <a:lnTo>
                      <a:pt x="8" y="289"/>
                    </a:lnTo>
                    <a:lnTo>
                      <a:pt x="10" y="286"/>
                    </a:lnTo>
                    <a:lnTo>
                      <a:pt x="13" y="282"/>
                    </a:lnTo>
                    <a:lnTo>
                      <a:pt x="16" y="280"/>
                    </a:lnTo>
                    <a:lnTo>
                      <a:pt x="19" y="278"/>
                    </a:lnTo>
                    <a:lnTo>
                      <a:pt x="23" y="277"/>
                    </a:lnTo>
                    <a:lnTo>
                      <a:pt x="23" y="273"/>
                    </a:lnTo>
                    <a:lnTo>
                      <a:pt x="24" y="270"/>
                    </a:lnTo>
                    <a:lnTo>
                      <a:pt x="25" y="265"/>
                    </a:lnTo>
                    <a:lnTo>
                      <a:pt x="25" y="261"/>
                    </a:lnTo>
                    <a:lnTo>
                      <a:pt x="26" y="258"/>
                    </a:lnTo>
                    <a:lnTo>
                      <a:pt x="29" y="254"/>
                    </a:lnTo>
                    <a:lnTo>
                      <a:pt x="31" y="250"/>
                    </a:lnTo>
                    <a:lnTo>
                      <a:pt x="33" y="248"/>
                    </a:lnTo>
                    <a:lnTo>
                      <a:pt x="37" y="247"/>
                    </a:lnTo>
                    <a:lnTo>
                      <a:pt x="41" y="247"/>
                    </a:lnTo>
                    <a:lnTo>
                      <a:pt x="46" y="247"/>
                    </a:lnTo>
                    <a:lnTo>
                      <a:pt x="50" y="246"/>
                    </a:lnTo>
                    <a:lnTo>
                      <a:pt x="54" y="246"/>
                    </a:lnTo>
                    <a:lnTo>
                      <a:pt x="58" y="246"/>
                    </a:lnTo>
                    <a:lnTo>
                      <a:pt x="63" y="246"/>
                    </a:lnTo>
                    <a:lnTo>
                      <a:pt x="67" y="246"/>
                    </a:lnTo>
                    <a:lnTo>
                      <a:pt x="71" y="245"/>
                    </a:lnTo>
                    <a:lnTo>
                      <a:pt x="75" y="245"/>
                    </a:lnTo>
                    <a:lnTo>
                      <a:pt x="79" y="244"/>
                    </a:lnTo>
                    <a:lnTo>
                      <a:pt x="83" y="244"/>
                    </a:lnTo>
                    <a:lnTo>
                      <a:pt x="87" y="243"/>
                    </a:lnTo>
                    <a:lnTo>
                      <a:pt x="91" y="242"/>
                    </a:lnTo>
                    <a:lnTo>
                      <a:pt x="95" y="241"/>
                    </a:lnTo>
                    <a:lnTo>
                      <a:pt x="99" y="240"/>
                    </a:lnTo>
                    <a:lnTo>
                      <a:pt x="102" y="234"/>
                    </a:lnTo>
                    <a:lnTo>
                      <a:pt x="102" y="229"/>
                    </a:lnTo>
                    <a:lnTo>
                      <a:pt x="102" y="224"/>
                    </a:lnTo>
                    <a:lnTo>
                      <a:pt x="100" y="218"/>
                    </a:lnTo>
                    <a:lnTo>
                      <a:pt x="99" y="215"/>
                    </a:lnTo>
                    <a:lnTo>
                      <a:pt x="99" y="213"/>
                    </a:lnTo>
                    <a:lnTo>
                      <a:pt x="99" y="211"/>
                    </a:lnTo>
                    <a:lnTo>
                      <a:pt x="99" y="208"/>
                    </a:lnTo>
                    <a:lnTo>
                      <a:pt x="100" y="206"/>
                    </a:lnTo>
                    <a:lnTo>
                      <a:pt x="101" y="203"/>
                    </a:lnTo>
                    <a:lnTo>
                      <a:pt x="102" y="200"/>
                    </a:lnTo>
                    <a:lnTo>
                      <a:pt x="103" y="198"/>
                    </a:lnTo>
                    <a:lnTo>
                      <a:pt x="101" y="197"/>
                    </a:lnTo>
                    <a:lnTo>
                      <a:pt x="100" y="197"/>
                    </a:lnTo>
                    <a:lnTo>
                      <a:pt x="98" y="196"/>
                    </a:lnTo>
                    <a:lnTo>
                      <a:pt x="98" y="194"/>
                    </a:lnTo>
                    <a:lnTo>
                      <a:pt x="99" y="193"/>
                    </a:lnTo>
                    <a:lnTo>
                      <a:pt x="100" y="193"/>
                    </a:lnTo>
                    <a:lnTo>
                      <a:pt x="102" y="192"/>
                    </a:lnTo>
                    <a:lnTo>
                      <a:pt x="103" y="191"/>
                    </a:lnTo>
                    <a:lnTo>
                      <a:pt x="101" y="186"/>
                    </a:lnTo>
                    <a:lnTo>
                      <a:pt x="100" y="182"/>
                    </a:lnTo>
                    <a:lnTo>
                      <a:pt x="99" y="177"/>
                    </a:lnTo>
                    <a:lnTo>
                      <a:pt x="97" y="172"/>
                    </a:lnTo>
                    <a:lnTo>
                      <a:pt x="100" y="170"/>
                    </a:lnTo>
                    <a:lnTo>
                      <a:pt x="103" y="169"/>
                    </a:lnTo>
                    <a:lnTo>
                      <a:pt x="107" y="168"/>
                    </a:lnTo>
                    <a:lnTo>
                      <a:pt x="109" y="166"/>
                    </a:lnTo>
                    <a:lnTo>
                      <a:pt x="112" y="164"/>
                    </a:lnTo>
                    <a:lnTo>
                      <a:pt x="114" y="162"/>
                    </a:lnTo>
                    <a:lnTo>
                      <a:pt x="115" y="160"/>
                    </a:lnTo>
                    <a:lnTo>
                      <a:pt x="115" y="155"/>
                    </a:lnTo>
                    <a:lnTo>
                      <a:pt x="85" y="119"/>
                    </a:lnTo>
                    <a:lnTo>
                      <a:pt x="93" y="114"/>
                    </a:lnTo>
                    <a:lnTo>
                      <a:pt x="91" y="105"/>
                    </a:lnTo>
                    <a:lnTo>
                      <a:pt x="87" y="96"/>
                    </a:lnTo>
                    <a:lnTo>
                      <a:pt x="84" y="86"/>
                    </a:lnTo>
                    <a:lnTo>
                      <a:pt x="81" y="77"/>
                    </a:lnTo>
                    <a:lnTo>
                      <a:pt x="76" y="69"/>
                    </a:lnTo>
                    <a:lnTo>
                      <a:pt x="71" y="60"/>
                    </a:lnTo>
                    <a:lnTo>
                      <a:pt x="66" y="52"/>
                    </a:lnTo>
                    <a:lnTo>
                      <a:pt x="61" y="44"/>
                    </a:lnTo>
                    <a:lnTo>
                      <a:pt x="62" y="43"/>
                    </a:lnTo>
                    <a:lnTo>
                      <a:pt x="63" y="41"/>
                    </a:lnTo>
                    <a:lnTo>
                      <a:pt x="63" y="40"/>
                    </a:lnTo>
                    <a:lnTo>
                      <a:pt x="65" y="39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9" y="35"/>
                    </a:lnTo>
                    <a:lnTo>
                      <a:pt x="70" y="34"/>
                    </a:lnTo>
                    <a:lnTo>
                      <a:pt x="66" y="31"/>
                    </a:lnTo>
                    <a:lnTo>
                      <a:pt x="62" y="30"/>
                    </a:lnTo>
                    <a:lnTo>
                      <a:pt x="57" y="28"/>
                    </a:lnTo>
                    <a:lnTo>
                      <a:pt x="53" y="27"/>
                    </a:lnTo>
                    <a:lnTo>
                      <a:pt x="49" y="26"/>
                    </a:lnTo>
                    <a:lnTo>
                      <a:pt x="45" y="25"/>
                    </a:lnTo>
                    <a:lnTo>
                      <a:pt x="40" y="24"/>
                    </a:lnTo>
                    <a:lnTo>
                      <a:pt x="36" y="23"/>
                    </a:lnTo>
                    <a:lnTo>
                      <a:pt x="32" y="22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8" y="20"/>
                    </a:lnTo>
                    <a:lnTo>
                      <a:pt x="14" y="20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1"/>
                    </a:lnTo>
                    <a:lnTo>
                      <a:pt x="21" y="3"/>
                    </a:lnTo>
                    <a:lnTo>
                      <a:pt x="31" y="5"/>
                    </a:lnTo>
                    <a:lnTo>
                      <a:pt x="40" y="7"/>
                    </a:lnTo>
                    <a:lnTo>
                      <a:pt x="50" y="10"/>
                    </a:lnTo>
                    <a:lnTo>
                      <a:pt x="58" y="14"/>
                    </a:lnTo>
                    <a:lnTo>
                      <a:pt x="68" y="18"/>
                    </a:lnTo>
                    <a:lnTo>
                      <a:pt x="77" y="23"/>
                    </a:lnTo>
                    <a:lnTo>
                      <a:pt x="85" y="28"/>
                    </a:lnTo>
                    <a:lnTo>
                      <a:pt x="93" y="34"/>
                    </a:lnTo>
                    <a:lnTo>
                      <a:pt x="100" y="40"/>
                    </a:lnTo>
                    <a:lnTo>
                      <a:pt x="108" y="46"/>
                    </a:lnTo>
                    <a:lnTo>
                      <a:pt x="114" y="54"/>
                    </a:lnTo>
                    <a:lnTo>
                      <a:pt x="120" y="61"/>
                    </a:lnTo>
                    <a:lnTo>
                      <a:pt x="126" y="70"/>
                    </a:lnTo>
                    <a:lnTo>
                      <a:pt x="131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3" name="Freeform 1078"/>
              <p:cNvSpPr>
                <a:spLocks/>
              </p:cNvSpPr>
              <p:nvPr/>
            </p:nvSpPr>
            <p:spPr bwMode="auto">
              <a:xfrm>
                <a:off x="2114" y="3137"/>
                <a:ext cx="21" cy="23"/>
              </a:xfrm>
              <a:custGeom>
                <a:avLst/>
                <a:gdLst>
                  <a:gd name="T0" fmla="*/ 20 w 21"/>
                  <a:gd name="T1" fmla="*/ 23 h 23"/>
                  <a:gd name="T2" fmla="*/ 12 w 21"/>
                  <a:gd name="T3" fmla="*/ 23 h 23"/>
                  <a:gd name="T4" fmla="*/ 13 w 21"/>
                  <a:gd name="T5" fmla="*/ 20 h 23"/>
                  <a:gd name="T6" fmla="*/ 13 w 21"/>
                  <a:gd name="T7" fmla="*/ 17 h 23"/>
                  <a:gd name="T8" fmla="*/ 12 w 21"/>
                  <a:gd name="T9" fmla="*/ 13 h 23"/>
                  <a:gd name="T10" fmla="*/ 11 w 21"/>
                  <a:gd name="T11" fmla="*/ 11 h 23"/>
                  <a:gd name="T12" fmla="*/ 9 w 21"/>
                  <a:gd name="T13" fmla="*/ 9 h 23"/>
                  <a:gd name="T14" fmla="*/ 8 w 21"/>
                  <a:gd name="T15" fmla="*/ 7 h 23"/>
                  <a:gd name="T16" fmla="*/ 4 w 21"/>
                  <a:gd name="T17" fmla="*/ 5 h 23"/>
                  <a:gd name="T18" fmla="*/ 2 w 21"/>
                  <a:gd name="T19" fmla="*/ 4 h 23"/>
                  <a:gd name="T20" fmla="*/ 0 w 21"/>
                  <a:gd name="T21" fmla="*/ 2 h 23"/>
                  <a:gd name="T22" fmla="*/ 2 w 21"/>
                  <a:gd name="T23" fmla="*/ 2 h 23"/>
                  <a:gd name="T24" fmla="*/ 4 w 21"/>
                  <a:gd name="T25" fmla="*/ 2 h 23"/>
                  <a:gd name="T26" fmla="*/ 8 w 21"/>
                  <a:gd name="T27" fmla="*/ 0 h 23"/>
                  <a:gd name="T28" fmla="*/ 10 w 21"/>
                  <a:gd name="T29" fmla="*/ 0 h 23"/>
                  <a:gd name="T30" fmla="*/ 13 w 21"/>
                  <a:gd name="T31" fmla="*/ 0 h 23"/>
                  <a:gd name="T32" fmla="*/ 16 w 21"/>
                  <a:gd name="T33" fmla="*/ 0 h 23"/>
                  <a:gd name="T34" fmla="*/ 19 w 21"/>
                  <a:gd name="T35" fmla="*/ 0 h 23"/>
                  <a:gd name="T36" fmla="*/ 21 w 21"/>
                  <a:gd name="T37" fmla="*/ 2 h 23"/>
                  <a:gd name="T38" fmla="*/ 20 w 21"/>
                  <a:gd name="T39" fmla="*/ 23 h 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"/>
                  <a:gd name="T61" fmla="*/ 0 h 23"/>
                  <a:gd name="T62" fmla="*/ 21 w 21"/>
                  <a:gd name="T63" fmla="*/ 23 h 2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" h="23">
                    <a:moveTo>
                      <a:pt x="20" y="23"/>
                    </a:moveTo>
                    <a:lnTo>
                      <a:pt x="12" y="23"/>
                    </a:lnTo>
                    <a:lnTo>
                      <a:pt x="13" y="20"/>
                    </a:lnTo>
                    <a:lnTo>
                      <a:pt x="13" y="17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2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4" name="Freeform 1079"/>
              <p:cNvSpPr>
                <a:spLocks/>
              </p:cNvSpPr>
              <p:nvPr/>
            </p:nvSpPr>
            <p:spPr bwMode="auto">
              <a:xfrm>
                <a:off x="2018" y="3141"/>
                <a:ext cx="104" cy="270"/>
              </a:xfrm>
              <a:custGeom>
                <a:avLst/>
                <a:gdLst>
                  <a:gd name="T0" fmla="*/ 104 w 104"/>
                  <a:gd name="T1" fmla="*/ 19 h 270"/>
                  <a:gd name="T2" fmla="*/ 102 w 104"/>
                  <a:gd name="T3" fmla="*/ 33 h 270"/>
                  <a:gd name="T4" fmla="*/ 97 w 104"/>
                  <a:gd name="T5" fmla="*/ 45 h 270"/>
                  <a:gd name="T6" fmla="*/ 92 w 104"/>
                  <a:gd name="T7" fmla="*/ 48 h 270"/>
                  <a:gd name="T8" fmla="*/ 85 w 104"/>
                  <a:gd name="T9" fmla="*/ 52 h 270"/>
                  <a:gd name="T10" fmla="*/ 83 w 104"/>
                  <a:gd name="T11" fmla="*/ 57 h 270"/>
                  <a:gd name="T12" fmla="*/ 83 w 104"/>
                  <a:gd name="T13" fmla="*/ 66 h 270"/>
                  <a:gd name="T14" fmla="*/ 85 w 104"/>
                  <a:gd name="T15" fmla="*/ 71 h 270"/>
                  <a:gd name="T16" fmla="*/ 91 w 104"/>
                  <a:gd name="T17" fmla="*/ 68 h 270"/>
                  <a:gd name="T18" fmla="*/ 93 w 104"/>
                  <a:gd name="T19" fmla="*/ 62 h 270"/>
                  <a:gd name="T20" fmla="*/ 98 w 104"/>
                  <a:gd name="T21" fmla="*/ 60 h 270"/>
                  <a:gd name="T22" fmla="*/ 96 w 104"/>
                  <a:gd name="T23" fmla="*/ 80 h 270"/>
                  <a:gd name="T24" fmla="*/ 91 w 104"/>
                  <a:gd name="T25" fmla="*/ 91 h 270"/>
                  <a:gd name="T26" fmla="*/ 85 w 104"/>
                  <a:gd name="T27" fmla="*/ 101 h 270"/>
                  <a:gd name="T28" fmla="*/ 88 w 104"/>
                  <a:gd name="T29" fmla="*/ 127 h 270"/>
                  <a:gd name="T30" fmla="*/ 86 w 104"/>
                  <a:gd name="T31" fmla="*/ 120 h 270"/>
                  <a:gd name="T32" fmla="*/ 85 w 104"/>
                  <a:gd name="T33" fmla="*/ 114 h 270"/>
                  <a:gd name="T34" fmla="*/ 73 w 104"/>
                  <a:gd name="T35" fmla="*/ 103 h 270"/>
                  <a:gd name="T36" fmla="*/ 66 w 104"/>
                  <a:gd name="T37" fmla="*/ 107 h 270"/>
                  <a:gd name="T38" fmla="*/ 62 w 104"/>
                  <a:gd name="T39" fmla="*/ 112 h 270"/>
                  <a:gd name="T40" fmla="*/ 55 w 104"/>
                  <a:gd name="T41" fmla="*/ 107 h 270"/>
                  <a:gd name="T42" fmla="*/ 46 w 104"/>
                  <a:gd name="T43" fmla="*/ 105 h 270"/>
                  <a:gd name="T44" fmla="*/ 38 w 104"/>
                  <a:gd name="T45" fmla="*/ 109 h 270"/>
                  <a:gd name="T46" fmla="*/ 39 w 104"/>
                  <a:gd name="T47" fmla="*/ 121 h 270"/>
                  <a:gd name="T48" fmla="*/ 38 w 104"/>
                  <a:gd name="T49" fmla="*/ 127 h 270"/>
                  <a:gd name="T50" fmla="*/ 32 w 104"/>
                  <a:gd name="T51" fmla="*/ 134 h 270"/>
                  <a:gd name="T52" fmla="*/ 26 w 104"/>
                  <a:gd name="T53" fmla="*/ 143 h 270"/>
                  <a:gd name="T54" fmla="*/ 34 w 104"/>
                  <a:gd name="T55" fmla="*/ 166 h 270"/>
                  <a:gd name="T56" fmla="*/ 47 w 104"/>
                  <a:gd name="T57" fmla="*/ 186 h 270"/>
                  <a:gd name="T58" fmla="*/ 65 w 104"/>
                  <a:gd name="T59" fmla="*/ 194 h 270"/>
                  <a:gd name="T60" fmla="*/ 74 w 104"/>
                  <a:gd name="T61" fmla="*/ 203 h 270"/>
                  <a:gd name="T62" fmla="*/ 77 w 104"/>
                  <a:gd name="T63" fmla="*/ 213 h 270"/>
                  <a:gd name="T64" fmla="*/ 63 w 104"/>
                  <a:gd name="T65" fmla="*/ 226 h 270"/>
                  <a:gd name="T66" fmla="*/ 61 w 104"/>
                  <a:gd name="T67" fmla="*/ 248 h 270"/>
                  <a:gd name="T68" fmla="*/ 60 w 104"/>
                  <a:gd name="T69" fmla="*/ 270 h 270"/>
                  <a:gd name="T70" fmla="*/ 47 w 104"/>
                  <a:gd name="T71" fmla="*/ 261 h 270"/>
                  <a:gd name="T72" fmla="*/ 37 w 104"/>
                  <a:gd name="T73" fmla="*/ 248 h 270"/>
                  <a:gd name="T74" fmla="*/ 30 w 104"/>
                  <a:gd name="T75" fmla="*/ 234 h 270"/>
                  <a:gd name="T76" fmla="*/ 24 w 104"/>
                  <a:gd name="T77" fmla="*/ 221 h 270"/>
                  <a:gd name="T78" fmla="*/ 14 w 104"/>
                  <a:gd name="T79" fmla="*/ 213 h 270"/>
                  <a:gd name="T80" fmla="*/ 4 w 104"/>
                  <a:gd name="T81" fmla="*/ 170 h 270"/>
                  <a:gd name="T82" fmla="*/ 13 w 104"/>
                  <a:gd name="T83" fmla="*/ 162 h 270"/>
                  <a:gd name="T84" fmla="*/ 21 w 104"/>
                  <a:gd name="T85" fmla="*/ 151 h 270"/>
                  <a:gd name="T86" fmla="*/ 24 w 104"/>
                  <a:gd name="T87" fmla="*/ 112 h 270"/>
                  <a:gd name="T88" fmla="*/ 19 w 104"/>
                  <a:gd name="T89" fmla="*/ 111 h 270"/>
                  <a:gd name="T90" fmla="*/ 14 w 104"/>
                  <a:gd name="T91" fmla="*/ 110 h 270"/>
                  <a:gd name="T92" fmla="*/ 13 w 104"/>
                  <a:gd name="T93" fmla="*/ 60 h 270"/>
                  <a:gd name="T94" fmla="*/ 7 w 104"/>
                  <a:gd name="T95" fmla="*/ 56 h 270"/>
                  <a:gd name="T96" fmla="*/ 4 w 104"/>
                  <a:gd name="T97" fmla="*/ 53 h 270"/>
                  <a:gd name="T98" fmla="*/ 6 w 104"/>
                  <a:gd name="T99" fmla="*/ 45 h 270"/>
                  <a:gd name="T100" fmla="*/ 20 w 104"/>
                  <a:gd name="T101" fmla="*/ 32 h 270"/>
                  <a:gd name="T102" fmla="*/ 35 w 104"/>
                  <a:gd name="T103" fmla="*/ 21 h 270"/>
                  <a:gd name="T104" fmla="*/ 51 w 104"/>
                  <a:gd name="T105" fmla="*/ 13 h 270"/>
                  <a:gd name="T106" fmla="*/ 69 w 104"/>
                  <a:gd name="T107" fmla="*/ 5 h 270"/>
                  <a:gd name="T108" fmla="*/ 86 w 104"/>
                  <a:gd name="T109" fmla="*/ 0 h 270"/>
                  <a:gd name="T110" fmla="*/ 94 w 104"/>
                  <a:gd name="T111" fmla="*/ 2 h 270"/>
                  <a:gd name="T112" fmla="*/ 99 w 104"/>
                  <a:gd name="T113" fmla="*/ 7 h 2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4"/>
                  <a:gd name="T172" fmla="*/ 0 h 270"/>
                  <a:gd name="T173" fmla="*/ 104 w 104"/>
                  <a:gd name="T174" fmla="*/ 270 h 27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4" h="270">
                    <a:moveTo>
                      <a:pt x="104" y="10"/>
                    </a:moveTo>
                    <a:lnTo>
                      <a:pt x="104" y="15"/>
                    </a:lnTo>
                    <a:lnTo>
                      <a:pt x="104" y="19"/>
                    </a:lnTo>
                    <a:lnTo>
                      <a:pt x="104" y="24"/>
                    </a:lnTo>
                    <a:lnTo>
                      <a:pt x="102" y="29"/>
                    </a:lnTo>
                    <a:lnTo>
                      <a:pt x="102" y="33"/>
                    </a:lnTo>
                    <a:lnTo>
                      <a:pt x="101" y="37"/>
                    </a:lnTo>
                    <a:lnTo>
                      <a:pt x="99" y="40"/>
                    </a:lnTo>
                    <a:lnTo>
                      <a:pt x="97" y="45"/>
                    </a:lnTo>
                    <a:lnTo>
                      <a:pt x="95" y="46"/>
                    </a:lnTo>
                    <a:lnTo>
                      <a:pt x="94" y="47"/>
                    </a:lnTo>
                    <a:lnTo>
                      <a:pt x="92" y="48"/>
                    </a:lnTo>
                    <a:lnTo>
                      <a:pt x="90" y="49"/>
                    </a:lnTo>
                    <a:lnTo>
                      <a:pt x="88" y="50"/>
                    </a:lnTo>
                    <a:lnTo>
                      <a:pt x="85" y="52"/>
                    </a:lnTo>
                    <a:lnTo>
                      <a:pt x="84" y="53"/>
                    </a:lnTo>
                    <a:lnTo>
                      <a:pt x="82" y="55"/>
                    </a:lnTo>
                    <a:lnTo>
                      <a:pt x="83" y="57"/>
                    </a:lnTo>
                    <a:lnTo>
                      <a:pt x="83" y="60"/>
                    </a:lnTo>
                    <a:lnTo>
                      <a:pt x="83" y="63"/>
                    </a:lnTo>
                    <a:lnTo>
                      <a:pt x="83" y="66"/>
                    </a:lnTo>
                    <a:lnTo>
                      <a:pt x="83" y="68"/>
                    </a:lnTo>
                    <a:lnTo>
                      <a:pt x="84" y="70"/>
                    </a:lnTo>
                    <a:lnTo>
                      <a:pt x="85" y="71"/>
                    </a:lnTo>
                    <a:lnTo>
                      <a:pt x="89" y="72"/>
                    </a:lnTo>
                    <a:lnTo>
                      <a:pt x="90" y="70"/>
                    </a:lnTo>
                    <a:lnTo>
                      <a:pt x="91" y="68"/>
                    </a:lnTo>
                    <a:lnTo>
                      <a:pt x="91" y="66"/>
                    </a:lnTo>
                    <a:lnTo>
                      <a:pt x="92" y="64"/>
                    </a:lnTo>
                    <a:lnTo>
                      <a:pt x="93" y="62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8" y="60"/>
                    </a:lnTo>
                    <a:lnTo>
                      <a:pt x="102" y="73"/>
                    </a:lnTo>
                    <a:lnTo>
                      <a:pt x="99" y="77"/>
                    </a:lnTo>
                    <a:lnTo>
                      <a:pt x="96" y="80"/>
                    </a:lnTo>
                    <a:lnTo>
                      <a:pt x="94" y="83"/>
                    </a:lnTo>
                    <a:lnTo>
                      <a:pt x="92" y="87"/>
                    </a:lnTo>
                    <a:lnTo>
                      <a:pt x="91" y="91"/>
                    </a:lnTo>
                    <a:lnTo>
                      <a:pt x="89" y="95"/>
                    </a:lnTo>
                    <a:lnTo>
                      <a:pt x="88" y="98"/>
                    </a:lnTo>
                    <a:lnTo>
                      <a:pt x="85" y="101"/>
                    </a:lnTo>
                    <a:lnTo>
                      <a:pt x="92" y="126"/>
                    </a:lnTo>
                    <a:lnTo>
                      <a:pt x="90" y="127"/>
                    </a:lnTo>
                    <a:lnTo>
                      <a:pt x="88" y="127"/>
                    </a:lnTo>
                    <a:lnTo>
                      <a:pt x="86" y="126"/>
                    </a:lnTo>
                    <a:lnTo>
                      <a:pt x="86" y="124"/>
                    </a:lnTo>
                    <a:lnTo>
                      <a:pt x="86" y="120"/>
                    </a:lnTo>
                    <a:lnTo>
                      <a:pt x="86" y="118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78" y="101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0" y="103"/>
                    </a:lnTo>
                    <a:lnTo>
                      <a:pt x="68" y="104"/>
                    </a:lnTo>
                    <a:lnTo>
                      <a:pt x="66" y="107"/>
                    </a:lnTo>
                    <a:lnTo>
                      <a:pt x="64" y="108"/>
                    </a:lnTo>
                    <a:lnTo>
                      <a:pt x="63" y="110"/>
                    </a:lnTo>
                    <a:lnTo>
                      <a:pt x="62" y="112"/>
                    </a:lnTo>
                    <a:lnTo>
                      <a:pt x="61" y="109"/>
                    </a:lnTo>
                    <a:lnTo>
                      <a:pt x="59" y="108"/>
                    </a:lnTo>
                    <a:lnTo>
                      <a:pt x="55" y="107"/>
                    </a:lnTo>
                    <a:lnTo>
                      <a:pt x="52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3" y="105"/>
                    </a:lnTo>
                    <a:lnTo>
                      <a:pt x="41" y="105"/>
                    </a:lnTo>
                    <a:lnTo>
                      <a:pt x="38" y="109"/>
                    </a:lnTo>
                    <a:lnTo>
                      <a:pt x="38" y="113"/>
                    </a:lnTo>
                    <a:lnTo>
                      <a:pt x="38" y="117"/>
                    </a:lnTo>
                    <a:lnTo>
                      <a:pt x="39" y="121"/>
                    </a:lnTo>
                    <a:lnTo>
                      <a:pt x="46" y="126"/>
                    </a:lnTo>
                    <a:lnTo>
                      <a:pt x="42" y="126"/>
                    </a:lnTo>
                    <a:lnTo>
                      <a:pt x="38" y="127"/>
                    </a:lnTo>
                    <a:lnTo>
                      <a:pt x="36" y="129"/>
                    </a:lnTo>
                    <a:lnTo>
                      <a:pt x="34" y="131"/>
                    </a:lnTo>
                    <a:lnTo>
                      <a:pt x="32" y="134"/>
                    </a:lnTo>
                    <a:lnTo>
                      <a:pt x="30" y="136"/>
                    </a:lnTo>
                    <a:lnTo>
                      <a:pt x="28" y="141"/>
                    </a:lnTo>
                    <a:lnTo>
                      <a:pt x="26" y="143"/>
                    </a:lnTo>
                    <a:lnTo>
                      <a:pt x="29" y="150"/>
                    </a:lnTo>
                    <a:lnTo>
                      <a:pt x="32" y="158"/>
                    </a:lnTo>
                    <a:lnTo>
                      <a:pt x="34" y="166"/>
                    </a:lnTo>
                    <a:lnTo>
                      <a:pt x="37" y="174"/>
                    </a:lnTo>
                    <a:lnTo>
                      <a:pt x="42" y="180"/>
                    </a:lnTo>
                    <a:lnTo>
                      <a:pt x="47" y="186"/>
                    </a:lnTo>
                    <a:lnTo>
                      <a:pt x="54" y="189"/>
                    </a:lnTo>
                    <a:lnTo>
                      <a:pt x="64" y="191"/>
                    </a:lnTo>
                    <a:lnTo>
                      <a:pt x="65" y="194"/>
                    </a:lnTo>
                    <a:lnTo>
                      <a:pt x="68" y="197"/>
                    </a:lnTo>
                    <a:lnTo>
                      <a:pt x="71" y="199"/>
                    </a:lnTo>
                    <a:lnTo>
                      <a:pt x="74" y="203"/>
                    </a:lnTo>
                    <a:lnTo>
                      <a:pt x="76" y="206"/>
                    </a:lnTo>
                    <a:lnTo>
                      <a:pt x="77" y="210"/>
                    </a:lnTo>
                    <a:lnTo>
                      <a:pt x="77" y="213"/>
                    </a:lnTo>
                    <a:lnTo>
                      <a:pt x="74" y="217"/>
                    </a:lnTo>
                    <a:lnTo>
                      <a:pt x="67" y="221"/>
                    </a:lnTo>
                    <a:lnTo>
                      <a:pt x="63" y="226"/>
                    </a:lnTo>
                    <a:lnTo>
                      <a:pt x="61" y="233"/>
                    </a:lnTo>
                    <a:lnTo>
                      <a:pt x="61" y="240"/>
                    </a:lnTo>
                    <a:lnTo>
                      <a:pt x="61" y="248"/>
                    </a:lnTo>
                    <a:lnTo>
                      <a:pt x="61" y="255"/>
                    </a:lnTo>
                    <a:lnTo>
                      <a:pt x="61" y="262"/>
                    </a:lnTo>
                    <a:lnTo>
                      <a:pt x="60" y="270"/>
                    </a:lnTo>
                    <a:lnTo>
                      <a:pt x="55" y="268"/>
                    </a:lnTo>
                    <a:lnTo>
                      <a:pt x="51" y="265"/>
                    </a:lnTo>
                    <a:lnTo>
                      <a:pt x="47" y="261"/>
                    </a:lnTo>
                    <a:lnTo>
                      <a:pt x="44" y="257"/>
                    </a:lnTo>
                    <a:lnTo>
                      <a:pt x="41" y="252"/>
                    </a:lnTo>
                    <a:lnTo>
                      <a:pt x="37" y="248"/>
                    </a:lnTo>
                    <a:lnTo>
                      <a:pt x="34" y="242"/>
                    </a:lnTo>
                    <a:lnTo>
                      <a:pt x="32" y="238"/>
                    </a:lnTo>
                    <a:lnTo>
                      <a:pt x="30" y="234"/>
                    </a:lnTo>
                    <a:lnTo>
                      <a:pt x="29" y="229"/>
                    </a:lnTo>
                    <a:lnTo>
                      <a:pt x="27" y="225"/>
                    </a:lnTo>
                    <a:lnTo>
                      <a:pt x="24" y="221"/>
                    </a:lnTo>
                    <a:lnTo>
                      <a:pt x="21" y="218"/>
                    </a:lnTo>
                    <a:lnTo>
                      <a:pt x="18" y="215"/>
                    </a:lnTo>
                    <a:lnTo>
                      <a:pt x="14" y="213"/>
                    </a:lnTo>
                    <a:lnTo>
                      <a:pt x="10" y="212"/>
                    </a:lnTo>
                    <a:lnTo>
                      <a:pt x="0" y="172"/>
                    </a:lnTo>
                    <a:lnTo>
                      <a:pt x="4" y="170"/>
                    </a:lnTo>
                    <a:lnTo>
                      <a:pt x="7" y="167"/>
                    </a:lnTo>
                    <a:lnTo>
                      <a:pt x="11" y="165"/>
                    </a:lnTo>
                    <a:lnTo>
                      <a:pt x="13" y="162"/>
                    </a:lnTo>
                    <a:lnTo>
                      <a:pt x="16" y="159"/>
                    </a:lnTo>
                    <a:lnTo>
                      <a:pt x="18" y="155"/>
                    </a:lnTo>
                    <a:lnTo>
                      <a:pt x="21" y="151"/>
                    </a:lnTo>
                    <a:lnTo>
                      <a:pt x="23" y="148"/>
                    </a:lnTo>
                    <a:lnTo>
                      <a:pt x="27" y="113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1" y="111"/>
                    </a:lnTo>
                    <a:lnTo>
                      <a:pt x="19" y="111"/>
                    </a:lnTo>
                    <a:lnTo>
                      <a:pt x="17" y="111"/>
                    </a:lnTo>
                    <a:lnTo>
                      <a:pt x="16" y="110"/>
                    </a:lnTo>
                    <a:lnTo>
                      <a:pt x="14" y="110"/>
                    </a:lnTo>
                    <a:lnTo>
                      <a:pt x="12" y="110"/>
                    </a:lnTo>
                    <a:lnTo>
                      <a:pt x="4" y="81"/>
                    </a:lnTo>
                    <a:lnTo>
                      <a:pt x="13" y="60"/>
                    </a:lnTo>
                    <a:lnTo>
                      <a:pt x="11" y="58"/>
                    </a:lnTo>
                    <a:lnTo>
                      <a:pt x="10" y="57"/>
                    </a:lnTo>
                    <a:lnTo>
                      <a:pt x="7" y="56"/>
                    </a:lnTo>
                    <a:lnTo>
                      <a:pt x="6" y="55"/>
                    </a:lnTo>
                    <a:lnTo>
                      <a:pt x="5" y="54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6" y="45"/>
                    </a:lnTo>
                    <a:lnTo>
                      <a:pt x="11" y="40"/>
                    </a:lnTo>
                    <a:lnTo>
                      <a:pt x="15" y="36"/>
                    </a:lnTo>
                    <a:lnTo>
                      <a:pt x="20" y="32"/>
                    </a:lnTo>
                    <a:lnTo>
                      <a:pt x="24" y="29"/>
                    </a:lnTo>
                    <a:lnTo>
                      <a:pt x="30" y="24"/>
                    </a:lnTo>
                    <a:lnTo>
                      <a:pt x="35" y="21"/>
                    </a:lnTo>
                    <a:lnTo>
                      <a:pt x="41" y="18"/>
                    </a:lnTo>
                    <a:lnTo>
                      <a:pt x="46" y="15"/>
                    </a:lnTo>
                    <a:lnTo>
                      <a:pt x="51" y="13"/>
                    </a:lnTo>
                    <a:lnTo>
                      <a:pt x="58" y="9"/>
                    </a:lnTo>
                    <a:lnTo>
                      <a:pt x="63" y="7"/>
                    </a:lnTo>
                    <a:lnTo>
                      <a:pt x="69" y="5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2" y="1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4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5" name="Freeform 1080"/>
              <p:cNvSpPr>
                <a:spLocks/>
              </p:cNvSpPr>
              <p:nvPr/>
            </p:nvSpPr>
            <p:spPr bwMode="auto">
              <a:xfrm>
                <a:off x="2107" y="3164"/>
                <a:ext cx="26" cy="38"/>
              </a:xfrm>
              <a:custGeom>
                <a:avLst/>
                <a:gdLst>
                  <a:gd name="T0" fmla="*/ 26 w 26"/>
                  <a:gd name="T1" fmla="*/ 38 h 38"/>
                  <a:gd name="T2" fmla="*/ 24 w 26"/>
                  <a:gd name="T3" fmla="*/ 37 h 38"/>
                  <a:gd name="T4" fmla="*/ 23 w 26"/>
                  <a:gd name="T5" fmla="*/ 37 h 38"/>
                  <a:gd name="T6" fmla="*/ 21 w 26"/>
                  <a:gd name="T7" fmla="*/ 38 h 38"/>
                  <a:gd name="T8" fmla="*/ 19 w 26"/>
                  <a:gd name="T9" fmla="*/ 38 h 38"/>
                  <a:gd name="T10" fmla="*/ 17 w 26"/>
                  <a:gd name="T11" fmla="*/ 38 h 38"/>
                  <a:gd name="T12" fmla="*/ 16 w 26"/>
                  <a:gd name="T13" fmla="*/ 37 h 38"/>
                  <a:gd name="T14" fmla="*/ 15 w 26"/>
                  <a:gd name="T15" fmla="*/ 35 h 38"/>
                  <a:gd name="T16" fmla="*/ 15 w 26"/>
                  <a:gd name="T17" fmla="*/ 34 h 38"/>
                  <a:gd name="T18" fmla="*/ 13 w 26"/>
                  <a:gd name="T19" fmla="*/ 32 h 38"/>
                  <a:gd name="T20" fmla="*/ 12 w 26"/>
                  <a:gd name="T21" fmla="*/ 31 h 38"/>
                  <a:gd name="T22" fmla="*/ 10 w 26"/>
                  <a:gd name="T23" fmla="*/ 30 h 38"/>
                  <a:gd name="T24" fmla="*/ 9 w 26"/>
                  <a:gd name="T25" fmla="*/ 31 h 38"/>
                  <a:gd name="T26" fmla="*/ 7 w 26"/>
                  <a:gd name="T27" fmla="*/ 31 h 38"/>
                  <a:gd name="T28" fmla="*/ 6 w 26"/>
                  <a:gd name="T29" fmla="*/ 32 h 38"/>
                  <a:gd name="T30" fmla="*/ 4 w 26"/>
                  <a:gd name="T31" fmla="*/ 32 h 38"/>
                  <a:gd name="T32" fmla="*/ 2 w 26"/>
                  <a:gd name="T33" fmla="*/ 32 h 38"/>
                  <a:gd name="T34" fmla="*/ 0 w 26"/>
                  <a:gd name="T35" fmla="*/ 35 h 38"/>
                  <a:gd name="T36" fmla="*/ 1 w 26"/>
                  <a:gd name="T37" fmla="*/ 33 h 38"/>
                  <a:gd name="T38" fmla="*/ 3 w 26"/>
                  <a:gd name="T39" fmla="*/ 30 h 38"/>
                  <a:gd name="T40" fmla="*/ 6 w 26"/>
                  <a:gd name="T41" fmla="*/ 27 h 38"/>
                  <a:gd name="T42" fmla="*/ 9 w 26"/>
                  <a:gd name="T43" fmla="*/ 25 h 38"/>
                  <a:gd name="T44" fmla="*/ 12 w 26"/>
                  <a:gd name="T45" fmla="*/ 22 h 38"/>
                  <a:gd name="T46" fmla="*/ 16 w 26"/>
                  <a:gd name="T47" fmla="*/ 18 h 38"/>
                  <a:gd name="T48" fmla="*/ 18 w 26"/>
                  <a:gd name="T49" fmla="*/ 14 h 38"/>
                  <a:gd name="T50" fmla="*/ 19 w 26"/>
                  <a:gd name="T51" fmla="*/ 10 h 38"/>
                  <a:gd name="T52" fmla="*/ 19 w 26"/>
                  <a:gd name="T53" fmla="*/ 7 h 38"/>
                  <a:gd name="T54" fmla="*/ 19 w 26"/>
                  <a:gd name="T55" fmla="*/ 4 h 38"/>
                  <a:gd name="T56" fmla="*/ 19 w 26"/>
                  <a:gd name="T57" fmla="*/ 1 h 38"/>
                  <a:gd name="T58" fmla="*/ 21 w 26"/>
                  <a:gd name="T59" fmla="*/ 0 h 38"/>
                  <a:gd name="T60" fmla="*/ 26 w 26"/>
                  <a:gd name="T61" fmla="*/ 1 h 38"/>
                  <a:gd name="T62" fmla="*/ 26 w 26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"/>
                  <a:gd name="T97" fmla="*/ 0 h 38"/>
                  <a:gd name="T98" fmla="*/ 26 w 26"/>
                  <a:gd name="T99" fmla="*/ 38 h 3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" h="38">
                    <a:moveTo>
                      <a:pt x="26" y="38"/>
                    </a:moveTo>
                    <a:lnTo>
                      <a:pt x="24" y="37"/>
                    </a:lnTo>
                    <a:lnTo>
                      <a:pt x="23" y="37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3" y="32"/>
                    </a:lnTo>
                    <a:lnTo>
                      <a:pt x="12" y="31"/>
                    </a:lnTo>
                    <a:lnTo>
                      <a:pt x="10" y="30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5"/>
                    </a:lnTo>
                    <a:lnTo>
                      <a:pt x="1" y="33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6" y="18"/>
                    </a:lnTo>
                    <a:lnTo>
                      <a:pt x="18" y="14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9" y="4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6" y="1"/>
                    </a:lnTo>
                    <a:lnTo>
                      <a:pt x="26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6" name="Freeform 1081"/>
              <p:cNvSpPr>
                <a:spLocks/>
              </p:cNvSpPr>
              <p:nvPr/>
            </p:nvSpPr>
            <p:spPr bwMode="auto">
              <a:xfrm>
                <a:off x="2140" y="3173"/>
                <a:ext cx="37" cy="68"/>
              </a:xfrm>
              <a:custGeom>
                <a:avLst/>
                <a:gdLst>
                  <a:gd name="T0" fmla="*/ 11 w 37"/>
                  <a:gd name="T1" fmla="*/ 5 h 68"/>
                  <a:gd name="T2" fmla="*/ 16 w 37"/>
                  <a:gd name="T3" fmla="*/ 3 h 68"/>
                  <a:gd name="T4" fmla="*/ 20 w 37"/>
                  <a:gd name="T5" fmla="*/ 3 h 68"/>
                  <a:gd name="T6" fmla="*/ 22 w 37"/>
                  <a:gd name="T7" fmla="*/ 5 h 68"/>
                  <a:gd name="T8" fmla="*/ 25 w 37"/>
                  <a:gd name="T9" fmla="*/ 7 h 68"/>
                  <a:gd name="T10" fmla="*/ 28 w 37"/>
                  <a:gd name="T11" fmla="*/ 10 h 68"/>
                  <a:gd name="T12" fmla="*/ 30 w 37"/>
                  <a:gd name="T13" fmla="*/ 13 h 68"/>
                  <a:gd name="T14" fmla="*/ 33 w 37"/>
                  <a:gd name="T15" fmla="*/ 15 h 68"/>
                  <a:gd name="T16" fmla="*/ 37 w 37"/>
                  <a:gd name="T17" fmla="*/ 15 h 68"/>
                  <a:gd name="T18" fmla="*/ 37 w 37"/>
                  <a:gd name="T19" fmla="*/ 20 h 68"/>
                  <a:gd name="T20" fmla="*/ 35 w 37"/>
                  <a:gd name="T21" fmla="*/ 23 h 68"/>
                  <a:gd name="T22" fmla="*/ 32 w 37"/>
                  <a:gd name="T23" fmla="*/ 25 h 68"/>
                  <a:gd name="T24" fmla="*/ 28 w 37"/>
                  <a:gd name="T25" fmla="*/ 28 h 68"/>
                  <a:gd name="T26" fmla="*/ 23 w 37"/>
                  <a:gd name="T27" fmla="*/ 29 h 68"/>
                  <a:gd name="T28" fmla="*/ 19 w 37"/>
                  <a:gd name="T29" fmla="*/ 31 h 68"/>
                  <a:gd name="T30" fmla="*/ 16 w 37"/>
                  <a:gd name="T31" fmla="*/ 34 h 68"/>
                  <a:gd name="T32" fmla="*/ 13 w 37"/>
                  <a:gd name="T33" fmla="*/ 38 h 68"/>
                  <a:gd name="T34" fmla="*/ 11 w 37"/>
                  <a:gd name="T35" fmla="*/ 42 h 68"/>
                  <a:gd name="T36" fmla="*/ 11 w 37"/>
                  <a:gd name="T37" fmla="*/ 46 h 68"/>
                  <a:gd name="T38" fmla="*/ 10 w 37"/>
                  <a:gd name="T39" fmla="*/ 50 h 68"/>
                  <a:gd name="T40" fmla="*/ 9 w 37"/>
                  <a:gd name="T41" fmla="*/ 54 h 68"/>
                  <a:gd name="T42" fmla="*/ 8 w 37"/>
                  <a:gd name="T43" fmla="*/ 59 h 68"/>
                  <a:gd name="T44" fmla="*/ 7 w 37"/>
                  <a:gd name="T45" fmla="*/ 63 h 68"/>
                  <a:gd name="T46" fmla="*/ 4 w 37"/>
                  <a:gd name="T47" fmla="*/ 66 h 68"/>
                  <a:gd name="T48" fmla="*/ 1 w 37"/>
                  <a:gd name="T49" fmla="*/ 68 h 68"/>
                  <a:gd name="T50" fmla="*/ 0 w 37"/>
                  <a:gd name="T51" fmla="*/ 0 h 68"/>
                  <a:gd name="T52" fmla="*/ 2 w 37"/>
                  <a:gd name="T53" fmla="*/ 0 h 68"/>
                  <a:gd name="T54" fmla="*/ 4 w 37"/>
                  <a:gd name="T55" fmla="*/ 0 h 68"/>
                  <a:gd name="T56" fmla="*/ 5 w 37"/>
                  <a:gd name="T57" fmla="*/ 0 h 68"/>
                  <a:gd name="T58" fmla="*/ 6 w 37"/>
                  <a:gd name="T59" fmla="*/ 1 h 68"/>
                  <a:gd name="T60" fmla="*/ 7 w 37"/>
                  <a:gd name="T61" fmla="*/ 2 h 68"/>
                  <a:gd name="T62" fmla="*/ 9 w 37"/>
                  <a:gd name="T63" fmla="*/ 3 h 68"/>
                  <a:gd name="T64" fmla="*/ 10 w 37"/>
                  <a:gd name="T65" fmla="*/ 3 h 68"/>
                  <a:gd name="T66" fmla="*/ 11 w 37"/>
                  <a:gd name="T67" fmla="*/ 5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"/>
                  <a:gd name="T103" fmla="*/ 0 h 68"/>
                  <a:gd name="T104" fmla="*/ 37 w 37"/>
                  <a:gd name="T105" fmla="*/ 68 h 6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" h="68">
                    <a:moveTo>
                      <a:pt x="11" y="5"/>
                    </a:moveTo>
                    <a:lnTo>
                      <a:pt x="16" y="3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25" y="7"/>
                    </a:lnTo>
                    <a:lnTo>
                      <a:pt x="28" y="10"/>
                    </a:lnTo>
                    <a:lnTo>
                      <a:pt x="30" y="13"/>
                    </a:lnTo>
                    <a:lnTo>
                      <a:pt x="33" y="15"/>
                    </a:lnTo>
                    <a:lnTo>
                      <a:pt x="37" y="15"/>
                    </a:lnTo>
                    <a:lnTo>
                      <a:pt x="37" y="20"/>
                    </a:lnTo>
                    <a:lnTo>
                      <a:pt x="35" y="23"/>
                    </a:lnTo>
                    <a:lnTo>
                      <a:pt x="32" y="25"/>
                    </a:lnTo>
                    <a:lnTo>
                      <a:pt x="28" y="28"/>
                    </a:lnTo>
                    <a:lnTo>
                      <a:pt x="23" y="29"/>
                    </a:lnTo>
                    <a:lnTo>
                      <a:pt x="19" y="31"/>
                    </a:lnTo>
                    <a:lnTo>
                      <a:pt x="16" y="34"/>
                    </a:lnTo>
                    <a:lnTo>
                      <a:pt x="13" y="38"/>
                    </a:lnTo>
                    <a:lnTo>
                      <a:pt x="11" y="42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9" y="54"/>
                    </a:lnTo>
                    <a:lnTo>
                      <a:pt x="8" y="59"/>
                    </a:lnTo>
                    <a:lnTo>
                      <a:pt x="7" y="63"/>
                    </a:lnTo>
                    <a:lnTo>
                      <a:pt x="4" y="66"/>
                    </a:lnTo>
                    <a:lnTo>
                      <a:pt x="1" y="6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7" name="Freeform 1082"/>
              <p:cNvSpPr>
                <a:spLocks/>
              </p:cNvSpPr>
              <p:nvPr/>
            </p:nvSpPr>
            <p:spPr bwMode="auto">
              <a:xfrm>
                <a:off x="2013" y="3194"/>
                <a:ext cx="6" cy="8"/>
              </a:xfrm>
              <a:custGeom>
                <a:avLst/>
                <a:gdLst>
                  <a:gd name="T0" fmla="*/ 5 w 6"/>
                  <a:gd name="T1" fmla="*/ 8 h 8"/>
                  <a:gd name="T2" fmla="*/ 0 w 6"/>
                  <a:gd name="T3" fmla="*/ 7 h 8"/>
                  <a:gd name="T4" fmla="*/ 3 w 6"/>
                  <a:gd name="T5" fmla="*/ 0 h 8"/>
                  <a:gd name="T6" fmla="*/ 5 w 6"/>
                  <a:gd name="T7" fmla="*/ 2 h 8"/>
                  <a:gd name="T8" fmla="*/ 6 w 6"/>
                  <a:gd name="T9" fmla="*/ 3 h 8"/>
                  <a:gd name="T10" fmla="*/ 6 w 6"/>
                  <a:gd name="T11" fmla="*/ 7 h 8"/>
                  <a:gd name="T12" fmla="*/ 5 w 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8"/>
                  <a:gd name="T23" fmla="*/ 6 w 6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8">
                    <a:moveTo>
                      <a:pt x="5" y="8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8" name="Freeform 1083"/>
              <p:cNvSpPr>
                <a:spLocks/>
              </p:cNvSpPr>
              <p:nvPr/>
            </p:nvSpPr>
            <p:spPr bwMode="auto">
              <a:xfrm>
                <a:off x="2140" y="3203"/>
                <a:ext cx="77" cy="202"/>
              </a:xfrm>
              <a:custGeom>
                <a:avLst/>
                <a:gdLst>
                  <a:gd name="T0" fmla="*/ 44 w 77"/>
                  <a:gd name="T1" fmla="*/ 5 h 202"/>
                  <a:gd name="T2" fmla="*/ 51 w 77"/>
                  <a:gd name="T3" fmla="*/ 17 h 202"/>
                  <a:gd name="T4" fmla="*/ 56 w 77"/>
                  <a:gd name="T5" fmla="*/ 30 h 202"/>
                  <a:gd name="T6" fmla="*/ 60 w 77"/>
                  <a:gd name="T7" fmla="*/ 45 h 202"/>
                  <a:gd name="T8" fmla="*/ 55 w 77"/>
                  <a:gd name="T9" fmla="*/ 57 h 202"/>
                  <a:gd name="T10" fmla="*/ 60 w 77"/>
                  <a:gd name="T11" fmla="*/ 66 h 202"/>
                  <a:gd name="T12" fmla="*/ 65 w 77"/>
                  <a:gd name="T13" fmla="*/ 73 h 202"/>
                  <a:gd name="T14" fmla="*/ 70 w 77"/>
                  <a:gd name="T15" fmla="*/ 81 h 202"/>
                  <a:gd name="T16" fmla="*/ 77 w 77"/>
                  <a:gd name="T17" fmla="*/ 88 h 202"/>
                  <a:gd name="T18" fmla="*/ 76 w 77"/>
                  <a:gd name="T19" fmla="*/ 95 h 202"/>
                  <a:gd name="T20" fmla="*/ 70 w 77"/>
                  <a:gd name="T21" fmla="*/ 99 h 202"/>
                  <a:gd name="T22" fmla="*/ 67 w 77"/>
                  <a:gd name="T23" fmla="*/ 100 h 202"/>
                  <a:gd name="T24" fmla="*/ 64 w 77"/>
                  <a:gd name="T25" fmla="*/ 101 h 202"/>
                  <a:gd name="T26" fmla="*/ 67 w 77"/>
                  <a:gd name="T27" fmla="*/ 114 h 202"/>
                  <a:gd name="T28" fmla="*/ 64 w 77"/>
                  <a:gd name="T29" fmla="*/ 115 h 202"/>
                  <a:gd name="T30" fmla="*/ 63 w 77"/>
                  <a:gd name="T31" fmla="*/ 117 h 202"/>
                  <a:gd name="T32" fmla="*/ 65 w 77"/>
                  <a:gd name="T33" fmla="*/ 118 h 202"/>
                  <a:gd name="T34" fmla="*/ 67 w 77"/>
                  <a:gd name="T35" fmla="*/ 119 h 202"/>
                  <a:gd name="T36" fmla="*/ 67 w 77"/>
                  <a:gd name="T37" fmla="*/ 121 h 202"/>
                  <a:gd name="T38" fmla="*/ 63 w 77"/>
                  <a:gd name="T39" fmla="*/ 126 h 202"/>
                  <a:gd name="T40" fmla="*/ 63 w 77"/>
                  <a:gd name="T41" fmla="*/ 133 h 202"/>
                  <a:gd name="T42" fmla="*/ 65 w 77"/>
                  <a:gd name="T43" fmla="*/ 141 h 202"/>
                  <a:gd name="T44" fmla="*/ 64 w 77"/>
                  <a:gd name="T45" fmla="*/ 148 h 202"/>
                  <a:gd name="T46" fmla="*/ 55 w 77"/>
                  <a:gd name="T47" fmla="*/ 151 h 202"/>
                  <a:gd name="T48" fmla="*/ 46 w 77"/>
                  <a:gd name="T49" fmla="*/ 153 h 202"/>
                  <a:gd name="T50" fmla="*/ 37 w 77"/>
                  <a:gd name="T51" fmla="*/ 155 h 202"/>
                  <a:gd name="T52" fmla="*/ 29 w 77"/>
                  <a:gd name="T53" fmla="*/ 158 h 202"/>
                  <a:gd name="T54" fmla="*/ 20 w 77"/>
                  <a:gd name="T55" fmla="*/ 165 h 202"/>
                  <a:gd name="T56" fmla="*/ 14 w 77"/>
                  <a:gd name="T57" fmla="*/ 175 h 202"/>
                  <a:gd name="T58" fmla="*/ 8 w 77"/>
                  <a:gd name="T59" fmla="*/ 186 h 202"/>
                  <a:gd name="T60" fmla="*/ 3 w 77"/>
                  <a:gd name="T61" fmla="*/ 196 h 202"/>
                  <a:gd name="T62" fmla="*/ 0 w 77"/>
                  <a:gd name="T63" fmla="*/ 64 h 202"/>
                  <a:gd name="T64" fmla="*/ 5 w 77"/>
                  <a:gd name="T65" fmla="*/ 59 h 202"/>
                  <a:gd name="T66" fmla="*/ 11 w 77"/>
                  <a:gd name="T67" fmla="*/ 54 h 202"/>
                  <a:gd name="T68" fmla="*/ 16 w 77"/>
                  <a:gd name="T69" fmla="*/ 48 h 202"/>
                  <a:gd name="T70" fmla="*/ 18 w 77"/>
                  <a:gd name="T71" fmla="*/ 41 h 202"/>
                  <a:gd name="T72" fmla="*/ 16 w 77"/>
                  <a:gd name="T73" fmla="*/ 24 h 202"/>
                  <a:gd name="T74" fmla="*/ 19 w 77"/>
                  <a:gd name="T75" fmla="*/ 8 h 202"/>
                  <a:gd name="T76" fmla="*/ 23 w 77"/>
                  <a:gd name="T77" fmla="*/ 5 h 202"/>
                  <a:gd name="T78" fmla="*/ 28 w 77"/>
                  <a:gd name="T79" fmla="*/ 2 h 202"/>
                  <a:gd name="T80" fmla="*/ 33 w 77"/>
                  <a:gd name="T81" fmla="*/ 0 h 202"/>
                  <a:gd name="T82" fmla="*/ 39 w 77"/>
                  <a:gd name="T83" fmla="*/ 0 h 20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7"/>
                  <a:gd name="T127" fmla="*/ 0 h 202"/>
                  <a:gd name="T128" fmla="*/ 77 w 77"/>
                  <a:gd name="T129" fmla="*/ 202 h 20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7" h="202">
                    <a:moveTo>
                      <a:pt x="39" y="0"/>
                    </a:moveTo>
                    <a:lnTo>
                      <a:pt x="44" y="5"/>
                    </a:lnTo>
                    <a:lnTo>
                      <a:pt x="48" y="11"/>
                    </a:lnTo>
                    <a:lnTo>
                      <a:pt x="51" y="17"/>
                    </a:lnTo>
                    <a:lnTo>
                      <a:pt x="54" y="23"/>
                    </a:lnTo>
                    <a:lnTo>
                      <a:pt x="56" y="30"/>
                    </a:lnTo>
                    <a:lnTo>
                      <a:pt x="58" y="37"/>
                    </a:lnTo>
                    <a:lnTo>
                      <a:pt x="60" y="45"/>
                    </a:lnTo>
                    <a:lnTo>
                      <a:pt x="60" y="52"/>
                    </a:lnTo>
                    <a:lnTo>
                      <a:pt x="55" y="57"/>
                    </a:lnTo>
                    <a:lnTo>
                      <a:pt x="56" y="62"/>
                    </a:lnTo>
                    <a:lnTo>
                      <a:pt x="60" y="66"/>
                    </a:lnTo>
                    <a:lnTo>
                      <a:pt x="62" y="70"/>
                    </a:lnTo>
                    <a:lnTo>
                      <a:pt x="65" y="73"/>
                    </a:lnTo>
                    <a:lnTo>
                      <a:pt x="67" y="77"/>
                    </a:lnTo>
                    <a:lnTo>
                      <a:pt x="70" y="81"/>
                    </a:lnTo>
                    <a:lnTo>
                      <a:pt x="73" y="84"/>
                    </a:lnTo>
                    <a:lnTo>
                      <a:pt x="77" y="88"/>
                    </a:lnTo>
                    <a:lnTo>
                      <a:pt x="77" y="92"/>
                    </a:lnTo>
                    <a:lnTo>
                      <a:pt x="76" y="95"/>
                    </a:lnTo>
                    <a:lnTo>
                      <a:pt x="73" y="97"/>
                    </a:lnTo>
                    <a:lnTo>
                      <a:pt x="70" y="99"/>
                    </a:lnTo>
                    <a:lnTo>
                      <a:pt x="69" y="99"/>
                    </a:lnTo>
                    <a:lnTo>
                      <a:pt x="67" y="100"/>
                    </a:lnTo>
                    <a:lnTo>
                      <a:pt x="65" y="100"/>
                    </a:lnTo>
                    <a:lnTo>
                      <a:pt x="64" y="101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5" y="115"/>
                    </a:lnTo>
                    <a:lnTo>
                      <a:pt x="64" y="115"/>
                    </a:lnTo>
                    <a:lnTo>
                      <a:pt x="62" y="117"/>
                    </a:lnTo>
                    <a:lnTo>
                      <a:pt x="63" y="117"/>
                    </a:lnTo>
                    <a:lnTo>
                      <a:pt x="64" y="118"/>
                    </a:lnTo>
                    <a:lnTo>
                      <a:pt x="65" y="118"/>
                    </a:lnTo>
                    <a:lnTo>
                      <a:pt x="66" y="119"/>
                    </a:lnTo>
                    <a:lnTo>
                      <a:pt x="67" y="119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6" y="123"/>
                    </a:lnTo>
                    <a:lnTo>
                      <a:pt x="63" y="126"/>
                    </a:lnTo>
                    <a:lnTo>
                      <a:pt x="62" y="129"/>
                    </a:lnTo>
                    <a:lnTo>
                      <a:pt x="63" y="133"/>
                    </a:lnTo>
                    <a:lnTo>
                      <a:pt x="64" y="137"/>
                    </a:lnTo>
                    <a:lnTo>
                      <a:pt x="65" y="141"/>
                    </a:lnTo>
                    <a:lnTo>
                      <a:pt x="65" y="145"/>
                    </a:lnTo>
                    <a:lnTo>
                      <a:pt x="64" y="148"/>
                    </a:lnTo>
                    <a:lnTo>
                      <a:pt x="60" y="151"/>
                    </a:lnTo>
                    <a:lnTo>
                      <a:pt x="55" y="151"/>
                    </a:lnTo>
                    <a:lnTo>
                      <a:pt x="51" y="152"/>
                    </a:lnTo>
                    <a:lnTo>
                      <a:pt x="46" y="153"/>
                    </a:lnTo>
                    <a:lnTo>
                      <a:pt x="41" y="155"/>
                    </a:lnTo>
                    <a:lnTo>
                      <a:pt x="37" y="155"/>
                    </a:lnTo>
                    <a:lnTo>
                      <a:pt x="33" y="157"/>
                    </a:lnTo>
                    <a:lnTo>
                      <a:pt x="29" y="158"/>
                    </a:lnTo>
                    <a:lnTo>
                      <a:pt x="24" y="161"/>
                    </a:lnTo>
                    <a:lnTo>
                      <a:pt x="20" y="165"/>
                    </a:lnTo>
                    <a:lnTo>
                      <a:pt x="17" y="170"/>
                    </a:lnTo>
                    <a:lnTo>
                      <a:pt x="14" y="175"/>
                    </a:lnTo>
                    <a:lnTo>
                      <a:pt x="10" y="180"/>
                    </a:lnTo>
                    <a:lnTo>
                      <a:pt x="8" y="186"/>
                    </a:lnTo>
                    <a:lnTo>
                      <a:pt x="5" y="191"/>
                    </a:lnTo>
                    <a:lnTo>
                      <a:pt x="3" y="196"/>
                    </a:lnTo>
                    <a:lnTo>
                      <a:pt x="0" y="202"/>
                    </a:lnTo>
                    <a:lnTo>
                      <a:pt x="0" y="64"/>
                    </a:lnTo>
                    <a:lnTo>
                      <a:pt x="3" y="62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4"/>
                    </a:lnTo>
                    <a:lnTo>
                      <a:pt x="14" y="51"/>
                    </a:lnTo>
                    <a:lnTo>
                      <a:pt x="16" y="48"/>
                    </a:lnTo>
                    <a:lnTo>
                      <a:pt x="17" y="45"/>
                    </a:lnTo>
                    <a:lnTo>
                      <a:pt x="18" y="41"/>
                    </a:lnTo>
                    <a:lnTo>
                      <a:pt x="17" y="33"/>
                    </a:lnTo>
                    <a:lnTo>
                      <a:pt x="16" y="24"/>
                    </a:lnTo>
                    <a:lnTo>
                      <a:pt x="17" y="17"/>
                    </a:lnTo>
                    <a:lnTo>
                      <a:pt x="19" y="8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31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9" name="Freeform 1084"/>
              <p:cNvSpPr>
                <a:spLocks/>
              </p:cNvSpPr>
              <p:nvPr/>
            </p:nvSpPr>
            <p:spPr bwMode="auto">
              <a:xfrm>
                <a:off x="1991" y="3205"/>
                <a:ext cx="32" cy="37"/>
              </a:xfrm>
              <a:custGeom>
                <a:avLst/>
                <a:gdLst>
                  <a:gd name="T0" fmla="*/ 32 w 32"/>
                  <a:gd name="T1" fmla="*/ 0 h 37"/>
                  <a:gd name="T2" fmla="*/ 30 w 32"/>
                  <a:gd name="T3" fmla="*/ 5 h 37"/>
                  <a:gd name="T4" fmla="*/ 28 w 32"/>
                  <a:gd name="T5" fmla="*/ 9 h 37"/>
                  <a:gd name="T6" fmla="*/ 28 w 32"/>
                  <a:gd name="T7" fmla="*/ 14 h 37"/>
                  <a:gd name="T8" fmla="*/ 28 w 32"/>
                  <a:gd name="T9" fmla="*/ 18 h 37"/>
                  <a:gd name="T10" fmla="*/ 28 w 32"/>
                  <a:gd name="T11" fmla="*/ 23 h 37"/>
                  <a:gd name="T12" fmla="*/ 29 w 32"/>
                  <a:gd name="T13" fmla="*/ 28 h 37"/>
                  <a:gd name="T14" fmla="*/ 30 w 32"/>
                  <a:gd name="T15" fmla="*/ 33 h 37"/>
                  <a:gd name="T16" fmla="*/ 31 w 32"/>
                  <a:gd name="T17" fmla="*/ 37 h 37"/>
                  <a:gd name="T18" fmla="*/ 0 w 32"/>
                  <a:gd name="T19" fmla="*/ 37 h 37"/>
                  <a:gd name="T20" fmla="*/ 2 w 32"/>
                  <a:gd name="T21" fmla="*/ 31 h 37"/>
                  <a:gd name="T22" fmla="*/ 4 w 32"/>
                  <a:gd name="T23" fmla="*/ 24 h 37"/>
                  <a:gd name="T24" fmla="*/ 7 w 32"/>
                  <a:gd name="T25" fmla="*/ 18 h 37"/>
                  <a:gd name="T26" fmla="*/ 10 w 32"/>
                  <a:gd name="T27" fmla="*/ 12 h 37"/>
                  <a:gd name="T28" fmla="*/ 13 w 32"/>
                  <a:gd name="T29" fmla="*/ 6 h 37"/>
                  <a:gd name="T30" fmla="*/ 18 w 32"/>
                  <a:gd name="T31" fmla="*/ 2 h 37"/>
                  <a:gd name="T32" fmla="*/ 24 w 32"/>
                  <a:gd name="T33" fmla="*/ 0 h 37"/>
                  <a:gd name="T34" fmla="*/ 32 w 3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2"/>
                  <a:gd name="T55" fmla="*/ 0 h 37"/>
                  <a:gd name="T56" fmla="*/ 32 w 32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2" h="37">
                    <a:moveTo>
                      <a:pt x="32" y="0"/>
                    </a:moveTo>
                    <a:lnTo>
                      <a:pt x="30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18"/>
                    </a:lnTo>
                    <a:lnTo>
                      <a:pt x="28" y="23"/>
                    </a:lnTo>
                    <a:lnTo>
                      <a:pt x="29" y="28"/>
                    </a:lnTo>
                    <a:lnTo>
                      <a:pt x="30" y="33"/>
                    </a:lnTo>
                    <a:lnTo>
                      <a:pt x="31" y="37"/>
                    </a:lnTo>
                    <a:lnTo>
                      <a:pt x="0" y="37"/>
                    </a:lnTo>
                    <a:lnTo>
                      <a:pt x="2" y="31"/>
                    </a:lnTo>
                    <a:lnTo>
                      <a:pt x="4" y="24"/>
                    </a:lnTo>
                    <a:lnTo>
                      <a:pt x="7" y="18"/>
                    </a:lnTo>
                    <a:lnTo>
                      <a:pt x="10" y="12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0" name="Freeform 1085"/>
              <p:cNvSpPr>
                <a:spLocks/>
              </p:cNvSpPr>
              <p:nvPr/>
            </p:nvSpPr>
            <p:spPr bwMode="auto">
              <a:xfrm>
                <a:off x="2109" y="3205"/>
                <a:ext cx="24" cy="37"/>
              </a:xfrm>
              <a:custGeom>
                <a:avLst/>
                <a:gdLst>
                  <a:gd name="T0" fmla="*/ 24 w 24"/>
                  <a:gd name="T1" fmla="*/ 37 h 37"/>
                  <a:gd name="T2" fmla="*/ 0 w 24"/>
                  <a:gd name="T3" fmla="*/ 37 h 37"/>
                  <a:gd name="T4" fmla="*/ 2 w 24"/>
                  <a:gd name="T5" fmla="*/ 34 h 37"/>
                  <a:gd name="T6" fmla="*/ 3 w 24"/>
                  <a:gd name="T7" fmla="*/ 31 h 37"/>
                  <a:gd name="T8" fmla="*/ 4 w 24"/>
                  <a:gd name="T9" fmla="*/ 27 h 37"/>
                  <a:gd name="T10" fmla="*/ 6 w 24"/>
                  <a:gd name="T11" fmla="*/ 23 h 37"/>
                  <a:gd name="T12" fmla="*/ 7 w 24"/>
                  <a:gd name="T13" fmla="*/ 20 h 37"/>
                  <a:gd name="T14" fmla="*/ 9 w 24"/>
                  <a:gd name="T15" fmla="*/ 17 h 37"/>
                  <a:gd name="T16" fmla="*/ 13 w 24"/>
                  <a:gd name="T17" fmla="*/ 14 h 37"/>
                  <a:gd name="T18" fmla="*/ 16 w 24"/>
                  <a:gd name="T19" fmla="*/ 12 h 37"/>
                  <a:gd name="T20" fmla="*/ 15 w 24"/>
                  <a:gd name="T21" fmla="*/ 0 h 37"/>
                  <a:gd name="T22" fmla="*/ 24 w 24"/>
                  <a:gd name="T23" fmla="*/ 0 h 37"/>
                  <a:gd name="T24" fmla="*/ 24 w 24"/>
                  <a:gd name="T25" fmla="*/ 37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37"/>
                  <a:gd name="T41" fmla="*/ 24 w 24"/>
                  <a:gd name="T42" fmla="*/ 37 h 3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37">
                    <a:moveTo>
                      <a:pt x="24" y="37"/>
                    </a:moveTo>
                    <a:lnTo>
                      <a:pt x="0" y="37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4" y="27"/>
                    </a:lnTo>
                    <a:lnTo>
                      <a:pt x="6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6" y="1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24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1" name="Freeform 1086"/>
              <p:cNvSpPr>
                <a:spLocks/>
              </p:cNvSpPr>
              <p:nvPr/>
            </p:nvSpPr>
            <p:spPr bwMode="auto">
              <a:xfrm>
                <a:off x="2140" y="3236"/>
                <a:ext cx="11" cy="25"/>
              </a:xfrm>
              <a:custGeom>
                <a:avLst/>
                <a:gdLst>
                  <a:gd name="T0" fmla="*/ 0 w 11"/>
                  <a:gd name="T1" fmla="*/ 25 h 25"/>
                  <a:gd name="T2" fmla="*/ 0 w 11"/>
                  <a:gd name="T3" fmla="*/ 10 h 25"/>
                  <a:gd name="T4" fmla="*/ 10 w 11"/>
                  <a:gd name="T5" fmla="*/ 0 h 25"/>
                  <a:gd name="T6" fmla="*/ 11 w 11"/>
                  <a:gd name="T7" fmla="*/ 4 h 25"/>
                  <a:gd name="T8" fmla="*/ 11 w 11"/>
                  <a:gd name="T9" fmla="*/ 8 h 25"/>
                  <a:gd name="T10" fmla="*/ 10 w 11"/>
                  <a:gd name="T11" fmla="*/ 12 h 25"/>
                  <a:gd name="T12" fmla="*/ 9 w 11"/>
                  <a:gd name="T13" fmla="*/ 15 h 25"/>
                  <a:gd name="T14" fmla="*/ 7 w 11"/>
                  <a:gd name="T15" fmla="*/ 18 h 25"/>
                  <a:gd name="T16" fmla="*/ 5 w 11"/>
                  <a:gd name="T17" fmla="*/ 20 h 25"/>
                  <a:gd name="T18" fmla="*/ 2 w 11"/>
                  <a:gd name="T19" fmla="*/ 23 h 25"/>
                  <a:gd name="T20" fmla="*/ 0 w 1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25"/>
                  <a:gd name="T35" fmla="*/ 11 w 11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25">
                    <a:moveTo>
                      <a:pt x="0" y="25"/>
                    </a:moveTo>
                    <a:lnTo>
                      <a:pt x="0" y="10"/>
                    </a:lnTo>
                    <a:lnTo>
                      <a:pt x="10" y="0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8"/>
                    </a:lnTo>
                    <a:lnTo>
                      <a:pt x="5" y="20"/>
                    </a:lnTo>
                    <a:lnTo>
                      <a:pt x="2" y="2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2" name="Freeform 1087"/>
              <p:cNvSpPr>
                <a:spLocks/>
              </p:cNvSpPr>
              <p:nvPr/>
            </p:nvSpPr>
            <p:spPr bwMode="auto">
              <a:xfrm>
                <a:off x="1984" y="3246"/>
                <a:ext cx="54" cy="38"/>
              </a:xfrm>
              <a:custGeom>
                <a:avLst/>
                <a:gdLst>
                  <a:gd name="T0" fmla="*/ 38 w 54"/>
                  <a:gd name="T1" fmla="*/ 0 h 38"/>
                  <a:gd name="T2" fmla="*/ 38 w 54"/>
                  <a:gd name="T3" fmla="*/ 4 h 38"/>
                  <a:gd name="T4" fmla="*/ 39 w 54"/>
                  <a:gd name="T5" fmla="*/ 6 h 38"/>
                  <a:gd name="T6" fmla="*/ 41 w 54"/>
                  <a:gd name="T7" fmla="*/ 7 h 38"/>
                  <a:gd name="T8" fmla="*/ 44 w 54"/>
                  <a:gd name="T9" fmla="*/ 8 h 38"/>
                  <a:gd name="T10" fmla="*/ 47 w 54"/>
                  <a:gd name="T11" fmla="*/ 9 h 38"/>
                  <a:gd name="T12" fmla="*/ 49 w 54"/>
                  <a:gd name="T13" fmla="*/ 9 h 38"/>
                  <a:gd name="T14" fmla="*/ 52 w 54"/>
                  <a:gd name="T15" fmla="*/ 10 h 38"/>
                  <a:gd name="T16" fmla="*/ 54 w 54"/>
                  <a:gd name="T17" fmla="*/ 10 h 38"/>
                  <a:gd name="T18" fmla="*/ 53 w 54"/>
                  <a:gd name="T19" fmla="*/ 37 h 38"/>
                  <a:gd name="T20" fmla="*/ 49 w 54"/>
                  <a:gd name="T21" fmla="*/ 37 h 38"/>
                  <a:gd name="T22" fmla="*/ 46 w 54"/>
                  <a:gd name="T23" fmla="*/ 37 h 38"/>
                  <a:gd name="T24" fmla="*/ 42 w 54"/>
                  <a:gd name="T25" fmla="*/ 37 h 38"/>
                  <a:gd name="T26" fmla="*/ 39 w 54"/>
                  <a:gd name="T27" fmla="*/ 38 h 38"/>
                  <a:gd name="T28" fmla="*/ 36 w 54"/>
                  <a:gd name="T29" fmla="*/ 38 h 38"/>
                  <a:gd name="T30" fmla="*/ 32 w 54"/>
                  <a:gd name="T31" fmla="*/ 38 h 38"/>
                  <a:gd name="T32" fmla="*/ 29 w 54"/>
                  <a:gd name="T33" fmla="*/ 38 h 38"/>
                  <a:gd name="T34" fmla="*/ 25 w 54"/>
                  <a:gd name="T35" fmla="*/ 38 h 38"/>
                  <a:gd name="T36" fmla="*/ 22 w 54"/>
                  <a:gd name="T37" fmla="*/ 38 h 38"/>
                  <a:gd name="T38" fmla="*/ 18 w 54"/>
                  <a:gd name="T39" fmla="*/ 38 h 38"/>
                  <a:gd name="T40" fmla="*/ 15 w 54"/>
                  <a:gd name="T41" fmla="*/ 38 h 38"/>
                  <a:gd name="T42" fmla="*/ 11 w 54"/>
                  <a:gd name="T43" fmla="*/ 38 h 38"/>
                  <a:gd name="T44" fmla="*/ 8 w 54"/>
                  <a:gd name="T45" fmla="*/ 37 h 38"/>
                  <a:gd name="T46" fmla="*/ 5 w 54"/>
                  <a:gd name="T47" fmla="*/ 37 h 38"/>
                  <a:gd name="T48" fmla="*/ 3 w 54"/>
                  <a:gd name="T49" fmla="*/ 37 h 38"/>
                  <a:gd name="T50" fmla="*/ 0 w 54"/>
                  <a:gd name="T51" fmla="*/ 36 h 38"/>
                  <a:gd name="T52" fmla="*/ 5 w 54"/>
                  <a:gd name="T53" fmla="*/ 0 h 38"/>
                  <a:gd name="T54" fmla="*/ 38 w 54"/>
                  <a:gd name="T55" fmla="*/ 0 h 3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4"/>
                  <a:gd name="T85" fmla="*/ 0 h 38"/>
                  <a:gd name="T86" fmla="*/ 54 w 54"/>
                  <a:gd name="T87" fmla="*/ 38 h 3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4" h="38">
                    <a:moveTo>
                      <a:pt x="38" y="0"/>
                    </a:moveTo>
                    <a:lnTo>
                      <a:pt x="38" y="4"/>
                    </a:lnTo>
                    <a:lnTo>
                      <a:pt x="39" y="6"/>
                    </a:lnTo>
                    <a:lnTo>
                      <a:pt x="41" y="7"/>
                    </a:lnTo>
                    <a:lnTo>
                      <a:pt x="44" y="8"/>
                    </a:lnTo>
                    <a:lnTo>
                      <a:pt x="47" y="9"/>
                    </a:lnTo>
                    <a:lnTo>
                      <a:pt x="49" y="9"/>
                    </a:lnTo>
                    <a:lnTo>
                      <a:pt x="52" y="10"/>
                    </a:lnTo>
                    <a:lnTo>
                      <a:pt x="54" y="10"/>
                    </a:lnTo>
                    <a:lnTo>
                      <a:pt x="53" y="37"/>
                    </a:lnTo>
                    <a:lnTo>
                      <a:pt x="49" y="37"/>
                    </a:lnTo>
                    <a:lnTo>
                      <a:pt x="46" y="37"/>
                    </a:lnTo>
                    <a:lnTo>
                      <a:pt x="42" y="37"/>
                    </a:lnTo>
                    <a:lnTo>
                      <a:pt x="39" y="38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5" y="38"/>
                    </a:lnTo>
                    <a:lnTo>
                      <a:pt x="22" y="38"/>
                    </a:lnTo>
                    <a:lnTo>
                      <a:pt x="18" y="38"/>
                    </a:lnTo>
                    <a:lnTo>
                      <a:pt x="15" y="38"/>
                    </a:lnTo>
                    <a:lnTo>
                      <a:pt x="11" y="38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0" y="36"/>
                    </a:lnTo>
                    <a:lnTo>
                      <a:pt x="5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3" name="Freeform 1088"/>
              <p:cNvSpPr>
                <a:spLocks/>
              </p:cNvSpPr>
              <p:nvPr/>
            </p:nvSpPr>
            <p:spPr bwMode="auto">
              <a:xfrm>
                <a:off x="2050" y="3246"/>
                <a:ext cx="84" cy="38"/>
              </a:xfrm>
              <a:custGeom>
                <a:avLst/>
                <a:gdLst>
                  <a:gd name="T0" fmla="*/ 84 w 84"/>
                  <a:gd name="T1" fmla="*/ 2 h 38"/>
                  <a:gd name="T2" fmla="*/ 84 w 84"/>
                  <a:gd name="T3" fmla="*/ 38 h 38"/>
                  <a:gd name="T4" fmla="*/ 0 w 84"/>
                  <a:gd name="T5" fmla="*/ 38 h 38"/>
                  <a:gd name="T6" fmla="*/ 2 w 84"/>
                  <a:gd name="T7" fmla="*/ 34 h 38"/>
                  <a:gd name="T8" fmla="*/ 4 w 84"/>
                  <a:gd name="T9" fmla="*/ 30 h 38"/>
                  <a:gd name="T10" fmla="*/ 7 w 84"/>
                  <a:gd name="T11" fmla="*/ 27 h 38"/>
                  <a:gd name="T12" fmla="*/ 11 w 84"/>
                  <a:gd name="T13" fmla="*/ 26 h 38"/>
                  <a:gd name="T14" fmla="*/ 15 w 84"/>
                  <a:gd name="T15" fmla="*/ 24 h 38"/>
                  <a:gd name="T16" fmla="*/ 19 w 84"/>
                  <a:gd name="T17" fmla="*/ 23 h 38"/>
                  <a:gd name="T18" fmla="*/ 23 w 84"/>
                  <a:gd name="T19" fmla="*/ 22 h 38"/>
                  <a:gd name="T20" fmla="*/ 27 w 84"/>
                  <a:gd name="T21" fmla="*/ 21 h 38"/>
                  <a:gd name="T22" fmla="*/ 25 w 84"/>
                  <a:gd name="T23" fmla="*/ 19 h 38"/>
                  <a:gd name="T24" fmla="*/ 21 w 84"/>
                  <a:gd name="T25" fmla="*/ 18 h 38"/>
                  <a:gd name="T26" fmla="*/ 19 w 84"/>
                  <a:gd name="T27" fmla="*/ 16 h 38"/>
                  <a:gd name="T28" fmla="*/ 16 w 84"/>
                  <a:gd name="T29" fmla="*/ 15 h 38"/>
                  <a:gd name="T30" fmla="*/ 14 w 84"/>
                  <a:gd name="T31" fmla="*/ 14 h 38"/>
                  <a:gd name="T32" fmla="*/ 12 w 84"/>
                  <a:gd name="T33" fmla="*/ 12 h 38"/>
                  <a:gd name="T34" fmla="*/ 12 w 84"/>
                  <a:gd name="T35" fmla="*/ 9 h 38"/>
                  <a:gd name="T36" fmla="*/ 13 w 84"/>
                  <a:gd name="T37" fmla="*/ 5 h 38"/>
                  <a:gd name="T38" fmla="*/ 15 w 84"/>
                  <a:gd name="T39" fmla="*/ 5 h 38"/>
                  <a:gd name="T40" fmla="*/ 17 w 84"/>
                  <a:gd name="T41" fmla="*/ 5 h 38"/>
                  <a:gd name="T42" fmla="*/ 20 w 84"/>
                  <a:gd name="T43" fmla="*/ 6 h 38"/>
                  <a:gd name="T44" fmla="*/ 23 w 84"/>
                  <a:gd name="T45" fmla="*/ 7 h 38"/>
                  <a:gd name="T46" fmla="*/ 26 w 84"/>
                  <a:gd name="T47" fmla="*/ 8 h 38"/>
                  <a:gd name="T48" fmla="*/ 27 w 84"/>
                  <a:gd name="T49" fmla="*/ 10 h 38"/>
                  <a:gd name="T50" fmla="*/ 28 w 84"/>
                  <a:gd name="T51" fmla="*/ 12 h 38"/>
                  <a:gd name="T52" fmla="*/ 29 w 84"/>
                  <a:gd name="T53" fmla="*/ 15 h 38"/>
                  <a:gd name="T54" fmla="*/ 30 w 84"/>
                  <a:gd name="T55" fmla="*/ 16 h 38"/>
                  <a:gd name="T56" fmla="*/ 32 w 84"/>
                  <a:gd name="T57" fmla="*/ 14 h 38"/>
                  <a:gd name="T58" fmla="*/ 33 w 84"/>
                  <a:gd name="T59" fmla="*/ 12 h 38"/>
                  <a:gd name="T60" fmla="*/ 34 w 84"/>
                  <a:gd name="T61" fmla="*/ 10 h 38"/>
                  <a:gd name="T62" fmla="*/ 35 w 84"/>
                  <a:gd name="T63" fmla="*/ 7 h 38"/>
                  <a:gd name="T64" fmla="*/ 36 w 84"/>
                  <a:gd name="T65" fmla="*/ 5 h 38"/>
                  <a:gd name="T66" fmla="*/ 37 w 84"/>
                  <a:gd name="T67" fmla="*/ 4 h 38"/>
                  <a:gd name="T68" fmla="*/ 39 w 84"/>
                  <a:gd name="T69" fmla="*/ 2 h 38"/>
                  <a:gd name="T70" fmla="*/ 43 w 84"/>
                  <a:gd name="T71" fmla="*/ 2 h 38"/>
                  <a:gd name="T72" fmla="*/ 47 w 84"/>
                  <a:gd name="T73" fmla="*/ 7 h 38"/>
                  <a:gd name="T74" fmla="*/ 48 w 84"/>
                  <a:gd name="T75" fmla="*/ 12 h 38"/>
                  <a:gd name="T76" fmla="*/ 49 w 84"/>
                  <a:gd name="T77" fmla="*/ 19 h 38"/>
                  <a:gd name="T78" fmla="*/ 50 w 84"/>
                  <a:gd name="T79" fmla="*/ 25 h 38"/>
                  <a:gd name="T80" fmla="*/ 64 w 84"/>
                  <a:gd name="T81" fmla="*/ 25 h 38"/>
                  <a:gd name="T82" fmla="*/ 64 w 84"/>
                  <a:gd name="T83" fmla="*/ 19 h 38"/>
                  <a:gd name="T84" fmla="*/ 62 w 84"/>
                  <a:gd name="T85" fmla="*/ 13 h 38"/>
                  <a:gd name="T86" fmla="*/ 61 w 84"/>
                  <a:gd name="T87" fmla="*/ 7 h 38"/>
                  <a:gd name="T88" fmla="*/ 60 w 84"/>
                  <a:gd name="T89" fmla="*/ 0 h 38"/>
                  <a:gd name="T90" fmla="*/ 63 w 84"/>
                  <a:gd name="T91" fmla="*/ 0 h 38"/>
                  <a:gd name="T92" fmla="*/ 66 w 84"/>
                  <a:gd name="T93" fmla="*/ 2 h 38"/>
                  <a:gd name="T94" fmla="*/ 69 w 84"/>
                  <a:gd name="T95" fmla="*/ 2 h 38"/>
                  <a:gd name="T96" fmla="*/ 72 w 84"/>
                  <a:gd name="T97" fmla="*/ 2 h 38"/>
                  <a:gd name="T98" fmla="*/ 75 w 84"/>
                  <a:gd name="T99" fmla="*/ 2 h 38"/>
                  <a:gd name="T100" fmla="*/ 78 w 84"/>
                  <a:gd name="T101" fmla="*/ 2 h 38"/>
                  <a:gd name="T102" fmla="*/ 81 w 84"/>
                  <a:gd name="T103" fmla="*/ 2 h 38"/>
                  <a:gd name="T104" fmla="*/ 84 w 84"/>
                  <a:gd name="T105" fmla="*/ 2 h 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38"/>
                  <a:gd name="T161" fmla="*/ 84 w 84"/>
                  <a:gd name="T162" fmla="*/ 38 h 3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38">
                    <a:moveTo>
                      <a:pt x="84" y="2"/>
                    </a:moveTo>
                    <a:lnTo>
                      <a:pt x="84" y="38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7" y="27"/>
                    </a:lnTo>
                    <a:lnTo>
                      <a:pt x="11" y="26"/>
                    </a:lnTo>
                    <a:lnTo>
                      <a:pt x="15" y="24"/>
                    </a:lnTo>
                    <a:lnTo>
                      <a:pt x="19" y="23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25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6" y="15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20" y="6"/>
                    </a:lnTo>
                    <a:lnTo>
                      <a:pt x="23" y="7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28" y="12"/>
                    </a:lnTo>
                    <a:lnTo>
                      <a:pt x="29" y="15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4" y="10"/>
                    </a:lnTo>
                    <a:lnTo>
                      <a:pt x="35" y="7"/>
                    </a:lnTo>
                    <a:lnTo>
                      <a:pt x="36" y="5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3" y="2"/>
                    </a:lnTo>
                    <a:lnTo>
                      <a:pt x="47" y="7"/>
                    </a:lnTo>
                    <a:lnTo>
                      <a:pt x="48" y="12"/>
                    </a:lnTo>
                    <a:lnTo>
                      <a:pt x="49" y="19"/>
                    </a:lnTo>
                    <a:lnTo>
                      <a:pt x="50" y="25"/>
                    </a:lnTo>
                    <a:lnTo>
                      <a:pt x="64" y="25"/>
                    </a:lnTo>
                    <a:lnTo>
                      <a:pt x="64" y="19"/>
                    </a:lnTo>
                    <a:lnTo>
                      <a:pt x="62" y="13"/>
                    </a:lnTo>
                    <a:lnTo>
                      <a:pt x="61" y="7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6" y="2"/>
                    </a:lnTo>
                    <a:lnTo>
                      <a:pt x="69" y="2"/>
                    </a:lnTo>
                    <a:lnTo>
                      <a:pt x="72" y="2"/>
                    </a:lnTo>
                    <a:lnTo>
                      <a:pt x="75" y="2"/>
                    </a:lnTo>
                    <a:lnTo>
                      <a:pt x="78" y="2"/>
                    </a:lnTo>
                    <a:lnTo>
                      <a:pt x="81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4" name="Freeform 1089"/>
              <p:cNvSpPr>
                <a:spLocks/>
              </p:cNvSpPr>
              <p:nvPr/>
            </p:nvSpPr>
            <p:spPr bwMode="auto">
              <a:xfrm>
                <a:off x="1984" y="3288"/>
                <a:ext cx="51" cy="38"/>
              </a:xfrm>
              <a:custGeom>
                <a:avLst/>
                <a:gdLst>
                  <a:gd name="T0" fmla="*/ 51 w 51"/>
                  <a:gd name="T1" fmla="*/ 1 h 38"/>
                  <a:gd name="T2" fmla="*/ 49 w 51"/>
                  <a:gd name="T3" fmla="*/ 8 h 38"/>
                  <a:gd name="T4" fmla="*/ 46 w 51"/>
                  <a:gd name="T5" fmla="*/ 12 h 38"/>
                  <a:gd name="T6" fmla="*/ 40 w 51"/>
                  <a:gd name="T7" fmla="*/ 15 h 38"/>
                  <a:gd name="T8" fmla="*/ 35 w 51"/>
                  <a:gd name="T9" fmla="*/ 17 h 38"/>
                  <a:gd name="T10" fmla="*/ 30 w 51"/>
                  <a:gd name="T11" fmla="*/ 20 h 38"/>
                  <a:gd name="T12" fmla="*/ 26 w 51"/>
                  <a:gd name="T13" fmla="*/ 25 h 38"/>
                  <a:gd name="T14" fmla="*/ 26 w 51"/>
                  <a:gd name="T15" fmla="*/ 30 h 38"/>
                  <a:gd name="T16" fmla="*/ 30 w 51"/>
                  <a:gd name="T17" fmla="*/ 38 h 38"/>
                  <a:gd name="T18" fmla="*/ 5 w 51"/>
                  <a:gd name="T19" fmla="*/ 38 h 38"/>
                  <a:gd name="T20" fmla="*/ 3 w 51"/>
                  <a:gd name="T21" fmla="*/ 28 h 38"/>
                  <a:gd name="T22" fmla="*/ 1 w 51"/>
                  <a:gd name="T23" fmla="*/ 19 h 38"/>
                  <a:gd name="T24" fmla="*/ 0 w 51"/>
                  <a:gd name="T25" fmla="*/ 10 h 38"/>
                  <a:gd name="T26" fmla="*/ 1 w 51"/>
                  <a:gd name="T27" fmla="*/ 0 h 38"/>
                  <a:gd name="T28" fmla="*/ 51 w 51"/>
                  <a:gd name="T29" fmla="*/ 1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1"/>
                  <a:gd name="T46" fmla="*/ 0 h 38"/>
                  <a:gd name="T47" fmla="*/ 51 w 51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1" h="38">
                    <a:moveTo>
                      <a:pt x="51" y="1"/>
                    </a:moveTo>
                    <a:lnTo>
                      <a:pt x="49" y="8"/>
                    </a:lnTo>
                    <a:lnTo>
                      <a:pt x="46" y="12"/>
                    </a:lnTo>
                    <a:lnTo>
                      <a:pt x="40" y="15"/>
                    </a:lnTo>
                    <a:lnTo>
                      <a:pt x="35" y="17"/>
                    </a:lnTo>
                    <a:lnTo>
                      <a:pt x="30" y="20"/>
                    </a:lnTo>
                    <a:lnTo>
                      <a:pt x="26" y="25"/>
                    </a:lnTo>
                    <a:lnTo>
                      <a:pt x="26" y="30"/>
                    </a:lnTo>
                    <a:lnTo>
                      <a:pt x="30" y="38"/>
                    </a:lnTo>
                    <a:lnTo>
                      <a:pt x="5" y="38"/>
                    </a:lnTo>
                    <a:lnTo>
                      <a:pt x="3" y="28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5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5" name="Freeform 1090"/>
              <p:cNvSpPr>
                <a:spLocks/>
              </p:cNvSpPr>
              <p:nvPr/>
            </p:nvSpPr>
            <p:spPr bwMode="auto">
              <a:xfrm>
                <a:off x="2052" y="3288"/>
                <a:ext cx="82" cy="38"/>
              </a:xfrm>
              <a:custGeom>
                <a:avLst/>
                <a:gdLst>
                  <a:gd name="T0" fmla="*/ 82 w 82"/>
                  <a:gd name="T1" fmla="*/ 38 h 38"/>
                  <a:gd name="T2" fmla="*/ 21 w 82"/>
                  <a:gd name="T3" fmla="*/ 38 h 38"/>
                  <a:gd name="T4" fmla="*/ 17 w 82"/>
                  <a:gd name="T5" fmla="*/ 35 h 38"/>
                  <a:gd name="T6" fmla="*/ 13 w 82"/>
                  <a:gd name="T7" fmla="*/ 32 h 38"/>
                  <a:gd name="T8" fmla="*/ 9 w 82"/>
                  <a:gd name="T9" fmla="*/ 28 h 38"/>
                  <a:gd name="T10" fmla="*/ 7 w 82"/>
                  <a:gd name="T11" fmla="*/ 23 h 38"/>
                  <a:gd name="T12" fmla="*/ 4 w 82"/>
                  <a:gd name="T13" fmla="*/ 17 h 38"/>
                  <a:gd name="T14" fmla="*/ 2 w 82"/>
                  <a:gd name="T15" fmla="*/ 11 h 38"/>
                  <a:gd name="T16" fmla="*/ 1 w 82"/>
                  <a:gd name="T17" fmla="*/ 5 h 38"/>
                  <a:gd name="T18" fmla="*/ 0 w 82"/>
                  <a:gd name="T19" fmla="*/ 0 h 38"/>
                  <a:gd name="T20" fmla="*/ 82 w 82"/>
                  <a:gd name="T21" fmla="*/ 1 h 38"/>
                  <a:gd name="T22" fmla="*/ 82 w 82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2"/>
                  <a:gd name="T37" fmla="*/ 0 h 38"/>
                  <a:gd name="T38" fmla="*/ 82 w 82"/>
                  <a:gd name="T39" fmla="*/ 38 h 3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2" h="38">
                    <a:moveTo>
                      <a:pt x="82" y="38"/>
                    </a:moveTo>
                    <a:lnTo>
                      <a:pt x="21" y="38"/>
                    </a:lnTo>
                    <a:lnTo>
                      <a:pt x="17" y="35"/>
                    </a:lnTo>
                    <a:lnTo>
                      <a:pt x="13" y="32"/>
                    </a:lnTo>
                    <a:lnTo>
                      <a:pt x="9" y="28"/>
                    </a:lnTo>
                    <a:lnTo>
                      <a:pt x="7" y="23"/>
                    </a:lnTo>
                    <a:lnTo>
                      <a:pt x="4" y="17"/>
                    </a:lnTo>
                    <a:lnTo>
                      <a:pt x="2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82" y="1"/>
                    </a:lnTo>
                    <a:lnTo>
                      <a:pt x="82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6" name="Freeform 1091"/>
              <p:cNvSpPr>
                <a:spLocks/>
              </p:cNvSpPr>
              <p:nvPr/>
            </p:nvSpPr>
            <p:spPr bwMode="auto">
              <a:xfrm>
                <a:off x="1991" y="3330"/>
                <a:ext cx="47" cy="36"/>
              </a:xfrm>
              <a:custGeom>
                <a:avLst/>
                <a:gdLst>
                  <a:gd name="T0" fmla="*/ 24 w 47"/>
                  <a:gd name="T1" fmla="*/ 1 h 36"/>
                  <a:gd name="T2" fmla="*/ 26 w 47"/>
                  <a:gd name="T3" fmla="*/ 5 h 36"/>
                  <a:gd name="T4" fmla="*/ 27 w 47"/>
                  <a:gd name="T5" fmla="*/ 10 h 36"/>
                  <a:gd name="T6" fmla="*/ 28 w 47"/>
                  <a:gd name="T7" fmla="*/ 15 h 36"/>
                  <a:gd name="T8" fmla="*/ 29 w 47"/>
                  <a:gd name="T9" fmla="*/ 20 h 36"/>
                  <a:gd name="T10" fmla="*/ 30 w 47"/>
                  <a:gd name="T11" fmla="*/ 24 h 36"/>
                  <a:gd name="T12" fmla="*/ 32 w 47"/>
                  <a:gd name="T13" fmla="*/ 29 h 36"/>
                  <a:gd name="T14" fmla="*/ 37 w 47"/>
                  <a:gd name="T15" fmla="*/ 31 h 36"/>
                  <a:gd name="T16" fmla="*/ 42 w 47"/>
                  <a:gd name="T17" fmla="*/ 32 h 36"/>
                  <a:gd name="T18" fmla="*/ 44 w 47"/>
                  <a:gd name="T19" fmla="*/ 32 h 36"/>
                  <a:gd name="T20" fmla="*/ 45 w 47"/>
                  <a:gd name="T21" fmla="*/ 32 h 36"/>
                  <a:gd name="T22" fmla="*/ 46 w 47"/>
                  <a:gd name="T23" fmla="*/ 33 h 36"/>
                  <a:gd name="T24" fmla="*/ 47 w 47"/>
                  <a:gd name="T25" fmla="*/ 34 h 36"/>
                  <a:gd name="T26" fmla="*/ 47 w 47"/>
                  <a:gd name="T27" fmla="*/ 36 h 36"/>
                  <a:gd name="T28" fmla="*/ 17 w 47"/>
                  <a:gd name="T29" fmla="*/ 36 h 36"/>
                  <a:gd name="T30" fmla="*/ 14 w 47"/>
                  <a:gd name="T31" fmla="*/ 32 h 36"/>
                  <a:gd name="T32" fmla="*/ 12 w 47"/>
                  <a:gd name="T33" fmla="*/ 28 h 36"/>
                  <a:gd name="T34" fmla="*/ 9 w 47"/>
                  <a:gd name="T35" fmla="*/ 23 h 36"/>
                  <a:gd name="T36" fmla="*/ 8 w 47"/>
                  <a:gd name="T37" fmla="*/ 19 h 36"/>
                  <a:gd name="T38" fmla="*/ 4 w 47"/>
                  <a:gd name="T39" fmla="*/ 14 h 36"/>
                  <a:gd name="T40" fmla="*/ 3 w 47"/>
                  <a:gd name="T41" fmla="*/ 9 h 36"/>
                  <a:gd name="T42" fmla="*/ 1 w 47"/>
                  <a:gd name="T43" fmla="*/ 5 h 36"/>
                  <a:gd name="T44" fmla="*/ 0 w 47"/>
                  <a:gd name="T45" fmla="*/ 0 h 36"/>
                  <a:gd name="T46" fmla="*/ 24 w 47"/>
                  <a:gd name="T47" fmla="*/ 1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7"/>
                  <a:gd name="T73" fmla="*/ 0 h 36"/>
                  <a:gd name="T74" fmla="*/ 47 w 47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7" h="36">
                    <a:moveTo>
                      <a:pt x="24" y="1"/>
                    </a:moveTo>
                    <a:lnTo>
                      <a:pt x="26" y="5"/>
                    </a:lnTo>
                    <a:lnTo>
                      <a:pt x="27" y="10"/>
                    </a:lnTo>
                    <a:lnTo>
                      <a:pt x="28" y="15"/>
                    </a:lnTo>
                    <a:lnTo>
                      <a:pt x="29" y="20"/>
                    </a:lnTo>
                    <a:lnTo>
                      <a:pt x="30" y="24"/>
                    </a:lnTo>
                    <a:lnTo>
                      <a:pt x="32" y="29"/>
                    </a:lnTo>
                    <a:lnTo>
                      <a:pt x="37" y="31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6" y="33"/>
                    </a:lnTo>
                    <a:lnTo>
                      <a:pt x="47" y="34"/>
                    </a:lnTo>
                    <a:lnTo>
                      <a:pt x="47" y="36"/>
                    </a:lnTo>
                    <a:lnTo>
                      <a:pt x="17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9" y="23"/>
                    </a:lnTo>
                    <a:lnTo>
                      <a:pt x="8" y="19"/>
                    </a:lnTo>
                    <a:lnTo>
                      <a:pt x="4" y="14"/>
                    </a:lnTo>
                    <a:lnTo>
                      <a:pt x="3" y="9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7" name="Freeform 1092"/>
              <p:cNvSpPr>
                <a:spLocks/>
              </p:cNvSpPr>
              <p:nvPr/>
            </p:nvSpPr>
            <p:spPr bwMode="auto">
              <a:xfrm>
                <a:off x="2086" y="3330"/>
                <a:ext cx="47" cy="37"/>
              </a:xfrm>
              <a:custGeom>
                <a:avLst/>
                <a:gdLst>
                  <a:gd name="T0" fmla="*/ 47 w 47"/>
                  <a:gd name="T1" fmla="*/ 36 h 37"/>
                  <a:gd name="T2" fmla="*/ 45 w 47"/>
                  <a:gd name="T3" fmla="*/ 36 h 37"/>
                  <a:gd name="T4" fmla="*/ 42 w 47"/>
                  <a:gd name="T5" fmla="*/ 36 h 37"/>
                  <a:gd name="T6" fmla="*/ 40 w 47"/>
                  <a:gd name="T7" fmla="*/ 37 h 37"/>
                  <a:gd name="T8" fmla="*/ 37 w 47"/>
                  <a:gd name="T9" fmla="*/ 37 h 37"/>
                  <a:gd name="T10" fmla="*/ 33 w 47"/>
                  <a:gd name="T11" fmla="*/ 37 h 37"/>
                  <a:gd name="T12" fmla="*/ 30 w 47"/>
                  <a:gd name="T13" fmla="*/ 37 h 37"/>
                  <a:gd name="T14" fmla="*/ 28 w 47"/>
                  <a:gd name="T15" fmla="*/ 37 h 37"/>
                  <a:gd name="T16" fmla="*/ 25 w 47"/>
                  <a:gd name="T17" fmla="*/ 37 h 37"/>
                  <a:gd name="T18" fmla="*/ 22 w 47"/>
                  <a:gd name="T19" fmla="*/ 37 h 37"/>
                  <a:gd name="T20" fmla="*/ 20 w 47"/>
                  <a:gd name="T21" fmla="*/ 37 h 37"/>
                  <a:gd name="T22" fmla="*/ 16 w 47"/>
                  <a:gd name="T23" fmla="*/ 37 h 37"/>
                  <a:gd name="T24" fmla="*/ 13 w 47"/>
                  <a:gd name="T25" fmla="*/ 37 h 37"/>
                  <a:gd name="T26" fmla="*/ 11 w 47"/>
                  <a:gd name="T27" fmla="*/ 37 h 37"/>
                  <a:gd name="T28" fmla="*/ 9 w 47"/>
                  <a:gd name="T29" fmla="*/ 37 h 37"/>
                  <a:gd name="T30" fmla="*/ 7 w 47"/>
                  <a:gd name="T31" fmla="*/ 37 h 37"/>
                  <a:gd name="T32" fmla="*/ 5 w 47"/>
                  <a:gd name="T33" fmla="*/ 36 h 37"/>
                  <a:gd name="T34" fmla="*/ 6 w 47"/>
                  <a:gd name="T35" fmla="*/ 35 h 37"/>
                  <a:gd name="T36" fmla="*/ 7 w 47"/>
                  <a:gd name="T37" fmla="*/ 34 h 37"/>
                  <a:gd name="T38" fmla="*/ 9 w 47"/>
                  <a:gd name="T39" fmla="*/ 31 h 37"/>
                  <a:gd name="T40" fmla="*/ 10 w 47"/>
                  <a:gd name="T41" fmla="*/ 29 h 37"/>
                  <a:gd name="T42" fmla="*/ 11 w 47"/>
                  <a:gd name="T43" fmla="*/ 26 h 37"/>
                  <a:gd name="T44" fmla="*/ 12 w 47"/>
                  <a:gd name="T45" fmla="*/ 23 h 37"/>
                  <a:gd name="T46" fmla="*/ 13 w 47"/>
                  <a:gd name="T47" fmla="*/ 20 h 37"/>
                  <a:gd name="T48" fmla="*/ 14 w 47"/>
                  <a:gd name="T49" fmla="*/ 18 h 37"/>
                  <a:gd name="T50" fmla="*/ 12 w 47"/>
                  <a:gd name="T51" fmla="*/ 16 h 37"/>
                  <a:gd name="T52" fmla="*/ 10 w 47"/>
                  <a:gd name="T53" fmla="*/ 14 h 37"/>
                  <a:gd name="T54" fmla="*/ 8 w 47"/>
                  <a:gd name="T55" fmla="*/ 12 h 37"/>
                  <a:gd name="T56" fmla="*/ 7 w 47"/>
                  <a:gd name="T57" fmla="*/ 9 h 37"/>
                  <a:gd name="T58" fmla="*/ 5 w 47"/>
                  <a:gd name="T59" fmla="*/ 7 h 37"/>
                  <a:gd name="T60" fmla="*/ 2 w 47"/>
                  <a:gd name="T61" fmla="*/ 5 h 37"/>
                  <a:gd name="T62" fmla="*/ 1 w 47"/>
                  <a:gd name="T63" fmla="*/ 2 h 37"/>
                  <a:gd name="T64" fmla="*/ 0 w 47"/>
                  <a:gd name="T65" fmla="*/ 0 h 37"/>
                  <a:gd name="T66" fmla="*/ 47 w 47"/>
                  <a:gd name="T67" fmla="*/ 1 h 37"/>
                  <a:gd name="T68" fmla="*/ 47 w 47"/>
                  <a:gd name="T69" fmla="*/ 36 h 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"/>
                  <a:gd name="T106" fmla="*/ 0 h 37"/>
                  <a:gd name="T107" fmla="*/ 47 w 47"/>
                  <a:gd name="T108" fmla="*/ 37 h 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" h="37">
                    <a:moveTo>
                      <a:pt x="47" y="36"/>
                    </a:moveTo>
                    <a:lnTo>
                      <a:pt x="45" y="36"/>
                    </a:lnTo>
                    <a:lnTo>
                      <a:pt x="42" y="36"/>
                    </a:lnTo>
                    <a:lnTo>
                      <a:pt x="40" y="37"/>
                    </a:lnTo>
                    <a:lnTo>
                      <a:pt x="37" y="37"/>
                    </a:lnTo>
                    <a:lnTo>
                      <a:pt x="33" y="37"/>
                    </a:lnTo>
                    <a:lnTo>
                      <a:pt x="30" y="37"/>
                    </a:lnTo>
                    <a:lnTo>
                      <a:pt x="28" y="37"/>
                    </a:lnTo>
                    <a:lnTo>
                      <a:pt x="25" y="37"/>
                    </a:lnTo>
                    <a:lnTo>
                      <a:pt x="22" y="37"/>
                    </a:lnTo>
                    <a:lnTo>
                      <a:pt x="20" y="37"/>
                    </a:lnTo>
                    <a:lnTo>
                      <a:pt x="16" y="37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9" y="31"/>
                    </a:lnTo>
                    <a:lnTo>
                      <a:pt x="10" y="29"/>
                    </a:lnTo>
                    <a:lnTo>
                      <a:pt x="11" y="26"/>
                    </a:lnTo>
                    <a:lnTo>
                      <a:pt x="12" y="23"/>
                    </a:lnTo>
                    <a:lnTo>
                      <a:pt x="13" y="20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47" y="1"/>
                    </a:lnTo>
                    <a:lnTo>
                      <a:pt x="47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8" name="Freeform 1093"/>
              <p:cNvSpPr>
                <a:spLocks/>
              </p:cNvSpPr>
              <p:nvPr/>
            </p:nvSpPr>
            <p:spPr bwMode="auto">
              <a:xfrm>
                <a:off x="2013" y="3370"/>
                <a:ext cx="50" cy="38"/>
              </a:xfrm>
              <a:custGeom>
                <a:avLst/>
                <a:gdLst>
                  <a:gd name="T0" fmla="*/ 28 w 50"/>
                  <a:gd name="T1" fmla="*/ 1 h 38"/>
                  <a:gd name="T2" fmla="*/ 31 w 50"/>
                  <a:gd name="T3" fmla="*/ 7 h 38"/>
                  <a:gd name="T4" fmla="*/ 33 w 50"/>
                  <a:gd name="T5" fmla="*/ 11 h 38"/>
                  <a:gd name="T6" fmla="*/ 35 w 50"/>
                  <a:gd name="T7" fmla="*/ 15 h 38"/>
                  <a:gd name="T8" fmla="*/ 38 w 50"/>
                  <a:gd name="T9" fmla="*/ 20 h 38"/>
                  <a:gd name="T10" fmla="*/ 41 w 50"/>
                  <a:gd name="T11" fmla="*/ 24 h 38"/>
                  <a:gd name="T12" fmla="*/ 44 w 50"/>
                  <a:gd name="T13" fmla="*/ 28 h 38"/>
                  <a:gd name="T14" fmla="*/ 47 w 50"/>
                  <a:gd name="T15" fmla="*/ 32 h 38"/>
                  <a:gd name="T16" fmla="*/ 50 w 50"/>
                  <a:gd name="T17" fmla="*/ 38 h 38"/>
                  <a:gd name="T18" fmla="*/ 46 w 50"/>
                  <a:gd name="T19" fmla="*/ 38 h 38"/>
                  <a:gd name="T20" fmla="*/ 41 w 50"/>
                  <a:gd name="T21" fmla="*/ 37 h 38"/>
                  <a:gd name="T22" fmla="*/ 37 w 50"/>
                  <a:gd name="T23" fmla="*/ 37 h 38"/>
                  <a:gd name="T24" fmla="*/ 33 w 50"/>
                  <a:gd name="T25" fmla="*/ 35 h 38"/>
                  <a:gd name="T26" fmla="*/ 29 w 50"/>
                  <a:gd name="T27" fmla="*/ 33 h 38"/>
                  <a:gd name="T28" fmla="*/ 26 w 50"/>
                  <a:gd name="T29" fmla="*/ 31 h 38"/>
                  <a:gd name="T30" fmla="*/ 23 w 50"/>
                  <a:gd name="T31" fmla="*/ 29 h 38"/>
                  <a:gd name="T32" fmla="*/ 20 w 50"/>
                  <a:gd name="T33" fmla="*/ 26 h 38"/>
                  <a:gd name="T34" fmla="*/ 18 w 50"/>
                  <a:gd name="T35" fmla="*/ 23 h 38"/>
                  <a:gd name="T36" fmla="*/ 15 w 50"/>
                  <a:gd name="T37" fmla="*/ 20 h 38"/>
                  <a:gd name="T38" fmla="*/ 12 w 50"/>
                  <a:gd name="T39" fmla="*/ 16 h 38"/>
                  <a:gd name="T40" fmla="*/ 9 w 50"/>
                  <a:gd name="T41" fmla="*/ 13 h 38"/>
                  <a:gd name="T42" fmla="*/ 7 w 50"/>
                  <a:gd name="T43" fmla="*/ 10 h 38"/>
                  <a:gd name="T44" fmla="*/ 5 w 50"/>
                  <a:gd name="T45" fmla="*/ 7 h 38"/>
                  <a:gd name="T46" fmla="*/ 2 w 50"/>
                  <a:gd name="T47" fmla="*/ 4 h 38"/>
                  <a:gd name="T48" fmla="*/ 0 w 50"/>
                  <a:gd name="T49" fmla="*/ 0 h 38"/>
                  <a:gd name="T50" fmla="*/ 28 w 50"/>
                  <a:gd name="T51" fmla="*/ 1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0"/>
                  <a:gd name="T79" fmla="*/ 0 h 38"/>
                  <a:gd name="T80" fmla="*/ 50 w 50"/>
                  <a:gd name="T81" fmla="*/ 38 h 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0" h="38">
                    <a:moveTo>
                      <a:pt x="28" y="1"/>
                    </a:moveTo>
                    <a:lnTo>
                      <a:pt x="31" y="7"/>
                    </a:lnTo>
                    <a:lnTo>
                      <a:pt x="33" y="11"/>
                    </a:lnTo>
                    <a:lnTo>
                      <a:pt x="35" y="15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50" y="38"/>
                    </a:lnTo>
                    <a:lnTo>
                      <a:pt x="46" y="38"/>
                    </a:lnTo>
                    <a:lnTo>
                      <a:pt x="41" y="37"/>
                    </a:lnTo>
                    <a:lnTo>
                      <a:pt x="37" y="37"/>
                    </a:lnTo>
                    <a:lnTo>
                      <a:pt x="33" y="35"/>
                    </a:lnTo>
                    <a:lnTo>
                      <a:pt x="29" y="33"/>
                    </a:lnTo>
                    <a:lnTo>
                      <a:pt x="26" y="31"/>
                    </a:lnTo>
                    <a:lnTo>
                      <a:pt x="23" y="29"/>
                    </a:lnTo>
                    <a:lnTo>
                      <a:pt x="20" y="26"/>
                    </a:lnTo>
                    <a:lnTo>
                      <a:pt x="18" y="23"/>
                    </a:lnTo>
                    <a:lnTo>
                      <a:pt x="15" y="20"/>
                    </a:lnTo>
                    <a:lnTo>
                      <a:pt x="12" y="16"/>
                    </a:lnTo>
                    <a:lnTo>
                      <a:pt x="9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79" name="Freeform 1094"/>
              <p:cNvSpPr>
                <a:spLocks/>
              </p:cNvSpPr>
              <p:nvPr/>
            </p:nvSpPr>
            <p:spPr bwMode="auto">
              <a:xfrm>
                <a:off x="2083" y="3370"/>
                <a:ext cx="50" cy="38"/>
              </a:xfrm>
              <a:custGeom>
                <a:avLst/>
                <a:gdLst>
                  <a:gd name="T0" fmla="*/ 50 w 50"/>
                  <a:gd name="T1" fmla="*/ 1 h 38"/>
                  <a:gd name="T2" fmla="*/ 50 w 50"/>
                  <a:gd name="T3" fmla="*/ 10 h 38"/>
                  <a:gd name="T4" fmla="*/ 50 w 50"/>
                  <a:gd name="T5" fmla="*/ 19 h 38"/>
                  <a:gd name="T6" fmla="*/ 50 w 50"/>
                  <a:gd name="T7" fmla="*/ 29 h 38"/>
                  <a:gd name="T8" fmla="*/ 50 w 50"/>
                  <a:gd name="T9" fmla="*/ 38 h 38"/>
                  <a:gd name="T10" fmla="*/ 0 w 50"/>
                  <a:gd name="T11" fmla="*/ 38 h 38"/>
                  <a:gd name="T12" fmla="*/ 2 w 50"/>
                  <a:gd name="T13" fmla="*/ 0 h 38"/>
                  <a:gd name="T14" fmla="*/ 4 w 50"/>
                  <a:gd name="T15" fmla="*/ 0 h 38"/>
                  <a:gd name="T16" fmla="*/ 8 w 50"/>
                  <a:gd name="T17" fmla="*/ 0 h 38"/>
                  <a:gd name="T18" fmla="*/ 11 w 50"/>
                  <a:gd name="T19" fmla="*/ 1 h 38"/>
                  <a:gd name="T20" fmla="*/ 13 w 50"/>
                  <a:gd name="T21" fmla="*/ 1 h 38"/>
                  <a:gd name="T22" fmla="*/ 16 w 50"/>
                  <a:gd name="T23" fmla="*/ 1 h 38"/>
                  <a:gd name="T24" fmla="*/ 19 w 50"/>
                  <a:gd name="T25" fmla="*/ 1 h 38"/>
                  <a:gd name="T26" fmla="*/ 23 w 50"/>
                  <a:gd name="T27" fmla="*/ 1 h 38"/>
                  <a:gd name="T28" fmla="*/ 26 w 50"/>
                  <a:gd name="T29" fmla="*/ 1 h 38"/>
                  <a:gd name="T30" fmla="*/ 29 w 50"/>
                  <a:gd name="T31" fmla="*/ 1 h 38"/>
                  <a:gd name="T32" fmla="*/ 32 w 50"/>
                  <a:gd name="T33" fmla="*/ 1 h 38"/>
                  <a:gd name="T34" fmla="*/ 35 w 50"/>
                  <a:gd name="T35" fmla="*/ 1 h 38"/>
                  <a:gd name="T36" fmla="*/ 39 w 50"/>
                  <a:gd name="T37" fmla="*/ 1 h 38"/>
                  <a:gd name="T38" fmla="*/ 41 w 50"/>
                  <a:gd name="T39" fmla="*/ 1 h 38"/>
                  <a:gd name="T40" fmla="*/ 44 w 50"/>
                  <a:gd name="T41" fmla="*/ 1 h 38"/>
                  <a:gd name="T42" fmla="*/ 47 w 50"/>
                  <a:gd name="T43" fmla="*/ 1 h 38"/>
                  <a:gd name="T44" fmla="*/ 50 w 50"/>
                  <a:gd name="T45" fmla="*/ 1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0"/>
                  <a:gd name="T70" fmla="*/ 0 h 38"/>
                  <a:gd name="T71" fmla="*/ 50 w 50"/>
                  <a:gd name="T72" fmla="*/ 38 h 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0" h="38">
                    <a:moveTo>
                      <a:pt x="50" y="1"/>
                    </a:moveTo>
                    <a:lnTo>
                      <a:pt x="50" y="10"/>
                    </a:lnTo>
                    <a:lnTo>
                      <a:pt x="50" y="19"/>
                    </a:lnTo>
                    <a:lnTo>
                      <a:pt x="50" y="29"/>
                    </a:lnTo>
                    <a:lnTo>
                      <a:pt x="50" y="38"/>
                    </a:lnTo>
                    <a:lnTo>
                      <a:pt x="0" y="38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1" y="1"/>
                    </a:lnTo>
                    <a:lnTo>
                      <a:pt x="44" y="1"/>
                    </a:lnTo>
                    <a:lnTo>
                      <a:pt x="47" y="1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80" name="Freeform 1095"/>
              <p:cNvSpPr>
                <a:spLocks/>
              </p:cNvSpPr>
              <p:nvPr/>
            </p:nvSpPr>
            <p:spPr bwMode="auto">
              <a:xfrm>
                <a:off x="2056" y="3412"/>
                <a:ext cx="77" cy="24"/>
              </a:xfrm>
              <a:custGeom>
                <a:avLst/>
                <a:gdLst>
                  <a:gd name="T0" fmla="*/ 27 w 77"/>
                  <a:gd name="T1" fmla="*/ 5 h 24"/>
                  <a:gd name="T2" fmla="*/ 28 w 77"/>
                  <a:gd name="T3" fmla="*/ 4 h 24"/>
                  <a:gd name="T4" fmla="*/ 28 w 77"/>
                  <a:gd name="T5" fmla="*/ 3 h 24"/>
                  <a:gd name="T6" fmla="*/ 28 w 77"/>
                  <a:gd name="T7" fmla="*/ 2 h 24"/>
                  <a:gd name="T8" fmla="*/ 28 w 77"/>
                  <a:gd name="T9" fmla="*/ 1 h 24"/>
                  <a:gd name="T10" fmla="*/ 77 w 77"/>
                  <a:gd name="T11" fmla="*/ 1 h 24"/>
                  <a:gd name="T12" fmla="*/ 77 w 77"/>
                  <a:gd name="T13" fmla="*/ 24 h 24"/>
                  <a:gd name="T14" fmla="*/ 72 w 77"/>
                  <a:gd name="T15" fmla="*/ 24 h 24"/>
                  <a:gd name="T16" fmla="*/ 67 w 77"/>
                  <a:gd name="T17" fmla="*/ 22 h 24"/>
                  <a:gd name="T18" fmla="*/ 62 w 77"/>
                  <a:gd name="T19" fmla="*/ 22 h 24"/>
                  <a:gd name="T20" fmla="*/ 57 w 77"/>
                  <a:gd name="T21" fmla="*/ 21 h 24"/>
                  <a:gd name="T22" fmla="*/ 52 w 77"/>
                  <a:gd name="T23" fmla="*/ 20 h 24"/>
                  <a:gd name="T24" fmla="*/ 47 w 77"/>
                  <a:gd name="T25" fmla="*/ 19 h 24"/>
                  <a:gd name="T26" fmla="*/ 42 w 77"/>
                  <a:gd name="T27" fmla="*/ 18 h 24"/>
                  <a:gd name="T28" fmla="*/ 38 w 77"/>
                  <a:gd name="T29" fmla="*/ 17 h 24"/>
                  <a:gd name="T30" fmla="*/ 32 w 77"/>
                  <a:gd name="T31" fmla="*/ 16 h 24"/>
                  <a:gd name="T32" fmla="*/ 27 w 77"/>
                  <a:gd name="T33" fmla="*/ 14 h 24"/>
                  <a:gd name="T34" fmla="*/ 23 w 77"/>
                  <a:gd name="T35" fmla="*/ 13 h 24"/>
                  <a:gd name="T36" fmla="*/ 19 w 77"/>
                  <a:gd name="T37" fmla="*/ 11 h 24"/>
                  <a:gd name="T38" fmla="*/ 13 w 77"/>
                  <a:gd name="T39" fmla="*/ 9 h 24"/>
                  <a:gd name="T40" fmla="*/ 9 w 77"/>
                  <a:gd name="T41" fmla="*/ 6 h 24"/>
                  <a:gd name="T42" fmla="*/ 5 w 77"/>
                  <a:gd name="T43" fmla="*/ 3 h 24"/>
                  <a:gd name="T44" fmla="*/ 0 w 77"/>
                  <a:gd name="T45" fmla="*/ 1 h 24"/>
                  <a:gd name="T46" fmla="*/ 4 w 77"/>
                  <a:gd name="T47" fmla="*/ 0 h 24"/>
                  <a:gd name="T48" fmla="*/ 7 w 77"/>
                  <a:gd name="T49" fmla="*/ 0 h 24"/>
                  <a:gd name="T50" fmla="*/ 10 w 77"/>
                  <a:gd name="T51" fmla="*/ 0 h 24"/>
                  <a:gd name="T52" fmla="*/ 13 w 77"/>
                  <a:gd name="T53" fmla="*/ 1 h 24"/>
                  <a:gd name="T54" fmla="*/ 16 w 77"/>
                  <a:gd name="T55" fmla="*/ 2 h 24"/>
                  <a:gd name="T56" fmla="*/ 20 w 77"/>
                  <a:gd name="T57" fmla="*/ 3 h 24"/>
                  <a:gd name="T58" fmla="*/ 24 w 77"/>
                  <a:gd name="T59" fmla="*/ 4 h 24"/>
                  <a:gd name="T60" fmla="*/ 27 w 77"/>
                  <a:gd name="T61" fmla="*/ 5 h 2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24"/>
                  <a:gd name="T95" fmla="*/ 77 w 77"/>
                  <a:gd name="T96" fmla="*/ 24 h 2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24">
                    <a:moveTo>
                      <a:pt x="27" y="5"/>
                    </a:moveTo>
                    <a:lnTo>
                      <a:pt x="28" y="4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8" y="1"/>
                    </a:lnTo>
                    <a:lnTo>
                      <a:pt x="77" y="1"/>
                    </a:lnTo>
                    <a:lnTo>
                      <a:pt x="77" y="24"/>
                    </a:lnTo>
                    <a:lnTo>
                      <a:pt x="72" y="24"/>
                    </a:lnTo>
                    <a:lnTo>
                      <a:pt x="67" y="22"/>
                    </a:lnTo>
                    <a:lnTo>
                      <a:pt x="62" y="22"/>
                    </a:lnTo>
                    <a:lnTo>
                      <a:pt x="57" y="21"/>
                    </a:lnTo>
                    <a:lnTo>
                      <a:pt x="52" y="20"/>
                    </a:lnTo>
                    <a:lnTo>
                      <a:pt x="47" y="19"/>
                    </a:lnTo>
                    <a:lnTo>
                      <a:pt x="42" y="18"/>
                    </a:lnTo>
                    <a:lnTo>
                      <a:pt x="38" y="17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2"/>
                    </a:lnTo>
                    <a:lnTo>
                      <a:pt x="20" y="3"/>
                    </a:lnTo>
                    <a:lnTo>
                      <a:pt x="24" y="4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0836" name="Rectangle 1096"/>
            <p:cNvSpPr>
              <a:spLocks noChangeArrowheads="1"/>
            </p:cNvSpPr>
            <p:nvPr/>
          </p:nvSpPr>
          <p:spPr bwMode="auto">
            <a:xfrm>
              <a:off x="2258" y="4007"/>
              <a:ext cx="542" cy="1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Pre Job Activity</a:t>
              </a:r>
              <a:endParaRPr lang="en-US" sz="1000" b="0">
                <a:latin typeface="Times New Roman" pitchFamily="18" charset="0"/>
              </a:endParaRPr>
            </a:p>
          </p:txBody>
        </p:sp>
        <p:sp>
          <p:nvSpPr>
            <p:cNvPr id="30837" name="Rectangle 1097"/>
            <p:cNvSpPr>
              <a:spLocks noChangeArrowheads="1"/>
            </p:cNvSpPr>
            <p:nvPr/>
          </p:nvSpPr>
          <p:spPr bwMode="auto">
            <a:xfrm>
              <a:off x="2704" y="3740"/>
              <a:ext cx="719" cy="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0838" name="Group 1098"/>
            <p:cNvGrpSpPr>
              <a:grpSpLocks/>
            </p:cNvGrpSpPr>
            <p:nvPr/>
          </p:nvGrpSpPr>
          <p:grpSpPr bwMode="auto">
            <a:xfrm>
              <a:off x="2872" y="3695"/>
              <a:ext cx="326" cy="268"/>
              <a:chOff x="2492" y="3139"/>
              <a:chExt cx="331" cy="295"/>
            </a:xfrm>
          </p:grpSpPr>
          <p:sp>
            <p:nvSpPr>
              <p:cNvPr id="30856" name="Freeform 1099"/>
              <p:cNvSpPr>
                <a:spLocks/>
              </p:cNvSpPr>
              <p:nvPr/>
            </p:nvSpPr>
            <p:spPr bwMode="auto">
              <a:xfrm>
                <a:off x="2514" y="3139"/>
                <a:ext cx="285" cy="295"/>
              </a:xfrm>
              <a:custGeom>
                <a:avLst/>
                <a:gdLst>
                  <a:gd name="T0" fmla="*/ 227 w 285"/>
                  <a:gd name="T1" fmla="*/ 295 h 295"/>
                  <a:gd name="T2" fmla="*/ 238 w 285"/>
                  <a:gd name="T3" fmla="*/ 295 h 295"/>
                  <a:gd name="T4" fmla="*/ 247 w 285"/>
                  <a:gd name="T5" fmla="*/ 292 h 295"/>
                  <a:gd name="T6" fmla="*/ 254 w 285"/>
                  <a:gd name="T7" fmla="*/ 289 h 295"/>
                  <a:gd name="T8" fmla="*/ 262 w 285"/>
                  <a:gd name="T9" fmla="*/ 284 h 295"/>
                  <a:gd name="T10" fmla="*/ 268 w 285"/>
                  <a:gd name="T11" fmla="*/ 278 h 295"/>
                  <a:gd name="T12" fmla="*/ 274 w 285"/>
                  <a:gd name="T13" fmla="*/ 272 h 295"/>
                  <a:gd name="T14" fmla="*/ 279 w 285"/>
                  <a:gd name="T15" fmla="*/ 263 h 295"/>
                  <a:gd name="T16" fmla="*/ 282 w 285"/>
                  <a:gd name="T17" fmla="*/ 255 h 295"/>
                  <a:gd name="T18" fmla="*/ 285 w 285"/>
                  <a:gd name="T19" fmla="*/ 246 h 295"/>
                  <a:gd name="T20" fmla="*/ 285 w 285"/>
                  <a:gd name="T21" fmla="*/ 236 h 295"/>
                  <a:gd name="T22" fmla="*/ 285 w 285"/>
                  <a:gd name="T23" fmla="*/ 58 h 295"/>
                  <a:gd name="T24" fmla="*/ 285 w 285"/>
                  <a:gd name="T25" fmla="*/ 49 h 295"/>
                  <a:gd name="T26" fmla="*/ 282 w 285"/>
                  <a:gd name="T27" fmla="*/ 40 h 295"/>
                  <a:gd name="T28" fmla="*/ 279 w 285"/>
                  <a:gd name="T29" fmla="*/ 32 h 295"/>
                  <a:gd name="T30" fmla="*/ 274 w 285"/>
                  <a:gd name="T31" fmla="*/ 23 h 295"/>
                  <a:gd name="T32" fmla="*/ 268 w 285"/>
                  <a:gd name="T33" fmla="*/ 17 h 295"/>
                  <a:gd name="T34" fmla="*/ 262 w 285"/>
                  <a:gd name="T35" fmla="*/ 11 h 295"/>
                  <a:gd name="T36" fmla="*/ 254 w 285"/>
                  <a:gd name="T37" fmla="*/ 6 h 295"/>
                  <a:gd name="T38" fmla="*/ 247 w 285"/>
                  <a:gd name="T39" fmla="*/ 3 h 295"/>
                  <a:gd name="T40" fmla="*/ 238 w 285"/>
                  <a:gd name="T41" fmla="*/ 0 h 295"/>
                  <a:gd name="T42" fmla="*/ 227 w 285"/>
                  <a:gd name="T43" fmla="*/ 0 h 295"/>
                  <a:gd name="T44" fmla="*/ 57 w 285"/>
                  <a:gd name="T45" fmla="*/ 0 h 295"/>
                  <a:gd name="T46" fmla="*/ 48 w 285"/>
                  <a:gd name="T47" fmla="*/ 0 h 295"/>
                  <a:gd name="T48" fmla="*/ 39 w 285"/>
                  <a:gd name="T49" fmla="*/ 3 h 295"/>
                  <a:gd name="T50" fmla="*/ 31 w 285"/>
                  <a:gd name="T51" fmla="*/ 6 h 295"/>
                  <a:gd name="T52" fmla="*/ 23 w 285"/>
                  <a:gd name="T53" fmla="*/ 11 h 295"/>
                  <a:gd name="T54" fmla="*/ 17 w 285"/>
                  <a:gd name="T55" fmla="*/ 17 h 295"/>
                  <a:gd name="T56" fmla="*/ 11 w 285"/>
                  <a:gd name="T57" fmla="*/ 23 h 295"/>
                  <a:gd name="T58" fmla="*/ 6 w 285"/>
                  <a:gd name="T59" fmla="*/ 32 h 295"/>
                  <a:gd name="T60" fmla="*/ 3 w 285"/>
                  <a:gd name="T61" fmla="*/ 40 h 295"/>
                  <a:gd name="T62" fmla="*/ 1 w 285"/>
                  <a:gd name="T63" fmla="*/ 49 h 295"/>
                  <a:gd name="T64" fmla="*/ 0 w 285"/>
                  <a:gd name="T65" fmla="*/ 58 h 295"/>
                  <a:gd name="T66" fmla="*/ 0 w 285"/>
                  <a:gd name="T67" fmla="*/ 236 h 295"/>
                  <a:gd name="T68" fmla="*/ 1 w 285"/>
                  <a:gd name="T69" fmla="*/ 246 h 295"/>
                  <a:gd name="T70" fmla="*/ 3 w 285"/>
                  <a:gd name="T71" fmla="*/ 255 h 295"/>
                  <a:gd name="T72" fmla="*/ 6 w 285"/>
                  <a:gd name="T73" fmla="*/ 263 h 295"/>
                  <a:gd name="T74" fmla="*/ 11 w 285"/>
                  <a:gd name="T75" fmla="*/ 272 h 295"/>
                  <a:gd name="T76" fmla="*/ 17 w 285"/>
                  <a:gd name="T77" fmla="*/ 278 h 295"/>
                  <a:gd name="T78" fmla="*/ 23 w 285"/>
                  <a:gd name="T79" fmla="*/ 284 h 295"/>
                  <a:gd name="T80" fmla="*/ 31 w 285"/>
                  <a:gd name="T81" fmla="*/ 289 h 295"/>
                  <a:gd name="T82" fmla="*/ 39 w 285"/>
                  <a:gd name="T83" fmla="*/ 292 h 295"/>
                  <a:gd name="T84" fmla="*/ 48 w 285"/>
                  <a:gd name="T85" fmla="*/ 295 h 295"/>
                  <a:gd name="T86" fmla="*/ 57 w 285"/>
                  <a:gd name="T87" fmla="*/ 295 h 295"/>
                  <a:gd name="T88" fmla="*/ 227 w 285"/>
                  <a:gd name="T89" fmla="*/ 295 h 295"/>
                  <a:gd name="T90" fmla="*/ 227 w 285"/>
                  <a:gd name="T91" fmla="*/ 295 h 29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85"/>
                  <a:gd name="T139" fmla="*/ 0 h 295"/>
                  <a:gd name="T140" fmla="*/ 285 w 285"/>
                  <a:gd name="T141" fmla="*/ 295 h 29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85" h="295">
                    <a:moveTo>
                      <a:pt x="227" y="295"/>
                    </a:moveTo>
                    <a:lnTo>
                      <a:pt x="238" y="295"/>
                    </a:lnTo>
                    <a:lnTo>
                      <a:pt x="247" y="292"/>
                    </a:lnTo>
                    <a:lnTo>
                      <a:pt x="254" y="289"/>
                    </a:lnTo>
                    <a:lnTo>
                      <a:pt x="262" y="284"/>
                    </a:lnTo>
                    <a:lnTo>
                      <a:pt x="268" y="278"/>
                    </a:lnTo>
                    <a:lnTo>
                      <a:pt x="274" y="272"/>
                    </a:lnTo>
                    <a:lnTo>
                      <a:pt x="279" y="263"/>
                    </a:lnTo>
                    <a:lnTo>
                      <a:pt x="282" y="255"/>
                    </a:lnTo>
                    <a:lnTo>
                      <a:pt x="285" y="246"/>
                    </a:lnTo>
                    <a:lnTo>
                      <a:pt x="285" y="236"/>
                    </a:lnTo>
                    <a:lnTo>
                      <a:pt x="285" y="58"/>
                    </a:lnTo>
                    <a:lnTo>
                      <a:pt x="285" y="49"/>
                    </a:lnTo>
                    <a:lnTo>
                      <a:pt x="282" y="40"/>
                    </a:lnTo>
                    <a:lnTo>
                      <a:pt x="279" y="32"/>
                    </a:lnTo>
                    <a:lnTo>
                      <a:pt x="274" y="23"/>
                    </a:lnTo>
                    <a:lnTo>
                      <a:pt x="268" y="17"/>
                    </a:lnTo>
                    <a:lnTo>
                      <a:pt x="262" y="11"/>
                    </a:lnTo>
                    <a:lnTo>
                      <a:pt x="254" y="6"/>
                    </a:lnTo>
                    <a:lnTo>
                      <a:pt x="247" y="3"/>
                    </a:lnTo>
                    <a:lnTo>
                      <a:pt x="238" y="0"/>
                    </a:lnTo>
                    <a:lnTo>
                      <a:pt x="227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39" y="3"/>
                    </a:lnTo>
                    <a:lnTo>
                      <a:pt x="31" y="6"/>
                    </a:lnTo>
                    <a:lnTo>
                      <a:pt x="23" y="11"/>
                    </a:lnTo>
                    <a:lnTo>
                      <a:pt x="17" y="17"/>
                    </a:lnTo>
                    <a:lnTo>
                      <a:pt x="11" y="23"/>
                    </a:lnTo>
                    <a:lnTo>
                      <a:pt x="6" y="32"/>
                    </a:lnTo>
                    <a:lnTo>
                      <a:pt x="3" y="40"/>
                    </a:lnTo>
                    <a:lnTo>
                      <a:pt x="1" y="49"/>
                    </a:lnTo>
                    <a:lnTo>
                      <a:pt x="0" y="58"/>
                    </a:lnTo>
                    <a:lnTo>
                      <a:pt x="0" y="236"/>
                    </a:lnTo>
                    <a:lnTo>
                      <a:pt x="1" y="246"/>
                    </a:lnTo>
                    <a:lnTo>
                      <a:pt x="3" y="255"/>
                    </a:lnTo>
                    <a:lnTo>
                      <a:pt x="6" y="263"/>
                    </a:lnTo>
                    <a:lnTo>
                      <a:pt x="11" y="272"/>
                    </a:lnTo>
                    <a:lnTo>
                      <a:pt x="17" y="278"/>
                    </a:lnTo>
                    <a:lnTo>
                      <a:pt x="23" y="284"/>
                    </a:lnTo>
                    <a:lnTo>
                      <a:pt x="31" y="289"/>
                    </a:lnTo>
                    <a:lnTo>
                      <a:pt x="39" y="292"/>
                    </a:lnTo>
                    <a:lnTo>
                      <a:pt x="48" y="295"/>
                    </a:lnTo>
                    <a:lnTo>
                      <a:pt x="57" y="295"/>
                    </a:lnTo>
                    <a:lnTo>
                      <a:pt x="227" y="29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7" name="Freeform 1100"/>
              <p:cNvSpPr>
                <a:spLocks/>
              </p:cNvSpPr>
              <p:nvPr/>
            </p:nvSpPr>
            <p:spPr bwMode="auto">
              <a:xfrm>
                <a:off x="2492" y="3152"/>
                <a:ext cx="178" cy="185"/>
              </a:xfrm>
              <a:custGeom>
                <a:avLst/>
                <a:gdLst>
                  <a:gd name="T0" fmla="*/ 156 w 178"/>
                  <a:gd name="T1" fmla="*/ 103 h 185"/>
                  <a:gd name="T2" fmla="*/ 156 w 178"/>
                  <a:gd name="T3" fmla="*/ 100 h 185"/>
                  <a:gd name="T4" fmla="*/ 156 w 178"/>
                  <a:gd name="T5" fmla="*/ 97 h 185"/>
                  <a:gd name="T6" fmla="*/ 156 w 178"/>
                  <a:gd name="T7" fmla="*/ 94 h 185"/>
                  <a:gd name="T8" fmla="*/ 156 w 178"/>
                  <a:gd name="T9" fmla="*/ 91 h 185"/>
                  <a:gd name="T10" fmla="*/ 156 w 178"/>
                  <a:gd name="T11" fmla="*/ 88 h 185"/>
                  <a:gd name="T12" fmla="*/ 156 w 178"/>
                  <a:gd name="T13" fmla="*/ 85 h 185"/>
                  <a:gd name="T14" fmla="*/ 178 w 178"/>
                  <a:gd name="T15" fmla="*/ 76 h 185"/>
                  <a:gd name="T16" fmla="*/ 148 w 178"/>
                  <a:gd name="T17" fmla="*/ 58 h 185"/>
                  <a:gd name="T18" fmla="*/ 145 w 178"/>
                  <a:gd name="T19" fmla="*/ 54 h 185"/>
                  <a:gd name="T20" fmla="*/ 141 w 178"/>
                  <a:gd name="T21" fmla="*/ 49 h 185"/>
                  <a:gd name="T22" fmla="*/ 137 w 178"/>
                  <a:gd name="T23" fmla="*/ 44 h 185"/>
                  <a:gd name="T24" fmla="*/ 119 w 178"/>
                  <a:gd name="T25" fmla="*/ 30 h 185"/>
                  <a:gd name="T26" fmla="*/ 114 w 178"/>
                  <a:gd name="T27" fmla="*/ 28 h 185"/>
                  <a:gd name="T28" fmla="*/ 108 w 178"/>
                  <a:gd name="T29" fmla="*/ 26 h 185"/>
                  <a:gd name="T30" fmla="*/ 103 w 178"/>
                  <a:gd name="T31" fmla="*/ 24 h 185"/>
                  <a:gd name="T32" fmla="*/ 77 w 178"/>
                  <a:gd name="T33" fmla="*/ 0 h 185"/>
                  <a:gd name="T34" fmla="*/ 74 w 178"/>
                  <a:gd name="T35" fmla="*/ 25 h 185"/>
                  <a:gd name="T36" fmla="*/ 69 w 178"/>
                  <a:gd name="T37" fmla="*/ 26 h 185"/>
                  <a:gd name="T38" fmla="*/ 63 w 178"/>
                  <a:gd name="T39" fmla="*/ 28 h 185"/>
                  <a:gd name="T40" fmla="*/ 46 w 178"/>
                  <a:gd name="T41" fmla="*/ 11 h 185"/>
                  <a:gd name="T42" fmla="*/ 39 w 178"/>
                  <a:gd name="T43" fmla="*/ 46 h 185"/>
                  <a:gd name="T44" fmla="*/ 36 w 178"/>
                  <a:gd name="T45" fmla="*/ 51 h 185"/>
                  <a:gd name="T46" fmla="*/ 32 w 178"/>
                  <a:gd name="T47" fmla="*/ 55 h 185"/>
                  <a:gd name="T48" fmla="*/ 30 w 178"/>
                  <a:gd name="T49" fmla="*/ 60 h 185"/>
                  <a:gd name="T50" fmla="*/ 23 w 178"/>
                  <a:gd name="T51" fmla="*/ 83 h 185"/>
                  <a:gd name="T52" fmla="*/ 23 w 178"/>
                  <a:gd name="T53" fmla="*/ 87 h 185"/>
                  <a:gd name="T54" fmla="*/ 22 w 178"/>
                  <a:gd name="T55" fmla="*/ 89 h 185"/>
                  <a:gd name="T56" fmla="*/ 22 w 178"/>
                  <a:gd name="T57" fmla="*/ 92 h 185"/>
                  <a:gd name="T58" fmla="*/ 22 w 178"/>
                  <a:gd name="T59" fmla="*/ 94 h 185"/>
                  <a:gd name="T60" fmla="*/ 22 w 178"/>
                  <a:gd name="T61" fmla="*/ 98 h 185"/>
                  <a:gd name="T62" fmla="*/ 23 w 178"/>
                  <a:gd name="T63" fmla="*/ 101 h 185"/>
                  <a:gd name="T64" fmla="*/ 0 w 178"/>
                  <a:gd name="T65" fmla="*/ 109 h 185"/>
                  <a:gd name="T66" fmla="*/ 31 w 178"/>
                  <a:gd name="T67" fmla="*/ 128 h 185"/>
                  <a:gd name="T68" fmla="*/ 35 w 178"/>
                  <a:gd name="T69" fmla="*/ 132 h 185"/>
                  <a:gd name="T70" fmla="*/ 37 w 178"/>
                  <a:gd name="T71" fmla="*/ 137 h 185"/>
                  <a:gd name="T72" fmla="*/ 41 w 178"/>
                  <a:gd name="T73" fmla="*/ 141 h 185"/>
                  <a:gd name="T74" fmla="*/ 60 w 178"/>
                  <a:gd name="T75" fmla="*/ 155 h 185"/>
                  <a:gd name="T76" fmla="*/ 64 w 178"/>
                  <a:gd name="T77" fmla="*/ 159 h 185"/>
                  <a:gd name="T78" fmla="*/ 71 w 178"/>
                  <a:gd name="T79" fmla="*/ 160 h 185"/>
                  <a:gd name="T80" fmla="*/ 75 w 178"/>
                  <a:gd name="T81" fmla="*/ 162 h 185"/>
                  <a:gd name="T82" fmla="*/ 101 w 178"/>
                  <a:gd name="T83" fmla="*/ 185 h 185"/>
                  <a:gd name="T84" fmla="*/ 105 w 178"/>
                  <a:gd name="T85" fmla="*/ 161 h 185"/>
                  <a:gd name="T86" fmla="*/ 110 w 178"/>
                  <a:gd name="T87" fmla="*/ 160 h 185"/>
                  <a:gd name="T88" fmla="*/ 115 w 178"/>
                  <a:gd name="T89" fmla="*/ 157 h 185"/>
                  <a:gd name="T90" fmla="*/ 133 w 178"/>
                  <a:gd name="T91" fmla="*/ 175 h 185"/>
                  <a:gd name="T92" fmla="*/ 139 w 178"/>
                  <a:gd name="T93" fmla="*/ 139 h 185"/>
                  <a:gd name="T94" fmla="*/ 142 w 178"/>
                  <a:gd name="T95" fmla="*/ 135 h 185"/>
                  <a:gd name="T96" fmla="*/ 146 w 178"/>
                  <a:gd name="T97" fmla="*/ 131 h 185"/>
                  <a:gd name="T98" fmla="*/ 148 w 178"/>
                  <a:gd name="T99" fmla="*/ 127 h 1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5"/>
                  <a:gd name="T152" fmla="*/ 178 w 178"/>
                  <a:gd name="T153" fmla="*/ 185 h 1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5">
                    <a:moveTo>
                      <a:pt x="170" y="133"/>
                    </a:moveTo>
                    <a:lnTo>
                      <a:pt x="178" y="109"/>
                    </a:lnTo>
                    <a:lnTo>
                      <a:pt x="156" y="103"/>
                    </a:lnTo>
                    <a:lnTo>
                      <a:pt x="156" y="101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91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5"/>
                    </a:lnTo>
                    <a:lnTo>
                      <a:pt x="156" y="83"/>
                    </a:lnTo>
                    <a:lnTo>
                      <a:pt x="178" y="76"/>
                    </a:lnTo>
                    <a:lnTo>
                      <a:pt x="170" y="53"/>
                    </a:lnTo>
                    <a:lnTo>
                      <a:pt x="148" y="60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6" y="55"/>
                    </a:lnTo>
                    <a:lnTo>
                      <a:pt x="145" y="54"/>
                    </a:lnTo>
                    <a:lnTo>
                      <a:pt x="144" y="52"/>
                    </a:lnTo>
                    <a:lnTo>
                      <a:pt x="142" y="51"/>
                    </a:lnTo>
                    <a:lnTo>
                      <a:pt x="141" y="49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4"/>
                    </a:lnTo>
                    <a:lnTo>
                      <a:pt x="151" y="25"/>
                    </a:lnTo>
                    <a:lnTo>
                      <a:pt x="133" y="11"/>
                    </a:lnTo>
                    <a:lnTo>
                      <a:pt x="119" y="30"/>
                    </a:lnTo>
                    <a:lnTo>
                      <a:pt x="117" y="29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1" y="27"/>
                    </a:lnTo>
                    <a:lnTo>
                      <a:pt x="110" y="26"/>
                    </a:lnTo>
                    <a:lnTo>
                      <a:pt x="108" y="26"/>
                    </a:lnTo>
                    <a:lnTo>
                      <a:pt x="107" y="25"/>
                    </a:lnTo>
                    <a:lnTo>
                      <a:pt x="105" y="25"/>
                    </a:lnTo>
                    <a:lnTo>
                      <a:pt x="103" y="24"/>
                    </a:lnTo>
                    <a:lnTo>
                      <a:pt x="101" y="24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4"/>
                    </a:lnTo>
                    <a:lnTo>
                      <a:pt x="75" y="24"/>
                    </a:lnTo>
                    <a:lnTo>
                      <a:pt x="74" y="25"/>
                    </a:lnTo>
                    <a:lnTo>
                      <a:pt x="72" y="25"/>
                    </a:lnTo>
                    <a:lnTo>
                      <a:pt x="71" y="26"/>
                    </a:lnTo>
                    <a:lnTo>
                      <a:pt x="69" y="26"/>
                    </a:lnTo>
                    <a:lnTo>
                      <a:pt x="67" y="27"/>
                    </a:lnTo>
                    <a:lnTo>
                      <a:pt x="64" y="28"/>
                    </a:lnTo>
                    <a:lnTo>
                      <a:pt x="63" y="28"/>
                    </a:lnTo>
                    <a:lnTo>
                      <a:pt x="61" y="29"/>
                    </a:lnTo>
                    <a:lnTo>
                      <a:pt x="60" y="30"/>
                    </a:lnTo>
                    <a:lnTo>
                      <a:pt x="46" y="11"/>
                    </a:lnTo>
                    <a:lnTo>
                      <a:pt x="27" y="25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5" y="52"/>
                    </a:lnTo>
                    <a:lnTo>
                      <a:pt x="35" y="54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9" y="53"/>
                    </a:lnTo>
                    <a:lnTo>
                      <a:pt x="0" y="76"/>
                    </a:lnTo>
                    <a:lnTo>
                      <a:pt x="23" y="83"/>
                    </a:lnTo>
                    <a:lnTo>
                      <a:pt x="23" y="85"/>
                    </a:lnTo>
                    <a:lnTo>
                      <a:pt x="23" y="87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1"/>
                    </a:lnTo>
                    <a:lnTo>
                      <a:pt x="22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3"/>
                    </a:lnTo>
                    <a:lnTo>
                      <a:pt x="0" y="109"/>
                    </a:lnTo>
                    <a:lnTo>
                      <a:pt x="9" y="133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2" y="131"/>
                    </a:lnTo>
                    <a:lnTo>
                      <a:pt x="35" y="132"/>
                    </a:lnTo>
                    <a:lnTo>
                      <a:pt x="35" y="134"/>
                    </a:lnTo>
                    <a:lnTo>
                      <a:pt x="36" y="135"/>
                    </a:lnTo>
                    <a:lnTo>
                      <a:pt x="37" y="137"/>
                    </a:lnTo>
                    <a:lnTo>
                      <a:pt x="38" y="138"/>
                    </a:lnTo>
                    <a:lnTo>
                      <a:pt x="39" y="139"/>
                    </a:lnTo>
                    <a:lnTo>
                      <a:pt x="41" y="141"/>
                    </a:lnTo>
                    <a:lnTo>
                      <a:pt x="27" y="161"/>
                    </a:lnTo>
                    <a:lnTo>
                      <a:pt x="46" y="175"/>
                    </a:lnTo>
                    <a:lnTo>
                      <a:pt x="60" y="155"/>
                    </a:lnTo>
                    <a:lnTo>
                      <a:pt x="61" y="156"/>
                    </a:lnTo>
                    <a:lnTo>
                      <a:pt x="63" y="157"/>
                    </a:lnTo>
                    <a:lnTo>
                      <a:pt x="64" y="159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1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85"/>
                    </a:lnTo>
                    <a:lnTo>
                      <a:pt x="101" y="185"/>
                    </a:lnTo>
                    <a:lnTo>
                      <a:pt x="101" y="162"/>
                    </a:lnTo>
                    <a:lnTo>
                      <a:pt x="103" y="162"/>
                    </a:lnTo>
                    <a:lnTo>
                      <a:pt x="105" y="161"/>
                    </a:lnTo>
                    <a:lnTo>
                      <a:pt x="107" y="160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59"/>
                    </a:lnTo>
                    <a:lnTo>
                      <a:pt x="114" y="157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5"/>
                    </a:lnTo>
                    <a:lnTo>
                      <a:pt x="151" y="161"/>
                    </a:lnTo>
                    <a:lnTo>
                      <a:pt x="137" y="141"/>
                    </a:lnTo>
                    <a:lnTo>
                      <a:pt x="139" y="139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2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6" y="131"/>
                    </a:lnTo>
                    <a:lnTo>
                      <a:pt x="147" y="129"/>
                    </a:lnTo>
                    <a:lnTo>
                      <a:pt x="148" y="128"/>
                    </a:lnTo>
                    <a:lnTo>
                      <a:pt x="148" y="127"/>
                    </a:lnTo>
                    <a:lnTo>
                      <a:pt x="170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8" name="Freeform 1101"/>
              <p:cNvSpPr>
                <a:spLocks/>
              </p:cNvSpPr>
              <p:nvPr/>
            </p:nvSpPr>
            <p:spPr bwMode="auto">
              <a:xfrm>
                <a:off x="2645" y="3234"/>
                <a:ext cx="178" cy="184"/>
              </a:xfrm>
              <a:custGeom>
                <a:avLst/>
                <a:gdLst>
                  <a:gd name="T0" fmla="*/ 156 w 178"/>
                  <a:gd name="T1" fmla="*/ 102 h 184"/>
                  <a:gd name="T2" fmla="*/ 156 w 178"/>
                  <a:gd name="T3" fmla="*/ 99 h 184"/>
                  <a:gd name="T4" fmla="*/ 156 w 178"/>
                  <a:gd name="T5" fmla="*/ 96 h 184"/>
                  <a:gd name="T6" fmla="*/ 156 w 178"/>
                  <a:gd name="T7" fmla="*/ 94 h 184"/>
                  <a:gd name="T8" fmla="*/ 156 w 178"/>
                  <a:gd name="T9" fmla="*/ 90 h 184"/>
                  <a:gd name="T10" fmla="*/ 156 w 178"/>
                  <a:gd name="T11" fmla="*/ 87 h 184"/>
                  <a:gd name="T12" fmla="*/ 156 w 178"/>
                  <a:gd name="T13" fmla="*/ 84 h 184"/>
                  <a:gd name="T14" fmla="*/ 178 w 178"/>
                  <a:gd name="T15" fmla="*/ 75 h 184"/>
                  <a:gd name="T16" fmla="*/ 148 w 178"/>
                  <a:gd name="T17" fmla="*/ 58 h 184"/>
                  <a:gd name="T18" fmla="*/ 144 w 178"/>
                  <a:gd name="T19" fmla="*/ 53 h 184"/>
                  <a:gd name="T20" fmla="*/ 141 w 178"/>
                  <a:gd name="T21" fmla="*/ 48 h 184"/>
                  <a:gd name="T22" fmla="*/ 137 w 178"/>
                  <a:gd name="T23" fmla="*/ 45 h 184"/>
                  <a:gd name="T24" fmla="*/ 119 w 178"/>
                  <a:gd name="T25" fmla="*/ 30 h 184"/>
                  <a:gd name="T26" fmla="*/ 113 w 178"/>
                  <a:gd name="T27" fmla="*/ 27 h 184"/>
                  <a:gd name="T28" fmla="*/ 108 w 178"/>
                  <a:gd name="T29" fmla="*/ 25 h 184"/>
                  <a:gd name="T30" fmla="*/ 103 w 178"/>
                  <a:gd name="T31" fmla="*/ 23 h 184"/>
                  <a:gd name="T32" fmla="*/ 77 w 178"/>
                  <a:gd name="T33" fmla="*/ 0 h 184"/>
                  <a:gd name="T34" fmla="*/ 74 w 178"/>
                  <a:gd name="T35" fmla="*/ 24 h 184"/>
                  <a:gd name="T36" fmla="*/ 69 w 178"/>
                  <a:gd name="T37" fmla="*/ 25 h 184"/>
                  <a:gd name="T38" fmla="*/ 63 w 178"/>
                  <a:gd name="T39" fmla="*/ 27 h 184"/>
                  <a:gd name="T40" fmla="*/ 46 w 178"/>
                  <a:gd name="T41" fmla="*/ 10 h 184"/>
                  <a:gd name="T42" fmla="*/ 39 w 178"/>
                  <a:gd name="T43" fmla="*/ 46 h 184"/>
                  <a:gd name="T44" fmla="*/ 35 w 178"/>
                  <a:gd name="T45" fmla="*/ 50 h 184"/>
                  <a:gd name="T46" fmla="*/ 32 w 178"/>
                  <a:gd name="T47" fmla="*/ 54 h 184"/>
                  <a:gd name="T48" fmla="*/ 30 w 178"/>
                  <a:gd name="T49" fmla="*/ 59 h 184"/>
                  <a:gd name="T50" fmla="*/ 23 w 178"/>
                  <a:gd name="T51" fmla="*/ 82 h 184"/>
                  <a:gd name="T52" fmla="*/ 23 w 178"/>
                  <a:gd name="T53" fmla="*/ 86 h 184"/>
                  <a:gd name="T54" fmla="*/ 22 w 178"/>
                  <a:gd name="T55" fmla="*/ 88 h 184"/>
                  <a:gd name="T56" fmla="*/ 22 w 178"/>
                  <a:gd name="T57" fmla="*/ 92 h 184"/>
                  <a:gd name="T58" fmla="*/ 22 w 178"/>
                  <a:gd name="T59" fmla="*/ 95 h 184"/>
                  <a:gd name="T60" fmla="*/ 22 w 178"/>
                  <a:gd name="T61" fmla="*/ 97 h 184"/>
                  <a:gd name="T62" fmla="*/ 23 w 178"/>
                  <a:gd name="T63" fmla="*/ 100 h 184"/>
                  <a:gd name="T64" fmla="*/ 0 w 178"/>
                  <a:gd name="T65" fmla="*/ 109 h 184"/>
                  <a:gd name="T66" fmla="*/ 31 w 178"/>
                  <a:gd name="T67" fmla="*/ 127 h 184"/>
                  <a:gd name="T68" fmla="*/ 34 w 178"/>
                  <a:gd name="T69" fmla="*/ 132 h 184"/>
                  <a:gd name="T70" fmla="*/ 36 w 178"/>
                  <a:gd name="T71" fmla="*/ 136 h 184"/>
                  <a:gd name="T72" fmla="*/ 41 w 178"/>
                  <a:gd name="T73" fmla="*/ 141 h 184"/>
                  <a:gd name="T74" fmla="*/ 60 w 178"/>
                  <a:gd name="T75" fmla="*/ 155 h 184"/>
                  <a:gd name="T76" fmla="*/ 64 w 178"/>
                  <a:gd name="T77" fmla="*/ 158 h 184"/>
                  <a:gd name="T78" fmla="*/ 71 w 178"/>
                  <a:gd name="T79" fmla="*/ 159 h 184"/>
                  <a:gd name="T80" fmla="*/ 75 w 178"/>
                  <a:gd name="T81" fmla="*/ 161 h 184"/>
                  <a:gd name="T82" fmla="*/ 101 w 178"/>
                  <a:gd name="T83" fmla="*/ 184 h 184"/>
                  <a:gd name="T84" fmla="*/ 105 w 178"/>
                  <a:gd name="T85" fmla="*/ 160 h 184"/>
                  <a:gd name="T86" fmla="*/ 110 w 178"/>
                  <a:gd name="T87" fmla="*/ 159 h 184"/>
                  <a:gd name="T88" fmla="*/ 115 w 178"/>
                  <a:gd name="T89" fmla="*/ 157 h 184"/>
                  <a:gd name="T90" fmla="*/ 133 w 178"/>
                  <a:gd name="T91" fmla="*/ 174 h 184"/>
                  <a:gd name="T92" fmla="*/ 139 w 178"/>
                  <a:gd name="T93" fmla="*/ 140 h 184"/>
                  <a:gd name="T94" fmla="*/ 142 w 178"/>
                  <a:gd name="T95" fmla="*/ 134 h 184"/>
                  <a:gd name="T96" fmla="*/ 145 w 178"/>
                  <a:gd name="T97" fmla="*/ 130 h 184"/>
                  <a:gd name="T98" fmla="*/ 148 w 178"/>
                  <a:gd name="T99" fmla="*/ 126 h 1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4"/>
                  <a:gd name="T152" fmla="*/ 178 w 178"/>
                  <a:gd name="T153" fmla="*/ 184 h 18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4">
                    <a:moveTo>
                      <a:pt x="170" y="132"/>
                    </a:moveTo>
                    <a:lnTo>
                      <a:pt x="178" y="109"/>
                    </a:lnTo>
                    <a:lnTo>
                      <a:pt x="156" y="102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5"/>
                    </a:lnTo>
                    <a:lnTo>
                      <a:pt x="156" y="94"/>
                    </a:lnTo>
                    <a:lnTo>
                      <a:pt x="156" y="93"/>
                    </a:lnTo>
                    <a:lnTo>
                      <a:pt x="156" y="92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6"/>
                    </a:lnTo>
                    <a:lnTo>
                      <a:pt x="156" y="84"/>
                    </a:lnTo>
                    <a:lnTo>
                      <a:pt x="156" y="82"/>
                    </a:lnTo>
                    <a:lnTo>
                      <a:pt x="178" y="75"/>
                    </a:lnTo>
                    <a:lnTo>
                      <a:pt x="170" y="52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7" y="56"/>
                    </a:lnTo>
                    <a:lnTo>
                      <a:pt x="145" y="54"/>
                    </a:lnTo>
                    <a:lnTo>
                      <a:pt x="144" y="53"/>
                    </a:lnTo>
                    <a:lnTo>
                      <a:pt x="143" y="51"/>
                    </a:lnTo>
                    <a:lnTo>
                      <a:pt x="142" y="50"/>
                    </a:lnTo>
                    <a:lnTo>
                      <a:pt x="141" y="48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5"/>
                    </a:lnTo>
                    <a:lnTo>
                      <a:pt x="151" y="24"/>
                    </a:lnTo>
                    <a:lnTo>
                      <a:pt x="133" y="10"/>
                    </a:lnTo>
                    <a:lnTo>
                      <a:pt x="119" y="30"/>
                    </a:lnTo>
                    <a:lnTo>
                      <a:pt x="117" y="28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5" y="24"/>
                    </a:lnTo>
                    <a:lnTo>
                      <a:pt x="103" y="23"/>
                    </a:lnTo>
                    <a:lnTo>
                      <a:pt x="101" y="23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3"/>
                    </a:lnTo>
                    <a:lnTo>
                      <a:pt x="75" y="23"/>
                    </a:lnTo>
                    <a:lnTo>
                      <a:pt x="74" y="24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6" y="26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0" y="30"/>
                    </a:lnTo>
                    <a:lnTo>
                      <a:pt x="46" y="10"/>
                    </a:lnTo>
                    <a:lnTo>
                      <a:pt x="27" y="24"/>
                    </a:lnTo>
                    <a:lnTo>
                      <a:pt x="41" y="45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6" y="49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4" y="53"/>
                    </a:lnTo>
                    <a:lnTo>
                      <a:pt x="32" y="54"/>
                    </a:lnTo>
                    <a:lnTo>
                      <a:pt x="31" y="56"/>
                    </a:lnTo>
                    <a:lnTo>
                      <a:pt x="31" y="58"/>
                    </a:lnTo>
                    <a:lnTo>
                      <a:pt x="30" y="59"/>
                    </a:lnTo>
                    <a:lnTo>
                      <a:pt x="9" y="52"/>
                    </a:lnTo>
                    <a:lnTo>
                      <a:pt x="0" y="75"/>
                    </a:lnTo>
                    <a:lnTo>
                      <a:pt x="23" y="82"/>
                    </a:lnTo>
                    <a:lnTo>
                      <a:pt x="23" y="84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2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2"/>
                    </a:lnTo>
                    <a:lnTo>
                      <a:pt x="0" y="109"/>
                    </a:lnTo>
                    <a:lnTo>
                      <a:pt x="9" y="132"/>
                    </a:lnTo>
                    <a:lnTo>
                      <a:pt x="30" y="126"/>
                    </a:lnTo>
                    <a:lnTo>
                      <a:pt x="31" y="127"/>
                    </a:lnTo>
                    <a:lnTo>
                      <a:pt x="31" y="128"/>
                    </a:lnTo>
                    <a:lnTo>
                      <a:pt x="32" y="130"/>
                    </a:lnTo>
                    <a:lnTo>
                      <a:pt x="34" y="132"/>
                    </a:lnTo>
                    <a:lnTo>
                      <a:pt x="34" y="133"/>
                    </a:lnTo>
                    <a:lnTo>
                      <a:pt x="35" y="134"/>
                    </a:lnTo>
                    <a:lnTo>
                      <a:pt x="36" y="136"/>
                    </a:lnTo>
                    <a:lnTo>
                      <a:pt x="38" y="137"/>
                    </a:lnTo>
                    <a:lnTo>
                      <a:pt x="39" y="140"/>
                    </a:lnTo>
                    <a:lnTo>
                      <a:pt x="41" y="141"/>
                    </a:lnTo>
                    <a:lnTo>
                      <a:pt x="27" y="160"/>
                    </a:lnTo>
                    <a:lnTo>
                      <a:pt x="46" y="174"/>
                    </a:lnTo>
                    <a:lnTo>
                      <a:pt x="60" y="155"/>
                    </a:lnTo>
                    <a:lnTo>
                      <a:pt x="62" y="156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6" y="158"/>
                    </a:lnTo>
                    <a:lnTo>
                      <a:pt x="69" y="159"/>
                    </a:lnTo>
                    <a:lnTo>
                      <a:pt x="71" y="159"/>
                    </a:lnTo>
                    <a:lnTo>
                      <a:pt x="72" y="160"/>
                    </a:lnTo>
                    <a:lnTo>
                      <a:pt x="74" y="160"/>
                    </a:lnTo>
                    <a:lnTo>
                      <a:pt x="75" y="161"/>
                    </a:lnTo>
                    <a:lnTo>
                      <a:pt x="77" y="161"/>
                    </a:lnTo>
                    <a:lnTo>
                      <a:pt x="77" y="184"/>
                    </a:lnTo>
                    <a:lnTo>
                      <a:pt x="101" y="184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5" y="160"/>
                    </a:lnTo>
                    <a:lnTo>
                      <a:pt x="107" y="160"/>
                    </a:lnTo>
                    <a:lnTo>
                      <a:pt x="108" y="159"/>
                    </a:lnTo>
                    <a:lnTo>
                      <a:pt x="110" y="159"/>
                    </a:lnTo>
                    <a:lnTo>
                      <a:pt x="111" y="158"/>
                    </a:lnTo>
                    <a:lnTo>
                      <a:pt x="113" y="158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4"/>
                    </a:lnTo>
                    <a:lnTo>
                      <a:pt x="151" y="160"/>
                    </a:lnTo>
                    <a:lnTo>
                      <a:pt x="137" y="141"/>
                    </a:lnTo>
                    <a:lnTo>
                      <a:pt x="139" y="140"/>
                    </a:lnTo>
                    <a:lnTo>
                      <a:pt x="140" y="137"/>
                    </a:lnTo>
                    <a:lnTo>
                      <a:pt x="141" y="136"/>
                    </a:lnTo>
                    <a:lnTo>
                      <a:pt x="142" y="134"/>
                    </a:lnTo>
                    <a:lnTo>
                      <a:pt x="143" y="133"/>
                    </a:lnTo>
                    <a:lnTo>
                      <a:pt x="144" y="131"/>
                    </a:lnTo>
                    <a:lnTo>
                      <a:pt x="145" y="130"/>
                    </a:lnTo>
                    <a:lnTo>
                      <a:pt x="147" y="128"/>
                    </a:lnTo>
                    <a:lnTo>
                      <a:pt x="148" y="127"/>
                    </a:lnTo>
                    <a:lnTo>
                      <a:pt x="148" y="126"/>
                    </a:lnTo>
                    <a:lnTo>
                      <a:pt x="170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9" name="Freeform 1102"/>
              <p:cNvSpPr>
                <a:spLocks/>
              </p:cNvSpPr>
              <p:nvPr/>
            </p:nvSpPr>
            <p:spPr bwMode="auto">
              <a:xfrm>
                <a:off x="2545" y="3207"/>
                <a:ext cx="72" cy="76"/>
              </a:xfrm>
              <a:custGeom>
                <a:avLst/>
                <a:gdLst>
                  <a:gd name="T0" fmla="*/ 0 w 72"/>
                  <a:gd name="T1" fmla="*/ 37 h 76"/>
                  <a:gd name="T2" fmla="*/ 0 w 72"/>
                  <a:gd name="T3" fmla="*/ 32 h 76"/>
                  <a:gd name="T4" fmla="*/ 2 w 72"/>
                  <a:gd name="T5" fmla="*/ 27 h 76"/>
                  <a:gd name="T6" fmla="*/ 4 w 72"/>
                  <a:gd name="T7" fmla="*/ 20 h 76"/>
                  <a:gd name="T8" fmla="*/ 6 w 72"/>
                  <a:gd name="T9" fmla="*/ 16 h 76"/>
                  <a:gd name="T10" fmla="*/ 10 w 72"/>
                  <a:gd name="T11" fmla="*/ 11 h 76"/>
                  <a:gd name="T12" fmla="*/ 15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7 h 76"/>
                  <a:gd name="T38" fmla="*/ 72 w 72"/>
                  <a:gd name="T39" fmla="*/ 32 h 76"/>
                  <a:gd name="T40" fmla="*/ 72 w 72"/>
                  <a:gd name="T41" fmla="*/ 37 h 76"/>
                  <a:gd name="T42" fmla="*/ 72 w 72"/>
                  <a:gd name="T43" fmla="*/ 44 h 76"/>
                  <a:gd name="T44" fmla="*/ 70 w 72"/>
                  <a:gd name="T45" fmla="*/ 50 h 76"/>
                  <a:gd name="T46" fmla="*/ 68 w 72"/>
                  <a:gd name="T47" fmla="*/ 55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9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5 w 72"/>
                  <a:gd name="T69" fmla="*/ 69 h 76"/>
                  <a:gd name="T70" fmla="*/ 10 w 72"/>
                  <a:gd name="T71" fmla="*/ 65 h 76"/>
                  <a:gd name="T72" fmla="*/ 6 w 72"/>
                  <a:gd name="T73" fmla="*/ 60 h 76"/>
                  <a:gd name="T74" fmla="*/ 4 w 72"/>
                  <a:gd name="T75" fmla="*/ 55 h 76"/>
                  <a:gd name="T76" fmla="*/ 2 w 72"/>
                  <a:gd name="T77" fmla="*/ 50 h 76"/>
                  <a:gd name="T78" fmla="*/ 0 w 72"/>
                  <a:gd name="T79" fmla="*/ 44 h 76"/>
                  <a:gd name="T80" fmla="*/ 0 w 72"/>
                  <a:gd name="T81" fmla="*/ 37 h 76"/>
                  <a:gd name="T82" fmla="*/ 0 w 72"/>
                  <a:gd name="T83" fmla="*/ 37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7"/>
                    </a:moveTo>
                    <a:lnTo>
                      <a:pt x="0" y="32"/>
                    </a:lnTo>
                    <a:lnTo>
                      <a:pt x="2" y="27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10" y="11"/>
                    </a:lnTo>
                    <a:lnTo>
                      <a:pt x="15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7"/>
                    </a:lnTo>
                    <a:lnTo>
                      <a:pt x="72" y="32"/>
                    </a:lnTo>
                    <a:lnTo>
                      <a:pt x="72" y="37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5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9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5" y="69"/>
                    </a:lnTo>
                    <a:lnTo>
                      <a:pt x="10" y="65"/>
                    </a:lnTo>
                    <a:lnTo>
                      <a:pt x="6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60" name="Freeform 1103"/>
              <p:cNvSpPr>
                <a:spLocks/>
              </p:cNvSpPr>
              <p:nvPr/>
            </p:nvSpPr>
            <p:spPr bwMode="auto">
              <a:xfrm>
                <a:off x="2698" y="3288"/>
                <a:ext cx="72" cy="76"/>
              </a:xfrm>
              <a:custGeom>
                <a:avLst/>
                <a:gdLst>
                  <a:gd name="T0" fmla="*/ 0 w 72"/>
                  <a:gd name="T1" fmla="*/ 38 h 76"/>
                  <a:gd name="T2" fmla="*/ 1 w 72"/>
                  <a:gd name="T3" fmla="*/ 32 h 76"/>
                  <a:gd name="T4" fmla="*/ 2 w 72"/>
                  <a:gd name="T5" fmla="*/ 26 h 76"/>
                  <a:gd name="T6" fmla="*/ 4 w 72"/>
                  <a:gd name="T7" fmla="*/ 20 h 76"/>
                  <a:gd name="T8" fmla="*/ 7 w 72"/>
                  <a:gd name="T9" fmla="*/ 16 h 76"/>
                  <a:gd name="T10" fmla="*/ 10 w 72"/>
                  <a:gd name="T11" fmla="*/ 11 h 76"/>
                  <a:gd name="T12" fmla="*/ 14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6 h 76"/>
                  <a:gd name="T38" fmla="*/ 72 w 72"/>
                  <a:gd name="T39" fmla="*/ 32 h 76"/>
                  <a:gd name="T40" fmla="*/ 72 w 72"/>
                  <a:gd name="T41" fmla="*/ 38 h 76"/>
                  <a:gd name="T42" fmla="*/ 72 w 72"/>
                  <a:gd name="T43" fmla="*/ 45 h 76"/>
                  <a:gd name="T44" fmla="*/ 70 w 72"/>
                  <a:gd name="T45" fmla="*/ 50 h 76"/>
                  <a:gd name="T46" fmla="*/ 68 w 72"/>
                  <a:gd name="T47" fmla="*/ 56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8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4 w 72"/>
                  <a:gd name="T69" fmla="*/ 68 h 76"/>
                  <a:gd name="T70" fmla="*/ 10 w 72"/>
                  <a:gd name="T71" fmla="*/ 65 h 76"/>
                  <a:gd name="T72" fmla="*/ 7 w 72"/>
                  <a:gd name="T73" fmla="*/ 60 h 76"/>
                  <a:gd name="T74" fmla="*/ 4 w 72"/>
                  <a:gd name="T75" fmla="*/ 56 h 76"/>
                  <a:gd name="T76" fmla="*/ 2 w 72"/>
                  <a:gd name="T77" fmla="*/ 50 h 76"/>
                  <a:gd name="T78" fmla="*/ 1 w 72"/>
                  <a:gd name="T79" fmla="*/ 45 h 76"/>
                  <a:gd name="T80" fmla="*/ 0 w 72"/>
                  <a:gd name="T81" fmla="*/ 38 h 76"/>
                  <a:gd name="T82" fmla="*/ 0 w 72"/>
                  <a:gd name="T83" fmla="*/ 38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8"/>
                    </a:moveTo>
                    <a:lnTo>
                      <a:pt x="1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4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2" y="38"/>
                    </a:lnTo>
                    <a:lnTo>
                      <a:pt x="72" y="45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8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4" y="68"/>
                    </a:lnTo>
                    <a:lnTo>
                      <a:pt x="10" y="65"/>
                    </a:lnTo>
                    <a:lnTo>
                      <a:pt x="7" y="60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1" y="45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0839" name="Rectangle 1104"/>
            <p:cNvSpPr>
              <a:spLocks noChangeArrowheads="1"/>
            </p:cNvSpPr>
            <p:nvPr/>
          </p:nvSpPr>
          <p:spPr bwMode="auto">
            <a:xfrm>
              <a:off x="2780" y="4010"/>
              <a:ext cx="606" cy="1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Work In Progress</a:t>
              </a:r>
              <a:endParaRPr lang="en-US" sz="1000" b="0">
                <a:latin typeface="Times New Roman" pitchFamily="18" charset="0"/>
              </a:endParaRPr>
            </a:p>
          </p:txBody>
        </p:sp>
        <p:grpSp>
          <p:nvGrpSpPr>
            <p:cNvPr id="30840" name="Group 1105"/>
            <p:cNvGrpSpPr>
              <a:grpSpLocks/>
            </p:cNvGrpSpPr>
            <p:nvPr/>
          </p:nvGrpSpPr>
          <p:grpSpPr bwMode="auto">
            <a:xfrm>
              <a:off x="3434" y="3698"/>
              <a:ext cx="304" cy="261"/>
              <a:chOff x="3034" y="3151"/>
              <a:chExt cx="294" cy="277"/>
            </a:xfrm>
          </p:grpSpPr>
          <p:sp>
            <p:nvSpPr>
              <p:cNvPr id="30846" name="Freeform 1106"/>
              <p:cNvSpPr>
                <a:spLocks/>
              </p:cNvSpPr>
              <p:nvPr/>
            </p:nvSpPr>
            <p:spPr bwMode="auto">
              <a:xfrm>
                <a:off x="3041" y="3155"/>
                <a:ext cx="274" cy="273"/>
              </a:xfrm>
              <a:custGeom>
                <a:avLst/>
                <a:gdLst>
                  <a:gd name="T0" fmla="*/ 219 w 274"/>
                  <a:gd name="T1" fmla="*/ 273 h 273"/>
                  <a:gd name="T2" fmla="*/ 228 w 274"/>
                  <a:gd name="T3" fmla="*/ 273 h 273"/>
                  <a:gd name="T4" fmla="*/ 237 w 274"/>
                  <a:gd name="T5" fmla="*/ 271 h 273"/>
                  <a:gd name="T6" fmla="*/ 245 w 274"/>
                  <a:gd name="T7" fmla="*/ 267 h 273"/>
                  <a:gd name="T8" fmla="*/ 252 w 274"/>
                  <a:gd name="T9" fmla="*/ 262 h 273"/>
                  <a:gd name="T10" fmla="*/ 258 w 274"/>
                  <a:gd name="T11" fmla="*/ 257 h 273"/>
                  <a:gd name="T12" fmla="*/ 263 w 274"/>
                  <a:gd name="T13" fmla="*/ 251 h 273"/>
                  <a:gd name="T14" fmla="*/ 269 w 274"/>
                  <a:gd name="T15" fmla="*/ 243 h 273"/>
                  <a:gd name="T16" fmla="*/ 271 w 274"/>
                  <a:gd name="T17" fmla="*/ 236 h 273"/>
                  <a:gd name="T18" fmla="*/ 274 w 274"/>
                  <a:gd name="T19" fmla="*/ 227 h 273"/>
                  <a:gd name="T20" fmla="*/ 274 w 274"/>
                  <a:gd name="T21" fmla="*/ 219 h 273"/>
                  <a:gd name="T22" fmla="*/ 274 w 274"/>
                  <a:gd name="T23" fmla="*/ 54 h 273"/>
                  <a:gd name="T24" fmla="*/ 274 w 274"/>
                  <a:gd name="T25" fmla="*/ 46 h 273"/>
                  <a:gd name="T26" fmla="*/ 271 w 274"/>
                  <a:gd name="T27" fmla="*/ 37 h 273"/>
                  <a:gd name="T28" fmla="*/ 269 w 274"/>
                  <a:gd name="T29" fmla="*/ 29 h 273"/>
                  <a:gd name="T30" fmla="*/ 263 w 274"/>
                  <a:gd name="T31" fmla="*/ 22 h 273"/>
                  <a:gd name="T32" fmla="*/ 258 w 274"/>
                  <a:gd name="T33" fmla="*/ 16 h 273"/>
                  <a:gd name="T34" fmla="*/ 252 w 274"/>
                  <a:gd name="T35" fmla="*/ 10 h 273"/>
                  <a:gd name="T36" fmla="*/ 245 w 274"/>
                  <a:gd name="T37" fmla="*/ 6 h 273"/>
                  <a:gd name="T38" fmla="*/ 237 w 274"/>
                  <a:gd name="T39" fmla="*/ 2 h 273"/>
                  <a:gd name="T40" fmla="*/ 228 w 274"/>
                  <a:gd name="T41" fmla="*/ 0 h 273"/>
                  <a:gd name="T42" fmla="*/ 220 w 274"/>
                  <a:gd name="T43" fmla="*/ 0 h 273"/>
                  <a:gd name="T44" fmla="*/ 55 w 274"/>
                  <a:gd name="T45" fmla="*/ 0 h 273"/>
                  <a:gd name="T46" fmla="*/ 46 w 274"/>
                  <a:gd name="T47" fmla="*/ 0 h 273"/>
                  <a:gd name="T48" fmla="*/ 37 w 274"/>
                  <a:gd name="T49" fmla="*/ 2 h 273"/>
                  <a:gd name="T50" fmla="*/ 29 w 274"/>
                  <a:gd name="T51" fmla="*/ 6 h 273"/>
                  <a:gd name="T52" fmla="*/ 22 w 274"/>
                  <a:gd name="T53" fmla="*/ 10 h 273"/>
                  <a:gd name="T54" fmla="*/ 17 w 274"/>
                  <a:gd name="T55" fmla="*/ 16 h 273"/>
                  <a:gd name="T56" fmla="*/ 10 w 274"/>
                  <a:gd name="T57" fmla="*/ 22 h 273"/>
                  <a:gd name="T58" fmla="*/ 6 w 274"/>
                  <a:gd name="T59" fmla="*/ 29 h 273"/>
                  <a:gd name="T60" fmla="*/ 2 w 274"/>
                  <a:gd name="T61" fmla="*/ 37 h 273"/>
                  <a:gd name="T62" fmla="*/ 1 w 274"/>
                  <a:gd name="T63" fmla="*/ 46 h 273"/>
                  <a:gd name="T64" fmla="*/ 0 w 274"/>
                  <a:gd name="T65" fmla="*/ 54 h 273"/>
                  <a:gd name="T66" fmla="*/ 0 w 274"/>
                  <a:gd name="T67" fmla="*/ 219 h 273"/>
                  <a:gd name="T68" fmla="*/ 1 w 274"/>
                  <a:gd name="T69" fmla="*/ 227 h 273"/>
                  <a:gd name="T70" fmla="*/ 2 w 274"/>
                  <a:gd name="T71" fmla="*/ 236 h 273"/>
                  <a:gd name="T72" fmla="*/ 6 w 274"/>
                  <a:gd name="T73" fmla="*/ 243 h 273"/>
                  <a:gd name="T74" fmla="*/ 10 w 274"/>
                  <a:gd name="T75" fmla="*/ 251 h 273"/>
                  <a:gd name="T76" fmla="*/ 17 w 274"/>
                  <a:gd name="T77" fmla="*/ 257 h 273"/>
                  <a:gd name="T78" fmla="*/ 22 w 274"/>
                  <a:gd name="T79" fmla="*/ 262 h 273"/>
                  <a:gd name="T80" fmla="*/ 29 w 274"/>
                  <a:gd name="T81" fmla="*/ 267 h 273"/>
                  <a:gd name="T82" fmla="*/ 37 w 274"/>
                  <a:gd name="T83" fmla="*/ 271 h 273"/>
                  <a:gd name="T84" fmla="*/ 46 w 274"/>
                  <a:gd name="T85" fmla="*/ 273 h 273"/>
                  <a:gd name="T86" fmla="*/ 55 w 274"/>
                  <a:gd name="T87" fmla="*/ 273 h 273"/>
                  <a:gd name="T88" fmla="*/ 220 w 274"/>
                  <a:gd name="T89" fmla="*/ 273 h 273"/>
                  <a:gd name="T90" fmla="*/ 219 w 274"/>
                  <a:gd name="T91" fmla="*/ 273 h 2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4"/>
                  <a:gd name="T139" fmla="*/ 0 h 273"/>
                  <a:gd name="T140" fmla="*/ 274 w 274"/>
                  <a:gd name="T141" fmla="*/ 273 h 27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4" h="273">
                    <a:moveTo>
                      <a:pt x="219" y="273"/>
                    </a:moveTo>
                    <a:lnTo>
                      <a:pt x="228" y="273"/>
                    </a:lnTo>
                    <a:lnTo>
                      <a:pt x="237" y="271"/>
                    </a:lnTo>
                    <a:lnTo>
                      <a:pt x="245" y="267"/>
                    </a:lnTo>
                    <a:lnTo>
                      <a:pt x="252" y="262"/>
                    </a:lnTo>
                    <a:lnTo>
                      <a:pt x="258" y="257"/>
                    </a:lnTo>
                    <a:lnTo>
                      <a:pt x="263" y="251"/>
                    </a:lnTo>
                    <a:lnTo>
                      <a:pt x="269" y="243"/>
                    </a:lnTo>
                    <a:lnTo>
                      <a:pt x="271" y="236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54"/>
                    </a:lnTo>
                    <a:lnTo>
                      <a:pt x="274" y="46"/>
                    </a:lnTo>
                    <a:lnTo>
                      <a:pt x="271" y="37"/>
                    </a:lnTo>
                    <a:lnTo>
                      <a:pt x="269" y="29"/>
                    </a:lnTo>
                    <a:lnTo>
                      <a:pt x="263" y="22"/>
                    </a:lnTo>
                    <a:lnTo>
                      <a:pt x="258" y="16"/>
                    </a:lnTo>
                    <a:lnTo>
                      <a:pt x="252" y="10"/>
                    </a:lnTo>
                    <a:lnTo>
                      <a:pt x="245" y="6"/>
                    </a:lnTo>
                    <a:lnTo>
                      <a:pt x="237" y="2"/>
                    </a:lnTo>
                    <a:lnTo>
                      <a:pt x="228" y="0"/>
                    </a:lnTo>
                    <a:lnTo>
                      <a:pt x="220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9" y="6"/>
                    </a:lnTo>
                    <a:lnTo>
                      <a:pt x="22" y="10"/>
                    </a:lnTo>
                    <a:lnTo>
                      <a:pt x="17" y="16"/>
                    </a:lnTo>
                    <a:lnTo>
                      <a:pt x="10" y="22"/>
                    </a:lnTo>
                    <a:lnTo>
                      <a:pt x="6" y="29"/>
                    </a:lnTo>
                    <a:lnTo>
                      <a:pt x="2" y="37"/>
                    </a:lnTo>
                    <a:lnTo>
                      <a:pt x="1" y="46"/>
                    </a:lnTo>
                    <a:lnTo>
                      <a:pt x="0" y="54"/>
                    </a:lnTo>
                    <a:lnTo>
                      <a:pt x="0" y="219"/>
                    </a:lnTo>
                    <a:lnTo>
                      <a:pt x="1" y="227"/>
                    </a:lnTo>
                    <a:lnTo>
                      <a:pt x="2" y="236"/>
                    </a:lnTo>
                    <a:lnTo>
                      <a:pt x="6" y="243"/>
                    </a:lnTo>
                    <a:lnTo>
                      <a:pt x="10" y="251"/>
                    </a:lnTo>
                    <a:lnTo>
                      <a:pt x="17" y="257"/>
                    </a:lnTo>
                    <a:lnTo>
                      <a:pt x="22" y="262"/>
                    </a:lnTo>
                    <a:lnTo>
                      <a:pt x="29" y="267"/>
                    </a:lnTo>
                    <a:lnTo>
                      <a:pt x="37" y="271"/>
                    </a:lnTo>
                    <a:lnTo>
                      <a:pt x="46" y="273"/>
                    </a:lnTo>
                    <a:lnTo>
                      <a:pt x="55" y="273"/>
                    </a:lnTo>
                    <a:lnTo>
                      <a:pt x="220" y="273"/>
                    </a:lnTo>
                    <a:lnTo>
                      <a:pt x="219" y="27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47" name="Line 1107"/>
              <p:cNvSpPr>
                <a:spLocks noChangeShapeType="1"/>
              </p:cNvSpPr>
              <p:nvPr/>
            </p:nvSpPr>
            <p:spPr bwMode="auto">
              <a:xfrm>
                <a:off x="3034" y="3180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48" name="Line 1108"/>
              <p:cNvSpPr>
                <a:spLocks noChangeShapeType="1"/>
              </p:cNvSpPr>
              <p:nvPr/>
            </p:nvSpPr>
            <p:spPr bwMode="auto">
              <a:xfrm>
                <a:off x="3034" y="3254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49" name="Line 1109"/>
              <p:cNvSpPr>
                <a:spLocks noChangeShapeType="1"/>
              </p:cNvSpPr>
              <p:nvPr/>
            </p:nvSpPr>
            <p:spPr bwMode="auto">
              <a:xfrm>
                <a:off x="3034" y="3328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0" name="Line 1110"/>
              <p:cNvSpPr>
                <a:spLocks noChangeShapeType="1"/>
              </p:cNvSpPr>
              <p:nvPr/>
            </p:nvSpPr>
            <p:spPr bwMode="auto">
              <a:xfrm>
                <a:off x="3034" y="3401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1" name="Freeform 1111"/>
              <p:cNvSpPr>
                <a:spLocks/>
              </p:cNvSpPr>
              <p:nvPr/>
            </p:nvSpPr>
            <p:spPr bwMode="auto">
              <a:xfrm>
                <a:off x="3136" y="3194"/>
                <a:ext cx="84" cy="218"/>
              </a:xfrm>
              <a:custGeom>
                <a:avLst/>
                <a:gdLst>
                  <a:gd name="T0" fmla="*/ 46 w 84"/>
                  <a:gd name="T1" fmla="*/ 218 h 218"/>
                  <a:gd name="T2" fmla="*/ 47 w 84"/>
                  <a:gd name="T3" fmla="*/ 201 h 218"/>
                  <a:gd name="T4" fmla="*/ 50 w 84"/>
                  <a:gd name="T5" fmla="*/ 185 h 218"/>
                  <a:gd name="T6" fmla="*/ 54 w 84"/>
                  <a:gd name="T7" fmla="*/ 169 h 218"/>
                  <a:gd name="T8" fmla="*/ 59 w 84"/>
                  <a:gd name="T9" fmla="*/ 155 h 218"/>
                  <a:gd name="T10" fmla="*/ 65 w 84"/>
                  <a:gd name="T11" fmla="*/ 142 h 218"/>
                  <a:gd name="T12" fmla="*/ 71 w 84"/>
                  <a:gd name="T13" fmla="*/ 132 h 218"/>
                  <a:gd name="T14" fmla="*/ 77 w 84"/>
                  <a:gd name="T15" fmla="*/ 123 h 218"/>
                  <a:gd name="T16" fmla="*/ 80 w 84"/>
                  <a:gd name="T17" fmla="*/ 117 h 218"/>
                  <a:gd name="T18" fmla="*/ 83 w 84"/>
                  <a:gd name="T19" fmla="*/ 112 h 218"/>
                  <a:gd name="T20" fmla="*/ 84 w 84"/>
                  <a:gd name="T21" fmla="*/ 110 h 218"/>
                  <a:gd name="T22" fmla="*/ 74 w 84"/>
                  <a:gd name="T23" fmla="*/ 0 h 218"/>
                  <a:gd name="T24" fmla="*/ 41 w 84"/>
                  <a:gd name="T25" fmla="*/ 0 h 218"/>
                  <a:gd name="T26" fmla="*/ 9 w 84"/>
                  <a:gd name="T27" fmla="*/ 0 h 218"/>
                  <a:gd name="T28" fmla="*/ 0 w 84"/>
                  <a:gd name="T29" fmla="*/ 110 h 218"/>
                  <a:gd name="T30" fmla="*/ 1 w 84"/>
                  <a:gd name="T31" fmla="*/ 112 h 218"/>
                  <a:gd name="T32" fmla="*/ 4 w 84"/>
                  <a:gd name="T33" fmla="*/ 117 h 218"/>
                  <a:gd name="T34" fmla="*/ 7 w 84"/>
                  <a:gd name="T35" fmla="*/ 123 h 218"/>
                  <a:gd name="T36" fmla="*/ 12 w 84"/>
                  <a:gd name="T37" fmla="*/ 132 h 218"/>
                  <a:gd name="T38" fmla="*/ 19 w 84"/>
                  <a:gd name="T39" fmla="*/ 142 h 218"/>
                  <a:gd name="T40" fmla="*/ 24 w 84"/>
                  <a:gd name="T41" fmla="*/ 155 h 218"/>
                  <a:gd name="T42" fmla="*/ 30 w 84"/>
                  <a:gd name="T43" fmla="*/ 169 h 218"/>
                  <a:gd name="T44" fmla="*/ 34 w 84"/>
                  <a:gd name="T45" fmla="*/ 185 h 218"/>
                  <a:gd name="T46" fmla="*/ 37 w 84"/>
                  <a:gd name="T47" fmla="*/ 201 h 218"/>
                  <a:gd name="T48" fmla="*/ 38 w 84"/>
                  <a:gd name="T49" fmla="*/ 218 h 218"/>
                  <a:gd name="T50" fmla="*/ 46 w 84"/>
                  <a:gd name="T51" fmla="*/ 218 h 218"/>
                  <a:gd name="T52" fmla="*/ 46 w 84"/>
                  <a:gd name="T53" fmla="*/ 218 h 2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84"/>
                  <a:gd name="T82" fmla="*/ 0 h 218"/>
                  <a:gd name="T83" fmla="*/ 84 w 84"/>
                  <a:gd name="T84" fmla="*/ 218 h 2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84" h="218">
                    <a:moveTo>
                      <a:pt x="46" y="218"/>
                    </a:moveTo>
                    <a:lnTo>
                      <a:pt x="47" y="201"/>
                    </a:lnTo>
                    <a:lnTo>
                      <a:pt x="50" y="185"/>
                    </a:lnTo>
                    <a:lnTo>
                      <a:pt x="54" y="169"/>
                    </a:lnTo>
                    <a:lnTo>
                      <a:pt x="59" y="155"/>
                    </a:lnTo>
                    <a:lnTo>
                      <a:pt x="65" y="142"/>
                    </a:lnTo>
                    <a:lnTo>
                      <a:pt x="71" y="132"/>
                    </a:lnTo>
                    <a:lnTo>
                      <a:pt x="77" y="123"/>
                    </a:lnTo>
                    <a:lnTo>
                      <a:pt x="80" y="117"/>
                    </a:lnTo>
                    <a:lnTo>
                      <a:pt x="83" y="112"/>
                    </a:lnTo>
                    <a:lnTo>
                      <a:pt x="84" y="110"/>
                    </a:lnTo>
                    <a:lnTo>
                      <a:pt x="74" y="0"/>
                    </a:lnTo>
                    <a:lnTo>
                      <a:pt x="41" y="0"/>
                    </a:lnTo>
                    <a:lnTo>
                      <a:pt x="9" y="0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4" y="117"/>
                    </a:lnTo>
                    <a:lnTo>
                      <a:pt x="7" y="123"/>
                    </a:lnTo>
                    <a:lnTo>
                      <a:pt x="12" y="132"/>
                    </a:lnTo>
                    <a:lnTo>
                      <a:pt x="19" y="142"/>
                    </a:lnTo>
                    <a:lnTo>
                      <a:pt x="24" y="155"/>
                    </a:lnTo>
                    <a:lnTo>
                      <a:pt x="30" y="169"/>
                    </a:lnTo>
                    <a:lnTo>
                      <a:pt x="34" y="185"/>
                    </a:lnTo>
                    <a:lnTo>
                      <a:pt x="37" y="201"/>
                    </a:lnTo>
                    <a:lnTo>
                      <a:pt x="38" y="218"/>
                    </a:lnTo>
                    <a:lnTo>
                      <a:pt x="46" y="2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2" name="Freeform 1112"/>
              <p:cNvSpPr>
                <a:spLocks/>
              </p:cNvSpPr>
              <p:nvPr/>
            </p:nvSpPr>
            <p:spPr bwMode="auto">
              <a:xfrm>
                <a:off x="3130" y="3189"/>
                <a:ext cx="96" cy="229"/>
              </a:xfrm>
              <a:custGeom>
                <a:avLst/>
                <a:gdLst>
                  <a:gd name="T0" fmla="*/ 59 w 96"/>
                  <a:gd name="T1" fmla="*/ 207 h 229"/>
                  <a:gd name="T2" fmla="*/ 61 w 96"/>
                  <a:gd name="T3" fmla="*/ 191 h 229"/>
                  <a:gd name="T4" fmla="*/ 65 w 96"/>
                  <a:gd name="T5" fmla="*/ 176 h 229"/>
                  <a:gd name="T6" fmla="*/ 71 w 96"/>
                  <a:gd name="T7" fmla="*/ 162 h 229"/>
                  <a:gd name="T8" fmla="*/ 76 w 96"/>
                  <a:gd name="T9" fmla="*/ 150 h 229"/>
                  <a:gd name="T10" fmla="*/ 83 w 96"/>
                  <a:gd name="T11" fmla="*/ 140 h 229"/>
                  <a:gd name="T12" fmla="*/ 91 w 96"/>
                  <a:gd name="T13" fmla="*/ 125 h 229"/>
                  <a:gd name="T14" fmla="*/ 93 w 96"/>
                  <a:gd name="T15" fmla="*/ 120 h 229"/>
                  <a:gd name="T16" fmla="*/ 95 w 96"/>
                  <a:gd name="T17" fmla="*/ 115 h 229"/>
                  <a:gd name="T18" fmla="*/ 85 w 96"/>
                  <a:gd name="T19" fmla="*/ 1 h 229"/>
                  <a:gd name="T20" fmla="*/ 15 w 96"/>
                  <a:gd name="T21" fmla="*/ 0 h 229"/>
                  <a:gd name="T22" fmla="*/ 10 w 96"/>
                  <a:gd name="T23" fmla="*/ 5 h 229"/>
                  <a:gd name="T24" fmla="*/ 1 w 96"/>
                  <a:gd name="T25" fmla="*/ 118 h 229"/>
                  <a:gd name="T26" fmla="*/ 6 w 96"/>
                  <a:gd name="T27" fmla="*/ 125 h 229"/>
                  <a:gd name="T28" fmla="*/ 9 w 96"/>
                  <a:gd name="T29" fmla="*/ 131 h 229"/>
                  <a:gd name="T30" fmla="*/ 18 w 96"/>
                  <a:gd name="T31" fmla="*/ 137 h 229"/>
                  <a:gd name="T32" fmla="*/ 25 w 96"/>
                  <a:gd name="T33" fmla="*/ 147 h 229"/>
                  <a:gd name="T34" fmla="*/ 31 w 96"/>
                  <a:gd name="T35" fmla="*/ 176 h 229"/>
                  <a:gd name="T36" fmla="*/ 35 w 96"/>
                  <a:gd name="T37" fmla="*/ 192 h 229"/>
                  <a:gd name="T38" fmla="*/ 38 w 96"/>
                  <a:gd name="T39" fmla="*/ 207 h 229"/>
                  <a:gd name="T40" fmla="*/ 39 w 96"/>
                  <a:gd name="T41" fmla="*/ 224 h 229"/>
                  <a:gd name="T42" fmla="*/ 52 w 96"/>
                  <a:gd name="T43" fmla="*/ 229 h 229"/>
                  <a:gd name="T44" fmla="*/ 48 w 96"/>
                  <a:gd name="T45" fmla="*/ 219 h 229"/>
                  <a:gd name="T46" fmla="*/ 49 w 96"/>
                  <a:gd name="T47" fmla="*/ 206 h 229"/>
                  <a:gd name="T48" fmla="*/ 45 w 96"/>
                  <a:gd name="T49" fmla="*/ 189 h 229"/>
                  <a:gd name="T50" fmla="*/ 36 w 96"/>
                  <a:gd name="T51" fmla="*/ 158 h 229"/>
                  <a:gd name="T52" fmla="*/ 24 w 96"/>
                  <a:gd name="T53" fmla="*/ 134 h 229"/>
                  <a:gd name="T54" fmla="*/ 13 w 96"/>
                  <a:gd name="T55" fmla="*/ 128 h 229"/>
                  <a:gd name="T56" fmla="*/ 14 w 96"/>
                  <a:gd name="T57" fmla="*/ 118 h 229"/>
                  <a:gd name="T58" fmla="*/ 12 w 96"/>
                  <a:gd name="T59" fmla="*/ 115 h 229"/>
                  <a:gd name="T60" fmla="*/ 12 w 96"/>
                  <a:gd name="T61" fmla="*/ 116 h 229"/>
                  <a:gd name="T62" fmla="*/ 20 w 96"/>
                  <a:gd name="T63" fmla="*/ 9 h 229"/>
                  <a:gd name="T64" fmla="*/ 15 w 96"/>
                  <a:gd name="T65" fmla="*/ 12 h 229"/>
                  <a:gd name="T66" fmla="*/ 76 w 96"/>
                  <a:gd name="T67" fmla="*/ 9 h 229"/>
                  <a:gd name="T68" fmla="*/ 85 w 96"/>
                  <a:gd name="T69" fmla="*/ 116 h 229"/>
                  <a:gd name="T70" fmla="*/ 85 w 96"/>
                  <a:gd name="T71" fmla="*/ 115 h 229"/>
                  <a:gd name="T72" fmla="*/ 82 w 96"/>
                  <a:gd name="T73" fmla="*/ 118 h 229"/>
                  <a:gd name="T74" fmla="*/ 83 w 96"/>
                  <a:gd name="T75" fmla="*/ 128 h 229"/>
                  <a:gd name="T76" fmla="*/ 73 w 96"/>
                  <a:gd name="T77" fmla="*/ 134 h 229"/>
                  <a:gd name="T78" fmla="*/ 67 w 96"/>
                  <a:gd name="T79" fmla="*/ 145 h 229"/>
                  <a:gd name="T80" fmla="*/ 55 w 96"/>
                  <a:gd name="T81" fmla="*/ 173 h 229"/>
                  <a:gd name="T82" fmla="*/ 47 w 96"/>
                  <a:gd name="T83" fmla="*/ 205 h 2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6"/>
                  <a:gd name="T127" fmla="*/ 0 h 229"/>
                  <a:gd name="T128" fmla="*/ 96 w 96"/>
                  <a:gd name="T129" fmla="*/ 229 h 22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6" h="229">
                    <a:moveTo>
                      <a:pt x="46" y="223"/>
                    </a:moveTo>
                    <a:lnTo>
                      <a:pt x="58" y="224"/>
                    </a:lnTo>
                    <a:lnTo>
                      <a:pt x="59" y="207"/>
                    </a:lnTo>
                    <a:lnTo>
                      <a:pt x="53" y="206"/>
                    </a:lnTo>
                    <a:lnTo>
                      <a:pt x="58" y="207"/>
                    </a:lnTo>
                    <a:lnTo>
                      <a:pt x="61" y="191"/>
                    </a:lnTo>
                    <a:lnTo>
                      <a:pt x="56" y="190"/>
                    </a:lnTo>
                    <a:lnTo>
                      <a:pt x="61" y="192"/>
                    </a:lnTo>
                    <a:lnTo>
                      <a:pt x="65" y="176"/>
                    </a:lnTo>
                    <a:lnTo>
                      <a:pt x="60" y="174"/>
                    </a:lnTo>
                    <a:lnTo>
                      <a:pt x="65" y="176"/>
                    </a:lnTo>
                    <a:lnTo>
                      <a:pt x="71" y="162"/>
                    </a:lnTo>
                    <a:lnTo>
                      <a:pt x="76" y="149"/>
                    </a:lnTo>
                    <a:lnTo>
                      <a:pt x="71" y="147"/>
                    </a:lnTo>
                    <a:lnTo>
                      <a:pt x="76" y="150"/>
                    </a:lnTo>
                    <a:lnTo>
                      <a:pt x="83" y="140"/>
                    </a:lnTo>
                    <a:lnTo>
                      <a:pt x="77" y="137"/>
                    </a:lnTo>
                    <a:lnTo>
                      <a:pt x="83" y="140"/>
                    </a:lnTo>
                    <a:lnTo>
                      <a:pt x="88" y="131"/>
                    </a:lnTo>
                    <a:lnTo>
                      <a:pt x="91" y="125"/>
                    </a:lnTo>
                    <a:lnTo>
                      <a:pt x="86" y="122"/>
                    </a:lnTo>
                    <a:lnTo>
                      <a:pt x="90" y="125"/>
                    </a:lnTo>
                    <a:lnTo>
                      <a:pt x="93" y="120"/>
                    </a:lnTo>
                    <a:lnTo>
                      <a:pt x="94" y="120"/>
                    </a:lnTo>
                    <a:lnTo>
                      <a:pt x="95" y="118"/>
                    </a:lnTo>
                    <a:lnTo>
                      <a:pt x="95" y="115"/>
                    </a:lnTo>
                    <a:lnTo>
                      <a:pt x="96" y="115"/>
                    </a:lnTo>
                    <a:lnTo>
                      <a:pt x="87" y="5"/>
                    </a:lnTo>
                    <a:lnTo>
                      <a:pt x="85" y="1"/>
                    </a:lnTo>
                    <a:lnTo>
                      <a:pt x="80" y="0"/>
                    </a:lnTo>
                    <a:lnTo>
                      <a:pt x="47" y="0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10" y="5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2" y="120"/>
                    </a:lnTo>
                    <a:lnTo>
                      <a:pt x="6" y="125"/>
                    </a:lnTo>
                    <a:lnTo>
                      <a:pt x="10" y="122"/>
                    </a:lnTo>
                    <a:lnTo>
                      <a:pt x="6" y="125"/>
                    </a:lnTo>
                    <a:lnTo>
                      <a:pt x="9" y="131"/>
                    </a:lnTo>
                    <a:lnTo>
                      <a:pt x="14" y="140"/>
                    </a:lnTo>
                    <a:lnTo>
                      <a:pt x="18" y="137"/>
                    </a:lnTo>
                    <a:lnTo>
                      <a:pt x="14" y="140"/>
                    </a:lnTo>
                    <a:lnTo>
                      <a:pt x="21" y="150"/>
                    </a:lnTo>
                    <a:lnTo>
                      <a:pt x="25" y="147"/>
                    </a:lnTo>
                    <a:lnTo>
                      <a:pt x="21" y="149"/>
                    </a:lnTo>
                    <a:lnTo>
                      <a:pt x="26" y="162"/>
                    </a:lnTo>
                    <a:lnTo>
                      <a:pt x="31" y="176"/>
                    </a:lnTo>
                    <a:lnTo>
                      <a:pt x="36" y="174"/>
                    </a:lnTo>
                    <a:lnTo>
                      <a:pt x="30" y="176"/>
                    </a:lnTo>
                    <a:lnTo>
                      <a:pt x="35" y="192"/>
                    </a:lnTo>
                    <a:lnTo>
                      <a:pt x="40" y="190"/>
                    </a:lnTo>
                    <a:lnTo>
                      <a:pt x="35" y="191"/>
                    </a:lnTo>
                    <a:lnTo>
                      <a:pt x="38" y="207"/>
                    </a:lnTo>
                    <a:lnTo>
                      <a:pt x="43" y="206"/>
                    </a:lnTo>
                    <a:lnTo>
                      <a:pt x="38" y="207"/>
                    </a:lnTo>
                    <a:lnTo>
                      <a:pt x="39" y="224"/>
                    </a:lnTo>
                    <a:lnTo>
                      <a:pt x="40" y="227"/>
                    </a:lnTo>
                    <a:lnTo>
                      <a:pt x="44" y="229"/>
                    </a:lnTo>
                    <a:lnTo>
                      <a:pt x="52" y="229"/>
                    </a:lnTo>
                    <a:lnTo>
                      <a:pt x="52" y="218"/>
                    </a:lnTo>
                    <a:lnTo>
                      <a:pt x="44" y="218"/>
                    </a:lnTo>
                    <a:lnTo>
                      <a:pt x="48" y="219"/>
                    </a:lnTo>
                    <a:lnTo>
                      <a:pt x="44" y="223"/>
                    </a:lnTo>
                    <a:lnTo>
                      <a:pt x="51" y="223"/>
                    </a:lnTo>
                    <a:lnTo>
                      <a:pt x="49" y="206"/>
                    </a:lnTo>
                    <a:lnTo>
                      <a:pt x="48" y="205"/>
                    </a:lnTo>
                    <a:lnTo>
                      <a:pt x="45" y="189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36" y="158"/>
                    </a:lnTo>
                    <a:lnTo>
                      <a:pt x="30" y="14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18" y="125"/>
                    </a:lnTo>
                    <a:lnTo>
                      <a:pt x="13" y="128"/>
                    </a:lnTo>
                    <a:lnTo>
                      <a:pt x="18" y="126"/>
                    </a:lnTo>
                    <a:lnTo>
                      <a:pt x="15" y="119"/>
                    </a:lnTo>
                    <a:lnTo>
                      <a:pt x="14" y="118"/>
                    </a:lnTo>
                    <a:lnTo>
                      <a:pt x="11" y="114"/>
                    </a:lnTo>
                    <a:lnTo>
                      <a:pt x="7" y="117"/>
                    </a:lnTo>
                    <a:lnTo>
                      <a:pt x="12" y="115"/>
                    </a:lnTo>
                    <a:lnTo>
                      <a:pt x="11" y="113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22" y="6"/>
                    </a:lnTo>
                    <a:lnTo>
                      <a:pt x="15" y="10"/>
                    </a:lnTo>
                    <a:lnTo>
                      <a:pt x="20" y="9"/>
                    </a:lnTo>
                    <a:lnTo>
                      <a:pt x="21" y="5"/>
                    </a:lnTo>
                    <a:lnTo>
                      <a:pt x="15" y="5"/>
                    </a:lnTo>
                    <a:lnTo>
                      <a:pt x="15" y="12"/>
                    </a:lnTo>
                    <a:lnTo>
                      <a:pt x="47" y="12"/>
                    </a:lnTo>
                    <a:lnTo>
                      <a:pt x="80" y="12"/>
                    </a:lnTo>
                    <a:lnTo>
                      <a:pt x="76" y="9"/>
                    </a:lnTo>
                    <a:lnTo>
                      <a:pt x="80" y="5"/>
                    </a:lnTo>
                    <a:lnTo>
                      <a:pt x="75" y="6"/>
                    </a:lnTo>
                    <a:lnTo>
                      <a:pt x="85" y="116"/>
                    </a:lnTo>
                    <a:lnTo>
                      <a:pt x="90" y="115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9" y="117"/>
                    </a:lnTo>
                    <a:lnTo>
                      <a:pt x="85" y="114"/>
                    </a:lnTo>
                    <a:lnTo>
                      <a:pt x="82" y="118"/>
                    </a:lnTo>
                    <a:lnTo>
                      <a:pt x="82" y="119"/>
                    </a:lnTo>
                    <a:lnTo>
                      <a:pt x="78" y="126"/>
                    </a:lnTo>
                    <a:lnTo>
                      <a:pt x="83" y="128"/>
                    </a:lnTo>
                    <a:lnTo>
                      <a:pt x="78" y="125"/>
                    </a:lnTo>
                    <a:lnTo>
                      <a:pt x="73" y="133"/>
                    </a:lnTo>
                    <a:lnTo>
                      <a:pt x="73" y="134"/>
                    </a:lnTo>
                    <a:lnTo>
                      <a:pt x="67" y="145"/>
                    </a:lnTo>
                    <a:lnTo>
                      <a:pt x="65" y="147"/>
                    </a:lnTo>
                    <a:lnTo>
                      <a:pt x="67" y="145"/>
                    </a:lnTo>
                    <a:lnTo>
                      <a:pt x="61" y="158"/>
                    </a:lnTo>
                    <a:lnTo>
                      <a:pt x="56" y="172"/>
                    </a:lnTo>
                    <a:lnTo>
                      <a:pt x="55" y="173"/>
                    </a:lnTo>
                    <a:lnTo>
                      <a:pt x="51" y="189"/>
                    </a:lnTo>
                    <a:lnTo>
                      <a:pt x="47" y="205"/>
                    </a:lnTo>
                    <a:lnTo>
                      <a:pt x="47" y="206"/>
                    </a:lnTo>
                    <a:lnTo>
                      <a:pt x="46" y="22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3" name="Line 1113"/>
              <p:cNvSpPr>
                <a:spLocks noChangeShapeType="1"/>
              </p:cNvSpPr>
              <p:nvPr/>
            </p:nvSpPr>
            <p:spPr bwMode="auto">
              <a:xfrm flipV="1">
                <a:off x="3177" y="3308"/>
                <a:ext cx="1" cy="103"/>
              </a:xfrm>
              <a:prstGeom prst="line">
                <a:avLst/>
              </a:prstGeom>
              <a:noFill/>
              <a:ln w="11113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4" name="Freeform 1114"/>
              <p:cNvSpPr>
                <a:spLocks/>
              </p:cNvSpPr>
              <p:nvPr/>
            </p:nvSpPr>
            <p:spPr bwMode="auto">
              <a:xfrm>
                <a:off x="3168" y="3298"/>
                <a:ext cx="21" cy="21"/>
              </a:xfrm>
              <a:custGeom>
                <a:avLst/>
                <a:gdLst>
                  <a:gd name="T0" fmla="*/ 9 w 21"/>
                  <a:gd name="T1" fmla="*/ 21 h 21"/>
                  <a:gd name="T2" fmla="*/ 11 w 21"/>
                  <a:gd name="T3" fmla="*/ 21 h 21"/>
                  <a:gd name="T4" fmla="*/ 14 w 21"/>
                  <a:gd name="T5" fmla="*/ 20 h 21"/>
                  <a:gd name="T6" fmla="*/ 15 w 21"/>
                  <a:gd name="T7" fmla="*/ 20 h 21"/>
                  <a:gd name="T8" fmla="*/ 17 w 21"/>
                  <a:gd name="T9" fmla="*/ 19 h 21"/>
                  <a:gd name="T10" fmla="*/ 17 w 21"/>
                  <a:gd name="T11" fmla="*/ 18 h 21"/>
                  <a:gd name="T12" fmla="*/ 19 w 21"/>
                  <a:gd name="T13" fmla="*/ 17 h 21"/>
                  <a:gd name="T14" fmla="*/ 20 w 21"/>
                  <a:gd name="T15" fmla="*/ 16 h 21"/>
                  <a:gd name="T16" fmla="*/ 20 w 21"/>
                  <a:gd name="T17" fmla="*/ 14 h 21"/>
                  <a:gd name="T18" fmla="*/ 20 w 21"/>
                  <a:gd name="T19" fmla="*/ 11 h 21"/>
                  <a:gd name="T20" fmla="*/ 21 w 21"/>
                  <a:gd name="T21" fmla="*/ 10 h 21"/>
                  <a:gd name="T22" fmla="*/ 20 w 21"/>
                  <a:gd name="T23" fmla="*/ 8 h 21"/>
                  <a:gd name="T24" fmla="*/ 20 w 21"/>
                  <a:gd name="T25" fmla="*/ 7 h 21"/>
                  <a:gd name="T26" fmla="*/ 20 w 21"/>
                  <a:gd name="T27" fmla="*/ 5 h 21"/>
                  <a:gd name="T28" fmla="*/ 19 w 21"/>
                  <a:gd name="T29" fmla="*/ 4 h 21"/>
                  <a:gd name="T30" fmla="*/ 17 w 21"/>
                  <a:gd name="T31" fmla="*/ 3 h 21"/>
                  <a:gd name="T32" fmla="*/ 17 w 21"/>
                  <a:gd name="T33" fmla="*/ 2 h 21"/>
                  <a:gd name="T34" fmla="*/ 15 w 21"/>
                  <a:gd name="T35" fmla="*/ 2 h 21"/>
                  <a:gd name="T36" fmla="*/ 14 w 21"/>
                  <a:gd name="T37" fmla="*/ 0 h 21"/>
                  <a:gd name="T38" fmla="*/ 11 w 21"/>
                  <a:gd name="T39" fmla="*/ 0 h 21"/>
                  <a:gd name="T40" fmla="*/ 10 w 21"/>
                  <a:gd name="T41" fmla="*/ 0 h 21"/>
                  <a:gd name="T42" fmla="*/ 8 w 21"/>
                  <a:gd name="T43" fmla="*/ 0 h 21"/>
                  <a:gd name="T44" fmla="*/ 7 w 21"/>
                  <a:gd name="T45" fmla="*/ 0 h 21"/>
                  <a:gd name="T46" fmla="*/ 5 w 21"/>
                  <a:gd name="T47" fmla="*/ 2 h 21"/>
                  <a:gd name="T48" fmla="*/ 4 w 21"/>
                  <a:gd name="T49" fmla="*/ 2 h 21"/>
                  <a:gd name="T50" fmla="*/ 3 w 21"/>
                  <a:gd name="T51" fmla="*/ 3 h 21"/>
                  <a:gd name="T52" fmla="*/ 2 w 21"/>
                  <a:gd name="T53" fmla="*/ 4 h 21"/>
                  <a:gd name="T54" fmla="*/ 1 w 21"/>
                  <a:gd name="T55" fmla="*/ 5 h 21"/>
                  <a:gd name="T56" fmla="*/ 0 w 21"/>
                  <a:gd name="T57" fmla="*/ 7 h 21"/>
                  <a:gd name="T58" fmla="*/ 0 w 21"/>
                  <a:gd name="T59" fmla="*/ 8 h 21"/>
                  <a:gd name="T60" fmla="*/ 0 w 21"/>
                  <a:gd name="T61" fmla="*/ 10 h 21"/>
                  <a:gd name="T62" fmla="*/ 0 w 21"/>
                  <a:gd name="T63" fmla="*/ 11 h 21"/>
                  <a:gd name="T64" fmla="*/ 0 w 21"/>
                  <a:gd name="T65" fmla="*/ 14 h 21"/>
                  <a:gd name="T66" fmla="*/ 1 w 21"/>
                  <a:gd name="T67" fmla="*/ 16 h 21"/>
                  <a:gd name="T68" fmla="*/ 2 w 21"/>
                  <a:gd name="T69" fmla="*/ 17 h 21"/>
                  <a:gd name="T70" fmla="*/ 3 w 21"/>
                  <a:gd name="T71" fmla="*/ 18 h 21"/>
                  <a:gd name="T72" fmla="*/ 4 w 21"/>
                  <a:gd name="T73" fmla="*/ 19 h 21"/>
                  <a:gd name="T74" fmla="*/ 5 w 21"/>
                  <a:gd name="T75" fmla="*/ 20 h 21"/>
                  <a:gd name="T76" fmla="*/ 7 w 21"/>
                  <a:gd name="T77" fmla="*/ 20 h 21"/>
                  <a:gd name="T78" fmla="*/ 8 w 21"/>
                  <a:gd name="T79" fmla="*/ 21 h 21"/>
                  <a:gd name="T80" fmla="*/ 10 w 21"/>
                  <a:gd name="T81" fmla="*/ 21 h 21"/>
                  <a:gd name="T82" fmla="*/ 9 w 21"/>
                  <a:gd name="T83" fmla="*/ 21 h 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1"/>
                  <a:gd name="T127" fmla="*/ 0 h 21"/>
                  <a:gd name="T128" fmla="*/ 21 w 21"/>
                  <a:gd name="T129" fmla="*/ 21 h 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1" h="21">
                    <a:moveTo>
                      <a:pt x="9" y="21"/>
                    </a:moveTo>
                    <a:lnTo>
                      <a:pt x="11" y="21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2" y="17"/>
                    </a:lnTo>
                    <a:lnTo>
                      <a:pt x="3" y="18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8" y="21"/>
                    </a:lnTo>
                    <a:lnTo>
                      <a:pt x="10" y="21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855" name="Freeform 1115"/>
              <p:cNvSpPr>
                <a:spLocks/>
              </p:cNvSpPr>
              <p:nvPr/>
            </p:nvSpPr>
            <p:spPr bwMode="auto">
              <a:xfrm>
                <a:off x="3136" y="3151"/>
                <a:ext cx="84" cy="42"/>
              </a:xfrm>
              <a:custGeom>
                <a:avLst/>
                <a:gdLst>
                  <a:gd name="T0" fmla="*/ 0 w 84"/>
                  <a:gd name="T1" fmla="*/ 0 h 42"/>
                  <a:gd name="T2" fmla="*/ 0 w 84"/>
                  <a:gd name="T3" fmla="*/ 42 h 42"/>
                  <a:gd name="T4" fmla="*/ 84 w 84"/>
                  <a:gd name="T5" fmla="*/ 42 h 42"/>
                  <a:gd name="T6" fmla="*/ 84 w 84"/>
                  <a:gd name="T7" fmla="*/ 0 h 42"/>
                  <a:gd name="T8" fmla="*/ 0 w 84"/>
                  <a:gd name="T9" fmla="*/ 0 h 42"/>
                  <a:gd name="T10" fmla="*/ 0 w 84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"/>
                  <a:gd name="T19" fmla="*/ 0 h 42"/>
                  <a:gd name="T20" fmla="*/ 84 w 84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" h="42">
                    <a:moveTo>
                      <a:pt x="0" y="0"/>
                    </a:moveTo>
                    <a:lnTo>
                      <a:pt x="0" y="42"/>
                    </a:lnTo>
                    <a:lnTo>
                      <a:pt x="84" y="42"/>
                    </a:lnTo>
                    <a:lnTo>
                      <a:pt x="8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0841" name="Rectangle 1116"/>
            <p:cNvSpPr>
              <a:spLocks noChangeArrowheads="1"/>
            </p:cNvSpPr>
            <p:nvPr/>
          </p:nvSpPr>
          <p:spPr bwMode="auto">
            <a:xfrm>
              <a:off x="3358" y="4004"/>
              <a:ext cx="558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Final Evaluation</a:t>
              </a:r>
              <a:endParaRPr lang="en-US" sz="1000" b="0">
                <a:latin typeface="Times New Roman" pitchFamily="18" charset="0"/>
              </a:endParaRPr>
            </a:p>
          </p:txBody>
        </p:sp>
        <p:sp>
          <p:nvSpPr>
            <p:cNvPr id="30842" name="Rectangle 1117"/>
            <p:cNvSpPr>
              <a:spLocks noChangeArrowheads="1"/>
            </p:cNvSpPr>
            <p:nvPr/>
          </p:nvSpPr>
          <p:spPr bwMode="auto">
            <a:xfrm>
              <a:off x="2249" y="3543"/>
              <a:ext cx="1767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Field Implementation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Ensure Field Safe Work</a:t>
              </a:r>
            </a:p>
          </p:txBody>
        </p:sp>
        <p:sp>
          <p:nvSpPr>
            <p:cNvPr id="30843" name="Rectangle 1118"/>
            <p:cNvSpPr>
              <a:spLocks noChangeArrowheads="1"/>
            </p:cNvSpPr>
            <p:nvPr/>
          </p:nvSpPr>
          <p:spPr bwMode="auto">
            <a:xfrm>
              <a:off x="3012" y="3461"/>
              <a:ext cx="95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44" name="Rectangle 1119"/>
            <p:cNvSpPr>
              <a:spLocks noChangeArrowheads="1"/>
            </p:cNvSpPr>
            <p:nvPr/>
          </p:nvSpPr>
          <p:spPr bwMode="auto">
            <a:xfrm>
              <a:off x="3018" y="3456"/>
              <a:ext cx="92" cy="50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845" name="Rectangle 1120"/>
            <p:cNvSpPr>
              <a:spLocks noChangeArrowheads="1"/>
            </p:cNvSpPr>
            <p:nvPr/>
          </p:nvSpPr>
          <p:spPr bwMode="auto">
            <a:xfrm>
              <a:off x="3015" y="2833"/>
              <a:ext cx="88" cy="54"/>
            </a:xfrm>
            <a:prstGeom prst="rect">
              <a:avLst/>
            </a:prstGeom>
            <a:solidFill>
              <a:srgbClr val="FFFF66"/>
            </a:solidFill>
            <a:ln w="9525">
              <a:solidFill>
                <a:srgbClr val="FFFF66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30729" name="Group 1121"/>
          <p:cNvGrpSpPr>
            <a:grpSpLocks/>
          </p:cNvGrpSpPr>
          <p:nvPr/>
        </p:nvGrpSpPr>
        <p:grpSpPr bwMode="auto">
          <a:xfrm>
            <a:off x="3144838" y="1709738"/>
            <a:ext cx="912812" cy="706437"/>
            <a:chOff x="2997" y="1867"/>
            <a:chExt cx="387" cy="300"/>
          </a:xfrm>
        </p:grpSpPr>
        <p:sp>
          <p:nvSpPr>
            <p:cNvPr id="30736" name="Freeform 1122"/>
            <p:cNvSpPr>
              <a:spLocks/>
            </p:cNvSpPr>
            <p:nvPr/>
          </p:nvSpPr>
          <p:spPr bwMode="auto">
            <a:xfrm>
              <a:off x="2998" y="2056"/>
              <a:ext cx="252" cy="110"/>
            </a:xfrm>
            <a:custGeom>
              <a:avLst/>
              <a:gdLst>
                <a:gd name="T0" fmla="*/ 2 w 252"/>
                <a:gd name="T1" fmla="*/ 30 h 110"/>
                <a:gd name="T2" fmla="*/ 1 w 252"/>
                <a:gd name="T3" fmla="*/ 15 h 110"/>
                <a:gd name="T4" fmla="*/ 12 w 252"/>
                <a:gd name="T5" fmla="*/ 0 h 110"/>
                <a:gd name="T6" fmla="*/ 18 w 252"/>
                <a:gd name="T7" fmla="*/ 0 h 110"/>
                <a:gd name="T8" fmla="*/ 34 w 252"/>
                <a:gd name="T9" fmla="*/ 1 h 110"/>
                <a:gd name="T10" fmla="*/ 58 w 252"/>
                <a:gd name="T11" fmla="*/ 3 h 110"/>
                <a:gd name="T12" fmla="*/ 86 w 252"/>
                <a:gd name="T13" fmla="*/ 5 h 110"/>
                <a:gd name="T14" fmla="*/ 118 w 252"/>
                <a:gd name="T15" fmla="*/ 7 h 110"/>
                <a:gd name="T16" fmla="*/ 149 w 252"/>
                <a:gd name="T17" fmla="*/ 9 h 110"/>
                <a:gd name="T18" fmla="*/ 180 w 252"/>
                <a:gd name="T19" fmla="*/ 13 h 110"/>
                <a:gd name="T20" fmla="*/ 208 w 252"/>
                <a:gd name="T21" fmla="*/ 15 h 110"/>
                <a:gd name="T22" fmla="*/ 228 w 252"/>
                <a:gd name="T23" fmla="*/ 17 h 110"/>
                <a:gd name="T24" fmla="*/ 241 w 252"/>
                <a:gd name="T25" fmla="*/ 20 h 110"/>
                <a:gd name="T26" fmla="*/ 245 w 252"/>
                <a:gd name="T27" fmla="*/ 38 h 110"/>
                <a:gd name="T28" fmla="*/ 247 w 252"/>
                <a:gd name="T29" fmla="*/ 57 h 110"/>
                <a:gd name="T30" fmla="*/ 251 w 252"/>
                <a:gd name="T31" fmla="*/ 60 h 110"/>
                <a:gd name="T32" fmla="*/ 251 w 252"/>
                <a:gd name="T33" fmla="*/ 64 h 110"/>
                <a:gd name="T34" fmla="*/ 247 w 252"/>
                <a:gd name="T35" fmla="*/ 68 h 110"/>
                <a:gd name="T36" fmla="*/ 238 w 252"/>
                <a:gd name="T37" fmla="*/ 70 h 110"/>
                <a:gd name="T38" fmla="*/ 230 w 252"/>
                <a:gd name="T39" fmla="*/ 74 h 110"/>
                <a:gd name="T40" fmla="*/ 218 w 252"/>
                <a:gd name="T41" fmla="*/ 78 h 110"/>
                <a:gd name="T42" fmla="*/ 205 w 252"/>
                <a:gd name="T43" fmla="*/ 85 h 110"/>
                <a:gd name="T44" fmla="*/ 193 w 252"/>
                <a:gd name="T45" fmla="*/ 90 h 110"/>
                <a:gd name="T46" fmla="*/ 180 w 252"/>
                <a:gd name="T47" fmla="*/ 95 h 110"/>
                <a:gd name="T48" fmla="*/ 170 w 252"/>
                <a:gd name="T49" fmla="*/ 101 h 110"/>
                <a:gd name="T50" fmla="*/ 159 w 252"/>
                <a:gd name="T51" fmla="*/ 105 h 110"/>
                <a:gd name="T52" fmla="*/ 150 w 252"/>
                <a:gd name="T53" fmla="*/ 108 h 110"/>
                <a:gd name="T54" fmla="*/ 145 w 252"/>
                <a:gd name="T55" fmla="*/ 110 h 110"/>
                <a:gd name="T56" fmla="*/ 141 w 252"/>
                <a:gd name="T57" fmla="*/ 110 h 110"/>
                <a:gd name="T58" fmla="*/ 134 w 252"/>
                <a:gd name="T59" fmla="*/ 108 h 110"/>
                <a:gd name="T60" fmla="*/ 130 w 252"/>
                <a:gd name="T61" fmla="*/ 107 h 110"/>
                <a:gd name="T62" fmla="*/ 124 w 252"/>
                <a:gd name="T63" fmla="*/ 104 h 110"/>
                <a:gd name="T64" fmla="*/ 113 w 252"/>
                <a:gd name="T65" fmla="*/ 98 h 110"/>
                <a:gd name="T66" fmla="*/ 101 w 252"/>
                <a:gd name="T67" fmla="*/ 91 h 110"/>
                <a:gd name="T68" fmla="*/ 87 w 252"/>
                <a:gd name="T69" fmla="*/ 84 h 110"/>
                <a:gd name="T70" fmla="*/ 72 w 252"/>
                <a:gd name="T71" fmla="*/ 75 h 110"/>
                <a:gd name="T72" fmla="*/ 58 w 252"/>
                <a:gd name="T73" fmla="*/ 68 h 110"/>
                <a:gd name="T74" fmla="*/ 44 w 252"/>
                <a:gd name="T75" fmla="*/ 60 h 110"/>
                <a:gd name="T76" fmla="*/ 33 w 252"/>
                <a:gd name="T77" fmla="*/ 54 h 110"/>
                <a:gd name="T78" fmla="*/ 23 w 252"/>
                <a:gd name="T79" fmla="*/ 50 h 110"/>
                <a:gd name="T80" fmla="*/ 18 w 252"/>
                <a:gd name="T81" fmla="*/ 47 h 110"/>
                <a:gd name="T82" fmla="*/ 15 w 252"/>
                <a:gd name="T83" fmla="*/ 44 h 110"/>
                <a:gd name="T84" fmla="*/ 10 w 252"/>
                <a:gd name="T85" fmla="*/ 41 h 110"/>
                <a:gd name="T86" fmla="*/ 5 w 252"/>
                <a:gd name="T87" fmla="*/ 38 h 1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2"/>
                <a:gd name="T133" fmla="*/ 0 h 110"/>
                <a:gd name="T134" fmla="*/ 252 w 252"/>
                <a:gd name="T135" fmla="*/ 110 h 11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2" h="110">
                  <a:moveTo>
                    <a:pt x="5" y="38"/>
                  </a:moveTo>
                  <a:lnTo>
                    <a:pt x="3" y="35"/>
                  </a:lnTo>
                  <a:lnTo>
                    <a:pt x="2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1"/>
                  </a:lnTo>
                  <a:lnTo>
                    <a:pt x="5" y="5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8" y="1"/>
                  </a:lnTo>
                  <a:lnTo>
                    <a:pt x="34" y="1"/>
                  </a:lnTo>
                  <a:lnTo>
                    <a:pt x="40" y="1"/>
                  </a:lnTo>
                  <a:lnTo>
                    <a:pt x="49" y="3"/>
                  </a:lnTo>
                  <a:lnTo>
                    <a:pt x="58" y="3"/>
                  </a:lnTo>
                  <a:lnTo>
                    <a:pt x="67" y="4"/>
                  </a:lnTo>
                  <a:lnTo>
                    <a:pt x="76" y="4"/>
                  </a:lnTo>
                  <a:lnTo>
                    <a:pt x="86" y="5"/>
                  </a:lnTo>
                  <a:lnTo>
                    <a:pt x="96" y="7"/>
                  </a:lnTo>
                  <a:lnTo>
                    <a:pt x="107" y="7"/>
                  </a:lnTo>
                  <a:lnTo>
                    <a:pt x="118" y="7"/>
                  </a:lnTo>
                  <a:lnTo>
                    <a:pt x="128" y="9"/>
                  </a:lnTo>
                  <a:lnTo>
                    <a:pt x="140" y="9"/>
                  </a:lnTo>
                  <a:lnTo>
                    <a:pt x="149" y="9"/>
                  </a:lnTo>
                  <a:lnTo>
                    <a:pt x="160" y="11"/>
                  </a:lnTo>
                  <a:lnTo>
                    <a:pt x="170" y="12"/>
                  </a:lnTo>
                  <a:lnTo>
                    <a:pt x="180" y="13"/>
                  </a:lnTo>
                  <a:lnTo>
                    <a:pt x="189" y="14"/>
                  </a:lnTo>
                  <a:lnTo>
                    <a:pt x="199" y="14"/>
                  </a:lnTo>
                  <a:lnTo>
                    <a:pt x="208" y="15"/>
                  </a:lnTo>
                  <a:lnTo>
                    <a:pt x="215" y="16"/>
                  </a:lnTo>
                  <a:lnTo>
                    <a:pt x="222" y="17"/>
                  </a:lnTo>
                  <a:lnTo>
                    <a:pt x="228" y="17"/>
                  </a:lnTo>
                  <a:lnTo>
                    <a:pt x="234" y="19"/>
                  </a:lnTo>
                  <a:lnTo>
                    <a:pt x="237" y="19"/>
                  </a:lnTo>
                  <a:lnTo>
                    <a:pt x="241" y="20"/>
                  </a:lnTo>
                  <a:lnTo>
                    <a:pt x="243" y="20"/>
                  </a:lnTo>
                  <a:lnTo>
                    <a:pt x="245" y="29"/>
                  </a:lnTo>
                  <a:lnTo>
                    <a:pt x="245" y="38"/>
                  </a:lnTo>
                  <a:lnTo>
                    <a:pt x="245" y="47"/>
                  </a:lnTo>
                  <a:lnTo>
                    <a:pt x="246" y="56"/>
                  </a:lnTo>
                  <a:lnTo>
                    <a:pt x="247" y="57"/>
                  </a:lnTo>
                  <a:lnTo>
                    <a:pt x="249" y="58"/>
                  </a:lnTo>
                  <a:lnTo>
                    <a:pt x="250" y="60"/>
                  </a:lnTo>
                  <a:lnTo>
                    <a:pt x="251" y="60"/>
                  </a:lnTo>
                  <a:lnTo>
                    <a:pt x="252" y="62"/>
                  </a:lnTo>
                  <a:lnTo>
                    <a:pt x="251" y="64"/>
                  </a:lnTo>
                  <a:lnTo>
                    <a:pt x="249" y="66"/>
                  </a:lnTo>
                  <a:lnTo>
                    <a:pt x="248" y="67"/>
                  </a:lnTo>
                  <a:lnTo>
                    <a:pt x="247" y="68"/>
                  </a:lnTo>
                  <a:lnTo>
                    <a:pt x="245" y="68"/>
                  </a:lnTo>
                  <a:lnTo>
                    <a:pt x="241" y="69"/>
                  </a:lnTo>
                  <a:lnTo>
                    <a:pt x="238" y="70"/>
                  </a:lnTo>
                  <a:lnTo>
                    <a:pt x="236" y="71"/>
                  </a:lnTo>
                  <a:lnTo>
                    <a:pt x="233" y="73"/>
                  </a:lnTo>
                  <a:lnTo>
                    <a:pt x="230" y="74"/>
                  </a:lnTo>
                  <a:lnTo>
                    <a:pt x="226" y="75"/>
                  </a:lnTo>
                  <a:lnTo>
                    <a:pt x="222" y="77"/>
                  </a:lnTo>
                  <a:lnTo>
                    <a:pt x="218" y="78"/>
                  </a:lnTo>
                  <a:lnTo>
                    <a:pt x="215" y="82"/>
                  </a:lnTo>
                  <a:lnTo>
                    <a:pt x="210" y="82"/>
                  </a:lnTo>
                  <a:lnTo>
                    <a:pt x="205" y="85"/>
                  </a:lnTo>
                  <a:lnTo>
                    <a:pt x="202" y="86"/>
                  </a:lnTo>
                  <a:lnTo>
                    <a:pt x="197" y="88"/>
                  </a:lnTo>
                  <a:lnTo>
                    <a:pt x="193" y="90"/>
                  </a:lnTo>
                  <a:lnTo>
                    <a:pt x="189" y="91"/>
                  </a:lnTo>
                  <a:lnTo>
                    <a:pt x="185" y="93"/>
                  </a:lnTo>
                  <a:lnTo>
                    <a:pt x="180" y="95"/>
                  </a:lnTo>
                  <a:lnTo>
                    <a:pt x="177" y="98"/>
                  </a:lnTo>
                  <a:lnTo>
                    <a:pt x="173" y="98"/>
                  </a:lnTo>
                  <a:lnTo>
                    <a:pt x="170" y="101"/>
                  </a:lnTo>
                  <a:lnTo>
                    <a:pt x="165" y="102"/>
                  </a:lnTo>
                  <a:lnTo>
                    <a:pt x="162" y="104"/>
                  </a:lnTo>
                  <a:lnTo>
                    <a:pt x="159" y="105"/>
                  </a:lnTo>
                  <a:lnTo>
                    <a:pt x="156" y="106"/>
                  </a:lnTo>
                  <a:lnTo>
                    <a:pt x="154" y="107"/>
                  </a:lnTo>
                  <a:lnTo>
                    <a:pt x="150" y="108"/>
                  </a:lnTo>
                  <a:lnTo>
                    <a:pt x="148" y="109"/>
                  </a:lnTo>
                  <a:lnTo>
                    <a:pt x="146" y="109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3" y="110"/>
                  </a:lnTo>
                  <a:lnTo>
                    <a:pt x="141" y="110"/>
                  </a:lnTo>
                  <a:lnTo>
                    <a:pt x="140" y="109"/>
                  </a:lnTo>
                  <a:lnTo>
                    <a:pt x="138" y="109"/>
                  </a:lnTo>
                  <a:lnTo>
                    <a:pt x="134" y="108"/>
                  </a:lnTo>
                  <a:lnTo>
                    <a:pt x="132" y="107"/>
                  </a:lnTo>
                  <a:lnTo>
                    <a:pt x="130" y="107"/>
                  </a:lnTo>
                  <a:lnTo>
                    <a:pt x="129" y="106"/>
                  </a:lnTo>
                  <a:lnTo>
                    <a:pt x="127" y="105"/>
                  </a:lnTo>
                  <a:lnTo>
                    <a:pt x="124" y="104"/>
                  </a:lnTo>
                  <a:lnTo>
                    <a:pt x="122" y="102"/>
                  </a:lnTo>
                  <a:lnTo>
                    <a:pt x="118" y="101"/>
                  </a:lnTo>
                  <a:lnTo>
                    <a:pt x="113" y="98"/>
                  </a:lnTo>
                  <a:lnTo>
                    <a:pt x="110" y="95"/>
                  </a:lnTo>
                  <a:lnTo>
                    <a:pt x="106" y="93"/>
                  </a:lnTo>
                  <a:lnTo>
                    <a:pt x="101" y="91"/>
                  </a:lnTo>
                  <a:lnTo>
                    <a:pt x="96" y="89"/>
                  </a:lnTo>
                  <a:lnTo>
                    <a:pt x="92" y="87"/>
                  </a:lnTo>
                  <a:lnTo>
                    <a:pt x="87" y="84"/>
                  </a:lnTo>
                  <a:lnTo>
                    <a:pt x="82" y="82"/>
                  </a:lnTo>
                  <a:lnTo>
                    <a:pt x="77" y="78"/>
                  </a:lnTo>
                  <a:lnTo>
                    <a:pt x="72" y="75"/>
                  </a:lnTo>
                  <a:lnTo>
                    <a:pt x="67" y="73"/>
                  </a:lnTo>
                  <a:lnTo>
                    <a:pt x="63" y="71"/>
                  </a:lnTo>
                  <a:lnTo>
                    <a:pt x="58" y="68"/>
                  </a:lnTo>
                  <a:lnTo>
                    <a:pt x="53" y="66"/>
                  </a:lnTo>
                  <a:lnTo>
                    <a:pt x="49" y="62"/>
                  </a:lnTo>
                  <a:lnTo>
                    <a:pt x="44" y="60"/>
                  </a:lnTo>
                  <a:lnTo>
                    <a:pt x="39" y="58"/>
                  </a:lnTo>
                  <a:lnTo>
                    <a:pt x="36" y="56"/>
                  </a:lnTo>
                  <a:lnTo>
                    <a:pt x="33" y="54"/>
                  </a:lnTo>
                  <a:lnTo>
                    <a:pt x="30" y="53"/>
                  </a:lnTo>
                  <a:lnTo>
                    <a:pt x="25" y="51"/>
                  </a:lnTo>
                  <a:lnTo>
                    <a:pt x="23" y="50"/>
                  </a:lnTo>
                  <a:lnTo>
                    <a:pt x="21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3" y="44"/>
                  </a:lnTo>
                  <a:lnTo>
                    <a:pt x="12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6" y="39"/>
                  </a:lnTo>
                  <a:lnTo>
                    <a:pt x="5" y="38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1123"/>
            <p:cNvSpPr>
              <a:spLocks/>
            </p:cNvSpPr>
            <p:nvPr/>
          </p:nvSpPr>
          <p:spPr bwMode="auto">
            <a:xfrm>
              <a:off x="2997" y="2056"/>
              <a:ext cx="14" cy="38"/>
            </a:xfrm>
            <a:custGeom>
              <a:avLst/>
              <a:gdLst>
                <a:gd name="T0" fmla="*/ 13 w 14"/>
                <a:gd name="T1" fmla="*/ 0 h 38"/>
                <a:gd name="T2" fmla="*/ 13 w 14"/>
                <a:gd name="T3" fmla="*/ 0 h 38"/>
                <a:gd name="T4" fmla="*/ 6 w 14"/>
                <a:gd name="T5" fmla="*/ 5 h 38"/>
                <a:gd name="T6" fmla="*/ 2 w 14"/>
                <a:gd name="T7" fmla="*/ 10 h 38"/>
                <a:gd name="T8" fmla="*/ 0 w 14"/>
                <a:gd name="T9" fmla="*/ 16 h 38"/>
                <a:gd name="T10" fmla="*/ 0 w 14"/>
                <a:gd name="T11" fmla="*/ 20 h 38"/>
                <a:gd name="T12" fmla="*/ 0 w 14"/>
                <a:gd name="T13" fmla="*/ 26 h 38"/>
                <a:gd name="T14" fmla="*/ 2 w 14"/>
                <a:gd name="T15" fmla="*/ 30 h 38"/>
                <a:gd name="T16" fmla="*/ 4 w 14"/>
                <a:gd name="T17" fmla="*/ 35 h 38"/>
                <a:gd name="T18" fmla="*/ 6 w 14"/>
                <a:gd name="T19" fmla="*/ 38 h 38"/>
                <a:gd name="T20" fmla="*/ 8 w 14"/>
                <a:gd name="T21" fmla="*/ 37 h 38"/>
                <a:gd name="T22" fmla="*/ 6 w 14"/>
                <a:gd name="T23" fmla="*/ 33 h 38"/>
                <a:gd name="T24" fmla="*/ 4 w 14"/>
                <a:gd name="T25" fmla="*/ 30 h 38"/>
                <a:gd name="T26" fmla="*/ 2 w 14"/>
                <a:gd name="T27" fmla="*/ 26 h 38"/>
                <a:gd name="T28" fmla="*/ 2 w 14"/>
                <a:gd name="T29" fmla="*/ 20 h 38"/>
                <a:gd name="T30" fmla="*/ 2 w 14"/>
                <a:gd name="T31" fmla="*/ 16 h 38"/>
                <a:gd name="T32" fmla="*/ 4 w 14"/>
                <a:gd name="T33" fmla="*/ 10 h 38"/>
                <a:gd name="T34" fmla="*/ 8 w 14"/>
                <a:gd name="T35" fmla="*/ 6 h 38"/>
                <a:gd name="T36" fmla="*/ 14 w 14"/>
                <a:gd name="T37" fmla="*/ 1 h 38"/>
                <a:gd name="T38" fmla="*/ 13 w 14"/>
                <a:gd name="T39" fmla="*/ 0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"/>
                <a:gd name="T61" fmla="*/ 0 h 38"/>
                <a:gd name="T62" fmla="*/ 14 w 14"/>
                <a:gd name="T63" fmla="*/ 38 h 3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" h="38">
                  <a:moveTo>
                    <a:pt x="13" y="0"/>
                  </a:moveTo>
                  <a:lnTo>
                    <a:pt x="13" y="0"/>
                  </a:lnTo>
                  <a:lnTo>
                    <a:pt x="6" y="5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5"/>
                  </a:lnTo>
                  <a:lnTo>
                    <a:pt x="6" y="38"/>
                  </a:lnTo>
                  <a:lnTo>
                    <a:pt x="8" y="37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6"/>
                  </a:lnTo>
                  <a:lnTo>
                    <a:pt x="2" y="20"/>
                  </a:lnTo>
                  <a:lnTo>
                    <a:pt x="2" y="16"/>
                  </a:lnTo>
                  <a:lnTo>
                    <a:pt x="4" y="10"/>
                  </a:lnTo>
                  <a:lnTo>
                    <a:pt x="8" y="6"/>
                  </a:lnTo>
                  <a:lnTo>
                    <a:pt x="14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124"/>
            <p:cNvSpPr>
              <a:spLocks/>
            </p:cNvSpPr>
            <p:nvPr/>
          </p:nvSpPr>
          <p:spPr bwMode="auto">
            <a:xfrm>
              <a:off x="3010" y="2056"/>
              <a:ext cx="231" cy="22"/>
            </a:xfrm>
            <a:custGeom>
              <a:avLst/>
              <a:gdLst>
                <a:gd name="T0" fmla="*/ 231 w 231"/>
                <a:gd name="T1" fmla="*/ 21 h 22"/>
                <a:gd name="T2" fmla="*/ 228 w 231"/>
                <a:gd name="T3" fmla="*/ 20 h 22"/>
                <a:gd name="T4" fmla="*/ 221 w 231"/>
                <a:gd name="T5" fmla="*/ 19 h 22"/>
                <a:gd name="T6" fmla="*/ 210 w 231"/>
                <a:gd name="T7" fmla="*/ 17 h 22"/>
                <a:gd name="T8" fmla="*/ 195 w 231"/>
                <a:gd name="T9" fmla="*/ 15 h 22"/>
                <a:gd name="T10" fmla="*/ 178 w 231"/>
                <a:gd name="T11" fmla="*/ 13 h 22"/>
                <a:gd name="T12" fmla="*/ 158 w 231"/>
                <a:gd name="T13" fmla="*/ 11 h 22"/>
                <a:gd name="T14" fmla="*/ 137 w 231"/>
                <a:gd name="T15" fmla="*/ 9 h 22"/>
                <a:gd name="T16" fmla="*/ 116 w 231"/>
                <a:gd name="T17" fmla="*/ 8 h 22"/>
                <a:gd name="T18" fmla="*/ 96 w 231"/>
                <a:gd name="T19" fmla="*/ 6 h 22"/>
                <a:gd name="T20" fmla="*/ 74 w 231"/>
                <a:gd name="T21" fmla="*/ 5 h 22"/>
                <a:gd name="T22" fmla="*/ 55 w 231"/>
                <a:gd name="T23" fmla="*/ 4 h 22"/>
                <a:gd name="T24" fmla="*/ 38 w 231"/>
                <a:gd name="T25" fmla="*/ 3 h 22"/>
                <a:gd name="T26" fmla="*/ 22 w 231"/>
                <a:gd name="T27" fmla="*/ 1 h 22"/>
                <a:gd name="T28" fmla="*/ 10 w 231"/>
                <a:gd name="T29" fmla="*/ 0 h 22"/>
                <a:gd name="T30" fmla="*/ 3 w 231"/>
                <a:gd name="T31" fmla="*/ 0 h 22"/>
                <a:gd name="T32" fmla="*/ 0 w 231"/>
                <a:gd name="T33" fmla="*/ 0 h 22"/>
                <a:gd name="T34" fmla="*/ 3 w 231"/>
                <a:gd name="T35" fmla="*/ 3 h 22"/>
                <a:gd name="T36" fmla="*/ 10 w 231"/>
                <a:gd name="T37" fmla="*/ 3 h 22"/>
                <a:gd name="T38" fmla="*/ 22 w 231"/>
                <a:gd name="T39" fmla="*/ 3 h 22"/>
                <a:gd name="T40" fmla="*/ 38 w 231"/>
                <a:gd name="T41" fmla="*/ 4 h 22"/>
                <a:gd name="T42" fmla="*/ 55 w 231"/>
                <a:gd name="T43" fmla="*/ 5 h 22"/>
                <a:gd name="T44" fmla="*/ 74 w 231"/>
                <a:gd name="T45" fmla="*/ 7 h 22"/>
                <a:gd name="T46" fmla="*/ 96 w 231"/>
                <a:gd name="T47" fmla="*/ 8 h 22"/>
                <a:gd name="T48" fmla="*/ 116 w 231"/>
                <a:gd name="T49" fmla="*/ 9 h 22"/>
                <a:gd name="T50" fmla="*/ 137 w 231"/>
                <a:gd name="T51" fmla="*/ 11 h 22"/>
                <a:gd name="T52" fmla="*/ 158 w 231"/>
                <a:gd name="T53" fmla="*/ 13 h 22"/>
                <a:gd name="T54" fmla="*/ 178 w 231"/>
                <a:gd name="T55" fmla="*/ 15 h 22"/>
                <a:gd name="T56" fmla="*/ 195 w 231"/>
                <a:gd name="T57" fmla="*/ 17 h 22"/>
                <a:gd name="T58" fmla="*/ 210 w 231"/>
                <a:gd name="T59" fmla="*/ 19 h 22"/>
                <a:gd name="T60" fmla="*/ 221 w 231"/>
                <a:gd name="T61" fmla="*/ 21 h 22"/>
                <a:gd name="T62" fmla="*/ 228 w 231"/>
                <a:gd name="T63" fmla="*/ 22 h 22"/>
                <a:gd name="T64" fmla="*/ 229 w 231"/>
                <a:gd name="T65" fmla="*/ 21 h 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1"/>
                <a:gd name="T100" fmla="*/ 0 h 22"/>
                <a:gd name="T101" fmla="*/ 231 w 231"/>
                <a:gd name="T102" fmla="*/ 22 h 2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1" h="22">
                  <a:moveTo>
                    <a:pt x="231" y="21"/>
                  </a:moveTo>
                  <a:lnTo>
                    <a:pt x="231" y="21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5" y="19"/>
                  </a:lnTo>
                  <a:lnTo>
                    <a:pt x="221" y="19"/>
                  </a:lnTo>
                  <a:lnTo>
                    <a:pt x="215" y="17"/>
                  </a:lnTo>
                  <a:lnTo>
                    <a:pt x="210" y="17"/>
                  </a:lnTo>
                  <a:lnTo>
                    <a:pt x="202" y="16"/>
                  </a:lnTo>
                  <a:lnTo>
                    <a:pt x="195" y="15"/>
                  </a:lnTo>
                  <a:lnTo>
                    <a:pt x="187" y="13"/>
                  </a:lnTo>
                  <a:lnTo>
                    <a:pt x="178" y="13"/>
                  </a:lnTo>
                  <a:lnTo>
                    <a:pt x="167" y="13"/>
                  </a:lnTo>
                  <a:lnTo>
                    <a:pt x="158" y="11"/>
                  </a:lnTo>
                  <a:lnTo>
                    <a:pt x="148" y="10"/>
                  </a:lnTo>
                  <a:lnTo>
                    <a:pt x="137" y="9"/>
                  </a:lnTo>
                  <a:lnTo>
                    <a:pt x="127" y="9"/>
                  </a:lnTo>
                  <a:lnTo>
                    <a:pt x="116" y="8"/>
                  </a:lnTo>
                  <a:lnTo>
                    <a:pt x="106" y="7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74" y="5"/>
                  </a:lnTo>
                  <a:lnTo>
                    <a:pt x="65" y="4"/>
                  </a:lnTo>
                  <a:lnTo>
                    <a:pt x="55" y="4"/>
                  </a:lnTo>
                  <a:lnTo>
                    <a:pt x="46" y="3"/>
                  </a:lnTo>
                  <a:lnTo>
                    <a:pt x="38" y="3"/>
                  </a:lnTo>
                  <a:lnTo>
                    <a:pt x="29" y="1"/>
                  </a:lnTo>
                  <a:lnTo>
                    <a:pt x="22" y="1"/>
                  </a:lnTo>
                  <a:lnTo>
                    <a:pt x="17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3"/>
                  </a:lnTo>
                  <a:lnTo>
                    <a:pt x="3" y="3"/>
                  </a:lnTo>
                  <a:lnTo>
                    <a:pt x="6" y="3"/>
                  </a:lnTo>
                  <a:lnTo>
                    <a:pt x="10" y="3"/>
                  </a:lnTo>
                  <a:lnTo>
                    <a:pt x="17" y="3"/>
                  </a:lnTo>
                  <a:lnTo>
                    <a:pt x="22" y="3"/>
                  </a:lnTo>
                  <a:lnTo>
                    <a:pt x="29" y="4"/>
                  </a:lnTo>
                  <a:lnTo>
                    <a:pt x="38" y="4"/>
                  </a:lnTo>
                  <a:lnTo>
                    <a:pt x="46" y="5"/>
                  </a:lnTo>
                  <a:lnTo>
                    <a:pt x="55" y="5"/>
                  </a:lnTo>
                  <a:lnTo>
                    <a:pt x="65" y="6"/>
                  </a:lnTo>
                  <a:lnTo>
                    <a:pt x="74" y="7"/>
                  </a:lnTo>
                  <a:lnTo>
                    <a:pt x="84" y="7"/>
                  </a:lnTo>
                  <a:lnTo>
                    <a:pt x="96" y="8"/>
                  </a:lnTo>
                  <a:lnTo>
                    <a:pt x="106" y="9"/>
                  </a:lnTo>
                  <a:lnTo>
                    <a:pt x="116" y="9"/>
                  </a:lnTo>
                  <a:lnTo>
                    <a:pt x="127" y="10"/>
                  </a:lnTo>
                  <a:lnTo>
                    <a:pt x="137" y="11"/>
                  </a:lnTo>
                  <a:lnTo>
                    <a:pt x="148" y="13"/>
                  </a:lnTo>
                  <a:lnTo>
                    <a:pt x="158" y="13"/>
                  </a:lnTo>
                  <a:lnTo>
                    <a:pt x="167" y="15"/>
                  </a:lnTo>
                  <a:lnTo>
                    <a:pt x="178" y="15"/>
                  </a:lnTo>
                  <a:lnTo>
                    <a:pt x="187" y="16"/>
                  </a:lnTo>
                  <a:lnTo>
                    <a:pt x="195" y="17"/>
                  </a:lnTo>
                  <a:lnTo>
                    <a:pt x="202" y="19"/>
                  </a:lnTo>
                  <a:lnTo>
                    <a:pt x="210" y="19"/>
                  </a:lnTo>
                  <a:lnTo>
                    <a:pt x="215" y="20"/>
                  </a:lnTo>
                  <a:lnTo>
                    <a:pt x="221" y="21"/>
                  </a:lnTo>
                  <a:lnTo>
                    <a:pt x="225" y="21"/>
                  </a:lnTo>
                  <a:lnTo>
                    <a:pt x="228" y="22"/>
                  </a:lnTo>
                  <a:lnTo>
                    <a:pt x="229" y="22"/>
                  </a:lnTo>
                  <a:lnTo>
                    <a:pt x="229" y="21"/>
                  </a:lnTo>
                  <a:lnTo>
                    <a:pt x="231" y="2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125"/>
            <p:cNvSpPr>
              <a:spLocks/>
            </p:cNvSpPr>
            <p:nvPr/>
          </p:nvSpPr>
          <p:spPr bwMode="auto">
            <a:xfrm>
              <a:off x="3239" y="2076"/>
              <a:ext cx="5" cy="37"/>
            </a:xfrm>
            <a:custGeom>
              <a:avLst/>
              <a:gdLst>
                <a:gd name="T0" fmla="*/ 4 w 5"/>
                <a:gd name="T1" fmla="*/ 36 h 37"/>
                <a:gd name="T2" fmla="*/ 5 w 5"/>
                <a:gd name="T3" fmla="*/ 36 h 37"/>
                <a:gd name="T4" fmla="*/ 4 w 5"/>
                <a:gd name="T5" fmla="*/ 27 h 37"/>
                <a:gd name="T6" fmla="*/ 4 w 5"/>
                <a:gd name="T7" fmla="*/ 17 h 37"/>
                <a:gd name="T8" fmla="*/ 2 w 5"/>
                <a:gd name="T9" fmla="*/ 8 h 37"/>
                <a:gd name="T10" fmla="*/ 2 w 5"/>
                <a:gd name="T11" fmla="*/ 0 h 37"/>
                <a:gd name="T12" fmla="*/ 0 w 5"/>
                <a:gd name="T13" fmla="*/ 0 h 37"/>
                <a:gd name="T14" fmla="*/ 0 w 5"/>
                <a:gd name="T15" fmla="*/ 8 h 37"/>
                <a:gd name="T16" fmla="*/ 1 w 5"/>
                <a:gd name="T17" fmla="*/ 17 h 37"/>
                <a:gd name="T18" fmla="*/ 1 w 5"/>
                <a:gd name="T19" fmla="*/ 27 h 37"/>
                <a:gd name="T20" fmla="*/ 2 w 5"/>
                <a:gd name="T21" fmla="*/ 36 h 37"/>
                <a:gd name="T22" fmla="*/ 4 w 5"/>
                <a:gd name="T23" fmla="*/ 37 h 37"/>
                <a:gd name="T24" fmla="*/ 2 w 5"/>
                <a:gd name="T25" fmla="*/ 36 h 37"/>
                <a:gd name="T26" fmla="*/ 2 w 5"/>
                <a:gd name="T27" fmla="*/ 37 h 37"/>
                <a:gd name="T28" fmla="*/ 4 w 5"/>
                <a:gd name="T29" fmla="*/ 37 h 37"/>
                <a:gd name="T30" fmla="*/ 4 w 5"/>
                <a:gd name="T31" fmla="*/ 36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37"/>
                <a:gd name="T50" fmla="*/ 5 w 5"/>
                <a:gd name="T51" fmla="*/ 37 h 3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37">
                  <a:moveTo>
                    <a:pt x="4" y="36"/>
                  </a:moveTo>
                  <a:lnTo>
                    <a:pt x="5" y="36"/>
                  </a:lnTo>
                  <a:lnTo>
                    <a:pt x="4" y="27"/>
                  </a:lnTo>
                  <a:lnTo>
                    <a:pt x="4" y="17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1" y="17"/>
                  </a:lnTo>
                  <a:lnTo>
                    <a:pt x="1" y="27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4" y="37"/>
                  </a:lnTo>
                  <a:lnTo>
                    <a:pt x="4" y="3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126"/>
            <p:cNvSpPr>
              <a:spLocks/>
            </p:cNvSpPr>
            <p:nvPr/>
          </p:nvSpPr>
          <p:spPr bwMode="auto">
            <a:xfrm>
              <a:off x="3241" y="2111"/>
              <a:ext cx="9" cy="12"/>
            </a:xfrm>
            <a:custGeom>
              <a:avLst/>
              <a:gdLst>
                <a:gd name="T0" fmla="*/ 5 w 9"/>
                <a:gd name="T1" fmla="*/ 12 h 12"/>
                <a:gd name="T2" fmla="*/ 5 w 9"/>
                <a:gd name="T3" fmla="*/ 12 h 12"/>
                <a:gd name="T4" fmla="*/ 8 w 9"/>
                <a:gd name="T5" fmla="*/ 11 h 12"/>
                <a:gd name="T6" fmla="*/ 9 w 9"/>
                <a:gd name="T7" fmla="*/ 8 h 12"/>
                <a:gd name="T8" fmla="*/ 9 w 9"/>
                <a:gd name="T9" fmla="*/ 7 h 12"/>
                <a:gd name="T10" fmla="*/ 8 w 9"/>
                <a:gd name="T11" fmla="*/ 5 h 12"/>
                <a:gd name="T12" fmla="*/ 7 w 9"/>
                <a:gd name="T13" fmla="*/ 3 h 12"/>
                <a:gd name="T14" fmla="*/ 5 w 9"/>
                <a:gd name="T15" fmla="*/ 2 h 12"/>
                <a:gd name="T16" fmla="*/ 3 w 9"/>
                <a:gd name="T17" fmla="*/ 1 h 12"/>
                <a:gd name="T18" fmla="*/ 2 w 9"/>
                <a:gd name="T19" fmla="*/ 0 h 12"/>
                <a:gd name="T20" fmla="*/ 0 w 9"/>
                <a:gd name="T21" fmla="*/ 1 h 12"/>
                <a:gd name="T22" fmla="*/ 2 w 9"/>
                <a:gd name="T23" fmla="*/ 2 h 12"/>
                <a:gd name="T24" fmla="*/ 4 w 9"/>
                <a:gd name="T25" fmla="*/ 3 h 12"/>
                <a:gd name="T26" fmla="*/ 5 w 9"/>
                <a:gd name="T27" fmla="*/ 5 h 12"/>
                <a:gd name="T28" fmla="*/ 7 w 9"/>
                <a:gd name="T29" fmla="*/ 5 h 12"/>
                <a:gd name="T30" fmla="*/ 7 w 9"/>
                <a:gd name="T31" fmla="*/ 7 h 12"/>
                <a:gd name="T32" fmla="*/ 7 w 9"/>
                <a:gd name="T33" fmla="*/ 8 h 12"/>
                <a:gd name="T34" fmla="*/ 7 w 9"/>
                <a:gd name="T35" fmla="*/ 9 h 12"/>
                <a:gd name="T36" fmla="*/ 4 w 9"/>
                <a:gd name="T37" fmla="*/ 11 h 12"/>
                <a:gd name="T38" fmla="*/ 5 w 9"/>
                <a:gd name="T39" fmla="*/ 12 h 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"/>
                <a:gd name="T61" fmla="*/ 0 h 12"/>
                <a:gd name="T62" fmla="*/ 9 w 9"/>
                <a:gd name="T63" fmla="*/ 12 h 1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" h="12">
                  <a:moveTo>
                    <a:pt x="5" y="12"/>
                  </a:moveTo>
                  <a:lnTo>
                    <a:pt x="5" y="12"/>
                  </a:lnTo>
                  <a:lnTo>
                    <a:pt x="8" y="11"/>
                  </a:lnTo>
                  <a:lnTo>
                    <a:pt x="9" y="8"/>
                  </a:lnTo>
                  <a:lnTo>
                    <a:pt x="9" y="7"/>
                  </a:lnTo>
                  <a:lnTo>
                    <a:pt x="8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9"/>
                  </a:lnTo>
                  <a:lnTo>
                    <a:pt x="4" y="11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127"/>
            <p:cNvSpPr>
              <a:spLocks/>
            </p:cNvSpPr>
            <p:nvPr/>
          </p:nvSpPr>
          <p:spPr bwMode="auto">
            <a:xfrm>
              <a:off x="3143" y="2122"/>
              <a:ext cx="103" cy="45"/>
            </a:xfrm>
            <a:custGeom>
              <a:avLst/>
              <a:gdLst>
                <a:gd name="T0" fmla="*/ 1 w 103"/>
                <a:gd name="T1" fmla="*/ 45 h 45"/>
                <a:gd name="T2" fmla="*/ 3 w 103"/>
                <a:gd name="T3" fmla="*/ 44 h 45"/>
                <a:gd name="T4" fmla="*/ 9 w 103"/>
                <a:gd name="T5" fmla="*/ 42 h 45"/>
                <a:gd name="T6" fmla="*/ 14 w 103"/>
                <a:gd name="T7" fmla="*/ 40 h 45"/>
                <a:gd name="T8" fmla="*/ 20 w 103"/>
                <a:gd name="T9" fmla="*/ 37 h 45"/>
                <a:gd name="T10" fmla="*/ 27 w 103"/>
                <a:gd name="T11" fmla="*/ 35 h 45"/>
                <a:gd name="T12" fmla="*/ 35 w 103"/>
                <a:gd name="T13" fmla="*/ 31 h 45"/>
                <a:gd name="T14" fmla="*/ 44 w 103"/>
                <a:gd name="T15" fmla="*/ 27 h 45"/>
                <a:gd name="T16" fmla="*/ 52 w 103"/>
                <a:gd name="T17" fmla="*/ 23 h 45"/>
                <a:gd name="T18" fmla="*/ 60 w 103"/>
                <a:gd name="T19" fmla="*/ 20 h 45"/>
                <a:gd name="T20" fmla="*/ 70 w 103"/>
                <a:gd name="T21" fmla="*/ 17 h 45"/>
                <a:gd name="T22" fmla="*/ 77 w 103"/>
                <a:gd name="T23" fmla="*/ 12 h 45"/>
                <a:gd name="T24" fmla="*/ 83 w 103"/>
                <a:gd name="T25" fmla="*/ 9 h 45"/>
                <a:gd name="T26" fmla="*/ 90 w 103"/>
                <a:gd name="T27" fmla="*/ 6 h 45"/>
                <a:gd name="T28" fmla="*/ 96 w 103"/>
                <a:gd name="T29" fmla="*/ 4 h 45"/>
                <a:gd name="T30" fmla="*/ 100 w 103"/>
                <a:gd name="T31" fmla="*/ 3 h 45"/>
                <a:gd name="T32" fmla="*/ 103 w 103"/>
                <a:gd name="T33" fmla="*/ 1 h 45"/>
                <a:gd name="T34" fmla="*/ 101 w 103"/>
                <a:gd name="T35" fmla="*/ 0 h 45"/>
                <a:gd name="T36" fmla="*/ 97 w 103"/>
                <a:gd name="T37" fmla="*/ 2 h 45"/>
                <a:gd name="T38" fmla="*/ 92 w 103"/>
                <a:gd name="T39" fmla="*/ 4 h 45"/>
                <a:gd name="T40" fmla="*/ 86 w 103"/>
                <a:gd name="T41" fmla="*/ 6 h 45"/>
                <a:gd name="T42" fmla="*/ 79 w 103"/>
                <a:gd name="T43" fmla="*/ 9 h 45"/>
                <a:gd name="T44" fmla="*/ 73 w 103"/>
                <a:gd name="T45" fmla="*/ 12 h 45"/>
                <a:gd name="T46" fmla="*/ 64 w 103"/>
                <a:gd name="T47" fmla="*/ 17 h 45"/>
                <a:gd name="T48" fmla="*/ 56 w 103"/>
                <a:gd name="T49" fmla="*/ 20 h 45"/>
                <a:gd name="T50" fmla="*/ 47 w 103"/>
                <a:gd name="T51" fmla="*/ 23 h 45"/>
                <a:gd name="T52" fmla="*/ 39 w 103"/>
                <a:gd name="T53" fmla="*/ 27 h 45"/>
                <a:gd name="T54" fmla="*/ 31 w 103"/>
                <a:gd name="T55" fmla="*/ 31 h 45"/>
                <a:gd name="T56" fmla="*/ 23 w 103"/>
                <a:gd name="T57" fmla="*/ 35 h 45"/>
                <a:gd name="T58" fmla="*/ 16 w 103"/>
                <a:gd name="T59" fmla="*/ 37 h 45"/>
                <a:gd name="T60" fmla="*/ 11 w 103"/>
                <a:gd name="T61" fmla="*/ 40 h 45"/>
                <a:gd name="T62" fmla="*/ 5 w 103"/>
                <a:gd name="T63" fmla="*/ 42 h 45"/>
                <a:gd name="T64" fmla="*/ 1 w 103"/>
                <a:gd name="T65" fmla="*/ 43 h 45"/>
                <a:gd name="T66" fmla="*/ 1 w 103"/>
                <a:gd name="T67" fmla="*/ 45 h 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5"/>
                <a:gd name="T104" fmla="*/ 103 w 103"/>
                <a:gd name="T105" fmla="*/ 45 h 4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5">
                  <a:moveTo>
                    <a:pt x="1" y="45"/>
                  </a:moveTo>
                  <a:lnTo>
                    <a:pt x="1" y="45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5" y="43"/>
                  </a:lnTo>
                  <a:lnTo>
                    <a:pt x="9" y="42"/>
                  </a:lnTo>
                  <a:lnTo>
                    <a:pt x="12" y="41"/>
                  </a:lnTo>
                  <a:lnTo>
                    <a:pt x="14" y="40"/>
                  </a:lnTo>
                  <a:lnTo>
                    <a:pt x="17" y="39"/>
                  </a:lnTo>
                  <a:lnTo>
                    <a:pt x="20" y="37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0" y="28"/>
                  </a:lnTo>
                  <a:lnTo>
                    <a:pt x="44" y="27"/>
                  </a:lnTo>
                  <a:lnTo>
                    <a:pt x="47" y="25"/>
                  </a:lnTo>
                  <a:lnTo>
                    <a:pt x="52" y="23"/>
                  </a:lnTo>
                  <a:lnTo>
                    <a:pt x="57" y="21"/>
                  </a:lnTo>
                  <a:lnTo>
                    <a:pt x="60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4"/>
                  </a:lnTo>
                  <a:lnTo>
                    <a:pt x="77" y="12"/>
                  </a:lnTo>
                  <a:lnTo>
                    <a:pt x="80" y="10"/>
                  </a:lnTo>
                  <a:lnTo>
                    <a:pt x="83" y="9"/>
                  </a:lnTo>
                  <a:lnTo>
                    <a:pt x="87" y="7"/>
                  </a:lnTo>
                  <a:lnTo>
                    <a:pt x="90" y="6"/>
                  </a:lnTo>
                  <a:lnTo>
                    <a:pt x="92" y="5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6"/>
                  </a:lnTo>
                  <a:lnTo>
                    <a:pt x="82" y="7"/>
                  </a:lnTo>
                  <a:lnTo>
                    <a:pt x="79" y="9"/>
                  </a:lnTo>
                  <a:lnTo>
                    <a:pt x="76" y="10"/>
                  </a:lnTo>
                  <a:lnTo>
                    <a:pt x="73" y="12"/>
                  </a:lnTo>
                  <a:lnTo>
                    <a:pt x="67" y="14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0" y="22"/>
                  </a:lnTo>
                  <a:lnTo>
                    <a:pt x="47" y="23"/>
                  </a:lnTo>
                  <a:lnTo>
                    <a:pt x="43" y="25"/>
                  </a:lnTo>
                  <a:lnTo>
                    <a:pt x="39" y="27"/>
                  </a:lnTo>
                  <a:lnTo>
                    <a:pt x="35" y="28"/>
                  </a:lnTo>
                  <a:lnTo>
                    <a:pt x="31" y="31"/>
                  </a:lnTo>
                  <a:lnTo>
                    <a:pt x="27" y="32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1" y="40"/>
                  </a:lnTo>
                  <a:lnTo>
                    <a:pt x="9" y="41"/>
                  </a:lnTo>
                  <a:lnTo>
                    <a:pt x="5" y="42"/>
                  </a:lnTo>
                  <a:lnTo>
                    <a:pt x="3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1" y="4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1128"/>
            <p:cNvSpPr>
              <a:spLocks/>
            </p:cNvSpPr>
            <p:nvPr/>
          </p:nvSpPr>
          <p:spPr bwMode="auto">
            <a:xfrm>
              <a:off x="3129" y="2163"/>
              <a:ext cx="14" cy="4"/>
            </a:xfrm>
            <a:custGeom>
              <a:avLst/>
              <a:gdLst>
                <a:gd name="T0" fmla="*/ 0 w 14"/>
                <a:gd name="T1" fmla="*/ 1 h 4"/>
                <a:gd name="T2" fmla="*/ 0 w 14"/>
                <a:gd name="T3" fmla="*/ 1 h 4"/>
                <a:gd name="T4" fmla="*/ 1 w 14"/>
                <a:gd name="T5" fmla="*/ 2 h 4"/>
                <a:gd name="T6" fmla="*/ 3 w 14"/>
                <a:gd name="T7" fmla="*/ 3 h 4"/>
                <a:gd name="T8" fmla="*/ 7 w 14"/>
                <a:gd name="T9" fmla="*/ 3 h 4"/>
                <a:gd name="T10" fmla="*/ 7 w 14"/>
                <a:gd name="T11" fmla="*/ 3 h 4"/>
                <a:gd name="T12" fmla="*/ 10 w 14"/>
                <a:gd name="T13" fmla="*/ 4 h 4"/>
                <a:gd name="T14" fmla="*/ 11 w 14"/>
                <a:gd name="T15" fmla="*/ 4 h 4"/>
                <a:gd name="T16" fmla="*/ 13 w 14"/>
                <a:gd name="T17" fmla="*/ 4 h 4"/>
                <a:gd name="T18" fmla="*/ 14 w 14"/>
                <a:gd name="T19" fmla="*/ 4 h 4"/>
                <a:gd name="T20" fmla="*/ 13 w 14"/>
                <a:gd name="T21" fmla="*/ 2 h 4"/>
                <a:gd name="T22" fmla="*/ 11 w 14"/>
                <a:gd name="T23" fmla="*/ 2 h 4"/>
                <a:gd name="T24" fmla="*/ 10 w 14"/>
                <a:gd name="T25" fmla="*/ 2 h 4"/>
                <a:gd name="T26" fmla="*/ 9 w 14"/>
                <a:gd name="T27" fmla="*/ 2 h 4"/>
                <a:gd name="T28" fmla="*/ 7 w 14"/>
                <a:gd name="T29" fmla="*/ 1 h 4"/>
                <a:gd name="T30" fmla="*/ 3 w 14"/>
                <a:gd name="T31" fmla="*/ 1 h 4"/>
                <a:gd name="T32" fmla="*/ 2 w 14"/>
                <a:gd name="T33" fmla="*/ 1 h 4"/>
                <a:gd name="T34" fmla="*/ 1 w 14"/>
                <a:gd name="T35" fmla="*/ 0 h 4"/>
                <a:gd name="T36" fmla="*/ 0 w 14"/>
                <a:gd name="T37" fmla="*/ 1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4"/>
                <a:gd name="T59" fmla="*/ 14 w 14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4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7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1129"/>
            <p:cNvSpPr>
              <a:spLocks/>
            </p:cNvSpPr>
            <p:nvPr/>
          </p:nvSpPr>
          <p:spPr bwMode="auto">
            <a:xfrm>
              <a:off x="3015" y="2102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5 h 62"/>
                <a:gd name="T6" fmla="*/ 11 w 115"/>
                <a:gd name="T7" fmla="*/ 8 h 62"/>
                <a:gd name="T8" fmla="*/ 18 w 115"/>
                <a:gd name="T9" fmla="*/ 11 h 62"/>
                <a:gd name="T10" fmla="*/ 26 w 115"/>
                <a:gd name="T11" fmla="*/ 16 h 62"/>
                <a:gd name="T12" fmla="*/ 35 w 115"/>
                <a:gd name="T13" fmla="*/ 21 h 62"/>
                <a:gd name="T14" fmla="*/ 45 w 115"/>
                <a:gd name="T15" fmla="*/ 26 h 62"/>
                <a:gd name="T16" fmla="*/ 54 w 115"/>
                <a:gd name="T17" fmla="*/ 30 h 62"/>
                <a:gd name="T18" fmla="*/ 64 w 115"/>
                <a:gd name="T19" fmla="*/ 37 h 62"/>
                <a:gd name="T20" fmla="*/ 75 w 115"/>
                <a:gd name="T21" fmla="*/ 41 h 62"/>
                <a:gd name="T22" fmla="*/ 83 w 115"/>
                <a:gd name="T23" fmla="*/ 46 h 62"/>
                <a:gd name="T24" fmla="*/ 93 w 115"/>
                <a:gd name="T25" fmla="*/ 52 h 62"/>
                <a:gd name="T26" fmla="*/ 99 w 115"/>
                <a:gd name="T27" fmla="*/ 55 h 62"/>
                <a:gd name="T28" fmla="*/ 107 w 115"/>
                <a:gd name="T29" fmla="*/ 58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60 h 62"/>
                <a:gd name="T36" fmla="*/ 110 w 115"/>
                <a:gd name="T37" fmla="*/ 58 h 62"/>
                <a:gd name="T38" fmla="*/ 104 w 115"/>
                <a:gd name="T39" fmla="*/ 55 h 62"/>
                <a:gd name="T40" fmla="*/ 97 w 115"/>
                <a:gd name="T41" fmla="*/ 52 h 62"/>
                <a:gd name="T42" fmla="*/ 90 w 115"/>
                <a:gd name="T43" fmla="*/ 46 h 62"/>
                <a:gd name="T44" fmla="*/ 80 w 115"/>
                <a:gd name="T45" fmla="*/ 42 h 62"/>
                <a:gd name="T46" fmla="*/ 70 w 115"/>
                <a:gd name="T47" fmla="*/ 38 h 62"/>
                <a:gd name="T48" fmla="*/ 61 w 115"/>
                <a:gd name="T49" fmla="*/ 32 h 62"/>
                <a:gd name="T50" fmla="*/ 51 w 115"/>
                <a:gd name="T51" fmla="*/ 26 h 62"/>
                <a:gd name="T52" fmla="*/ 41 w 115"/>
                <a:gd name="T53" fmla="*/ 22 h 62"/>
                <a:gd name="T54" fmla="*/ 32 w 115"/>
                <a:gd name="T55" fmla="*/ 17 h 62"/>
                <a:gd name="T56" fmla="*/ 23 w 115"/>
                <a:gd name="T57" fmla="*/ 13 h 62"/>
                <a:gd name="T58" fmla="*/ 16 w 115"/>
                <a:gd name="T59" fmla="*/ 8 h 62"/>
                <a:gd name="T60" fmla="*/ 8 w 115"/>
                <a:gd name="T61" fmla="*/ 5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4"/>
                  </a:lnTo>
                  <a:lnTo>
                    <a:pt x="5" y="5"/>
                  </a:lnTo>
                  <a:lnTo>
                    <a:pt x="7" y="6"/>
                  </a:lnTo>
                  <a:lnTo>
                    <a:pt x="11" y="8"/>
                  </a:lnTo>
                  <a:lnTo>
                    <a:pt x="15" y="11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3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0"/>
                  </a:lnTo>
                  <a:lnTo>
                    <a:pt x="60" y="34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1"/>
                  </a:lnTo>
                  <a:lnTo>
                    <a:pt x="79" y="44"/>
                  </a:lnTo>
                  <a:lnTo>
                    <a:pt x="83" y="46"/>
                  </a:lnTo>
                  <a:lnTo>
                    <a:pt x="88" y="48"/>
                  </a:lnTo>
                  <a:lnTo>
                    <a:pt x="93" y="52"/>
                  </a:lnTo>
                  <a:lnTo>
                    <a:pt x="96" y="54"/>
                  </a:lnTo>
                  <a:lnTo>
                    <a:pt x="99" y="55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60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1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4"/>
                  </a:lnTo>
                  <a:lnTo>
                    <a:pt x="97" y="52"/>
                  </a:lnTo>
                  <a:lnTo>
                    <a:pt x="94" y="48"/>
                  </a:lnTo>
                  <a:lnTo>
                    <a:pt x="90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40"/>
                  </a:lnTo>
                  <a:lnTo>
                    <a:pt x="70" y="38"/>
                  </a:lnTo>
                  <a:lnTo>
                    <a:pt x="65" y="36"/>
                  </a:lnTo>
                  <a:lnTo>
                    <a:pt x="61" y="32"/>
                  </a:lnTo>
                  <a:lnTo>
                    <a:pt x="55" y="29"/>
                  </a:lnTo>
                  <a:lnTo>
                    <a:pt x="51" y="26"/>
                  </a:lnTo>
                  <a:lnTo>
                    <a:pt x="46" y="24"/>
                  </a:lnTo>
                  <a:lnTo>
                    <a:pt x="41" y="22"/>
                  </a:lnTo>
                  <a:lnTo>
                    <a:pt x="36" y="20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3"/>
                  </a:lnTo>
                  <a:lnTo>
                    <a:pt x="19" y="11"/>
                  </a:lnTo>
                  <a:lnTo>
                    <a:pt x="16" y="8"/>
                  </a:lnTo>
                  <a:lnTo>
                    <a:pt x="13" y="6"/>
                  </a:lnTo>
                  <a:lnTo>
                    <a:pt x="8" y="5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1130"/>
            <p:cNvSpPr>
              <a:spLocks/>
            </p:cNvSpPr>
            <p:nvPr/>
          </p:nvSpPr>
          <p:spPr bwMode="auto">
            <a:xfrm>
              <a:off x="3003" y="2093"/>
              <a:ext cx="13" cy="10"/>
            </a:xfrm>
            <a:custGeom>
              <a:avLst/>
              <a:gdLst>
                <a:gd name="T0" fmla="*/ 0 w 13"/>
                <a:gd name="T1" fmla="*/ 1 h 10"/>
                <a:gd name="T2" fmla="*/ 0 w 13"/>
                <a:gd name="T3" fmla="*/ 1 h 10"/>
                <a:gd name="T4" fmla="*/ 1 w 13"/>
                <a:gd name="T5" fmla="*/ 3 h 10"/>
                <a:gd name="T6" fmla="*/ 2 w 13"/>
                <a:gd name="T7" fmla="*/ 4 h 10"/>
                <a:gd name="T8" fmla="*/ 5 w 13"/>
                <a:gd name="T9" fmla="*/ 5 h 10"/>
                <a:gd name="T10" fmla="*/ 7 w 13"/>
                <a:gd name="T11" fmla="*/ 7 h 10"/>
                <a:gd name="T12" fmla="*/ 8 w 13"/>
                <a:gd name="T13" fmla="*/ 7 h 10"/>
                <a:gd name="T14" fmla="*/ 9 w 13"/>
                <a:gd name="T15" fmla="*/ 7 h 10"/>
                <a:gd name="T16" fmla="*/ 11 w 13"/>
                <a:gd name="T17" fmla="*/ 9 h 10"/>
                <a:gd name="T18" fmla="*/ 12 w 13"/>
                <a:gd name="T19" fmla="*/ 10 h 10"/>
                <a:gd name="T20" fmla="*/ 13 w 13"/>
                <a:gd name="T21" fmla="*/ 9 h 10"/>
                <a:gd name="T22" fmla="*/ 11 w 13"/>
                <a:gd name="T23" fmla="*/ 7 h 10"/>
                <a:gd name="T24" fmla="*/ 10 w 13"/>
                <a:gd name="T25" fmla="*/ 7 h 10"/>
                <a:gd name="T26" fmla="*/ 9 w 13"/>
                <a:gd name="T27" fmla="*/ 5 h 10"/>
                <a:gd name="T28" fmla="*/ 8 w 13"/>
                <a:gd name="T29" fmla="*/ 4 h 10"/>
                <a:gd name="T30" fmla="*/ 7 w 13"/>
                <a:gd name="T31" fmla="*/ 4 h 10"/>
                <a:gd name="T32" fmla="*/ 5 w 13"/>
                <a:gd name="T33" fmla="*/ 3 h 10"/>
                <a:gd name="T34" fmla="*/ 2 w 13"/>
                <a:gd name="T35" fmla="*/ 1 h 10"/>
                <a:gd name="T36" fmla="*/ 1 w 13"/>
                <a:gd name="T37" fmla="*/ 0 h 10"/>
                <a:gd name="T38" fmla="*/ 0 w 13"/>
                <a:gd name="T39" fmla="*/ 1 h 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10"/>
                <a:gd name="T62" fmla="*/ 13 w 13"/>
                <a:gd name="T63" fmla="*/ 10 h 1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10">
                  <a:moveTo>
                    <a:pt x="0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2" y="4"/>
                  </a:lnTo>
                  <a:lnTo>
                    <a:pt x="5" y="5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9" y="5"/>
                  </a:lnTo>
                  <a:lnTo>
                    <a:pt x="8" y="4"/>
                  </a:lnTo>
                  <a:lnTo>
                    <a:pt x="7" y="4"/>
                  </a:lnTo>
                  <a:lnTo>
                    <a:pt x="5" y="3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1131"/>
            <p:cNvSpPr>
              <a:spLocks/>
            </p:cNvSpPr>
            <p:nvPr/>
          </p:nvSpPr>
          <p:spPr bwMode="auto">
            <a:xfrm>
              <a:off x="3132" y="2125"/>
              <a:ext cx="10" cy="41"/>
            </a:xfrm>
            <a:custGeom>
              <a:avLst/>
              <a:gdLst>
                <a:gd name="T0" fmla="*/ 10 w 10"/>
                <a:gd name="T1" fmla="*/ 41 h 41"/>
                <a:gd name="T2" fmla="*/ 8 w 10"/>
                <a:gd name="T3" fmla="*/ 41 h 41"/>
                <a:gd name="T4" fmla="*/ 7 w 10"/>
                <a:gd name="T5" fmla="*/ 40 h 41"/>
                <a:gd name="T6" fmla="*/ 6 w 10"/>
                <a:gd name="T7" fmla="*/ 38 h 41"/>
                <a:gd name="T8" fmla="*/ 4 w 10"/>
                <a:gd name="T9" fmla="*/ 36 h 41"/>
                <a:gd name="T10" fmla="*/ 4 w 10"/>
                <a:gd name="T11" fmla="*/ 34 h 41"/>
                <a:gd name="T12" fmla="*/ 2 w 10"/>
                <a:gd name="T13" fmla="*/ 31 h 41"/>
                <a:gd name="T14" fmla="*/ 0 w 10"/>
                <a:gd name="T15" fmla="*/ 29 h 41"/>
                <a:gd name="T16" fmla="*/ 0 w 10"/>
                <a:gd name="T17" fmla="*/ 25 h 41"/>
                <a:gd name="T18" fmla="*/ 0 w 10"/>
                <a:gd name="T19" fmla="*/ 21 h 41"/>
                <a:gd name="T20" fmla="*/ 0 w 10"/>
                <a:gd name="T21" fmla="*/ 17 h 41"/>
                <a:gd name="T22" fmla="*/ 0 w 10"/>
                <a:gd name="T23" fmla="*/ 13 h 41"/>
                <a:gd name="T24" fmla="*/ 2 w 10"/>
                <a:gd name="T25" fmla="*/ 8 h 41"/>
                <a:gd name="T26" fmla="*/ 4 w 10"/>
                <a:gd name="T27" fmla="*/ 6 h 41"/>
                <a:gd name="T28" fmla="*/ 4 w 10"/>
                <a:gd name="T29" fmla="*/ 3 h 41"/>
                <a:gd name="T30" fmla="*/ 6 w 10"/>
                <a:gd name="T31" fmla="*/ 1 h 41"/>
                <a:gd name="T32" fmla="*/ 8 w 10"/>
                <a:gd name="T33" fmla="*/ 0 h 41"/>
                <a:gd name="T34" fmla="*/ 10 w 10"/>
                <a:gd name="T35" fmla="*/ 4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"/>
                <a:gd name="T55" fmla="*/ 0 h 41"/>
                <a:gd name="T56" fmla="*/ 10 w 10"/>
                <a:gd name="T57" fmla="*/ 41 h 4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" h="41">
                  <a:moveTo>
                    <a:pt x="10" y="41"/>
                  </a:moveTo>
                  <a:lnTo>
                    <a:pt x="8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6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0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132"/>
            <p:cNvSpPr>
              <a:spLocks/>
            </p:cNvSpPr>
            <p:nvPr/>
          </p:nvSpPr>
          <p:spPr bwMode="auto">
            <a:xfrm>
              <a:off x="3132" y="2150"/>
              <a:ext cx="10" cy="17"/>
            </a:xfrm>
            <a:custGeom>
              <a:avLst/>
              <a:gdLst>
                <a:gd name="T0" fmla="*/ 0 w 10"/>
                <a:gd name="T1" fmla="*/ 0 h 17"/>
                <a:gd name="T2" fmla="*/ 0 w 10"/>
                <a:gd name="T3" fmla="*/ 0 h 17"/>
                <a:gd name="T4" fmla="*/ 0 w 10"/>
                <a:gd name="T5" fmla="*/ 3 h 17"/>
                <a:gd name="T6" fmla="*/ 2 w 10"/>
                <a:gd name="T7" fmla="*/ 7 h 17"/>
                <a:gd name="T8" fmla="*/ 2 w 10"/>
                <a:gd name="T9" fmla="*/ 9 h 17"/>
                <a:gd name="T10" fmla="*/ 3 w 10"/>
                <a:gd name="T11" fmla="*/ 12 h 17"/>
                <a:gd name="T12" fmla="*/ 5 w 10"/>
                <a:gd name="T13" fmla="*/ 14 h 17"/>
                <a:gd name="T14" fmla="*/ 6 w 10"/>
                <a:gd name="T15" fmla="*/ 16 h 17"/>
                <a:gd name="T16" fmla="*/ 8 w 10"/>
                <a:gd name="T17" fmla="*/ 17 h 17"/>
                <a:gd name="T18" fmla="*/ 10 w 10"/>
                <a:gd name="T19" fmla="*/ 17 h 17"/>
                <a:gd name="T20" fmla="*/ 10 w 10"/>
                <a:gd name="T21" fmla="*/ 15 h 17"/>
                <a:gd name="T22" fmla="*/ 8 w 10"/>
                <a:gd name="T23" fmla="*/ 15 h 17"/>
                <a:gd name="T24" fmla="*/ 7 w 10"/>
                <a:gd name="T25" fmla="*/ 15 h 17"/>
                <a:gd name="T26" fmla="*/ 6 w 10"/>
                <a:gd name="T27" fmla="*/ 13 h 17"/>
                <a:gd name="T28" fmla="*/ 5 w 10"/>
                <a:gd name="T29" fmla="*/ 11 h 17"/>
                <a:gd name="T30" fmla="*/ 4 w 10"/>
                <a:gd name="T31" fmla="*/ 9 h 17"/>
                <a:gd name="T32" fmla="*/ 3 w 10"/>
                <a:gd name="T33" fmla="*/ 7 h 17"/>
                <a:gd name="T34" fmla="*/ 3 w 10"/>
                <a:gd name="T35" fmla="*/ 3 h 17"/>
                <a:gd name="T36" fmla="*/ 3 w 10"/>
                <a:gd name="T37" fmla="*/ 0 h 17"/>
                <a:gd name="T38" fmla="*/ 0 w 10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0"/>
                <a:gd name="T61" fmla="*/ 0 h 17"/>
                <a:gd name="T62" fmla="*/ 10 w 10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0" h="17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2" y="9"/>
                  </a:lnTo>
                  <a:lnTo>
                    <a:pt x="3" y="12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1133"/>
            <p:cNvSpPr>
              <a:spLocks/>
            </p:cNvSpPr>
            <p:nvPr/>
          </p:nvSpPr>
          <p:spPr bwMode="auto">
            <a:xfrm>
              <a:off x="3132" y="2125"/>
              <a:ext cx="9" cy="25"/>
            </a:xfrm>
            <a:custGeom>
              <a:avLst/>
              <a:gdLst>
                <a:gd name="T0" fmla="*/ 8 w 9"/>
                <a:gd name="T1" fmla="*/ 0 h 25"/>
                <a:gd name="T2" fmla="*/ 6 w 9"/>
                <a:gd name="T3" fmla="*/ 1 h 25"/>
                <a:gd name="T4" fmla="*/ 4 w 9"/>
                <a:gd name="T5" fmla="*/ 3 h 25"/>
                <a:gd name="T6" fmla="*/ 3 w 9"/>
                <a:gd name="T7" fmla="*/ 6 h 25"/>
                <a:gd name="T8" fmla="*/ 2 w 9"/>
                <a:gd name="T9" fmla="*/ 9 h 25"/>
                <a:gd name="T10" fmla="*/ 0 w 9"/>
                <a:gd name="T11" fmla="*/ 13 h 25"/>
                <a:gd name="T12" fmla="*/ 0 w 9"/>
                <a:gd name="T13" fmla="*/ 17 h 25"/>
                <a:gd name="T14" fmla="*/ 0 w 9"/>
                <a:gd name="T15" fmla="*/ 21 h 25"/>
                <a:gd name="T16" fmla="*/ 0 w 9"/>
                <a:gd name="T17" fmla="*/ 25 h 25"/>
                <a:gd name="T18" fmla="*/ 3 w 9"/>
                <a:gd name="T19" fmla="*/ 25 h 25"/>
                <a:gd name="T20" fmla="*/ 3 w 9"/>
                <a:gd name="T21" fmla="*/ 21 h 25"/>
                <a:gd name="T22" fmla="*/ 3 w 9"/>
                <a:gd name="T23" fmla="*/ 17 h 25"/>
                <a:gd name="T24" fmla="*/ 3 w 9"/>
                <a:gd name="T25" fmla="*/ 13 h 25"/>
                <a:gd name="T26" fmla="*/ 4 w 9"/>
                <a:gd name="T27" fmla="*/ 9 h 25"/>
                <a:gd name="T28" fmla="*/ 4 w 9"/>
                <a:gd name="T29" fmla="*/ 6 h 25"/>
                <a:gd name="T30" fmla="*/ 6 w 9"/>
                <a:gd name="T31" fmla="*/ 4 h 25"/>
                <a:gd name="T32" fmla="*/ 7 w 9"/>
                <a:gd name="T33" fmla="*/ 3 h 25"/>
                <a:gd name="T34" fmla="*/ 9 w 9"/>
                <a:gd name="T35" fmla="*/ 1 h 25"/>
                <a:gd name="T36" fmla="*/ 8 w 9"/>
                <a:gd name="T37" fmla="*/ 0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25"/>
                <a:gd name="T59" fmla="*/ 9 w 9"/>
                <a:gd name="T60" fmla="*/ 25 h 2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25">
                  <a:moveTo>
                    <a:pt x="8" y="0"/>
                  </a:moveTo>
                  <a:lnTo>
                    <a:pt x="6" y="1"/>
                  </a:lnTo>
                  <a:lnTo>
                    <a:pt x="4" y="3"/>
                  </a:lnTo>
                  <a:lnTo>
                    <a:pt x="3" y="6"/>
                  </a:lnTo>
                  <a:lnTo>
                    <a:pt x="2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3" y="25"/>
                  </a:lnTo>
                  <a:lnTo>
                    <a:pt x="3" y="21"/>
                  </a:lnTo>
                  <a:lnTo>
                    <a:pt x="3" y="17"/>
                  </a:lnTo>
                  <a:lnTo>
                    <a:pt x="3" y="13"/>
                  </a:lnTo>
                  <a:lnTo>
                    <a:pt x="4" y="9"/>
                  </a:lnTo>
                  <a:lnTo>
                    <a:pt x="4" y="6"/>
                  </a:lnTo>
                  <a:lnTo>
                    <a:pt x="6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1134"/>
            <p:cNvSpPr>
              <a:spLocks/>
            </p:cNvSpPr>
            <p:nvPr/>
          </p:nvSpPr>
          <p:spPr bwMode="auto">
            <a:xfrm>
              <a:off x="3011" y="2010"/>
              <a:ext cx="239" cy="115"/>
            </a:xfrm>
            <a:custGeom>
              <a:avLst/>
              <a:gdLst>
                <a:gd name="T0" fmla="*/ 8 w 239"/>
                <a:gd name="T1" fmla="*/ 42 h 115"/>
                <a:gd name="T2" fmla="*/ 24 w 239"/>
                <a:gd name="T3" fmla="*/ 35 h 115"/>
                <a:gd name="T4" fmla="*/ 45 w 239"/>
                <a:gd name="T5" fmla="*/ 24 h 115"/>
                <a:gd name="T6" fmla="*/ 67 w 239"/>
                <a:gd name="T7" fmla="*/ 14 h 115"/>
                <a:gd name="T8" fmla="*/ 85 w 239"/>
                <a:gd name="T9" fmla="*/ 5 h 115"/>
                <a:gd name="T10" fmla="*/ 94 w 239"/>
                <a:gd name="T11" fmla="*/ 0 h 115"/>
                <a:gd name="T12" fmla="*/ 99 w 239"/>
                <a:gd name="T13" fmla="*/ 0 h 115"/>
                <a:gd name="T14" fmla="*/ 104 w 239"/>
                <a:gd name="T15" fmla="*/ 2 h 115"/>
                <a:gd name="T16" fmla="*/ 108 w 239"/>
                <a:gd name="T17" fmla="*/ 4 h 115"/>
                <a:gd name="T18" fmla="*/ 114 w 239"/>
                <a:gd name="T19" fmla="*/ 7 h 115"/>
                <a:gd name="T20" fmla="*/ 126 w 239"/>
                <a:gd name="T21" fmla="*/ 12 h 115"/>
                <a:gd name="T22" fmla="*/ 140 w 239"/>
                <a:gd name="T23" fmla="*/ 19 h 115"/>
                <a:gd name="T24" fmla="*/ 155 w 239"/>
                <a:gd name="T25" fmla="*/ 25 h 115"/>
                <a:gd name="T26" fmla="*/ 172 w 239"/>
                <a:gd name="T27" fmla="*/ 34 h 115"/>
                <a:gd name="T28" fmla="*/ 188 w 239"/>
                <a:gd name="T29" fmla="*/ 40 h 115"/>
                <a:gd name="T30" fmla="*/ 204 w 239"/>
                <a:gd name="T31" fmla="*/ 47 h 115"/>
                <a:gd name="T32" fmla="*/ 217 w 239"/>
                <a:gd name="T33" fmla="*/ 54 h 115"/>
                <a:gd name="T34" fmla="*/ 226 w 239"/>
                <a:gd name="T35" fmla="*/ 58 h 115"/>
                <a:gd name="T36" fmla="*/ 233 w 239"/>
                <a:gd name="T37" fmla="*/ 60 h 115"/>
                <a:gd name="T38" fmla="*/ 237 w 239"/>
                <a:gd name="T39" fmla="*/ 63 h 115"/>
                <a:gd name="T40" fmla="*/ 239 w 239"/>
                <a:gd name="T41" fmla="*/ 68 h 115"/>
                <a:gd name="T42" fmla="*/ 235 w 239"/>
                <a:gd name="T43" fmla="*/ 71 h 115"/>
                <a:gd name="T44" fmla="*/ 228 w 239"/>
                <a:gd name="T45" fmla="*/ 73 h 115"/>
                <a:gd name="T46" fmla="*/ 220 w 239"/>
                <a:gd name="T47" fmla="*/ 77 h 115"/>
                <a:gd name="T48" fmla="*/ 209 w 239"/>
                <a:gd name="T49" fmla="*/ 82 h 115"/>
                <a:gd name="T50" fmla="*/ 197 w 239"/>
                <a:gd name="T51" fmla="*/ 87 h 115"/>
                <a:gd name="T52" fmla="*/ 184 w 239"/>
                <a:gd name="T53" fmla="*/ 92 h 115"/>
                <a:gd name="T54" fmla="*/ 172 w 239"/>
                <a:gd name="T55" fmla="*/ 98 h 115"/>
                <a:gd name="T56" fmla="*/ 160 w 239"/>
                <a:gd name="T57" fmla="*/ 103 h 115"/>
                <a:gd name="T58" fmla="*/ 149 w 239"/>
                <a:gd name="T59" fmla="*/ 108 h 115"/>
                <a:gd name="T60" fmla="*/ 141 w 239"/>
                <a:gd name="T61" fmla="*/ 112 h 115"/>
                <a:gd name="T62" fmla="*/ 134 w 239"/>
                <a:gd name="T63" fmla="*/ 114 h 115"/>
                <a:gd name="T64" fmla="*/ 130 w 239"/>
                <a:gd name="T65" fmla="*/ 115 h 115"/>
                <a:gd name="T66" fmla="*/ 125 w 239"/>
                <a:gd name="T67" fmla="*/ 114 h 115"/>
                <a:gd name="T68" fmla="*/ 120 w 239"/>
                <a:gd name="T69" fmla="*/ 112 h 115"/>
                <a:gd name="T70" fmla="*/ 114 w 239"/>
                <a:gd name="T71" fmla="*/ 108 h 115"/>
                <a:gd name="T72" fmla="*/ 105 w 239"/>
                <a:gd name="T73" fmla="*/ 104 h 115"/>
                <a:gd name="T74" fmla="*/ 94 w 239"/>
                <a:gd name="T75" fmla="*/ 98 h 115"/>
                <a:gd name="T76" fmla="*/ 80 w 239"/>
                <a:gd name="T77" fmla="*/ 91 h 115"/>
                <a:gd name="T78" fmla="*/ 66 w 239"/>
                <a:gd name="T79" fmla="*/ 83 h 115"/>
                <a:gd name="T80" fmla="*/ 51 w 239"/>
                <a:gd name="T81" fmla="*/ 75 h 115"/>
                <a:gd name="T82" fmla="*/ 36 w 239"/>
                <a:gd name="T83" fmla="*/ 68 h 115"/>
                <a:gd name="T84" fmla="*/ 23 w 239"/>
                <a:gd name="T85" fmla="*/ 60 h 115"/>
                <a:gd name="T86" fmla="*/ 14 w 239"/>
                <a:gd name="T87" fmla="*/ 55 h 115"/>
                <a:gd name="T88" fmla="*/ 8 w 239"/>
                <a:gd name="T89" fmla="*/ 52 h 115"/>
                <a:gd name="T90" fmla="*/ 3 w 239"/>
                <a:gd name="T91" fmla="*/ 50 h 115"/>
                <a:gd name="T92" fmla="*/ 0 w 239"/>
                <a:gd name="T93" fmla="*/ 47 h 115"/>
                <a:gd name="T94" fmla="*/ 4 w 239"/>
                <a:gd name="T95" fmla="*/ 44 h 1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9"/>
                <a:gd name="T145" fmla="*/ 0 h 115"/>
                <a:gd name="T146" fmla="*/ 239 w 239"/>
                <a:gd name="T147" fmla="*/ 115 h 11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9" h="115">
                  <a:moveTo>
                    <a:pt x="4" y="44"/>
                  </a:moveTo>
                  <a:lnTo>
                    <a:pt x="5" y="43"/>
                  </a:lnTo>
                  <a:lnTo>
                    <a:pt x="8" y="42"/>
                  </a:lnTo>
                  <a:lnTo>
                    <a:pt x="14" y="40"/>
                  </a:lnTo>
                  <a:lnTo>
                    <a:pt x="18" y="38"/>
                  </a:lnTo>
                  <a:lnTo>
                    <a:pt x="24" y="35"/>
                  </a:lnTo>
                  <a:lnTo>
                    <a:pt x="31" y="30"/>
                  </a:lnTo>
                  <a:lnTo>
                    <a:pt x="37" y="27"/>
                  </a:lnTo>
                  <a:lnTo>
                    <a:pt x="45" y="24"/>
                  </a:lnTo>
                  <a:lnTo>
                    <a:pt x="52" y="21"/>
                  </a:lnTo>
                  <a:lnTo>
                    <a:pt x="61" y="18"/>
                  </a:lnTo>
                  <a:lnTo>
                    <a:pt x="67" y="14"/>
                  </a:lnTo>
                  <a:lnTo>
                    <a:pt x="73" y="11"/>
                  </a:lnTo>
                  <a:lnTo>
                    <a:pt x="80" y="7"/>
                  </a:lnTo>
                  <a:lnTo>
                    <a:pt x="85" y="5"/>
                  </a:lnTo>
                  <a:lnTo>
                    <a:pt x="89" y="3"/>
                  </a:lnTo>
                  <a:lnTo>
                    <a:pt x="93" y="2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3" y="2"/>
                  </a:lnTo>
                  <a:lnTo>
                    <a:pt x="104" y="2"/>
                  </a:lnTo>
                  <a:lnTo>
                    <a:pt x="105" y="3"/>
                  </a:lnTo>
                  <a:lnTo>
                    <a:pt x="106" y="3"/>
                  </a:lnTo>
                  <a:lnTo>
                    <a:pt x="108" y="4"/>
                  </a:lnTo>
                  <a:lnTo>
                    <a:pt x="110" y="4"/>
                  </a:lnTo>
                  <a:lnTo>
                    <a:pt x="112" y="5"/>
                  </a:lnTo>
                  <a:lnTo>
                    <a:pt x="114" y="7"/>
                  </a:lnTo>
                  <a:lnTo>
                    <a:pt x="118" y="9"/>
                  </a:lnTo>
                  <a:lnTo>
                    <a:pt x="123" y="9"/>
                  </a:lnTo>
                  <a:lnTo>
                    <a:pt x="126" y="12"/>
                  </a:lnTo>
                  <a:lnTo>
                    <a:pt x="130" y="14"/>
                  </a:lnTo>
                  <a:lnTo>
                    <a:pt x="134" y="16"/>
                  </a:lnTo>
                  <a:lnTo>
                    <a:pt x="140" y="19"/>
                  </a:lnTo>
                  <a:lnTo>
                    <a:pt x="145" y="21"/>
                  </a:lnTo>
                  <a:lnTo>
                    <a:pt x="149" y="23"/>
                  </a:lnTo>
                  <a:lnTo>
                    <a:pt x="155" y="25"/>
                  </a:lnTo>
                  <a:lnTo>
                    <a:pt x="161" y="27"/>
                  </a:lnTo>
                  <a:lnTo>
                    <a:pt x="166" y="30"/>
                  </a:lnTo>
                  <a:lnTo>
                    <a:pt x="172" y="34"/>
                  </a:lnTo>
                  <a:lnTo>
                    <a:pt x="178" y="36"/>
                  </a:lnTo>
                  <a:lnTo>
                    <a:pt x="183" y="38"/>
                  </a:lnTo>
                  <a:lnTo>
                    <a:pt x="188" y="40"/>
                  </a:lnTo>
                  <a:lnTo>
                    <a:pt x="194" y="42"/>
                  </a:lnTo>
                  <a:lnTo>
                    <a:pt x="198" y="45"/>
                  </a:lnTo>
                  <a:lnTo>
                    <a:pt x="204" y="47"/>
                  </a:lnTo>
                  <a:lnTo>
                    <a:pt x="209" y="50"/>
                  </a:lnTo>
                  <a:lnTo>
                    <a:pt x="213" y="52"/>
                  </a:lnTo>
                  <a:lnTo>
                    <a:pt x="217" y="54"/>
                  </a:lnTo>
                  <a:lnTo>
                    <a:pt x="220" y="55"/>
                  </a:lnTo>
                  <a:lnTo>
                    <a:pt x="223" y="57"/>
                  </a:lnTo>
                  <a:lnTo>
                    <a:pt x="226" y="58"/>
                  </a:lnTo>
                  <a:lnTo>
                    <a:pt x="228" y="59"/>
                  </a:lnTo>
                  <a:lnTo>
                    <a:pt x="232" y="60"/>
                  </a:lnTo>
                  <a:lnTo>
                    <a:pt x="233" y="60"/>
                  </a:lnTo>
                  <a:lnTo>
                    <a:pt x="234" y="61"/>
                  </a:lnTo>
                  <a:lnTo>
                    <a:pt x="236" y="62"/>
                  </a:lnTo>
                  <a:lnTo>
                    <a:pt x="237" y="63"/>
                  </a:lnTo>
                  <a:lnTo>
                    <a:pt x="238" y="66"/>
                  </a:lnTo>
                  <a:lnTo>
                    <a:pt x="239" y="66"/>
                  </a:lnTo>
                  <a:lnTo>
                    <a:pt x="239" y="68"/>
                  </a:lnTo>
                  <a:lnTo>
                    <a:pt x="238" y="68"/>
                  </a:lnTo>
                  <a:lnTo>
                    <a:pt x="236" y="70"/>
                  </a:lnTo>
                  <a:lnTo>
                    <a:pt x="235" y="71"/>
                  </a:lnTo>
                  <a:lnTo>
                    <a:pt x="234" y="72"/>
                  </a:lnTo>
                  <a:lnTo>
                    <a:pt x="232" y="72"/>
                  </a:lnTo>
                  <a:lnTo>
                    <a:pt x="228" y="73"/>
                  </a:lnTo>
                  <a:lnTo>
                    <a:pt x="225" y="74"/>
                  </a:lnTo>
                  <a:lnTo>
                    <a:pt x="223" y="75"/>
                  </a:lnTo>
                  <a:lnTo>
                    <a:pt x="220" y="77"/>
                  </a:lnTo>
                  <a:lnTo>
                    <a:pt x="217" y="78"/>
                  </a:lnTo>
                  <a:lnTo>
                    <a:pt x="213" y="79"/>
                  </a:lnTo>
                  <a:lnTo>
                    <a:pt x="209" y="82"/>
                  </a:lnTo>
                  <a:lnTo>
                    <a:pt x="205" y="83"/>
                  </a:lnTo>
                  <a:lnTo>
                    <a:pt x="202" y="85"/>
                  </a:lnTo>
                  <a:lnTo>
                    <a:pt x="197" y="87"/>
                  </a:lnTo>
                  <a:lnTo>
                    <a:pt x="192" y="89"/>
                  </a:lnTo>
                  <a:lnTo>
                    <a:pt x="190" y="90"/>
                  </a:lnTo>
                  <a:lnTo>
                    <a:pt x="184" y="92"/>
                  </a:lnTo>
                  <a:lnTo>
                    <a:pt x="180" y="94"/>
                  </a:lnTo>
                  <a:lnTo>
                    <a:pt x="176" y="96"/>
                  </a:lnTo>
                  <a:lnTo>
                    <a:pt x="172" y="98"/>
                  </a:lnTo>
                  <a:lnTo>
                    <a:pt x="167" y="100"/>
                  </a:lnTo>
                  <a:lnTo>
                    <a:pt x="164" y="101"/>
                  </a:lnTo>
                  <a:lnTo>
                    <a:pt x="160" y="103"/>
                  </a:lnTo>
                  <a:lnTo>
                    <a:pt x="157" y="104"/>
                  </a:lnTo>
                  <a:lnTo>
                    <a:pt x="152" y="106"/>
                  </a:lnTo>
                  <a:lnTo>
                    <a:pt x="149" y="108"/>
                  </a:lnTo>
                  <a:lnTo>
                    <a:pt x="146" y="108"/>
                  </a:lnTo>
                  <a:lnTo>
                    <a:pt x="143" y="110"/>
                  </a:lnTo>
                  <a:lnTo>
                    <a:pt x="141" y="112"/>
                  </a:lnTo>
                  <a:lnTo>
                    <a:pt x="137" y="113"/>
                  </a:lnTo>
                  <a:lnTo>
                    <a:pt x="135" y="114"/>
                  </a:lnTo>
                  <a:lnTo>
                    <a:pt x="134" y="114"/>
                  </a:lnTo>
                  <a:lnTo>
                    <a:pt x="132" y="115"/>
                  </a:lnTo>
                  <a:lnTo>
                    <a:pt x="131" y="115"/>
                  </a:lnTo>
                  <a:lnTo>
                    <a:pt x="130" y="115"/>
                  </a:lnTo>
                  <a:lnTo>
                    <a:pt x="128" y="115"/>
                  </a:lnTo>
                  <a:lnTo>
                    <a:pt x="127" y="114"/>
                  </a:lnTo>
                  <a:lnTo>
                    <a:pt x="125" y="114"/>
                  </a:lnTo>
                  <a:lnTo>
                    <a:pt x="124" y="113"/>
                  </a:lnTo>
                  <a:lnTo>
                    <a:pt x="121" y="113"/>
                  </a:lnTo>
                  <a:lnTo>
                    <a:pt x="120" y="112"/>
                  </a:lnTo>
                  <a:lnTo>
                    <a:pt x="118" y="112"/>
                  </a:lnTo>
                  <a:lnTo>
                    <a:pt x="116" y="110"/>
                  </a:lnTo>
                  <a:lnTo>
                    <a:pt x="114" y="108"/>
                  </a:lnTo>
                  <a:lnTo>
                    <a:pt x="112" y="108"/>
                  </a:lnTo>
                  <a:lnTo>
                    <a:pt x="109" y="106"/>
                  </a:lnTo>
                  <a:lnTo>
                    <a:pt x="105" y="104"/>
                  </a:lnTo>
                  <a:lnTo>
                    <a:pt x="102" y="102"/>
                  </a:lnTo>
                  <a:lnTo>
                    <a:pt x="97" y="100"/>
                  </a:lnTo>
                  <a:lnTo>
                    <a:pt x="94" y="98"/>
                  </a:lnTo>
                  <a:lnTo>
                    <a:pt x="89" y="96"/>
                  </a:lnTo>
                  <a:lnTo>
                    <a:pt x="85" y="93"/>
                  </a:lnTo>
                  <a:lnTo>
                    <a:pt x="80" y="91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6" y="83"/>
                  </a:lnTo>
                  <a:lnTo>
                    <a:pt x="61" y="79"/>
                  </a:lnTo>
                  <a:lnTo>
                    <a:pt x="55" y="77"/>
                  </a:lnTo>
                  <a:lnTo>
                    <a:pt x="51" y="75"/>
                  </a:lnTo>
                  <a:lnTo>
                    <a:pt x="45" y="72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2" y="66"/>
                  </a:lnTo>
                  <a:lnTo>
                    <a:pt x="27" y="62"/>
                  </a:lnTo>
                  <a:lnTo>
                    <a:pt x="23" y="60"/>
                  </a:lnTo>
                  <a:lnTo>
                    <a:pt x="20" y="59"/>
                  </a:lnTo>
                  <a:lnTo>
                    <a:pt x="17" y="57"/>
                  </a:lnTo>
                  <a:lnTo>
                    <a:pt x="14" y="55"/>
                  </a:lnTo>
                  <a:lnTo>
                    <a:pt x="11" y="54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5" y="50"/>
                  </a:lnTo>
                  <a:lnTo>
                    <a:pt x="3" y="50"/>
                  </a:lnTo>
                  <a:lnTo>
                    <a:pt x="2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2" y="45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1135"/>
            <p:cNvSpPr>
              <a:spLocks/>
            </p:cNvSpPr>
            <p:nvPr/>
          </p:nvSpPr>
          <p:spPr bwMode="auto">
            <a:xfrm>
              <a:off x="3014" y="2010"/>
              <a:ext cx="90" cy="44"/>
            </a:xfrm>
            <a:custGeom>
              <a:avLst/>
              <a:gdLst>
                <a:gd name="T0" fmla="*/ 89 w 90"/>
                <a:gd name="T1" fmla="*/ 0 h 44"/>
                <a:gd name="T2" fmla="*/ 89 w 90"/>
                <a:gd name="T3" fmla="*/ 0 h 44"/>
                <a:gd name="T4" fmla="*/ 85 w 90"/>
                <a:gd name="T5" fmla="*/ 2 h 44"/>
                <a:gd name="T6" fmla="*/ 81 w 90"/>
                <a:gd name="T7" fmla="*/ 4 h 44"/>
                <a:gd name="T8" fmla="*/ 77 w 90"/>
                <a:gd name="T9" fmla="*/ 6 h 44"/>
                <a:gd name="T10" fmla="*/ 69 w 90"/>
                <a:gd name="T11" fmla="*/ 9 h 44"/>
                <a:gd name="T12" fmla="*/ 63 w 90"/>
                <a:gd name="T13" fmla="*/ 13 h 44"/>
                <a:gd name="T14" fmla="*/ 55 w 90"/>
                <a:gd name="T15" fmla="*/ 16 h 44"/>
                <a:gd name="T16" fmla="*/ 49 w 90"/>
                <a:gd name="T17" fmla="*/ 20 h 44"/>
                <a:gd name="T18" fmla="*/ 42 w 90"/>
                <a:gd name="T19" fmla="*/ 23 h 44"/>
                <a:gd name="T20" fmla="*/ 34 w 90"/>
                <a:gd name="T21" fmla="*/ 26 h 44"/>
                <a:gd name="T22" fmla="*/ 28 w 90"/>
                <a:gd name="T23" fmla="*/ 29 h 44"/>
                <a:gd name="T24" fmla="*/ 20 w 90"/>
                <a:gd name="T25" fmla="*/ 34 h 44"/>
                <a:gd name="T26" fmla="*/ 15 w 90"/>
                <a:gd name="T27" fmla="*/ 36 h 44"/>
                <a:gd name="T28" fmla="*/ 8 w 90"/>
                <a:gd name="T29" fmla="*/ 39 h 44"/>
                <a:gd name="T30" fmla="*/ 4 w 90"/>
                <a:gd name="T31" fmla="*/ 40 h 44"/>
                <a:gd name="T32" fmla="*/ 2 w 90"/>
                <a:gd name="T33" fmla="*/ 42 h 44"/>
                <a:gd name="T34" fmla="*/ 0 w 90"/>
                <a:gd name="T35" fmla="*/ 43 h 44"/>
                <a:gd name="T36" fmla="*/ 1 w 90"/>
                <a:gd name="T37" fmla="*/ 44 h 44"/>
                <a:gd name="T38" fmla="*/ 2 w 90"/>
                <a:gd name="T39" fmla="*/ 43 h 44"/>
                <a:gd name="T40" fmla="*/ 5 w 90"/>
                <a:gd name="T41" fmla="*/ 42 h 44"/>
                <a:gd name="T42" fmla="*/ 11 w 90"/>
                <a:gd name="T43" fmla="*/ 40 h 44"/>
                <a:gd name="T44" fmla="*/ 15 w 90"/>
                <a:gd name="T45" fmla="*/ 38 h 44"/>
                <a:gd name="T46" fmla="*/ 21 w 90"/>
                <a:gd name="T47" fmla="*/ 34 h 44"/>
                <a:gd name="T48" fmla="*/ 28 w 90"/>
                <a:gd name="T49" fmla="*/ 31 h 44"/>
                <a:gd name="T50" fmla="*/ 35 w 90"/>
                <a:gd name="T51" fmla="*/ 28 h 44"/>
                <a:gd name="T52" fmla="*/ 42 w 90"/>
                <a:gd name="T53" fmla="*/ 24 h 44"/>
                <a:gd name="T54" fmla="*/ 50 w 90"/>
                <a:gd name="T55" fmla="*/ 21 h 44"/>
                <a:gd name="T56" fmla="*/ 56 w 90"/>
                <a:gd name="T57" fmla="*/ 18 h 44"/>
                <a:gd name="T58" fmla="*/ 63 w 90"/>
                <a:gd name="T59" fmla="*/ 14 h 44"/>
                <a:gd name="T60" fmla="*/ 70 w 90"/>
                <a:gd name="T61" fmla="*/ 11 h 44"/>
                <a:gd name="T62" fmla="*/ 77 w 90"/>
                <a:gd name="T63" fmla="*/ 9 h 44"/>
                <a:gd name="T64" fmla="*/ 82 w 90"/>
                <a:gd name="T65" fmla="*/ 6 h 44"/>
                <a:gd name="T66" fmla="*/ 86 w 90"/>
                <a:gd name="T67" fmla="*/ 4 h 44"/>
                <a:gd name="T68" fmla="*/ 90 w 90"/>
                <a:gd name="T69" fmla="*/ 2 h 44"/>
                <a:gd name="T70" fmla="*/ 89 w 90"/>
                <a:gd name="T71" fmla="*/ 0 h 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0"/>
                <a:gd name="T109" fmla="*/ 0 h 44"/>
                <a:gd name="T110" fmla="*/ 90 w 90"/>
                <a:gd name="T111" fmla="*/ 44 h 4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0" h="44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1" y="4"/>
                  </a:lnTo>
                  <a:lnTo>
                    <a:pt x="77" y="6"/>
                  </a:lnTo>
                  <a:lnTo>
                    <a:pt x="69" y="9"/>
                  </a:lnTo>
                  <a:lnTo>
                    <a:pt x="63" y="13"/>
                  </a:lnTo>
                  <a:lnTo>
                    <a:pt x="55" y="16"/>
                  </a:lnTo>
                  <a:lnTo>
                    <a:pt x="49" y="20"/>
                  </a:lnTo>
                  <a:lnTo>
                    <a:pt x="42" y="23"/>
                  </a:lnTo>
                  <a:lnTo>
                    <a:pt x="34" y="26"/>
                  </a:lnTo>
                  <a:lnTo>
                    <a:pt x="28" y="29"/>
                  </a:lnTo>
                  <a:lnTo>
                    <a:pt x="20" y="34"/>
                  </a:lnTo>
                  <a:lnTo>
                    <a:pt x="15" y="36"/>
                  </a:lnTo>
                  <a:lnTo>
                    <a:pt x="8" y="39"/>
                  </a:lnTo>
                  <a:lnTo>
                    <a:pt x="4" y="40"/>
                  </a:lnTo>
                  <a:lnTo>
                    <a:pt x="2" y="42"/>
                  </a:lnTo>
                  <a:lnTo>
                    <a:pt x="0" y="43"/>
                  </a:lnTo>
                  <a:lnTo>
                    <a:pt x="1" y="44"/>
                  </a:lnTo>
                  <a:lnTo>
                    <a:pt x="2" y="43"/>
                  </a:lnTo>
                  <a:lnTo>
                    <a:pt x="5" y="42"/>
                  </a:lnTo>
                  <a:lnTo>
                    <a:pt x="11" y="40"/>
                  </a:lnTo>
                  <a:lnTo>
                    <a:pt x="15" y="38"/>
                  </a:lnTo>
                  <a:lnTo>
                    <a:pt x="21" y="34"/>
                  </a:lnTo>
                  <a:lnTo>
                    <a:pt x="28" y="31"/>
                  </a:lnTo>
                  <a:lnTo>
                    <a:pt x="35" y="28"/>
                  </a:lnTo>
                  <a:lnTo>
                    <a:pt x="42" y="24"/>
                  </a:lnTo>
                  <a:lnTo>
                    <a:pt x="50" y="21"/>
                  </a:lnTo>
                  <a:lnTo>
                    <a:pt x="56" y="18"/>
                  </a:lnTo>
                  <a:lnTo>
                    <a:pt x="63" y="14"/>
                  </a:lnTo>
                  <a:lnTo>
                    <a:pt x="70" y="11"/>
                  </a:lnTo>
                  <a:lnTo>
                    <a:pt x="77" y="9"/>
                  </a:lnTo>
                  <a:lnTo>
                    <a:pt x="82" y="6"/>
                  </a:lnTo>
                  <a:lnTo>
                    <a:pt x="86" y="4"/>
                  </a:lnTo>
                  <a:lnTo>
                    <a:pt x="90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1136"/>
            <p:cNvSpPr>
              <a:spLocks/>
            </p:cNvSpPr>
            <p:nvPr/>
          </p:nvSpPr>
          <p:spPr bwMode="auto">
            <a:xfrm>
              <a:off x="3103" y="2009"/>
              <a:ext cx="13" cy="4"/>
            </a:xfrm>
            <a:custGeom>
              <a:avLst/>
              <a:gdLst>
                <a:gd name="T0" fmla="*/ 13 w 13"/>
                <a:gd name="T1" fmla="*/ 3 h 4"/>
                <a:gd name="T2" fmla="*/ 13 w 13"/>
                <a:gd name="T3" fmla="*/ 3 h 4"/>
                <a:gd name="T4" fmla="*/ 12 w 13"/>
                <a:gd name="T5" fmla="*/ 1 h 4"/>
                <a:gd name="T6" fmla="*/ 10 w 13"/>
                <a:gd name="T7" fmla="*/ 1 h 4"/>
                <a:gd name="T8" fmla="*/ 9 w 13"/>
                <a:gd name="T9" fmla="*/ 0 h 4"/>
                <a:gd name="T10" fmla="*/ 6 w 13"/>
                <a:gd name="T11" fmla="*/ 0 h 4"/>
                <a:gd name="T12" fmla="*/ 5 w 13"/>
                <a:gd name="T13" fmla="*/ 0 h 4"/>
                <a:gd name="T14" fmla="*/ 3 w 13"/>
                <a:gd name="T15" fmla="*/ 0 h 4"/>
                <a:gd name="T16" fmla="*/ 2 w 13"/>
                <a:gd name="T17" fmla="*/ 0 h 4"/>
                <a:gd name="T18" fmla="*/ 0 w 13"/>
                <a:gd name="T19" fmla="*/ 1 h 4"/>
                <a:gd name="T20" fmla="*/ 0 w 13"/>
                <a:gd name="T21" fmla="*/ 3 h 4"/>
                <a:gd name="T22" fmla="*/ 2 w 13"/>
                <a:gd name="T23" fmla="*/ 3 h 4"/>
                <a:gd name="T24" fmla="*/ 3 w 13"/>
                <a:gd name="T25" fmla="*/ 3 h 4"/>
                <a:gd name="T26" fmla="*/ 5 w 13"/>
                <a:gd name="T27" fmla="*/ 3 h 4"/>
                <a:gd name="T28" fmla="*/ 6 w 13"/>
                <a:gd name="T29" fmla="*/ 3 h 4"/>
                <a:gd name="T30" fmla="*/ 9 w 13"/>
                <a:gd name="T31" fmla="*/ 3 h 4"/>
                <a:gd name="T32" fmla="*/ 10 w 13"/>
                <a:gd name="T33" fmla="*/ 3 h 4"/>
                <a:gd name="T34" fmla="*/ 11 w 13"/>
                <a:gd name="T35" fmla="*/ 3 h 4"/>
                <a:gd name="T36" fmla="*/ 12 w 13"/>
                <a:gd name="T37" fmla="*/ 4 h 4"/>
                <a:gd name="T38" fmla="*/ 13 w 13"/>
                <a:gd name="T39" fmla="*/ 3 h 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4"/>
                <a:gd name="T62" fmla="*/ 13 w 13"/>
                <a:gd name="T63" fmla="*/ 4 h 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4">
                  <a:moveTo>
                    <a:pt x="13" y="3"/>
                  </a:moveTo>
                  <a:lnTo>
                    <a:pt x="13" y="3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1137"/>
            <p:cNvSpPr>
              <a:spLocks/>
            </p:cNvSpPr>
            <p:nvPr/>
          </p:nvSpPr>
          <p:spPr bwMode="auto">
            <a:xfrm>
              <a:off x="3115" y="2012"/>
              <a:ext cx="128" cy="59"/>
            </a:xfrm>
            <a:custGeom>
              <a:avLst/>
              <a:gdLst>
                <a:gd name="T0" fmla="*/ 128 w 128"/>
                <a:gd name="T1" fmla="*/ 58 h 59"/>
                <a:gd name="T2" fmla="*/ 124 w 128"/>
                <a:gd name="T3" fmla="*/ 56 h 59"/>
                <a:gd name="T4" fmla="*/ 119 w 128"/>
                <a:gd name="T5" fmla="*/ 53 h 59"/>
                <a:gd name="T6" fmla="*/ 111 w 128"/>
                <a:gd name="T7" fmla="*/ 51 h 59"/>
                <a:gd name="T8" fmla="*/ 104 w 128"/>
                <a:gd name="T9" fmla="*/ 47 h 59"/>
                <a:gd name="T10" fmla="*/ 94 w 128"/>
                <a:gd name="T11" fmla="*/ 42 h 59"/>
                <a:gd name="T12" fmla="*/ 84 w 128"/>
                <a:gd name="T13" fmla="*/ 38 h 59"/>
                <a:gd name="T14" fmla="*/ 73 w 128"/>
                <a:gd name="T15" fmla="*/ 32 h 59"/>
                <a:gd name="T16" fmla="*/ 62 w 128"/>
                <a:gd name="T17" fmla="*/ 27 h 59"/>
                <a:gd name="T18" fmla="*/ 51 w 128"/>
                <a:gd name="T19" fmla="*/ 22 h 59"/>
                <a:gd name="T20" fmla="*/ 41 w 128"/>
                <a:gd name="T21" fmla="*/ 18 h 59"/>
                <a:gd name="T22" fmla="*/ 30 w 128"/>
                <a:gd name="T23" fmla="*/ 12 h 59"/>
                <a:gd name="T24" fmla="*/ 22 w 128"/>
                <a:gd name="T25" fmla="*/ 8 h 59"/>
                <a:gd name="T26" fmla="*/ 14 w 128"/>
                <a:gd name="T27" fmla="*/ 5 h 59"/>
                <a:gd name="T28" fmla="*/ 8 w 128"/>
                <a:gd name="T29" fmla="*/ 3 h 59"/>
                <a:gd name="T30" fmla="*/ 4 w 128"/>
                <a:gd name="T31" fmla="*/ 1 h 59"/>
                <a:gd name="T32" fmla="*/ 0 w 128"/>
                <a:gd name="T33" fmla="*/ 2 h 59"/>
                <a:gd name="T34" fmla="*/ 2 w 128"/>
                <a:gd name="T35" fmla="*/ 2 h 59"/>
                <a:gd name="T36" fmla="*/ 7 w 128"/>
                <a:gd name="T37" fmla="*/ 4 h 59"/>
                <a:gd name="T38" fmla="*/ 13 w 128"/>
                <a:gd name="T39" fmla="*/ 7 h 59"/>
                <a:gd name="T40" fmla="*/ 21 w 128"/>
                <a:gd name="T41" fmla="*/ 10 h 59"/>
                <a:gd name="T42" fmla="*/ 29 w 128"/>
                <a:gd name="T43" fmla="*/ 14 h 59"/>
                <a:gd name="T44" fmla="*/ 40 w 128"/>
                <a:gd name="T45" fmla="*/ 20 h 59"/>
                <a:gd name="T46" fmla="*/ 50 w 128"/>
                <a:gd name="T47" fmla="*/ 24 h 59"/>
                <a:gd name="T48" fmla="*/ 61 w 128"/>
                <a:gd name="T49" fmla="*/ 28 h 59"/>
                <a:gd name="T50" fmla="*/ 72 w 128"/>
                <a:gd name="T51" fmla="*/ 35 h 59"/>
                <a:gd name="T52" fmla="*/ 83 w 128"/>
                <a:gd name="T53" fmla="*/ 39 h 59"/>
                <a:gd name="T54" fmla="*/ 94 w 128"/>
                <a:gd name="T55" fmla="*/ 43 h 59"/>
                <a:gd name="T56" fmla="*/ 103 w 128"/>
                <a:gd name="T57" fmla="*/ 48 h 59"/>
                <a:gd name="T58" fmla="*/ 110 w 128"/>
                <a:gd name="T59" fmla="*/ 53 h 59"/>
                <a:gd name="T60" fmla="*/ 119 w 128"/>
                <a:gd name="T61" fmla="*/ 55 h 59"/>
                <a:gd name="T62" fmla="*/ 123 w 128"/>
                <a:gd name="T63" fmla="*/ 58 h 59"/>
                <a:gd name="T64" fmla="*/ 126 w 128"/>
                <a:gd name="T65" fmla="*/ 59 h 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8"/>
                <a:gd name="T100" fmla="*/ 0 h 59"/>
                <a:gd name="T101" fmla="*/ 128 w 128"/>
                <a:gd name="T102" fmla="*/ 59 h 5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8" h="59">
                  <a:moveTo>
                    <a:pt x="128" y="58"/>
                  </a:moveTo>
                  <a:lnTo>
                    <a:pt x="128" y="58"/>
                  </a:lnTo>
                  <a:lnTo>
                    <a:pt x="126" y="57"/>
                  </a:lnTo>
                  <a:lnTo>
                    <a:pt x="124" y="56"/>
                  </a:lnTo>
                  <a:lnTo>
                    <a:pt x="122" y="55"/>
                  </a:lnTo>
                  <a:lnTo>
                    <a:pt x="119" y="53"/>
                  </a:lnTo>
                  <a:lnTo>
                    <a:pt x="115" y="53"/>
                  </a:lnTo>
                  <a:lnTo>
                    <a:pt x="111" y="51"/>
                  </a:lnTo>
                  <a:lnTo>
                    <a:pt x="108" y="49"/>
                  </a:lnTo>
                  <a:lnTo>
                    <a:pt x="104" y="47"/>
                  </a:lnTo>
                  <a:lnTo>
                    <a:pt x="99" y="44"/>
                  </a:lnTo>
                  <a:lnTo>
                    <a:pt x="94" y="42"/>
                  </a:lnTo>
                  <a:lnTo>
                    <a:pt x="89" y="40"/>
                  </a:lnTo>
                  <a:lnTo>
                    <a:pt x="84" y="38"/>
                  </a:lnTo>
                  <a:lnTo>
                    <a:pt x="78" y="36"/>
                  </a:lnTo>
                  <a:lnTo>
                    <a:pt x="73" y="32"/>
                  </a:lnTo>
                  <a:lnTo>
                    <a:pt x="68" y="29"/>
                  </a:lnTo>
                  <a:lnTo>
                    <a:pt x="62" y="27"/>
                  </a:lnTo>
                  <a:lnTo>
                    <a:pt x="57" y="25"/>
                  </a:lnTo>
                  <a:lnTo>
                    <a:pt x="51" y="22"/>
                  </a:lnTo>
                  <a:lnTo>
                    <a:pt x="45" y="20"/>
                  </a:lnTo>
                  <a:lnTo>
                    <a:pt x="41" y="18"/>
                  </a:lnTo>
                  <a:lnTo>
                    <a:pt x="36" y="16"/>
                  </a:lnTo>
                  <a:lnTo>
                    <a:pt x="30" y="12"/>
                  </a:lnTo>
                  <a:lnTo>
                    <a:pt x="26" y="10"/>
                  </a:lnTo>
                  <a:lnTo>
                    <a:pt x="22" y="8"/>
                  </a:lnTo>
                  <a:lnTo>
                    <a:pt x="17" y="7"/>
                  </a:lnTo>
                  <a:lnTo>
                    <a:pt x="14" y="5"/>
                  </a:lnTo>
                  <a:lnTo>
                    <a:pt x="11" y="4"/>
                  </a:lnTo>
                  <a:lnTo>
                    <a:pt x="8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5" y="3"/>
                  </a:lnTo>
                  <a:lnTo>
                    <a:pt x="7" y="4"/>
                  </a:lnTo>
                  <a:lnTo>
                    <a:pt x="9" y="5"/>
                  </a:lnTo>
                  <a:lnTo>
                    <a:pt x="13" y="7"/>
                  </a:lnTo>
                  <a:lnTo>
                    <a:pt x="17" y="8"/>
                  </a:lnTo>
                  <a:lnTo>
                    <a:pt x="21" y="10"/>
                  </a:lnTo>
                  <a:lnTo>
                    <a:pt x="25" y="12"/>
                  </a:lnTo>
                  <a:lnTo>
                    <a:pt x="29" y="14"/>
                  </a:lnTo>
                  <a:lnTo>
                    <a:pt x="36" y="17"/>
                  </a:lnTo>
                  <a:lnTo>
                    <a:pt x="40" y="20"/>
                  </a:lnTo>
                  <a:lnTo>
                    <a:pt x="45" y="22"/>
                  </a:lnTo>
                  <a:lnTo>
                    <a:pt x="50" y="24"/>
                  </a:lnTo>
                  <a:lnTo>
                    <a:pt x="56" y="26"/>
                  </a:lnTo>
                  <a:lnTo>
                    <a:pt x="61" y="28"/>
                  </a:lnTo>
                  <a:lnTo>
                    <a:pt x="67" y="32"/>
                  </a:lnTo>
                  <a:lnTo>
                    <a:pt x="72" y="35"/>
                  </a:lnTo>
                  <a:lnTo>
                    <a:pt x="78" y="37"/>
                  </a:lnTo>
                  <a:lnTo>
                    <a:pt x="83" y="39"/>
                  </a:lnTo>
                  <a:lnTo>
                    <a:pt x="88" y="41"/>
                  </a:lnTo>
                  <a:lnTo>
                    <a:pt x="94" y="43"/>
                  </a:lnTo>
                  <a:lnTo>
                    <a:pt x="99" y="45"/>
                  </a:lnTo>
                  <a:lnTo>
                    <a:pt x="103" y="48"/>
                  </a:lnTo>
                  <a:lnTo>
                    <a:pt x="107" y="51"/>
                  </a:lnTo>
                  <a:lnTo>
                    <a:pt x="110" y="53"/>
                  </a:lnTo>
                  <a:lnTo>
                    <a:pt x="115" y="53"/>
                  </a:lnTo>
                  <a:lnTo>
                    <a:pt x="119" y="55"/>
                  </a:lnTo>
                  <a:lnTo>
                    <a:pt x="121" y="57"/>
                  </a:lnTo>
                  <a:lnTo>
                    <a:pt x="123" y="58"/>
                  </a:lnTo>
                  <a:lnTo>
                    <a:pt x="125" y="58"/>
                  </a:lnTo>
                  <a:lnTo>
                    <a:pt x="126" y="59"/>
                  </a:lnTo>
                  <a:lnTo>
                    <a:pt x="128" y="5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1138"/>
            <p:cNvSpPr>
              <a:spLocks/>
            </p:cNvSpPr>
            <p:nvPr/>
          </p:nvSpPr>
          <p:spPr bwMode="auto">
            <a:xfrm>
              <a:off x="3241" y="2070"/>
              <a:ext cx="9" cy="11"/>
            </a:xfrm>
            <a:custGeom>
              <a:avLst/>
              <a:gdLst>
                <a:gd name="T0" fmla="*/ 5 w 9"/>
                <a:gd name="T1" fmla="*/ 11 h 11"/>
                <a:gd name="T2" fmla="*/ 5 w 9"/>
                <a:gd name="T3" fmla="*/ 11 h 11"/>
                <a:gd name="T4" fmla="*/ 8 w 9"/>
                <a:gd name="T5" fmla="*/ 10 h 11"/>
                <a:gd name="T6" fmla="*/ 9 w 9"/>
                <a:gd name="T7" fmla="*/ 8 h 11"/>
                <a:gd name="T8" fmla="*/ 9 w 9"/>
                <a:gd name="T9" fmla="*/ 6 h 11"/>
                <a:gd name="T10" fmla="*/ 8 w 9"/>
                <a:gd name="T11" fmla="*/ 6 h 11"/>
                <a:gd name="T12" fmla="*/ 7 w 9"/>
                <a:gd name="T13" fmla="*/ 2 h 11"/>
                <a:gd name="T14" fmla="*/ 5 w 9"/>
                <a:gd name="T15" fmla="*/ 1 h 11"/>
                <a:gd name="T16" fmla="*/ 3 w 9"/>
                <a:gd name="T17" fmla="*/ 1 h 11"/>
                <a:gd name="T18" fmla="*/ 2 w 9"/>
                <a:gd name="T19" fmla="*/ 0 h 11"/>
                <a:gd name="T20" fmla="*/ 0 w 9"/>
                <a:gd name="T21" fmla="*/ 1 h 11"/>
                <a:gd name="T22" fmla="*/ 2 w 9"/>
                <a:gd name="T23" fmla="*/ 2 h 11"/>
                <a:gd name="T24" fmla="*/ 4 w 9"/>
                <a:gd name="T25" fmla="*/ 3 h 11"/>
                <a:gd name="T26" fmla="*/ 5 w 9"/>
                <a:gd name="T27" fmla="*/ 6 h 11"/>
                <a:gd name="T28" fmla="*/ 7 w 9"/>
                <a:gd name="T29" fmla="*/ 6 h 11"/>
                <a:gd name="T30" fmla="*/ 7 w 9"/>
                <a:gd name="T31" fmla="*/ 6 h 11"/>
                <a:gd name="T32" fmla="*/ 7 w 9"/>
                <a:gd name="T33" fmla="*/ 8 h 11"/>
                <a:gd name="T34" fmla="*/ 7 w 9"/>
                <a:gd name="T35" fmla="*/ 8 h 11"/>
                <a:gd name="T36" fmla="*/ 4 w 9"/>
                <a:gd name="T37" fmla="*/ 10 h 11"/>
                <a:gd name="T38" fmla="*/ 5 w 9"/>
                <a:gd name="T39" fmla="*/ 11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"/>
                <a:gd name="T61" fmla="*/ 0 h 11"/>
                <a:gd name="T62" fmla="*/ 9 w 9"/>
                <a:gd name="T63" fmla="*/ 11 h 1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" h="11">
                  <a:moveTo>
                    <a:pt x="5" y="11"/>
                  </a:moveTo>
                  <a:lnTo>
                    <a:pt x="5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6"/>
                  </a:lnTo>
                  <a:lnTo>
                    <a:pt x="8" y="6"/>
                  </a:lnTo>
                  <a:lnTo>
                    <a:pt x="7" y="2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4" y="10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139"/>
            <p:cNvSpPr>
              <a:spLocks/>
            </p:cNvSpPr>
            <p:nvPr/>
          </p:nvSpPr>
          <p:spPr bwMode="auto">
            <a:xfrm>
              <a:off x="3143" y="2080"/>
              <a:ext cx="103" cy="46"/>
            </a:xfrm>
            <a:custGeom>
              <a:avLst/>
              <a:gdLst>
                <a:gd name="T0" fmla="*/ 1 w 103"/>
                <a:gd name="T1" fmla="*/ 46 h 46"/>
                <a:gd name="T2" fmla="*/ 3 w 103"/>
                <a:gd name="T3" fmla="*/ 45 h 46"/>
                <a:gd name="T4" fmla="*/ 9 w 103"/>
                <a:gd name="T5" fmla="*/ 43 h 46"/>
                <a:gd name="T6" fmla="*/ 14 w 103"/>
                <a:gd name="T7" fmla="*/ 40 h 46"/>
                <a:gd name="T8" fmla="*/ 20 w 103"/>
                <a:gd name="T9" fmla="*/ 37 h 46"/>
                <a:gd name="T10" fmla="*/ 27 w 103"/>
                <a:gd name="T11" fmla="*/ 35 h 46"/>
                <a:gd name="T12" fmla="*/ 35 w 103"/>
                <a:gd name="T13" fmla="*/ 31 h 46"/>
                <a:gd name="T14" fmla="*/ 44 w 103"/>
                <a:gd name="T15" fmla="*/ 27 h 46"/>
                <a:gd name="T16" fmla="*/ 52 w 103"/>
                <a:gd name="T17" fmla="*/ 23 h 46"/>
                <a:gd name="T18" fmla="*/ 60 w 103"/>
                <a:gd name="T19" fmla="*/ 20 h 46"/>
                <a:gd name="T20" fmla="*/ 70 w 103"/>
                <a:gd name="T21" fmla="*/ 17 h 46"/>
                <a:gd name="T22" fmla="*/ 77 w 103"/>
                <a:gd name="T23" fmla="*/ 14 h 46"/>
                <a:gd name="T24" fmla="*/ 83 w 103"/>
                <a:gd name="T25" fmla="*/ 11 h 46"/>
                <a:gd name="T26" fmla="*/ 90 w 103"/>
                <a:gd name="T27" fmla="*/ 6 h 46"/>
                <a:gd name="T28" fmla="*/ 95 w 103"/>
                <a:gd name="T29" fmla="*/ 4 h 46"/>
                <a:gd name="T30" fmla="*/ 100 w 103"/>
                <a:gd name="T31" fmla="*/ 3 h 46"/>
                <a:gd name="T32" fmla="*/ 103 w 103"/>
                <a:gd name="T33" fmla="*/ 2 h 46"/>
                <a:gd name="T34" fmla="*/ 101 w 103"/>
                <a:gd name="T35" fmla="*/ 1 h 46"/>
                <a:gd name="T36" fmla="*/ 97 w 103"/>
                <a:gd name="T37" fmla="*/ 2 h 46"/>
                <a:gd name="T38" fmla="*/ 92 w 103"/>
                <a:gd name="T39" fmla="*/ 4 h 46"/>
                <a:gd name="T40" fmla="*/ 86 w 103"/>
                <a:gd name="T41" fmla="*/ 6 h 46"/>
                <a:gd name="T42" fmla="*/ 79 w 103"/>
                <a:gd name="T43" fmla="*/ 11 h 46"/>
                <a:gd name="T44" fmla="*/ 72 w 103"/>
                <a:gd name="T45" fmla="*/ 14 h 46"/>
                <a:gd name="T46" fmla="*/ 64 w 103"/>
                <a:gd name="T47" fmla="*/ 17 h 46"/>
                <a:gd name="T48" fmla="*/ 56 w 103"/>
                <a:gd name="T49" fmla="*/ 20 h 46"/>
                <a:gd name="T50" fmla="*/ 47 w 103"/>
                <a:gd name="T51" fmla="*/ 23 h 46"/>
                <a:gd name="T52" fmla="*/ 39 w 103"/>
                <a:gd name="T53" fmla="*/ 28 h 46"/>
                <a:gd name="T54" fmla="*/ 31 w 103"/>
                <a:gd name="T55" fmla="*/ 31 h 46"/>
                <a:gd name="T56" fmla="*/ 23 w 103"/>
                <a:gd name="T57" fmla="*/ 35 h 46"/>
                <a:gd name="T58" fmla="*/ 16 w 103"/>
                <a:gd name="T59" fmla="*/ 37 h 46"/>
                <a:gd name="T60" fmla="*/ 11 w 103"/>
                <a:gd name="T61" fmla="*/ 40 h 46"/>
                <a:gd name="T62" fmla="*/ 5 w 103"/>
                <a:gd name="T63" fmla="*/ 43 h 46"/>
                <a:gd name="T64" fmla="*/ 1 w 103"/>
                <a:gd name="T65" fmla="*/ 44 h 46"/>
                <a:gd name="T66" fmla="*/ 1 w 103"/>
                <a:gd name="T67" fmla="*/ 46 h 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6"/>
                <a:gd name="T104" fmla="*/ 103 w 103"/>
                <a:gd name="T105" fmla="*/ 46 h 4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6">
                  <a:moveTo>
                    <a:pt x="1" y="46"/>
                  </a:moveTo>
                  <a:lnTo>
                    <a:pt x="1" y="46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42"/>
                  </a:lnTo>
                  <a:lnTo>
                    <a:pt x="14" y="40"/>
                  </a:lnTo>
                  <a:lnTo>
                    <a:pt x="17" y="39"/>
                  </a:lnTo>
                  <a:lnTo>
                    <a:pt x="20" y="37"/>
                  </a:lnTo>
                  <a:lnTo>
                    <a:pt x="24" y="36"/>
                  </a:lnTo>
                  <a:lnTo>
                    <a:pt x="27" y="35"/>
                  </a:lnTo>
                  <a:lnTo>
                    <a:pt x="31" y="33"/>
                  </a:lnTo>
                  <a:lnTo>
                    <a:pt x="35" y="31"/>
                  </a:lnTo>
                  <a:lnTo>
                    <a:pt x="40" y="29"/>
                  </a:lnTo>
                  <a:lnTo>
                    <a:pt x="44" y="27"/>
                  </a:lnTo>
                  <a:lnTo>
                    <a:pt x="47" y="26"/>
                  </a:lnTo>
                  <a:lnTo>
                    <a:pt x="52" y="23"/>
                  </a:lnTo>
                  <a:lnTo>
                    <a:pt x="57" y="22"/>
                  </a:lnTo>
                  <a:lnTo>
                    <a:pt x="60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4"/>
                  </a:lnTo>
                  <a:lnTo>
                    <a:pt x="80" y="11"/>
                  </a:lnTo>
                  <a:lnTo>
                    <a:pt x="83" y="11"/>
                  </a:lnTo>
                  <a:lnTo>
                    <a:pt x="87" y="8"/>
                  </a:lnTo>
                  <a:lnTo>
                    <a:pt x="90" y="6"/>
                  </a:lnTo>
                  <a:lnTo>
                    <a:pt x="92" y="5"/>
                  </a:lnTo>
                  <a:lnTo>
                    <a:pt x="95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2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6"/>
                  </a:lnTo>
                  <a:lnTo>
                    <a:pt x="82" y="8"/>
                  </a:lnTo>
                  <a:lnTo>
                    <a:pt x="79" y="11"/>
                  </a:lnTo>
                  <a:lnTo>
                    <a:pt x="76" y="11"/>
                  </a:lnTo>
                  <a:lnTo>
                    <a:pt x="72" y="14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9"/>
                  </a:lnTo>
                  <a:lnTo>
                    <a:pt x="56" y="20"/>
                  </a:lnTo>
                  <a:lnTo>
                    <a:pt x="50" y="22"/>
                  </a:lnTo>
                  <a:lnTo>
                    <a:pt x="47" y="23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5" y="29"/>
                  </a:lnTo>
                  <a:lnTo>
                    <a:pt x="31" y="31"/>
                  </a:lnTo>
                  <a:lnTo>
                    <a:pt x="27" y="33"/>
                  </a:lnTo>
                  <a:lnTo>
                    <a:pt x="23" y="35"/>
                  </a:lnTo>
                  <a:lnTo>
                    <a:pt x="19" y="36"/>
                  </a:lnTo>
                  <a:lnTo>
                    <a:pt x="16" y="37"/>
                  </a:lnTo>
                  <a:lnTo>
                    <a:pt x="14" y="38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5" y="43"/>
                  </a:lnTo>
                  <a:lnTo>
                    <a:pt x="3" y="43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1140"/>
            <p:cNvSpPr>
              <a:spLocks/>
            </p:cNvSpPr>
            <p:nvPr/>
          </p:nvSpPr>
          <p:spPr bwMode="auto">
            <a:xfrm>
              <a:off x="3129" y="2122"/>
              <a:ext cx="14" cy="4"/>
            </a:xfrm>
            <a:custGeom>
              <a:avLst/>
              <a:gdLst>
                <a:gd name="T0" fmla="*/ 0 w 14"/>
                <a:gd name="T1" fmla="*/ 1 h 4"/>
                <a:gd name="T2" fmla="*/ 0 w 14"/>
                <a:gd name="T3" fmla="*/ 1 h 4"/>
                <a:gd name="T4" fmla="*/ 1 w 14"/>
                <a:gd name="T5" fmla="*/ 2 h 4"/>
                <a:gd name="T6" fmla="*/ 3 w 14"/>
                <a:gd name="T7" fmla="*/ 3 h 4"/>
                <a:gd name="T8" fmla="*/ 7 w 14"/>
                <a:gd name="T9" fmla="*/ 3 h 4"/>
                <a:gd name="T10" fmla="*/ 7 w 14"/>
                <a:gd name="T11" fmla="*/ 3 h 4"/>
                <a:gd name="T12" fmla="*/ 10 w 14"/>
                <a:gd name="T13" fmla="*/ 4 h 4"/>
                <a:gd name="T14" fmla="*/ 11 w 14"/>
                <a:gd name="T15" fmla="*/ 4 h 4"/>
                <a:gd name="T16" fmla="*/ 13 w 14"/>
                <a:gd name="T17" fmla="*/ 4 h 4"/>
                <a:gd name="T18" fmla="*/ 14 w 14"/>
                <a:gd name="T19" fmla="*/ 4 h 4"/>
                <a:gd name="T20" fmla="*/ 13 w 14"/>
                <a:gd name="T21" fmla="*/ 2 h 4"/>
                <a:gd name="T22" fmla="*/ 11 w 14"/>
                <a:gd name="T23" fmla="*/ 2 h 4"/>
                <a:gd name="T24" fmla="*/ 10 w 14"/>
                <a:gd name="T25" fmla="*/ 2 h 4"/>
                <a:gd name="T26" fmla="*/ 9 w 14"/>
                <a:gd name="T27" fmla="*/ 2 h 4"/>
                <a:gd name="T28" fmla="*/ 7 w 14"/>
                <a:gd name="T29" fmla="*/ 1 h 4"/>
                <a:gd name="T30" fmla="*/ 3 w 14"/>
                <a:gd name="T31" fmla="*/ 1 h 4"/>
                <a:gd name="T32" fmla="*/ 2 w 14"/>
                <a:gd name="T33" fmla="*/ 1 h 4"/>
                <a:gd name="T34" fmla="*/ 1 w 14"/>
                <a:gd name="T35" fmla="*/ 0 h 4"/>
                <a:gd name="T36" fmla="*/ 0 w 14"/>
                <a:gd name="T37" fmla="*/ 1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4"/>
                <a:gd name="T59" fmla="*/ 14 w 14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4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7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141"/>
            <p:cNvSpPr>
              <a:spLocks/>
            </p:cNvSpPr>
            <p:nvPr/>
          </p:nvSpPr>
          <p:spPr bwMode="auto">
            <a:xfrm>
              <a:off x="3015" y="2061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4 h 62"/>
                <a:gd name="T6" fmla="*/ 11 w 115"/>
                <a:gd name="T7" fmla="*/ 8 h 62"/>
                <a:gd name="T8" fmla="*/ 18 w 115"/>
                <a:gd name="T9" fmla="*/ 11 h 62"/>
                <a:gd name="T10" fmla="*/ 26 w 115"/>
                <a:gd name="T11" fmla="*/ 16 h 62"/>
                <a:gd name="T12" fmla="*/ 35 w 115"/>
                <a:gd name="T13" fmla="*/ 20 h 62"/>
                <a:gd name="T14" fmla="*/ 45 w 115"/>
                <a:gd name="T15" fmla="*/ 25 h 62"/>
                <a:gd name="T16" fmla="*/ 54 w 115"/>
                <a:gd name="T17" fmla="*/ 30 h 62"/>
                <a:gd name="T18" fmla="*/ 64 w 115"/>
                <a:gd name="T19" fmla="*/ 36 h 62"/>
                <a:gd name="T20" fmla="*/ 75 w 115"/>
                <a:gd name="T21" fmla="*/ 40 h 62"/>
                <a:gd name="T22" fmla="*/ 83 w 115"/>
                <a:gd name="T23" fmla="*/ 46 h 62"/>
                <a:gd name="T24" fmla="*/ 93 w 115"/>
                <a:gd name="T25" fmla="*/ 51 h 62"/>
                <a:gd name="T26" fmla="*/ 99 w 115"/>
                <a:gd name="T27" fmla="*/ 54 h 62"/>
                <a:gd name="T28" fmla="*/ 107 w 115"/>
                <a:gd name="T29" fmla="*/ 57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59 h 62"/>
                <a:gd name="T36" fmla="*/ 110 w 115"/>
                <a:gd name="T37" fmla="*/ 57 h 62"/>
                <a:gd name="T38" fmla="*/ 104 w 115"/>
                <a:gd name="T39" fmla="*/ 54 h 62"/>
                <a:gd name="T40" fmla="*/ 97 w 115"/>
                <a:gd name="T41" fmla="*/ 51 h 62"/>
                <a:gd name="T42" fmla="*/ 90 w 115"/>
                <a:gd name="T43" fmla="*/ 46 h 62"/>
                <a:gd name="T44" fmla="*/ 80 w 115"/>
                <a:gd name="T45" fmla="*/ 41 h 62"/>
                <a:gd name="T46" fmla="*/ 70 w 115"/>
                <a:gd name="T47" fmla="*/ 37 h 62"/>
                <a:gd name="T48" fmla="*/ 61 w 115"/>
                <a:gd name="T49" fmla="*/ 32 h 62"/>
                <a:gd name="T50" fmla="*/ 51 w 115"/>
                <a:gd name="T51" fmla="*/ 25 h 62"/>
                <a:gd name="T52" fmla="*/ 41 w 115"/>
                <a:gd name="T53" fmla="*/ 21 h 62"/>
                <a:gd name="T54" fmla="*/ 32 w 115"/>
                <a:gd name="T55" fmla="*/ 17 h 62"/>
                <a:gd name="T56" fmla="*/ 23 w 115"/>
                <a:gd name="T57" fmla="*/ 12 h 62"/>
                <a:gd name="T58" fmla="*/ 16 w 115"/>
                <a:gd name="T59" fmla="*/ 8 h 62"/>
                <a:gd name="T60" fmla="*/ 8 w 115"/>
                <a:gd name="T61" fmla="*/ 4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11" y="8"/>
                  </a:lnTo>
                  <a:lnTo>
                    <a:pt x="15" y="10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0"/>
                  </a:lnTo>
                  <a:lnTo>
                    <a:pt x="39" y="22"/>
                  </a:lnTo>
                  <a:lnTo>
                    <a:pt x="45" y="25"/>
                  </a:lnTo>
                  <a:lnTo>
                    <a:pt x="49" y="27"/>
                  </a:lnTo>
                  <a:lnTo>
                    <a:pt x="54" y="30"/>
                  </a:lnTo>
                  <a:lnTo>
                    <a:pt x="60" y="34"/>
                  </a:lnTo>
                  <a:lnTo>
                    <a:pt x="64" y="36"/>
                  </a:lnTo>
                  <a:lnTo>
                    <a:pt x="70" y="38"/>
                  </a:lnTo>
                  <a:lnTo>
                    <a:pt x="75" y="40"/>
                  </a:lnTo>
                  <a:lnTo>
                    <a:pt x="79" y="43"/>
                  </a:lnTo>
                  <a:lnTo>
                    <a:pt x="83" y="46"/>
                  </a:lnTo>
                  <a:lnTo>
                    <a:pt x="88" y="49"/>
                  </a:lnTo>
                  <a:lnTo>
                    <a:pt x="93" y="51"/>
                  </a:lnTo>
                  <a:lnTo>
                    <a:pt x="96" y="53"/>
                  </a:lnTo>
                  <a:lnTo>
                    <a:pt x="99" y="54"/>
                  </a:lnTo>
                  <a:lnTo>
                    <a:pt x="102" y="56"/>
                  </a:lnTo>
                  <a:lnTo>
                    <a:pt x="107" y="57"/>
                  </a:lnTo>
                  <a:lnTo>
                    <a:pt x="110" y="59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1"/>
                  </a:lnTo>
                  <a:lnTo>
                    <a:pt x="114" y="59"/>
                  </a:lnTo>
                  <a:lnTo>
                    <a:pt x="112" y="58"/>
                  </a:lnTo>
                  <a:lnTo>
                    <a:pt x="110" y="57"/>
                  </a:lnTo>
                  <a:lnTo>
                    <a:pt x="107" y="56"/>
                  </a:lnTo>
                  <a:lnTo>
                    <a:pt x="104" y="54"/>
                  </a:lnTo>
                  <a:lnTo>
                    <a:pt x="100" y="53"/>
                  </a:lnTo>
                  <a:lnTo>
                    <a:pt x="97" y="51"/>
                  </a:lnTo>
                  <a:lnTo>
                    <a:pt x="94" y="49"/>
                  </a:lnTo>
                  <a:lnTo>
                    <a:pt x="90" y="46"/>
                  </a:lnTo>
                  <a:lnTo>
                    <a:pt x="84" y="43"/>
                  </a:lnTo>
                  <a:lnTo>
                    <a:pt x="80" y="41"/>
                  </a:lnTo>
                  <a:lnTo>
                    <a:pt x="76" y="39"/>
                  </a:lnTo>
                  <a:lnTo>
                    <a:pt x="70" y="37"/>
                  </a:lnTo>
                  <a:lnTo>
                    <a:pt x="65" y="35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5"/>
                  </a:lnTo>
                  <a:lnTo>
                    <a:pt x="46" y="23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2"/>
                  </a:lnTo>
                  <a:lnTo>
                    <a:pt x="19" y="10"/>
                  </a:lnTo>
                  <a:lnTo>
                    <a:pt x="16" y="8"/>
                  </a:lnTo>
                  <a:lnTo>
                    <a:pt x="13" y="5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142"/>
            <p:cNvSpPr>
              <a:spLocks/>
            </p:cNvSpPr>
            <p:nvPr/>
          </p:nvSpPr>
          <p:spPr bwMode="auto">
            <a:xfrm>
              <a:off x="3010" y="2053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2 w 6"/>
                <a:gd name="T5" fmla="*/ 1 h 9"/>
                <a:gd name="T6" fmla="*/ 1 w 6"/>
                <a:gd name="T7" fmla="*/ 3 h 9"/>
                <a:gd name="T8" fmla="*/ 0 w 6"/>
                <a:gd name="T9" fmla="*/ 3 h 9"/>
                <a:gd name="T10" fmla="*/ 0 w 6"/>
                <a:gd name="T11" fmla="*/ 6 h 9"/>
                <a:gd name="T12" fmla="*/ 1 w 6"/>
                <a:gd name="T13" fmla="*/ 7 h 9"/>
                <a:gd name="T14" fmla="*/ 2 w 6"/>
                <a:gd name="T15" fmla="*/ 8 h 9"/>
                <a:gd name="T16" fmla="*/ 4 w 6"/>
                <a:gd name="T17" fmla="*/ 8 h 9"/>
                <a:gd name="T18" fmla="*/ 5 w 6"/>
                <a:gd name="T19" fmla="*/ 9 h 9"/>
                <a:gd name="T20" fmla="*/ 6 w 6"/>
                <a:gd name="T21" fmla="*/ 8 h 9"/>
                <a:gd name="T22" fmla="*/ 4 w 6"/>
                <a:gd name="T23" fmla="*/ 7 h 9"/>
                <a:gd name="T24" fmla="*/ 3 w 6"/>
                <a:gd name="T25" fmla="*/ 6 h 9"/>
                <a:gd name="T26" fmla="*/ 2 w 6"/>
                <a:gd name="T27" fmla="*/ 6 h 9"/>
                <a:gd name="T28" fmla="*/ 2 w 6"/>
                <a:gd name="T29" fmla="*/ 3 h 9"/>
                <a:gd name="T30" fmla="*/ 3 w 6"/>
                <a:gd name="T31" fmla="*/ 3 h 9"/>
                <a:gd name="T32" fmla="*/ 5 w 6"/>
                <a:gd name="T33" fmla="*/ 1 h 9"/>
                <a:gd name="T34" fmla="*/ 4 w 6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"/>
                <a:gd name="T55" fmla="*/ 0 h 9"/>
                <a:gd name="T56" fmla="*/ 6 w 6"/>
                <a:gd name="T57" fmla="*/ 9 h 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4" y="8"/>
                  </a:lnTo>
                  <a:lnTo>
                    <a:pt x="5" y="9"/>
                  </a:lnTo>
                  <a:lnTo>
                    <a:pt x="6" y="8"/>
                  </a:lnTo>
                  <a:lnTo>
                    <a:pt x="4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143"/>
            <p:cNvSpPr>
              <a:spLocks/>
            </p:cNvSpPr>
            <p:nvPr/>
          </p:nvSpPr>
          <p:spPr bwMode="auto">
            <a:xfrm>
              <a:off x="3137" y="2112"/>
              <a:ext cx="106" cy="49"/>
            </a:xfrm>
            <a:custGeom>
              <a:avLst/>
              <a:gdLst>
                <a:gd name="T0" fmla="*/ 106 w 106"/>
                <a:gd name="T1" fmla="*/ 0 h 49"/>
                <a:gd name="T2" fmla="*/ 104 w 106"/>
                <a:gd name="T3" fmla="*/ 0 h 49"/>
                <a:gd name="T4" fmla="*/ 102 w 106"/>
                <a:gd name="T5" fmla="*/ 1 h 49"/>
                <a:gd name="T6" fmla="*/ 100 w 106"/>
                <a:gd name="T7" fmla="*/ 2 h 49"/>
                <a:gd name="T8" fmla="*/ 98 w 106"/>
                <a:gd name="T9" fmla="*/ 3 h 49"/>
                <a:gd name="T10" fmla="*/ 95 w 106"/>
                <a:gd name="T11" fmla="*/ 4 h 49"/>
                <a:gd name="T12" fmla="*/ 92 w 106"/>
                <a:gd name="T13" fmla="*/ 5 h 49"/>
                <a:gd name="T14" fmla="*/ 88 w 106"/>
                <a:gd name="T15" fmla="*/ 7 h 49"/>
                <a:gd name="T16" fmla="*/ 85 w 106"/>
                <a:gd name="T17" fmla="*/ 10 h 49"/>
                <a:gd name="T18" fmla="*/ 82 w 106"/>
                <a:gd name="T19" fmla="*/ 10 h 49"/>
                <a:gd name="T20" fmla="*/ 79 w 106"/>
                <a:gd name="T21" fmla="*/ 13 h 49"/>
                <a:gd name="T22" fmla="*/ 75 w 106"/>
                <a:gd name="T23" fmla="*/ 15 h 49"/>
                <a:gd name="T24" fmla="*/ 70 w 106"/>
                <a:gd name="T25" fmla="*/ 16 h 49"/>
                <a:gd name="T26" fmla="*/ 66 w 106"/>
                <a:gd name="T27" fmla="*/ 18 h 49"/>
                <a:gd name="T28" fmla="*/ 62 w 106"/>
                <a:gd name="T29" fmla="*/ 20 h 49"/>
                <a:gd name="T30" fmla="*/ 57 w 106"/>
                <a:gd name="T31" fmla="*/ 22 h 49"/>
                <a:gd name="T32" fmla="*/ 53 w 106"/>
                <a:gd name="T33" fmla="*/ 23 h 49"/>
                <a:gd name="T34" fmla="*/ 50 w 106"/>
                <a:gd name="T35" fmla="*/ 26 h 49"/>
                <a:gd name="T36" fmla="*/ 45 w 106"/>
                <a:gd name="T37" fmla="*/ 29 h 49"/>
                <a:gd name="T38" fmla="*/ 40 w 106"/>
                <a:gd name="T39" fmla="*/ 31 h 49"/>
                <a:gd name="T40" fmla="*/ 36 w 106"/>
                <a:gd name="T41" fmla="*/ 32 h 49"/>
                <a:gd name="T42" fmla="*/ 31 w 106"/>
                <a:gd name="T43" fmla="*/ 34 h 49"/>
                <a:gd name="T44" fmla="*/ 28 w 106"/>
                <a:gd name="T45" fmla="*/ 36 h 49"/>
                <a:gd name="T46" fmla="*/ 23 w 106"/>
                <a:gd name="T47" fmla="*/ 37 h 49"/>
                <a:gd name="T48" fmla="*/ 20 w 106"/>
                <a:gd name="T49" fmla="*/ 39 h 49"/>
                <a:gd name="T50" fmla="*/ 17 w 106"/>
                <a:gd name="T51" fmla="*/ 42 h 49"/>
                <a:gd name="T52" fmla="*/ 14 w 106"/>
                <a:gd name="T53" fmla="*/ 42 h 49"/>
                <a:gd name="T54" fmla="*/ 10 w 106"/>
                <a:gd name="T55" fmla="*/ 45 h 49"/>
                <a:gd name="T56" fmla="*/ 8 w 106"/>
                <a:gd name="T57" fmla="*/ 46 h 49"/>
                <a:gd name="T58" fmla="*/ 5 w 106"/>
                <a:gd name="T59" fmla="*/ 47 h 49"/>
                <a:gd name="T60" fmla="*/ 3 w 106"/>
                <a:gd name="T61" fmla="*/ 48 h 49"/>
                <a:gd name="T62" fmla="*/ 1 w 106"/>
                <a:gd name="T63" fmla="*/ 48 h 49"/>
                <a:gd name="T64" fmla="*/ 0 w 106"/>
                <a:gd name="T65" fmla="*/ 49 h 49"/>
                <a:gd name="T66" fmla="*/ 106 w 106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6"/>
                <a:gd name="T103" fmla="*/ 0 h 49"/>
                <a:gd name="T104" fmla="*/ 106 w 106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6" h="49">
                  <a:moveTo>
                    <a:pt x="106" y="0"/>
                  </a:moveTo>
                  <a:lnTo>
                    <a:pt x="104" y="0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98" y="3"/>
                  </a:lnTo>
                  <a:lnTo>
                    <a:pt x="95" y="4"/>
                  </a:lnTo>
                  <a:lnTo>
                    <a:pt x="92" y="5"/>
                  </a:lnTo>
                  <a:lnTo>
                    <a:pt x="88" y="7"/>
                  </a:lnTo>
                  <a:lnTo>
                    <a:pt x="85" y="10"/>
                  </a:lnTo>
                  <a:lnTo>
                    <a:pt x="82" y="10"/>
                  </a:lnTo>
                  <a:lnTo>
                    <a:pt x="79" y="13"/>
                  </a:lnTo>
                  <a:lnTo>
                    <a:pt x="75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2"/>
                  </a:lnTo>
                  <a:lnTo>
                    <a:pt x="53" y="23"/>
                  </a:lnTo>
                  <a:lnTo>
                    <a:pt x="50" y="26"/>
                  </a:lnTo>
                  <a:lnTo>
                    <a:pt x="45" y="29"/>
                  </a:lnTo>
                  <a:lnTo>
                    <a:pt x="40" y="31"/>
                  </a:lnTo>
                  <a:lnTo>
                    <a:pt x="36" y="32"/>
                  </a:lnTo>
                  <a:lnTo>
                    <a:pt x="31" y="34"/>
                  </a:lnTo>
                  <a:lnTo>
                    <a:pt x="28" y="36"/>
                  </a:lnTo>
                  <a:lnTo>
                    <a:pt x="23" y="37"/>
                  </a:lnTo>
                  <a:lnTo>
                    <a:pt x="20" y="39"/>
                  </a:lnTo>
                  <a:lnTo>
                    <a:pt x="17" y="42"/>
                  </a:lnTo>
                  <a:lnTo>
                    <a:pt x="14" y="42"/>
                  </a:lnTo>
                  <a:lnTo>
                    <a:pt x="10" y="45"/>
                  </a:lnTo>
                  <a:lnTo>
                    <a:pt x="8" y="46"/>
                  </a:lnTo>
                  <a:lnTo>
                    <a:pt x="5" y="47"/>
                  </a:lnTo>
                  <a:lnTo>
                    <a:pt x="3" y="48"/>
                  </a:lnTo>
                  <a:lnTo>
                    <a:pt x="1" y="48"/>
                  </a:lnTo>
                  <a:lnTo>
                    <a:pt x="0" y="49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144"/>
            <p:cNvSpPr>
              <a:spLocks/>
            </p:cNvSpPr>
            <p:nvPr/>
          </p:nvSpPr>
          <p:spPr bwMode="auto">
            <a:xfrm>
              <a:off x="3136" y="2112"/>
              <a:ext cx="107" cy="50"/>
            </a:xfrm>
            <a:custGeom>
              <a:avLst/>
              <a:gdLst>
                <a:gd name="T0" fmla="*/ 2 w 107"/>
                <a:gd name="T1" fmla="*/ 49 h 50"/>
                <a:gd name="T2" fmla="*/ 6 w 107"/>
                <a:gd name="T3" fmla="*/ 48 h 50"/>
                <a:gd name="T4" fmla="*/ 10 w 107"/>
                <a:gd name="T5" fmla="*/ 46 h 50"/>
                <a:gd name="T6" fmla="*/ 18 w 107"/>
                <a:gd name="T7" fmla="*/ 42 h 50"/>
                <a:gd name="T8" fmla="*/ 24 w 107"/>
                <a:gd name="T9" fmla="*/ 38 h 50"/>
                <a:gd name="T10" fmla="*/ 32 w 107"/>
                <a:gd name="T11" fmla="*/ 35 h 50"/>
                <a:gd name="T12" fmla="*/ 41 w 107"/>
                <a:gd name="T13" fmla="*/ 32 h 50"/>
                <a:gd name="T14" fmla="*/ 49 w 107"/>
                <a:gd name="T15" fmla="*/ 28 h 50"/>
                <a:gd name="T16" fmla="*/ 58 w 107"/>
                <a:gd name="T17" fmla="*/ 23 h 50"/>
                <a:gd name="T18" fmla="*/ 67 w 107"/>
                <a:gd name="T19" fmla="*/ 19 h 50"/>
                <a:gd name="T20" fmla="*/ 76 w 107"/>
                <a:gd name="T21" fmla="*/ 16 h 50"/>
                <a:gd name="T22" fmla="*/ 83 w 107"/>
                <a:gd name="T23" fmla="*/ 13 h 50"/>
                <a:gd name="T24" fmla="*/ 89 w 107"/>
                <a:gd name="T25" fmla="*/ 10 h 50"/>
                <a:gd name="T26" fmla="*/ 96 w 107"/>
                <a:gd name="T27" fmla="*/ 6 h 50"/>
                <a:gd name="T28" fmla="*/ 101 w 107"/>
                <a:gd name="T29" fmla="*/ 4 h 50"/>
                <a:gd name="T30" fmla="*/ 105 w 107"/>
                <a:gd name="T31" fmla="*/ 2 h 50"/>
                <a:gd name="T32" fmla="*/ 105 w 107"/>
                <a:gd name="T33" fmla="*/ 0 h 50"/>
                <a:gd name="T34" fmla="*/ 103 w 107"/>
                <a:gd name="T35" fmla="*/ 1 h 50"/>
                <a:gd name="T36" fmla="*/ 99 w 107"/>
                <a:gd name="T37" fmla="*/ 3 h 50"/>
                <a:gd name="T38" fmla="*/ 92 w 107"/>
                <a:gd name="T39" fmla="*/ 5 h 50"/>
                <a:gd name="T40" fmla="*/ 86 w 107"/>
                <a:gd name="T41" fmla="*/ 10 h 50"/>
                <a:gd name="T42" fmla="*/ 79 w 107"/>
                <a:gd name="T43" fmla="*/ 13 h 50"/>
                <a:gd name="T44" fmla="*/ 70 w 107"/>
                <a:gd name="T45" fmla="*/ 16 h 50"/>
                <a:gd name="T46" fmla="*/ 62 w 107"/>
                <a:gd name="T47" fmla="*/ 20 h 50"/>
                <a:gd name="T48" fmla="*/ 52 w 107"/>
                <a:gd name="T49" fmla="*/ 23 h 50"/>
                <a:gd name="T50" fmla="*/ 45 w 107"/>
                <a:gd name="T51" fmla="*/ 29 h 50"/>
                <a:gd name="T52" fmla="*/ 35 w 107"/>
                <a:gd name="T53" fmla="*/ 32 h 50"/>
                <a:gd name="T54" fmla="*/ 27 w 107"/>
                <a:gd name="T55" fmla="*/ 35 h 50"/>
                <a:gd name="T56" fmla="*/ 20 w 107"/>
                <a:gd name="T57" fmla="*/ 38 h 50"/>
                <a:gd name="T58" fmla="*/ 12 w 107"/>
                <a:gd name="T59" fmla="*/ 42 h 50"/>
                <a:gd name="T60" fmla="*/ 7 w 107"/>
                <a:gd name="T61" fmla="*/ 45 h 50"/>
                <a:gd name="T62" fmla="*/ 3 w 107"/>
                <a:gd name="T63" fmla="*/ 47 h 50"/>
                <a:gd name="T64" fmla="*/ 0 w 107"/>
                <a:gd name="T65" fmla="*/ 49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7"/>
                <a:gd name="T100" fmla="*/ 0 h 50"/>
                <a:gd name="T101" fmla="*/ 107 w 107"/>
                <a:gd name="T102" fmla="*/ 50 h 5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7" h="50">
                  <a:moveTo>
                    <a:pt x="1" y="50"/>
                  </a:moveTo>
                  <a:lnTo>
                    <a:pt x="2" y="49"/>
                  </a:lnTo>
                  <a:lnTo>
                    <a:pt x="4" y="49"/>
                  </a:lnTo>
                  <a:lnTo>
                    <a:pt x="6" y="48"/>
                  </a:lnTo>
                  <a:lnTo>
                    <a:pt x="8" y="47"/>
                  </a:lnTo>
                  <a:lnTo>
                    <a:pt x="10" y="46"/>
                  </a:lnTo>
                  <a:lnTo>
                    <a:pt x="15" y="44"/>
                  </a:lnTo>
                  <a:lnTo>
                    <a:pt x="18" y="42"/>
                  </a:lnTo>
                  <a:lnTo>
                    <a:pt x="21" y="41"/>
                  </a:lnTo>
                  <a:lnTo>
                    <a:pt x="24" y="38"/>
                  </a:lnTo>
                  <a:lnTo>
                    <a:pt x="29" y="37"/>
                  </a:lnTo>
                  <a:lnTo>
                    <a:pt x="32" y="35"/>
                  </a:lnTo>
                  <a:lnTo>
                    <a:pt x="37" y="33"/>
                  </a:lnTo>
                  <a:lnTo>
                    <a:pt x="41" y="32"/>
                  </a:lnTo>
                  <a:lnTo>
                    <a:pt x="45" y="30"/>
                  </a:lnTo>
                  <a:lnTo>
                    <a:pt x="49" y="28"/>
                  </a:lnTo>
                  <a:lnTo>
                    <a:pt x="54" y="26"/>
                  </a:lnTo>
                  <a:lnTo>
                    <a:pt x="58" y="23"/>
                  </a:lnTo>
                  <a:lnTo>
                    <a:pt x="63" y="21"/>
                  </a:lnTo>
                  <a:lnTo>
                    <a:pt x="67" y="19"/>
                  </a:lnTo>
                  <a:lnTo>
                    <a:pt x="71" y="18"/>
                  </a:lnTo>
                  <a:lnTo>
                    <a:pt x="76" y="16"/>
                  </a:lnTo>
                  <a:lnTo>
                    <a:pt x="80" y="14"/>
                  </a:lnTo>
                  <a:lnTo>
                    <a:pt x="83" y="13"/>
                  </a:lnTo>
                  <a:lnTo>
                    <a:pt x="86" y="10"/>
                  </a:lnTo>
                  <a:lnTo>
                    <a:pt x="89" y="10"/>
                  </a:lnTo>
                  <a:lnTo>
                    <a:pt x="93" y="7"/>
                  </a:lnTo>
                  <a:lnTo>
                    <a:pt x="96" y="6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103" y="3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5" y="0"/>
                  </a:lnTo>
                  <a:lnTo>
                    <a:pt x="104" y="1"/>
                  </a:lnTo>
                  <a:lnTo>
                    <a:pt x="103" y="1"/>
                  </a:lnTo>
                  <a:lnTo>
                    <a:pt x="101" y="2"/>
                  </a:lnTo>
                  <a:lnTo>
                    <a:pt x="99" y="3"/>
                  </a:lnTo>
                  <a:lnTo>
                    <a:pt x="96" y="4"/>
                  </a:lnTo>
                  <a:lnTo>
                    <a:pt x="92" y="5"/>
                  </a:lnTo>
                  <a:lnTo>
                    <a:pt x="89" y="7"/>
                  </a:lnTo>
                  <a:lnTo>
                    <a:pt x="86" y="10"/>
                  </a:lnTo>
                  <a:lnTo>
                    <a:pt x="82" y="10"/>
                  </a:lnTo>
                  <a:lnTo>
                    <a:pt x="79" y="13"/>
                  </a:lnTo>
                  <a:lnTo>
                    <a:pt x="73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1"/>
                  </a:lnTo>
                  <a:lnTo>
                    <a:pt x="52" y="23"/>
                  </a:lnTo>
                  <a:lnTo>
                    <a:pt x="49" y="26"/>
                  </a:lnTo>
                  <a:lnTo>
                    <a:pt x="45" y="29"/>
                  </a:lnTo>
                  <a:lnTo>
                    <a:pt x="40" y="30"/>
                  </a:lnTo>
                  <a:lnTo>
                    <a:pt x="35" y="32"/>
                  </a:lnTo>
                  <a:lnTo>
                    <a:pt x="31" y="34"/>
                  </a:lnTo>
                  <a:lnTo>
                    <a:pt x="27" y="35"/>
                  </a:lnTo>
                  <a:lnTo>
                    <a:pt x="24" y="37"/>
                  </a:lnTo>
                  <a:lnTo>
                    <a:pt x="20" y="38"/>
                  </a:lnTo>
                  <a:lnTo>
                    <a:pt x="17" y="41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7" y="45"/>
                  </a:lnTo>
                  <a:lnTo>
                    <a:pt x="5" y="46"/>
                  </a:lnTo>
                  <a:lnTo>
                    <a:pt x="3" y="47"/>
                  </a:lnTo>
                  <a:lnTo>
                    <a:pt x="1" y="48"/>
                  </a:lnTo>
                  <a:lnTo>
                    <a:pt x="0" y="49"/>
                  </a:lnTo>
                  <a:lnTo>
                    <a:pt x="1" y="5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145"/>
            <p:cNvSpPr>
              <a:spLocks/>
            </p:cNvSpPr>
            <p:nvPr/>
          </p:nvSpPr>
          <p:spPr bwMode="auto">
            <a:xfrm>
              <a:off x="2998" y="2015"/>
              <a:ext cx="252" cy="110"/>
            </a:xfrm>
            <a:custGeom>
              <a:avLst/>
              <a:gdLst>
                <a:gd name="T0" fmla="*/ 2 w 252"/>
                <a:gd name="T1" fmla="*/ 29 h 110"/>
                <a:gd name="T2" fmla="*/ 1 w 252"/>
                <a:gd name="T3" fmla="*/ 15 h 110"/>
                <a:gd name="T4" fmla="*/ 12 w 252"/>
                <a:gd name="T5" fmla="*/ 0 h 110"/>
                <a:gd name="T6" fmla="*/ 18 w 252"/>
                <a:gd name="T7" fmla="*/ 0 h 110"/>
                <a:gd name="T8" fmla="*/ 34 w 252"/>
                <a:gd name="T9" fmla="*/ 1 h 110"/>
                <a:gd name="T10" fmla="*/ 58 w 252"/>
                <a:gd name="T11" fmla="*/ 2 h 110"/>
                <a:gd name="T12" fmla="*/ 86 w 252"/>
                <a:gd name="T13" fmla="*/ 4 h 110"/>
                <a:gd name="T14" fmla="*/ 118 w 252"/>
                <a:gd name="T15" fmla="*/ 6 h 110"/>
                <a:gd name="T16" fmla="*/ 149 w 252"/>
                <a:gd name="T17" fmla="*/ 8 h 110"/>
                <a:gd name="T18" fmla="*/ 180 w 252"/>
                <a:gd name="T19" fmla="*/ 13 h 110"/>
                <a:gd name="T20" fmla="*/ 208 w 252"/>
                <a:gd name="T21" fmla="*/ 15 h 110"/>
                <a:gd name="T22" fmla="*/ 228 w 252"/>
                <a:gd name="T23" fmla="*/ 17 h 110"/>
                <a:gd name="T24" fmla="*/ 241 w 252"/>
                <a:gd name="T25" fmla="*/ 19 h 110"/>
                <a:gd name="T26" fmla="*/ 245 w 252"/>
                <a:gd name="T27" fmla="*/ 36 h 110"/>
                <a:gd name="T28" fmla="*/ 247 w 252"/>
                <a:gd name="T29" fmla="*/ 56 h 110"/>
                <a:gd name="T30" fmla="*/ 251 w 252"/>
                <a:gd name="T31" fmla="*/ 60 h 110"/>
                <a:gd name="T32" fmla="*/ 251 w 252"/>
                <a:gd name="T33" fmla="*/ 63 h 110"/>
                <a:gd name="T34" fmla="*/ 247 w 252"/>
                <a:gd name="T35" fmla="*/ 66 h 110"/>
                <a:gd name="T36" fmla="*/ 238 w 252"/>
                <a:gd name="T37" fmla="*/ 69 h 110"/>
                <a:gd name="T38" fmla="*/ 230 w 252"/>
                <a:gd name="T39" fmla="*/ 73 h 110"/>
                <a:gd name="T40" fmla="*/ 218 w 252"/>
                <a:gd name="T41" fmla="*/ 78 h 110"/>
                <a:gd name="T42" fmla="*/ 205 w 252"/>
                <a:gd name="T43" fmla="*/ 83 h 110"/>
                <a:gd name="T44" fmla="*/ 193 w 252"/>
                <a:gd name="T45" fmla="*/ 89 h 110"/>
                <a:gd name="T46" fmla="*/ 180 w 252"/>
                <a:gd name="T47" fmla="*/ 94 h 110"/>
                <a:gd name="T48" fmla="*/ 170 w 252"/>
                <a:gd name="T49" fmla="*/ 99 h 110"/>
                <a:gd name="T50" fmla="*/ 159 w 252"/>
                <a:gd name="T51" fmla="*/ 103 h 110"/>
                <a:gd name="T52" fmla="*/ 150 w 252"/>
                <a:gd name="T53" fmla="*/ 108 h 110"/>
                <a:gd name="T54" fmla="*/ 145 w 252"/>
                <a:gd name="T55" fmla="*/ 110 h 110"/>
                <a:gd name="T56" fmla="*/ 141 w 252"/>
                <a:gd name="T57" fmla="*/ 110 h 110"/>
                <a:gd name="T58" fmla="*/ 134 w 252"/>
                <a:gd name="T59" fmla="*/ 108 h 110"/>
                <a:gd name="T60" fmla="*/ 130 w 252"/>
                <a:gd name="T61" fmla="*/ 107 h 110"/>
                <a:gd name="T62" fmla="*/ 124 w 252"/>
                <a:gd name="T63" fmla="*/ 101 h 110"/>
                <a:gd name="T64" fmla="*/ 113 w 252"/>
                <a:gd name="T65" fmla="*/ 97 h 110"/>
                <a:gd name="T66" fmla="*/ 101 w 252"/>
                <a:gd name="T67" fmla="*/ 91 h 110"/>
                <a:gd name="T68" fmla="*/ 87 w 252"/>
                <a:gd name="T69" fmla="*/ 82 h 110"/>
                <a:gd name="T70" fmla="*/ 72 w 252"/>
                <a:gd name="T71" fmla="*/ 74 h 110"/>
                <a:gd name="T72" fmla="*/ 58 w 252"/>
                <a:gd name="T73" fmla="*/ 66 h 110"/>
                <a:gd name="T74" fmla="*/ 44 w 252"/>
                <a:gd name="T75" fmla="*/ 60 h 110"/>
                <a:gd name="T76" fmla="*/ 33 w 252"/>
                <a:gd name="T77" fmla="*/ 53 h 110"/>
                <a:gd name="T78" fmla="*/ 23 w 252"/>
                <a:gd name="T79" fmla="*/ 48 h 110"/>
                <a:gd name="T80" fmla="*/ 18 w 252"/>
                <a:gd name="T81" fmla="*/ 46 h 110"/>
                <a:gd name="T82" fmla="*/ 15 w 252"/>
                <a:gd name="T83" fmla="*/ 44 h 110"/>
                <a:gd name="T84" fmla="*/ 10 w 252"/>
                <a:gd name="T85" fmla="*/ 40 h 110"/>
                <a:gd name="T86" fmla="*/ 5 w 252"/>
                <a:gd name="T87" fmla="*/ 37 h 1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2"/>
                <a:gd name="T133" fmla="*/ 0 h 110"/>
                <a:gd name="T134" fmla="*/ 252 w 252"/>
                <a:gd name="T135" fmla="*/ 110 h 11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2" h="110">
                  <a:moveTo>
                    <a:pt x="5" y="37"/>
                  </a:moveTo>
                  <a:lnTo>
                    <a:pt x="3" y="34"/>
                  </a:lnTo>
                  <a:lnTo>
                    <a:pt x="2" y="29"/>
                  </a:lnTo>
                  <a:lnTo>
                    <a:pt x="1" y="24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2" y="8"/>
                  </a:lnTo>
                  <a:lnTo>
                    <a:pt x="5" y="4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40" y="1"/>
                  </a:lnTo>
                  <a:lnTo>
                    <a:pt x="49" y="2"/>
                  </a:lnTo>
                  <a:lnTo>
                    <a:pt x="58" y="2"/>
                  </a:lnTo>
                  <a:lnTo>
                    <a:pt x="67" y="3"/>
                  </a:lnTo>
                  <a:lnTo>
                    <a:pt x="76" y="3"/>
                  </a:lnTo>
                  <a:lnTo>
                    <a:pt x="86" y="4"/>
                  </a:lnTo>
                  <a:lnTo>
                    <a:pt x="96" y="5"/>
                  </a:lnTo>
                  <a:lnTo>
                    <a:pt x="107" y="5"/>
                  </a:lnTo>
                  <a:lnTo>
                    <a:pt x="118" y="6"/>
                  </a:lnTo>
                  <a:lnTo>
                    <a:pt x="128" y="7"/>
                  </a:lnTo>
                  <a:lnTo>
                    <a:pt x="140" y="8"/>
                  </a:lnTo>
                  <a:lnTo>
                    <a:pt x="149" y="8"/>
                  </a:lnTo>
                  <a:lnTo>
                    <a:pt x="160" y="9"/>
                  </a:lnTo>
                  <a:lnTo>
                    <a:pt x="170" y="10"/>
                  </a:lnTo>
                  <a:lnTo>
                    <a:pt x="180" y="13"/>
                  </a:lnTo>
                  <a:lnTo>
                    <a:pt x="189" y="13"/>
                  </a:lnTo>
                  <a:lnTo>
                    <a:pt x="199" y="13"/>
                  </a:lnTo>
                  <a:lnTo>
                    <a:pt x="208" y="15"/>
                  </a:lnTo>
                  <a:lnTo>
                    <a:pt x="215" y="16"/>
                  </a:lnTo>
                  <a:lnTo>
                    <a:pt x="222" y="16"/>
                  </a:lnTo>
                  <a:lnTo>
                    <a:pt x="228" y="17"/>
                  </a:lnTo>
                  <a:lnTo>
                    <a:pt x="234" y="18"/>
                  </a:lnTo>
                  <a:lnTo>
                    <a:pt x="237" y="18"/>
                  </a:lnTo>
                  <a:lnTo>
                    <a:pt x="241" y="19"/>
                  </a:lnTo>
                  <a:lnTo>
                    <a:pt x="243" y="19"/>
                  </a:lnTo>
                  <a:lnTo>
                    <a:pt x="245" y="29"/>
                  </a:lnTo>
                  <a:lnTo>
                    <a:pt x="245" y="36"/>
                  </a:lnTo>
                  <a:lnTo>
                    <a:pt x="245" y="45"/>
                  </a:lnTo>
                  <a:lnTo>
                    <a:pt x="246" y="55"/>
                  </a:lnTo>
                  <a:lnTo>
                    <a:pt x="247" y="56"/>
                  </a:lnTo>
                  <a:lnTo>
                    <a:pt x="249" y="57"/>
                  </a:lnTo>
                  <a:lnTo>
                    <a:pt x="250" y="58"/>
                  </a:lnTo>
                  <a:lnTo>
                    <a:pt x="251" y="60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1" y="63"/>
                  </a:lnTo>
                  <a:lnTo>
                    <a:pt x="249" y="64"/>
                  </a:lnTo>
                  <a:lnTo>
                    <a:pt x="248" y="66"/>
                  </a:lnTo>
                  <a:lnTo>
                    <a:pt x="247" y="66"/>
                  </a:lnTo>
                  <a:lnTo>
                    <a:pt x="245" y="66"/>
                  </a:lnTo>
                  <a:lnTo>
                    <a:pt x="241" y="68"/>
                  </a:lnTo>
                  <a:lnTo>
                    <a:pt x="238" y="69"/>
                  </a:lnTo>
                  <a:lnTo>
                    <a:pt x="236" y="70"/>
                  </a:lnTo>
                  <a:lnTo>
                    <a:pt x="233" y="71"/>
                  </a:lnTo>
                  <a:lnTo>
                    <a:pt x="230" y="73"/>
                  </a:lnTo>
                  <a:lnTo>
                    <a:pt x="226" y="74"/>
                  </a:lnTo>
                  <a:lnTo>
                    <a:pt x="222" y="77"/>
                  </a:lnTo>
                  <a:lnTo>
                    <a:pt x="218" y="78"/>
                  </a:lnTo>
                  <a:lnTo>
                    <a:pt x="215" y="80"/>
                  </a:lnTo>
                  <a:lnTo>
                    <a:pt x="210" y="81"/>
                  </a:lnTo>
                  <a:lnTo>
                    <a:pt x="205" y="83"/>
                  </a:lnTo>
                  <a:lnTo>
                    <a:pt x="202" y="85"/>
                  </a:lnTo>
                  <a:lnTo>
                    <a:pt x="197" y="87"/>
                  </a:lnTo>
                  <a:lnTo>
                    <a:pt x="193" y="89"/>
                  </a:lnTo>
                  <a:lnTo>
                    <a:pt x="189" y="91"/>
                  </a:lnTo>
                  <a:lnTo>
                    <a:pt x="185" y="93"/>
                  </a:lnTo>
                  <a:lnTo>
                    <a:pt x="180" y="94"/>
                  </a:lnTo>
                  <a:lnTo>
                    <a:pt x="177" y="96"/>
                  </a:lnTo>
                  <a:lnTo>
                    <a:pt x="173" y="98"/>
                  </a:lnTo>
                  <a:lnTo>
                    <a:pt x="170" y="99"/>
                  </a:lnTo>
                  <a:lnTo>
                    <a:pt x="165" y="101"/>
                  </a:lnTo>
                  <a:lnTo>
                    <a:pt x="162" y="103"/>
                  </a:lnTo>
                  <a:lnTo>
                    <a:pt x="159" y="103"/>
                  </a:lnTo>
                  <a:lnTo>
                    <a:pt x="156" y="105"/>
                  </a:lnTo>
                  <a:lnTo>
                    <a:pt x="154" y="107"/>
                  </a:lnTo>
                  <a:lnTo>
                    <a:pt x="150" y="108"/>
                  </a:lnTo>
                  <a:lnTo>
                    <a:pt x="148" y="109"/>
                  </a:lnTo>
                  <a:lnTo>
                    <a:pt x="146" y="109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3" y="110"/>
                  </a:lnTo>
                  <a:lnTo>
                    <a:pt x="141" y="110"/>
                  </a:lnTo>
                  <a:lnTo>
                    <a:pt x="140" y="109"/>
                  </a:lnTo>
                  <a:lnTo>
                    <a:pt x="138" y="109"/>
                  </a:lnTo>
                  <a:lnTo>
                    <a:pt x="134" y="108"/>
                  </a:lnTo>
                  <a:lnTo>
                    <a:pt x="132" y="107"/>
                  </a:lnTo>
                  <a:lnTo>
                    <a:pt x="130" y="107"/>
                  </a:lnTo>
                  <a:lnTo>
                    <a:pt x="129" y="105"/>
                  </a:lnTo>
                  <a:lnTo>
                    <a:pt x="127" y="103"/>
                  </a:lnTo>
                  <a:lnTo>
                    <a:pt x="124" y="101"/>
                  </a:lnTo>
                  <a:lnTo>
                    <a:pt x="122" y="101"/>
                  </a:lnTo>
                  <a:lnTo>
                    <a:pt x="118" y="99"/>
                  </a:lnTo>
                  <a:lnTo>
                    <a:pt x="113" y="97"/>
                  </a:lnTo>
                  <a:lnTo>
                    <a:pt x="110" y="95"/>
                  </a:lnTo>
                  <a:lnTo>
                    <a:pt x="106" y="93"/>
                  </a:lnTo>
                  <a:lnTo>
                    <a:pt x="101" y="91"/>
                  </a:lnTo>
                  <a:lnTo>
                    <a:pt x="96" y="88"/>
                  </a:lnTo>
                  <a:lnTo>
                    <a:pt x="92" y="85"/>
                  </a:lnTo>
                  <a:lnTo>
                    <a:pt x="87" y="82"/>
                  </a:lnTo>
                  <a:lnTo>
                    <a:pt x="82" y="80"/>
                  </a:lnTo>
                  <a:lnTo>
                    <a:pt x="77" y="78"/>
                  </a:lnTo>
                  <a:lnTo>
                    <a:pt x="72" y="74"/>
                  </a:lnTo>
                  <a:lnTo>
                    <a:pt x="67" y="72"/>
                  </a:lnTo>
                  <a:lnTo>
                    <a:pt x="63" y="70"/>
                  </a:lnTo>
                  <a:lnTo>
                    <a:pt x="58" y="66"/>
                  </a:lnTo>
                  <a:lnTo>
                    <a:pt x="53" y="64"/>
                  </a:lnTo>
                  <a:lnTo>
                    <a:pt x="49" y="62"/>
                  </a:lnTo>
                  <a:lnTo>
                    <a:pt x="44" y="60"/>
                  </a:lnTo>
                  <a:lnTo>
                    <a:pt x="39" y="57"/>
                  </a:lnTo>
                  <a:lnTo>
                    <a:pt x="36" y="55"/>
                  </a:lnTo>
                  <a:lnTo>
                    <a:pt x="33" y="53"/>
                  </a:lnTo>
                  <a:lnTo>
                    <a:pt x="30" y="52"/>
                  </a:lnTo>
                  <a:lnTo>
                    <a:pt x="25" y="50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3" y="42"/>
                  </a:lnTo>
                  <a:lnTo>
                    <a:pt x="12" y="41"/>
                  </a:lnTo>
                  <a:lnTo>
                    <a:pt x="10" y="40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146"/>
            <p:cNvSpPr>
              <a:spLocks/>
            </p:cNvSpPr>
            <p:nvPr/>
          </p:nvSpPr>
          <p:spPr bwMode="auto">
            <a:xfrm>
              <a:off x="2997" y="2014"/>
              <a:ext cx="14" cy="38"/>
            </a:xfrm>
            <a:custGeom>
              <a:avLst/>
              <a:gdLst>
                <a:gd name="T0" fmla="*/ 13 w 14"/>
                <a:gd name="T1" fmla="*/ 0 h 38"/>
                <a:gd name="T2" fmla="*/ 13 w 14"/>
                <a:gd name="T3" fmla="*/ 0 h 38"/>
                <a:gd name="T4" fmla="*/ 6 w 14"/>
                <a:gd name="T5" fmla="*/ 4 h 38"/>
                <a:gd name="T6" fmla="*/ 2 w 14"/>
                <a:gd name="T7" fmla="*/ 10 h 38"/>
                <a:gd name="T8" fmla="*/ 0 w 14"/>
                <a:gd name="T9" fmla="*/ 16 h 38"/>
                <a:gd name="T10" fmla="*/ 0 w 14"/>
                <a:gd name="T11" fmla="*/ 20 h 38"/>
                <a:gd name="T12" fmla="*/ 0 w 14"/>
                <a:gd name="T13" fmla="*/ 25 h 38"/>
                <a:gd name="T14" fmla="*/ 2 w 14"/>
                <a:gd name="T15" fmla="*/ 30 h 38"/>
                <a:gd name="T16" fmla="*/ 4 w 14"/>
                <a:gd name="T17" fmla="*/ 35 h 38"/>
                <a:gd name="T18" fmla="*/ 6 w 14"/>
                <a:gd name="T19" fmla="*/ 38 h 38"/>
                <a:gd name="T20" fmla="*/ 8 w 14"/>
                <a:gd name="T21" fmla="*/ 37 h 38"/>
                <a:gd name="T22" fmla="*/ 6 w 14"/>
                <a:gd name="T23" fmla="*/ 34 h 38"/>
                <a:gd name="T24" fmla="*/ 4 w 14"/>
                <a:gd name="T25" fmla="*/ 30 h 38"/>
                <a:gd name="T26" fmla="*/ 2 w 14"/>
                <a:gd name="T27" fmla="*/ 25 h 38"/>
                <a:gd name="T28" fmla="*/ 2 w 14"/>
                <a:gd name="T29" fmla="*/ 20 h 38"/>
                <a:gd name="T30" fmla="*/ 2 w 14"/>
                <a:gd name="T31" fmla="*/ 16 h 38"/>
                <a:gd name="T32" fmla="*/ 4 w 14"/>
                <a:gd name="T33" fmla="*/ 10 h 38"/>
                <a:gd name="T34" fmla="*/ 8 w 14"/>
                <a:gd name="T35" fmla="*/ 5 h 38"/>
                <a:gd name="T36" fmla="*/ 14 w 14"/>
                <a:gd name="T37" fmla="*/ 2 h 38"/>
                <a:gd name="T38" fmla="*/ 13 w 14"/>
                <a:gd name="T39" fmla="*/ 0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"/>
                <a:gd name="T61" fmla="*/ 0 h 38"/>
                <a:gd name="T62" fmla="*/ 14 w 14"/>
                <a:gd name="T63" fmla="*/ 38 h 3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" h="38">
                  <a:moveTo>
                    <a:pt x="13" y="0"/>
                  </a:moveTo>
                  <a:lnTo>
                    <a:pt x="13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4" y="35"/>
                  </a:lnTo>
                  <a:lnTo>
                    <a:pt x="6" y="38"/>
                  </a:lnTo>
                  <a:lnTo>
                    <a:pt x="8" y="37"/>
                  </a:lnTo>
                  <a:lnTo>
                    <a:pt x="6" y="34"/>
                  </a:lnTo>
                  <a:lnTo>
                    <a:pt x="4" y="30"/>
                  </a:lnTo>
                  <a:lnTo>
                    <a:pt x="2" y="25"/>
                  </a:lnTo>
                  <a:lnTo>
                    <a:pt x="2" y="20"/>
                  </a:lnTo>
                  <a:lnTo>
                    <a:pt x="2" y="16"/>
                  </a:lnTo>
                  <a:lnTo>
                    <a:pt x="4" y="10"/>
                  </a:lnTo>
                  <a:lnTo>
                    <a:pt x="8" y="5"/>
                  </a:lnTo>
                  <a:lnTo>
                    <a:pt x="14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147"/>
            <p:cNvSpPr>
              <a:spLocks/>
            </p:cNvSpPr>
            <p:nvPr/>
          </p:nvSpPr>
          <p:spPr bwMode="auto">
            <a:xfrm>
              <a:off x="3010" y="2014"/>
              <a:ext cx="231" cy="21"/>
            </a:xfrm>
            <a:custGeom>
              <a:avLst/>
              <a:gdLst>
                <a:gd name="T0" fmla="*/ 231 w 231"/>
                <a:gd name="T1" fmla="*/ 20 h 21"/>
                <a:gd name="T2" fmla="*/ 228 w 231"/>
                <a:gd name="T3" fmla="*/ 18 h 21"/>
                <a:gd name="T4" fmla="*/ 221 w 231"/>
                <a:gd name="T5" fmla="*/ 18 h 21"/>
                <a:gd name="T6" fmla="*/ 210 w 231"/>
                <a:gd name="T7" fmla="*/ 16 h 21"/>
                <a:gd name="T8" fmla="*/ 195 w 231"/>
                <a:gd name="T9" fmla="*/ 15 h 21"/>
                <a:gd name="T10" fmla="*/ 178 w 231"/>
                <a:gd name="T11" fmla="*/ 12 h 21"/>
                <a:gd name="T12" fmla="*/ 158 w 231"/>
                <a:gd name="T13" fmla="*/ 11 h 21"/>
                <a:gd name="T14" fmla="*/ 137 w 231"/>
                <a:gd name="T15" fmla="*/ 9 h 21"/>
                <a:gd name="T16" fmla="*/ 116 w 231"/>
                <a:gd name="T17" fmla="*/ 8 h 21"/>
                <a:gd name="T18" fmla="*/ 96 w 231"/>
                <a:gd name="T19" fmla="*/ 5 h 21"/>
                <a:gd name="T20" fmla="*/ 74 w 231"/>
                <a:gd name="T21" fmla="*/ 5 h 21"/>
                <a:gd name="T22" fmla="*/ 55 w 231"/>
                <a:gd name="T23" fmla="*/ 2 h 21"/>
                <a:gd name="T24" fmla="*/ 38 w 231"/>
                <a:gd name="T25" fmla="*/ 2 h 21"/>
                <a:gd name="T26" fmla="*/ 22 w 231"/>
                <a:gd name="T27" fmla="*/ 1 h 21"/>
                <a:gd name="T28" fmla="*/ 10 w 231"/>
                <a:gd name="T29" fmla="*/ 0 h 21"/>
                <a:gd name="T30" fmla="*/ 3 w 231"/>
                <a:gd name="T31" fmla="*/ 0 h 21"/>
                <a:gd name="T32" fmla="*/ 0 w 231"/>
                <a:gd name="T33" fmla="*/ 0 h 21"/>
                <a:gd name="T34" fmla="*/ 3 w 231"/>
                <a:gd name="T35" fmla="*/ 2 h 21"/>
                <a:gd name="T36" fmla="*/ 10 w 231"/>
                <a:gd name="T37" fmla="*/ 2 h 21"/>
                <a:gd name="T38" fmla="*/ 22 w 231"/>
                <a:gd name="T39" fmla="*/ 2 h 21"/>
                <a:gd name="T40" fmla="*/ 38 w 231"/>
                <a:gd name="T41" fmla="*/ 3 h 21"/>
                <a:gd name="T42" fmla="*/ 55 w 231"/>
                <a:gd name="T43" fmla="*/ 5 h 21"/>
                <a:gd name="T44" fmla="*/ 74 w 231"/>
                <a:gd name="T45" fmla="*/ 5 h 21"/>
                <a:gd name="T46" fmla="*/ 96 w 231"/>
                <a:gd name="T47" fmla="*/ 8 h 21"/>
                <a:gd name="T48" fmla="*/ 116 w 231"/>
                <a:gd name="T49" fmla="*/ 9 h 21"/>
                <a:gd name="T50" fmla="*/ 137 w 231"/>
                <a:gd name="T51" fmla="*/ 11 h 21"/>
                <a:gd name="T52" fmla="*/ 158 w 231"/>
                <a:gd name="T53" fmla="*/ 12 h 21"/>
                <a:gd name="T54" fmla="*/ 178 w 231"/>
                <a:gd name="T55" fmla="*/ 15 h 21"/>
                <a:gd name="T56" fmla="*/ 195 w 231"/>
                <a:gd name="T57" fmla="*/ 16 h 21"/>
                <a:gd name="T58" fmla="*/ 210 w 231"/>
                <a:gd name="T59" fmla="*/ 18 h 21"/>
                <a:gd name="T60" fmla="*/ 221 w 231"/>
                <a:gd name="T61" fmla="*/ 20 h 21"/>
                <a:gd name="T62" fmla="*/ 228 w 231"/>
                <a:gd name="T63" fmla="*/ 21 h 21"/>
                <a:gd name="T64" fmla="*/ 229 w 231"/>
                <a:gd name="T65" fmla="*/ 20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1"/>
                <a:gd name="T100" fmla="*/ 0 h 21"/>
                <a:gd name="T101" fmla="*/ 231 w 231"/>
                <a:gd name="T102" fmla="*/ 21 h 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1" h="21">
                  <a:moveTo>
                    <a:pt x="231" y="20"/>
                  </a:moveTo>
                  <a:lnTo>
                    <a:pt x="231" y="20"/>
                  </a:lnTo>
                  <a:lnTo>
                    <a:pt x="230" y="18"/>
                  </a:lnTo>
                  <a:lnTo>
                    <a:pt x="228" y="18"/>
                  </a:lnTo>
                  <a:lnTo>
                    <a:pt x="225" y="18"/>
                  </a:lnTo>
                  <a:lnTo>
                    <a:pt x="221" y="18"/>
                  </a:lnTo>
                  <a:lnTo>
                    <a:pt x="215" y="16"/>
                  </a:lnTo>
                  <a:lnTo>
                    <a:pt x="210" y="16"/>
                  </a:lnTo>
                  <a:lnTo>
                    <a:pt x="202" y="15"/>
                  </a:lnTo>
                  <a:lnTo>
                    <a:pt x="195" y="15"/>
                  </a:lnTo>
                  <a:lnTo>
                    <a:pt x="187" y="14"/>
                  </a:lnTo>
                  <a:lnTo>
                    <a:pt x="178" y="12"/>
                  </a:lnTo>
                  <a:lnTo>
                    <a:pt x="167" y="11"/>
                  </a:lnTo>
                  <a:lnTo>
                    <a:pt x="158" y="11"/>
                  </a:lnTo>
                  <a:lnTo>
                    <a:pt x="148" y="10"/>
                  </a:lnTo>
                  <a:lnTo>
                    <a:pt x="137" y="9"/>
                  </a:lnTo>
                  <a:lnTo>
                    <a:pt x="127" y="8"/>
                  </a:lnTo>
                  <a:lnTo>
                    <a:pt x="116" y="8"/>
                  </a:lnTo>
                  <a:lnTo>
                    <a:pt x="106" y="7"/>
                  </a:lnTo>
                  <a:lnTo>
                    <a:pt x="96" y="5"/>
                  </a:lnTo>
                  <a:lnTo>
                    <a:pt x="84" y="5"/>
                  </a:lnTo>
                  <a:lnTo>
                    <a:pt x="74" y="5"/>
                  </a:lnTo>
                  <a:lnTo>
                    <a:pt x="65" y="3"/>
                  </a:lnTo>
                  <a:lnTo>
                    <a:pt x="55" y="2"/>
                  </a:lnTo>
                  <a:lnTo>
                    <a:pt x="46" y="2"/>
                  </a:lnTo>
                  <a:lnTo>
                    <a:pt x="38" y="2"/>
                  </a:lnTo>
                  <a:lnTo>
                    <a:pt x="29" y="1"/>
                  </a:lnTo>
                  <a:lnTo>
                    <a:pt x="22" y="1"/>
                  </a:lnTo>
                  <a:lnTo>
                    <a:pt x="17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7" y="2"/>
                  </a:lnTo>
                  <a:lnTo>
                    <a:pt x="22" y="2"/>
                  </a:lnTo>
                  <a:lnTo>
                    <a:pt x="29" y="3"/>
                  </a:lnTo>
                  <a:lnTo>
                    <a:pt x="38" y="3"/>
                  </a:lnTo>
                  <a:lnTo>
                    <a:pt x="46" y="5"/>
                  </a:lnTo>
                  <a:lnTo>
                    <a:pt x="55" y="5"/>
                  </a:lnTo>
                  <a:lnTo>
                    <a:pt x="65" y="5"/>
                  </a:lnTo>
                  <a:lnTo>
                    <a:pt x="74" y="5"/>
                  </a:lnTo>
                  <a:lnTo>
                    <a:pt x="84" y="7"/>
                  </a:lnTo>
                  <a:lnTo>
                    <a:pt x="96" y="8"/>
                  </a:lnTo>
                  <a:lnTo>
                    <a:pt x="106" y="8"/>
                  </a:lnTo>
                  <a:lnTo>
                    <a:pt x="116" y="9"/>
                  </a:lnTo>
                  <a:lnTo>
                    <a:pt x="127" y="10"/>
                  </a:lnTo>
                  <a:lnTo>
                    <a:pt x="137" y="11"/>
                  </a:lnTo>
                  <a:lnTo>
                    <a:pt x="148" y="11"/>
                  </a:lnTo>
                  <a:lnTo>
                    <a:pt x="158" y="12"/>
                  </a:lnTo>
                  <a:lnTo>
                    <a:pt x="167" y="14"/>
                  </a:lnTo>
                  <a:lnTo>
                    <a:pt x="178" y="15"/>
                  </a:lnTo>
                  <a:lnTo>
                    <a:pt x="187" y="15"/>
                  </a:lnTo>
                  <a:lnTo>
                    <a:pt x="195" y="16"/>
                  </a:lnTo>
                  <a:lnTo>
                    <a:pt x="202" y="18"/>
                  </a:lnTo>
                  <a:lnTo>
                    <a:pt x="210" y="18"/>
                  </a:lnTo>
                  <a:lnTo>
                    <a:pt x="215" y="18"/>
                  </a:lnTo>
                  <a:lnTo>
                    <a:pt x="221" y="20"/>
                  </a:lnTo>
                  <a:lnTo>
                    <a:pt x="225" y="20"/>
                  </a:lnTo>
                  <a:lnTo>
                    <a:pt x="228" y="21"/>
                  </a:lnTo>
                  <a:lnTo>
                    <a:pt x="229" y="21"/>
                  </a:lnTo>
                  <a:lnTo>
                    <a:pt x="229" y="20"/>
                  </a:lnTo>
                  <a:lnTo>
                    <a:pt x="231" y="2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148"/>
            <p:cNvSpPr>
              <a:spLocks/>
            </p:cNvSpPr>
            <p:nvPr/>
          </p:nvSpPr>
          <p:spPr bwMode="auto">
            <a:xfrm>
              <a:off x="3239" y="2035"/>
              <a:ext cx="5" cy="35"/>
            </a:xfrm>
            <a:custGeom>
              <a:avLst/>
              <a:gdLst>
                <a:gd name="T0" fmla="*/ 4 w 5"/>
                <a:gd name="T1" fmla="*/ 33 h 35"/>
                <a:gd name="T2" fmla="*/ 5 w 5"/>
                <a:gd name="T3" fmla="*/ 34 h 35"/>
                <a:gd name="T4" fmla="*/ 4 w 5"/>
                <a:gd name="T5" fmla="*/ 26 h 35"/>
                <a:gd name="T6" fmla="*/ 4 w 5"/>
                <a:gd name="T7" fmla="*/ 16 h 35"/>
                <a:gd name="T8" fmla="*/ 2 w 5"/>
                <a:gd name="T9" fmla="*/ 9 h 35"/>
                <a:gd name="T10" fmla="*/ 2 w 5"/>
                <a:gd name="T11" fmla="*/ 0 h 35"/>
                <a:gd name="T12" fmla="*/ 0 w 5"/>
                <a:gd name="T13" fmla="*/ 0 h 35"/>
                <a:gd name="T14" fmla="*/ 0 w 5"/>
                <a:gd name="T15" fmla="*/ 9 h 35"/>
                <a:gd name="T16" fmla="*/ 1 w 5"/>
                <a:gd name="T17" fmla="*/ 16 h 35"/>
                <a:gd name="T18" fmla="*/ 1 w 5"/>
                <a:gd name="T19" fmla="*/ 26 h 35"/>
                <a:gd name="T20" fmla="*/ 2 w 5"/>
                <a:gd name="T21" fmla="*/ 34 h 35"/>
                <a:gd name="T22" fmla="*/ 4 w 5"/>
                <a:gd name="T23" fmla="*/ 35 h 35"/>
                <a:gd name="T24" fmla="*/ 2 w 5"/>
                <a:gd name="T25" fmla="*/ 34 h 35"/>
                <a:gd name="T26" fmla="*/ 2 w 5"/>
                <a:gd name="T27" fmla="*/ 35 h 35"/>
                <a:gd name="T28" fmla="*/ 4 w 5"/>
                <a:gd name="T29" fmla="*/ 35 h 35"/>
                <a:gd name="T30" fmla="*/ 4 w 5"/>
                <a:gd name="T31" fmla="*/ 33 h 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35"/>
                <a:gd name="T50" fmla="*/ 5 w 5"/>
                <a:gd name="T51" fmla="*/ 35 h 3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35">
                  <a:moveTo>
                    <a:pt x="4" y="33"/>
                  </a:moveTo>
                  <a:lnTo>
                    <a:pt x="5" y="34"/>
                  </a:lnTo>
                  <a:lnTo>
                    <a:pt x="4" y="26"/>
                  </a:lnTo>
                  <a:lnTo>
                    <a:pt x="4" y="16"/>
                  </a:lnTo>
                  <a:lnTo>
                    <a:pt x="2" y="9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1" y="16"/>
                  </a:lnTo>
                  <a:lnTo>
                    <a:pt x="1" y="26"/>
                  </a:lnTo>
                  <a:lnTo>
                    <a:pt x="2" y="34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5"/>
                  </a:lnTo>
                  <a:lnTo>
                    <a:pt x="4" y="3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149"/>
            <p:cNvSpPr>
              <a:spLocks/>
            </p:cNvSpPr>
            <p:nvPr/>
          </p:nvSpPr>
          <p:spPr bwMode="auto">
            <a:xfrm>
              <a:off x="3241" y="2069"/>
              <a:ext cx="9" cy="12"/>
            </a:xfrm>
            <a:custGeom>
              <a:avLst/>
              <a:gdLst>
                <a:gd name="T0" fmla="*/ 5 w 9"/>
                <a:gd name="T1" fmla="*/ 12 h 12"/>
                <a:gd name="T2" fmla="*/ 5 w 9"/>
                <a:gd name="T3" fmla="*/ 12 h 12"/>
                <a:gd name="T4" fmla="*/ 8 w 9"/>
                <a:gd name="T5" fmla="*/ 11 h 12"/>
                <a:gd name="T6" fmla="*/ 9 w 9"/>
                <a:gd name="T7" fmla="*/ 9 h 12"/>
                <a:gd name="T8" fmla="*/ 9 w 9"/>
                <a:gd name="T9" fmla="*/ 8 h 12"/>
                <a:gd name="T10" fmla="*/ 8 w 9"/>
                <a:gd name="T11" fmla="*/ 4 h 12"/>
                <a:gd name="T12" fmla="*/ 7 w 9"/>
                <a:gd name="T13" fmla="*/ 3 h 12"/>
                <a:gd name="T14" fmla="*/ 5 w 9"/>
                <a:gd name="T15" fmla="*/ 2 h 12"/>
                <a:gd name="T16" fmla="*/ 3 w 9"/>
                <a:gd name="T17" fmla="*/ 1 h 12"/>
                <a:gd name="T18" fmla="*/ 2 w 9"/>
                <a:gd name="T19" fmla="*/ 0 h 12"/>
                <a:gd name="T20" fmla="*/ 0 w 9"/>
                <a:gd name="T21" fmla="*/ 2 h 12"/>
                <a:gd name="T22" fmla="*/ 2 w 9"/>
                <a:gd name="T23" fmla="*/ 2 h 12"/>
                <a:gd name="T24" fmla="*/ 4 w 9"/>
                <a:gd name="T25" fmla="*/ 3 h 12"/>
                <a:gd name="T26" fmla="*/ 5 w 9"/>
                <a:gd name="T27" fmla="*/ 4 h 12"/>
                <a:gd name="T28" fmla="*/ 7 w 9"/>
                <a:gd name="T29" fmla="*/ 7 h 12"/>
                <a:gd name="T30" fmla="*/ 7 w 9"/>
                <a:gd name="T31" fmla="*/ 8 h 12"/>
                <a:gd name="T32" fmla="*/ 7 w 9"/>
                <a:gd name="T33" fmla="*/ 9 h 12"/>
                <a:gd name="T34" fmla="*/ 4 w 9"/>
                <a:gd name="T35" fmla="*/ 11 h 12"/>
                <a:gd name="T36" fmla="*/ 5 w 9"/>
                <a:gd name="T37" fmla="*/ 12 h 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12"/>
                <a:gd name="T59" fmla="*/ 9 w 9"/>
                <a:gd name="T60" fmla="*/ 12 h 1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12">
                  <a:moveTo>
                    <a:pt x="5" y="12"/>
                  </a:moveTo>
                  <a:lnTo>
                    <a:pt x="5" y="12"/>
                  </a:lnTo>
                  <a:lnTo>
                    <a:pt x="8" y="11"/>
                  </a:lnTo>
                  <a:lnTo>
                    <a:pt x="9" y="9"/>
                  </a:lnTo>
                  <a:lnTo>
                    <a:pt x="9" y="8"/>
                  </a:lnTo>
                  <a:lnTo>
                    <a:pt x="8" y="4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9"/>
                  </a:lnTo>
                  <a:lnTo>
                    <a:pt x="4" y="11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150"/>
            <p:cNvSpPr>
              <a:spLocks/>
            </p:cNvSpPr>
            <p:nvPr/>
          </p:nvSpPr>
          <p:spPr bwMode="auto">
            <a:xfrm>
              <a:off x="3143" y="2078"/>
              <a:ext cx="103" cy="47"/>
            </a:xfrm>
            <a:custGeom>
              <a:avLst/>
              <a:gdLst>
                <a:gd name="T0" fmla="*/ 1 w 103"/>
                <a:gd name="T1" fmla="*/ 47 h 47"/>
                <a:gd name="T2" fmla="*/ 3 w 103"/>
                <a:gd name="T3" fmla="*/ 46 h 47"/>
                <a:gd name="T4" fmla="*/ 9 w 103"/>
                <a:gd name="T5" fmla="*/ 44 h 47"/>
                <a:gd name="T6" fmla="*/ 14 w 103"/>
                <a:gd name="T7" fmla="*/ 40 h 47"/>
                <a:gd name="T8" fmla="*/ 20 w 103"/>
                <a:gd name="T9" fmla="*/ 38 h 47"/>
                <a:gd name="T10" fmla="*/ 27 w 103"/>
                <a:gd name="T11" fmla="*/ 35 h 47"/>
                <a:gd name="T12" fmla="*/ 35 w 103"/>
                <a:gd name="T13" fmla="*/ 32 h 47"/>
                <a:gd name="T14" fmla="*/ 44 w 103"/>
                <a:gd name="T15" fmla="*/ 28 h 47"/>
                <a:gd name="T16" fmla="*/ 52 w 103"/>
                <a:gd name="T17" fmla="*/ 24 h 47"/>
                <a:gd name="T18" fmla="*/ 61 w 103"/>
                <a:gd name="T19" fmla="*/ 20 h 47"/>
                <a:gd name="T20" fmla="*/ 70 w 103"/>
                <a:gd name="T21" fmla="*/ 17 h 47"/>
                <a:gd name="T22" fmla="*/ 77 w 103"/>
                <a:gd name="T23" fmla="*/ 14 h 47"/>
                <a:gd name="T24" fmla="*/ 83 w 103"/>
                <a:gd name="T25" fmla="*/ 10 h 47"/>
                <a:gd name="T26" fmla="*/ 90 w 103"/>
                <a:gd name="T27" fmla="*/ 6 h 47"/>
                <a:gd name="T28" fmla="*/ 96 w 103"/>
                <a:gd name="T29" fmla="*/ 4 h 47"/>
                <a:gd name="T30" fmla="*/ 100 w 103"/>
                <a:gd name="T31" fmla="*/ 3 h 47"/>
                <a:gd name="T32" fmla="*/ 103 w 103"/>
                <a:gd name="T33" fmla="*/ 1 h 47"/>
                <a:gd name="T34" fmla="*/ 101 w 103"/>
                <a:gd name="T35" fmla="*/ 0 h 47"/>
                <a:gd name="T36" fmla="*/ 97 w 103"/>
                <a:gd name="T37" fmla="*/ 2 h 47"/>
                <a:gd name="T38" fmla="*/ 92 w 103"/>
                <a:gd name="T39" fmla="*/ 4 h 47"/>
                <a:gd name="T40" fmla="*/ 86 w 103"/>
                <a:gd name="T41" fmla="*/ 6 h 47"/>
                <a:gd name="T42" fmla="*/ 79 w 103"/>
                <a:gd name="T43" fmla="*/ 10 h 47"/>
                <a:gd name="T44" fmla="*/ 72 w 103"/>
                <a:gd name="T45" fmla="*/ 14 h 47"/>
                <a:gd name="T46" fmla="*/ 64 w 103"/>
                <a:gd name="T47" fmla="*/ 17 h 47"/>
                <a:gd name="T48" fmla="*/ 56 w 103"/>
                <a:gd name="T49" fmla="*/ 20 h 47"/>
                <a:gd name="T50" fmla="*/ 47 w 103"/>
                <a:gd name="T51" fmla="*/ 24 h 47"/>
                <a:gd name="T52" fmla="*/ 39 w 103"/>
                <a:gd name="T53" fmla="*/ 29 h 47"/>
                <a:gd name="T54" fmla="*/ 31 w 103"/>
                <a:gd name="T55" fmla="*/ 32 h 47"/>
                <a:gd name="T56" fmla="*/ 23 w 103"/>
                <a:gd name="T57" fmla="*/ 35 h 47"/>
                <a:gd name="T58" fmla="*/ 16 w 103"/>
                <a:gd name="T59" fmla="*/ 38 h 47"/>
                <a:gd name="T60" fmla="*/ 11 w 103"/>
                <a:gd name="T61" fmla="*/ 40 h 47"/>
                <a:gd name="T62" fmla="*/ 5 w 103"/>
                <a:gd name="T63" fmla="*/ 44 h 47"/>
                <a:gd name="T64" fmla="*/ 1 w 103"/>
                <a:gd name="T65" fmla="*/ 45 h 47"/>
                <a:gd name="T66" fmla="*/ 1 w 103"/>
                <a:gd name="T67" fmla="*/ 47 h 4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7"/>
                <a:gd name="T104" fmla="*/ 103 w 103"/>
                <a:gd name="T105" fmla="*/ 47 h 4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7">
                  <a:moveTo>
                    <a:pt x="1" y="47"/>
                  </a:moveTo>
                  <a:lnTo>
                    <a:pt x="1" y="47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2" y="42"/>
                  </a:lnTo>
                  <a:lnTo>
                    <a:pt x="14" y="40"/>
                  </a:lnTo>
                  <a:lnTo>
                    <a:pt x="17" y="40"/>
                  </a:lnTo>
                  <a:lnTo>
                    <a:pt x="20" y="38"/>
                  </a:lnTo>
                  <a:lnTo>
                    <a:pt x="24" y="36"/>
                  </a:lnTo>
                  <a:lnTo>
                    <a:pt x="27" y="35"/>
                  </a:lnTo>
                  <a:lnTo>
                    <a:pt x="31" y="33"/>
                  </a:lnTo>
                  <a:lnTo>
                    <a:pt x="35" y="32"/>
                  </a:lnTo>
                  <a:lnTo>
                    <a:pt x="40" y="30"/>
                  </a:lnTo>
                  <a:lnTo>
                    <a:pt x="44" y="28"/>
                  </a:lnTo>
                  <a:lnTo>
                    <a:pt x="47" y="26"/>
                  </a:lnTo>
                  <a:lnTo>
                    <a:pt x="52" y="24"/>
                  </a:lnTo>
                  <a:lnTo>
                    <a:pt x="57" y="22"/>
                  </a:lnTo>
                  <a:lnTo>
                    <a:pt x="61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4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7" y="9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6"/>
                  </a:lnTo>
                  <a:lnTo>
                    <a:pt x="86" y="6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6" y="11"/>
                  </a:lnTo>
                  <a:lnTo>
                    <a:pt x="72" y="14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2" y="22"/>
                  </a:lnTo>
                  <a:lnTo>
                    <a:pt x="47" y="24"/>
                  </a:lnTo>
                  <a:lnTo>
                    <a:pt x="43" y="26"/>
                  </a:lnTo>
                  <a:lnTo>
                    <a:pt x="39" y="29"/>
                  </a:lnTo>
                  <a:lnTo>
                    <a:pt x="35" y="30"/>
                  </a:lnTo>
                  <a:lnTo>
                    <a:pt x="31" y="32"/>
                  </a:lnTo>
                  <a:lnTo>
                    <a:pt x="27" y="33"/>
                  </a:lnTo>
                  <a:lnTo>
                    <a:pt x="23" y="35"/>
                  </a:lnTo>
                  <a:lnTo>
                    <a:pt x="19" y="36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1151"/>
            <p:cNvSpPr>
              <a:spLocks/>
            </p:cNvSpPr>
            <p:nvPr/>
          </p:nvSpPr>
          <p:spPr bwMode="auto">
            <a:xfrm>
              <a:off x="3129" y="2120"/>
              <a:ext cx="14" cy="6"/>
            </a:xfrm>
            <a:custGeom>
              <a:avLst/>
              <a:gdLst>
                <a:gd name="T0" fmla="*/ 0 w 14"/>
                <a:gd name="T1" fmla="*/ 3 h 6"/>
                <a:gd name="T2" fmla="*/ 0 w 14"/>
                <a:gd name="T3" fmla="*/ 3 h 6"/>
                <a:gd name="T4" fmla="*/ 1 w 14"/>
                <a:gd name="T5" fmla="*/ 3 h 6"/>
                <a:gd name="T6" fmla="*/ 3 w 14"/>
                <a:gd name="T7" fmla="*/ 4 h 6"/>
                <a:gd name="T8" fmla="*/ 7 w 14"/>
                <a:gd name="T9" fmla="*/ 5 h 6"/>
                <a:gd name="T10" fmla="*/ 7 w 14"/>
                <a:gd name="T11" fmla="*/ 5 h 6"/>
                <a:gd name="T12" fmla="*/ 10 w 14"/>
                <a:gd name="T13" fmla="*/ 6 h 6"/>
                <a:gd name="T14" fmla="*/ 11 w 14"/>
                <a:gd name="T15" fmla="*/ 6 h 6"/>
                <a:gd name="T16" fmla="*/ 13 w 14"/>
                <a:gd name="T17" fmla="*/ 6 h 6"/>
                <a:gd name="T18" fmla="*/ 14 w 14"/>
                <a:gd name="T19" fmla="*/ 6 h 6"/>
                <a:gd name="T20" fmla="*/ 13 w 14"/>
                <a:gd name="T21" fmla="*/ 4 h 6"/>
                <a:gd name="T22" fmla="*/ 11 w 14"/>
                <a:gd name="T23" fmla="*/ 4 h 6"/>
                <a:gd name="T24" fmla="*/ 10 w 14"/>
                <a:gd name="T25" fmla="*/ 4 h 6"/>
                <a:gd name="T26" fmla="*/ 9 w 14"/>
                <a:gd name="T27" fmla="*/ 3 h 6"/>
                <a:gd name="T28" fmla="*/ 7 w 14"/>
                <a:gd name="T29" fmla="*/ 3 h 6"/>
                <a:gd name="T30" fmla="*/ 3 w 14"/>
                <a:gd name="T31" fmla="*/ 2 h 6"/>
                <a:gd name="T32" fmla="*/ 2 w 14"/>
                <a:gd name="T33" fmla="*/ 2 h 6"/>
                <a:gd name="T34" fmla="*/ 1 w 14"/>
                <a:gd name="T35" fmla="*/ 0 h 6"/>
                <a:gd name="T36" fmla="*/ 0 w 14"/>
                <a:gd name="T37" fmla="*/ 3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6"/>
                <a:gd name="T59" fmla="*/ 14 w 14"/>
                <a:gd name="T60" fmla="*/ 6 h 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6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3" y="4"/>
                  </a:lnTo>
                  <a:lnTo>
                    <a:pt x="7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9" y="3"/>
                  </a:lnTo>
                  <a:lnTo>
                    <a:pt x="7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1152"/>
            <p:cNvSpPr>
              <a:spLocks/>
            </p:cNvSpPr>
            <p:nvPr/>
          </p:nvSpPr>
          <p:spPr bwMode="auto">
            <a:xfrm>
              <a:off x="3015" y="2060"/>
              <a:ext cx="115" cy="63"/>
            </a:xfrm>
            <a:custGeom>
              <a:avLst/>
              <a:gdLst>
                <a:gd name="T0" fmla="*/ 0 w 115"/>
                <a:gd name="T1" fmla="*/ 2 h 63"/>
                <a:gd name="T2" fmla="*/ 2 w 115"/>
                <a:gd name="T3" fmla="*/ 3 h 63"/>
                <a:gd name="T4" fmla="*/ 5 w 115"/>
                <a:gd name="T5" fmla="*/ 4 h 63"/>
                <a:gd name="T6" fmla="*/ 11 w 115"/>
                <a:gd name="T7" fmla="*/ 7 h 63"/>
                <a:gd name="T8" fmla="*/ 18 w 115"/>
                <a:gd name="T9" fmla="*/ 12 h 63"/>
                <a:gd name="T10" fmla="*/ 26 w 115"/>
                <a:gd name="T11" fmla="*/ 16 h 63"/>
                <a:gd name="T12" fmla="*/ 35 w 115"/>
                <a:gd name="T13" fmla="*/ 21 h 63"/>
                <a:gd name="T14" fmla="*/ 45 w 115"/>
                <a:gd name="T15" fmla="*/ 25 h 63"/>
                <a:gd name="T16" fmla="*/ 54 w 115"/>
                <a:gd name="T17" fmla="*/ 31 h 63"/>
                <a:gd name="T18" fmla="*/ 64 w 115"/>
                <a:gd name="T19" fmla="*/ 37 h 63"/>
                <a:gd name="T20" fmla="*/ 75 w 115"/>
                <a:gd name="T21" fmla="*/ 41 h 63"/>
                <a:gd name="T22" fmla="*/ 83 w 115"/>
                <a:gd name="T23" fmla="*/ 47 h 63"/>
                <a:gd name="T24" fmla="*/ 93 w 115"/>
                <a:gd name="T25" fmla="*/ 52 h 63"/>
                <a:gd name="T26" fmla="*/ 99 w 115"/>
                <a:gd name="T27" fmla="*/ 55 h 63"/>
                <a:gd name="T28" fmla="*/ 107 w 115"/>
                <a:gd name="T29" fmla="*/ 58 h 63"/>
                <a:gd name="T30" fmla="*/ 112 w 115"/>
                <a:gd name="T31" fmla="*/ 62 h 63"/>
                <a:gd name="T32" fmla="*/ 114 w 115"/>
                <a:gd name="T33" fmla="*/ 63 h 63"/>
                <a:gd name="T34" fmla="*/ 114 w 115"/>
                <a:gd name="T35" fmla="*/ 60 h 63"/>
                <a:gd name="T36" fmla="*/ 110 w 115"/>
                <a:gd name="T37" fmla="*/ 58 h 63"/>
                <a:gd name="T38" fmla="*/ 104 w 115"/>
                <a:gd name="T39" fmla="*/ 55 h 63"/>
                <a:gd name="T40" fmla="*/ 97 w 115"/>
                <a:gd name="T41" fmla="*/ 52 h 63"/>
                <a:gd name="T42" fmla="*/ 90 w 115"/>
                <a:gd name="T43" fmla="*/ 47 h 63"/>
                <a:gd name="T44" fmla="*/ 80 w 115"/>
                <a:gd name="T45" fmla="*/ 42 h 63"/>
                <a:gd name="T46" fmla="*/ 70 w 115"/>
                <a:gd name="T47" fmla="*/ 37 h 63"/>
                <a:gd name="T48" fmla="*/ 61 w 115"/>
                <a:gd name="T49" fmla="*/ 33 h 63"/>
                <a:gd name="T50" fmla="*/ 51 w 115"/>
                <a:gd name="T51" fmla="*/ 26 h 63"/>
                <a:gd name="T52" fmla="*/ 41 w 115"/>
                <a:gd name="T53" fmla="*/ 21 h 63"/>
                <a:gd name="T54" fmla="*/ 32 w 115"/>
                <a:gd name="T55" fmla="*/ 17 h 63"/>
                <a:gd name="T56" fmla="*/ 23 w 115"/>
                <a:gd name="T57" fmla="*/ 12 h 63"/>
                <a:gd name="T58" fmla="*/ 16 w 115"/>
                <a:gd name="T59" fmla="*/ 7 h 63"/>
                <a:gd name="T60" fmla="*/ 8 w 115"/>
                <a:gd name="T61" fmla="*/ 4 h 63"/>
                <a:gd name="T62" fmla="*/ 4 w 115"/>
                <a:gd name="T63" fmla="*/ 2 h 63"/>
                <a:gd name="T64" fmla="*/ 1 w 115"/>
                <a:gd name="T65" fmla="*/ 0 h 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3"/>
                <a:gd name="T101" fmla="*/ 115 w 115"/>
                <a:gd name="T102" fmla="*/ 63 h 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3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6"/>
                  </a:lnTo>
                  <a:lnTo>
                    <a:pt x="11" y="7"/>
                  </a:lnTo>
                  <a:lnTo>
                    <a:pt x="15" y="9"/>
                  </a:lnTo>
                  <a:lnTo>
                    <a:pt x="18" y="12"/>
                  </a:lnTo>
                  <a:lnTo>
                    <a:pt x="22" y="12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3"/>
                  </a:lnTo>
                  <a:lnTo>
                    <a:pt x="45" y="25"/>
                  </a:lnTo>
                  <a:lnTo>
                    <a:pt x="49" y="27"/>
                  </a:lnTo>
                  <a:lnTo>
                    <a:pt x="54" y="31"/>
                  </a:lnTo>
                  <a:lnTo>
                    <a:pt x="60" y="34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1"/>
                  </a:lnTo>
                  <a:lnTo>
                    <a:pt x="79" y="43"/>
                  </a:lnTo>
                  <a:lnTo>
                    <a:pt x="83" y="47"/>
                  </a:lnTo>
                  <a:lnTo>
                    <a:pt x="88" y="50"/>
                  </a:lnTo>
                  <a:lnTo>
                    <a:pt x="93" y="52"/>
                  </a:lnTo>
                  <a:lnTo>
                    <a:pt x="96" y="54"/>
                  </a:lnTo>
                  <a:lnTo>
                    <a:pt x="99" y="55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60"/>
                  </a:lnTo>
                  <a:lnTo>
                    <a:pt x="112" y="62"/>
                  </a:lnTo>
                  <a:lnTo>
                    <a:pt x="113" y="62"/>
                  </a:lnTo>
                  <a:lnTo>
                    <a:pt x="114" y="63"/>
                  </a:lnTo>
                  <a:lnTo>
                    <a:pt x="115" y="62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4"/>
                  </a:lnTo>
                  <a:lnTo>
                    <a:pt x="97" y="52"/>
                  </a:lnTo>
                  <a:lnTo>
                    <a:pt x="94" y="50"/>
                  </a:lnTo>
                  <a:lnTo>
                    <a:pt x="90" y="47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40"/>
                  </a:lnTo>
                  <a:lnTo>
                    <a:pt x="70" y="37"/>
                  </a:lnTo>
                  <a:lnTo>
                    <a:pt x="65" y="35"/>
                  </a:lnTo>
                  <a:lnTo>
                    <a:pt x="61" y="33"/>
                  </a:lnTo>
                  <a:lnTo>
                    <a:pt x="55" y="28"/>
                  </a:lnTo>
                  <a:lnTo>
                    <a:pt x="51" y="26"/>
                  </a:lnTo>
                  <a:lnTo>
                    <a:pt x="46" y="24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2"/>
                  </a:lnTo>
                  <a:lnTo>
                    <a:pt x="19" y="9"/>
                  </a:lnTo>
                  <a:lnTo>
                    <a:pt x="16" y="7"/>
                  </a:lnTo>
                  <a:lnTo>
                    <a:pt x="13" y="6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153"/>
            <p:cNvSpPr>
              <a:spLocks/>
            </p:cNvSpPr>
            <p:nvPr/>
          </p:nvSpPr>
          <p:spPr bwMode="auto">
            <a:xfrm>
              <a:off x="3003" y="2051"/>
              <a:ext cx="13" cy="11"/>
            </a:xfrm>
            <a:custGeom>
              <a:avLst/>
              <a:gdLst>
                <a:gd name="T0" fmla="*/ 0 w 13"/>
                <a:gd name="T1" fmla="*/ 1 h 11"/>
                <a:gd name="T2" fmla="*/ 0 w 13"/>
                <a:gd name="T3" fmla="*/ 1 h 11"/>
                <a:gd name="T4" fmla="*/ 1 w 13"/>
                <a:gd name="T5" fmla="*/ 3 h 11"/>
                <a:gd name="T6" fmla="*/ 2 w 13"/>
                <a:gd name="T7" fmla="*/ 5 h 11"/>
                <a:gd name="T8" fmla="*/ 5 w 13"/>
                <a:gd name="T9" fmla="*/ 5 h 11"/>
                <a:gd name="T10" fmla="*/ 7 w 13"/>
                <a:gd name="T11" fmla="*/ 8 h 11"/>
                <a:gd name="T12" fmla="*/ 8 w 13"/>
                <a:gd name="T13" fmla="*/ 9 h 11"/>
                <a:gd name="T14" fmla="*/ 9 w 13"/>
                <a:gd name="T15" fmla="*/ 9 h 11"/>
                <a:gd name="T16" fmla="*/ 11 w 13"/>
                <a:gd name="T17" fmla="*/ 10 h 11"/>
                <a:gd name="T18" fmla="*/ 12 w 13"/>
                <a:gd name="T19" fmla="*/ 11 h 11"/>
                <a:gd name="T20" fmla="*/ 13 w 13"/>
                <a:gd name="T21" fmla="*/ 9 h 11"/>
                <a:gd name="T22" fmla="*/ 11 w 13"/>
                <a:gd name="T23" fmla="*/ 9 h 11"/>
                <a:gd name="T24" fmla="*/ 10 w 13"/>
                <a:gd name="T25" fmla="*/ 8 h 11"/>
                <a:gd name="T26" fmla="*/ 9 w 13"/>
                <a:gd name="T27" fmla="*/ 5 h 11"/>
                <a:gd name="T28" fmla="*/ 8 w 13"/>
                <a:gd name="T29" fmla="*/ 5 h 11"/>
                <a:gd name="T30" fmla="*/ 7 w 13"/>
                <a:gd name="T31" fmla="*/ 5 h 11"/>
                <a:gd name="T32" fmla="*/ 5 w 13"/>
                <a:gd name="T33" fmla="*/ 3 h 11"/>
                <a:gd name="T34" fmla="*/ 2 w 13"/>
                <a:gd name="T35" fmla="*/ 1 h 11"/>
                <a:gd name="T36" fmla="*/ 1 w 13"/>
                <a:gd name="T37" fmla="*/ 0 h 11"/>
                <a:gd name="T38" fmla="*/ 0 w 13"/>
                <a:gd name="T39" fmla="*/ 1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11"/>
                <a:gd name="T62" fmla="*/ 13 w 13"/>
                <a:gd name="T63" fmla="*/ 11 h 1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11">
                  <a:moveTo>
                    <a:pt x="0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2" y="5"/>
                  </a:lnTo>
                  <a:lnTo>
                    <a:pt x="5" y="5"/>
                  </a:lnTo>
                  <a:lnTo>
                    <a:pt x="7" y="8"/>
                  </a:lnTo>
                  <a:lnTo>
                    <a:pt x="8" y="9"/>
                  </a:lnTo>
                  <a:lnTo>
                    <a:pt x="9" y="9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0" y="8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3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1154"/>
            <p:cNvSpPr>
              <a:spLocks/>
            </p:cNvSpPr>
            <p:nvPr/>
          </p:nvSpPr>
          <p:spPr bwMode="auto">
            <a:xfrm>
              <a:off x="3132" y="2083"/>
              <a:ext cx="10" cy="41"/>
            </a:xfrm>
            <a:custGeom>
              <a:avLst/>
              <a:gdLst>
                <a:gd name="T0" fmla="*/ 10 w 10"/>
                <a:gd name="T1" fmla="*/ 41 h 41"/>
                <a:gd name="T2" fmla="*/ 8 w 10"/>
                <a:gd name="T3" fmla="*/ 41 h 41"/>
                <a:gd name="T4" fmla="*/ 7 w 10"/>
                <a:gd name="T5" fmla="*/ 40 h 41"/>
                <a:gd name="T6" fmla="*/ 6 w 10"/>
                <a:gd name="T7" fmla="*/ 39 h 41"/>
                <a:gd name="T8" fmla="*/ 4 w 10"/>
                <a:gd name="T9" fmla="*/ 36 h 41"/>
                <a:gd name="T10" fmla="*/ 4 w 10"/>
                <a:gd name="T11" fmla="*/ 33 h 41"/>
                <a:gd name="T12" fmla="*/ 2 w 10"/>
                <a:gd name="T13" fmla="*/ 30 h 41"/>
                <a:gd name="T14" fmla="*/ 0 w 10"/>
                <a:gd name="T15" fmla="*/ 27 h 41"/>
                <a:gd name="T16" fmla="*/ 0 w 10"/>
                <a:gd name="T17" fmla="*/ 25 h 41"/>
                <a:gd name="T18" fmla="*/ 0 w 10"/>
                <a:gd name="T19" fmla="*/ 20 h 41"/>
                <a:gd name="T20" fmla="*/ 0 w 10"/>
                <a:gd name="T21" fmla="*/ 17 h 41"/>
                <a:gd name="T22" fmla="*/ 0 w 10"/>
                <a:gd name="T23" fmla="*/ 13 h 41"/>
                <a:gd name="T24" fmla="*/ 2 w 10"/>
                <a:gd name="T25" fmla="*/ 9 h 41"/>
                <a:gd name="T26" fmla="*/ 4 w 10"/>
                <a:gd name="T27" fmla="*/ 5 h 41"/>
                <a:gd name="T28" fmla="*/ 4 w 10"/>
                <a:gd name="T29" fmla="*/ 3 h 41"/>
                <a:gd name="T30" fmla="*/ 6 w 10"/>
                <a:gd name="T31" fmla="*/ 1 h 41"/>
                <a:gd name="T32" fmla="*/ 8 w 10"/>
                <a:gd name="T33" fmla="*/ 0 h 41"/>
                <a:gd name="T34" fmla="*/ 10 w 10"/>
                <a:gd name="T35" fmla="*/ 4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"/>
                <a:gd name="T55" fmla="*/ 0 h 41"/>
                <a:gd name="T56" fmla="*/ 10 w 10"/>
                <a:gd name="T57" fmla="*/ 41 h 4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" h="41">
                  <a:moveTo>
                    <a:pt x="10" y="41"/>
                  </a:moveTo>
                  <a:lnTo>
                    <a:pt x="8" y="41"/>
                  </a:lnTo>
                  <a:lnTo>
                    <a:pt x="7" y="40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2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9"/>
                  </a:lnTo>
                  <a:lnTo>
                    <a:pt x="4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0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155"/>
            <p:cNvSpPr>
              <a:spLocks/>
            </p:cNvSpPr>
            <p:nvPr/>
          </p:nvSpPr>
          <p:spPr bwMode="auto">
            <a:xfrm>
              <a:off x="3132" y="2108"/>
              <a:ext cx="10" cy="17"/>
            </a:xfrm>
            <a:custGeom>
              <a:avLst/>
              <a:gdLst>
                <a:gd name="T0" fmla="*/ 0 w 10"/>
                <a:gd name="T1" fmla="*/ 0 h 17"/>
                <a:gd name="T2" fmla="*/ 0 w 10"/>
                <a:gd name="T3" fmla="*/ 0 h 17"/>
                <a:gd name="T4" fmla="*/ 0 w 10"/>
                <a:gd name="T5" fmla="*/ 2 h 17"/>
                <a:gd name="T6" fmla="*/ 2 w 10"/>
                <a:gd name="T7" fmla="*/ 5 h 17"/>
                <a:gd name="T8" fmla="*/ 2 w 10"/>
                <a:gd name="T9" fmla="*/ 8 h 17"/>
                <a:gd name="T10" fmla="*/ 3 w 10"/>
                <a:gd name="T11" fmla="*/ 10 h 17"/>
                <a:gd name="T12" fmla="*/ 5 w 10"/>
                <a:gd name="T13" fmla="*/ 14 h 17"/>
                <a:gd name="T14" fmla="*/ 6 w 10"/>
                <a:gd name="T15" fmla="*/ 16 h 17"/>
                <a:gd name="T16" fmla="*/ 8 w 10"/>
                <a:gd name="T17" fmla="*/ 17 h 17"/>
                <a:gd name="T18" fmla="*/ 10 w 10"/>
                <a:gd name="T19" fmla="*/ 17 h 17"/>
                <a:gd name="T20" fmla="*/ 10 w 10"/>
                <a:gd name="T21" fmla="*/ 15 h 17"/>
                <a:gd name="T22" fmla="*/ 8 w 10"/>
                <a:gd name="T23" fmla="*/ 15 h 17"/>
                <a:gd name="T24" fmla="*/ 7 w 10"/>
                <a:gd name="T25" fmla="*/ 14 h 17"/>
                <a:gd name="T26" fmla="*/ 6 w 10"/>
                <a:gd name="T27" fmla="*/ 12 h 17"/>
                <a:gd name="T28" fmla="*/ 5 w 10"/>
                <a:gd name="T29" fmla="*/ 10 h 17"/>
                <a:gd name="T30" fmla="*/ 4 w 10"/>
                <a:gd name="T31" fmla="*/ 8 h 17"/>
                <a:gd name="T32" fmla="*/ 3 w 10"/>
                <a:gd name="T33" fmla="*/ 5 h 17"/>
                <a:gd name="T34" fmla="*/ 3 w 10"/>
                <a:gd name="T35" fmla="*/ 2 h 17"/>
                <a:gd name="T36" fmla="*/ 3 w 10"/>
                <a:gd name="T37" fmla="*/ 0 h 17"/>
                <a:gd name="T38" fmla="*/ 0 w 10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0"/>
                <a:gd name="T61" fmla="*/ 0 h 17"/>
                <a:gd name="T62" fmla="*/ 10 w 10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0" h="17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5"/>
                  </a:lnTo>
                  <a:lnTo>
                    <a:pt x="2" y="8"/>
                  </a:lnTo>
                  <a:lnTo>
                    <a:pt x="3" y="10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7" y="14"/>
                  </a:lnTo>
                  <a:lnTo>
                    <a:pt x="6" y="12"/>
                  </a:lnTo>
                  <a:lnTo>
                    <a:pt x="5" y="10"/>
                  </a:lnTo>
                  <a:lnTo>
                    <a:pt x="4" y="8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1156"/>
            <p:cNvSpPr>
              <a:spLocks/>
            </p:cNvSpPr>
            <p:nvPr/>
          </p:nvSpPr>
          <p:spPr bwMode="auto">
            <a:xfrm>
              <a:off x="3132" y="2082"/>
              <a:ext cx="9" cy="26"/>
            </a:xfrm>
            <a:custGeom>
              <a:avLst/>
              <a:gdLst>
                <a:gd name="T0" fmla="*/ 8 w 9"/>
                <a:gd name="T1" fmla="*/ 0 h 26"/>
                <a:gd name="T2" fmla="*/ 6 w 9"/>
                <a:gd name="T3" fmla="*/ 2 h 26"/>
                <a:gd name="T4" fmla="*/ 4 w 9"/>
                <a:gd name="T5" fmla="*/ 3 h 26"/>
                <a:gd name="T6" fmla="*/ 3 w 9"/>
                <a:gd name="T7" fmla="*/ 6 h 26"/>
                <a:gd name="T8" fmla="*/ 2 w 9"/>
                <a:gd name="T9" fmla="*/ 10 h 26"/>
                <a:gd name="T10" fmla="*/ 0 w 9"/>
                <a:gd name="T11" fmla="*/ 14 h 26"/>
                <a:gd name="T12" fmla="*/ 0 w 9"/>
                <a:gd name="T13" fmla="*/ 17 h 26"/>
                <a:gd name="T14" fmla="*/ 0 w 9"/>
                <a:gd name="T15" fmla="*/ 21 h 26"/>
                <a:gd name="T16" fmla="*/ 0 w 9"/>
                <a:gd name="T17" fmla="*/ 26 h 26"/>
                <a:gd name="T18" fmla="*/ 3 w 9"/>
                <a:gd name="T19" fmla="*/ 26 h 26"/>
                <a:gd name="T20" fmla="*/ 3 w 9"/>
                <a:gd name="T21" fmla="*/ 21 h 26"/>
                <a:gd name="T22" fmla="*/ 3 w 9"/>
                <a:gd name="T23" fmla="*/ 17 h 26"/>
                <a:gd name="T24" fmla="*/ 3 w 9"/>
                <a:gd name="T25" fmla="*/ 14 h 26"/>
                <a:gd name="T26" fmla="*/ 4 w 9"/>
                <a:gd name="T27" fmla="*/ 10 h 26"/>
                <a:gd name="T28" fmla="*/ 4 w 9"/>
                <a:gd name="T29" fmla="*/ 6 h 26"/>
                <a:gd name="T30" fmla="*/ 6 w 9"/>
                <a:gd name="T31" fmla="*/ 4 h 26"/>
                <a:gd name="T32" fmla="*/ 7 w 9"/>
                <a:gd name="T33" fmla="*/ 3 h 26"/>
                <a:gd name="T34" fmla="*/ 9 w 9"/>
                <a:gd name="T35" fmla="*/ 2 h 26"/>
                <a:gd name="T36" fmla="*/ 8 w 9"/>
                <a:gd name="T37" fmla="*/ 0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26"/>
                <a:gd name="T59" fmla="*/ 9 w 9"/>
                <a:gd name="T60" fmla="*/ 26 h 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26">
                  <a:moveTo>
                    <a:pt x="8" y="0"/>
                  </a:moveTo>
                  <a:lnTo>
                    <a:pt x="6" y="2"/>
                  </a:lnTo>
                  <a:lnTo>
                    <a:pt x="4" y="3"/>
                  </a:lnTo>
                  <a:lnTo>
                    <a:pt x="3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0"/>
                  </a:lnTo>
                  <a:lnTo>
                    <a:pt x="4" y="6"/>
                  </a:lnTo>
                  <a:lnTo>
                    <a:pt x="6" y="4"/>
                  </a:lnTo>
                  <a:lnTo>
                    <a:pt x="7" y="3"/>
                  </a:lnTo>
                  <a:lnTo>
                    <a:pt x="9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1157"/>
            <p:cNvSpPr>
              <a:spLocks/>
            </p:cNvSpPr>
            <p:nvPr/>
          </p:nvSpPr>
          <p:spPr bwMode="auto">
            <a:xfrm>
              <a:off x="3011" y="1968"/>
              <a:ext cx="239" cy="115"/>
            </a:xfrm>
            <a:custGeom>
              <a:avLst/>
              <a:gdLst>
                <a:gd name="T0" fmla="*/ 8 w 239"/>
                <a:gd name="T1" fmla="*/ 41 h 115"/>
                <a:gd name="T2" fmla="*/ 24 w 239"/>
                <a:gd name="T3" fmla="*/ 34 h 115"/>
                <a:gd name="T4" fmla="*/ 45 w 239"/>
                <a:gd name="T5" fmla="*/ 23 h 115"/>
                <a:gd name="T6" fmla="*/ 67 w 239"/>
                <a:gd name="T7" fmla="*/ 14 h 115"/>
                <a:gd name="T8" fmla="*/ 85 w 239"/>
                <a:gd name="T9" fmla="*/ 4 h 115"/>
                <a:gd name="T10" fmla="*/ 94 w 239"/>
                <a:gd name="T11" fmla="*/ 0 h 115"/>
                <a:gd name="T12" fmla="*/ 99 w 239"/>
                <a:gd name="T13" fmla="*/ 0 h 115"/>
                <a:gd name="T14" fmla="*/ 104 w 239"/>
                <a:gd name="T15" fmla="*/ 1 h 115"/>
                <a:gd name="T16" fmla="*/ 108 w 239"/>
                <a:gd name="T17" fmla="*/ 2 h 115"/>
                <a:gd name="T18" fmla="*/ 114 w 239"/>
                <a:gd name="T19" fmla="*/ 5 h 115"/>
                <a:gd name="T20" fmla="*/ 126 w 239"/>
                <a:gd name="T21" fmla="*/ 10 h 115"/>
                <a:gd name="T22" fmla="*/ 140 w 239"/>
                <a:gd name="T23" fmla="*/ 18 h 115"/>
                <a:gd name="T24" fmla="*/ 155 w 239"/>
                <a:gd name="T25" fmla="*/ 24 h 115"/>
                <a:gd name="T26" fmla="*/ 172 w 239"/>
                <a:gd name="T27" fmla="*/ 33 h 115"/>
                <a:gd name="T28" fmla="*/ 188 w 239"/>
                <a:gd name="T29" fmla="*/ 40 h 115"/>
                <a:gd name="T30" fmla="*/ 204 w 239"/>
                <a:gd name="T31" fmla="*/ 48 h 115"/>
                <a:gd name="T32" fmla="*/ 217 w 239"/>
                <a:gd name="T33" fmla="*/ 53 h 115"/>
                <a:gd name="T34" fmla="*/ 226 w 239"/>
                <a:gd name="T35" fmla="*/ 57 h 115"/>
                <a:gd name="T36" fmla="*/ 233 w 239"/>
                <a:gd name="T37" fmla="*/ 61 h 115"/>
                <a:gd name="T38" fmla="*/ 237 w 239"/>
                <a:gd name="T39" fmla="*/ 63 h 115"/>
                <a:gd name="T40" fmla="*/ 239 w 239"/>
                <a:gd name="T41" fmla="*/ 67 h 115"/>
                <a:gd name="T42" fmla="*/ 235 w 239"/>
                <a:gd name="T43" fmla="*/ 71 h 115"/>
                <a:gd name="T44" fmla="*/ 228 w 239"/>
                <a:gd name="T45" fmla="*/ 73 h 115"/>
                <a:gd name="T46" fmla="*/ 220 w 239"/>
                <a:gd name="T47" fmla="*/ 77 h 115"/>
                <a:gd name="T48" fmla="*/ 209 w 239"/>
                <a:gd name="T49" fmla="*/ 81 h 115"/>
                <a:gd name="T50" fmla="*/ 197 w 239"/>
                <a:gd name="T51" fmla="*/ 87 h 115"/>
                <a:gd name="T52" fmla="*/ 184 w 239"/>
                <a:gd name="T53" fmla="*/ 93 h 115"/>
                <a:gd name="T54" fmla="*/ 172 w 239"/>
                <a:gd name="T55" fmla="*/ 98 h 115"/>
                <a:gd name="T56" fmla="*/ 160 w 239"/>
                <a:gd name="T57" fmla="*/ 104 h 115"/>
                <a:gd name="T58" fmla="*/ 149 w 239"/>
                <a:gd name="T59" fmla="*/ 109 h 115"/>
                <a:gd name="T60" fmla="*/ 141 w 239"/>
                <a:gd name="T61" fmla="*/ 112 h 115"/>
                <a:gd name="T62" fmla="*/ 134 w 239"/>
                <a:gd name="T63" fmla="*/ 114 h 115"/>
                <a:gd name="T64" fmla="*/ 130 w 239"/>
                <a:gd name="T65" fmla="*/ 115 h 115"/>
                <a:gd name="T66" fmla="*/ 125 w 239"/>
                <a:gd name="T67" fmla="*/ 114 h 115"/>
                <a:gd name="T68" fmla="*/ 120 w 239"/>
                <a:gd name="T69" fmla="*/ 112 h 115"/>
                <a:gd name="T70" fmla="*/ 114 w 239"/>
                <a:gd name="T71" fmla="*/ 110 h 115"/>
                <a:gd name="T72" fmla="*/ 105 w 239"/>
                <a:gd name="T73" fmla="*/ 104 h 115"/>
                <a:gd name="T74" fmla="*/ 94 w 239"/>
                <a:gd name="T75" fmla="*/ 98 h 115"/>
                <a:gd name="T76" fmla="*/ 80 w 239"/>
                <a:gd name="T77" fmla="*/ 91 h 115"/>
                <a:gd name="T78" fmla="*/ 66 w 239"/>
                <a:gd name="T79" fmla="*/ 82 h 115"/>
                <a:gd name="T80" fmla="*/ 51 w 239"/>
                <a:gd name="T81" fmla="*/ 74 h 115"/>
                <a:gd name="T82" fmla="*/ 36 w 239"/>
                <a:gd name="T83" fmla="*/ 67 h 115"/>
                <a:gd name="T84" fmla="*/ 23 w 239"/>
                <a:gd name="T85" fmla="*/ 61 h 115"/>
                <a:gd name="T86" fmla="*/ 14 w 239"/>
                <a:gd name="T87" fmla="*/ 55 h 115"/>
                <a:gd name="T88" fmla="*/ 8 w 239"/>
                <a:gd name="T89" fmla="*/ 52 h 115"/>
                <a:gd name="T90" fmla="*/ 3 w 239"/>
                <a:gd name="T91" fmla="*/ 50 h 115"/>
                <a:gd name="T92" fmla="*/ 0 w 239"/>
                <a:gd name="T93" fmla="*/ 48 h 115"/>
                <a:gd name="T94" fmla="*/ 4 w 239"/>
                <a:gd name="T95" fmla="*/ 44 h 1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9"/>
                <a:gd name="T145" fmla="*/ 0 h 115"/>
                <a:gd name="T146" fmla="*/ 239 w 239"/>
                <a:gd name="T147" fmla="*/ 115 h 11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9" h="115">
                  <a:moveTo>
                    <a:pt x="4" y="44"/>
                  </a:moveTo>
                  <a:lnTo>
                    <a:pt x="5" y="44"/>
                  </a:lnTo>
                  <a:lnTo>
                    <a:pt x="8" y="41"/>
                  </a:lnTo>
                  <a:lnTo>
                    <a:pt x="14" y="39"/>
                  </a:lnTo>
                  <a:lnTo>
                    <a:pt x="18" y="37"/>
                  </a:lnTo>
                  <a:lnTo>
                    <a:pt x="24" y="34"/>
                  </a:lnTo>
                  <a:lnTo>
                    <a:pt x="31" y="32"/>
                  </a:lnTo>
                  <a:lnTo>
                    <a:pt x="37" y="27"/>
                  </a:lnTo>
                  <a:lnTo>
                    <a:pt x="45" y="23"/>
                  </a:lnTo>
                  <a:lnTo>
                    <a:pt x="52" y="20"/>
                  </a:lnTo>
                  <a:lnTo>
                    <a:pt x="61" y="17"/>
                  </a:lnTo>
                  <a:lnTo>
                    <a:pt x="67" y="14"/>
                  </a:lnTo>
                  <a:lnTo>
                    <a:pt x="73" y="10"/>
                  </a:lnTo>
                  <a:lnTo>
                    <a:pt x="80" y="6"/>
                  </a:lnTo>
                  <a:lnTo>
                    <a:pt x="85" y="4"/>
                  </a:lnTo>
                  <a:lnTo>
                    <a:pt x="89" y="2"/>
                  </a:lnTo>
                  <a:lnTo>
                    <a:pt x="93" y="1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3" y="1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10" y="3"/>
                  </a:lnTo>
                  <a:lnTo>
                    <a:pt x="112" y="4"/>
                  </a:lnTo>
                  <a:lnTo>
                    <a:pt x="114" y="5"/>
                  </a:lnTo>
                  <a:lnTo>
                    <a:pt x="118" y="7"/>
                  </a:lnTo>
                  <a:lnTo>
                    <a:pt x="123" y="8"/>
                  </a:lnTo>
                  <a:lnTo>
                    <a:pt x="126" y="10"/>
                  </a:lnTo>
                  <a:lnTo>
                    <a:pt x="130" y="14"/>
                  </a:lnTo>
                  <a:lnTo>
                    <a:pt x="134" y="16"/>
                  </a:lnTo>
                  <a:lnTo>
                    <a:pt x="140" y="18"/>
                  </a:lnTo>
                  <a:lnTo>
                    <a:pt x="145" y="20"/>
                  </a:lnTo>
                  <a:lnTo>
                    <a:pt x="149" y="22"/>
                  </a:lnTo>
                  <a:lnTo>
                    <a:pt x="155" y="24"/>
                  </a:lnTo>
                  <a:lnTo>
                    <a:pt x="161" y="26"/>
                  </a:lnTo>
                  <a:lnTo>
                    <a:pt x="166" y="31"/>
                  </a:lnTo>
                  <a:lnTo>
                    <a:pt x="172" y="33"/>
                  </a:lnTo>
                  <a:lnTo>
                    <a:pt x="178" y="35"/>
                  </a:lnTo>
                  <a:lnTo>
                    <a:pt x="183" y="37"/>
                  </a:lnTo>
                  <a:lnTo>
                    <a:pt x="188" y="40"/>
                  </a:lnTo>
                  <a:lnTo>
                    <a:pt x="194" y="42"/>
                  </a:lnTo>
                  <a:lnTo>
                    <a:pt x="198" y="45"/>
                  </a:lnTo>
                  <a:lnTo>
                    <a:pt x="204" y="48"/>
                  </a:lnTo>
                  <a:lnTo>
                    <a:pt x="209" y="50"/>
                  </a:lnTo>
                  <a:lnTo>
                    <a:pt x="213" y="52"/>
                  </a:lnTo>
                  <a:lnTo>
                    <a:pt x="217" y="53"/>
                  </a:lnTo>
                  <a:lnTo>
                    <a:pt x="220" y="55"/>
                  </a:lnTo>
                  <a:lnTo>
                    <a:pt x="223" y="56"/>
                  </a:lnTo>
                  <a:lnTo>
                    <a:pt x="226" y="57"/>
                  </a:lnTo>
                  <a:lnTo>
                    <a:pt x="228" y="58"/>
                  </a:lnTo>
                  <a:lnTo>
                    <a:pt x="232" y="60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6" y="62"/>
                  </a:lnTo>
                  <a:lnTo>
                    <a:pt x="237" y="63"/>
                  </a:lnTo>
                  <a:lnTo>
                    <a:pt x="238" y="64"/>
                  </a:lnTo>
                  <a:lnTo>
                    <a:pt x="239" y="67"/>
                  </a:lnTo>
                  <a:lnTo>
                    <a:pt x="238" y="69"/>
                  </a:lnTo>
                  <a:lnTo>
                    <a:pt x="236" y="69"/>
                  </a:lnTo>
                  <a:lnTo>
                    <a:pt x="235" y="71"/>
                  </a:lnTo>
                  <a:lnTo>
                    <a:pt x="234" y="71"/>
                  </a:lnTo>
                  <a:lnTo>
                    <a:pt x="232" y="72"/>
                  </a:lnTo>
                  <a:lnTo>
                    <a:pt x="228" y="73"/>
                  </a:lnTo>
                  <a:lnTo>
                    <a:pt x="225" y="74"/>
                  </a:lnTo>
                  <a:lnTo>
                    <a:pt x="223" y="76"/>
                  </a:lnTo>
                  <a:lnTo>
                    <a:pt x="220" y="77"/>
                  </a:lnTo>
                  <a:lnTo>
                    <a:pt x="217" y="79"/>
                  </a:lnTo>
                  <a:lnTo>
                    <a:pt x="213" y="80"/>
                  </a:lnTo>
                  <a:lnTo>
                    <a:pt x="209" y="81"/>
                  </a:lnTo>
                  <a:lnTo>
                    <a:pt x="205" y="83"/>
                  </a:lnTo>
                  <a:lnTo>
                    <a:pt x="202" y="84"/>
                  </a:lnTo>
                  <a:lnTo>
                    <a:pt x="197" y="87"/>
                  </a:lnTo>
                  <a:lnTo>
                    <a:pt x="192" y="89"/>
                  </a:lnTo>
                  <a:lnTo>
                    <a:pt x="190" y="91"/>
                  </a:lnTo>
                  <a:lnTo>
                    <a:pt x="184" y="93"/>
                  </a:lnTo>
                  <a:lnTo>
                    <a:pt x="180" y="94"/>
                  </a:lnTo>
                  <a:lnTo>
                    <a:pt x="176" y="96"/>
                  </a:lnTo>
                  <a:lnTo>
                    <a:pt x="172" y="98"/>
                  </a:lnTo>
                  <a:lnTo>
                    <a:pt x="167" y="99"/>
                  </a:lnTo>
                  <a:lnTo>
                    <a:pt x="164" y="101"/>
                  </a:lnTo>
                  <a:lnTo>
                    <a:pt x="160" y="104"/>
                  </a:lnTo>
                  <a:lnTo>
                    <a:pt x="157" y="104"/>
                  </a:lnTo>
                  <a:lnTo>
                    <a:pt x="152" y="107"/>
                  </a:lnTo>
                  <a:lnTo>
                    <a:pt x="149" y="109"/>
                  </a:lnTo>
                  <a:lnTo>
                    <a:pt x="146" y="110"/>
                  </a:lnTo>
                  <a:lnTo>
                    <a:pt x="143" y="111"/>
                  </a:lnTo>
                  <a:lnTo>
                    <a:pt x="141" y="112"/>
                  </a:lnTo>
                  <a:lnTo>
                    <a:pt x="137" y="113"/>
                  </a:lnTo>
                  <a:lnTo>
                    <a:pt x="135" y="114"/>
                  </a:lnTo>
                  <a:lnTo>
                    <a:pt x="134" y="114"/>
                  </a:lnTo>
                  <a:lnTo>
                    <a:pt x="132" y="115"/>
                  </a:lnTo>
                  <a:lnTo>
                    <a:pt x="131" y="115"/>
                  </a:lnTo>
                  <a:lnTo>
                    <a:pt x="130" y="115"/>
                  </a:lnTo>
                  <a:lnTo>
                    <a:pt x="128" y="115"/>
                  </a:lnTo>
                  <a:lnTo>
                    <a:pt x="127" y="114"/>
                  </a:lnTo>
                  <a:lnTo>
                    <a:pt x="125" y="114"/>
                  </a:lnTo>
                  <a:lnTo>
                    <a:pt x="124" y="113"/>
                  </a:lnTo>
                  <a:lnTo>
                    <a:pt x="121" y="113"/>
                  </a:lnTo>
                  <a:lnTo>
                    <a:pt x="120" y="112"/>
                  </a:lnTo>
                  <a:lnTo>
                    <a:pt x="118" y="112"/>
                  </a:lnTo>
                  <a:lnTo>
                    <a:pt x="116" y="111"/>
                  </a:lnTo>
                  <a:lnTo>
                    <a:pt x="114" y="110"/>
                  </a:lnTo>
                  <a:lnTo>
                    <a:pt x="112" y="108"/>
                  </a:lnTo>
                  <a:lnTo>
                    <a:pt x="109" y="107"/>
                  </a:lnTo>
                  <a:lnTo>
                    <a:pt x="105" y="104"/>
                  </a:lnTo>
                  <a:lnTo>
                    <a:pt x="102" y="102"/>
                  </a:lnTo>
                  <a:lnTo>
                    <a:pt x="97" y="100"/>
                  </a:lnTo>
                  <a:lnTo>
                    <a:pt x="94" y="98"/>
                  </a:lnTo>
                  <a:lnTo>
                    <a:pt x="89" y="96"/>
                  </a:lnTo>
                  <a:lnTo>
                    <a:pt x="85" y="94"/>
                  </a:lnTo>
                  <a:lnTo>
                    <a:pt x="80" y="91"/>
                  </a:lnTo>
                  <a:lnTo>
                    <a:pt x="74" y="88"/>
                  </a:lnTo>
                  <a:lnTo>
                    <a:pt x="70" y="85"/>
                  </a:lnTo>
                  <a:lnTo>
                    <a:pt x="66" y="82"/>
                  </a:lnTo>
                  <a:lnTo>
                    <a:pt x="61" y="80"/>
                  </a:lnTo>
                  <a:lnTo>
                    <a:pt x="55" y="78"/>
                  </a:lnTo>
                  <a:lnTo>
                    <a:pt x="51" y="74"/>
                  </a:lnTo>
                  <a:lnTo>
                    <a:pt x="45" y="72"/>
                  </a:lnTo>
                  <a:lnTo>
                    <a:pt x="40" y="69"/>
                  </a:lnTo>
                  <a:lnTo>
                    <a:pt x="36" y="67"/>
                  </a:lnTo>
                  <a:lnTo>
                    <a:pt x="32" y="65"/>
                  </a:lnTo>
                  <a:lnTo>
                    <a:pt x="27" y="63"/>
                  </a:lnTo>
                  <a:lnTo>
                    <a:pt x="23" y="61"/>
                  </a:lnTo>
                  <a:lnTo>
                    <a:pt x="20" y="58"/>
                  </a:lnTo>
                  <a:lnTo>
                    <a:pt x="17" y="56"/>
                  </a:lnTo>
                  <a:lnTo>
                    <a:pt x="14" y="55"/>
                  </a:lnTo>
                  <a:lnTo>
                    <a:pt x="11" y="54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6" y="51"/>
                  </a:lnTo>
                  <a:lnTo>
                    <a:pt x="5" y="51"/>
                  </a:lnTo>
                  <a:lnTo>
                    <a:pt x="3" y="50"/>
                  </a:lnTo>
                  <a:lnTo>
                    <a:pt x="2" y="48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5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1158"/>
            <p:cNvSpPr>
              <a:spLocks/>
            </p:cNvSpPr>
            <p:nvPr/>
          </p:nvSpPr>
          <p:spPr bwMode="auto">
            <a:xfrm>
              <a:off x="3014" y="1968"/>
              <a:ext cx="90" cy="45"/>
            </a:xfrm>
            <a:custGeom>
              <a:avLst/>
              <a:gdLst>
                <a:gd name="T0" fmla="*/ 89 w 90"/>
                <a:gd name="T1" fmla="*/ 0 h 45"/>
                <a:gd name="T2" fmla="*/ 89 w 90"/>
                <a:gd name="T3" fmla="*/ 0 h 45"/>
                <a:gd name="T4" fmla="*/ 85 w 90"/>
                <a:gd name="T5" fmla="*/ 1 h 45"/>
                <a:gd name="T6" fmla="*/ 81 w 90"/>
                <a:gd name="T7" fmla="*/ 3 h 45"/>
                <a:gd name="T8" fmla="*/ 77 w 90"/>
                <a:gd name="T9" fmla="*/ 5 h 45"/>
                <a:gd name="T10" fmla="*/ 69 w 90"/>
                <a:gd name="T11" fmla="*/ 8 h 45"/>
                <a:gd name="T12" fmla="*/ 63 w 90"/>
                <a:gd name="T13" fmla="*/ 13 h 45"/>
                <a:gd name="T14" fmla="*/ 55 w 90"/>
                <a:gd name="T15" fmla="*/ 16 h 45"/>
                <a:gd name="T16" fmla="*/ 49 w 90"/>
                <a:gd name="T17" fmla="*/ 19 h 45"/>
                <a:gd name="T18" fmla="*/ 42 w 90"/>
                <a:gd name="T19" fmla="*/ 22 h 45"/>
                <a:gd name="T20" fmla="*/ 34 w 90"/>
                <a:gd name="T21" fmla="*/ 26 h 45"/>
                <a:gd name="T22" fmla="*/ 28 w 90"/>
                <a:gd name="T23" fmla="*/ 30 h 45"/>
                <a:gd name="T24" fmla="*/ 20 w 90"/>
                <a:gd name="T25" fmla="*/ 34 h 45"/>
                <a:gd name="T26" fmla="*/ 15 w 90"/>
                <a:gd name="T27" fmla="*/ 36 h 45"/>
                <a:gd name="T28" fmla="*/ 8 w 90"/>
                <a:gd name="T29" fmla="*/ 39 h 45"/>
                <a:gd name="T30" fmla="*/ 4 w 90"/>
                <a:gd name="T31" fmla="*/ 40 h 45"/>
                <a:gd name="T32" fmla="*/ 2 w 90"/>
                <a:gd name="T33" fmla="*/ 42 h 45"/>
                <a:gd name="T34" fmla="*/ 0 w 90"/>
                <a:gd name="T35" fmla="*/ 42 h 45"/>
                <a:gd name="T36" fmla="*/ 1 w 90"/>
                <a:gd name="T37" fmla="*/ 45 h 45"/>
                <a:gd name="T38" fmla="*/ 2 w 90"/>
                <a:gd name="T39" fmla="*/ 44 h 45"/>
                <a:gd name="T40" fmla="*/ 5 w 90"/>
                <a:gd name="T41" fmla="*/ 42 h 45"/>
                <a:gd name="T42" fmla="*/ 11 w 90"/>
                <a:gd name="T43" fmla="*/ 40 h 45"/>
                <a:gd name="T44" fmla="*/ 15 w 90"/>
                <a:gd name="T45" fmla="*/ 38 h 45"/>
                <a:gd name="T46" fmla="*/ 21 w 90"/>
                <a:gd name="T47" fmla="*/ 35 h 45"/>
                <a:gd name="T48" fmla="*/ 28 w 90"/>
                <a:gd name="T49" fmla="*/ 32 h 45"/>
                <a:gd name="T50" fmla="*/ 35 w 90"/>
                <a:gd name="T51" fmla="*/ 27 h 45"/>
                <a:gd name="T52" fmla="*/ 42 w 90"/>
                <a:gd name="T53" fmla="*/ 24 h 45"/>
                <a:gd name="T54" fmla="*/ 50 w 90"/>
                <a:gd name="T55" fmla="*/ 21 h 45"/>
                <a:gd name="T56" fmla="*/ 56 w 90"/>
                <a:gd name="T57" fmla="*/ 18 h 45"/>
                <a:gd name="T58" fmla="*/ 63 w 90"/>
                <a:gd name="T59" fmla="*/ 15 h 45"/>
                <a:gd name="T60" fmla="*/ 70 w 90"/>
                <a:gd name="T61" fmla="*/ 10 h 45"/>
                <a:gd name="T62" fmla="*/ 77 w 90"/>
                <a:gd name="T63" fmla="*/ 7 h 45"/>
                <a:gd name="T64" fmla="*/ 82 w 90"/>
                <a:gd name="T65" fmla="*/ 5 h 45"/>
                <a:gd name="T66" fmla="*/ 86 w 90"/>
                <a:gd name="T67" fmla="*/ 3 h 45"/>
                <a:gd name="T68" fmla="*/ 90 w 90"/>
                <a:gd name="T69" fmla="*/ 1 h 45"/>
                <a:gd name="T70" fmla="*/ 89 w 90"/>
                <a:gd name="T71" fmla="*/ 0 h 4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0"/>
                <a:gd name="T109" fmla="*/ 0 h 45"/>
                <a:gd name="T110" fmla="*/ 90 w 90"/>
                <a:gd name="T111" fmla="*/ 45 h 4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0" h="45">
                  <a:moveTo>
                    <a:pt x="89" y="0"/>
                  </a:moveTo>
                  <a:lnTo>
                    <a:pt x="89" y="0"/>
                  </a:lnTo>
                  <a:lnTo>
                    <a:pt x="85" y="1"/>
                  </a:lnTo>
                  <a:lnTo>
                    <a:pt x="81" y="3"/>
                  </a:lnTo>
                  <a:lnTo>
                    <a:pt x="77" y="5"/>
                  </a:lnTo>
                  <a:lnTo>
                    <a:pt x="69" y="8"/>
                  </a:lnTo>
                  <a:lnTo>
                    <a:pt x="63" y="13"/>
                  </a:lnTo>
                  <a:lnTo>
                    <a:pt x="55" y="16"/>
                  </a:lnTo>
                  <a:lnTo>
                    <a:pt x="49" y="19"/>
                  </a:lnTo>
                  <a:lnTo>
                    <a:pt x="42" y="22"/>
                  </a:lnTo>
                  <a:lnTo>
                    <a:pt x="34" y="26"/>
                  </a:lnTo>
                  <a:lnTo>
                    <a:pt x="28" y="30"/>
                  </a:lnTo>
                  <a:lnTo>
                    <a:pt x="20" y="34"/>
                  </a:lnTo>
                  <a:lnTo>
                    <a:pt x="15" y="36"/>
                  </a:lnTo>
                  <a:lnTo>
                    <a:pt x="8" y="39"/>
                  </a:lnTo>
                  <a:lnTo>
                    <a:pt x="4" y="4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1" y="45"/>
                  </a:lnTo>
                  <a:lnTo>
                    <a:pt x="2" y="44"/>
                  </a:lnTo>
                  <a:lnTo>
                    <a:pt x="5" y="42"/>
                  </a:lnTo>
                  <a:lnTo>
                    <a:pt x="11" y="40"/>
                  </a:lnTo>
                  <a:lnTo>
                    <a:pt x="15" y="38"/>
                  </a:lnTo>
                  <a:lnTo>
                    <a:pt x="21" y="35"/>
                  </a:lnTo>
                  <a:lnTo>
                    <a:pt x="28" y="32"/>
                  </a:lnTo>
                  <a:lnTo>
                    <a:pt x="35" y="27"/>
                  </a:lnTo>
                  <a:lnTo>
                    <a:pt x="42" y="24"/>
                  </a:lnTo>
                  <a:lnTo>
                    <a:pt x="50" y="21"/>
                  </a:lnTo>
                  <a:lnTo>
                    <a:pt x="56" y="18"/>
                  </a:lnTo>
                  <a:lnTo>
                    <a:pt x="63" y="15"/>
                  </a:lnTo>
                  <a:lnTo>
                    <a:pt x="70" y="10"/>
                  </a:lnTo>
                  <a:lnTo>
                    <a:pt x="77" y="7"/>
                  </a:lnTo>
                  <a:lnTo>
                    <a:pt x="82" y="5"/>
                  </a:lnTo>
                  <a:lnTo>
                    <a:pt x="86" y="3"/>
                  </a:lnTo>
                  <a:lnTo>
                    <a:pt x="90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1159"/>
            <p:cNvSpPr>
              <a:spLocks/>
            </p:cNvSpPr>
            <p:nvPr/>
          </p:nvSpPr>
          <p:spPr bwMode="auto">
            <a:xfrm>
              <a:off x="3103" y="1967"/>
              <a:ext cx="13" cy="3"/>
            </a:xfrm>
            <a:custGeom>
              <a:avLst/>
              <a:gdLst>
                <a:gd name="T0" fmla="*/ 13 w 13"/>
                <a:gd name="T1" fmla="*/ 1 h 3"/>
                <a:gd name="T2" fmla="*/ 13 w 13"/>
                <a:gd name="T3" fmla="*/ 1 h 3"/>
                <a:gd name="T4" fmla="*/ 12 w 13"/>
                <a:gd name="T5" fmla="*/ 1 h 3"/>
                <a:gd name="T6" fmla="*/ 10 w 13"/>
                <a:gd name="T7" fmla="*/ 1 h 3"/>
                <a:gd name="T8" fmla="*/ 9 w 13"/>
                <a:gd name="T9" fmla="*/ 0 h 3"/>
                <a:gd name="T10" fmla="*/ 6 w 13"/>
                <a:gd name="T11" fmla="*/ 0 h 3"/>
                <a:gd name="T12" fmla="*/ 5 w 13"/>
                <a:gd name="T13" fmla="*/ 0 h 3"/>
                <a:gd name="T14" fmla="*/ 3 w 13"/>
                <a:gd name="T15" fmla="*/ 0 h 3"/>
                <a:gd name="T16" fmla="*/ 2 w 13"/>
                <a:gd name="T17" fmla="*/ 0 h 3"/>
                <a:gd name="T18" fmla="*/ 0 w 13"/>
                <a:gd name="T19" fmla="*/ 1 h 3"/>
                <a:gd name="T20" fmla="*/ 0 w 13"/>
                <a:gd name="T21" fmla="*/ 2 h 3"/>
                <a:gd name="T22" fmla="*/ 2 w 13"/>
                <a:gd name="T23" fmla="*/ 2 h 3"/>
                <a:gd name="T24" fmla="*/ 3 w 13"/>
                <a:gd name="T25" fmla="*/ 2 h 3"/>
                <a:gd name="T26" fmla="*/ 5 w 13"/>
                <a:gd name="T27" fmla="*/ 2 h 3"/>
                <a:gd name="T28" fmla="*/ 6 w 13"/>
                <a:gd name="T29" fmla="*/ 2 h 3"/>
                <a:gd name="T30" fmla="*/ 9 w 13"/>
                <a:gd name="T31" fmla="*/ 2 h 3"/>
                <a:gd name="T32" fmla="*/ 10 w 13"/>
                <a:gd name="T33" fmla="*/ 2 h 3"/>
                <a:gd name="T34" fmla="*/ 11 w 13"/>
                <a:gd name="T35" fmla="*/ 3 h 3"/>
                <a:gd name="T36" fmla="*/ 12 w 13"/>
                <a:gd name="T37" fmla="*/ 3 h 3"/>
                <a:gd name="T38" fmla="*/ 13 w 13"/>
                <a:gd name="T39" fmla="*/ 1 h 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3"/>
                <a:gd name="T62" fmla="*/ 13 w 13"/>
                <a:gd name="T63" fmla="*/ 3 h 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3">
                  <a:moveTo>
                    <a:pt x="13" y="1"/>
                  </a:moveTo>
                  <a:lnTo>
                    <a:pt x="13" y="1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160"/>
            <p:cNvSpPr>
              <a:spLocks/>
            </p:cNvSpPr>
            <p:nvPr/>
          </p:nvSpPr>
          <p:spPr bwMode="auto">
            <a:xfrm>
              <a:off x="3115" y="1969"/>
              <a:ext cx="128" cy="60"/>
            </a:xfrm>
            <a:custGeom>
              <a:avLst/>
              <a:gdLst>
                <a:gd name="T0" fmla="*/ 128 w 128"/>
                <a:gd name="T1" fmla="*/ 59 h 60"/>
                <a:gd name="T2" fmla="*/ 124 w 128"/>
                <a:gd name="T3" fmla="*/ 56 h 60"/>
                <a:gd name="T4" fmla="*/ 119 w 128"/>
                <a:gd name="T5" fmla="*/ 54 h 60"/>
                <a:gd name="T6" fmla="*/ 111 w 128"/>
                <a:gd name="T7" fmla="*/ 51 h 60"/>
                <a:gd name="T8" fmla="*/ 104 w 128"/>
                <a:gd name="T9" fmla="*/ 47 h 60"/>
                <a:gd name="T10" fmla="*/ 94 w 128"/>
                <a:gd name="T11" fmla="*/ 43 h 60"/>
                <a:gd name="T12" fmla="*/ 84 w 128"/>
                <a:gd name="T13" fmla="*/ 38 h 60"/>
                <a:gd name="T14" fmla="*/ 73 w 128"/>
                <a:gd name="T15" fmla="*/ 33 h 60"/>
                <a:gd name="T16" fmla="*/ 62 w 128"/>
                <a:gd name="T17" fmla="*/ 28 h 60"/>
                <a:gd name="T18" fmla="*/ 51 w 128"/>
                <a:gd name="T19" fmla="*/ 22 h 60"/>
                <a:gd name="T20" fmla="*/ 41 w 128"/>
                <a:gd name="T21" fmla="*/ 18 h 60"/>
                <a:gd name="T22" fmla="*/ 30 w 128"/>
                <a:gd name="T23" fmla="*/ 13 h 60"/>
                <a:gd name="T24" fmla="*/ 22 w 128"/>
                <a:gd name="T25" fmla="*/ 8 h 60"/>
                <a:gd name="T26" fmla="*/ 14 w 128"/>
                <a:gd name="T27" fmla="*/ 5 h 60"/>
                <a:gd name="T28" fmla="*/ 8 w 128"/>
                <a:gd name="T29" fmla="*/ 3 h 60"/>
                <a:gd name="T30" fmla="*/ 4 w 128"/>
                <a:gd name="T31" fmla="*/ 1 h 60"/>
                <a:gd name="T32" fmla="*/ 0 w 128"/>
                <a:gd name="T33" fmla="*/ 2 h 60"/>
                <a:gd name="T34" fmla="*/ 2 w 128"/>
                <a:gd name="T35" fmla="*/ 3 h 60"/>
                <a:gd name="T36" fmla="*/ 7 w 128"/>
                <a:gd name="T37" fmla="*/ 4 h 60"/>
                <a:gd name="T38" fmla="*/ 13 w 128"/>
                <a:gd name="T39" fmla="*/ 7 h 60"/>
                <a:gd name="T40" fmla="*/ 21 w 128"/>
                <a:gd name="T41" fmla="*/ 10 h 60"/>
                <a:gd name="T42" fmla="*/ 29 w 128"/>
                <a:gd name="T43" fmla="*/ 16 h 60"/>
                <a:gd name="T44" fmla="*/ 40 w 128"/>
                <a:gd name="T45" fmla="*/ 20 h 60"/>
                <a:gd name="T46" fmla="*/ 50 w 128"/>
                <a:gd name="T47" fmla="*/ 24 h 60"/>
                <a:gd name="T48" fmla="*/ 61 w 128"/>
                <a:gd name="T49" fmla="*/ 29 h 60"/>
                <a:gd name="T50" fmla="*/ 72 w 128"/>
                <a:gd name="T51" fmla="*/ 35 h 60"/>
                <a:gd name="T52" fmla="*/ 83 w 128"/>
                <a:gd name="T53" fmla="*/ 39 h 60"/>
                <a:gd name="T54" fmla="*/ 94 w 128"/>
                <a:gd name="T55" fmla="*/ 44 h 60"/>
                <a:gd name="T56" fmla="*/ 103 w 128"/>
                <a:gd name="T57" fmla="*/ 49 h 60"/>
                <a:gd name="T58" fmla="*/ 110 w 128"/>
                <a:gd name="T59" fmla="*/ 53 h 60"/>
                <a:gd name="T60" fmla="*/ 119 w 128"/>
                <a:gd name="T61" fmla="*/ 55 h 60"/>
                <a:gd name="T62" fmla="*/ 123 w 128"/>
                <a:gd name="T63" fmla="*/ 59 h 60"/>
                <a:gd name="T64" fmla="*/ 126 w 128"/>
                <a:gd name="T65" fmla="*/ 60 h 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8"/>
                <a:gd name="T100" fmla="*/ 0 h 60"/>
                <a:gd name="T101" fmla="*/ 128 w 128"/>
                <a:gd name="T102" fmla="*/ 60 h 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8" h="60">
                  <a:moveTo>
                    <a:pt x="128" y="59"/>
                  </a:moveTo>
                  <a:lnTo>
                    <a:pt x="128" y="59"/>
                  </a:lnTo>
                  <a:lnTo>
                    <a:pt x="126" y="57"/>
                  </a:lnTo>
                  <a:lnTo>
                    <a:pt x="124" y="56"/>
                  </a:lnTo>
                  <a:lnTo>
                    <a:pt x="122" y="55"/>
                  </a:lnTo>
                  <a:lnTo>
                    <a:pt x="119" y="54"/>
                  </a:lnTo>
                  <a:lnTo>
                    <a:pt x="115" y="53"/>
                  </a:lnTo>
                  <a:lnTo>
                    <a:pt x="111" y="51"/>
                  </a:lnTo>
                  <a:lnTo>
                    <a:pt x="108" y="50"/>
                  </a:lnTo>
                  <a:lnTo>
                    <a:pt x="104" y="47"/>
                  </a:lnTo>
                  <a:lnTo>
                    <a:pt x="99" y="45"/>
                  </a:lnTo>
                  <a:lnTo>
                    <a:pt x="94" y="43"/>
                  </a:lnTo>
                  <a:lnTo>
                    <a:pt x="89" y="40"/>
                  </a:lnTo>
                  <a:lnTo>
                    <a:pt x="84" y="38"/>
                  </a:lnTo>
                  <a:lnTo>
                    <a:pt x="78" y="36"/>
                  </a:lnTo>
                  <a:lnTo>
                    <a:pt x="73" y="33"/>
                  </a:lnTo>
                  <a:lnTo>
                    <a:pt x="68" y="31"/>
                  </a:lnTo>
                  <a:lnTo>
                    <a:pt x="62" y="28"/>
                  </a:lnTo>
                  <a:lnTo>
                    <a:pt x="57" y="25"/>
                  </a:lnTo>
                  <a:lnTo>
                    <a:pt x="51" y="22"/>
                  </a:lnTo>
                  <a:lnTo>
                    <a:pt x="45" y="20"/>
                  </a:lnTo>
                  <a:lnTo>
                    <a:pt x="41" y="18"/>
                  </a:lnTo>
                  <a:lnTo>
                    <a:pt x="36" y="16"/>
                  </a:lnTo>
                  <a:lnTo>
                    <a:pt x="30" y="13"/>
                  </a:lnTo>
                  <a:lnTo>
                    <a:pt x="26" y="10"/>
                  </a:lnTo>
                  <a:lnTo>
                    <a:pt x="22" y="8"/>
                  </a:lnTo>
                  <a:lnTo>
                    <a:pt x="17" y="7"/>
                  </a:lnTo>
                  <a:lnTo>
                    <a:pt x="14" y="5"/>
                  </a:lnTo>
                  <a:lnTo>
                    <a:pt x="11" y="4"/>
                  </a:lnTo>
                  <a:lnTo>
                    <a:pt x="8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3"/>
                  </a:lnTo>
                  <a:lnTo>
                    <a:pt x="5" y="3"/>
                  </a:lnTo>
                  <a:lnTo>
                    <a:pt x="7" y="4"/>
                  </a:lnTo>
                  <a:lnTo>
                    <a:pt x="9" y="5"/>
                  </a:lnTo>
                  <a:lnTo>
                    <a:pt x="13" y="7"/>
                  </a:lnTo>
                  <a:lnTo>
                    <a:pt x="17" y="8"/>
                  </a:lnTo>
                  <a:lnTo>
                    <a:pt x="21" y="10"/>
                  </a:lnTo>
                  <a:lnTo>
                    <a:pt x="25" y="13"/>
                  </a:lnTo>
                  <a:lnTo>
                    <a:pt x="29" y="16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5" y="22"/>
                  </a:lnTo>
                  <a:lnTo>
                    <a:pt x="50" y="24"/>
                  </a:lnTo>
                  <a:lnTo>
                    <a:pt x="56" y="26"/>
                  </a:lnTo>
                  <a:lnTo>
                    <a:pt x="61" y="29"/>
                  </a:lnTo>
                  <a:lnTo>
                    <a:pt x="67" y="33"/>
                  </a:lnTo>
                  <a:lnTo>
                    <a:pt x="72" y="35"/>
                  </a:lnTo>
                  <a:lnTo>
                    <a:pt x="78" y="37"/>
                  </a:lnTo>
                  <a:lnTo>
                    <a:pt x="83" y="39"/>
                  </a:lnTo>
                  <a:lnTo>
                    <a:pt x="88" y="41"/>
                  </a:lnTo>
                  <a:lnTo>
                    <a:pt x="94" y="44"/>
                  </a:lnTo>
                  <a:lnTo>
                    <a:pt x="99" y="47"/>
                  </a:lnTo>
                  <a:lnTo>
                    <a:pt x="103" y="49"/>
                  </a:lnTo>
                  <a:lnTo>
                    <a:pt x="107" y="51"/>
                  </a:lnTo>
                  <a:lnTo>
                    <a:pt x="110" y="53"/>
                  </a:lnTo>
                  <a:lnTo>
                    <a:pt x="115" y="54"/>
                  </a:lnTo>
                  <a:lnTo>
                    <a:pt x="119" y="55"/>
                  </a:lnTo>
                  <a:lnTo>
                    <a:pt x="121" y="57"/>
                  </a:lnTo>
                  <a:lnTo>
                    <a:pt x="123" y="59"/>
                  </a:lnTo>
                  <a:lnTo>
                    <a:pt x="125" y="59"/>
                  </a:lnTo>
                  <a:lnTo>
                    <a:pt x="126" y="60"/>
                  </a:lnTo>
                  <a:lnTo>
                    <a:pt x="128" y="59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1161"/>
            <p:cNvSpPr>
              <a:spLocks/>
            </p:cNvSpPr>
            <p:nvPr/>
          </p:nvSpPr>
          <p:spPr bwMode="auto">
            <a:xfrm>
              <a:off x="3241" y="2028"/>
              <a:ext cx="9" cy="11"/>
            </a:xfrm>
            <a:custGeom>
              <a:avLst/>
              <a:gdLst>
                <a:gd name="T0" fmla="*/ 5 w 9"/>
                <a:gd name="T1" fmla="*/ 11 h 11"/>
                <a:gd name="T2" fmla="*/ 5 w 9"/>
                <a:gd name="T3" fmla="*/ 11 h 11"/>
                <a:gd name="T4" fmla="*/ 8 w 9"/>
                <a:gd name="T5" fmla="*/ 10 h 11"/>
                <a:gd name="T6" fmla="*/ 9 w 9"/>
                <a:gd name="T7" fmla="*/ 8 h 11"/>
                <a:gd name="T8" fmla="*/ 9 w 9"/>
                <a:gd name="T9" fmla="*/ 7 h 11"/>
                <a:gd name="T10" fmla="*/ 8 w 9"/>
                <a:gd name="T11" fmla="*/ 4 h 11"/>
                <a:gd name="T12" fmla="*/ 7 w 9"/>
                <a:gd name="T13" fmla="*/ 3 h 11"/>
                <a:gd name="T14" fmla="*/ 5 w 9"/>
                <a:gd name="T15" fmla="*/ 2 h 11"/>
                <a:gd name="T16" fmla="*/ 3 w 9"/>
                <a:gd name="T17" fmla="*/ 1 h 11"/>
                <a:gd name="T18" fmla="*/ 2 w 9"/>
                <a:gd name="T19" fmla="*/ 0 h 11"/>
                <a:gd name="T20" fmla="*/ 0 w 9"/>
                <a:gd name="T21" fmla="*/ 1 h 11"/>
                <a:gd name="T22" fmla="*/ 2 w 9"/>
                <a:gd name="T23" fmla="*/ 2 h 11"/>
                <a:gd name="T24" fmla="*/ 4 w 9"/>
                <a:gd name="T25" fmla="*/ 3 h 11"/>
                <a:gd name="T26" fmla="*/ 5 w 9"/>
                <a:gd name="T27" fmla="*/ 4 h 11"/>
                <a:gd name="T28" fmla="*/ 7 w 9"/>
                <a:gd name="T29" fmla="*/ 5 h 11"/>
                <a:gd name="T30" fmla="*/ 7 w 9"/>
                <a:gd name="T31" fmla="*/ 7 h 11"/>
                <a:gd name="T32" fmla="*/ 7 w 9"/>
                <a:gd name="T33" fmla="*/ 8 h 11"/>
                <a:gd name="T34" fmla="*/ 4 w 9"/>
                <a:gd name="T35" fmla="*/ 10 h 11"/>
                <a:gd name="T36" fmla="*/ 5 w 9"/>
                <a:gd name="T37" fmla="*/ 11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11"/>
                <a:gd name="T59" fmla="*/ 9 w 9"/>
                <a:gd name="T60" fmla="*/ 11 h 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11">
                  <a:moveTo>
                    <a:pt x="5" y="11"/>
                  </a:moveTo>
                  <a:lnTo>
                    <a:pt x="5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8" y="4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8"/>
                  </a:lnTo>
                  <a:lnTo>
                    <a:pt x="4" y="10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1162"/>
            <p:cNvSpPr>
              <a:spLocks/>
            </p:cNvSpPr>
            <p:nvPr/>
          </p:nvSpPr>
          <p:spPr bwMode="auto">
            <a:xfrm>
              <a:off x="3143" y="2037"/>
              <a:ext cx="103" cy="46"/>
            </a:xfrm>
            <a:custGeom>
              <a:avLst/>
              <a:gdLst>
                <a:gd name="T0" fmla="*/ 1 w 103"/>
                <a:gd name="T1" fmla="*/ 46 h 46"/>
                <a:gd name="T2" fmla="*/ 3 w 103"/>
                <a:gd name="T3" fmla="*/ 45 h 46"/>
                <a:gd name="T4" fmla="*/ 9 w 103"/>
                <a:gd name="T5" fmla="*/ 43 h 46"/>
                <a:gd name="T6" fmla="*/ 14 w 103"/>
                <a:gd name="T7" fmla="*/ 41 h 46"/>
                <a:gd name="T8" fmla="*/ 20 w 103"/>
                <a:gd name="T9" fmla="*/ 38 h 46"/>
                <a:gd name="T10" fmla="*/ 27 w 103"/>
                <a:gd name="T11" fmla="*/ 35 h 46"/>
                <a:gd name="T12" fmla="*/ 35 w 103"/>
                <a:gd name="T13" fmla="*/ 30 h 46"/>
                <a:gd name="T14" fmla="*/ 44 w 103"/>
                <a:gd name="T15" fmla="*/ 27 h 46"/>
                <a:gd name="T16" fmla="*/ 52 w 103"/>
                <a:gd name="T17" fmla="*/ 24 h 46"/>
                <a:gd name="T18" fmla="*/ 61 w 103"/>
                <a:gd name="T19" fmla="*/ 20 h 46"/>
                <a:gd name="T20" fmla="*/ 70 w 103"/>
                <a:gd name="T21" fmla="*/ 17 h 46"/>
                <a:gd name="T22" fmla="*/ 77 w 103"/>
                <a:gd name="T23" fmla="*/ 13 h 46"/>
                <a:gd name="T24" fmla="*/ 83 w 103"/>
                <a:gd name="T25" fmla="*/ 11 h 46"/>
                <a:gd name="T26" fmla="*/ 90 w 103"/>
                <a:gd name="T27" fmla="*/ 7 h 46"/>
                <a:gd name="T28" fmla="*/ 96 w 103"/>
                <a:gd name="T29" fmla="*/ 4 h 46"/>
                <a:gd name="T30" fmla="*/ 100 w 103"/>
                <a:gd name="T31" fmla="*/ 3 h 46"/>
                <a:gd name="T32" fmla="*/ 103 w 103"/>
                <a:gd name="T33" fmla="*/ 1 h 46"/>
                <a:gd name="T34" fmla="*/ 101 w 103"/>
                <a:gd name="T35" fmla="*/ 0 h 46"/>
                <a:gd name="T36" fmla="*/ 97 w 103"/>
                <a:gd name="T37" fmla="*/ 2 h 46"/>
                <a:gd name="T38" fmla="*/ 92 w 103"/>
                <a:gd name="T39" fmla="*/ 4 h 46"/>
                <a:gd name="T40" fmla="*/ 86 w 103"/>
                <a:gd name="T41" fmla="*/ 7 h 46"/>
                <a:gd name="T42" fmla="*/ 79 w 103"/>
                <a:gd name="T43" fmla="*/ 11 h 46"/>
                <a:gd name="T44" fmla="*/ 72 w 103"/>
                <a:gd name="T45" fmla="*/ 13 h 46"/>
                <a:gd name="T46" fmla="*/ 64 w 103"/>
                <a:gd name="T47" fmla="*/ 17 h 46"/>
                <a:gd name="T48" fmla="*/ 56 w 103"/>
                <a:gd name="T49" fmla="*/ 20 h 46"/>
                <a:gd name="T50" fmla="*/ 47 w 103"/>
                <a:gd name="T51" fmla="*/ 24 h 46"/>
                <a:gd name="T52" fmla="*/ 39 w 103"/>
                <a:gd name="T53" fmla="*/ 28 h 46"/>
                <a:gd name="T54" fmla="*/ 31 w 103"/>
                <a:gd name="T55" fmla="*/ 31 h 46"/>
                <a:gd name="T56" fmla="*/ 23 w 103"/>
                <a:gd name="T57" fmla="*/ 35 h 46"/>
                <a:gd name="T58" fmla="*/ 16 w 103"/>
                <a:gd name="T59" fmla="*/ 38 h 46"/>
                <a:gd name="T60" fmla="*/ 11 w 103"/>
                <a:gd name="T61" fmla="*/ 41 h 46"/>
                <a:gd name="T62" fmla="*/ 5 w 103"/>
                <a:gd name="T63" fmla="*/ 42 h 46"/>
                <a:gd name="T64" fmla="*/ 1 w 103"/>
                <a:gd name="T65" fmla="*/ 44 h 46"/>
                <a:gd name="T66" fmla="*/ 1 w 103"/>
                <a:gd name="T67" fmla="*/ 46 h 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6"/>
                <a:gd name="T104" fmla="*/ 103 w 103"/>
                <a:gd name="T105" fmla="*/ 46 h 4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6">
                  <a:moveTo>
                    <a:pt x="1" y="46"/>
                  </a:moveTo>
                  <a:lnTo>
                    <a:pt x="1" y="46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42"/>
                  </a:lnTo>
                  <a:lnTo>
                    <a:pt x="14" y="41"/>
                  </a:lnTo>
                  <a:lnTo>
                    <a:pt x="17" y="40"/>
                  </a:lnTo>
                  <a:lnTo>
                    <a:pt x="20" y="38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1" y="32"/>
                  </a:lnTo>
                  <a:lnTo>
                    <a:pt x="35" y="30"/>
                  </a:lnTo>
                  <a:lnTo>
                    <a:pt x="40" y="29"/>
                  </a:lnTo>
                  <a:lnTo>
                    <a:pt x="44" y="27"/>
                  </a:lnTo>
                  <a:lnTo>
                    <a:pt x="47" y="26"/>
                  </a:lnTo>
                  <a:lnTo>
                    <a:pt x="52" y="24"/>
                  </a:lnTo>
                  <a:lnTo>
                    <a:pt x="57" y="23"/>
                  </a:lnTo>
                  <a:lnTo>
                    <a:pt x="61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0" y="11"/>
                  </a:lnTo>
                  <a:lnTo>
                    <a:pt x="83" y="11"/>
                  </a:lnTo>
                  <a:lnTo>
                    <a:pt x="87" y="9"/>
                  </a:lnTo>
                  <a:lnTo>
                    <a:pt x="90" y="7"/>
                  </a:lnTo>
                  <a:lnTo>
                    <a:pt x="92" y="5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7"/>
                  </a:lnTo>
                  <a:lnTo>
                    <a:pt x="82" y="8"/>
                  </a:lnTo>
                  <a:lnTo>
                    <a:pt x="79" y="11"/>
                  </a:lnTo>
                  <a:lnTo>
                    <a:pt x="76" y="11"/>
                  </a:lnTo>
                  <a:lnTo>
                    <a:pt x="72" y="13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2" y="23"/>
                  </a:lnTo>
                  <a:lnTo>
                    <a:pt x="47" y="24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5" y="29"/>
                  </a:lnTo>
                  <a:lnTo>
                    <a:pt x="31" y="31"/>
                  </a:lnTo>
                  <a:lnTo>
                    <a:pt x="27" y="32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6" y="38"/>
                  </a:lnTo>
                  <a:lnTo>
                    <a:pt x="14" y="39"/>
                  </a:lnTo>
                  <a:lnTo>
                    <a:pt x="11" y="41"/>
                  </a:lnTo>
                  <a:lnTo>
                    <a:pt x="9" y="42"/>
                  </a:lnTo>
                  <a:lnTo>
                    <a:pt x="5" y="42"/>
                  </a:lnTo>
                  <a:lnTo>
                    <a:pt x="3" y="43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1163"/>
            <p:cNvSpPr>
              <a:spLocks/>
            </p:cNvSpPr>
            <p:nvPr/>
          </p:nvSpPr>
          <p:spPr bwMode="auto">
            <a:xfrm>
              <a:off x="3129" y="2078"/>
              <a:ext cx="14" cy="6"/>
            </a:xfrm>
            <a:custGeom>
              <a:avLst/>
              <a:gdLst>
                <a:gd name="T0" fmla="*/ 0 w 14"/>
                <a:gd name="T1" fmla="*/ 3 h 6"/>
                <a:gd name="T2" fmla="*/ 0 w 14"/>
                <a:gd name="T3" fmla="*/ 3 h 6"/>
                <a:gd name="T4" fmla="*/ 1 w 14"/>
                <a:gd name="T5" fmla="*/ 3 h 6"/>
                <a:gd name="T6" fmla="*/ 3 w 14"/>
                <a:gd name="T7" fmla="*/ 3 h 6"/>
                <a:gd name="T8" fmla="*/ 7 w 14"/>
                <a:gd name="T9" fmla="*/ 5 h 6"/>
                <a:gd name="T10" fmla="*/ 7 w 14"/>
                <a:gd name="T11" fmla="*/ 5 h 6"/>
                <a:gd name="T12" fmla="*/ 10 w 14"/>
                <a:gd name="T13" fmla="*/ 6 h 6"/>
                <a:gd name="T14" fmla="*/ 11 w 14"/>
                <a:gd name="T15" fmla="*/ 6 h 6"/>
                <a:gd name="T16" fmla="*/ 13 w 14"/>
                <a:gd name="T17" fmla="*/ 6 h 6"/>
                <a:gd name="T18" fmla="*/ 14 w 14"/>
                <a:gd name="T19" fmla="*/ 6 h 6"/>
                <a:gd name="T20" fmla="*/ 13 w 14"/>
                <a:gd name="T21" fmla="*/ 3 h 6"/>
                <a:gd name="T22" fmla="*/ 11 w 14"/>
                <a:gd name="T23" fmla="*/ 3 h 6"/>
                <a:gd name="T24" fmla="*/ 10 w 14"/>
                <a:gd name="T25" fmla="*/ 3 h 6"/>
                <a:gd name="T26" fmla="*/ 9 w 14"/>
                <a:gd name="T27" fmla="*/ 3 h 6"/>
                <a:gd name="T28" fmla="*/ 7 w 14"/>
                <a:gd name="T29" fmla="*/ 3 h 6"/>
                <a:gd name="T30" fmla="*/ 3 w 14"/>
                <a:gd name="T31" fmla="*/ 1 h 6"/>
                <a:gd name="T32" fmla="*/ 2 w 14"/>
                <a:gd name="T33" fmla="*/ 1 h 6"/>
                <a:gd name="T34" fmla="*/ 1 w 14"/>
                <a:gd name="T35" fmla="*/ 0 h 6"/>
                <a:gd name="T36" fmla="*/ 0 w 14"/>
                <a:gd name="T37" fmla="*/ 3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6"/>
                <a:gd name="T59" fmla="*/ 14 w 14"/>
                <a:gd name="T60" fmla="*/ 6 h 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6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3" y="3"/>
                  </a:lnTo>
                  <a:lnTo>
                    <a:pt x="7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1164"/>
            <p:cNvSpPr>
              <a:spLocks/>
            </p:cNvSpPr>
            <p:nvPr/>
          </p:nvSpPr>
          <p:spPr bwMode="auto">
            <a:xfrm>
              <a:off x="3015" y="2018"/>
              <a:ext cx="115" cy="63"/>
            </a:xfrm>
            <a:custGeom>
              <a:avLst/>
              <a:gdLst>
                <a:gd name="T0" fmla="*/ 0 w 115"/>
                <a:gd name="T1" fmla="*/ 1 h 63"/>
                <a:gd name="T2" fmla="*/ 2 w 115"/>
                <a:gd name="T3" fmla="*/ 2 h 63"/>
                <a:gd name="T4" fmla="*/ 5 w 115"/>
                <a:gd name="T5" fmla="*/ 4 h 63"/>
                <a:gd name="T6" fmla="*/ 11 w 115"/>
                <a:gd name="T7" fmla="*/ 7 h 63"/>
                <a:gd name="T8" fmla="*/ 18 w 115"/>
                <a:gd name="T9" fmla="*/ 11 h 63"/>
                <a:gd name="T10" fmla="*/ 26 w 115"/>
                <a:gd name="T11" fmla="*/ 16 h 63"/>
                <a:gd name="T12" fmla="*/ 35 w 115"/>
                <a:gd name="T13" fmla="*/ 21 h 63"/>
                <a:gd name="T14" fmla="*/ 45 w 115"/>
                <a:gd name="T15" fmla="*/ 26 h 63"/>
                <a:gd name="T16" fmla="*/ 54 w 115"/>
                <a:gd name="T17" fmla="*/ 31 h 63"/>
                <a:gd name="T18" fmla="*/ 64 w 115"/>
                <a:gd name="T19" fmla="*/ 37 h 63"/>
                <a:gd name="T20" fmla="*/ 75 w 115"/>
                <a:gd name="T21" fmla="*/ 42 h 63"/>
                <a:gd name="T22" fmla="*/ 83 w 115"/>
                <a:gd name="T23" fmla="*/ 47 h 63"/>
                <a:gd name="T24" fmla="*/ 93 w 115"/>
                <a:gd name="T25" fmla="*/ 51 h 63"/>
                <a:gd name="T26" fmla="*/ 99 w 115"/>
                <a:gd name="T27" fmla="*/ 54 h 63"/>
                <a:gd name="T28" fmla="*/ 107 w 115"/>
                <a:gd name="T29" fmla="*/ 59 h 63"/>
                <a:gd name="T30" fmla="*/ 112 w 115"/>
                <a:gd name="T31" fmla="*/ 62 h 63"/>
                <a:gd name="T32" fmla="*/ 114 w 115"/>
                <a:gd name="T33" fmla="*/ 63 h 63"/>
                <a:gd name="T34" fmla="*/ 114 w 115"/>
                <a:gd name="T35" fmla="*/ 61 h 63"/>
                <a:gd name="T36" fmla="*/ 110 w 115"/>
                <a:gd name="T37" fmla="*/ 59 h 63"/>
                <a:gd name="T38" fmla="*/ 104 w 115"/>
                <a:gd name="T39" fmla="*/ 54 h 63"/>
                <a:gd name="T40" fmla="*/ 97 w 115"/>
                <a:gd name="T41" fmla="*/ 51 h 63"/>
                <a:gd name="T42" fmla="*/ 90 w 115"/>
                <a:gd name="T43" fmla="*/ 47 h 63"/>
                <a:gd name="T44" fmla="*/ 80 w 115"/>
                <a:gd name="T45" fmla="*/ 43 h 63"/>
                <a:gd name="T46" fmla="*/ 70 w 115"/>
                <a:gd name="T47" fmla="*/ 37 h 63"/>
                <a:gd name="T48" fmla="*/ 61 w 115"/>
                <a:gd name="T49" fmla="*/ 32 h 63"/>
                <a:gd name="T50" fmla="*/ 51 w 115"/>
                <a:gd name="T51" fmla="*/ 27 h 63"/>
                <a:gd name="T52" fmla="*/ 41 w 115"/>
                <a:gd name="T53" fmla="*/ 21 h 63"/>
                <a:gd name="T54" fmla="*/ 32 w 115"/>
                <a:gd name="T55" fmla="*/ 17 h 63"/>
                <a:gd name="T56" fmla="*/ 23 w 115"/>
                <a:gd name="T57" fmla="*/ 13 h 63"/>
                <a:gd name="T58" fmla="*/ 16 w 115"/>
                <a:gd name="T59" fmla="*/ 7 h 63"/>
                <a:gd name="T60" fmla="*/ 8 w 115"/>
                <a:gd name="T61" fmla="*/ 4 h 63"/>
                <a:gd name="T62" fmla="*/ 4 w 115"/>
                <a:gd name="T63" fmla="*/ 2 h 63"/>
                <a:gd name="T64" fmla="*/ 1 w 115"/>
                <a:gd name="T65" fmla="*/ 0 h 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3"/>
                <a:gd name="T101" fmla="*/ 115 w 115"/>
                <a:gd name="T102" fmla="*/ 63 h 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3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6"/>
                  </a:lnTo>
                  <a:lnTo>
                    <a:pt x="11" y="7"/>
                  </a:lnTo>
                  <a:lnTo>
                    <a:pt x="15" y="11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3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1"/>
                  </a:lnTo>
                  <a:lnTo>
                    <a:pt x="60" y="33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2"/>
                  </a:lnTo>
                  <a:lnTo>
                    <a:pt x="79" y="44"/>
                  </a:lnTo>
                  <a:lnTo>
                    <a:pt x="83" y="47"/>
                  </a:lnTo>
                  <a:lnTo>
                    <a:pt x="88" y="49"/>
                  </a:lnTo>
                  <a:lnTo>
                    <a:pt x="93" y="51"/>
                  </a:lnTo>
                  <a:lnTo>
                    <a:pt x="96" y="54"/>
                  </a:lnTo>
                  <a:lnTo>
                    <a:pt x="99" y="54"/>
                  </a:lnTo>
                  <a:lnTo>
                    <a:pt x="102" y="58"/>
                  </a:lnTo>
                  <a:lnTo>
                    <a:pt x="107" y="59"/>
                  </a:lnTo>
                  <a:lnTo>
                    <a:pt x="110" y="61"/>
                  </a:lnTo>
                  <a:lnTo>
                    <a:pt x="112" y="62"/>
                  </a:lnTo>
                  <a:lnTo>
                    <a:pt x="113" y="62"/>
                  </a:lnTo>
                  <a:lnTo>
                    <a:pt x="114" y="63"/>
                  </a:lnTo>
                  <a:lnTo>
                    <a:pt x="115" y="62"/>
                  </a:lnTo>
                  <a:lnTo>
                    <a:pt x="114" y="61"/>
                  </a:lnTo>
                  <a:lnTo>
                    <a:pt x="112" y="60"/>
                  </a:lnTo>
                  <a:lnTo>
                    <a:pt x="110" y="59"/>
                  </a:lnTo>
                  <a:lnTo>
                    <a:pt x="107" y="58"/>
                  </a:lnTo>
                  <a:lnTo>
                    <a:pt x="104" y="54"/>
                  </a:lnTo>
                  <a:lnTo>
                    <a:pt x="100" y="54"/>
                  </a:lnTo>
                  <a:lnTo>
                    <a:pt x="97" y="51"/>
                  </a:lnTo>
                  <a:lnTo>
                    <a:pt x="94" y="49"/>
                  </a:lnTo>
                  <a:lnTo>
                    <a:pt x="90" y="47"/>
                  </a:lnTo>
                  <a:lnTo>
                    <a:pt x="84" y="45"/>
                  </a:lnTo>
                  <a:lnTo>
                    <a:pt x="80" y="43"/>
                  </a:lnTo>
                  <a:lnTo>
                    <a:pt x="76" y="41"/>
                  </a:lnTo>
                  <a:lnTo>
                    <a:pt x="70" y="37"/>
                  </a:lnTo>
                  <a:lnTo>
                    <a:pt x="65" y="35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7"/>
                  </a:lnTo>
                  <a:lnTo>
                    <a:pt x="46" y="24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3"/>
                  </a:lnTo>
                  <a:lnTo>
                    <a:pt x="19" y="11"/>
                  </a:lnTo>
                  <a:lnTo>
                    <a:pt x="16" y="7"/>
                  </a:lnTo>
                  <a:lnTo>
                    <a:pt x="13" y="6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1165"/>
            <p:cNvSpPr>
              <a:spLocks/>
            </p:cNvSpPr>
            <p:nvPr/>
          </p:nvSpPr>
          <p:spPr bwMode="auto">
            <a:xfrm>
              <a:off x="3010" y="2012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2 w 6"/>
                <a:gd name="T5" fmla="*/ 1 h 8"/>
                <a:gd name="T6" fmla="*/ 1 w 6"/>
                <a:gd name="T7" fmla="*/ 2 h 8"/>
                <a:gd name="T8" fmla="*/ 0 w 6"/>
                <a:gd name="T9" fmla="*/ 4 h 8"/>
                <a:gd name="T10" fmla="*/ 0 w 6"/>
                <a:gd name="T11" fmla="*/ 4 h 8"/>
                <a:gd name="T12" fmla="*/ 1 w 6"/>
                <a:gd name="T13" fmla="*/ 6 h 8"/>
                <a:gd name="T14" fmla="*/ 2 w 6"/>
                <a:gd name="T15" fmla="*/ 7 h 8"/>
                <a:gd name="T16" fmla="*/ 4 w 6"/>
                <a:gd name="T17" fmla="*/ 7 h 8"/>
                <a:gd name="T18" fmla="*/ 5 w 6"/>
                <a:gd name="T19" fmla="*/ 8 h 8"/>
                <a:gd name="T20" fmla="*/ 6 w 6"/>
                <a:gd name="T21" fmla="*/ 7 h 8"/>
                <a:gd name="T22" fmla="*/ 4 w 6"/>
                <a:gd name="T23" fmla="*/ 6 h 8"/>
                <a:gd name="T24" fmla="*/ 3 w 6"/>
                <a:gd name="T25" fmla="*/ 4 h 8"/>
                <a:gd name="T26" fmla="*/ 2 w 6"/>
                <a:gd name="T27" fmla="*/ 4 h 8"/>
                <a:gd name="T28" fmla="*/ 2 w 6"/>
                <a:gd name="T29" fmla="*/ 4 h 8"/>
                <a:gd name="T30" fmla="*/ 3 w 6"/>
                <a:gd name="T31" fmla="*/ 2 h 8"/>
                <a:gd name="T32" fmla="*/ 5 w 6"/>
                <a:gd name="T33" fmla="*/ 2 h 8"/>
                <a:gd name="T34" fmla="*/ 4 w 6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"/>
                <a:gd name="T55" fmla="*/ 0 h 8"/>
                <a:gd name="T56" fmla="*/ 6 w 6"/>
                <a:gd name="T57" fmla="*/ 8 h 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1" y="6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7"/>
                  </a:lnTo>
                  <a:lnTo>
                    <a:pt x="4" y="6"/>
                  </a:lnTo>
                  <a:lnTo>
                    <a:pt x="3" y="4"/>
                  </a:lnTo>
                  <a:lnTo>
                    <a:pt x="2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1166"/>
            <p:cNvSpPr>
              <a:spLocks/>
            </p:cNvSpPr>
            <p:nvPr/>
          </p:nvSpPr>
          <p:spPr bwMode="auto">
            <a:xfrm>
              <a:off x="3137" y="2070"/>
              <a:ext cx="106" cy="48"/>
            </a:xfrm>
            <a:custGeom>
              <a:avLst/>
              <a:gdLst>
                <a:gd name="T0" fmla="*/ 106 w 106"/>
                <a:gd name="T1" fmla="*/ 0 h 48"/>
                <a:gd name="T2" fmla="*/ 104 w 106"/>
                <a:gd name="T3" fmla="*/ 1 h 48"/>
                <a:gd name="T4" fmla="*/ 102 w 106"/>
                <a:gd name="T5" fmla="*/ 1 h 48"/>
                <a:gd name="T6" fmla="*/ 100 w 106"/>
                <a:gd name="T7" fmla="*/ 2 h 48"/>
                <a:gd name="T8" fmla="*/ 98 w 106"/>
                <a:gd name="T9" fmla="*/ 3 h 48"/>
                <a:gd name="T10" fmla="*/ 95 w 106"/>
                <a:gd name="T11" fmla="*/ 5 h 48"/>
                <a:gd name="T12" fmla="*/ 92 w 106"/>
                <a:gd name="T13" fmla="*/ 6 h 48"/>
                <a:gd name="T14" fmla="*/ 88 w 106"/>
                <a:gd name="T15" fmla="*/ 8 h 48"/>
                <a:gd name="T16" fmla="*/ 85 w 106"/>
                <a:gd name="T17" fmla="*/ 9 h 48"/>
                <a:gd name="T18" fmla="*/ 82 w 106"/>
                <a:gd name="T19" fmla="*/ 11 h 48"/>
                <a:gd name="T20" fmla="*/ 79 w 106"/>
                <a:gd name="T21" fmla="*/ 13 h 48"/>
                <a:gd name="T22" fmla="*/ 75 w 106"/>
                <a:gd name="T23" fmla="*/ 15 h 48"/>
                <a:gd name="T24" fmla="*/ 70 w 106"/>
                <a:gd name="T25" fmla="*/ 16 h 48"/>
                <a:gd name="T26" fmla="*/ 66 w 106"/>
                <a:gd name="T27" fmla="*/ 18 h 48"/>
                <a:gd name="T28" fmla="*/ 62 w 106"/>
                <a:gd name="T29" fmla="*/ 21 h 48"/>
                <a:gd name="T30" fmla="*/ 57 w 106"/>
                <a:gd name="T31" fmla="*/ 23 h 48"/>
                <a:gd name="T32" fmla="*/ 53 w 106"/>
                <a:gd name="T33" fmla="*/ 24 h 48"/>
                <a:gd name="T34" fmla="*/ 50 w 106"/>
                <a:gd name="T35" fmla="*/ 26 h 48"/>
                <a:gd name="T36" fmla="*/ 45 w 106"/>
                <a:gd name="T37" fmla="*/ 28 h 48"/>
                <a:gd name="T38" fmla="*/ 40 w 106"/>
                <a:gd name="T39" fmla="*/ 30 h 48"/>
                <a:gd name="T40" fmla="*/ 36 w 106"/>
                <a:gd name="T41" fmla="*/ 31 h 48"/>
                <a:gd name="T42" fmla="*/ 31 w 106"/>
                <a:gd name="T43" fmla="*/ 33 h 48"/>
                <a:gd name="T44" fmla="*/ 28 w 106"/>
                <a:gd name="T45" fmla="*/ 36 h 48"/>
                <a:gd name="T46" fmla="*/ 23 w 106"/>
                <a:gd name="T47" fmla="*/ 38 h 48"/>
                <a:gd name="T48" fmla="*/ 20 w 106"/>
                <a:gd name="T49" fmla="*/ 40 h 48"/>
                <a:gd name="T50" fmla="*/ 17 w 106"/>
                <a:gd name="T51" fmla="*/ 41 h 48"/>
                <a:gd name="T52" fmla="*/ 14 w 106"/>
                <a:gd name="T53" fmla="*/ 42 h 48"/>
                <a:gd name="T54" fmla="*/ 10 w 106"/>
                <a:gd name="T55" fmla="*/ 44 h 48"/>
                <a:gd name="T56" fmla="*/ 8 w 106"/>
                <a:gd name="T57" fmla="*/ 45 h 48"/>
                <a:gd name="T58" fmla="*/ 5 w 106"/>
                <a:gd name="T59" fmla="*/ 46 h 48"/>
                <a:gd name="T60" fmla="*/ 3 w 106"/>
                <a:gd name="T61" fmla="*/ 47 h 48"/>
                <a:gd name="T62" fmla="*/ 1 w 106"/>
                <a:gd name="T63" fmla="*/ 47 h 48"/>
                <a:gd name="T64" fmla="*/ 0 w 106"/>
                <a:gd name="T65" fmla="*/ 48 h 48"/>
                <a:gd name="T66" fmla="*/ 106 w 106"/>
                <a:gd name="T67" fmla="*/ 0 h 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6"/>
                <a:gd name="T103" fmla="*/ 0 h 48"/>
                <a:gd name="T104" fmla="*/ 106 w 106"/>
                <a:gd name="T105" fmla="*/ 48 h 4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6" h="48">
                  <a:moveTo>
                    <a:pt x="106" y="0"/>
                  </a:moveTo>
                  <a:lnTo>
                    <a:pt x="104" y="1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98" y="3"/>
                  </a:lnTo>
                  <a:lnTo>
                    <a:pt x="95" y="5"/>
                  </a:lnTo>
                  <a:lnTo>
                    <a:pt x="92" y="6"/>
                  </a:lnTo>
                  <a:lnTo>
                    <a:pt x="88" y="8"/>
                  </a:lnTo>
                  <a:lnTo>
                    <a:pt x="85" y="9"/>
                  </a:lnTo>
                  <a:lnTo>
                    <a:pt x="82" y="11"/>
                  </a:lnTo>
                  <a:lnTo>
                    <a:pt x="79" y="13"/>
                  </a:lnTo>
                  <a:lnTo>
                    <a:pt x="75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1"/>
                  </a:lnTo>
                  <a:lnTo>
                    <a:pt x="57" y="23"/>
                  </a:lnTo>
                  <a:lnTo>
                    <a:pt x="53" y="24"/>
                  </a:lnTo>
                  <a:lnTo>
                    <a:pt x="50" y="26"/>
                  </a:lnTo>
                  <a:lnTo>
                    <a:pt x="45" y="28"/>
                  </a:lnTo>
                  <a:lnTo>
                    <a:pt x="40" y="30"/>
                  </a:lnTo>
                  <a:lnTo>
                    <a:pt x="36" y="31"/>
                  </a:lnTo>
                  <a:lnTo>
                    <a:pt x="31" y="33"/>
                  </a:lnTo>
                  <a:lnTo>
                    <a:pt x="28" y="36"/>
                  </a:lnTo>
                  <a:lnTo>
                    <a:pt x="23" y="38"/>
                  </a:lnTo>
                  <a:lnTo>
                    <a:pt x="20" y="40"/>
                  </a:lnTo>
                  <a:lnTo>
                    <a:pt x="17" y="41"/>
                  </a:lnTo>
                  <a:lnTo>
                    <a:pt x="14" y="42"/>
                  </a:lnTo>
                  <a:lnTo>
                    <a:pt x="10" y="44"/>
                  </a:lnTo>
                  <a:lnTo>
                    <a:pt x="8" y="45"/>
                  </a:lnTo>
                  <a:lnTo>
                    <a:pt x="5" y="46"/>
                  </a:lnTo>
                  <a:lnTo>
                    <a:pt x="3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167"/>
            <p:cNvSpPr>
              <a:spLocks/>
            </p:cNvSpPr>
            <p:nvPr/>
          </p:nvSpPr>
          <p:spPr bwMode="auto">
            <a:xfrm>
              <a:off x="3136" y="2069"/>
              <a:ext cx="107" cy="49"/>
            </a:xfrm>
            <a:custGeom>
              <a:avLst/>
              <a:gdLst>
                <a:gd name="T0" fmla="*/ 2 w 107"/>
                <a:gd name="T1" fmla="*/ 48 h 49"/>
                <a:gd name="T2" fmla="*/ 6 w 107"/>
                <a:gd name="T3" fmla="*/ 47 h 49"/>
                <a:gd name="T4" fmla="*/ 10 w 107"/>
                <a:gd name="T5" fmla="*/ 45 h 49"/>
                <a:gd name="T6" fmla="*/ 18 w 107"/>
                <a:gd name="T7" fmla="*/ 42 h 49"/>
                <a:gd name="T8" fmla="*/ 24 w 107"/>
                <a:gd name="T9" fmla="*/ 39 h 49"/>
                <a:gd name="T10" fmla="*/ 32 w 107"/>
                <a:gd name="T11" fmla="*/ 35 h 49"/>
                <a:gd name="T12" fmla="*/ 41 w 107"/>
                <a:gd name="T13" fmla="*/ 31 h 49"/>
                <a:gd name="T14" fmla="*/ 50 w 107"/>
                <a:gd name="T15" fmla="*/ 27 h 49"/>
                <a:gd name="T16" fmla="*/ 58 w 107"/>
                <a:gd name="T17" fmla="*/ 24 h 49"/>
                <a:gd name="T18" fmla="*/ 67 w 107"/>
                <a:gd name="T19" fmla="*/ 19 h 49"/>
                <a:gd name="T20" fmla="*/ 76 w 107"/>
                <a:gd name="T21" fmla="*/ 16 h 49"/>
                <a:gd name="T22" fmla="*/ 83 w 107"/>
                <a:gd name="T23" fmla="*/ 12 h 49"/>
                <a:gd name="T24" fmla="*/ 89 w 107"/>
                <a:gd name="T25" fmla="*/ 9 h 49"/>
                <a:gd name="T26" fmla="*/ 96 w 107"/>
                <a:gd name="T27" fmla="*/ 7 h 49"/>
                <a:gd name="T28" fmla="*/ 101 w 107"/>
                <a:gd name="T29" fmla="*/ 4 h 49"/>
                <a:gd name="T30" fmla="*/ 105 w 107"/>
                <a:gd name="T31" fmla="*/ 2 h 49"/>
                <a:gd name="T32" fmla="*/ 105 w 107"/>
                <a:gd name="T33" fmla="*/ 0 h 49"/>
                <a:gd name="T34" fmla="*/ 103 w 107"/>
                <a:gd name="T35" fmla="*/ 1 h 49"/>
                <a:gd name="T36" fmla="*/ 99 w 107"/>
                <a:gd name="T37" fmla="*/ 3 h 49"/>
                <a:gd name="T38" fmla="*/ 93 w 107"/>
                <a:gd name="T39" fmla="*/ 7 h 49"/>
                <a:gd name="T40" fmla="*/ 86 w 107"/>
                <a:gd name="T41" fmla="*/ 9 h 49"/>
                <a:gd name="T42" fmla="*/ 79 w 107"/>
                <a:gd name="T43" fmla="*/ 12 h 49"/>
                <a:gd name="T44" fmla="*/ 70 w 107"/>
                <a:gd name="T45" fmla="*/ 16 h 49"/>
                <a:gd name="T46" fmla="*/ 62 w 107"/>
                <a:gd name="T47" fmla="*/ 20 h 49"/>
                <a:gd name="T48" fmla="*/ 52 w 107"/>
                <a:gd name="T49" fmla="*/ 24 h 49"/>
                <a:gd name="T50" fmla="*/ 45 w 107"/>
                <a:gd name="T51" fmla="*/ 28 h 49"/>
                <a:gd name="T52" fmla="*/ 35 w 107"/>
                <a:gd name="T53" fmla="*/ 31 h 49"/>
                <a:gd name="T54" fmla="*/ 27 w 107"/>
                <a:gd name="T55" fmla="*/ 35 h 49"/>
                <a:gd name="T56" fmla="*/ 20 w 107"/>
                <a:gd name="T57" fmla="*/ 39 h 49"/>
                <a:gd name="T58" fmla="*/ 12 w 107"/>
                <a:gd name="T59" fmla="*/ 42 h 49"/>
                <a:gd name="T60" fmla="*/ 7 w 107"/>
                <a:gd name="T61" fmla="*/ 44 h 49"/>
                <a:gd name="T62" fmla="*/ 3 w 107"/>
                <a:gd name="T63" fmla="*/ 46 h 49"/>
                <a:gd name="T64" fmla="*/ 0 w 107"/>
                <a:gd name="T65" fmla="*/ 48 h 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7"/>
                <a:gd name="T100" fmla="*/ 0 h 49"/>
                <a:gd name="T101" fmla="*/ 107 w 107"/>
                <a:gd name="T102" fmla="*/ 49 h 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7" h="49">
                  <a:moveTo>
                    <a:pt x="1" y="49"/>
                  </a:moveTo>
                  <a:lnTo>
                    <a:pt x="2" y="48"/>
                  </a:lnTo>
                  <a:lnTo>
                    <a:pt x="4" y="48"/>
                  </a:lnTo>
                  <a:lnTo>
                    <a:pt x="6" y="47"/>
                  </a:lnTo>
                  <a:lnTo>
                    <a:pt x="8" y="46"/>
                  </a:lnTo>
                  <a:lnTo>
                    <a:pt x="10" y="45"/>
                  </a:lnTo>
                  <a:lnTo>
                    <a:pt x="15" y="43"/>
                  </a:lnTo>
                  <a:lnTo>
                    <a:pt x="18" y="42"/>
                  </a:lnTo>
                  <a:lnTo>
                    <a:pt x="21" y="41"/>
                  </a:lnTo>
                  <a:lnTo>
                    <a:pt x="24" y="39"/>
                  </a:lnTo>
                  <a:lnTo>
                    <a:pt x="29" y="37"/>
                  </a:lnTo>
                  <a:lnTo>
                    <a:pt x="32" y="35"/>
                  </a:lnTo>
                  <a:lnTo>
                    <a:pt x="37" y="33"/>
                  </a:lnTo>
                  <a:lnTo>
                    <a:pt x="41" y="31"/>
                  </a:lnTo>
                  <a:lnTo>
                    <a:pt x="46" y="29"/>
                  </a:lnTo>
                  <a:lnTo>
                    <a:pt x="50" y="27"/>
                  </a:lnTo>
                  <a:lnTo>
                    <a:pt x="54" y="25"/>
                  </a:lnTo>
                  <a:lnTo>
                    <a:pt x="58" y="24"/>
                  </a:lnTo>
                  <a:lnTo>
                    <a:pt x="63" y="22"/>
                  </a:lnTo>
                  <a:lnTo>
                    <a:pt x="67" y="19"/>
                  </a:lnTo>
                  <a:lnTo>
                    <a:pt x="71" y="18"/>
                  </a:lnTo>
                  <a:lnTo>
                    <a:pt x="76" y="16"/>
                  </a:lnTo>
                  <a:lnTo>
                    <a:pt x="80" y="14"/>
                  </a:lnTo>
                  <a:lnTo>
                    <a:pt x="83" y="12"/>
                  </a:lnTo>
                  <a:lnTo>
                    <a:pt x="86" y="11"/>
                  </a:lnTo>
                  <a:lnTo>
                    <a:pt x="89" y="9"/>
                  </a:lnTo>
                  <a:lnTo>
                    <a:pt x="93" y="9"/>
                  </a:lnTo>
                  <a:lnTo>
                    <a:pt x="96" y="7"/>
                  </a:lnTo>
                  <a:lnTo>
                    <a:pt x="99" y="4"/>
                  </a:lnTo>
                  <a:lnTo>
                    <a:pt x="101" y="4"/>
                  </a:lnTo>
                  <a:lnTo>
                    <a:pt x="103" y="3"/>
                  </a:lnTo>
                  <a:lnTo>
                    <a:pt x="105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1" y="2"/>
                  </a:lnTo>
                  <a:lnTo>
                    <a:pt x="99" y="3"/>
                  </a:lnTo>
                  <a:lnTo>
                    <a:pt x="96" y="4"/>
                  </a:lnTo>
                  <a:lnTo>
                    <a:pt x="93" y="7"/>
                  </a:lnTo>
                  <a:lnTo>
                    <a:pt x="89" y="7"/>
                  </a:lnTo>
                  <a:lnTo>
                    <a:pt x="86" y="9"/>
                  </a:lnTo>
                  <a:lnTo>
                    <a:pt x="82" y="11"/>
                  </a:lnTo>
                  <a:lnTo>
                    <a:pt x="79" y="12"/>
                  </a:lnTo>
                  <a:lnTo>
                    <a:pt x="73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2"/>
                  </a:lnTo>
                  <a:lnTo>
                    <a:pt x="52" y="24"/>
                  </a:lnTo>
                  <a:lnTo>
                    <a:pt x="49" y="26"/>
                  </a:lnTo>
                  <a:lnTo>
                    <a:pt x="45" y="28"/>
                  </a:lnTo>
                  <a:lnTo>
                    <a:pt x="40" y="29"/>
                  </a:lnTo>
                  <a:lnTo>
                    <a:pt x="35" y="31"/>
                  </a:lnTo>
                  <a:lnTo>
                    <a:pt x="32" y="34"/>
                  </a:lnTo>
                  <a:lnTo>
                    <a:pt x="27" y="35"/>
                  </a:lnTo>
                  <a:lnTo>
                    <a:pt x="24" y="37"/>
                  </a:lnTo>
                  <a:lnTo>
                    <a:pt x="20" y="39"/>
                  </a:lnTo>
                  <a:lnTo>
                    <a:pt x="17" y="41"/>
                  </a:lnTo>
                  <a:lnTo>
                    <a:pt x="12" y="42"/>
                  </a:lnTo>
                  <a:lnTo>
                    <a:pt x="10" y="43"/>
                  </a:lnTo>
                  <a:lnTo>
                    <a:pt x="7" y="44"/>
                  </a:lnTo>
                  <a:lnTo>
                    <a:pt x="5" y="45"/>
                  </a:lnTo>
                  <a:lnTo>
                    <a:pt x="3" y="46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1" y="49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1168"/>
            <p:cNvSpPr>
              <a:spLocks/>
            </p:cNvSpPr>
            <p:nvPr/>
          </p:nvSpPr>
          <p:spPr bwMode="auto">
            <a:xfrm>
              <a:off x="2998" y="1972"/>
              <a:ext cx="252" cy="110"/>
            </a:xfrm>
            <a:custGeom>
              <a:avLst/>
              <a:gdLst>
                <a:gd name="T0" fmla="*/ 2 w 252"/>
                <a:gd name="T1" fmla="*/ 30 h 110"/>
                <a:gd name="T2" fmla="*/ 1 w 252"/>
                <a:gd name="T3" fmla="*/ 15 h 110"/>
                <a:gd name="T4" fmla="*/ 12 w 252"/>
                <a:gd name="T5" fmla="*/ 0 h 110"/>
                <a:gd name="T6" fmla="*/ 18 w 252"/>
                <a:gd name="T7" fmla="*/ 0 h 110"/>
                <a:gd name="T8" fmla="*/ 34 w 252"/>
                <a:gd name="T9" fmla="*/ 1 h 110"/>
                <a:gd name="T10" fmla="*/ 58 w 252"/>
                <a:gd name="T11" fmla="*/ 2 h 110"/>
                <a:gd name="T12" fmla="*/ 86 w 252"/>
                <a:gd name="T13" fmla="*/ 4 h 110"/>
                <a:gd name="T14" fmla="*/ 118 w 252"/>
                <a:gd name="T15" fmla="*/ 6 h 110"/>
                <a:gd name="T16" fmla="*/ 149 w 252"/>
                <a:gd name="T17" fmla="*/ 10 h 110"/>
                <a:gd name="T18" fmla="*/ 180 w 252"/>
                <a:gd name="T19" fmla="*/ 13 h 110"/>
                <a:gd name="T20" fmla="*/ 208 w 252"/>
                <a:gd name="T21" fmla="*/ 15 h 110"/>
                <a:gd name="T22" fmla="*/ 228 w 252"/>
                <a:gd name="T23" fmla="*/ 17 h 110"/>
                <a:gd name="T24" fmla="*/ 241 w 252"/>
                <a:gd name="T25" fmla="*/ 19 h 110"/>
                <a:gd name="T26" fmla="*/ 245 w 252"/>
                <a:gd name="T27" fmla="*/ 37 h 110"/>
                <a:gd name="T28" fmla="*/ 247 w 252"/>
                <a:gd name="T29" fmla="*/ 57 h 110"/>
                <a:gd name="T30" fmla="*/ 251 w 252"/>
                <a:gd name="T31" fmla="*/ 60 h 110"/>
                <a:gd name="T32" fmla="*/ 251 w 252"/>
                <a:gd name="T33" fmla="*/ 64 h 110"/>
                <a:gd name="T34" fmla="*/ 247 w 252"/>
                <a:gd name="T35" fmla="*/ 66 h 110"/>
                <a:gd name="T36" fmla="*/ 238 w 252"/>
                <a:gd name="T37" fmla="*/ 69 h 110"/>
                <a:gd name="T38" fmla="*/ 230 w 252"/>
                <a:gd name="T39" fmla="*/ 74 h 110"/>
                <a:gd name="T40" fmla="*/ 218 w 252"/>
                <a:gd name="T41" fmla="*/ 78 h 110"/>
                <a:gd name="T42" fmla="*/ 205 w 252"/>
                <a:gd name="T43" fmla="*/ 84 h 110"/>
                <a:gd name="T44" fmla="*/ 193 w 252"/>
                <a:gd name="T45" fmla="*/ 90 h 110"/>
                <a:gd name="T46" fmla="*/ 180 w 252"/>
                <a:gd name="T47" fmla="*/ 94 h 110"/>
                <a:gd name="T48" fmla="*/ 170 w 252"/>
                <a:gd name="T49" fmla="*/ 100 h 110"/>
                <a:gd name="T50" fmla="*/ 159 w 252"/>
                <a:gd name="T51" fmla="*/ 105 h 110"/>
                <a:gd name="T52" fmla="*/ 150 w 252"/>
                <a:gd name="T53" fmla="*/ 108 h 110"/>
                <a:gd name="T54" fmla="*/ 145 w 252"/>
                <a:gd name="T55" fmla="*/ 110 h 110"/>
                <a:gd name="T56" fmla="*/ 141 w 252"/>
                <a:gd name="T57" fmla="*/ 110 h 110"/>
                <a:gd name="T58" fmla="*/ 134 w 252"/>
                <a:gd name="T59" fmla="*/ 108 h 110"/>
                <a:gd name="T60" fmla="*/ 130 w 252"/>
                <a:gd name="T61" fmla="*/ 107 h 110"/>
                <a:gd name="T62" fmla="*/ 124 w 252"/>
                <a:gd name="T63" fmla="*/ 104 h 110"/>
                <a:gd name="T64" fmla="*/ 113 w 252"/>
                <a:gd name="T65" fmla="*/ 97 h 110"/>
                <a:gd name="T66" fmla="*/ 101 w 252"/>
                <a:gd name="T67" fmla="*/ 91 h 110"/>
                <a:gd name="T68" fmla="*/ 87 w 252"/>
                <a:gd name="T69" fmla="*/ 83 h 110"/>
                <a:gd name="T70" fmla="*/ 72 w 252"/>
                <a:gd name="T71" fmla="*/ 75 h 110"/>
                <a:gd name="T72" fmla="*/ 58 w 252"/>
                <a:gd name="T73" fmla="*/ 67 h 110"/>
                <a:gd name="T74" fmla="*/ 44 w 252"/>
                <a:gd name="T75" fmla="*/ 60 h 110"/>
                <a:gd name="T76" fmla="*/ 33 w 252"/>
                <a:gd name="T77" fmla="*/ 53 h 110"/>
                <a:gd name="T78" fmla="*/ 23 w 252"/>
                <a:gd name="T79" fmla="*/ 49 h 110"/>
                <a:gd name="T80" fmla="*/ 18 w 252"/>
                <a:gd name="T81" fmla="*/ 47 h 110"/>
                <a:gd name="T82" fmla="*/ 15 w 252"/>
                <a:gd name="T83" fmla="*/ 44 h 110"/>
                <a:gd name="T84" fmla="*/ 10 w 252"/>
                <a:gd name="T85" fmla="*/ 41 h 110"/>
                <a:gd name="T86" fmla="*/ 5 w 252"/>
                <a:gd name="T87" fmla="*/ 37 h 1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2"/>
                <a:gd name="T133" fmla="*/ 0 h 110"/>
                <a:gd name="T134" fmla="*/ 252 w 252"/>
                <a:gd name="T135" fmla="*/ 110 h 11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2" h="110">
                  <a:moveTo>
                    <a:pt x="5" y="37"/>
                  </a:moveTo>
                  <a:lnTo>
                    <a:pt x="3" y="34"/>
                  </a:lnTo>
                  <a:lnTo>
                    <a:pt x="2" y="30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2" y="11"/>
                  </a:lnTo>
                  <a:lnTo>
                    <a:pt x="5" y="4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8" y="1"/>
                  </a:lnTo>
                  <a:lnTo>
                    <a:pt x="34" y="1"/>
                  </a:lnTo>
                  <a:lnTo>
                    <a:pt x="40" y="1"/>
                  </a:lnTo>
                  <a:lnTo>
                    <a:pt x="49" y="2"/>
                  </a:lnTo>
                  <a:lnTo>
                    <a:pt x="58" y="2"/>
                  </a:lnTo>
                  <a:lnTo>
                    <a:pt x="67" y="3"/>
                  </a:lnTo>
                  <a:lnTo>
                    <a:pt x="76" y="3"/>
                  </a:lnTo>
                  <a:lnTo>
                    <a:pt x="86" y="4"/>
                  </a:lnTo>
                  <a:lnTo>
                    <a:pt x="96" y="6"/>
                  </a:lnTo>
                  <a:lnTo>
                    <a:pt x="107" y="6"/>
                  </a:lnTo>
                  <a:lnTo>
                    <a:pt x="118" y="6"/>
                  </a:lnTo>
                  <a:lnTo>
                    <a:pt x="128" y="9"/>
                  </a:lnTo>
                  <a:lnTo>
                    <a:pt x="140" y="10"/>
                  </a:lnTo>
                  <a:lnTo>
                    <a:pt x="149" y="10"/>
                  </a:lnTo>
                  <a:lnTo>
                    <a:pt x="160" y="11"/>
                  </a:lnTo>
                  <a:lnTo>
                    <a:pt x="170" y="12"/>
                  </a:lnTo>
                  <a:lnTo>
                    <a:pt x="180" y="13"/>
                  </a:lnTo>
                  <a:lnTo>
                    <a:pt x="189" y="14"/>
                  </a:lnTo>
                  <a:lnTo>
                    <a:pt x="199" y="14"/>
                  </a:lnTo>
                  <a:lnTo>
                    <a:pt x="208" y="15"/>
                  </a:lnTo>
                  <a:lnTo>
                    <a:pt x="215" y="16"/>
                  </a:lnTo>
                  <a:lnTo>
                    <a:pt x="222" y="16"/>
                  </a:lnTo>
                  <a:lnTo>
                    <a:pt x="228" y="17"/>
                  </a:lnTo>
                  <a:lnTo>
                    <a:pt x="234" y="18"/>
                  </a:lnTo>
                  <a:lnTo>
                    <a:pt x="237" y="18"/>
                  </a:lnTo>
                  <a:lnTo>
                    <a:pt x="241" y="19"/>
                  </a:lnTo>
                  <a:lnTo>
                    <a:pt x="243" y="19"/>
                  </a:lnTo>
                  <a:lnTo>
                    <a:pt x="245" y="29"/>
                  </a:lnTo>
                  <a:lnTo>
                    <a:pt x="245" y="37"/>
                  </a:lnTo>
                  <a:lnTo>
                    <a:pt x="245" y="47"/>
                  </a:lnTo>
                  <a:lnTo>
                    <a:pt x="246" y="56"/>
                  </a:lnTo>
                  <a:lnTo>
                    <a:pt x="247" y="57"/>
                  </a:lnTo>
                  <a:lnTo>
                    <a:pt x="249" y="58"/>
                  </a:lnTo>
                  <a:lnTo>
                    <a:pt x="250" y="60"/>
                  </a:lnTo>
                  <a:lnTo>
                    <a:pt x="251" y="60"/>
                  </a:lnTo>
                  <a:lnTo>
                    <a:pt x="252" y="62"/>
                  </a:lnTo>
                  <a:lnTo>
                    <a:pt x="252" y="63"/>
                  </a:lnTo>
                  <a:lnTo>
                    <a:pt x="251" y="64"/>
                  </a:lnTo>
                  <a:lnTo>
                    <a:pt x="249" y="65"/>
                  </a:lnTo>
                  <a:lnTo>
                    <a:pt x="248" y="66"/>
                  </a:lnTo>
                  <a:lnTo>
                    <a:pt x="247" y="66"/>
                  </a:lnTo>
                  <a:lnTo>
                    <a:pt x="245" y="67"/>
                  </a:lnTo>
                  <a:lnTo>
                    <a:pt x="241" y="68"/>
                  </a:lnTo>
                  <a:lnTo>
                    <a:pt x="238" y="69"/>
                  </a:lnTo>
                  <a:lnTo>
                    <a:pt x="236" y="70"/>
                  </a:lnTo>
                  <a:lnTo>
                    <a:pt x="233" y="72"/>
                  </a:lnTo>
                  <a:lnTo>
                    <a:pt x="230" y="74"/>
                  </a:lnTo>
                  <a:lnTo>
                    <a:pt x="226" y="75"/>
                  </a:lnTo>
                  <a:lnTo>
                    <a:pt x="222" y="77"/>
                  </a:lnTo>
                  <a:lnTo>
                    <a:pt x="218" y="78"/>
                  </a:lnTo>
                  <a:lnTo>
                    <a:pt x="215" y="81"/>
                  </a:lnTo>
                  <a:lnTo>
                    <a:pt x="210" y="81"/>
                  </a:lnTo>
                  <a:lnTo>
                    <a:pt x="205" y="84"/>
                  </a:lnTo>
                  <a:lnTo>
                    <a:pt x="202" y="85"/>
                  </a:lnTo>
                  <a:lnTo>
                    <a:pt x="197" y="88"/>
                  </a:lnTo>
                  <a:lnTo>
                    <a:pt x="193" y="90"/>
                  </a:lnTo>
                  <a:lnTo>
                    <a:pt x="189" y="91"/>
                  </a:lnTo>
                  <a:lnTo>
                    <a:pt x="185" y="93"/>
                  </a:lnTo>
                  <a:lnTo>
                    <a:pt x="180" y="94"/>
                  </a:lnTo>
                  <a:lnTo>
                    <a:pt x="177" y="97"/>
                  </a:lnTo>
                  <a:lnTo>
                    <a:pt x="173" y="99"/>
                  </a:lnTo>
                  <a:lnTo>
                    <a:pt x="170" y="100"/>
                  </a:lnTo>
                  <a:lnTo>
                    <a:pt x="165" y="101"/>
                  </a:lnTo>
                  <a:lnTo>
                    <a:pt x="162" y="104"/>
                  </a:lnTo>
                  <a:lnTo>
                    <a:pt x="159" y="105"/>
                  </a:lnTo>
                  <a:lnTo>
                    <a:pt x="156" y="106"/>
                  </a:lnTo>
                  <a:lnTo>
                    <a:pt x="154" y="107"/>
                  </a:lnTo>
                  <a:lnTo>
                    <a:pt x="150" y="108"/>
                  </a:lnTo>
                  <a:lnTo>
                    <a:pt x="148" y="109"/>
                  </a:lnTo>
                  <a:lnTo>
                    <a:pt x="146" y="109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3" y="110"/>
                  </a:lnTo>
                  <a:lnTo>
                    <a:pt x="141" y="110"/>
                  </a:lnTo>
                  <a:lnTo>
                    <a:pt x="140" y="109"/>
                  </a:lnTo>
                  <a:lnTo>
                    <a:pt x="138" y="109"/>
                  </a:lnTo>
                  <a:lnTo>
                    <a:pt x="134" y="108"/>
                  </a:lnTo>
                  <a:lnTo>
                    <a:pt x="132" y="107"/>
                  </a:lnTo>
                  <a:lnTo>
                    <a:pt x="130" y="107"/>
                  </a:lnTo>
                  <a:lnTo>
                    <a:pt x="129" y="106"/>
                  </a:lnTo>
                  <a:lnTo>
                    <a:pt x="127" y="105"/>
                  </a:lnTo>
                  <a:lnTo>
                    <a:pt x="124" y="104"/>
                  </a:lnTo>
                  <a:lnTo>
                    <a:pt x="122" y="101"/>
                  </a:lnTo>
                  <a:lnTo>
                    <a:pt x="118" y="100"/>
                  </a:lnTo>
                  <a:lnTo>
                    <a:pt x="113" y="97"/>
                  </a:lnTo>
                  <a:lnTo>
                    <a:pt x="110" y="95"/>
                  </a:lnTo>
                  <a:lnTo>
                    <a:pt x="106" y="93"/>
                  </a:lnTo>
                  <a:lnTo>
                    <a:pt x="101" y="91"/>
                  </a:lnTo>
                  <a:lnTo>
                    <a:pt x="96" y="89"/>
                  </a:lnTo>
                  <a:lnTo>
                    <a:pt x="92" y="87"/>
                  </a:lnTo>
                  <a:lnTo>
                    <a:pt x="87" y="83"/>
                  </a:lnTo>
                  <a:lnTo>
                    <a:pt x="82" y="81"/>
                  </a:lnTo>
                  <a:lnTo>
                    <a:pt x="77" y="78"/>
                  </a:lnTo>
                  <a:lnTo>
                    <a:pt x="72" y="75"/>
                  </a:lnTo>
                  <a:lnTo>
                    <a:pt x="67" y="73"/>
                  </a:lnTo>
                  <a:lnTo>
                    <a:pt x="63" y="69"/>
                  </a:lnTo>
                  <a:lnTo>
                    <a:pt x="58" y="67"/>
                  </a:lnTo>
                  <a:lnTo>
                    <a:pt x="53" y="65"/>
                  </a:lnTo>
                  <a:lnTo>
                    <a:pt x="49" y="63"/>
                  </a:lnTo>
                  <a:lnTo>
                    <a:pt x="44" y="60"/>
                  </a:lnTo>
                  <a:lnTo>
                    <a:pt x="39" y="58"/>
                  </a:lnTo>
                  <a:lnTo>
                    <a:pt x="36" y="56"/>
                  </a:lnTo>
                  <a:lnTo>
                    <a:pt x="33" y="53"/>
                  </a:lnTo>
                  <a:lnTo>
                    <a:pt x="30" y="52"/>
                  </a:lnTo>
                  <a:lnTo>
                    <a:pt x="25" y="50"/>
                  </a:lnTo>
                  <a:lnTo>
                    <a:pt x="23" y="49"/>
                  </a:lnTo>
                  <a:lnTo>
                    <a:pt x="21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3" y="44"/>
                  </a:lnTo>
                  <a:lnTo>
                    <a:pt x="12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6" y="38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1169"/>
            <p:cNvSpPr>
              <a:spLocks/>
            </p:cNvSpPr>
            <p:nvPr/>
          </p:nvSpPr>
          <p:spPr bwMode="auto">
            <a:xfrm>
              <a:off x="2997" y="1972"/>
              <a:ext cx="14" cy="37"/>
            </a:xfrm>
            <a:custGeom>
              <a:avLst/>
              <a:gdLst>
                <a:gd name="T0" fmla="*/ 13 w 14"/>
                <a:gd name="T1" fmla="*/ 0 h 37"/>
                <a:gd name="T2" fmla="*/ 13 w 14"/>
                <a:gd name="T3" fmla="*/ 0 h 37"/>
                <a:gd name="T4" fmla="*/ 6 w 14"/>
                <a:gd name="T5" fmla="*/ 4 h 37"/>
                <a:gd name="T6" fmla="*/ 2 w 14"/>
                <a:gd name="T7" fmla="*/ 10 h 37"/>
                <a:gd name="T8" fmla="*/ 0 w 14"/>
                <a:gd name="T9" fmla="*/ 15 h 37"/>
                <a:gd name="T10" fmla="*/ 0 w 14"/>
                <a:gd name="T11" fmla="*/ 20 h 37"/>
                <a:gd name="T12" fmla="*/ 0 w 14"/>
                <a:gd name="T13" fmla="*/ 25 h 37"/>
                <a:gd name="T14" fmla="*/ 2 w 14"/>
                <a:gd name="T15" fmla="*/ 31 h 37"/>
                <a:gd name="T16" fmla="*/ 4 w 14"/>
                <a:gd name="T17" fmla="*/ 34 h 37"/>
                <a:gd name="T18" fmla="*/ 6 w 14"/>
                <a:gd name="T19" fmla="*/ 37 h 37"/>
                <a:gd name="T20" fmla="*/ 8 w 14"/>
                <a:gd name="T21" fmla="*/ 36 h 37"/>
                <a:gd name="T22" fmla="*/ 6 w 14"/>
                <a:gd name="T23" fmla="*/ 34 h 37"/>
                <a:gd name="T24" fmla="*/ 4 w 14"/>
                <a:gd name="T25" fmla="*/ 29 h 37"/>
                <a:gd name="T26" fmla="*/ 2 w 14"/>
                <a:gd name="T27" fmla="*/ 25 h 37"/>
                <a:gd name="T28" fmla="*/ 2 w 14"/>
                <a:gd name="T29" fmla="*/ 20 h 37"/>
                <a:gd name="T30" fmla="*/ 2 w 14"/>
                <a:gd name="T31" fmla="*/ 15 h 37"/>
                <a:gd name="T32" fmla="*/ 4 w 14"/>
                <a:gd name="T33" fmla="*/ 11 h 37"/>
                <a:gd name="T34" fmla="*/ 8 w 14"/>
                <a:gd name="T35" fmla="*/ 6 h 37"/>
                <a:gd name="T36" fmla="*/ 14 w 14"/>
                <a:gd name="T37" fmla="*/ 1 h 37"/>
                <a:gd name="T38" fmla="*/ 13 w 14"/>
                <a:gd name="T39" fmla="*/ 0 h 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"/>
                <a:gd name="T61" fmla="*/ 0 h 37"/>
                <a:gd name="T62" fmla="*/ 14 w 14"/>
                <a:gd name="T63" fmla="*/ 37 h 3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" h="37">
                  <a:moveTo>
                    <a:pt x="13" y="0"/>
                  </a:moveTo>
                  <a:lnTo>
                    <a:pt x="13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5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6" y="37"/>
                  </a:lnTo>
                  <a:lnTo>
                    <a:pt x="8" y="36"/>
                  </a:lnTo>
                  <a:lnTo>
                    <a:pt x="6" y="34"/>
                  </a:lnTo>
                  <a:lnTo>
                    <a:pt x="4" y="29"/>
                  </a:lnTo>
                  <a:lnTo>
                    <a:pt x="2" y="25"/>
                  </a:lnTo>
                  <a:lnTo>
                    <a:pt x="2" y="20"/>
                  </a:lnTo>
                  <a:lnTo>
                    <a:pt x="2" y="15"/>
                  </a:lnTo>
                  <a:lnTo>
                    <a:pt x="4" y="11"/>
                  </a:lnTo>
                  <a:lnTo>
                    <a:pt x="8" y="6"/>
                  </a:lnTo>
                  <a:lnTo>
                    <a:pt x="14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1170"/>
            <p:cNvSpPr>
              <a:spLocks/>
            </p:cNvSpPr>
            <p:nvPr/>
          </p:nvSpPr>
          <p:spPr bwMode="auto">
            <a:xfrm>
              <a:off x="3010" y="1971"/>
              <a:ext cx="231" cy="21"/>
            </a:xfrm>
            <a:custGeom>
              <a:avLst/>
              <a:gdLst>
                <a:gd name="T0" fmla="*/ 231 w 231"/>
                <a:gd name="T1" fmla="*/ 21 h 21"/>
                <a:gd name="T2" fmla="*/ 228 w 231"/>
                <a:gd name="T3" fmla="*/ 19 h 21"/>
                <a:gd name="T4" fmla="*/ 221 w 231"/>
                <a:gd name="T5" fmla="*/ 18 h 21"/>
                <a:gd name="T6" fmla="*/ 210 w 231"/>
                <a:gd name="T7" fmla="*/ 17 h 21"/>
                <a:gd name="T8" fmla="*/ 195 w 231"/>
                <a:gd name="T9" fmla="*/ 15 h 21"/>
                <a:gd name="T10" fmla="*/ 178 w 231"/>
                <a:gd name="T11" fmla="*/ 13 h 21"/>
                <a:gd name="T12" fmla="*/ 158 w 231"/>
                <a:gd name="T13" fmla="*/ 11 h 21"/>
                <a:gd name="T14" fmla="*/ 137 w 231"/>
                <a:gd name="T15" fmla="*/ 11 h 21"/>
                <a:gd name="T16" fmla="*/ 116 w 231"/>
                <a:gd name="T17" fmla="*/ 7 h 21"/>
                <a:gd name="T18" fmla="*/ 96 w 231"/>
                <a:gd name="T19" fmla="*/ 5 h 21"/>
                <a:gd name="T20" fmla="*/ 74 w 231"/>
                <a:gd name="T21" fmla="*/ 4 h 21"/>
                <a:gd name="T22" fmla="*/ 55 w 231"/>
                <a:gd name="T23" fmla="*/ 3 h 21"/>
                <a:gd name="T24" fmla="*/ 38 w 231"/>
                <a:gd name="T25" fmla="*/ 2 h 21"/>
                <a:gd name="T26" fmla="*/ 22 w 231"/>
                <a:gd name="T27" fmla="*/ 1 h 21"/>
                <a:gd name="T28" fmla="*/ 10 w 231"/>
                <a:gd name="T29" fmla="*/ 0 h 21"/>
                <a:gd name="T30" fmla="*/ 3 w 231"/>
                <a:gd name="T31" fmla="*/ 0 h 21"/>
                <a:gd name="T32" fmla="*/ 0 w 231"/>
                <a:gd name="T33" fmla="*/ 0 h 21"/>
                <a:gd name="T34" fmla="*/ 3 w 231"/>
                <a:gd name="T35" fmla="*/ 2 h 21"/>
                <a:gd name="T36" fmla="*/ 10 w 231"/>
                <a:gd name="T37" fmla="*/ 2 h 21"/>
                <a:gd name="T38" fmla="*/ 22 w 231"/>
                <a:gd name="T39" fmla="*/ 3 h 21"/>
                <a:gd name="T40" fmla="*/ 38 w 231"/>
                <a:gd name="T41" fmla="*/ 3 h 21"/>
                <a:gd name="T42" fmla="*/ 55 w 231"/>
                <a:gd name="T43" fmla="*/ 4 h 21"/>
                <a:gd name="T44" fmla="*/ 74 w 231"/>
                <a:gd name="T45" fmla="*/ 6 h 21"/>
                <a:gd name="T46" fmla="*/ 96 w 231"/>
                <a:gd name="T47" fmla="*/ 7 h 21"/>
                <a:gd name="T48" fmla="*/ 116 w 231"/>
                <a:gd name="T49" fmla="*/ 11 h 21"/>
                <a:gd name="T50" fmla="*/ 137 w 231"/>
                <a:gd name="T51" fmla="*/ 11 h 21"/>
                <a:gd name="T52" fmla="*/ 158 w 231"/>
                <a:gd name="T53" fmla="*/ 13 h 21"/>
                <a:gd name="T54" fmla="*/ 178 w 231"/>
                <a:gd name="T55" fmla="*/ 15 h 21"/>
                <a:gd name="T56" fmla="*/ 195 w 231"/>
                <a:gd name="T57" fmla="*/ 17 h 21"/>
                <a:gd name="T58" fmla="*/ 210 w 231"/>
                <a:gd name="T59" fmla="*/ 18 h 21"/>
                <a:gd name="T60" fmla="*/ 221 w 231"/>
                <a:gd name="T61" fmla="*/ 20 h 21"/>
                <a:gd name="T62" fmla="*/ 228 w 231"/>
                <a:gd name="T63" fmla="*/ 21 h 21"/>
                <a:gd name="T64" fmla="*/ 231 w 231"/>
                <a:gd name="T65" fmla="*/ 21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1"/>
                <a:gd name="T100" fmla="*/ 0 h 21"/>
                <a:gd name="T101" fmla="*/ 231 w 231"/>
                <a:gd name="T102" fmla="*/ 21 h 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1" h="21">
                  <a:moveTo>
                    <a:pt x="231" y="21"/>
                  </a:moveTo>
                  <a:lnTo>
                    <a:pt x="231" y="21"/>
                  </a:lnTo>
                  <a:lnTo>
                    <a:pt x="230" y="19"/>
                  </a:lnTo>
                  <a:lnTo>
                    <a:pt x="228" y="19"/>
                  </a:lnTo>
                  <a:lnTo>
                    <a:pt x="225" y="18"/>
                  </a:lnTo>
                  <a:lnTo>
                    <a:pt x="221" y="18"/>
                  </a:lnTo>
                  <a:lnTo>
                    <a:pt x="215" y="17"/>
                  </a:lnTo>
                  <a:lnTo>
                    <a:pt x="210" y="17"/>
                  </a:lnTo>
                  <a:lnTo>
                    <a:pt x="202" y="16"/>
                  </a:lnTo>
                  <a:lnTo>
                    <a:pt x="195" y="15"/>
                  </a:lnTo>
                  <a:lnTo>
                    <a:pt x="187" y="13"/>
                  </a:lnTo>
                  <a:lnTo>
                    <a:pt x="178" y="13"/>
                  </a:lnTo>
                  <a:lnTo>
                    <a:pt x="167" y="13"/>
                  </a:lnTo>
                  <a:lnTo>
                    <a:pt x="158" y="11"/>
                  </a:lnTo>
                  <a:lnTo>
                    <a:pt x="148" y="11"/>
                  </a:lnTo>
                  <a:lnTo>
                    <a:pt x="137" y="11"/>
                  </a:lnTo>
                  <a:lnTo>
                    <a:pt x="127" y="8"/>
                  </a:lnTo>
                  <a:lnTo>
                    <a:pt x="116" y="7"/>
                  </a:lnTo>
                  <a:lnTo>
                    <a:pt x="106" y="6"/>
                  </a:lnTo>
                  <a:lnTo>
                    <a:pt x="96" y="5"/>
                  </a:lnTo>
                  <a:lnTo>
                    <a:pt x="84" y="5"/>
                  </a:lnTo>
                  <a:lnTo>
                    <a:pt x="74" y="4"/>
                  </a:lnTo>
                  <a:lnTo>
                    <a:pt x="65" y="3"/>
                  </a:lnTo>
                  <a:lnTo>
                    <a:pt x="55" y="3"/>
                  </a:lnTo>
                  <a:lnTo>
                    <a:pt x="46" y="2"/>
                  </a:lnTo>
                  <a:lnTo>
                    <a:pt x="38" y="2"/>
                  </a:lnTo>
                  <a:lnTo>
                    <a:pt x="29" y="1"/>
                  </a:lnTo>
                  <a:lnTo>
                    <a:pt x="22" y="1"/>
                  </a:lnTo>
                  <a:lnTo>
                    <a:pt x="17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7" y="2"/>
                  </a:lnTo>
                  <a:lnTo>
                    <a:pt x="22" y="3"/>
                  </a:lnTo>
                  <a:lnTo>
                    <a:pt x="29" y="3"/>
                  </a:lnTo>
                  <a:lnTo>
                    <a:pt x="38" y="3"/>
                  </a:lnTo>
                  <a:lnTo>
                    <a:pt x="46" y="4"/>
                  </a:lnTo>
                  <a:lnTo>
                    <a:pt x="55" y="4"/>
                  </a:lnTo>
                  <a:lnTo>
                    <a:pt x="65" y="5"/>
                  </a:lnTo>
                  <a:lnTo>
                    <a:pt x="74" y="6"/>
                  </a:lnTo>
                  <a:lnTo>
                    <a:pt x="84" y="6"/>
                  </a:lnTo>
                  <a:lnTo>
                    <a:pt x="96" y="7"/>
                  </a:lnTo>
                  <a:lnTo>
                    <a:pt x="106" y="8"/>
                  </a:lnTo>
                  <a:lnTo>
                    <a:pt x="116" y="11"/>
                  </a:lnTo>
                  <a:lnTo>
                    <a:pt x="127" y="11"/>
                  </a:lnTo>
                  <a:lnTo>
                    <a:pt x="137" y="11"/>
                  </a:lnTo>
                  <a:lnTo>
                    <a:pt x="148" y="13"/>
                  </a:lnTo>
                  <a:lnTo>
                    <a:pt x="158" y="13"/>
                  </a:lnTo>
                  <a:lnTo>
                    <a:pt x="167" y="15"/>
                  </a:lnTo>
                  <a:lnTo>
                    <a:pt x="178" y="15"/>
                  </a:lnTo>
                  <a:lnTo>
                    <a:pt x="187" y="16"/>
                  </a:lnTo>
                  <a:lnTo>
                    <a:pt x="195" y="17"/>
                  </a:lnTo>
                  <a:lnTo>
                    <a:pt x="202" y="18"/>
                  </a:lnTo>
                  <a:lnTo>
                    <a:pt x="210" y="18"/>
                  </a:lnTo>
                  <a:lnTo>
                    <a:pt x="215" y="19"/>
                  </a:lnTo>
                  <a:lnTo>
                    <a:pt x="221" y="20"/>
                  </a:lnTo>
                  <a:lnTo>
                    <a:pt x="225" y="20"/>
                  </a:lnTo>
                  <a:lnTo>
                    <a:pt x="228" y="21"/>
                  </a:lnTo>
                  <a:lnTo>
                    <a:pt x="229" y="21"/>
                  </a:lnTo>
                  <a:lnTo>
                    <a:pt x="231" y="2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1171"/>
            <p:cNvSpPr>
              <a:spLocks/>
            </p:cNvSpPr>
            <p:nvPr/>
          </p:nvSpPr>
          <p:spPr bwMode="auto">
            <a:xfrm>
              <a:off x="3239" y="1991"/>
              <a:ext cx="5" cy="38"/>
            </a:xfrm>
            <a:custGeom>
              <a:avLst/>
              <a:gdLst>
                <a:gd name="T0" fmla="*/ 4 w 5"/>
                <a:gd name="T1" fmla="*/ 37 h 38"/>
                <a:gd name="T2" fmla="*/ 5 w 5"/>
                <a:gd name="T3" fmla="*/ 37 h 38"/>
                <a:gd name="T4" fmla="*/ 4 w 5"/>
                <a:gd name="T5" fmla="*/ 28 h 38"/>
                <a:gd name="T6" fmla="*/ 4 w 5"/>
                <a:gd name="T7" fmla="*/ 17 h 38"/>
                <a:gd name="T8" fmla="*/ 2 w 5"/>
                <a:gd name="T9" fmla="*/ 9 h 38"/>
                <a:gd name="T10" fmla="*/ 2 w 5"/>
                <a:gd name="T11" fmla="*/ 0 h 38"/>
                <a:gd name="T12" fmla="*/ 0 w 5"/>
                <a:gd name="T13" fmla="*/ 0 h 38"/>
                <a:gd name="T14" fmla="*/ 0 w 5"/>
                <a:gd name="T15" fmla="*/ 9 h 38"/>
                <a:gd name="T16" fmla="*/ 1 w 5"/>
                <a:gd name="T17" fmla="*/ 17 h 38"/>
                <a:gd name="T18" fmla="*/ 1 w 5"/>
                <a:gd name="T19" fmla="*/ 28 h 38"/>
                <a:gd name="T20" fmla="*/ 2 w 5"/>
                <a:gd name="T21" fmla="*/ 37 h 38"/>
                <a:gd name="T22" fmla="*/ 4 w 5"/>
                <a:gd name="T23" fmla="*/ 38 h 38"/>
                <a:gd name="T24" fmla="*/ 2 w 5"/>
                <a:gd name="T25" fmla="*/ 37 h 38"/>
                <a:gd name="T26" fmla="*/ 2 w 5"/>
                <a:gd name="T27" fmla="*/ 38 h 38"/>
                <a:gd name="T28" fmla="*/ 4 w 5"/>
                <a:gd name="T29" fmla="*/ 38 h 38"/>
                <a:gd name="T30" fmla="*/ 4 w 5"/>
                <a:gd name="T31" fmla="*/ 37 h 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38"/>
                <a:gd name="T50" fmla="*/ 5 w 5"/>
                <a:gd name="T51" fmla="*/ 38 h 3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38">
                  <a:moveTo>
                    <a:pt x="4" y="37"/>
                  </a:moveTo>
                  <a:lnTo>
                    <a:pt x="5" y="37"/>
                  </a:lnTo>
                  <a:lnTo>
                    <a:pt x="4" y="28"/>
                  </a:lnTo>
                  <a:lnTo>
                    <a:pt x="4" y="17"/>
                  </a:lnTo>
                  <a:lnTo>
                    <a:pt x="2" y="9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1" y="17"/>
                  </a:lnTo>
                  <a:lnTo>
                    <a:pt x="1" y="28"/>
                  </a:lnTo>
                  <a:lnTo>
                    <a:pt x="2" y="37"/>
                  </a:lnTo>
                  <a:lnTo>
                    <a:pt x="4" y="38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37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1172"/>
            <p:cNvSpPr>
              <a:spLocks/>
            </p:cNvSpPr>
            <p:nvPr/>
          </p:nvSpPr>
          <p:spPr bwMode="auto">
            <a:xfrm>
              <a:off x="3241" y="2026"/>
              <a:ext cx="9" cy="11"/>
            </a:xfrm>
            <a:custGeom>
              <a:avLst/>
              <a:gdLst>
                <a:gd name="T0" fmla="*/ 5 w 9"/>
                <a:gd name="T1" fmla="*/ 11 h 11"/>
                <a:gd name="T2" fmla="*/ 5 w 9"/>
                <a:gd name="T3" fmla="*/ 11 h 11"/>
                <a:gd name="T4" fmla="*/ 8 w 9"/>
                <a:gd name="T5" fmla="*/ 10 h 11"/>
                <a:gd name="T6" fmla="*/ 9 w 9"/>
                <a:gd name="T7" fmla="*/ 8 h 11"/>
                <a:gd name="T8" fmla="*/ 9 w 9"/>
                <a:gd name="T9" fmla="*/ 7 h 11"/>
                <a:gd name="T10" fmla="*/ 8 w 9"/>
                <a:gd name="T11" fmla="*/ 5 h 11"/>
                <a:gd name="T12" fmla="*/ 7 w 9"/>
                <a:gd name="T13" fmla="*/ 4 h 11"/>
                <a:gd name="T14" fmla="*/ 5 w 9"/>
                <a:gd name="T15" fmla="*/ 3 h 11"/>
                <a:gd name="T16" fmla="*/ 3 w 9"/>
                <a:gd name="T17" fmla="*/ 2 h 11"/>
                <a:gd name="T18" fmla="*/ 2 w 9"/>
                <a:gd name="T19" fmla="*/ 0 h 11"/>
                <a:gd name="T20" fmla="*/ 0 w 9"/>
                <a:gd name="T21" fmla="*/ 2 h 11"/>
                <a:gd name="T22" fmla="*/ 2 w 9"/>
                <a:gd name="T23" fmla="*/ 3 h 11"/>
                <a:gd name="T24" fmla="*/ 4 w 9"/>
                <a:gd name="T25" fmla="*/ 4 h 11"/>
                <a:gd name="T26" fmla="*/ 5 w 9"/>
                <a:gd name="T27" fmla="*/ 5 h 11"/>
                <a:gd name="T28" fmla="*/ 7 w 9"/>
                <a:gd name="T29" fmla="*/ 6 h 11"/>
                <a:gd name="T30" fmla="*/ 7 w 9"/>
                <a:gd name="T31" fmla="*/ 7 h 11"/>
                <a:gd name="T32" fmla="*/ 7 w 9"/>
                <a:gd name="T33" fmla="*/ 8 h 11"/>
                <a:gd name="T34" fmla="*/ 4 w 9"/>
                <a:gd name="T35" fmla="*/ 10 h 11"/>
                <a:gd name="T36" fmla="*/ 5 w 9"/>
                <a:gd name="T37" fmla="*/ 11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11"/>
                <a:gd name="T59" fmla="*/ 9 w 9"/>
                <a:gd name="T60" fmla="*/ 11 h 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11">
                  <a:moveTo>
                    <a:pt x="5" y="11"/>
                  </a:moveTo>
                  <a:lnTo>
                    <a:pt x="5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8" y="5"/>
                  </a:lnTo>
                  <a:lnTo>
                    <a:pt x="7" y="4"/>
                  </a:lnTo>
                  <a:lnTo>
                    <a:pt x="5" y="3"/>
                  </a:lnTo>
                  <a:lnTo>
                    <a:pt x="3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4"/>
                  </a:lnTo>
                  <a:lnTo>
                    <a:pt x="5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4" y="10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1173"/>
            <p:cNvSpPr>
              <a:spLocks/>
            </p:cNvSpPr>
            <p:nvPr/>
          </p:nvSpPr>
          <p:spPr bwMode="auto">
            <a:xfrm>
              <a:off x="3143" y="2037"/>
              <a:ext cx="103" cy="46"/>
            </a:xfrm>
            <a:custGeom>
              <a:avLst/>
              <a:gdLst>
                <a:gd name="T0" fmla="*/ 1 w 103"/>
                <a:gd name="T1" fmla="*/ 46 h 46"/>
                <a:gd name="T2" fmla="*/ 3 w 103"/>
                <a:gd name="T3" fmla="*/ 45 h 46"/>
                <a:gd name="T4" fmla="*/ 9 w 103"/>
                <a:gd name="T5" fmla="*/ 43 h 46"/>
                <a:gd name="T6" fmla="*/ 14 w 103"/>
                <a:gd name="T7" fmla="*/ 41 h 46"/>
                <a:gd name="T8" fmla="*/ 20 w 103"/>
                <a:gd name="T9" fmla="*/ 38 h 46"/>
                <a:gd name="T10" fmla="*/ 27 w 103"/>
                <a:gd name="T11" fmla="*/ 35 h 46"/>
                <a:gd name="T12" fmla="*/ 35 w 103"/>
                <a:gd name="T13" fmla="*/ 31 h 46"/>
                <a:gd name="T14" fmla="*/ 44 w 103"/>
                <a:gd name="T15" fmla="*/ 27 h 46"/>
                <a:gd name="T16" fmla="*/ 52 w 103"/>
                <a:gd name="T17" fmla="*/ 24 h 46"/>
                <a:gd name="T18" fmla="*/ 61 w 103"/>
                <a:gd name="T19" fmla="*/ 20 h 46"/>
                <a:gd name="T20" fmla="*/ 70 w 103"/>
                <a:gd name="T21" fmla="*/ 17 h 46"/>
                <a:gd name="T22" fmla="*/ 77 w 103"/>
                <a:gd name="T23" fmla="*/ 13 h 46"/>
                <a:gd name="T24" fmla="*/ 83 w 103"/>
                <a:gd name="T25" fmla="*/ 11 h 46"/>
                <a:gd name="T26" fmla="*/ 90 w 103"/>
                <a:gd name="T27" fmla="*/ 7 h 46"/>
                <a:gd name="T28" fmla="*/ 96 w 103"/>
                <a:gd name="T29" fmla="*/ 4 h 46"/>
                <a:gd name="T30" fmla="*/ 100 w 103"/>
                <a:gd name="T31" fmla="*/ 3 h 46"/>
                <a:gd name="T32" fmla="*/ 103 w 103"/>
                <a:gd name="T33" fmla="*/ 1 h 46"/>
                <a:gd name="T34" fmla="*/ 101 w 103"/>
                <a:gd name="T35" fmla="*/ 0 h 46"/>
                <a:gd name="T36" fmla="*/ 97 w 103"/>
                <a:gd name="T37" fmla="*/ 2 h 46"/>
                <a:gd name="T38" fmla="*/ 92 w 103"/>
                <a:gd name="T39" fmla="*/ 4 h 46"/>
                <a:gd name="T40" fmla="*/ 86 w 103"/>
                <a:gd name="T41" fmla="*/ 7 h 46"/>
                <a:gd name="T42" fmla="*/ 79 w 103"/>
                <a:gd name="T43" fmla="*/ 11 h 46"/>
                <a:gd name="T44" fmla="*/ 72 w 103"/>
                <a:gd name="T45" fmla="*/ 13 h 46"/>
                <a:gd name="T46" fmla="*/ 64 w 103"/>
                <a:gd name="T47" fmla="*/ 17 h 46"/>
                <a:gd name="T48" fmla="*/ 56 w 103"/>
                <a:gd name="T49" fmla="*/ 20 h 46"/>
                <a:gd name="T50" fmla="*/ 47 w 103"/>
                <a:gd name="T51" fmla="*/ 24 h 46"/>
                <a:gd name="T52" fmla="*/ 39 w 103"/>
                <a:gd name="T53" fmla="*/ 28 h 46"/>
                <a:gd name="T54" fmla="*/ 31 w 103"/>
                <a:gd name="T55" fmla="*/ 31 h 46"/>
                <a:gd name="T56" fmla="*/ 23 w 103"/>
                <a:gd name="T57" fmla="*/ 35 h 46"/>
                <a:gd name="T58" fmla="*/ 16 w 103"/>
                <a:gd name="T59" fmla="*/ 38 h 46"/>
                <a:gd name="T60" fmla="*/ 11 w 103"/>
                <a:gd name="T61" fmla="*/ 41 h 46"/>
                <a:gd name="T62" fmla="*/ 5 w 103"/>
                <a:gd name="T63" fmla="*/ 43 h 46"/>
                <a:gd name="T64" fmla="*/ 1 w 103"/>
                <a:gd name="T65" fmla="*/ 44 h 46"/>
                <a:gd name="T66" fmla="*/ 1 w 103"/>
                <a:gd name="T67" fmla="*/ 46 h 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6"/>
                <a:gd name="T104" fmla="*/ 103 w 103"/>
                <a:gd name="T105" fmla="*/ 46 h 4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6">
                  <a:moveTo>
                    <a:pt x="1" y="46"/>
                  </a:moveTo>
                  <a:lnTo>
                    <a:pt x="1" y="46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42"/>
                  </a:lnTo>
                  <a:lnTo>
                    <a:pt x="14" y="41"/>
                  </a:lnTo>
                  <a:lnTo>
                    <a:pt x="17" y="40"/>
                  </a:lnTo>
                  <a:lnTo>
                    <a:pt x="20" y="38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0" y="29"/>
                  </a:lnTo>
                  <a:lnTo>
                    <a:pt x="44" y="27"/>
                  </a:lnTo>
                  <a:lnTo>
                    <a:pt x="47" y="26"/>
                  </a:lnTo>
                  <a:lnTo>
                    <a:pt x="52" y="24"/>
                  </a:lnTo>
                  <a:lnTo>
                    <a:pt x="57" y="23"/>
                  </a:lnTo>
                  <a:lnTo>
                    <a:pt x="61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0" y="11"/>
                  </a:lnTo>
                  <a:lnTo>
                    <a:pt x="83" y="11"/>
                  </a:lnTo>
                  <a:lnTo>
                    <a:pt x="87" y="9"/>
                  </a:lnTo>
                  <a:lnTo>
                    <a:pt x="90" y="7"/>
                  </a:lnTo>
                  <a:lnTo>
                    <a:pt x="92" y="5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7"/>
                  </a:lnTo>
                  <a:lnTo>
                    <a:pt x="82" y="8"/>
                  </a:lnTo>
                  <a:lnTo>
                    <a:pt x="79" y="11"/>
                  </a:lnTo>
                  <a:lnTo>
                    <a:pt x="76" y="11"/>
                  </a:lnTo>
                  <a:lnTo>
                    <a:pt x="72" y="13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2" y="23"/>
                  </a:lnTo>
                  <a:lnTo>
                    <a:pt x="47" y="24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5" y="29"/>
                  </a:lnTo>
                  <a:lnTo>
                    <a:pt x="31" y="31"/>
                  </a:lnTo>
                  <a:lnTo>
                    <a:pt x="27" y="32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6" y="38"/>
                  </a:lnTo>
                  <a:lnTo>
                    <a:pt x="14" y="39"/>
                  </a:lnTo>
                  <a:lnTo>
                    <a:pt x="11" y="41"/>
                  </a:lnTo>
                  <a:lnTo>
                    <a:pt x="9" y="42"/>
                  </a:lnTo>
                  <a:lnTo>
                    <a:pt x="5" y="43"/>
                  </a:lnTo>
                  <a:lnTo>
                    <a:pt x="3" y="43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1174"/>
            <p:cNvSpPr>
              <a:spLocks/>
            </p:cNvSpPr>
            <p:nvPr/>
          </p:nvSpPr>
          <p:spPr bwMode="auto">
            <a:xfrm>
              <a:off x="3129" y="2078"/>
              <a:ext cx="14" cy="5"/>
            </a:xfrm>
            <a:custGeom>
              <a:avLst/>
              <a:gdLst>
                <a:gd name="T0" fmla="*/ 0 w 14"/>
                <a:gd name="T1" fmla="*/ 1 h 5"/>
                <a:gd name="T2" fmla="*/ 0 w 14"/>
                <a:gd name="T3" fmla="*/ 1 h 5"/>
                <a:gd name="T4" fmla="*/ 1 w 14"/>
                <a:gd name="T5" fmla="*/ 3 h 5"/>
                <a:gd name="T6" fmla="*/ 3 w 14"/>
                <a:gd name="T7" fmla="*/ 3 h 5"/>
                <a:gd name="T8" fmla="*/ 7 w 14"/>
                <a:gd name="T9" fmla="*/ 4 h 5"/>
                <a:gd name="T10" fmla="*/ 7 w 14"/>
                <a:gd name="T11" fmla="*/ 4 h 5"/>
                <a:gd name="T12" fmla="*/ 10 w 14"/>
                <a:gd name="T13" fmla="*/ 5 h 5"/>
                <a:gd name="T14" fmla="*/ 11 w 14"/>
                <a:gd name="T15" fmla="*/ 5 h 5"/>
                <a:gd name="T16" fmla="*/ 13 w 14"/>
                <a:gd name="T17" fmla="*/ 5 h 5"/>
                <a:gd name="T18" fmla="*/ 14 w 14"/>
                <a:gd name="T19" fmla="*/ 5 h 5"/>
                <a:gd name="T20" fmla="*/ 13 w 14"/>
                <a:gd name="T21" fmla="*/ 3 h 5"/>
                <a:gd name="T22" fmla="*/ 11 w 14"/>
                <a:gd name="T23" fmla="*/ 3 h 5"/>
                <a:gd name="T24" fmla="*/ 10 w 14"/>
                <a:gd name="T25" fmla="*/ 3 h 5"/>
                <a:gd name="T26" fmla="*/ 9 w 14"/>
                <a:gd name="T27" fmla="*/ 3 h 5"/>
                <a:gd name="T28" fmla="*/ 7 w 14"/>
                <a:gd name="T29" fmla="*/ 3 h 5"/>
                <a:gd name="T30" fmla="*/ 3 w 14"/>
                <a:gd name="T31" fmla="*/ 1 h 5"/>
                <a:gd name="T32" fmla="*/ 2 w 14"/>
                <a:gd name="T33" fmla="*/ 1 h 5"/>
                <a:gd name="T34" fmla="*/ 1 w 14"/>
                <a:gd name="T35" fmla="*/ 0 h 5"/>
                <a:gd name="T36" fmla="*/ 0 w 14"/>
                <a:gd name="T37" fmla="*/ 1 h 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5"/>
                <a:gd name="T59" fmla="*/ 14 w 14"/>
                <a:gd name="T60" fmla="*/ 5 h 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5">
                  <a:moveTo>
                    <a:pt x="0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3" y="3"/>
                  </a:lnTo>
                  <a:lnTo>
                    <a:pt x="7" y="4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1175"/>
            <p:cNvSpPr>
              <a:spLocks/>
            </p:cNvSpPr>
            <p:nvPr/>
          </p:nvSpPr>
          <p:spPr bwMode="auto">
            <a:xfrm>
              <a:off x="3015" y="2018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4 h 62"/>
                <a:gd name="T6" fmla="*/ 11 w 115"/>
                <a:gd name="T7" fmla="*/ 7 h 62"/>
                <a:gd name="T8" fmla="*/ 18 w 115"/>
                <a:gd name="T9" fmla="*/ 11 h 62"/>
                <a:gd name="T10" fmla="*/ 26 w 115"/>
                <a:gd name="T11" fmla="*/ 16 h 62"/>
                <a:gd name="T12" fmla="*/ 35 w 115"/>
                <a:gd name="T13" fmla="*/ 20 h 62"/>
                <a:gd name="T14" fmla="*/ 45 w 115"/>
                <a:gd name="T15" fmla="*/ 26 h 62"/>
                <a:gd name="T16" fmla="*/ 54 w 115"/>
                <a:gd name="T17" fmla="*/ 30 h 62"/>
                <a:gd name="T18" fmla="*/ 64 w 115"/>
                <a:gd name="T19" fmla="*/ 36 h 62"/>
                <a:gd name="T20" fmla="*/ 75 w 115"/>
                <a:gd name="T21" fmla="*/ 42 h 62"/>
                <a:gd name="T22" fmla="*/ 83 w 115"/>
                <a:gd name="T23" fmla="*/ 46 h 62"/>
                <a:gd name="T24" fmla="*/ 93 w 115"/>
                <a:gd name="T25" fmla="*/ 51 h 62"/>
                <a:gd name="T26" fmla="*/ 99 w 115"/>
                <a:gd name="T27" fmla="*/ 54 h 62"/>
                <a:gd name="T28" fmla="*/ 107 w 115"/>
                <a:gd name="T29" fmla="*/ 58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60 h 62"/>
                <a:gd name="T36" fmla="*/ 110 w 115"/>
                <a:gd name="T37" fmla="*/ 58 h 62"/>
                <a:gd name="T38" fmla="*/ 104 w 115"/>
                <a:gd name="T39" fmla="*/ 55 h 62"/>
                <a:gd name="T40" fmla="*/ 97 w 115"/>
                <a:gd name="T41" fmla="*/ 51 h 62"/>
                <a:gd name="T42" fmla="*/ 90 w 115"/>
                <a:gd name="T43" fmla="*/ 46 h 62"/>
                <a:gd name="T44" fmla="*/ 80 w 115"/>
                <a:gd name="T45" fmla="*/ 42 h 62"/>
                <a:gd name="T46" fmla="*/ 70 w 115"/>
                <a:gd name="T47" fmla="*/ 37 h 62"/>
                <a:gd name="T48" fmla="*/ 61 w 115"/>
                <a:gd name="T49" fmla="*/ 32 h 62"/>
                <a:gd name="T50" fmla="*/ 51 w 115"/>
                <a:gd name="T51" fmla="*/ 26 h 62"/>
                <a:gd name="T52" fmla="*/ 41 w 115"/>
                <a:gd name="T53" fmla="*/ 21 h 62"/>
                <a:gd name="T54" fmla="*/ 32 w 115"/>
                <a:gd name="T55" fmla="*/ 17 h 62"/>
                <a:gd name="T56" fmla="*/ 23 w 115"/>
                <a:gd name="T57" fmla="*/ 11 h 62"/>
                <a:gd name="T58" fmla="*/ 16 w 115"/>
                <a:gd name="T59" fmla="*/ 7 h 62"/>
                <a:gd name="T60" fmla="*/ 8 w 115"/>
                <a:gd name="T61" fmla="*/ 4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0"/>
                  </a:lnTo>
                  <a:lnTo>
                    <a:pt x="39" y="22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0"/>
                  </a:lnTo>
                  <a:lnTo>
                    <a:pt x="60" y="32"/>
                  </a:lnTo>
                  <a:lnTo>
                    <a:pt x="64" y="36"/>
                  </a:lnTo>
                  <a:lnTo>
                    <a:pt x="70" y="38"/>
                  </a:lnTo>
                  <a:lnTo>
                    <a:pt x="75" y="42"/>
                  </a:lnTo>
                  <a:lnTo>
                    <a:pt x="79" y="44"/>
                  </a:lnTo>
                  <a:lnTo>
                    <a:pt x="83" y="46"/>
                  </a:lnTo>
                  <a:lnTo>
                    <a:pt x="88" y="48"/>
                  </a:lnTo>
                  <a:lnTo>
                    <a:pt x="93" y="51"/>
                  </a:lnTo>
                  <a:lnTo>
                    <a:pt x="96" y="53"/>
                  </a:lnTo>
                  <a:lnTo>
                    <a:pt x="99" y="54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59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0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3"/>
                  </a:lnTo>
                  <a:lnTo>
                    <a:pt x="97" y="51"/>
                  </a:lnTo>
                  <a:lnTo>
                    <a:pt x="94" y="48"/>
                  </a:lnTo>
                  <a:lnTo>
                    <a:pt x="90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39"/>
                  </a:lnTo>
                  <a:lnTo>
                    <a:pt x="70" y="37"/>
                  </a:lnTo>
                  <a:lnTo>
                    <a:pt x="65" y="34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6"/>
                  </a:lnTo>
                  <a:lnTo>
                    <a:pt x="46" y="23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4"/>
                  </a:lnTo>
                  <a:lnTo>
                    <a:pt x="23" y="11"/>
                  </a:lnTo>
                  <a:lnTo>
                    <a:pt x="19" y="11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1176"/>
            <p:cNvSpPr>
              <a:spLocks/>
            </p:cNvSpPr>
            <p:nvPr/>
          </p:nvSpPr>
          <p:spPr bwMode="auto">
            <a:xfrm>
              <a:off x="3003" y="2008"/>
              <a:ext cx="13" cy="11"/>
            </a:xfrm>
            <a:custGeom>
              <a:avLst/>
              <a:gdLst>
                <a:gd name="T0" fmla="*/ 0 w 13"/>
                <a:gd name="T1" fmla="*/ 1 h 11"/>
                <a:gd name="T2" fmla="*/ 0 w 13"/>
                <a:gd name="T3" fmla="*/ 1 h 11"/>
                <a:gd name="T4" fmla="*/ 1 w 13"/>
                <a:gd name="T5" fmla="*/ 4 h 11"/>
                <a:gd name="T6" fmla="*/ 3 w 13"/>
                <a:gd name="T7" fmla="*/ 5 h 11"/>
                <a:gd name="T8" fmla="*/ 5 w 13"/>
                <a:gd name="T9" fmla="*/ 6 h 11"/>
                <a:gd name="T10" fmla="*/ 7 w 13"/>
                <a:gd name="T11" fmla="*/ 8 h 11"/>
                <a:gd name="T12" fmla="*/ 8 w 13"/>
                <a:gd name="T13" fmla="*/ 8 h 11"/>
                <a:gd name="T14" fmla="*/ 9 w 13"/>
                <a:gd name="T15" fmla="*/ 8 h 11"/>
                <a:gd name="T16" fmla="*/ 11 w 13"/>
                <a:gd name="T17" fmla="*/ 10 h 11"/>
                <a:gd name="T18" fmla="*/ 12 w 13"/>
                <a:gd name="T19" fmla="*/ 11 h 11"/>
                <a:gd name="T20" fmla="*/ 13 w 13"/>
                <a:gd name="T21" fmla="*/ 10 h 11"/>
                <a:gd name="T22" fmla="*/ 11 w 13"/>
                <a:gd name="T23" fmla="*/ 8 h 11"/>
                <a:gd name="T24" fmla="*/ 10 w 13"/>
                <a:gd name="T25" fmla="*/ 8 h 11"/>
                <a:gd name="T26" fmla="*/ 9 w 13"/>
                <a:gd name="T27" fmla="*/ 6 h 11"/>
                <a:gd name="T28" fmla="*/ 8 w 13"/>
                <a:gd name="T29" fmla="*/ 5 h 11"/>
                <a:gd name="T30" fmla="*/ 7 w 13"/>
                <a:gd name="T31" fmla="*/ 5 h 11"/>
                <a:gd name="T32" fmla="*/ 5 w 13"/>
                <a:gd name="T33" fmla="*/ 4 h 11"/>
                <a:gd name="T34" fmla="*/ 2 w 13"/>
                <a:gd name="T35" fmla="*/ 1 h 11"/>
                <a:gd name="T36" fmla="*/ 1 w 13"/>
                <a:gd name="T37" fmla="*/ 0 h 11"/>
                <a:gd name="T38" fmla="*/ 0 w 13"/>
                <a:gd name="T39" fmla="*/ 1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11"/>
                <a:gd name="T62" fmla="*/ 13 w 13"/>
                <a:gd name="T63" fmla="*/ 11 h 1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11">
                  <a:moveTo>
                    <a:pt x="0" y="1"/>
                  </a:moveTo>
                  <a:lnTo>
                    <a:pt x="0" y="1"/>
                  </a:lnTo>
                  <a:lnTo>
                    <a:pt x="1" y="4"/>
                  </a:lnTo>
                  <a:lnTo>
                    <a:pt x="3" y="5"/>
                  </a:lnTo>
                  <a:lnTo>
                    <a:pt x="5" y="6"/>
                  </a:lnTo>
                  <a:lnTo>
                    <a:pt x="7" y="8"/>
                  </a:lnTo>
                  <a:lnTo>
                    <a:pt x="8" y="8"/>
                  </a:lnTo>
                  <a:lnTo>
                    <a:pt x="9" y="8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9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4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1177"/>
            <p:cNvSpPr>
              <a:spLocks/>
            </p:cNvSpPr>
            <p:nvPr/>
          </p:nvSpPr>
          <p:spPr bwMode="auto">
            <a:xfrm>
              <a:off x="3132" y="2040"/>
              <a:ext cx="10" cy="42"/>
            </a:xfrm>
            <a:custGeom>
              <a:avLst/>
              <a:gdLst>
                <a:gd name="T0" fmla="*/ 10 w 10"/>
                <a:gd name="T1" fmla="*/ 42 h 42"/>
                <a:gd name="T2" fmla="*/ 8 w 10"/>
                <a:gd name="T3" fmla="*/ 42 h 42"/>
                <a:gd name="T4" fmla="*/ 7 w 10"/>
                <a:gd name="T5" fmla="*/ 41 h 42"/>
                <a:gd name="T6" fmla="*/ 6 w 10"/>
                <a:gd name="T7" fmla="*/ 40 h 42"/>
                <a:gd name="T8" fmla="*/ 4 w 10"/>
                <a:gd name="T9" fmla="*/ 37 h 42"/>
                <a:gd name="T10" fmla="*/ 4 w 10"/>
                <a:gd name="T11" fmla="*/ 35 h 42"/>
                <a:gd name="T12" fmla="*/ 2 w 10"/>
                <a:gd name="T13" fmla="*/ 32 h 42"/>
                <a:gd name="T14" fmla="*/ 0 w 10"/>
                <a:gd name="T15" fmla="*/ 29 h 42"/>
                <a:gd name="T16" fmla="*/ 0 w 10"/>
                <a:gd name="T17" fmla="*/ 26 h 42"/>
                <a:gd name="T18" fmla="*/ 0 w 10"/>
                <a:gd name="T19" fmla="*/ 22 h 42"/>
                <a:gd name="T20" fmla="*/ 0 w 10"/>
                <a:gd name="T21" fmla="*/ 17 h 42"/>
                <a:gd name="T22" fmla="*/ 0 w 10"/>
                <a:gd name="T23" fmla="*/ 13 h 42"/>
                <a:gd name="T24" fmla="*/ 2 w 10"/>
                <a:gd name="T25" fmla="*/ 9 h 42"/>
                <a:gd name="T26" fmla="*/ 4 w 10"/>
                <a:gd name="T27" fmla="*/ 7 h 42"/>
                <a:gd name="T28" fmla="*/ 4 w 10"/>
                <a:gd name="T29" fmla="*/ 4 h 42"/>
                <a:gd name="T30" fmla="*/ 6 w 10"/>
                <a:gd name="T31" fmla="*/ 1 h 42"/>
                <a:gd name="T32" fmla="*/ 8 w 10"/>
                <a:gd name="T33" fmla="*/ 0 h 42"/>
                <a:gd name="T34" fmla="*/ 10 w 10"/>
                <a:gd name="T35" fmla="*/ 42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"/>
                <a:gd name="T55" fmla="*/ 0 h 42"/>
                <a:gd name="T56" fmla="*/ 10 w 10"/>
                <a:gd name="T57" fmla="*/ 42 h 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" h="42">
                  <a:moveTo>
                    <a:pt x="10" y="42"/>
                  </a:moveTo>
                  <a:lnTo>
                    <a:pt x="8" y="42"/>
                  </a:lnTo>
                  <a:lnTo>
                    <a:pt x="7" y="41"/>
                  </a:lnTo>
                  <a:lnTo>
                    <a:pt x="6" y="40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9"/>
                  </a:lnTo>
                  <a:lnTo>
                    <a:pt x="4" y="7"/>
                  </a:lnTo>
                  <a:lnTo>
                    <a:pt x="4" y="4"/>
                  </a:lnTo>
                  <a:lnTo>
                    <a:pt x="6" y="1"/>
                  </a:lnTo>
                  <a:lnTo>
                    <a:pt x="8" y="0"/>
                  </a:lnTo>
                  <a:lnTo>
                    <a:pt x="10" y="42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1178"/>
            <p:cNvSpPr>
              <a:spLocks/>
            </p:cNvSpPr>
            <p:nvPr/>
          </p:nvSpPr>
          <p:spPr bwMode="auto">
            <a:xfrm>
              <a:off x="3132" y="2066"/>
              <a:ext cx="10" cy="17"/>
            </a:xfrm>
            <a:custGeom>
              <a:avLst/>
              <a:gdLst>
                <a:gd name="T0" fmla="*/ 0 w 10"/>
                <a:gd name="T1" fmla="*/ 0 h 17"/>
                <a:gd name="T2" fmla="*/ 0 w 10"/>
                <a:gd name="T3" fmla="*/ 0 h 17"/>
                <a:gd name="T4" fmla="*/ 0 w 10"/>
                <a:gd name="T5" fmla="*/ 3 h 17"/>
                <a:gd name="T6" fmla="*/ 2 w 10"/>
                <a:gd name="T7" fmla="*/ 6 h 17"/>
                <a:gd name="T8" fmla="*/ 2 w 10"/>
                <a:gd name="T9" fmla="*/ 10 h 17"/>
                <a:gd name="T10" fmla="*/ 3 w 10"/>
                <a:gd name="T11" fmla="*/ 12 h 17"/>
                <a:gd name="T12" fmla="*/ 5 w 10"/>
                <a:gd name="T13" fmla="*/ 14 h 17"/>
                <a:gd name="T14" fmla="*/ 6 w 10"/>
                <a:gd name="T15" fmla="*/ 16 h 17"/>
                <a:gd name="T16" fmla="*/ 8 w 10"/>
                <a:gd name="T17" fmla="*/ 17 h 17"/>
                <a:gd name="T18" fmla="*/ 10 w 10"/>
                <a:gd name="T19" fmla="*/ 17 h 17"/>
                <a:gd name="T20" fmla="*/ 10 w 10"/>
                <a:gd name="T21" fmla="*/ 15 h 17"/>
                <a:gd name="T22" fmla="*/ 8 w 10"/>
                <a:gd name="T23" fmla="*/ 15 h 17"/>
                <a:gd name="T24" fmla="*/ 7 w 10"/>
                <a:gd name="T25" fmla="*/ 15 h 17"/>
                <a:gd name="T26" fmla="*/ 6 w 10"/>
                <a:gd name="T27" fmla="*/ 13 h 17"/>
                <a:gd name="T28" fmla="*/ 5 w 10"/>
                <a:gd name="T29" fmla="*/ 11 h 17"/>
                <a:gd name="T30" fmla="*/ 4 w 10"/>
                <a:gd name="T31" fmla="*/ 9 h 17"/>
                <a:gd name="T32" fmla="*/ 3 w 10"/>
                <a:gd name="T33" fmla="*/ 6 h 17"/>
                <a:gd name="T34" fmla="*/ 3 w 10"/>
                <a:gd name="T35" fmla="*/ 2 h 17"/>
                <a:gd name="T36" fmla="*/ 3 w 10"/>
                <a:gd name="T37" fmla="*/ 0 h 17"/>
                <a:gd name="T38" fmla="*/ 0 w 10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0"/>
                <a:gd name="T61" fmla="*/ 0 h 17"/>
                <a:gd name="T62" fmla="*/ 10 w 10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0" h="17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6"/>
                  </a:lnTo>
                  <a:lnTo>
                    <a:pt x="2" y="10"/>
                  </a:lnTo>
                  <a:lnTo>
                    <a:pt x="3" y="12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6"/>
                  </a:ln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1179"/>
            <p:cNvSpPr>
              <a:spLocks/>
            </p:cNvSpPr>
            <p:nvPr/>
          </p:nvSpPr>
          <p:spPr bwMode="auto">
            <a:xfrm>
              <a:off x="3132" y="2040"/>
              <a:ext cx="9" cy="26"/>
            </a:xfrm>
            <a:custGeom>
              <a:avLst/>
              <a:gdLst>
                <a:gd name="T0" fmla="*/ 8 w 9"/>
                <a:gd name="T1" fmla="*/ 0 h 26"/>
                <a:gd name="T2" fmla="*/ 6 w 9"/>
                <a:gd name="T3" fmla="*/ 1 h 26"/>
                <a:gd name="T4" fmla="*/ 4 w 9"/>
                <a:gd name="T5" fmla="*/ 4 h 26"/>
                <a:gd name="T6" fmla="*/ 3 w 9"/>
                <a:gd name="T7" fmla="*/ 7 h 26"/>
                <a:gd name="T8" fmla="*/ 2 w 9"/>
                <a:gd name="T9" fmla="*/ 10 h 26"/>
                <a:gd name="T10" fmla="*/ 0 w 9"/>
                <a:gd name="T11" fmla="*/ 13 h 26"/>
                <a:gd name="T12" fmla="*/ 0 w 9"/>
                <a:gd name="T13" fmla="*/ 17 h 26"/>
                <a:gd name="T14" fmla="*/ 0 w 9"/>
                <a:gd name="T15" fmla="*/ 22 h 26"/>
                <a:gd name="T16" fmla="*/ 0 w 9"/>
                <a:gd name="T17" fmla="*/ 26 h 26"/>
                <a:gd name="T18" fmla="*/ 3 w 9"/>
                <a:gd name="T19" fmla="*/ 26 h 26"/>
                <a:gd name="T20" fmla="*/ 3 w 9"/>
                <a:gd name="T21" fmla="*/ 22 h 26"/>
                <a:gd name="T22" fmla="*/ 3 w 9"/>
                <a:gd name="T23" fmla="*/ 17 h 26"/>
                <a:gd name="T24" fmla="*/ 3 w 9"/>
                <a:gd name="T25" fmla="*/ 13 h 26"/>
                <a:gd name="T26" fmla="*/ 4 w 9"/>
                <a:gd name="T27" fmla="*/ 10 h 26"/>
                <a:gd name="T28" fmla="*/ 4 w 9"/>
                <a:gd name="T29" fmla="*/ 7 h 26"/>
                <a:gd name="T30" fmla="*/ 6 w 9"/>
                <a:gd name="T31" fmla="*/ 5 h 26"/>
                <a:gd name="T32" fmla="*/ 7 w 9"/>
                <a:gd name="T33" fmla="*/ 4 h 26"/>
                <a:gd name="T34" fmla="*/ 9 w 9"/>
                <a:gd name="T35" fmla="*/ 1 h 26"/>
                <a:gd name="T36" fmla="*/ 8 w 9"/>
                <a:gd name="T37" fmla="*/ 0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26"/>
                <a:gd name="T59" fmla="*/ 9 w 9"/>
                <a:gd name="T60" fmla="*/ 26 h 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26">
                  <a:moveTo>
                    <a:pt x="8" y="0"/>
                  </a:moveTo>
                  <a:lnTo>
                    <a:pt x="6" y="1"/>
                  </a:lnTo>
                  <a:lnTo>
                    <a:pt x="4" y="4"/>
                  </a:lnTo>
                  <a:lnTo>
                    <a:pt x="3" y="7"/>
                  </a:lnTo>
                  <a:lnTo>
                    <a:pt x="2" y="10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3" y="26"/>
                  </a:lnTo>
                  <a:lnTo>
                    <a:pt x="3" y="22"/>
                  </a:lnTo>
                  <a:lnTo>
                    <a:pt x="3" y="17"/>
                  </a:lnTo>
                  <a:lnTo>
                    <a:pt x="3" y="13"/>
                  </a:lnTo>
                  <a:lnTo>
                    <a:pt x="4" y="10"/>
                  </a:lnTo>
                  <a:lnTo>
                    <a:pt x="4" y="7"/>
                  </a:lnTo>
                  <a:lnTo>
                    <a:pt x="6" y="5"/>
                  </a:lnTo>
                  <a:lnTo>
                    <a:pt x="7" y="4"/>
                  </a:lnTo>
                  <a:lnTo>
                    <a:pt x="9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1180"/>
            <p:cNvSpPr>
              <a:spLocks/>
            </p:cNvSpPr>
            <p:nvPr/>
          </p:nvSpPr>
          <p:spPr bwMode="auto">
            <a:xfrm>
              <a:off x="3011" y="1926"/>
              <a:ext cx="239" cy="114"/>
            </a:xfrm>
            <a:custGeom>
              <a:avLst/>
              <a:gdLst>
                <a:gd name="T0" fmla="*/ 8 w 239"/>
                <a:gd name="T1" fmla="*/ 42 h 114"/>
                <a:gd name="T2" fmla="*/ 24 w 239"/>
                <a:gd name="T3" fmla="*/ 34 h 114"/>
                <a:gd name="T4" fmla="*/ 45 w 239"/>
                <a:gd name="T5" fmla="*/ 24 h 114"/>
                <a:gd name="T6" fmla="*/ 67 w 239"/>
                <a:gd name="T7" fmla="*/ 14 h 114"/>
                <a:gd name="T8" fmla="*/ 85 w 239"/>
                <a:gd name="T9" fmla="*/ 4 h 114"/>
                <a:gd name="T10" fmla="*/ 94 w 239"/>
                <a:gd name="T11" fmla="*/ 0 h 114"/>
                <a:gd name="T12" fmla="*/ 99 w 239"/>
                <a:gd name="T13" fmla="*/ 0 h 114"/>
                <a:gd name="T14" fmla="*/ 104 w 239"/>
                <a:gd name="T15" fmla="*/ 1 h 114"/>
                <a:gd name="T16" fmla="*/ 108 w 239"/>
                <a:gd name="T17" fmla="*/ 2 h 114"/>
                <a:gd name="T18" fmla="*/ 114 w 239"/>
                <a:gd name="T19" fmla="*/ 5 h 114"/>
                <a:gd name="T20" fmla="*/ 126 w 239"/>
                <a:gd name="T21" fmla="*/ 12 h 114"/>
                <a:gd name="T22" fmla="*/ 140 w 239"/>
                <a:gd name="T23" fmla="*/ 18 h 114"/>
                <a:gd name="T24" fmla="*/ 155 w 239"/>
                <a:gd name="T25" fmla="*/ 25 h 114"/>
                <a:gd name="T26" fmla="*/ 172 w 239"/>
                <a:gd name="T27" fmla="*/ 33 h 114"/>
                <a:gd name="T28" fmla="*/ 188 w 239"/>
                <a:gd name="T29" fmla="*/ 40 h 114"/>
                <a:gd name="T30" fmla="*/ 204 w 239"/>
                <a:gd name="T31" fmla="*/ 47 h 114"/>
                <a:gd name="T32" fmla="*/ 217 w 239"/>
                <a:gd name="T33" fmla="*/ 53 h 114"/>
                <a:gd name="T34" fmla="*/ 226 w 239"/>
                <a:gd name="T35" fmla="*/ 58 h 114"/>
                <a:gd name="T36" fmla="*/ 233 w 239"/>
                <a:gd name="T37" fmla="*/ 60 h 114"/>
                <a:gd name="T38" fmla="*/ 237 w 239"/>
                <a:gd name="T39" fmla="*/ 63 h 114"/>
                <a:gd name="T40" fmla="*/ 239 w 239"/>
                <a:gd name="T41" fmla="*/ 67 h 114"/>
                <a:gd name="T42" fmla="*/ 235 w 239"/>
                <a:gd name="T43" fmla="*/ 71 h 114"/>
                <a:gd name="T44" fmla="*/ 228 w 239"/>
                <a:gd name="T45" fmla="*/ 73 h 114"/>
                <a:gd name="T46" fmla="*/ 220 w 239"/>
                <a:gd name="T47" fmla="*/ 77 h 114"/>
                <a:gd name="T48" fmla="*/ 209 w 239"/>
                <a:gd name="T49" fmla="*/ 81 h 114"/>
                <a:gd name="T50" fmla="*/ 197 w 239"/>
                <a:gd name="T51" fmla="*/ 87 h 114"/>
                <a:gd name="T52" fmla="*/ 184 w 239"/>
                <a:gd name="T53" fmla="*/ 92 h 114"/>
                <a:gd name="T54" fmla="*/ 172 w 239"/>
                <a:gd name="T55" fmla="*/ 97 h 114"/>
                <a:gd name="T56" fmla="*/ 160 w 239"/>
                <a:gd name="T57" fmla="*/ 103 h 114"/>
                <a:gd name="T58" fmla="*/ 149 w 239"/>
                <a:gd name="T59" fmla="*/ 108 h 114"/>
                <a:gd name="T60" fmla="*/ 141 w 239"/>
                <a:gd name="T61" fmla="*/ 111 h 114"/>
                <a:gd name="T62" fmla="*/ 134 w 239"/>
                <a:gd name="T63" fmla="*/ 113 h 114"/>
                <a:gd name="T64" fmla="*/ 130 w 239"/>
                <a:gd name="T65" fmla="*/ 114 h 114"/>
                <a:gd name="T66" fmla="*/ 125 w 239"/>
                <a:gd name="T67" fmla="*/ 113 h 114"/>
                <a:gd name="T68" fmla="*/ 120 w 239"/>
                <a:gd name="T69" fmla="*/ 111 h 114"/>
                <a:gd name="T70" fmla="*/ 114 w 239"/>
                <a:gd name="T71" fmla="*/ 109 h 114"/>
                <a:gd name="T72" fmla="*/ 105 w 239"/>
                <a:gd name="T73" fmla="*/ 104 h 114"/>
                <a:gd name="T74" fmla="*/ 94 w 239"/>
                <a:gd name="T75" fmla="*/ 97 h 114"/>
                <a:gd name="T76" fmla="*/ 80 w 239"/>
                <a:gd name="T77" fmla="*/ 91 h 114"/>
                <a:gd name="T78" fmla="*/ 66 w 239"/>
                <a:gd name="T79" fmla="*/ 82 h 114"/>
                <a:gd name="T80" fmla="*/ 51 w 239"/>
                <a:gd name="T81" fmla="*/ 75 h 114"/>
                <a:gd name="T82" fmla="*/ 36 w 239"/>
                <a:gd name="T83" fmla="*/ 67 h 114"/>
                <a:gd name="T84" fmla="*/ 23 w 239"/>
                <a:gd name="T85" fmla="*/ 60 h 114"/>
                <a:gd name="T86" fmla="*/ 14 w 239"/>
                <a:gd name="T87" fmla="*/ 56 h 114"/>
                <a:gd name="T88" fmla="*/ 8 w 239"/>
                <a:gd name="T89" fmla="*/ 52 h 114"/>
                <a:gd name="T90" fmla="*/ 3 w 239"/>
                <a:gd name="T91" fmla="*/ 49 h 114"/>
                <a:gd name="T92" fmla="*/ 0 w 239"/>
                <a:gd name="T93" fmla="*/ 47 h 114"/>
                <a:gd name="T94" fmla="*/ 4 w 239"/>
                <a:gd name="T95" fmla="*/ 44 h 1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9"/>
                <a:gd name="T145" fmla="*/ 0 h 114"/>
                <a:gd name="T146" fmla="*/ 239 w 239"/>
                <a:gd name="T147" fmla="*/ 114 h 11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9" h="114">
                  <a:moveTo>
                    <a:pt x="4" y="44"/>
                  </a:moveTo>
                  <a:lnTo>
                    <a:pt x="5" y="43"/>
                  </a:lnTo>
                  <a:lnTo>
                    <a:pt x="8" y="42"/>
                  </a:lnTo>
                  <a:lnTo>
                    <a:pt x="14" y="40"/>
                  </a:lnTo>
                  <a:lnTo>
                    <a:pt x="18" y="37"/>
                  </a:lnTo>
                  <a:lnTo>
                    <a:pt x="24" y="34"/>
                  </a:lnTo>
                  <a:lnTo>
                    <a:pt x="31" y="30"/>
                  </a:lnTo>
                  <a:lnTo>
                    <a:pt x="37" y="28"/>
                  </a:lnTo>
                  <a:lnTo>
                    <a:pt x="45" y="24"/>
                  </a:lnTo>
                  <a:lnTo>
                    <a:pt x="52" y="20"/>
                  </a:lnTo>
                  <a:lnTo>
                    <a:pt x="61" y="17"/>
                  </a:lnTo>
                  <a:lnTo>
                    <a:pt x="67" y="14"/>
                  </a:lnTo>
                  <a:lnTo>
                    <a:pt x="73" y="11"/>
                  </a:lnTo>
                  <a:lnTo>
                    <a:pt x="80" y="6"/>
                  </a:lnTo>
                  <a:lnTo>
                    <a:pt x="85" y="4"/>
                  </a:lnTo>
                  <a:lnTo>
                    <a:pt x="89" y="2"/>
                  </a:lnTo>
                  <a:lnTo>
                    <a:pt x="93" y="1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3" y="0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10" y="3"/>
                  </a:lnTo>
                  <a:lnTo>
                    <a:pt x="112" y="4"/>
                  </a:lnTo>
                  <a:lnTo>
                    <a:pt x="114" y="5"/>
                  </a:lnTo>
                  <a:lnTo>
                    <a:pt x="118" y="9"/>
                  </a:lnTo>
                  <a:lnTo>
                    <a:pt x="123" y="9"/>
                  </a:lnTo>
                  <a:lnTo>
                    <a:pt x="126" y="12"/>
                  </a:lnTo>
                  <a:lnTo>
                    <a:pt x="130" y="14"/>
                  </a:lnTo>
                  <a:lnTo>
                    <a:pt x="134" y="16"/>
                  </a:lnTo>
                  <a:lnTo>
                    <a:pt x="140" y="18"/>
                  </a:lnTo>
                  <a:lnTo>
                    <a:pt x="145" y="20"/>
                  </a:lnTo>
                  <a:lnTo>
                    <a:pt x="149" y="22"/>
                  </a:lnTo>
                  <a:lnTo>
                    <a:pt x="155" y="25"/>
                  </a:lnTo>
                  <a:lnTo>
                    <a:pt x="161" y="28"/>
                  </a:lnTo>
                  <a:lnTo>
                    <a:pt x="166" y="30"/>
                  </a:lnTo>
                  <a:lnTo>
                    <a:pt x="172" y="33"/>
                  </a:lnTo>
                  <a:lnTo>
                    <a:pt x="178" y="35"/>
                  </a:lnTo>
                  <a:lnTo>
                    <a:pt x="183" y="37"/>
                  </a:lnTo>
                  <a:lnTo>
                    <a:pt x="188" y="40"/>
                  </a:lnTo>
                  <a:lnTo>
                    <a:pt x="194" y="43"/>
                  </a:lnTo>
                  <a:lnTo>
                    <a:pt x="198" y="45"/>
                  </a:lnTo>
                  <a:lnTo>
                    <a:pt x="204" y="47"/>
                  </a:lnTo>
                  <a:lnTo>
                    <a:pt x="209" y="49"/>
                  </a:lnTo>
                  <a:lnTo>
                    <a:pt x="213" y="51"/>
                  </a:lnTo>
                  <a:lnTo>
                    <a:pt x="217" y="53"/>
                  </a:lnTo>
                  <a:lnTo>
                    <a:pt x="220" y="56"/>
                  </a:lnTo>
                  <a:lnTo>
                    <a:pt x="223" y="57"/>
                  </a:lnTo>
                  <a:lnTo>
                    <a:pt x="226" y="58"/>
                  </a:lnTo>
                  <a:lnTo>
                    <a:pt x="228" y="59"/>
                  </a:lnTo>
                  <a:lnTo>
                    <a:pt x="232" y="60"/>
                  </a:lnTo>
                  <a:lnTo>
                    <a:pt x="233" y="60"/>
                  </a:lnTo>
                  <a:lnTo>
                    <a:pt x="234" y="61"/>
                  </a:lnTo>
                  <a:lnTo>
                    <a:pt x="236" y="62"/>
                  </a:lnTo>
                  <a:lnTo>
                    <a:pt x="237" y="63"/>
                  </a:lnTo>
                  <a:lnTo>
                    <a:pt x="238" y="65"/>
                  </a:lnTo>
                  <a:lnTo>
                    <a:pt x="239" y="65"/>
                  </a:lnTo>
                  <a:lnTo>
                    <a:pt x="239" y="67"/>
                  </a:lnTo>
                  <a:lnTo>
                    <a:pt x="238" y="69"/>
                  </a:lnTo>
                  <a:lnTo>
                    <a:pt x="236" y="71"/>
                  </a:lnTo>
                  <a:lnTo>
                    <a:pt x="235" y="71"/>
                  </a:lnTo>
                  <a:lnTo>
                    <a:pt x="234" y="72"/>
                  </a:lnTo>
                  <a:lnTo>
                    <a:pt x="232" y="72"/>
                  </a:lnTo>
                  <a:lnTo>
                    <a:pt x="228" y="73"/>
                  </a:lnTo>
                  <a:lnTo>
                    <a:pt x="225" y="74"/>
                  </a:lnTo>
                  <a:lnTo>
                    <a:pt x="223" y="76"/>
                  </a:lnTo>
                  <a:lnTo>
                    <a:pt x="220" y="77"/>
                  </a:lnTo>
                  <a:lnTo>
                    <a:pt x="217" y="78"/>
                  </a:lnTo>
                  <a:lnTo>
                    <a:pt x="213" y="79"/>
                  </a:lnTo>
                  <a:lnTo>
                    <a:pt x="209" y="81"/>
                  </a:lnTo>
                  <a:lnTo>
                    <a:pt x="205" y="82"/>
                  </a:lnTo>
                  <a:lnTo>
                    <a:pt x="202" y="84"/>
                  </a:lnTo>
                  <a:lnTo>
                    <a:pt x="197" y="87"/>
                  </a:lnTo>
                  <a:lnTo>
                    <a:pt x="192" y="89"/>
                  </a:lnTo>
                  <a:lnTo>
                    <a:pt x="190" y="91"/>
                  </a:lnTo>
                  <a:lnTo>
                    <a:pt x="184" y="92"/>
                  </a:lnTo>
                  <a:lnTo>
                    <a:pt x="180" y="94"/>
                  </a:lnTo>
                  <a:lnTo>
                    <a:pt x="176" y="95"/>
                  </a:lnTo>
                  <a:lnTo>
                    <a:pt x="172" y="97"/>
                  </a:lnTo>
                  <a:lnTo>
                    <a:pt x="167" y="99"/>
                  </a:lnTo>
                  <a:lnTo>
                    <a:pt x="164" y="100"/>
                  </a:lnTo>
                  <a:lnTo>
                    <a:pt x="160" y="103"/>
                  </a:lnTo>
                  <a:lnTo>
                    <a:pt x="157" y="104"/>
                  </a:lnTo>
                  <a:lnTo>
                    <a:pt x="152" y="106"/>
                  </a:lnTo>
                  <a:lnTo>
                    <a:pt x="149" y="108"/>
                  </a:lnTo>
                  <a:lnTo>
                    <a:pt x="146" y="109"/>
                  </a:lnTo>
                  <a:lnTo>
                    <a:pt x="143" y="110"/>
                  </a:lnTo>
                  <a:lnTo>
                    <a:pt x="141" y="111"/>
                  </a:lnTo>
                  <a:lnTo>
                    <a:pt x="137" y="112"/>
                  </a:lnTo>
                  <a:lnTo>
                    <a:pt x="135" y="113"/>
                  </a:lnTo>
                  <a:lnTo>
                    <a:pt x="134" y="113"/>
                  </a:lnTo>
                  <a:lnTo>
                    <a:pt x="132" y="114"/>
                  </a:lnTo>
                  <a:lnTo>
                    <a:pt x="131" y="114"/>
                  </a:lnTo>
                  <a:lnTo>
                    <a:pt x="130" y="114"/>
                  </a:lnTo>
                  <a:lnTo>
                    <a:pt x="128" y="114"/>
                  </a:lnTo>
                  <a:lnTo>
                    <a:pt x="127" y="113"/>
                  </a:lnTo>
                  <a:lnTo>
                    <a:pt x="125" y="113"/>
                  </a:lnTo>
                  <a:lnTo>
                    <a:pt x="124" y="112"/>
                  </a:lnTo>
                  <a:lnTo>
                    <a:pt x="121" y="112"/>
                  </a:lnTo>
                  <a:lnTo>
                    <a:pt x="120" y="111"/>
                  </a:lnTo>
                  <a:lnTo>
                    <a:pt x="118" y="111"/>
                  </a:lnTo>
                  <a:lnTo>
                    <a:pt x="116" y="110"/>
                  </a:lnTo>
                  <a:lnTo>
                    <a:pt x="114" y="109"/>
                  </a:lnTo>
                  <a:lnTo>
                    <a:pt x="112" y="106"/>
                  </a:lnTo>
                  <a:lnTo>
                    <a:pt x="109" y="106"/>
                  </a:lnTo>
                  <a:lnTo>
                    <a:pt x="105" y="104"/>
                  </a:lnTo>
                  <a:lnTo>
                    <a:pt x="102" y="102"/>
                  </a:lnTo>
                  <a:lnTo>
                    <a:pt x="97" y="99"/>
                  </a:lnTo>
                  <a:lnTo>
                    <a:pt x="94" y="97"/>
                  </a:lnTo>
                  <a:lnTo>
                    <a:pt x="89" y="95"/>
                  </a:lnTo>
                  <a:lnTo>
                    <a:pt x="85" y="93"/>
                  </a:lnTo>
                  <a:lnTo>
                    <a:pt x="80" y="91"/>
                  </a:lnTo>
                  <a:lnTo>
                    <a:pt x="74" y="87"/>
                  </a:lnTo>
                  <a:lnTo>
                    <a:pt x="70" y="84"/>
                  </a:lnTo>
                  <a:lnTo>
                    <a:pt x="66" y="82"/>
                  </a:lnTo>
                  <a:lnTo>
                    <a:pt x="61" y="80"/>
                  </a:lnTo>
                  <a:lnTo>
                    <a:pt x="55" y="77"/>
                  </a:lnTo>
                  <a:lnTo>
                    <a:pt x="51" y="75"/>
                  </a:lnTo>
                  <a:lnTo>
                    <a:pt x="45" y="72"/>
                  </a:lnTo>
                  <a:lnTo>
                    <a:pt x="40" y="69"/>
                  </a:lnTo>
                  <a:lnTo>
                    <a:pt x="36" y="67"/>
                  </a:lnTo>
                  <a:lnTo>
                    <a:pt x="32" y="65"/>
                  </a:lnTo>
                  <a:lnTo>
                    <a:pt x="27" y="62"/>
                  </a:lnTo>
                  <a:lnTo>
                    <a:pt x="23" y="60"/>
                  </a:lnTo>
                  <a:lnTo>
                    <a:pt x="20" y="59"/>
                  </a:lnTo>
                  <a:lnTo>
                    <a:pt x="17" y="57"/>
                  </a:lnTo>
                  <a:lnTo>
                    <a:pt x="14" y="56"/>
                  </a:lnTo>
                  <a:lnTo>
                    <a:pt x="11" y="53"/>
                  </a:lnTo>
                  <a:lnTo>
                    <a:pt x="8" y="52"/>
                  </a:lnTo>
                  <a:lnTo>
                    <a:pt x="6" y="51"/>
                  </a:lnTo>
                  <a:lnTo>
                    <a:pt x="5" y="51"/>
                  </a:lnTo>
                  <a:lnTo>
                    <a:pt x="3" y="49"/>
                  </a:lnTo>
                  <a:lnTo>
                    <a:pt x="2" y="49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2" y="45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1181"/>
            <p:cNvSpPr>
              <a:spLocks/>
            </p:cNvSpPr>
            <p:nvPr/>
          </p:nvSpPr>
          <p:spPr bwMode="auto">
            <a:xfrm>
              <a:off x="3014" y="1926"/>
              <a:ext cx="90" cy="44"/>
            </a:xfrm>
            <a:custGeom>
              <a:avLst/>
              <a:gdLst>
                <a:gd name="T0" fmla="*/ 89 w 90"/>
                <a:gd name="T1" fmla="*/ 0 h 44"/>
                <a:gd name="T2" fmla="*/ 89 w 90"/>
                <a:gd name="T3" fmla="*/ 0 h 44"/>
                <a:gd name="T4" fmla="*/ 85 w 90"/>
                <a:gd name="T5" fmla="*/ 1 h 44"/>
                <a:gd name="T6" fmla="*/ 81 w 90"/>
                <a:gd name="T7" fmla="*/ 3 h 44"/>
                <a:gd name="T8" fmla="*/ 77 w 90"/>
                <a:gd name="T9" fmla="*/ 5 h 44"/>
                <a:gd name="T10" fmla="*/ 69 w 90"/>
                <a:gd name="T11" fmla="*/ 9 h 44"/>
                <a:gd name="T12" fmla="*/ 63 w 90"/>
                <a:gd name="T13" fmla="*/ 13 h 44"/>
                <a:gd name="T14" fmla="*/ 55 w 90"/>
                <a:gd name="T15" fmla="*/ 16 h 44"/>
                <a:gd name="T16" fmla="*/ 49 w 90"/>
                <a:gd name="T17" fmla="*/ 19 h 44"/>
                <a:gd name="T18" fmla="*/ 42 w 90"/>
                <a:gd name="T19" fmla="*/ 22 h 44"/>
                <a:gd name="T20" fmla="*/ 34 w 90"/>
                <a:gd name="T21" fmla="*/ 26 h 44"/>
                <a:gd name="T22" fmla="*/ 28 w 90"/>
                <a:gd name="T23" fmla="*/ 29 h 44"/>
                <a:gd name="T24" fmla="*/ 20 w 90"/>
                <a:gd name="T25" fmla="*/ 33 h 44"/>
                <a:gd name="T26" fmla="*/ 15 w 90"/>
                <a:gd name="T27" fmla="*/ 35 h 44"/>
                <a:gd name="T28" fmla="*/ 8 w 90"/>
                <a:gd name="T29" fmla="*/ 39 h 44"/>
                <a:gd name="T30" fmla="*/ 4 w 90"/>
                <a:gd name="T31" fmla="*/ 40 h 44"/>
                <a:gd name="T32" fmla="*/ 2 w 90"/>
                <a:gd name="T33" fmla="*/ 42 h 44"/>
                <a:gd name="T34" fmla="*/ 0 w 90"/>
                <a:gd name="T35" fmla="*/ 42 h 44"/>
                <a:gd name="T36" fmla="*/ 1 w 90"/>
                <a:gd name="T37" fmla="*/ 44 h 44"/>
                <a:gd name="T38" fmla="*/ 2 w 90"/>
                <a:gd name="T39" fmla="*/ 43 h 44"/>
                <a:gd name="T40" fmla="*/ 5 w 90"/>
                <a:gd name="T41" fmla="*/ 42 h 44"/>
                <a:gd name="T42" fmla="*/ 11 w 90"/>
                <a:gd name="T43" fmla="*/ 40 h 44"/>
                <a:gd name="T44" fmla="*/ 15 w 90"/>
                <a:gd name="T45" fmla="*/ 37 h 44"/>
                <a:gd name="T46" fmla="*/ 21 w 90"/>
                <a:gd name="T47" fmla="*/ 33 h 44"/>
                <a:gd name="T48" fmla="*/ 28 w 90"/>
                <a:gd name="T49" fmla="*/ 31 h 44"/>
                <a:gd name="T50" fmla="*/ 35 w 90"/>
                <a:gd name="T51" fmla="*/ 27 h 44"/>
                <a:gd name="T52" fmla="*/ 42 w 90"/>
                <a:gd name="T53" fmla="*/ 25 h 44"/>
                <a:gd name="T54" fmla="*/ 50 w 90"/>
                <a:gd name="T55" fmla="*/ 20 h 44"/>
                <a:gd name="T56" fmla="*/ 56 w 90"/>
                <a:gd name="T57" fmla="*/ 17 h 44"/>
                <a:gd name="T58" fmla="*/ 63 w 90"/>
                <a:gd name="T59" fmla="*/ 14 h 44"/>
                <a:gd name="T60" fmla="*/ 70 w 90"/>
                <a:gd name="T61" fmla="*/ 11 h 44"/>
                <a:gd name="T62" fmla="*/ 77 w 90"/>
                <a:gd name="T63" fmla="*/ 9 h 44"/>
                <a:gd name="T64" fmla="*/ 82 w 90"/>
                <a:gd name="T65" fmla="*/ 5 h 44"/>
                <a:gd name="T66" fmla="*/ 86 w 90"/>
                <a:gd name="T67" fmla="*/ 3 h 44"/>
                <a:gd name="T68" fmla="*/ 90 w 90"/>
                <a:gd name="T69" fmla="*/ 1 h 44"/>
                <a:gd name="T70" fmla="*/ 89 w 90"/>
                <a:gd name="T71" fmla="*/ 0 h 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0"/>
                <a:gd name="T109" fmla="*/ 0 h 44"/>
                <a:gd name="T110" fmla="*/ 90 w 90"/>
                <a:gd name="T111" fmla="*/ 44 h 4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0" h="44">
                  <a:moveTo>
                    <a:pt x="89" y="0"/>
                  </a:moveTo>
                  <a:lnTo>
                    <a:pt x="89" y="0"/>
                  </a:lnTo>
                  <a:lnTo>
                    <a:pt x="85" y="1"/>
                  </a:lnTo>
                  <a:lnTo>
                    <a:pt x="81" y="3"/>
                  </a:lnTo>
                  <a:lnTo>
                    <a:pt x="77" y="5"/>
                  </a:lnTo>
                  <a:lnTo>
                    <a:pt x="69" y="9"/>
                  </a:lnTo>
                  <a:lnTo>
                    <a:pt x="63" y="13"/>
                  </a:lnTo>
                  <a:lnTo>
                    <a:pt x="55" y="16"/>
                  </a:lnTo>
                  <a:lnTo>
                    <a:pt x="49" y="19"/>
                  </a:lnTo>
                  <a:lnTo>
                    <a:pt x="42" y="22"/>
                  </a:lnTo>
                  <a:lnTo>
                    <a:pt x="34" y="26"/>
                  </a:lnTo>
                  <a:lnTo>
                    <a:pt x="28" y="29"/>
                  </a:lnTo>
                  <a:lnTo>
                    <a:pt x="20" y="33"/>
                  </a:lnTo>
                  <a:lnTo>
                    <a:pt x="15" y="35"/>
                  </a:lnTo>
                  <a:lnTo>
                    <a:pt x="8" y="39"/>
                  </a:lnTo>
                  <a:lnTo>
                    <a:pt x="4" y="4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3"/>
                  </a:lnTo>
                  <a:lnTo>
                    <a:pt x="5" y="42"/>
                  </a:lnTo>
                  <a:lnTo>
                    <a:pt x="11" y="40"/>
                  </a:lnTo>
                  <a:lnTo>
                    <a:pt x="15" y="37"/>
                  </a:lnTo>
                  <a:lnTo>
                    <a:pt x="21" y="33"/>
                  </a:lnTo>
                  <a:lnTo>
                    <a:pt x="28" y="31"/>
                  </a:lnTo>
                  <a:lnTo>
                    <a:pt x="35" y="27"/>
                  </a:lnTo>
                  <a:lnTo>
                    <a:pt x="42" y="25"/>
                  </a:lnTo>
                  <a:lnTo>
                    <a:pt x="50" y="20"/>
                  </a:lnTo>
                  <a:lnTo>
                    <a:pt x="56" y="17"/>
                  </a:lnTo>
                  <a:lnTo>
                    <a:pt x="63" y="14"/>
                  </a:lnTo>
                  <a:lnTo>
                    <a:pt x="70" y="11"/>
                  </a:lnTo>
                  <a:lnTo>
                    <a:pt x="77" y="9"/>
                  </a:lnTo>
                  <a:lnTo>
                    <a:pt x="82" y="5"/>
                  </a:lnTo>
                  <a:lnTo>
                    <a:pt x="86" y="3"/>
                  </a:lnTo>
                  <a:lnTo>
                    <a:pt x="90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1182"/>
            <p:cNvSpPr>
              <a:spLocks/>
            </p:cNvSpPr>
            <p:nvPr/>
          </p:nvSpPr>
          <p:spPr bwMode="auto">
            <a:xfrm>
              <a:off x="3103" y="1925"/>
              <a:ext cx="13" cy="3"/>
            </a:xfrm>
            <a:custGeom>
              <a:avLst/>
              <a:gdLst>
                <a:gd name="T0" fmla="*/ 13 w 13"/>
                <a:gd name="T1" fmla="*/ 2 h 3"/>
                <a:gd name="T2" fmla="*/ 13 w 13"/>
                <a:gd name="T3" fmla="*/ 2 h 3"/>
                <a:gd name="T4" fmla="*/ 12 w 13"/>
                <a:gd name="T5" fmla="*/ 1 h 3"/>
                <a:gd name="T6" fmla="*/ 10 w 13"/>
                <a:gd name="T7" fmla="*/ 1 h 3"/>
                <a:gd name="T8" fmla="*/ 9 w 13"/>
                <a:gd name="T9" fmla="*/ 0 h 3"/>
                <a:gd name="T10" fmla="*/ 6 w 13"/>
                <a:gd name="T11" fmla="*/ 0 h 3"/>
                <a:gd name="T12" fmla="*/ 5 w 13"/>
                <a:gd name="T13" fmla="*/ 0 h 3"/>
                <a:gd name="T14" fmla="*/ 3 w 13"/>
                <a:gd name="T15" fmla="*/ 0 h 3"/>
                <a:gd name="T16" fmla="*/ 2 w 13"/>
                <a:gd name="T17" fmla="*/ 0 h 3"/>
                <a:gd name="T18" fmla="*/ 0 w 13"/>
                <a:gd name="T19" fmla="*/ 1 h 3"/>
                <a:gd name="T20" fmla="*/ 0 w 13"/>
                <a:gd name="T21" fmla="*/ 2 h 3"/>
                <a:gd name="T22" fmla="*/ 2 w 13"/>
                <a:gd name="T23" fmla="*/ 2 h 3"/>
                <a:gd name="T24" fmla="*/ 3 w 13"/>
                <a:gd name="T25" fmla="*/ 2 h 3"/>
                <a:gd name="T26" fmla="*/ 5 w 13"/>
                <a:gd name="T27" fmla="*/ 2 h 3"/>
                <a:gd name="T28" fmla="*/ 6 w 13"/>
                <a:gd name="T29" fmla="*/ 2 h 3"/>
                <a:gd name="T30" fmla="*/ 9 w 13"/>
                <a:gd name="T31" fmla="*/ 2 h 3"/>
                <a:gd name="T32" fmla="*/ 10 w 13"/>
                <a:gd name="T33" fmla="*/ 2 h 3"/>
                <a:gd name="T34" fmla="*/ 11 w 13"/>
                <a:gd name="T35" fmla="*/ 3 h 3"/>
                <a:gd name="T36" fmla="*/ 12 w 13"/>
                <a:gd name="T37" fmla="*/ 3 h 3"/>
                <a:gd name="T38" fmla="*/ 13 w 13"/>
                <a:gd name="T39" fmla="*/ 2 h 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3"/>
                <a:gd name="T62" fmla="*/ 13 w 13"/>
                <a:gd name="T63" fmla="*/ 3 h 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3">
                  <a:moveTo>
                    <a:pt x="13" y="2"/>
                  </a:moveTo>
                  <a:lnTo>
                    <a:pt x="13" y="2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183"/>
            <p:cNvSpPr>
              <a:spLocks/>
            </p:cNvSpPr>
            <p:nvPr/>
          </p:nvSpPr>
          <p:spPr bwMode="auto">
            <a:xfrm>
              <a:off x="3115" y="1926"/>
              <a:ext cx="128" cy="61"/>
            </a:xfrm>
            <a:custGeom>
              <a:avLst/>
              <a:gdLst>
                <a:gd name="T0" fmla="*/ 128 w 128"/>
                <a:gd name="T1" fmla="*/ 60 h 61"/>
                <a:gd name="T2" fmla="*/ 124 w 128"/>
                <a:gd name="T3" fmla="*/ 58 h 61"/>
                <a:gd name="T4" fmla="*/ 119 w 128"/>
                <a:gd name="T5" fmla="*/ 56 h 61"/>
                <a:gd name="T6" fmla="*/ 111 w 128"/>
                <a:gd name="T7" fmla="*/ 52 h 61"/>
                <a:gd name="T8" fmla="*/ 104 w 128"/>
                <a:gd name="T9" fmla="*/ 48 h 61"/>
                <a:gd name="T10" fmla="*/ 94 w 128"/>
                <a:gd name="T11" fmla="*/ 44 h 61"/>
                <a:gd name="T12" fmla="*/ 84 w 128"/>
                <a:gd name="T13" fmla="*/ 39 h 61"/>
                <a:gd name="T14" fmla="*/ 73 w 128"/>
                <a:gd name="T15" fmla="*/ 33 h 61"/>
                <a:gd name="T16" fmla="*/ 62 w 128"/>
                <a:gd name="T17" fmla="*/ 28 h 61"/>
                <a:gd name="T18" fmla="*/ 51 w 128"/>
                <a:gd name="T19" fmla="*/ 24 h 61"/>
                <a:gd name="T20" fmla="*/ 41 w 128"/>
                <a:gd name="T21" fmla="*/ 18 h 61"/>
                <a:gd name="T22" fmla="*/ 30 w 128"/>
                <a:gd name="T23" fmla="*/ 14 h 61"/>
                <a:gd name="T24" fmla="*/ 22 w 128"/>
                <a:gd name="T25" fmla="*/ 9 h 61"/>
                <a:gd name="T26" fmla="*/ 14 w 128"/>
                <a:gd name="T27" fmla="*/ 5 h 61"/>
                <a:gd name="T28" fmla="*/ 8 w 128"/>
                <a:gd name="T29" fmla="*/ 3 h 61"/>
                <a:gd name="T30" fmla="*/ 4 w 128"/>
                <a:gd name="T31" fmla="*/ 1 h 61"/>
                <a:gd name="T32" fmla="*/ 0 w 128"/>
                <a:gd name="T33" fmla="*/ 1 h 61"/>
                <a:gd name="T34" fmla="*/ 2 w 128"/>
                <a:gd name="T35" fmla="*/ 2 h 61"/>
                <a:gd name="T36" fmla="*/ 7 w 128"/>
                <a:gd name="T37" fmla="*/ 4 h 61"/>
                <a:gd name="T38" fmla="*/ 13 w 128"/>
                <a:gd name="T39" fmla="*/ 9 h 61"/>
                <a:gd name="T40" fmla="*/ 21 w 128"/>
                <a:gd name="T41" fmla="*/ 12 h 61"/>
                <a:gd name="T42" fmla="*/ 29 w 128"/>
                <a:gd name="T43" fmla="*/ 16 h 61"/>
                <a:gd name="T44" fmla="*/ 40 w 128"/>
                <a:gd name="T45" fmla="*/ 20 h 61"/>
                <a:gd name="T46" fmla="*/ 50 w 128"/>
                <a:gd name="T47" fmla="*/ 25 h 61"/>
                <a:gd name="T48" fmla="*/ 61 w 128"/>
                <a:gd name="T49" fmla="*/ 30 h 61"/>
                <a:gd name="T50" fmla="*/ 72 w 128"/>
                <a:gd name="T51" fmla="*/ 35 h 61"/>
                <a:gd name="T52" fmla="*/ 83 w 128"/>
                <a:gd name="T53" fmla="*/ 41 h 61"/>
                <a:gd name="T54" fmla="*/ 94 w 128"/>
                <a:gd name="T55" fmla="*/ 45 h 61"/>
                <a:gd name="T56" fmla="*/ 103 w 128"/>
                <a:gd name="T57" fmla="*/ 49 h 61"/>
                <a:gd name="T58" fmla="*/ 110 w 128"/>
                <a:gd name="T59" fmla="*/ 55 h 61"/>
                <a:gd name="T60" fmla="*/ 119 w 128"/>
                <a:gd name="T61" fmla="*/ 57 h 61"/>
                <a:gd name="T62" fmla="*/ 123 w 128"/>
                <a:gd name="T63" fmla="*/ 60 h 61"/>
                <a:gd name="T64" fmla="*/ 126 w 128"/>
                <a:gd name="T65" fmla="*/ 61 h 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8"/>
                <a:gd name="T100" fmla="*/ 0 h 61"/>
                <a:gd name="T101" fmla="*/ 128 w 128"/>
                <a:gd name="T102" fmla="*/ 61 h 6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8" h="61">
                  <a:moveTo>
                    <a:pt x="128" y="60"/>
                  </a:moveTo>
                  <a:lnTo>
                    <a:pt x="128" y="60"/>
                  </a:lnTo>
                  <a:lnTo>
                    <a:pt x="126" y="59"/>
                  </a:lnTo>
                  <a:lnTo>
                    <a:pt x="124" y="58"/>
                  </a:lnTo>
                  <a:lnTo>
                    <a:pt x="122" y="57"/>
                  </a:lnTo>
                  <a:lnTo>
                    <a:pt x="119" y="56"/>
                  </a:lnTo>
                  <a:lnTo>
                    <a:pt x="115" y="55"/>
                  </a:lnTo>
                  <a:lnTo>
                    <a:pt x="111" y="52"/>
                  </a:lnTo>
                  <a:lnTo>
                    <a:pt x="108" y="49"/>
                  </a:lnTo>
                  <a:lnTo>
                    <a:pt x="104" y="48"/>
                  </a:lnTo>
                  <a:lnTo>
                    <a:pt x="99" y="46"/>
                  </a:lnTo>
                  <a:lnTo>
                    <a:pt x="94" y="44"/>
                  </a:lnTo>
                  <a:lnTo>
                    <a:pt x="89" y="41"/>
                  </a:lnTo>
                  <a:lnTo>
                    <a:pt x="84" y="39"/>
                  </a:lnTo>
                  <a:lnTo>
                    <a:pt x="78" y="36"/>
                  </a:lnTo>
                  <a:lnTo>
                    <a:pt x="73" y="33"/>
                  </a:lnTo>
                  <a:lnTo>
                    <a:pt x="68" y="31"/>
                  </a:lnTo>
                  <a:lnTo>
                    <a:pt x="62" y="28"/>
                  </a:lnTo>
                  <a:lnTo>
                    <a:pt x="57" y="26"/>
                  </a:lnTo>
                  <a:lnTo>
                    <a:pt x="51" y="24"/>
                  </a:lnTo>
                  <a:lnTo>
                    <a:pt x="45" y="21"/>
                  </a:lnTo>
                  <a:lnTo>
                    <a:pt x="41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6" y="12"/>
                  </a:lnTo>
                  <a:lnTo>
                    <a:pt x="22" y="9"/>
                  </a:lnTo>
                  <a:lnTo>
                    <a:pt x="17" y="9"/>
                  </a:lnTo>
                  <a:lnTo>
                    <a:pt x="14" y="5"/>
                  </a:lnTo>
                  <a:lnTo>
                    <a:pt x="11" y="4"/>
                  </a:lnTo>
                  <a:lnTo>
                    <a:pt x="8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5" y="3"/>
                  </a:lnTo>
                  <a:lnTo>
                    <a:pt x="7" y="4"/>
                  </a:lnTo>
                  <a:lnTo>
                    <a:pt x="9" y="5"/>
                  </a:lnTo>
                  <a:lnTo>
                    <a:pt x="13" y="9"/>
                  </a:lnTo>
                  <a:lnTo>
                    <a:pt x="17" y="9"/>
                  </a:lnTo>
                  <a:lnTo>
                    <a:pt x="21" y="12"/>
                  </a:lnTo>
                  <a:lnTo>
                    <a:pt x="25" y="14"/>
                  </a:lnTo>
                  <a:lnTo>
                    <a:pt x="29" y="16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5" y="22"/>
                  </a:lnTo>
                  <a:lnTo>
                    <a:pt x="50" y="25"/>
                  </a:lnTo>
                  <a:lnTo>
                    <a:pt x="56" y="28"/>
                  </a:lnTo>
                  <a:lnTo>
                    <a:pt x="61" y="30"/>
                  </a:lnTo>
                  <a:lnTo>
                    <a:pt x="67" y="33"/>
                  </a:lnTo>
                  <a:lnTo>
                    <a:pt x="72" y="35"/>
                  </a:lnTo>
                  <a:lnTo>
                    <a:pt x="78" y="39"/>
                  </a:lnTo>
                  <a:lnTo>
                    <a:pt x="83" y="41"/>
                  </a:lnTo>
                  <a:lnTo>
                    <a:pt x="88" y="43"/>
                  </a:lnTo>
                  <a:lnTo>
                    <a:pt x="94" y="45"/>
                  </a:lnTo>
                  <a:lnTo>
                    <a:pt x="99" y="47"/>
                  </a:lnTo>
                  <a:lnTo>
                    <a:pt x="103" y="49"/>
                  </a:lnTo>
                  <a:lnTo>
                    <a:pt x="107" y="52"/>
                  </a:lnTo>
                  <a:lnTo>
                    <a:pt x="110" y="55"/>
                  </a:lnTo>
                  <a:lnTo>
                    <a:pt x="115" y="56"/>
                  </a:lnTo>
                  <a:lnTo>
                    <a:pt x="119" y="57"/>
                  </a:lnTo>
                  <a:lnTo>
                    <a:pt x="121" y="59"/>
                  </a:lnTo>
                  <a:lnTo>
                    <a:pt x="123" y="60"/>
                  </a:lnTo>
                  <a:lnTo>
                    <a:pt x="125" y="60"/>
                  </a:lnTo>
                  <a:lnTo>
                    <a:pt x="126" y="61"/>
                  </a:lnTo>
                  <a:lnTo>
                    <a:pt x="128" y="6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184"/>
            <p:cNvSpPr>
              <a:spLocks/>
            </p:cNvSpPr>
            <p:nvPr/>
          </p:nvSpPr>
          <p:spPr bwMode="auto">
            <a:xfrm>
              <a:off x="3241" y="1986"/>
              <a:ext cx="9" cy="9"/>
            </a:xfrm>
            <a:custGeom>
              <a:avLst/>
              <a:gdLst>
                <a:gd name="T0" fmla="*/ 5 w 9"/>
                <a:gd name="T1" fmla="*/ 9 h 9"/>
                <a:gd name="T2" fmla="*/ 5 w 9"/>
                <a:gd name="T3" fmla="*/ 9 h 9"/>
                <a:gd name="T4" fmla="*/ 8 w 9"/>
                <a:gd name="T5" fmla="*/ 8 h 9"/>
                <a:gd name="T6" fmla="*/ 9 w 9"/>
                <a:gd name="T7" fmla="*/ 7 h 9"/>
                <a:gd name="T8" fmla="*/ 9 w 9"/>
                <a:gd name="T9" fmla="*/ 5 h 9"/>
                <a:gd name="T10" fmla="*/ 8 w 9"/>
                <a:gd name="T11" fmla="*/ 4 h 9"/>
                <a:gd name="T12" fmla="*/ 7 w 9"/>
                <a:gd name="T13" fmla="*/ 2 h 9"/>
                <a:gd name="T14" fmla="*/ 5 w 9"/>
                <a:gd name="T15" fmla="*/ 1 h 9"/>
                <a:gd name="T16" fmla="*/ 3 w 9"/>
                <a:gd name="T17" fmla="*/ 1 h 9"/>
                <a:gd name="T18" fmla="*/ 2 w 9"/>
                <a:gd name="T19" fmla="*/ 0 h 9"/>
                <a:gd name="T20" fmla="*/ 0 w 9"/>
                <a:gd name="T21" fmla="*/ 1 h 9"/>
                <a:gd name="T22" fmla="*/ 2 w 9"/>
                <a:gd name="T23" fmla="*/ 2 h 9"/>
                <a:gd name="T24" fmla="*/ 4 w 9"/>
                <a:gd name="T25" fmla="*/ 3 h 9"/>
                <a:gd name="T26" fmla="*/ 5 w 9"/>
                <a:gd name="T27" fmla="*/ 4 h 9"/>
                <a:gd name="T28" fmla="*/ 7 w 9"/>
                <a:gd name="T29" fmla="*/ 5 h 9"/>
                <a:gd name="T30" fmla="*/ 7 w 9"/>
                <a:gd name="T31" fmla="*/ 6 h 9"/>
                <a:gd name="T32" fmla="*/ 7 w 9"/>
                <a:gd name="T33" fmla="*/ 7 h 9"/>
                <a:gd name="T34" fmla="*/ 4 w 9"/>
                <a:gd name="T35" fmla="*/ 8 h 9"/>
                <a:gd name="T36" fmla="*/ 5 w 9"/>
                <a:gd name="T37" fmla="*/ 9 h 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9"/>
                <a:gd name="T59" fmla="*/ 9 w 9"/>
                <a:gd name="T60" fmla="*/ 9 h 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9">
                  <a:moveTo>
                    <a:pt x="5" y="9"/>
                  </a:moveTo>
                  <a:lnTo>
                    <a:pt x="5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5"/>
                  </a:lnTo>
                  <a:lnTo>
                    <a:pt x="8" y="4"/>
                  </a:lnTo>
                  <a:lnTo>
                    <a:pt x="7" y="2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4" y="8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185"/>
            <p:cNvSpPr>
              <a:spLocks/>
            </p:cNvSpPr>
            <p:nvPr/>
          </p:nvSpPr>
          <p:spPr bwMode="auto">
            <a:xfrm>
              <a:off x="3143" y="1994"/>
              <a:ext cx="103" cy="47"/>
            </a:xfrm>
            <a:custGeom>
              <a:avLst/>
              <a:gdLst>
                <a:gd name="T0" fmla="*/ 1 w 103"/>
                <a:gd name="T1" fmla="*/ 47 h 47"/>
                <a:gd name="T2" fmla="*/ 3 w 103"/>
                <a:gd name="T3" fmla="*/ 46 h 47"/>
                <a:gd name="T4" fmla="*/ 9 w 103"/>
                <a:gd name="T5" fmla="*/ 44 h 47"/>
                <a:gd name="T6" fmla="*/ 14 w 103"/>
                <a:gd name="T7" fmla="*/ 42 h 47"/>
                <a:gd name="T8" fmla="*/ 20 w 103"/>
                <a:gd name="T9" fmla="*/ 38 h 47"/>
                <a:gd name="T10" fmla="*/ 27 w 103"/>
                <a:gd name="T11" fmla="*/ 36 h 47"/>
                <a:gd name="T12" fmla="*/ 35 w 103"/>
                <a:gd name="T13" fmla="*/ 32 h 47"/>
                <a:gd name="T14" fmla="*/ 44 w 103"/>
                <a:gd name="T15" fmla="*/ 28 h 47"/>
                <a:gd name="T16" fmla="*/ 52 w 103"/>
                <a:gd name="T17" fmla="*/ 25 h 47"/>
                <a:gd name="T18" fmla="*/ 60 w 103"/>
                <a:gd name="T19" fmla="*/ 22 h 47"/>
                <a:gd name="T20" fmla="*/ 70 w 103"/>
                <a:gd name="T21" fmla="*/ 18 h 47"/>
                <a:gd name="T22" fmla="*/ 77 w 103"/>
                <a:gd name="T23" fmla="*/ 14 h 47"/>
                <a:gd name="T24" fmla="*/ 83 w 103"/>
                <a:gd name="T25" fmla="*/ 11 h 47"/>
                <a:gd name="T26" fmla="*/ 90 w 103"/>
                <a:gd name="T27" fmla="*/ 8 h 47"/>
                <a:gd name="T28" fmla="*/ 96 w 103"/>
                <a:gd name="T29" fmla="*/ 5 h 47"/>
                <a:gd name="T30" fmla="*/ 100 w 103"/>
                <a:gd name="T31" fmla="*/ 4 h 47"/>
                <a:gd name="T32" fmla="*/ 103 w 103"/>
                <a:gd name="T33" fmla="*/ 1 h 47"/>
                <a:gd name="T34" fmla="*/ 101 w 103"/>
                <a:gd name="T35" fmla="*/ 0 h 47"/>
                <a:gd name="T36" fmla="*/ 97 w 103"/>
                <a:gd name="T37" fmla="*/ 3 h 47"/>
                <a:gd name="T38" fmla="*/ 92 w 103"/>
                <a:gd name="T39" fmla="*/ 5 h 47"/>
                <a:gd name="T40" fmla="*/ 86 w 103"/>
                <a:gd name="T41" fmla="*/ 8 h 47"/>
                <a:gd name="T42" fmla="*/ 79 w 103"/>
                <a:gd name="T43" fmla="*/ 11 h 47"/>
                <a:gd name="T44" fmla="*/ 73 w 103"/>
                <a:gd name="T45" fmla="*/ 14 h 47"/>
                <a:gd name="T46" fmla="*/ 64 w 103"/>
                <a:gd name="T47" fmla="*/ 18 h 47"/>
                <a:gd name="T48" fmla="*/ 56 w 103"/>
                <a:gd name="T49" fmla="*/ 22 h 47"/>
                <a:gd name="T50" fmla="*/ 47 w 103"/>
                <a:gd name="T51" fmla="*/ 25 h 47"/>
                <a:gd name="T52" fmla="*/ 39 w 103"/>
                <a:gd name="T53" fmla="*/ 29 h 47"/>
                <a:gd name="T54" fmla="*/ 31 w 103"/>
                <a:gd name="T55" fmla="*/ 32 h 47"/>
                <a:gd name="T56" fmla="*/ 23 w 103"/>
                <a:gd name="T57" fmla="*/ 36 h 47"/>
                <a:gd name="T58" fmla="*/ 16 w 103"/>
                <a:gd name="T59" fmla="*/ 38 h 47"/>
                <a:gd name="T60" fmla="*/ 11 w 103"/>
                <a:gd name="T61" fmla="*/ 42 h 47"/>
                <a:gd name="T62" fmla="*/ 5 w 103"/>
                <a:gd name="T63" fmla="*/ 44 h 47"/>
                <a:gd name="T64" fmla="*/ 1 w 103"/>
                <a:gd name="T65" fmla="*/ 45 h 47"/>
                <a:gd name="T66" fmla="*/ 1 w 103"/>
                <a:gd name="T67" fmla="*/ 47 h 4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7"/>
                <a:gd name="T104" fmla="*/ 103 w 103"/>
                <a:gd name="T105" fmla="*/ 47 h 4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7">
                  <a:moveTo>
                    <a:pt x="1" y="47"/>
                  </a:moveTo>
                  <a:lnTo>
                    <a:pt x="1" y="47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2" y="43"/>
                  </a:lnTo>
                  <a:lnTo>
                    <a:pt x="14" y="42"/>
                  </a:lnTo>
                  <a:lnTo>
                    <a:pt x="17" y="41"/>
                  </a:lnTo>
                  <a:lnTo>
                    <a:pt x="20" y="38"/>
                  </a:lnTo>
                  <a:lnTo>
                    <a:pt x="24" y="38"/>
                  </a:lnTo>
                  <a:lnTo>
                    <a:pt x="27" y="36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40" y="30"/>
                  </a:lnTo>
                  <a:lnTo>
                    <a:pt x="44" y="28"/>
                  </a:lnTo>
                  <a:lnTo>
                    <a:pt x="47" y="27"/>
                  </a:lnTo>
                  <a:lnTo>
                    <a:pt x="52" y="25"/>
                  </a:lnTo>
                  <a:lnTo>
                    <a:pt x="57" y="24"/>
                  </a:lnTo>
                  <a:lnTo>
                    <a:pt x="60" y="22"/>
                  </a:lnTo>
                  <a:lnTo>
                    <a:pt x="64" y="19"/>
                  </a:lnTo>
                  <a:lnTo>
                    <a:pt x="70" y="18"/>
                  </a:lnTo>
                  <a:lnTo>
                    <a:pt x="73" y="15"/>
                  </a:lnTo>
                  <a:lnTo>
                    <a:pt x="77" y="14"/>
                  </a:lnTo>
                  <a:lnTo>
                    <a:pt x="80" y="12"/>
                  </a:lnTo>
                  <a:lnTo>
                    <a:pt x="83" y="11"/>
                  </a:lnTo>
                  <a:lnTo>
                    <a:pt x="87" y="10"/>
                  </a:lnTo>
                  <a:lnTo>
                    <a:pt x="90" y="8"/>
                  </a:lnTo>
                  <a:lnTo>
                    <a:pt x="92" y="6"/>
                  </a:lnTo>
                  <a:lnTo>
                    <a:pt x="96" y="5"/>
                  </a:lnTo>
                  <a:lnTo>
                    <a:pt x="98" y="4"/>
                  </a:lnTo>
                  <a:lnTo>
                    <a:pt x="100" y="4"/>
                  </a:lnTo>
                  <a:lnTo>
                    <a:pt x="102" y="3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3"/>
                  </a:lnTo>
                  <a:lnTo>
                    <a:pt x="95" y="4"/>
                  </a:lnTo>
                  <a:lnTo>
                    <a:pt x="92" y="5"/>
                  </a:lnTo>
                  <a:lnTo>
                    <a:pt x="89" y="6"/>
                  </a:lnTo>
                  <a:lnTo>
                    <a:pt x="86" y="8"/>
                  </a:lnTo>
                  <a:lnTo>
                    <a:pt x="82" y="9"/>
                  </a:lnTo>
                  <a:lnTo>
                    <a:pt x="79" y="11"/>
                  </a:lnTo>
                  <a:lnTo>
                    <a:pt x="76" y="12"/>
                  </a:lnTo>
                  <a:lnTo>
                    <a:pt x="73" y="14"/>
                  </a:lnTo>
                  <a:lnTo>
                    <a:pt x="67" y="15"/>
                  </a:lnTo>
                  <a:lnTo>
                    <a:pt x="64" y="18"/>
                  </a:lnTo>
                  <a:lnTo>
                    <a:pt x="60" y="19"/>
                  </a:lnTo>
                  <a:lnTo>
                    <a:pt x="56" y="22"/>
                  </a:lnTo>
                  <a:lnTo>
                    <a:pt x="50" y="24"/>
                  </a:lnTo>
                  <a:lnTo>
                    <a:pt x="47" y="25"/>
                  </a:lnTo>
                  <a:lnTo>
                    <a:pt x="43" y="27"/>
                  </a:lnTo>
                  <a:lnTo>
                    <a:pt x="39" y="29"/>
                  </a:lnTo>
                  <a:lnTo>
                    <a:pt x="35" y="30"/>
                  </a:lnTo>
                  <a:lnTo>
                    <a:pt x="31" y="32"/>
                  </a:lnTo>
                  <a:lnTo>
                    <a:pt x="27" y="34"/>
                  </a:lnTo>
                  <a:lnTo>
                    <a:pt x="23" y="36"/>
                  </a:lnTo>
                  <a:lnTo>
                    <a:pt x="19" y="38"/>
                  </a:lnTo>
                  <a:lnTo>
                    <a:pt x="16" y="38"/>
                  </a:lnTo>
                  <a:lnTo>
                    <a:pt x="14" y="40"/>
                  </a:lnTo>
                  <a:lnTo>
                    <a:pt x="11" y="42"/>
                  </a:lnTo>
                  <a:lnTo>
                    <a:pt x="9" y="43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186"/>
            <p:cNvSpPr>
              <a:spLocks/>
            </p:cNvSpPr>
            <p:nvPr/>
          </p:nvSpPr>
          <p:spPr bwMode="auto">
            <a:xfrm>
              <a:off x="3129" y="2037"/>
              <a:ext cx="14" cy="4"/>
            </a:xfrm>
            <a:custGeom>
              <a:avLst/>
              <a:gdLst>
                <a:gd name="T0" fmla="*/ 0 w 14"/>
                <a:gd name="T1" fmla="*/ 1 h 4"/>
                <a:gd name="T2" fmla="*/ 0 w 14"/>
                <a:gd name="T3" fmla="*/ 1 h 4"/>
                <a:gd name="T4" fmla="*/ 1 w 14"/>
                <a:gd name="T5" fmla="*/ 2 h 4"/>
                <a:gd name="T6" fmla="*/ 3 w 14"/>
                <a:gd name="T7" fmla="*/ 3 h 4"/>
                <a:gd name="T8" fmla="*/ 7 w 14"/>
                <a:gd name="T9" fmla="*/ 3 h 4"/>
                <a:gd name="T10" fmla="*/ 7 w 14"/>
                <a:gd name="T11" fmla="*/ 3 h 4"/>
                <a:gd name="T12" fmla="*/ 10 w 14"/>
                <a:gd name="T13" fmla="*/ 4 h 4"/>
                <a:gd name="T14" fmla="*/ 11 w 14"/>
                <a:gd name="T15" fmla="*/ 4 h 4"/>
                <a:gd name="T16" fmla="*/ 13 w 14"/>
                <a:gd name="T17" fmla="*/ 4 h 4"/>
                <a:gd name="T18" fmla="*/ 14 w 14"/>
                <a:gd name="T19" fmla="*/ 4 h 4"/>
                <a:gd name="T20" fmla="*/ 13 w 14"/>
                <a:gd name="T21" fmla="*/ 2 h 4"/>
                <a:gd name="T22" fmla="*/ 11 w 14"/>
                <a:gd name="T23" fmla="*/ 2 h 4"/>
                <a:gd name="T24" fmla="*/ 10 w 14"/>
                <a:gd name="T25" fmla="*/ 2 h 4"/>
                <a:gd name="T26" fmla="*/ 9 w 14"/>
                <a:gd name="T27" fmla="*/ 2 h 4"/>
                <a:gd name="T28" fmla="*/ 7 w 14"/>
                <a:gd name="T29" fmla="*/ 1 h 4"/>
                <a:gd name="T30" fmla="*/ 3 w 14"/>
                <a:gd name="T31" fmla="*/ 1 h 4"/>
                <a:gd name="T32" fmla="*/ 2 w 14"/>
                <a:gd name="T33" fmla="*/ 1 h 4"/>
                <a:gd name="T34" fmla="*/ 1 w 14"/>
                <a:gd name="T35" fmla="*/ 0 h 4"/>
                <a:gd name="T36" fmla="*/ 0 w 14"/>
                <a:gd name="T37" fmla="*/ 1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4"/>
                <a:gd name="T59" fmla="*/ 14 w 14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4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7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187"/>
            <p:cNvSpPr>
              <a:spLocks/>
            </p:cNvSpPr>
            <p:nvPr/>
          </p:nvSpPr>
          <p:spPr bwMode="auto">
            <a:xfrm>
              <a:off x="3015" y="1975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4 h 62"/>
                <a:gd name="T6" fmla="*/ 11 w 115"/>
                <a:gd name="T7" fmla="*/ 9 h 62"/>
                <a:gd name="T8" fmla="*/ 18 w 115"/>
                <a:gd name="T9" fmla="*/ 12 h 62"/>
                <a:gd name="T10" fmla="*/ 26 w 115"/>
                <a:gd name="T11" fmla="*/ 16 h 62"/>
                <a:gd name="T12" fmla="*/ 35 w 115"/>
                <a:gd name="T13" fmla="*/ 20 h 62"/>
                <a:gd name="T14" fmla="*/ 45 w 115"/>
                <a:gd name="T15" fmla="*/ 26 h 62"/>
                <a:gd name="T16" fmla="*/ 54 w 115"/>
                <a:gd name="T17" fmla="*/ 31 h 62"/>
                <a:gd name="T18" fmla="*/ 64 w 115"/>
                <a:gd name="T19" fmla="*/ 37 h 62"/>
                <a:gd name="T20" fmla="*/ 75 w 115"/>
                <a:gd name="T21" fmla="*/ 42 h 62"/>
                <a:gd name="T22" fmla="*/ 83 w 115"/>
                <a:gd name="T23" fmla="*/ 47 h 62"/>
                <a:gd name="T24" fmla="*/ 93 w 115"/>
                <a:gd name="T25" fmla="*/ 51 h 62"/>
                <a:gd name="T26" fmla="*/ 99 w 115"/>
                <a:gd name="T27" fmla="*/ 55 h 62"/>
                <a:gd name="T28" fmla="*/ 107 w 115"/>
                <a:gd name="T29" fmla="*/ 58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60 h 62"/>
                <a:gd name="T36" fmla="*/ 110 w 115"/>
                <a:gd name="T37" fmla="*/ 58 h 62"/>
                <a:gd name="T38" fmla="*/ 104 w 115"/>
                <a:gd name="T39" fmla="*/ 55 h 62"/>
                <a:gd name="T40" fmla="*/ 97 w 115"/>
                <a:gd name="T41" fmla="*/ 51 h 62"/>
                <a:gd name="T42" fmla="*/ 90 w 115"/>
                <a:gd name="T43" fmla="*/ 47 h 62"/>
                <a:gd name="T44" fmla="*/ 80 w 115"/>
                <a:gd name="T45" fmla="*/ 42 h 62"/>
                <a:gd name="T46" fmla="*/ 70 w 115"/>
                <a:gd name="T47" fmla="*/ 38 h 62"/>
                <a:gd name="T48" fmla="*/ 61 w 115"/>
                <a:gd name="T49" fmla="*/ 32 h 62"/>
                <a:gd name="T50" fmla="*/ 51 w 115"/>
                <a:gd name="T51" fmla="*/ 28 h 62"/>
                <a:gd name="T52" fmla="*/ 41 w 115"/>
                <a:gd name="T53" fmla="*/ 22 h 62"/>
                <a:gd name="T54" fmla="*/ 32 w 115"/>
                <a:gd name="T55" fmla="*/ 17 h 62"/>
                <a:gd name="T56" fmla="*/ 23 w 115"/>
                <a:gd name="T57" fmla="*/ 12 h 62"/>
                <a:gd name="T58" fmla="*/ 16 w 115"/>
                <a:gd name="T59" fmla="*/ 9 h 62"/>
                <a:gd name="T60" fmla="*/ 8 w 115"/>
                <a:gd name="T61" fmla="*/ 4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11" y="9"/>
                  </a:lnTo>
                  <a:lnTo>
                    <a:pt x="15" y="9"/>
                  </a:lnTo>
                  <a:lnTo>
                    <a:pt x="18" y="12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0"/>
                  </a:lnTo>
                  <a:lnTo>
                    <a:pt x="39" y="23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1"/>
                  </a:lnTo>
                  <a:lnTo>
                    <a:pt x="60" y="34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2"/>
                  </a:lnTo>
                  <a:lnTo>
                    <a:pt x="79" y="44"/>
                  </a:lnTo>
                  <a:lnTo>
                    <a:pt x="83" y="47"/>
                  </a:lnTo>
                  <a:lnTo>
                    <a:pt x="88" y="49"/>
                  </a:lnTo>
                  <a:lnTo>
                    <a:pt x="93" y="51"/>
                  </a:lnTo>
                  <a:lnTo>
                    <a:pt x="96" y="54"/>
                  </a:lnTo>
                  <a:lnTo>
                    <a:pt x="99" y="55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60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1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4"/>
                  </a:lnTo>
                  <a:lnTo>
                    <a:pt x="97" y="51"/>
                  </a:lnTo>
                  <a:lnTo>
                    <a:pt x="94" y="49"/>
                  </a:lnTo>
                  <a:lnTo>
                    <a:pt x="90" y="47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40"/>
                  </a:lnTo>
                  <a:lnTo>
                    <a:pt x="70" y="38"/>
                  </a:lnTo>
                  <a:lnTo>
                    <a:pt x="65" y="34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8"/>
                  </a:lnTo>
                  <a:lnTo>
                    <a:pt x="46" y="24"/>
                  </a:lnTo>
                  <a:lnTo>
                    <a:pt x="41" y="22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4"/>
                  </a:lnTo>
                  <a:lnTo>
                    <a:pt x="23" y="12"/>
                  </a:lnTo>
                  <a:lnTo>
                    <a:pt x="19" y="11"/>
                  </a:lnTo>
                  <a:lnTo>
                    <a:pt x="16" y="9"/>
                  </a:lnTo>
                  <a:lnTo>
                    <a:pt x="13" y="7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188"/>
            <p:cNvSpPr>
              <a:spLocks/>
            </p:cNvSpPr>
            <p:nvPr/>
          </p:nvSpPr>
          <p:spPr bwMode="auto">
            <a:xfrm>
              <a:off x="3010" y="1969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2 w 6"/>
                <a:gd name="T5" fmla="*/ 1 h 7"/>
                <a:gd name="T6" fmla="*/ 1 w 6"/>
                <a:gd name="T7" fmla="*/ 2 h 7"/>
                <a:gd name="T8" fmla="*/ 0 w 6"/>
                <a:gd name="T9" fmla="*/ 3 h 7"/>
                <a:gd name="T10" fmla="*/ 0 w 6"/>
                <a:gd name="T11" fmla="*/ 4 h 7"/>
                <a:gd name="T12" fmla="*/ 1 w 6"/>
                <a:gd name="T13" fmla="*/ 5 h 7"/>
                <a:gd name="T14" fmla="*/ 2 w 6"/>
                <a:gd name="T15" fmla="*/ 5 h 7"/>
                <a:gd name="T16" fmla="*/ 4 w 6"/>
                <a:gd name="T17" fmla="*/ 6 h 7"/>
                <a:gd name="T18" fmla="*/ 5 w 6"/>
                <a:gd name="T19" fmla="*/ 7 h 7"/>
                <a:gd name="T20" fmla="*/ 6 w 6"/>
                <a:gd name="T21" fmla="*/ 6 h 7"/>
                <a:gd name="T22" fmla="*/ 4 w 6"/>
                <a:gd name="T23" fmla="*/ 5 h 7"/>
                <a:gd name="T24" fmla="*/ 3 w 6"/>
                <a:gd name="T25" fmla="*/ 4 h 7"/>
                <a:gd name="T26" fmla="*/ 2 w 6"/>
                <a:gd name="T27" fmla="*/ 4 h 7"/>
                <a:gd name="T28" fmla="*/ 2 w 6"/>
                <a:gd name="T29" fmla="*/ 3 h 7"/>
                <a:gd name="T30" fmla="*/ 3 w 6"/>
                <a:gd name="T31" fmla="*/ 3 h 7"/>
                <a:gd name="T32" fmla="*/ 5 w 6"/>
                <a:gd name="T33" fmla="*/ 1 h 7"/>
                <a:gd name="T34" fmla="*/ 4 w 6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"/>
                <a:gd name="T55" fmla="*/ 0 h 7"/>
                <a:gd name="T56" fmla="*/ 6 w 6"/>
                <a:gd name="T57" fmla="*/ 7 h 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6"/>
                  </a:lnTo>
                  <a:lnTo>
                    <a:pt x="4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189"/>
            <p:cNvSpPr>
              <a:spLocks/>
            </p:cNvSpPr>
            <p:nvPr/>
          </p:nvSpPr>
          <p:spPr bwMode="auto">
            <a:xfrm>
              <a:off x="3137" y="2028"/>
              <a:ext cx="106" cy="48"/>
            </a:xfrm>
            <a:custGeom>
              <a:avLst/>
              <a:gdLst>
                <a:gd name="T0" fmla="*/ 106 w 106"/>
                <a:gd name="T1" fmla="*/ 0 h 48"/>
                <a:gd name="T2" fmla="*/ 104 w 106"/>
                <a:gd name="T3" fmla="*/ 1 h 48"/>
                <a:gd name="T4" fmla="*/ 102 w 106"/>
                <a:gd name="T5" fmla="*/ 1 h 48"/>
                <a:gd name="T6" fmla="*/ 100 w 106"/>
                <a:gd name="T7" fmla="*/ 2 h 48"/>
                <a:gd name="T8" fmla="*/ 98 w 106"/>
                <a:gd name="T9" fmla="*/ 3 h 48"/>
                <a:gd name="T10" fmla="*/ 95 w 106"/>
                <a:gd name="T11" fmla="*/ 4 h 48"/>
                <a:gd name="T12" fmla="*/ 92 w 106"/>
                <a:gd name="T13" fmla="*/ 5 h 48"/>
                <a:gd name="T14" fmla="*/ 88 w 106"/>
                <a:gd name="T15" fmla="*/ 7 h 48"/>
                <a:gd name="T16" fmla="*/ 85 w 106"/>
                <a:gd name="T17" fmla="*/ 8 h 48"/>
                <a:gd name="T18" fmla="*/ 82 w 106"/>
                <a:gd name="T19" fmla="*/ 10 h 48"/>
                <a:gd name="T20" fmla="*/ 79 w 106"/>
                <a:gd name="T21" fmla="*/ 12 h 48"/>
                <a:gd name="T22" fmla="*/ 75 w 106"/>
                <a:gd name="T23" fmla="*/ 14 h 48"/>
                <a:gd name="T24" fmla="*/ 70 w 106"/>
                <a:gd name="T25" fmla="*/ 16 h 48"/>
                <a:gd name="T26" fmla="*/ 66 w 106"/>
                <a:gd name="T27" fmla="*/ 18 h 48"/>
                <a:gd name="T28" fmla="*/ 62 w 106"/>
                <a:gd name="T29" fmla="*/ 20 h 48"/>
                <a:gd name="T30" fmla="*/ 57 w 106"/>
                <a:gd name="T31" fmla="*/ 22 h 48"/>
                <a:gd name="T32" fmla="*/ 53 w 106"/>
                <a:gd name="T33" fmla="*/ 23 h 48"/>
                <a:gd name="T34" fmla="*/ 50 w 106"/>
                <a:gd name="T35" fmla="*/ 25 h 48"/>
                <a:gd name="T36" fmla="*/ 45 w 106"/>
                <a:gd name="T37" fmla="*/ 27 h 48"/>
                <a:gd name="T38" fmla="*/ 40 w 106"/>
                <a:gd name="T39" fmla="*/ 29 h 48"/>
                <a:gd name="T40" fmla="*/ 36 w 106"/>
                <a:gd name="T41" fmla="*/ 31 h 48"/>
                <a:gd name="T42" fmla="*/ 31 w 106"/>
                <a:gd name="T43" fmla="*/ 33 h 48"/>
                <a:gd name="T44" fmla="*/ 28 w 106"/>
                <a:gd name="T45" fmla="*/ 35 h 48"/>
                <a:gd name="T46" fmla="*/ 23 w 106"/>
                <a:gd name="T47" fmla="*/ 37 h 48"/>
                <a:gd name="T48" fmla="*/ 20 w 106"/>
                <a:gd name="T49" fmla="*/ 39 h 48"/>
                <a:gd name="T50" fmla="*/ 17 w 106"/>
                <a:gd name="T51" fmla="*/ 40 h 48"/>
                <a:gd name="T52" fmla="*/ 14 w 106"/>
                <a:gd name="T53" fmla="*/ 41 h 48"/>
                <a:gd name="T54" fmla="*/ 10 w 106"/>
                <a:gd name="T55" fmla="*/ 43 h 48"/>
                <a:gd name="T56" fmla="*/ 8 w 106"/>
                <a:gd name="T57" fmla="*/ 44 h 48"/>
                <a:gd name="T58" fmla="*/ 5 w 106"/>
                <a:gd name="T59" fmla="*/ 45 h 48"/>
                <a:gd name="T60" fmla="*/ 3 w 106"/>
                <a:gd name="T61" fmla="*/ 47 h 48"/>
                <a:gd name="T62" fmla="*/ 1 w 106"/>
                <a:gd name="T63" fmla="*/ 47 h 48"/>
                <a:gd name="T64" fmla="*/ 0 w 106"/>
                <a:gd name="T65" fmla="*/ 48 h 48"/>
                <a:gd name="T66" fmla="*/ 106 w 106"/>
                <a:gd name="T67" fmla="*/ 0 h 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6"/>
                <a:gd name="T103" fmla="*/ 0 h 48"/>
                <a:gd name="T104" fmla="*/ 106 w 106"/>
                <a:gd name="T105" fmla="*/ 48 h 4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6" h="48">
                  <a:moveTo>
                    <a:pt x="106" y="0"/>
                  </a:moveTo>
                  <a:lnTo>
                    <a:pt x="104" y="1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98" y="3"/>
                  </a:lnTo>
                  <a:lnTo>
                    <a:pt x="95" y="4"/>
                  </a:lnTo>
                  <a:lnTo>
                    <a:pt x="92" y="5"/>
                  </a:lnTo>
                  <a:lnTo>
                    <a:pt x="88" y="7"/>
                  </a:lnTo>
                  <a:lnTo>
                    <a:pt x="85" y="8"/>
                  </a:lnTo>
                  <a:lnTo>
                    <a:pt x="82" y="10"/>
                  </a:lnTo>
                  <a:lnTo>
                    <a:pt x="79" y="12"/>
                  </a:lnTo>
                  <a:lnTo>
                    <a:pt x="75" y="14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2"/>
                  </a:lnTo>
                  <a:lnTo>
                    <a:pt x="53" y="23"/>
                  </a:lnTo>
                  <a:lnTo>
                    <a:pt x="50" y="25"/>
                  </a:lnTo>
                  <a:lnTo>
                    <a:pt x="45" y="27"/>
                  </a:lnTo>
                  <a:lnTo>
                    <a:pt x="40" y="29"/>
                  </a:lnTo>
                  <a:lnTo>
                    <a:pt x="36" y="31"/>
                  </a:lnTo>
                  <a:lnTo>
                    <a:pt x="31" y="33"/>
                  </a:lnTo>
                  <a:lnTo>
                    <a:pt x="28" y="35"/>
                  </a:lnTo>
                  <a:lnTo>
                    <a:pt x="23" y="37"/>
                  </a:lnTo>
                  <a:lnTo>
                    <a:pt x="20" y="39"/>
                  </a:lnTo>
                  <a:lnTo>
                    <a:pt x="17" y="40"/>
                  </a:lnTo>
                  <a:lnTo>
                    <a:pt x="14" y="41"/>
                  </a:lnTo>
                  <a:lnTo>
                    <a:pt x="10" y="43"/>
                  </a:lnTo>
                  <a:lnTo>
                    <a:pt x="8" y="44"/>
                  </a:lnTo>
                  <a:lnTo>
                    <a:pt x="5" y="45"/>
                  </a:lnTo>
                  <a:lnTo>
                    <a:pt x="3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190"/>
            <p:cNvSpPr>
              <a:spLocks/>
            </p:cNvSpPr>
            <p:nvPr/>
          </p:nvSpPr>
          <p:spPr bwMode="auto">
            <a:xfrm>
              <a:off x="3136" y="2028"/>
              <a:ext cx="107" cy="50"/>
            </a:xfrm>
            <a:custGeom>
              <a:avLst/>
              <a:gdLst>
                <a:gd name="T0" fmla="*/ 2 w 107"/>
                <a:gd name="T1" fmla="*/ 49 h 50"/>
                <a:gd name="T2" fmla="*/ 6 w 107"/>
                <a:gd name="T3" fmla="*/ 48 h 50"/>
                <a:gd name="T4" fmla="*/ 10 w 107"/>
                <a:gd name="T5" fmla="*/ 45 h 50"/>
                <a:gd name="T6" fmla="*/ 18 w 107"/>
                <a:gd name="T7" fmla="*/ 41 h 50"/>
                <a:gd name="T8" fmla="*/ 24 w 107"/>
                <a:gd name="T9" fmla="*/ 38 h 50"/>
                <a:gd name="T10" fmla="*/ 32 w 107"/>
                <a:gd name="T11" fmla="*/ 35 h 50"/>
                <a:gd name="T12" fmla="*/ 41 w 107"/>
                <a:gd name="T13" fmla="*/ 32 h 50"/>
                <a:gd name="T14" fmla="*/ 49 w 107"/>
                <a:gd name="T15" fmla="*/ 27 h 50"/>
                <a:gd name="T16" fmla="*/ 58 w 107"/>
                <a:gd name="T17" fmla="*/ 23 h 50"/>
                <a:gd name="T18" fmla="*/ 67 w 107"/>
                <a:gd name="T19" fmla="*/ 19 h 50"/>
                <a:gd name="T20" fmla="*/ 76 w 107"/>
                <a:gd name="T21" fmla="*/ 16 h 50"/>
                <a:gd name="T22" fmla="*/ 83 w 107"/>
                <a:gd name="T23" fmla="*/ 12 h 50"/>
                <a:gd name="T24" fmla="*/ 89 w 107"/>
                <a:gd name="T25" fmla="*/ 9 h 50"/>
                <a:gd name="T26" fmla="*/ 96 w 107"/>
                <a:gd name="T27" fmla="*/ 6 h 50"/>
                <a:gd name="T28" fmla="*/ 101 w 107"/>
                <a:gd name="T29" fmla="*/ 4 h 50"/>
                <a:gd name="T30" fmla="*/ 105 w 107"/>
                <a:gd name="T31" fmla="*/ 2 h 50"/>
                <a:gd name="T32" fmla="*/ 105 w 107"/>
                <a:gd name="T33" fmla="*/ 0 h 50"/>
                <a:gd name="T34" fmla="*/ 103 w 107"/>
                <a:gd name="T35" fmla="*/ 1 h 50"/>
                <a:gd name="T36" fmla="*/ 99 w 107"/>
                <a:gd name="T37" fmla="*/ 3 h 50"/>
                <a:gd name="T38" fmla="*/ 92 w 107"/>
                <a:gd name="T39" fmla="*/ 5 h 50"/>
                <a:gd name="T40" fmla="*/ 86 w 107"/>
                <a:gd name="T41" fmla="*/ 9 h 50"/>
                <a:gd name="T42" fmla="*/ 79 w 107"/>
                <a:gd name="T43" fmla="*/ 12 h 50"/>
                <a:gd name="T44" fmla="*/ 70 w 107"/>
                <a:gd name="T45" fmla="*/ 16 h 50"/>
                <a:gd name="T46" fmla="*/ 62 w 107"/>
                <a:gd name="T47" fmla="*/ 20 h 50"/>
                <a:gd name="T48" fmla="*/ 52 w 107"/>
                <a:gd name="T49" fmla="*/ 23 h 50"/>
                <a:gd name="T50" fmla="*/ 45 w 107"/>
                <a:gd name="T51" fmla="*/ 28 h 50"/>
                <a:gd name="T52" fmla="*/ 35 w 107"/>
                <a:gd name="T53" fmla="*/ 32 h 50"/>
                <a:gd name="T54" fmla="*/ 27 w 107"/>
                <a:gd name="T55" fmla="*/ 35 h 50"/>
                <a:gd name="T56" fmla="*/ 20 w 107"/>
                <a:gd name="T57" fmla="*/ 38 h 50"/>
                <a:gd name="T58" fmla="*/ 12 w 107"/>
                <a:gd name="T59" fmla="*/ 41 h 50"/>
                <a:gd name="T60" fmla="*/ 7 w 107"/>
                <a:gd name="T61" fmla="*/ 44 h 50"/>
                <a:gd name="T62" fmla="*/ 3 w 107"/>
                <a:gd name="T63" fmla="*/ 47 h 50"/>
                <a:gd name="T64" fmla="*/ 0 w 107"/>
                <a:gd name="T65" fmla="*/ 48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7"/>
                <a:gd name="T100" fmla="*/ 0 h 50"/>
                <a:gd name="T101" fmla="*/ 107 w 107"/>
                <a:gd name="T102" fmla="*/ 50 h 5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7" h="50">
                  <a:moveTo>
                    <a:pt x="1" y="50"/>
                  </a:moveTo>
                  <a:lnTo>
                    <a:pt x="2" y="49"/>
                  </a:lnTo>
                  <a:lnTo>
                    <a:pt x="4" y="49"/>
                  </a:lnTo>
                  <a:lnTo>
                    <a:pt x="6" y="48"/>
                  </a:lnTo>
                  <a:lnTo>
                    <a:pt x="8" y="47"/>
                  </a:lnTo>
                  <a:lnTo>
                    <a:pt x="10" y="45"/>
                  </a:lnTo>
                  <a:lnTo>
                    <a:pt x="15" y="43"/>
                  </a:lnTo>
                  <a:lnTo>
                    <a:pt x="18" y="41"/>
                  </a:lnTo>
                  <a:lnTo>
                    <a:pt x="21" y="40"/>
                  </a:lnTo>
                  <a:lnTo>
                    <a:pt x="24" y="38"/>
                  </a:lnTo>
                  <a:lnTo>
                    <a:pt x="29" y="37"/>
                  </a:lnTo>
                  <a:lnTo>
                    <a:pt x="32" y="35"/>
                  </a:lnTo>
                  <a:lnTo>
                    <a:pt x="37" y="33"/>
                  </a:lnTo>
                  <a:lnTo>
                    <a:pt x="41" y="32"/>
                  </a:lnTo>
                  <a:lnTo>
                    <a:pt x="45" y="29"/>
                  </a:lnTo>
                  <a:lnTo>
                    <a:pt x="49" y="27"/>
                  </a:lnTo>
                  <a:lnTo>
                    <a:pt x="54" y="24"/>
                  </a:lnTo>
                  <a:lnTo>
                    <a:pt x="58" y="23"/>
                  </a:lnTo>
                  <a:lnTo>
                    <a:pt x="63" y="21"/>
                  </a:lnTo>
                  <a:lnTo>
                    <a:pt x="67" y="19"/>
                  </a:lnTo>
                  <a:lnTo>
                    <a:pt x="71" y="18"/>
                  </a:lnTo>
                  <a:lnTo>
                    <a:pt x="76" y="16"/>
                  </a:lnTo>
                  <a:lnTo>
                    <a:pt x="80" y="13"/>
                  </a:lnTo>
                  <a:lnTo>
                    <a:pt x="83" y="12"/>
                  </a:lnTo>
                  <a:lnTo>
                    <a:pt x="86" y="9"/>
                  </a:lnTo>
                  <a:lnTo>
                    <a:pt x="89" y="9"/>
                  </a:lnTo>
                  <a:lnTo>
                    <a:pt x="93" y="7"/>
                  </a:lnTo>
                  <a:lnTo>
                    <a:pt x="96" y="6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103" y="3"/>
                  </a:lnTo>
                  <a:lnTo>
                    <a:pt x="105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1" y="2"/>
                  </a:lnTo>
                  <a:lnTo>
                    <a:pt x="99" y="3"/>
                  </a:lnTo>
                  <a:lnTo>
                    <a:pt x="96" y="4"/>
                  </a:lnTo>
                  <a:lnTo>
                    <a:pt x="92" y="5"/>
                  </a:lnTo>
                  <a:lnTo>
                    <a:pt x="89" y="7"/>
                  </a:lnTo>
                  <a:lnTo>
                    <a:pt x="86" y="9"/>
                  </a:lnTo>
                  <a:lnTo>
                    <a:pt x="82" y="9"/>
                  </a:lnTo>
                  <a:lnTo>
                    <a:pt x="79" y="12"/>
                  </a:lnTo>
                  <a:lnTo>
                    <a:pt x="73" y="13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1"/>
                  </a:lnTo>
                  <a:lnTo>
                    <a:pt x="52" y="23"/>
                  </a:lnTo>
                  <a:lnTo>
                    <a:pt x="49" y="25"/>
                  </a:lnTo>
                  <a:lnTo>
                    <a:pt x="45" y="28"/>
                  </a:lnTo>
                  <a:lnTo>
                    <a:pt x="40" y="29"/>
                  </a:lnTo>
                  <a:lnTo>
                    <a:pt x="35" y="32"/>
                  </a:lnTo>
                  <a:lnTo>
                    <a:pt x="31" y="34"/>
                  </a:lnTo>
                  <a:lnTo>
                    <a:pt x="27" y="35"/>
                  </a:lnTo>
                  <a:lnTo>
                    <a:pt x="24" y="37"/>
                  </a:lnTo>
                  <a:lnTo>
                    <a:pt x="20" y="38"/>
                  </a:lnTo>
                  <a:lnTo>
                    <a:pt x="17" y="40"/>
                  </a:lnTo>
                  <a:lnTo>
                    <a:pt x="12" y="41"/>
                  </a:lnTo>
                  <a:lnTo>
                    <a:pt x="10" y="43"/>
                  </a:lnTo>
                  <a:lnTo>
                    <a:pt x="7" y="44"/>
                  </a:lnTo>
                  <a:lnTo>
                    <a:pt x="5" y="45"/>
                  </a:lnTo>
                  <a:lnTo>
                    <a:pt x="3" y="47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1" y="5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191"/>
            <p:cNvSpPr>
              <a:spLocks/>
            </p:cNvSpPr>
            <p:nvPr/>
          </p:nvSpPr>
          <p:spPr bwMode="auto">
            <a:xfrm>
              <a:off x="3075" y="1868"/>
              <a:ext cx="80" cy="127"/>
            </a:xfrm>
            <a:custGeom>
              <a:avLst/>
              <a:gdLst>
                <a:gd name="T0" fmla="*/ 68 w 80"/>
                <a:gd name="T1" fmla="*/ 105 h 127"/>
                <a:gd name="T2" fmla="*/ 67 w 80"/>
                <a:gd name="T3" fmla="*/ 108 h 127"/>
                <a:gd name="T4" fmla="*/ 69 w 80"/>
                <a:gd name="T5" fmla="*/ 109 h 127"/>
                <a:gd name="T6" fmla="*/ 73 w 80"/>
                <a:gd name="T7" fmla="*/ 111 h 127"/>
                <a:gd name="T8" fmla="*/ 73 w 80"/>
                <a:gd name="T9" fmla="*/ 114 h 127"/>
                <a:gd name="T10" fmla="*/ 71 w 80"/>
                <a:gd name="T11" fmla="*/ 117 h 127"/>
                <a:gd name="T12" fmla="*/ 69 w 80"/>
                <a:gd name="T13" fmla="*/ 119 h 127"/>
                <a:gd name="T14" fmla="*/ 66 w 80"/>
                <a:gd name="T15" fmla="*/ 122 h 127"/>
                <a:gd name="T16" fmla="*/ 62 w 80"/>
                <a:gd name="T17" fmla="*/ 124 h 127"/>
                <a:gd name="T18" fmla="*/ 55 w 80"/>
                <a:gd name="T19" fmla="*/ 125 h 127"/>
                <a:gd name="T20" fmla="*/ 50 w 80"/>
                <a:gd name="T21" fmla="*/ 126 h 127"/>
                <a:gd name="T22" fmla="*/ 44 w 80"/>
                <a:gd name="T23" fmla="*/ 127 h 127"/>
                <a:gd name="T24" fmla="*/ 36 w 80"/>
                <a:gd name="T25" fmla="*/ 127 h 127"/>
                <a:gd name="T26" fmla="*/ 30 w 80"/>
                <a:gd name="T27" fmla="*/ 126 h 127"/>
                <a:gd name="T28" fmla="*/ 24 w 80"/>
                <a:gd name="T29" fmla="*/ 125 h 127"/>
                <a:gd name="T30" fmla="*/ 19 w 80"/>
                <a:gd name="T31" fmla="*/ 124 h 127"/>
                <a:gd name="T32" fmla="*/ 14 w 80"/>
                <a:gd name="T33" fmla="*/ 122 h 127"/>
                <a:gd name="T34" fmla="*/ 10 w 80"/>
                <a:gd name="T35" fmla="*/ 119 h 127"/>
                <a:gd name="T36" fmla="*/ 8 w 80"/>
                <a:gd name="T37" fmla="*/ 117 h 127"/>
                <a:gd name="T38" fmla="*/ 6 w 80"/>
                <a:gd name="T39" fmla="*/ 114 h 127"/>
                <a:gd name="T40" fmla="*/ 6 w 80"/>
                <a:gd name="T41" fmla="*/ 110 h 127"/>
                <a:gd name="T42" fmla="*/ 8 w 80"/>
                <a:gd name="T43" fmla="*/ 107 h 127"/>
                <a:gd name="T44" fmla="*/ 12 w 80"/>
                <a:gd name="T45" fmla="*/ 105 h 127"/>
                <a:gd name="T46" fmla="*/ 10 w 80"/>
                <a:gd name="T47" fmla="*/ 102 h 127"/>
                <a:gd name="T48" fmla="*/ 3 w 80"/>
                <a:gd name="T49" fmla="*/ 94 h 127"/>
                <a:gd name="T50" fmla="*/ 1 w 80"/>
                <a:gd name="T51" fmla="*/ 75 h 127"/>
                <a:gd name="T52" fmla="*/ 0 w 80"/>
                <a:gd name="T53" fmla="*/ 51 h 127"/>
                <a:gd name="T54" fmla="*/ 3 w 80"/>
                <a:gd name="T55" fmla="*/ 32 h 127"/>
                <a:gd name="T56" fmla="*/ 8 w 80"/>
                <a:gd name="T57" fmla="*/ 25 h 127"/>
                <a:gd name="T58" fmla="*/ 12 w 80"/>
                <a:gd name="T59" fmla="*/ 22 h 127"/>
                <a:gd name="T60" fmla="*/ 8 w 80"/>
                <a:gd name="T61" fmla="*/ 20 h 127"/>
                <a:gd name="T62" fmla="*/ 6 w 80"/>
                <a:gd name="T63" fmla="*/ 17 h 127"/>
                <a:gd name="T64" fmla="*/ 6 w 80"/>
                <a:gd name="T65" fmla="*/ 13 h 127"/>
                <a:gd name="T66" fmla="*/ 8 w 80"/>
                <a:gd name="T67" fmla="*/ 10 h 127"/>
                <a:gd name="T68" fmla="*/ 10 w 80"/>
                <a:gd name="T69" fmla="*/ 8 h 127"/>
                <a:gd name="T70" fmla="*/ 14 w 80"/>
                <a:gd name="T71" fmla="*/ 6 h 127"/>
                <a:gd name="T72" fmla="*/ 19 w 80"/>
                <a:gd name="T73" fmla="*/ 4 h 127"/>
                <a:gd name="T74" fmla="*/ 24 w 80"/>
                <a:gd name="T75" fmla="*/ 1 h 127"/>
                <a:gd name="T76" fmla="*/ 30 w 80"/>
                <a:gd name="T77" fmla="*/ 1 h 127"/>
                <a:gd name="T78" fmla="*/ 36 w 80"/>
                <a:gd name="T79" fmla="*/ 0 h 127"/>
                <a:gd name="T80" fmla="*/ 44 w 80"/>
                <a:gd name="T81" fmla="*/ 0 h 127"/>
                <a:gd name="T82" fmla="*/ 50 w 80"/>
                <a:gd name="T83" fmla="*/ 1 h 127"/>
                <a:gd name="T84" fmla="*/ 55 w 80"/>
                <a:gd name="T85" fmla="*/ 1 h 127"/>
                <a:gd name="T86" fmla="*/ 62 w 80"/>
                <a:gd name="T87" fmla="*/ 4 h 127"/>
                <a:gd name="T88" fmla="*/ 66 w 80"/>
                <a:gd name="T89" fmla="*/ 6 h 127"/>
                <a:gd name="T90" fmla="*/ 69 w 80"/>
                <a:gd name="T91" fmla="*/ 8 h 127"/>
                <a:gd name="T92" fmla="*/ 71 w 80"/>
                <a:gd name="T93" fmla="*/ 10 h 127"/>
                <a:gd name="T94" fmla="*/ 73 w 80"/>
                <a:gd name="T95" fmla="*/ 13 h 127"/>
                <a:gd name="T96" fmla="*/ 73 w 80"/>
                <a:gd name="T97" fmla="*/ 17 h 127"/>
                <a:gd name="T98" fmla="*/ 70 w 80"/>
                <a:gd name="T99" fmla="*/ 20 h 127"/>
                <a:gd name="T100" fmla="*/ 68 w 80"/>
                <a:gd name="T101" fmla="*/ 21 h 127"/>
                <a:gd name="T102" fmla="*/ 70 w 80"/>
                <a:gd name="T103" fmla="*/ 24 h 127"/>
                <a:gd name="T104" fmla="*/ 77 w 80"/>
                <a:gd name="T105" fmla="*/ 32 h 127"/>
                <a:gd name="T106" fmla="*/ 80 w 80"/>
                <a:gd name="T107" fmla="*/ 54 h 127"/>
                <a:gd name="T108" fmla="*/ 79 w 80"/>
                <a:gd name="T109" fmla="*/ 80 h 127"/>
                <a:gd name="T110" fmla="*/ 73 w 80"/>
                <a:gd name="T111" fmla="*/ 100 h 12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127"/>
                <a:gd name="T170" fmla="*/ 80 w 80"/>
                <a:gd name="T171" fmla="*/ 127 h 12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127">
                  <a:moveTo>
                    <a:pt x="70" y="103"/>
                  </a:moveTo>
                  <a:lnTo>
                    <a:pt x="68" y="105"/>
                  </a:lnTo>
                  <a:lnTo>
                    <a:pt x="67" y="107"/>
                  </a:lnTo>
                  <a:lnTo>
                    <a:pt x="67" y="108"/>
                  </a:lnTo>
                  <a:lnTo>
                    <a:pt x="68" y="109"/>
                  </a:lnTo>
                  <a:lnTo>
                    <a:pt x="69" y="109"/>
                  </a:lnTo>
                  <a:lnTo>
                    <a:pt x="71" y="110"/>
                  </a:lnTo>
                  <a:lnTo>
                    <a:pt x="73" y="111"/>
                  </a:lnTo>
                  <a:lnTo>
                    <a:pt x="73" y="113"/>
                  </a:lnTo>
                  <a:lnTo>
                    <a:pt x="73" y="114"/>
                  </a:lnTo>
                  <a:lnTo>
                    <a:pt x="73" y="116"/>
                  </a:lnTo>
                  <a:lnTo>
                    <a:pt x="71" y="117"/>
                  </a:lnTo>
                  <a:lnTo>
                    <a:pt x="70" y="119"/>
                  </a:lnTo>
                  <a:lnTo>
                    <a:pt x="69" y="119"/>
                  </a:lnTo>
                  <a:lnTo>
                    <a:pt x="68" y="121"/>
                  </a:lnTo>
                  <a:lnTo>
                    <a:pt x="66" y="122"/>
                  </a:lnTo>
                  <a:lnTo>
                    <a:pt x="64" y="123"/>
                  </a:lnTo>
                  <a:lnTo>
                    <a:pt x="62" y="124"/>
                  </a:lnTo>
                  <a:lnTo>
                    <a:pt x="60" y="125"/>
                  </a:lnTo>
                  <a:lnTo>
                    <a:pt x="55" y="125"/>
                  </a:lnTo>
                  <a:lnTo>
                    <a:pt x="53" y="126"/>
                  </a:lnTo>
                  <a:lnTo>
                    <a:pt x="50" y="126"/>
                  </a:lnTo>
                  <a:lnTo>
                    <a:pt x="47" y="127"/>
                  </a:lnTo>
                  <a:lnTo>
                    <a:pt x="44" y="127"/>
                  </a:lnTo>
                  <a:lnTo>
                    <a:pt x="39" y="127"/>
                  </a:lnTo>
                  <a:lnTo>
                    <a:pt x="36" y="127"/>
                  </a:lnTo>
                  <a:lnTo>
                    <a:pt x="33" y="127"/>
                  </a:lnTo>
                  <a:lnTo>
                    <a:pt x="30" y="126"/>
                  </a:lnTo>
                  <a:lnTo>
                    <a:pt x="28" y="126"/>
                  </a:lnTo>
                  <a:lnTo>
                    <a:pt x="24" y="125"/>
                  </a:lnTo>
                  <a:lnTo>
                    <a:pt x="22" y="125"/>
                  </a:lnTo>
                  <a:lnTo>
                    <a:pt x="19" y="124"/>
                  </a:lnTo>
                  <a:lnTo>
                    <a:pt x="16" y="123"/>
                  </a:lnTo>
                  <a:lnTo>
                    <a:pt x="14" y="122"/>
                  </a:lnTo>
                  <a:lnTo>
                    <a:pt x="13" y="121"/>
                  </a:lnTo>
                  <a:lnTo>
                    <a:pt x="10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6" y="116"/>
                  </a:lnTo>
                  <a:lnTo>
                    <a:pt x="6" y="114"/>
                  </a:lnTo>
                  <a:lnTo>
                    <a:pt x="6" y="113"/>
                  </a:lnTo>
                  <a:lnTo>
                    <a:pt x="6" y="110"/>
                  </a:lnTo>
                  <a:lnTo>
                    <a:pt x="8" y="108"/>
                  </a:lnTo>
                  <a:lnTo>
                    <a:pt x="8" y="107"/>
                  </a:lnTo>
                  <a:lnTo>
                    <a:pt x="12" y="106"/>
                  </a:lnTo>
                  <a:lnTo>
                    <a:pt x="12" y="105"/>
                  </a:lnTo>
                  <a:lnTo>
                    <a:pt x="12" y="104"/>
                  </a:lnTo>
                  <a:lnTo>
                    <a:pt x="10" y="102"/>
                  </a:lnTo>
                  <a:lnTo>
                    <a:pt x="6" y="100"/>
                  </a:lnTo>
                  <a:lnTo>
                    <a:pt x="3" y="94"/>
                  </a:lnTo>
                  <a:lnTo>
                    <a:pt x="2" y="87"/>
                  </a:lnTo>
                  <a:lnTo>
                    <a:pt x="1" y="75"/>
                  </a:lnTo>
                  <a:lnTo>
                    <a:pt x="0" y="63"/>
                  </a:lnTo>
                  <a:lnTo>
                    <a:pt x="0" y="51"/>
                  </a:lnTo>
                  <a:lnTo>
                    <a:pt x="1" y="41"/>
                  </a:lnTo>
                  <a:lnTo>
                    <a:pt x="3" y="32"/>
                  </a:lnTo>
                  <a:lnTo>
                    <a:pt x="6" y="27"/>
                  </a:lnTo>
                  <a:lnTo>
                    <a:pt x="8" y="25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8" y="10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6" y="5"/>
                  </a:lnTo>
                  <a:lnTo>
                    <a:pt x="19" y="4"/>
                  </a:lnTo>
                  <a:lnTo>
                    <a:pt x="22" y="2"/>
                  </a:lnTo>
                  <a:lnTo>
                    <a:pt x="24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4" y="5"/>
                  </a:lnTo>
                  <a:lnTo>
                    <a:pt x="66" y="6"/>
                  </a:lnTo>
                  <a:lnTo>
                    <a:pt x="68" y="7"/>
                  </a:lnTo>
                  <a:lnTo>
                    <a:pt x="69" y="8"/>
                  </a:lnTo>
                  <a:lnTo>
                    <a:pt x="70" y="9"/>
                  </a:lnTo>
                  <a:lnTo>
                    <a:pt x="71" y="10"/>
                  </a:lnTo>
                  <a:lnTo>
                    <a:pt x="73" y="11"/>
                  </a:lnTo>
                  <a:lnTo>
                    <a:pt x="73" y="13"/>
                  </a:lnTo>
                  <a:lnTo>
                    <a:pt x="73" y="15"/>
                  </a:lnTo>
                  <a:lnTo>
                    <a:pt x="73" y="17"/>
                  </a:lnTo>
                  <a:lnTo>
                    <a:pt x="71" y="19"/>
                  </a:lnTo>
                  <a:lnTo>
                    <a:pt x="70" y="20"/>
                  </a:lnTo>
                  <a:lnTo>
                    <a:pt x="69" y="20"/>
                  </a:lnTo>
                  <a:lnTo>
                    <a:pt x="68" y="21"/>
                  </a:lnTo>
                  <a:lnTo>
                    <a:pt x="68" y="22"/>
                  </a:lnTo>
                  <a:lnTo>
                    <a:pt x="70" y="24"/>
                  </a:lnTo>
                  <a:lnTo>
                    <a:pt x="73" y="26"/>
                  </a:lnTo>
                  <a:lnTo>
                    <a:pt x="77" y="32"/>
                  </a:lnTo>
                  <a:lnTo>
                    <a:pt x="79" y="42"/>
                  </a:lnTo>
                  <a:lnTo>
                    <a:pt x="80" y="54"/>
                  </a:lnTo>
                  <a:lnTo>
                    <a:pt x="80" y="67"/>
                  </a:lnTo>
                  <a:lnTo>
                    <a:pt x="79" y="80"/>
                  </a:lnTo>
                  <a:lnTo>
                    <a:pt x="77" y="90"/>
                  </a:lnTo>
                  <a:lnTo>
                    <a:pt x="73" y="100"/>
                  </a:lnTo>
                  <a:lnTo>
                    <a:pt x="70" y="103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192"/>
            <p:cNvSpPr>
              <a:spLocks/>
            </p:cNvSpPr>
            <p:nvPr/>
          </p:nvSpPr>
          <p:spPr bwMode="auto">
            <a:xfrm>
              <a:off x="3141" y="1970"/>
              <a:ext cx="9" cy="12"/>
            </a:xfrm>
            <a:custGeom>
              <a:avLst/>
              <a:gdLst>
                <a:gd name="T0" fmla="*/ 9 w 9"/>
                <a:gd name="T1" fmla="*/ 12 h 12"/>
                <a:gd name="T2" fmla="*/ 9 w 9"/>
                <a:gd name="T3" fmla="*/ 12 h 12"/>
                <a:gd name="T4" fmla="*/ 7 w 9"/>
                <a:gd name="T5" fmla="*/ 9 h 12"/>
                <a:gd name="T6" fmla="*/ 6 w 9"/>
                <a:gd name="T7" fmla="*/ 8 h 12"/>
                <a:gd name="T8" fmla="*/ 4 w 9"/>
                <a:gd name="T9" fmla="*/ 7 h 12"/>
                <a:gd name="T10" fmla="*/ 3 w 9"/>
                <a:gd name="T11" fmla="*/ 5 h 12"/>
                <a:gd name="T12" fmla="*/ 2 w 9"/>
                <a:gd name="T13" fmla="*/ 5 h 12"/>
                <a:gd name="T14" fmla="*/ 2 w 9"/>
                <a:gd name="T15" fmla="*/ 4 h 12"/>
                <a:gd name="T16" fmla="*/ 3 w 9"/>
                <a:gd name="T17" fmla="*/ 3 h 12"/>
                <a:gd name="T18" fmla="*/ 5 w 9"/>
                <a:gd name="T19" fmla="*/ 2 h 12"/>
                <a:gd name="T20" fmla="*/ 4 w 9"/>
                <a:gd name="T21" fmla="*/ 0 h 12"/>
                <a:gd name="T22" fmla="*/ 1 w 9"/>
                <a:gd name="T23" fmla="*/ 2 h 12"/>
                <a:gd name="T24" fmla="*/ 0 w 9"/>
                <a:gd name="T25" fmla="*/ 4 h 12"/>
                <a:gd name="T26" fmla="*/ 0 w 9"/>
                <a:gd name="T27" fmla="*/ 7 h 12"/>
                <a:gd name="T28" fmla="*/ 2 w 9"/>
                <a:gd name="T29" fmla="*/ 8 h 12"/>
                <a:gd name="T30" fmla="*/ 3 w 9"/>
                <a:gd name="T31" fmla="*/ 9 h 12"/>
                <a:gd name="T32" fmla="*/ 5 w 9"/>
                <a:gd name="T33" fmla="*/ 11 h 12"/>
                <a:gd name="T34" fmla="*/ 6 w 9"/>
                <a:gd name="T35" fmla="*/ 11 h 12"/>
                <a:gd name="T36" fmla="*/ 6 w 9"/>
                <a:gd name="T37" fmla="*/ 12 h 12"/>
                <a:gd name="T38" fmla="*/ 9 w 9"/>
                <a:gd name="T39" fmla="*/ 12 h 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"/>
                <a:gd name="T61" fmla="*/ 0 h 12"/>
                <a:gd name="T62" fmla="*/ 9 w 9"/>
                <a:gd name="T63" fmla="*/ 12 h 1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" h="12">
                  <a:moveTo>
                    <a:pt x="9" y="12"/>
                  </a:moveTo>
                  <a:lnTo>
                    <a:pt x="9" y="12"/>
                  </a:lnTo>
                  <a:lnTo>
                    <a:pt x="7" y="9"/>
                  </a:lnTo>
                  <a:lnTo>
                    <a:pt x="6" y="8"/>
                  </a:lnTo>
                  <a:lnTo>
                    <a:pt x="4" y="7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193"/>
            <p:cNvSpPr>
              <a:spLocks/>
            </p:cNvSpPr>
            <p:nvPr/>
          </p:nvSpPr>
          <p:spPr bwMode="auto">
            <a:xfrm>
              <a:off x="3115" y="1982"/>
              <a:ext cx="35" cy="13"/>
            </a:xfrm>
            <a:custGeom>
              <a:avLst/>
              <a:gdLst>
                <a:gd name="T0" fmla="*/ 0 w 35"/>
                <a:gd name="T1" fmla="*/ 13 h 13"/>
                <a:gd name="T2" fmla="*/ 0 w 35"/>
                <a:gd name="T3" fmla="*/ 13 h 13"/>
                <a:gd name="T4" fmla="*/ 4 w 35"/>
                <a:gd name="T5" fmla="*/ 13 h 13"/>
                <a:gd name="T6" fmla="*/ 7 w 35"/>
                <a:gd name="T7" fmla="*/ 13 h 13"/>
                <a:gd name="T8" fmla="*/ 10 w 35"/>
                <a:gd name="T9" fmla="*/ 12 h 13"/>
                <a:gd name="T10" fmla="*/ 13 w 35"/>
                <a:gd name="T11" fmla="*/ 12 h 13"/>
                <a:gd name="T12" fmla="*/ 17 w 35"/>
                <a:gd name="T13" fmla="*/ 12 h 13"/>
                <a:gd name="T14" fmla="*/ 20 w 35"/>
                <a:gd name="T15" fmla="*/ 11 h 13"/>
                <a:gd name="T16" fmla="*/ 22 w 35"/>
                <a:gd name="T17" fmla="*/ 10 h 13"/>
                <a:gd name="T18" fmla="*/ 25 w 35"/>
                <a:gd name="T19" fmla="*/ 9 h 13"/>
                <a:gd name="T20" fmla="*/ 27 w 35"/>
                <a:gd name="T21" fmla="*/ 8 h 13"/>
                <a:gd name="T22" fmla="*/ 28 w 35"/>
                <a:gd name="T23" fmla="*/ 8 h 13"/>
                <a:gd name="T24" fmla="*/ 30 w 35"/>
                <a:gd name="T25" fmla="*/ 6 h 13"/>
                <a:gd name="T26" fmla="*/ 31 w 35"/>
                <a:gd name="T27" fmla="*/ 5 h 13"/>
                <a:gd name="T28" fmla="*/ 32 w 35"/>
                <a:gd name="T29" fmla="*/ 4 h 13"/>
                <a:gd name="T30" fmla="*/ 33 w 35"/>
                <a:gd name="T31" fmla="*/ 3 h 13"/>
                <a:gd name="T32" fmla="*/ 35 w 35"/>
                <a:gd name="T33" fmla="*/ 1 h 13"/>
                <a:gd name="T34" fmla="*/ 35 w 35"/>
                <a:gd name="T35" fmla="*/ 0 h 13"/>
                <a:gd name="T36" fmla="*/ 32 w 35"/>
                <a:gd name="T37" fmla="*/ 0 h 13"/>
                <a:gd name="T38" fmla="*/ 32 w 35"/>
                <a:gd name="T39" fmla="*/ 1 h 13"/>
                <a:gd name="T40" fmla="*/ 32 w 35"/>
                <a:gd name="T41" fmla="*/ 2 h 13"/>
                <a:gd name="T42" fmla="*/ 31 w 35"/>
                <a:gd name="T43" fmla="*/ 3 h 13"/>
                <a:gd name="T44" fmla="*/ 30 w 35"/>
                <a:gd name="T45" fmla="*/ 4 h 13"/>
                <a:gd name="T46" fmla="*/ 29 w 35"/>
                <a:gd name="T47" fmla="*/ 5 h 13"/>
                <a:gd name="T48" fmla="*/ 27 w 35"/>
                <a:gd name="T49" fmla="*/ 6 h 13"/>
                <a:gd name="T50" fmla="*/ 26 w 35"/>
                <a:gd name="T51" fmla="*/ 7 h 13"/>
                <a:gd name="T52" fmla="*/ 24 w 35"/>
                <a:gd name="T53" fmla="*/ 8 h 13"/>
                <a:gd name="T54" fmla="*/ 22 w 35"/>
                <a:gd name="T55" fmla="*/ 9 h 13"/>
                <a:gd name="T56" fmla="*/ 20 w 35"/>
                <a:gd name="T57" fmla="*/ 9 h 13"/>
                <a:gd name="T58" fmla="*/ 15 w 35"/>
                <a:gd name="T59" fmla="*/ 10 h 13"/>
                <a:gd name="T60" fmla="*/ 13 w 35"/>
                <a:gd name="T61" fmla="*/ 10 h 13"/>
                <a:gd name="T62" fmla="*/ 10 w 35"/>
                <a:gd name="T63" fmla="*/ 11 h 13"/>
                <a:gd name="T64" fmla="*/ 7 w 35"/>
                <a:gd name="T65" fmla="*/ 11 h 13"/>
                <a:gd name="T66" fmla="*/ 4 w 35"/>
                <a:gd name="T67" fmla="*/ 11 h 13"/>
                <a:gd name="T68" fmla="*/ 0 w 35"/>
                <a:gd name="T69" fmla="*/ 11 h 13"/>
                <a:gd name="T70" fmla="*/ 0 w 35"/>
                <a:gd name="T71" fmla="*/ 13 h 1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3"/>
                <a:gd name="T110" fmla="*/ 35 w 35"/>
                <a:gd name="T111" fmla="*/ 13 h 1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3">
                  <a:moveTo>
                    <a:pt x="0" y="13"/>
                  </a:moveTo>
                  <a:lnTo>
                    <a:pt x="0" y="13"/>
                  </a:lnTo>
                  <a:lnTo>
                    <a:pt x="4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3" y="12"/>
                  </a:lnTo>
                  <a:lnTo>
                    <a:pt x="17" y="12"/>
                  </a:lnTo>
                  <a:lnTo>
                    <a:pt x="20" y="11"/>
                  </a:lnTo>
                  <a:lnTo>
                    <a:pt x="22" y="10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5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0" y="4"/>
                  </a:lnTo>
                  <a:lnTo>
                    <a:pt x="29" y="5"/>
                  </a:lnTo>
                  <a:lnTo>
                    <a:pt x="27" y="6"/>
                  </a:lnTo>
                  <a:lnTo>
                    <a:pt x="26" y="7"/>
                  </a:lnTo>
                  <a:lnTo>
                    <a:pt x="24" y="8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5" y="10"/>
                  </a:lnTo>
                  <a:lnTo>
                    <a:pt x="13" y="10"/>
                  </a:lnTo>
                  <a:lnTo>
                    <a:pt x="10" y="11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194"/>
            <p:cNvSpPr>
              <a:spLocks/>
            </p:cNvSpPr>
            <p:nvPr/>
          </p:nvSpPr>
          <p:spPr bwMode="auto">
            <a:xfrm>
              <a:off x="3080" y="1982"/>
              <a:ext cx="35" cy="13"/>
            </a:xfrm>
            <a:custGeom>
              <a:avLst/>
              <a:gdLst>
                <a:gd name="T0" fmla="*/ 0 w 35"/>
                <a:gd name="T1" fmla="*/ 0 h 13"/>
                <a:gd name="T2" fmla="*/ 0 w 35"/>
                <a:gd name="T3" fmla="*/ 0 h 13"/>
                <a:gd name="T4" fmla="*/ 0 w 35"/>
                <a:gd name="T5" fmla="*/ 1 h 13"/>
                <a:gd name="T6" fmla="*/ 1 w 35"/>
                <a:gd name="T7" fmla="*/ 3 h 13"/>
                <a:gd name="T8" fmla="*/ 1 w 35"/>
                <a:gd name="T9" fmla="*/ 4 h 13"/>
                <a:gd name="T10" fmla="*/ 3 w 35"/>
                <a:gd name="T11" fmla="*/ 5 h 13"/>
                <a:gd name="T12" fmla="*/ 4 w 35"/>
                <a:gd name="T13" fmla="*/ 6 h 13"/>
                <a:gd name="T14" fmla="*/ 7 w 35"/>
                <a:gd name="T15" fmla="*/ 8 h 13"/>
                <a:gd name="T16" fmla="*/ 8 w 35"/>
                <a:gd name="T17" fmla="*/ 8 h 13"/>
                <a:gd name="T18" fmla="*/ 11 w 35"/>
                <a:gd name="T19" fmla="*/ 9 h 13"/>
                <a:gd name="T20" fmla="*/ 14 w 35"/>
                <a:gd name="T21" fmla="*/ 10 h 13"/>
                <a:gd name="T22" fmla="*/ 16 w 35"/>
                <a:gd name="T23" fmla="*/ 11 h 13"/>
                <a:gd name="T24" fmla="*/ 19 w 35"/>
                <a:gd name="T25" fmla="*/ 12 h 13"/>
                <a:gd name="T26" fmla="*/ 21 w 35"/>
                <a:gd name="T27" fmla="*/ 12 h 13"/>
                <a:gd name="T28" fmla="*/ 25 w 35"/>
                <a:gd name="T29" fmla="*/ 12 h 13"/>
                <a:gd name="T30" fmla="*/ 29 w 35"/>
                <a:gd name="T31" fmla="*/ 13 h 13"/>
                <a:gd name="T32" fmla="*/ 32 w 35"/>
                <a:gd name="T33" fmla="*/ 13 h 13"/>
                <a:gd name="T34" fmla="*/ 35 w 35"/>
                <a:gd name="T35" fmla="*/ 13 h 13"/>
                <a:gd name="T36" fmla="*/ 35 w 35"/>
                <a:gd name="T37" fmla="*/ 11 h 13"/>
                <a:gd name="T38" fmla="*/ 32 w 35"/>
                <a:gd name="T39" fmla="*/ 11 h 13"/>
                <a:gd name="T40" fmla="*/ 29 w 35"/>
                <a:gd name="T41" fmla="*/ 11 h 13"/>
                <a:gd name="T42" fmla="*/ 25 w 35"/>
                <a:gd name="T43" fmla="*/ 11 h 13"/>
                <a:gd name="T44" fmla="*/ 21 w 35"/>
                <a:gd name="T45" fmla="*/ 10 h 13"/>
                <a:gd name="T46" fmla="*/ 19 w 35"/>
                <a:gd name="T47" fmla="*/ 10 h 13"/>
                <a:gd name="T48" fmla="*/ 16 w 35"/>
                <a:gd name="T49" fmla="*/ 9 h 13"/>
                <a:gd name="T50" fmla="*/ 14 w 35"/>
                <a:gd name="T51" fmla="*/ 9 h 13"/>
                <a:gd name="T52" fmla="*/ 11 w 35"/>
                <a:gd name="T53" fmla="*/ 8 h 13"/>
                <a:gd name="T54" fmla="*/ 9 w 35"/>
                <a:gd name="T55" fmla="*/ 7 h 13"/>
                <a:gd name="T56" fmla="*/ 8 w 35"/>
                <a:gd name="T57" fmla="*/ 6 h 13"/>
                <a:gd name="T58" fmla="*/ 5 w 35"/>
                <a:gd name="T59" fmla="*/ 5 h 13"/>
                <a:gd name="T60" fmla="*/ 4 w 35"/>
                <a:gd name="T61" fmla="*/ 4 h 13"/>
                <a:gd name="T62" fmla="*/ 3 w 35"/>
                <a:gd name="T63" fmla="*/ 3 h 13"/>
                <a:gd name="T64" fmla="*/ 2 w 35"/>
                <a:gd name="T65" fmla="*/ 2 h 13"/>
                <a:gd name="T66" fmla="*/ 2 w 35"/>
                <a:gd name="T67" fmla="*/ 1 h 13"/>
                <a:gd name="T68" fmla="*/ 2 w 35"/>
                <a:gd name="T69" fmla="*/ 0 h 13"/>
                <a:gd name="T70" fmla="*/ 0 w 35"/>
                <a:gd name="T71" fmla="*/ 0 h 1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3"/>
                <a:gd name="T110" fmla="*/ 35 w 35"/>
                <a:gd name="T111" fmla="*/ 13 h 1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3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3" y="5"/>
                  </a:lnTo>
                  <a:lnTo>
                    <a:pt x="4" y="6"/>
                  </a:lnTo>
                  <a:lnTo>
                    <a:pt x="7" y="8"/>
                  </a:lnTo>
                  <a:lnTo>
                    <a:pt x="8" y="8"/>
                  </a:lnTo>
                  <a:lnTo>
                    <a:pt x="11" y="9"/>
                  </a:lnTo>
                  <a:lnTo>
                    <a:pt x="14" y="10"/>
                  </a:lnTo>
                  <a:lnTo>
                    <a:pt x="16" y="11"/>
                  </a:lnTo>
                  <a:lnTo>
                    <a:pt x="19" y="12"/>
                  </a:lnTo>
                  <a:lnTo>
                    <a:pt x="21" y="12"/>
                  </a:lnTo>
                  <a:lnTo>
                    <a:pt x="25" y="12"/>
                  </a:lnTo>
                  <a:lnTo>
                    <a:pt x="29" y="13"/>
                  </a:lnTo>
                  <a:lnTo>
                    <a:pt x="32" y="13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2" y="11"/>
                  </a:lnTo>
                  <a:lnTo>
                    <a:pt x="29" y="11"/>
                  </a:lnTo>
                  <a:lnTo>
                    <a:pt x="25" y="11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6" y="9"/>
                  </a:lnTo>
                  <a:lnTo>
                    <a:pt x="14" y="9"/>
                  </a:lnTo>
                  <a:lnTo>
                    <a:pt x="11" y="8"/>
                  </a:lnTo>
                  <a:lnTo>
                    <a:pt x="9" y="7"/>
                  </a:lnTo>
                  <a:lnTo>
                    <a:pt x="8" y="6"/>
                  </a:lnTo>
                  <a:lnTo>
                    <a:pt x="5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195"/>
            <p:cNvSpPr>
              <a:spLocks/>
            </p:cNvSpPr>
            <p:nvPr/>
          </p:nvSpPr>
          <p:spPr bwMode="auto">
            <a:xfrm>
              <a:off x="3080" y="1967"/>
              <a:ext cx="8" cy="15"/>
            </a:xfrm>
            <a:custGeom>
              <a:avLst/>
              <a:gdLst>
                <a:gd name="T0" fmla="*/ 0 w 8"/>
                <a:gd name="T1" fmla="*/ 1 h 15"/>
                <a:gd name="T2" fmla="*/ 0 w 8"/>
                <a:gd name="T3" fmla="*/ 2 h 15"/>
                <a:gd name="T4" fmla="*/ 3 w 8"/>
                <a:gd name="T5" fmla="*/ 4 h 15"/>
                <a:gd name="T6" fmla="*/ 5 w 8"/>
                <a:gd name="T7" fmla="*/ 5 h 15"/>
                <a:gd name="T8" fmla="*/ 5 w 8"/>
                <a:gd name="T9" fmla="*/ 6 h 15"/>
                <a:gd name="T10" fmla="*/ 5 w 8"/>
                <a:gd name="T11" fmla="*/ 8 h 15"/>
                <a:gd name="T12" fmla="*/ 3 w 8"/>
                <a:gd name="T13" fmla="*/ 8 h 15"/>
                <a:gd name="T14" fmla="*/ 2 w 8"/>
                <a:gd name="T15" fmla="*/ 10 h 15"/>
                <a:gd name="T16" fmla="*/ 1 w 8"/>
                <a:gd name="T17" fmla="*/ 12 h 15"/>
                <a:gd name="T18" fmla="*/ 0 w 8"/>
                <a:gd name="T19" fmla="*/ 15 h 15"/>
                <a:gd name="T20" fmla="*/ 2 w 8"/>
                <a:gd name="T21" fmla="*/ 15 h 15"/>
                <a:gd name="T22" fmla="*/ 2 w 8"/>
                <a:gd name="T23" fmla="*/ 12 h 15"/>
                <a:gd name="T24" fmla="*/ 3 w 8"/>
                <a:gd name="T25" fmla="*/ 11 h 15"/>
                <a:gd name="T26" fmla="*/ 5 w 8"/>
                <a:gd name="T27" fmla="*/ 10 h 15"/>
                <a:gd name="T28" fmla="*/ 7 w 8"/>
                <a:gd name="T29" fmla="*/ 8 h 15"/>
                <a:gd name="T30" fmla="*/ 8 w 8"/>
                <a:gd name="T31" fmla="*/ 6 h 15"/>
                <a:gd name="T32" fmla="*/ 8 w 8"/>
                <a:gd name="T33" fmla="*/ 5 h 15"/>
                <a:gd name="T34" fmla="*/ 5 w 8"/>
                <a:gd name="T35" fmla="*/ 3 h 15"/>
                <a:gd name="T36" fmla="*/ 1 w 8"/>
                <a:gd name="T37" fmla="*/ 0 h 15"/>
                <a:gd name="T38" fmla="*/ 0 w 8"/>
                <a:gd name="T39" fmla="*/ 1 h 1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"/>
                <a:gd name="T61" fmla="*/ 0 h 15"/>
                <a:gd name="T62" fmla="*/ 8 w 8"/>
                <a:gd name="T63" fmla="*/ 15 h 1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" h="15">
                  <a:moveTo>
                    <a:pt x="0" y="1"/>
                  </a:moveTo>
                  <a:lnTo>
                    <a:pt x="0" y="2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8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5" y="10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5" y="3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196"/>
            <p:cNvSpPr>
              <a:spLocks/>
            </p:cNvSpPr>
            <p:nvPr/>
          </p:nvSpPr>
          <p:spPr bwMode="auto">
            <a:xfrm>
              <a:off x="3074" y="1894"/>
              <a:ext cx="8" cy="74"/>
            </a:xfrm>
            <a:custGeom>
              <a:avLst/>
              <a:gdLst>
                <a:gd name="T0" fmla="*/ 7 w 8"/>
                <a:gd name="T1" fmla="*/ 0 h 74"/>
                <a:gd name="T2" fmla="*/ 7 w 8"/>
                <a:gd name="T3" fmla="*/ 0 h 74"/>
                <a:gd name="T4" fmla="*/ 3 w 8"/>
                <a:gd name="T5" fmla="*/ 6 h 74"/>
                <a:gd name="T6" fmla="*/ 1 w 8"/>
                <a:gd name="T7" fmla="*/ 14 h 74"/>
                <a:gd name="T8" fmla="*/ 0 w 8"/>
                <a:gd name="T9" fmla="*/ 25 h 74"/>
                <a:gd name="T10" fmla="*/ 0 w 8"/>
                <a:gd name="T11" fmla="*/ 37 h 74"/>
                <a:gd name="T12" fmla="*/ 1 w 8"/>
                <a:gd name="T13" fmla="*/ 50 h 74"/>
                <a:gd name="T14" fmla="*/ 2 w 8"/>
                <a:gd name="T15" fmla="*/ 60 h 74"/>
                <a:gd name="T16" fmla="*/ 3 w 8"/>
                <a:gd name="T17" fmla="*/ 69 h 74"/>
                <a:gd name="T18" fmla="*/ 7 w 8"/>
                <a:gd name="T19" fmla="*/ 74 h 74"/>
                <a:gd name="T20" fmla="*/ 8 w 8"/>
                <a:gd name="T21" fmla="*/ 73 h 74"/>
                <a:gd name="T22" fmla="*/ 6 w 8"/>
                <a:gd name="T23" fmla="*/ 68 h 74"/>
                <a:gd name="T24" fmla="*/ 4 w 8"/>
                <a:gd name="T25" fmla="*/ 60 h 74"/>
                <a:gd name="T26" fmla="*/ 2 w 8"/>
                <a:gd name="T27" fmla="*/ 50 h 74"/>
                <a:gd name="T28" fmla="*/ 2 w 8"/>
                <a:gd name="T29" fmla="*/ 37 h 74"/>
                <a:gd name="T30" fmla="*/ 2 w 8"/>
                <a:gd name="T31" fmla="*/ 25 h 74"/>
                <a:gd name="T32" fmla="*/ 3 w 8"/>
                <a:gd name="T33" fmla="*/ 15 h 74"/>
                <a:gd name="T34" fmla="*/ 4 w 8"/>
                <a:gd name="T35" fmla="*/ 6 h 74"/>
                <a:gd name="T36" fmla="*/ 8 w 8"/>
                <a:gd name="T37" fmla="*/ 2 h 74"/>
                <a:gd name="T38" fmla="*/ 7 w 8"/>
                <a:gd name="T39" fmla="*/ 0 h 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"/>
                <a:gd name="T61" fmla="*/ 0 h 74"/>
                <a:gd name="T62" fmla="*/ 8 w 8"/>
                <a:gd name="T63" fmla="*/ 74 h 7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" h="74">
                  <a:moveTo>
                    <a:pt x="7" y="0"/>
                  </a:moveTo>
                  <a:lnTo>
                    <a:pt x="7" y="0"/>
                  </a:lnTo>
                  <a:lnTo>
                    <a:pt x="3" y="6"/>
                  </a:lnTo>
                  <a:lnTo>
                    <a:pt x="1" y="14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1" y="50"/>
                  </a:lnTo>
                  <a:lnTo>
                    <a:pt x="2" y="60"/>
                  </a:lnTo>
                  <a:lnTo>
                    <a:pt x="3" y="69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2" y="50"/>
                  </a:lnTo>
                  <a:lnTo>
                    <a:pt x="2" y="37"/>
                  </a:lnTo>
                  <a:lnTo>
                    <a:pt x="2" y="25"/>
                  </a:lnTo>
                  <a:lnTo>
                    <a:pt x="3" y="15"/>
                  </a:lnTo>
                  <a:lnTo>
                    <a:pt x="4" y="6"/>
                  </a:lnTo>
                  <a:lnTo>
                    <a:pt x="8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197"/>
            <p:cNvSpPr>
              <a:spLocks/>
            </p:cNvSpPr>
            <p:nvPr/>
          </p:nvSpPr>
          <p:spPr bwMode="auto">
            <a:xfrm>
              <a:off x="3080" y="1883"/>
              <a:ext cx="8" cy="14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0 h 14"/>
                <a:gd name="T4" fmla="*/ 1 w 8"/>
                <a:gd name="T5" fmla="*/ 2 h 14"/>
                <a:gd name="T6" fmla="*/ 2 w 8"/>
                <a:gd name="T7" fmla="*/ 5 h 14"/>
                <a:gd name="T8" fmla="*/ 4 w 8"/>
                <a:gd name="T9" fmla="*/ 6 h 14"/>
                <a:gd name="T10" fmla="*/ 5 w 8"/>
                <a:gd name="T11" fmla="*/ 7 h 14"/>
                <a:gd name="T12" fmla="*/ 5 w 8"/>
                <a:gd name="T13" fmla="*/ 8 h 14"/>
                <a:gd name="T14" fmla="*/ 4 w 8"/>
                <a:gd name="T15" fmla="*/ 10 h 14"/>
                <a:gd name="T16" fmla="*/ 0 w 8"/>
                <a:gd name="T17" fmla="*/ 12 h 14"/>
                <a:gd name="T18" fmla="*/ 1 w 8"/>
                <a:gd name="T19" fmla="*/ 14 h 14"/>
                <a:gd name="T20" fmla="*/ 5 w 8"/>
                <a:gd name="T21" fmla="*/ 12 h 14"/>
                <a:gd name="T22" fmla="*/ 8 w 8"/>
                <a:gd name="T23" fmla="*/ 10 h 14"/>
                <a:gd name="T24" fmla="*/ 8 w 8"/>
                <a:gd name="T25" fmla="*/ 7 h 14"/>
                <a:gd name="T26" fmla="*/ 7 w 8"/>
                <a:gd name="T27" fmla="*/ 6 h 14"/>
                <a:gd name="T28" fmla="*/ 5 w 8"/>
                <a:gd name="T29" fmla="*/ 5 h 14"/>
                <a:gd name="T30" fmla="*/ 3 w 8"/>
                <a:gd name="T31" fmla="*/ 4 h 14"/>
                <a:gd name="T32" fmla="*/ 2 w 8"/>
                <a:gd name="T33" fmla="*/ 2 h 14"/>
                <a:gd name="T34" fmla="*/ 2 w 8"/>
                <a:gd name="T35" fmla="*/ 0 h 14"/>
                <a:gd name="T36" fmla="*/ 0 w 8"/>
                <a:gd name="T37" fmla="*/ 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"/>
                <a:gd name="T58" fmla="*/ 0 h 14"/>
                <a:gd name="T59" fmla="*/ 8 w 8"/>
                <a:gd name="T60" fmla="*/ 14 h 1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" h="14">
                  <a:moveTo>
                    <a:pt x="0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2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10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5" y="12"/>
                  </a:lnTo>
                  <a:lnTo>
                    <a:pt x="8" y="10"/>
                  </a:lnTo>
                  <a:lnTo>
                    <a:pt x="8" y="7"/>
                  </a:lnTo>
                  <a:lnTo>
                    <a:pt x="7" y="6"/>
                  </a:lnTo>
                  <a:lnTo>
                    <a:pt x="5" y="5"/>
                  </a:lnTo>
                  <a:lnTo>
                    <a:pt x="3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198"/>
            <p:cNvSpPr>
              <a:spLocks/>
            </p:cNvSpPr>
            <p:nvPr/>
          </p:nvSpPr>
          <p:spPr bwMode="auto">
            <a:xfrm>
              <a:off x="3080" y="1867"/>
              <a:ext cx="35" cy="16"/>
            </a:xfrm>
            <a:custGeom>
              <a:avLst/>
              <a:gdLst>
                <a:gd name="T0" fmla="*/ 35 w 35"/>
                <a:gd name="T1" fmla="*/ 0 h 16"/>
                <a:gd name="T2" fmla="*/ 35 w 35"/>
                <a:gd name="T3" fmla="*/ 0 h 16"/>
                <a:gd name="T4" fmla="*/ 32 w 35"/>
                <a:gd name="T5" fmla="*/ 0 h 16"/>
                <a:gd name="T6" fmla="*/ 29 w 35"/>
                <a:gd name="T7" fmla="*/ 0 h 16"/>
                <a:gd name="T8" fmla="*/ 25 w 35"/>
                <a:gd name="T9" fmla="*/ 1 h 16"/>
                <a:gd name="T10" fmla="*/ 21 w 35"/>
                <a:gd name="T11" fmla="*/ 1 h 16"/>
                <a:gd name="T12" fmla="*/ 19 w 35"/>
                <a:gd name="T13" fmla="*/ 2 h 16"/>
                <a:gd name="T14" fmla="*/ 16 w 35"/>
                <a:gd name="T15" fmla="*/ 2 h 16"/>
                <a:gd name="T16" fmla="*/ 14 w 35"/>
                <a:gd name="T17" fmla="*/ 3 h 16"/>
                <a:gd name="T18" fmla="*/ 11 w 35"/>
                <a:gd name="T19" fmla="*/ 5 h 16"/>
                <a:gd name="T20" fmla="*/ 8 w 35"/>
                <a:gd name="T21" fmla="*/ 6 h 16"/>
                <a:gd name="T22" fmla="*/ 7 w 35"/>
                <a:gd name="T23" fmla="*/ 7 h 16"/>
                <a:gd name="T24" fmla="*/ 4 w 35"/>
                <a:gd name="T25" fmla="*/ 9 h 16"/>
                <a:gd name="T26" fmla="*/ 3 w 35"/>
                <a:gd name="T27" fmla="*/ 10 h 16"/>
                <a:gd name="T28" fmla="*/ 1 w 35"/>
                <a:gd name="T29" fmla="*/ 12 h 16"/>
                <a:gd name="T30" fmla="*/ 1 w 35"/>
                <a:gd name="T31" fmla="*/ 13 h 16"/>
                <a:gd name="T32" fmla="*/ 0 w 35"/>
                <a:gd name="T33" fmla="*/ 15 h 16"/>
                <a:gd name="T34" fmla="*/ 0 w 35"/>
                <a:gd name="T35" fmla="*/ 16 h 16"/>
                <a:gd name="T36" fmla="*/ 2 w 35"/>
                <a:gd name="T37" fmla="*/ 16 h 16"/>
                <a:gd name="T38" fmla="*/ 2 w 35"/>
                <a:gd name="T39" fmla="*/ 15 h 16"/>
                <a:gd name="T40" fmla="*/ 2 w 35"/>
                <a:gd name="T41" fmla="*/ 14 h 16"/>
                <a:gd name="T42" fmla="*/ 3 w 35"/>
                <a:gd name="T43" fmla="*/ 13 h 16"/>
                <a:gd name="T44" fmla="*/ 4 w 35"/>
                <a:gd name="T45" fmla="*/ 11 h 16"/>
                <a:gd name="T46" fmla="*/ 5 w 35"/>
                <a:gd name="T47" fmla="*/ 10 h 16"/>
                <a:gd name="T48" fmla="*/ 8 w 35"/>
                <a:gd name="T49" fmla="*/ 9 h 16"/>
                <a:gd name="T50" fmla="*/ 9 w 35"/>
                <a:gd name="T51" fmla="*/ 7 h 16"/>
                <a:gd name="T52" fmla="*/ 11 w 35"/>
                <a:gd name="T53" fmla="*/ 7 h 16"/>
                <a:gd name="T54" fmla="*/ 14 w 35"/>
                <a:gd name="T55" fmla="*/ 6 h 16"/>
                <a:gd name="T56" fmla="*/ 16 w 35"/>
                <a:gd name="T57" fmla="*/ 5 h 16"/>
                <a:gd name="T58" fmla="*/ 19 w 35"/>
                <a:gd name="T59" fmla="*/ 3 h 16"/>
                <a:gd name="T60" fmla="*/ 21 w 35"/>
                <a:gd name="T61" fmla="*/ 3 h 16"/>
                <a:gd name="T62" fmla="*/ 25 w 35"/>
                <a:gd name="T63" fmla="*/ 2 h 16"/>
                <a:gd name="T64" fmla="*/ 29 w 35"/>
                <a:gd name="T65" fmla="*/ 2 h 16"/>
                <a:gd name="T66" fmla="*/ 32 w 35"/>
                <a:gd name="T67" fmla="*/ 2 h 16"/>
                <a:gd name="T68" fmla="*/ 35 w 35"/>
                <a:gd name="T69" fmla="*/ 2 h 16"/>
                <a:gd name="T70" fmla="*/ 35 w 35"/>
                <a:gd name="T71" fmla="*/ 0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6"/>
                <a:gd name="T110" fmla="*/ 35 w 35"/>
                <a:gd name="T111" fmla="*/ 16 h 1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6">
                  <a:moveTo>
                    <a:pt x="35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6" y="2"/>
                  </a:lnTo>
                  <a:lnTo>
                    <a:pt x="14" y="3"/>
                  </a:lnTo>
                  <a:lnTo>
                    <a:pt x="11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4" y="9"/>
                  </a:lnTo>
                  <a:lnTo>
                    <a:pt x="3" y="10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8" y="9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4" y="6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5" y="2"/>
                  </a:lnTo>
                  <a:lnTo>
                    <a:pt x="29" y="2"/>
                  </a:lnTo>
                  <a:lnTo>
                    <a:pt x="32" y="2"/>
                  </a:lnTo>
                  <a:lnTo>
                    <a:pt x="35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199"/>
            <p:cNvSpPr>
              <a:spLocks/>
            </p:cNvSpPr>
            <p:nvPr/>
          </p:nvSpPr>
          <p:spPr bwMode="auto">
            <a:xfrm>
              <a:off x="3115" y="1867"/>
              <a:ext cx="35" cy="16"/>
            </a:xfrm>
            <a:custGeom>
              <a:avLst/>
              <a:gdLst>
                <a:gd name="T0" fmla="*/ 35 w 35"/>
                <a:gd name="T1" fmla="*/ 16 h 16"/>
                <a:gd name="T2" fmla="*/ 35 w 35"/>
                <a:gd name="T3" fmla="*/ 16 h 16"/>
                <a:gd name="T4" fmla="*/ 35 w 35"/>
                <a:gd name="T5" fmla="*/ 15 h 16"/>
                <a:gd name="T6" fmla="*/ 33 w 35"/>
                <a:gd name="T7" fmla="*/ 13 h 16"/>
                <a:gd name="T8" fmla="*/ 32 w 35"/>
                <a:gd name="T9" fmla="*/ 12 h 16"/>
                <a:gd name="T10" fmla="*/ 31 w 35"/>
                <a:gd name="T11" fmla="*/ 10 h 16"/>
                <a:gd name="T12" fmla="*/ 30 w 35"/>
                <a:gd name="T13" fmla="*/ 9 h 16"/>
                <a:gd name="T14" fmla="*/ 28 w 35"/>
                <a:gd name="T15" fmla="*/ 7 h 16"/>
                <a:gd name="T16" fmla="*/ 27 w 35"/>
                <a:gd name="T17" fmla="*/ 6 h 16"/>
                <a:gd name="T18" fmla="*/ 25 w 35"/>
                <a:gd name="T19" fmla="*/ 5 h 16"/>
                <a:gd name="T20" fmla="*/ 22 w 35"/>
                <a:gd name="T21" fmla="*/ 3 h 16"/>
                <a:gd name="T22" fmla="*/ 20 w 35"/>
                <a:gd name="T23" fmla="*/ 2 h 16"/>
                <a:gd name="T24" fmla="*/ 17 w 35"/>
                <a:gd name="T25" fmla="*/ 2 h 16"/>
                <a:gd name="T26" fmla="*/ 13 w 35"/>
                <a:gd name="T27" fmla="*/ 1 h 16"/>
                <a:gd name="T28" fmla="*/ 10 w 35"/>
                <a:gd name="T29" fmla="*/ 1 h 16"/>
                <a:gd name="T30" fmla="*/ 7 w 35"/>
                <a:gd name="T31" fmla="*/ 0 h 16"/>
                <a:gd name="T32" fmla="*/ 4 w 35"/>
                <a:gd name="T33" fmla="*/ 0 h 16"/>
                <a:gd name="T34" fmla="*/ 0 w 35"/>
                <a:gd name="T35" fmla="*/ 0 h 16"/>
                <a:gd name="T36" fmla="*/ 0 w 35"/>
                <a:gd name="T37" fmla="*/ 2 h 16"/>
                <a:gd name="T38" fmla="*/ 4 w 35"/>
                <a:gd name="T39" fmla="*/ 2 h 16"/>
                <a:gd name="T40" fmla="*/ 7 w 35"/>
                <a:gd name="T41" fmla="*/ 2 h 16"/>
                <a:gd name="T42" fmla="*/ 10 w 35"/>
                <a:gd name="T43" fmla="*/ 2 h 16"/>
                <a:gd name="T44" fmla="*/ 13 w 35"/>
                <a:gd name="T45" fmla="*/ 3 h 16"/>
                <a:gd name="T46" fmla="*/ 15 w 35"/>
                <a:gd name="T47" fmla="*/ 3 h 16"/>
                <a:gd name="T48" fmla="*/ 20 w 35"/>
                <a:gd name="T49" fmla="*/ 5 h 16"/>
                <a:gd name="T50" fmla="*/ 22 w 35"/>
                <a:gd name="T51" fmla="*/ 6 h 16"/>
                <a:gd name="T52" fmla="*/ 24 w 35"/>
                <a:gd name="T53" fmla="*/ 7 h 16"/>
                <a:gd name="T54" fmla="*/ 26 w 35"/>
                <a:gd name="T55" fmla="*/ 7 h 16"/>
                <a:gd name="T56" fmla="*/ 27 w 35"/>
                <a:gd name="T57" fmla="*/ 9 h 16"/>
                <a:gd name="T58" fmla="*/ 29 w 35"/>
                <a:gd name="T59" fmla="*/ 10 h 16"/>
                <a:gd name="T60" fmla="*/ 30 w 35"/>
                <a:gd name="T61" fmla="*/ 11 h 16"/>
                <a:gd name="T62" fmla="*/ 31 w 35"/>
                <a:gd name="T63" fmla="*/ 13 h 16"/>
                <a:gd name="T64" fmla="*/ 32 w 35"/>
                <a:gd name="T65" fmla="*/ 14 h 16"/>
                <a:gd name="T66" fmla="*/ 32 w 35"/>
                <a:gd name="T67" fmla="*/ 15 h 16"/>
                <a:gd name="T68" fmla="*/ 32 w 35"/>
                <a:gd name="T69" fmla="*/ 16 h 16"/>
                <a:gd name="T70" fmla="*/ 35 w 35"/>
                <a:gd name="T71" fmla="*/ 16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6"/>
                <a:gd name="T110" fmla="*/ 35 w 35"/>
                <a:gd name="T111" fmla="*/ 16 h 1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6">
                  <a:moveTo>
                    <a:pt x="35" y="16"/>
                  </a:moveTo>
                  <a:lnTo>
                    <a:pt x="35" y="16"/>
                  </a:lnTo>
                  <a:lnTo>
                    <a:pt x="35" y="15"/>
                  </a:lnTo>
                  <a:lnTo>
                    <a:pt x="33" y="13"/>
                  </a:lnTo>
                  <a:lnTo>
                    <a:pt x="32" y="12"/>
                  </a:lnTo>
                  <a:lnTo>
                    <a:pt x="31" y="10"/>
                  </a:lnTo>
                  <a:lnTo>
                    <a:pt x="30" y="9"/>
                  </a:lnTo>
                  <a:lnTo>
                    <a:pt x="28" y="7"/>
                  </a:lnTo>
                  <a:lnTo>
                    <a:pt x="27" y="6"/>
                  </a:lnTo>
                  <a:lnTo>
                    <a:pt x="25" y="5"/>
                  </a:lnTo>
                  <a:lnTo>
                    <a:pt x="22" y="3"/>
                  </a:lnTo>
                  <a:lnTo>
                    <a:pt x="20" y="2"/>
                  </a:lnTo>
                  <a:lnTo>
                    <a:pt x="17" y="2"/>
                  </a:lnTo>
                  <a:lnTo>
                    <a:pt x="13" y="1"/>
                  </a:lnTo>
                  <a:lnTo>
                    <a:pt x="10" y="1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4" y="2"/>
                  </a:lnTo>
                  <a:lnTo>
                    <a:pt x="7" y="2"/>
                  </a:lnTo>
                  <a:lnTo>
                    <a:pt x="10" y="2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9" y="10"/>
                  </a:lnTo>
                  <a:lnTo>
                    <a:pt x="30" y="11"/>
                  </a:lnTo>
                  <a:lnTo>
                    <a:pt x="31" y="13"/>
                  </a:lnTo>
                  <a:lnTo>
                    <a:pt x="32" y="14"/>
                  </a:lnTo>
                  <a:lnTo>
                    <a:pt x="32" y="15"/>
                  </a:lnTo>
                  <a:lnTo>
                    <a:pt x="32" y="16"/>
                  </a:lnTo>
                  <a:lnTo>
                    <a:pt x="35" y="1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200"/>
            <p:cNvSpPr>
              <a:spLocks/>
            </p:cNvSpPr>
            <p:nvPr/>
          </p:nvSpPr>
          <p:spPr bwMode="auto">
            <a:xfrm>
              <a:off x="3142" y="1883"/>
              <a:ext cx="8" cy="12"/>
            </a:xfrm>
            <a:custGeom>
              <a:avLst/>
              <a:gdLst>
                <a:gd name="T0" fmla="*/ 6 w 8"/>
                <a:gd name="T1" fmla="*/ 11 h 12"/>
                <a:gd name="T2" fmla="*/ 6 w 8"/>
                <a:gd name="T3" fmla="*/ 11 h 12"/>
                <a:gd name="T4" fmla="*/ 3 w 8"/>
                <a:gd name="T5" fmla="*/ 8 h 12"/>
                <a:gd name="T6" fmla="*/ 2 w 8"/>
                <a:gd name="T7" fmla="*/ 7 h 12"/>
                <a:gd name="T8" fmla="*/ 2 w 8"/>
                <a:gd name="T9" fmla="*/ 6 h 12"/>
                <a:gd name="T10" fmla="*/ 3 w 8"/>
                <a:gd name="T11" fmla="*/ 6 h 12"/>
                <a:gd name="T12" fmla="*/ 5 w 8"/>
                <a:gd name="T13" fmla="*/ 5 h 12"/>
                <a:gd name="T14" fmla="*/ 6 w 8"/>
                <a:gd name="T15" fmla="*/ 2 h 12"/>
                <a:gd name="T16" fmla="*/ 8 w 8"/>
                <a:gd name="T17" fmla="*/ 0 h 12"/>
                <a:gd name="T18" fmla="*/ 5 w 8"/>
                <a:gd name="T19" fmla="*/ 0 h 12"/>
                <a:gd name="T20" fmla="*/ 5 w 8"/>
                <a:gd name="T21" fmla="*/ 2 h 12"/>
                <a:gd name="T22" fmla="*/ 4 w 8"/>
                <a:gd name="T23" fmla="*/ 4 h 12"/>
                <a:gd name="T24" fmla="*/ 2 w 8"/>
                <a:gd name="T25" fmla="*/ 4 h 12"/>
                <a:gd name="T26" fmla="*/ 1 w 8"/>
                <a:gd name="T27" fmla="*/ 5 h 12"/>
                <a:gd name="T28" fmla="*/ 0 w 8"/>
                <a:gd name="T29" fmla="*/ 6 h 12"/>
                <a:gd name="T30" fmla="*/ 0 w 8"/>
                <a:gd name="T31" fmla="*/ 7 h 12"/>
                <a:gd name="T32" fmla="*/ 2 w 8"/>
                <a:gd name="T33" fmla="*/ 9 h 12"/>
                <a:gd name="T34" fmla="*/ 5 w 8"/>
                <a:gd name="T35" fmla="*/ 12 h 12"/>
                <a:gd name="T36" fmla="*/ 6 w 8"/>
                <a:gd name="T37" fmla="*/ 11 h 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"/>
                <a:gd name="T58" fmla="*/ 0 h 12"/>
                <a:gd name="T59" fmla="*/ 8 w 8"/>
                <a:gd name="T60" fmla="*/ 12 h 1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" h="12">
                  <a:moveTo>
                    <a:pt x="6" y="11"/>
                  </a:moveTo>
                  <a:lnTo>
                    <a:pt x="6" y="11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9"/>
                  </a:lnTo>
                  <a:lnTo>
                    <a:pt x="5" y="12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1201"/>
            <p:cNvSpPr>
              <a:spLocks/>
            </p:cNvSpPr>
            <p:nvPr/>
          </p:nvSpPr>
          <p:spPr bwMode="auto">
            <a:xfrm>
              <a:off x="3145" y="1894"/>
              <a:ext cx="11" cy="78"/>
            </a:xfrm>
            <a:custGeom>
              <a:avLst/>
              <a:gdLst>
                <a:gd name="T0" fmla="*/ 1 w 11"/>
                <a:gd name="T1" fmla="*/ 78 h 78"/>
                <a:gd name="T2" fmla="*/ 1 w 11"/>
                <a:gd name="T3" fmla="*/ 78 h 78"/>
                <a:gd name="T4" fmla="*/ 6 w 11"/>
                <a:gd name="T5" fmla="*/ 74 h 78"/>
                <a:gd name="T6" fmla="*/ 8 w 11"/>
                <a:gd name="T7" fmla="*/ 65 h 78"/>
                <a:gd name="T8" fmla="*/ 10 w 11"/>
                <a:gd name="T9" fmla="*/ 53 h 78"/>
                <a:gd name="T10" fmla="*/ 11 w 11"/>
                <a:gd name="T11" fmla="*/ 41 h 78"/>
                <a:gd name="T12" fmla="*/ 11 w 11"/>
                <a:gd name="T13" fmla="*/ 28 h 78"/>
                <a:gd name="T14" fmla="*/ 10 w 11"/>
                <a:gd name="T15" fmla="*/ 16 h 78"/>
                <a:gd name="T16" fmla="*/ 8 w 11"/>
                <a:gd name="T17" fmla="*/ 6 h 78"/>
                <a:gd name="T18" fmla="*/ 3 w 11"/>
                <a:gd name="T19" fmla="*/ 0 h 78"/>
                <a:gd name="T20" fmla="*/ 2 w 11"/>
                <a:gd name="T21" fmla="*/ 1 h 78"/>
                <a:gd name="T22" fmla="*/ 6 w 11"/>
                <a:gd name="T23" fmla="*/ 6 h 78"/>
                <a:gd name="T24" fmla="*/ 8 w 11"/>
                <a:gd name="T25" fmla="*/ 17 h 78"/>
                <a:gd name="T26" fmla="*/ 9 w 11"/>
                <a:gd name="T27" fmla="*/ 28 h 78"/>
                <a:gd name="T28" fmla="*/ 9 w 11"/>
                <a:gd name="T29" fmla="*/ 41 h 78"/>
                <a:gd name="T30" fmla="*/ 8 w 11"/>
                <a:gd name="T31" fmla="*/ 53 h 78"/>
                <a:gd name="T32" fmla="*/ 6 w 11"/>
                <a:gd name="T33" fmla="*/ 65 h 78"/>
                <a:gd name="T34" fmla="*/ 2 w 11"/>
                <a:gd name="T35" fmla="*/ 73 h 78"/>
                <a:gd name="T36" fmla="*/ 0 w 11"/>
                <a:gd name="T37" fmla="*/ 77 h 78"/>
                <a:gd name="T38" fmla="*/ 1 w 11"/>
                <a:gd name="T39" fmla="*/ 78 h 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"/>
                <a:gd name="T61" fmla="*/ 0 h 78"/>
                <a:gd name="T62" fmla="*/ 11 w 11"/>
                <a:gd name="T63" fmla="*/ 78 h 7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" h="78">
                  <a:moveTo>
                    <a:pt x="1" y="78"/>
                  </a:moveTo>
                  <a:lnTo>
                    <a:pt x="1" y="78"/>
                  </a:lnTo>
                  <a:lnTo>
                    <a:pt x="6" y="74"/>
                  </a:lnTo>
                  <a:lnTo>
                    <a:pt x="8" y="65"/>
                  </a:lnTo>
                  <a:lnTo>
                    <a:pt x="10" y="53"/>
                  </a:lnTo>
                  <a:lnTo>
                    <a:pt x="11" y="41"/>
                  </a:lnTo>
                  <a:lnTo>
                    <a:pt x="11" y="28"/>
                  </a:lnTo>
                  <a:lnTo>
                    <a:pt x="10" y="16"/>
                  </a:lnTo>
                  <a:lnTo>
                    <a:pt x="8" y="6"/>
                  </a:lnTo>
                  <a:lnTo>
                    <a:pt x="3" y="0"/>
                  </a:lnTo>
                  <a:lnTo>
                    <a:pt x="2" y="1"/>
                  </a:lnTo>
                  <a:lnTo>
                    <a:pt x="6" y="6"/>
                  </a:lnTo>
                  <a:lnTo>
                    <a:pt x="8" y="17"/>
                  </a:lnTo>
                  <a:lnTo>
                    <a:pt x="9" y="28"/>
                  </a:lnTo>
                  <a:lnTo>
                    <a:pt x="9" y="41"/>
                  </a:lnTo>
                  <a:lnTo>
                    <a:pt x="8" y="53"/>
                  </a:lnTo>
                  <a:lnTo>
                    <a:pt x="6" y="65"/>
                  </a:lnTo>
                  <a:lnTo>
                    <a:pt x="2" y="73"/>
                  </a:lnTo>
                  <a:lnTo>
                    <a:pt x="0" y="77"/>
                  </a:lnTo>
                  <a:lnTo>
                    <a:pt x="1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1202"/>
            <p:cNvSpPr>
              <a:spLocks/>
            </p:cNvSpPr>
            <p:nvPr/>
          </p:nvSpPr>
          <p:spPr bwMode="auto">
            <a:xfrm>
              <a:off x="3348" y="1912"/>
              <a:ext cx="36" cy="34"/>
            </a:xfrm>
            <a:custGeom>
              <a:avLst/>
              <a:gdLst>
                <a:gd name="T0" fmla="*/ 17 w 36"/>
                <a:gd name="T1" fmla="*/ 34 h 34"/>
                <a:gd name="T2" fmla="*/ 22 w 36"/>
                <a:gd name="T3" fmla="*/ 34 h 34"/>
                <a:gd name="T4" fmla="*/ 24 w 36"/>
                <a:gd name="T5" fmla="*/ 33 h 34"/>
                <a:gd name="T6" fmla="*/ 27 w 36"/>
                <a:gd name="T7" fmla="*/ 31 h 34"/>
                <a:gd name="T8" fmla="*/ 29 w 36"/>
                <a:gd name="T9" fmla="*/ 30 h 34"/>
                <a:gd name="T10" fmla="*/ 32 w 36"/>
                <a:gd name="T11" fmla="*/ 26 h 34"/>
                <a:gd name="T12" fmla="*/ 35 w 36"/>
                <a:gd name="T13" fmla="*/ 24 h 34"/>
                <a:gd name="T14" fmla="*/ 36 w 36"/>
                <a:gd name="T15" fmla="*/ 20 h 34"/>
                <a:gd name="T16" fmla="*/ 36 w 36"/>
                <a:gd name="T17" fmla="*/ 17 h 34"/>
                <a:gd name="T18" fmla="*/ 36 w 36"/>
                <a:gd name="T19" fmla="*/ 14 h 34"/>
                <a:gd name="T20" fmla="*/ 35 w 36"/>
                <a:gd name="T21" fmla="*/ 10 h 34"/>
                <a:gd name="T22" fmla="*/ 32 w 36"/>
                <a:gd name="T23" fmla="*/ 8 h 34"/>
                <a:gd name="T24" fmla="*/ 29 w 36"/>
                <a:gd name="T25" fmla="*/ 4 h 34"/>
                <a:gd name="T26" fmla="*/ 27 w 36"/>
                <a:gd name="T27" fmla="*/ 3 h 34"/>
                <a:gd name="T28" fmla="*/ 24 w 36"/>
                <a:gd name="T29" fmla="*/ 1 h 34"/>
                <a:gd name="T30" fmla="*/ 22 w 36"/>
                <a:gd name="T31" fmla="*/ 0 h 34"/>
                <a:gd name="T32" fmla="*/ 17 w 36"/>
                <a:gd name="T33" fmla="*/ 0 h 34"/>
                <a:gd name="T34" fmla="*/ 13 w 36"/>
                <a:gd name="T35" fmla="*/ 0 h 34"/>
                <a:gd name="T36" fmla="*/ 11 w 36"/>
                <a:gd name="T37" fmla="*/ 1 h 34"/>
                <a:gd name="T38" fmla="*/ 8 w 36"/>
                <a:gd name="T39" fmla="*/ 3 h 34"/>
                <a:gd name="T40" fmla="*/ 6 w 36"/>
                <a:gd name="T41" fmla="*/ 4 h 34"/>
                <a:gd name="T42" fmla="*/ 4 w 36"/>
                <a:gd name="T43" fmla="*/ 8 h 34"/>
                <a:gd name="T44" fmla="*/ 1 w 36"/>
                <a:gd name="T45" fmla="*/ 10 h 34"/>
                <a:gd name="T46" fmla="*/ 0 w 36"/>
                <a:gd name="T47" fmla="*/ 14 h 34"/>
                <a:gd name="T48" fmla="*/ 0 w 36"/>
                <a:gd name="T49" fmla="*/ 17 h 34"/>
                <a:gd name="T50" fmla="*/ 0 w 36"/>
                <a:gd name="T51" fmla="*/ 20 h 34"/>
                <a:gd name="T52" fmla="*/ 1 w 36"/>
                <a:gd name="T53" fmla="*/ 24 h 34"/>
                <a:gd name="T54" fmla="*/ 4 w 36"/>
                <a:gd name="T55" fmla="*/ 26 h 34"/>
                <a:gd name="T56" fmla="*/ 6 w 36"/>
                <a:gd name="T57" fmla="*/ 30 h 34"/>
                <a:gd name="T58" fmla="*/ 8 w 36"/>
                <a:gd name="T59" fmla="*/ 31 h 34"/>
                <a:gd name="T60" fmla="*/ 11 w 36"/>
                <a:gd name="T61" fmla="*/ 33 h 34"/>
                <a:gd name="T62" fmla="*/ 13 w 36"/>
                <a:gd name="T63" fmla="*/ 34 h 34"/>
                <a:gd name="T64" fmla="*/ 17 w 36"/>
                <a:gd name="T65" fmla="*/ 34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6"/>
                <a:gd name="T100" fmla="*/ 0 h 34"/>
                <a:gd name="T101" fmla="*/ 36 w 36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6" h="34">
                  <a:moveTo>
                    <a:pt x="17" y="34"/>
                  </a:moveTo>
                  <a:lnTo>
                    <a:pt x="22" y="34"/>
                  </a:lnTo>
                  <a:lnTo>
                    <a:pt x="24" y="33"/>
                  </a:lnTo>
                  <a:lnTo>
                    <a:pt x="27" y="31"/>
                  </a:lnTo>
                  <a:lnTo>
                    <a:pt x="29" y="30"/>
                  </a:lnTo>
                  <a:lnTo>
                    <a:pt x="32" y="26"/>
                  </a:lnTo>
                  <a:lnTo>
                    <a:pt x="35" y="24"/>
                  </a:lnTo>
                  <a:lnTo>
                    <a:pt x="36" y="20"/>
                  </a:lnTo>
                  <a:lnTo>
                    <a:pt x="36" y="17"/>
                  </a:lnTo>
                  <a:lnTo>
                    <a:pt x="36" y="14"/>
                  </a:lnTo>
                  <a:lnTo>
                    <a:pt x="35" y="10"/>
                  </a:lnTo>
                  <a:lnTo>
                    <a:pt x="32" y="8"/>
                  </a:lnTo>
                  <a:lnTo>
                    <a:pt x="29" y="4"/>
                  </a:lnTo>
                  <a:lnTo>
                    <a:pt x="27" y="3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8" y="3"/>
                  </a:lnTo>
                  <a:lnTo>
                    <a:pt x="6" y="4"/>
                  </a:lnTo>
                  <a:lnTo>
                    <a:pt x="4" y="8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6" y="30"/>
                  </a:lnTo>
                  <a:lnTo>
                    <a:pt x="8" y="31"/>
                  </a:lnTo>
                  <a:lnTo>
                    <a:pt x="11" y="33"/>
                  </a:lnTo>
                  <a:lnTo>
                    <a:pt x="13" y="34"/>
                  </a:lnTo>
                  <a:lnTo>
                    <a:pt x="17" y="3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1203"/>
            <p:cNvSpPr>
              <a:spLocks/>
            </p:cNvSpPr>
            <p:nvPr/>
          </p:nvSpPr>
          <p:spPr bwMode="auto">
            <a:xfrm>
              <a:off x="3156" y="1912"/>
              <a:ext cx="209" cy="34"/>
            </a:xfrm>
            <a:custGeom>
              <a:avLst/>
              <a:gdLst>
                <a:gd name="T0" fmla="*/ 209 w 209"/>
                <a:gd name="T1" fmla="*/ 0 h 34"/>
                <a:gd name="T2" fmla="*/ 0 w 209"/>
                <a:gd name="T3" fmla="*/ 10 h 34"/>
                <a:gd name="T4" fmla="*/ 0 w 209"/>
                <a:gd name="T5" fmla="*/ 26 h 34"/>
                <a:gd name="T6" fmla="*/ 209 w 209"/>
                <a:gd name="T7" fmla="*/ 34 h 34"/>
                <a:gd name="T8" fmla="*/ 209 w 20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9"/>
                <a:gd name="T16" fmla="*/ 0 h 34"/>
                <a:gd name="T17" fmla="*/ 209 w 209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9" h="34">
                  <a:moveTo>
                    <a:pt x="209" y="0"/>
                  </a:moveTo>
                  <a:lnTo>
                    <a:pt x="0" y="10"/>
                  </a:lnTo>
                  <a:lnTo>
                    <a:pt x="0" y="26"/>
                  </a:lnTo>
                  <a:lnTo>
                    <a:pt x="209" y="34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30" name="Rectangle 1204"/>
          <p:cNvSpPr>
            <a:spLocks noChangeArrowheads="1"/>
          </p:cNvSpPr>
          <p:nvPr/>
        </p:nvSpPr>
        <p:spPr bwMode="auto">
          <a:xfrm>
            <a:off x="3271838" y="2452688"/>
            <a:ext cx="1100137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819150" eaLnBrk="0" hangingPunct="0"/>
            <a:r>
              <a:rPr lang="en-US" sz="1500">
                <a:solidFill>
                  <a:srgbClr val="000000"/>
                </a:solidFill>
                <a:latin typeface="Arial Narrow" pitchFamily="34" charset="0"/>
              </a:rPr>
              <a:t>Administration</a:t>
            </a:r>
            <a:endParaRPr lang="en-US" sz="1400" b="0">
              <a:latin typeface="Times New Roman" pitchFamily="18" charset="0"/>
            </a:endParaRPr>
          </a:p>
        </p:txBody>
      </p:sp>
      <p:sp>
        <p:nvSpPr>
          <p:cNvPr id="30731" name="Line 1205"/>
          <p:cNvSpPr>
            <a:spLocks noChangeShapeType="1"/>
          </p:cNvSpPr>
          <p:nvPr/>
        </p:nvSpPr>
        <p:spPr bwMode="auto">
          <a:xfrm flipH="1" flipV="1">
            <a:off x="3308350" y="2636838"/>
            <a:ext cx="1554163" cy="1150937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0732" name="Line 1206"/>
          <p:cNvSpPr>
            <a:spLocks noChangeShapeType="1"/>
          </p:cNvSpPr>
          <p:nvPr/>
        </p:nvSpPr>
        <p:spPr bwMode="auto">
          <a:xfrm flipH="1" flipV="1">
            <a:off x="3162300" y="2243138"/>
            <a:ext cx="1700213" cy="133032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0733" name="Line 1207"/>
          <p:cNvSpPr>
            <a:spLocks noChangeShapeType="1"/>
          </p:cNvSpPr>
          <p:nvPr/>
        </p:nvSpPr>
        <p:spPr bwMode="auto">
          <a:xfrm flipH="1" flipV="1">
            <a:off x="3733800" y="2287588"/>
            <a:ext cx="1446213" cy="1357312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0734" name="Line 1208"/>
          <p:cNvSpPr>
            <a:spLocks noChangeShapeType="1"/>
          </p:cNvSpPr>
          <p:nvPr/>
        </p:nvSpPr>
        <p:spPr bwMode="auto">
          <a:xfrm flipH="1" flipV="1">
            <a:off x="4024313" y="1844675"/>
            <a:ext cx="1346200" cy="1443038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0735" name="Line 1209"/>
          <p:cNvSpPr>
            <a:spLocks noChangeShapeType="1"/>
          </p:cNvSpPr>
          <p:nvPr/>
        </p:nvSpPr>
        <p:spPr bwMode="auto">
          <a:xfrm>
            <a:off x="3910013" y="2644775"/>
            <a:ext cx="1270000" cy="114300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00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60350"/>
            <a:ext cx="9906000" cy="863600"/>
          </a:xfrm>
        </p:spPr>
        <p:txBody>
          <a:bodyPr/>
          <a:lstStyle/>
          <a:p>
            <a:pPr eaLnBrk="1" hangingPunct="1">
              <a:defRPr/>
            </a:pPr>
            <a:r>
              <a:rPr lang="en-US" sz="3200" u="sng" smtClean="0">
                <a:solidFill>
                  <a:srgbClr val="FF0000"/>
                </a:solidFill>
              </a:rPr>
              <a:t>Selection</a:t>
            </a:r>
          </a:p>
        </p:txBody>
      </p:sp>
      <p:grpSp>
        <p:nvGrpSpPr>
          <p:cNvPr id="32771" name="Group 4"/>
          <p:cNvGrpSpPr>
            <a:grpSpLocks/>
          </p:cNvGrpSpPr>
          <p:nvPr/>
        </p:nvGrpSpPr>
        <p:grpSpPr bwMode="auto">
          <a:xfrm>
            <a:off x="2360613" y="115888"/>
            <a:ext cx="1301750" cy="1169987"/>
            <a:chOff x="2997" y="1867"/>
            <a:chExt cx="387" cy="300"/>
          </a:xfrm>
        </p:grpSpPr>
        <p:sp>
          <p:nvSpPr>
            <p:cNvPr id="32774" name="Freeform 5"/>
            <p:cNvSpPr>
              <a:spLocks/>
            </p:cNvSpPr>
            <p:nvPr/>
          </p:nvSpPr>
          <p:spPr bwMode="auto">
            <a:xfrm>
              <a:off x="2998" y="2056"/>
              <a:ext cx="252" cy="110"/>
            </a:xfrm>
            <a:custGeom>
              <a:avLst/>
              <a:gdLst>
                <a:gd name="T0" fmla="*/ 2 w 252"/>
                <a:gd name="T1" fmla="*/ 30 h 110"/>
                <a:gd name="T2" fmla="*/ 1 w 252"/>
                <a:gd name="T3" fmla="*/ 15 h 110"/>
                <a:gd name="T4" fmla="*/ 12 w 252"/>
                <a:gd name="T5" fmla="*/ 0 h 110"/>
                <a:gd name="T6" fmla="*/ 18 w 252"/>
                <a:gd name="T7" fmla="*/ 0 h 110"/>
                <a:gd name="T8" fmla="*/ 34 w 252"/>
                <a:gd name="T9" fmla="*/ 1 h 110"/>
                <a:gd name="T10" fmla="*/ 58 w 252"/>
                <a:gd name="T11" fmla="*/ 3 h 110"/>
                <a:gd name="T12" fmla="*/ 86 w 252"/>
                <a:gd name="T13" fmla="*/ 5 h 110"/>
                <a:gd name="T14" fmla="*/ 118 w 252"/>
                <a:gd name="T15" fmla="*/ 7 h 110"/>
                <a:gd name="T16" fmla="*/ 149 w 252"/>
                <a:gd name="T17" fmla="*/ 9 h 110"/>
                <a:gd name="T18" fmla="*/ 180 w 252"/>
                <a:gd name="T19" fmla="*/ 13 h 110"/>
                <a:gd name="T20" fmla="*/ 208 w 252"/>
                <a:gd name="T21" fmla="*/ 15 h 110"/>
                <a:gd name="T22" fmla="*/ 228 w 252"/>
                <a:gd name="T23" fmla="*/ 17 h 110"/>
                <a:gd name="T24" fmla="*/ 241 w 252"/>
                <a:gd name="T25" fmla="*/ 20 h 110"/>
                <a:gd name="T26" fmla="*/ 245 w 252"/>
                <a:gd name="T27" fmla="*/ 38 h 110"/>
                <a:gd name="T28" fmla="*/ 247 w 252"/>
                <a:gd name="T29" fmla="*/ 57 h 110"/>
                <a:gd name="T30" fmla="*/ 251 w 252"/>
                <a:gd name="T31" fmla="*/ 60 h 110"/>
                <a:gd name="T32" fmla="*/ 251 w 252"/>
                <a:gd name="T33" fmla="*/ 64 h 110"/>
                <a:gd name="T34" fmla="*/ 247 w 252"/>
                <a:gd name="T35" fmla="*/ 68 h 110"/>
                <a:gd name="T36" fmla="*/ 238 w 252"/>
                <a:gd name="T37" fmla="*/ 70 h 110"/>
                <a:gd name="T38" fmla="*/ 230 w 252"/>
                <a:gd name="T39" fmla="*/ 74 h 110"/>
                <a:gd name="T40" fmla="*/ 218 w 252"/>
                <a:gd name="T41" fmla="*/ 78 h 110"/>
                <a:gd name="T42" fmla="*/ 205 w 252"/>
                <a:gd name="T43" fmla="*/ 85 h 110"/>
                <a:gd name="T44" fmla="*/ 193 w 252"/>
                <a:gd name="T45" fmla="*/ 90 h 110"/>
                <a:gd name="T46" fmla="*/ 180 w 252"/>
                <a:gd name="T47" fmla="*/ 95 h 110"/>
                <a:gd name="T48" fmla="*/ 170 w 252"/>
                <a:gd name="T49" fmla="*/ 101 h 110"/>
                <a:gd name="T50" fmla="*/ 159 w 252"/>
                <a:gd name="T51" fmla="*/ 105 h 110"/>
                <a:gd name="T52" fmla="*/ 150 w 252"/>
                <a:gd name="T53" fmla="*/ 108 h 110"/>
                <a:gd name="T54" fmla="*/ 145 w 252"/>
                <a:gd name="T55" fmla="*/ 110 h 110"/>
                <a:gd name="T56" fmla="*/ 141 w 252"/>
                <a:gd name="T57" fmla="*/ 110 h 110"/>
                <a:gd name="T58" fmla="*/ 134 w 252"/>
                <a:gd name="T59" fmla="*/ 108 h 110"/>
                <a:gd name="T60" fmla="*/ 130 w 252"/>
                <a:gd name="T61" fmla="*/ 107 h 110"/>
                <a:gd name="T62" fmla="*/ 124 w 252"/>
                <a:gd name="T63" fmla="*/ 104 h 110"/>
                <a:gd name="T64" fmla="*/ 113 w 252"/>
                <a:gd name="T65" fmla="*/ 98 h 110"/>
                <a:gd name="T66" fmla="*/ 101 w 252"/>
                <a:gd name="T67" fmla="*/ 91 h 110"/>
                <a:gd name="T68" fmla="*/ 87 w 252"/>
                <a:gd name="T69" fmla="*/ 84 h 110"/>
                <a:gd name="T70" fmla="*/ 72 w 252"/>
                <a:gd name="T71" fmla="*/ 75 h 110"/>
                <a:gd name="T72" fmla="*/ 58 w 252"/>
                <a:gd name="T73" fmla="*/ 68 h 110"/>
                <a:gd name="T74" fmla="*/ 44 w 252"/>
                <a:gd name="T75" fmla="*/ 60 h 110"/>
                <a:gd name="T76" fmla="*/ 33 w 252"/>
                <a:gd name="T77" fmla="*/ 54 h 110"/>
                <a:gd name="T78" fmla="*/ 23 w 252"/>
                <a:gd name="T79" fmla="*/ 50 h 110"/>
                <a:gd name="T80" fmla="*/ 18 w 252"/>
                <a:gd name="T81" fmla="*/ 47 h 110"/>
                <a:gd name="T82" fmla="*/ 15 w 252"/>
                <a:gd name="T83" fmla="*/ 44 h 110"/>
                <a:gd name="T84" fmla="*/ 10 w 252"/>
                <a:gd name="T85" fmla="*/ 41 h 110"/>
                <a:gd name="T86" fmla="*/ 5 w 252"/>
                <a:gd name="T87" fmla="*/ 38 h 1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2"/>
                <a:gd name="T133" fmla="*/ 0 h 110"/>
                <a:gd name="T134" fmla="*/ 252 w 252"/>
                <a:gd name="T135" fmla="*/ 110 h 11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2" h="110">
                  <a:moveTo>
                    <a:pt x="5" y="38"/>
                  </a:moveTo>
                  <a:lnTo>
                    <a:pt x="3" y="35"/>
                  </a:lnTo>
                  <a:lnTo>
                    <a:pt x="2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1"/>
                  </a:lnTo>
                  <a:lnTo>
                    <a:pt x="5" y="5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8" y="1"/>
                  </a:lnTo>
                  <a:lnTo>
                    <a:pt x="34" y="1"/>
                  </a:lnTo>
                  <a:lnTo>
                    <a:pt x="40" y="1"/>
                  </a:lnTo>
                  <a:lnTo>
                    <a:pt x="49" y="3"/>
                  </a:lnTo>
                  <a:lnTo>
                    <a:pt x="58" y="3"/>
                  </a:lnTo>
                  <a:lnTo>
                    <a:pt x="67" y="4"/>
                  </a:lnTo>
                  <a:lnTo>
                    <a:pt x="76" y="4"/>
                  </a:lnTo>
                  <a:lnTo>
                    <a:pt x="86" y="5"/>
                  </a:lnTo>
                  <a:lnTo>
                    <a:pt x="96" y="7"/>
                  </a:lnTo>
                  <a:lnTo>
                    <a:pt x="107" y="7"/>
                  </a:lnTo>
                  <a:lnTo>
                    <a:pt x="118" y="7"/>
                  </a:lnTo>
                  <a:lnTo>
                    <a:pt x="128" y="9"/>
                  </a:lnTo>
                  <a:lnTo>
                    <a:pt x="140" y="9"/>
                  </a:lnTo>
                  <a:lnTo>
                    <a:pt x="149" y="9"/>
                  </a:lnTo>
                  <a:lnTo>
                    <a:pt x="160" y="11"/>
                  </a:lnTo>
                  <a:lnTo>
                    <a:pt x="170" y="12"/>
                  </a:lnTo>
                  <a:lnTo>
                    <a:pt x="180" y="13"/>
                  </a:lnTo>
                  <a:lnTo>
                    <a:pt x="189" y="14"/>
                  </a:lnTo>
                  <a:lnTo>
                    <a:pt x="199" y="14"/>
                  </a:lnTo>
                  <a:lnTo>
                    <a:pt x="208" y="15"/>
                  </a:lnTo>
                  <a:lnTo>
                    <a:pt x="215" y="16"/>
                  </a:lnTo>
                  <a:lnTo>
                    <a:pt x="222" y="17"/>
                  </a:lnTo>
                  <a:lnTo>
                    <a:pt x="228" y="17"/>
                  </a:lnTo>
                  <a:lnTo>
                    <a:pt x="234" y="19"/>
                  </a:lnTo>
                  <a:lnTo>
                    <a:pt x="237" y="19"/>
                  </a:lnTo>
                  <a:lnTo>
                    <a:pt x="241" y="20"/>
                  </a:lnTo>
                  <a:lnTo>
                    <a:pt x="243" y="20"/>
                  </a:lnTo>
                  <a:lnTo>
                    <a:pt x="245" y="29"/>
                  </a:lnTo>
                  <a:lnTo>
                    <a:pt x="245" y="38"/>
                  </a:lnTo>
                  <a:lnTo>
                    <a:pt x="245" y="47"/>
                  </a:lnTo>
                  <a:lnTo>
                    <a:pt x="246" y="56"/>
                  </a:lnTo>
                  <a:lnTo>
                    <a:pt x="247" y="57"/>
                  </a:lnTo>
                  <a:lnTo>
                    <a:pt x="249" y="58"/>
                  </a:lnTo>
                  <a:lnTo>
                    <a:pt x="250" y="60"/>
                  </a:lnTo>
                  <a:lnTo>
                    <a:pt x="251" y="60"/>
                  </a:lnTo>
                  <a:lnTo>
                    <a:pt x="252" y="62"/>
                  </a:lnTo>
                  <a:lnTo>
                    <a:pt x="251" y="64"/>
                  </a:lnTo>
                  <a:lnTo>
                    <a:pt x="249" y="66"/>
                  </a:lnTo>
                  <a:lnTo>
                    <a:pt x="248" y="67"/>
                  </a:lnTo>
                  <a:lnTo>
                    <a:pt x="247" y="68"/>
                  </a:lnTo>
                  <a:lnTo>
                    <a:pt x="245" y="68"/>
                  </a:lnTo>
                  <a:lnTo>
                    <a:pt x="241" y="69"/>
                  </a:lnTo>
                  <a:lnTo>
                    <a:pt x="238" y="70"/>
                  </a:lnTo>
                  <a:lnTo>
                    <a:pt x="236" y="71"/>
                  </a:lnTo>
                  <a:lnTo>
                    <a:pt x="233" y="73"/>
                  </a:lnTo>
                  <a:lnTo>
                    <a:pt x="230" y="74"/>
                  </a:lnTo>
                  <a:lnTo>
                    <a:pt x="226" y="75"/>
                  </a:lnTo>
                  <a:lnTo>
                    <a:pt x="222" y="77"/>
                  </a:lnTo>
                  <a:lnTo>
                    <a:pt x="218" y="78"/>
                  </a:lnTo>
                  <a:lnTo>
                    <a:pt x="215" y="82"/>
                  </a:lnTo>
                  <a:lnTo>
                    <a:pt x="210" y="82"/>
                  </a:lnTo>
                  <a:lnTo>
                    <a:pt x="205" y="85"/>
                  </a:lnTo>
                  <a:lnTo>
                    <a:pt x="202" y="86"/>
                  </a:lnTo>
                  <a:lnTo>
                    <a:pt x="197" y="88"/>
                  </a:lnTo>
                  <a:lnTo>
                    <a:pt x="193" y="90"/>
                  </a:lnTo>
                  <a:lnTo>
                    <a:pt x="189" y="91"/>
                  </a:lnTo>
                  <a:lnTo>
                    <a:pt x="185" y="93"/>
                  </a:lnTo>
                  <a:lnTo>
                    <a:pt x="180" y="95"/>
                  </a:lnTo>
                  <a:lnTo>
                    <a:pt x="177" y="98"/>
                  </a:lnTo>
                  <a:lnTo>
                    <a:pt x="173" y="98"/>
                  </a:lnTo>
                  <a:lnTo>
                    <a:pt x="170" y="101"/>
                  </a:lnTo>
                  <a:lnTo>
                    <a:pt x="165" y="102"/>
                  </a:lnTo>
                  <a:lnTo>
                    <a:pt x="162" y="104"/>
                  </a:lnTo>
                  <a:lnTo>
                    <a:pt x="159" y="105"/>
                  </a:lnTo>
                  <a:lnTo>
                    <a:pt x="156" y="106"/>
                  </a:lnTo>
                  <a:lnTo>
                    <a:pt x="154" y="107"/>
                  </a:lnTo>
                  <a:lnTo>
                    <a:pt x="150" y="108"/>
                  </a:lnTo>
                  <a:lnTo>
                    <a:pt x="148" y="109"/>
                  </a:lnTo>
                  <a:lnTo>
                    <a:pt x="146" y="109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3" y="110"/>
                  </a:lnTo>
                  <a:lnTo>
                    <a:pt x="141" y="110"/>
                  </a:lnTo>
                  <a:lnTo>
                    <a:pt x="140" y="109"/>
                  </a:lnTo>
                  <a:lnTo>
                    <a:pt x="138" y="109"/>
                  </a:lnTo>
                  <a:lnTo>
                    <a:pt x="134" y="108"/>
                  </a:lnTo>
                  <a:lnTo>
                    <a:pt x="132" y="107"/>
                  </a:lnTo>
                  <a:lnTo>
                    <a:pt x="130" y="107"/>
                  </a:lnTo>
                  <a:lnTo>
                    <a:pt x="129" y="106"/>
                  </a:lnTo>
                  <a:lnTo>
                    <a:pt x="127" y="105"/>
                  </a:lnTo>
                  <a:lnTo>
                    <a:pt x="124" y="104"/>
                  </a:lnTo>
                  <a:lnTo>
                    <a:pt x="122" y="102"/>
                  </a:lnTo>
                  <a:lnTo>
                    <a:pt x="118" y="101"/>
                  </a:lnTo>
                  <a:lnTo>
                    <a:pt x="113" y="98"/>
                  </a:lnTo>
                  <a:lnTo>
                    <a:pt x="110" y="95"/>
                  </a:lnTo>
                  <a:lnTo>
                    <a:pt x="106" y="93"/>
                  </a:lnTo>
                  <a:lnTo>
                    <a:pt x="101" y="91"/>
                  </a:lnTo>
                  <a:lnTo>
                    <a:pt x="96" y="89"/>
                  </a:lnTo>
                  <a:lnTo>
                    <a:pt x="92" y="87"/>
                  </a:lnTo>
                  <a:lnTo>
                    <a:pt x="87" y="84"/>
                  </a:lnTo>
                  <a:lnTo>
                    <a:pt x="82" y="82"/>
                  </a:lnTo>
                  <a:lnTo>
                    <a:pt x="77" y="78"/>
                  </a:lnTo>
                  <a:lnTo>
                    <a:pt x="72" y="75"/>
                  </a:lnTo>
                  <a:lnTo>
                    <a:pt x="67" y="73"/>
                  </a:lnTo>
                  <a:lnTo>
                    <a:pt x="63" y="71"/>
                  </a:lnTo>
                  <a:lnTo>
                    <a:pt x="58" y="68"/>
                  </a:lnTo>
                  <a:lnTo>
                    <a:pt x="53" y="66"/>
                  </a:lnTo>
                  <a:lnTo>
                    <a:pt x="49" y="62"/>
                  </a:lnTo>
                  <a:lnTo>
                    <a:pt x="44" y="60"/>
                  </a:lnTo>
                  <a:lnTo>
                    <a:pt x="39" y="58"/>
                  </a:lnTo>
                  <a:lnTo>
                    <a:pt x="36" y="56"/>
                  </a:lnTo>
                  <a:lnTo>
                    <a:pt x="33" y="54"/>
                  </a:lnTo>
                  <a:lnTo>
                    <a:pt x="30" y="53"/>
                  </a:lnTo>
                  <a:lnTo>
                    <a:pt x="25" y="51"/>
                  </a:lnTo>
                  <a:lnTo>
                    <a:pt x="23" y="50"/>
                  </a:lnTo>
                  <a:lnTo>
                    <a:pt x="21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3" y="44"/>
                  </a:lnTo>
                  <a:lnTo>
                    <a:pt x="12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6" y="39"/>
                  </a:lnTo>
                  <a:lnTo>
                    <a:pt x="5" y="38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75" name="Freeform 6"/>
            <p:cNvSpPr>
              <a:spLocks/>
            </p:cNvSpPr>
            <p:nvPr/>
          </p:nvSpPr>
          <p:spPr bwMode="auto">
            <a:xfrm>
              <a:off x="2997" y="2056"/>
              <a:ext cx="14" cy="38"/>
            </a:xfrm>
            <a:custGeom>
              <a:avLst/>
              <a:gdLst>
                <a:gd name="T0" fmla="*/ 13 w 14"/>
                <a:gd name="T1" fmla="*/ 0 h 38"/>
                <a:gd name="T2" fmla="*/ 13 w 14"/>
                <a:gd name="T3" fmla="*/ 0 h 38"/>
                <a:gd name="T4" fmla="*/ 6 w 14"/>
                <a:gd name="T5" fmla="*/ 5 h 38"/>
                <a:gd name="T6" fmla="*/ 2 w 14"/>
                <a:gd name="T7" fmla="*/ 10 h 38"/>
                <a:gd name="T8" fmla="*/ 0 w 14"/>
                <a:gd name="T9" fmla="*/ 16 h 38"/>
                <a:gd name="T10" fmla="*/ 0 w 14"/>
                <a:gd name="T11" fmla="*/ 20 h 38"/>
                <a:gd name="T12" fmla="*/ 0 w 14"/>
                <a:gd name="T13" fmla="*/ 26 h 38"/>
                <a:gd name="T14" fmla="*/ 2 w 14"/>
                <a:gd name="T15" fmla="*/ 30 h 38"/>
                <a:gd name="T16" fmla="*/ 4 w 14"/>
                <a:gd name="T17" fmla="*/ 35 h 38"/>
                <a:gd name="T18" fmla="*/ 6 w 14"/>
                <a:gd name="T19" fmla="*/ 38 h 38"/>
                <a:gd name="T20" fmla="*/ 8 w 14"/>
                <a:gd name="T21" fmla="*/ 37 h 38"/>
                <a:gd name="T22" fmla="*/ 6 w 14"/>
                <a:gd name="T23" fmla="*/ 33 h 38"/>
                <a:gd name="T24" fmla="*/ 4 w 14"/>
                <a:gd name="T25" fmla="*/ 30 h 38"/>
                <a:gd name="T26" fmla="*/ 2 w 14"/>
                <a:gd name="T27" fmla="*/ 26 h 38"/>
                <a:gd name="T28" fmla="*/ 2 w 14"/>
                <a:gd name="T29" fmla="*/ 20 h 38"/>
                <a:gd name="T30" fmla="*/ 2 w 14"/>
                <a:gd name="T31" fmla="*/ 16 h 38"/>
                <a:gd name="T32" fmla="*/ 4 w 14"/>
                <a:gd name="T33" fmla="*/ 10 h 38"/>
                <a:gd name="T34" fmla="*/ 8 w 14"/>
                <a:gd name="T35" fmla="*/ 6 h 38"/>
                <a:gd name="T36" fmla="*/ 14 w 14"/>
                <a:gd name="T37" fmla="*/ 1 h 38"/>
                <a:gd name="T38" fmla="*/ 13 w 14"/>
                <a:gd name="T39" fmla="*/ 0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"/>
                <a:gd name="T61" fmla="*/ 0 h 38"/>
                <a:gd name="T62" fmla="*/ 14 w 14"/>
                <a:gd name="T63" fmla="*/ 38 h 3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" h="38">
                  <a:moveTo>
                    <a:pt x="13" y="0"/>
                  </a:moveTo>
                  <a:lnTo>
                    <a:pt x="13" y="0"/>
                  </a:lnTo>
                  <a:lnTo>
                    <a:pt x="6" y="5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5"/>
                  </a:lnTo>
                  <a:lnTo>
                    <a:pt x="6" y="38"/>
                  </a:lnTo>
                  <a:lnTo>
                    <a:pt x="8" y="37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6"/>
                  </a:lnTo>
                  <a:lnTo>
                    <a:pt x="2" y="20"/>
                  </a:lnTo>
                  <a:lnTo>
                    <a:pt x="2" y="16"/>
                  </a:lnTo>
                  <a:lnTo>
                    <a:pt x="4" y="10"/>
                  </a:lnTo>
                  <a:lnTo>
                    <a:pt x="8" y="6"/>
                  </a:lnTo>
                  <a:lnTo>
                    <a:pt x="14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76" name="Freeform 7"/>
            <p:cNvSpPr>
              <a:spLocks/>
            </p:cNvSpPr>
            <p:nvPr/>
          </p:nvSpPr>
          <p:spPr bwMode="auto">
            <a:xfrm>
              <a:off x="3010" y="2056"/>
              <a:ext cx="231" cy="22"/>
            </a:xfrm>
            <a:custGeom>
              <a:avLst/>
              <a:gdLst>
                <a:gd name="T0" fmla="*/ 231 w 231"/>
                <a:gd name="T1" fmla="*/ 21 h 22"/>
                <a:gd name="T2" fmla="*/ 228 w 231"/>
                <a:gd name="T3" fmla="*/ 20 h 22"/>
                <a:gd name="T4" fmla="*/ 221 w 231"/>
                <a:gd name="T5" fmla="*/ 19 h 22"/>
                <a:gd name="T6" fmla="*/ 210 w 231"/>
                <a:gd name="T7" fmla="*/ 17 h 22"/>
                <a:gd name="T8" fmla="*/ 195 w 231"/>
                <a:gd name="T9" fmla="*/ 15 h 22"/>
                <a:gd name="T10" fmla="*/ 178 w 231"/>
                <a:gd name="T11" fmla="*/ 13 h 22"/>
                <a:gd name="T12" fmla="*/ 158 w 231"/>
                <a:gd name="T13" fmla="*/ 11 h 22"/>
                <a:gd name="T14" fmla="*/ 137 w 231"/>
                <a:gd name="T15" fmla="*/ 9 h 22"/>
                <a:gd name="T16" fmla="*/ 116 w 231"/>
                <a:gd name="T17" fmla="*/ 8 h 22"/>
                <a:gd name="T18" fmla="*/ 96 w 231"/>
                <a:gd name="T19" fmla="*/ 6 h 22"/>
                <a:gd name="T20" fmla="*/ 74 w 231"/>
                <a:gd name="T21" fmla="*/ 5 h 22"/>
                <a:gd name="T22" fmla="*/ 55 w 231"/>
                <a:gd name="T23" fmla="*/ 4 h 22"/>
                <a:gd name="T24" fmla="*/ 38 w 231"/>
                <a:gd name="T25" fmla="*/ 3 h 22"/>
                <a:gd name="T26" fmla="*/ 22 w 231"/>
                <a:gd name="T27" fmla="*/ 1 h 22"/>
                <a:gd name="T28" fmla="*/ 10 w 231"/>
                <a:gd name="T29" fmla="*/ 0 h 22"/>
                <a:gd name="T30" fmla="*/ 3 w 231"/>
                <a:gd name="T31" fmla="*/ 0 h 22"/>
                <a:gd name="T32" fmla="*/ 0 w 231"/>
                <a:gd name="T33" fmla="*/ 0 h 22"/>
                <a:gd name="T34" fmla="*/ 3 w 231"/>
                <a:gd name="T35" fmla="*/ 3 h 22"/>
                <a:gd name="T36" fmla="*/ 10 w 231"/>
                <a:gd name="T37" fmla="*/ 3 h 22"/>
                <a:gd name="T38" fmla="*/ 22 w 231"/>
                <a:gd name="T39" fmla="*/ 3 h 22"/>
                <a:gd name="T40" fmla="*/ 38 w 231"/>
                <a:gd name="T41" fmla="*/ 4 h 22"/>
                <a:gd name="T42" fmla="*/ 55 w 231"/>
                <a:gd name="T43" fmla="*/ 5 h 22"/>
                <a:gd name="T44" fmla="*/ 74 w 231"/>
                <a:gd name="T45" fmla="*/ 7 h 22"/>
                <a:gd name="T46" fmla="*/ 96 w 231"/>
                <a:gd name="T47" fmla="*/ 8 h 22"/>
                <a:gd name="T48" fmla="*/ 116 w 231"/>
                <a:gd name="T49" fmla="*/ 9 h 22"/>
                <a:gd name="T50" fmla="*/ 137 w 231"/>
                <a:gd name="T51" fmla="*/ 11 h 22"/>
                <a:gd name="T52" fmla="*/ 158 w 231"/>
                <a:gd name="T53" fmla="*/ 13 h 22"/>
                <a:gd name="T54" fmla="*/ 178 w 231"/>
                <a:gd name="T55" fmla="*/ 15 h 22"/>
                <a:gd name="T56" fmla="*/ 195 w 231"/>
                <a:gd name="T57" fmla="*/ 17 h 22"/>
                <a:gd name="T58" fmla="*/ 210 w 231"/>
                <a:gd name="T59" fmla="*/ 19 h 22"/>
                <a:gd name="T60" fmla="*/ 221 w 231"/>
                <a:gd name="T61" fmla="*/ 21 h 22"/>
                <a:gd name="T62" fmla="*/ 228 w 231"/>
                <a:gd name="T63" fmla="*/ 22 h 22"/>
                <a:gd name="T64" fmla="*/ 229 w 231"/>
                <a:gd name="T65" fmla="*/ 21 h 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1"/>
                <a:gd name="T100" fmla="*/ 0 h 22"/>
                <a:gd name="T101" fmla="*/ 231 w 231"/>
                <a:gd name="T102" fmla="*/ 22 h 2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1" h="22">
                  <a:moveTo>
                    <a:pt x="231" y="21"/>
                  </a:moveTo>
                  <a:lnTo>
                    <a:pt x="231" y="21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5" y="19"/>
                  </a:lnTo>
                  <a:lnTo>
                    <a:pt x="221" y="19"/>
                  </a:lnTo>
                  <a:lnTo>
                    <a:pt x="215" y="17"/>
                  </a:lnTo>
                  <a:lnTo>
                    <a:pt x="210" y="17"/>
                  </a:lnTo>
                  <a:lnTo>
                    <a:pt x="202" y="16"/>
                  </a:lnTo>
                  <a:lnTo>
                    <a:pt x="195" y="15"/>
                  </a:lnTo>
                  <a:lnTo>
                    <a:pt x="187" y="13"/>
                  </a:lnTo>
                  <a:lnTo>
                    <a:pt x="178" y="13"/>
                  </a:lnTo>
                  <a:lnTo>
                    <a:pt x="167" y="13"/>
                  </a:lnTo>
                  <a:lnTo>
                    <a:pt x="158" y="11"/>
                  </a:lnTo>
                  <a:lnTo>
                    <a:pt x="148" y="10"/>
                  </a:lnTo>
                  <a:lnTo>
                    <a:pt x="137" y="9"/>
                  </a:lnTo>
                  <a:lnTo>
                    <a:pt x="127" y="9"/>
                  </a:lnTo>
                  <a:lnTo>
                    <a:pt x="116" y="8"/>
                  </a:lnTo>
                  <a:lnTo>
                    <a:pt x="106" y="7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74" y="5"/>
                  </a:lnTo>
                  <a:lnTo>
                    <a:pt x="65" y="4"/>
                  </a:lnTo>
                  <a:lnTo>
                    <a:pt x="55" y="4"/>
                  </a:lnTo>
                  <a:lnTo>
                    <a:pt x="46" y="3"/>
                  </a:lnTo>
                  <a:lnTo>
                    <a:pt x="38" y="3"/>
                  </a:lnTo>
                  <a:lnTo>
                    <a:pt x="29" y="1"/>
                  </a:lnTo>
                  <a:lnTo>
                    <a:pt x="22" y="1"/>
                  </a:lnTo>
                  <a:lnTo>
                    <a:pt x="17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3"/>
                  </a:lnTo>
                  <a:lnTo>
                    <a:pt x="3" y="3"/>
                  </a:lnTo>
                  <a:lnTo>
                    <a:pt x="6" y="3"/>
                  </a:lnTo>
                  <a:lnTo>
                    <a:pt x="10" y="3"/>
                  </a:lnTo>
                  <a:lnTo>
                    <a:pt x="17" y="3"/>
                  </a:lnTo>
                  <a:lnTo>
                    <a:pt x="22" y="3"/>
                  </a:lnTo>
                  <a:lnTo>
                    <a:pt x="29" y="4"/>
                  </a:lnTo>
                  <a:lnTo>
                    <a:pt x="38" y="4"/>
                  </a:lnTo>
                  <a:lnTo>
                    <a:pt x="46" y="5"/>
                  </a:lnTo>
                  <a:lnTo>
                    <a:pt x="55" y="5"/>
                  </a:lnTo>
                  <a:lnTo>
                    <a:pt x="65" y="6"/>
                  </a:lnTo>
                  <a:lnTo>
                    <a:pt x="74" y="7"/>
                  </a:lnTo>
                  <a:lnTo>
                    <a:pt x="84" y="7"/>
                  </a:lnTo>
                  <a:lnTo>
                    <a:pt x="96" y="8"/>
                  </a:lnTo>
                  <a:lnTo>
                    <a:pt x="106" y="9"/>
                  </a:lnTo>
                  <a:lnTo>
                    <a:pt x="116" y="9"/>
                  </a:lnTo>
                  <a:lnTo>
                    <a:pt x="127" y="10"/>
                  </a:lnTo>
                  <a:lnTo>
                    <a:pt x="137" y="11"/>
                  </a:lnTo>
                  <a:lnTo>
                    <a:pt x="148" y="13"/>
                  </a:lnTo>
                  <a:lnTo>
                    <a:pt x="158" y="13"/>
                  </a:lnTo>
                  <a:lnTo>
                    <a:pt x="167" y="15"/>
                  </a:lnTo>
                  <a:lnTo>
                    <a:pt x="178" y="15"/>
                  </a:lnTo>
                  <a:lnTo>
                    <a:pt x="187" y="16"/>
                  </a:lnTo>
                  <a:lnTo>
                    <a:pt x="195" y="17"/>
                  </a:lnTo>
                  <a:lnTo>
                    <a:pt x="202" y="19"/>
                  </a:lnTo>
                  <a:lnTo>
                    <a:pt x="210" y="19"/>
                  </a:lnTo>
                  <a:lnTo>
                    <a:pt x="215" y="20"/>
                  </a:lnTo>
                  <a:lnTo>
                    <a:pt x="221" y="21"/>
                  </a:lnTo>
                  <a:lnTo>
                    <a:pt x="225" y="21"/>
                  </a:lnTo>
                  <a:lnTo>
                    <a:pt x="228" y="22"/>
                  </a:lnTo>
                  <a:lnTo>
                    <a:pt x="229" y="22"/>
                  </a:lnTo>
                  <a:lnTo>
                    <a:pt x="229" y="21"/>
                  </a:lnTo>
                  <a:lnTo>
                    <a:pt x="231" y="2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77" name="Freeform 8"/>
            <p:cNvSpPr>
              <a:spLocks/>
            </p:cNvSpPr>
            <p:nvPr/>
          </p:nvSpPr>
          <p:spPr bwMode="auto">
            <a:xfrm>
              <a:off x="3239" y="2076"/>
              <a:ext cx="5" cy="37"/>
            </a:xfrm>
            <a:custGeom>
              <a:avLst/>
              <a:gdLst>
                <a:gd name="T0" fmla="*/ 4 w 5"/>
                <a:gd name="T1" fmla="*/ 36 h 37"/>
                <a:gd name="T2" fmla="*/ 5 w 5"/>
                <a:gd name="T3" fmla="*/ 36 h 37"/>
                <a:gd name="T4" fmla="*/ 4 w 5"/>
                <a:gd name="T5" fmla="*/ 27 h 37"/>
                <a:gd name="T6" fmla="*/ 4 w 5"/>
                <a:gd name="T7" fmla="*/ 17 h 37"/>
                <a:gd name="T8" fmla="*/ 2 w 5"/>
                <a:gd name="T9" fmla="*/ 8 h 37"/>
                <a:gd name="T10" fmla="*/ 2 w 5"/>
                <a:gd name="T11" fmla="*/ 0 h 37"/>
                <a:gd name="T12" fmla="*/ 0 w 5"/>
                <a:gd name="T13" fmla="*/ 0 h 37"/>
                <a:gd name="T14" fmla="*/ 0 w 5"/>
                <a:gd name="T15" fmla="*/ 8 h 37"/>
                <a:gd name="T16" fmla="*/ 1 w 5"/>
                <a:gd name="T17" fmla="*/ 17 h 37"/>
                <a:gd name="T18" fmla="*/ 1 w 5"/>
                <a:gd name="T19" fmla="*/ 27 h 37"/>
                <a:gd name="T20" fmla="*/ 2 w 5"/>
                <a:gd name="T21" fmla="*/ 36 h 37"/>
                <a:gd name="T22" fmla="*/ 4 w 5"/>
                <a:gd name="T23" fmla="*/ 37 h 37"/>
                <a:gd name="T24" fmla="*/ 2 w 5"/>
                <a:gd name="T25" fmla="*/ 36 h 37"/>
                <a:gd name="T26" fmla="*/ 2 w 5"/>
                <a:gd name="T27" fmla="*/ 37 h 37"/>
                <a:gd name="T28" fmla="*/ 4 w 5"/>
                <a:gd name="T29" fmla="*/ 37 h 37"/>
                <a:gd name="T30" fmla="*/ 4 w 5"/>
                <a:gd name="T31" fmla="*/ 36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37"/>
                <a:gd name="T50" fmla="*/ 5 w 5"/>
                <a:gd name="T51" fmla="*/ 37 h 3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37">
                  <a:moveTo>
                    <a:pt x="4" y="36"/>
                  </a:moveTo>
                  <a:lnTo>
                    <a:pt x="5" y="36"/>
                  </a:lnTo>
                  <a:lnTo>
                    <a:pt x="4" y="27"/>
                  </a:lnTo>
                  <a:lnTo>
                    <a:pt x="4" y="17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1" y="17"/>
                  </a:lnTo>
                  <a:lnTo>
                    <a:pt x="1" y="27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4" y="37"/>
                  </a:lnTo>
                  <a:lnTo>
                    <a:pt x="4" y="3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78" name="Freeform 9"/>
            <p:cNvSpPr>
              <a:spLocks/>
            </p:cNvSpPr>
            <p:nvPr/>
          </p:nvSpPr>
          <p:spPr bwMode="auto">
            <a:xfrm>
              <a:off x="3241" y="2111"/>
              <a:ext cx="9" cy="12"/>
            </a:xfrm>
            <a:custGeom>
              <a:avLst/>
              <a:gdLst>
                <a:gd name="T0" fmla="*/ 5 w 9"/>
                <a:gd name="T1" fmla="*/ 12 h 12"/>
                <a:gd name="T2" fmla="*/ 5 w 9"/>
                <a:gd name="T3" fmla="*/ 12 h 12"/>
                <a:gd name="T4" fmla="*/ 8 w 9"/>
                <a:gd name="T5" fmla="*/ 11 h 12"/>
                <a:gd name="T6" fmla="*/ 9 w 9"/>
                <a:gd name="T7" fmla="*/ 8 h 12"/>
                <a:gd name="T8" fmla="*/ 9 w 9"/>
                <a:gd name="T9" fmla="*/ 7 h 12"/>
                <a:gd name="T10" fmla="*/ 8 w 9"/>
                <a:gd name="T11" fmla="*/ 5 h 12"/>
                <a:gd name="T12" fmla="*/ 7 w 9"/>
                <a:gd name="T13" fmla="*/ 3 h 12"/>
                <a:gd name="T14" fmla="*/ 5 w 9"/>
                <a:gd name="T15" fmla="*/ 2 h 12"/>
                <a:gd name="T16" fmla="*/ 3 w 9"/>
                <a:gd name="T17" fmla="*/ 1 h 12"/>
                <a:gd name="T18" fmla="*/ 2 w 9"/>
                <a:gd name="T19" fmla="*/ 0 h 12"/>
                <a:gd name="T20" fmla="*/ 0 w 9"/>
                <a:gd name="T21" fmla="*/ 1 h 12"/>
                <a:gd name="T22" fmla="*/ 2 w 9"/>
                <a:gd name="T23" fmla="*/ 2 h 12"/>
                <a:gd name="T24" fmla="*/ 4 w 9"/>
                <a:gd name="T25" fmla="*/ 3 h 12"/>
                <a:gd name="T26" fmla="*/ 5 w 9"/>
                <a:gd name="T27" fmla="*/ 5 h 12"/>
                <a:gd name="T28" fmla="*/ 7 w 9"/>
                <a:gd name="T29" fmla="*/ 5 h 12"/>
                <a:gd name="T30" fmla="*/ 7 w 9"/>
                <a:gd name="T31" fmla="*/ 7 h 12"/>
                <a:gd name="T32" fmla="*/ 7 w 9"/>
                <a:gd name="T33" fmla="*/ 8 h 12"/>
                <a:gd name="T34" fmla="*/ 7 w 9"/>
                <a:gd name="T35" fmla="*/ 9 h 12"/>
                <a:gd name="T36" fmla="*/ 4 w 9"/>
                <a:gd name="T37" fmla="*/ 11 h 12"/>
                <a:gd name="T38" fmla="*/ 5 w 9"/>
                <a:gd name="T39" fmla="*/ 12 h 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"/>
                <a:gd name="T61" fmla="*/ 0 h 12"/>
                <a:gd name="T62" fmla="*/ 9 w 9"/>
                <a:gd name="T63" fmla="*/ 12 h 1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" h="12">
                  <a:moveTo>
                    <a:pt x="5" y="12"/>
                  </a:moveTo>
                  <a:lnTo>
                    <a:pt x="5" y="12"/>
                  </a:lnTo>
                  <a:lnTo>
                    <a:pt x="8" y="11"/>
                  </a:lnTo>
                  <a:lnTo>
                    <a:pt x="9" y="8"/>
                  </a:lnTo>
                  <a:lnTo>
                    <a:pt x="9" y="7"/>
                  </a:lnTo>
                  <a:lnTo>
                    <a:pt x="8" y="5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9"/>
                  </a:lnTo>
                  <a:lnTo>
                    <a:pt x="4" y="11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79" name="Freeform 10"/>
            <p:cNvSpPr>
              <a:spLocks/>
            </p:cNvSpPr>
            <p:nvPr/>
          </p:nvSpPr>
          <p:spPr bwMode="auto">
            <a:xfrm>
              <a:off x="3143" y="2122"/>
              <a:ext cx="103" cy="45"/>
            </a:xfrm>
            <a:custGeom>
              <a:avLst/>
              <a:gdLst>
                <a:gd name="T0" fmla="*/ 1 w 103"/>
                <a:gd name="T1" fmla="*/ 45 h 45"/>
                <a:gd name="T2" fmla="*/ 3 w 103"/>
                <a:gd name="T3" fmla="*/ 44 h 45"/>
                <a:gd name="T4" fmla="*/ 9 w 103"/>
                <a:gd name="T5" fmla="*/ 42 h 45"/>
                <a:gd name="T6" fmla="*/ 14 w 103"/>
                <a:gd name="T7" fmla="*/ 40 h 45"/>
                <a:gd name="T8" fmla="*/ 20 w 103"/>
                <a:gd name="T9" fmla="*/ 37 h 45"/>
                <a:gd name="T10" fmla="*/ 27 w 103"/>
                <a:gd name="T11" fmla="*/ 35 h 45"/>
                <a:gd name="T12" fmla="*/ 35 w 103"/>
                <a:gd name="T13" fmla="*/ 31 h 45"/>
                <a:gd name="T14" fmla="*/ 44 w 103"/>
                <a:gd name="T15" fmla="*/ 27 h 45"/>
                <a:gd name="T16" fmla="*/ 52 w 103"/>
                <a:gd name="T17" fmla="*/ 23 h 45"/>
                <a:gd name="T18" fmla="*/ 60 w 103"/>
                <a:gd name="T19" fmla="*/ 20 h 45"/>
                <a:gd name="T20" fmla="*/ 70 w 103"/>
                <a:gd name="T21" fmla="*/ 17 h 45"/>
                <a:gd name="T22" fmla="*/ 77 w 103"/>
                <a:gd name="T23" fmla="*/ 12 h 45"/>
                <a:gd name="T24" fmla="*/ 83 w 103"/>
                <a:gd name="T25" fmla="*/ 9 h 45"/>
                <a:gd name="T26" fmla="*/ 90 w 103"/>
                <a:gd name="T27" fmla="*/ 6 h 45"/>
                <a:gd name="T28" fmla="*/ 96 w 103"/>
                <a:gd name="T29" fmla="*/ 4 h 45"/>
                <a:gd name="T30" fmla="*/ 100 w 103"/>
                <a:gd name="T31" fmla="*/ 3 h 45"/>
                <a:gd name="T32" fmla="*/ 103 w 103"/>
                <a:gd name="T33" fmla="*/ 1 h 45"/>
                <a:gd name="T34" fmla="*/ 101 w 103"/>
                <a:gd name="T35" fmla="*/ 0 h 45"/>
                <a:gd name="T36" fmla="*/ 97 w 103"/>
                <a:gd name="T37" fmla="*/ 2 h 45"/>
                <a:gd name="T38" fmla="*/ 92 w 103"/>
                <a:gd name="T39" fmla="*/ 4 h 45"/>
                <a:gd name="T40" fmla="*/ 86 w 103"/>
                <a:gd name="T41" fmla="*/ 6 h 45"/>
                <a:gd name="T42" fmla="*/ 79 w 103"/>
                <a:gd name="T43" fmla="*/ 9 h 45"/>
                <a:gd name="T44" fmla="*/ 73 w 103"/>
                <a:gd name="T45" fmla="*/ 12 h 45"/>
                <a:gd name="T46" fmla="*/ 64 w 103"/>
                <a:gd name="T47" fmla="*/ 17 h 45"/>
                <a:gd name="T48" fmla="*/ 56 w 103"/>
                <a:gd name="T49" fmla="*/ 20 h 45"/>
                <a:gd name="T50" fmla="*/ 47 w 103"/>
                <a:gd name="T51" fmla="*/ 23 h 45"/>
                <a:gd name="T52" fmla="*/ 39 w 103"/>
                <a:gd name="T53" fmla="*/ 27 h 45"/>
                <a:gd name="T54" fmla="*/ 31 w 103"/>
                <a:gd name="T55" fmla="*/ 31 h 45"/>
                <a:gd name="T56" fmla="*/ 23 w 103"/>
                <a:gd name="T57" fmla="*/ 35 h 45"/>
                <a:gd name="T58" fmla="*/ 16 w 103"/>
                <a:gd name="T59" fmla="*/ 37 h 45"/>
                <a:gd name="T60" fmla="*/ 11 w 103"/>
                <a:gd name="T61" fmla="*/ 40 h 45"/>
                <a:gd name="T62" fmla="*/ 5 w 103"/>
                <a:gd name="T63" fmla="*/ 42 h 45"/>
                <a:gd name="T64" fmla="*/ 1 w 103"/>
                <a:gd name="T65" fmla="*/ 43 h 45"/>
                <a:gd name="T66" fmla="*/ 1 w 103"/>
                <a:gd name="T67" fmla="*/ 45 h 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5"/>
                <a:gd name="T104" fmla="*/ 103 w 103"/>
                <a:gd name="T105" fmla="*/ 45 h 4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5">
                  <a:moveTo>
                    <a:pt x="1" y="45"/>
                  </a:moveTo>
                  <a:lnTo>
                    <a:pt x="1" y="45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5" y="43"/>
                  </a:lnTo>
                  <a:lnTo>
                    <a:pt x="9" y="42"/>
                  </a:lnTo>
                  <a:lnTo>
                    <a:pt x="12" y="41"/>
                  </a:lnTo>
                  <a:lnTo>
                    <a:pt x="14" y="40"/>
                  </a:lnTo>
                  <a:lnTo>
                    <a:pt x="17" y="39"/>
                  </a:lnTo>
                  <a:lnTo>
                    <a:pt x="20" y="37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0" y="28"/>
                  </a:lnTo>
                  <a:lnTo>
                    <a:pt x="44" y="27"/>
                  </a:lnTo>
                  <a:lnTo>
                    <a:pt x="47" y="25"/>
                  </a:lnTo>
                  <a:lnTo>
                    <a:pt x="52" y="23"/>
                  </a:lnTo>
                  <a:lnTo>
                    <a:pt x="57" y="21"/>
                  </a:lnTo>
                  <a:lnTo>
                    <a:pt x="60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4"/>
                  </a:lnTo>
                  <a:lnTo>
                    <a:pt x="77" y="12"/>
                  </a:lnTo>
                  <a:lnTo>
                    <a:pt x="80" y="10"/>
                  </a:lnTo>
                  <a:lnTo>
                    <a:pt x="83" y="9"/>
                  </a:lnTo>
                  <a:lnTo>
                    <a:pt x="87" y="7"/>
                  </a:lnTo>
                  <a:lnTo>
                    <a:pt x="90" y="6"/>
                  </a:lnTo>
                  <a:lnTo>
                    <a:pt x="92" y="5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6"/>
                  </a:lnTo>
                  <a:lnTo>
                    <a:pt x="82" y="7"/>
                  </a:lnTo>
                  <a:lnTo>
                    <a:pt x="79" y="9"/>
                  </a:lnTo>
                  <a:lnTo>
                    <a:pt x="76" y="10"/>
                  </a:lnTo>
                  <a:lnTo>
                    <a:pt x="73" y="12"/>
                  </a:lnTo>
                  <a:lnTo>
                    <a:pt x="67" y="14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0" y="22"/>
                  </a:lnTo>
                  <a:lnTo>
                    <a:pt x="47" y="23"/>
                  </a:lnTo>
                  <a:lnTo>
                    <a:pt x="43" y="25"/>
                  </a:lnTo>
                  <a:lnTo>
                    <a:pt x="39" y="27"/>
                  </a:lnTo>
                  <a:lnTo>
                    <a:pt x="35" y="28"/>
                  </a:lnTo>
                  <a:lnTo>
                    <a:pt x="31" y="31"/>
                  </a:lnTo>
                  <a:lnTo>
                    <a:pt x="27" y="32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1" y="40"/>
                  </a:lnTo>
                  <a:lnTo>
                    <a:pt x="9" y="41"/>
                  </a:lnTo>
                  <a:lnTo>
                    <a:pt x="5" y="42"/>
                  </a:lnTo>
                  <a:lnTo>
                    <a:pt x="3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1" y="4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0" name="Freeform 11"/>
            <p:cNvSpPr>
              <a:spLocks/>
            </p:cNvSpPr>
            <p:nvPr/>
          </p:nvSpPr>
          <p:spPr bwMode="auto">
            <a:xfrm>
              <a:off x="3129" y="2163"/>
              <a:ext cx="14" cy="4"/>
            </a:xfrm>
            <a:custGeom>
              <a:avLst/>
              <a:gdLst>
                <a:gd name="T0" fmla="*/ 0 w 14"/>
                <a:gd name="T1" fmla="*/ 1 h 4"/>
                <a:gd name="T2" fmla="*/ 0 w 14"/>
                <a:gd name="T3" fmla="*/ 1 h 4"/>
                <a:gd name="T4" fmla="*/ 1 w 14"/>
                <a:gd name="T5" fmla="*/ 2 h 4"/>
                <a:gd name="T6" fmla="*/ 3 w 14"/>
                <a:gd name="T7" fmla="*/ 3 h 4"/>
                <a:gd name="T8" fmla="*/ 7 w 14"/>
                <a:gd name="T9" fmla="*/ 3 h 4"/>
                <a:gd name="T10" fmla="*/ 7 w 14"/>
                <a:gd name="T11" fmla="*/ 3 h 4"/>
                <a:gd name="T12" fmla="*/ 10 w 14"/>
                <a:gd name="T13" fmla="*/ 4 h 4"/>
                <a:gd name="T14" fmla="*/ 11 w 14"/>
                <a:gd name="T15" fmla="*/ 4 h 4"/>
                <a:gd name="T16" fmla="*/ 13 w 14"/>
                <a:gd name="T17" fmla="*/ 4 h 4"/>
                <a:gd name="T18" fmla="*/ 14 w 14"/>
                <a:gd name="T19" fmla="*/ 4 h 4"/>
                <a:gd name="T20" fmla="*/ 13 w 14"/>
                <a:gd name="T21" fmla="*/ 2 h 4"/>
                <a:gd name="T22" fmla="*/ 11 w 14"/>
                <a:gd name="T23" fmla="*/ 2 h 4"/>
                <a:gd name="T24" fmla="*/ 10 w 14"/>
                <a:gd name="T25" fmla="*/ 2 h 4"/>
                <a:gd name="T26" fmla="*/ 9 w 14"/>
                <a:gd name="T27" fmla="*/ 2 h 4"/>
                <a:gd name="T28" fmla="*/ 7 w 14"/>
                <a:gd name="T29" fmla="*/ 1 h 4"/>
                <a:gd name="T30" fmla="*/ 3 w 14"/>
                <a:gd name="T31" fmla="*/ 1 h 4"/>
                <a:gd name="T32" fmla="*/ 2 w 14"/>
                <a:gd name="T33" fmla="*/ 1 h 4"/>
                <a:gd name="T34" fmla="*/ 1 w 14"/>
                <a:gd name="T35" fmla="*/ 0 h 4"/>
                <a:gd name="T36" fmla="*/ 0 w 14"/>
                <a:gd name="T37" fmla="*/ 1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4"/>
                <a:gd name="T59" fmla="*/ 14 w 14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4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7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1" name="Freeform 12"/>
            <p:cNvSpPr>
              <a:spLocks/>
            </p:cNvSpPr>
            <p:nvPr/>
          </p:nvSpPr>
          <p:spPr bwMode="auto">
            <a:xfrm>
              <a:off x="3015" y="2102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5 h 62"/>
                <a:gd name="T6" fmla="*/ 11 w 115"/>
                <a:gd name="T7" fmla="*/ 8 h 62"/>
                <a:gd name="T8" fmla="*/ 18 w 115"/>
                <a:gd name="T9" fmla="*/ 11 h 62"/>
                <a:gd name="T10" fmla="*/ 26 w 115"/>
                <a:gd name="T11" fmla="*/ 16 h 62"/>
                <a:gd name="T12" fmla="*/ 35 w 115"/>
                <a:gd name="T13" fmla="*/ 21 h 62"/>
                <a:gd name="T14" fmla="*/ 45 w 115"/>
                <a:gd name="T15" fmla="*/ 26 h 62"/>
                <a:gd name="T16" fmla="*/ 54 w 115"/>
                <a:gd name="T17" fmla="*/ 30 h 62"/>
                <a:gd name="T18" fmla="*/ 64 w 115"/>
                <a:gd name="T19" fmla="*/ 37 h 62"/>
                <a:gd name="T20" fmla="*/ 75 w 115"/>
                <a:gd name="T21" fmla="*/ 41 h 62"/>
                <a:gd name="T22" fmla="*/ 83 w 115"/>
                <a:gd name="T23" fmla="*/ 46 h 62"/>
                <a:gd name="T24" fmla="*/ 93 w 115"/>
                <a:gd name="T25" fmla="*/ 52 h 62"/>
                <a:gd name="T26" fmla="*/ 99 w 115"/>
                <a:gd name="T27" fmla="*/ 55 h 62"/>
                <a:gd name="T28" fmla="*/ 107 w 115"/>
                <a:gd name="T29" fmla="*/ 58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60 h 62"/>
                <a:gd name="T36" fmla="*/ 110 w 115"/>
                <a:gd name="T37" fmla="*/ 58 h 62"/>
                <a:gd name="T38" fmla="*/ 104 w 115"/>
                <a:gd name="T39" fmla="*/ 55 h 62"/>
                <a:gd name="T40" fmla="*/ 97 w 115"/>
                <a:gd name="T41" fmla="*/ 52 h 62"/>
                <a:gd name="T42" fmla="*/ 90 w 115"/>
                <a:gd name="T43" fmla="*/ 46 h 62"/>
                <a:gd name="T44" fmla="*/ 80 w 115"/>
                <a:gd name="T45" fmla="*/ 42 h 62"/>
                <a:gd name="T46" fmla="*/ 70 w 115"/>
                <a:gd name="T47" fmla="*/ 38 h 62"/>
                <a:gd name="T48" fmla="*/ 61 w 115"/>
                <a:gd name="T49" fmla="*/ 32 h 62"/>
                <a:gd name="T50" fmla="*/ 51 w 115"/>
                <a:gd name="T51" fmla="*/ 26 h 62"/>
                <a:gd name="T52" fmla="*/ 41 w 115"/>
                <a:gd name="T53" fmla="*/ 22 h 62"/>
                <a:gd name="T54" fmla="*/ 32 w 115"/>
                <a:gd name="T55" fmla="*/ 17 h 62"/>
                <a:gd name="T56" fmla="*/ 23 w 115"/>
                <a:gd name="T57" fmla="*/ 13 h 62"/>
                <a:gd name="T58" fmla="*/ 16 w 115"/>
                <a:gd name="T59" fmla="*/ 8 h 62"/>
                <a:gd name="T60" fmla="*/ 8 w 115"/>
                <a:gd name="T61" fmla="*/ 5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4"/>
                  </a:lnTo>
                  <a:lnTo>
                    <a:pt x="5" y="5"/>
                  </a:lnTo>
                  <a:lnTo>
                    <a:pt x="7" y="6"/>
                  </a:lnTo>
                  <a:lnTo>
                    <a:pt x="11" y="8"/>
                  </a:lnTo>
                  <a:lnTo>
                    <a:pt x="15" y="11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3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0"/>
                  </a:lnTo>
                  <a:lnTo>
                    <a:pt x="60" y="34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1"/>
                  </a:lnTo>
                  <a:lnTo>
                    <a:pt x="79" y="44"/>
                  </a:lnTo>
                  <a:lnTo>
                    <a:pt x="83" y="46"/>
                  </a:lnTo>
                  <a:lnTo>
                    <a:pt x="88" y="48"/>
                  </a:lnTo>
                  <a:lnTo>
                    <a:pt x="93" y="52"/>
                  </a:lnTo>
                  <a:lnTo>
                    <a:pt x="96" y="54"/>
                  </a:lnTo>
                  <a:lnTo>
                    <a:pt x="99" y="55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60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1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4"/>
                  </a:lnTo>
                  <a:lnTo>
                    <a:pt x="97" y="52"/>
                  </a:lnTo>
                  <a:lnTo>
                    <a:pt x="94" y="48"/>
                  </a:lnTo>
                  <a:lnTo>
                    <a:pt x="90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40"/>
                  </a:lnTo>
                  <a:lnTo>
                    <a:pt x="70" y="38"/>
                  </a:lnTo>
                  <a:lnTo>
                    <a:pt x="65" y="36"/>
                  </a:lnTo>
                  <a:lnTo>
                    <a:pt x="61" y="32"/>
                  </a:lnTo>
                  <a:lnTo>
                    <a:pt x="55" y="29"/>
                  </a:lnTo>
                  <a:lnTo>
                    <a:pt x="51" y="26"/>
                  </a:lnTo>
                  <a:lnTo>
                    <a:pt x="46" y="24"/>
                  </a:lnTo>
                  <a:lnTo>
                    <a:pt x="41" y="22"/>
                  </a:lnTo>
                  <a:lnTo>
                    <a:pt x="36" y="20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3"/>
                  </a:lnTo>
                  <a:lnTo>
                    <a:pt x="19" y="11"/>
                  </a:lnTo>
                  <a:lnTo>
                    <a:pt x="16" y="8"/>
                  </a:lnTo>
                  <a:lnTo>
                    <a:pt x="13" y="6"/>
                  </a:lnTo>
                  <a:lnTo>
                    <a:pt x="8" y="5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2" name="Freeform 13"/>
            <p:cNvSpPr>
              <a:spLocks/>
            </p:cNvSpPr>
            <p:nvPr/>
          </p:nvSpPr>
          <p:spPr bwMode="auto">
            <a:xfrm>
              <a:off x="3003" y="2093"/>
              <a:ext cx="13" cy="10"/>
            </a:xfrm>
            <a:custGeom>
              <a:avLst/>
              <a:gdLst>
                <a:gd name="T0" fmla="*/ 0 w 13"/>
                <a:gd name="T1" fmla="*/ 1 h 10"/>
                <a:gd name="T2" fmla="*/ 0 w 13"/>
                <a:gd name="T3" fmla="*/ 1 h 10"/>
                <a:gd name="T4" fmla="*/ 1 w 13"/>
                <a:gd name="T5" fmla="*/ 3 h 10"/>
                <a:gd name="T6" fmla="*/ 2 w 13"/>
                <a:gd name="T7" fmla="*/ 4 h 10"/>
                <a:gd name="T8" fmla="*/ 5 w 13"/>
                <a:gd name="T9" fmla="*/ 5 h 10"/>
                <a:gd name="T10" fmla="*/ 7 w 13"/>
                <a:gd name="T11" fmla="*/ 7 h 10"/>
                <a:gd name="T12" fmla="*/ 8 w 13"/>
                <a:gd name="T13" fmla="*/ 7 h 10"/>
                <a:gd name="T14" fmla="*/ 9 w 13"/>
                <a:gd name="T15" fmla="*/ 7 h 10"/>
                <a:gd name="T16" fmla="*/ 11 w 13"/>
                <a:gd name="T17" fmla="*/ 9 h 10"/>
                <a:gd name="T18" fmla="*/ 12 w 13"/>
                <a:gd name="T19" fmla="*/ 10 h 10"/>
                <a:gd name="T20" fmla="*/ 13 w 13"/>
                <a:gd name="T21" fmla="*/ 9 h 10"/>
                <a:gd name="T22" fmla="*/ 11 w 13"/>
                <a:gd name="T23" fmla="*/ 7 h 10"/>
                <a:gd name="T24" fmla="*/ 10 w 13"/>
                <a:gd name="T25" fmla="*/ 7 h 10"/>
                <a:gd name="T26" fmla="*/ 9 w 13"/>
                <a:gd name="T27" fmla="*/ 5 h 10"/>
                <a:gd name="T28" fmla="*/ 8 w 13"/>
                <a:gd name="T29" fmla="*/ 4 h 10"/>
                <a:gd name="T30" fmla="*/ 7 w 13"/>
                <a:gd name="T31" fmla="*/ 4 h 10"/>
                <a:gd name="T32" fmla="*/ 5 w 13"/>
                <a:gd name="T33" fmla="*/ 3 h 10"/>
                <a:gd name="T34" fmla="*/ 2 w 13"/>
                <a:gd name="T35" fmla="*/ 1 h 10"/>
                <a:gd name="T36" fmla="*/ 1 w 13"/>
                <a:gd name="T37" fmla="*/ 0 h 10"/>
                <a:gd name="T38" fmla="*/ 0 w 13"/>
                <a:gd name="T39" fmla="*/ 1 h 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10"/>
                <a:gd name="T62" fmla="*/ 13 w 13"/>
                <a:gd name="T63" fmla="*/ 10 h 1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10">
                  <a:moveTo>
                    <a:pt x="0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2" y="4"/>
                  </a:lnTo>
                  <a:lnTo>
                    <a:pt x="5" y="5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9" y="5"/>
                  </a:lnTo>
                  <a:lnTo>
                    <a:pt x="8" y="4"/>
                  </a:lnTo>
                  <a:lnTo>
                    <a:pt x="7" y="4"/>
                  </a:lnTo>
                  <a:lnTo>
                    <a:pt x="5" y="3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3" name="Freeform 14"/>
            <p:cNvSpPr>
              <a:spLocks/>
            </p:cNvSpPr>
            <p:nvPr/>
          </p:nvSpPr>
          <p:spPr bwMode="auto">
            <a:xfrm>
              <a:off x="3132" y="2125"/>
              <a:ext cx="10" cy="41"/>
            </a:xfrm>
            <a:custGeom>
              <a:avLst/>
              <a:gdLst>
                <a:gd name="T0" fmla="*/ 10 w 10"/>
                <a:gd name="T1" fmla="*/ 41 h 41"/>
                <a:gd name="T2" fmla="*/ 8 w 10"/>
                <a:gd name="T3" fmla="*/ 41 h 41"/>
                <a:gd name="T4" fmla="*/ 7 w 10"/>
                <a:gd name="T5" fmla="*/ 40 h 41"/>
                <a:gd name="T6" fmla="*/ 6 w 10"/>
                <a:gd name="T7" fmla="*/ 38 h 41"/>
                <a:gd name="T8" fmla="*/ 4 w 10"/>
                <a:gd name="T9" fmla="*/ 36 h 41"/>
                <a:gd name="T10" fmla="*/ 4 w 10"/>
                <a:gd name="T11" fmla="*/ 34 h 41"/>
                <a:gd name="T12" fmla="*/ 2 w 10"/>
                <a:gd name="T13" fmla="*/ 31 h 41"/>
                <a:gd name="T14" fmla="*/ 0 w 10"/>
                <a:gd name="T15" fmla="*/ 29 h 41"/>
                <a:gd name="T16" fmla="*/ 0 w 10"/>
                <a:gd name="T17" fmla="*/ 25 h 41"/>
                <a:gd name="T18" fmla="*/ 0 w 10"/>
                <a:gd name="T19" fmla="*/ 21 h 41"/>
                <a:gd name="T20" fmla="*/ 0 w 10"/>
                <a:gd name="T21" fmla="*/ 17 h 41"/>
                <a:gd name="T22" fmla="*/ 0 w 10"/>
                <a:gd name="T23" fmla="*/ 13 h 41"/>
                <a:gd name="T24" fmla="*/ 2 w 10"/>
                <a:gd name="T25" fmla="*/ 8 h 41"/>
                <a:gd name="T26" fmla="*/ 4 w 10"/>
                <a:gd name="T27" fmla="*/ 6 h 41"/>
                <a:gd name="T28" fmla="*/ 4 w 10"/>
                <a:gd name="T29" fmla="*/ 3 h 41"/>
                <a:gd name="T30" fmla="*/ 6 w 10"/>
                <a:gd name="T31" fmla="*/ 1 h 41"/>
                <a:gd name="T32" fmla="*/ 8 w 10"/>
                <a:gd name="T33" fmla="*/ 0 h 41"/>
                <a:gd name="T34" fmla="*/ 10 w 10"/>
                <a:gd name="T35" fmla="*/ 4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"/>
                <a:gd name="T55" fmla="*/ 0 h 41"/>
                <a:gd name="T56" fmla="*/ 10 w 10"/>
                <a:gd name="T57" fmla="*/ 41 h 4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" h="41">
                  <a:moveTo>
                    <a:pt x="10" y="41"/>
                  </a:moveTo>
                  <a:lnTo>
                    <a:pt x="8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6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0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4" name="Freeform 15"/>
            <p:cNvSpPr>
              <a:spLocks/>
            </p:cNvSpPr>
            <p:nvPr/>
          </p:nvSpPr>
          <p:spPr bwMode="auto">
            <a:xfrm>
              <a:off x="3132" y="2150"/>
              <a:ext cx="10" cy="17"/>
            </a:xfrm>
            <a:custGeom>
              <a:avLst/>
              <a:gdLst>
                <a:gd name="T0" fmla="*/ 0 w 10"/>
                <a:gd name="T1" fmla="*/ 0 h 17"/>
                <a:gd name="T2" fmla="*/ 0 w 10"/>
                <a:gd name="T3" fmla="*/ 0 h 17"/>
                <a:gd name="T4" fmla="*/ 0 w 10"/>
                <a:gd name="T5" fmla="*/ 3 h 17"/>
                <a:gd name="T6" fmla="*/ 2 w 10"/>
                <a:gd name="T7" fmla="*/ 7 h 17"/>
                <a:gd name="T8" fmla="*/ 2 w 10"/>
                <a:gd name="T9" fmla="*/ 9 h 17"/>
                <a:gd name="T10" fmla="*/ 3 w 10"/>
                <a:gd name="T11" fmla="*/ 12 h 17"/>
                <a:gd name="T12" fmla="*/ 5 w 10"/>
                <a:gd name="T13" fmla="*/ 14 h 17"/>
                <a:gd name="T14" fmla="*/ 6 w 10"/>
                <a:gd name="T15" fmla="*/ 16 h 17"/>
                <a:gd name="T16" fmla="*/ 8 w 10"/>
                <a:gd name="T17" fmla="*/ 17 h 17"/>
                <a:gd name="T18" fmla="*/ 10 w 10"/>
                <a:gd name="T19" fmla="*/ 17 h 17"/>
                <a:gd name="T20" fmla="*/ 10 w 10"/>
                <a:gd name="T21" fmla="*/ 15 h 17"/>
                <a:gd name="T22" fmla="*/ 8 w 10"/>
                <a:gd name="T23" fmla="*/ 15 h 17"/>
                <a:gd name="T24" fmla="*/ 7 w 10"/>
                <a:gd name="T25" fmla="*/ 15 h 17"/>
                <a:gd name="T26" fmla="*/ 6 w 10"/>
                <a:gd name="T27" fmla="*/ 13 h 17"/>
                <a:gd name="T28" fmla="*/ 5 w 10"/>
                <a:gd name="T29" fmla="*/ 11 h 17"/>
                <a:gd name="T30" fmla="*/ 4 w 10"/>
                <a:gd name="T31" fmla="*/ 9 h 17"/>
                <a:gd name="T32" fmla="*/ 3 w 10"/>
                <a:gd name="T33" fmla="*/ 7 h 17"/>
                <a:gd name="T34" fmla="*/ 3 w 10"/>
                <a:gd name="T35" fmla="*/ 3 h 17"/>
                <a:gd name="T36" fmla="*/ 3 w 10"/>
                <a:gd name="T37" fmla="*/ 0 h 17"/>
                <a:gd name="T38" fmla="*/ 0 w 10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0"/>
                <a:gd name="T61" fmla="*/ 0 h 17"/>
                <a:gd name="T62" fmla="*/ 10 w 10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0" h="17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2" y="9"/>
                  </a:lnTo>
                  <a:lnTo>
                    <a:pt x="3" y="12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5" name="Freeform 16"/>
            <p:cNvSpPr>
              <a:spLocks/>
            </p:cNvSpPr>
            <p:nvPr/>
          </p:nvSpPr>
          <p:spPr bwMode="auto">
            <a:xfrm>
              <a:off x="3132" y="2125"/>
              <a:ext cx="9" cy="25"/>
            </a:xfrm>
            <a:custGeom>
              <a:avLst/>
              <a:gdLst>
                <a:gd name="T0" fmla="*/ 8 w 9"/>
                <a:gd name="T1" fmla="*/ 0 h 25"/>
                <a:gd name="T2" fmla="*/ 6 w 9"/>
                <a:gd name="T3" fmla="*/ 1 h 25"/>
                <a:gd name="T4" fmla="*/ 4 w 9"/>
                <a:gd name="T5" fmla="*/ 3 h 25"/>
                <a:gd name="T6" fmla="*/ 3 w 9"/>
                <a:gd name="T7" fmla="*/ 6 h 25"/>
                <a:gd name="T8" fmla="*/ 2 w 9"/>
                <a:gd name="T9" fmla="*/ 9 h 25"/>
                <a:gd name="T10" fmla="*/ 0 w 9"/>
                <a:gd name="T11" fmla="*/ 13 h 25"/>
                <a:gd name="T12" fmla="*/ 0 w 9"/>
                <a:gd name="T13" fmla="*/ 17 h 25"/>
                <a:gd name="T14" fmla="*/ 0 w 9"/>
                <a:gd name="T15" fmla="*/ 21 h 25"/>
                <a:gd name="T16" fmla="*/ 0 w 9"/>
                <a:gd name="T17" fmla="*/ 25 h 25"/>
                <a:gd name="T18" fmla="*/ 3 w 9"/>
                <a:gd name="T19" fmla="*/ 25 h 25"/>
                <a:gd name="T20" fmla="*/ 3 w 9"/>
                <a:gd name="T21" fmla="*/ 21 h 25"/>
                <a:gd name="T22" fmla="*/ 3 w 9"/>
                <a:gd name="T23" fmla="*/ 17 h 25"/>
                <a:gd name="T24" fmla="*/ 3 w 9"/>
                <a:gd name="T25" fmla="*/ 13 h 25"/>
                <a:gd name="T26" fmla="*/ 4 w 9"/>
                <a:gd name="T27" fmla="*/ 9 h 25"/>
                <a:gd name="T28" fmla="*/ 4 w 9"/>
                <a:gd name="T29" fmla="*/ 6 h 25"/>
                <a:gd name="T30" fmla="*/ 6 w 9"/>
                <a:gd name="T31" fmla="*/ 4 h 25"/>
                <a:gd name="T32" fmla="*/ 7 w 9"/>
                <a:gd name="T33" fmla="*/ 3 h 25"/>
                <a:gd name="T34" fmla="*/ 9 w 9"/>
                <a:gd name="T35" fmla="*/ 1 h 25"/>
                <a:gd name="T36" fmla="*/ 8 w 9"/>
                <a:gd name="T37" fmla="*/ 0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25"/>
                <a:gd name="T59" fmla="*/ 9 w 9"/>
                <a:gd name="T60" fmla="*/ 25 h 2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25">
                  <a:moveTo>
                    <a:pt x="8" y="0"/>
                  </a:moveTo>
                  <a:lnTo>
                    <a:pt x="6" y="1"/>
                  </a:lnTo>
                  <a:lnTo>
                    <a:pt x="4" y="3"/>
                  </a:lnTo>
                  <a:lnTo>
                    <a:pt x="3" y="6"/>
                  </a:lnTo>
                  <a:lnTo>
                    <a:pt x="2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3" y="25"/>
                  </a:lnTo>
                  <a:lnTo>
                    <a:pt x="3" y="21"/>
                  </a:lnTo>
                  <a:lnTo>
                    <a:pt x="3" y="17"/>
                  </a:lnTo>
                  <a:lnTo>
                    <a:pt x="3" y="13"/>
                  </a:lnTo>
                  <a:lnTo>
                    <a:pt x="4" y="9"/>
                  </a:lnTo>
                  <a:lnTo>
                    <a:pt x="4" y="6"/>
                  </a:lnTo>
                  <a:lnTo>
                    <a:pt x="6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6" name="Freeform 17"/>
            <p:cNvSpPr>
              <a:spLocks/>
            </p:cNvSpPr>
            <p:nvPr/>
          </p:nvSpPr>
          <p:spPr bwMode="auto">
            <a:xfrm>
              <a:off x="3011" y="2010"/>
              <a:ext cx="239" cy="115"/>
            </a:xfrm>
            <a:custGeom>
              <a:avLst/>
              <a:gdLst>
                <a:gd name="T0" fmla="*/ 8 w 239"/>
                <a:gd name="T1" fmla="*/ 42 h 115"/>
                <a:gd name="T2" fmla="*/ 24 w 239"/>
                <a:gd name="T3" fmla="*/ 35 h 115"/>
                <a:gd name="T4" fmla="*/ 45 w 239"/>
                <a:gd name="T5" fmla="*/ 24 h 115"/>
                <a:gd name="T6" fmla="*/ 67 w 239"/>
                <a:gd name="T7" fmla="*/ 14 h 115"/>
                <a:gd name="T8" fmla="*/ 85 w 239"/>
                <a:gd name="T9" fmla="*/ 5 h 115"/>
                <a:gd name="T10" fmla="*/ 94 w 239"/>
                <a:gd name="T11" fmla="*/ 0 h 115"/>
                <a:gd name="T12" fmla="*/ 99 w 239"/>
                <a:gd name="T13" fmla="*/ 0 h 115"/>
                <a:gd name="T14" fmla="*/ 104 w 239"/>
                <a:gd name="T15" fmla="*/ 2 h 115"/>
                <a:gd name="T16" fmla="*/ 108 w 239"/>
                <a:gd name="T17" fmla="*/ 4 h 115"/>
                <a:gd name="T18" fmla="*/ 114 w 239"/>
                <a:gd name="T19" fmla="*/ 7 h 115"/>
                <a:gd name="T20" fmla="*/ 126 w 239"/>
                <a:gd name="T21" fmla="*/ 12 h 115"/>
                <a:gd name="T22" fmla="*/ 140 w 239"/>
                <a:gd name="T23" fmla="*/ 19 h 115"/>
                <a:gd name="T24" fmla="*/ 155 w 239"/>
                <a:gd name="T25" fmla="*/ 25 h 115"/>
                <a:gd name="T26" fmla="*/ 172 w 239"/>
                <a:gd name="T27" fmla="*/ 34 h 115"/>
                <a:gd name="T28" fmla="*/ 188 w 239"/>
                <a:gd name="T29" fmla="*/ 40 h 115"/>
                <a:gd name="T30" fmla="*/ 204 w 239"/>
                <a:gd name="T31" fmla="*/ 47 h 115"/>
                <a:gd name="T32" fmla="*/ 217 w 239"/>
                <a:gd name="T33" fmla="*/ 54 h 115"/>
                <a:gd name="T34" fmla="*/ 226 w 239"/>
                <a:gd name="T35" fmla="*/ 58 h 115"/>
                <a:gd name="T36" fmla="*/ 233 w 239"/>
                <a:gd name="T37" fmla="*/ 60 h 115"/>
                <a:gd name="T38" fmla="*/ 237 w 239"/>
                <a:gd name="T39" fmla="*/ 63 h 115"/>
                <a:gd name="T40" fmla="*/ 239 w 239"/>
                <a:gd name="T41" fmla="*/ 68 h 115"/>
                <a:gd name="T42" fmla="*/ 235 w 239"/>
                <a:gd name="T43" fmla="*/ 71 h 115"/>
                <a:gd name="T44" fmla="*/ 228 w 239"/>
                <a:gd name="T45" fmla="*/ 73 h 115"/>
                <a:gd name="T46" fmla="*/ 220 w 239"/>
                <a:gd name="T47" fmla="*/ 77 h 115"/>
                <a:gd name="T48" fmla="*/ 209 w 239"/>
                <a:gd name="T49" fmla="*/ 82 h 115"/>
                <a:gd name="T50" fmla="*/ 197 w 239"/>
                <a:gd name="T51" fmla="*/ 87 h 115"/>
                <a:gd name="T52" fmla="*/ 184 w 239"/>
                <a:gd name="T53" fmla="*/ 92 h 115"/>
                <a:gd name="T54" fmla="*/ 172 w 239"/>
                <a:gd name="T55" fmla="*/ 98 h 115"/>
                <a:gd name="T56" fmla="*/ 160 w 239"/>
                <a:gd name="T57" fmla="*/ 103 h 115"/>
                <a:gd name="T58" fmla="*/ 149 w 239"/>
                <a:gd name="T59" fmla="*/ 108 h 115"/>
                <a:gd name="T60" fmla="*/ 141 w 239"/>
                <a:gd name="T61" fmla="*/ 112 h 115"/>
                <a:gd name="T62" fmla="*/ 134 w 239"/>
                <a:gd name="T63" fmla="*/ 114 h 115"/>
                <a:gd name="T64" fmla="*/ 130 w 239"/>
                <a:gd name="T65" fmla="*/ 115 h 115"/>
                <a:gd name="T66" fmla="*/ 125 w 239"/>
                <a:gd name="T67" fmla="*/ 114 h 115"/>
                <a:gd name="T68" fmla="*/ 120 w 239"/>
                <a:gd name="T69" fmla="*/ 112 h 115"/>
                <a:gd name="T70" fmla="*/ 114 w 239"/>
                <a:gd name="T71" fmla="*/ 108 h 115"/>
                <a:gd name="T72" fmla="*/ 105 w 239"/>
                <a:gd name="T73" fmla="*/ 104 h 115"/>
                <a:gd name="T74" fmla="*/ 94 w 239"/>
                <a:gd name="T75" fmla="*/ 98 h 115"/>
                <a:gd name="T76" fmla="*/ 80 w 239"/>
                <a:gd name="T77" fmla="*/ 91 h 115"/>
                <a:gd name="T78" fmla="*/ 66 w 239"/>
                <a:gd name="T79" fmla="*/ 83 h 115"/>
                <a:gd name="T80" fmla="*/ 51 w 239"/>
                <a:gd name="T81" fmla="*/ 75 h 115"/>
                <a:gd name="T82" fmla="*/ 36 w 239"/>
                <a:gd name="T83" fmla="*/ 68 h 115"/>
                <a:gd name="T84" fmla="*/ 23 w 239"/>
                <a:gd name="T85" fmla="*/ 60 h 115"/>
                <a:gd name="T86" fmla="*/ 14 w 239"/>
                <a:gd name="T87" fmla="*/ 55 h 115"/>
                <a:gd name="T88" fmla="*/ 8 w 239"/>
                <a:gd name="T89" fmla="*/ 52 h 115"/>
                <a:gd name="T90" fmla="*/ 3 w 239"/>
                <a:gd name="T91" fmla="*/ 50 h 115"/>
                <a:gd name="T92" fmla="*/ 0 w 239"/>
                <a:gd name="T93" fmla="*/ 47 h 115"/>
                <a:gd name="T94" fmla="*/ 4 w 239"/>
                <a:gd name="T95" fmla="*/ 44 h 1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9"/>
                <a:gd name="T145" fmla="*/ 0 h 115"/>
                <a:gd name="T146" fmla="*/ 239 w 239"/>
                <a:gd name="T147" fmla="*/ 115 h 11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9" h="115">
                  <a:moveTo>
                    <a:pt x="4" y="44"/>
                  </a:moveTo>
                  <a:lnTo>
                    <a:pt x="5" y="43"/>
                  </a:lnTo>
                  <a:lnTo>
                    <a:pt x="8" y="42"/>
                  </a:lnTo>
                  <a:lnTo>
                    <a:pt x="14" y="40"/>
                  </a:lnTo>
                  <a:lnTo>
                    <a:pt x="18" y="38"/>
                  </a:lnTo>
                  <a:lnTo>
                    <a:pt x="24" y="35"/>
                  </a:lnTo>
                  <a:lnTo>
                    <a:pt x="31" y="30"/>
                  </a:lnTo>
                  <a:lnTo>
                    <a:pt x="37" y="27"/>
                  </a:lnTo>
                  <a:lnTo>
                    <a:pt x="45" y="24"/>
                  </a:lnTo>
                  <a:lnTo>
                    <a:pt x="52" y="21"/>
                  </a:lnTo>
                  <a:lnTo>
                    <a:pt x="61" y="18"/>
                  </a:lnTo>
                  <a:lnTo>
                    <a:pt x="67" y="14"/>
                  </a:lnTo>
                  <a:lnTo>
                    <a:pt x="73" y="11"/>
                  </a:lnTo>
                  <a:lnTo>
                    <a:pt x="80" y="7"/>
                  </a:lnTo>
                  <a:lnTo>
                    <a:pt x="85" y="5"/>
                  </a:lnTo>
                  <a:lnTo>
                    <a:pt x="89" y="3"/>
                  </a:lnTo>
                  <a:lnTo>
                    <a:pt x="93" y="2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3" y="2"/>
                  </a:lnTo>
                  <a:lnTo>
                    <a:pt x="104" y="2"/>
                  </a:lnTo>
                  <a:lnTo>
                    <a:pt x="105" y="3"/>
                  </a:lnTo>
                  <a:lnTo>
                    <a:pt x="106" y="3"/>
                  </a:lnTo>
                  <a:lnTo>
                    <a:pt x="108" y="4"/>
                  </a:lnTo>
                  <a:lnTo>
                    <a:pt x="110" y="4"/>
                  </a:lnTo>
                  <a:lnTo>
                    <a:pt x="112" y="5"/>
                  </a:lnTo>
                  <a:lnTo>
                    <a:pt x="114" y="7"/>
                  </a:lnTo>
                  <a:lnTo>
                    <a:pt x="118" y="9"/>
                  </a:lnTo>
                  <a:lnTo>
                    <a:pt x="123" y="9"/>
                  </a:lnTo>
                  <a:lnTo>
                    <a:pt x="126" y="12"/>
                  </a:lnTo>
                  <a:lnTo>
                    <a:pt x="130" y="14"/>
                  </a:lnTo>
                  <a:lnTo>
                    <a:pt x="134" y="16"/>
                  </a:lnTo>
                  <a:lnTo>
                    <a:pt x="140" y="19"/>
                  </a:lnTo>
                  <a:lnTo>
                    <a:pt x="145" y="21"/>
                  </a:lnTo>
                  <a:lnTo>
                    <a:pt x="149" y="23"/>
                  </a:lnTo>
                  <a:lnTo>
                    <a:pt x="155" y="25"/>
                  </a:lnTo>
                  <a:lnTo>
                    <a:pt x="161" y="27"/>
                  </a:lnTo>
                  <a:lnTo>
                    <a:pt x="166" y="30"/>
                  </a:lnTo>
                  <a:lnTo>
                    <a:pt x="172" y="34"/>
                  </a:lnTo>
                  <a:lnTo>
                    <a:pt x="178" y="36"/>
                  </a:lnTo>
                  <a:lnTo>
                    <a:pt x="183" y="38"/>
                  </a:lnTo>
                  <a:lnTo>
                    <a:pt x="188" y="40"/>
                  </a:lnTo>
                  <a:lnTo>
                    <a:pt x="194" y="42"/>
                  </a:lnTo>
                  <a:lnTo>
                    <a:pt x="198" y="45"/>
                  </a:lnTo>
                  <a:lnTo>
                    <a:pt x="204" y="47"/>
                  </a:lnTo>
                  <a:lnTo>
                    <a:pt x="209" y="50"/>
                  </a:lnTo>
                  <a:lnTo>
                    <a:pt x="213" y="52"/>
                  </a:lnTo>
                  <a:lnTo>
                    <a:pt x="217" y="54"/>
                  </a:lnTo>
                  <a:lnTo>
                    <a:pt x="220" y="55"/>
                  </a:lnTo>
                  <a:lnTo>
                    <a:pt x="223" y="57"/>
                  </a:lnTo>
                  <a:lnTo>
                    <a:pt x="226" y="58"/>
                  </a:lnTo>
                  <a:lnTo>
                    <a:pt x="228" y="59"/>
                  </a:lnTo>
                  <a:lnTo>
                    <a:pt x="232" y="60"/>
                  </a:lnTo>
                  <a:lnTo>
                    <a:pt x="233" y="60"/>
                  </a:lnTo>
                  <a:lnTo>
                    <a:pt x="234" y="61"/>
                  </a:lnTo>
                  <a:lnTo>
                    <a:pt x="236" y="62"/>
                  </a:lnTo>
                  <a:lnTo>
                    <a:pt x="237" y="63"/>
                  </a:lnTo>
                  <a:lnTo>
                    <a:pt x="238" y="66"/>
                  </a:lnTo>
                  <a:lnTo>
                    <a:pt x="239" y="66"/>
                  </a:lnTo>
                  <a:lnTo>
                    <a:pt x="239" y="68"/>
                  </a:lnTo>
                  <a:lnTo>
                    <a:pt x="238" y="68"/>
                  </a:lnTo>
                  <a:lnTo>
                    <a:pt x="236" y="70"/>
                  </a:lnTo>
                  <a:lnTo>
                    <a:pt x="235" y="71"/>
                  </a:lnTo>
                  <a:lnTo>
                    <a:pt x="234" y="72"/>
                  </a:lnTo>
                  <a:lnTo>
                    <a:pt x="232" y="72"/>
                  </a:lnTo>
                  <a:lnTo>
                    <a:pt x="228" y="73"/>
                  </a:lnTo>
                  <a:lnTo>
                    <a:pt x="225" y="74"/>
                  </a:lnTo>
                  <a:lnTo>
                    <a:pt x="223" y="75"/>
                  </a:lnTo>
                  <a:lnTo>
                    <a:pt x="220" y="77"/>
                  </a:lnTo>
                  <a:lnTo>
                    <a:pt x="217" y="78"/>
                  </a:lnTo>
                  <a:lnTo>
                    <a:pt x="213" y="79"/>
                  </a:lnTo>
                  <a:lnTo>
                    <a:pt x="209" y="82"/>
                  </a:lnTo>
                  <a:lnTo>
                    <a:pt x="205" y="83"/>
                  </a:lnTo>
                  <a:lnTo>
                    <a:pt x="202" y="85"/>
                  </a:lnTo>
                  <a:lnTo>
                    <a:pt x="197" y="87"/>
                  </a:lnTo>
                  <a:lnTo>
                    <a:pt x="192" y="89"/>
                  </a:lnTo>
                  <a:lnTo>
                    <a:pt x="190" y="90"/>
                  </a:lnTo>
                  <a:lnTo>
                    <a:pt x="184" y="92"/>
                  </a:lnTo>
                  <a:lnTo>
                    <a:pt x="180" y="94"/>
                  </a:lnTo>
                  <a:lnTo>
                    <a:pt x="176" y="96"/>
                  </a:lnTo>
                  <a:lnTo>
                    <a:pt x="172" y="98"/>
                  </a:lnTo>
                  <a:lnTo>
                    <a:pt x="167" y="100"/>
                  </a:lnTo>
                  <a:lnTo>
                    <a:pt x="164" y="101"/>
                  </a:lnTo>
                  <a:lnTo>
                    <a:pt x="160" y="103"/>
                  </a:lnTo>
                  <a:lnTo>
                    <a:pt x="157" y="104"/>
                  </a:lnTo>
                  <a:lnTo>
                    <a:pt x="152" y="106"/>
                  </a:lnTo>
                  <a:lnTo>
                    <a:pt x="149" y="108"/>
                  </a:lnTo>
                  <a:lnTo>
                    <a:pt x="146" y="108"/>
                  </a:lnTo>
                  <a:lnTo>
                    <a:pt x="143" y="110"/>
                  </a:lnTo>
                  <a:lnTo>
                    <a:pt x="141" y="112"/>
                  </a:lnTo>
                  <a:lnTo>
                    <a:pt x="137" y="113"/>
                  </a:lnTo>
                  <a:lnTo>
                    <a:pt x="135" y="114"/>
                  </a:lnTo>
                  <a:lnTo>
                    <a:pt x="134" y="114"/>
                  </a:lnTo>
                  <a:lnTo>
                    <a:pt x="132" y="115"/>
                  </a:lnTo>
                  <a:lnTo>
                    <a:pt x="131" y="115"/>
                  </a:lnTo>
                  <a:lnTo>
                    <a:pt x="130" y="115"/>
                  </a:lnTo>
                  <a:lnTo>
                    <a:pt x="128" y="115"/>
                  </a:lnTo>
                  <a:lnTo>
                    <a:pt x="127" y="114"/>
                  </a:lnTo>
                  <a:lnTo>
                    <a:pt x="125" y="114"/>
                  </a:lnTo>
                  <a:lnTo>
                    <a:pt x="124" y="113"/>
                  </a:lnTo>
                  <a:lnTo>
                    <a:pt x="121" y="113"/>
                  </a:lnTo>
                  <a:lnTo>
                    <a:pt x="120" y="112"/>
                  </a:lnTo>
                  <a:lnTo>
                    <a:pt x="118" y="112"/>
                  </a:lnTo>
                  <a:lnTo>
                    <a:pt x="116" y="110"/>
                  </a:lnTo>
                  <a:lnTo>
                    <a:pt x="114" y="108"/>
                  </a:lnTo>
                  <a:lnTo>
                    <a:pt x="112" y="108"/>
                  </a:lnTo>
                  <a:lnTo>
                    <a:pt x="109" y="106"/>
                  </a:lnTo>
                  <a:lnTo>
                    <a:pt x="105" y="104"/>
                  </a:lnTo>
                  <a:lnTo>
                    <a:pt x="102" y="102"/>
                  </a:lnTo>
                  <a:lnTo>
                    <a:pt x="97" y="100"/>
                  </a:lnTo>
                  <a:lnTo>
                    <a:pt x="94" y="98"/>
                  </a:lnTo>
                  <a:lnTo>
                    <a:pt x="89" y="96"/>
                  </a:lnTo>
                  <a:lnTo>
                    <a:pt x="85" y="93"/>
                  </a:lnTo>
                  <a:lnTo>
                    <a:pt x="80" y="91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6" y="83"/>
                  </a:lnTo>
                  <a:lnTo>
                    <a:pt x="61" y="79"/>
                  </a:lnTo>
                  <a:lnTo>
                    <a:pt x="55" y="77"/>
                  </a:lnTo>
                  <a:lnTo>
                    <a:pt x="51" y="75"/>
                  </a:lnTo>
                  <a:lnTo>
                    <a:pt x="45" y="72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2" y="66"/>
                  </a:lnTo>
                  <a:lnTo>
                    <a:pt x="27" y="62"/>
                  </a:lnTo>
                  <a:lnTo>
                    <a:pt x="23" y="60"/>
                  </a:lnTo>
                  <a:lnTo>
                    <a:pt x="20" y="59"/>
                  </a:lnTo>
                  <a:lnTo>
                    <a:pt x="17" y="57"/>
                  </a:lnTo>
                  <a:lnTo>
                    <a:pt x="14" y="55"/>
                  </a:lnTo>
                  <a:lnTo>
                    <a:pt x="11" y="54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5" y="50"/>
                  </a:lnTo>
                  <a:lnTo>
                    <a:pt x="3" y="50"/>
                  </a:lnTo>
                  <a:lnTo>
                    <a:pt x="2" y="50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2" y="45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7" name="Freeform 18"/>
            <p:cNvSpPr>
              <a:spLocks/>
            </p:cNvSpPr>
            <p:nvPr/>
          </p:nvSpPr>
          <p:spPr bwMode="auto">
            <a:xfrm>
              <a:off x="3014" y="2010"/>
              <a:ext cx="90" cy="44"/>
            </a:xfrm>
            <a:custGeom>
              <a:avLst/>
              <a:gdLst>
                <a:gd name="T0" fmla="*/ 89 w 90"/>
                <a:gd name="T1" fmla="*/ 0 h 44"/>
                <a:gd name="T2" fmla="*/ 89 w 90"/>
                <a:gd name="T3" fmla="*/ 0 h 44"/>
                <a:gd name="T4" fmla="*/ 85 w 90"/>
                <a:gd name="T5" fmla="*/ 2 h 44"/>
                <a:gd name="T6" fmla="*/ 81 w 90"/>
                <a:gd name="T7" fmla="*/ 4 h 44"/>
                <a:gd name="T8" fmla="*/ 77 w 90"/>
                <a:gd name="T9" fmla="*/ 6 h 44"/>
                <a:gd name="T10" fmla="*/ 69 w 90"/>
                <a:gd name="T11" fmla="*/ 9 h 44"/>
                <a:gd name="T12" fmla="*/ 63 w 90"/>
                <a:gd name="T13" fmla="*/ 13 h 44"/>
                <a:gd name="T14" fmla="*/ 55 w 90"/>
                <a:gd name="T15" fmla="*/ 16 h 44"/>
                <a:gd name="T16" fmla="*/ 49 w 90"/>
                <a:gd name="T17" fmla="*/ 20 h 44"/>
                <a:gd name="T18" fmla="*/ 42 w 90"/>
                <a:gd name="T19" fmla="*/ 23 h 44"/>
                <a:gd name="T20" fmla="*/ 34 w 90"/>
                <a:gd name="T21" fmla="*/ 26 h 44"/>
                <a:gd name="T22" fmla="*/ 28 w 90"/>
                <a:gd name="T23" fmla="*/ 29 h 44"/>
                <a:gd name="T24" fmla="*/ 20 w 90"/>
                <a:gd name="T25" fmla="*/ 34 h 44"/>
                <a:gd name="T26" fmla="*/ 15 w 90"/>
                <a:gd name="T27" fmla="*/ 36 h 44"/>
                <a:gd name="T28" fmla="*/ 8 w 90"/>
                <a:gd name="T29" fmla="*/ 39 h 44"/>
                <a:gd name="T30" fmla="*/ 4 w 90"/>
                <a:gd name="T31" fmla="*/ 40 h 44"/>
                <a:gd name="T32" fmla="*/ 2 w 90"/>
                <a:gd name="T33" fmla="*/ 42 h 44"/>
                <a:gd name="T34" fmla="*/ 0 w 90"/>
                <a:gd name="T35" fmla="*/ 43 h 44"/>
                <a:gd name="T36" fmla="*/ 1 w 90"/>
                <a:gd name="T37" fmla="*/ 44 h 44"/>
                <a:gd name="T38" fmla="*/ 2 w 90"/>
                <a:gd name="T39" fmla="*/ 43 h 44"/>
                <a:gd name="T40" fmla="*/ 5 w 90"/>
                <a:gd name="T41" fmla="*/ 42 h 44"/>
                <a:gd name="T42" fmla="*/ 11 w 90"/>
                <a:gd name="T43" fmla="*/ 40 h 44"/>
                <a:gd name="T44" fmla="*/ 15 w 90"/>
                <a:gd name="T45" fmla="*/ 38 h 44"/>
                <a:gd name="T46" fmla="*/ 21 w 90"/>
                <a:gd name="T47" fmla="*/ 34 h 44"/>
                <a:gd name="T48" fmla="*/ 28 w 90"/>
                <a:gd name="T49" fmla="*/ 31 h 44"/>
                <a:gd name="T50" fmla="*/ 35 w 90"/>
                <a:gd name="T51" fmla="*/ 28 h 44"/>
                <a:gd name="T52" fmla="*/ 42 w 90"/>
                <a:gd name="T53" fmla="*/ 24 h 44"/>
                <a:gd name="T54" fmla="*/ 50 w 90"/>
                <a:gd name="T55" fmla="*/ 21 h 44"/>
                <a:gd name="T56" fmla="*/ 56 w 90"/>
                <a:gd name="T57" fmla="*/ 18 h 44"/>
                <a:gd name="T58" fmla="*/ 63 w 90"/>
                <a:gd name="T59" fmla="*/ 14 h 44"/>
                <a:gd name="T60" fmla="*/ 70 w 90"/>
                <a:gd name="T61" fmla="*/ 11 h 44"/>
                <a:gd name="T62" fmla="*/ 77 w 90"/>
                <a:gd name="T63" fmla="*/ 9 h 44"/>
                <a:gd name="T64" fmla="*/ 82 w 90"/>
                <a:gd name="T65" fmla="*/ 6 h 44"/>
                <a:gd name="T66" fmla="*/ 86 w 90"/>
                <a:gd name="T67" fmla="*/ 4 h 44"/>
                <a:gd name="T68" fmla="*/ 90 w 90"/>
                <a:gd name="T69" fmla="*/ 2 h 44"/>
                <a:gd name="T70" fmla="*/ 89 w 90"/>
                <a:gd name="T71" fmla="*/ 0 h 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0"/>
                <a:gd name="T109" fmla="*/ 0 h 44"/>
                <a:gd name="T110" fmla="*/ 90 w 90"/>
                <a:gd name="T111" fmla="*/ 44 h 4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0" h="44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1" y="4"/>
                  </a:lnTo>
                  <a:lnTo>
                    <a:pt x="77" y="6"/>
                  </a:lnTo>
                  <a:lnTo>
                    <a:pt x="69" y="9"/>
                  </a:lnTo>
                  <a:lnTo>
                    <a:pt x="63" y="13"/>
                  </a:lnTo>
                  <a:lnTo>
                    <a:pt x="55" y="16"/>
                  </a:lnTo>
                  <a:lnTo>
                    <a:pt x="49" y="20"/>
                  </a:lnTo>
                  <a:lnTo>
                    <a:pt x="42" y="23"/>
                  </a:lnTo>
                  <a:lnTo>
                    <a:pt x="34" y="26"/>
                  </a:lnTo>
                  <a:lnTo>
                    <a:pt x="28" y="29"/>
                  </a:lnTo>
                  <a:lnTo>
                    <a:pt x="20" y="34"/>
                  </a:lnTo>
                  <a:lnTo>
                    <a:pt x="15" y="36"/>
                  </a:lnTo>
                  <a:lnTo>
                    <a:pt x="8" y="39"/>
                  </a:lnTo>
                  <a:lnTo>
                    <a:pt x="4" y="40"/>
                  </a:lnTo>
                  <a:lnTo>
                    <a:pt x="2" y="42"/>
                  </a:lnTo>
                  <a:lnTo>
                    <a:pt x="0" y="43"/>
                  </a:lnTo>
                  <a:lnTo>
                    <a:pt x="1" y="44"/>
                  </a:lnTo>
                  <a:lnTo>
                    <a:pt x="2" y="43"/>
                  </a:lnTo>
                  <a:lnTo>
                    <a:pt x="5" y="42"/>
                  </a:lnTo>
                  <a:lnTo>
                    <a:pt x="11" y="40"/>
                  </a:lnTo>
                  <a:lnTo>
                    <a:pt x="15" y="38"/>
                  </a:lnTo>
                  <a:lnTo>
                    <a:pt x="21" y="34"/>
                  </a:lnTo>
                  <a:lnTo>
                    <a:pt x="28" y="31"/>
                  </a:lnTo>
                  <a:lnTo>
                    <a:pt x="35" y="28"/>
                  </a:lnTo>
                  <a:lnTo>
                    <a:pt x="42" y="24"/>
                  </a:lnTo>
                  <a:lnTo>
                    <a:pt x="50" y="21"/>
                  </a:lnTo>
                  <a:lnTo>
                    <a:pt x="56" y="18"/>
                  </a:lnTo>
                  <a:lnTo>
                    <a:pt x="63" y="14"/>
                  </a:lnTo>
                  <a:lnTo>
                    <a:pt x="70" y="11"/>
                  </a:lnTo>
                  <a:lnTo>
                    <a:pt x="77" y="9"/>
                  </a:lnTo>
                  <a:lnTo>
                    <a:pt x="82" y="6"/>
                  </a:lnTo>
                  <a:lnTo>
                    <a:pt x="86" y="4"/>
                  </a:lnTo>
                  <a:lnTo>
                    <a:pt x="90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8" name="Freeform 19"/>
            <p:cNvSpPr>
              <a:spLocks/>
            </p:cNvSpPr>
            <p:nvPr/>
          </p:nvSpPr>
          <p:spPr bwMode="auto">
            <a:xfrm>
              <a:off x="3103" y="2009"/>
              <a:ext cx="13" cy="4"/>
            </a:xfrm>
            <a:custGeom>
              <a:avLst/>
              <a:gdLst>
                <a:gd name="T0" fmla="*/ 13 w 13"/>
                <a:gd name="T1" fmla="*/ 3 h 4"/>
                <a:gd name="T2" fmla="*/ 13 w 13"/>
                <a:gd name="T3" fmla="*/ 3 h 4"/>
                <a:gd name="T4" fmla="*/ 12 w 13"/>
                <a:gd name="T5" fmla="*/ 1 h 4"/>
                <a:gd name="T6" fmla="*/ 10 w 13"/>
                <a:gd name="T7" fmla="*/ 1 h 4"/>
                <a:gd name="T8" fmla="*/ 9 w 13"/>
                <a:gd name="T9" fmla="*/ 0 h 4"/>
                <a:gd name="T10" fmla="*/ 6 w 13"/>
                <a:gd name="T11" fmla="*/ 0 h 4"/>
                <a:gd name="T12" fmla="*/ 5 w 13"/>
                <a:gd name="T13" fmla="*/ 0 h 4"/>
                <a:gd name="T14" fmla="*/ 3 w 13"/>
                <a:gd name="T15" fmla="*/ 0 h 4"/>
                <a:gd name="T16" fmla="*/ 2 w 13"/>
                <a:gd name="T17" fmla="*/ 0 h 4"/>
                <a:gd name="T18" fmla="*/ 0 w 13"/>
                <a:gd name="T19" fmla="*/ 1 h 4"/>
                <a:gd name="T20" fmla="*/ 0 w 13"/>
                <a:gd name="T21" fmla="*/ 3 h 4"/>
                <a:gd name="T22" fmla="*/ 2 w 13"/>
                <a:gd name="T23" fmla="*/ 3 h 4"/>
                <a:gd name="T24" fmla="*/ 3 w 13"/>
                <a:gd name="T25" fmla="*/ 3 h 4"/>
                <a:gd name="T26" fmla="*/ 5 w 13"/>
                <a:gd name="T27" fmla="*/ 3 h 4"/>
                <a:gd name="T28" fmla="*/ 6 w 13"/>
                <a:gd name="T29" fmla="*/ 3 h 4"/>
                <a:gd name="T30" fmla="*/ 9 w 13"/>
                <a:gd name="T31" fmla="*/ 3 h 4"/>
                <a:gd name="T32" fmla="*/ 10 w 13"/>
                <a:gd name="T33" fmla="*/ 3 h 4"/>
                <a:gd name="T34" fmla="*/ 11 w 13"/>
                <a:gd name="T35" fmla="*/ 3 h 4"/>
                <a:gd name="T36" fmla="*/ 12 w 13"/>
                <a:gd name="T37" fmla="*/ 4 h 4"/>
                <a:gd name="T38" fmla="*/ 13 w 13"/>
                <a:gd name="T39" fmla="*/ 3 h 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4"/>
                <a:gd name="T62" fmla="*/ 13 w 13"/>
                <a:gd name="T63" fmla="*/ 4 h 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4">
                  <a:moveTo>
                    <a:pt x="13" y="3"/>
                  </a:moveTo>
                  <a:lnTo>
                    <a:pt x="13" y="3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89" name="Freeform 20"/>
            <p:cNvSpPr>
              <a:spLocks/>
            </p:cNvSpPr>
            <p:nvPr/>
          </p:nvSpPr>
          <p:spPr bwMode="auto">
            <a:xfrm>
              <a:off x="3115" y="2012"/>
              <a:ext cx="128" cy="59"/>
            </a:xfrm>
            <a:custGeom>
              <a:avLst/>
              <a:gdLst>
                <a:gd name="T0" fmla="*/ 128 w 128"/>
                <a:gd name="T1" fmla="*/ 58 h 59"/>
                <a:gd name="T2" fmla="*/ 124 w 128"/>
                <a:gd name="T3" fmla="*/ 56 h 59"/>
                <a:gd name="T4" fmla="*/ 119 w 128"/>
                <a:gd name="T5" fmla="*/ 53 h 59"/>
                <a:gd name="T6" fmla="*/ 111 w 128"/>
                <a:gd name="T7" fmla="*/ 51 h 59"/>
                <a:gd name="T8" fmla="*/ 104 w 128"/>
                <a:gd name="T9" fmla="*/ 47 h 59"/>
                <a:gd name="T10" fmla="*/ 94 w 128"/>
                <a:gd name="T11" fmla="*/ 42 h 59"/>
                <a:gd name="T12" fmla="*/ 84 w 128"/>
                <a:gd name="T13" fmla="*/ 38 h 59"/>
                <a:gd name="T14" fmla="*/ 73 w 128"/>
                <a:gd name="T15" fmla="*/ 32 h 59"/>
                <a:gd name="T16" fmla="*/ 62 w 128"/>
                <a:gd name="T17" fmla="*/ 27 h 59"/>
                <a:gd name="T18" fmla="*/ 51 w 128"/>
                <a:gd name="T19" fmla="*/ 22 h 59"/>
                <a:gd name="T20" fmla="*/ 41 w 128"/>
                <a:gd name="T21" fmla="*/ 18 h 59"/>
                <a:gd name="T22" fmla="*/ 30 w 128"/>
                <a:gd name="T23" fmla="*/ 12 h 59"/>
                <a:gd name="T24" fmla="*/ 22 w 128"/>
                <a:gd name="T25" fmla="*/ 8 h 59"/>
                <a:gd name="T26" fmla="*/ 14 w 128"/>
                <a:gd name="T27" fmla="*/ 5 h 59"/>
                <a:gd name="T28" fmla="*/ 8 w 128"/>
                <a:gd name="T29" fmla="*/ 3 h 59"/>
                <a:gd name="T30" fmla="*/ 4 w 128"/>
                <a:gd name="T31" fmla="*/ 1 h 59"/>
                <a:gd name="T32" fmla="*/ 0 w 128"/>
                <a:gd name="T33" fmla="*/ 2 h 59"/>
                <a:gd name="T34" fmla="*/ 2 w 128"/>
                <a:gd name="T35" fmla="*/ 2 h 59"/>
                <a:gd name="T36" fmla="*/ 7 w 128"/>
                <a:gd name="T37" fmla="*/ 4 h 59"/>
                <a:gd name="T38" fmla="*/ 13 w 128"/>
                <a:gd name="T39" fmla="*/ 7 h 59"/>
                <a:gd name="T40" fmla="*/ 21 w 128"/>
                <a:gd name="T41" fmla="*/ 10 h 59"/>
                <a:gd name="T42" fmla="*/ 29 w 128"/>
                <a:gd name="T43" fmla="*/ 14 h 59"/>
                <a:gd name="T44" fmla="*/ 40 w 128"/>
                <a:gd name="T45" fmla="*/ 20 h 59"/>
                <a:gd name="T46" fmla="*/ 50 w 128"/>
                <a:gd name="T47" fmla="*/ 24 h 59"/>
                <a:gd name="T48" fmla="*/ 61 w 128"/>
                <a:gd name="T49" fmla="*/ 28 h 59"/>
                <a:gd name="T50" fmla="*/ 72 w 128"/>
                <a:gd name="T51" fmla="*/ 35 h 59"/>
                <a:gd name="T52" fmla="*/ 83 w 128"/>
                <a:gd name="T53" fmla="*/ 39 h 59"/>
                <a:gd name="T54" fmla="*/ 94 w 128"/>
                <a:gd name="T55" fmla="*/ 43 h 59"/>
                <a:gd name="T56" fmla="*/ 103 w 128"/>
                <a:gd name="T57" fmla="*/ 48 h 59"/>
                <a:gd name="T58" fmla="*/ 110 w 128"/>
                <a:gd name="T59" fmla="*/ 53 h 59"/>
                <a:gd name="T60" fmla="*/ 119 w 128"/>
                <a:gd name="T61" fmla="*/ 55 h 59"/>
                <a:gd name="T62" fmla="*/ 123 w 128"/>
                <a:gd name="T63" fmla="*/ 58 h 59"/>
                <a:gd name="T64" fmla="*/ 126 w 128"/>
                <a:gd name="T65" fmla="*/ 59 h 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8"/>
                <a:gd name="T100" fmla="*/ 0 h 59"/>
                <a:gd name="T101" fmla="*/ 128 w 128"/>
                <a:gd name="T102" fmla="*/ 59 h 5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8" h="59">
                  <a:moveTo>
                    <a:pt x="128" y="58"/>
                  </a:moveTo>
                  <a:lnTo>
                    <a:pt x="128" y="58"/>
                  </a:lnTo>
                  <a:lnTo>
                    <a:pt x="126" y="57"/>
                  </a:lnTo>
                  <a:lnTo>
                    <a:pt x="124" y="56"/>
                  </a:lnTo>
                  <a:lnTo>
                    <a:pt x="122" y="55"/>
                  </a:lnTo>
                  <a:lnTo>
                    <a:pt x="119" y="53"/>
                  </a:lnTo>
                  <a:lnTo>
                    <a:pt x="115" y="53"/>
                  </a:lnTo>
                  <a:lnTo>
                    <a:pt x="111" y="51"/>
                  </a:lnTo>
                  <a:lnTo>
                    <a:pt x="108" y="49"/>
                  </a:lnTo>
                  <a:lnTo>
                    <a:pt x="104" y="47"/>
                  </a:lnTo>
                  <a:lnTo>
                    <a:pt x="99" y="44"/>
                  </a:lnTo>
                  <a:lnTo>
                    <a:pt x="94" y="42"/>
                  </a:lnTo>
                  <a:lnTo>
                    <a:pt x="89" y="40"/>
                  </a:lnTo>
                  <a:lnTo>
                    <a:pt x="84" y="38"/>
                  </a:lnTo>
                  <a:lnTo>
                    <a:pt x="78" y="36"/>
                  </a:lnTo>
                  <a:lnTo>
                    <a:pt x="73" y="32"/>
                  </a:lnTo>
                  <a:lnTo>
                    <a:pt x="68" y="29"/>
                  </a:lnTo>
                  <a:lnTo>
                    <a:pt x="62" y="27"/>
                  </a:lnTo>
                  <a:lnTo>
                    <a:pt x="57" y="25"/>
                  </a:lnTo>
                  <a:lnTo>
                    <a:pt x="51" y="22"/>
                  </a:lnTo>
                  <a:lnTo>
                    <a:pt x="45" y="20"/>
                  </a:lnTo>
                  <a:lnTo>
                    <a:pt x="41" y="18"/>
                  </a:lnTo>
                  <a:lnTo>
                    <a:pt x="36" y="16"/>
                  </a:lnTo>
                  <a:lnTo>
                    <a:pt x="30" y="12"/>
                  </a:lnTo>
                  <a:lnTo>
                    <a:pt x="26" y="10"/>
                  </a:lnTo>
                  <a:lnTo>
                    <a:pt x="22" y="8"/>
                  </a:lnTo>
                  <a:lnTo>
                    <a:pt x="17" y="7"/>
                  </a:lnTo>
                  <a:lnTo>
                    <a:pt x="14" y="5"/>
                  </a:lnTo>
                  <a:lnTo>
                    <a:pt x="11" y="4"/>
                  </a:lnTo>
                  <a:lnTo>
                    <a:pt x="8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5" y="3"/>
                  </a:lnTo>
                  <a:lnTo>
                    <a:pt x="7" y="4"/>
                  </a:lnTo>
                  <a:lnTo>
                    <a:pt x="9" y="5"/>
                  </a:lnTo>
                  <a:lnTo>
                    <a:pt x="13" y="7"/>
                  </a:lnTo>
                  <a:lnTo>
                    <a:pt x="17" y="8"/>
                  </a:lnTo>
                  <a:lnTo>
                    <a:pt x="21" y="10"/>
                  </a:lnTo>
                  <a:lnTo>
                    <a:pt x="25" y="12"/>
                  </a:lnTo>
                  <a:lnTo>
                    <a:pt x="29" y="14"/>
                  </a:lnTo>
                  <a:lnTo>
                    <a:pt x="36" y="17"/>
                  </a:lnTo>
                  <a:lnTo>
                    <a:pt x="40" y="20"/>
                  </a:lnTo>
                  <a:lnTo>
                    <a:pt x="45" y="22"/>
                  </a:lnTo>
                  <a:lnTo>
                    <a:pt x="50" y="24"/>
                  </a:lnTo>
                  <a:lnTo>
                    <a:pt x="56" y="26"/>
                  </a:lnTo>
                  <a:lnTo>
                    <a:pt x="61" y="28"/>
                  </a:lnTo>
                  <a:lnTo>
                    <a:pt x="67" y="32"/>
                  </a:lnTo>
                  <a:lnTo>
                    <a:pt x="72" y="35"/>
                  </a:lnTo>
                  <a:lnTo>
                    <a:pt x="78" y="37"/>
                  </a:lnTo>
                  <a:lnTo>
                    <a:pt x="83" y="39"/>
                  </a:lnTo>
                  <a:lnTo>
                    <a:pt x="88" y="41"/>
                  </a:lnTo>
                  <a:lnTo>
                    <a:pt x="94" y="43"/>
                  </a:lnTo>
                  <a:lnTo>
                    <a:pt x="99" y="45"/>
                  </a:lnTo>
                  <a:lnTo>
                    <a:pt x="103" y="48"/>
                  </a:lnTo>
                  <a:lnTo>
                    <a:pt x="107" y="51"/>
                  </a:lnTo>
                  <a:lnTo>
                    <a:pt x="110" y="53"/>
                  </a:lnTo>
                  <a:lnTo>
                    <a:pt x="115" y="53"/>
                  </a:lnTo>
                  <a:lnTo>
                    <a:pt x="119" y="55"/>
                  </a:lnTo>
                  <a:lnTo>
                    <a:pt x="121" y="57"/>
                  </a:lnTo>
                  <a:lnTo>
                    <a:pt x="123" y="58"/>
                  </a:lnTo>
                  <a:lnTo>
                    <a:pt x="125" y="58"/>
                  </a:lnTo>
                  <a:lnTo>
                    <a:pt x="126" y="59"/>
                  </a:lnTo>
                  <a:lnTo>
                    <a:pt x="128" y="5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0" name="Freeform 21"/>
            <p:cNvSpPr>
              <a:spLocks/>
            </p:cNvSpPr>
            <p:nvPr/>
          </p:nvSpPr>
          <p:spPr bwMode="auto">
            <a:xfrm>
              <a:off x="3241" y="2070"/>
              <a:ext cx="9" cy="11"/>
            </a:xfrm>
            <a:custGeom>
              <a:avLst/>
              <a:gdLst>
                <a:gd name="T0" fmla="*/ 5 w 9"/>
                <a:gd name="T1" fmla="*/ 11 h 11"/>
                <a:gd name="T2" fmla="*/ 5 w 9"/>
                <a:gd name="T3" fmla="*/ 11 h 11"/>
                <a:gd name="T4" fmla="*/ 8 w 9"/>
                <a:gd name="T5" fmla="*/ 10 h 11"/>
                <a:gd name="T6" fmla="*/ 9 w 9"/>
                <a:gd name="T7" fmla="*/ 8 h 11"/>
                <a:gd name="T8" fmla="*/ 9 w 9"/>
                <a:gd name="T9" fmla="*/ 6 h 11"/>
                <a:gd name="T10" fmla="*/ 8 w 9"/>
                <a:gd name="T11" fmla="*/ 6 h 11"/>
                <a:gd name="T12" fmla="*/ 7 w 9"/>
                <a:gd name="T13" fmla="*/ 2 h 11"/>
                <a:gd name="T14" fmla="*/ 5 w 9"/>
                <a:gd name="T15" fmla="*/ 1 h 11"/>
                <a:gd name="T16" fmla="*/ 3 w 9"/>
                <a:gd name="T17" fmla="*/ 1 h 11"/>
                <a:gd name="T18" fmla="*/ 2 w 9"/>
                <a:gd name="T19" fmla="*/ 0 h 11"/>
                <a:gd name="T20" fmla="*/ 0 w 9"/>
                <a:gd name="T21" fmla="*/ 1 h 11"/>
                <a:gd name="T22" fmla="*/ 2 w 9"/>
                <a:gd name="T23" fmla="*/ 2 h 11"/>
                <a:gd name="T24" fmla="*/ 4 w 9"/>
                <a:gd name="T25" fmla="*/ 3 h 11"/>
                <a:gd name="T26" fmla="*/ 5 w 9"/>
                <a:gd name="T27" fmla="*/ 6 h 11"/>
                <a:gd name="T28" fmla="*/ 7 w 9"/>
                <a:gd name="T29" fmla="*/ 6 h 11"/>
                <a:gd name="T30" fmla="*/ 7 w 9"/>
                <a:gd name="T31" fmla="*/ 6 h 11"/>
                <a:gd name="T32" fmla="*/ 7 w 9"/>
                <a:gd name="T33" fmla="*/ 8 h 11"/>
                <a:gd name="T34" fmla="*/ 7 w 9"/>
                <a:gd name="T35" fmla="*/ 8 h 11"/>
                <a:gd name="T36" fmla="*/ 4 w 9"/>
                <a:gd name="T37" fmla="*/ 10 h 11"/>
                <a:gd name="T38" fmla="*/ 5 w 9"/>
                <a:gd name="T39" fmla="*/ 11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"/>
                <a:gd name="T61" fmla="*/ 0 h 11"/>
                <a:gd name="T62" fmla="*/ 9 w 9"/>
                <a:gd name="T63" fmla="*/ 11 h 1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" h="11">
                  <a:moveTo>
                    <a:pt x="5" y="11"/>
                  </a:moveTo>
                  <a:lnTo>
                    <a:pt x="5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6"/>
                  </a:lnTo>
                  <a:lnTo>
                    <a:pt x="8" y="6"/>
                  </a:lnTo>
                  <a:lnTo>
                    <a:pt x="7" y="2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4" y="10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1" name="Freeform 22"/>
            <p:cNvSpPr>
              <a:spLocks/>
            </p:cNvSpPr>
            <p:nvPr/>
          </p:nvSpPr>
          <p:spPr bwMode="auto">
            <a:xfrm>
              <a:off x="3143" y="2080"/>
              <a:ext cx="103" cy="46"/>
            </a:xfrm>
            <a:custGeom>
              <a:avLst/>
              <a:gdLst>
                <a:gd name="T0" fmla="*/ 1 w 103"/>
                <a:gd name="T1" fmla="*/ 46 h 46"/>
                <a:gd name="T2" fmla="*/ 3 w 103"/>
                <a:gd name="T3" fmla="*/ 45 h 46"/>
                <a:gd name="T4" fmla="*/ 9 w 103"/>
                <a:gd name="T5" fmla="*/ 43 h 46"/>
                <a:gd name="T6" fmla="*/ 14 w 103"/>
                <a:gd name="T7" fmla="*/ 40 h 46"/>
                <a:gd name="T8" fmla="*/ 20 w 103"/>
                <a:gd name="T9" fmla="*/ 37 h 46"/>
                <a:gd name="T10" fmla="*/ 27 w 103"/>
                <a:gd name="T11" fmla="*/ 35 h 46"/>
                <a:gd name="T12" fmla="*/ 35 w 103"/>
                <a:gd name="T13" fmla="*/ 31 h 46"/>
                <a:gd name="T14" fmla="*/ 44 w 103"/>
                <a:gd name="T15" fmla="*/ 27 h 46"/>
                <a:gd name="T16" fmla="*/ 52 w 103"/>
                <a:gd name="T17" fmla="*/ 23 h 46"/>
                <a:gd name="T18" fmla="*/ 60 w 103"/>
                <a:gd name="T19" fmla="*/ 20 h 46"/>
                <a:gd name="T20" fmla="*/ 70 w 103"/>
                <a:gd name="T21" fmla="*/ 17 h 46"/>
                <a:gd name="T22" fmla="*/ 77 w 103"/>
                <a:gd name="T23" fmla="*/ 14 h 46"/>
                <a:gd name="T24" fmla="*/ 83 w 103"/>
                <a:gd name="T25" fmla="*/ 11 h 46"/>
                <a:gd name="T26" fmla="*/ 90 w 103"/>
                <a:gd name="T27" fmla="*/ 6 h 46"/>
                <a:gd name="T28" fmla="*/ 95 w 103"/>
                <a:gd name="T29" fmla="*/ 4 h 46"/>
                <a:gd name="T30" fmla="*/ 100 w 103"/>
                <a:gd name="T31" fmla="*/ 3 h 46"/>
                <a:gd name="T32" fmla="*/ 103 w 103"/>
                <a:gd name="T33" fmla="*/ 2 h 46"/>
                <a:gd name="T34" fmla="*/ 101 w 103"/>
                <a:gd name="T35" fmla="*/ 1 h 46"/>
                <a:gd name="T36" fmla="*/ 97 w 103"/>
                <a:gd name="T37" fmla="*/ 2 h 46"/>
                <a:gd name="T38" fmla="*/ 92 w 103"/>
                <a:gd name="T39" fmla="*/ 4 h 46"/>
                <a:gd name="T40" fmla="*/ 86 w 103"/>
                <a:gd name="T41" fmla="*/ 6 h 46"/>
                <a:gd name="T42" fmla="*/ 79 w 103"/>
                <a:gd name="T43" fmla="*/ 11 h 46"/>
                <a:gd name="T44" fmla="*/ 72 w 103"/>
                <a:gd name="T45" fmla="*/ 14 h 46"/>
                <a:gd name="T46" fmla="*/ 64 w 103"/>
                <a:gd name="T47" fmla="*/ 17 h 46"/>
                <a:gd name="T48" fmla="*/ 56 w 103"/>
                <a:gd name="T49" fmla="*/ 20 h 46"/>
                <a:gd name="T50" fmla="*/ 47 w 103"/>
                <a:gd name="T51" fmla="*/ 23 h 46"/>
                <a:gd name="T52" fmla="*/ 39 w 103"/>
                <a:gd name="T53" fmla="*/ 28 h 46"/>
                <a:gd name="T54" fmla="*/ 31 w 103"/>
                <a:gd name="T55" fmla="*/ 31 h 46"/>
                <a:gd name="T56" fmla="*/ 23 w 103"/>
                <a:gd name="T57" fmla="*/ 35 h 46"/>
                <a:gd name="T58" fmla="*/ 16 w 103"/>
                <a:gd name="T59" fmla="*/ 37 h 46"/>
                <a:gd name="T60" fmla="*/ 11 w 103"/>
                <a:gd name="T61" fmla="*/ 40 h 46"/>
                <a:gd name="T62" fmla="*/ 5 w 103"/>
                <a:gd name="T63" fmla="*/ 43 h 46"/>
                <a:gd name="T64" fmla="*/ 1 w 103"/>
                <a:gd name="T65" fmla="*/ 44 h 46"/>
                <a:gd name="T66" fmla="*/ 1 w 103"/>
                <a:gd name="T67" fmla="*/ 46 h 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6"/>
                <a:gd name="T104" fmla="*/ 103 w 103"/>
                <a:gd name="T105" fmla="*/ 46 h 4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6">
                  <a:moveTo>
                    <a:pt x="1" y="46"/>
                  </a:moveTo>
                  <a:lnTo>
                    <a:pt x="1" y="46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42"/>
                  </a:lnTo>
                  <a:lnTo>
                    <a:pt x="14" y="40"/>
                  </a:lnTo>
                  <a:lnTo>
                    <a:pt x="17" y="39"/>
                  </a:lnTo>
                  <a:lnTo>
                    <a:pt x="20" y="37"/>
                  </a:lnTo>
                  <a:lnTo>
                    <a:pt x="24" y="36"/>
                  </a:lnTo>
                  <a:lnTo>
                    <a:pt x="27" y="35"/>
                  </a:lnTo>
                  <a:lnTo>
                    <a:pt x="31" y="33"/>
                  </a:lnTo>
                  <a:lnTo>
                    <a:pt x="35" y="31"/>
                  </a:lnTo>
                  <a:lnTo>
                    <a:pt x="40" y="29"/>
                  </a:lnTo>
                  <a:lnTo>
                    <a:pt x="44" y="27"/>
                  </a:lnTo>
                  <a:lnTo>
                    <a:pt x="47" y="26"/>
                  </a:lnTo>
                  <a:lnTo>
                    <a:pt x="52" y="23"/>
                  </a:lnTo>
                  <a:lnTo>
                    <a:pt x="57" y="22"/>
                  </a:lnTo>
                  <a:lnTo>
                    <a:pt x="60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4"/>
                  </a:lnTo>
                  <a:lnTo>
                    <a:pt x="80" y="11"/>
                  </a:lnTo>
                  <a:lnTo>
                    <a:pt x="83" y="11"/>
                  </a:lnTo>
                  <a:lnTo>
                    <a:pt x="87" y="8"/>
                  </a:lnTo>
                  <a:lnTo>
                    <a:pt x="90" y="6"/>
                  </a:lnTo>
                  <a:lnTo>
                    <a:pt x="92" y="5"/>
                  </a:lnTo>
                  <a:lnTo>
                    <a:pt x="95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2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6"/>
                  </a:lnTo>
                  <a:lnTo>
                    <a:pt x="82" y="8"/>
                  </a:lnTo>
                  <a:lnTo>
                    <a:pt x="79" y="11"/>
                  </a:lnTo>
                  <a:lnTo>
                    <a:pt x="76" y="11"/>
                  </a:lnTo>
                  <a:lnTo>
                    <a:pt x="72" y="14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9"/>
                  </a:lnTo>
                  <a:lnTo>
                    <a:pt x="56" y="20"/>
                  </a:lnTo>
                  <a:lnTo>
                    <a:pt x="50" y="22"/>
                  </a:lnTo>
                  <a:lnTo>
                    <a:pt x="47" y="23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5" y="29"/>
                  </a:lnTo>
                  <a:lnTo>
                    <a:pt x="31" y="31"/>
                  </a:lnTo>
                  <a:lnTo>
                    <a:pt x="27" y="33"/>
                  </a:lnTo>
                  <a:lnTo>
                    <a:pt x="23" y="35"/>
                  </a:lnTo>
                  <a:lnTo>
                    <a:pt x="19" y="36"/>
                  </a:lnTo>
                  <a:lnTo>
                    <a:pt x="16" y="37"/>
                  </a:lnTo>
                  <a:lnTo>
                    <a:pt x="14" y="38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5" y="43"/>
                  </a:lnTo>
                  <a:lnTo>
                    <a:pt x="3" y="43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2" name="Freeform 23"/>
            <p:cNvSpPr>
              <a:spLocks/>
            </p:cNvSpPr>
            <p:nvPr/>
          </p:nvSpPr>
          <p:spPr bwMode="auto">
            <a:xfrm>
              <a:off x="3129" y="2122"/>
              <a:ext cx="14" cy="4"/>
            </a:xfrm>
            <a:custGeom>
              <a:avLst/>
              <a:gdLst>
                <a:gd name="T0" fmla="*/ 0 w 14"/>
                <a:gd name="T1" fmla="*/ 1 h 4"/>
                <a:gd name="T2" fmla="*/ 0 w 14"/>
                <a:gd name="T3" fmla="*/ 1 h 4"/>
                <a:gd name="T4" fmla="*/ 1 w 14"/>
                <a:gd name="T5" fmla="*/ 2 h 4"/>
                <a:gd name="T6" fmla="*/ 3 w 14"/>
                <a:gd name="T7" fmla="*/ 3 h 4"/>
                <a:gd name="T8" fmla="*/ 7 w 14"/>
                <a:gd name="T9" fmla="*/ 3 h 4"/>
                <a:gd name="T10" fmla="*/ 7 w 14"/>
                <a:gd name="T11" fmla="*/ 3 h 4"/>
                <a:gd name="T12" fmla="*/ 10 w 14"/>
                <a:gd name="T13" fmla="*/ 4 h 4"/>
                <a:gd name="T14" fmla="*/ 11 w 14"/>
                <a:gd name="T15" fmla="*/ 4 h 4"/>
                <a:gd name="T16" fmla="*/ 13 w 14"/>
                <a:gd name="T17" fmla="*/ 4 h 4"/>
                <a:gd name="T18" fmla="*/ 14 w 14"/>
                <a:gd name="T19" fmla="*/ 4 h 4"/>
                <a:gd name="T20" fmla="*/ 13 w 14"/>
                <a:gd name="T21" fmla="*/ 2 h 4"/>
                <a:gd name="T22" fmla="*/ 11 w 14"/>
                <a:gd name="T23" fmla="*/ 2 h 4"/>
                <a:gd name="T24" fmla="*/ 10 w 14"/>
                <a:gd name="T25" fmla="*/ 2 h 4"/>
                <a:gd name="T26" fmla="*/ 9 w 14"/>
                <a:gd name="T27" fmla="*/ 2 h 4"/>
                <a:gd name="T28" fmla="*/ 7 w 14"/>
                <a:gd name="T29" fmla="*/ 1 h 4"/>
                <a:gd name="T30" fmla="*/ 3 w 14"/>
                <a:gd name="T31" fmla="*/ 1 h 4"/>
                <a:gd name="T32" fmla="*/ 2 w 14"/>
                <a:gd name="T33" fmla="*/ 1 h 4"/>
                <a:gd name="T34" fmla="*/ 1 w 14"/>
                <a:gd name="T35" fmla="*/ 0 h 4"/>
                <a:gd name="T36" fmla="*/ 0 w 14"/>
                <a:gd name="T37" fmla="*/ 1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4"/>
                <a:gd name="T59" fmla="*/ 14 w 14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4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7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3" name="Freeform 24"/>
            <p:cNvSpPr>
              <a:spLocks/>
            </p:cNvSpPr>
            <p:nvPr/>
          </p:nvSpPr>
          <p:spPr bwMode="auto">
            <a:xfrm>
              <a:off x="3015" y="2061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4 h 62"/>
                <a:gd name="T6" fmla="*/ 11 w 115"/>
                <a:gd name="T7" fmla="*/ 8 h 62"/>
                <a:gd name="T8" fmla="*/ 18 w 115"/>
                <a:gd name="T9" fmla="*/ 11 h 62"/>
                <a:gd name="T10" fmla="*/ 26 w 115"/>
                <a:gd name="T11" fmla="*/ 16 h 62"/>
                <a:gd name="T12" fmla="*/ 35 w 115"/>
                <a:gd name="T13" fmla="*/ 20 h 62"/>
                <a:gd name="T14" fmla="*/ 45 w 115"/>
                <a:gd name="T15" fmla="*/ 25 h 62"/>
                <a:gd name="T16" fmla="*/ 54 w 115"/>
                <a:gd name="T17" fmla="*/ 30 h 62"/>
                <a:gd name="T18" fmla="*/ 64 w 115"/>
                <a:gd name="T19" fmla="*/ 36 h 62"/>
                <a:gd name="T20" fmla="*/ 75 w 115"/>
                <a:gd name="T21" fmla="*/ 40 h 62"/>
                <a:gd name="T22" fmla="*/ 83 w 115"/>
                <a:gd name="T23" fmla="*/ 46 h 62"/>
                <a:gd name="T24" fmla="*/ 93 w 115"/>
                <a:gd name="T25" fmla="*/ 51 h 62"/>
                <a:gd name="T26" fmla="*/ 99 w 115"/>
                <a:gd name="T27" fmla="*/ 54 h 62"/>
                <a:gd name="T28" fmla="*/ 107 w 115"/>
                <a:gd name="T29" fmla="*/ 57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59 h 62"/>
                <a:gd name="T36" fmla="*/ 110 w 115"/>
                <a:gd name="T37" fmla="*/ 57 h 62"/>
                <a:gd name="T38" fmla="*/ 104 w 115"/>
                <a:gd name="T39" fmla="*/ 54 h 62"/>
                <a:gd name="T40" fmla="*/ 97 w 115"/>
                <a:gd name="T41" fmla="*/ 51 h 62"/>
                <a:gd name="T42" fmla="*/ 90 w 115"/>
                <a:gd name="T43" fmla="*/ 46 h 62"/>
                <a:gd name="T44" fmla="*/ 80 w 115"/>
                <a:gd name="T45" fmla="*/ 41 h 62"/>
                <a:gd name="T46" fmla="*/ 70 w 115"/>
                <a:gd name="T47" fmla="*/ 37 h 62"/>
                <a:gd name="T48" fmla="*/ 61 w 115"/>
                <a:gd name="T49" fmla="*/ 32 h 62"/>
                <a:gd name="T50" fmla="*/ 51 w 115"/>
                <a:gd name="T51" fmla="*/ 25 h 62"/>
                <a:gd name="T52" fmla="*/ 41 w 115"/>
                <a:gd name="T53" fmla="*/ 21 h 62"/>
                <a:gd name="T54" fmla="*/ 32 w 115"/>
                <a:gd name="T55" fmla="*/ 17 h 62"/>
                <a:gd name="T56" fmla="*/ 23 w 115"/>
                <a:gd name="T57" fmla="*/ 12 h 62"/>
                <a:gd name="T58" fmla="*/ 16 w 115"/>
                <a:gd name="T59" fmla="*/ 8 h 62"/>
                <a:gd name="T60" fmla="*/ 8 w 115"/>
                <a:gd name="T61" fmla="*/ 4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11" y="8"/>
                  </a:lnTo>
                  <a:lnTo>
                    <a:pt x="15" y="10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0"/>
                  </a:lnTo>
                  <a:lnTo>
                    <a:pt x="39" y="22"/>
                  </a:lnTo>
                  <a:lnTo>
                    <a:pt x="45" y="25"/>
                  </a:lnTo>
                  <a:lnTo>
                    <a:pt x="49" y="27"/>
                  </a:lnTo>
                  <a:lnTo>
                    <a:pt x="54" y="30"/>
                  </a:lnTo>
                  <a:lnTo>
                    <a:pt x="60" y="34"/>
                  </a:lnTo>
                  <a:lnTo>
                    <a:pt x="64" y="36"/>
                  </a:lnTo>
                  <a:lnTo>
                    <a:pt x="70" y="38"/>
                  </a:lnTo>
                  <a:lnTo>
                    <a:pt x="75" y="40"/>
                  </a:lnTo>
                  <a:lnTo>
                    <a:pt x="79" y="43"/>
                  </a:lnTo>
                  <a:lnTo>
                    <a:pt x="83" y="46"/>
                  </a:lnTo>
                  <a:lnTo>
                    <a:pt x="88" y="49"/>
                  </a:lnTo>
                  <a:lnTo>
                    <a:pt x="93" y="51"/>
                  </a:lnTo>
                  <a:lnTo>
                    <a:pt x="96" y="53"/>
                  </a:lnTo>
                  <a:lnTo>
                    <a:pt x="99" y="54"/>
                  </a:lnTo>
                  <a:lnTo>
                    <a:pt x="102" y="56"/>
                  </a:lnTo>
                  <a:lnTo>
                    <a:pt x="107" y="57"/>
                  </a:lnTo>
                  <a:lnTo>
                    <a:pt x="110" y="59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1"/>
                  </a:lnTo>
                  <a:lnTo>
                    <a:pt x="114" y="59"/>
                  </a:lnTo>
                  <a:lnTo>
                    <a:pt x="112" y="58"/>
                  </a:lnTo>
                  <a:lnTo>
                    <a:pt x="110" y="57"/>
                  </a:lnTo>
                  <a:lnTo>
                    <a:pt x="107" y="56"/>
                  </a:lnTo>
                  <a:lnTo>
                    <a:pt x="104" y="54"/>
                  </a:lnTo>
                  <a:lnTo>
                    <a:pt x="100" y="53"/>
                  </a:lnTo>
                  <a:lnTo>
                    <a:pt x="97" y="51"/>
                  </a:lnTo>
                  <a:lnTo>
                    <a:pt x="94" y="49"/>
                  </a:lnTo>
                  <a:lnTo>
                    <a:pt x="90" y="46"/>
                  </a:lnTo>
                  <a:lnTo>
                    <a:pt x="84" y="43"/>
                  </a:lnTo>
                  <a:lnTo>
                    <a:pt x="80" y="41"/>
                  </a:lnTo>
                  <a:lnTo>
                    <a:pt x="76" y="39"/>
                  </a:lnTo>
                  <a:lnTo>
                    <a:pt x="70" y="37"/>
                  </a:lnTo>
                  <a:lnTo>
                    <a:pt x="65" y="35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5"/>
                  </a:lnTo>
                  <a:lnTo>
                    <a:pt x="46" y="23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2"/>
                  </a:lnTo>
                  <a:lnTo>
                    <a:pt x="19" y="10"/>
                  </a:lnTo>
                  <a:lnTo>
                    <a:pt x="16" y="8"/>
                  </a:lnTo>
                  <a:lnTo>
                    <a:pt x="13" y="5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4" name="Freeform 25"/>
            <p:cNvSpPr>
              <a:spLocks/>
            </p:cNvSpPr>
            <p:nvPr/>
          </p:nvSpPr>
          <p:spPr bwMode="auto">
            <a:xfrm>
              <a:off x="3010" y="2053"/>
              <a:ext cx="6" cy="9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0 h 9"/>
                <a:gd name="T4" fmla="*/ 2 w 6"/>
                <a:gd name="T5" fmla="*/ 1 h 9"/>
                <a:gd name="T6" fmla="*/ 1 w 6"/>
                <a:gd name="T7" fmla="*/ 3 h 9"/>
                <a:gd name="T8" fmla="*/ 0 w 6"/>
                <a:gd name="T9" fmla="*/ 3 h 9"/>
                <a:gd name="T10" fmla="*/ 0 w 6"/>
                <a:gd name="T11" fmla="*/ 6 h 9"/>
                <a:gd name="T12" fmla="*/ 1 w 6"/>
                <a:gd name="T13" fmla="*/ 7 h 9"/>
                <a:gd name="T14" fmla="*/ 2 w 6"/>
                <a:gd name="T15" fmla="*/ 8 h 9"/>
                <a:gd name="T16" fmla="*/ 4 w 6"/>
                <a:gd name="T17" fmla="*/ 8 h 9"/>
                <a:gd name="T18" fmla="*/ 5 w 6"/>
                <a:gd name="T19" fmla="*/ 9 h 9"/>
                <a:gd name="T20" fmla="*/ 6 w 6"/>
                <a:gd name="T21" fmla="*/ 8 h 9"/>
                <a:gd name="T22" fmla="*/ 4 w 6"/>
                <a:gd name="T23" fmla="*/ 7 h 9"/>
                <a:gd name="T24" fmla="*/ 3 w 6"/>
                <a:gd name="T25" fmla="*/ 6 h 9"/>
                <a:gd name="T26" fmla="*/ 2 w 6"/>
                <a:gd name="T27" fmla="*/ 6 h 9"/>
                <a:gd name="T28" fmla="*/ 2 w 6"/>
                <a:gd name="T29" fmla="*/ 3 h 9"/>
                <a:gd name="T30" fmla="*/ 3 w 6"/>
                <a:gd name="T31" fmla="*/ 3 h 9"/>
                <a:gd name="T32" fmla="*/ 5 w 6"/>
                <a:gd name="T33" fmla="*/ 1 h 9"/>
                <a:gd name="T34" fmla="*/ 4 w 6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"/>
                <a:gd name="T55" fmla="*/ 0 h 9"/>
                <a:gd name="T56" fmla="*/ 6 w 6"/>
                <a:gd name="T57" fmla="*/ 9 h 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" h="9">
                  <a:moveTo>
                    <a:pt x="4" y="0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4" y="8"/>
                  </a:lnTo>
                  <a:lnTo>
                    <a:pt x="5" y="9"/>
                  </a:lnTo>
                  <a:lnTo>
                    <a:pt x="6" y="8"/>
                  </a:lnTo>
                  <a:lnTo>
                    <a:pt x="4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5" name="Freeform 26"/>
            <p:cNvSpPr>
              <a:spLocks/>
            </p:cNvSpPr>
            <p:nvPr/>
          </p:nvSpPr>
          <p:spPr bwMode="auto">
            <a:xfrm>
              <a:off x="3137" y="2112"/>
              <a:ext cx="106" cy="49"/>
            </a:xfrm>
            <a:custGeom>
              <a:avLst/>
              <a:gdLst>
                <a:gd name="T0" fmla="*/ 106 w 106"/>
                <a:gd name="T1" fmla="*/ 0 h 49"/>
                <a:gd name="T2" fmla="*/ 104 w 106"/>
                <a:gd name="T3" fmla="*/ 0 h 49"/>
                <a:gd name="T4" fmla="*/ 102 w 106"/>
                <a:gd name="T5" fmla="*/ 1 h 49"/>
                <a:gd name="T6" fmla="*/ 100 w 106"/>
                <a:gd name="T7" fmla="*/ 2 h 49"/>
                <a:gd name="T8" fmla="*/ 98 w 106"/>
                <a:gd name="T9" fmla="*/ 3 h 49"/>
                <a:gd name="T10" fmla="*/ 95 w 106"/>
                <a:gd name="T11" fmla="*/ 4 h 49"/>
                <a:gd name="T12" fmla="*/ 92 w 106"/>
                <a:gd name="T13" fmla="*/ 5 h 49"/>
                <a:gd name="T14" fmla="*/ 88 w 106"/>
                <a:gd name="T15" fmla="*/ 7 h 49"/>
                <a:gd name="T16" fmla="*/ 85 w 106"/>
                <a:gd name="T17" fmla="*/ 10 h 49"/>
                <a:gd name="T18" fmla="*/ 82 w 106"/>
                <a:gd name="T19" fmla="*/ 10 h 49"/>
                <a:gd name="T20" fmla="*/ 79 w 106"/>
                <a:gd name="T21" fmla="*/ 13 h 49"/>
                <a:gd name="T22" fmla="*/ 75 w 106"/>
                <a:gd name="T23" fmla="*/ 15 h 49"/>
                <a:gd name="T24" fmla="*/ 70 w 106"/>
                <a:gd name="T25" fmla="*/ 16 h 49"/>
                <a:gd name="T26" fmla="*/ 66 w 106"/>
                <a:gd name="T27" fmla="*/ 18 h 49"/>
                <a:gd name="T28" fmla="*/ 62 w 106"/>
                <a:gd name="T29" fmla="*/ 20 h 49"/>
                <a:gd name="T30" fmla="*/ 57 w 106"/>
                <a:gd name="T31" fmla="*/ 22 h 49"/>
                <a:gd name="T32" fmla="*/ 53 w 106"/>
                <a:gd name="T33" fmla="*/ 23 h 49"/>
                <a:gd name="T34" fmla="*/ 50 w 106"/>
                <a:gd name="T35" fmla="*/ 26 h 49"/>
                <a:gd name="T36" fmla="*/ 45 w 106"/>
                <a:gd name="T37" fmla="*/ 29 h 49"/>
                <a:gd name="T38" fmla="*/ 40 w 106"/>
                <a:gd name="T39" fmla="*/ 31 h 49"/>
                <a:gd name="T40" fmla="*/ 36 w 106"/>
                <a:gd name="T41" fmla="*/ 32 h 49"/>
                <a:gd name="T42" fmla="*/ 31 w 106"/>
                <a:gd name="T43" fmla="*/ 34 h 49"/>
                <a:gd name="T44" fmla="*/ 28 w 106"/>
                <a:gd name="T45" fmla="*/ 36 h 49"/>
                <a:gd name="T46" fmla="*/ 23 w 106"/>
                <a:gd name="T47" fmla="*/ 37 h 49"/>
                <a:gd name="T48" fmla="*/ 20 w 106"/>
                <a:gd name="T49" fmla="*/ 39 h 49"/>
                <a:gd name="T50" fmla="*/ 17 w 106"/>
                <a:gd name="T51" fmla="*/ 42 h 49"/>
                <a:gd name="T52" fmla="*/ 14 w 106"/>
                <a:gd name="T53" fmla="*/ 42 h 49"/>
                <a:gd name="T54" fmla="*/ 10 w 106"/>
                <a:gd name="T55" fmla="*/ 45 h 49"/>
                <a:gd name="T56" fmla="*/ 8 w 106"/>
                <a:gd name="T57" fmla="*/ 46 h 49"/>
                <a:gd name="T58" fmla="*/ 5 w 106"/>
                <a:gd name="T59" fmla="*/ 47 h 49"/>
                <a:gd name="T60" fmla="*/ 3 w 106"/>
                <a:gd name="T61" fmla="*/ 48 h 49"/>
                <a:gd name="T62" fmla="*/ 1 w 106"/>
                <a:gd name="T63" fmla="*/ 48 h 49"/>
                <a:gd name="T64" fmla="*/ 0 w 106"/>
                <a:gd name="T65" fmla="*/ 49 h 49"/>
                <a:gd name="T66" fmla="*/ 106 w 106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6"/>
                <a:gd name="T103" fmla="*/ 0 h 49"/>
                <a:gd name="T104" fmla="*/ 106 w 106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6" h="49">
                  <a:moveTo>
                    <a:pt x="106" y="0"/>
                  </a:moveTo>
                  <a:lnTo>
                    <a:pt x="104" y="0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98" y="3"/>
                  </a:lnTo>
                  <a:lnTo>
                    <a:pt x="95" y="4"/>
                  </a:lnTo>
                  <a:lnTo>
                    <a:pt x="92" y="5"/>
                  </a:lnTo>
                  <a:lnTo>
                    <a:pt x="88" y="7"/>
                  </a:lnTo>
                  <a:lnTo>
                    <a:pt x="85" y="10"/>
                  </a:lnTo>
                  <a:lnTo>
                    <a:pt x="82" y="10"/>
                  </a:lnTo>
                  <a:lnTo>
                    <a:pt x="79" y="13"/>
                  </a:lnTo>
                  <a:lnTo>
                    <a:pt x="75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2"/>
                  </a:lnTo>
                  <a:lnTo>
                    <a:pt x="53" y="23"/>
                  </a:lnTo>
                  <a:lnTo>
                    <a:pt x="50" y="26"/>
                  </a:lnTo>
                  <a:lnTo>
                    <a:pt x="45" y="29"/>
                  </a:lnTo>
                  <a:lnTo>
                    <a:pt x="40" y="31"/>
                  </a:lnTo>
                  <a:lnTo>
                    <a:pt x="36" y="32"/>
                  </a:lnTo>
                  <a:lnTo>
                    <a:pt x="31" y="34"/>
                  </a:lnTo>
                  <a:lnTo>
                    <a:pt x="28" y="36"/>
                  </a:lnTo>
                  <a:lnTo>
                    <a:pt x="23" y="37"/>
                  </a:lnTo>
                  <a:lnTo>
                    <a:pt x="20" y="39"/>
                  </a:lnTo>
                  <a:lnTo>
                    <a:pt x="17" y="42"/>
                  </a:lnTo>
                  <a:lnTo>
                    <a:pt x="14" y="42"/>
                  </a:lnTo>
                  <a:lnTo>
                    <a:pt x="10" y="45"/>
                  </a:lnTo>
                  <a:lnTo>
                    <a:pt x="8" y="46"/>
                  </a:lnTo>
                  <a:lnTo>
                    <a:pt x="5" y="47"/>
                  </a:lnTo>
                  <a:lnTo>
                    <a:pt x="3" y="48"/>
                  </a:lnTo>
                  <a:lnTo>
                    <a:pt x="1" y="48"/>
                  </a:lnTo>
                  <a:lnTo>
                    <a:pt x="0" y="49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6" name="Freeform 27"/>
            <p:cNvSpPr>
              <a:spLocks/>
            </p:cNvSpPr>
            <p:nvPr/>
          </p:nvSpPr>
          <p:spPr bwMode="auto">
            <a:xfrm>
              <a:off x="3136" y="2112"/>
              <a:ext cx="107" cy="50"/>
            </a:xfrm>
            <a:custGeom>
              <a:avLst/>
              <a:gdLst>
                <a:gd name="T0" fmla="*/ 2 w 107"/>
                <a:gd name="T1" fmla="*/ 49 h 50"/>
                <a:gd name="T2" fmla="*/ 6 w 107"/>
                <a:gd name="T3" fmla="*/ 48 h 50"/>
                <a:gd name="T4" fmla="*/ 10 w 107"/>
                <a:gd name="T5" fmla="*/ 46 h 50"/>
                <a:gd name="T6" fmla="*/ 18 w 107"/>
                <a:gd name="T7" fmla="*/ 42 h 50"/>
                <a:gd name="T8" fmla="*/ 24 w 107"/>
                <a:gd name="T9" fmla="*/ 38 h 50"/>
                <a:gd name="T10" fmla="*/ 32 w 107"/>
                <a:gd name="T11" fmla="*/ 35 h 50"/>
                <a:gd name="T12" fmla="*/ 41 w 107"/>
                <a:gd name="T13" fmla="*/ 32 h 50"/>
                <a:gd name="T14" fmla="*/ 49 w 107"/>
                <a:gd name="T15" fmla="*/ 28 h 50"/>
                <a:gd name="T16" fmla="*/ 58 w 107"/>
                <a:gd name="T17" fmla="*/ 23 h 50"/>
                <a:gd name="T18" fmla="*/ 67 w 107"/>
                <a:gd name="T19" fmla="*/ 19 h 50"/>
                <a:gd name="T20" fmla="*/ 76 w 107"/>
                <a:gd name="T21" fmla="*/ 16 h 50"/>
                <a:gd name="T22" fmla="*/ 83 w 107"/>
                <a:gd name="T23" fmla="*/ 13 h 50"/>
                <a:gd name="T24" fmla="*/ 89 w 107"/>
                <a:gd name="T25" fmla="*/ 10 h 50"/>
                <a:gd name="T26" fmla="*/ 96 w 107"/>
                <a:gd name="T27" fmla="*/ 6 h 50"/>
                <a:gd name="T28" fmla="*/ 101 w 107"/>
                <a:gd name="T29" fmla="*/ 4 h 50"/>
                <a:gd name="T30" fmla="*/ 105 w 107"/>
                <a:gd name="T31" fmla="*/ 2 h 50"/>
                <a:gd name="T32" fmla="*/ 105 w 107"/>
                <a:gd name="T33" fmla="*/ 0 h 50"/>
                <a:gd name="T34" fmla="*/ 103 w 107"/>
                <a:gd name="T35" fmla="*/ 1 h 50"/>
                <a:gd name="T36" fmla="*/ 99 w 107"/>
                <a:gd name="T37" fmla="*/ 3 h 50"/>
                <a:gd name="T38" fmla="*/ 92 w 107"/>
                <a:gd name="T39" fmla="*/ 5 h 50"/>
                <a:gd name="T40" fmla="*/ 86 w 107"/>
                <a:gd name="T41" fmla="*/ 10 h 50"/>
                <a:gd name="T42" fmla="*/ 79 w 107"/>
                <a:gd name="T43" fmla="*/ 13 h 50"/>
                <a:gd name="T44" fmla="*/ 70 w 107"/>
                <a:gd name="T45" fmla="*/ 16 h 50"/>
                <a:gd name="T46" fmla="*/ 62 w 107"/>
                <a:gd name="T47" fmla="*/ 20 h 50"/>
                <a:gd name="T48" fmla="*/ 52 w 107"/>
                <a:gd name="T49" fmla="*/ 23 h 50"/>
                <a:gd name="T50" fmla="*/ 45 w 107"/>
                <a:gd name="T51" fmla="*/ 29 h 50"/>
                <a:gd name="T52" fmla="*/ 35 w 107"/>
                <a:gd name="T53" fmla="*/ 32 h 50"/>
                <a:gd name="T54" fmla="*/ 27 w 107"/>
                <a:gd name="T55" fmla="*/ 35 h 50"/>
                <a:gd name="T56" fmla="*/ 20 w 107"/>
                <a:gd name="T57" fmla="*/ 38 h 50"/>
                <a:gd name="T58" fmla="*/ 12 w 107"/>
                <a:gd name="T59" fmla="*/ 42 h 50"/>
                <a:gd name="T60" fmla="*/ 7 w 107"/>
                <a:gd name="T61" fmla="*/ 45 h 50"/>
                <a:gd name="T62" fmla="*/ 3 w 107"/>
                <a:gd name="T63" fmla="*/ 47 h 50"/>
                <a:gd name="T64" fmla="*/ 0 w 107"/>
                <a:gd name="T65" fmla="*/ 49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7"/>
                <a:gd name="T100" fmla="*/ 0 h 50"/>
                <a:gd name="T101" fmla="*/ 107 w 107"/>
                <a:gd name="T102" fmla="*/ 50 h 5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7" h="50">
                  <a:moveTo>
                    <a:pt x="1" y="50"/>
                  </a:moveTo>
                  <a:lnTo>
                    <a:pt x="2" y="49"/>
                  </a:lnTo>
                  <a:lnTo>
                    <a:pt x="4" y="49"/>
                  </a:lnTo>
                  <a:lnTo>
                    <a:pt x="6" y="48"/>
                  </a:lnTo>
                  <a:lnTo>
                    <a:pt x="8" y="47"/>
                  </a:lnTo>
                  <a:lnTo>
                    <a:pt x="10" y="46"/>
                  </a:lnTo>
                  <a:lnTo>
                    <a:pt x="15" y="44"/>
                  </a:lnTo>
                  <a:lnTo>
                    <a:pt x="18" y="42"/>
                  </a:lnTo>
                  <a:lnTo>
                    <a:pt x="21" y="41"/>
                  </a:lnTo>
                  <a:lnTo>
                    <a:pt x="24" y="38"/>
                  </a:lnTo>
                  <a:lnTo>
                    <a:pt x="29" y="37"/>
                  </a:lnTo>
                  <a:lnTo>
                    <a:pt x="32" y="35"/>
                  </a:lnTo>
                  <a:lnTo>
                    <a:pt x="37" y="33"/>
                  </a:lnTo>
                  <a:lnTo>
                    <a:pt x="41" y="32"/>
                  </a:lnTo>
                  <a:lnTo>
                    <a:pt x="45" y="30"/>
                  </a:lnTo>
                  <a:lnTo>
                    <a:pt x="49" y="28"/>
                  </a:lnTo>
                  <a:lnTo>
                    <a:pt x="54" y="26"/>
                  </a:lnTo>
                  <a:lnTo>
                    <a:pt x="58" y="23"/>
                  </a:lnTo>
                  <a:lnTo>
                    <a:pt x="63" y="21"/>
                  </a:lnTo>
                  <a:lnTo>
                    <a:pt x="67" y="19"/>
                  </a:lnTo>
                  <a:lnTo>
                    <a:pt x="71" y="18"/>
                  </a:lnTo>
                  <a:lnTo>
                    <a:pt x="76" y="16"/>
                  </a:lnTo>
                  <a:lnTo>
                    <a:pt x="80" y="14"/>
                  </a:lnTo>
                  <a:lnTo>
                    <a:pt x="83" y="13"/>
                  </a:lnTo>
                  <a:lnTo>
                    <a:pt x="86" y="10"/>
                  </a:lnTo>
                  <a:lnTo>
                    <a:pt x="89" y="10"/>
                  </a:lnTo>
                  <a:lnTo>
                    <a:pt x="93" y="7"/>
                  </a:lnTo>
                  <a:lnTo>
                    <a:pt x="96" y="6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103" y="3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5" y="0"/>
                  </a:lnTo>
                  <a:lnTo>
                    <a:pt x="104" y="1"/>
                  </a:lnTo>
                  <a:lnTo>
                    <a:pt x="103" y="1"/>
                  </a:lnTo>
                  <a:lnTo>
                    <a:pt x="101" y="2"/>
                  </a:lnTo>
                  <a:lnTo>
                    <a:pt x="99" y="3"/>
                  </a:lnTo>
                  <a:lnTo>
                    <a:pt x="96" y="4"/>
                  </a:lnTo>
                  <a:lnTo>
                    <a:pt x="92" y="5"/>
                  </a:lnTo>
                  <a:lnTo>
                    <a:pt x="89" y="7"/>
                  </a:lnTo>
                  <a:lnTo>
                    <a:pt x="86" y="10"/>
                  </a:lnTo>
                  <a:lnTo>
                    <a:pt x="82" y="10"/>
                  </a:lnTo>
                  <a:lnTo>
                    <a:pt x="79" y="13"/>
                  </a:lnTo>
                  <a:lnTo>
                    <a:pt x="73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1"/>
                  </a:lnTo>
                  <a:lnTo>
                    <a:pt x="52" y="23"/>
                  </a:lnTo>
                  <a:lnTo>
                    <a:pt x="49" y="26"/>
                  </a:lnTo>
                  <a:lnTo>
                    <a:pt x="45" y="29"/>
                  </a:lnTo>
                  <a:lnTo>
                    <a:pt x="40" y="30"/>
                  </a:lnTo>
                  <a:lnTo>
                    <a:pt x="35" y="32"/>
                  </a:lnTo>
                  <a:lnTo>
                    <a:pt x="31" y="34"/>
                  </a:lnTo>
                  <a:lnTo>
                    <a:pt x="27" y="35"/>
                  </a:lnTo>
                  <a:lnTo>
                    <a:pt x="24" y="37"/>
                  </a:lnTo>
                  <a:lnTo>
                    <a:pt x="20" y="38"/>
                  </a:lnTo>
                  <a:lnTo>
                    <a:pt x="17" y="41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7" y="45"/>
                  </a:lnTo>
                  <a:lnTo>
                    <a:pt x="5" y="46"/>
                  </a:lnTo>
                  <a:lnTo>
                    <a:pt x="3" y="47"/>
                  </a:lnTo>
                  <a:lnTo>
                    <a:pt x="1" y="48"/>
                  </a:lnTo>
                  <a:lnTo>
                    <a:pt x="0" y="49"/>
                  </a:lnTo>
                  <a:lnTo>
                    <a:pt x="1" y="5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7" name="Freeform 28"/>
            <p:cNvSpPr>
              <a:spLocks/>
            </p:cNvSpPr>
            <p:nvPr/>
          </p:nvSpPr>
          <p:spPr bwMode="auto">
            <a:xfrm>
              <a:off x="2998" y="2015"/>
              <a:ext cx="252" cy="110"/>
            </a:xfrm>
            <a:custGeom>
              <a:avLst/>
              <a:gdLst>
                <a:gd name="T0" fmla="*/ 2 w 252"/>
                <a:gd name="T1" fmla="*/ 29 h 110"/>
                <a:gd name="T2" fmla="*/ 1 w 252"/>
                <a:gd name="T3" fmla="*/ 15 h 110"/>
                <a:gd name="T4" fmla="*/ 12 w 252"/>
                <a:gd name="T5" fmla="*/ 0 h 110"/>
                <a:gd name="T6" fmla="*/ 18 w 252"/>
                <a:gd name="T7" fmla="*/ 0 h 110"/>
                <a:gd name="T8" fmla="*/ 34 w 252"/>
                <a:gd name="T9" fmla="*/ 1 h 110"/>
                <a:gd name="T10" fmla="*/ 58 w 252"/>
                <a:gd name="T11" fmla="*/ 2 h 110"/>
                <a:gd name="T12" fmla="*/ 86 w 252"/>
                <a:gd name="T13" fmla="*/ 4 h 110"/>
                <a:gd name="T14" fmla="*/ 118 w 252"/>
                <a:gd name="T15" fmla="*/ 6 h 110"/>
                <a:gd name="T16" fmla="*/ 149 w 252"/>
                <a:gd name="T17" fmla="*/ 8 h 110"/>
                <a:gd name="T18" fmla="*/ 180 w 252"/>
                <a:gd name="T19" fmla="*/ 13 h 110"/>
                <a:gd name="T20" fmla="*/ 208 w 252"/>
                <a:gd name="T21" fmla="*/ 15 h 110"/>
                <a:gd name="T22" fmla="*/ 228 w 252"/>
                <a:gd name="T23" fmla="*/ 17 h 110"/>
                <a:gd name="T24" fmla="*/ 241 w 252"/>
                <a:gd name="T25" fmla="*/ 19 h 110"/>
                <a:gd name="T26" fmla="*/ 245 w 252"/>
                <a:gd name="T27" fmla="*/ 36 h 110"/>
                <a:gd name="T28" fmla="*/ 247 w 252"/>
                <a:gd name="T29" fmla="*/ 56 h 110"/>
                <a:gd name="T30" fmla="*/ 251 w 252"/>
                <a:gd name="T31" fmla="*/ 60 h 110"/>
                <a:gd name="T32" fmla="*/ 251 w 252"/>
                <a:gd name="T33" fmla="*/ 63 h 110"/>
                <a:gd name="T34" fmla="*/ 247 w 252"/>
                <a:gd name="T35" fmla="*/ 66 h 110"/>
                <a:gd name="T36" fmla="*/ 238 w 252"/>
                <a:gd name="T37" fmla="*/ 69 h 110"/>
                <a:gd name="T38" fmla="*/ 230 w 252"/>
                <a:gd name="T39" fmla="*/ 73 h 110"/>
                <a:gd name="T40" fmla="*/ 218 w 252"/>
                <a:gd name="T41" fmla="*/ 78 h 110"/>
                <a:gd name="T42" fmla="*/ 205 w 252"/>
                <a:gd name="T43" fmla="*/ 83 h 110"/>
                <a:gd name="T44" fmla="*/ 193 w 252"/>
                <a:gd name="T45" fmla="*/ 89 h 110"/>
                <a:gd name="T46" fmla="*/ 180 w 252"/>
                <a:gd name="T47" fmla="*/ 94 h 110"/>
                <a:gd name="T48" fmla="*/ 170 w 252"/>
                <a:gd name="T49" fmla="*/ 99 h 110"/>
                <a:gd name="T50" fmla="*/ 159 w 252"/>
                <a:gd name="T51" fmla="*/ 103 h 110"/>
                <a:gd name="T52" fmla="*/ 150 w 252"/>
                <a:gd name="T53" fmla="*/ 108 h 110"/>
                <a:gd name="T54" fmla="*/ 145 w 252"/>
                <a:gd name="T55" fmla="*/ 110 h 110"/>
                <a:gd name="T56" fmla="*/ 141 w 252"/>
                <a:gd name="T57" fmla="*/ 110 h 110"/>
                <a:gd name="T58" fmla="*/ 134 w 252"/>
                <a:gd name="T59" fmla="*/ 108 h 110"/>
                <a:gd name="T60" fmla="*/ 130 w 252"/>
                <a:gd name="T61" fmla="*/ 107 h 110"/>
                <a:gd name="T62" fmla="*/ 124 w 252"/>
                <a:gd name="T63" fmla="*/ 101 h 110"/>
                <a:gd name="T64" fmla="*/ 113 w 252"/>
                <a:gd name="T65" fmla="*/ 97 h 110"/>
                <a:gd name="T66" fmla="*/ 101 w 252"/>
                <a:gd name="T67" fmla="*/ 91 h 110"/>
                <a:gd name="T68" fmla="*/ 87 w 252"/>
                <a:gd name="T69" fmla="*/ 82 h 110"/>
                <a:gd name="T70" fmla="*/ 72 w 252"/>
                <a:gd name="T71" fmla="*/ 74 h 110"/>
                <a:gd name="T72" fmla="*/ 58 w 252"/>
                <a:gd name="T73" fmla="*/ 66 h 110"/>
                <a:gd name="T74" fmla="*/ 44 w 252"/>
                <a:gd name="T75" fmla="*/ 60 h 110"/>
                <a:gd name="T76" fmla="*/ 33 w 252"/>
                <a:gd name="T77" fmla="*/ 53 h 110"/>
                <a:gd name="T78" fmla="*/ 23 w 252"/>
                <a:gd name="T79" fmla="*/ 48 h 110"/>
                <a:gd name="T80" fmla="*/ 18 w 252"/>
                <a:gd name="T81" fmla="*/ 46 h 110"/>
                <a:gd name="T82" fmla="*/ 15 w 252"/>
                <a:gd name="T83" fmla="*/ 44 h 110"/>
                <a:gd name="T84" fmla="*/ 10 w 252"/>
                <a:gd name="T85" fmla="*/ 40 h 110"/>
                <a:gd name="T86" fmla="*/ 5 w 252"/>
                <a:gd name="T87" fmla="*/ 37 h 1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2"/>
                <a:gd name="T133" fmla="*/ 0 h 110"/>
                <a:gd name="T134" fmla="*/ 252 w 252"/>
                <a:gd name="T135" fmla="*/ 110 h 11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2" h="110">
                  <a:moveTo>
                    <a:pt x="5" y="37"/>
                  </a:moveTo>
                  <a:lnTo>
                    <a:pt x="3" y="34"/>
                  </a:lnTo>
                  <a:lnTo>
                    <a:pt x="2" y="29"/>
                  </a:lnTo>
                  <a:lnTo>
                    <a:pt x="1" y="24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2" y="8"/>
                  </a:lnTo>
                  <a:lnTo>
                    <a:pt x="5" y="4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40" y="1"/>
                  </a:lnTo>
                  <a:lnTo>
                    <a:pt x="49" y="2"/>
                  </a:lnTo>
                  <a:lnTo>
                    <a:pt x="58" y="2"/>
                  </a:lnTo>
                  <a:lnTo>
                    <a:pt x="67" y="3"/>
                  </a:lnTo>
                  <a:lnTo>
                    <a:pt x="76" y="3"/>
                  </a:lnTo>
                  <a:lnTo>
                    <a:pt x="86" y="4"/>
                  </a:lnTo>
                  <a:lnTo>
                    <a:pt x="96" y="5"/>
                  </a:lnTo>
                  <a:lnTo>
                    <a:pt x="107" y="5"/>
                  </a:lnTo>
                  <a:lnTo>
                    <a:pt x="118" y="6"/>
                  </a:lnTo>
                  <a:lnTo>
                    <a:pt x="128" y="7"/>
                  </a:lnTo>
                  <a:lnTo>
                    <a:pt x="140" y="8"/>
                  </a:lnTo>
                  <a:lnTo>
                    <a:pt x="149" y="8"/>
                  </a:lnTo>
                  <a:lnTo>
                    <a:pt x="160" y="9"/>
                  </a:lnTo>
                  <a:lnTo>
                    <a:pt x="170" y="10"/>
                  </a:lnTo>
                  <a:lnTo>
                    <a:pt x="180" y="13"/>
                  </a:lnTo>
                  <a:lnTo>
                    <a:pt x="189" y="13"/>
                  </a:lnTo>
                  <a:lnTo>
                    <a:pt x="199" y="13"/>
                  </a:lnTo>
                  <a:lnTo>
                    <a:pt x="208" y="15"/>
                  </a:lnTo>
                  <a:lnTo>
                    <a:pt x="215" y="16"/>
                  </a:lnTo>
                  <a:lnTo>
                    <a:pt x="222" y="16"/>
                  </a:lnTo>
                  <a:lnTo>
                    <a:pt x="228" y="17"/>
                  </a:lnTo>
                  <a:lnTo>
                    <a:pt x="234" y="18"/>
                  </a:lnTo>
                  <a:lnTo>
                    <a:pt x="237" y="18"/>
                  </a:lnTo>
                  <a:lnTo>
                    <a:pt x="241" y="19"/>
                  </a:lnTo>
                  <a:lnTo>
                    <a:pt x="243" y="19"/>
                  </a:lnTo>
                  <a:lnTo>
                    <a:pt x="245" y="29"/>
                  </a:lnTo>
                  <a:lnTo>
                    <a:pt x="245" y="36"/>
                  </a:lnTo>
                  <a:lnTo>
                    <a:pt x="245" y="45"/>
                  </a:lnTo>
                  <a:lnTo>
                    <a:pt x="246" y="55"/>
                  </a:lnTo>
                  <a:lnTo>
                    <a:pt x="247" y="56"/>
                  </a:lnTo>
                  <a:lnTo>
                    <a:pt x="249" y="57"/>
                  </a:lnTo>
                  <a:lnTo>
                    <a:pt x="250" y="58"/>
                  </a:lnTo>
                  <a:lnTo>
                    <a:pt x="251" y="60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1" y="63"/>
                  </a:lnTo>
                  <a:lnTo>
                    <a:pt x="249" y="64"/>
                  </a:lnTo>
                  <a:lnTo>
                    <a:pt x="248" y="66"/>
                  </a:lnTo>
                  <a:lnTo>
                    <a:pt x="247" y="66"/>
                  </a:lnTo>
                  <a:lnTo>
                    <a:pt x="245" y="66"/>
                  </a:lnTo>
                  <a:lnTo>
                    <a:pt x="241" y="68"/>
                  </a:lnTo>
                  <a:lnTo>
                    <a:pt x="238" y="69"/>
                  </a:lnTo>
                  <a:lnTo>
                    <a:pt x="236" y="70"/>
                  </a:lnTo>
                  <a:lnTo>
                    <a:pt x="233" y="71"/>
                  </a:lnTo>
                  <a:lnTo>
                    <a:pt x="230" y="73"/>
                  </a:lnTo>
                  <a:lnTo>
                    <a:pt x="226" y="74"/>
                  </a:lnTo>
                  <a:lnTo>
                    <a:pt x="222" y="77"/>
                  </a:lnTo>
                  <a:lnTo>
                    <a:pt x="218" y="78"/>
                  </a:lnTo>
                  <a:lnTo>
                    <a:pt x="215" y="80"/>
                  </a:lnTo>
                  <a:lnTo>
                    <a:pt x="210" y="81"/>
                  </a:lnTo>
                  <a:lnTo>
                    <a:pt x="205" y="83"/>
                  </a:lnTo>
                  <a:lnTo>
                    <a:pt x="202" y="85"/>
                  </a:lnTo>
                  <a:lnTo>
                    <a:pt x="197" y="87"/>
                  </a:lnTo>
                  <a:lnTo>
                    <a:pt x="193" y="89"/>
                  </a:lnTo>
                  <a:lnTo>
                    <a:pt x="189" y="91"/>
                  </a:lnTo>
                  <a:lnTo>
                    <a:pt x="185" y="93"/>
                  </a:lnTo>
                  <a:lnTo>
                    <a:pt x="180" y="94"/>
                  </a:lnTo>
                  <a:lnTo>
                    <a:pt x="177" y="96"/>
                  </a:lnTo>
                  <a:lnTo>
                    <a:pt x="173" y="98"/>
                  </a:lnTo>
                  <a:lnTo>
                    <a:pt x="170" y="99"/>
                  </a:lnTo>
                  <a:lnTo>
                    <a:pt x="165" y="101"/>
                  </a:lnTo>
                  <a:lnTo>
                    <a:pt x="162" y="103"/>
                  </a:lnTo>
                  <a:lnTo>
                    <a:pt x="159" y="103"/>
                  </a:lnTo>
                  <a:lnTo>
                    <a:pt x="156" y="105"/>
                  </a:lnTo>
                  <a:lnTo>
                    <a:pt x="154" y="107"/>
                  </a:lnTo>
                  <a:lnTo>
                    <a:pt x="150" y="108"/>
                  </a:lnTo>
                  <a:lnTo>
                    <a:pt x="148" y="109"/>
                  </a:lnTo>
                  <a:lnTo>
                    <a:pt x="146" y="109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3" y="110"/>
                  </a:lnTo>
                  <a:lnTo>
                    <a:pt x="141" y="110"/>
                  </a:lnTo>
                  <a:lnTo>
                    <a:pt x="140" y="109"/>
                  </a:lnTo>
                  <a:lnTo>
                    <a:pt x="138" y="109"/>
                  </a:lnTo>
                  <a:lnTo>
                    <a:pt x="134" y="108"/>
                  </a:lnTo>
                  <a:lnTo>
                    <a:pt x="132" y="107"/>
                  </a:lnTo>
                  <a:lnTo>
                    <a:pt x="130" y="107"/>
                  </a:lnTo>
                  <a:lnTo>
                    <a:pt x="129" y="105"/>
                  </a:lnTo>
                  <a:lnTo>
                    <a:pt x="127" y="103"/>
                  </a:lnTo>
                  <a:lnTo>
                    <a:pt x="124" y="101"/>
                  </a:lnTo>
                  <a:lnTo>
                    <a:pt x="122" y="101"/>
                  </a:lnTo>
                  <a:lnTo>
                    <a:pt x="118" y="99"/>
                  </a:lnTo>
                  <a:lnTo>
                    <a:pt x="113" y="97"/>
                  </a:lnTo>
                  <a:lnTo>
                    <a:pt x="110" y="95"/>
                  </a:lnTo>
                  <a:lnTo>
                    <a:pt x="106" y="93"/>
                  </a:lnTo>
                  <a:lnTo>
                    <a:pt x="101" y="91"/>
                  </a:lnTo>
                  <a:lnTo>
                    <a:pt x="96" y="88"/>
                  </a:lnTo>
                  <a:lnTo>
                    <a:pt x="92" y="85"/>
                  </a:lnTo>
                  <a:lnTo>
                    <a:pt x="87" y="82"/>
                  </a:lnTo>
                  <a:lnTo>
                    <a:pt x="82" y="80"/>
                  </a:lnTo>
                  <a:lnTo>
                    <a:pt x="77" y="78"/>
                  </a:lnTo>
                  <a:lnTo>
                    <a:pt x="72" y="74"/>
                  </a:lnTo>
                  <a:lnTo>
                    <a:pt x="67" y="72"/>
                  </a:lnTo>
                  <a:lnTo>
                    <a:pt x="63" y="70"/>
                  </a:lnTo>
                  <a:lnTo>
                    <a:pt x="58" y="66"/>
                  </a:lnTo>
                  <a:lnTo>
                    <a:pt x="53" y="64"/>
                  </a:lnTo>
                  <a:lnTo>
                    <a:pt x="49" y="62"/>
                  </a:lnTo>
                  <a:lnTo>
                    <a:pt x="44" y="60"/>
                  </a:lnTo>
                  <a:lnTo>
                    <a:pt x="39" y="57"/>
                  </a:lnTo>
                  <a:lnTo>
                    <a:pt x="36" y="55"/>
                  </a:lnTo>
                  <a:lnTo>
                    <a:pt x="33" y="53"/>
                  </a:lnTo>
                  <a:lnTo>
                    <a:pt x="30" y="52"/>
                  </a:lnTo>
                  <a:lnTo>
                    <a:pt x="25" y="50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3" y="42"/>
                  </a:lnTo>
                  <a:lnTo>
                    <a:pt x="12" y="41"/>
                  </a:lnTo>
                  <a:lnTo>
                    <a:pt x="10" y="40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8" name="Freeform 29"/>
            <p:cNvSpPr>
              <a:spLocks/>
            </p:cNvSpPr>
            <p:nvPr/>
          </p:nvSpPr>
          <p:spPr bwMode="auto">
            <a:xfrm>
              <a:off x="2997" y="2014"/>
              <a:ext cx="14" cy="38"/>
            </a:xfrm>
            <a:custGeom>
              <a:avLst/>
              <a:gdLst>
                <a:gd name="T0" fmla="*/ 13 w 14"/>
                <a:gd name="T1" fmla="*/ 0 h 38"/>
                <a:gd name="T2" fmla="*/ 13 w 14"/>
                <a:gd name="T3" fmla="*/ 0 h 38"/>
                <a:gd name="T4" fmla="*/ 6 w 14"/>
                <a:gd name="T5" fmla="*/ 4 h 38"/>
                <a:gd name="T6" fmla="*/ 2 w 14"/>
                <a:gd name="T7" fmla="*/ 10 h 38"/>
                <a:gd name="T8" fmla="*/ 0 w 14"/>
                <a:gd name="T9" fmla="*/ 16 h 38"/>
                <a:gd name="T10" fmla="*/ 0 w 14"/>
                <a:gd name="T11" fmla="*/ 20 h 38"/>
                <a:gd name="T12" fmla="*/ 0 w 14"/>
                <a:gd name="T13" fmla="*/ 25 h 38"/>
                <a:gd name="T14" fmla="*/ 2 w 14"/>
                <a:gd name="T15" fmla="*/ 30 h 38"/>
                <a:gd name="T16" fmla="*/ 4 w 14"/>
                <a:gd name="T17" fmla="*/ 35 h 38"/>
                <a:gd name="T18" fmla="*/ 6 w 14"/>
                <a:gd name="T19" fmla="*/ 38 h 38"/>
                <a:gd name="T20" fmla="*/ 8 w 14"/>
                <a:gd name="T21" fmla="*/ 37 h 38"/>
                <a:gd name="T22" fmla="*/ 6 w 14"/>
                <a:gd name="T23" fmla="*/ 34 h 38"/>
                <a:gd name="T24" fmla="*/ 4 w 14"/>
                <a:gd name="T25" fmla="*/ 30 h 38"/>
                <a:gd name="T26" fmla="*/ 2 w 14"/>
                <a:gd name="T27" fmla="*/ 25 h 38"/>
                <a:gd name="T28" fmla="*/ 2 w 14"/>
                <a:gd name="T29" fmla="*/ 20 h 38"/>
                <a:gd name="T30" fmla="*/ 2 w 14"/>
                <a:gd name="T31" fmla="*/ 16 h 38"/>
                <a:gd name="T32" fmla="*/ 4 w 14"/>
                <a:gd name="T33" fmla="*/ 10 h 38"/>
                <a:gd name="T34" fmla="*/ 8 w 14"/>
                <a:gd name="T35" fmla="*/ 5 h 38"/>
                <a:gd name="T36" fmla="*/ 14 w 14"/>
                <a:gd name="T37" fmla="*/ 2 h 38"/>
                <a:gd name="T38" fmla="*/ 13 w 14"/>
                <a:gd name="T39" fmla="*/ 0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"/>
                <a:gd name="T61" fmla="*/ 0 h 38"/>
                <a:gd name="T62" fmla="*/ 14 w 14"/>
                <a:gd name="T63" fmla="*/ 38 h 3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" h="38">
                  <a:moveTo>
                    <a:pt x="13" y="0"/>
                  </a:moveTo>
                  <a:lnTo>
                    <a:pt x="13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4" y="35"/>
                  </a:lnTo>
                  <a:lnTo>
                    <a:pt x="6" y="38"/>
                  </a:lnTo>
                  <a:lnTo>
                    <a:pt x="8" y="37"/>
                  </a:lnTo>
                  <a:lnTo>
                    <a:pt x="6" y="34"/>
                  </a:lnTo>
                  <a:lnTo>
                    <a:pt x="4" y="30"/>
                  </a:lnTo>
                  <a:lnTo>
                    <a:pt x="2" y="25"/>
                  </a:lnTo>
                  <a:lnTo>
                    <a:pt x="2" y="20"/>
                  </a:lnTo>
                  <a:lnTo>
                    <a:pt x="2" y="16"/>
                  </a:lnTo>
                  <a:lnTo>
                    <a:pt x="4" y="10"/>
                  </a:lnTo>
                  <a:lnTo>
                    <a:pt x="8" y="5"/>
                  </a:lnTo>
                  <a:lnTo>
                    <a:pt x="14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799" name="Freeform 30"/>
            <p:cNvSpPr>
              <a:spLocks/>
            </p:cNvSpPr>
            <p:nvPr/>
          </p:nvSpPr>
          <p:spPr bwMode="auto">
            <a:xfrm>
              <a:off x="3010" y="2014"/>
              <a:ext cx="231" cy="21"/>
            </a:xfrm>
            <a:custGeom>
              <a:avLst/>
              <a:gdLst>
                <a:gd name="T0" fmla="*/ 231 w 231"/>
                <a:gd name="T1" fmla="*/ 20 h 21"/>
                <a:gd name="T2" fmla="*/ 228 w 231"/>
                <a:gd name="T3" fmla="*/ 18 h 21"/>
                <a:gd name="T4" fmla="*/ 221 w 231"/>
                <a:gd name="T5" fmla="*/ 18 h 21"/>
                <a:gd name="T6" fmla="*/ 210 w 231"/>
                <a:gd name="T7" fmla="*/ 16 h 21"/>
                <a:gd name="T8" fmla="*/ 195 w 231"/>
                <a:gd name="T9" fmla="*/ 15 h 21"/>
                <a:gd name="T10" fmla="*/ 178 w 231"/>
                <a:gd name="T11" fmla="*/ 12 h 21"/>
                <a:gd name="T12" fmla="*/ 158 w 231"/>
                <a:gd name="T13" fmla="*/ 11 h 21"/>
                <a:gd name="T14" fmla="*/ 137 w 231"/>
                <a:gd name="T15" fmla="*/ 9 h 21"/>
                <a:gd name="T16" fmla="*/ 116 w 231"/>
                <a:gd name="T17" fmla="*/ 8 h 21"/>
                <a:gd name="T18" fmla="*/ 96 w 231"/>
                <a:gd name="T19" fmla="*/ 5 h 21"/>
                <a:gd name="T20" fmla="*/ 74 w 231"/>
                <a:gd name="T21" fmla="*/ 5 h 21"/>
                <a:gd name="T22" fmla="*/ 55 w 231"/>
                <a:gd name="T23" fmla="*/ 2 h 21"/>
                <a:gd name="T24" fmla="*/ 38 w 231"/>
                <a:gd name="T25" fmla="*/ 2 h 21"/>
                <a:gd name="T26" fmla="*/ 22 w 231"/>
                <a:gd name="T27" fmla="*/ 1 h 21"/>
                <a:gd name="T28" fmla="*/ 10 w 231"/>
                <a:gd name="T29" fmla="*/ 0 h 21"/>
                <a:gd name="T30" fmla="*/ 3 w 231"/>
                <a:gd name="T31" fmla="*/ 0 h 21"/>
                <a:gd name="T32" fmla="*/ 0 w 231"/>
                <a:gd name="T33" fmla="*/ 0 h 21"/>
                <a:gd name="T34" fmla="*/ 3 w 231"/>
                <a:gd name="T35" fmla="*/ 2 h 21"/>
                <a:gd name="T36" fmla="*/ 10 w 231"/>
                <a:gd name="T37" fmla="*/ 2 h 21"/>
                <a:gd name="T38" fmla="*/ 22 w 231"/>
                <a:gd name="T39" fmla="*/ 2 h 21"/>
                <a:gd name="T40" fmla="*/ 38 w 231"/>
                <a:gd name="T41" fmla="*/ 3 h 21"/>
                <a:gd name="T42" fmla="*/ 55 w 231"/>
                <a:gd name="T43" fmla="*/ 5 h 21"/>
                <a:gd name="T44" fmla="*/ 74 w 231"/>
                <a:gd name="T45" fmla="*/ 5 h 21"/>
                <a:gd name="T46" fmla="*/ 96 w 231"/>
                <a:gd name="T47" fmla="*/ 8 h 21"/>
                <a:gd name="T48" fmla="*/ 116 w 231"/>
                <a:gd name="T49" fmla="*/ 9 h 21"/>
                <a:gd name="T50" fmla="*/ 137 w 231"/>
                <a:gd name="T51" fmla="*/ 11 h 21"/>
                <a:gd name="T52" fmla="*/ 158 w 231"/>
                <a:gd name="T53" fmla="*/ 12 h 21"/>
                <a:gd name="T54" fmla="*/ 178 w 231"/>
                <a:gd name="T55" fmla="*/ 15 h 21"/>
                <a:gd name="T56" fmla="*/ 195 w 231"/>
                <a:gd name="T57" fmla="*/ 16 h 21"/>
                <a:gd name="T58" fmla="*/ 210 w 231"/>
                <a:gd name="T59" fmla="*/ 18 h 21"/>
                <a:gd name="T60" fmla="*/ 221 w 231"/>
                <a:gd name="T61" fmla="*/ 20 h 21"/>
                <a:gd name="T62" fmla="*/ 228 w 231"/>
                <a:gd name="T63" fmla="*/ 21 h 21"/>
                <a:gd name="T64" fmla="*/ 229 w 231"/>
                <a:gd name="T65" fmla="*/ 20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1"/>
                <a:gd name="T100" fmla="*/ 0 h 21"/>
                <a:gd name="T101" fmla="*/ 231 w 231"/>
                <a:gd name="T102" fmla="*/ 21 h 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1" h="21">
                  <a:moveTo>
                    <a:pt x="231" y="20"/>
                  </a:moveTo>
                  <a:lnTo>
                    <a:pt x="231" y="20"/>
                  </a:lnTo>
                  <a:lnTo>
                    <a:pt x="230" y="18"/>
                  </a:lnTo>
                  <a:lnTo>
                    <a:pt x="228" y="18"/>
                  </a:lnTo>
                  <a:lnTo>
                    <a:pt x="225" y="18"/>
                  </a:lnTo>
                  <a:lnTo>
                    <a:pt x="221" y="18"/>
                  </a:lnTo>
                  <a:lnTo>
                    <a:pt x="215" y="16"/>
                  </a:lnTo>
                  <a:lnTo>
                    <a:pt x="210" y="16"/>
                  </a:lnTo>
                  <a:lnTo>
                    <a:pt x="202" y="15"/>
                  </a:lnTo>
                  <a:lnTo>
                    <a:pt x="195" y="15"/>
                  </a:lnTo>
                  <a:lnTo>
                    <a:pt x="187" y="14"/>
                  </a:lnTo>
                  <a:lnTo>
                    <a:pt x="178" y="12"/>
                  </a:lnTo>
                  <a:lnTo>
                    <a:pt x="167" y="11"/>
                  </a:lnTo>
                  <a:lnTo>
                    <a:pt x="158" y="11"/>
                  </a:lnTo>
                  <a:lnTo>
                    <a:pt x="148" y="10"/>
                  </a:lnTo>
                  <a:lnTo>
                    <a:pt x="137" y="9"/>
                  </a:lnTo>
                  <a:lnTo>
                    <a:pt x="127" y="8"/>
                  </a:lnTo>
                  <a:lnTo>
                    <a:pt x="116" y="8"/>
                  </a:lnTo>
                  <a:lnTo>
                    <a:pt x="106" y="7"/>
                  </a:lnTo>
                  <a:lnTo>
                    <a:pt x="96" y="5"/>
                  </a:lnTo>
                  <a:lnTo>
                    <a:pt x="84" y="5"/>
                  </a:lnTo>
                  <a:lnTo>
                    <a:pt x="74" y="5"/>
                  </a:lnTo>
                  <a:lnTo>
                    <a:pt x="65" y="3"/>
                  </a:lnTo>
                  <a:lnTo>
                    <a:pt x="55" y="2"/>
                  </a:lnTo>
                  <a:lnTo>
                    <a:pt x="46" y="2"/>
                  </a:lnTo>
                  <a:lnTo>
                    <a:pt x="38" y="2"/>
                  </a:lnTo>
                  <a:lnTo>
                    <a:pt x="29" y="1"/>
                  </a:lnTo>
                  <a:lnTo>
                    <a:pt x="22" y="1"/>
                  </a:lnTo>
                  <a:lnTo>
                    <a:pt x="17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7" y="2"/>
                  </a:lnTo>
                  <a:lnTo>
                    <a:pt x="22" y="2"/>
                  </a:lnTo>
                  <a:lnTo>
                    <a:pt x="29" y="3"/>
                  </a:lnTo>
                  <a:lnTo>
                    <a:pt x="38" y="3"/>
                  </a:lnTo>
                  <a:lnTo>
                    <a:pt x="46" y="5"/>
                  </a:lnTo>
                  <a:lnTo>
                    <a:pt x="55" y="5"/>
                  </a:lnTo>
                  <a:lnTo>
                    <a:pt x="65" y="5"/>
                  </a:lnTo>
                  <a:lnTo>
                    <a:pt x="74" y="5"/>
                  </a:lnTo>
                  <a:lnTo>
                    <a:pt x="84" y="7"/>
                  </a:lnTo>
                  <a:lnTo>
                    <a:pt x="96" y="8"/>
                  </a:lnTo>
                  <a:lnTo>
                    <a:pt x="106" y="8"/>
                  </a:lnTo>
                  <a:lnTo>
                    <a:pt x="116" y="9"/>
                  </a:lnTo>
                  <a:lnTo>
                    <a:pt x="127" y="10"/>
                  </a:lnTo>
                  <a:lnTo>
                    <a:pt x="137" y="11"/>
                  </a:lnTo>
                  <a:lnTo>
                    <a:pt x="148" y="11"/>
                  </a:lnTo>
                  <a:lnTo>
                    <a:pt x="158" y="12"/>
                  </a:lnTo>
                  <a:lnTo>
                    <a:pt x="167" y="14"/>
                  </a:lnTo>
                  <a:lnTo>
                    <a:pt x="178" y="15"/>
                  </a:lnTo>
                  <a:lnTo>
                    <a:pt x="187" y="15"/>
                  </a:lnTo>
                  <a:lnTo>
                    <a:pt x="195" y="16"/>
                  </a:lnTo>
                  <a:lnTo>
                    <a:pt x="202" y="18"/>
                  </a:lnTo>
                  <a:lnTo>
                    <a:pt x="210" y="18"/>
                  </a:lnTo>
                  <a:lnTo>
                    <a:pt x="215" y="18"/>
                  </a:lnTo>
                  <a:lnTo>
                    <a:pt x="221" y="20"/>
                  </a:lnTo>
                  <a:lnTo>
                    <a:pt x="225" y="20"/>
                  </a:lnTo>
                  <a:lnTo>
                    <a:pt x="228" y="21"/>
                  </a:lnTo>
                  <a:lnTo>
                    <a:pt x="229" y="21"/>
                  </a:lnTo>
                  <a:lnTo>
                    <a:pt x="229" y="20"/>
                  </a:lnTo>
                  <a:lnTo>
                    <a:pt x="231" y="2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0" name="Freeform 31"/>
            <p:cNvSpPr>
              <a:spLocks/>
            </p:cNvSpPr>
            <p:nvPr/>
          </p:nvSpPr>
          <p:spPr bwMode="auto">
            <a:xfrm>
              <a:off x="3239" y="2035"/>
              <a:ext cx="5" cy="35"/>
            </a:xfrm>
            <a:custGeom>
              <a:avLst/>
              <a:gdLst>
                <a:gd name="T0" fmla="*/ 4 w 5"/>
                <a:gd name="T1" fmla="*/ 33 h 35"/>
                <a:gd name="T2" fmla="*/ 5 w 5"/>
                <a:gd name="T3" fmla="*/ 34 h 35"/>
                <a:gd name="T4" fmla="*/ 4 w 5"/>
                <a:gd name="T5" fmla="*/ 26 h 35"/>
                <a:gd name="T6" fmla="*/ 4 w 5"/>
                <a:gd name="T7" fmla="*/ 16 h 35"/>
                <a:gd name="T8" fmla="*/ 2 w 5"/>
                <a:gd name="T9" fmla="*/ 9 h 35"/>
                <a:gd name="T10" fmla="*/ 2 w 5"/>
                <a:gd name="T11" fmla="*/ 0 h 35"/>
                <a:gd name="T12" fmla="*/ 0 w 5"/>
                <a:gd name="T13" fmla="*/ 0 h 35"/>
                <a:gd name="T14" fmla="*/ 0 w 5"/>
                <a:gd name="T15" fmla="*/ 9 h 35"/>
                <a:gd name="T16" fmla="*/ 1 w 5"/>
                <a:gd name="T17" fmla="*/ 16 h 35"/>
                <a:gd name="T18" fmla="*/ 1 w 5"/>
                <a:gd name="T19" fmla="*/ 26 h 35"/>
                <a:gd name="T20" fmla="*/ 2 w 5"/>
                <a:gd name="T21" fmla="*/ 34 h 35"/>
                <a:gd name="T22" fmla="*/ 4 w 5"/>
                <a:gd name="T23" fmla="*/ 35 h 35"/>
                <a:gd name="T24" fmla="*/ 2 w 5"/>
                <a:gd name="T25" fmla="*/ 34 h 35"/>
                <a:gd name="T26" fmla="*/ 2 w 5"/>
                <a:gd name="T27" fmla="*/ 35 h 35"/>
                <a:gd name="T28" fmla="*/ 4 w 5"/>
                <a:gd name="T29" fmla="*/ 35 h 35"/>
                <a:gd name="T30" fmla="*/ 4 w 5"/>
                <a:gd name="T31" fmla="*/ 33 h 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35"/>
                <a:gd name="T50" fmla="*/ 5 w 5"/>
                <a:gd name="T51" fmla="*/ 35 h 3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35">
                  <a:moveTo>
                    <a:pt x="4" y="33"/>
                  </a:moveTo>
                  <a:lnTo>
                    <a:pt x="5" y="34"/>
                  </a:lnTo>
                  <a:lnTo>
                    <a:pt x="4" y="26"/>
                  </a:lnTo>
                  <a:lnTo>
                    <a:pt x="4" y="16"/>
                  </a:lnTo>
                  <a:lnTo>
                    <a:pt x="2" y="9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1" y="16"/>
                  </a:lnTo>
                  <a:lnTo>
                    <a:pt x="1" y="26"/>
                  </a:lnTo>
                  <a:lnTo>
                    <a:pt x="2" y="34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5"/>
                  </a:lnTo>
                  <a:lnTo>
                    <a:pt x="4" y="3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1" name="Freeform 32"/>
            <p:cNvSpPr>
              <a:spLocks/>
            </p:cNvSpPr>
            <p:nvPr/>
          </p:nvSpPr>
          <p:spPr bwMode="auto">
            <a:xfrm>
              <a:off x="3241" y="2069"/>
              <a:ext cx="9" cy="12"/>
            </a:xfrm>
            <a:custGeom>
              <a:avLst/>
              <a:gdLst>
                <a:gd name="T0" fmla="*/ 5 w 9"/>
                <a:gd name="T1" fmla="*/ 12 h 12"/>
                <a:gd name="T2" fmla="*/ 5 w 9"/>
                <a:gd name="T3" fmla="*/ 12 h 12"/>
                <a:gd name="T4" fmla="*/ 8 w 9"/>
                <a:gd name="T5" fmla="*/ 11 h 12"/>
                <a:gd name="T6" fmla="*/ 9 w 9"/>
                <a:gd name="T7" fmla="*/ 9 h 12"/>
                <a:gd name="T8" fmla="*/ 9 w 9"/>
                <a:gd name="T9" fmla="*/ 8 h 12"/>
                <a:gd name="T10" fmla="*/ 8 w 9"/>
                <a:gd name="T11" fmla="*/ 4 h 12"/>
                <a:gd name="T12" fmla="*/ 7 w 9"/>
                <a:gd name="T13" fmla="*/ 3 h 12"/>
                <a:gd name="T14" fmla="*/ 5 w 9"/>
                <a:gd name="T15" fmla="*/ 2 h 12"/>
                <a:gd name="T16" fmla="*/ 3 w 9"/>
                <a:gd name="T17" fmla="*/ 1 h 12"/>
                <a:gd name="T18" fmla="*/ 2 w 9"/>
                <a:gd name="T19" fmla="*/ 0 h 12"/>
                <a:gd name="T20" fmla="*/ 0 w 9"/>
                <a:gd name="T21" fmla="*/ 2 h 12"/>
                <a:gd name="T22" fmla="*/ 2 w 9"/>
                <a:gd name="T23" fmla="*/ 2 h 12"/>
                <a:gd name="T24" fmla="*/ 4 w 9"/>
                <a:gd name="T25" fmla="*/ 3 h 12"/>
                <a:gd name="T26" fmla="*/ 5 w 9"/>
                <a:gd name="T27" fmla="*/ 4 h 12"/>
                <a:gd name="T28" fmla="*/ 7 w 9"/>
                <a:gd name="T29" fmla="*/ 7 h 12"/>
                <a:gd name="T30" fmla="*/ 7 w 9"/>
                <a:gd name="T31" fmla="*/ 8 h 12"/>
                <a:gd name="T32" fmla="*/ 7 w 9"/>
                <a:gd name="T33" fmla="*/ 9 h 12"/>
                <a:gd name="T34" fmla="*/ 4 w 9"/>
                <a:gd name="T35" fmla="*/ 11 h 12"/>
                <a:gd name="T36" fmla="*/ 5 w 9"/>
                <a:gd name="T37" fmla="*/ 12 h 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12"/>
                <a:gd name="T59" fmla="*/ 9 w 9"/>
                <a:gd name="T60" fmla="*/ 12 h 1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12">
                  <a:moveTo>
                    <a:pt x="5" y="12"/>
                  </a:moveTo>
                  <a:lnTo>
                    <a:pt x="5" y="12"/>
                  </a:lnTo>
                  <a:lnTo>
                    <a:pt x="8" y="11"/>
                  </a:lnTo>
                  <a:lnTo>
                    <a:pt x="9" y="9"/>
                  </a:lnTo>
                  <a:lnTo>
                    <a:pt x="9" y="8"/>
                  </a:lnTo>
                  <a:lnTo>
                    <a:pt x="8" y="4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9"/>
                  </a:lnTo>
                  <a:lnTo>
                    <a:pt x="4" y="11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2" name="Freeform 33"/>
            <p:cNvSpPr>
              <a:spLocks/>
            </p:cNvSpPr>
            <p:nvPr/>
          </p:nvSpPr>
          <p:spPr bwMode="auto">
            <a:xfrm>
              <a:off x="3143" y="2078"/>
              <a:ext cx="103" cy="47"/>
            </a:xfrm>
            <a:custGeom>
              <a:avLst/>
              <a:gdLst>
                <a:gd name="T0" fmla="*/ 1 w 103"/>
                <a:gd name="T1" fmla="*/ 47 h 47"/>
                <a:gd name="T2" fmla="*/ 3 w 103"/>
                <a:gd name="T3" fmla="*/ 46 h 47"/>
                <a:gd name="T4" fmla="*/ 9 w 103"/>
                <a:gd name="T5" fmla="*/ 44 h 47"/>
                <a:gd name="T6" fmla="*/ 14 w 103"/>
                <a:gd name="T7" fmla="*/ 40 h 47"/>
                <a:gd name="T8" fmla="*/ 20 w 103"/>
                <a:gd name="T9" fmla="*/ 38 h 47"/>
                <a:gd name="T10" fmla="*/ 27 w 103"/>
                <a:gd name="T11" fmla="*/ 35 h 47"/>
                <a:gd name="T12" fmla="*/ 35 w 103"/>
                <a:gd name="T13" fmla="*/ 32 h 47"/>
                <a:gd name="T14" fmla="*/ 44 w 103"/>
                <a:gd name="T15" fmla="*/ 28 h 47"/>
                <a:gd name="T16" fmla="*/ 52 w 103"/>
                <a:gd name="T17" fmla="*/ 24 h 47"/>
                <a:gd name="T18" fmla="*/ 61 w 103"/>
                <a:gd name="T19" fmla="*/ 20 h 47"/>
                <a:gd name="T20" fmla="*/ 70 w 103"/>
                <a:gd name="T21" fmla="*/ 17 h 47"/>
                <a:gd name="T22" fmla="*/ 77 w 103"/>
                <a:gd name="T23" fmla="*/ 14 h 47"/>
                <a:gd name="T24" fmla="*/ 83 w 103"/>
                <a:gd name="T25" fmla="*/ 10 h 47"/>
                <a:gd name="T26" fmla="*/ 90 w 103"/>
                <a:gd name="T27" fmla="*/ 6 h 47"/>
                <a:gd name="T28" fmla="*/ 96 w 103"/>
                <a:gd name="T29" fmla="*/ 4 h 47"/>
                <a:gd name="T30" fmla="*/ 100 w 103"/>
                <a:gd name="T31" fmla="*/ 3 h 47"/>
                <a:gd name="T32" fmla="*/ 103 w 103"/>
                <a:gd name="T33" fmla="*/ 1 h 47"/>
                <a:gd name="T34" fmla="*/ 101 w 103"/>
                <a:gd name="T35" fmla="*/ 0 h 47"/>
                <a:gd name="T36" fmla="*/ 97 w 103"/>
                <a:gd name="T37" fmla="*/ 2 h 47"/>
                <a:gd name="T38" fmla="*/ 92 w 103"/>
                <a:gd name="T39" fmla="*/ 4 h 47"/>
                <a:gd name="T40" fmla="*/ 86 w 103"/>
                <a:gd name="T41" fmla="*/ 6 h 47"/>
                <a:gd name="T42" fmla="*/ 79 w 103"/>
                <a:gd name="T43" fmla="*/ 10 h 47"/>
                <a:gd name="T44" fmla="*/ 72 w 103"/>
                <a:gd name="T45" fmla="*/ 14 h 47"/>
                <a:gd name="T46" fmla="*/ 64 w 103"/>
                <a:gd name="T47" fmla="*/ 17 h 47"/>
                <a:gd name="T48" fmla="*/ 56 w 103"/>
                <a:gd name="T49" fmla="*/ 20 h 47"/>
                <a:gd name="T50" fmla="*/ 47 w 103"/>
                <a:gd name="T51" fmla="*/ 24 h 47"/>
                <a:gd name="T52" fmla="*/ 39 w 103"/>
                <a:gd name="T53" fmla="*/ 29 h 47"/>
                <a:gd name="T54" fmla="*/ 31 w 103"/>
                <a:gd name="T55" fmla="*/ 32 h 47"/>
                <a:gd name="T56" fmla="*/ 23 w 103"/>
                <a:gd name="T57" fmla="*/ 35 h 47"/>
                <a:gd name="T58" fmla="*/ 16 w 103"/>
                <a:gd name="T59" fmla="*/ 38 h 47"/>
                <a:gd name="T60" fmla="*/ 11 w 103"/>
                <a:gd name="T61" fmla="*/ 40 h 47"/>
                <a:gd name="T62" fmla="*/ 5 w 103"/>
                <a:gd name="T63" fmla="*/ 44 h 47"/>
                <a:gd name="T64" fmla="*/ 1 w 103"/>
                <a:gd name="T65" fmla="*/ 45 h 47"/>
                <a:gd name="T66" fmla="*/ 1 w 103"/>
                <a:gd name="T67" fmla="*/ 47 h 4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7"/>
                <a:gd name="T104" fmla="*/ 103 w 103"/>
                <a:gd name="T105" fmla="*/ 47 h 4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7">
                  <a:moveTo>
                    <a:pt x="1" y="47"/>
                  </a:moveTo>
                  <a:lnTo>
                    <a:pt x="1" y="47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2" y="42"/>
                  </a:lnTo>
                  <a:lnTo>
                    <a:pt x="14" y="40"/>
                  </a:lnTo>
                  <a:lnTo>
                    <a:pt x="17" y="40"/>
                  </a:lnTo>
                  <a:lnTo>
                    <a:pt x="20" y="38"/>
                  </a:lnTo>
                  <a:lnTo>
                    <a:pt x="24" y="36"/>
                  </a:lnTo>
                  <a:lnTo>
                    <a:pt x="27" y="35"/>
                  </a:lnTo>
                  <a:lnTo>
                    <a:pt x="31" y="33"/>
                  </a:lnTo>
                  <a:lnTo>
                    <a:pt x="35" y="32"/>
                  </a:lnTo>
                  <a:lnTo>
                    <a:pt x="40" y="30"/>
                  </a:lnTo>
                  <a:lnTo>
                    <a:pt x="44" y="28"/>
                  </a:lnTo>
                  <a:lnTo>
                    <a:pt x="47" y="26"/>
                  </a:lnTo>
                  <a:lnTo>
                    <a:pt x="52" y="24"/>
                  </a:lnTo>
                  <a:lnTo>
                    <a:pt x="57" y="22"/>
                  </a:lnTo>
                  <a:lnTo>
                    <a:pt x="61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4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7" y="9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6"/>
                  </a:lnTo>
                  <a:lnTo>
                    <a:pt x="86" y="6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76" y="11"/>
                  </a:lnTo>
                  <a:lnTo>
                    <a:pt x="72" y="14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2" y="22"/>
                  </a:lnTo>
                  <a:lnTo>
                    <a:pt x="47" y="24"/>
                  </a:lnTo>
                  <a:lnTo>
                    <a:pt x="43" y="26"/>
                  </a:lnTo>
                  <a:lnTo>
                    <a:pt x="39" y="29"/>
                  </a:lnTo>
                  <a:lnTo>
                    <a:pt x="35" y="30"/>
                  </a:lnTo>
                  <a:lnTo>
                    <a:pt x="31" y="32"/>
                  </a:lnTo>
                  <a:lnTo>
                    <a:pt x="27" y="33"/>
                  </a:lnTo>
                  <a:lnTo>
                    <a:pt x="23" y="35"/>
                  </a:lnTo>
                  <a:lnTo>
                    <a:pt x="19" y="36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3" name="Freeform 34"/>
            <p:cNvSpPr>
              <a:spLocks/>
            </p:cNvSpPr>
            <p:nvPr/>
          </p:nvSpPr>
          <p:spPr bwMode="auto">
            <a:xfrm>
              <a:off x="3129" y="2120"/>
              <a:ext cx="14" cy="6"/>
            </a:xfrm>
            <a:custGeom>
              <a:avLst/>
              <a:gdLst>
                <a:gd name="T0" fmla="*/ 0 w 14"/>
                <a:gd name="T1" fmla="*/ 3 h 6"/>
                <a:gd name="T2" fmla="*/ 0 w 14"/>
                <a:gd name="T3" fmla="*/ 3 h 6"/>
                <a:gd name="T4" fmla="*/ 1 w 14"/>
                <a:gd name="T5" fmla="*/ 3 h 6"/>
                <a:gd name="T6" fmla="*/ 3 w 14"/>
                <a:gd name="T7" fmla="*/ 4 h 6"/>
                <a:gd name="T8" fmla="*/ 7 w 14"/>
                <a:gd name="T9" fmla="*/ 5 h 6"/>
                <a:gd name="T10" fmla="*/ 7 w 14"/>
                <a:gd name="T11" fmla="*/ 5 h 6"/>
                <a:gd name="T12" fmla="*/ 10 w 14"/>
                <a:gd name="T13" fmla="*/ 6 h 6"/>
                <a:gd name="T14" fmla="*/ 11 w 14"/>
                <a:gd name="T15" fmla="*/ 6 h 6"/>
                <a:gd name="T16" fmla="*/ 13 w 14"/>
                <a:gd name="T17" fmla="*/ 6 h 6"/>
                <a:gd name="T18" fmla="*/ 14 w 14"/>
                <a:gd name="T19" fmla="*/ 6 h 6"/>
                <a:gd name="T20" fmla="*/ 13 w 14"/>
                <a:gd name="T21" fmla="*/ 4 h 6"/>
                <a:gd name="T22" fmla="*/ 11 w 14"/>
                <a:gd name="T23" fmla="*/ 4 h 6"/>
                <a:gd name="T24" fmla="*/ 10 w 14"/>
                <a:gd name="T25" fmla="*/ 4 h 6"/>
                <a:gd name="T26" fmla="*/ 9 w 14"/>
                <a:gd name="T27" fmla="*/ 3 h 6"/>
                <a:gd name="T28" fmla="*/ 7 w 14"/>
                <a:gd name="T29" fmla="*/ 3 h 6"/>
                <a:gd name="T30" fmla="*/ 3 w 14"/>
                <a:gd name="T31" fmla="*/ 2 h 6"/>
                <a:gd name="T32" fmla="*/ 2 w 14"/>
                <a:gd name="T33" fmla="*/ 2 h 6"/>
                <a:gd name="T34" fmla="*/ 1 w 14"/>
                <a:gd name="T35" fmla="*/ 0 h 6"/>
                <a:gd name="T36" fmla="*/ 0 w 14"/>
                <a:gd name="T37" fmla="*/ 3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6"/>
                <a:gd name="T59" fmla="*/ 14 w 14"/>
                <a:gd name="T60" fmla="*/ 6 h 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6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3" y="4"/>
                  </a:lnTo>
                  <a:lnTo>
                    <a:pt x="7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9" y="3"/>
                  </a:lnTo>
                  <a:lnTo>
                    <a:pt x="7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4" name="Freeform 35"/>
            <p:cNvSpPr>
              <a:spLocks/>
            </p:cNvSpPr>
            <p:nvPr/>
          </p:nvSpPr>
          <p:spPr bwMode="auto">
            <a:xfrm>
              <a:off x="3015" y="2060"/>
              <a:ext cx="115" cy="63"/>
            </a:xfrm>
            <a:custGeom>
              <a:avLst/>
              <a:gdLst>
                <a:gd name="T0" fmla="*/ 0 w 115"/>
                <a:gd name="T1" fmla="*/ 2 h 63"/>
                <a:gd name="T2" fmla="*/ 2 w 115"/>
                <a:gd name="T3" fmla="*/ 3 h 63"/>
                <a:gd name="T4" fmla="*/ 5 w 115"/>
                <a:gd name="T5" fmla="*/ 4 h 63"/>
                <a:gd name="T6" fmla="*/ 11 w 115"/>
                <a:gd name="T7" fmla="*/ 7 h 63"/>
                <a:gd name="T8" fmla="*/ 18 w 115"/>
                <a:gd name="T9" fmla="*/ 12 h 63"/>
                <a:gd name="T10" fmla="*/ 26 w 115"/>
                <a:gd name="T11" fmla="*/ 16 h 63"/>
                <a:gd name="T12" fmla="*/ 35 w 115"/>
                <a:gd name="T13" fmla="*/ 21 h 63"/>
                <a:gd name="T14" fmla="*/ 45 w 115"/>
                <a:gd name="T15" fmla="*/ 25 h 63"/>
                <a:gd name="T16" fmla="*/ 54 w 115"/>
                <a:gd name="T17" fmla="*/ 31 h 63"/>
                <a:gd name="T18" fmla="*/ 64 w 115"/>
                <a:gd name="T19" fmla="*/ 37 h 63"/>
                <a:gd name="T20" fmla="*/ 75 w 115"/>
                <a:gd name="T21" fmla="*/ 41 h 63"/>
                <a:gd name="T22" fmla="*/ 83 w 115"/>
                <a:gd name="T23" fmla="*/ 47 h 63"/>
                <a:gd name="T24" fmla="*/ 93 w 115"/>
                <a:gd name="T25" fmla="*/ 52 h 63"/>
                <a:gd name="T26" fmla="*/ 99 w 115"/>
                <a:gd name="T27" fmla="*/ 55 h 63"/>
                <a:gd name="T28" fmla="*/ 107 w 115"/>
                <a:gd name="T29" fmla="*/ 58 h 63"/>
                <a:gd name="T30" fmla="*/ 112 w 115"/>
                <a:gd name="T31" fmla="*/ 62 h 63"/>
                <a:gd name="T32" fmla="*/ 114 w 115"/>
                <a:gd name="T33" fmla="*/ 63 h 63"/>
                <a:gd name="T34" fmla="*/ 114 w 115"/>
                <a:gd name="T35" fmla="*/ 60 h 63"/>
                <a:gd name="T36" fmla="*/ 110 w 115"/>
                <a:gd name="T37" fmla="*/ 58 h 63"/>
                <a:gd name="T38" fmla="*/ 104 w 115"/>
                <a:gd name="T39" fmla="*/ 55 h 63"/>
                <a:gd name="T40" fmla="*/ 97 w 115"/>
                <a:gd name="T41" fmla="*/ 52 h 63"/>
                <a:gd name="T42" fmla="*/ 90 w 115"/>
                <a:gd name="T43" fmla="*/ 47 h 63"/>
                <a:gd name="T44" fmla="*/ 80 w 115"/>
                <a:gd name="T45" fmla="*/ 42 h 63"/>
                <a:gd name="T46" fmla="*/ 70 w 115"/>
                <a:gd name="T47" fmla="*/ 37 h 63"/>
                <a:gd name="T48" fmla="*/ 61 w 115"/>
                <a:gd name="T49" fmla="*/ 33 h 63"/>
                <a:gd name="T50" fmla="*/ 51 w 115"/>
                <a:gd name="T51" fmla="*/ 26 h 63"/>
                <a:gd name="T52" fmla="*/ 41 w 115"/>
                <a:gd name="T53" fmla="*/ 21 h 63"/>
                <a:gd name="T54" fmla="*/ 32 w 115"/>
                <a:gd name="T55" fmla="*/ 17 h 63"/>
                <a:gd name="T56" fmla="*/ 23 w 115"/>
                <a:gd name="T57" fmla="*/ 12 h 63"/>
                <a:gd name="T58" fmla="*/ 16 w 115"/>
                <a:gd name="T59" fmla="*/ 7 h 63"/>
                <a:gd name="T60" fmla="*/ 8 w 115"/>
                <a:gd name="T61" fmla="*/ 4 h 63"/>
                <a:gd name="T62" fmla="*/ 4 w 115"/>
                <a:gd name="T63" fmla="*/ 2 h 63"/>
                <a:gd name="T64" fmla="*/ 1 w 115"/>
                <a:gd name="T65" fmla="*/ 0 h 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3"/>
                <a:gd name="T101" fmla="*/ 115 w 115"/>
                <a:gd name="T102" fmla="*/ 63 h 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3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6"/>
                  </a:lnTo>
                  <a:lnTo>
                    <a:pt x="11" y="7"/>
                  </a:lnTo>
                  <a:lnTo>
                    <a:pt x="15" y="9"/>
                  </a:lnTo>
                  <a:lnTo>
                    <a:pt x="18" y="12"/>
                  </a:lnTo>
                  <a:lnTo>
                    <a:pt x="22" y="12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3"/>
                  </a:lnTo>
                  <a:lnTo>
                    <a:pt x="45" y="25"/>
                  </a:lnTo>
                  <a:lnTo>
                    <a:pt x="49" y="27"/>
                  </a:lnTo>
                  <a:lnTo>
                    <a:pt x="54" y="31"/>
                  </a:lnTo>
                  <a:lnTo>
                    <a:pt x="60" y="34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1"/>
                  </a:lnTo>
                  <a:lnTo>
                    <a:pt x="79" y="43"/>
                  </a:lnTo>
                  <a:lnTo>
                    <a:pt x="83" y="47"/>
                  </a:lnTo>
                  <a:lnTo>
                    <a:pt x="88" y="50"/>
                  </a:lnTo>
                  <a:lnTo>
                    <a:pt x="93" y="52"/>
                  </a:lnTo>
                  <a:lnTo>
                    <a:pt x="96" y="54"/>
                  </a:lnTo>
                  <a:lnTo>
                    <a:pt x="99" y="55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60"/>
                  </a:lnTo>
                  <a:lnTo>
                    <a:pt x="112" y="62"/>
                  </a:lnTo>
                  <a:lnTo>
                    <a:pt x="113" y="62"/>
                  </a:lnTo>
                  <a:lnTo>
                    <a:pt x="114" y="63"/>
                  </a:lnTo>
                  <a:lnTo>
                    <a:pt x="115" y="62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4"/>
                  </a:lnTo>
                  <a:lnTo>
                    <a:pt x="97" y="52"/>
                  </a:lnTo>
                  <a:lnTo>
                    <a:pt x="94" y="50"/>
                  </a:lnTo>
                  <a:lnTo>
                    <a:pt x="90" y="47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40"/>
                  </a:lnTo>
                  <a:lnTo>
                    <a:pt x="70" y="37"/>
                  </a:lnTo>
                  <a:lnTo>
                    <a:pt x="65" y="35"/>
                  </a:lnTo>
                  <a:lnTo>
                    <a:pt x="61" y="33"/>
                  </a:lnTo>
                  <a:lnTo>
                    <a:pt x="55" y="28"/>
                  </a:lnTo>
                  <a:lnTo>
                    <a:pt x="51" y="26"/>
                  </a:lnTo>
                  <a:lnTo>
                    <a:pt x="46" y="24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2"/>
                  </a:lnTo>
                  <a:lnTo>
                    <a:pt x="19" y="9"/>
                  </a:lnTo>
                  <a:lnTo>
                    <a:pt x="16" y="7"/>
                  </a:lnTo>
                  <a:lnTo>
                    <a:pt x="13" y="6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5" name="Freeform 36"/>
            <p:cNvSpPr>
              <a:spLocks/>
            </p:cNvSpPr>
            <p:nvPr/>
          </p:nvSpPr>
          <p:spPr bwMode="auto">
            <a:xfrm>
              <a:off x="3003" y="2051"/>
              <a:ext cx="13" cy="11"/>
            </a:xfrm>
            <a:custGeom>
              <a:avLst/>
              <a:gdLst>
                <a:gd name="T0" fmla="*/ 0 w 13"/>
                <a:gd name="T1" fmla="*/ 1 h 11"/>
                <a:gd name="T2" fmla="*/ 0 w 13"/>
                <a:gd name="T3" fmla="*/ 1 h 11"/>
                <a:gd name="T4" fmla="*/ 1 w 13"/>
                <a:gd name="T5" fmla="*/ 3 h 11"/>
                <a:gd name="T6" fmla="*/ 2 w 13"/>
                <a:gd name="T7" fmla="*/ 5 h 11"/>
                <a:gd name="T8" fmla="*/ 5 w 13"/>
                <a:gd name="T9" fmla="*/ 5 h 11"/>
                <a:gd name="T10" fmla="*/ 7 w 13"/>
                <a:gd name="T11" fmla="*/ 8 h 11"/>
                <a:gd name="T12" fmla="*/ 8 w 13"/>
                <a:gd name="T13" fmla="*/ 9 h 11"/>
                <a:gd name="T14" fmla="*/ 9 w 13"/>
                <a:gd name="T15" fmla="*/ 9 h 11"/>
                <a:gd name="T16" fmla="*/ 11 w 13"/>
                <a:gd name="T17" fmla="*/ 10 h 11"/>
                <a:gd name="T18" fmla="*/ 12 w 13"/>
                <a:gd name="T19" fmla="*/ 11 h 11"/>
                <a:gd name="T20" fmla="*/ 13 w 13"/>
                <a:gd name="T21" fmla="*/ 9 h 11"/>
                <a:gd name="T22" fmla="*/ 11 w 13"/>
                <a:gd name="T23" fmla="*/ 9 h 11"/>
                <a:gd name="T24" fmla="*/ 10 w 13"/>
                <a:gd name="T25" fmla="*/ 8 h 11"/>
                <a:gd name="T26" fmla="*/ 9 w 13"/>
                <a:gd name="T27" fmla="*/ 5 h 11"/>
                <a:gd name="T28" fmla="*/ 8 w 13"/>
                <a:gd name="T29" fmla="*/ 5 h 11"/>
                <a:gd name="T30" fmla="*/ 7 w 13"/>
                <a:gd name="T31" fmla="*/ 5 h 11"/>
                <a:gd name="T32" fmla="*/ 5 w 13"/>
                <a:gd name="T33" fmla="*/ 3 h 11"/>
                <a:gd name="T34" fmla="*/ 2 w 13"/>
                <a:gd name="T35" fmla="*/ 1 h 11"/>
                <a:gd name="T36" fmla="*/ 1 w 13"/>
                <a:gd name="T37" fmla="*/ 0 h 11"/>
                <a:gd name="T38" fmla="*/ 0 w 13"/>
                <a:gd name="T39" fmla="*/ 1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11"/>
                <a:gd name="T62" fmla="*/ 13 w 13"/>
                <a:gd name="T63" fmla="*/ 11 h 1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11">
                  <a:moveTo>
                    <a:pt x="0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2" y="5"/>
                  </a:lnTo>
                  <a:lnTo>
                    <a:pt x="5" y="5"/>
                  </a:lnTo>
                  <a:lnTo>
                    <a:pt x="7" y="8"/>
                  </a:lnTo>
                  <a:lnTo>
                    <a:pt x="8" y="9"/>
                  </a:lnTo>
                  <a:lnTo>
                    <a:pt x="9" y="9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0" y="8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3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6" name="Freeform 37"/>
            <p:cNvSpPr>
              <a:spLocks/>
            </p:cNvSpPr>
            <p:nvPr/>
          </p:nvSpPr>
          <p:spPr bwMode="auto">
            <a:xfrm>
              <a:off x="3132" y="2083"/>
              <a:ext cx="10" cy="41"/>
            </a:xfrm>
            <a:custGeom>
              <a:avLst/>
              <a:gdLst>
                <a:gd name="T0" fmla="*/ 10 w 10"/>
                <a:gd name="T1" fmla="*/ 41 h 41"/>
                <a:gd name="T2" fmla="*/ 8 w 10"/>
                <a:gd name="T3" fmla="*/ 41 h 41"/>
                <a:gd name="T4" fmla="*/ 7 w 10"/>
                <a:gd name="T5" fmla="*/ 40 h 41"/>
                <a:gd name="T6" fmla="*/ 6 w 10"/>
                <a:gd name="T7" fmla="*/ 39 h 41"/>
                <a:gd name="T8" fmla="*/ 4 w 10"/>
                <a:gd name="T9" fmla="*/ 36 h 41"/>
                <a:gd name="T10" fmla="*/ 4 w 10"/>
                <a:gd name="T11" fmla="*/ 33 h 41"/>
                <a:gd name="T12" fmla="*/ 2 w 10"/>
                <a:gd name="T13" fmla="*/ 30 h 41"/>
                <a:gd name="T14" fmla="*/ 0 w 10"/>
                <a:gd name="T15" fmla="*/ 27 h 41"/>
                <a:gd name="T16" fmla="*/ 0 w 10"/>
                <a:gd name="T17" fmla="*/ 25 h 41"/>
                <a:gd name="T18" fmla="*/ 0 w 10"/>
                <a:gd name="T19" fmla="*/ 20 h 41"/>
                <a:gd name="T20" fmla="*/ 0 w 10"/>
                <a:gd name="T21" fmla="*/ 17 h 41"/>
                <a:gd name="T22" fmla="*/ 0 w 10"/>
                <a:gd name="T23" fmla="*/ 13 h 41"/>
                <a:gd name="T24" fmla="*/ 2 w 10"/>
                <a:gd name="T25" fmla="*/ 9 h 41"/>
                <a:gd name="T26" fmla="*/ 4 w 10"/>
                <a:gd name="T27" fmla="*/ 5 h 41"/>
                <a:gd name="T28" fmla="*/ 4 w 10"/>
                <a:gd name="T29" fmla="*/ 3 h 41"/>
                <a:gd name="T30" fmla="*/ 6 w 10"/>
                <a:gd name="T31" fmla="*/ 1 h 41"/>
                <a:gd name="T32" fmla="*/ 8 w 10"/>
                <a:gd name="T33" fmla="*/ 0 h 41"/>
                <a:gd name="T34" fmla="*/ 10 w 10"/>
                <a:gd name="T35" fmla="*/ 4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"/>
                <a:gd name="T55" fmla="*/ 0 h 41"/>
                <a:gd name="T56" fmla="*/ 10 w 10"/>
                <a:gd name="T57" fmla="*/ 41 h 4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" h="41">
                  <a:moveTo>
                    <a:pt x="10" y="41"/>
                  </a:moveTo>
                  <a:lnTo>
                    <a:pt x="8" y="41"/>
                  </a:lnTo>
                  <a:lnTo>
                    <a:pt x="7" y="40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2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9"/>
                  </a:lnTo>
                  <a:lnTo>
                    <a:pt x="4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0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7" name="Freeform 38"/>
            <p:cNvSpPr>
              <a:spLocks/>
            </p:cNvSpPr>
            <p:nvPr/>
          </p:nvSpPr>
          <p:spPr bwMode="auto">
            <a:xfrm>
              <a:off x="3132" y="2108"/>
              <a:ext cx="10" cy="17"/>
            </a:xfrm>
            <a:custGeom>
              <a:avLst/>
              <a:gdLst>
                <a:gd name="T0" fmla="*/ 0 w 10"/>
                <a:gd name="T1" fmla="*/ 0 h 17"/>
                <a:gd name="T2" fmla="*/ 0 w 10"/>
                <a:gd name="T3" fmla="*/ 0 h 17"/>
                <a:gd name="T4" fmla="*/ 0 w 10"/>
                <a:gd name="T5" fmla="*/ 2 h 17"/>
                <a:gd name="T6" fmla="*/ 2 w 10"/>
                <a:gd name="T7" fmla="*/ 5 h 17"/>
                <a:gd name="T8" fmla="*/ 2 w 10"/>
                <a:gd name="T9" fmla="*/ 8 h 17"/>
                <a:gd name="T10" fmla="*/ 3 w 10"/>
                <a:gd name="T11" fmla="*/ 10 h 17"/>
                <a:gd name="T12" fmla="*/ 5 w 10"/>
                <a:gd name="T13" fmla="*/ 14 h 17"/>
                <a:gd name="T14" fmla="*/ 6 w 10"/>
                <a:gd name="T15" fmla="*/ 16 h 17"/>
                <a:gd name="T16" fmla="*/ 8 w 10"/>
                <a:gd name="T17" fmla="*/ 17 h 17"/>
                <a:gd name="T18" fmla="*/ 10 w 10"/>
                <a:gd name="T19" fmla="*/ 17 h 17"/>
                <a:gd name="T20" fmla="*/ 10 w 10"/>
                <a:gd name="T21" fmla="*/ 15 h 17"/>
                <a:gd name="T22" fmla="*/ 8 w 10"/>
                <a:gd name="T23" fmla="*/ 15 h 17"/>
                <a:gd name="T24" fmla="*/ 7 w 10"/>
                <a:gd name="T25" fmla="*/ 14 h 17"/>
                <a:gd name="T26" fmla="*/ 6 w 10"/>
                <a:gd name="T27" fmla="*/ 12 h 17"/>
                <a:gd name="T28" fmla="*/ 5 w 10"/>
                <a:gd name="T29" fmla="*/ 10 h 17"/>
                <a:gd name="T30" fmla="*/ 4 w 10"/>
                <a:gd name="T31" fmla="*/ 8 h 17"/>
                <a:gd name="T32" fmla="*/ 3 w 10"/>
                <a:gd name="T33" fmla="*/ 5 h 17"/>
                <a:gd name="T34" fmla="*/ 3 w 10"/>
                <a:gd name="T35" fmla="*/ 2 h 17"/>
                <a:gd name="T36" fmla="*/ 3 w 10"/>
                <a:gd name="T37" fmla="*/ 0 h 17"/>
                <a:gd name="T38" fmla="*/ 0 w 10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0"/>
                <a:gd name="T61" fmla="*/ 0 h 17"/>
                <a:gd name="T62" fmla="*/ 10 w 10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0" h="17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5"/>
                  </a:lnTo>
                  <a:lnTo>
                    <a:pt x="2" y="8"/>
                  </a:lnTo>
                  <a:lnTo>
                    <a:pt x="3" y="10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7" y="14"/>
                  </a:lnTo>
                  <a:lnTo>
                    <a:pt x="6" y="12"/>
                  </a:lnTo>
                  <a:lnTo>
                    <a:pt x="5" y="10"/>
                  </a:lnTo>
                  <a:lnTo>
                    <a:pt x="4" y="8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8" name="Freeform 39"/>
            <p:cNvSpPr>
              <a:spLocks/>
            </p:cNvSpPr>
            <p:nvPr/>
          </p:nvSpPr>
          <p:spPr bwMode="auto">
            <a:xfrm>
              <a:off x="3132" y="2082"/>
              <a:ext cx="9" cy="26"/>
            </a:xfrm>
            <a:custGeom>
              <a:avLst/>
              <a:gdLst>
                <a:gd name="T0" fmla="*/ 8 w 9"/>
                <a:gd name="T1" fmla="*/ 0 h 26"/>
                <a:gd name="T2" fmla="*/ 6 w 9"/>
                <a:gd name="T3" fmla="*/ 2 h 26"/>
                <a:gd name="T4" fmla="*/ 4 w 9"/>
                <a:gd name="T5" fmla="*/ 3 h 26"/>
                <a:gd name="T6" fmla="*/ 3 w 9"/>
                <a:gd name="T7" fmla="*/ 6 h 26"/>
                <a:gd name="T8" fmla="*/ 2 w 9"/>
                <a:gd name="T9" fmla="*/ 10 h 26"/>
                <a:gd name="T10" fmla="*/ 0 w 9"/>
                <a:gd name="T11" fmla="*/ 14 h 26"/>
                <a:gd name="T12" fmla="*/ 0 w 9"/>
                <a:gd name="T13" fmla="*/ 17 h 26"/>
                <a:gd name="T14" fmla="*/ 0 w 9"/>
                <a:gd name="T15" fmla="*/ 21 h 26"/>
                <a:gd name="T16" fmla="*/ 0 w 9"/>
                <a:gd name="T17" fmla="*/ 26 h 26"/>
                <a:gd name="T18" fmla="*/ 3 w 9"/>
                <a:gd name="T19" fmla="*/ 26 h 26"/>
                <a:gd name="T20" fmla="*/ 3 w 9"/>
                <a:gd name="T21" fmla="*/ 21 h 26"/>
                <a:gd name="T22" fmla="*/ 3 w 9"/>
                <a:gd name="T23" fmla="*/ 17 h 26"/>
                <a:gd name="T24" fmla="*/ 3 w 9"/>
                <a:gd name="T25" fmla="*/ 14 h 26"/>
                <a:gd name="T26" fmla="*/ 4 w 9"/>
                <a:gd name="T27" fmla="*/ 10 h 26"/>
                <a:gd name="T28" fmla="*/ 4 w 9"/>
                <a:gd name="T29" fmla="*/ 6 h 26"/>
                <a:gd name="T30" fmla="*/ 6 w 9"/>
                <a:gd name="T31" fmla="*/ 4 h 26"/>
                <a:gd name="T32" fmla="*/ 7 w 9"/>
                <a:gd name="T33" fmla="*/ 3 h 26"/>
                <a:gd name="T34" fmla="*/ 9 w 9"/>
                <a:gd name="T35" fmla="*/ 2 h 26"/>
                <a:gd name="T36" fmla="*/ 8 w 9"/>
                <a:gd name="T37" fmla="*/ 0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26"/>
                <a:gd name="T59" fmla="*/ 9 w 9"/>
                <a:gd name="T60" fmla="*/ 26 h 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26">
                  <a:moveTo>
                    <a:pt x="8" y="0"/>
                  </a:moveTo>
                  <a:lnTo>
                    <a:pt x="6" y="2"/>
                  </a:lnTo>
                  <a:lnTo>
                    <a:pt x="4" y="3"/>
                  </a:lnTo>
                  <a:lnTo>
                    <a:pt x="3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0"/>
                  </a:lnTo>
                  <a:lnTo>
                    <a:pt x="4" y="6"/>
                  </a:lnTo>
                  <a:lnTo>
                    <a:pt x="6" y="4"/>
                  </a:lnTo>
                  <a:lnTo>
                    <a:pt x="7" y="3"/>
                  </a:lnTo>
                  <a:lnTo>
                    <a:pt x="9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09" name="Freeform 40"/>
            <p:cNvSpPr>
              <a:spLocks/>
            </p:cNvSpPr>
            <p:nvPr/>
          </p:nvSpPr>
          <p:spPr bwMode="auto">
            <a:xfrm>
              <a:off x="3011" y="1968"/>
              <a:ext cx="239" cy="115"/>
            </a:xfrm>
            <a:custGeom>
              <a:avLst/>
              <a:gdLst>
                <a:gd name="T0" fmla="*/ 8 w 239"/>
                <a:gd name="T1" fmla="*/ 41 h 115"/>
                <a:gd name="T2" fmla="*/ 24 w 239"/>
                <a:gd name="T3" fmla="*/ 34 h 115"/>
                <a:gd name="T4" fmla="*/ 45 w 239"/>
                <a:gd name="T5" fmla="*/ 23 h 115"/>
                <a:gd name="T6" fmla="*/ 67 w 239"/>
                <a:gd name="T7" fmla="*/ 14 h 115"/>
                <a:gd name="T8" fmla="*/ 85 w 239"/>
                <a:gd name="T9" fmla="*/ 4 h 115"/>
                <a:gd name="T10" fmla="*/ 94 w 239"/>
                <a:gd name="T11" fmla="*/ 0 h 115"/>
                <a:gd name="T12" fmla="*/ 99 w 239"/>
                <a:gd name="T13" fmla="*/ 0 h 115"/>
                <a:gd name="T14" fmla="*/ 104 w 239"/>
                <a:gd name="T15" fmla="*/ 1 h 115"/>
                <a:gd name="T16" fmla="*/ 108 w 239"/>
                <a:gd name="T17" fmla="*/ 2 h 115"/>
                <a:gd name="T18" fmla="*/ 114 w 239"/>
                <a:gd name="T19" fmla="*/ 5 h 115"/>
                <a:gd name="T20" fmla="*/ 126 w 239"/>
                <a:gd name="T21" fmla="*/ 10 h 115"/>
                <a:gd name="T22" fmla="*/ 140 w 239"/>
                <a:gd name="T23" fmla="*/ 18 h 115"/>
                <a:gd name="T24" fmla="*/ 155 w 239"/>
                <a:gd name="T25" fmla="*/ 24 h 115"/>
                <a:gd name="T26" fmla="*/ 172 w 239"/>
                <a:gd name="T27" fmla="*/ 33 h 115"/>
                <a:gd name="T28" fmla="*/ 188 w 239"/>
                <a:gd name="T29" fmla="*/ 40 h 115"/>
                <a:gd name="T30" fmla="*/ 204 w 239"/>
                <a:gd name="T31" fmla="*/ 48 h 115"/>
                <a:gd name="T32" fmla="*/ 217 w 239"/>
                <a:gd name="T33" fmla="*/ 53 h 115"/>
                <a:gd name="T34" fmla="*/ 226 w 239"/>
                <a:gd name="T35" fmla="*/ 57 h 115"/>
                <a:gd name="T36" fmla="*/ 233 w 239"/>
                <a:gd name="T37" fmla="*/ 61 h 115"/>
                <a:gd name="T38" fmla="*/ 237 w 239"/>
                <a:gd name="T39" fmla="*/ 63 h 115"/>
                <a:gd name="T40" fmla="*/ 239 w 239"/>
                <a:gd name="T41" fmla="*/ 67 h 115"/>
                <a:gd name="T42" fmla="*/ 235 w 239"/>
                <a:gd name="T43" fmla="*/ 71 h 115"/>
                <a:gd name="T44" fmla="*/ 228 w 239"/>
                <a:gd name="T45" fmla="*/ 73 h 115"/>
                <a:gd name="T46" fmla="*/ 220 w 239"/>
                <a:gd name="T47" fmla="*/ 77 h 115"/>
                <a:gd name="T48" fmla="*/ 209 w 239"/>
                <a:gd name="T49" fmla="*/ 81 h 115"/>
                <a:gd name="T50" fmla="*/ 197 w 239"/>
                <a:gd name="T51" fmla="*/ 87 h 115"/>
                <a:gd name="T52" fmla="*/ 184 w 239"/>
                <a:gd name="T53" fmla="*/ 93 h 115"/>
                <a:gd name="T54" fmla="*/ 172 w 239"/>
                <a:gd name="T55" fmla="*/ 98 h 115"/>
                <a:gd name="T56" fmla="*/ 160 w 239"/>
                <a:gd name="T57" fmla="*/ 104 h 115"/>
                <a:gd name="T58" fmla="*/ 149 w 239"/>
                <a:gd name="T59" fmla="*/ 109 h 115"/>
                <a:gd name="T60" fmla="*/ 141 w 239"/>
                <a:gd name="T61" fmla="*/ 112 h 115"/>
                <a:gd name="T62" fmla="*/ 134 w 239"/>
                <a:gd name="T63" fmla="*/ 114 h 115"/>
                <a:gd name="T64" fmla="*/ 130 w 239"/>
                <a:gd name="T65" fmla="*/ 115 h 115"/>
                <a:gd name="T66" fmla="*/ 125 w 239"/>
                <a:gd name="T67" fmla="*/ 114 h 115"/>
                <a:gd name="T68" fmla="*/ 120 w 239"/>
                <a:gd name="T69" fmla="*/ 112 h 115"/>
                <a:gd name="T70" fmla="*/ 114 w 239"/>
                <a:gd name="T71" fmla="*/ 110 h 115"/>
                <a:gd name="T72" fmla="*/ 105 w 239"/>
                <a:gd name="T73" fmla="*/ 104 h 115"/>
                <a:gd name="T74" fmla="*/ 94 w 239"/>
                <a:gd name="T75" fmla="*/ 98 h 115"/>
                <a:gd name="T76" fmla="*/ 80 w 239"/>
                <a:gd name="T77" fmla="*/ 91 h 115"/>
                <a:gd name="T78" fmla="*/ 66 w 239"/>
                <a:gd name="T79" fmla="*/ 82 h 115"/>
                <a:gd name="T80" fmla="*/ 51 w 239"/>
                <a:gd name="T81" fmla="*/ 74 h 115"/>
                <a:gd name="T82" fmla="*/ 36 w 239"/>
                <a:gd name="T83" fmla="*/ 67 h 115"/>
                <a:gd name="T84" fmla="*/ 23 w 239"/>
                <a:gd name="T85" fmla="*/ 61 h 115"/>
                <a:gd name="T86" fmla="*/ 14 w 239"/>
                <a:gd name="T87" fmla="*/ 55 h 115"/>
                <a:gd name="T88" fmla="*/ 8 w 239"/>
                <a:gd name="T89" fmla="*/ 52 h 115"/>
                <a:gd name="T90" fmla="*/ 3 w 239"/>
                <a:gd name="T91" fmla="*/ 50 h 115"/>
                <a:gd name="T92" fmla="*/ 0 w 239"/>
                <a:gd name="T93" fmla="*/ 48 h 115"/>
                <a:gd name="T94" fmla="*/ 4 w 239"/>
                <a:gd name="T95" fmla="*/ 44 h 1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9"/>
                <a:gd name="T145" fmla="*/ 0 h 115"/>
                <a:gd name="T146" fmla="*/ 239 w 239"/>
                <a:gd name="T147" fmla="*/ 115 h 11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9" h="115">
                  <a:moveTo>
                    <a:pt x="4" y="44"/>
                  </a:moveTo>
                  <a:lnTo>
                    <a:pt x="5" y="44"/>
                  </a:lnTo>
                  <a:lnTo>
                    <a:pt x="8" y="41"/>
                  </a:lnTo>
                  <a:lnTo>
                    <a:pt x="14" y="39"/>
                  </a:lnTo>
                  <a:lnTo>
                    <a:pt x="18" y="37"/>
                  </a:lnTo>
                  <a:lnTo>
                    <a:pt x="24" y="34"/>
                  </a:lnTo>
                  <a:lnTo>
                    <a:pt x="31" y="32"/>
                  </a:lnTo>
                  <a:lnTo>
                    <a:pt x="37" y="27"/>
                  </a:lnTo>
                  <a:lnTo>
                    <a:pt x="45" y="23"/>
                  </a:lnTo>
                  <a:lnTo>
                    <a:pt x="52" y="20"/>
                  </a:lnTo>
                  <a:lnTo>
                    <a:pt x="61" y="17"/>
                  </a:lnTo>
                  <a:lnTo>
                    <a:pt x="67" y="14"/>
                  </a:lnTo>
                  <a:lnTo>
                    <a:pt x="73" y="10"/>
                  </a:lnTo>
                  <a:lnTo>
                    <a:pt x="80" y="6"/>
                  </a:lnTo>
                  <a:lnTo>
                    <a:pt x="85" y="4"/>
                  </a:lnTo>
                  <a:lnTo>
                    <a:pt x="89" y="2"/>
                  </a:lnTo>
                  <a:lnTo>
                    <a:pt x="93" y="1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3" y="1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10" y="3"/>
                  </a:lnTo>
                  <a:lnTo>
                    <a:pt x="112" y="4"/>
                  </a:lnTo>
                  <a:lnTo>
                    <a:pt x="114" y="5"/>
                  </a:lnTo>
                  <a:lnTo>
                    <a:pt x="118" y="7"/>
                  </a:lnTo>
                  <a:lnTo>
                    <a:pt x="123" y="8"/>
                  </a:lnTo>
                  <a:lnTo>
                    <a:pt x="126" y="10"/>
                  </a:lnTo>
                  <a:lnTo>
                    <a:pt x="130" y="14"/>
                  </a:lnTo>
                  <a:lnTo>
                    <a:pt x="134" y="16"/>
                  </a:lnTo>
                  <a:lnTo>
                    <a:pt x="140" y="18"/>
                  </a:lnTo>
                  <a:lnTo>
                    <a:pt x="145" y="20"/>
                  </a:lnTo>
                  <a:lnTo>
                    <a:pt x="149" y="22"/>
                  </a:lnTo>
                  <a:lnTo>
                    <a:pt x="155" y="24"/>
                  </a:lnTo>
                  <a:lnTo>
                    <a:pt x="161" y="26"/>
                  </a:lnTo>
                  <a:lnTo>
                    <a:pt x="166" y="31"/>
                  </a:lnTo>
                  <a:lnTo>
                    <a:pt x="172" y="33"/>
                  </a:lnTo>
                  <a:lnTo>
                    <a:pt x="178" y="35"/>
                  </a:lnTo>
                  <a:lnTo>
                    <a:pt x="183" y="37"/>
                  </a:lnTo>
                  <a:lnTo>
                    <a:pt x="188" y="40"/>
                  </a:lnTo>
                  <a:lnTo>
                    <a:pt x="194" y="42"/>
                  </a:lnTo>
                  <a:lnTo>
                    <a:pt x="198" y="45"/>
                  </a:lnTo>
                  <a:lnTo>
                    <a:pt x="204" y="48"/>
                  </a:lnTo>
                  <a:lnTo>
                    <a:pt x="209" y="50"/>
                  </a:lnTo>
                  <a:lnTo>
                    <a:pt x="213" y="52"/>
                  </a:lnTo>
                  <a:lnTo>
                    <a:pt x="217" y="53"/>
                  </a:lnTo>
                  <a:lnTo>
                    <a:pt x="220" y="55"/>
                  </a:lnTo>
                  <a:lnTo>
                    <a:pt x="223" y="56"/>
                  </a:lnTo>
                  <a:lnTo>
                    <a:pt x="226" y="57"/>
                  </a:lnTo>
                  <a:lnTo>
                    <a:pt x="228" y="58"/>
                  </a:lnTo>
                  <a:lnTo>
                    <a:pt x="232" y="60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6" y="62"/>
                  </a:lnTo>
                  <a:lnTo>
                    <a:pt x="237" y="63"/>
                  </a:lnTo>
                  <a:lnTo>
                    <a:pt x="238" y="64"/>
                  </a:lnTo>
                  <a:lnTo>
                    <a:pt x="239" y="67"/>
                  </a:lnTo>
                  <a:lnTo>
                    <a:pt x="238" y="69"/>
                  </a:lnTo>
                  <a:lnTo>
                    <a:pt x="236" y="69"/>
                  </a:lnTo>
                  <a:lnTo>
                    <a:pt x="235" y="71"/>
                  </a:lnTo>
                  <a:lnTo>
                    <a:pt x="234" y="71"/>
                  </a:lnTo>
                  <a:lnTo>
                    <a:pt x="232" y="72"/>
                  </a:lnTo>
                  <a:lnTo>
                    <a:pt x="228" y="73"/>
                  </a:lnTo>
                  <a:lnTo>
                    <a:pt x="225" y="74"/>
                  </a:lnTo>
                  <a:lnTo>
                    <a:pt x="223" y="76"/>
                  </a:lnTo>
                  <a:lnTo>
                    <a:pt x="220" y="77"/>
                  </a:lnTo>
                  <a:lnTo>
                    <a:pt x="217" y="79"/>
                  </a:lnTo>
                  <a:lnTo>
                    <a:pt x="213" y="80"/>
                  </a:lnTo>
                  <a:lnTo>
                    <a:pt x="209" y="81"/>
                  </a:lnTo>
                  <a:lnTo>
                    <a:pt x="205" y="83"/>
                  </a:lnTo>
                  <a:lnTo>
                    <a:pt x="202" y="84"/>
                  </a:lnTo>
                  <a:lnTo>
                    <a:pt x="197" y="87"/>
                  </a:lnTo>
                  <a:lnTo>
                    <a:pt x="192" y="89"/>
                  </a:lnTo>
                  <a:lnTo>
                    <a:pt x="190" y="91"/>
                  </a:lnTo>
                  <a:lnTo>
                    <a:pt x="184" y="93"/>
                  </a:lnTo>
                  <a:lnTo>
                    <a:pt x="180" y="94"/>
                  </a:lnTo>
                  <a:lnTo>
                    <a:pt x="176" y="96"/>
                  </a:lnTo>
                  <a:lnTo>
                    <a:pt x="172" y="98"/>
                  </a:lnTo>
                  <a:lnTo>
                    <a:pt x="167" y="99"/>
                  </a:lnTo>
                  <a:lnTo>
                    <a:pt x="164" y="101"/>
                  </a:lnTo>
                  <a:lnTo>
                    <a:pt x="160" y="104"/>
                  </a:lnTo>
                  <a:lnTo>
                    <a:pt x="157" y="104"/>
                  </a:lnTo>
                  <a:lnTo>
                    <a:pt x="152" y="107"/>
                  </a:lnTo>
                  <a:lnTo>
                    <a:pt x="149" y="109"/>
                  </a:lnTo>
                  <a:lnTo>
                    <a:pt x="146" y="110"/>
                  </a:lnTo>
                  <a:lnTo>
                    <a:pt x="143" y="111"/>
                  </a:lnTo>
                  <a:lnTo>
                    <a:pt x="141" y="112"/>
                  </a:lnTo>
                  <a:lnTo>
                    <a:pt x="137" y="113"/>
                  </a:lnTo>
                  <a:lnTo>
                    <a:pt x="135" y="114"/>
                  </a:lnTo>
                  <a:lnTo>
                    <a:pt x="134" y="114"/>
                  </a:lnTo>
                  <a:lnTo>
                    <a:pt x="132" y="115"/>
                  </a:lnTo>
                  <a:lnTo>
                    <a:pt x="131" y="115"/>
                  </a:lnTo>
                  <a:lnTo>
                    <a:pt x="130" y="115"/>
                  </a:lnTo>
                  <a:lnTo>
                    <a:pt x="128" y="115"/>
                  </a:lnTo>
                  <a:lnTo>
                    <a:pt x="127" y="114"/>
                  </a:lnTo>
                  <a:lnTo>
                    <a:pt x="125" y="114"/>
                  </a:lnTo>
                  <a:lnTo>
                    <a:pt x="124" y="113"/>
                  </a:lnTo>
                  <a:lnTo>
                    <a:pt x="121" y="113"/>
                  </a:lnTo>
                  <a:lnTo>
                    <a:pt x="120" y="112"/>
                  </a:lnTo>
                  <a:lnTo>
                    <a:pt x="118" y="112"/>
                  </a:lnTo>
                  <a:lnTo>
                    <a:pt x="116" y="111"/>
                  </a:lnTo>
                  <a:lnTo>
                    <a:pt x="114" y="110"/>
                  </a:lnTo>
                  <a:lnTo>
                    <a:pt x="112" y="108"/>
                  </a:lnTo>
                  <a:lnTo>
                    <a:pt x="109" y="107"/>
                  </a:lnTo>
                  <a:lnTo>
                    <a:pt x="105" y="104"/>
                  </a:lnTo>
                  <a:lnTo>
                    <a:pt x="102" y="102"/>
                  </a:lnTo>
                  <a:lnTo>
                    <a:pt x="97" y="100"/>
                  </a:lnTo>
                  <a:lnTo>
                    <a:pt x="94" y="98"/>
                  </a:lnTo>
                  <a:lnTo>
                    <a:pt x="89" y="96"/>
                  </a:lnTo>
                  <a:lnTo>
                    <a:pt x="85" y="94"/>
                  </a:lnTo>
                  <a:lnTo>
                    <a:pt x="80" y="91"/>
                  </a:lnTo>
                  <a:lnTo>
                    <a:pt x="74" y="88"/>
                  </a:lnTo>
                  <a:lnTo>
                    <a:pt x="70" y="85"/>
                  </a:lnTo>
                  <a:lnTo>
                    <a:pt x="66" y="82"/>
                  </a:lnTo>
                  <a:lnTo>
                    <a:pt x="61" y="80"/>
                  </a:lnTo>
                  <a:lnTo>
                    <a:pt x="55" y="78"/>
                  </a:lnTo>
                  <a:lnTo>
                    <a:pt x="51" y="74"/>
                  </a:lnTo>
                  <a:lnTo>
                    <a:pt x="45" y="72"/>
                  </a:lnTo>
                  <a:lnTo>
                    <a:pt x="40" y="69"/>
                  </a:lnTo>
                  <a:lnTo>
                    <a:pt x="36" y="67"/>
                  </a:lnTo>
                  <a:lnTo>
                    <a:pt x="32" y="65"/>
                  </a:lnTo>
                  <a:lnTo>
                    <a:pt x="27" y="63"/>
                  </a:lnTo>
                  <a:lnTo>
                    <a:pt x="23" y="61"/>
                  </a:lnTo>
                  <a:lnTo>
                    <a:pt x="20" y="58"/>
                  </a:lnTo>
                  <a:lnTo>
                    <a:pt x="17" y="56"/>
                  </a:lnTo>
                  <a:lnTo>
                    <a:pt x="14" y="55"/>
                  </a:lnTo>
                  <a:lnTo>
                    <a:pt x="11" y="54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6" y="51"/>
                  </a:lnTo>
                  <a:lnTo>
                    <a:pt x="5" y="51"/>
                  </a:lnTo>
                  <a:lnTo>
                    <a:pt x="3" y="50"/>
                  </a:lnTo>
                  <a:lnTo>
                    <a:pt x="2" y="48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5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0" name="Freeform 41"/>
            <p:cNvSpPr>
              <a:spLocks/>
            </p:cNvSpPr>
            <p:nvPr/>
          </p:nvSpPr>
          <p:spPr bwMode="auto">
            <a:xfrm>
              <a:off x="3014" y="1968"/>
              <a:ext cx="90" cy="45"/>
            </a:xfrm>
            <a:custGeom>
              <a:avLst/>
              <a:gdLst>
                <a:gd name="T0" fmla="*/ 89 w 90"/>
                <a:gd name="T1" fmla="*/ 0 h 45"/>
                <a:gd name="T2" fmla="*/ 89 w 90"/>
                <a:gd name="T3" fmla="*/ 0 h 45"/>
                <a:gd name="T4" fmla="*/ 85 w 90"/>
                <a:gd name="T5" fmla="*/ 1 h 45"/>
                <a:gd name="T6" fmla="*/ 81 w 90"/>
                <a:gd name="T7" fmla="*/ 3 h 45"/>
                <a:gd name="T8" fmla="*/ 77 w 90"/>
                <a:gd name="T9" fmla="*/ 5 h 45"/>
                <a:gd name="T10" fmla="*/ 69 w 90"/>
                <a:gd name="T11" fmla="*/ 8 h 45"/>
                <a:gd name="T12" fmla="*/ 63 w 90"/>
                <a:gd name="T13" fmla="*/ 13 h 45"/>
                <a:gd name="T14" fmla="*/ 55 w 90"/>
                <a:gd name="T15" fmla="*/ 16 h 45"/>
                <a:gd name="T16" fmla="*/ 49 w 90"/>
                <a:gd name="T17" fmla="*/ 19 h 45"/>
                <a:gd name="T18" fmla="*/ 42 w 90"/>
                <a:gd name="T19" fmla="*/ 22 h 45"/>
                <a:gd name="T20" fmla="*/ 34 w 90"/>
                <a:gd name="T21" fmla="*/ 26 h 45"/>
                <a:gd name="T22" fmla="*/ 28 w 90"/>
                <a:gd name="T23" fmla="*/ 30 h 45"/>
                <a:gd name="T24" fmla="*/ 20 w 90"/>
                <a:gd name="T25" fmla="*/ 34 h 45"/>
                <a:gd name="T26" fmla="*/ 15 w 90"/>
                <a:gd name="T27" fmla="*/ 36 h 45"/>
                <a:gd name="T28" fmla="*/ 8 w 90"/>
                <a:gd name="T29" fmla="*/ 39 h 45"/>
                <a:gd name="T30" fmla="*/ 4 w 90"/>
                <a:gd name="T31" fmla="*/ 40 h 45"/>
                <a:gd name="T32" fmla="*/ 2 w 90"/>
                <a:gd name="T33" fmla="*/ 42 h 45"/>
                <a:gd name="T34" fmla="*/ 0 w 90"/>
                <a:gd name="T35" fmla="*/ 42 h 45"/>
                <a:gd name="T36" fmla="*/ 1 w 90"/>
                <a:gd name="T37" fmla="*/ 45 h 45"/>
                <a:gd name="T38" fmla="*/ 2 w 90"/>
                <a:gd name="T39" fmla="*/ 44 h 45"/>
                <a:gd name="T40" fmla="*/ 5 w 90"/>
                <a:gd name="T41" fmla="*/ 42 h 45"/>
                <a:gd name="T42" fmla="*/ 11 w 90"/>
                <a:gd name="T43" fmla="*/ 40 h 45"/>
                <a:gd name="T44" fmla="*/ 15 w 90"/>
                <a:gd name="T45" fmla="*/ 38 h 45"/>
                <a:gd name="T46" fmla="*/ 21 w 90"/>
                <a:gd name="T47" fmla="*/ 35 h 45"/>
                <a:gd name="T48" fmla="*/ 28 w 90"/>
                <a:gd name="T49" fmla="*/ 32 h 45"/>
                <a:gd name="T50" fmla="*/ 35 w 90"/>
                <a:gd name="T51" fmla="*/ 27 h 45"/>
                <a:gd name="T52" fmla="*/ 42 w 90"/>
                <a:gd name="T53" fmla="*/ 24 h 45"/>
                <a:gd name="T54" fmla="*/ 50 w 90"/>
                <a:gd name="T55" fmla="*/ 21 h 45"/>
                <a:gd name="T56" fmla="*/ 56 w 90"/>
                <a:gd name="T57" fmla="*/ 18 h 45"/>
                <a:gd name="T58" fmla="*/ 63 w 90"/>
                <a:gd name="T59" fmla="*/ 15 h 45"/>
                <a:gd name="T60" fmla="*/ 70 w 90"/>
                <a:gd name="T61" fmla="*/ 10 h 45"/>
                <a:gd name="T62" fmla="*/ 77 w 90"/>
                <a:gd name="T63" fmla="*/ 7 h 45"/>
                <a:gd name="T64" fmla="*/ 82 w 90"/>
                <a:gd name="T65" fmla="*/ 5 h 45"/>
                <a:gd name="T66" fmla="*/ 86 w 90"/>
                <a:gd name="T67" fmla="*/ 3 h 45"/>
                <a:gd name="T68" fmla="*/ 90 w 90"/>
                <a:gd name="T69" fmla="*/ 1 h 45"/>
                <a:gd name="T70" fmla="*/ 89 w 90"/>
                <a:gd name="T71" fmla="*/ 0 h 4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0"/>
                <a:gd name="T109" fmla="*/ 0 h 45"/>
                <a:gd name="T110" fmla="*/ 90 w 90"/>
                <a:gd name="T111" fmla="*/ 45 h 4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0" h="45">
                  <a:moveTo>
                    <a:pt x="89" y="0"/>
                  </a:moveTo>
                  <a:lnTo>
                    <a:pt x="89" y="0"/>
                  </a:lnTo>
                  <a:lnTo>
                    <a:pt x="85" y="1"/>
                  </a:lnTo>
                  <a:lnTo>
                    <a:pt x="81" y="3"/>
                  </a:lnTo>
                  <a:lnTo>
                    <a:pt x="77" y="5"/>
                  </a:lnTo>
                  <a:lnTo>
                    <a:pt x="69" y="8"/>
                  </a:lnTo>
                  <a:lnTo>
                    <a:pt x="63" y="13"/>
                  </a:lnTo>
                  <a:lnTo>
                    <a:pt x="55" y="16"/>
                  </a:lnTo>
                  <a:lnTo>
                    <a:pt x="49" y="19"/>
                  </a:lnTo>
                  <a:lnTo>
                    <a:pt x="42" y="22"/>
                  </a:lnTo>
                  <a:lnTo>
                    <a:pt x="34" y="26"/>
                  </a:lnTo>
                  <a:lnTo>
                    <a:pt x="28" y="30"/>
                  </a:lnTo>
                  <a:lnTo>
                    <a:pt x="20" y="34"/>
                  </a:lnTo>
                  <a:lnTo>
                    <a:pt x="15" y="36"/>
                  </a:lnTo>
                  <a:lnTo>
                    <a:pt x="8" y="39"/>
                  </a:lnTo>
                  <a:lnTo>
                    <a:pt x="4" y="4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1" y="45"/>
                  </a:lnTo>
                  <a:lnTo>
                    <a:pt x="2" y="44"/>
                  </a:lnTo>
                  <a:lnTo>
                    <a:pt x="5" y="42"/>
                  </a:lnTo>
                  <a:lnTo>
                    <a:pt x="11" y="40"/>
                  </a:lnTo>
                  <a:lnTo>
                    <a:pt x="15" y="38"/>
                  </a:lnTo>
                  <a:lnTo>
                    <a:pt x="21" y="35"/>
                  </a:lnTo>
                  <a:lnTo>
                    <a:pt x="28" y="32"/>
                  </a:lnTo>
                  <a:lnTo>
                    <a:pt x="35" y="27"/>
                  </a:lnTo>
                  <a:lnTo>
                    <a:pt x="42" y="24"/>
                  </a:lnTo>
                  <a:lnTo>
                    <a:pt x="50" y="21"/>
                  </a:lnTo>
                  <a:lnTo>
                    <a:pt x="56" y="18"/>
                  </a:lnTo>
                  <a:lnTo>
                    <a:pt x="63" y="15"/>
                  </a:lnTo>
                  <a:lnTo>
                    <a:pt x="70" y="10"/>
                  </a:lnTo>
                  <a:lnTo>
                    <a:pt x="77" y="7"/>
                  </a:lnTo>
                  <a:lnTo>
                    <a:pt x="82" y="5"/>
                  </a:lnTo>
                  <a:lnTo>
                    <a:pt x="86" y="3"/>
                  </a:lnTo>
                  <a:lnTo>
                    <a:pt x="90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1" name="Freeform 42"/>
            <p:cNvSpPr>
              <a:spLocks/>
            </p:cNvSpPr>
            <p:nvPr/>
          </p:nvSpPr>
          <p:spPr bwMode="auto">
            <a:xfrm>
              <a:off x="3103" y="1967"/>
              <a:ext cx="13" cy="3"/>
            </a:xfrm>
            <a:custGeom>
              <a:avLst/>
              <a:gdLst>
                <a:gd name="T0" fmla="*/ 13 w 13"/>
                <a:gd name="T1" fmla="*/ 1 h 3"/>
                <a:gd name="T2" fmla="*/ 13 w 13"/>
                <a:gd name="T3" fmla="*/ 1 h 3"/>
                <a:gd name="T4" fmla="*/ 12 w 13"/>
                <a:gd name="T5" fmla="*/ 1 h 3"/>
                <a:gd name="T6" fmla="*/ 10 w 13"/>
                <a:gd name="T7" fmla="*/ 1 h 3"/>
                <a:gd name="T8" fmla="*/ 9 w 13"/>
                <a:gd name="T9" fmla="*/ 0 h 3"/>
                <a:gd name="T10" fmla="*/ 6 w 13"/>
                <a:gd name="T11" fmla="*/ 0 h 3"/>
                <a:gd name="T12" fmla="*/ 5 w 13"/>
                <a:gd name="T13" fmla="*/ 0 h 3"/>
                <a:gd name="T14" fmla="*/ 3 w 13"/>
                <a:gd name="T15" fmla="*/ 0 h 3"/>
                <a:gd name="T16" fmla="*/ 2 w 13"/>
                <a:gd name="T17" fmla="*/ 0 h 3"/>
                <a:gd name="T18" fmla="*/ 0 w 13"/>
                <a:gd name="T19" fmla="*/ 1 h 3"/>
                <a:gd name="T20" fmla="*/ 0 w 13"/>
                <a:gd name="T21" fmla="*/ 2 h 3"/>
                <a:gd name="T22" fmla="*/ 2 w 13"/>
                <a:gd name="T23" fmla="*/ 2 h 3"/>
                <a:gd name="T24" fmla="*/ 3 w 13"/>
                <a:gd name="T25" fmla="*/ 2 h 3"/>
                <a:gd name="T26" fmla="*/ 5 w 13"/>
                <a:gd name="T27" fmla="*/ 2 h 3"/>
                <a:gd name="T28" fmla="*/ 6 w 13"/>
                <a:gd name="T29" fmla="*/ 2 h 3"/>
                <a:gd name="T30" fmla="*/ 9 w 13"/>
                <a:gd name="T31" fmla="*/ 2 h 3"/>
                <a:gd name="T32" fmla="*/ 10 w 13"/>
                <a:gd name="T33" fmla="*/ 2 h 3"/>
                <a:gd name="T34" fmla="*/ 11 w 13"/>
                <a:gd name="T35" fmla="*/ 3 h 3"/>
                <a:gd name="T36" fmla="*/ 12 w 13"/>
                <a:gd name="T37" fmla="*/ 3 h 3"/>
                <a:gd name="T38" fmla="*/ 13 w 13"/>
                <a:gd name="T39" fmla="*/ 1 h 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3"/>
                <a:gd name="T62" fmla="*/ 13 w 13"/>
                <a:gd name="T63" fmla="*/ 3 h 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3">
                  <a:moveTo>
                    <a:pt x="13" y="1"/>
                  </a:moveTo>
                  <a:lnTo>
                    <a:pt x="13" y="1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2" name="Freeform 43"/>
            <p:cNvSpPr>
              <a:spLocks/>
            </p:cNvSpPr>
            <p:nvPr/>
          </p:nvSpPr>
          <p:spPr bwMode="auto">
            <a:xfrm>
              <a:off x="3115" y="1969"/>
              <a:ext cx="128" cy="60"/>
            </a:xfrm>
            <a:custGeom>
              <a:avLst/>
              <a:gdLst>
                <a:gd name="T0" fmla="*/ 128 w 128"/>
                <a:gd name="T1" fmla="*/ 59 h 60"/>
                <a:gd name="T2" fmla="*/ 124 w 128"/>
                <a:gd name="T3" fmla="*/ 56 h 60"/>
                <a:gd name="T4" fmla="*/ 119 w 128"/>
                <a:gd name="T5" fmla="*/ 54 h 60"/>
                <a:gd name="T6" fmla="*/ 111 w 128"/>
                <a:gd name="T7" fmla="*/ 51 h 60"/>
                <a:gd name="T8" fmla="*/ 104 w 128"/>
                <a:gd name="T9" fmla="*/ 47 h 60"/>
                <a:gd name="T10" fmla="*/ 94 w 128"/>
                <a:gd name="T11" fmla="*/ 43 h 60"/>
                <a:gd name="T12" fmla="*/ 84 w 128"/>
                <a:gd name="T13" fmla="*/ 38 h 60"/>
                <a:gd name="T14" fmla="*/ 73 w 128"/>
                <a:gd name="T15" fmla="*/ 33 h 60"/>
                <a:gd name="T16" fmla="*/ 62 w 128"/>
                <a:gd name="T17" fmla="*/ 28 h 60"/>
                <a:gd name="T18" fmla="*/ 51 w 128"/>
                <a:gd name="T19" fmla="*/ 22 h 60"/>
                <a:gd name="T20" fmla="*/ 41 w 128"/>
                <a:gd name="T21" fmla="*/ 18 h 60"/>
                <a:gd name="T22" fmla="*/ 30 w 128"/>
                <a:gd name="T23" fmla="*/ 13 h 60"/>
                <a:gd name="T24" fmla="*/ 22 w 128"/>
                <a:gd name="T25" fmla="*/ 8 h 60"/>
                <a:gd name="T26" fmla="*/ 14 w 128"/>
                <a:gd name="T27" fmla="*/ 5 h 60"/>
                <a:gd name="T28" fmla="*/ 8 w 128"/>
                <a:gd name="T29" fmla="*/ 3 h 60"/>
                <a:gd name="T30" fmla="*/ 4 w 128"/>
                <a:gd name="T31" fmla="*/ 1 h 60"/>
                <a:gd name="T32" fmla="*/ 0 w 128"/>
                <a:gd name="T33" fmla="*/ 2 h 60"/>
                <a:gd name="T34" fmla="*/ 2 w 128"/>
                <a:gd name="T35" fmla="*/ 3 h 60"/>
                <a:gd name="T36" fmla="*/ 7 w 128"/>
                <a:gd name="T37" fmla="*/ 4 h 60"/>
                <a:gd name="T38" fmla="*/ 13 w 128"/>
                <a:gd name="T39" fmla="*/ 7 h 60"/>
                <a:gd name="T40" fmla="*/ 21 w 128"/>
                <a:gd name="T41" fmla="*/ 10 h 60"/>
                <a:gd name="T42" fmla="*/ 29 w 128"/>
                <a:gd name="T43" fmla="*/ 16 h 60"/>
                <a:gd name="T44" fmla="*/ 40 w 128"/>
                <a:gd name="T45" fmla="*/ 20 h 60"/>
                <a:gd name="T46" fmla="*/ 50 w 128"/>
                <a:gd name="T47" fmla="*/ 24 h 60"/>
                <a:gd name="T48" fmla="*/ 61 w 128"/>
                <a:gd name="T49" fmla="*/ 29 h 60"/>
                <a:gd name="T50" fmla="*/ 72 w 128"/>
                <a:gd name="T51" fmla="*/ 35 h 60"/>
                <a:gd name="T52" fmla="*/ 83 w 128"/>
                <a:gd name="T53" fmla="*/ 39 h 60"/>
                <a:gd name="T54" fmla="*/ 94 w 128"/>
                <a:gd name="T55" fmla="*/ 44 h 60"/>
                <a:gd name="T56" fmla="*/ 103 w 128"/>
                <a:gd name="T57" fmla="*/ 49 h 60"/>
                <a:gd name="T58" fmla="*/ 110 w 128"/>
                <a:gd name="T59" fmla="*/ 53 h 60"/>
                <a:gd name="T60" fmla="*/ 119 w 128"/>
                <a:gd name="T61" fmla="*/ 55 h 60"/>
                <a:gd name="T62" fmla="*/ 123 w 128"/>
                <a:gd name="T63" fmla="*/ 59 h 60"/>
                <a:gd name="T64" fmla="*/ 126 w 128"/>
                <a:gd name="T65" fmla="*/ 60 h 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8"/>
                <a:gd name="T100" fmla="*/ 0 h 60"/>
                <a:gd name="T101" fmla="*/ 128 w 128"/>
                <a:gd name="T102" fmla="*/ 60 h 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8" h="60">
                  <a:moveTo>
                    <a:pt x="128" y="59"/>
                  </a:moveTo>
                  <a:lnTo>
                    <a:pt x="128" y="59"/>
                  </a:lnTo>
                  <a:lnTo>
                    <a:pt x="126" y="57"/>
                  </a:lnTo>
                  <a:lnTo>
                    <a:pt x="124" y="56"/>
                  </a:lnTo>
                  <a:lnTo>
                    <a:pt x="122" y="55"/>
                  </a:lnTo>
                  <a:lnTo>
                    <a:pt x="119" y="54"/>
                  </a:lnTo>
                  <a:lnTo>
                    <a:pt x="115" y="53"/>
                  </a:lnTo>
                  <a:lnTo>
                    <a:pt x="111" y="51"/>
                  </a:lnTo>
                  <a:lnTo>
                    <a:pt x="108" y="50"/>
                  </a:lnTo>
                  <a:lnTo>
                    <a:pt x="104" y="47"/>
                  </a:lnTo>
                  <a:lnTo>
                    <a:pt x="99" y="45"/>
                  </a:lnTo>
                  <a:lnTo>
                    <a:pt x="94" y="43"/>
                  </a:lnTo>
                  <a:lnTo>
                    <a:pt x="89" y="40"/>
                  </a:lnTo>
                  <a:lnTo>
                    <a:pt x="84" y="38"/>
                  </a:lnTo>
                  <a:lnTo>
                    <a:pt x="78" y="36"/>
                  </a:lnTo>
                  <a:lnTo>
                    <a:pt x="73" y="33"/>
                  </a:lnTo>
                  <a:lnTo>
                    <a:pt x="68" y="31"/>
                  </a:lnTo>
                  <a:lnTo>
                    <a:pt x="62" y="28"/>
                  </a:lnTo>
                  <a:lnTo>
                    <a:pt x="57" y="25"/>
                  </a:lnTo>
                  <a:lnTo>
                    <a:pt x="51" y="22"/>
                  </a:lnTo>
                  <a:lnTo>
                    <a:pt x="45" y="20"/>
                  </a:lnTo>
                  <a:lnTo>
                    <a:pt x="41" y="18"/>
                  </a:lnTo>
                  <a:lnTo>
                    <a:pt x="36" y="16"/>
                  </a:lnTo>
                  <a:lnTo>
                    <a:pt x="30" y="13"/>
                  </a:lnTo>
                  <a:lnTo>
                    <a:pt x="26" y="10"/>
                  </a:lnTo>
                  <a:lnTo>
                    <a:pt x="22" y="8"/>
                  </a:lnTo>
                  <a:lnTo>
                    <a:pt x="17" y="7"/>
                  </a:lnTo>
                  <a:lnTo>
                    <a:pt x="14" y="5"/>
                  </a:lnTo>
                  <a:lnTo>
                    <a:pt x="11" y="4"/>
                  </a:lnTo>
                  <a:lnTo>
                    <a:pt x="8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3"/>
                  </a:lnTo>
                  <a:lnTo>
                    <a:pt x="5" y="3"/>
                  </a:lnTo>
                  <a:lnTo>
                    <a:pt x="7" y="4"/>
                  </a:lnTo>
                  <a:lnTo>
                    <a:pt x="9" y="5"/>
                  </a:lnTo>
                  <a:lnTo>
                    <a:pt x="13" y="7"/>
                  </a:lnTo>
                  <a:lnTo>
                    <a:pt x="17" y="8"/>
                  </a:lnTo>
                  <a:lnTo>
                    <a:pt x="21" y="10"/>
                  </a:lnTo>
                  <a:lnTo>
                    <a:pt x="25" y="13"/>
                  </a:lnTo>
                  <a:lnTo>
                    <a:pt x="29" y="16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5" y="22"/>
                  </a:lnTo>
                  <a:lnTo>
                    <a:pt x="50" y="24"/>
                  </a:lnTo>
                  <a:lnTo>
                    <a:pt x="56" y="26"/>
                  </a:lnTo>
                  <a:lnTo>
                    <a:pt x="61" y="29"/>
                  </a:lnTo>
                  <a:lnTo>
                    <a:pt x="67" y="33"/>
                  </a:lnTo>
                  <a:lnTo>
                    <a:pt x="72" y="35"/>
                  </a:lnTo>
                  <a:lnTo>
                    <a:pt x="78" y="37"/>
                  </a:lnTo>
                  <a:lnTo>
                    <a:pt x="83" y="39"/>
                  </a:lnTo>
                  <a:lnTo>
                    <a:pt x="88" y="41"/>
                  </a:lnTo>
                  <a:lnTo>
                    <a:pt x="94" y="44"/>
                  </a:lnTo>
                  <a:lnTo>
                    <a:pt x="99" y="47"/>
                  </a:lnTo>
                  <a:lnTo>
                    <a:pt x="103" y="49"/>
                  </a:lnTo>
                  <a:lnTo>
                    <a:pt x="107" y="51"/>
                  </a:lnTo>
                  <a:lnTo>
                    <a:pt x="110" y="53"/>
                  </a:lnTo>
                  <a:lnTo>
                    <a:pt x="115" y="54"/>
                  </a:lnTo>
                  <a:lnTo>
                    <a:pt x="119" y="55"/>
                  </a:lnTo>
                  <a:lnTo>
                    <a:pt x="121" y="57"/>
                  </a:lnTo>
                  <a:lnTo>
                    <a:pt x="123" y="59"/>
                  </a:lnTo>
                  <a:lnTo>
                    <a:pt x="125" y="59"/>
                  </a:lnTo>
                  <a:lnTo>
                    <a:pt x="126" y="60"/>
                  </a:lnTo>
                  <a:lnTo>
                    <a:pt x="128" y="59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3" name="Freeform 44"/>
            <p:cNvSpPr>
              <a:spLocks/>
            </p:cNvSpPr>
            <p:nvPr/>
          </p:nvSpPr>
          <p:spPr bwMode="auto">
            <a:xfrm>
              <a:off x="3241" y="2028"/>
              <a:ext cx="9" cy="11"/>
            </a:xfrm>
            <a:custGeom>
              <a:avLst/>
              <a:gdLst>
                <a:gd name="T0" fmla="*/ 5 w 9"/>
                <a:gd name="T1" fmla="*/ 11 h 11"/>
                <a:gd name="T2" fmla="*/ 5 w 9"/>
                <a:gd name="T3" fmla="*/ 11 h 11"/>
                <a:gd name="T4" fmla="*/ 8 w 9"/>
                <a:gd name="T5" fmla="*/ 10 h 11"/>
                <a:gd name="T6" fmla="*/ 9 w 9"/>
                <a:gd name="T7" fmla="*/ 8 h 11"/>
                <a:gd name="T8" fmla="*/ 9 w 9"/>
                <a:gd name="T9" fmla="*/ 7 h 11"/>
                <a:gd name="T10" fmla="*/ 8 w 9"/>
                <a:gd name="T11" fmla="*/ 4 h 11"/>
                <a:gd name="T12" fmla="*/ 7 w 9"/>
                <a:gd name="T13" fmla="*/ 3 h 11"/>
                <a:gd name="T14" fmla="*/ 5 w 9"/>
                <a:gd name="T15" fmla="*/ 2 h 11"/>
                <a:gd name="T16" fmla="*/ 3 w 9"/>
                <a:gd name="T17" fmla="*/ 1 h 11"/>
                <a:gd name="T18" fmla="*/ 2 w 9"/>
                <a:gd name="T19" fmla="*/ 0 h 11"/>
                <a:gd name="T20" fmla="*/ 0 w 9"/>
                <a:gd name="T21" fmla="*/ 1 h 11"/>
                <a:gd name="T22" fmla="*/ 2 w 9"/>
                <a:gd name="T23" fmla="*/ 2 h 11"/>
                <a:gd name="T24" fmla="*/ 4 w 9"/>
                <a:gd name="T25" fmla="*/ 3 h 11"/>
                <a:gd name="T26" fmla="*/ 5 w 9"/>
                <a:gd name="T27" fmla="*/ 4 h 11"/>
                <a:gd name="T28" fmla="*/ 7 w 9"/>
                <a:gd name="T29" fmla="*/ 5 h 11"/>
                <a:gd name="T30" fmla="*/ 7 w 9"/>
                <a:gd name="T31" fmla="*/ 7 h 11"/>
                <a:gd name="T32" fmla="*/ 7 w 9"/>
                <a:gd name="T33" fmla="*/ 8 h 11"/>
                <a:gd name="T34" fmla="*/ 4 w 9"/>
                <a:gd name="T35" fmla="*/ 10 h 11"/>
                <a:gd name="T36" fmla="*/ 5 w 9"/>
                <a:gd name="T37" fmla="*/ 11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11"/>
                <a:gd name="T59" fmla="*/ 9 w 9"/>
                <a:gd name="T60" fmla="*/ 11 h 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11">
                  <a:moveTo>
                    <a:pt x="5" y="11"/>
                  </a:moveTo>
                  <a:lnTo>
                    <a:pt x="5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8" y="4"/>
                  </a:lnTo>
                  <a:lnTo>
                    <a:pt x="7" y="3"/>
                  </a:lnTo>
                  <a:lnTo>
                    <a:pt x="5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8"/>
                  </a:lnTo>
                  <a:lnTo>
                    <a:pt x="4" y="10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4" name="Freeform 45"/>
            <p:cNvSpPr>
              <a:spLocks/>
            </p:cNvSpPr>
            <p:nvPr/>
          </p:nvSpPr>
          <p:spPr bwMode="auto">
            <a:xfrm>
              <a:off x="3143" y="2037"/>
              <a:ext cx="103" cy="46"/>
            </a:xfrm>
            <a:custGeom>
              <a:avLst/>
              <a:gdLst>
                <a:gd name="T0" fmla="*/ 1 w 103"/>
                <a:gd name="T1" fmla="*/ 46 h 46"/>
                <a:gd name="T2" fmla="*/ 3 w 103"/>
                <a:gd name="T3" fmla="*/ 45 h 46"/>
                <a:gd name="T4" fmla="*/ 9 w 103"/>
                <a:gd name="T5" fmla="*/ 43 h 46"/>
                <a:gd name="T6" fmla="*/ 14 w 103"/>
                <a:gd name="T7" fmla="*/ 41 h 46"/>
                <a:gd name="T8" fmla="*/ 20 w 103"/>
                <a:gd name="T9" fmla="*/ 38 h 46"/>
                <a:gd name="T10" fmla="*/ 27 w 103"/>
                <a:gd name="T11" fmla="*/ 35 h 46"/>
                <a:gd name="T12" fmla="*/ 35 w 103"/>
                <a:gd name="T13" fmla="*/ 30 h 46"/>
                <a:gd name="T14" fmla="*/ 44 w 103"/>
                <a:gd name="T15" fmla="*/ 27 h 46"/>
                <a:gd name="T16" fmla="*/ 52 w 103"/>
                <a:gd name="T17" fmla="*/ 24 h 46"/>
                <a:gd name="T18" fmla="*/ 61 w 103"/>
                <a:gd name="T19" fmla="*/ 20 h 46"/>
                <a:gd name="T20" fmla="*/ 70 w 103"/>
                <a:gd name="T21" fmla="*/ 17 h 46"/>
                <a:gd name="T22" fmla="*/ 77 w 103"/>
                <a:gd name="T23" fmla="*/ 13 h 46"/>
                <a:gd name="T24" fmla="*/ 83 w 103"/>
                <a:gd name="T25" fmla="*/ 11 h 46"/>
                <a:gd name="T26" fmla="*/ 90 w 103"/>
                <a:gd name="T27" fmla="*/ 7 h 46"/>
                <a:gd name="T28" fmla="*/ 96 w 103"/>
                <a:gd name="T29" fmla="*/ 4 h 46"/>
                <a:gd name="T30" fmla="*/ 100 w 103"/>
                <a:gd name="T31" fmla="*/ 3 h 46"/>
                <a:gd name="T32" fmla="*/ 103 w 103"/>
                <a:gd name="T33" fmla="*/ 1 h 46"/>
                <a:gd name="T34" fmla="*/ 101 w 103"/>
                <a:gd name="T35" fmla="*/ 0 h 46"/>
                <a:gd name="T36" fmla="*/ 97 w 103"/>
                <a:gd name="T37" fmla="*/ 2 h 46"/>
                <a:gd name="T38" fmla="*/ 92 w 103"/>
                <a:gd name="T39" fmla="*/ 4 h 46"/>
                <a:gd name="T40" fmla="*/ 86 w 103"/>
                <a:gd name="T41" fmla="*/ 7 h 46"/>
                <a:gd name="T42" fmla="*/ 79 w 103"/>
                <a:gd name="T43" fmla="*/ 11 h 46"/>
                <a:gd name="T44" fmla="*/ 72 w 103"/>
                <a:gd name="T45" fmla="*/ 13 h 46"/>
                <a:gd name="T46" fmla="*/ 64 w 103"/>
                <a:gd name="T47" fmla="*/ 17 h 46"/>
                <a:gd name="T48" fmla="*/ 56 w 103"/>
                <a:gd name="T49" fmla="*/ 20 h 46"/>
                <a:gd name="T50" fmla="*/ 47 w 103"/>
                <a:gd name="T51" fmla="*/ 24 h 46"/>
                <a:gd name="T52" fmla="*/ 39 w 103"/>
                <a:gd name="T53" fmla="*/ 28 h 46"/>
                <a:gd name="T54" fmla="*/ 31 w 103"/>
                <a:gd name="T55" fmla="*/ 31 h 46"/>
                <a:gd name="T56" fmla="*/ 23 w 103"/>
                <a:gd name="T57" fmla="*/ 35 h 46"/>
                <a:gd name="T58" fmla="*/ 16 w 103"/>
                <a:gd name="T59" fmla="*/ 38 h 46"/>
                <a:gd name="T60" fmla="*/ 11 w 103"/>
                <a:gd name="T61" fmla="*/ 41 h 46"/>
                <a:gd name="T62" fmla="*/ 5 w 103"/>
                <a:gd name="T63" fmla="*/ 42 h 46"/>
                <a:gd name="T64" fmla="*/ 1 w 103"/>
                <a:gd name="T65" fmla="*/ 44 h 46"/>
                <a:gd name="T66" fmla="*/ 1 w 103"/>
                <a:gd name="T67" fmla="*/ 46 h 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6"/>
                <a:gd name="T104" fmla="*/ 103 w 103"/>
                <a:gd name="T105" fmla="*/ 46 h 4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6">
                  <a:moveTo>
                    <a:pt x="1" y="46"/>
                  </a:moveTo>
                  <a:lnTo>
                    <a:pt x="1" y="46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42"/>
                  </a:lnTo>
                  <a:lnTo>
                    <a:pt x="14" y="41"/>
                  </a:lnTo>
                  <a:lnTo>
                    <a:pt x="17" y="40"/>
                  </a:lnTo>
                  <a:lnTo>
                    <a:pt x="20" y="38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1" y="32"/>
                  </a:lnTo>
                  <a:lnTo>
                    <a:pt x="35" y="30"/>
                  </a:lnTo>
                  <a:lnTo>
                    <a:pt x="40" y="29"/>
                  </a:lnTo>
                  <a:lnTo>
                    <a:pt x="44" y="27"/>
                  </a:lnTo>
                  <a:lnTo>
                    <a:pt x="47" y="26"/>
                  </a:lnTo>
                  <a:lnTo>
                    <a:pt x="52" y="24"/>
                  </a:lnTo>
                  <a:lnTo>
                    <a:pt x="57" y="23"/>
                  </a:lnTo>
                  <a:lnTo>
                    <a:pt x="61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0" y="11"/>
                  </a:lnTo>
                  <a:lnTo>
                    <a:pt x="83" y="11"/>
                  </a:lnTo>
                  <a:lnTo>
                    <a:pt x="87" y="9"/>
                  </a:lnTo>
                  <a:lnTo>
                    <a:pt x="90" y="7"/>
                  </a:lnTo>
                  <a:lnTo>
                    <a:pt x="92" y="5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7"/>
                  </a:lnTo>
                  <a:lnTo>
                    <a:pt x="82" y="8"/>
                  </a:lnTo>
                  <a:lnTo>
                    <a:pt x="79" y="11"/>
                  </a:lnTo>
                  <a:lnTo>
                    <a:pt x="76" y="11"/>
                  </a:lnTo>
                  <a:lnTo>
                    <a:pt x="72" y="13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2" y="23"/>
                  </a:lnTo>
                  <a:lnTo>
                    <a:pt x="47" y="24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5" y="29"/>
                  </a:lnTo>
                  <a:lnTo>
                    <a:pt x="31" y="31"/>
                  </a:lnTo>
                  <a:lnTo>
                    <a:pt x="27" y="32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6" y="38"/>
                  </a:lnTo>
                  <a:lnTo>
                    <a:pt x="14" y="39"/>
                  </a:lnTo>
                  <a:lnTo>
                    <a:pt x="11" y="41"/>
                  </a:lnTo>
                  <a:lnTo>
                    <a:pt x="9" y="42"/>
                  </a:lnTo>
                  <a:lnTo>
                    <a:pt x="5" y="42"/>
                  </a:lnTo>
                  <a:lnTo>
                    <a:pt x="3" y="43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5" name="Freeform 46"/>
            <p:cNvSpPr>
              <a:spLocks/>
            </p:cNvSpPr>
            <p:nvPr/>
          </p:nvSpPr>
          <p:spPr bwMode="auto">
            <a:xfrm>
              <a:off x="3129" y="2078"/>
              <a:ext cx="14" cy="6"/>
            </a:xfrm>
            <a:custGeom>
              <a:avLst/>
              <a:gdLst>
                <a:gd name="T0" fmla="*/ 0 w 14"/>
                <a:gd name="T1" fmla="*/ 3 h 6"/>
                <a:gd name="T2" fmla="*/ 0 w 14"/>
                <a:gd name="T3" fmla="*/ 3 h 6"/>
                <a:gd name="T4" fmla="*/ 1 w 14"/>
                <a:gd name="T5" fmla="*/ 3 h 6"/>
                <a:gd name="T6" fmla="*/ 3 w 14"/>
                <a:gd name="T7" fmla="*/ 3 h 6"/>
                <a:gd name="T8" fmla="*/ 7 w 14"/>
                <a:gd name="T9" fmla="*/ 5 h 6"/>
                <a:gd name="T10" fmla="*/ 7 w 14"/>
                <a:gd name="T11" fmla="*/ 5 h 6"/>
                <a:gd name="T12" fmla="*/ 10 w 14"/>
                <a:gd name="T13" fmla="*/ 6 h 6"/>
                <a:gd name="T14" fmla="*/ 11 w 14"/>
                <a:gd name="T15" fmla="*/ 6 h 6"/>
                <a:gd name="T16" fmla="*/ 13 w 14"/>
                <a:gd name="T17" fmla="*/ 6 h 6"/>
                <a:gd name="T18" fmla="*/ 14 w 14"/>
                <a:gd name="T19" fmla="*/ 6 h 6"/>
                <a:gd name="T20" fmla="*/ 13 w 14"/>
                <a:gd name="T21" fmla="*/ 3 h 6"/>
                <a:gd name="T22" fmla="*/ 11 w 14"/>
                <a:gd name="T23" fmla="*/ 3 h 6"/>
                <a:gd name="T24" fmla="*/ 10 w 14"/>
                <a:gd name="T25" fmla="*/ 3 h 6"/>
                <a:gd name="T26" fmla="*/ 9 w 14"/>
                <a:gd name="T27" fmla="*/ 3 h 6"/>
                <a:gd name="T28" fmla="*/ 7 w 14"/>
                <a:gd name="T29" fmla="*/ 3 h 6"/>
                <a:gd name="T30" fmla="*/ 3 w 14"/>
                <a:gd name="T31" fmla="*/ 1 h 6"/>
                <a:gd name="T32" fmla="*/ 2 w 14"/>
                <a:gd name="T33" fmla="*/ 1 h 6"/>
                <a:gd name="T34" fmla="*/ 1 w 14"/>
                <a:gd name="T35" fmla="*/ 0 h 6"/>
                <a:gd name="T36" fmla="*/ 0 w 14"/>
                <a:gd name="T37" fmla="*/ 3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6"/>
                <a:gd name="T59" fmla="*/ 14 w 14"/>
                <a:gd name="T60" fmla="*/ 6 h 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6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3" y="3"/>
                  </a:lnTo>
                  <a:lnTo>
                    <a:pt x="7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6" name="Freeform 47"/>
            <p:cNvSpPr>
              <a:spLocks/>
            </p:cNvSpPr>
            <p:nvPr/>
          </p:nvSpPr>
          <p:spPr bwMode="auto">
            <a:xfrm>
              <a:off x="3015" y="2018"/>
              <a:ext cx="115" cy="63"/>
            </a:xfrm>
            <a:custGeom>
              <a:avLst/>
              <a:gdLst>
                <a:gd name="T0" fmla="*/ 0 w 115"/>
                <a:gd name="T1" fmla="*/ 1 h 63"/>
                <a:gd name="T2" fmla="*/ 2 w 115"/>
                <a:gd name="T3" fmla="*/ 2 h 63"/>
                <a:gd name="T4" fmla="*/ 5 w 115"/>
                <a:gd name="T5" fmla="*/ 4 h 63"/>
                <a:gd name="T6" fmla="*/ 11 w 115"/>
                <a:gd name="T7" fmla="*/ 7 h 63"/>
                <a:gd name="T8" fmla="*/ 18 w 115"/>
                <a:gd name="T9" fmla="*/ 11 h 63"/>
                <a:gd name="T10" fmla="*/ 26 w 115"/>
                <a:gd name="T11" fmla="*/ 16 h 63"/>
                <a:gd name="T12" fmla="*/ 35 w 115"/>
                <a:gd name="T13" fmla="*/ 21 h 63"/>
                <a:gd name="T14" fmla="*/ 45 w 115"/>
                <a:gd name="T15" fmla="*/ 26 h 63"/>
                <a:gd name="T16" fmla="*/ 54 w 115"/>
                <a:gd name="T17" fmla="*/ 31 h 63"/>
                <a:gd name="T18" fmla="*/ 64 w 115"/>
                <a:gd name="T19" fmla="*/ 37 h 63"/>
                <a:gd name="T20" fmla="*/ 75 w 115"/>
                <a:gd name="T21" fmla="*/ 42 h 63"/>
                <a:gd name="T22" fmla="*/ 83 w 115"/>
                <a:gd name="T23" fmla="*/ 47 h 63"/>
                <a:gd name="T24" fmla="*/ 93 w 115"/>
                <a:gd name="T25" fmla="*/ 51 h 63"/>
                <a:gd name="T26" fmla="*/ 99 w 115"/>
                <a:gd name="T27" fmla="*/ 54 h 63"/>
                <a:gd name="T28" fmla="*/ 107 w 115"/>
                <a:gd name="T29" fmla="*/ 59 h 63"/>
                <a:gd name="T30" fmla="*/ 112 w 115"/>
                <a:gd name="T31" fmla="*/ 62 h 63"/>
                <a:gd name="T32" fmla="*/ 114 w 115"/>
                <a:gd name="T33" fmla="*/ 63 h 63"/>
                <a:gd name="T34" fmla="*/ 114 w 115"/>
                <a:gd name="T35" fmla="*/ 61 h 63"/>
                <a:gd name="T36" fmla="*/ 110 w 115"/>
                <a:gd name="T37" fmla="*/ 59 h 63"/>
                <a:gd name="T38" fmla="*/ 104 w 115"/>
                <a:gd name="T39" fmla="*/ 54 h 63"/>
                <a:gd name="T40" fmla="*/ 97 w 115"/>
                <a:gd name="T41" fmla="*/ 51 h 63"/>
                <a:gd name="T42" fmla="*/ 90 w 115"/>
                <a:gd name="T43" fmla="*/ 47 h 63"/>
                <a:gd name="T44" fmla="*/ 80 w 115"/>
                <a:gd name="T45" fmla="*/ 43 h 63"/>
                <a:gd name="T46" fmla="*/ 70 w 115"/>
                <a:gd name="T47" fmla="*/ 37 h 63"/>
                <a:gd name="T48" fmla="*/ 61 w 115"/>
                <a:gd name="T49" fmla="*/ 32 h 63"/>
                <a:gd name="T50" fmla="*/ 51 w 115"/>
                <a:gd name="T51" fmla="*/ 27 h 63"/>
                <a:gd name="T52" fmla="*/ 41 w 115"/>
                <a:gd name="T53" fmla="*/ 21 h 63"/>
                <a:gd name="T54" fmla="*/ 32 w 115"/>
                <a:gd name="T55" fmla="*/ 17 h 63"/>
                <a:gd name="T56" fmla="*/ 23 w 115"/>
                <a:gd name="T57" fmla="*/ 13 h 63"/>
                <a:gd name="T58" fmla="*/ 16 w 115"/>
                <a:gd name="T59" fmla="*/ 7 h 63"/>
                <a:gd name="T60" fmla="*/ 8 w 115"/>
                <a:gd name="T61" fmla="*/ 4 h 63"/>
                <a:gd name="T62" fmla="*/ 4 w 115"/>
                <a:gd name="T63" fmla="*/ 2 h 63"/>
                <a:gd name="T64" fmla="*/ 1 w 115"/>
                <a:gd name="T65" fmla="*/ 0 h 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3"/>
                <a:gd name="T101" fmla="*/ 115 w 115"/>
                <a:gd name="T102" fmla="*/ 63 h 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3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6"/>
                  </a:lnTo>
                  <a:lnTo>
                    <a:pt x="11" y="7"/>
                  </a:lnTo>
                  <a:lnTo>
                    <a:pt x="15" y="11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1"/>
                  </a:lnTo>
                  <a:lnTo>
                    <a:pt x="39" y="23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1"/>
                  </a:lnTo>
                  <a:lnTo>
                    <a:pt x="60" y="33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2"/>
                  </a:lnTo>
                  <a:lnTo>
                    <a:pt x="79" y="44"/>
                  </a:lnTo>
                  <a:lnTo>
                    <a:pt x="83" y="47"/>
                  </a:lnTo>
                  <a:lnTo>
                    <a:pt x="88" y="49"/>
                  </a:lnTo>
                  <a:lnTo>
                    <a:pt x="93" y="51"/>
                  </a:lnTo>
                  <a:lnTo>
                    <a:pt x="96" y="54"/>
                  </a:lnTo>
                  <a:lnTo>
                    <a:pt x="99" y="54"/>
                  </a:lnTo>
                  <a:lnTo>
                    <a:pt x="102" y="58"/>
                  </a:lnTo>
                  <a:lnTo>
                    <a:pt x="107" y="59"/>
                  </a:lnTo>
                  <a:lnTo>
                    <a:pt x="110" y="61"/>
                  </a:lnTo>
                  <a:lnTo>
                    <a:pt x="112" y="62"/>
                  </a:lnTo>
                  <a:lnTo>
                    <a:pt x="113" y="62"/>
                  </a:lnTo>
                  <a:lnTo>
                    <a:pt x="114" y="63"/>
                  </a:lnTo>
                  <a:lnTo>
                    <a:pt x="115" y="62"/>
                  </a:lnTo>
                  <a:lnTo>
                    <a:pt x="114" y="61"/>
                  </a:lnTo>
                  <a:lnTo>
                    <a:pt x="112" y="60"/>
                  </a:lnTo>
                  <a:lnTo>
                    <a:pt x="110" y="59"/>
                  </a:lnTo>
                  <a:lnTo>
                    <a:pt x="107" y="58"/>
                  </a:lnTo>
                  <a:lnTo>
                    <a:pt x="104" y="54"/>
                  </a:lnTo>
                  <a:lnTo>
                    <a:pt x="100" y="54"/>
                  </a:lnTo>
                  <a:lnTo>
                    <a:pt x="97" y="51"/>
                  </a:lnTo>
                  <a:lnTo>
                    <a:pt x="94" y="49"/>
                  </a:lnTo>
                  <a:lnTo>
                    <a:pt x="90" y="47"/>
                  </a:lnTo>
                  <a:lnTo>
                    <a:pt x="84" y="45"/>
                  </a:lnTo>
                  <a:lnTo>
                    <a:pt x="80" y="43"/>
                  </a:lnTo>
                  <a:lnTo>
                    <a:pt x="76" y="41"/>
                  </a:lnTo>
                  <a:lnTo>
                    <a:pt x="70" y="37"/>
                  </a:lnTo>
                  <a:lnTo>
                    <a:pt x="65" y="35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7"/>
                  </a:lnTo>
                  <a:lnTo>
                    <a:pt x="46" y="24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5"/>
                  </a:lnTo>
                  <a:lnTo>
                    <a:pt x="23" y="13"/>
                  </a:lnTo>
                  <a:lnTo>
                    <a:pt x="19" y="11"/>
                  </a:lnTo>
                  <a:lnTo>
                    <a:pt x="16" y="7"/>
                  </a:lnTo>
                  <a:lnTo>
                    <a:pt x="13" y="6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7" name="Freeform 48"/>
            <p:cNvSpPr>
              <a:spLocks/>
            </p:cNvSpPr>
            <p:nvPr/>
          </p:nvSpPr>
          <p:spPr bwMode="auto">
            <a:xfrm>
              <a:off x="3010" y="2012"/>
              <a:ext cx="6" cy="8"/>
            </a:xfrm>
            <a:custGeom>
              <a:avLst/>
              <a:gdLst>
                <a:gd name="T0" fmla="*/ 4 w 6"/>
                <a:gd name="T1" fmla="*/ 0 h 8"/>
                <a:gd name="T2" fmla="*/ 4 w 6"/>
                <a:gd name="T3" fmla="*/ 0 h 8"/>
                <a:gd name="T4" fmla="*/ 2 w 6"/>
                <a:gd name="T5" fmla="*/ 1 h 8"/>
                <a:gd name="T6" fmla="*/ 1 w 6"/>
                <a:gd name="T7" fmla="*/ 2 h 8"/>
                <a:gd name="T8" fmla="*/ 0 w 6"/>
                <a:gd name="T9" fmla="*/ 4 h 8"/>
                <a:gd name="T10" fmla="*/ 0 w 6"/>
                <a:gd name="T11" fmla="*/ 4 h 8"/>
                <a:gd name="T12" fmla="*/ 1 w 6"/>
                <a:gd name="T13" fmla="*/ 6 h 8"/>
                <a:gd name="T14" fmla="*/ 2 w 6"/>
                <a:gd name="T15" fmla="*/ 7 h 8"/>
                <a:gd name="T16" fmla="*/ 4 w 6"/>
                <a:gd name="T17" fmla="*/ 7 h 8"/>
                <a:gd name="T18" fmla="*/ 5 w 6"/>
                <a:gd name="T19" fmla="*/ 8 h 8"/>
                <a:gd name="T20" fmla="*/ 6 w 6"/>
                <a:gd name="T21" fmla="*/ 7 h 8"/>
                <a:gd name="T22" fmla="*/ 4 w 6"/>
                <a:gd name="T23" fmla="*/ 6 h 8"/>
                <a:gd name="T24" fmla="*/ 3 w 6"/>
                <a:gd name="T25" fmla="*/ 4 h 8"/>
                <a:gd name="T26" fmla="*/ 2 w 6"/>
                <a:gd name="T27" fmla="*/ 4 h 8"/>
                <a:gd name="T28" fmla="*/ 2 w 6"/>
                <a:gd name="T29" fmla="*/ 4 h 8"/>
                <a:gd name="T30" fmla="*/ 3 w 6"/>
                <a:gd name="T31" fmla="*/ 2 h 8"/>
                <a:gd name="T32" fmla="*/ 5 w 6"/>
                <a:gd name="T33" fmla="*/ 2 h 8"/>
                <a:gd name="T34" fmla="*/ 4 w 6"/>
                <a:gd name="T35" fmla="*/ 0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"/>
                <a:gd name="T55" fmla="*/ 0 h 8"/>
                <a:gd name="T56" fmla="*/ 6 w 6"/>
                <a:gd name="T57" fmla="*/ 8 h 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" h="8">
                  <a:moveTo>
                    <a:pt x="4" y="0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1" y="6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7"/>
                  </a:lnTo>
                  <a:lnTo>
                    <a:pt x="4" y="6"/>
                  </a:lnTo>
                  <a:lnTo>
                    <a:pt x="3" y="4"/>
                  </a:lnTo>
                  <a:lnTo>
                    <a:pt x="2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8" name="Freeform 49"/>
            <p:cNvSpPr>
              <a:spLocks/>
            </p:cNvSpPr>
            <p:nvPr/>
          </p:nvSpPr>
          <p:spPr bwMode="auto">
            <a:xfrm>
              <a:off x="3137" y="2070"/>
              <a:ext cx="106" cy="48"/>
            </a:xfrm>
            <a:custGeom>
              <a:avLst/>
              <a:gdLst>
                <a:gd name="T0" fmla="*/ 106 w 106"/>
                <a:gd name="T1" fmla="*/ 0 h 48"/>
                <a:gd name="T2" fmla="*/ 104 w 106"/>
                <a:gd name="T3" fmla="*/ 1 h 48"/>
                <a:gd name="T4" fmla="*/ 102 w 106"/>
                <a:gd name="T5" fmla="*/ 1 h 48"/>
                <a:gd name="T6" fmla="*/ 100 w 106"/>
                <a:gd name="T7" fmla="*/ 2 h 48"/>
                <a:gd name="T8" fmla="*/ 98 w 106"/>
                <a:gd name="T9" fmla="*/ 3 h 48"/>
                <a:gd name="T10" fmla="*/ 95 w 106"/>
                <a:gd name="T11" fmla="*/ 5 h 48"/>
                <a:gd name="T12" fmla="*/ 92 w 106"/>
                <a:gd name="T13" fmla="*/ 6 h 48"/>
                <a:gd name="T14" fmla="*/ 88 w 106"/>
                <a:gd name="T15" fmla="*/ 8 h 48"/>
                <a:gd name="T16" fmla="*/ 85 w 106"/>
                <a:gd name="T17" fmla="*/ 9 h 48"/>
                <a:gd name="T18" fmla="*/ 82 w 106"/>
                <a:gd name="T19" fmla="*/ 11 h 48"/>
                <a:gd name="T20" fmla="*/ 79 w 106"/>
                <a:gd name="T21" fmla="*/ 13 h 48"/>
                <a:gd name="T22" fmla="*/ 75 w 106"/>
                <a:gd name="T23" fmla="*/ 15 h 48"/>
                <a:gd name="T24" fmla="*/ 70 w 106"/>
                <a:gd name="T25" fmla="*/ 16 h 48"/>
                <a:gd name="T26" fmla="*/ 66 w 106"/>
                <a:gd name="T27" fmla="*/ 18 h 48"/>
                <a:gd name="T28" fmla="*/ 62 w 106"/>
                <a:gd name="T29" fmla="*/ 21 h 48"/>
                <a:gd name="T30" fmla="*/ 57 w 106"/>
                <a:gd name="T31" fmla="*/ 23 h 48"/>
                <a:gd name="T32" fmla="*/ 53 w 106"/>
                <a:gd name="T33" fmla="*/ 24 h 48"/>
                <a:gd name="T34" fmla="*/ 50 w 106"/>
                <a:gd name="T35" fmla="*/ 26 h 48"/>
                <a:gd name="T36" fmla="*/ 45 w 106"/>
                <a:gd name="T37" fmla="*/ 28 h 48"/>
                <a:gd name="T38" fmla="*/ 40 w 106"/>
                <a:gd name="T39" fmla="*/ 30 h 48"/>
                <a:gd name="T40" fmla="*/ 36 w 106"/>
                <a:gd name="T41" fmla="*/ 31 h 48"/>
                <a:gd name="T42" fmla="*/ 31 w 106"/>
                <a:gd name="T43" fmla="*/ 33 h 48"/>
                <a:gd name="T44" fmla="*/ 28 w 106"/>
                <a:gd name="T45" fmla="*/ 36 h 48"/>
                <a:gd name="T46" fmla="*/ 23 w 106"/>
                <a:gd name="T47" fmla="*/ 38 h 48"/>
                <a:gd name="T48" fmla="*/ 20 w 106"/>
                <a:gd name="T49" fmla="*/ 40 h 48"/>
                <a:gd name="T50" fmla="*/ 17 w 106"/>
                <a:gd name="T51" fmla="*/ 41 h 48"/>
                <a:gd name="T52" fmla="*/ 14 w 106"/>
                <a:gd name="T53" fmla="*/ 42 h 48"/>
                <a:gd name="T54" fmla="*/ 10 w 106"/>
                <a:gd name="T55" fmla="*/ 44 h 48"/>
                <a:gd name="T56" fmla="*/ 8 w 106"/>
                <a:gd name="T57" fmla="*/ 45 h 48"/>
                <a:gd name="T58" fmla="*/ 5 w 106"/>
                <a:gd name="T59" fmla="*/ 46 h 48"/>
                <a:gd name="T60" fmla="*/ 3 w 106"/>
                <a:gd name="T61" fmla="*/ 47 h 48"/>
                <a:gd name="T62" fmla="*/ 1 w 106"/>
                <a:gd name="T63" fmla="*/ 47 h 48"/>
                <a:gd name="T64" fmla="*/ 0 w 106"/>
                <a:gd name="T65" fmla="*/ 48 h 48"/>
                <a:gd name="T66" fmla="*/ 106 w 106"/>
                <a:gd name="T67" fmla="*/ 0 h 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6"/>
                <a:gd name="T103" fmla="*/ 0 h 48"/>
                <a:gd name="T104" fmla="*/ 106 w 106"/>
                <a:gd name="T105" fmla="*/ 48 h 4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6" h="48">
                  <a:moveTo>
                    <a:pt x="106" y="0"/>
                  </a:moveTo>
                  <a:lnTo>
                    <a:pt x="104" y="1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98" y="3"/>
                  </a:lnTo>
                  <a:lnTo>
                    <a:pt x="95" y="5"/>
                  </a:lnTo>
                  <a:lnTo>
                    <a:pt x="92" y="6"/>
                  </a:lnTo>
                  <a:lnTo>
                    <a:pt x="88" y="8"/>
                  </a:lnTo>
                  <a:lnTo>
                    <a:pt x="85" y="9"/>
                  </a:lnTo>
                  <a:lnTo>
                    <a:pt x="82" y="11"/>
                  </a:lnTo>
                  <a:lnTo>
                    <a:pt x="79" y="13"/>
                  </a:lnTo>
                  <a:lnTo>
                    <a:pt x="75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1"/>
                  </a:lnTo>
                  <a:lnTo>
                    <a:pt x="57" y="23"/>
                  </a:lnTo>
                  <a:lnTo>
                    <a:pt x="53" y="24"/>
                  </a:lnTo>
                  <a:lnTo>
                    <a:pt x="50" y="26"/>
                  </a:lnTo>
                  <a:lnTo>
                    <a:pt x="45" y="28"/>
                  </a:lnTo>
                  <a:lnTo>
                    <a:pt x="40" y="30"/>
                  </a:lnTo>
                  <a:lnTo>
                    <a:pt x="36" y="31"/>
                  </a:lnTo>
                  <a:lnTo>
                    <a:pt x="31" y="33"/>
                  </a:lnTo>
                  <a:lnTo>
                    <a:pt x="28" y="36"/>
                  </a:lnTo>
                  <a:lnTo>
                    <a:pt x="23" y="38"/>
                  </a:lnTo>
                  <a:lnTo>
                    <a:pt x="20" y="40"/>
                  </a:lnTo>
                  <a:lnTo>
                    <a:pt x="17" y="41"/>
                  </a:lnTo>
                  <a:lnTo>
                    <a:pt x="14" y="42"/>
                  </a:lnTo>
                  <a:lnTo>
                    <a:pt x="10" y="44"/>
                  </a:lnTo>
                  <a:lnTo>
                    <a:pt x="8" y="45"/>
                  </a:lnTo>
                  <a:lnTo>
                    <a:pt x="5" y="46"/>
                  </a:lnTo>
                  <a:lnTo>
                    <a:pt x="3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19" name="Freeform 50"/>
            <p:cNvSpPr>
              <a:spLocks/>
            </p:cNvSpPr>
            <p:nvPr/>
          </p:nvSpPr>
          <p:spPr bwMode="auto">
            <a:xfrm>
              <a:off x="3136" y="2069"/>
              <a:ext cx="107" cy="49"/>
            </a:xfrm>
            <a:custGeom>
              <a:avLst/>
              <a:gdLst>
                <a:gd name="T0" fmla="*/ 2 w 107"/>
                <a:gd name="T1" fmla="*/ 48 h 49"/>
                <a:gd name="T2" fmla="*/ 6 w 107"/>
                <a:gd name="T3" fmla="*/ 47 h 49"/>
                <a:gd name="T4" fmla="*/ 10 w 107"/>
                <a:gd name="T5" fmla="*/ 45 h 49"/>
                <a:gd name="T6" fmla="*/ 18 w 107"/>
                <a:gd name="T7" fmla="*/ 42 h 49"/>
                <a:gd name="T8" fmla="*/ 24 w 107"/>
                <a:gd name="T9" fmla="*/ 39 h 49"/>
                <a:gd name="T10" fmla="*/ 32 w 107"/>
                <a:gd name="T11" fmla="*/ 35 h 49"/>
                <a:gd name="T12" fmla="*/ 41 w 107"/>
                <a:gd name="T13" fmla="*/ 31 h 49"/>
                <a:gd name="T14" fmla="*/ 50 w 107"/>
                <a:gd name="T15" fmla="*/ 27 h 49"/>
                <a:gd name="T16" fmla="*/ 58 w 107"/>
                <a:gd name="T17" fmla="*/ 24 h 49"/>
                <a:gd name="T18" fmla="*/ 67 w 107"/>
                <a:gd name="T19" fmla="*/ 19 h 49"/>
                <a:gd name="T20" fmla="*/ 76 w 107"/>
                <a:gd name="T21" fmla="*/ 16 h 49"/>
                <a:gd name="T22" fmla="*/ 83 w 107"/>
                <a:gd name="T23" fmla="*/ 12 h 49"/>
                <a:gd name="T24" fmla="*/ 89 w 107"/>
                <a:gd name="T25" fmla="*/ 9 h 49"/>
                <a:gd name="T26" fmla="*/ 96 w 107"/>
                <a:gd name="T27" fmla="*/ 7 h 49"/>
                <a:gd name="T28" fmla="*/ 101 w 107"/>
                <a:gd name="T29" fmla="*/ 4 h 49"/>
                <a:gd name="T30" fmla="*/ 105 w 107"/>
                <a:gd name="T31" fmla="*/ 2 h 49"/>
                <a:gd name="T32" fmla="*/ 105 w 107"/>
                <a:gd name="T33" fmla="*/ 0 h 49"/>
                <a:gd name="T34" fmla="*/ 103 w 107"/>
                <a:gd name="T35" fmla="*/ 1 h 49"/>
                <a:gd name="T36" fmla="*/ 99 w 107"/>
                <a:gd name="T37" fmla="*/ 3 h 49"/>
                <a:gd name="T38" fmla="*/ 93 w 107"/>
                <a:gd name="T39" fmla="*/ 7 h 49"/>
                <a:gd name="T40" fmla="*/ 86 w 107"/>
                <a:gd name="T41" fmla="*/ 9 h 49"/>
                <a:gd name="T42" fmla="*/ 79 w 107"/>
                <a:gd name="T43" fmla="*/ 12 h 49"/>
                <a:gd name="T44" fmla="*/ 70 w 107"/>
                <a:gd name="T45" fmla="*/ 16 h 49"/>
                <a:gd name="T46" fmla="*/ 62 w 107"/>
                <a:gd name="T47" fmla="*/ 20 h 49"/>
                <a:gd name="T48" fmla="*/ 52 w 107"/>
                <a:gd name="T49" fmla="*/ 24 h 49"/>
                <a:gd name="T50" fmla="*/ 45 w 107"/>
                <a:gd name="T51" fmla="*/ 28 h 49"/>
                <a:gd name="T52" fmla="*/ 35 w 107"/>
                <a:gd name="T53" fmla="*/ 31 h 49"/>
                <a:gd name="T54" fmla="*/ 27 w 107"/>
                <a:gd name="T55" fmla="*/ 35 h 49"/>
                <a:gd name="T56" fmla="*/ 20 w 107"/>
                <a:gd name="T57" fmla="*/ 39 h 49"/>
                <a:gd name="T58" fmla="*/ 12 w 107"/>
                <a:gd name="T59" fmla="*/ 42 h 49"/>
                <a:gd name="T60" fmla="*/ 7 w 107"/>
                <a:gd name="T61" fmla="*/ 44 h 49"/>
                <a:gd name="T62" fmla="*/ 3 w 107"/>
                <a:gd name="T63" fmla="*/ 46 h 49"/>
                <a:gd name="T64" fmla="*/ 0 w 107"/>
                <a:gd name="T65" fmla="*/ 48 h 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7"/>
                <a:gd name="T100" fmla="*/ 0 h 49"/>
                <a:gd name="T101" fmla="*/ 107 w 107"/>
                <a:gd name="T102" fmla="*/ 49 h 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7" h="49">
                  <a:moveTo>
                    <a:pt x="1" y="49"/>
                  </a:moveTo>
                  <a:lnTo>
                    <a:pt x="2" y="48"/>
                  </a:lnTo>
                  <a:lnTo>
                    <a:pt x="4" y="48"/>
                  </a:lnTo>
                  <a:lnTo>
                    <a:pt x="6" y="47"/>
                  </a:lnTo>
                  <a:lnTo>
                    <a:pt x="8" y="46"/>
                  </a:lnTo>
                  <a:lnTo>
                    <a:pt x="10" y="45"/>
                  </a:lnTo>
                  <a:lnTo>
                    <a:pt x="15" y="43"/>
                  </a:lnTo>
                  <a:lnTo>
                    <a:pt x="18" y="42"/>
                  </a:lnTo>
                  <a:lnTo>
                    <a:pt x="21" y="41"/>
                  </a:lnTo>
                  <a:lnTo>
                    <a:pt x="24" y="39"/>
                  </a:lnTo>
                  <a:lnTo>
                    <a:pt x="29" y="37"/>
                  </a:lnTo>
                  <a:lnTo>
                    <a:pt x="32" y="35"/>
                  </a:lnTo>
                  <a:lnTo>
                    <a:pt x="37" y="33"/>
                  </a:lnTo>
                  <a:lnTo>
                    <a:pt x="41" y="31"/>
                  </a:lnTo>
                  <a:lnTo>
                    <a:pt x="46" y="29"/>
                  </a:lnTo>
                  <a:lnTo>
                    <a:pt x="50" y="27"/>
                  </a:lnTo>
                  <a:lnTo>
                    <a:pt x="54" y="25"/>
                  </a:lnTo>
                  <a:lnTo>
                    <a:pt x="58" y="24"/>
                  </a:lnTo>
                  <a:lnTo>
                    <a:pt x="63" y="22"/>
                  </a:lnTo>
                  <a:lnTo>
                    <a:pt x="67" y="19"/>
                  </a:lnTo>
                  <a:lnTo>
                    <a:pt x="71" y="18"/>
                  </a:lnTo>
                  <a:lnTo>
                    <a:pt x="76" y="16"/>
                  </a:lnTo>
                  <a:lnTo>
                    <a:pt x="80" y="14"/>
                  </a:lnTo>
                  <a:lnTo>
                    <a:pt x="83" y="12"/>
                  </a:lnTo>
                  <a:lnTo>
                    <a:pt x="86" y="11"/>
                  </a:lnTo>
                  <a:lnTo>
                    <a:pt x="89" y="9"/>
                  </a:lnTo>
                  <a:lnTo>
                    <a:pt x="93" y="9"/>
                  </a:lnTo>
                  <a:lnTo>
                    <a:pt x="96" y="7"/>
                  </a:lnTo>
                  <a:lnTo>
                    <a:pt x="99" y="4"/>
                  </a:lnTo>
                  <a:lnTo>
                    <a:pt x="101" y="4"/>
                  </a:lnTo>
                  <a:lnTo>
                    <a:pt x="103" y="3"/>
                  </a:lnTo>
                  <a:lnTo>
                    <a:pt x="105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1" y="2"/>
                  </a:lnTo>
                  <a:lnTo>
                    <a:pt x="99" y="3"/>
                  </a:lnTo>
                  <a:lnTo>
                    <a:pt x="96" y="4"/>
                  </a:lnTo>
                  <a:lnTo>
                    <a:pt x="93" y="7"/>
                  </a:lnTo>
                  <a:lnTo>
                    <a:pt x="89" y="7"/>
                  </a:lnTo>
                  <a:lnTo>
                    <a:pt x="86" y="9"/>
                  </a:lnTo>
                  <a:lnTo>
                    <a:pt x="82" y="11"/>
                  </a:lnTo>
                  <a:lnTo>
                    <a:pt x="79" y="12"/>
                  </a:lnTo>
                  <a:lnTo>
                    <a:pt x="73" y="15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2"/>
                  </a:lnTo>
                  <a:lnTo>
                    <a:pt x="52" y="24"/>
                  </a:lnTo>
                  <a:lnTo>
                    <a:pt x="49" y="26"/>
                  </a:lnTo>
                  <a:lnTo>
                    <a:pt x="45" y="28"/>
                  </a:lnTo>
                  <a:lnTo>
                    <a:pt x="40" y="29"/>
                  </a:lnTo>
                  <a:lnTo>
                    <a:pt x="35" y="31"/>
                  </a:lnTo>
                  <a:lnTo>
                    <a:pt x="32" y="34"/>
                  </a:lnTo>
                  <a:lnTo>
                    <a:pt x="27" y="35"/>
                  </a:lnTo>
                  <a:lnTo>
                    <a:pt x="24" y="37"/>
                  </a:lnTo>
                  <a:lnTo>
                    <a:pt x="20" y="39"/>
                  </a:lnTo>
                  <a:lnTo>
                    <a:pt x="17" y="41"/>
                  </a:lnTo>
                  <a:lnTo>
                    <a:pt x="12" y="42"/>
                  </a:lnTo>
                  <a:lnTo>
                    <a:pt x="10" y="43"/>
                  </a:lnTo>
                  <a:lnTo>
                    <a:pt x="7" y="44"/>
                  </a:lnTo>
                  <a:lnTo>
                    <a:pt x="5" y="45"/>
                  </a:lnTo>
                  <a:lnTo>
                    <a:pt x="3" y="46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1" y="49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0" name="Freeform 51"/>
            <p:cNvSpPr>
              <a:spLocks/>
            </p:cNvSpPr>
            <p:nvPr/>
          </p:nvSpPr>
          <p:spPr bwMode="auto">
            <a:xfrm>
              <a:off x="2998" y="1972"/>
              <a:ext cx="252" cy="110"/>
            </a:xfrm>
            <a:custGeom>
              <a:avLst/>
              <a:gdLst>
                <a:gd name="T0" fmla="*/ 2 w 252"/>
                <a:gd name="T1" fmla="*/ 30 h 110"/>
                <a:gd name="T2" fmla="*/ 1 w 252"/>
                <a:gd name="T3" fmla="*/ 15 h 110"/>
                <a:gd name="T4" fmla="*/ 12 w 252"/>
                <a:gd name="T5" fmla="*/ 0 h 110"/>
                <a:gd name="T6" fmla="*/ 18 w 252"/>
                <a:gd name="T7" fmla="*/ 0 h 110"/>
                <a:gd name="T8" fmla="*/ 34 w 252"/>
                <a:gd name="T9" fmla="*/ 1 h 110"/>
                <a:gd name="T10" fmla="*/ 58 w 252"/>
                <a:gd name="T11" fmla="*/ 2 h 110"/>
                <a:gd name="T12" fmla="*/ 86 w 252"/>
                <a:gd name="T13" fmla="*/ 4 h 110"/>
                <a:gd name="T14" fmla="*/ 118 w 252"/>
                <a:gd name="T15" fmla="*/ 6 h 110"/>
                <a:gd name="T16" fmla="*/ 149 w 252"/>
                <a:gd name="T17" fmla="*/ 10 h 110"/>
                <a:gd name="T18" fmla="*/ 180 w 252"/>
                <a:gd name="T19" fmla="*/ 13 h 110"/>
                <a:gd name="T20" fmla="*/ 208 w 252"/>
                <a:gd name="T21" fmla="*/ 15 h 110"/>
                <a:gd name="T22" fmla="*/ 228 w 252"/>
                <a:gd name="T23" fmla="*/ 17 h 110"/>
                <a:gd name="T24" fmla="*/ 241 w 252"/>
                <a:gd name="T25" fmla="*/ 19 h 110"/>
                <a:gd name="T26" fmla="*/ 245 w 252"/>
                <a:gd name="T27" fmla="*/ 37 h 110"/>
                <a:gd name="T28" fmla="*/ 247 w 252"/>
                <a:gd name="T29" fmla="*/ 57 h 110"/>
                <a:gd name="T30" fmla="*/ 251 w 252"/>
                <a:gd name="T31" fmla="*/ 60 h 110"/>
                <a:gd name="T32" fmla="*/ 251 w 252"/>
                <a:gd name="T33" fmla="*/ 64 h 110"/>
                <a:gd name="T34" fmla="*/ 247 w 252"/>
                <a:gd name="T35" fmla="*/ 66 h 110"/>
                <a:gd name="T36" fmla="*/ 238 w 252"/>
                <a:gd name="T37" fmla="*/ 69 h 110"/>
                <a:gd name="T38" fmla="*/ 230 w 252"/>
                <a:gd name="T39" fmla="*/ 74 h 110"/>
                <a:gd name="T40" fmla="*/ 218 w 252"/>
                <a:gd name="T41" fmla="*/ 78 h 110"/>
                <a:gd name="T42" fmla="*/ 205 w 252"/>
                <a:gd name="T43" fmla="*/ 84 h 110"/>
                <a:gd name="T44" fmla="*/ 193 w 252"/>
                <a:gd name="T45" fmla="*/ 90 h 110"/>
                <a:gd name="T46" fmla="*/ 180 w 252"/>
                <a:gd name="T47" fmla="*/ 94 h 110"/>
                <a:gd name="T48" fmla="*/ 170 w 252"/>
                <a:gd name="T49" fmla="*/ 100 h 110"/>
                <a:gd name="T50" fmla="*/ 159 w 252"/>
                <a:gd name="T51" fmla="*/ 105 h 110"/>
                <a:gd name="T52" fmla="*/ 150 w 252"/>
                <a:gd name="T53" fmla="*/ 108 h 110"/>
                <a:gd name="T54" fmla="*/ 145 w 252"/>
                <a:gd name="T55" fmla="*/ 110 h 110"/>
                <a:gd name="T56" fmla="*/ 141 w 252"/>
                <a:gd name="T57" fmla="*/ 110 h 110"/>
                <a:gd name="T58" fmla="*/ 134 w 252"/>
                <a:gd name="T59" fmla="*/ 108 h 110"/>
                <a:gd name="T60" fmla="*/ 130 w 252"/>
                <a:gd name="T61" fmla="*/ 107 h 110"/>
                <a:gd name="T62" fmla="*/ 124 w 252"/>
                <a:gd name="T63" fmla="*/ 104 h 110"/>
                <a:gd name="T64" fmla="*/ 113 w 252"/>
                <a:gd name="T65" fmla="*/ 97 h 110"/>
                <a:gd name="T66" fmla="*/ 101 w 252"/>
                <a:gd name="T67" fmla="*/ 91 h 110"/>
                <a:gd name="T68" fmla="*/ 87 w 252"/>
                <a:gd name="T69" fmla="*/ 83 h 110"/>
                <a:gd name="T70" fmla="*/ 72 w 252"/>
                <a:gd name="T71" fmla="*/ 75 h 110"/>
                <a:gd name="T72" fmla="*/ 58 w 252"/>
                <a:gd name="T73" fmla="*/ 67 h 110"/>
                <a:gd name="T74" fmla="*/ 44 w 252"/>
                <a:gd name="T75" fmla="*/ 60 h 110"/>
                <a:gd name="T76" fmla="*/ 33 w 252"/>
                <a:gd name="T77" fmla="*/ 53 h 110"/>
                <a:gd name="T78" fmla="*/ 23 w 252"/>
                <a:gd name="T79" fmla="*/ 49 h 110"/>
                <a:gd name="T80" fmla="*/ 18 w 252"/>
                <a:gd name="T81" fmla="*/ 47 h 110"/>
                <a:gd name="T82" fmla="*/ 15 w 252"/>
                <a:gd name="T83" fmla="*/ 44 h 110"/>
                <a:gd name="T84" fmla="*/ 10 w 252"/>
                <a:gd name="T85" fmla="*/ 41 h 110"/>
                <a:gd name="T86" fmla="*/ 5 w 252"/>
                <a:gd name="T87" fmla="*/ 37 h 1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2"/>
                <a:gd name="T133" fmla="*/ 0 h 110"/>
                <a:gd name="T134" fmla="*/ 252 w 252"/>
                <a:gd name="T135" fmla="*/ 110 h 11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2" h="110">
                  <a:moveTo>
                    <a:pt x="5" y="37"/>
                  </a:moveTo>
                  <a:lnTo>
                    <a:pt x="3" y="34"/>
                  </a:lnTo>
                  <a:lnTo>
                    <a:pt x="2" y="30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2" y="11"/>
                  </a:lnTo>
                  <a:lnTo>
                    <a:pt x="5" y="4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8" y="1"/>
                  </a:lnTo>
                  <a:lnTo>
                    <a:pt x="34" y="1"/>
                  </a:lnTo>
                  <a:lnTo>
                    <a:pt x="40" y="1"/>
                  </a:lnTo>
                  <a:lnTo>
                    <a:pt x="49" y="2"/>
                  </a:lnTo>
                  <a:lnTo>
                    <a:pt x="58" y="2"/>
                  </a:lnTo>
                  <a:lnTo>
                    <a:pt x="67" y="3"/>
                  </a:lnTo>
                  <a:lnTo>
                    <a:pt x="76" y="3"/>
                  </a:lnTo>
                  <a:lnTo>
                    <a:pt x="86" y="4"/>
                  </a:lnTo>
                  <a:lnTo>
                    <a:pt x="96" y="6"/>
                  </a:lnTo>
                  <a:lnTo>
                    <a:pt x="107" y="6"/>
                  </a:lnTo>
                  <a:lnTo>
                    <a:pt x="118" y="6"/>
                  </a:lnTo>
                  <a:lnTo>
                    <a:pt x="128" y="9"/>
                  </a:lnTo>
                  <a:lnTo>
                    <a:pt x="140" y="10"/>
                  </a:lnTo>
                  <a:lnTo>
                    <a:pt x="149" y="10"/>
                  </a:lnTo>
                  <a:lnTo>
                    <a:pt x="160" y="11"/>
                  </a:lnTo>
                  <a:lnTo>
                    <a:pt x="170" y="12"/>
                  </a:lnTo>
                  <a:lnTo>
                    <a:pt x="180" y="13"/>
                  </a:lnTo>
                  <a:lnTo>
                    <a:pt x="189" y="14"/>
                  </a:lnTo>
                  <a:lnTo>
                    <a:pt x="199" y="14"/>
                  </a:lnTo>
                  <a:lnTo>
                    <a:pt x="208" y="15"/>
                  </a:lnTo>
                  <a:lnTo>
                    <a:pt x="215" y="16"/>
                  </a:lnTo>
                  <a:lnTo>
                    <a:pt x="222" y="16"/>
                  </a:lnTo>
                  <a:lnTo>
                    <a:pt x="228" y="17"/>
                  </a:lnTo>
                  <a:lnTo>
                    <a:pt x="234" y="18"/>
                  </a:lnTo>
                  <a:lnTo>
                    <a:pt x="237" y="18"/>
                  </a:lnTo>
                  <a:lnTo>
                    <a:pt x="241" y="19"/>
                  </a:lnTo>
                  <a:lnTo>
                    <a:pt x="243" y="19"/>
                  </a:lnTo>
                  <a:lnTo>
                    <a:pt x="245" y="29"/>
                  </a:lnTo>
                  <a:lnTo>
                    <a:pt x="245" y="37"/>
                  </a:lnTo>
                  <a:lnTo>
                    <a:pt x="245" y="47"/>
                  </a:lnTo>
                  <a:lnTo>
                    <a:pt x="246" y="56"/>
                  </a:lnTo>
                  <a:lnTo>
                    <a:pt x="247" y="57"/>
                  </a:lnTo>
                  <a:lnTo>
                    <a:pt x="249" y="58"/>
                  </a:lnTo>
                  <a:lnTo>
                    <a:pt x="250" y="60"/>
                  </a:lnTo>
                  <a:lnTo>
                    <a:pt x="251" y="60"/>
                  </a:lnTo>
                  <a:lnTo>
                    <a:pt x="252" y="62"/>
                  </a:lnTo>
                  <a:lnTo>
                    <a:pt x="252" y="63"/>
                  </a:lnTo>
                  <a:lnTo>
                    <a:pt x="251" y="64"/>
                  </a:lnTo>
                  <a:lnTo>
                    <a:pt x="249" y="65"/>
                  </a:lnTo>
                  <a:lnTo>
                    <a:pt x="248" y="66"/>
                  </a:lnTo>
                  <a:lnTo>
                    <a:pt x="247" y="66"/>
                  </a:lnTo>
                  <a:lnTo>
                    <a:pt x="245" y="67"/>
                  </a:lnTo>
                  <a:lnTo>
                    <a:pt x="241" y="68"/>
                  </a:lnTo>
                  <a:lnTo>
                    <a:pt x="238" y="69"/>
                  </a:lnTo>
                  <a:lnTo>
                    <a:pt x="236" y="70"/>
                  </a:lnTo>
                  <a:lnTo>
                    <a:pt x="233" y="72"/>
                  </a:lnTo>
                  <a:lnTo>
                    <a:pt x="230" y="74"/>
                  </a:lnTo>
                  <a:lnTo>
                    <a:pt x="226" y="75"/>
                  </a:lnTo>
                  <a:lnTo>
                    <a:pt x="222" y="77"/>
                  </a:lnTo>
                  <a:lnTo>
                    <a:pt x="218" y="78"/>
                  </a:lnTo>
                  <a:lnTo>
                    <a:pt x="215" y="81"/>
                  </a:lnTo>
                  <a:lnTo>
                    <a:pt x="210" y="81"/>
                  </a:lnTo>
                  <a:lnTo>
                    <a:pt x="205" y="84"/>
                  </a:lnTo>
                  <a:lnTo>
                    <a:pt x="202" y="85"/>
                  </a:lnTo>
                  <a:lnTo>
                    <a:pt x="197" y="88"/>
                  </a:lnTo>
                  <a:lnTo>
                    <a:pt x="193" y="90"/>
                  </a:lnTo>
                  <a:lnTo>
                    <a:pt x="189" y="91"/>
                  </a:lnTo>
                  <a:lnTo>
                    <a:pt x="185" y="93"/>
                  </a:lnTo>
                  <a:lnTo>
                    <a:pt x="180" y="94"/>
                  </a:lnTo>
                  <a:lnTo>
                    <a:pt x="177" y="97"/>
                  </a:lnTo>
                  <a:lnTo>
                    <a:pt x="173" y="99"/>
                  </a:lnTo>
                  <a:lnTo>
                    <a:pt x="170" y="100"/>
                  </a:lnTo>
                  <a:lnTo>
                    <a:pt x="165" y="101"/>
                  </a:lnTo>
                  <a:lnTo>
                    <a:pt x="162" y="104"/>
                  </a:lnTo>
                  <a:lnTo>
                    <a:pt x="159" y="105"/>
                  </a:lnTo>
                  <a:lnTo>
                    <a:pt x="156" y="106"/>
                  </a:lnTo>
                  <a:lnTo>
                    <a:pt x="154" y="107"/>
                  </a:lnTo>
                  <a:lnTo>
                    <a:pt x="150" y="108"/>
                  </a:lnTo>
                  <a:lnTo>
                    <a:pt x="148" y="109"/>
                  </a:lnTo>
                  <a:lnTo>
                    <a:pt x="146" y="109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3" y="110"/>
                  </a:lnTo>
                  <a:lnTo>
                    <a:pt x="141" y="110"/>
                  </a:lnTo>
                  <a:lnTo>
                    <a:pt x="140" y="109"/>
                  </a:lnTo>
                  <a:lnTo>
                    <a:pt x="138" y="109"/>
                  </a:lnTo>
                  <a:lnTo>
                    <a:pt x="134" y="108"/>
                  </a:lnTo>
                  <a:lnTo>
                    <a:pt x="132" y="107"/>
                  </a:lnTo>
                  <a:lnTo>
                    <a:pt x="130" y="107"/>
                  </a:lnTo>
                  <a:lnTo>
                    <a:pt x="129" y="106"/>
                  </a:lnTo>
                  <a:lnTo>
                    <a:pt x="127" y="105"/>
                  </a:lnTo>
                  <a:lnTo>
                    <a:pt x="124" y="104"/>
                  </a:lnTo>
                  <a:lnTo>
                    <a:pt x="122" y="101"/>
                  </a:lnTo>
                  <a:lnTo>
                    <a:pt x="118" y="100"/>
                  </a:lnTo>
                  <a:lnTo>
                    <a:pt x="113" y="97"/>
                  </a:lnTo>
                  <a:lnTo>
                    <a:pt x="110" y="95"/>
                  </a:lnTo>
                  <a:lnTo>
                    <a:pt x="106" y="93"/>
                  </a:lnTo>
                  <a:lnTo>
                    <a:pt x="101" y="91"/>
                  </a:lnTo>
                  <a:lnTo>
                    <a:pt x="96" y="89"/>
                  </a:lnTo>
                  <a:lnTo>
                    <a:pt x="92" y="87"/>
                  </a:lnTo>
                  <a:lnTo>
                    <a:pt x="87" y="83"/>
                  </a:lnTo>
                  <a:lnTo>
                    <a:pt x="82" y="81"/>
                  </a:lnTo>
                  <a:lnTo>
                    <a:pt x="77" y="78"/>
                  </a:lnTo>
                  <a:lnTo>
                    <a:pt x="72" y="75"/>
                  </a:lnTo>
                  <a:lnTo>
                    <a:pt x="67" y="73"/>
                  </a:lnTo>
                  <a:lnTo>
                    <a:pt x="63" y="69"/>
                  </a:lnTo>
                  <a:lnTo>
                    <a:pt x="58" y="67"/>
                  </a:lnTo>
                  <a:lnTo>
                    <a:pt x="53" y="65"/>
                  </a:lnTo>
                  <a:lnTo>
                    <a:pt x="49" y="63"/>
                  </a:lnTo>
                  <a:lnTo>
                    <a:pt x="44" y="60"/>
                  </a:lnTo>
                  <a:lnTo>
                    <a:pt x="39" y="58"/>
                  </a:lnTo>
                  <a:lnTo>
                    <a:pt x="36" y="56"/>
                  </a:lnTo>
                  <a:lnTo>
                    <a:pt x="33" y="53"/>
                  </a:lnTo>
                  <a:lnTo>
                    <a:pt x="30" y="52"/>
                  </a:lnTo>
                  <a:lnTo>
                    <a:pt x="25" y="50"/>
                  </a:lnTo>
                  <a:lnTo>
                    <a:pt x="23" y="49"/>
                  </a:lnTo>
                  <a:lnTo>
                    <a:pt x="21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3" y="44"/>
                  </a:lnTo>
                  <a:lnTo>
                    <a:pt x="12" y="42"/>
                  </a:lnTo>
                  <a:lnTo>
                    <a:pt x="10" y="41"/>
                  </a:lnTo>
                  <a:lnTo>
                    <a:pt x="8" y="40"/>
                  </a:lnTo>
                  <a:lnTo>
                    <a:pt x="6" y="38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1" name="Freeform 52"/>
            <p:cNvSpPr>
              <a:spLocks/>
            </p:cNvSpPr>
            <p:nvPr/>
          </p:nvSpPr>
          <p:spPr bwMode="auto">
            <a:xfrm>
              <a:off x="2997" y="1972"/>
              <a:ext cx="14" cy="37"/>
            </a:xfrm>
            <a:custGeom>
              <a:avLst/>
              <a:gdLst>
                <a:gd name="T0" fmla="*/ 13 w 14"/>
                <a:gd name="T1" fmla="*/ 0 h 37"/>
                <a:gd name="T2" fmla="*/ 13 w 14"/>
                <a:gd name="T3" fmla="*/ 0 h 37"/>
                <a:gd name="T4" fmla="*/ 6 w 14"/>
                <a:gd name="T5" fmla="*/ 4 h 37"/>
                <a:gd name="T6" fmla="*/ 2 w 14"/>
                <a:gd name="T7" fmla="*/ 10 h 37"/>
                <a:gd name="T8" fmla="*/ 0 w 14"/>
                <a:gd name="T9" fmla="*/ 15 h 37"/>
                <a:gd name="T10" fmla="*/ 0 w 14"/>
                <a:gd name="T11" fmla="*/ 20 h 37"/>
                <a:gd name="T12" fmla="*/ 0 w 14"/>
                <a:gd name="T13" fmla="*/ 25 h 37"/>
                <a:gd name="T14" fmla="*/ 2 w 14"/>
                <a:gd name="T15" fmla="*/ 31 h 37"/>
                <a:gd name="T16" fmla="*/ 4 w 14"/>
                <a:gd name="T17" fmla="*/ 34 h 37"/>
                <a:gd name="T18" fmla="*/ 6 w 14"/>
                <a:gd name="T19" fmla="*/ 37 h 37"/>
                <a:gd name="T20" fmla="*/ 8 w 14"/>
                <a:gd name="T21" fmla="*/ 36 h 37"/>
                <a:gd name="T22" fmla="*/ 6 w 14"/>
                <a:gd name="T23" fmla="*/ 34 h 37"/>
                <a:gd name="T24" fmla="*/ 4 w 14"/>
                <a:gd name="T25" fmla="*/ 29 h 37"/>
                <a:gd name="T26" fmla="*/ 2 w 14"/>
                <a:gd name="T27" fmla="*/ 25 h 37"/>
                <a:gd name="T28" fmla="*/ 2 w 14"/>
                <a:gd name="T29" fmla="*/ 20 h 37"/>
                <a:gd name="T30" fmla="*/ 2 w 14"/>
                <a:gd name="T31" fmla="*/ 15 h 37"/>
                <a:gd name="T32" fmla="*/ 4 w 14"/>
                <a:gd name="T33" fmla="*/ 11 h 37"/>
                <a:gd name="T34" fmla="*/ 8 w 14"/>
                <a:gd name="T35" fmla="*/ 6 h 37"/>
                <a:gd name="T36" fmla="*/ 14 w 14"/>
                <a:gd name="T37" fmla="*/ 1 h 37"/>
                <a:gd name="T38" fmla="*/ 13 w 14"/>
                <a:gd name="T39" fmla="*/ 0 h 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"/>
                <a:gd name="T61" fmla="*/ 0 h 37"/>
                <a:gd name="T62" fmla="*/ 14 w 14"/>
                <a:gd name="T63" fmla="*/ 37 h 3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" h="37">
                  <a:moveTo>
                    <a:pt x="13" y="0"/>
                  </a:moveTo>
                  <a:lnTo>
                    <a:pt x="13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5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6" y="37"/>
                  </a:lnTo>
                  <a:lnTo>
                    <a:pt x="8" y="36"/>
                  </a:lnTo>
                  <a:lnTo>
                    <a:pt x="6" y="34"/>
                  </a:lnTo>
                  <a:lnTo>
                    <a:pt x="4" y="29"/>
                  </a:lnTo>
                  <a:lnTo>
                    <a:pt x="2" y="25"/>
                  </a:lnTo>
                  <a:lnTo>
                    <a:pt x="2" y="20"/>
                  </a:lnTo>
                  <a:lnTo>
                    <a:pt x="2" y="15"/>
                  </a:lnTo>
                  <a:lnTo>
                    <a:pt x="4" y="11"/>
                  </a:lnTo>
                  <a:lnTo>
                    <a:pt x="8" y="6"/>
                  </a:lnTo>
                  <a:lnTo>
                    <a:pt x="14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2" name="Freeform 53"/>
            <p:cNvSpPr>
              <a:spLocks/>
            </p:cNvSpPr>
            <p:nvPr/>
          </p:nvSpPr>
          <p:spPr bwMode="auto">
            <a:xfrm>
              <a:off x="3010" y="1971"/>
              <a:ext cx="231" cy="21"/>
            </a:xfrm>
            <a:custGeom>
              <a:avLst/>
              <a:gdLst>
                <a:gd name="T0" fmla="*/ 231 w 231"/>
                <a:gd name="T1" fmla="*/ 21 h 21"/>
                <a:gd name="T2" fmla="*/ 228 w 231"/>
                <a:gd name="T3" fmla="*/ 19 h 21"/>
                <a:gd name="T4" fmla="*/ 221 w 231"/>
                <a:gd name="T5" fmla="*/ 18 h 21"/>
                <a:gd name="T6" fmla="*/ 210 w 231"/>
                <a:gd name="T7" fmla="*/ 17 h 21"/>
                <a:gd name="T8" fmla="*/ 195 w 231"/>
                <a:gd name="T9" fmla="*/ 15 h 21"/>
                <a:gd name="T10" fmla="*/ 178 w 231"/>
                <a:gd name="T11" fmla="*/ 13 h 21"/>
                <a:gd name="T12" fmla="*/ 158 w 231"/>
                <a:gd name="T13" fmla="*/ 11 h 21"/>
                <a:gd name="T14" fmla="*/ 137 w 231"/>
                <a:gd name="T15" fmla="*/ 11 h 21"/>
                <a:gd name="T16" fmla="*/ 116 w 231"/>
                <a:gd name="T17" fmla="*/ 7 h 21"/>
                <a:gd name="T18" fmla="*/ 96 w 231"/>
                <a:gd name="T19" fmla="*/ 5 h 21"/>
                <a:gd name="T20" fmla="*/ 74 w 231"/>
                <a:gd name="T21" fmla="*/ 4 h 21"/>
                <a:gd name="T22" fmla="*/ 55 w 231"/>
                <a:gd name="T23" fmla="*/ 3 h 21"/>
                <a:gd name="T24" fmla="*/ 38 w 231"/>
                <a:gd name="T25" fmla="*/ 2 h 21"/>
                <a:gd name="T26" fmla="*/ 22 w 231"/>
                <a:gd name="T27" fmla="*/ 1 h 21"/>
                <a:gd name="T28" fmla="*/ 10 w 231"/>
                <a:gd name="T29" fmla="*/ 0 h 21"/>
                <a:gd name="T30" fmla="*/ 3 w 231"/>
                <a:gd name="T31" fmla="*/ 0 h 21"/>
                <a:gd name="T32" fmla="*/ 0 w 231"/>
                <a:gd name="T33" fmla="*/ 0 h 21"/>
                <a:gd name="T34" fmla="*/ 3 w 231"/>
                <a:gd name="T35" fmla="*/ 2 h 21"/>
                <a:gd name="T36" fmla="*/ 10 w 231"/>
                <a:gd name="T37" fmla="*/ 2 h 21"/>
                <a:gd name="T38" fmla="*/ 22 w 231"/>
                <a:gd name="T39" fmla="*/ 3 h 21"/>
                <a:gd name="T40" fmla="*/ 38 w 231"/>
                <a:gd name="T41" fmla="*/ 3 h 21"/>
                <a:gd name="T42" fmla="*/ 55 w 231"/>
                <a:gd name="T43" fmla="*/ 4 h 21"/>
                <a:gd name="T44" fmla="*/ 74 w 231"/>
                <a:gd name="T45" fmla="*/ 6 h 21"/>
                <a:gd name="T46" fmla="*/ 96 w 231"/>
                <a:gd name="T47" fmla="*/ 7 h 21"/>
                <a:gd name="T48" fmla="*/ 116 w 231"/>
                <a:gd name="T49" fmla="*/ 11 h 21"/>
                <a:gd name="T50" fmla="*/ 137 w 231"/>
                <a:gd name="T51" fmla="*/ 11 h 21"/>
                <a:gd name="T52" fmla="*/ 158 w 231"/>
                <a:gd name="T53" fmla="*/ 13 h 21"/>
                <a:gd name="T54" fmla="*/ 178 w 231"/>
                <a:gd name="T55" fmla="*/ 15 h 21"/>
                <a:gd name="T56" fmla="*/ 195 w 231"/>
                <a:gd name="T57" fmla="*/ 17 h 21"/>
                <a:gd name="T58" fmla="*/ 210 w 231"/>
                <a:gd name="T59" fmla="*/ 18 h 21"/>
                <a:gd name="T60" fmla="*/ 221 w 231"/>
                <a:gd name="T61" fmla="*/ 20 h 21"/>
                <a:gd name="T62" fmla="*/ 228 w 231"/>
                <a:gd name="T63" fmla="*/ 21 h 21"/>
                <a:gd name="T64" fmla="*/ 231 w 231"/>
                <a:gd name="T65" fmla="*/ 21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1"/>
                <a:gd name="T100" fmla="*/ 0 h 21"/>
                <a:gd name="T101" fmla="*/ 231 w 231"/>
                <a:gd name="T102" fmla="*/ 21 h 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1" h="21">
                  <a:moveTo>
                    <a:pt x="231" y="21"/>
                  </a:moveTo>
                  <a:lnTo>
                    <a:pt x="231" y="21"/>
                  </a:lnTo>
                  <a:lnTo>
                    <a:pt x="230" y="19"/>
                  </a:lnTo>
                  <a:lnTo>
                    <a:pt x="228" y="19"/>
                  </a:lnTo>
                  <a:lnTo>
                    <a:pt x="225" y="18"/>
                  </a:lnTo>
                  <a:lnTo>
                    <a:pt x="221" y="18"/>
                  </a:lnTo>
                  <a:lnTo>
                    <a:pt x="215" y="17"/>
                  </a:lnTo>
                  <a:lnTo>
                    <a:pt x="210" y="17"/>
                  </a:lnTo>
                  <a:lnTo>
                    <a:pt x="202" y="16"/>
                  </a:lnTo>
                  <a:lnTo>
                    <a:pt x="195" y="15"/>
                  </a:lnTo>
                  <a:lnTo>
                    <a:pt x="187" y="13"/>
                  </a:lnTo>
                  <a:lnTo>
                    <a:pt x="178" y="13"/>
                  </a:lnTo>
                  <a:lnTo>
                    <a:pt x="167" y="13"/>
                  </a:lnTo>
                  <a:lnTo>
                    <a:pt x="158" y="11"/>
                  </a:lnTo>
                  <a:lnTo>
                    <a:pt x="148" y="11"/>
                  </a:lnTo>
                  <a:lnTo>
                    <a:pt x="137" y="11"/>
                  </a:lnTo>
                  <a:lnTo>
                    <a:pt x="127" y="8"/>
                  </a:lnTo>
                  <a:lnTo>
                    <a:pt x="116" y="7"/>
                  </a:lnTo>
                  <a:lnTo>
                    <a:pt x="106" y="6"/>
                  </a:lnTo>
                  <a:lnTo>
                    <a:pt x="96" y="5"/>
                  </a:lnTo>
                  <a:lnTo>
                    <a:pt x="84" y="5"/>
                  </a:lnTo>
                  <a:lnTo>
                    <a:pt x="74" y="4"/>
                  </a:lnTo>
                  <a:lnTo>
                    <a:pt x="65" y="3"/>
                  </a:lnTo>
                  <a:lnTo>
                    <a:pt x="55" y="3"/>
                  </a:lnTo>
                  <a:lnTo>
                    <a:pt x="46" y="2"/>
                  </a:lnTo>
                  <a:lnTo>
                    <a:pt x="38" y="2"/>
                  </a:lnTo>
                  <a:lnTo>
                    <a:pt x="29" y="1"/>
                  </a:lnTo>
                  <a:lnTo>
                    <a:pt x="22" y="1"/>
                  </a:lnTo>
                  <a:lnTo>
                    <a:pt x="17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7" y="2"/>
                  </a:lnTo>
                  <a:lnTo>
                    <a:pt x="22" y="3"/>
                  </a:lnTo>
                  <a:lnTo>
                    <a:pt x="29" y="3"/>
                  </a:lnTo>
                  <a:lnTo>
                    <a:pt x="38" y="3"/>
                  </a:lnTo>
                  <a:lnTo>
                    <a:pt x="46" y="4"/>
                  </a:lnTo>
                  <a:lnTo>
                    <a:pt x="55" y="4"/>
                  </a:lnTo>
                  <a:lnTo>
                    <a:pt x="65" y="5"/>
                  </a:lnTo>
                  <a:lnTo>
                    <a:pt x="74" y="6"/>
                  </a:lnTo>
                  <a:lnTo>
                    <a:pt x="84" y="6"/>
                  </a:lnTo>
                  <a:lnTo>
                    <a:pt x="96" y="7"/>
                  </a:lnTo>
                  <a:lnTo>
                    <a:pt x="106" y="8"/>
                  </a:lnTo>
                  <a:lnTo>
                    <a:pt x="116" y="11"/>
                  </a:lnTo>
                  <a:lnTo>
                    <a:pt x="127" y="11"/>
                  </a:lnTo>
                  <a:lnTo>
                    <a:pt x="137" y="11"/>
                  </a:lnTo>
                  <a:lnTo>
                    <a:pt x="148" y="13"/>
                  </a:lnTo>
                  <a:lnTo>
                    <a:pt x="158" y="13"/>
                  </a:lnTo>
                  <a:lnTo>
                    <a:pt x="167" y="15"/>
                  </a:lnTo>
                  <a:lnTo>
                    <a:pt x="178" y="15"/>
                  </a:lnTo>
                  <a:lnTo>
                    <a:pt x="187" y="16"/>
                  </a:lnTo>
                  <a:lnTo>
                    <a:pt x="195" y="17"/>
                  </a:lnTo>
                  <a:lnTo>
                    <a:pt x="202" y="18"/>
                  </a:lnTo>
                  <a:lnTo>
                    <a:pt x="210" y="18"/>
                  </a:lnTo>
                  <a:lnTo>
                    <a:pt x="215" y="19"/>
                  </a:lnTo>
                  <a:lnTo>
                    <a:pt x="221" y="20"/>
                  </a:lnTo>
                  <a:lnTo>
                    <a:pt x="225" y="20"/>
                  </a:lnTo>
                  <a:lnTo>
                    <a:pt x="228" y="21"/>
                  </a:lnTo>
                  <a:lnTo>
                    <a:pt x="229" y="21"/>
                  </a:lnTo>
                  <a:lnTo>
                    <a:pt x="231" y="2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3" name="Freeform 54"/>
            <p:cNvSpPr>
              <a:spLocks/>
            </p:cNvSpPr>
            <p:nvPr/>
          </p:nvSpPr>
          <p:spPr bwMode="auto">
            <a:xfrm>
              <a:off x="3239" y="1991"/>
              <a:ext cx="5" cy="38"/>
            </a:xfrm>
            <a:custGeom>
              <a:avLst/>
              <a:gdLst>
                <a:gd name="T0" fmla="*/ 4 w 5"/>
                <a:gd name="T1" fmla="*/ 37 h 38"/>
                <a:gd name="T2" fmla="*/ 5 w 5"/>
                <a:gd name="T3" fmla="*/ 37 h 38"/>
                <a:gd name="T4" fmla="*/ 4 w 5"/>
                <a:gd name="T5" fmla="*/ 28 h 38"/>
                <a:gd name="T6" fmla="*/ 4 w 5"/>
                <a:gd name="T7" fmla="*/ 17 h 38"/>
                <a:gd name="T8" fmla="*/ 2 w 5"/>
                <a:gd name="T9" fmla="*/ 9 h 38"/>
                <a:gd name="T10" fmla="*/ 2 w 5"/>
                <a:gd name="T11" fmla="*/ 0 h 38"/>
                <a:gd name="T12" fmla="*/ 0 w 5"/>
                <a:gd name="T13" fmla="*/ 0 h 38"/>
                <a:gd name="T14" fmla="*/ 0 w 5"/>
                <a:gd name="T15" fmla="*/ 9 h 38"/>
                <a:gd name="T16" fmla="*/ 1 w 5"/>
                <a:gd name="T17" fmla="*/ 17 h 38"/>
                <a:gd name="T18" fmla="*/ 1 w 5"/>
                <a:gd name="T19" fmla="*/ 28 h 38"/>
                <a:gd name="T20" fmla="*/ 2 w 5"/>
                <a:gd name="T21" fmla="*/ 37 h 38"/>
                <a:gd name="T22" fmla="*/ 4 w 5"/>
                <a:gd name="T23" fmla="*/ 38 h 38"/>
                <a:gd name="T24" fmla="*/ 2 w 5"/>
                <a:gd name="T25" fmla="*/ 37 h 38"/>
                <a:gd name="T26" fmla="*/ 2 w 5"/>
                <a:gd name="T27" fmla="*/ 38 h 38"/>
                <a:gd name="T28" fmla="*/ 4 w 5"/>
                <a:gd name="T29" fmla="*/ 38 h 38"/>
                <a:gd name="T30" fmla="*/ 4 w 5"/>
                <a:gd name="T31" fmla="*/ 37 h 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38"/>
                <a:gd name="T50" fmla="*/ 5 w 5"/>
                <a:gd name="T51" fmla="*/ 38 h 3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38">
                  <a:moveTo>
                    <a:pt x="4" y="37"/>
                  </a:moveTo>
                  <a:lnTo>
                    <a:pt x="5" y="37"/>
                  </a:lnTo>
                  <a:lnTo>
                    <a:pt x="4" y="28"/>
                  </a:lnTo>
                  <a:lnTo>
                    <a:pt x="4" y="17"/>
                  </a:lnTo>
                  <a:lnTo>
                    <a:pt x="2" y="9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1" y="17"/>
                  </a:lnTo>
                  <a:lnTo>
                    <a:pt x="1" y="28"/>
                  </a:lnTo>
                  <a:lnTo>
                    <a:pt x="2" y="37"/>
                  </a:lnTo>
                  <a:lnTo>
                    <a:pt x="4" y="38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37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4" name="Freeform 55"/>
            <p:cNvSpPr>
              <a:spLocks/>
            </p:cNvSpPr>
            <p:nvPr/>
          </p:nvSpPr>
          <p:spPr bwMode="auto">
            <a:xfrm>
              <a:off x="3241" y="2026"/>
              <a:ext cx="9" cy="11"/>
            </a:xfrm>
            <a:custGeom>
              <a:avLst/>
              <a:gdLst>
                <a:gd name="T0" fmla="*/ 5 w 9"/>
                <a:gd name="T1" fmla="*/ 11 h 11"/>
                <a:gd name="T2" fmla="*/ 5 w 9"/>
                <a:gd name="T3" fmla="*/ 11 h 11"/>
                <a:gd name="T4" fmla="*/ 8 w 9"/>
                <a:gd name="T5" fmla="*/ 10 h 11"/>
                <a:gd name="T6" fmla="*/ 9 w 9"/>
                <a:gd name="T7" fmla="*/ 8 h 11"/>
                <a:gd name="T8" fmla="*/ 9 w 9"/>
                <a:gd name="T9" fmla="*/ 7 h 11"/>
                <a:gd name="T10" fmla="*/ 8 w 9"/>
                <a:gd name="T11" fmla="*/ 5 h 11"/>
                <a:gd name="T12" fmla="*/ 7 w 9"/>
                <a:gd name="T13" fmla="*/ 4 h 11"/>
                <a:gd name="T14" fmla="*/ 5 w 9"/>
                <a:gd name="T15" fmla="*/ 3 h 11"/>
                <a:gd name="T16" fmla="*/ 3 w 9"/>
                <a:gd name="T17" fmla="*/ 2 h 11"/>
                <a:gd name="T18" fmla="*/ 2 w 9"/>
                <a:gd name="T19" fmla="*/ 0 h 11"/>
                <a:gd name="T20" fmla="*/ 0 w 9"/>
                <a:gd name="T21" fmla="*/ 2 h 11"/>
                <a:gd name="T22" fmla="*/ 2 w 9"/>
                <a:gd name="T23" fmla="*/ 3 h 11"/>
                <a:gd name="T24" fmla="*/ 4 w 9"/>
                <a:gd name="T25" fmla="*/ 4 h 11"/>
                <a:gd name="T26" fmla="*/ 5 w 9"/>
                <a:gd name="T27" fmla="*/ 5 h 11"/>
                <a:gd name="T28" fmla="*/ 7 w 9"/>
                <a:gd name="T29" fmla="*/ 6 h 11"/>
                <a:gd name="T30" fmla="*/ 7 w 9"/>
                <a:gd name="T31" fmla="*/ 7 h 11"/>
                <a:gd name="T32" fmla="*/ 7 w 9"/>
                <a:gd name="T33" fmla="*/ 8 h 11"/>
                <a:gd name="T34" fmla="*/ 4 w 9"/>
                <a:gd name="T35" fmla="*/ 10 h 11"/>
                <a:gd name="T36" fmla="*/ 5 w 9"/>
                <a:gd name="T37" fmla="*/ 11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11"/>
                <a:gd name="T59" fmla="*/ 9 w 9"/>
                <a:gd name="T60" fmla="*/ 11 h 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11">
                  <a:moveTo>
                    <a:pt x="5" y="11"/>
                  </a:moveTo>
                  <a:lnTo>
                    <a:pt x="5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8" y="5"/>
                  </a:lnTo>
                  <a:lnTo>
                    <a:pt x="7" y="4"/>
                  </a:lnTo>
                  <a:lnTo>
                    <a:pt x="5" y="3"/>
                  </a:lnTo>
                  <a:lnTo>
                    <a:pt x="3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4"/>
                  </a:lnTo>
                  <a:lnTo>
                    <a:pt x="5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4" y="10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5" name="Freeform 56"/>
            <p:cNvSpPr>
              <a:spLocks/>
            </p:cNvSpPr>
            <p:nvPr/>
          </p:nvSpPr>
          <p:spPr bwMode="auto">
            <a:xfrm>
              <a:off x="3143" y="2037"/>
              <a:ext cx="103" cy="46"/>
            </a:xfrm>
            <a:custGeom>
              <a:avLst/>
              <a:gdLst>
                <a:gd name="T0" fmla="*/ 1 w 103"/>
                <a:gd name="T1" fmla="*/ 46 h 46"/>
                <a:gd name="T2" fmla="*/ 3 w 103"/>
                <a:gd name="T3" fmla="*/ 45 h 46"/>
                <a:gd name="T4" fmla="*/ 9 w 103"/>
                <a:gd name="T5" fmla="*/ 43 h 46"/>
                <a:gd name="T6" fmla="*/ 14 w 103"/>
                <a:gd name="T7" fmla="*/ 41 h 46"/>
                <a:gd name="T8" fmla="*/ 20 w 103"/>
                <a:gd name="T9" fmla="*/ 38 h 46"/>
                <a:gd name="T10" fmla="*/ 27 w 103"/>
                <a:gd name="T11" fmla="*/ 35 h 46"/>
                <a:gd name="T12" fmla="*/ 35 w 103"/>
                <a:gd name="T13" fmla="*/ 31 h 46"/>
                <a:gd name="T14" fmla="*/ 44 w 103"/>
                <a:gd name="T15" fmla="*/ 27 h 46"/>
                <a:gd name="T16" fmla="*/ 52 w 103"/>
                <a:gd name="T17" fmla="*/ 24 h 46"/>
                <a:gd name="T18" fmla="*/ 61 w 103"/>
                <a:gd name="T19" fmla="*/ 20 h 46"/>
                <a:gd name="T20" fmla="*/ 70 w 103"/>
                <a:gd name="T21" fmla="*/ 17 h 46"/>
                <a:gd name="T22" fmla="*/ 77 w 103"/>
                <a:gd name="T23" fmla="*/ 13 h 46"/>
                <a:gd name="T24" fmla="*/ 83 w 103"/>
                <a:gd name="T25" fmla="*/ 11 h 46"/>
                <a:gd name="T26" fmla="*/ 90 w 103"/>
                <a:gd name="T27" fmla="*/ 7 h 46"/>
                <a:gd name="T28" fmla="*/ 96 w 103"/>
                <a:gd name="T29" fmla="*/ 4 h 46"/>
                <a:gd name="T30" fmla="*/ 100 w 103"/>
                <a:gd name="T31" fmla="*/ 3 h 46"/>
                <a:gd name="T32" fmla="*/ 103 w 103"/>
                <a:gd name="T33" fmla="*/ 1 h 46"/>
                <a:gd name="T34" fmla="*/ 101 w 103"/>
                <a:gd name="T35" fmla="*/ 0 h 46"/>
                <a:gd name="T36" fmla="*/ 97 w 103"/>
                <a:gd name="T37" fmla="*/ 2 h 46"/>
                <a:gd name="T38" fmla="*/ 92 w 103"/>
                <a:gd name="T39" fmla="*/ 4 h 46"/>
                <a:gd name="T40" fmla="*/ 86 w 103"/>
                <a:gd name="T41" fmla="*/ 7 h 46"/>
                <a:gd name="T42" fmla="*/ 79 w 103"/>
                <a:gd name="T43" fmla="*/ 11 h 46"/>
                <a:gd name="T44" fmla="*/ 72 w 103"/>
                <a:gd name="T45" fmla="*/ 13 h 46"/>
                <a:gd name="T46" fmla="*/ 64 w 103"/>
                <a:gd name="T47" fmla="*/ 17 h 46"/>
                <a:gd name="T48" fmla="*/ 56 w 103"/>
                <a:gd name="T49" fmla="*/ 20 h 46"/>
                <a:gd name="T50" fmla="*/ 47 w 103"/>
                <a:gd name="T51" fmla="*/ 24 h 46"/>
                <a:gd name="T52" fmla="*/ 39 w 103"/>
                <a:gd name="T53" fmla="*/ 28 h 46"/>
                <a:gd name="T54" fmla="*/ 31 w 103"/>
                <a:gd name="T55" fmla="*/ 31 h 46"/>
                <a:gd name="T56" fmla="*/ 23 w 103"/>
                <a:gd name="T57" fmla="*/ 35 h 46"/>
                <a:gd name="T58" fmla="*/ 16 w 103"/>
                <a:gd name="T59" fmla="*/ 38 h 46"/>
                <a:gd name="T60" fmla="*/ 11 w 103"/>
                <a:gd name="T61" fmla="*/ 41 h 46"/>
                <a:gd name="T62" fmla="*/ 5 w 103"/>
                <a:gd name="T63" fmla="*/ 43 h 46"/>
                <a:gd name="T64" fmla="*/ 1 w 103"/>
                <a:gd name="T65" fmla="*/ 44 h 46"/>
                <a:gd name="T66" fmla="*/ 1 w 103"/>
                <a:gd name="T67" fmla="*/ 46 h 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6"/>
                <a:gd name="T104" fmla="*/ 103 w 103"/>
                <a:gd name="T105" fmla="*/ 46 h 4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6">
                  <a:moveTo>
                    <a:pt x="1" y="46"/>
                  </a:moveTo>
                  <a:lnTo>
                    <a:pt x="1" y="46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5" y="44"/>
                  </a:lnTo>
                  <a:lnTo>
                    <a:pt x="9" y="43"/>
                  </a:lnTo>
                  <a:lnTo>
                    <a:pt x="12" y="42"/>
                  </a:lnTo>
                  <a:lnTo>
                    <a:pt x="14" y="41"/>
                  </a:lnTo>
                  <a:lnTo>
                    <a:pt x="17" y="40"/>
                  </a:lnTo>
                  <a:lnTo>
                    <a:pt x="20" y="38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0" y="29"/>
                  </a:lnTo>
                  <a:lnTo>
                    <a:pt x="44" y="27"/>
                  </a:lnTo>
                  <a:lnTo>
                    <a:pt x="47" y="26"/>
                  </a:lnTo>
                  <a:lnTo>
                    <a:pt x="52" y="24"/>
                  </a:lnTo>
                  <a:lnTo>
                    <a:pt x="57" y="23"/>
                  </a:lnTo>
                  <a:lnTo>
                    <a:pt x="61" y="20"/>
                  </a:lnTo>
                  <a:lnTo>
                    <a:pt x="64" y="18"/>
                  </a:lnTo>
                  <a:lnTo>
                    <a:pt x="70" y="17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0" y="11"/>
                  </a:lnTo>
                  <a:lnTo>
                    <a:pt x="83" y="11"/>
                  </a:lnTo>
                  <a:lnTo>
                    <a:pt x="87" y="9"/>
                  </a:lnTo>
                  <a:lnTo>
                    <a:pt x="90" y="7"/>
                  </a:lnTo>
                  <a:lnTo>
                    <a:pt x="92" y="5"/>
                  </a:lnTo>
                  <a:lnTo>
                    <a:pt x="96" y="4"/>
                  </a:lnTo>
                  <a:lnTo>
                    <a:pt x="98" y="3"/>
                  </a:lnTo>
                  <a:lnTo>
                    <a:pt x="100" y="3"/>
                  </a:lnTo>
                  <a:lnTo>
                    <a:pt x="102" y="2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2"/>
                  </a:lnTo>
                  <a:lnTo>
                    <a:pt x="95" y="3"/>
                  </a:lnTo>
                  <a:lnTo>
                    <a:pt x="92" y="4"/>
                  </a:lnTo>
                  <a:lnTo>
                    <a:pt x="89" y="5"/>
                  </a:lnTo>
                  <a:lnTo>
                    <a:pt x="86" y="7"/>
                  </a:lnTo>
                  <a:lnTo>
                    <a:pt x="82" y="8"/>
                  </a:lnTo>
                  <a:lnTo>
                    <a:pt x="79" y="11"/>
                  </a:lnTo>
                  <a:lnTo>
                    <a:pt x="76" y="11"/>
                  </a:lnTo>
                  <a:lnTo>
                    <a:pt x="72" y="13"/>
                  </a:lnTo>
                  <a:lnTo>
                    <a:pt x="67" y="15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6" y="20"/>
                  </a:lnTo>
                  <a:lnTo>
                    <a:pt x="52" y="23"/>
                  </a:lnTo>
                  <a:lnTo>
                    <a:pt x="47" y="24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5" y="29"/>
                  </a:lnTo>
                  <a:lnTo>
                    <a:pt x="31" y="31"/>
                  </a:lnTo>
                  <a:lnTo>
                    <a:pt x="27" y="32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6" y="38"/>
                  </a:lnTo>
                  <a:lnTo>
                    <a:pt x="14" y="39"/>
                  </a:lnTo>
                  <a:lnTo>
                    <a:pt x="11" y="41"/>
                  </a:lnTo>
                  <a:lnTo>
                    <a:pt x="9" y="42"/>
                  </a:lnTo>
                  <a:lnTo>
                    <a:pt x="5" y="43"/>
                  </a:lnTo>
                  <a:lnTo>
                    <a:pt x="3" y="43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6" name="Freeform 57"/>
            <p:cNvSpPr>
              <a:spLocks/>
            </p:cNvSpPr>
            <p:nvPr/>
          </p:nvSpPr>
          <p:spPr bwMode="auto">
            <a:xfrm>
              <a:off x="3129" y="2078"/>
              <a:ext cx="14" cy="5"/>
            </a:xfrm>
            <a:custGeom>
              <a:avLst/>
              <a:gdLst>
                <a:gd name="T0" fmla="*/ 0 w 14"/>
                <a:gd name="T1" fmla="*/ 1 h 5"/>
                <a:gd name="T2" fmla="*/ 0 w 14"/>
                <a:gd name="T3" fmla="*/ 1 h 5"/>
                <a:gd name="T4" fmla="*/ 1 w 14"/>
                <a:gd name="T5" fmla="*/ 3 h 5"/>
                <a:gd name="T6" fmla="*/ 3 w 14"/>
                <a:gd name="T7" fmla="*/ 3 h 5"/>
                <a:gd name="T8" fmla="*/ 7 w 14"/>
                <a:gd name="T9" fmla="*/ 4 h 5"/>
                <a:gd name="T10" fmla="*/ 7 w 14"/>
                <a:gd name="T11" fmla="*/ 4 h 5"/>
                <a:gd name="T12" fmla="*/ 10 w 14"/>
                <a:gd name="T13" fmla="*/ 5 h 5"/>
                <a:gd name="T14" fmla="*/ 11 w 14"/>
                <a:gd name="T15" fmla="*/ 5 h 5"/>
                <a:gd name="T16" fmla="*/ 13 w 14"/>
                <a:gd name="T17" fmla="*/ 5 h 5"/>
                <a:gd name="T18" fmla="*/ 14 w 14"/>
                <a:gd name="T19" fmla="*/ 5 h 5"/>
                <a:gd name="T20" fmla="*/ 13 w 14"/>
                <a:gd name="T21" fmla="*/ 3 h 5"/>
                <a:gd name="T22" fmla="*/ 11 w 14"/>
                <a:gd name="T23" fmla="*/ 3 h 5"/>
                <a:gd name="T24" fmla="*/ 10 w 14"/>
                <a:gd name="T25" fmla="*/ 3 h 5"/>
                <a:gd name="T26" fmla="*/ 9 w 14"/>
                <a:gd name="T27" fmla="*/ 3 h 5"/>
                <a:gd name="T28" fmla="*/ 7 w 14"/>
                <a:gd name="T29" fmla="*/ 3 h 5"/>
                <a:gd name="T30" fmla="*/ 3 w 14"/>
                <a:gd name="T31" fmla="*/ 1 h 5"/>
                <a:gd name="T32" fmla="*/ 2 w 14"/>
                <a:gd name="T33" fmla="*/ 1 h 5"/>
                <a:gd name="T34" fmla="*/ 1 w 14"/>
                <a:gd name="T35" fmla="*/ 0 h 5"/>
                <a:gd name="T36" fmla="*/ 0 w 14"/>
                <a:gd name="T37" fmla="*/ 1 h 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5"/>
                <a:gd name="T59" fmla="*/ 14 w 14"/>
                <a:gd name="T60" fmla="*/ 5 h 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5">
                  <a:moveTo>
                    <a:pt x="0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3" y="3"/>
                  </a:lnTo>
                  <a:lnTo>
                    <a:pt x="7" y="4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7" name="Freeform 58"/>
            <p:cNvSpPr>
              <a:spLocks/>
            </p:cNvSpPr>
            <p:nvPr/>
          </p:nvSpPr>
          <p:spPr bwMode="auto">
            <a:xfrm>
              <a:off x="3015" y="2018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4 h 62"/>
                <a:gd name="T6" fmla="*/ 11 w 115"/>
                <a:gd name="T7" fmla="*/ 7 h 62"/>
                <a:gd name="T8" fmla="*/ 18 w 115"/>
                <a:gd name="T9" fmla="*/ 11 h 62"/>
                <a:gd name="T10" fmla="*/ 26 w 115"/>
                <a:gd name="T11" fmla="*/ 16 h 62"/>
                <a:gd name="T12" fmla="*/ 35 w 115"/>
                <a:gd name="T13" fmla="*/ 20 h 62"/>
                <a:gd name="T14" fmla="*/ 45 w 115"/>
                <a:gd name="T15" fmla="*/ 26 h 62"/>
                <a:gd name="T16" fmla="*/ 54 w 115"/>
                <a:gd name="T17" fmla="*/ 30 h 62"/>
                <a:gd name="T18" fmla="*/ 64 w 115"/>
                <a:gd name="T19" fmla="*/ 36 h 62"/>
                <a:gd name="T20" fmla="*/ 75 w 115"/>
                <a:gd name="T21" fmla="*/ 42 h 62"/>
                <a:gd name="T22" fmla="*/ 83 w 115"/>
                <a:gd name="T23" fmla="*/ 46 h 62"/>
                <a:gd name="T24" fmla="*/ 93 w 115"/>
                <a:gd name="T25" fmla="*/ 51 h 62"/>
                <a:gd name="T26" fmla="*/ 99 w 115"/>
                <a:gd name="T27" fmla="*/ 54 h 62"/>
                <a:gd name="T28" fmla="*/ 107 w 115"/>
                <a:gd name="T29" fmla="*/ 58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60 h 62"/>
                <a:gd name="T36" fmla="*/ 110 w 115"/>
                <a:gd name="T37" fmla="*/ 58 h 62"/>
                <a:gd name="T38" fmla="*/ 104 w 115"/>
                <a:gd name="T39" fmla="*/ 55 h 62"/>
                <a:gd name="T40" fmla="*/ 97 w 115"/>
                <a:gd name="T41" fmla="*/ 51 h 62"/>
                <a:gd name="T42" fmla="*/ 90 w 115"/>
                <a:gd name="T43" fmla="*/ 46 h 62"/>
                <a:gd name="T44" fmla="*/ 80 w 115"/>
                <a:gd name="T45" fmla="*/ 42 h 62"/>
                <a:gd name="T46" fmla="*/ 70 w 115"/>
                <a:gd name="T47" fmla="*/ 37 h 62"/>
                <a:gd name="T48" fmla="*/ 61 w 115"/>
                <a:gd name="T49" fmla="*/ 32 h 62"/>
                <a:gd name="T50" fmla="*/ 51 w 115"/>
                <a:gd name="T51" fmla="*/ 26 h 62"/>
                <a:gd name="T52" fmla="*/ 41 w 115"/>
                <a:gd name="T53" fmla="*/ 21 h 62"/>
                <a:gd name="T54" fmla="*/ 32 w 115"/>
                <a:gd name="T55" fmla="*/ 17 h 62"/>
                <a:gd name="T56" fmla="*/ 23 w 115"/>
                <a:gd name="T57" fmla="*/ 11 h 62"/>
                <a:gd name="T58" fmla="*/ 16 w 115"/>
                <a:gd name="T59" fmla="*/ 7 h 62"/>
                <a:gd name="T60" fmla="*/ 8 w 115"/>
                <a:gd name="T61" fmla="*/ 4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18" y="11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0"/>
                  </a:lnTo>
                  <a:lnTo>
                    <a:pt x="39" y="22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0"/>
                  </a:lnTo>
                  <a:lnTo>
                    <a:pt x="60" y="32"/>
                  </a:lnTo>
                  <a:lnTo>
                    <a:pt x="64" y="36"/>
                  </a:lnTo>
                  <a:lnTo>
                    <a:pt x="70" y="38"/>
                  </a:lnTo>
                  <a:lnTo>
                    <a:pt x="75" y="42"/>
                  </a:lnTo>
                  <a:lnTo>
                    <a:pt x="79" y="44"/>
                  </a:lnTo>
                  <a:lnTo>
                    <a:pt x="83" y="46"/>
                  </a:lnTo>
                  <a:lnTo>
                    <a:pt x="88" y="48"/>
                  </a:lnTo>
                  <a:lnTo>
                    <a:pt x="93" y="51"/>
                  </a:lnTo>
                  <a:lnTo>
                    <a:pt x="96" y="53"/>
                  </a:lnTo>
                  <a:lnTo>
                    <a:pt x="99" y="54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59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0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3"/>
                  </a:lnTo>
                  <a:lnTo>
                    <a:pt x="97" y="51"/>
                  </a:lnTo>
                  <a:lnTo>
                    <a:pt x="94" y="48"/>
                  </a:lnTo>
                  <a:lnTo>
                    <a:pt x="90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39"/>
                  </a:lnTo>
                  <a:lnTo>
                    <a:pt x="70" y="37"/>
                  </a:lnTo>
                  <a:lnTo>
                    <a:pt x="65" y="34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6"/>
                  </a:lnTo>
                  <a:lnTo>
                    <a:pt x="46" y="23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4"/>
                  </a:lnTo>
                  <a:lnTo>
                    <a:pt x="23" y="11"/>
                  </a:lnTo>
                  <a:lnTo>
                    <a:pt x="19" y="11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8" name="Freeform 59"/>
            <p:cNvSpPr>
              <a:spLocks/>
            </p:cNvSpPr>
            <p:nvPr/>
          </p:nvSpPr>
          <p:spPr bwMode="auto">
            <a:xfrm>
              <a:off x="3003" y="2008"/>
              <a:ext cx="13" cy="11"/>
            </a:xfrm>
            <a:custGeom>
              <a:avLst/>
              <a:gdLst>
                <a:gd name="T0" fmla="*/ 0 w 13"/>
                <a:gd name="T1" fmla="*/ 1 h 11"/>
                <a:gd name="T2" fmla="*/ 0 w 13"/>
                <a:gd name="T3" fmla="*/ 1 h 11"/>
                <a:gd name="T4" fmla="*/ 1 w 13"/>
                <a:gd name="T5" fmla="*/ 4 h 11"/>
                <a:gd name="T6" fmla="*/ 3 w 13"/>
                <a:gd name="T7" fmla="*/ 5 h 11"/>
                <a:gd name="T8" fmla="*/ 5 w 13"/>
                <a:gd name="T9" fmla="*/ 6 h 11"/>
                <a:gd name="T10" fmla="*/ 7 w 13"/>
                <a:gd name="T11" fmla="*/ 8 h 11"/>
                <a:gd name="T12" fmla="*/ 8 w 13"/>
                <a:gd name="T13" fmla="*/ 8 h 11"/>
                <a:gd name="T14" fmla="*/ 9 w 13"/>
                <a:gd name="T15" fmla="*/ 8 h 11"/>
                <a:gd name="T16" fmla="*/ 11 w 13"/>
                <a:gd name="T17" fmla="*/ 10 h 11"/>
                <a:gd name="T18" fmla="*/ 12 w 13"/>
                <a:gd name="T19" fmla="*/ 11 h 11"/>
                <a:gd name="T20" fmla="*/ 13 w 13"/>
                <a:gd name="T21" fmla="*/ 10 h 11"/>
                <a:gd name="T22" fmla="*/ 11 w 13"/>
                <a:gd name="T23" fmla="*/ 8 h 11"/>
                <a:gd name="T24" fmla="*/ 10 w 13"/>
                <a:gd name="T25" fmla="*/ 8 h 11"/>
                <a:gd name="T26" fmla="*/ 9 w 13"/>
                <a:gd name="T27" fmla="*/ 6 h 11"/>
                <a:gd name="T28" fmla="*/ 8 w 13"/>
                <a:gd name="T29" fmla="*/ 5 h 11"/>
                <a:gd name="T30" fmla="*/ 7 w 13"/>
                <a:gd name="T31" fmla="*/ 5 h 11"/>
                <a:gd name="T32" fmla="*/ 5 w 13"/>
                <a:gd name="T33" fmla="*/ 4 h 11"/>
                <a:gd name="T34" fmla="*/ 2 w 13"/>
                <a:gd name="T35" fmla="*/ 1 h 11"/>
                <a:gd name="T36" fmla="*/ 1 w 13"/>
                <a:gd name="T37" fmla="*/ 0 h 11"/>
                <a:gd name="T38" fmla="*/ 0 w 13"/>
                <a:gd name="T39" fmla="*/ 1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11"/>
                <a:gd name="T62" fmla="*/ 13 w 13"/>
                <a:gd name="T63" fmla="*/ 11 h 1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11">
                  <a:moveTo>
                    <a:pt x="0" y="1"/>
                  </a:moveTo>
                  <a:lnTo>
                    <a:pt x="0" y="1"/>
                  </a:lnTo>
                  <a:lnTo>
                    <a:pt x="1" y="4"/>
                  </a:lnTo>
                  <a:lnTo>
                    <a:pt x="3" y="5"/>
                  </a:lnTo>
                  <a:lnTo>
                    <a:pt x="5" y="6"/>
                  </a:lnTo>
                  <a:lnTo>
                    <a:pt x="7" y="8"/>
                  </a:lnTo>
                  <a:lnTo>
                    <a:pt x="8" y="8"/>
                  </a:lnTo>
                  <a:lnTo>
                    <a:pt x="9" y="8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9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4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29" name="Freeform 60"/>
            <p:cNvSpPr>
              <a:spLocks/>
            </p:cNvSpPr>
            <p:nvPr/>
          </p:nvSpPr>
          <p:spPr bwMode="auto">
            <a:xfrm>
              <a:off x="3132" y="2040"/>
              <a:ext cx="10" cy="42"/>
            </a:xfrm>
            <a:custGeom>
              <a:avLst/>
              <a:gdLst>
                <a:gd name="T0" fmla="*/ 10 w 10"/>
                <a:gd name="T1" fmla="*/ 42 h 42"/>
                <a:gd name="T2" fmla="*/ 8 w 10"/>
                <a:gd name="T3" fmla="*/ 42 h 42"/>
                <a:gd name="T4" fmla="*/ 7 w 10"/>
                <a:gd name="T5" fmla="*/ 41 h 42"/>
                <a:gd name="T6" fmla="*/ 6 w 10"/>
                <a:gd name="T7" fmla="*/ 40 h 42"/>
                <a:gd name="T8" fmla="*/ 4 w 10"/>
                <a:gd name="T9" fmla="*/ 37 h 42"/>
                <a:gd name="T10" fmla="*/ 4 w 10"/>
                <a:gd name="T11" fmla="*/ 35 h 42"/>
                <a:gd name="T12" fmla="*/ 2 w 10"/>
                <a:gd name="T13" fmla="*/ 32 h 42"/>
                <a:gd name="T14" fmla="*/ 0 w 10"/>
                <a:gd name="T15" fmla="*/ 29 h 42"/>
                <a:gd name="T16" fmla="*/ 0 w 10"/>
                <a:gd name="T17" fmla="*/ 26 h 42"/>
                <a:gd name="T18" fmla="*/ 0 w 10"/>
                <a:gd name="T19" fmla="*/ 22 h 42"/>
                <a:gd name="T20" fmla="*/ 0 w 10"/>
                <a:gd name="T21" fmla="*/ 17 h 42"/>
                <a:gd name="T22" fmla="*/ 0 w 10"/>
                <a:gd name="T23" fmla="*/ 13 h 42"/>
                <a:gd name="T24" fmla="*/ 2 w 10"/>
                <a:gd name="T25" fmla="*/ 9 h 42"/>
                <a:gd name="T26" fmla="*/ 4 w 10"/>
                <a:gd name="T27" fmla="*/ 7 h 42"/>
                <a:gd name="T28" fmla="*/ 4 w 10"/>
                <a:gd name="T29" fmla="*/ 4 h 42"/>
                <a:gd name="T30" fmla="*/ 6 w 10"/>
                <a:gd name="T31" fmla="*/ 1 h 42"/>
                <a:gd name="T32" fmla="*/ 8 w 10"/>
                <a:gd name="T33" fmla="*/ 0 h 42"/>
                <a:gd name="T34" fmla="*/ 10 w 10"/>
                <a:gd name="T35" fmla="*/ 42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"/>
                <a:gd name="T55" fmla="*/ 0 h 42"/>
                <a:gd name="T56" fmla="*/ 10 w 10"/>
                <a:gd name="T57" fmla="*/ 42 h 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" h="42">
                  <a:moveTo>
                    <a:pt x="10" y="42"/>
                  </a:moveTo>
                  <a:lnTo>
                    <a:pt x="8" y="42"/>
                  </a:lnTo>
                  <a:lnTo>
                    <a:pt x="7" y="41"/>
                  </a:lnTo>
                  <a:lnTo>
                    <a:pt x="6" y="40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9"/>
                  </a:lnTo>
                  <a:lnTo>
                    <a:pt x="4" y="7"/>
                  </a:lnTo>
                  <a:lnTo>
                    <a:pt x="4" y="4"/>
                  </a:lnTo>
                  <a:lnTo>
                    <a:pt x="6" y="1"/>
                  </a:lnTo>
                  <a:lnTo>
                    <a:pt x="8" y="0"/>
                  </a:lnTo>
                  <a:lnTo>
                    <a:pt x="10" y="42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0" name="Freeform 61"/>
            <p:cNvSpPr>
              <a:spLocks/>
            </p:cNvSpPr>
            <p:nvPr/>
          </p:nvSpPr>
          <p:spPr bwMode="auto">
            <a:xfrm>
              <a:off x="3132" y="2066"/>
              <a:ext cx="10" cy="17"/>
            </a:xfrm>
            <a:custGeom>
              <a:avLst/>
              <a:gdLst>
                <a:gd name="T0" fmla="*/ 0 w 10"/>
                <a:gd name="T1" fmla="*/ 0 h 17"/>
                <a:gd name="T2" fmla="*/ 0 w 10"/>
                <a:gd name="T3" fmla="*/ 0 h 17"/>
                <a:gd name="T4" fmla="*/ 0 w 10"/>
                <a:gd name="T5" fmla="*/ 3 h 17"/>
                <a:gd name="T6" fmla="*/ 2 w 10"/>
                <a:gd name="T7" fmla="*/ 6 h 17"/>
                <a:gd name="T8" fmla="*/ 2 w 10"/>
                <a:gd name="T9" fmla="*/ 10 h 17"/>
                <a:gd name="T10" fmla="*/ 3 w 10"/>
                <a:gd name="T11" fmla="*/ 12 h 17"/>
                <a:gd name="T12" fmla="*/ 5 w 10"/>
                <a:gd name="T13" fmla="*/ 14 h 17"/>
                <a:gd name="T14" fmla="*/ 6 w 10"/>
                <a:gd name="T15" fmla="*/ 16 h 17"/>
                <a:gd name="T16" fmla="*/ 8 w 10"/>
                <a:gd name="T17" fmla="*/ 17 h 17"/>
                <a:gd name="T18" fmla="*/ 10 w 10"/>
                <a:gd name="T19" fmla="*/ 17 h 17"/>
                <a:gd name="T20" fmla="*/ 10 w 10"/>
                <a:gd name="T21" fmla="*/ 15 h 17"/>
                <a:gd name="T22" fmla="*/ 8 w 10"/>
                <a:gd name="T23" fmla="*/ 15 h 17"/>
                <a:gd name="T24" fmla="*/ 7 w 10"/>
                <a:gd name="T25" fmla="*/ 15 h 17"/>
                <a:gd name="T26" fmla="*/ 6 w 10"/>
                <a:gd name="T27" fmla="*/ 13 h 17"/>
                <a:gd name="T28" fmla="*/ 5 w 10"/>
                <a:gd name="T29" fmla="*/ 11 h 17"/>
                <a:gd name="T30" fmla="*/ 4 w 10"/>
                <a:gd name="T31" fmla="*/ 9 h 17"/>
                <a:gd name="T32" fmla="*/ 3 w 10"/>
                <a:gd name="T33" fmla="*/ 6 h 17"/>
                <a:gd name="T34" fmla="*/ 3 w 10"/>
                <a:gd name="T35" fmla="*/ 2 h 17"/>
                <a:gd name="T36" fmla="*/ 3 w 10"/>
                <a:gd name="T37" fmla="*/ 0 h 17"/>
                <a:gd name="T38" fmla="*/ 0 w 10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0"/>
                <a:gd name="T61" fmla="*/ 0 h 17"/>
                <a:gd name="T62" fmla="*/ 10 w 10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0" h="17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6"/>
                  </a:lnTo>
                  <a:lnTo>
                    <a:pt x="2" y="10"/>
                  </a:lnTo>
                  <a:lnTo>
                    <a:pt x="3" y="12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5" y="11"/>
                  </a:lnTo>
                  <a:lnTo>
                    <a:pt x="4" y="9"/>
                  </a:lnTo>
                  <a:lnTo>
                    <a:pt x="3" y="6"/>
                  </a:ln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1" name="Freeform 62"/>
            <p:cNvSpPr>
              <a:spLocks/>
            </p:cNvSpPr>
            <p:nvPr/>
          </p:nvSpPr>
          <p:spPr bwMode="auto">
            <a:xfrm>
              <a:off x="3132" y="2040"/>
              <a:ext cx="9" cy="26"/>
            </a:xfrm>
            <a:custGeom>
              <a:avLst/>
              <a:gdLst>
                <a:gd name="T0" fmla="*/ 8 w 9"/>
                <a:gd name="T1" fmla="*/ 0 h 26"/>
                <a:gd name="T2" fmla="*/ 6 w 9"/>
                <a:gd name="T3" fmla="*/ 1 h 26"/>
                <a:gd name="T4" fmla="*/ 4 w 9"/>
                <a:gd name="T5" fmla="*/ 4 h 26"/>
                <a:gd name="T6" fmla="*/ 3 w 9"/>
                <a:gd name="T7" fmla="*/ 7 h 26"/>
                <a:gd name="T8" fmla="*/ 2 w 9"/>
                <a:gd name="T9" fmla="*/ 10 h 26"/>
                <a:gd name="T10" fmla="*/ 0 w 9"/>
                <a:gd name="T11" fmla="*/ 13 h 26"/>
                <a:gd name="T12" fmla="*/ 0 w 9"/>
                <a:gd name="T13" fmla="*/ 17 h 26"/>
                <a:gd name="T14" fmla="*/ 0 w 9"/>
                <a:gd name="T15" fmla="*/ 22 h 26"/>
                <a:gd name="T16" fmla="*/ 0 w 9"/>
                <a:gd name="T17" fmla="*/ 26 h 26"/>
                <a:gd name="T18" fmla="*/ 3 w 9"/>
                <a:gd name="T19" fmla="*/ 26 h 26"/>
                <a:gd name="T20" fmla="*/ 3 w 9"/>
                <a:gd name="T21" fmla="*/ 22 h 26"/>
                <a:gd name="T22" fmla="*/ 3 w 9"/>
                <a:gd name="T23" fmla="*/ 17 h 26"/>
                <a:gd name="T24" fmla="*/ 3 w 9"/>
                <a:gd name="T25" fmla="*/ 13 h 26"/>
                <a:gd name="T26" fmla="*/ 4 w 9"/>
                <a:gd name="T27" fmla="*/ 10 h 26"/>
                <a:gd name="T28" fmla="*/ 4 w 9"/>
                <a:gd name="T29" fmla="*/ 7 h 26"/>
                <a:gd name="T30" fmla="*/ 6 w 9"/>
                <a:gd name="T31" fmla="*/ 5 h 26"/>
                <a:gd name="T32" fmla="*/ 7 w 9"/>
                <a:gd name="T33" fmla="*/ 4 h 26"/>
                <a:gd name="T34" fmla="*/ 9 w 9"/>
                <a:gd name="T35" fmla="*/ 1 h 26"/>
                <a:gd name="T36" fmla="*/ 8 w 9"/>
                <a:gd name="T37" fmla="*/ 0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26"/>
                <a:gd name="T59" fmla="*/ 9 w 9"/>
                <a:gd name="T60" fmla="*/ 26 h 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26">
                  <a:moveTo>
                    <a:pt x="8" y="0"/>
                  </a:moveTo>
                  <a:lnTo>
                    <a:pt x="6" y="1"/>
                  </a:lnTo>
                  <a:lnTo>
                    <a:pt x="4" y="4"/>
                  </a:lnTo>
                  <a:lnTo>
                    <a:pt x="3" y="7"/>
                  </a:lnTo>
                  <a:lnTo>
                    <a:pt x="2" y="10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3" y="26"/>
                  </a:lnTo>
                  <a:lnTo>
                    <a:pt x="3" y="22"/>
                  </a:lnTo>
                  <a:lnTo>
                    <a:pt x="3" y="17"/>
                  </a:lnTo>
                  <a:lnTo>
                    <a:pt x="3" y="13"/>
                  </a:lnTo>
                  <a:lnTo>
                    <a:pt x="4" y="10"/>
                  </a:lnTo>
                  <a:lnTo>
                    <a:pt x="4" y="7"/>
                  </a:lnTo>
                  <a:lnTo>
                    <a:pt x="6" y="5"/>
                  </a:lnTo>
                  <a:lnTo>
                    <a:pt x="7" y="4"/>
                  </a:lnTo>
                  <a:lnTo>
                    <a:pt x="9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2" name="Freeform 63"/>
            <p:cNvSpPr>
              <a:spLocks/>
            </p:cNvSpPr>
            <p:nvPr/>
          </p:nvSpPr>
          <p:spPr bwMode="auto">
            <a:xfrm>
              <a:off x="3011" y="1926"/>
              <a:ext cx="239" cy="114"/>
            </a:xfrm>
            <a:custGeom>
              <a:avLst/>
              <a:gdLst>
                <a:gd name="T0" fmla="*/ 8 w 239"/>
                <a:gd name="T1" fmla="*/ 42 h 114"/>
                <a:gd name="T2" fmla="*/ 24 w 239"/>
                <a:gd name="T3" fmla="*/ 34 h 114"/>
                <a:gd name="T4" fmla="*/ 45 w 239"/>
                <a:gd name="T5" fmla="*/ 24 h 114"/>
                <a:gd name="T6" fmla="*/ 67 w 239"/>
                <a:gd name="T7" fmla="*/ 14 h 114"/>
                <a:gd name="T8" fmla="*/ 85 w 239"/>
                <a:gd name="T9" fmla="*/ 4 h 114"/>
                <a:gd name="T10" fmla="*/ 94 w 239"/>
                <a:gd name="T11" fmla="*/ 0 h 114"/>
                <a:gd name="T12" fmla="*/ 99 w 239"/>
                <a:gd name="T13" fmla="*/ 0 h 114"/>
                <a:gd name="T14" fmla="*/ 104 w 239"/>
                <a:gd name="T15" fmla="*/ 1 h 114"/>
                <a:gd name="T16" fmla="*/ 108 w 239"/>
                <a:gd name="T17" fmla="*/ 2 h 114"/>
                <a:gd name="T18" fmla="*/ 114 w 239"/>
                <a:gd name="T19" fmla="*/ 5 h 114"/>
                <a:gd name="T20" fmla="*/ 126 w 239"/>
                <a:gd name="T21" fmla="*/ 12 h 114"/>
                <a:gd name="T22" fmla="*/ 140 w 239"/>
                <a:gd name="T23" fmla="*/ 18 h 114"/>
                <a:gd name="T24" fmla="*/ 155 w 239"/>
                <a:gd name="T25" fmla="*/ 25 h 114"/>
                <a:gd name="T26" fmla="*/ 172 w 239"/>
                <a:gd name="T27" fmla="*/ 33 h 114"/>
                <a:gd name="T28" fmla="*/ 188 w 239"/>
                <a:gd name="T29" fmla="*/ 40 h 114"/>
                <a:gd name="T30" fmla="*/ 204 w 239"/>
                <a:gd name="T31" fmla="*/ 47 h 114"/>
                <a:gd name="T32" fmla="*/ 217 w 239"/>
                <a:gd name="T33" fmla="*/ 53 h 114"/>
                <a:gd name="T34" fmla="*/ 226 w 239"/>
                <a:gd name="T35" fmla="*/ 58 h 114"/>
                <a:gd name="T36" fmla="*/ 233 w 239"/>
                <a:gd name="T37" fmla="*/ 60 h 114"/>
                <a:gd name="T38" fmla="*/ 237 w 239"/>
                <a:gd name="T39" fmla="*/ 63 h 114"/>
                <a:gd name="T40" fmla="*/ 239 w 239"/>
                <a:gd name="T41" fmla="*/ 67 h 114"/>
                <a:gd name="T42" fmla="*/ 235 w 239"/>
                <a:gd name="T43" fmla="*/ 71 h 114"/>
                <a:gd name="T44" fmla="*/ 228 w 239"/>
                <a:gd name="T45" fmla="*/ 73 h 114"/>
                <a:gd name="T46" fmla="*/ 220 w 239"/>
                <a:gd name="T47" fmla="*/ 77 h 114"/>
                <a:gd name="T48" fmla="*/ 209 w 239"/>
                <a:gd name="T49" fmla="*/ 81 h 114"/>
                <a:gd name="T50" fmla="*/ 197 w 239"/>
                <a:gd name="T51" fmla="*/ 87 h 114"/>
                <a:gd name="T52" fmla="*/ 184 w 239"/>
                <a:gd name="T53" fmla="*/ 92 h 114"/>
                <a:gd name="T54" fmla="*/ 172 w 239"/>
                <a:gd name="T55" fmla="*/ 97 h 114"/>
                <a:gd name="T56" fmla="*/ 160 w 239"/>
                <a:gd name="T57" fmla="*/ 103 h 114"/>
                <a:gd name="T58" fmla="*/ 149 w 239"/>
                <a:gd name="T59" fmla="*/ 108 h 114"/>
                <a:gd name="T60" fmla="*/ 141 w 239"/>
                <a:gd name="T61" fmla="*/ 111 h 114"/>
                <a:gd name="T62" fmla="*/ 134 w 239"/>
                <a:gd name="T63" fmla="*/ 113 h 114"/>
                <a:gd name="T64" fmla="*/ 130 w 239"/>
                <a:gd name="T65" fmla="*/ 114 h 114"/>
                <a:gd name="T66" fmla="*/ 125 w 239"/>
                <a:gd name="T67" fmla="*/ 113 h 114"/>
                <a:gd name="T68" fmla="*/ 120 w 239"/>
                <a:gd name="T69" fmla="*/ 111 h 114"/>
                <a:gd name="T70" fmla="*/ 114 w 239"/>
                <a:gd name="T71" fmla="*/ 109 h 114"/>
                <a:gd name="T72" fmla="*/ 105 w 239"/>
                <a:gd name="T73" fmla="*/ 104 h 114"/>
                <a:gd name="T74" fmla="*/ 94 w 239"/>
                <a:gd name="T75" fmla="*/ 97 h 114"/>
                <a:gd name="T76" fmla="*/ 80 w 239"/>
                <a:gd name="T77" fmla="*/ 91 h 114"/>
                <a:gd name="T78" fmla="*/ 66 w 239"/>
                <a:gd name="T79" fmla="*/ 82 h 114"/>
                <a:gd name="T80" fmla="*/ 51 w 239"/>
                <a:gd name="T81" fmla="*/ 75 h 114"/>
                <a:gd name="T82" fmla="*/ 36 w 239"/>
                <a:gd name="T83" fmla="*/ 67 h 114"/>
                <a:gd name="T84" fmla="*/ 23 w 239"/>
                <a:gd name="T85" fmla="*/ 60 h 114"/>
                <a:gd name="T86" fmla="*/ 14 w 239"/>
                <a:gd name="T87" fmla="*/ 56 h 114"/>
                <a:gd name="T88" fmla="*/ 8 w 239"/>
                <a:gd name="T89" fmla="*/ 52 h 114"/>
                <a:gd name="T90" fmla="*/ 3 w 239"/>
                <a:gd name="T91" fmla="*/ 49 h 114"/>
                <a:gd name="T92" fmla="*/ 0 w 239"/>
                <a:gd name="T93" fmla="*/ 47 h 114"/>
                <a:gd name="T94" fmla="*/ 4 w 239"/>
                <a:gd name="T95" fmla="*/ 44 h 1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9"/>
                <a:gd name="T145" fmla="*/ 0 h 114"/>
                <a:gd name="T146" fmla="*/ 239 w 239"/>
                <a:gd name="T147" fmla="*/ 114 h 11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9" h="114">
                  <a:moveTo>
                    <a:pt x="4" y="44"/>
                  </a:moveTo>
                  <a:lnTo>
                    <a:pt x="5" y="43"/>
                  </a:lnTo>
                  <a:lnTo>
                    <a:pt x="8" y="42"/>
                  </a:lnTo>
                  <a:lnTo>
                    <a:pt x="14" y="40"/>
                  </a:lnTo>
                  <a:lnTo>
                    <a:pt x="18" y="37"/>
                  </a:lnTo>
                  <a:lnTo>
                    <a:pt x="24" y="34"/>
                  </a:lnTo>
                  <a:lnTo>
                    <a:pt x="31" y="30"/>
                  </a:lnTo>
                  <a:lnTo>
                    <a:pt x="37" y="28"/>
                  </a:lnTo>
                  <a:lnTo>
                    <a:pt x="45" y="24"/>
                  </a:lnTo>
                  <a:lnTo>
                    <a:pt x="52" y="20"/>
                  </a:lnTo>
                  <a:lnTo>
                    <a:pt x="61" y="17"/>
                  </a:lnTo>
                  <a:lnTo>
                    <a:pt x="67" y="14"/>
                  </a:lnTo>
                  <a:lnTo>
                    <a:pt x="73" y="11"/>
                  </a:lnTo>
                  <a:lnTo>
                    <a:pt x="80" y="6"/>
                  </a:lnTo>
                  <a:lnTo>
                    <a:pt x="85" y="4"/>
                  </a:lnTo>
                  <a:lnTo>
                    <a:pt x="89" y="2"/>
                  </a:lnTo>
                  <a:lnTo>
                    <a:pt x="93" y="1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3" y="0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10" y="3"/>
                  </a:lnTo>
                  <a:lnTo>
                    <a:pt x="112" y="4"/>
                  </a:lnTo>
                  <a:lnTo>
                    <a:pt x="114" y="5"/>
                  </a:lnTo>
                  <a:lnTo>
                    <a:pt x="118" y="9"/>
                  </a:lnTo>
                  <a:lnTo>
                    <a:pt x="123" y="9"/>
                  </a:lnTo>
                  <a:lnTo>
                    <a:pt x="126" y="12"/>
                  </a:lnTo>
                  <a:lnTo>
                    <a:pt x="130" y="14"/>
                  </a:lnTo>
                  <a:lnTo>
                    <a:pt x="134" y="16"/>
                  </a:lnTo>
                  <a:lnTo>
                    <a:pt x="140" y="18"/>
                  </a:lnTo>
                  <a:lnTo>
                    <a:pt x="145" y="20"/>
                  </a:lnTo>
                  <a:lnTo>
                    <a:pt x="149" y="22"/>
                  </a:lnTo>
                  <a:lnTo>
                    <a:pt x="155" y="25"/>
                  </a:lnTo>
                  <a:lnTo>
                    <a:pt x="161" y="28"/>
                  </a:lnTo>
                  <a:lnTo>
                    <a:pt x="166" y="30"/>
                  </a:lnTo>
                  <a:lnTo>
                    <a:pt x="172" y="33"/>
                  </a:lnTo>
                  <a:lnTo>
                    <a:pt x="178" y="35"/>
                  </a:lnTo>
                  <a:lnTo>
                    <a:pt x="183" y="37"/>
                  </a:lnTo>
                  <a:lnTo>
                    <a:pt x="188" y="40"/>
                  </a:lnTo>
                  <a:lnTo>
                    <a:pt x="194" y="43"/>
                  </a:lnTo>
                  <a:lnTo>
                    <a:pt x="198" y="45"/>
                  </a:lnTo>
                  <a:lnTo>
                    <a:pt x="204" y="47"/>
                  </a:lnTo>
                  <a:lnTo>
                    <a:pt x="209" y="49"/>
                  </a:lnTo>
                  <a:lnTo>
                    <a:pt x="213" y="51"/>
                  </a:lnTo>
                  <a:lnTo>
                    <a:pt x="217" y="53"/>
                  </a:lnTo>
                  <a:lnTo>
                    <a:pt x="220" y="56"/>
                  </a:lnTo>
                  <a:lnTo>
                    <a:pt x="223" y="57"/>
                  </a:lnTo>
                  <a:lnTo>
                    <a:pt x="226" y="58"/>
                  </a:lnTo>
                  <a:lnTo>
                    <a:pt x="228" y="59"/>
                  </a:lnTo>
                  <a:lnTo>
                    <a:pt x="232" y="60"/>
                  </a:lnTo>
                  <a:lnTo>
                    <a:pt x="233" y="60"/>
                  </a:lnTo>
                  <a:lnTo>
                    <a:pt x="234" y="61"/>
                  </a:lnTo>
                  <a:lnTo>
                    <a:pt x="236" y="62"/>
                  </a:lnTo>
                  <a:lnTo>
                    <a:pt x="237" y="63"/>
                  </a:lnTo>
                  <a:lnTo>
                    <a:pt x="238" y="65"/>
                  </a:lnTo>
                  <a:lnTo>
                    <a:pt x="239" y="65"/>
                  </a:lnTo>
                  <a:lnTo>
                    <a:pt x="239" y="67"/>
                  </a:lnTo>
                  <a:lnTo>
                    <a:pt x="238" y="69"/>
                  </a:lnTo>
                  <a:lnTo>
                    <a:pt x="236" y="71"/>
                  </a:lnTo>
                  <a:lnTo>
                    <a:pt x="235" y="71"/>
                  </a:lnTo>
                  <a:lnTo>
                    <a:pt x="234" y="72"/>
                  </a:lnTo>
                  <a:lnTo>
                    <a:pt x="232" y="72"/>
                  </a:lnTo>
                  <a:lnTo>
                    <a:pt x="228" y="73"/>
                  </a:lnTo>
                  <a:lnTo>
                    <a:pt x="225" y="74"/>
                  </a:lnTo>
                  <a:lnTo>
                    <a:pt x="223" y="76"/>
                  </a:lnTo>
                  <a:lnTo>
                    <a:pt x="220" y="77"/>
                  </a:lnTo>
                  <a:lnTo>
                    <a:pt x="217" y="78"/>
                  </a:lnTo>
                  <a:lnTo>
                    <a:pt x="213" y="79"/>
                  </a:lnTo>
                  <a:lnTo>
                    <a:pt x="209" y="81"/>
                  </a:lnTo>
                  <a:lnTo>
                    <a:pt x="205" y="82"/>
                  </a:lnTo>
                  <a:lnTo>
                    <a:pt x="202" y="84"/>
                  </a:lnTo>
                  <a:lnTo>
                    <a:pt x="197" y="87"/>
                  </a:lnTo>
                  <a:lnTo>
                    <a:pt x="192" y="89"/>
                  </a:lnTo>
                  <a:lnTo>
                    <a:pt x="190" y="91"/>
                  </a:lnTo>
                  <a:lnTo>
                    <a:pt x="184" y="92"/>
                  </a:lnTo>
                  <a:lnTo>
                    <a:pt x="180" y="94"/>
                  </a:lnTo>
                  <a:lnTo>
                    <a:pt x="176" y="95"/>
                  </a:lnTo>
                  <a:lnTo>
                    <a:pt x="172" y="97"/>
                  </a:lnTo>
                  <a:lnTo>
                    <a:pt x="167" y="99"/>
                  </a:lnTo>
                  <a:lnTo>
                    <a:pt x="164" y="100"/>
                  </a:lnTo>
                  <a:lnTo>
                    <a:pt x="160" y="103"/>
                  </a:lnTo>
                  <a:lnTo>
                    <a:pt x="157" y="104"/>
                  </a:lnTo>
                  <a:lnTo>
                    <a:pt x="152" y="106"/>
                  </a:lnTo>
                  <a:lnTo>
                    <a:pt x="149" y="108"/>
                  </a:lnTo>
                  <a:lnTo>
                    <a:pt x="146" y="109"/>
                  </a:lnTo>
                  <a:lnTo>
                    <a:pt x="143" y="110"/>
                  </a:lnTo>
                  <a:lnTo>
                    <a:pt x="141" y="111"/>
                  </a:lnTo>
                  <a:lnTo>
                    <a:pt x="137" y="112"/>
                  </a:lnTo>
                  <a:lnTo>
                    <a:pt x="135" y="113"/>
                  </a:lnTo>
                  <a:lnTo>
                    <a:pt x="134" y="113"/>
                  </a:lnTo>
                  <a:lnTo>
                    <a:pt x="132" y="114"/>
                  </a:lnTo>
                  <a:lnTo>
                    <a:pt x="131" y="114"/>
                  </a:lnTo>
                  <a:lnTo>
                    <a:pt x="130" y="114"/>
                  </a:lnTo>
                  <a:lnTo>
                    <a:pt x="128" y="114"/>
                  </a:lnTo>
                  <a:lnTo>
                    <a:pt x="127" y="113"/>
                  </a:lnTo>
                  <a:lnTo>
                    <a:pt x="125" y="113"/>
                  </a:lnTo>
                  <a:lnTo>
                    <a:pt x="124" y="112"/>
                  </a:lnTo>
                  <a:lnTo>
                    <a:pt x="121" y="112"/>
                  </a:lnTo>
                  <a:lnTo>
                    <a:pt x="120" y="111"/>
                  </a:lnTo>
                  <a:lnTo>
                    <a:pt x="118" y="111"/>
                  </a:lnTo>
                  <a:lnTo>
                    <a:pt x="116" y="110"/>
                  </a:lnTo>
                  <a:lnTo>
                    <a:pt x="114" y="109"/>
                  </a:lnTo>
                  <a:lnTo>
                    <a:pt x="112" y="106"/>
                  </a:lnTo>
                  <a:lnTo>
                    <a:pt x="109" y="106"/>
                  </a:lnTo>
                  <a:lnTo>
                    <a:pt x="105" y="104"/>
                  </a:lnTo>
                  <a:lnTo>
                    <a:pt x="102" y="102"/>
                  </a:lnTo>
                  <a:lnTo>
                    <a:pt x="97" y="99"/>
                  </a:lnTo>
                  <a:lnTo>
                    <a:pt x="94" y="97"/>
                  </a:lnTo>
                  <a:lnTo>
                    <a:pt x="89" y="95"/>
                  </a:lnTo>
                  <a:lnTo>
                    <a:pt x="85" y="93"/>
                  </a:lnTo>
                  <a:lnTo>
                    <a:pt x="80" y="91"/>
                  </a:lnTo>
                  <a:lnTo>
                    <a:pt x="74" y="87"/>
                  </a:lnTo>
                  <a:lnTo>
                    <a:pt x="70" y="84"/>
                  </a:lnTo>
                  <a:lnTo>
                    <a:pt x="66" y="82"/>
                  </a:lnTo>
                  <a:lnTo>
                    <a:pt x="61" y="80"/>
                  </a:lnTo>
                  <a:lnTo>
                    <a:pt x="55" y="77"/>
                  </a:lnTo>
                  <a:lnTo>
                    <a:pt x="51" y="75"/>
                  </a:lnTo>
                  <a:lnTo>
                    <a:pt x="45" y="72"/>
                  </a:lnTo>
                  <a:lnTo>
                    <a:pt x="40" y="69"/>
                  </a:lnTo>
                  <a:lnTo>
                    <a:pt x="36" y="67"/>
                  </a:lnTo>
                  <a:lnTo>
                    <a:pt x="32" y="65"/>
                  </a:lnTo>
                  <a:lnTo>
                    <a:pt x="27" y="62"/>
                  </a:lnTo>
                  <a:lnTo>
                    <a:pt x="23" y="60"/>
                  </a:lnTo>
                  <a:lnTo>
                    <a:pt x="20" y="59"/>
                  </a:lnTo>
                  <a:lnTo>
                    <a:pt x="17" y="57"/>
                  </a:lnTo>
                  <a:lnTo>
                    <a:pt x="14" y="56"/>
                  </a:lnTo>
                  <a:lnTo>
                    <a:pt x="11" y="53"/>
                  </a:lnTo>
                  <a:lnTo>
                    <a:pt x="8" y="52"/>
                  </a:lnTo>
                  <a:lnTo>
                    <a:pt x="6" y="51"/>
                  </a:lnTo>
                  <a:lnTo>
                    <a:pt x="5" y="51"/>
                  </a:lnTo>
                  <a:lnTo>
                    <a:pt x="3" y="49"/>
                  </a:lnTo>
                  <a:lnTo>
                    <a:pt x="2" y="49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2" y="45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3" name="Freeform 64"/>
            <p:cNvSpPr>
              <a:spLocks/>
            </p:cNvSpPr>
            <p:nvPr/>
          </p:nvSpPr>
          <p:spPr bwMode="auto">
            <a:xfrm>
              <a:off x="3014" y="1926"/>
              <a:ext cx="90" cy="44"/>
            </a:xfrm>
            <a:custGeom>
              <a:avLst/>
              <a:gdLst>
                <a:gd name="T0" fmla="*/ 89 w 90"/>
                <a:gd name="T1" fmla="*/ 0 h 44"/>
                <a:gd name="T2" fmla="*/ 89 w 90"/>
                <a:gd name="T3" fmla="*/ 0 h 44"/>
                <a:gd name="T4" fmla="*/ 85 w 90"/>
                <a:gd name="T5" fmla="*/ 1 h 44"/>
                <a:gd name="T6" fmla="*/ 81 w 90"/>
                <a:gd name="T7" fmla="*/ 3 h 44"/>
                <a:gd name="T8" fmla="*/ 77 w 90"/>
                <a:gd name="T9" fmla="*/ 5 h 44"/>
                <a:gd name="T10" fmla="*/ 69 w 90"/>
                <a:gd name="T11" fmla="*/ 9 h 44"/>
                <a:gd name="T12" fmla="*/ 63 w 90"/>
                <a:gd name="T13" fmla="*/ 13 h 44"/>
                <a:gd name="T14" fmla="*/ 55 w 90"/>
                <a:gd name="T15" fmla="*/ 16 h 44"/>
                <a:gd name="T16" fmla="*/ 49 w 90"/>
                <a:gd name="T17" fmla="*/ 19 h 44"/>
                <a:gd name="T18" fmla="*/ 42 w 90"/>
                <a:gd name="T19" fmla="*/ 22 h 44"/>
                <a:gd name="T20" fmla="*/ 34 w 90"/>
                <a:gd name="T21" fmla="*/ 26 h 44"/>
                <a:gd name="T22" fmla="*/ 28 w 90"/>
                <a:gd name="T23" fmla="*/ 29 h 44"/>
                <a:gd name="T24" fmla="*/ 20 w 90"/>
                <a:gd name="T25" fmla="*/ 33 h 44"/>
                <a:gd name="T26" fmla="*/ 15 w 90"/>
                <a:gd name="T27" fmla="*/ 35 h 44"/>
                <a:gd name="T28" fmla="*/ 8 w 90"/>
                <a:gd name="T29" fmla="*/ 39 h 44"/>
                <a:gd name="T30" fmla="*/ 4 w 90"/>
                <a:gd name="T31" fmla="*/ 40 h 44"/>
                <a:gd name="T32" fmla="*/ 2 w 90"/>
                <a:gd name="T33" fmla="*/ 42 h 44"/>
                <a:gd name="T34" fmla="*/ 0 w 90"/>
                <a:gd name="T35" fmla="*/ 42 h 44"/>
                <a:gd name="T36" fmla="*/ 1 w 90"/>
                <a:gd name="T37" fmla="*/ 44 h 44"/>
                <a:gd name="T38" fmla="*/ 2 w 90"/>
                <a:gd name="T39" fmla="*/ 43 h 44"/>
                <a:gd name="T40" fmla="*/ 5 w 90"/>
                <a:gd name="T41" fmla="*/ 42 h 44"/>
                <a:gd name="T42" fmla="*/ 11 w 90"/>
                <a:gd name="T43" fmla="*/ 40 h 44"/>
                <a:gd name="T44" fmla="*/ 15 w 90"/>
                <a:gd name="T45" fmla="*/ 37 h 44"/>
                <a:gd name="T46" fmla="*/ 21 w 90"/>
                <a:gd name="T47" fmla="*/ 33 h 44"/>
                <a:gd name="T48" fmla="*/ 28 w 90"/>
                <a:gd name="T49" fmla="*/ 31 h 44"/>
                <a:gd name="T50" fmla="*/ 35 w 90"/>
                <a:gd name="T51" fmla="*/ 27 h 44"/>
                <a:gd name="T52" fmla="*/ 42 w 90"/>
                <a:gd name="T53" fmla="*/ 25 h 44"/>
                <a:gd name="T54" fmla="*/ 50 w 90"/>
                <a:gd name="T55" fmla="*/ 20 h 44"/>
                <a:gd name="T56" fmla="*/ 56 w 90"/>
                <a:gd name="T57" fmla="*/ 17 h 44"/>
                <a:gd name="T58" fmla="*/ 63 w 90"/>
                <a:gd name="T59" fmla="*/ 14 h 44"/>
                <a:gd name="T60" fmla="*/ 70 w 90"/>
                <a:gd name="T61" fmla="*/ 11 h 44"/>
                <a:gd name="T62" fmla="*/ 77 w 90"/>
                <a:gd name="T63" fmla="*/ 9 h 44"/>
                <a:gd name="T64" fmla="*/ 82 w 90"/>
                <a:gd name="T65" fmla="*/ 5 h 44"/>
                <a:gd name="T66" fmla="*/ 86 w 90"/>
                <a:gd name="T67" fmla="*/ 3 h 44"/>
                <a:gd name="T68" fmla="*/ 90 w 90"/>
                <a:gd name="T69" fmla="*/ 1 h 44"/>
                <a:gd name="T70" fmla="*/ 89 w 90"/>
                <a:gd name="T71" fmla="*/ 0 h 4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0"/>
                <a:gd name="T109" fmla="*/ 0 h 44"/>
                <a:gd name="T110" fmla="*/ 90 w 90"/>
                <a:gd name="T111" fmla="*/ 44 h 4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0" h="44">
                  <a:moveTo>
                    <a:pt x="89" y="0"/>
                  </a:moveTo>
                  <a:lnTo>
                    <a:pt x="89" y="0"/>
                  </a:lnTo>
                  <a:lnTo>
                    <a:pt x="85" y="1"/>
                  </a:lnTo>
                  <a:lnTo>
                    <a:pt x="81" y="3"/>
                  </a:lnTo>
                  <a:lnTo>
                    <a:pt x="77" y="5"/>
                  </a:lnTo>
                  <a:lnTo>
                    <a:pt x="69" y="9"/>
                  </a:lnTo>
                  <a:lnTo>
                    <a:pt x="63" y="13"/>
                  </a:lnTo>
                  <a:lnTo>
                    <a:pt x="55" y="16"/>
                  </a:lnTo>
                  <a:lnTo>
                    <a:pt x="49" y="19"/>
                  </a:lnTo>
                  <a:lnTo>
                    <a:pt x="42" y="22"/>
                  </a:lnTo>
                  <a:lnTo>
                    <a:pt x="34" y="26"/>
                  </a:lnTo>
                  <a:lnTo>
                    <a:pt x="28" y="29"/>
                  </a:lnTo>
                  <a:lnTo>
                    <a:pt x="20" y="33"/>
                  </a:lnTo>
                  <a:lnTo>
                    <a:pt x="15" y="35"/>
                  </a:lnTo>
                  <a:lnTo>
                    <a:pt x="8" y="39"/>
                  </a:lnTo>
                  <a:lnTo>
                    <a:pt x="4" y="4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3"/>
                  </a:lnTo>
                  <a:lnTo>
                    <a:pt x="5" y="42"/>
                  </a:lnTo>
                  <a:lnTo>
                    <a:pt x="11" y="40"/>
                  </a:lnTo>
                  <a:lnTo>
                    <a:pt x="15" y="37"/>
                  </a:lnTo>
                  <a:lnTo>
                    <a:pt x="21" y="33"/>
                  </a:lnTo>
                  <a:lnTo>
                    <a:pt x="28" y="31"/>
                  </a:lnTo>
                  <a:lnTo>
                    <a:pt x="35" y="27"/>
                  </a:lnTo>
                  <a:lnTo>
                    <a:pt x="42" y="25"/>
                  </a:lnTo>
                  <a:lnTo>
                    <a:pt x="50" y="20"/>
                  </a:lnTo>
                  <a:lnTo>
                    <a:pt x="56" y="17"/>
                  </a:lnTo>
                  <a:lnTo>
                    <a:pt x="63" y="14"/>
                  </a:lnTo>
                  <a:lnTo>
                    <a:pt x="70" y="11"/>
                  </a:lnTo>
                  <a:lnTo>
                    <a:pt x="77" y="9"/>
                  </a:lnTo>
                  <a:lnTo>
                    <a:pt x="82" y="5"/>
                  </a:lnTo>
                  <a:lnTo>
                    <a:pt x="86" y="3"/>
                  </a:lnTo>
                  <a:lnTo>
                    <a:pt x="90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4" name="Freeform 65"/>
            <p:cNvSpPr>
              <a:spLocks/>
            </p:cNvSpPr>
            <p:nvPr/>
          </p:nvSpPr>
          <p:spPr bwMode="auto">
            <a:xfrm>
              <a:off x="3103" y="1925"/>
              <a:ext cx="13" cy="3"/>
            </a:xfrm>
            <a:custGeom>
              <a:avLst/>
              <a:gdLst>
                <a:gd name="T0" fmla="*/ 13 w 13"/>
                <a:gd name="T1" fmla="*/ 2 h 3"/>
                <a:gd name="T2" fmla="*/ 13 w 13"/>
                <a:gd name="T3" fmla="*/ 2 h 3"/>
                <a:gd name="T4" fmla="*/ 12 w 13"/>
                <a:gd name="T5" fmla="*/ 1 h 3"/>
                <a:gd name="T6" fmla="*/ 10 w 13"/>
                <a:gd name="T7" fmla="*/ 1 h 3"/>
                <a:gd name="T8" fmla="*/ 9 w 13"/>
                <a:gd name="T9" fmla="*/ 0 h 3"/>
                <a:gd name="T10" fmla="*/ 6 w 13"/>
                <a:gd name="T11" fmla="*/ 0 h 3"/>
                <a:gd name="T12" fmla="*/ 5 w 13"/>
                <a:gd name="T13" fmla="*/ 0 h 3"/>
                <a:gd name="T14" fmla="*/ 3 w 13"/>
                <a:gd name="T15" fmla="*/ 0 h 3"/>
                <a:gd name="T16" fmla="*/ 2 w 13"/>
                <a:gd name="T17" fmla="*/ 0 h 3"/>
                <a:gd name="T18" fmla="*/ 0 w 13"/>
                <a:gd name="T19" fmla="*/ 1 h 3"/>
                <a:gd name="T20" fmla="*/ 0 w 13"/>
                <a:gd name="T21" fmla="*/ 2 h 3"/>
                <a:gd name="T22" fmla="*/ 2 w 13"/>
                <a:gd name="T23" fmla="*/ 2 h 3"/>
                <a:gd name="T24" fmla="*/ 3 w 13"/>
                <a:gd name="T25" fmla="*/ 2 h 3"/>
                <a:gd name="T26" fmla="*/ 5 w 13"/>
                <a:gd name="T27" fmla="*/ 2 h 3"/>
                <a:gd name="T28" fmla="*/ 6 w 13"/>
                <a:gd name="T29" fmla="*/ 2 h 3"/>
                <a:gd name="T30" fmla="*/ 9 w 13"/>
                <a:gd name="T31" fmla="*/ 2 h 3"/>
                <a:gd name="T32" fmla="*/ 10 w 13"/>
                <a:gd name="T33" fmla="*/ 2 h 3"/>
                <a:gd name="T34" fmla="*/ 11 w 13"/>
                <a:gd name="T35" fmla="*/ 3 h 3"/>
                <a:gd name="T36" fmla="*/ 12 w 13"/>
                <a:gd name="T37" fmla="*/ 3 h 3"/>
                <a:gd name="T38" fmla="*/ 13 w 13"/>
                <a:gd name="T39" fmla="*/ 2 h 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"/>
                <a:gd name="T61" fmla="*/ 0 h 3"/>
                <a:gd name="T62" fmla="*/ 13 w 13"/>
                <a:gd name="T63" fmla="*/ 3 h 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" h="3">
                  <a:moveTo>
                    <a:pt x="13" y="2"/>
                  </a:moveTo>
                  <a:lnTo>
                    <a:pt x="13" y="2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5" name="Freeform 66"/>
            <p:cNvSpPr>
              <a:spLocks/>
            </p:cNvSpPr>
            <p:nvPr/>
          </p:nvSpPr>
          <p:spPr bwMode="auto">
            <a:xfrm>
              <a:off x="3115" y="1926"/>
              <a:ext cx="128" cy="61"/>
            </a:xfrm>
            <a:custGeom>
              <a:avLst/>
              <a:gdLst>
                <a:gd name="T0" fmla="*/ 128 w 128"/>
                <a:gd name="T1" fmla="*/ 60 h 61"/>
                <a:gd name="T2" fmla="*/ 124 w 128"/>
                <a:gd name="T3" fmla="*/ 58 h 61"/>
                <a:gd name="T4" fmla="*/ 119 w 128"/>
                <a:gd name="T5" fmla="*/ 56 h 61"/>
                <a:gd name="T6" fmla="*/ 111 w 128"/>
                <a:gd name="T7" fmla="*/ 52 h 61"/>
                <a:gd name="T8" fmla="*/ 104 w 128"/>
                <a:gd name="T9" fmla="*/ 48 h 61"/>
                <a:gd name="T10" fmla="*/ 94 w 128"/>
                <a:gd name="T11" fmla="*/ 44 h 61"/>
                <a:gd name="T12" fmla="*/ 84 w 128"/>
                <a:gd name="T13" fmla="*/ 39 h 61"/>
                <a:gd name="T14" fmla="*/ 73 w 128"/>
                <a:gd name="T15" fmla="*/ 33 h 61"/>
                <a:gd name="T16" fmla="*/ 62 w 128"/>
                <a:gd name="T17" fmla="*/ 28 h 61"/>
                <a:gd name="T18" fmla="*/ 51 w 128"/>
                <a:gd name="T19" fmla="*/ 24 h 61"/>
                <a:gd name="T20" fmla="*/ 41 w 128"/>
                <a:gd name="T21" fmla="*/ 18 h 61"/>
                <a:gd name="T22" fmla="*/ 30 w 128"/>
                <a:gd name="T23" fmla="*/ 14 h 61"/>
                <a:gd name="T24" fmla="*/ 22 w 128"/>
                <a:gd name="T25" fmla="*/ 9 h 61"/>
                <a:gd name="T26" fmla="*/ 14 w 128"/>
                <a:gd name="T27" fmla="*/ 5 h 61"/>
                <a:gd name="T28" fmla="*/ 8 w 128"/>
                <a:gd name="T29" fmla="*/ 3 h 61"/>
                <a:gd name="T30" fmla="*/ 4 w 128"/>
                <a:gd name="T31" fmla="*/ 1 h 61"/>
                <a:gd name="T32" fmla="*/ 0 w 128"/>
                <a:gd name="T33" fmla="*/ 1 h 61"/>
                <a:gd name="T34" fmla="*/ 2 w 128"/>
                <a:gd name="T35" fmla="*/ 2 h 61"/>
                <a:gd name="T36" fmla="*/ 7 w 128"/>
                <a:gd name="T37" fmla="*/ 4 h 61"/>
                <a:gd name="T38" fmla="*/ 13 w 128"/>
                <a:gd name="T39" fmla="*/ 9 h 61"/>
                <a:gd name="T40" fmla="*/ 21 w 128"/>
                <a:gd name="T41" fmla="*/ 12 h 61"/>
                <a:gd name="T42" fmla="*/ 29 w 128"/>
                <a:gd name="T43" fmla="*/ 16 h 61"/>
                <a:gd name="T44" fmla="*/ 40 w 128"/>
                <a:gd name="T45" fmla="*/ 20 h 61"/>
                <a:gd name="T46" fmla="*/ 50 w 128"/>
                <a:gd name="T47" fmla="*/ 25 h 61"/>
                <a:gd name="T48" fmla="*/ 61 w 128"/>
                <a:gd name="T49" fmla="*/ 30 h 61"/>
                <a:gd name="T50" fmla="*/ 72 w 128"/>
                <a:gd name="T51" fmla="*/ 35 h 61"/>
                <a:gd name="T52" fmla="*/ 83 w 128"/>
                <a:gd name="T53" fmla="*/ 41 h 61"/>
                <a:gd name="T54" fmla="*/ 94 w 128"/>
                <a:gd name="T55" fmla="*/ 45 h 61"/>
                <a:gd name="T56" fmla="*/ 103 w 128"/>
                <a:gd name="T57" fmla="*/ 49 h 61"/>
                <a:gd name="T58" fmla="*/ 110 w 128"/>
                <a:gd name="T59" fmla="*/ 55 h 61"/>
                <a:gd name="T60" fmla="*/ 119 w 128"/>
                <a:gd name="T61" fmla="*/ 57 h 61"/>
                <a:gd name="T62" fmla="*/ 123 w 128"/>
                <a:gd name="T63" fmla="*/ 60 h 61"/>
                <a:gd name="T64" fmla="*/ 126 w 128"/>
                <a:gd name="T65" fmla="*/ 61 h 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8"/>
                <a:gd name="T100" fmla="*/ 0 h 61"/>
                <a:gd name="T101" fmla="*/ 128 w 128"/>
                <a:gd name="T102" fmla="*/ 61 h 6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8" h="61">
                  <a:moveTo>
                    <a:pt x="128" y="60"/>
                  </a:moveTo>
                  <a:lnTo>
                    <a:pt x="128" y="60"/>
                  </a:lnTo>
                  <a:lnTo>
                    <a:pt x="126" y="59"/>
                  </a:lnTo>
                  <a:lnTo>
                    <a:pt x="124" y="58"/>
                  </a:lnTo>
                  <a:lnTo>
                    <a:pt x="122" y="57"/>
                  </a:lnTo>
                  <a:lnTo>
                    <a:pt x="119" y="56"/>
                  </a:lnTo>
                  <a:lnTo>
                    <a:pt x="115" y="55"/>
                  </a:lnTo>
                  <a:lnTo>
                    <a:pt x="111" y="52"/>
                  </a:lnTo>
                  <a:lnTo>
                    <a:pt x="108" y="49"/>
                  </a:lnTo>
                  <a:lnTo>
                    <a:pt x="104" y="48"/>
                  </a:lnTo>
                  <a:lnTo>
                    <a:pt x="99" y="46"/>
                  </a:lnTo>
                  <a:lnTo>
                    <a:pt x="94" y="44"/>
                  </a:lnTo>
                  <a:lnTo>
                    <a:pt x="89" y="41"/>
                  </a:lnTo>
                  <a:lnTo>
                    <a:pt x="84" y="39"/>
                  </a:lnTo>
                  <a:lnTo>
                    <a:pt x="78" y="36"/>
                  </a:lnTo>
                  <a:lnTo>
                    <a:pt x="73" y="33"/>
                  </a:lnTo>
                  <a:lnTo>
                    <a:pt x="68" y="31"/>
                  </a:lnTo>
                  <a:lnTo>
                    <a:pt x="62" y="28"/>
                  </a:lnTo>
                  <a:lnTo>
                    <a:pt x="57" y="26"/>
                  </a:lnTo>
                  <a:lnTo>
                    <a:pt x="51" y="24"/>
                  </a:lnTo>
                  <a:lnTo>
                    <a:pt x="45" y="21"/>
                  </a:lnTo>
                  <a:lnTo>
                    <a:pt x="41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6" y="12"/>
                  </a:lnTo>
                  <a:lnTo>
                    <a:pt x="22" y="9"/>
                  </a:lnTo>
                  <a:lnTo>
                    <a:pt x="17" y="9"/>
                  </a:lnTo>
                  <a:lnTo>
                    <a:pt x="14" y="5"/>
                  </a:lnTo>
                  <a:lnTo>
                    <a:pt x="11" y="4"/>
                  </a:lnTo>
                  <a:lnTo>
                    <a:pt x="8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5" y="3"/>
                  </a:lnTo>
                  <a:lnTo>
                    <a:pt x="7" y="4"/>
                  </a:lnTo>
                  <a:lnTo>
                    <a:pt x="9" y="5"/>
                  </a:lnTo>
                  <a:lnTo>
                    <a:pt x="13" y="9"/>
                  </a:lnTo>
                  <a:lnTo>
                    <a:pt x="17" y="9"/>
                  </a:lnTo>
                  <a:lnTo>
                    <a:pt x="21" y="12"/>
                  </a:lnTo>
                  <a:lnTo>
                    <a:pt x="25" y="14"/>
                  </a:lnTo>
                  <a:lnTo>
                    <a:pt x="29" y="16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5" y="22"/>
                  </a:lnTo>
                  <a:lnTo>
                    <a:pt x="50" y="25"/>
                  </a:lnTo>
                  <a:lnTo>
                    <a:pt x="56" y="28"/>
                  </a:lnTo>
                  <a:lnTo>
                    <a:pt x="61" y="30"/>
                  </a:lnTo>
                  <a:lnTo>
                    <a:pt x="67" y="33"/>
                  </a:lnTo>
                  <a:lnTo>
                    <a:pt x="72" y="35"/>
                  </a:lnTo>
                  <a:lnTo>
                    <a:pt x="78" y="39"/>
                  </a:lnTo>
                  <a:lnTo>
                    <a:pt x="83" y="41"/>
                  </a:lnTo>
                  <a:lnTo>
                    <a:pt x="88" y="43"/>
                  </a:lnTo>
                  <a:lnTo>
                    <a:pt x="94" y="45"/>
                  </a:lnTo>
                  <a:lnTo>
                    <a:pt x="99" y="47"/>
                  </a:lnTo>
                  <a:lnTo>
                    <a:pt x="103" y="49"/>
                  </a:lnTo>
                  <a:lnTo>
                    <a:pt x="107" y="52"/>
                  </a:lnTo>
                  <a:lnTo>
                    <a:pt x="110" y="55"/>
                  </a:lnTo>
                  <a:lnTo>
                    <a:pt x="115" y="56"/>
                  </a:lnTo>
                  <a:lnTo>
                    <a:pt x="119" y="57"/>
                  </a:lnTo>
                  <a:lnTo>
                    <a:pt x="121" y="59"/>
                  </a:lnTo>
                  <a:lnTo>
                    <a:pt x="123" y="60"/>
                  </a:lnTo>
                  <a:lnTo>
                    <a:pt x="125" y="60"/>
                  </a:lnTo>
                  <a:lnTo>
                    <a:pt x="126" y="61"/>
                  </a:lnTo>
                  <a:lnTo>
                    <a:pt x="128" y="6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6" name="Freeform 67"/>
            <p:cNvSpPr>
              <a:spLocks/>
            </p:cNvSpPr>
            <p:nvPr/>
          </p:nvSpPr>
          <p:spPr bwMode="auto">
            <a:xfrm>
              <a:off x="3241" y="1986"/>
              <a:ext cx="9" cy="9"/>
            </a:xfrm>
            <a:custGeom>
              <a:avLst/>
              <a:gdLst>
                <a:gd name="T0" fmla="*/ 5 w 9"/>
                <a:gd name="T1" fmla="*/ 9 h 9"/>
                <a:gd name="T2" fmla="*/ 5 w 9"/>
                <a:gd name="T3" fmla="*/ 9 h 9"/>
                <a:gd name="T4" fmla="*/ 8 w 9"/>
                <a:gd name="T5" fmla="*/ 8 h 9"/>
                <a:gd name="T6" fmla="*/ 9 w 9"/>
                <a:gd name="T7" fmla="*/ 7 h 9"/>
                <a:gd name="T8" fmla="*/ 9 w 9"/>
                <a:gd name="T9" fmla="*/ 5 h 9"/>
                <a:gd name="T10" fmla="*/ 8 w 9"/>
                <a:gd name="T11" fmla="*/ 4 h 9"/>
                <a:gd name="T12" fmla="*/ 7 w 9"/>
                <a:gd name="T13" fmla="*/ 2 h 9"/>
                <a:gd name="T14" fmla="*/ 5 w 9"/>
                <a:gd name="T15" fmla="*/ 1 h 9"/>
                <a:gd name="T16" fmla="*/ 3 w 9"/>
                <a:gd name="T17" fmla="*/ 1 h 9"/>
                <a:gd name="T18" fmla="*/ 2 w 9"/>
                <a:gd name="T19" fmla="*/ 0 h 9"/>
                <a:gd name="T20" fmla="*/ 0 w 9"/>
                <a:gd name="T21" fmla="*/ 1 h 9"/>
                <a:gd name="T22" fmla="*/ 2 w 9"/>
                <a:gd name="T23" fmla="*/ 2 h 9"/>
                <a:gd name="T24" fmla="*/ 4 w 9"/>
                <a:gd name="T25" fmla="*/ 3 h 9"/>
                <a:gd name="T26" fmla="*/ 5 w 9"/>
                <a:gd name="T27" fmla="*/ 4 h 9"/>
                <a:gd name="T28" fmla="*/ 7 w 9"/>
                <a:gd name="T29" fmla="*/ 5 h 9"/>
                <a:gd name="T30" fmla="*/ 7 w 9"/>
                <a:gd name="T31" fmla="*/ 6 h 9"/>
                <a:gd name="T32" fmla="*/ 7 w 9"/>
                <a:gd name="T33" fmla="*/ 7 h 9"/>
                <a:gd name="T34" fmla="*/ 4 w 9"/>
                <a:gd name="T35" fmla="*/ 8 h 9"/>
                <a:gd name="T36" fmla="*/ 5 w 9"/>
                <a:gd name="T37" fmla="*/ 9 h 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9"/>
                <a:gd name="T59" fmla="*/ 9 w 9"/>
                <a:gd name="T60" fmla="*/ 9 h 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9">
                  <a:moveTo>
                    <a:pt x="5" y="9"/>
                  </a:moveTo>
                  <a:lnTo>
                    <a:pt x="5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5"/>
                  </a:lnTo>
                  <a:lnTo>
                    <a:pt x="8" y="4"/>
                  </a:lnTo>
                  <a:lnTo>
                    <a:pt x="7" y="2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4" y="8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7" name="Freeform 68"/>
            <p:cNvSpPr>
              <a:spLocks/>
            </p:cNvSpPr>
            <p:nvPr/>
          </p:nvSpPr>
          <p:spPr bwMode="auto">
            <a:xfrm>
              <a:off x="3143" y="1994"/>
              <a:ext cx="103" cy="47"/>
            </a:xfrm>
            <a:custGeom>
              <a:avLst/>
              <a:gdLst>
                <a:gd name="T0" fmla="*/ 1 w 103"/>
                <a:gd name="T1" fmla="*/ 47 h 47"/>
                <a:gd name="T2" fmla="*/ 3 w 103"/>
                <a:gd name="T3" fmla="*/ 46 h 47"/>
                <a:gd name="T4" fmla="*/ 9 w 103"/>
                <a:gd name="T5" fmla="*/ 44 h 47"/>
                <a:gd name="T6" fmla="*/ 14 w 103"/>
                <a:gd name="T7" fmla="*/ 42 h 47"/>
                <a:gd name="T8" fmla="*/ 20 w 103"/>
                <a:gd name="T9" fmla="*/ 38 h 47"/>
                <a:gd name="T10" fmla="*/ 27 w 103"/>
                <a:gd name="T11" fmla="*/ 36 h 47"/>
                <a:gd name="T12" fmla="*/ 35 w 103"/>
                <a:gd name="T13" fmla="*/ 32 h 47"/>
                <a:gd name="T14" fmla="*/ 44 w 103"/>
                <a:gd name="T15" fmla="*/ 28 h 47"/>
                <a:gd name="T16" fmla="*/ 52 w 103"/>
                <a:gd name="T17" fmla="*/ 25 h 47"/>
                <a:gd name="T18" fmla="*/ 60 w 103"/>
                <a:gd name="T19" fmla="*/ 22 h 47"/>
                <a:gd name="T20" fmla="*/ 70 w 103"/>
                <a:gd name="T21" fmla="*/ 18 h 47"/>
                <a:gd name="T22" fmla="*/ 77 w 103"/>
                <a:gd name="T23" fmla="*/ 14 h 47"/>
                <a:gd name="T24" fmla="*/ 83 w 103"/>
                <a:gd name="T25" fmla="*/ 11 h 47"/>
                <a:gd name="T26" fmla="*/ 90 w 103"/>
                <a:gd name="T27" fmla="*/ 8 h 47"/>
                <a:gd name="T28" fmla="*/ 96 w 103"/>
                <a:gd name="T29" fmla="*/ 5 h 47"/>
                <a:gd name="T30" fmla="*/ 100 w 103"/>
                <a:gd name="T31" fmla="*/ 4 h 47"/>
                <a:gd name="T32" fmla="*/ 103 w 103"/>
                <a:gd name="T33" fmla="*/ 1 h 47"/>
                <a:gd name="T34" fmla="*/ 101 w 103"/>
                <a:gd name="T35" fmla="*/ 0 h 47"/>
                <a:gd name="T36" fmla="*/ 97 w 103"/>
                <a:gd name="T37" fmla="*/ 3 h 47"/>
                <a:gd name="T38" fmla="*/ 92 w 103"/>
                <a:gd name="T39" fmla="*/ 5 h 47"/>
                <a:gd name="T40" fmla="*/ 86 w 103"/>
                <a:gd name="T41" fmla="*/ 8 h 47"/>
                <a:gd name="T42" fmla="*/ 79 w 103"/>
                <a:gd name="T43" fmla="*/ 11 h 47"/>
                <a:gd name="T44" fmla="*/ 73 w 103"/>
                <a:gd name="T45" fmla="*/ 14 h 47"/>
                <a:gd name="T46" fmla="*/ 64 w 103"/>
                <a:gd name="T47" fmla="*/ 18 h 47"/>
                <a:gd name="T48" fmla="*/ 56 w 103"/>
                <a:gd name="T49" fmla="*/ 22 h 47"/>
                <a:gd name="T50" fmla="*/ 47 w 103"/>
                <a:gd name="T51" fmla="*/ 25 h 47"/>
                <a:gd name="T52" fmla="*/ 39 w 103"/>
                <a:gd name="T53" fmla="*/ 29 h 47"/>
                <a:gd name="T54" fmla="*/ 31 w 103"/>
                <a:gd name="T55" fmla="*/ 32 h 47"/>
                <a:gd name="T56" fmla="*/ 23 w 103"/>
                <a:gd name="T57" fmla="*/ 36 h 47"/>
                <a:gd name="T58" fmla="*/ 16 w 103"/>
                <a:gd name="T59" fmla="*/ 38 h 47"/>
                <a:gd name="T60" fmla="*/ 11 w 103"/>
                <a:gd name="T61" fmla="*/ 42 h 47"/>
                <a:gd name="T62" fmla="*/ 5 w 103"/>
                <a:gd name="T63" fmla="*/ 44 h 47"/>
                <a:gd name="T64" fmla="*/ 1 w 103"/>
                <a:gd name="T65" fmla="*/ 45 h 47"/>
                <a:gd name="T66" fmla="*/ 1 w 103"/>
                <a:gd name="T67" fmla="*/ 47 h 4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3"/>
                <a:gd name="T103" fmla="*/ 0 h 47"/>
                <a:gd name="T104" fmla="*/ 103 w 103"/>
                <a:gd name="T105" fmla="*/ 47 h 4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3" h="47">
                  <a:moveTo>
                    <a:pt x="1" y="47"/>
                  </a:moveTo>
                  <a:lnTo>
                    <a:pt x="1" y="47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2" y="43"/>
                  </a:lnTo>
                  <a:lnTo>
                    <a:pt x="14" y="42"/>
                  </a:lnTo>
                  <a:lnTo>
                    <a:pt x="17" y="41"/>
                  </a:lnTo>
                  <a:lnTo>
                    <a:pt x="20" y="38"/>
                  </a:lnTo>
                  <a:lnTo>
                    <a:pt x="24" y="38"/>
                  </a:lnTo>
                  <a:lnTo>
                    <a:pt x="27" y="36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40" y="30"/>
                  </a:lnTo>
                  <a:lnTo>
                    <a:pt x="44" y="28"/>
                  </a:lnTo>
                  <a:lnTo>
                    <a:pt x="47" y="27"/>
                  </a:lnTo>
                  <a:lnTo>
                    <a:pt x="52" y="25"/>
                  </a:lnTo>
                  <a:lnTo>
                    <a:pt x="57" y="24"/>
                  </a:lnTo>
                  <a:lnTo>
                    <a:pt x="60" y="22"/>
                  </a:lnTo>
                  <a:lnTo>
                    <a:pt x="64" y="19"/>
                  </a:lnTo>
                  <a:lnTo>
                    <a:pt x="70" y="18"/>
                  </a:lnTo>
                  <a:lnTo>
                    <a:pt x="73" y="15"/>
                  </a:lnTo>
                  <a:lnTo>
                    <a:pt x="77" y="14"/>
                  </a:lnTo>
                  <a:lnTo>
                    <a:pt x="80" y="12"/>
                  </a:lnTo>
                  <a:lnTo>
                    <a:pt x="83" y="11"/>
                  </a:lnTo>
                  <a:lnTo>
                    <a:pt x="87" y="10"/>
                  </a:lnTo>
                  <a:lnTo>
                    <a:pt x="90" y="8"/>
                  </a:lnTo>
                  <a:lnTo>
                    <a:pt x="92" y="6"/>
                  </a:lnTo>
                  <a:lnTo>
                    <a:pt x="96" y="5"/>
                  </a:lnTo>
                  <a:lnTo>
                    <a:pt x="98" y="4"/>
                  </a:lnTo>
                  <a:lnTo>
                    <a:pt x="100" y="4"/>
                  </a:lnTo>
                  <a:lnTo>
                    <a:pt x="102" y="3"/>
                  </a:lnTo>
                  <a:lnTo>
                    <a:pt x="103" y="1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3"/>
                  </a:lnTo>
                  <a:lnTo>
                    <a:pt x="95" y="4"/>
                  </a:lnTo>
                  <a:lnTo>
                    <a:pt x="92" y="5"/>
                  </a:lnTo>
                  <a:lnTo>
                    <a:pt x="89" y="6"/>
                  </a:lnTo>
                  <a:lnTo>
                    <a:pt x="86" y="8"/>
                  </a:lnTo>
                  <a:lnTo>
                    <a:pt x="82" y="9"/>
                  </a:lnTo>
                  <a:lnTo>
                    <a:pt x="79" y="11"/>
                  </a:lnTo>
                  <a:lnTo>
                    <a:pt x="76" y="12"/>
                  </a:lnTo>
                  <a:lnTo>
                    <a:pt x="73" y="14"/>
                  </a:lnTo>
                  <a:lnTo>
                    <a:pt x="67" y="15"/>
                  </a:lnTo>
                  <a:lnTo>
                    <a:pt x="64" y="18"/>
                  </a:lnTo>
                  <a:lnTo>
                    <a:pt x="60" y="19"/>
                  </a:lnTo>
                  <a:lnTo>
                    <a:pt x="56" y="22"/>
                  </a:lnTo>
                  <a:lnTo>
                    <a:pt x="50" y="24"/>
                  </a:lnTo>
                  <a:lnTo>
                    <a:pt x="47" y="25"/>
                  </a:lnTo>
                  <a:lnTo>
                    <a:pt x="43" y="27"/>
                  </a:lnTo>
                  <a:lnTo>
                    <a:pt x="39" y="29"/>
                  </a:lnTo>
                  <a:lnTo>
                    <a:pt x="35" y="30"/>
                  </a:lnTo>
                  <a:lnTo>
                    <a:pt x="31" y="32"/>
                  </a:lnTo>
                  <a:lnTo>
                    <a:pt x="27" y="34"/>
                  </a:lnTo>
                  <a:lnTo>
                    <a:pt x="23" y="36"/>
                  </a:lnTo>
                  <a:lnTo>
                    <a:pt x="19" y="38"/>
                  </a:lnTo>
                  <a:lnTo>
                    <a:pt x="16" y="38"/>
                  </a:lnTo>
                  <a:lnTo>
                    <a:pt x="14" y="40"/>
                  </a:lnTo>
                  <a:lnTo>
                    <a:pt x="11" y="42"/>
                  </a:lnTo>
                  <a:lnTo>
                    <a:pt x="9" y="43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8" name="Freeform 69"/>
            <p:cNvSpPr>
              <a:spLocks/>
            </p:cNvSpPr>
            <p:nvPr/>
          </p:nvSpPr>
          <p:spPr bwMode="auto">
            <a:xfrm>
              <a:off x="3129" y="2037"/>
              <a:ext cx="14" cy="4"/>
            </a:xfrm>
            <a:custGeom>
              <a:avLst/>
              <a:gdLst>
                <a:gd name="T0" fmla="*/ 0 w 14"/>
                <a:gd name="T1" fmla="*/ 1 h 4"/>
                <a:gd name="T2" fmla="*/ 0 w 14"/>
                <a:gd name="T3" fmla="*/ 1 h 4"/>
                <a:gd name="T4" fmla="*/ 1 w 14"/>
                <a:gd name="T5" fmla="*/ 2 h 4"/>
                <a:gd name="T6" fmla="*/ 3 w 14"/>
                <a:gd name="T7" fmla="*/ 3 h 4"/>
                <a:gd name="T8" fmla="*/ 7 w 14"/>
                <a:gd name="T9" fmla="*/ 3 h 4"/>
                <a:gd name="T10" fmla="*/ 7 w 14"/>
                <a:gd name="T11" fmla="*/ 3 h 4"/>
                <a:gd name="T12" fmla="*/ 10 w 14"/>
                <a:gd name="T13" fmla="*/ 4 h 4"/>
                <a:gd name="T14" fmla="*/ 11 w 14"/>
                <a:gd name="T15" fmla="*/ 4 h 4"/>
                <a:gd name="T16" fmla="*/ 13 w 14"/>
                <a:gd name="T17" fmla="*/ 4 h 4"/>
                <a:gd name="T18" fmla="*/ 14 w 14"/>
                <a:gd name="T19" fmla="*/ 4 h 4"/>
                <a:gd name="T20" fmla="*/ 13 w 14"/>
                <a:gd name="T21" fmla="*/ 2 h 4"/>
                <a:gd name="T22" fmla="*/ 11 w 14"/>
                <a:gd name="T23" fmla="*/ 2 h 4"/>
                <a:gd name="T24" fmla="*/ 10 w 14"/>
                <a:gd name="T25" fmla="*/ 2 h 4"/>
                <a:gd name="T26" fmla="*/ 9 w 14"/>
                <a:gd name="T27" fmla="*/ 2 h 4"/>
                <a:gd name="T28" fmla="*/ 7 w 14"/>
                <a:gd name="T29" fmla="*/ 1 h 4"/>
                <a:gd name="T30" fmla="*/ 3 w 14"/>
                <a:gd name="T31" fmla="*/ 1 h 4"/>
                <a:gd name="T32" fmla="*/ 2 w 14"/>
                <a:gd name="T33" fmla="*/ 1 h 4"/>
                <a:gd name="T34" fmla="*/ 1 w 14"/>
                <a:gd name="T35" fmla="*/ 0 h 4"/>
                <a:gd name="T36" fmla="*/ 0 w 14"/>
                <a:gd name="T37" fmla="*/ 1 h 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"/>
                <a:gd name="T58" fmla="*/ 0 h 4"/>
                <a:gd name="T59" fmla="*/ 14 w 14"/>
                <a:gd name="T60" fmla="*/ 4 h 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" h="4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7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39" name="Freeform 70"/>
            <p:cNvSpPr>
              <a:spLocks/>
            </p:cNvSpPr>
            <p:nvPr/>
          </p:nvSpPr>
          <p:spPr bwMode="auto">
            <a:xfrm>
              <a:off x="3015" y="1975"/>
              <a:ext cx="115" cy="62"/>
            </a:xfrm>
            <a:custGeom>
              <a:avLst/>
              <a:gdLst>
                <a:gd name="T0" fmla="*/ 0 w 115"/>
                <a:gd name="T1" fmla="*/ 1 h 62"/>
                <a:gd name="T2" fmla="*/ 2 w 115"/>
                <a:gd name="T3" fmla="*/ 2 h 62"/>
                <a:gd name="T4" fmla="*/ 5 w 115"/>
                <a:gd name="T5" fmla="*/ 4 h 62"/>
                <a:gd name="T6" fmla="*/ 11 w 115"/>
                <a:gd name="T7" fmla="*/ 9 h 62"/>
                <a:gd name="T8" fmla="*/ 18 w 115"/>
                <a:gd name="T9" fmla="*/ 12 h 62"/>
                <a:gd name="T10" fmla="*/ 26 w 115"/>
                <a:gd name="T11" fmla="*/ 16 h 62"/>
                <a:gd name="T12" fmla="*/ 35 w 115"/>
                <a:gd name="T13" fmla="*/ 20 h 62"/>
                <a:gd name="T14" fmla="*/ 45 w 115"/>
                <a:gd name="T15" fmla="*/ 26 h 62"/>
                <a:gd name="T16" fmla="*/ 54 w 115"/>
                <a:gd name="T17" fmla="*/ 31 h 62"/>
                <a:gd name="T18" fmla="*/ 64 w 115"/>
                <a:gd name="T19" fmla="*/ 37 h 62"/>
                <a:gd name="T20" fmla="*/ 75 w 115"/>
                <a:gd name="T21" fmla="*/ 42 h 62"/>
                <a:gd name="T22" fmla="*/ 83 w 115"/>
                <a:gd name="T23" fmla="*/ 47 h 62"/>
                <a:gd name="T24" fmla="*/ 93 w 115"/>
                <a:gd name="T25" fmla="*/ 51 h 62"/>
                <a:gd name="T26" fmla="*/ 99 w 115"/>
                <a:gd name="T27" fmla="*/ 55 h 62"/>
                <a:gd name="T28" fmla="*/ 107 w 115"/>
                <a:gd name="T29" fmla="*/ 58 h 62"/>
                <a:gd name="T30" fmla="*/ 112 w 115"/>
                <a:gd name="T31" fmla="*/ 61 h 62"/>
                <a:gd name="T32" fmla="*/ 114 w 115"/>
                <a:gd name="T33" fmla="*/ 62 h 62"/>
                <a:gd name="T34" fmla="*/ 114 w 115"/>
                <a:gd name="T35" fmla="*/ 60 h 62"/>
                <a:gd name="T36" fmla="*/ 110 w 115"/>
                <a:gd name="T37" fmla="*/ 58 h 62"/>
                <a:gd name="T38" fmla="*/ 104 w 115"/>
                <a:gd name="T39" fmla="*/ 55 h 62"/>
                <a:gd name="T40" fmla="*/ 97 w 115"/>
                <a:gd name="T41" fmla="*/ 51 h 62"/>
                <a:gd name="T42" fmla="*/ 90 w 115"/>
                <a:gd name="T43" fmla="*/ 47 h 62"/>
                <a:gd name="T44" fmla="*/ 80 w 115"/>
                <a:gd name="T45" fmla="*/ 42 h 62"/>
                <a:gd name="T46" fmla="*/ 70 w 115"/>
                <a:gd name="T47" fmla="*/ 38 h 62"/>
                <a:gd name="T48" fmla="*/ 61 w 115"/>
                <a:gd name="T49" fmla="*/ 32 h 62"/>
                <a:gd name="T50" fmla="*/ 51 w 115"/>
                <a:gd name="T51" fmla="*/ 28 h 62"/>
                <a:gd name="T52" fmla="*/ 41 w 115"/>
                <a:gd name="T53" fmla="*/ 22 h 62"/>
                <a:gd name="T54" fmla="*/ 32 w 115"/>
                <a:gd name="T55" fmla="*/ 17 h 62"/>
                <a:gd name="T56" fmla="*/ 23 w 115"/>
                <a:gd name="T57" fmla="*/ 12 h 62"/>
                <a:gd name="T58" fmla="*/ 16 w 115"/>
                <a:gd name="T59" fmla="*/ 9 h 62"/>
                <a:gd name="T60" fmla="*/ 8 w 115"/>
                <a:gd name="T61" fmla="*/ 4 h 62"/>
                <a:gd name="T62" fmla="*/ 4 w 115"/>
                <a:gd name="T63" fmla="*/ 2 h 62"/>
                <a:gd name="T64" fmla="*/ 1 w 115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5"/>
                <a:gd name="T100" fmla="*/ 0 h 62"/>
                <a:gd name="T101" fmla="*/ 115 w 115"/>
                <a:gd name="T102" fmla="*/ 62 h 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5" h="62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7" y="7"/>
                  </a:lnTo>
                  <a:lnTo>
                    <a:pt x="11" y="9"/>
                  </a:lnTo>
                  <a:lnTo>
                    <a:pt x="15" y="9"/>
                  </a:lnTo>
                  <a:lnTo>
                    <a:pt x="18" y="12"/>
                  </a:lnTo>
                  <a:lnTo>
                    <a:pt x="22" y="14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5" y="20"/>
                  </a:lnTo>
                  <a:lnTo>
                    <a:pt x="39" y="23"/>
                  </a:lnTo>
                  <a:lnTo>
                    <a:pt x="45" y="26"/>
                  </a:lnTo>
                  <a:lnTo>
                    <a:pt x="49" y="28"/>
                  </a:lnTo>
                  <a:lnTo>
                    <a:pt x="54" y="31"/>
                  </a:lnTo>
                  <a:lnTo>
                    <a:pt x="60" y="34"/>
                  </a:lnTo>
                  <a:lnTo>
                    <a:pt x="64" y="37"/>
                  </a:lnTo>
                  <a:lnTo>
                    <a:pt x="70" y="39"/>
                  </a:lnTo>
                  <a:lnTo>
                    <a:pt x="75" y="42"/>
                  </a:lnTo>
                  <a:lnTo>
                    <a:pt x="79" y="44"/>
                  </a:lnTo>
                  <a:lnTo>
                    <a:pt x="83" y="47"/>
                  </a:lnTo>
                  <a:lnTo>
                    <a:pt x="88" y="49"/>
                  </a:lnTo>
                  <a:lnTo>
                    <a:pt x="93" y="51"/>
                  </a:lnTo>
                  <a:lnTo>
                    <a:pt x="96" y="54"/>
                  </a:lnTo>
                  <a:lnTo>
                    <a:pt x="99" y="55"/>
                  </a:lnTo>
                  <a:lnTo>
                    <a:pt x="102" y="57"/>
                  </a:lnTo>
                  <a:lnTo>
                    <a:pt x="107" y="58"/>
                  </a:lnTo>
                  <a:lnTo>
                    <a:pt x="110" y="60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4" y="62"/>
                  </a:lnTo>
                  <a:lnTo>
                    <a:pt x="115" y="61"/>
                  </a:lnTo>
                  <a:lnTo>
                    <a:pt x="114" y="60"/>
                  </a:lnTo>
                  <a:lnTo>
                    <a:pt x="112" y="59"/>
                  </a:lnTo>
                  <a:lnTo>
                    <a:pt x="110" y="58"/>
                  </a:lnTo>
                  <a:lnTo>
                    <a:pt x="107" y="57"/>
                  </a:lnTo>
                  <a:lnTo>
                    <a:pt x="104" y="55"/>
                  </a:lnTo>
                  <a:lnTo>
                    <a:pt x="100" y="54"/>
                  </a:lnTo>
                  <a:lnTo>
                    <a:pt x="97" y="51"/>
                  </a:lnTo>
                  <a:lnTo>
                    <a:pt x="94" y="49"/>
                  </a:lnTo>
                  <a:lnTo>
                    <a:pt x="90" y="47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6" y="40"/>
                  </a:lnTo>
                  <a:lnTo>
                    <a:pt x="70" y="38"/>
                  </a:lnTo>
                  <a:lnTo>
                    <a:pt x="65" y="34"/>
                  </a:lnTo>
                  <a:lnTo>
                    <a:pt x="61" y="32"/>
                  </a:lnTo>
                  <a:lnTo>
                    <a:pt x="55" y="30"/>
                  </a:lnTo>
                  <a:lnTo>
                    <a:pt x="51" y="28"/>
                  </a:lnTo>
                  <a:lnTo>
                    <a:pt x="46" y="24"/>
                  </a:lnTo>
                  <a:lnTo>
                    <a:pt x="41" y="22"/>
                  </a:lnTo>
                  <a:lnTo>
                    <a:pt x="36" y="19"/>
                  </a:lnTo>
                  <a:lnTo>
                    <a:pt x="32" y="17"/>
                  </a:lnTo>
                  <a:lnTo>
                    <a:pt x="27" y="14"/>
                  </a:lnTo>
                  <a:lnTo>
                    <a:pt x="23" y="12"/>
                  </a:lnTo>
                  <a:lnTo>
                    <a:pt x="19" y="11"/>
                  </a:lnTo>
                  <a:lnTo>
                    <a:pt x="16" y="9"/>
                  </a:lnTo>
                  <a:lnTo>
                    <a:pt x="13" y="7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0" name="Freeform 71"/>
            <p:cNvSpPr>
              <a:spLocks/>
            </p:cNvSpPr>
            <p:nvPr/>
          </p:nvSpPr>
          <p:spPr bwMode="auto">
            <a:xfrm>
              <a:off x="3010" y="1969"/>
              <a:ext cx="6" cy="7"/>
            </a:xfrm>
            <a:custGeom>
              <a:avLst/>
              <a:gdLst>
                <a:gd name="T0" fmla="*/ 4 w 6"/>
                <a:gd name="T1" fmla="*/ 0 h 7"/>
                <a:gd name="T2" fmla="*/ 4 w 6"/>
                <a:gd name="T3" fmla="*/ 0 h 7"/>
                <a:gd name="T4" fmla="*/ 2 w 6"/>
                <a:gd name="T5" fmla="*/ 1 h 7"/>
                <a:gd name="T6" fmla="*/ 1 w 6"/>
                <a:gd name="T7" fmla="*/ 2 h 7"/>
                <a:gd name="T8" fmla="*/ 0 w 6"/>
                <a:gd name="T9" fmla="*/ 3 h 7"/>
                <a:gd name="T10" fmla="*/ 0 w 6"/>
                <a:gd name="T11" fmla="*/ 4 h 7"/>
                <a:gd name="T12" fmla="*/ 1 w 6"/>
                <a:gd name="T13" fmla="*/ 5 h 7"/>
                <a:gd name="T14" fmla="*/ 2 w 6"/>
                <a:gd name="T15" fmla="*/ 5 h 7"/>
                <a:gd name="T16" fmla="*/ 4 w 6"/>
                <a:gd name="T17" fmla="*/ 6 h 7"/>
                <a:gd name="T18" fmla="*/ 5 w 6"/>
                <a:gd name="T19" fmla="*/ 7 h 7"/>
                <a:gd name="T20" fmla="*/ 6 w 6"/>
                <a:gd name="T21" fmla="*/ 6 h 7"/>
                <a:gd name="T22" fmla="*/ 4 w 6"/>
                <a:gd name="T23" fmla="*/ 5 h 7"/>
                <a:gd name="T24" fmla="*/ 3 w 6"/>
                <a:gd name="T25" fmla="*/ 4 h 7"/>
                <a:gd name="T26" fmla="*/ 2 w 6"/>
                <a:gd name="T27" fmla="*/ 4 h 7"/>
                <a:gd name="T28" fmla="*/ 2 w 6"/>
                <a:gd name="T29" fmla="*/ 3 h 7"/>
                <a:gd name="T30" fmla="*/ 3 w 6"/>
                <a:gd name="T31" fmla="*/ 3 h 7"/>
                <a:gd name="T32" fmla="*/ 5 w 6"/>
                <a:gd name="T33" fmla="*/ 1 h 7"/>
                <a:gd name="T34" fmla="*/ 4 w 6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"/>
                <a:gd name="T55" fmla="*/ 0 h 7"/>
                <a:gd name="T56" fmla="*/ 6 w 6"/>
                <a:gd name="T57" fmla="*/ 7 h 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" h="7">
                  <a:moveTo>
                    <a:pt x="4" y="0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6"/>
                  </a:lnTo>
                  <a:lnTo>
                    <a:pt x="4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1" name="Freeform 72"/>
            <p:cNvSpPr>
              <a:spLocks/>
            </p:cNvSpPr>
            <p:nvPr/>
          </p:nvSpPr>
          <p:spPr bwMode="auto">
            <a:xfrm>
              <a:off x="3137" y="2028"/>
              <a:ext cx="106" cy="48"/>
            </a:xfrm>
            <a:custGeom>
              <a:avLst/>
              <a:gdLst>
                <a:gd name="T0" fmla="*/ 106 w 106"/>
                <a:gd name="T1" fmla="*/ 0 h 48"/>
                <a:gd name="T2" fmla="*/ 104 w 106"/>
                <a:gd name="T3" fmla="*/ 1 h 48"/>
                <a:gd name="T4" fmla="*/ 102 w 106"/>
                <a:gd name="T5" fmla="*/ 1 h 48"/>
                <a:gd name="T6" fmla="*/ 100 w 106"/>
                <a:gd name="T7" fmla="*/ 2 h 48"/>
                <a:gd name="T8" fmla="*/ 98 w 106"/>
                <a:gd name="T9" fmla="*/ 3 h 48"/>
                <a:gd name="T10" fmla="*/ 95 w 106"/>
                <a:gd name="T11" fmla="*/ 4 h 48"/>
                <a:gd name="T12" fmla="*/ 92 w 106"/>
                <a:gd name="T13" fmla="*/ 5 h 48"/>
                <a:gd name="T14" fmla="*/ 88 w 106"/>
                <a:gd name="T15" fmla="*/ 7 h 48"/>
                <a:gd name="T16" fmla="*/ 85 w 106"/>
                <a:gd name="T17" fmla="*/ 8 h 48"/>
                <a:gd name="T18" fmla="*/ 82 w 106"/>
                <a:gd name="T19" fmla="*/ 10 h 48"/>
                <a:gd name="T20" fmla="*/ 79 w 106"/>
                <a:gd name="T21" fmla="*/ 12 h 48"/>
                <a:gd name="T22" fmla="*/ 75 w 106"/>
                <a:gd name="T23" fmla="*/ 14 h 48"/>
                <a:gd name="T24" fmla="*/ 70 w 106"/>
                <a:gd name="T25" fmla="*/ 16 h 48"/>
                <a:gd name="T26" fmla="*/ 66 w 106"/>
                <a:gd name="T27" fmla="*/ 18 h 48"/>
                <a:gd name="T28" fmla="*/ 62 w 106"/>
                <a:gd name="T29" fmla="*/ 20 h 48"/>
                <a:gd name="T30" fmla="*/ 57 w 106"/>
                <a:gd name="T31" fmla="*/ 22 h 48"/>
                <a:gd name="T32" fmla="*/ 53 w 106"/>
                <a:gd name="T33" fmla="*/ 23 h 48"/>
                <a:gd name="T34" fmla="*/ 50 w 106"/>
                <a:gd name="T35" fmla="*/ 25 h 48"/>
                <a:gd name="T36" fmla="*/ 45 w 106"/>
                <a:gd name="T37" fmla="*/ 27 h 48"/>
                <a:gd name="T38" fmla="*/ 40 w 106"/>
                <a:gd name="T39" fmla="*/ 29 h 48"/>
                <a:gd name="T40" fmla="*/ 36 w 106"/>
                <a:gd name="T41" fmla="*/ 31 h 48"/>
                <a:gd name="T42" fmla="*/ 31 w 106"/>
                <a:gd name="T43" fmla="*/ 33 h 48"/>
                <a:gd name="T44" fmla="*/ 28 w 106"/>
                <a:gd name="T45" fmla="*/ 35 h 48"/>
                <a:gd name="T46" fmla="*/ 23 w 106"/>
                <a:gd name="T47" fmla="*/ 37 h 48"/>
                <a:gd name="T48" fmla="*/ 20 w 106"/>
                <a:gd name="T49" fmla="*/ 39 h 48"/>
                <a:gd name="T50" fmla="*/ 17 w 106"/>
                <a:gd name="T51" fmla="*/ 40 h 48"/>
                <a:gd name="T52" fmla="*/ 14 w 106"/>
                <a:gd name="T53" fmla="*/ 41 h 48"/>
                <a:gd name="T54" fmla="*/ 10 w 106"/>
                <a:gd name="T55" fmla="*/ 43 h 48"/>
                <a:gd name="T56" fmla="*/ 8 w 106"/>
                <a:gd name="T57" fmla="*/ 44 h 48"/>
                <a:gd name="T58" fmla="*/ 5 w 106"/>
                <a:gd name="T59" fmla="*/ 45 h 48"/>
                <a:gd name="T60" fmla="*/ 3 w 106"/>
                <a:gd name="T61" fmla="*/ 47 h 48"/>
                <a:gd name="T62" fmla="*/ 1 w 106"/>
                <a:gd name="T63" fmla="*/ 47 h 48"/>
                <a:gd name="T64" fmla="*/ 0 w 106"/>
                <a:gd name="T65" fmla="*/ 48 h 48"/>
                <a:gd name="T66" fmla="*/ 106 w 106"/>
                <a:gd name="T67" fmla="*/ 0 h 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6"/>
                <a:gd name="T103" fmla="*/ 0 h 48"/>
                <a:gd name="T104" fmla="*/ 106 w 106"/>
                <a:gd name="T105" fmla="*/ 48 h 4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6" h="48">
                  <a:moveTo>
                    <a:pt x="106" y="0"/>
                  </a:moveTo>
                  <a:lnTo>
                    <a:pt x="104" y="1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98" y="3"/>
                  </a:lnTo>
                  <a:lnTo>
                    <a:pt x="95" y="4"/>
                  </a:lnTo>
                  <a:lnTo>
                    <a:pt x="92" y="5"/>
                  </a:lnTo>
                  <a:lnTo>
                    <a:pt x="88" y="7"/>
                  </a:lnTo>
                  <a:lnTo>
                    <a:pt x="85" y="8"/>
                  </a:lnTo>
                  <a:lnTo>
                    <a:pt x="82" y="10"/>
                  </a:lnTo>
                  <a:lnTo>
                    <a:pt x="79" y="12"/>
                  </a:lnTo>
                  <a:lnTo>
                    <a:pt x="75" y="14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2"/>
                  </a:lnTo>
                  <a:lnTo>
                    <a:pt x="53" y="23"/>
                  </a:lnTo>
                  <a:lnTo>
                    <a:pt x="50" y="25"/>
                  </a:lnTo>
                  <a:lnTo>
                    <a:pt x="45" y="27"/>
                  </a:lnTo>
                  <a:lnTo>
                    <a:pt x="40" y="29"/>
                  </a:lnTo>
                  <a:lnTo>
                    <a:pt x="36" y="31"/>
                  </a:lnTo>
                  <a:lnTo>
                    <a:pt x="31" y="33"/>
                  </a:lnTo>
                  <a:lnTo>
                    <a:pt x="28" y="35"/>
                  </a:lnTo>
                  <a:lnTo>
                    <a:pt x="23" y="37"/>
                  </a:lnTo>
                  <a:lnTo>
                    <a:pt x="20" y="39"/>
                  </a:lnTo>
                  <a:lnTo>
                    <a:pt x="17" y="40"/>
                  </a:lnTo>
                  <a:lnTo>
                    <a:pt x="14" y="41"/>
                  </a:lnTo>
                  <a:lnTo>
                    <a:pt x="10" y="43"/>
                  </a:lnTo>
                  <a:lnTo>
                    <a:pt x="8" y="44"/>
                  </a:lnTo>
                  <a:lnTo>
                    <a:pt x="5" y="45"/>
                  </a:lnTo>
                  <a:lnTo>
                    <a:pt x="3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2" name="Freeform 73"/>
            <p:cNvSpPr>
              <a:spLocks/>
            </p:cNvSpPr>
            <p:nvPr/>
          </p:nvSpPr>
          <p:spPr bwMode="auto">
            <a:xfrm>
              <a:off x="3136" y="2028"/>
              <a:ext cx="107" cy="50"/>
            </a:xfrm>
            <a:custGeom>
              <a:avLst/>
              <a:gdLst>
                <a:gd name="T0" fmla="*/ 2 w 107"/>
                <a:gd name="T1" fmla="*/ 49 h 50"/>
                <a:gd name="T2" fmla="*/ 6 w 107"/>
                <a:gd name="T3" fmla="*/ 48 h 50"/>
                <a:gd name="T4" fmla="*/ 10 w 107"/>
                <a:gd name="T5" fmla="*/ 45 h 50"/>
                <a:gd name="T6" fmla="*/ 18 w 107"/>
                <a:gd name="T7" fmla="*/ 41 h 50"/>
                <a:gd name="T8" fmla="*/ 24 w 107"/>
                <a:gd name="T9" fmla="*/ 38 h 50"/>
                <a:gd name="T10" fmla="*/ 32 w 107"/>
                <a:gd name="T11" fmla="*/ 35 h 50"/>
                <a:gd name="T12" fmla="*/ 41 w 107"/>
                <a:gd name="T13" fmla="*/ 32 h 50"/>
                <a:gd name="T14" fmla="*/ 49 w 107"/>
                <a:gd name="T15" fmla="*/ 27 h 50"/>
                <a:gd name="T16" fmla="*/ 58 w 107"/>
                <a:gd name="T17" fmla="*/ 23 h 50"/>
                <a:gd name="T18" fmla="*/ 67 w 107"/>
                <a:gd name="T19" fmla="*/ 19 h 50"/>
                <a:gd name="T20" fmla="*/ 76 w 107"/>
                <a:gd name="T21" fmla="*/ 16 h 50"/>
                <a:gd name="T22" fmla="*/ 83 w 107"/>
                <a:gd name="T23" fmla="*/ 12 h 50"/>
                <a:gd name="T24" fmla="*/ 89 w 107"/>
                <a:gd name="T25" fmla="*/ 9 h 50"/>
                <a:gd name="T26" fmla="*/ 96 w 107"/>
                <a:gd name="T27" fmla="*/ 6 h 50"/>
                <a:gd name="T28" fmla="*/ 101 w 107"/>
                <a:gd name="T29" fmla="*/ 4 h 50"/>
                <a:gd name="T30" fmla="*/ 105 w 107"/>
                <a:gd name="T31" fmla="*/ 2 h 50"/>
                <a:gd name="T32" fmla="*/ 105 w 107"/>
                <a:gd name="T33" fmla="*/ 0 h 50"/>
                <a:gd name="T34" fmla="*/ 103 w 107"/>
                <a:gd name="T35" fmla="*/ 1 h 50"/>
                <a:gd name="T36" fmla="*/ 99 w 107"/>
                <a:gd name="T37" fmla="*/ 3 h 50"/>
                <a:gd name="T38" fmla="*/ 92 w 107"/>
                <a:gd name="T39" fmla="*/ 5 h 50"/>
                <a:gd name="T40" fmla="*/ 86 w 107"/>
                <a:gd name="T41" fmla="*/ 9 h 50"/>
                <a:gd name="T42" fmla="*/ 79 w 107"/>
                <a:gd name="T43" fmla="*/ 12 h 50"/>
                <a:gd name="T44" fmla="*/ 70 w 107"/>
                <a:gd name="T45" fmla="*/ 16 h 50"/>
                <a:gd name="T46" fmla="*/ 62 w 107"/>
                <a:gd name="T47" fmla="*/ 20 h 50"/>
                <a:gd name="T48" fmla="*/ 52 w 107"/>
                <a:gd name="T49" fmla="*/ 23 h 50"/>
                <a:gd name="T50" fmla="*/ 45 w 107"/>
                <a:gd name="T51" fmla="*/ 28 h 50"/>
                <a:gd name="T52" fmla="*/ 35 w 107"/>
                <a:gd name="T53" fmla="*/ 32 h 50"/>
                <a:gd name="T54" fmla="*/ 27 w 107"/>
                <a:gd name="T55" fmla="*/ 35 h 50"/>
                <a:gd name="T56" fmla="*/ 20 w 107"/>
                <a:gd name="T57" fmla="*/ 38 h 50"/>
                <a:gd name="T58" fmla="*/ 12 w 107"/>
                <a:gd name="T59" fmla="*/ 41 h 50"/>
                <a:gd name="T60" fmla="*/ 7 w 107"/>
                <a:gd name="T61" fmla="*/ 44 h 50"/>
                <a:gd name="T62" fmla="*/ 3 w 107"/>
                <a:gd name="T63" fmla="*/ 47 h 50"/>
                <a:gd name="T64" fmla="*/ 0 w 107"/>
                <a:gd name="T65" fmla="*/ 48 h 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7"/>
                <a:gd name="T100" fmla="*/ 0 h 50"/>
                <a:gd name="T101" fmla="*/ 107 w 107"/>
                <a:gd name="T102" fmla="*/ 50 h 5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7" h="50">
                  <a:moveTo>
                    <a:pt x="1" y="50"/>
                  </a:moveTo>
                  <a:lnTo>
                    <a:pt x="2" y="49"/>
                  </a:lnTo>
                  <a:lnTo>
                    <a:pt x="4" y="49"/>
                  </a:lnTo>
                  <a:lnTo>
                    <a:pt x="6" y="48"/>
                  </a:lnTo>
                  <a:lnTo>
                    <a:pt x="8" y="47"/>
                  </a:lnTo>
                  <a:lnTo>
                    <a:pt x="10" y="45"/>
                  </a:lnTo>
                  <a:lnTo>
                    <a:pt x="15" y="43"/>
                  </a:lnTo>
                  <a:lnTo>
                    <a:pt x="18" y="41"/>
                  </a:lnTo>
                  <a:lnTo>
                    <a:pt x="21" y="40"/>
                  </a:lnTo>
                  <a:lnTo>
                    <a:pt x="24" y="38"/>
                  </a:lnTo>
                  <a:lnTo>
                    <a:pt x="29" y="37"/>
                  </a:lnTo>
                  <a:lnTo>
                    <a:pt x="32" y="35"/>
                  </a:lnTo>
                  <a:lnTo>
                    <a:pt x="37" y="33"/>
                  </a:lnTo>
                  <a:lnTo>
                    <a:pt x="41" y="32"/>
                  </a:lnTo>
                  <a:lnTo>
                    <a:pt x="45" y="29"/>
                  </a:lnTo>
                  <a:lnTo>
                    <a:pt x="49" y="27"/>
                  </a:lnTo>
                  <a:lnTo>
                    <a:pt x="54" y="24"/>
                  </a:lnTo>
                  <a:lnTo>
                    <a:pt x="58" y="23"/>
                  </a:lnTo>
                  <a:lnTo>
                    <a:pt x="63" y="21"/>
                  </a:lnTo>
                  <a:lnTo>
                    <a:pt x="67" y="19"/>
                  </a:lnTo>
                  <a:lnTo>
                    <a:pt x="71" y="18"/>
                  </a:lnTo>
                  <a:lnTo>
                    <a:pt x="76" y="16"/>
                  </a:lnTo>
                  <a:lnTo>
                    <a:pt x="80" y="13"/>
                  </a:lnTo>
                  <a:lnTo>
                    <a:pt x="83" y="12"/>
                  </a:lnTo>
                  <a:lnTo>
                    <a:pt x="86" y="9"/>
                  </a:lnTo>
                  <a:lnTo>
                    <a:pt x="89" y="9"/>
                  </a:lnTo>
                  <a:lnTo>
                    <a:pt x="93" y="7"/>
                  </a:lnTo>
                  <a:lnTo>
                    <a:pt x="96" y="6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103" y="3"/>
                  </a:lnTo>
                  <a:lnTo>
                    <a:pt x="105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1" y="2"/>
                  </a:lnTo>
                  <a:lnTo>
                    <a:pt x="99" y="3"/>
                  </a:lnTo>
                  <a:lnTo>
                    <a:pt x="96" y="4"/>
                  </a:lnTo>
                  <a:lnTo>
                    <a:pt x="92" y="5"/>
                  </a:lnTo>
                  <a:lnTo>
                    <a:pt x="89" y="7"/>
                  </a:lnTo>
                  <a:lnTo>
                    <a:pt x="86" y="9"/>
                  </a:lnTo>
                  <a:lnTo>
                    <a:pt x="82" y="9"/>
                  </a:lnTo>
                  <a:lnTo>
                    <a:pt x="79" y="12"/>
                  </a:lnTo>
                  <a:lnTo>
                    <a:pt x="73" y="13"/>
                  </a:lnTo>
                  <a:lnTo>
                    <a:pt x="70" y="16"/>
                  </a:lnTo>
                  <a:lnTo>
                    <a:pt x="66" y="18"/>
                  </a:lnTo>
                  <a:lnTo>
                    <a:pt x="62" y="20"/>
                  </a:lnTo>
                  <a:lnTo>
                    <a:pt x="57" y="21"/>
                  </a:lnTo>
                  <a:lnTo>
                    <a:pt x="52" y="23"/>
                  </a:lnTo>
                  <a:lnTo>
                    <a:pt x="49" y="25"/>
                  </a:lnTo>
                  <a:lnTo>
                    <a:pt x="45" y="28"/>
                  </a:lnTo>
                  <a:lnTo>
                    <a:pt x="40" y="29"/>
                  </a:lnTo>
                  <a:lnTo>
                    <a:pt x="35" y="32"/>
                  </a:lnTo>
                  <a:lnTo>
                    <a:pt x="31" y="34"/>
                  </a:lnTo>
                  <a:lnTo>
                    <a:pt x="27" y="35"/>
                  </a:lnTo>
                  <a:lnTo>
                    <a:pt x="24" y="37"/>
                  </a:lnTo>
                  <a:lnTo>
                    <a:pt x="20" y="38"/>
                  </a:lnTo>
                  <a:lnTo>
                    <a:pt x="17" y="40"/>
                  </a:lnTo>
                  <a:lnTo>
                    <a:pt x="12" y="41"/>
                  </a:lnTo>
                  <a:lnTo>
                    <a:pt x="10" y="43"/>
                  </a:lnTo>
                  <a:lnTo>
                    <a:pt x="7" y="44"/>
                  </a:lnTo>
                  <a:lnTo>
                    <a:pt x="5" y="45"/>
                  </a:lnTo>
                  <a:lnTo>
                    <a:pt x="3" y="47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1" y="5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3" name="Freeform 74"/>
            <p:cNvSpPr>
              <a:spLocks/>
            </p:cNvSpPr>
            <p:nvPr/>
          </p:nvSpPr>
          <p:spPr bwMode="auto">
            <a:xfrm>
              <a:off x="3075" y="1868"/>
              <a:ext cx="80" cy="127"/>
            </a:xfrm>
            <a:custGeom>
              <a:avLst/>
              <a:gdLst>
                <a:gd name="T0" fmla="*/ 68 w 80"/>
                <a:gd name="T1" fmla="*/ 105 h 127"/>
                <a:gd name="T2" fmla="*/ 67 w 80"/>
                <a:gd name="T3" fmla="*/ 108 h 127"/>
                <a:gd name="T4" fmla="*/ 69 w 80"/>
                <a:gd name="T5" fmla="*/ 109 h 127"/>
                <a:gd name="T6" fmla="*/ 73 w 80"/>
                <a:gd name="T7" fmla="*/ 111 h 127"/>
                <a:gd name="T8" fmla="*/ 73 w 80"/>
                <a:gd name="T9" fmla="*/ 114 h 127"/>
                <a:gd name="T10" fmla="*/ 71 w 80"/>
                <a:gd name="T11" fmla="*/ 117 h 127"/>
                <a:gd name="T12" fmla="*/ 69 w 80"/>
                <a:gd name="T13" fmla="*/ 119 h 127"/>
                <a:gd name="T14" fmla="*/ 66 w 80"/>
                <a:gd name="T15" fmla="*/ 122 h 127"/>
                <a:gd name="T16" fmla="*/ 62 w 80"/>
                <a:gd name="T17" fmla="*/ 124 h 127"/>
                <a:gd name="T18" fmla="*/ 55 w 80"/>
                <a:gd name="T19" fmla="*/ 125 h 127"/>
                <a:gd name="T20" fmla="*/ 50 w 80"/>
                <a:gd name="T21" fmla="*/ 126 h 127"/>
                <a:gd name="T22" fmla="*/ 44 w 80"/>
                <a:gd name="T23" fmla="*/ 127 h 127"/>
                <a:gd name="T24" fmla="*/ 36 w 80"/>
                <a:gd name="T25" fmla="*/ 127 h 127"/>
                <a:gd name="T26" fmla="*/ 30 w 80"/>
                <a:gd name="T27" fmla="*/ 126 h 127"/>
                <a:gd name="T28" fmla="*/ 24 w 80"/>
                <a:gd name="T29" fmla="*/ 125 h 127"/>
                <a:gd name="T30" fmla="*/ 19 w 80"/>
                <a:gd name="T31" fmla="*/ 124 h 127"/>
                <a:gd name="T32" fmla="*/ 14 w 80"/>
                <a:gd name="T33" fmla="*/ 122 h 127"/>
                <a:gd name="T34" fmla="*/ 10 w 80"/>
                <a:gd name="T35" fmla="*/ 119 h 127"/>
                <a:gd name="T36" fmla="*/ 8 w 80"/>
                <a:gd name="T37" fmla="*/ 117 h 127"/>
                <a:gd name="T38" fmla="*/ 6 w 80"/>
                <a:gd name="T39" fmla="*/ 114 h 127"/>
                <a:gd name="T40" fmla="*/ 6 w 80"/>
                <a:gd name="T41" fmla="*/ 110 h 127"/>
                <a:gd name="T42" fmla="*/ 8 w 80"/>
                <a:gd name="T43" fmla="*/ 107 h 127"/>
                <a:gd name="T44" fmla="*/ 12 w 80"/>
                <a:gd name="T45" fmla="*/ 105 h 127"/>
                <a:gd name="T46" fmla="*/ 10 w 80"/>
                <a:gd name="T47" fmla="*/ 102 h 127"/>
                <a:gd name="T48" fmla="*/ 3 w 80"/>
                <a:gd name="T49" fmla="*/ 94 h 127"/>
                <a:gd name="T50" fmla="*/ 1 w 80"/>
                <a:gd name="T51" fmla="*/ 75 h 127"/>
                <a:gd name="T52" fmla="*/ 0 w 80"/>
                <a:gd name="T53" fmla="*/ 51 h 127"/>
                <a:gd name="T54" fmla="*/ 3 w 80"/>
                <a:gd name="T55" fmla="*/ 32 h 127"/>
                <a:gd name="T56" fmla="*/ 8 w 80"/>
                <a:gd name="T57" fmla="*/ 25 h 127"/>
                <a:gd name="T58" fmla="*/ 12 w 80"/>
                <a:gd name="T59" fmla="*/ 22 h 127"/>
                <a:gd name="T60" fmla="*/ 8 w 80"/>
                <a:gd name="T61" fmla="*/ 20 h 127"/>
                <a:gd name="T62" fmla="*/ 6 w 80"/>
                <a:gd name="T63" fmla="*/ 17 h 127"/>
                <a:gd name="T64" fmla="*/ 6 w 80"/>
                <a:gd name="T65" fmla="*/ 13 h 127"/>
                <a:gd name="T66" fmla="*/ 8 w 80"/>
                <a:gd name="T67" fmla="*/ 10 h 127"/>
                <a:gd name="T68" fmla="*/ 10 w 80"/>
                <a:gd name="T69" fmla="*/ 8 h 127"/>
                <a:gd name="T70" fmla="*/ 14 w 80"/>
                <a:gd name="T71" fmla="*/ 6 h 127"/>
                <a:gd name="T72" fmla="*/ 19 w 80"/>
                <a:gd name="T73" fmla="*/ 4 h 127"/>
                <a:gd name="T74" fmla="*/ 24 w 80"/>
                <a:gd name="T75" fmla="*/ 1 h 127"/>
                <a:gd name="T76" fmla="*/ 30 w 80"/>
                <a:gd name="T77" fmla="*/ 1 h 127"/>
                <a:gd name="T78" fmla="*/ 36 w 80"/>
                <a:gd name="T79" fmla="*/ 0 h 127"/>
                <a:gd name="T80" fmla="*/ 44 w 80"/>
                <a:gd name="T81" fmla="*/ 0 h 127"/>
                <a:gd name="T82" fmla="*/ 50 w 80"/>
                <a:gd name="T83" fmla="*/ 1 h 127"/>
                <a:gd name="T84" fmla="*/ 55 w 80"/>
                <a:gd name="T85" fmla="*/ 1 h 127"/>
                <a:gd name="T86" fmla="*/ 62 w 80"/>
                <a:gd name="T87" fmla="*/ 4 h 127"/>
                <a:gd name="T88" fmla="*/ 66 w 80"/>
                <a:gd name="T89" fmla="*/ 6 h 127"/>
                <a:gd name="T90" fmla="*/ 69 w 80"/>
                <a:gd name="T91" fmla="*/ 8 h 127"/>
                <a:gd name="T92" fmla="*/ 71 w 80"/>
                <a:gd name="T93" fmla="*/ 10 h 127"/>
                <a:gd name="T94" fmla="*/ 73 w 80"/>
                <a:gd name="T95" fmla="*/ 13 h 127"/>
                <a:gd name="T96" fmla="*/ 73 w 80"/>
                <a:gd name="T97" fmla="*/ 17 h 127"/>
                <a:gd name="T98" fmla="*/ 70 w 80"/>
                <a:gd name="T99" fmla="*/ 20 h 127"/>
                <a:gd name="T100" fmla="*/ 68 w 80"/>
                <a:gd name="T101" fmla="*/ 21 h 127"/>
                <a:gd name="T102" fmla="*/ 70 w 80"/>
                <a:gd name="T103" fmla="*/ 24 h 127"/>
                <a:gd name="T104" fmla="*/ 77 w 80"/>
                <a:gd name="T105" fmla="*/ 32 h 127"/>
                <a:gd name="T106" fmla="*/ 80 w 80"/>
                <a:gd name="T107" fmla="*/ 54 h 127"/>
                <a:gd name="T108" fmla="*/ 79 w 80"/>
                <a:gd name="T109" fmla="*/ 80 h 127"/>
                <a:gd name="T110" fmla="*/ 73 w 80"/>
                <a:gd name="T111" fmla="*/ 100 h 12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127"/>
                <a:gd name="T170" fmla="*/ 80 w 80"/>
                <a:gd name="T171" fmla="*/ 127 h 12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127">
                  <a:moveTo>
                    <a:pt x="70" y="103"/>
                  </a:moveTo>
                  <a:lnTo>
                    <a:pt x="68" y="105"/>
                  </a:lnTo>
                  <a:lnTo>
                    <a:pt x="67" y="107"/>
                  </a:lnTo>
                  <a:lnTo>
                    <a:pt x="67" y="108"/>
                  </a:lnTo>
                  <a:lnTo>
                    <a:pt x="68" y="109"/>
                  </a:lnTo>
                  <a:lnTo>
                    <a:pt x="69" y="109"/>
                  </a:lnTo>
                  <a:lnTo>
                    <a:pt x="71" y="110"/>
                  </a:lnTo>
                  <a:lnTo>
                    <a:pt x="73" y="111"/>
                  </a:lnTo>
                  <a:lnTo>
                    <a:pt x="73" y="113"/>
                  </a:lnTo>
                  <a:lnTo>
                    <a:pt x="73" y="114"/>
                  </a:lnTo>
                  <a:lnTo>
                    <a:pt x="73" y="116"/>
                  </a:lnTo>
                  <a:lnTo>
                    <a:pt x="71" y="117"/>
                  </a:lnTo>
                  <a:lnTo>
                    <a:pt x="70" y="119"/>
                  </a:lnTo>
                  <a:lnTo>
                    <a:pt x="69" y="119"/>
                  </a:lnTo>
                  <a:lnTo>
                    <a:pt x="68" y="121"/>
                  </a:lnTo>
                  <a:lnTo>
                    <a:pt x="66" y="122"/>
                  </a:lnTo>
                  <a:lnTo>
                    <a:pt x="64" y="123"/>
                  </a:lnTo>
                  <a:lnTo>
                    <a:pt x="62" y="124"/>
                  </a:lnTo>
                  <a:lnTo>
                    <a:pt x="60" y="125"/>
                  </a:lnTo>
                  <a:lnTo>
                    <a:pt x="55" y="125"/>
                  </a:lnTo>
                  <a:lnTo>
                    <a:pt x="53" y="126"/>
                  </a:lnTo>
                  <a:lnTo>
                    <a:pt x="50" y="126"/>
                  </a:lnTo>
                  <a:lnTo>
                    <a:pt x="47" y="127"/>
                  </a:lnTo>
                  <a:lnTo>
                    <a:pt x="44" y="127"/>
                  </a:lnTo>
                  <a:lnTo>
                    <a:pt x="39" y="127"/>
                  </a:lnTo>
                  <a:lnTo>
                    <a:pt x="36" y="127"/>
                  </a:lnTo>
                  <a:lnTo>
                    <a:pt x="33" y="127"/>
                  </a:lnTo>
                  <a:lnTo>
                    <a:pt x="30" y="126"/>
                  </a:lnTo>
                  <a:lnTo>
                    <a:pt x="28" y="126"/>
                  </a:lnTo>
                  <a:lnTo>
                    <a:pt x="24" y="125"/>
                  </a:lnTo>
                  <a:lnTo>
                    <a:pt x="22" y="125"/>
                  </a:lnTo>
                  <a:lnTo>
                    <a:pt x="19" y="124"/>
                  </a:lnTo>
                  <a:lnTo>
                    <a:pt x="16" y="123"/>
                  </a:lnTo>
                  <a:lnTo>
                    <a:pt x="14" y="122"/>
                  </a:lnTo>
                  <a:lnTo>
                    <a:pt x="13" y="121"/>
                  </a:lnTo>
                  <a:lnTo>
                    <a:pt x="10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6" y="116"/>
                  </a:lnTo>
                  <a:lnTo>
                    <a:pt x="6" y="114"/>
                  </a:lnTo>
                  <a:lnTo>
                    <a:pt x="6" y="113"/>
                  </a:lnTo>
                  <a:lnTo>
                    <a:pt x="6" y="110"/>
                  </a:lnTo>
                  <a:lnTo>
                    <a:pt x="8" y="108"/>
                  </a:lnTo>
                  <a:lnTo>
                    <a:pt x="8" y="107"/>
                  </a:lnTo>
                  <a:lnTo>
                    <a:pt x="12" y="106"/>
                  </a:lnTo>
                  <a:lnTo>
                    <a:pt x="12" y="105"/>
                  </a:lnTo>
                  <a:lnTo>
                    <a:pt x="12" y="104"/>
                  </a:lnTo>
                  <a:lnTo>
                    <a:pt x="10" y="102"/>
                  </a:lnTo>
                  <a:lnTo>
                    <a:pt x="6" y="100"/>
                  </a:lnTo>
                  <a:lnTo>
                    <a:pt x="3" y="94"/>
                  </a:lnTo>
                  <a:lnTo>
                    <a:pt x="2" y="87"/>
                  </a:lnTo>
                  <a:lnTo>
                    <a:pt x="1" y="75"/>
                  </a:lnTo>
                  <a:lnTo>
                    <a:pt x="0" y="63"/>
                  </a:lnTo>
                  <a:lnTo>
                    <a:pt x="0" y="51"/>
                  </a:lnTo>
                  <a:lnTo>
                    <a:pt x="1" y="41"/>
                  </a:lnTo>
                  <a:lnTo>
                    <a:pt x="3" y="32"/>
                  </a:lnTo>
                  <a:lnTo>
                    <a:pt x="6" y="27"/>
                  </a:lnTo>
                  <a:lnTo>
                    <a:pt x="8" y="25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8" y="10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6" y="5"/>
                  </a:lnTo>
                  <a:lnTo>
                    <a:pt x="19" y="4"/>
                  </a:lnTo>
                  <a:lnTo>
                    <a:pt x="22" y="2"/>
                  </a:lnTo>
                  <a:lnTo>
                    <a:pt x="24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4" y="5"/>
                  </a:lnTo>
                  <a:lnTo>
                    <a:pt x="66" y="6"/>
                  </a:lnTo>
                  <a:lnTo>
                    <a:pt x="68" y="7"/>
                  </a:lnTo>
                  <a:lnTo>
                    <a:pt x="69" y="8"/>
                  </a:lnTo>
                  <a:lnTo>
                    <a:pt x="70" y="9"/>
                  </a:lnTo>
                  <a:lnTo>
                    <a:pt x="71" y="10"/>
                  </a:lnTo>
                  <a:lnTo>
                    <a:pt x="73" y="11"/>
                  </a:lnTo>
                  <a:lnTo>
                    <a:pt x="73" y="13"/>
                  </a:lnTo>
                  <a:lnTo>
                    <a:pt x="73" y="15"/>
                  </a:lnTo>
                  <a:lnTo>
                    <a:pt x="73" y="17"/>
                  </a:lnTo>
                  <a:lnTo>
                    <a:pt x="71" y="19"/>
                  </a:lnTo>
                  <a:lnTo>
                    <a:pt x="70" y="20"/>
                  </a:lnTo>
                  <a:lnTo>
                    <a:pt x="69" y="20"/>
                  </a:lnTo>
                  <a:lnTo>
                    <a:pt x="68" y="21"/>
                  </a:lnTo>
                  <a:lnTo>
                    <a:pt x="68" y="22"/>
                  </a:lnTo>
                  <a:lnTo>
                    <a:pt x="70" y="24"/>
                  </a:lnTo>
                  <a:lnTo>
                    <a:pt x="73" y="26"/>
                  </a:lnTo>
                  <a:lnTo>
                    <a:pt x="77" y="32"/>
                  </a:lnTo>
                  <a:lnTo>
                    <a:pt x="79" y="42"/>
                  </a:lnTo>
                  <a:lnTo>
                    <a:pt x="80" y="54"/>
                  </a:lnTo>
                  <a:lnTo>
                    <a:pt x="80" y="67"/>
                  </a:lnTo>
                  <a:lnTo>
                    <a:pt x="79" y="80"/>
                  </a:lnTo>
                  <a:lnTo>
                    <a:pt x="77" y="90"/>
                  </a:lnTo>
                  <a:lnTo>
                    <a:pt x="73" y="100"/>
                  </a:lnTo>
                  <a:lnTo>
                    <a:pt x="70" y="103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4" name="Freeform 75"/>
            <p:cNvSpPr>
              <a:spLocks/>
            </p:cNvSpPr>
            <p:nvPr/>
          </p:nvSpPr>
          <p:spPr bwMode="auto">
            <a:xfrm>
              <a:off x="3141" y="1970"/>
              <a:ext cx="9" cy="12"/>
            </a:xfrm>
            <a:custGeom>
              <a:avLst/>
              <a:gdLst>
                <a:gd name="T0" fmla="*/ 9 w 9"/>
                <a:gd name="T1" fmla="*/ 12 h 12"/>
                <a:gd name="T2" fmla="*/ 9 w 9"/>
                <a:gd name="T3" fmla="*/ 12 h 12"/>
                <a:gd name="T4" fmla="*/ 7 w 9"/>
                <a:gd name="T5" fmla="*/ 9 h 12"/>
                <a:gd name="T6" fmla="*/ 6 w 9"/>
                <a:gd name="T7" fmla="*/ 8 h 12"/>
                <a:gd name="T8" fmla="*/ 4 w 9"/>
                <a:gd name="T9" fmla="*/ 7 h 12"/>
                <a:gd name="T10" fmla="*/ 3 w 9"/>
                <a:gd name="T11" fmla="*/ 5 h 12"/>
                <a:gd name="T12" fmla="*/ 2 w 9"/>
                <a:gd name="T13" fmla="*/ 5 h 12"/>
                <a:gd name="T14" fmla="*/ 2 w 9"/>
                <a:gd name="T15" fmla="*/ 4 h 12"/>
                <a:gd name="T16" fmla="*/ 3 w 9"/>
                <a:gd name="T17" fmla="*/ 3 h 12"/>
                <a:gd name="T18" fmla="*/ 5 w 9"/>
                <a:gd name="T19" fmla="*/ 2 h 12"/>
                <a:gd name="T20" fmla="*/ 4 w 9"/>
                <a:gd name="T21" fmla="*/ 0 h 12"/>
                <a:gd name="T22" fmla="*/ 1 w 9"/>
                <a:gd name="T23" fmla="*/ 2 h 12"/>
                <a:gd name="T24" fmla="*/ 0 w 9"/>
                <a:gd name="T25" fmla="*/ 4 h 12"/>
                <a:gd name="T26" fmla="*/ 0 w 9"/>
                <a:gd name="T27" fmla="*/ 7 h 12"/>
                <a:gd name="T28" fmla="*/ 2 w 9"/>
                <a:gd name="T29" fmla="*/ 8 h 12"/>
                <a:gd name="T30" fmla="*/ 3 w 9"/>
                <a:gd name="T31" fmla="*/ 9 h 12"/>
                <a:gd name="T32" fmla="*/ 5 w 9"/>
                <a:gd name="T33" fmla="*/ 11 h 12"/>
                <a:gd name="T34" fmla="*/ 6 w 9"/>
                <a:gd name="T35" fmla="*/ 11 h 12"/>
                <a:gd name="T36" fmla="*/ 6 w 9"/>
                <a:gd name="T37" fmla="*/ 12 h 12"/>
                <a:gd name="T38" fmla="*/ 9 w 9"/>
                <a:gd name="T39" fmla="*/ 12 h 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"/>
                <a:gd name="T61" fmla="*/ 0 h 12"/>
                <a:gd name="T62" fmla="*/ 9 w 9"/>
                <a:gd name="T63" fmla="*/ 12 h 1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" h="12">
                  <a:moveTo>
                    <a:pt x="9" y="12"/>
                  </a:moveTo>
                  <a:lnTo>
                    <a:pt x="9" y="12"/>
                  </a:lnTo>
                  <a:lnTo>
                    <a:pt x="7" y="9"/>
                  </a:lnTo>
                  <a:lnTo>
                    <a:pt x="6" y="8"/>
                  </a:lnTo>
                  <a:lnTo>
                    <a:pt x="4" y="7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5" name="Freeform 76"/>
            <p:cNvSpPr>
              <a:spLocks/>
            </p:cNvSpPr>
            <p:nvPr/>
          </p:nvSpPr>
          <p:spPr bwMode="auto">
            <a:xfrm>
              <a:off x="3115" y="1982"/>
              <a:ext cx="35" cy="13"/>
            </a:xfrm>
            <a:custGeom>
              <a:avLst/>
              <a:gdLst>
                <a:gd name="T0" fmla="*/ 0 w 35"/>
                <a:gd name="T1" fmla="*/ 13 h 13"/>
                <a:gd name="T2" fmla="*/ 0 w 35"/>
                <a:gd name="T3" fmla="*/ 13 h 13"/>
                <a:gd name="T4" fmla="*/ 4 w 35"/>
                <a:gd name="T5" fmla="*/ 13 h 13"/>
                <a:gd name="T6" fmla="*/ 7 w 35"/>
                <a:gd name="T7" fmla="*/ 13 h 13"/>
                <a:gd name="T8" fmla="*/ 10 w 35"/>
                <a:gd name="T9" fmla="*/ 12 h 13"/>
                <a:gd name="T10" fmla="*/ 13 w 35"/>
                <a:gd name="T11" fmla="*/ 12 h 13"/>
                <a:gd name="T12" fmla="*/ 17 w 35"/>
                <a:gd name="T13" fmla="*/ 12 h 13"/>
                <a:gd name="T14" fmla="*/ 20 w 35"/>
                <a:gd name="T15" fmla="*/ 11 h 13"/>
                <a:gd name="T16" fmla="*/ 22 w 35"/>
                <a:gd name="T17" fmla="*/ 10 h 13"/>
                <a:gd name="T18" fmla="*/ 25 w 35"/>
                <a:gd name="T19" fmla="*/ 9 h 13"/>
                <a:gd name="T20" fmla="*/ 27 w 35"/>
                <a:gd name="T21" fmla="*/ 8 h 13"/>
                <a:gd name="T22" fmla="*/ 28 w 35"/>
                <a:gd name="T23" fmla="*/ 8 h 13"/>
                <a:gd name="T24" fmla="*/ 30 w 35"/>
                <a:gd name="T25" fmla="*/ 6 h 13"/>
                <a:gd name="T26" fmla="*/ 31 w 35"/>
                <a:gd name="T27" fmla="*/ 5 h 13"/>
                <a:gd name="T28" fmla="*/ 32 w 35"/>
                <a:gd name="T29" fmla="*/ 4 h 13"/>
                <a:gd name="T30" fmla="*/ 33 w 35"/>
                <a:gd name="T31" fmla="*/ 3 h 13"/>
                <a:gd name="T32" fmla="*/ 35 w 35"/>
                <a:gd name="T33" fmla="*/ 1 h 13"/>
                <a:gd name="T34" fmla="*/ 35 w 35"/>
                <a:gd name="T35" fmla="*/ 0 h 13"/>
                <a:gd name="T36" fmla="*/ 32 w 35"/>
                <a:gd name="T37" fmla="*/ 0 h 13"/>
                <a:gd name="T38" fmla="*/ 32 w 35"/>
                <a:gd name="T39" fmla="*/ 1 h 13"/>
                <a:gd name="T40" fmla="*/ 32 w 35"/>
                <a:gd name="T41" fmla="*/ 2 h 13"/>
                <a:gd name="T42" fmla="*/ 31 w 35"/>
                <a:gd name="T43" fmla="*/ 3 h 13"/>
                <a:gd name="T44" fmla="*/ 30 w 35"/>
                <a:gd name="T45" fmla="*/ 4 h 13"/>
                <a:gd name="T46" fmla="*/ 29 w 35"/>
                <a:gd name="T47" fmla="*/ 5 h 13"/>
                <a:gd name="T48" fmla="*/ 27 w 35"/>
                <a:gd name="T49" fmla="*/ 6 h 13"/>
                <a:gd name="T50" fmla="*/ 26 w 35"/>
                <a:gd name="T51" fmla="*/ 7 h 13"/>
                <a:gd name="T52" fmla="*/ 24 w 35"/>
                <a:gd name="T53" fmla="*/ 8 h 13"/>
                <a:gd name="T54" fmla="*/ 22 w 35"/>
                <a:gd name="T55" fmla="*/ 9 h 13"/>
                <a:gd name="T56" fmla="*/ 20 w 35"/>
                <a:gd name="T57" fmla="*/ 9 h 13"/>
                <a:gd name="T58" fmla="*/ 15 w 35"/>
                <a:gd name="T59" fmla="*/ 10 h 13"/>
                <a:gd name="T60" fmla="*/ 13 w 35"/>
                <a:gd name="T61" fmla="*/ 10 h 13"/>
                <a:gd name="T62" fmla="*/ 10 w 35"/>
                <a:gd name="T63" fmla="*/ 11 h 13"/>
                <a:gd name="T64" fmla="*/ 7 w 35"/>
                <a:gd name="T65" fmla="*/ 11 h 13"/>
                <a:gd name="T66" fmla="*/ 4 w 35"/>
                <a:gd name="T67" fmla="*/ 11 h 13"/>
                <a:gd name="T68" fmla="*/ 0 w 35"/>
                <a:gd name="T69" fmla="*/ 11 h 13"/>
                <a:gd name="T70" fmla="*/ 0 w 35"/>
                <a:gd name="T71" fmla="*/ 13 h 1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3"/>
                <a:gd name="T110" fmla="*/ 35 w 35"/>
                <a:gd name="T111" fmla="*/ 13 h 1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3">
                  <a:moveTo>
                    <a:pt x="0" y="13"/>
                  </a:moveTo>
                  <a:lnTo>
                    <a:pt x="0" y="13"/>
                  </a:lnTo>
                  <a:lnTo>
                    <a:pt x="4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3" y="12"/>
                  </a:lnTo>
                  <a:lnTo>
                    <a:pt x="17" y="12"/>
                  </a:lnTo>
                  <a:lnTo>
                    <a:pt x="20" y="11"/>
                  </a:lnTo>
                  <a:lnTo>
                    <a:pt x="22" y="10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5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0" y="4"/>
                  </a:lnTo>
                  <a:lnTo>
                    <a:pt x="29" y="5"/>
                  </a:lnTo>
                  <a:lnTo>
                    <a:pt x="27" y="6"/>
                  </a:lnTo>
                  <a:lnTo>
                    <a:pt x="26" y="7"/>
                  </a:lnTo>
                  <a:lnTo>
                    <a:pt x="24" y="8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5" y="10"/>
                  </a:lnTo>
                  <a:lnTo>
                    <a:pt x="13" y="10"/>
                  </a:lnTo>
                  <a:lnTo>
                    <a:pt x="10" y="11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6" name="Freeform 77"/>
            <p:cNvSpPr>
              <a:spLocks/>
            </p:cNvSpPr>
            <p:nvPr/>
          </p:nvSpPr>
          <p:spPr bwMode="auto">
            <a:xfrm>
              <a:off x="3080" y="1982"/>
              <a:ext cx="35" cy="13"/>
            </a:xfrm>
            <a:custGeom>
              <a:avLst/>
              <a:gdLst>
                <a:gd name="T0" fmla="*/ 0 w 35"/>
                <a:gd name="T1" fmla="*/ 0 h 13"/>
                <a:gd name="T2" fmla="*/ 0 w 35"/>
                <a:gd name="T3" fmla="*/ 0 h 13"/>
                <a:gd name="T4" fmla="*/ 0 w 35"/>
                <a:gd name="T5" fmla="*/ 1 h 13"/>
                <a:gd name="T6" fmla="*/ 1 w 35"/>
                <a:gd name="T7" fmla="*/ 3 h 13"/>
                <a:gd name="T8" fmla="*/ 1 w 35"/>
                <a:gd name="T9" fmla="*/ 4 h 13"/>
                <a:gd name="T10" fmla="*/ 3 w 35"/>
                <a:gd name="T11" fmla="*/ 5 h 13"/>
                <a:gd name="T12" fmla="*/ 4 w 35"/>
                <a:gd name="T13" fmla="*/ 6 h 13"/>
                <a:gd name="T14" fmla="*/ 7 w 35"/>
                <a:gd name="T15" fmla="*/ 8 h 13"/>
                <a:gd name="T16" fmla="*/ 8 w 35"/>
                <a:gd name="T17" fmla="*/ 8 h 13"/>
                <a:gd name="T18" fmla="*/ 11 w 35"/>
                <a:gd name="T19" fmla="*/ 9 h 13"/>
                <a:gd name="T20" fmla="*/ 14 w 35"/>
                <a:gd name="T21" fmla="*/ 10 h 13"/>
                <a:gd name="T22" fmla="*/ 16 w 35"/>
                <a:gd name="T23" fmla="*/ 11 h 13"/>
                <a:gd name="T24" fmla="*/ 19 w 35"/>
                <a:gd name="T25" fmla="*/ 12 h 13"/>
                <a:gd name="T26" fmla="*/ 21 w 35"/>
                <a:gd name="T27" fmla="*/ 12 h 13"/>
                <a:gd name="T28" fmla="*/ 25 w 35"/>
                <a:gd name="T29" fmla="*/ 12 h 13"/>
                <a:gd name="T30" fmla="*/ 29 w 35"/>
                <a:gd name="T31" fmla="*/ 13 h 13"/>
                <a:gd name="T32" fmla="*/ 32 w 35"/>
                <a:gd name="T33" fmla="*/ 13 h 13"/>
                <a:gd name="T34" fmla="*/ 35 w 35"/>
                <a:gd name="T35" fmla="*/ 13 h 13"/>
                <a:gd name="T36" fmla="*/ 35 w 35"/>
                <a:gd name="T37" fmla="*/ 11 h 13"/>
                <a:gd name="T38" fmla="*/ 32 w 35"/>
                <a:gd name="T39" fmla="*/ 11 h 13"/>
                <a:gd name="T40" fmla="*/ 29 w 35"/>
                <a:gd name="T41" fmla="*/ 11 h 13"/>
                <a:gd name="T42" fmla="*/ 25 w 35"/>
                <a:gd name="T43" fmla="*/ 11 h 13"/>
                <a:gd name="T44" fmla="*/ 21 w 35"/>
                <a:gd name="T45" fmla="*/ 10 h 13"/>
                <a:gd name="T46" fmla="*/ 19 w 35"/>
                <a:gd name="T47" fmla="*/ 10 h 13"/>
                <a:gd name="T48" fmla="*/ 16 w 35"/>
                <a:gd name="T49" fmla="*/ 9 h 13"/>
                <a:gd name="T50" fmla="*/ 14 w 35"/>
                <a:gd name="T51" fmla="*/ 9 h 13"/>
                <a:gd name="T52" fmla="*/ 11 w 35"/>
                <a:gd name="T53" fmla="*/ 8 h 13"/>
                <a:gd name="T54" fmla="*/ 9 w 35"/>
                <a:gd name="T55" fmla="*/ 7 h 13"/>
                <a:gd name="T56" fmla="*/ 8 w 35"/>
                <a:gd name="T57" fmla="*/ 6 h 13"/>
                <a:gd name="T58" fmla="*/ 5 w 35"/>
                <a:gd name="T59" fmla="*/ 5 h 13"/>
                <a:gd name="T60" fmla="*/ 4 w 35"/>
                <a:gd name="T61" fmla="*/ 4 h 13"/>
                <a:gd name="T62" fmla="*/ 3 w 35"/>
                <a:gd name="T63" fmla="*/ 3 h 13"/>
                <a:gd name="T64" fmla="*/ 2 w 35"/>
                <a:gd name="T65" fmla="*/ 2 h 13"/>
                <a:gd name="T66" fmla="*/ 2 w 35"/>
                <a:gd name="T67" fmla="*/ 1 h 13"/>
                <a:gd name="T68" fmla="*/ 2 w 35"/>
                <a:gd name="T69" fmla="*/ 0 h 13"/>
                <a:gd name="T70" fmla="*/ 0 w 35"/>
                <a:gd name="T71" fmla="*/ 0 h 1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3"/>
                <a:gd name="T110" fmla="*/ 35 w 35"/>
                <a:gd name="T111" fmla="*/ 13 h 1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3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3" y="5"/>
                  </a:lnTo>
                  <a:lnTo>
                    <a:pt x="4" y="6"/>
                  </a:lnTo>
                  <a:lnTo>
                    <a:pt x="7" y="8"/>
                  </a:lnTo>
                  <a:lnTo>
                    <a:pt x="8" y="8"/>
                  </a:lnTo>
                  <a:lnTo>
                    <a:pt x="11" y="9"/>
                  </a:lnTo>
                  <a:lnTo>
                    <a:pt x="14" y="10"/>
                  </a:lnTo>
                  <a:lnTo>
                    <a:pt x="16" y="11"/>
                  </a:lnTo>
                  <a:lnTo>
                    <a:pt x="19" y="12"/>
                  </a:lnTo>
                  <a:lnTo>
                    <a:pt x="21" y="12"/>
                  </a:lnTo>
                  <a:lnTo>
                    <a:pt x="25" y="12"/>
                  </a:lnTo>
                  <a:lnTo>
                    <a:pt x="29" y="13"/>
                  </a:lnTo>
                  <a:lnTo>
                    <a:pt x="32" y="13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2" y="11"/>
                  </a:lnTo>
                  <a:lnTo>
                    <a:pt x="29" y="11"/>
                  </a:lnTo>
                  <a:lnTo>
                    <a:pt x="25" y="11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6" y="9"/>
                  </a:lnTo>
                  <a:lnTo>
                    <a:pt x="14" y="9"/>
                  </a:lnTo>
                  <a:lnTo>
                    <a:pt x="11" y="8"/>
                  </a:lnTo>
                  <a:lnTo>
                    <a:pt x="9" y="7"/>
                  </a:lnTo>
                  <a:lnTo>
                    <a:pt x="8" y="6"/>
                  </a:lnTo>
                  <a:lnTo>
                    <a:pt x="5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7" name="Freeform 78"/>
            <p:cNvSpPr>
              <a:spLocks/>
            </p:cNvSpPr>
            <p:nvPr/>
          </p:nvSpPr>
          <p:spPr bwMode="auto">
            <a:xfrm>
              <a:off x="3080" y="1967"/>
              <a:ext cx="8" cy="15"/>
            </a:xfrm>
            <a:custGeom>
              <a:avLst/>
              <a:gdLst>
                <a:gd name="T0" fmla="*/ 0 w 8"/>
                <a:gd name="T1" fmla="*/ 1 h 15"/>
                <a:gd name="T2" fmla="*/ 0 w 8"/>
                <a:gd name="T3" fmla="*/ 2 h 15"/>
                <a:gd name="T4" fmla="*/ 3 w 8"/>
                <a:gd name="T5" fmla="*/ 4 h 15"/>
                <a:gd name="T6" fmla="*/ 5 w 8"/>
                <a:gd name="T7" fmla="*/ 5 h 15"/>
                <a:gd name="T8" fmla="*/ 5 w 8"/>
                <a:gd name="T9" fmla="*/ 6 h 15"/>
                <a:gd name="T10" fmla="*/ 5 w 8"/>
                <a:gd name="T11" fmla="*/ 8 h 15"/>
                <a:gd name="T12" fmla="*/ 3 w 8"/>
                <a:gd name="T13" fmla="*/ 8 h 15"/>
                <a:gd name="T14" fmla="*/ 2 w 8"/>
                <a:gd name="T15" fmla="*/ 10 h 15"/>
                <a:gd name="T16" fmla="*/ 1 w 8"/>
                <a:gd name="T17" fmla="*/ 12 h 15"/>
                <a:gd name="T18" fmla="*/ 0 w 8"/>
                <a:gd name="T19" fmla="*/ 15 h 15"/>
                <a:gd name="T20" fmla="*/ 2 w 8"/>
                <a:gd name="T21" fmla="*/ 15 h 15"/>
                <a:gd name="T22" fmla="*/ 2 w 8"/>
                <a:gd name="T23" fmla="*/ 12 h 15"/>
                <a:gd name="T24" fmla="*/ 3 w 8"/>
                <a:gd name="T25" fmla="*/ 11 h 15"/>
                <a:gd name="T26" fmla="*/ 5 w 8"/>
                <a:gd name="T27" fmla="*/ 10 h 15"/>
                <a:gd name="T28" fmla="*/ 7 w 8"/>
                <a:gd name="T29" fmla="*/ 8 h 15"/>
                <a:gd name="T30" fmla="*/ 8 w 8"/>
                <a:gd name="T31" fmla="*/ 6 h 15"/>
                <a:gd name="T32" fmla="*/ 8 w 8"/>
                <a:gd name="T33" fmla="*/ 5 h 15"/>
                <a:gd name="T34" fmla="*/ 5 w 8"/>
                <a:gd name="T35" fmla="*/ 3 h 15"/>
                <a:gd name="T36" fmla="*/ 1 w 8"/>
                <a:gd name="T37" fmla="*/ 0 h 15"/>
                <a:gd name="T38" fmla="*/ 0 w 8"/>
                <a:gd name="T39" fmla="*/ 1 h 1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"/>
                <a:gd name="T61" fmla="*/ 0 h 15"/>
                <a:gd name="T62" fmla="*/ 8 w 8"/>
                <a:gd name="T63" fmla="*/ 15 h 1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" h="15">
                  <a:moveTo>
                    <a:pt x="0" y="1"/>
                  </a:moveTo>
                  <a:lnTo>
                    <a:pt x="0" y="2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8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5" y="10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5" y="3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8" name="Freeform 79"/>
            <p:cNvSpPr>
              <a:spLocks/>
            </p:cNvSpPr>
            <p:nvPr/>
          </p:nvSpPr>
          <p:spPr bwMode="auto">
            <a:xfrm>
              <a:off x="3074" y="1894"/>
              <a:ext cx="8" cy="74"/>
            </a:xfrm>
            <a:custGeom>
              <a:avLst/>
              <a:gdLst>
                <a:gd name="T0" fmla="*/ 7 w 8"/>
                <a:gd name="T1" fmla="*/ 0 h 74"/>
                <a:gd name="T2" fmla="*/ 7 w 8"/>
                <a:gd name="T3" fmla="*/ 0 h 74"/>
                <a:gd name="T4" fmla="*/ 3 w 8"/>
                <a:gd name="T5" fmla="*/ 6 h 74"/>
                <a:gd name="T6" fmla="*/ 1 w 8"/>
                <a:gd name="T7" fmla="*/ 14 h 74"/>
                <a:gd name="T8" fmla="*/ 0 w 8"/>
                <a:gd name="T9" fmla="*/ 25 h 74"/>
                <a:gd name="T10" fmla="*/ 0 w 8"/>
                <a:gd name="T11" fmla="*/ 37 h 74"/>
                <a:gd name="T12" fmla="*/ 1 w 8"/>
                <a:gd name="T13" fmla="*/ 50 h 74"/>
                <a:gd name="T14" fmla="*/ 2 w 8"/>
                <a:gd name="T15" fmla="*/ 60 h 74"/>
                <a:gd name="T16" fmla="*/ 3 w 8"/>
                <a:gd name="T17" fmla="*/ 69 h 74"/>
                <a:gd name="T18" fmla="*/ 7 w 8"/>
                <a:gd name="T19" fmla="*/ 74 h 74"/>
                <a:gd name="T20" fmla="*/ 8 w 8"/>
                <a:gd name="T21" fmla="*/ 73 h 74"/>
                <a:gd name="T22" fmla="*/ 6 w 8"/>
                <a:gd name="T23" fmla="*/ 68 h 74"/>
                <a:gd name="T24" fmla="*/ 4 w 8"/>
                <a:gd name="T25" fmla="*/ 60 h 74"/>
                <a:gd name="T26" fmla="*/ 2 w 8"/>
                <a:gd name="T27" fmla="*/ 50 h 74"/>
                <a:gd name="T28" fmla="*/ 2 w 8"/>
                <a:gd name="T29" fmla="*/ 37 h 74"/>
                <a:gd name="T30" fmla="*/ 2 w 8"/>
                <a:gd name="T31" fmla="*/ 25 h 74"/>
                <a:gd name="T32" fmla="*/ 3 w 8"/>
                <a:gd name="T33" fmla="*/ 15 h 74"/>
                <a:gd name="T34" fmla="*/ 4 w 8"/>
                <a:gd name="T35" fmla="*/ 6 h 74"/>
                <a:gd name="T36" fmla="*/ 8 w 8"/>
                <a:gd name="T37" fmla="*/ 2 h 74"/>
                <a:gd name="T38" fmla="*/ 7 w 8"/>
                <a:gd name="T39" fmla="*/ 0 h 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"/>
                <a:gd name="T61" fmla="*/ 0 h 74"/>
                <a:gd name="T62" fmla="*/ 8 w 8"/>
                <a:gd name="T63" fmla="*/ 74 h 7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" h="74">
                  <a:moveTo>
                    <a:pt x="7" y="0"/>
                  </a:moveTo>
                  <a:lnTo>
                    <a:pt x="7" y="0"/>
                  </a:lnTo>
                  <a:lnTo>
                    <a:pt x="3" y="6"/>
                  </a:lnTo>
                  <a:lnTo>
                    <a:pt x="1" y="14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1" y="50"/>
                  </a:lnTo>
                  <a:lnTo>
                    <a:pt x="2" y="60"/>
                  </a:lnTo>
                  <a:lnTo>
                    <a:pt x="3" y="69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2" y="50"/>
                  </a:lnTo>
                  <a:lnTo>
                    <a:pt x="2" y="37"/>
                  </a:lnTo>
                  <a:lnTo>
                    <a:pt x="2" y="25"/>
                  </a:lnTo>
                  <a:lnTo>
                    <a:pt x="3" y="15"/>
                  </a:lnTo>
                  <a:lnTo>
                    <a:pt x="4" y="6"/>
                  </a:lnTo>
                  <a:lnTo>
                    <a:pt x="8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49" name="Freeform 80"/>
            <p:cNvSpPr>
              <a:spLocks/>
            </p:cNvSpPr>
            <p:nvPr/>
          </p:nvSpPr>
          <p:spPr bwMode="auto">
            <a:xfrm>
              <a:off x="3080" y="1883"/>
              <a:ext cx="8" cy="14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0 h 14"/>
                <a:gd name="T4" fmla="*/ 1 w 8"/>
                <a:gd name="T5" fmla="*/ 2 h 14"/>
                <a:gd name="T6" fmla="*/ 2 w 8"/>
                <a:gd name="T7" fmla="*/ 5 h 14"/>
                <a:gd name="T8" fmla="*/ 4 w 8"/>
                <a:gd name="T9" fmla="*/ 6 h 14"/>
                <a:gd name="T10" fmla="*/ 5 w 8"/>
                <a:gd name="T11" fmla="*/ 7 h 14"/>
                <a:gd name="T12" fmla="*/ 5 w 8"/>
                <a:gd name="T13" fmla="*/ 8 h 14"/>
                <a:gd name="T14" fmla="*/ 4 w 8"/>
                <a:gd name="T15" fmla="*/ 10 h 14"/>
                <a:gd name="T16" fmla="*/ 0 w 8"/>
                <a:gd name="T17" fmla="*/ 12 h 14"/>
                <a:gd name="T18" fmla="*/ 1 w 8"/>
                <a:gd name="T19" fmla="*/ 14 h 14"/>
                <a:gd name="T20" fmla="*/ 5 w 8"/>
                <a:gd name="T21" fmla="*/ 12 h 14"/>
                <a:gd name="T22" fmla="*/ 8 w 8"/>
                <a:gd name="T23" fmla="*/ 10 h 14"/>
                <a:gd name="T24" fmla="*/ 8 w 8"/>
                <a:gd name="T25" fmla="*/ 7 h 14"/>
                <a:gd name="T26" fmla="*/ 7 w 8"/>
                <a:gd name="T27" fmla="*/ 6 h 14"/>
                <a:gd name="T28" fmla="*/ 5 w 8"/>
                <a:gd name="T29" fmla="*/ 5 h 14"/>
                <a:gd name="T30" fmla="*/ 3 w 8"/>
                <a:gd name="T31" fmla="*/ 4 h 14"/>
                <a:gd name="T32" fmla="*/ 2 w 8"/>
                <a:gd name="T33" fmla="*/ 2 h 14"/>
                <a:gd name="T34" fmla="*/ 2 w 8"/>
                <a:gd name="T35" fmla="*/ 0 h 14"/>
                <a:gd name="T36" fmla="*/ 0 w 8"/>
                <a:gd name="T37" fmla="*/ 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"/>
                <a:gd name="T58" fmla="*/ 0 h 14"/>
                <a:gd name="T59" fmla="*/ 8 w 8"/>
                <a:gd name="T60" fmla="*/ 14 h 1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" h="14">
                  <a:moveTo>
                    <a:pt x="0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2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10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5" y="12"/>
                  </a:lnTo>
                  <a:lnTo>
                    <a:pt x="8" y="10"/>
                  </a:lnTo>
                  <a:lnTo>
                    <a:pt x="8" y="7"/>
                  </a:lnTo>
                  <a:lnTo>
                    <a:pt x="7" y="6"/>
                  </a:lnTo>
                  <a:lnTo>
                    <a:pt x="5" y="5"/>
                  </a:lnTo>
                  <a:lnTo>
                    <a:pt x="3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50" name="Freeform 81"/>
            <p:cNvSpPr>
              <a:spLocks/>
            </p:cNvSpPr>
            <p:nvPr/>
          </p:nvSpPr>
          <p:spPr bwMode="auto">
            <a:xfrm>
              <a:off x="3080" y="1867"/>
              <a:ext cx="35" cy="16"/>
            </a:xfrm>
            <a:custGeom>
              <a:avLst/>
              <a:gdLst>
                <a:gd name="T0" fmla="*/ 35 w 35"/>
                <a:gd name="T1" fmla="*/ 0 h 16"/>
                <a:gd name="T2" fmla="*/ 35 w 35"/>
                <a:gd name="T3" fmla="*/ 0 h 16"/>
                <a:gd name="T4" fmla="*/ 32 w 35"/>
                <a:gd name="T5" fmla="*/ 0 h 16"/>
                <a:gd name="T6" fmla="*/ 29 w 35"/>
                <a:gd name="T7" fmla="*/ 0 h 16"/>
                <a:gd name="T8" fmla="*/ 25 w 35"/>
                <a:gd name="T9" fmla="*/ 1 h 16"/>
                <a:gd name="T10" fmla="*/ 21 w 35"/>
                <a:gd name="T11" fmla="*/ 1 h 16"/>
                <a:gd name="T12" fmla="*/ 19 w 35"/>
                <a:gd name="T13" fmla="*/ 2 h 16"/>
                <a:gd name="T14" fmla="*/ 16 w 35"/>
                <a:gd name="T15" fmla="*/ 2 h 16"/>
                <a:gd name="T16" fmla="*/ 14 w 35"/>
                <a:gd name="T17" fmla="*/ 3 h 16"/>
                <a:gd name="T18" fmla="*/ 11 w 35"/>
                <a:gd name="T19" fmla="*/ 5 h 16"/>
                <a:gd name="T20" fmla="*/ 8 w 35"/>
                <a:gd name="T21" fmla="*/ 6 h 16"/>
                <a:gd name="T22" fmla="*/ 7 w 35"/>
                <a:gd name="T23" fmla="*/ 7 h 16"/>
                <a:gd name="T24" fmla="*/ 4 w 35"/>
                <a:gd name="T25" fmla="*/ 9 h 16"/>
                <a:gd name="T26" fmla="*/ 3 w 35"/>
                <a:gd name="T27" fmla="*/ 10 h 16"/>
                <a:gd name="T28" fmla="*/ 1 w 35"/>
                <a:gd name="T29" fmla="*/ 12 h 16"/>
                <a:gd name="T30" fmla="*/ 1 w 35"/>
                <a:gd name="T31" fmla="*/ 13 h 16"/>
                <a:gd name="T32" fmla="*/ 0 w 35"/>
                <a:gd name="T33" fmla="*/ 15 h 16"/>
                <a:gd name="T34" fmla="*/ 0 w 35"/>
                <a:gd name="T35" fmla="*/ 16 h 16"/>
                <a:gd name="T36" fmla="*/ 2 w 35"/>
                <a:gd name="T37" fmla="*/ 16 h 16"/>
                <a:gd name="T38" fmla="*/ 2 w 35"/>
                <a:gd name="T39" fmla="*/ 15 h 16"/>
                <a:gd name="T40" fmla="*/ 2 w 35"/>
                <a:gd name="T41" fmla="*/ 14 h 16"/>
                <a:gd name="T42" fmla="*/ 3 w 35"/>
                <a:gd name="T43" fmla="*/ 13 h 16"/>
                <a:gd name="T44" fmla="*/ 4 w 35"/>
                <a:gd name="T45" fmla="*/ 11 h 16"/>
                <a:gd name="T46" fmla="*/ 5 w 35"/>
                <a:gd name="T47" fmla="*/ 10 h 16"/>
                <a:gd name="T48" fmla="*/ 8 w 35"/>
                <a:gd name="T49" fmla="*/ 9 h 16"/>
                <a:gd name="T50" fmla="*/ 9 w 35"/>
                <a:gd name="T51" fmla="*/ 7 h 16"/>
                <a:gd name="T52" fmla="*/ 11 w 35"/>
                <a:gd name="T53" fmla="*/ 7 h 16"/>
                <a:gd name="T54" fmla="*/ 14 w 35"/>
                <a:gd name="T55" fmla="*/ 6 h 16"/>
                <a:gd name="T56" fmla="*/ 16 w 35"/>
                <a:gd name="T57" fmla="*/ 5 h 16"/>
                <a:gd name="T58" fmla="*/ 19 w 35"/>
                <a:gd name="T59" fmla="*/ 3 h 16"/>
                <a:gd name="T60" fmla="*/ 21 w 35"/>
                <a:gd name="T61" fmla="*/ 3 h 16"/>
                <a:gd name="T62" fmla="*/ 25 w 35"/>
                <a:gd name="T63" fmla="*/ 2 h 16"/>
                <a:gd name="T64" fmla="*/ 29 w 35"/>
                <a:gd name="T65" fmla="*/ 2 h 16"/>
                <a:gd name="T66" fmla="*/ 32 w 35"/>
                <a:gd name="T67" fmla="*/ 2 h 16"/>
                <a:gd name="T68" fmla="*/ 35 w 35"/>
                <a:gd name="T69" fmla="*/ 2 h 16"/>
                <a:gd name="T70" fmla="*/ 35 w 35"/>
                <a:gd name="T71" fmla="*/ 0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6"/>
                <a:gd name="T110" fmla="*/ 35 w 35"/>
                <a:gd name="T111" fmla="*/ 16 h 1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6">
                  <a:moveTo>
                    <a:pt x="35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6" y="2"/>
                  </a:lnTo>
                  <a:lnTo>
                    <a:pt x="14" y="3"/>
                  </a:lnTo>
                  <a:lnTo>
                    <a:pt x="11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4" y="9"/>
                  </a:lnTo>
                  <a:lnTo>
                    <a:pt x="3" y="10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8" y="9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4" y="6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5" y="2"/>
                  </a:lnTo>
                  <a:lnTo>
                    <a:pt x="29" y="2"/>
                  </a:lnTo>
                  <a:lnTo>
                    <a:pt x="32" y="2"/>
                  </a:lnTo>
                  <a:lnTo>
                    <a:pt x="35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51" name="Freeform 82"/>
            <p:cNvSpPr>
              <a:spLocks/>
            </p:cNvSpPr>
            <p:nvPr/>
          </p:nvSpPr>
          <p:spPr bwMode="auto">
            <a:xfrm>
              <a:off x="3115" y="1867"/>
              <a:ext cx="35" cy="16"/>
            </a:xfrm>
            <a:custGeom>
              <a:avLst/>
              <a:gdLst>
                <a:gd name="T0" fmla="*/ 35 w 35"/>
                <a:gd name="T1" fmla="*/ 16 h 16"/>
                <a:gd name="T2" fmla="*/ 35 w 35"/>
                <a:gd name="T3" fmla="*/ 16 h 16"/>
                <a:gd name="T4" fmla="*/ 35 w 35"/>
                <a:gd name="T5" fmla="*/ 15 h 16"/>
                <a:gd name="T6" fmla="*/ 33 w 35"/>
                <a:gd name="T7" fmla="*/ 13 h 16"/>
                <a:gd name="T8" fmla="*/ 32 w 35"/>
                <a:gd name="T9" fmla="*/ 12 h 16"/>
                <a:gd name="T10" fmla="*/ 31 w 35"/>
                <a:gd name="T11" fmla="*/ 10 h 16"/>
                <a:gd name="T12" fmla="*/ 30 w 35"/>
                <a:gd name="T13" fmla="*/ 9 h 16"/>
                <a:gd name="T14" fmla="*/ 28 w 35"/>
                <a:gd name="T15" fmla="*/ 7 h 16"/>
                <a:gd name="T16" fmla="*/ 27 w 35"/>
                <a:gd name="T17" fmla="*/ 6 h 16"/>
                <a:gd name="T18" fmla="*/ 25 w 35"/>
                <a:gd name="T19" fmla="*/ 5 h 16"/>
                <a:gd name="T20" fmla="*/ 22 w 35"/>
                <a:gd name="T21" fmla="*/ 3 h 16"/>
                <a:gd name="T22" fmla="*/ 20 w 35"/>
                <a:gd name="T23" fmla="*/ 2 h 16"/>
                <a:gd name="T24" fmla="*/ 17 w 35"/>
                <a:gd name="T25" fmla="*/ 2 h 16"/>
                <a:gd name="T26" fmla="*/ 13 w 35"/>
                <a:gd name="T27" fmla="*/ 1 h 16"/>
                <a:gd name="T28" fmla="*/ 10 w 35"/>
                <a:gd name="T29" fmla="*/ 1 h 16"/>
                <a:gd name="T30" fmla="*/ 7 w 35"/>
                <a:gd name="T31" fmla="*/ 0 h 16"/>
                <a:gd name="T32" fmla="*/ 4 w 35"/>
                <a:gd name="T33" fmla="*/ 0 h 16"/>
                <a:gd name="T34" fmla="*/ 0 w 35"/>
                <a:gd name="T35" fmla="*/ 0 h 16"/>
                <a:gd name="T36" fmla="*/ 0 w 35"/>
                <a:gd name="T37" fmla="*/ 2 h 16"/>
                <a:gd name="T38" fmla="*/ 4 w 35"/>
                <a:gd name="T39" fmla="*/ 2 h 16"/>
                <a:gd name="T40" fmla="*/ 7 w 35"/>
                <a:gd name="T41" fmla="*/ 2 h 16"/>
                <a:gd name="T42" fmla="*/ 10 w 35"/>
                <a:gd name="T43" fmla="*/ 2 h 16"/>
                <a:gd name="T44" fmla="*/ 13 w 35"/>
                <a:gd name="T45" fmla="*/ 3 h 16"/>
                <a:gd name="T46" fmla="*/ 15 w 35"/>
                <a:gd name="T47" fmla="*/ 3 h 16"/>
                <a:gd name="T48" fmla="*/ 20 w 35"/>
                <a:gd name="T49" fmla="*/ 5 h 16"/>
                <a:gd name="T50" fmla="*/ 22 w 35"/>
                <a:gd name="T51" fmla="*/ 6 h 16"/>
                <a:gd name="T52" fmla="*/ 24 w 35"/>
                <a:gd name="T53" fmla="*/ 7 h 16"/>
                <a:gd name="T54" fmla="*/ 26 w 35"/>
                <a:gd name="T55" fmla="*/ 7 h 16"/>
                <a:gd name="T56" fmla="*/ 27 w 35"/>
                <a:gd name="T57" fmla="*/ 9 h 16"/>
                <a:gd name="T58" fmla="*/ 29 w 35"/>
                <a:gd name="T59" fmla="*/ 10 h 16"/>
                <a:gd name="T60" fmla="*/ 30 w 35"/>
                <a:gd name="T61" fmla="*/ 11 h 16"/>
                <a:gd name="T62" fmla="*/ 31 w 35"/>
                <a:gd name="T63" fmla="*/ 13 h 16"/>
                <a:gd name="T64" fmla="*/ 32 w 35"/>
                <a:gd name="T65" fmla="*/ 14 h 16"/>
                <a:gd name="T66" fmla="*/ 32 w 35"/>
                <a:gd name="T67" fmla="*/ 15 h 16"/>
                <a:gd name="T68" fmla="*/ 32 w 35"/>
                <a:gd name="T69" fmla="*/ 16 h 16"/>
                <a:gd name="T70" fmla="*/ 35 w 35"/>
                <a:gd name="T71" fmla="*/ 16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16"/>
                <a:gd name="T110" fmla="*/ 35 w 35"/>
                <a:gd name="T111" fmla="*/ 16 h 1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16">
                  <a:moveTo>
                    <a:pt x="35" y="16"/>
                  </a:moveTo>
                  <a:lnTo>
                    <a:pt x="35" y="16"/>
                  </a:lnTo>
                  <a:lnTo>
                    <a:pt x="35" y="15"/>
                  </a:lnTo>
                  <a:lnTo>
                    <a:pt x="33" y="13"/>
                  </a:lnTo>
                  <a:lnTo>
                    <a:pt x="32" y="12"/>
                  </a:lnTo>
                  <a:lnTo>
                    <a:pt x="31" y="10"/>
                  </a:lnTo>
                  <a:lnTo>
                    <a:pt x="30" y="9"/>
                  </a:lnTo>
                  <a:lnTo>
                    <a:pt x="28" y="7"/>
                  </a:lnTo>
                  <a:lnTo>
                    <a:pt x="27" y="6"/>
                  </a:lnTo>
                  <a:lnTo>
                    <a:pt x="25" y="5"/>
                  </a:lnTo>
                  <a:lnTo>
                    <a:pt x="22" y="3"/>
                  </a:lnTo>
                  <a:lnTo>
                    <a:pt x="20" y="2"/>
                  </a:lnTo>
                  <a:lnTo>
                    <a:pt x="17" y="2"/>
                  </a:lnTo>
                  <a:lnTo>
                    <a:pt x="13" y="1"/>
                  </a:lnTo>
                  <a:lnTo>
                    <a:pt x="10" y="1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4" y="2"/>
                  </a:lnTo>
                  <a:lnTo>
                    <a:pt x="7" y="2"/>
                  </a:lnTo>
                  <a:lnTo>
                    <a:pt x="10" y="2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9" y="10"/>
                  </a:lnTo>
                  <a:lnTo>
                    <a:pt x="30" y="11"/>
                  </a:lnTo>
                  <a:lnTo>
                    <a:pt x="31" y="13"/>
                  </a:lnTo>
                  <a:lnTo>
                    <a:pt x="32" y="14"/>
                  </a:lnTo>
                  <a:lnTo>
                    <a:pt x="32" y="15"/>
                  </a:lnTo>
                  <a:lnTo>
                    <a:pt x="32" y="16"/>
                  </a:lnTo>
                  <a:lnTo>
                    <a:pt x="35" y="1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52" name="Freeform 83"/>
            <p:cNvSpPr>
              <a:spLocks/>
            </p:cNvSpPr>
            <p:nvPr/>
          </p:nvSpPr>
          <p:spPr bwMode="auto">
            <a:xfrm>
              <a:off x="3142" y="1883"/>
              <a:ext cx="8" cy="12"/>
            </a:xfrm>
            <a:custGeom>
              <a:avLst/>
              <a:gdLst>
                <a:gd name="T0" fmla="*/ 6 w 8"/>
                <a:gd name="T1" fmla="*/ 11 h 12"/>
                <a:gd name="T2" fmla="*/ 6 w 8"/>
                <a:gd name="T3" fmla="*/ 11 h 12"/>
                <a:gd name="T4" fmla="*/ 3 w 8"/>
                <a:gd name="T5" fmla="*/ 8 h 12"/>
                <a:gd name="T6" fmla="*/ 2 w 8"/>
                <a:gd name="T7" fmla="*/ 7 h 12"/>
                <a:gd name="T8" fmla="*/ 2 w 8"/>
                <a:gd name="T9" fmla="*/ 6 h 12"/>
                <a:gd name="T10" fmla="*/ 3 w 8"/>
                <a:gd name="T11" fmla="*/ 6 h 12"/>
                <a:gd name="T12" fmla="*/ 5 w 8"/>
                <a:gd name="T13" fmla="*/ 5 h 12"/>
                <a:gd name="T14" fmla="*/ 6 w 8"/>
                <a:gd name="T15" fmla="*/ 2 h 12"/>
                <a:gd name="T16" fmla="*/ 8 w 8"/>
                <a:gd name="T17" fmla="*/ 0 h 12"/>
                <a:gd name="T18" fmla="*/ 5 w 8"/>
                <a:gd name="T19" fmla="*/ 0 h 12"/>
                <a:gd name="T20" fmla="*/ 5 w 8"/>
                <a:gd name="T21" fmla="*/ 2 h 12"/>
                <a:gd name="T22" fmla="*/ 4 w 8"/>
                <a:gd name="T23" fmla="*/ 4 h 12"/>
                <a:gd name="T24" fmla="*/ 2 w 8"/>
                <a:gd name="T25" fmla="*/ 4 h 12"/>
                <a:gd name="T26" fmla="*/ 1 w 8"/>
                <a:gd name="T27" fmla="*/ 5 h 12"/>
                <a:gd name="T28" fmla="*/ 0 w 8"/>
                <a:gd name="T29" fmla="*/ 6 h 12"/>
                <a:gd name="T30" fmla="*/ 0 w 8"/>
                <a:gd name="T31" fmla="*/ 7 h 12"/>
                <a:gd name="T32" fmla="*/ 2 w 8"/>
                <a:gd name="T33" fmla="*/ 9 h 12"/>
                <a:gd name="T34" fmla="*/ 5 w 8"/>
                <a:gd name="T35" fmla="*/ 12 h 12"/>
                <a:gd name="T36" fmla="*/ 6 w 8"/>
                <a:gd name="T37" fmla="*/ 11 h 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"/>
                <a:gd name="T58" fmla="*/ 0 h 12"/>
                <a:gd name="T59" fmla="*/ 8 w 8"/>
                <a:gd name="T60" fmla="*/ 12 h 1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" h="12">
                  <a:moveTo>
                    <a:pt x="6" y="11"/>
                  </a:moveTo>
                  <a:lnTo>
                    <a:pt x="6" y="11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9"/>
                  </a:lnTo>
                  <a:lnTo>
                    <a:pt x="5" y="12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53" name="Freeform 84"/>
            <p:cNvSpPr>
              <a:spLocks/>
            </p:cNvSpPr>
            <p:nvPr/>
          </p:nvSpPr>
          <p:spPr bwMode="auto">
            <a:xfrm>
              <a:off x="3145" y="1894"/>
              <a:ext cx="11" cy="78"/>
            </a:xfrm>
            <a:custGeom>
              <a:avLst/>
              <a:gdLst>
                <a:gd name="T0" fmla="*/ 1 w 11"/>
                <a:gd name="T1" fmla="*/ 78 h 78"/>
                <a:gd name="T2" fmla="*/ 1 w 11"/>
                <a:gd name="T3" fmla="*/ 78 h 78"/>
                <a:gd name="T4" fmla="*/ 6 w 11"/>
                <a:gd name="T5" fmla="*/ 74 h 78"/>
                <a:gd name="T6" fmla="*/ 8 w 11"/>
                <a:gd name="T7" fmla="*/ 65 h 78"/>
                <a:gd name="T8" fmla="*/ 10 w 11"/>
                <a:gd name="T9" fmla="*/ 53 h 78"/>
                <a:gd name="T10" fmla="*/ 11 w 11"/>
                <a:gd name="T11" fmla="*/ 41 h 78"/>
                <a:gd name="T12" fmla="*/ 11 w 11"/>
                <a:gd name="T13" fmla="*/ 28 h 78"/>
                <a:gd name="T14" fmla="*/ 10 w 11"/>
                <a:gd name="T15" fmla="*/ 16 h 78"/>
                <a:gd name="T16" fmla="*/ 8 w 11"/>
                <a:gd name="T17" fmla="*/ 6 h 78"/>
                <a:gd name="T18" fmla="*/ 3 w 11"/>
                <a:gd name="T19" fmla="*/ 0 h 78"/>
                <a:gd name="T20" fmla="*/ 2 w 11"/>
                <a:gd name="T21" fmla="*/ 1 h 78"/>
                <a:gd name="T22" fmla="*/ 6 w 11"/>
                <a:gd name="T23" fmla="*/ 6 h 78"/>
                <a:gd name="T24" fmla="*/ 8 w 11"/>
                <a:gd name="T25" fmla="*/ 17 h 78"/>
                <a:gd name="T26" fmla="*/ 9 w 11"/>
                <a:gd name="T27" fmla="*/ 28 h 78"/>
                <a:gd name="T28" fmla="*/ 9 w 11"/>
                <a:gd name="T29" fmla="*/ 41 h 78"/>
                <a:gd name="T30" fmla="*/ 8 w 11"/>
                <a:gd name="T31" fmla="*/ 53 h 78"/>
                <a:gd name="T32" fmla="*/ 6 w 11"/>
                <a:gd name="T33" fmla="*/ 65 h 78"/>
                <a:gd name="T34" fmla="*/ 2 w 11"/>
                <a:gd name="T35" fmla="*/ 73 h 78"/>
                <a:gd name="T36" fmla="*/ 0 w 11"/>
                <a:gd name="T37" fmla="*/ 77 h 78"/>
                <a:gd name="T38" fmla="*/ 1 w 11"/>
                <a:gd name="T39" fmla="*/ 78 h 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"/>
                <a:gd name="T61" fmla="*/ 0 h 78"/>
                <a:gd name="T62" fmla="*/ 11 w 11"/>
                <a:gd name="T63" fmla="*/ 78 h 7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" h="78">
                  <a:moveTo>
                    <a:pt x="1" y="78"/>
                  </a:moveTo>
                  <a:lnTo>
                    <a:pt x="1" y="78"/>
                  </a:lnTo>
                  <a:lnTo>
                    <a:pt x="6" y="74"/>
                  </a:lnTo>
                  <a:lnTo>
                    <a:pt x="8" y="65"/>
                  </a:lnTo>
                  <a:lnTo>
                    <a:pt x="10" y="53"/>
                  </a:lnTo>
                  <a:lnTo>
                    <a:pt x="11" y="41"/>
                  </a:lnTo>
                  <a:lnTo>
                    <a:pt x="11" y="28"/>
                  </a:lnTo>
                  <a:lnTo>
                    <a:pt x="10" y="16"/>
                  </a:lnTo>
                  <a:lnTo>
                    <a:pt x="8" y="6"/>
                  </a:lnTo>
                  <a:lnTo>
                    <a:pt x="3" y="0"/>
                  </a:lnTo>
                  <a:lnTo>
                    <a:pt x="2" y="1"/>
                  </a:lnTo>
                  <a:lnTo>
                    <a:pt x="6" y="6"/>
                  </a:lnTo>
                  <a:lnTo>
                    <a:pt x="8" y="17"/>
                  </a:lnTo>
                  <a:lnTo>
                    <a:pt x="9" y="28"/>
                  </a:lnTo>
                  <a:lnTo>
                    <a:pt x="9" y="41"/>
                  </a:lnTo>
                  <a:lnTo>
                    <a:pt x="8" y="53"/>
                  </a:lnTo>
                  <a:lnTo>
                    <a:pt x="6" y="65"/>
                  </a:lnTo>
                  <a:lnTo>
                    <a:pt x="2" y="73"/>
                  </a:lnTo>
                  <a:lnTo>
                    <a:pt x="0" y="77"/>
                  </a:lnTo>
                  <a:lnTo>
                    <a:pt x="1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54" name="Freeform 85"/>
            <p:cNvSpPr>
              <a:spLocks/>
            </p:cNvSpPr>
            <p:nvPr/>
          </p:nvSpPr>
          <p:spPr bwMode="auto">
            <a:xfrm>
              <a:off x="3348" y="1912"/>
              <a:ext cx="36" cy="34"/>
            </a:xfrm>
            <a:custGeom>
              <a:avLst/>
              <a:gdLst>
                <a:gd name="T0" fmla="*/ 17 w 36"/>
                <a:gd name="T1" fmla="*/ 34 h 34"/>
                <a:gd name="T2" fmla="*/ 22 w 36"/>
                <a:gd name="T3" fmla="*/ 34 h 34"/>
                <a:gd name="T4" fmla="*/ 24 w 36"/>
                <a:gd name="T5" fmla="*/ 33 h 34"/>
                <a:gd name="T6" fmla="*/ 27 w 36"/>
                <a:gd name="T7" fmla="*/ 31 h 34"/>
                <a:gd name="T8" fmla="*/ 29 w 36"/>
                <a:gd name="T9" fmla="*/ 30 h 34"/>
                <a:gd name="T10" fmla="*/ 32 w 36"/>
                <a:gd name="T11" fmla="*/ 26 h 34"/>
                <a:gd name="T12" fmla="*/ 35 w 36"/>
                <a:gd name="T13" fmla="*/ 24 h 34"/>
                <a:gd name="T14" fmla="*/ 36 w 36"/>
                <a:gd name="T15" fmla="*/ 20 h 34"/>
                <a:gd name="T16" fmla="*/ 36 w 36"/>
                <a:gd name="T17" fmla="*/ 17 h 34"/>
                <a:gd name="T18" fmla="*/ 36 w 36"/>
                <a:gd name="T19" fmla="*/ 14 h 34"/>
                <a:gd name="T20" fmla="*/ 35 w 36"/>
                <a:gd name="T21" fmla="*/ 10 h 34"/>
                <a:gd name="T22" fmla="*/ 32 w 36"/>
                <a:gd name="T23" fmla="*/ 8 h 34"/>
                <a:gd name="T24" fmla="*/ 29 w 36"/>
                <a:gd name="T25" fmla="*/ 4 h 34"/>
                <a:gd name="T26" fmla="*/ 27 w 36"/>
                <a:gd name="T27" fmla="*/ 3 h 34"/>
                <a:gd name="T28" fmla="*/ 24 w 36"/>
                <a:gd name="T29" fmla="*/ 1 h 34"/>
                <a:gd name="T30" fmla="*/ 22 w 36"/>
                <a:gd name="T31" fmla="*/ 0 h 34"/>
                <a:gd name="T32" fmla="*/ 17 w 36"/>
                <a:gd name="T33" fmla="*/ 0 h 34"/>
                <a:gd name="T34" fmla="*/ 13 w 36"/>
                <a:gd name="T35" fmla="*/ 0 h 34"/>
                <a:gd name="T36" fmla="*/ 11 w 36"/>
                <a:gd name="T37" fmla="*/ 1 h 34"/>
                <a:gd name="T38" fmla="*/ 8 w 36"/>
                <a:gd name="T39" fmla="*/ 3 h 34"/>
                <a:gd name="T40" fmla="*/ 6 w 36"/>
                <a:gd name="T41" fmla="*/ 4 h 34"/>
                <a:gd name="T42" fmla="*/ 4 w 36"/>
                <a:gd name="T43" fmla="*/ 8 h 34"/>
                <a:gd name="T44" fmla="*/ 1 w 36"/>
                <a:gd name="T45" fmla="*/ 10 h 34"/>
                <a:gd name="T46" fmla="*/ 0 w 36"/>
                <a:gd name="T47" fmla="*/ 14 h 34"/>
                <a:gd name="T48" fmla="*/ 0 w 36"/>
                <a:gd name="T49" fmla="*/ 17 h 34"/>
                <a:gd name="T50" fmla="*/ 0 w 36"/>
                <a:gd name="T51" fmla="*/ 20 h 34"/>
                <a:gd name="T52" fmla="*/ 1 w 36"/>
                <a:gd name="T53" fmla="*/ 24 h 34"/>
                <a:gd name="T54" fmla="*/ 4 w 36"/>
                <a:gd name="T55" fmla="*/ 26 h 34"/>
                <a:gd name="T56" fmla="*/ 6 w 36"/>
                <a:gd name="T57" fmla="*/ 30 h 34"/>
                <a:gd name="T58" fmla="*/ 8 w 36"/>
                <a:gd name="T59" fmla="*/ 31 h 34"/>
                <a:gd name="T60" fmla="*/ 11 w 36"/>
                <a:gd name="T61" fmla="*/ 33 h 34"/>
                <a:gd name="T62" fmla="*/ 13 w 36"/>
                <a:gd name="T63" fmla="*/ 34 h 34"/>
                <a:gd name="T64" fmla="*/ 17 w 36"/>
                <a:gd name="T65" fmla="*/ 34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6"/>
                <a:gd name="T100" fmla="*/ 0 h 34"/>
                <a:gd name="T101" fmla="*/ 36 w 36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6" h="34">
                  <a:moveTo>
                    <a:pt x="17" y="34"/>
                  </a:moveTo>
                  <a:lnTo>
                    <a:pt x="22" y="34"/>
                  </a:lnTo>
                  <a:lnTo>
                    <a:pt x="24" y="33"/>
                  </a:lnTo>
                  <a:lnTo>
                    <a:pt x="27" y="31"/>
                  </a:lnTo>
                  <a:lnTo>
                    <a:pt x="29" y="30"/>
                  </a:lnTo>
                  <a:lnTo>
                    <a:pt x="32" y="26"/>
                  </a:lnTo>
                  <a:lnTo>
                    <a:pt x="35" y="24"/>
                  </a:lnTo>
                  <a:lnTo>
                    <a:pt x="36" y="20"/>
                  </a:lnTo>
                  <a:lnTo>
                    <a:pt x="36" y="17"/>
                  </a:lnTo>
                  <a:lnTo>
                    <a:pt x="36" y="14"/>
                  </a:lnTo>
                  <a:lnTo>
                    <a:pt x="35" y="10"/>
                  </a:lnTo>
                  <a:lnTo>
                    <a:pt x="32" y="8"/>
                  </a:lnTo>
                  <a:lnTo>
                    <a:pt x="29" y="4"/>
                  </a:lnTo>
                  <a:lnTo>
                    <a:pt x="27" y="3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8" y="3"/>
                  </a:lnTo>
                  <a:lnTo>
                    <a:pt x="6" y="4"/>
                  </a:lnTo>
                  <a:lnTo>
                    <a:pt x="4" y="8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6" y="30"/>
                  </a:lnTo>
                  <a:lnTo>
                    <a:pt x="8" y="31"/>
                  </a:lnTo>
                  <a:lnTo>
                    <a:pt x="11" y="33"/>
                  </a:lnTo>
                  <a:lnTo>
                    <a:pt x="13" y="34"/>
                  </a:lnTo>
                  <a:lnTo>
                    <a:pt x="17" y="34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  <p:sp>
          <p:nvSpPr>
            <p:cNvPr id="32855" name="Freeform 86"/>
            <p:cNvSpPr>
              <a:spLocks/>
            </p:cNvSpPr>
            <p:nvPr/>
          </p:nvSpPr>
          <p:spPr bwMode="auto">
            <a:xfrm>
              <a:off x="3156" y="1912"/>
              <a:ext cx="209" cy="34"/>
            </a:xfrm>
            <a:custGeom>
              <a:avLst/>
              <a:gdLst>
                <a:gd name="T0" fmla="*/ 209 w 209"/>
                <a:gd name="T1" fmla="*/ 0 h 34"/>
                <a:gd name="T2" fmla="*/ 0 w 209"/>
                <a:gd name="T3" fmla="*/ 10 h 34"/>
                <a:gd name="T4" fmla="*/ 0 w 209"/>
                <a:gd name="T5" fmla="*/ 26 h 34"/>
                <a:gd name="T6" fmla="*/ 209 w 209"/>
                <a:gd name="T7" fmla="*/ 34 h 34"/>
                <a:gd name="T8" fmla="*/ 209 w 20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9"/>
                <a:gd name="T16" fmla="*/ 0 h 34"/>
                <a:gd name="T17" fmla="*/ 209 w 209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9" h="34">
                  <a:moveTo>
                    <a:pt x="209" y="0"/>
                  </a:moveTo>
                  <a:lnTo>
                    <a:pt x="0" y="10"/>
                  </a:lnTo>
                  <a:lnTo>
                    <a:pt x="0" y="26"/>
                  </a:lnTo>
                  <a:lnTo>
                    <a:pt x="209" y="34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wrap="none" lIns="118172" tIns="59088" rIns="118172" bIns="59088" anchor="ctr"/>
            <a:lstStyle/>
            <a:p>
              <a:endParaRPr lang="en-US"/>
            </a:p>
          </p:txBody>
        </p:sp>
      </p:grpSp>
      <p:pic>
        <p:nvPicPr>
          <p:cNvPr id="214103" name="Picture 87" descr="FRSTPLC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849313" y="1773238"/>
            <a:ext cx="2738437" cy="403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14104" name="Text Box 88"/>
          <p:cNvSpPr txBox="1">
            <a:spLocks noChangeArrowheads="1"/>
          </p:cNvSpPr>
          <p:nvPr/>
        </p:nvSpPr>
        <p:spPr bwMode="auto">
          <a:xfrm>
            <a:off x="3657600" y="2133600"/>
            <a:ext cx="6119813" cy="191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400">
                <a:solidFill>
                  <a:srgbClr val="0000FF"/>
                </a:solidFill>
                <a:latin typeface="Algerian" pitchFamily="82" charset="0"/>
              </a:rPr>
              <a:t>SELECTED CONTRACTOR SHOULD BE BEST:</a:t>
            </a:r>
          </a:p>
          <a:p>
            <a:endParaRPr lang="en-US" sz="2400">
              <a:solidFill>
                <a:srgbClr val="0000FF"/>
              </a:solidFill>
              <a:latin typeface="Algerian" pitchFamily="82" charset="0"/>
            </a:endParaRPr>
          </a:p>
          <a:p>
            <a:pPr>
              <a:buFontTx/>
              <a:buChar char="•"/>
            </a:pPr>
            <a:r>
              <a:rPr lang="en-US" sz="2400" b="0">
                <a:latin typeface="Verdana" pitchFamily="34" charset="0"/>
              </a:rPr>
              <a:t>Health safety and Environment</a:t>
            </a:r>
          </a:p>
          <a:p>
            <a:pPr>
              <a:buFontTx/>
              <a:buChar char="•"/>
            </a:pPr>
            <a:r>
              <a:rPr lang="en-US" sz="2400" b="0">
                <a:latin typeface="Verdana" pitchFamily="34" charset="0"/>
              </a:rPr>
              <a:t>Technical</a:t>
            </a:r>
          </a:p>
          <a:p>
            <a:pPr>
              <a:buFontTx/>
              <a:buChar char="•"/>
            </a:pPr>
            <a:r>
              <a:rPr lang="en-US" sz="2400" b="0">
                <a:latin typeface="Verdana" pitchFamily="34" charset="0"/>
              </a:rPr>
              <a:t>Commercial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4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4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3" dur="500"/>
                                        <p:tgtEl>
                                          <p:spTgt spid="2141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8" dur="500"/>
                                        <p:tgtEl>
                                          <p:spTgt spid="21410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1" dur="500"/>
                                        <p:tgtEl>
                                          <p:spTgt spid="21410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" dur="2000"/>
                                        <p:tgtEl>
                                          <p:spTgt spid="214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2"/>
          <p:cNvSpPr>
            <a:spLocks noGrp="1" noChangeArrowheads="1"/>
          </p:cNvSpPr>
          <p:nvPr>
            <p:ph type="title"/>
          </p:nvPr>
        </p:nvSpPr>
        <p:spPr>
          <a:xfrm>
            <a:off x="488950" y="333375"/>
            <a:ext cx="9417050" cy="863600"/>
          </a:xfrm>
        </p:spPr>
        <p:txBody>
          <a:bodyPr/>
          <a:lstStyle/>
          <a:p>
            <a:pPr algn="l" eaLnBrk="1" hangingPunct="1">
              <a:defRPr/>
            </a:pPr>
            <a:r>
              <a:rPr lang="en-US" sz="2800" smtClean="0">
                <a:solidFill>
                  <a:srgbClr val="FF0000"/>
                </a:solidFill>
              </a:rPr>
              <a:t>Selection Continue…..</a:t>
            </a:r>
          </a:p>
        </p:txBody>
      </p:sp>
      <p:sp>
        <p:nvSpPr>
          <p:cNvPr id="2150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136650" y="1773238"/>
            <a:ext cx="8208963" cy="4321175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sz="2400" b="1" smtClean="0"/>
              <a:t>HSE Document in bid package :</a:t>
            </a:r>
          </a:p>
          <a:p>
            <a:pPr lvl="1" eaLnBrk="1" hangingPunct="1"/>
            <a:r>
              <a:rPr lang="en-US" sz="2000" smtClean="0"/>
              <a:t>HSE general requirements</a:t>
            </a:r>
          </a:p>
          <a:p>
            <a:pPr lvl="1" eaLnBrk="1" hangingPunct="1"/>
            <a:r>
              <a:rPr lang="en-US" sz="2000" smtClean="0"/>
              <a:t>Client HSE goals and objectives</a:t>
            </a:r>
          </a:p>
          <a:p>
            <a:pPr lvl="1" eaLnBrk="1" hangingPunct="1"/>
            <a:r>
              <a:rPr lang="en-US" sz="2000" smtClean="0"/>
              <a:t>HSE plan scope and potential hazard</a:t>
            </a:r>
          </a:p>
          <a:p>
            <a:pPr lvl="1" eaLnBrk="1" hangingPunct="1"/>
            <a:r>
              <a:rPr lang="en-US" sz="2000" smtClean="0"/>
              <a:t>HSE control procedure and compliance</a:t>
            </a:r>
          </a:p>
          <a:p>
            <a:pPr lvl="1" eaLnBrk="1" hangingPunct="1"/>
            <a:r>
              <a:rPr lang="en-US" sz="2000" smtClean="0"/>
              <a:t>Responsibilities, authorities and controlling between Client and Contractors (e.g. Emergency Response Plan)</a:t>
            </a:r>
          </a:p>
          <a:p>
            <a:pPr lvl="1" eaLnBrk="1" hangingPunct="1"/>
            <a:r>
              <a:rPr lang="en-US" sz="2000" smtClean="0"/>
              <a:t>Training needs and competence of Contractors</a:t>
            </a:r>
          </a:p>
          <a:p>
            <a:pPr lvl="1" eaLnBrk="1" hangingPunct="1"/>
            <a:endParaRPr lang="en-US" sz="2400" smtClean="0"/>
          </a:p>
        </p:txBody>
      </p:sp>
      <p:sp>
        <p:nvSpPr>
          <p:cNvPr id="33796" name="Line 4"/>
          <p:cNvSpPr>
            <a:spLocks noChangeShapeType="1"/>
          </p:cNvSpPr>
          <p:nvPr/>
        </p:nvSpPr>
        <p:spPr bwMode="auto">
          <a:xfrm>
            <a:off x="631825" y="981075"/>
            <a:ext cx="3673475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5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5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3" dur="500"/>
                                        <p:tgtEl>
                                          <p:spTgt spid="2150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8" dur="500"/>
                                        <p:tgtEl>
                                          <p:spTgt spid="2150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2150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8" dur="500"/>
                                        <p:tgtEl>
                                          <p:spTgt spid="2150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3" dur="500"/>
                                        <p:tgtEl>
                                          <p:spTgt spid="2150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" dur="2000"/>
                                        <p:tgtEl>
                                          <p:spTgt spid="2150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4"/>
          <p:cNvSpPr>
            <a:spLocks noChangeArrowheads="1"/>
          </p:cNvSpPr>
          <p:nvPr/>
        </p:nvSpPr>
        <p:spPr bwMode="auto">
          <a:xfrm>
            <a:off x="1262063" y="476250"/>
            <a:ext cx="7291387" cy="5576888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105948" tIns="52976" rIns="105948" bIns="52976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34819" name="Rectangle 5"/>
          <p:cNvSpPr>
            <a:spLocks noChangeArrowheads="1"/>
          </p:cNvSpPr>
          <p:nvPr/>
        </p:nvSpPr>
        <p:spPr bwMode="auto">
          <a:xfrm>
            <a:off x="1262063" y="476250"/>
            <a:ext cx="7291387" cy="1652588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5948" tIns="52976" rIns="105948" bIns="52976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34820" name="Rectangle 6"/>
          <p:cNvSpPr>
            <a:spLocks noChangeArrowheads="1"/>
          </p:cNvSpPr>
          <p:nvPr/>
        </p:nvSpPr>
        <p:spPr bwMode="auto">
          <a:xfrm>
            <a:off x="1262063" y="5365750"/>
            <a:ext cx="7291387" cy="730250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21123" tIns="60562" rIns="121123" bIns="60562" anchor="ctr"/>
          <a:lstStyle/>
          <a:p>
            <a:endParaRPr lang="en-US"/>
          </a:p>
        </p:txBody>
      </p:sp>
      <p:sp>
        <p:nvSpPr>
          <p:cNvPr id="216071" name="Text Box 7"/>
          <p:cNvSpPr txBox="1">
            <a:spLocks noChangeArrowheads="1"/>
          </p:cNvSpPr>
          <p:nvPr/>
        </p:nvSpPr>
        <p:spPr bwMode="auto">
          <a:xfrm>
            <a:off x="1458913" y="841375"/>
            <a:ext cx="5632450" cy="922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none" lIns="105948" tIns="52976" rIns="105948" bIns="52976" anchor="ctr"/>
          <a:lstStyle/>
          <a:p>
            <a:pPr defTabSz="819150" eaLnBrk="0" hangingPunct="0">
              <a:defRPr/>
            </a:pPr>
            <a:r>
              <a:rPr lang="en-US" sz="4700">
                <a:latin typeface="Arial Narrow" pitchFamily="34" charset="0"/>
              </a:rPr>
              <a:t>Contract Award in CSMS</a:t>
            </a:r>
            <a:endParaRPr lang="en-US" sz="5600" b="0">
              <a:latin typeface="Arial Narrow" pitchFamily="34" charset="0"/>
            </a:endParaRPr>
          </a:p>
        </p:txBody>
      </p:sp>
      <p:sp>
        <p:nvSpPr>
          <p:cNvPr id="34822" name="Rectangle 8"/>
          <p:cNvSpPr>
            <a:spLocks noChangeArrowheads="1"/>
          </p:cNvSpPr>
          <p:nvPr/>
        </p:nvSpPr>
        <p:spPr bwMode="auto">
          <a:xfrm>
            <a:off x="5526088" y="3424238"/>
            <a:ext cx="881062" cy="465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4823" name="Line 9"/>
          <p:cNvSpPr>
            <a:spLocks noChangeShapeType="1"/>
          </p:cNvSpPr>
          <p:nvPr/>
        </p:nvSpPr>
        <p:spPr bwMode="auto">
          <a:xfrm flipH="1" flipV="1">
            <a:off x="3636963" y="3008313"/>
            <a:ext cx="1074737" cy="16668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4824" name="Group 10"/>
          <p:cNvGrpSpPr>
            <a:grpSpLocks/>
          </p:cNvGrpSpPr>
          <p:nvPr/>
        </p:nvGrpSpPr>
        <p:grpSpPr bwMode="auto">
          <a:xfrm>
            <a:off x="3521075" y="2073275"/>
            <a:ext cx="3295650" cy="3694113"/>
            <a:chOff x="2356" y="1581"/>
            <a:chExt cx="2566" cy="2482"/>
          </a:xfrm>
        </p:grpSpPr>
        <p:grpSp>
          <p:nvGrpSpPr>
            <p:cNvPr id="35436" name="Group 11"/>
            <p:cNvGrpSpPr>
              <a:grpSpLocks/>
            </p:cNvGrpSpPr>
            <p:nvPr/>
          </p:nvGrpSpPr>
          <p:grpSpPr bwMode="auto">
            <a:xfrm>
              <a:off x="2356" y="1581"/>
              <a:ext cx="2566" cy="2482"/>
              <a:chOff x="1991" y="1131"/>
              <a:chExt cx="2362" cy="2307"/>
            </a:xfrm>
          </p:grpSpPr>
          <p:sp>
            <p:nvSpPr>
              <p:cNvPr id="35669" name="Freeform 12"/>
              <p:cNvSpPr>
                <a:spLocks/>
              </p:cNvSpPr>
              <p:nvPr/>
            </p:nvSpPr>
            <p:spPr bwMode="auto">
              <a:xfrm>
                <a:off x="1991" y="1131"/>
                <a:ext cx="2362" cy="2307"/>
              </a:xfrm>
              <a:custGeom>
                <a:avLst/>
                <a:gdLst>
                  <a:gd name="T0" fmla="*/ 1708 w 2362"/>
                  <a:gd name="T1" fmla="*/ 129 h 2307"/>
                  <a:gd name="T2" fmla="*/ 1860 w 2362"/>
                  <a:gd name="T3" fmla="*/ 221 h 2307"/>
                  <a:gd name="T4" fmla="*/ 1994 w 2362"/>
                  <a:gd name="T5" fmla="*/ 330 h 2307"/>
                  <a:gd name="T6" fmla="*/ 2110 w 2362"/>
                  <a:gd name="T7" fmla="*/ 456 h 2307"/>
                  <a:gd name="T8" fmla="*/ 2205 w 2362"/>
                  <a:gd name="T9" fmla="*/ 596 h 2307"/>
                  <a:gd name="T10" fmla="*/ 2278 w 2362"/>
                  <a:gd name="T11" fmla="*/ 747 h 2307"/>
                  <a:gd name="T12" fmla="*/ 2329 w 2362"/>
                  <a:gd name="T13" fmla="*/ 905 h 2307"/>
                  <a:gd name="T14" fmla="*/ 2358 w 2362"/>
                  <a:gd name="T15" fmla="*/ 1072 h 2307"/>
                  <a:gd name="T16" fmla="*/ 2360 w 2362"/>
                  <a:gd name="T17" fmla="*/ 1239 h 2307"/>
                  <a:gd name="T18" fmla="*/ 2337 w 2362"/>
                  <a:gd name="T19" fmla="*/ 1409 h 2307"/>
                  <a:gd name="T20" fmla="*/ 2286 w 2362"/>
                  <a:gd name="T21" fmla="*/ 1577 h 2307"/>
                  <a:gd name="T22" fmla="*/ 2210 w 2362"/>
                  <a:gd name="T23" fmla="*/ 1735 h 2307"/>
                  <a:gd name="T24" fmla="*/ 2113 w 2362"/>
                  <a:gd name="T25" fmla="*/ 1877 h 2307"/>
                  <a:gd name="T26" fmla="*/ 1997 w 2362"/>
                  <a:gd name="T27" fmla="*/ 2000 h 2307"/>
                  <a:gd name="T28" fmla="*/ 1865 w 2362"/>
                  <a:gd name="T29" fmla="*/ 2105 h 2307"/>
                  <a:gd name="T30" fmla="*/ 1720 w 2362"/>
                  <a:gd name="T31" fmla="*/ 2188 h 2307"/>
                  <a:gd name="T32" fmla="*/ 1564 w 2362"/>
                  <a:gd name="T33" fmla="*/ 2250 h 2307"/>
                  <a:gd name="T34" fmla="*/ 1398 w 2362"/>
                  <a:gd name="T35" fmla="*/ 2290 h 2307"/>
                  <a:gd name="T36" fmla="*/ 1229 w 2362"/>
                  <a:gd name="T37" fmla="*/ 2307 h 2307"/>
                  <a:gd name="T38" fmla="*/ 1054 w 2362"/>
                  <a:gd name="T39" fmla="*/ 2297 h 2307"/>
                  <a:gd name="T40" fmla="*/ 881 w 2362"/>
                  <a:gd name="T41" fmla="*/ 2264 h 2307"/>
                  <a:gd name="T42" fmla="*/ 709 w 2362"/>
                  <a:gd name="T43" fmla="*/ 2202 h 2307"/>
                  <a:gd name="T44" fmla="*/ 552 w 2362"/>
                  <a:gd name="T45" fmla="*/ 2119 h 2307"/>
                  <a:gd name="T46" fmla="*/ 411 w 2362"/>
                  <a:gd name="T47" fmla="*/ 2014 h 2307"/>
                  <a:gd name="T48" fmla="*/ 289 w 2362"/>
                  <a:gd name="T49" fmla="*/ 1894 h 2307"/>
                  <a:gd name="T50" fmla="*/ 187 w 2362"/>
                  <a:gd name="T51" fmla="*/ 1759 h 2307"/>
                  <a:gd name="T52" fmla="*/ 107 w 2362"/>
                  <a:gd name="T53" fmla="*/ 1611 h 2307"/>
                  <a:gd name="T54" fmla="*/ 47 w 2362"/>
                  <a:gd name="T55" fmla="*/ 1455 h 2307"/>
                  <a:gd name="T56" fmla="*/ 11 w 2362"/>
                  <a:gd name="T57" fmla="*/ 1292 h 2307"/>
                  <a:gd name="T58" fmla="*/ 0 w 2362"/>
                  <a:gd name="T59" fmla="*/ 1124 h 2307"/>
                  <a:gd name="T60" fmla="*/ 15 w 2362"/>
                  <a:gd name="T61" fmla="*/ 954 h 2307"/>
                  <a:gd name="T62" fmla="*/ 56 w 2362"/>
                  <a:gd name="T63" fmla="*/ 785 h 2307"/>
                  <a:gd name="T64" fmla="*/ 124 w 2362"/>
                  <a:gd name="T65" fmla="*/ 623 h 2307"/>
                  <a:gd name="T66" fmla="*/ 215 w 2362"/>
                  <a:gd name="T67" fmla="*/ 475 h 2307"/>
                  <a:gd name="T68" fmla="*/ 325 w 2362"/>
                  <a:gd name="T69" fmla="*/ 345 h 2307"/>
                  <a:gd name="T70" fmla="*/ 452 w 2362"/>
                  <a:gd name="T71" fmla="*/ 235 h 2307"/>
                  <a:gd name="T72" fmla="*/ 592 w 2362"/>
                  <a:gd name="T73" fmla="*/ 144 h 2307"/>
                  <a:gd name="T74" fmla="*/ 746 w 2362"/>
                  <a:gd name="T75" fmla="*/ 75 h 2307"/>
                  <a:gd name="T76" fmla="*/ 908 w 2362"/>
                  <a:gd name="T77" fmla="*/ 27 h 2307"/>
                  <a:gd name="T78" fmla="*/ 1077 w 2362"/>
                  <a:gd name="T79" fmla="*/ 3 h 2307"/>
                  <a:gd name="T80" fmla="*/ 1248 w 2362"/>
                  <a:gd name="T81" fmla="*/ 3 h 2307"/>
                  <a:gd name="T82" fmla="*/ 1424 w 2362"/>
                  <a:gd name="T83" fmla="*/ 30 h 2307"/>
                  <a:gd name="T84" fmla="*/ 1597 w 2362"/>
                  <a:gd name="T85" fmla="*/ 81 h 23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62"/>
                  <a:gd name="T130" fmla="*/ 0 h 2307"/>
                  <a:gd name="T131" fmla="*/ 2362 w 2362"/>
                  <a:gd name="T132" fmla="*/ 2307 h 23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62" h="2307">
                    <a:moveTo>
                      <a:pt x="1597" y="81"/>
                    </a:moveTo>
                    <a:lnTo>
                      <a:pt x="1653" y="105"/>
                    </a:lnTo>
                    <a:lnTo>
                      <a:pt x="1708" y="129"/>
                    </a:lnTo>
                    <a:lnTo>
                      <a:pt x="1759" y="158"/>
                    </a:lnTo>
                    <a:lnTo>
                      <a:pt x="1810" y="188"/>
                    </a:lnTo>
                    <a:lnTo>
                      <a:pt x="1860" y="221"/>
                    </a:lnTo>
                    <a:lnTo>
                      <a:pt x="1907" y="257"/>
                    </a:lnTo>
                    <a:lnTo>
                      <a:pt x="1950" y="292"/>
                    </a:lnTo>
                    <a:lnTo>
                      <a:pt x="1994" y="330"/>
                    </a:lnTo>
                    <a:lnTo>
                      <a:pt x="2035" y="371"/>
                    </a:lnTo>
                    <a:lnTo>
                      <a:pt x="2073" y="413"/>
                    </a:lnTo>
                    <a:lnTo>
                      <a:pt x="2110" y="456"/>
                    </a:lnTo>
                    <a:lnTo>
                      <a:pt x="2144" y="501"/>
                    </a:lnTo>
                    <a:lnTo>
                      <a:pt x="2175" y="548"/>
                    </a:lnTo>
                    <a:lnTo>
                      <a:pt x="2205" y="596"/>
                    </a:lnTo>
                    <a:lnTo>
                      <a:pt x="2231" y="644"/>
                    </a:lnTo>
                    <a:lnTo>
                      <a:pt x="2255" y="696"/>
                    </a:lnTo>
                    <a:lnTo>
                      <a:pt x="2278" y="747"/>
                    </a:lnTo>
                    <a:lnTo>
                      <a:pt x="2298" y="798"/>
                    </a:lnTo>
                    <a:lnTo>
                      <a:pt x="2315" y="853"/>
                    </a:lnTo>
                    <a:lnTo>
                      <a:pt x="2329" y="905"/>
                    </a:lnTo>
                    <a:lnTo>
                      <a:pt x="2341" y="961"/>
                    </a:lnTo>
                    <a:lnTo>
                      <a:pt x="2350" y="1016"/>
                    </a:lnTo>
                    <a:lnTo>
                      <a:pt x="2358" y="1072"/>
                    </a:lnTo>
                    <a:lnTo>
                      <a:pt x="2361" y="1126"/>
                    </a:lnTo>
                    <a:lnTo>
                      <a:pt x="2362" y="1183"/>
                    </a:lnTo>
                    <a:lnTo>
                      <a:pt x="2360" y="1239"/>
                    </a:lnTo>
                    <a:lnTo>
                      <a:pt x="2355" y="1296"/>
                    </a:lnTo>
                    <a:lnTo>
                      <a:pt x="2347" y="1353"/>
                    </a:lnTo>
                    <a:lnTo>
                      <a:pt x="2337" y="1409"/>
                    </a:lnTo>
                    <a:lnTo>
                      <a:pt x="2322" y="1466"/>
                    </a:lnTo>
                    <a:lnTo>
                      <a:pt x="2306" y="1521"/>
                    </a:lnTo>
                    <a:lnTo>
                      <a:pt x="2286" y="1577"/>
                    </a:lnTo>
                    <a:lnTo>
                      <a:pt x="2263" y="1632"/>
                    </a:lnTo>
                    <a:lnTo>
                      <a:pt x="2237" y="1684"/>
                    </a:lnTo>
                    <a:lnTo>
                      <a:pt x="2210" y="1735"/>
                    </a:lnTo>
                    <a:lnTo>
                      <a:pt x="2179" y="1784"/>
                    </a:lnTo>
                    <a:lnTo>
                      <a:pt x="2147" y="1832"/>
                    </a:lnTo>
                    <a:lnTo>
                      <a:pt x="2113" y="1877"/>
                    </a:lnTo>
                    <a:lnTo>
                      <a:pt x="2075" y="1920"/>
                    </a:lnTo>
                    <a:lnTo>
                      <a:pt x="2037" y="1962"/>
                    </a:lnTo>
                    <a:lnTo>
                      <a:pt x="1997" y="2000"/>
                    </a:lnTo>
                    <a:lnTo>
                      <a:pt x="1954" y="2037"/>
                    </a:lnTo>
                    <a:lnTo>
                      <a:pt x="1910" y="2072"/>
                    </a:lnTo>
                    <a:lnTo>
                      <a:pt x="1865" y="2105"/>
                    </a:lnTo>
                    <a:lnTo>
                      <a:pt x="1817" y="2134"/>
                    </a:lnTo>
                    <a:lnTo>
                      <a:pt x="1770" y="2162"/>
                    </a:lnTo>
                    <a:lnTo>
                      <a:pt x="1720" y="2188"/>
                    </a:lnTo>
                    <a:lnTo>
                      <a:pt x="1669" y="2211"/>
                    </a:lnTo>
                    <a:lnTo>
                      <a:pt x="1616" y="2232"/>
                    </a:lnTo>
                    <a:lnTo>
                      <a:pt x="1564" y="2250"/>
                    </a:lnTo>
                    <a:lnTo>
                      <a:pt x="1509" y="2266"/>
                    </a:lnTo>
                    <a:lnTo>
                      <a:pt x="1453" y="2279"/>
                    </a:lnTo>
                    <a:lnTo>
                      <a:pt x="1398" y="2290"/>
                    </a:lnTo>
                    <a:lnTo>
                      <a:pt x="1341" y="2298"/>
                    </a:lnTo>
                    <a:lnTo>
                      <a:pt x="1285" y="2303"/>
                    </a:lnTo>
                    <a:lnTo>
                      <a:pt x="1229" y="2307"/>
                    </a:lnTo>
                    <a:lnTo>
                      <a:pt x="1170" y="2307"/>
                    </a:lnTo>
                    <a:lnTo>
                      <a:pt x="1113" y="2303"/>
                    </a:lnTo>
                    <a:lnTo>
                      <a:pt x="1054" y="2297"/>
                    </a:lnTo>
                    <a:lnTo>
                      <a:pt x="996" y="2290"/>
                    </a:lnTo>
                    <a:lnTo>
                      <a:pt x="938" y="2277"/>
                    </a:lnTo>
                    <a:lnTo>
                      <a:pt x="881" y="2264"/>
                    </a:lnTo>
                    <a:lnTo>
                      <a:pt x="823" y="2246"/>
                    </a:lnTo>
                    <a:lnTo>
                      <a:pt x="765" y="2225"/>
                    </a:lnTo>
                    <a:lnTo>
                      <a:pt x="709" y="2202"/>
                    </a:lnTo>
                    <a:lnTo>
                      <a:pt x="654" y="2176"/>
                    </a:lnTo>
                    <a:lnTo>
                      <a:pt x="603" y="2149"/>
                    </a:lnTo>
                    <a:lnTo>
                      <a:pt x="552" y="2119"/>
                    </a:lnTo>
                    <a:lnTo>
                      <a:pt x="502" y="2086"/>
                    </a:lnTo>
                    <a:lnTo>
                      <a:pt x="455" y="2050"/>
                    </a:lnTo>
                    <a:lnTo>
                      <a:pt x="411" y="2014"/>
                    </a:lnTo>
                    <a:lnTo>
                      <a:pt x="368" y="1976"/>
                    </a:lnTo>
                    <a:lnTo>
                      <a:pt x="327" y="1935"/>
                    </a:lnTo>
                    <a:lnTo>
                      <a:pt x="289" y="1894"/>
                    </a:lnTo>
                    <a:lnTo>
                      <a:pt x="252" y="1851"/>
                    </a:lnTo>
                    <a:lnTo>
                      <a:pt x="218" y="1805"/>
                    </a:lnTo>
                    <a:lnTo>
                      <a:pt x="187" y="1759"/>
                    </a:lnTo>
                    <a:lnTo>
                      <a:pt x="157" y="1711"/>
                    </a:lnTo>
                    <a:lnTo>
                      <a:pt x="131" y="1661"/>
                    </a:lnTo>
                    <a:lnTo>
                      <a:pt x="107" y="1611"/>
                    </a:lnTo>
                    <a:lnTo>
                      <a:pt x="84" y="1560"/>
                    </a:lnTo>
                    <a:lnTo>
                      <a:pt x="64" y="1509"/>
                    </a:lnTo>
                    <a:lnTo>
                      <a:pt x="47" y="1455"/>
                    </a:lnTo>
                    <a:lnTo>
                      <a:pt x="33" y="1402"/>
                    </a:lnTo>
                    <a:lnTo>
                      <a:pt x="20" y="1346"/>
                    </a:lnTo>
                    <a:lnTo>
                      <a:pt x="11" y="1292"/>
                    </a:lnTo>
                    <a:lnTo>
                      <a:pt x="4" y="1235"/>
                    </a:lnTo>
                    <a:lnTo>
                      <a:pt x="1" y="1181"/>
                    </a:lnTo>
                    <a:lnTo>
                      <a:pt x="0" y="1124"/>
                    </a:lnTo>
                    <a:lnTo>
                      <a:pt x="2" y="1067"/>
                    </a:lnTo>
                    <a:lnTo>
                      <a:pt x="7" y="1010"/>
                    </a:lnTo>
                    <a:lnTo>
                      <a:pt x="15" y="954"/>
                    </a:lnTo>
                    <a:lnTo>
                      <a:pt x="26" y="898"/>
                    </a:lnTo>
                    <a:lnTo>
                      <a:pt x="40" y="841"/>
                    </a:lnTo>
                    <a:lnTo>
                      <a:pt x="56" y="785"/>
                    </a:lnTo>
                    <a:lnTo>
                      <a:pt x="76" y="730"/>
                    </a:lnTo>
                    <a:lnTo>
                      <a:pt x="98" y="675"/>
                    </a:lnTo>
                    <a:lnTo>
                      <a:pt x="124" y="623"/>
                    </a:lnTo>
                    <a:lnTo>
                      <a:pt x="152" y="572"/>
                    </a:lnTo>
                    <a:lnTo>
                      <a:pt x="182" y="523"/>
                    </a:lnTo>
                    <a:lnTo>
                      <a:pt x="215" y="475"/>
                    </a:lnTo>
                    <a:lnTo>
                      <a:pt x="249" y="430"/>
                    </a:lnTo>
                    <a:lnTo>
                      <a:pt x="287" y="387"/>
                    </a:lnTo>
                    <a:lnTo>
                      <a:pt x="325" y="345"/>
                    </a:lnTo>
                    <a:lnTo>
                      <a:pt x="366" y="307"/>
                    </a:lnTo>
                    <a:lnTo>
                      <a:pt x="407" y="269"/>
                    </a:lnTo>
                    <a:lnTo>
                      <a:pt x="452" y="235"/>
                    </a:lnTo>
                    <a:lnTo>
                      <a:pt x="497" y="203"/>
                    </a:lnTo>
                    <a:lnTo>
                      <a:pt x="545" y="173"/>
                    </a:lnTo>
                    <a:lnTo>
                      <a:pt x="592" y="144"/>
                    </a:lnTo>
                    <a:lnTo>
                      <a:pt x="642" y="119"/>
                    </a:lnTo>
                    <a:lnTo>
                      <a:pt x="694" y="96"/>
                    </a:lnTo>
                    <a:lnTo>
                      <a:pt x="746" y="75"/>
                    </a:lnTo>
                    <a:lnTo>
                      <a:pt x="799" y="57"/>
                    </a:lnTo>
                    <a:lnTo>
                      <a:pt x="853" y="41"/>
                    </a:lnTo>
                    <a:lnTo>
                      <a:pt x="908" y="27"/>
                    </a:lnTo>
                    <a:lnTo>
                      <a:pt x="964" y="17"/>
                    </a:lnTo>
                    <a:lnTo>
                      <a:pt x="1020" y="9"/>
                    </a:lnTo>
                    <a:lnTo>
                      <a:pt x="1077" y="3"/>
                    </a:lnTo>
                    <a:lnTo>
                      <a:pt x="1133" y="0"/>
                    </a:lnTo>
                    <a:lnTo>
                      <a:pt x="1191" y="0"/>
                    </a:lnTo>
                    <a:lnTo>
                      <a:pt x="1248" y="3"/>
                    </a:lnTo>
                    <a:lnTo>
                      <a:pt x="1308" y="9"/>
                    </a:lnTo>
                    <a:lnTo>
                      <a:pt x="1366" y="17"/>
                    </a:lnTo>
                    <a:lnTo>
                      <a:pt x="1424" y="30"/>
                    </a:lnTo>
                    <a:lnTo>
                      <a:pt x="1481" y="43"/>
                    </a:lnTo>
                    <a:lnTo>
                      <a:pt x="1539" y="61"/>
                    </a:lnTo>
                    <a:lnTo>
                      <a:pt x="1597" y="81"/>
                    </a:lnTo>
                    <a:close/>
                  </a:path>
                </a:pathLst>
              </a:custGeom>
              <a:solidFill>
                <a:srgbClr val="CCCC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0" name="Freeform 13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1" name="Freeform 14"/>
              <p:cNvSpPr>
                <a:spLocks/>
              </p:cNvSpPr>
              <p:nvPr/>
            </p:nvSpPr>
            <p:spPr bwMode="auto">
              <a:xfrm>
                <a:off x="3707" y="3010"/>
                <a:ext cx="176" cy="83"/>
              </a:xfrm>
              <a:custGeom>
                <a:avLst/>
                <a:gdLst>
                  <a:gd name="T0" fmla="*/ 146 w 176"/>
                  <a:gd name="T1" fmla="*/ 15 h 83"/>
                  <a:gd name="T2" fmla="*/ 155 w 176"/>
                  <a:gd name="T3" fmla="*/ 24 h 83"/>
                  <a:gd name="T4" fmla="*/ 2 w 176"/>
                  <a:gd name="T5" fmla="*/ 83 h 83"/>
                  <a:gd name="T6" fmla="*/ 0 w 176"/>
                  <a:gd name="T7" fmla="*/ 68 h 83"/>
                  <a:gd name="T8" fmla="*/ 153 w 176"/>
                  <a:gd name="T9" fmla="*/ 9 h 83"/>
                  <a:gd name="T10" fmla="*/ 161 w 176"/>
                  <a:gd name="T11" fmla="*/ 20 h 83"/>
                  <a:gd name="T12" fmla="*/ 153 w 176"/>
                  <a:gd name="T13" fmla="*/ 9 h 83"/>
                  <a:gd name="T14" fmla="*/ 176 w 176"/>
                  <a:gd name="T15" fmla="*/ 0 h 83"/>
                  <a:gd name="T16" fmla="*/ 161 w 176"/>
                  <a:gd name="T17" fmla="*/ 20 h 83"/>
                  <a:gd name="T18" fmla="*/ 146 w 176"/>
                  <a:gd name="T19" fmla="*/ 15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6"/>
                  <a:gd name="T31" fmla="*/ 0 h 83"/>
                  <a:gd name="T32" fmla="*/ 176 w 176"/>
                  <a:gd name="T33" fmla="*/ 83 h 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6" h="83">
                    <a:moveTo>
                      <a:pt x="146" y="15"/>
                    </a:moveTo>
                    <a:lnTo>
                      <a:pt x="155" y="24"/>
                    </a:lnTo>
                    <a:lnTo>
                      <a:pt x="2" y="83"/>
                    </a:lnTo>
                    <a:lnTo>
                      <a:pt x="0" y="68"/>
                    </a:lnTo>
                    <a:lnTo>
                      <a:pt x="153" y="9"/>
                    </a:lnTo>
                    <a:lnTo>
                      <a:pt x="161" y="20"/>
                    </a:lnTo>
                    <a:lnTo>
                      <a:pt x="153" y="9"/>
                    </a:lnTo>
                    <a:lnTo>
                      <a:pt x="176" y="0"/>
                    </a:lnTo>
                    <a:lnTo>
                      <a:pt x="161" y="20"/>
                    </a:lnTo>
                    <a:lnTo>
                      <a:pt x="146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2" name="Freeform 15"/>
              <p:cNvSpPr>
                <a:spLocks/>
              </p:cNvSpPr>
              <p:nvPr/>
            </p:nvSpPr>
            <p:spPr bwMode="auto">
              <a:xfrm>
                <a:off x="3760" y="3024"/>
                <a:ext cx="108" cy="142"/>
              </a:xfrm>
              <a:custGeom>
                <a:avLst/>
                <a:gdLst>
                  <a:gd name="T0" fmla="*/ 17 w 108"/>
                  <a:gd name="T1" fmla="*/ 122 h 142"/>
                  <a:gd name="T2" fmla="*/ 1 w 108"/>
                  <a:gd name="T3" fmla="*/ 126 h 142"/>
                  <a:gd name="T4" fmla="*/ 92 w 108"/>
                  <a:gd name="T5" fmla="*/ 0 h 142"/>
                  <a:gd name="T6" fmla="*/ 108 w 108"/>
                  <a:gd name="T7" fmla="*/ 6 h 142"/>
                  <a:gd name="T8" fmla="*/ 16 w 108"/>
                  <a:gd name="T9" fmla="*/ 132 h 142"/>
                  <a:gd name="T10" fmla="*/ 0 w 108"/>
                  <a:gd name="T11" fmla="*/ 134 h 142"/>
                  <a:gd name="T12" fmla="*/ 16 w 108"/>
                  <a:gd name="T13" fmla="*/ 132 h 142"/>
                  <a:gd name="T14" fmla="*/ 7 w 108"/>
                  <a:gd name="T15" fmla="*/ 142 h 142"/>
                  <a:gd name="T16" fmla="*/ 0 w 108"/>
                  <a:gd name="T17" fmla="*/ 134 h 142"/>
                  <a:gd name="T18" fmla="*/ 17 w 108"/>
                  <a:gd name="T19" fmla="*/ 122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8"/>
                  <a:gd name="T31" fmla="*/ 0 h 142"/>
                  <a:gd name="T32" fmla="*/ 108 w 108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8" h="142">
                    <a:moveTo>
                      <a:pt x="17" y="122"/>
                    </a:moveTo>
                    <a:lnTo>
                      <a:pt x="1" y="126"/>
                    </a:lnTo>
                    <a:lnTo>
                      <a:pt x="92" y="0"/>
                    </a:lnTo>
                    <a:lnTo>
                      <a:pt x="108" y="6"/>
                    </a:lnTo>
                    <a:lnTo>
                      <a:pt x="16" y="132"/>
                    </a:lnTo>
                    <a:lnTo>
                      <a:pt x="0" y="134"/>
                    </a:lnTo>
                    <a:lnTo>
                      <a:pt x="16" y="132"/>
                    </a:lnTo>
                    <a:lnTo>
                      <a:pt x="7" y="142"/>
                    </a:lnTo>
                    <a:lnTo>
                      <a:pt x="0" y="134"/>
                    </a:lnTo>
                    <a:lnTo>
                      <a:pt x="17" y="1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3" name="Freeform 16"/>
              <p:cNvSpPr>
                <a:spLocks/>
              </p:cNvSpPr>
              <p:nvPr/>
            </p:nvSpPr>
            <p:spPr bwMode="auto">
              <a:xfrm>
                <a:off x="3691" y="3077"/>
                <a:ext cx="86" cy="81"/>
              </a:xfrm>
              <a:custGeom>
                <a:avLst/>
                <a:gdLst>
                  <a:gd name="T0" fmla="*/ 17 w 86"/>
                  <a:gd name="T1" fmla="*/ 16 h 81"/>
                  <a:gd name="T2" fmla="*/ 25 w 86"/>
                  <a:gd name="T3" fmla="*/ 1 h 81"/>
                  <a:gd name="T4" fmla="*/ 86 w 86"/>
                  <a:gd name="T5" fmla="*/ 68 h 81"/>
                  <a:gd name="T6" fmla="*/ 69 w 86"/>
                  <a:gd name="T7" fmla="*/ 81 h 81"/>
                  <a:gd name="T8" fmla="*/ 7 w 86"/>
                  <a:gd name="T9" fmla="*/ 13 h 81"/>
                  <a:gd name="T10" fmla="*/ 15 w 86"/>
                  <a:gd name="T11" fmla="*/ 0 h 81"/>
                  <a:gd name="T12" fmla="*/ 7 w 86"/>
                  <a:gd name="T13" fmla="*/ 13 h 81"/>
                  <a:gd name="T14" fmla="*/ 0 w 86"/>
                  <a:gd name="T15" fmla="*/ 5 h 81"/>
                  <a:gd name="T16" fmla="*/ 15 w 86"/>
                  <a:gd name="T17" fmla="*/ 0 h 81"/>
                  <a:gd name="T18" fmla="*/ 17 w 86"/>
                  <a:gd name="T19" fmla="*/ 16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1"/>
                  <a:gd name="T32" fmla="*/ 86 w 86"/>
                  <a:gd name="T33" fmla="*/ 81 h 8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1">
                    <a:moveTo>
                      <a:pt x="17" y="16"/>
                    </a:moveTo>
                    <a:lnTo>
                      <a:pt x="25" y="1"/>
                    </a:lnTo>
                    <a:lnTo>
                      <a:pt x="86" y="68"/>
                    </a:lnTo>
                    <a:lnTo>
                      <a:pt x="69" y="81"/>
                    </a:lnTo>
                    <a:lnTo>
                      <a:pt x="7" y="13"/>
                    </a:lnTo>
                    <a:lnTo>
                      <a:pt x="15" y="0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15" y="0"/>
                    </a:lnTo>
                    <a:lnTo>
                      <a:pt x="17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4" name="Freeform 17"/>
              <p:cNvSpPr>
                <a:spLocks/>
              </p:cNvSpPr>
              <p:nvPr/>
            </p:nvSpPr>
            <p:spPr bwMode="auto">
              <a:xfrm>
                <a:off x="3807" y="3037"/>
                <a:ext cx="39" cy="37"/>
              </a:xfrm>
              <a:custGeom>
                <a:avLst/>
                <a:gdLst>
                  <a:gd name="T0" fmla="*/ 0 w 39"/>
                  <a:gd name="T1" fmla="*/ 14 h 37"/>
                  <a:gd name="T2" fmla="*/ 17 w 39"/>
                  <a:gd name="T3" fmla="*/ 0 h 37"/>
                  <a:gd name="T4" fmla="*/ 39 w 39"/>
                  <a:gd name="T5" fmla="*/ 24 h 37"/>
                  <a:gd name="T6" fmla="*/ 22 w 39"/>
                  <a:gd name="T7" fmla="*/ 37 h 37"/>
                  <a:gd name="T8" fmla="*/ 0 w 39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0" y="14"/>
                    </a:moveTo>
                    <a:lnTo>
                      <a:pt x="17" y="0"/>
                    </a:lnTo>
                    <a:lnTo>
                      <a:pt x="39" y="24"/>
                    </a:lnTo>
                    <a:lnTo>
                      <a:pt x="22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5" name="Freeform 18"/>
              <p:cNvSpPr>
                <a:spLocks/>
              </p:cNvSpPr>
              <p:nvPr/>
            </p:nvSpPr>
            <p:spPr bwMode="auto">
              <a:xfrm>
                <a:off x="3611" y="3052"/>
                <a:ext cx="215" cy="153"/>
              </a:xfrm>
              <a:custGeom>
                <a:avLst/>
                <a:gdLst>
                  <a:gd name="T0" fmla="*/ 0 w 215"/>
                  <a:gd name="T1" fmla="*/ 124 h 153"/>
                  <a:gd name="T2" fmla="*/ 0 w 215"/>
                  <a:gd name="T3" fmla="*/ 124 h 153"/>
                  <a:gd name="T4" fmla="*/ 53 w 215"/>
                  <a:gd name="T5" fmla="*/ 95 h 153"/>
                  <a:gd name="T6" fmla="*/ 101 w 215"/>
                  <a:gd name="T7" fmla="*/ 66 h 153"/>
                  <a:gd name="T8" fmla="*/ 149 w 215"/>
                  <a:gd name="T9" fmla="*/ 33 h 153"/>
                  <a:gd name="T10" fmla="*/ 193 w 215"/>
                  <a:gd name="T11" fmla="*/ 0 h 153"/>
                  <a:gd name="T12" fmla="*/ 215 w 215"/>
                  <a:gd name="T13" fmla="*/ 22 h 153"/>
                  <a:gd name="T14" fmla="*/ 168 w 215"/>
                  <a:gd name="T15" fmla="*/ 59 h 153"/>
                  <a:gd name="T16" fmla="*/ 119 w 215"/>
                  <a:gd name="T17" fmla="*/ 92 h 153"/>
                  <a:gd name="T18" fmla="*/ 66 w 215"/>
                  <a:gd name="T19" fmla="*/ 124 h 153"/>
                  <a:gd name="T20" fmla="*/ 11 w 215"/>
                  <a:gd name="T21" fmla="*/ 153 h 153"/>
                  <a:gd name="T22" fmla="*/ 0 w 215"/>
                  <a:gd name="T23" fmla="*/ 124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5"/>
                  <a:gd name="T37" fmla="*/ 0 h 153"/>
                  <a:gd name="T38" fmla="*/ 215 w 215"/>
                  <a:gd name="T39" fmla="*/ 153 h 15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5" h="153">
                    <a:moveTo>
                      <a:pt x="0" y="124"/>
                    </a:moveTo>
                    <a:lnTo>
                      <a:pt x="0" y="124"/>
                    </a:lnTo>
                    <a:lnTo>
                      <a:pt x="53" y="95"/>
                    </a:lnTo>
                    <a:lnTo>
                      <a:pt x="101" y="66"/>
                    </a:lnTo>
                    <a:lnTo>
                      <a:pt x="149" y="33"/>
                    </a:lnTo>
                    <a:lnTo>
                      <a:pt x="193" y="0"/>
                    </a:lnTo>
                    <a:lnTo>
                      <a:pt x="215" y="22"/>
                    </a:lnTo>
                    <a:lnTo>
                      <a:pt x="168" y="59"/>
                    </a:lnTo>
                    <a:lnTo>
                      <a:pt x="119" y="92"/>
                    </a:lnTo>
                    <a:lnTo>
                      <a:pt x="66" y="124"/>
                    </a:lnTo>
                    <a:lnTo>
                      <a:pt x="11" y="153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6" name="Freeform 19"/>
              <p:cNvSpPr>
                <a:spLocks/>
              </p:cNvSpPr>
              <p:nvPr/>
            </p:nvSpPr>
            <p:spPr bwMode="auto">
              <a:xfrm>
                <a:off x="3423" y="3174"/>
                <a:ext cx="197" cy="103"/>
              </a:xfrm>
              <a:custGeom>
                <a:avLst/>
                <a:gdLst>
                  <a:gd name="T0" fmla="*/ 1 w 197"/>
                  <a:gd name="T1" fmla="*/ 68 h 103"/>
                  <a:gd name="T2" fmla="*/ 24 w 197"/>
                  <a:gd name="T3" fmla="*/ 62 h 103"/>
                  <a:gd name="T4" fmla="*/ 47 w 197"/>
                  <a:gd name="T5" fmla="*/ 56 h 103"/>
                  <a:gd name="T6" fmla="*/ 70 w 197"/>
                  <a:gd name="T7" fmla="*/ 49 h 103"/>
                  <a:gd name="T8" fmla="*/ 93 w 197"/>
                  <a:gd name="T9" fmla="*/ 39 h 103"/>
                  <a:gd name="T10" fmla="*/ 116 w 197"/>
                  <a:gd name="T11" fmla="*/ 30 h 103"/>
                  <a:gd name="T12" fmla="*/ 140 w 197"/>
                  <a:gd name="T13" fmla="*/ 21 h 103"/>
                  <a:gd name="T14" fmla="*/ 163 w 197"/>
                  <a:gd name="T15" fmla="*/ 12 h 103"/>
                  <a:gd name="T16" fmla="*/ 185 w 197"/>
                  <a:gd name="T17" fmla="*/ 0 h 103"/>
                  <a:gd name="T18" fmla="*/ 197 w 197"/>
                  <a:gd name="T19" fmla="*/ 30 h 103"/>
                  <a:gd name="T20" fmla="*/ 173 w 197"/>
                  <a:gd name="T21" fmla="*/ 41 h 103"/>
                  <a:gd name="T22" fmla="*/ 148 w 197"/>
                  <a:gd name="T23" fmla="*/ 52 h 103"/>
                  <a:gd name="T24" fmla="*/ 123 w 197"/>
                  <a:gd name="T25" fmla="*/ 63 h 103"/>
                  <a:gd name="T26" fmla="*/ 99 w 197"/>
                  <a:gd name="T27" fmla="*/ 74 h 103"/>
                  <a:gd name="T28" fmla="*/ 74 w 197"/>
                  <a:gd name="T29" fmla="*/ 81 h 103"/>
                  <a:gd name="T30" fmla="*/ 50 w 197"/>
                  <a:gd name="T31" fmla="*/ 90 h 103"/>
                  <a:gd name="T32" fmla="*/ 26 w 197"/>
                  <a:gd name="T33" fmla="*/ 97 h 103"/>
                  <a:gd name="T34" fmla="*/ 0 w 197"/>
                  <a:gd name="T35" fmla="*/ 103 h 103"/>
                  <a:gd name="T36" fmla="*/ 1 w 197"/>
                  <a:gd name="T37" fmla="*/ 68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3"/>
                  <a:gd name="T59" fmla="*/ 197 w 197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3">
                    <a:moveTo>
                      <a:pt x="1" y="68"/>
                    </a:moveTo>
                    <a:lnTo>
                      <a:pt x="24" y="62"/>
                    </a:lnTo>
                    <a:lnTo>
                      <a:pt x="47" y="56"/>
                    </a:lnTo>
                    <a:lnTo>
                      <a:pt x="70" y="49"/>
                    </a:lnTo>
                    <a:lnTo>
                      <a:pt x="93" y="39"/>
                    </a:lnTo>
                    <a:lnTo>
                      <a:pt x="116" y="30"/>
                    </a:lnTo>
                    <a:lnTo>
                      <a:pt x="140" y="21"/>
                    </a:lnTo>
                    <a:lnTo>
                      <a:pt x="163" y="12"/>
                    </a:lnTo>
                    <a:lnTo>
                      <a:pt x="185" y="0"/>
                    </a:lnTo>
                    <a:lnTo>
                      <a:pt x="197" y="30"/>
                    </a:lnTo>
                    <a:lnTo>
                      <a:pt x="173" y="41"/>
                    </a:lnTo>
                    <a:lnTo>
                      <a:pt x="148" y="52"/>
                    </a:lnTo>
                    <a:lnTo>
                      <a:pt x="123" y="63"/>
                    </a:lnTo>
                    <a:lnTo>
                      <a:pt x="99" y="74"/>
                    </a:lnTo>
                    <a:lnTo>
                      <a:pt x="74" y="81"/>
                    </a:lnTo>
                    <a:lnTo>
                      <a:pt x="50" y="90"/>
                    </a:lnTo>
                    <a:lnTo>
                      <a:pt x="26" y="97"/>
                    </a:lnTo>
                    <a:lnTo>
                      <a:pt x="0" y="103"/>
                    </a:lnTo>
                    <a:lnTo>
                      <a:pt x="1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7" name="Freeform 20"/>
              <p:cNvSpPr>
                <a:spLocks/>
              </p:cNvSpPr>
              <p:nvPr/>
            </p:nvSpPr>
            <p:spPr bwMode="auto">
              <a:xfrm>
                <a:off x="3402" y="3241"/>
                <a:ext cx="22" cy="40"/>
              </a:xfrm>
              <a:custGeom>
                <a:avLst/>
                <a:gdLst>
                  <a:gd name="T0" fmla="*/ 21 w 22"/>
                  <a:gd name="T1" fmla="*/ 34 h 40"/>
                  <a:gd name="T2" fmla="*/ 0 w 22"/>
                  <a:gd name="T3" fmla="*/ 40 h 40"/>
                  <a:gd name="T4" fmla="*/ 1 w 22"/>
                  <a:gd name="T5" fmla="*/ 7 h 40"/>
                  <a:gd name="T6" fmla="*/ 22 w 22"/>
                  <a:gd name="T7" fmla="*/ 0 h 40"/>
                  <a:gd name="T8" fmla="*/ 21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1" y="34"/>
                    </a:moveTo>
                    <a:lnTo>
                      <a:pt x="0" y="40"/>
                    </a:lnTo>
                    <a:lnTo>
                      <a:pt x="1" y="7"/>
                    </a:lnTo>
                    <a:lnTo>
                      <a:pt x="22" y="0"/>
                    </a:lnTo>
                    <a:lnTo>
                      <a:pt x="21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8" name="Freeform 21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79" name="Freeform 22"/>
              <p:cNvSpPr>
                <a:spLocks/>
              </p:cNvSpPr>
              <p:nvPr/>
            </p:nvSpPr>
            <p:spPr bwMode="auto">
              <a:xfrm>
                <a:off x="3706" y="3018"/>
                <a:ext cx="167" cy="72"/>
              </a:xfrm>
              <a:custGeom>
                <a:avLst/>
                <a:gdLst>
                  <a:gd name="T0" fmla="*/ 150 w 167"/>
                  <a:gd name="T1" fmla="*/ 8 h 72"/>
                  <a:gd name="T2" fmla="*/ 154 w 167"/>
                  <a:gd name="T3" fmla="*/ 15 h 72"/>
                  <a:gd name="T4" fmla="*/ 1 w 167"/>
                  <a:gd name="T5" fmla="*/ 72 h 72"/>
                  <a:gd name="T6" fmla="*/ 0 w 167"/>
                  <a:gd name="T7" fmla="*/ 64 h 72"/>
                  <a:gd name="T8" fmla="*/ 153 w 167"/>
                  <a:gd name="T9" fmla="*/ 5 h 72"/>
                  <a:gd name="T10" fmla="*/ 158 w 167"/>
                  <a:gd name="T11" fmla="*/ 11 h 72"/>
                  <a:gd name="T12" fmla="*/ 153 w 167"/>
                  <a:gd name="T13" fmla="*/ 5 h 72"/>
                  <a:gd name="T14" fmla="*/ 167 w 167"/>
                  <a:gd name="T15" fmla="*/ 0 h 72"/>
                  <a:gd name="T16" fmla="*/ 158 w 167"/>
                  <a:gd name="T17" fmla="*/ 11 h 72"/>
                  <a:gd name="T18" fmla="*/ 150 w 167"/>
                  <a:gd name="T19" fmla="*/ 8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72"/>
                  <a:gd name="T32" fmla="*/ 167 w 167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72">
                    <a:moveTo>
                      <a:pt x="150" y="8"/>
                    </a:moveTo>
                    <a:lnTo>
                      <a:pt x="154" y="15"/>
                    </a:lnTo>
                    <a:lnTo>
                      <a:pt x="1" y="72"/>
                    </a:lnTo>
                    <a:lnTo>
                      <a:pt x="0" y="64"/>
                    </a:lnTo>
                    <a:lnTo>
                      <a:pt x="153" y="5"/>
                    </a:lnTo>
                    <a:lnTo>
                      <a:pt x="158" y="11"/>
                    </a:lnTo>
                    <a:lnTo>
                      <a:pt x="153" y="5"/>
                    </a:lnTo>
                    <a:lnTo>
                      <a:pt x="167" y="0"/>
                    </a:lnTo>
                    <a:lnTo>
                      <a:pt x="158" y="11"/>
                    </a:lnTo>
                    <a:lnTo>
                      <a:pt x="150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0" name="Freeform 23"/>
              <p:cNvSpPr>
                <a:spLocks/>
              </p:cNvSpPr>
              <p:nvPr/>
            </p:nvSpPr>
            <p:spPr bwMode="auto">
              <a:xfrm>
                <a:off x="3764" y="3024"/>
                <a:ext cx="102" cy="136"/>
              </a:xfrm>
              <a:custGeom>
                <a:avLst/>
                <a:gdLst>
                  <a:gd name="T0" fmla="*/ 10 w 102"/>
                  <a:gd name="T1" fmla="*/ 123 h 136"/>
                  <a:gd name="T2" fmla="*/ 1 w 102"/>
                  <a:gd name="T3" fmla="*/ 125 h 136"/>
                  <a:gd name="T4" fmla="*/ 93 w 102"/>
                  <a:gd name="T5" fmla="*/ 0 h 136"/>
                  <a:gd name="T6" fmla="*/ 102 w 102"/>
                  <a:gd name="T7" fmla="*/ 3 h 136"/>
                  <a:gd name="T8" fmla="*/ 9 w 102"/>
                  <a:gd name="T9" fmla="*/ 130 h 136"/>
                  <a:gd name="T10" fmla="*/ 0 w 102"/>
                  <a:gd name="T11" fmla="*/ 132 h 136"/>
                  <a:gd name="T12" fmla="*/ 9 w 102"/>
                  <a:gd name="T13" fmla="*/ 130 h 136"/>
                  <a:gd name="T14" fmla="*/ 4 w 102"/>
                  <a:gd name="T15" fmla="*/ 136 h 136"/>
                  <a:gd name="T16" fmla="*/ 0 w 102"/>
                  <a:gd name="T17" fmla="*/ 132 h 136"/>
                  <a:gd name="T18" fmla="*/ 10 w 102"/>
                  <a:gd name="T19" fmla="*/ 123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6"/>
                  <a:gd name="T32" fmla="*/ 102 w 102"/>
                  <a:gd name="T33" fmla="*/ 136 h 1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6">
                    <a:moveTo>
                      <a:pt x="10" y="123"/>
                    </a:moveTo>
                    <a:lnTo>
                      <a:pt x="1" y="125"/>
                    </a:lnTo>
                    <a:lnTo>
                      <a:pt x="93" y="0"/>
                    </a:lnTo>
                    <a:lnTo>
                      <a:pt x="102" y="3"/>
                    </a:lnTo>
                    <a:lnTo>
                      <a:pt x="9" y="130"/>
                    </a:lnTo>
                    <a:lnTo>
                      <a:pt x="0" y="132"/>
                    </a:lnTo>
                    <a:lnTo>
                      <a:pt x="9" y="130"/>
                    </a:lnTo>
                    <a:lnTo>
                      <a:pt x="4" y="136"/>
                    </a:lnTo>
                    <a:lnTo>
                      <a:pt x="0" y="132"/>
                    </a:lnTo>
                    <a:lnTo>
                      <a:pt x="10" y="12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1" name="Freeform 24"/>
              <p:cNvSpPr>
                <a:spLocks/>
              </p:cNvSpPr>
              <p:nvPr/>
            </p:nvSpPr>
            <p:spPr bwMode="auto">
              <a:xfrm>
                <a:off x="3700" y="3080"/>
                <a:ext cx="71" cy="77"/>
              </a:xfrm>
              <a:custGeom>
                <a:avLst/>
                <a:gdLst>
                  <a:gd name="T0" fmla="*/ 8 w 71"/>
                  <a:gd name="T1" fmla="*/ 8 h 77"/>
                  <a:gd name="T2" fmla="*/ 13 w 71"/>
                  <a:gd name="T3" fmla="*/ 1 h 77"/>
                  <a:gd name="T4" fmla="*/ 71 w 71"/>
                  <a:gd name="T5" fmla="*/ 70 h 77"/>
                  <a:gd name="T6" fmla="*/ 63 w 71"/>
                  <a:gd name="T7" fmla="*/ 77 h 77"/>
                  <a:gd name="T8" fmla="*/ 3 w 71"/>
                  <a:gd name="T9" fmla="*/ 8 h 77"/>
                  <a:gd name="T10" fmla="*/ 6 w 71"/>
                  <a:gd name="T11" fmla="*/ 0 h 77"/>
                  <a:gd name="T12" fmla="*/ 3 w 71"/>
                  <a:gd name="T13" fmla="*/ 8 h 77"/>
                  <a:gd name="T14" fmla="*/ 0 w 71"/>
                  <a:gd name="T15" fmla="*/ 3 h 77"/>
                  <a:gd name="T16" fmla="*/ 6 w 71"/>
                  <a:gd name="T17" fmla="*/ 0 h 77"/>
                  <a:gd name="T18" fmla="*/ 8 w 71"/>
                  <a:gd name="T19" fmla="*/ 8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1"/>
                  <a:gd name="T31" fmla="*/ 0 h 77"/>
                  <a:gd name="T32" fmla="*/ 71 w 7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1" h="77">
                    <a:moveTo>
                      <a:pt x="8" y="8"/>
                    </a:moveTo>
                    <a:lnTo>
                      <a:pt x="13" y="1"/>
                    </a:lnTo>
                    <a:lnTo>
                      <a:pt x="71" y="70"/>
                    </a:lnTo>
                    <a:lnTo>
                      <a:pt x="63" y="77"/>
                    </a:lnTo>
                    <a:lnTo>
                      <a:pt x="3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2" name="Freeform 25"/>
              <p:cNvSpPr>
                <a:spLocks/>
              </p:cNvSpPr>
              <p:nvPr/>
            </p:nvSpPr>
            <p:spPr bwMode="auto">
              <a:xfrm>
                <a:off x="3808" y="3039"/>
                <a:ext cx="34" cy="32"/>
              </a:xfrm>
              <a:custGeom>
                <a:avLst/>
                <a:gdLst>
                  <a:gd name="T0" fmla="*/ 0 w 34"/>
                  <a:gd name="T1" fmla="*/ 13 h 32"/>
                  <a:gd name="T2" fmla="*/ 16 w 34"/>
                  <a:gd name="T3" fmla="*/ 0 h 32"/>
                  <a:gd name="T4" fmla="*/ 34 w 34"/>
                  <a:gd name="T5" fmla="*/ 21 h 32"/>
                  <a:gd name="T6" fmla="*/ 18 w 34"/>
                  <a:gd name="T7" fmla="*/ 32 h 32"/>
                  <a:gd name="T8" fmla="*/ 0 w 34"/>
                  <a:gd name="T9" fmla="*/ 1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2"/>
                  <a:gd name="T17" fmla="*/ 34 w 34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2">
                    <a:moveTo>
                      <a:pt x="0" y="13"/>
                    </a:moveTo>
                    <a:lnTo>
                      <a:pt x="16" y="0"/>
                    </a:lnTo>
                    <a:lnTo>
                      <a:pt x="34" y="21"/>
                    </a:lnTo>
                    <a:lnTo>
                      <a:pt x="18" y="32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3" name="Freeform 26"/>
              <p:cNvSpPr>
                <a:spLocks/>
              </p:cNvSpPr>
              <p:nvPr/>
            </p:nvSpPr>
            <p:spPr bwMode="auto">
              <a:xfrm>
                <a:off x="3612" y="3053"/>
                <a:ext cx="213" cy="151"/>
              </a:xfrm>
              <a:custGeom>
                <a:avLst/>
                <a:gdLst>
                  <a:gd name="T0" fmla="*/ 0 w 213"/>
                  <a:gd name="T1" fmla="*/ 125 h 151"/>
                  <a:gd name="T2" fmla="*/ 0 w 213"/>
                  <a:gd name="T3" fmla="*/ 125 h 151"/>
                  <a:gd name="T4" fmla="*/ 52 w 213"/>
                  <a:gd name="T5" fmla="*/ 97 h 151"/>
                  <a:gd name="T6" fmla="*/ 102 w 213"/>
                  <a:gd name="T7" fmla="*/ 67 h 151"/>
                  <a:gd name="T8" fmla="*/ 149 w 213"/>
                  <a:gd name="T9" fmla="*/ 35 h 151"/>
                  <a:gd name="T10" fmla="*/ 194 w 213"/>
                  <a:gd name="T11" fmla="*/ 0 h 151"/>
                  <a:gd name="T12" fmla="*/ 213 w 213"/>
                  <a:gd name="T13" fmla="*/ 19 h 151"/>
                  <a:gd name="T14" fmla="*/ 165 w 213"/>
                  <a:gd name="T15" fmla="*/ 57 h 151"/>
                  <a:gd name="T16" fmla="*/ 117 w 213"/>
                  <a:gd name="T17" fmla="*/ 90 h 151"/>
                  <a:gd name="T18" fmla="*/ 64 w 213"/>
                  <a:gd name="T19" fmla="*/ 121 h 151"/>
                  <a:gd name="T20" fmla="*/ 9 w 213"/>
                  <a:gd name="T21" fmla="*/ 151 h 151"/>
                  <a:gd name="T22" fmla="*/ 0 w 213"/>
                  <a:gd name="T23" fmla="*/ 125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3"/>
                  <a:gd name="T37" fmla="*/ 0 h 151"/>
                  <a:gd name="T38" fmla="*/ 213 w 213"/>
                  <a:gd name="T39" fmla="*/ 151 h 1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3" h="151">
                    <a:moveTo>
                      <a:pt x="0" y="125"/>
                    </a:moveTo>
                    <a:lnTo>
                      <a:pt x="0" y="125"/>
                    </a:lnTo>
                    <a:lnTo>
                      <a:pt x="52" y="97"/>
                    </a:lnTo>
                    <a:lnTo>
                      <a:pt x="102" y="67"/>
                    </a:lnTo>
                    <a:lnTo>
                      <a:pt x="149" y="35"/>
                    </a:lnTo>
                    <a:lnTo>
                      <a:pt x="194" y="0"/>
                    </a:lnTo>
                    <a:lnTo>
                      <a:pt x="213" y="19"/>
                    </a:lnTo>
                    <a:lnTo>
                      <a:pt x="165" y="57"/>
                    </a:lnTo>
                    <a:lnTo>
                      <a:pt x="117" y="90"/>
                    </a:lnTo>
                    <a:lnTo>
                      <a:pt x="64" y="121"/>
                    </a:lnTo>
                    <a:lnTo>
                      <a:pt x="9" y="15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4" name="Freeform 27"/>
              <p:cNvSpPr>
                <a:spLocks/>
              </p:cNvSpPr>
              <p:nvPr/>
            </p:nvSpPr>
            <p:spPr bwMode="auto">
              <a:xfrm>
                <a:off x="3424" y="3175"/>
                <a:ext cx="194" cy="98"/>
              </a:xfrm>
              <a:custGeom>
                <a:avLst/>
                <a:gdLst>
                  <a:gd name="T0" fmla="*/ 0 w 194"/>
                  <a:gd name="T1" fmla="*/ 69 h 98"/>
                  <a:gd name="T2" fmla="*/ 23 w 194"/>
                  <a:gd name="T3" fmla="*/ 63 h 98"/>
                  <a:gd name="T4" fmla="*/ 47 w 194"/>
                  <a:gd name="T5" fmla="*/ 57 h 98"/>
                  <a:gd name="T6" fmla="*/ 70 w 194"/>
                  <a:gd name="T7" fmla="*/ 48 h 98"/>
                  <a:gd name="T8" fmla="*/ 93 w 194"/>
                  <a:gd name="T9" fmla="*/ 40 h 98"/>
                  <a:gd name="T10" fmla="*/ 116 w 194"/>
                  <a:gd name="T11" fmla="*/ 32 h 98"/>
                  <a:gd name="T12" fmla="*/ 139 w 194"/>
                  <a:gd name="T13" fmla="*/ 21 h 98"/>
                  <a:gd name="T14" fmla="*/ 162 w 194"/>
                  <a:gd name="T15" fmla="*/ 11 h 98"/>
                  <a:gd name="T16" fmla="*/ 185 w 194"/>
                  <a:gd name="T17" fmla="*/ 0 h 98"/>
                  <a:gd name="T18" fmla="*/ 194 w 194"/>
                  <a:gd name="T19" fmla="*/ 26 h 98"/>
                  <a:gd name="T20" fmla="*/ 170 w 194"/>
                  <a:gd name="T21" fmla="*/ 37 h 98"/>
                  <a:gd name="T22" fmla="*/ 147 w 194"/>
                  <a:gd name="T23" fmla="*/ 48 h 98"/>
                  <a:gd name="T24" fmla="*/ 121 w 194"/>
                  <a:gd name="T25" fmla="*/ 59 h 98"/>
                  <a:gd name="T26" fmla="*/ 96 w 194"/>
                  <a:gd name="T27" fmla="*/ 67 h 98"/>
                  <a:gd name="T28" fmla="*/ 73 w 194"/>
                  <a:gd name="T29" fmla="*/ 76 h 98"/>
                  <a:gd name="T30" fmla="*/ 47 w 194"/>
                  <a:gd name="T31" fmla="*/ 85 h 98"/>
                  <a:gd name="T32" fmla="*/ 24 w 194"/>
                  <a:gd name="T33" fmla="*/ 92 h 98"/>
                  <a:gd name="T34" fmla="*/ 0 w 194"/>
                  <a:gd name="T35" fmla="*/ 98 h 98"/>
                  <a:gd name="T36" fmla="*/ 0 w 194"/>
                  <a:gd name="T37" fmla="*/ 69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4"/>
                  <a:gd name="T58" fmla="*/ 0 h 98"/>
                  <a:gd name="T59" fmla="*/ 194 w 194"/>
                  <a:gd name="T60" fmla="*/ 98 h 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4" h="98">
                    <a:moveTo>
                      <a:pt x="0" y="69"/>
                    </a:moveTo>
                    <a:lnTo>
                      <a:pt x="23" y="63"/>
                    </a:lnTo>
                    <a:lnTo>
                      <a:pt x="47" y="57"/>
                    </a:lnTo>
                    <a:lnTo>
                      <a:pt x="70" y="48"/>
                    </a:lnTo>
                    <a:lnTo>
                      <a:pt x="93" y="40"/>
                    </a:lnTo>
                    <a:lnTo>
                      <a:pt x="116" y="32"/>
                    </a:lnTo>
                    <a:lnTo>
                      <a:pt x="139" y="21"/>
                    </a:lnTo>
                    <a:lnTo>
                      <a:pt x="162" y="11"/>
                    </a:lnTo>
                    <a:lnTo>
                      <a:pt x="185" y="0"/>
                    </a:lnTo>
                    <a:lnTo>
                      <a:pt x="194" y="26"/>
                    </a:lnTo>
                    <a:lnTo>
                      <a:pt x="170" y="37"/>
                    </a:lnTo>
                    <a:lnTo>
                      <a:pt x="147" y="48"/>
                    </a:lnTo>
                    <a:lnTo>
                      <a:pt x="121" y="59"/>
                    </a:lnTo>
                    <a:lnTo>
                      <a:pt x="96" y="67"/>
                    </a:lnTo>
                    <a:lnTo>
                      <a:pt x="73" y="76"/>
                    </a:lnTo>
                    <a:lnTo>
                      <a:pt x="47" y="85"/>
                    </a:lnTo>
                    <a:lnTo>
                      <a:pt x="24" y="92"/>
                    </a:lnTo>
                    <a:lnTo>
                      <a:pt x="0" y="98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5" name="Freeform 28"/>
              <p:cNvSpPr>
                <a:spLocks/>
              </p:cNvSpPr>
              <p:nvPr/>
            </p:nvSpPr>
            <p:spPr bwMode="auto">
              <a:xfrm>
                <a:off x="3404" y="3242"/>
                <a:ext cx="18" cy="35"/>
              </a:xfrm>
              <a:custGeom>
                <a:avLst/>
                <a:gdLst>
                  <a:gd name="T0" fmla="*/ 18 w 18"/>
                  <a:gd name="T1" fmla="*/ 31 h 35"/>
                  <a:gd name="T2" fmla="*/ 0 w 18"/>
                  <a:gd name="T3" fmla="*/ 35 h 35"/>
                  <a:gd name="T4" fmla="*/ 0 w 18"/>
                  <a:gd name="T5" fmla="*/ 4 h 35"/>
                  <a:gd name="T6" fmla="*/ 18 w 18"/>
                  <a:gd name="T7" fmla="*/ 0 h 35"/>
                  <a:gd name="T8" fmla="*/ 18 w 18"/>
                  <a:gd name="T9" fmla="*/ 3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35"/>
                  <a:gd name="T17" fmla="*/ 18 w 18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35">
                    <a:moveTo>
                      <a:pt x="18" y="31"/>
                    </a:moveTo>
                    <a:lnTo>
                      <a:pt x="0" y="35"/>
                    </a:lnTo>
                    <a:lnTo>
                      <a:pt x="0" y="4"/>
                    </a:lnTo>
                    <a:lnTo>
                      <a:pt x="18" y="0"/>
                    </a:lnTo>
                    <a:lnTo>
                      <a:pt x="1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6" name="Freeform 29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7" name="Freeform 30"/>
              <p:cNvSpPr>
                <a:spLocks/>
              </p:cNvSpPr>
              <p:nvPr/>
            </p:nvSpPr>
            <p:spPr bwMode="auto">
              <a:xfrm>
                <a:off x="3737" y="2985"/>
                <a:ext cx="174" cy="87"/>
              </a:xfrm>
              <a:custGeom>
                <a:avLst/>
                <a:gdLst>
                  <a:gd name="T0" fmla="*/ 145 w 174"/>
                  <a:gd name="T1" fmla="*/ 15 h 87"/>
                  <a:gd name="T2" fmla="*/ 155 w 174"/>
                  <a:gd name="T3" fmla="*/ 23 h 87"/>
                  <a:gd name="T4" fmla="*/ 3 w 174"/>
                  <a:gd name="T5" fmla="*/ 87 h 87"/>
                  <a:gd name="T6" fmla="*/ 0 w 174"/>
                  <a:gd name="T7" fmla="*/ 73 h 87"/>
                  <a:gd name="T8" fmla="*/ 151 w 174"/>
                  <a:gd name="T9" fmla="*/ 10 h 87"/>
                  <a:gd name="T10" fmla="*/ 161 w 174"/>
                  <a:gd name="T11" fmla="*/ 18 h 87"/>
                  <a:gd name="T12" fmla="*/ 151 w 174"/>
                  <a:gd name="T13" fmla="*/ 10 h 87"/>
                  <a:gd name="T14" fmla="*/ 174 w 174"/>
                  <a:gd name="T15" fmla="*/ 0 h 87"/>
                  <a:gd name="T16" fmla="*/ 161 w 174"/>
                  <a:gd name="T17" fmla="*/ 18 h 87"/>
                  <a:gd name="T18" fmla="*/ 145 w 174"/>
                  <a:gd name="T19" fmla="*/ 15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87"/>
                  <a:gd name="T32" fmla="*/ 174 w 174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87">
                    <a:moveTo>
                      <a:pt x="145" y="15"/>
                    </a:moveTo>
                    <a:lnTo>
                      <a:pt x="155" y="23"/>
                    </a:lnTo>
                    <a:lnTo>
                      <a:pt x="3" y="87"/>
                    </a:lnTo>
                    <a:lnTo>
                      <a:pt x="0" y="73"/>
                    </a:lnTo>
                    <a:lnTo>
                      <a:pt x="151" y="10"/>
                    </a:lnTo>
                    <a:lnTo>
                      <a:pt x="161" y="18"/>
                    </a:lnTo>
                    <a:lnTo>
                      <a:pt x="151" y="10"/>
                    </a:lnTo>
                    <a:lnTo>
                      <a:pt x="174" y="0"/>
                    </a:lnTo>
                    <a:lnTo>
                      <a:pt x="161" y="18"/>
                    </a:lnTo>
                    <a:lnTo>
                      <a:pt x="145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8" name="Freeform 31"/>
              <p:cNvSpPr>
                <a:spLocks/>
              </p:cNvSpPr>
              <p:nvPr/>
            </p:nvSpPr>
            <p:spPr bwMode="auto">
              <a:xfrm>
                <a:off x="3796" y="2999"/>
                <a:ext cx="102" cy="144"/>
              </a:xfrm>
              <a:custGeom>
                <a:avLst/>
                <a:gdLst>
                  <a:gd name="T0" fmla="*/ 17 w 102"/>
                  <a:gd name="T1" fmla="*/ 124 h 144"/>
                  <a:gd name="T2" fmla="*/ 0 w 102"/>
                  <a:gd name="T3" fmla="*/ 128 h 144"/>
                  <a:gd name="T4" fmla="*/ 86 w 102"/>
                  <a:gd name="T5" fmla="*/ 0 h 144"/>
                  <a:gd name="T6" fmla="*/ 102 w 102"/>
                  <a:gd name="T7" fmla="*/ 3 h 144"/>
                  <a:gd name="T8" fmla="*/ 16 w 102"/>
                  <a:gd name="T9" fmla="*/ 131 h 144"/>
                  <a:gd name="T10" fmla="*/ 0 w 102"/>
                  <a:gd name="T11" fmla="*/ 135 h 144"/>
                  <a:gd name="T12" fmla="*/ 16 w 102"/>
                  <a:gd name="T13" fmla="*/ 131 h 144"/>
                  <a:gd name="T14" fmla="*/ 8 w 102"/>
                  <a:gd name="T15" fmla="*/ 144 h 144"/>
                  <a:gd name="T16" fmla="*/ 0 w 102"/>
                  <a:gd name="T17" fmla="*/ 135 h 144"/>
                  <a:gd name="T18" fmla="*/ 17 w 102"/>
                  <a:gd name="T19" fmla="*/ 124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4"/>
                  <a:gd name="T32" fmla="*/ 102 w 102"/>
                  <a:gd name="T33" fmla="*/ 144 h 1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4">
                    <a:moveTo>
                      <a:pt x="17" y="124"/>
                    </a:moveTo>
                    <a:lnTo>
                      <a:pt x="0" y="128"/>
                    </a:lnTo>
                    <a:lnTo>
                      <a:pt x="86" y="0"/>
                    </a:lnTo>
                    <a:lnTo>
                      <a:pt x="102" y="3"/>
                    </a:lnTo>
                    <a:lnTo>
                      <a:pt x="16" y="131"/>
                    </a:lnTo>
                    <a:lnTo>
                      <a:pt x="0" y="135"/>
                    </a:lnTo>
                    <a:lnTo>
                      <a:pt x="16" y="131"/>
                    </a:lnTo>
                    <a:lnTo>
                      <a:pt x="8" y="144"/>
                    </a:lnTo>
                    <a:lnTo>
                      <a:pt x="0" y="135"/>
                    </a:lnTo>
                    <a:lnTo>
                      <a:pt x="17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89" name="Freeform 32"/>
              <p:cNvSpPr>
                <a:spLocks/>
              </p:cNvSpPr>
              <p:nvPr/>
            </p:nvSpPr>
            <p:spPr bwMode="auto">
              <a:xfrm>
                <a:off x="3721" y="3055"/>
                <a:ext cx="89" cy="77"/>
              </a:xfrm>
              <a:custGeom>
                <a:avLst/>
                <a:gdLst>
                  <a:gd name="T0" fmla="*/ 18 w 89"/>
                  <a:gd name="T1" fmla="*/ 15 h 77"/>
                  <a:gd name="T2" fmla="*/ 25 w 89"/>
                  <a:gd name="T3" fmla="*/ 1 h 77"/>
                  <a:gd name="T4" fmla="*/ 89 w 89"/>
                  <a:gd name="T5" fmla="*/ 63 h 77"/>
                  <a:gd name="T6" fmla="*/ 72 w 89"/>
                  <a:gd name="T7" fmla="*/ 77 h 77"/>
                  <a:gd name="T8" fmla="*/ 8 w 89"/>
                  <a:gd name="T9" fmla="*/ 14 h 77"/>
                  <a:gd name="T10" fmla="*/ 15 w 89"/>
                  <a:gd name="T11" fmla="*/ 0 h 77"/>
                  <a:gd name="T12" fmla="*/ 8 w 89"/>
                  <a:gd name="T13" fmla="*/ 14 h 77"/>
                  <a:gd name="T14" fmla="*/ 0 w 89"/>
                  <a:gd name="T15" fmla="*/ 6 h 77"/>
                  <a:gd name="T16" fmla="*/ 15 w 89"/>
                  <a:gd name="T17" fmla="*/ 0 h 77"/>
                  <a:gd name="T18" fmla="*/ 18 w 89"/>
                  <a:gd name="T19" fmla="*/ 15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7"/>
                  <a:gd name="T32" fmla="*/ 89 w 89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7">
                    <a:moveTo>
                      <a:pt x="18" y="15"/>
                    </a:moveTo>
                    <a:lnTo>
                      <a:pt x="25" y="1"/>
                    </a:lnTo>
                    <a:lnTo>
                      <a:pt x="89" y="63"/>
                    </a:lnTo>
                    <a:lnTo>
                      <a:pt x="72" y="77"/>
                    </a:lnTo>
                    <a:lnTo>
                      <a:pt x="8" y="14"/>
                    </a:lnTo>
                    <a:lnTo>
                      <a:pt x="15" y="0"/>
                    </a:lnTo>
                    <a:lnTo>
                      <a:pt x="8" y="1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8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0" name="Freeform 33"/>
              <p:cNvSpPr>
                <a:spLocks/>
              </p:cNvSpPr>
              <p:nvPr/>
            </p:nvSpPr>
            <p:spPr bwMode="auto">
              <a:xfrm>
                <a:off x="3835" y="3013"/>
                <a:ext cx="42" cy="37"/>
              </a:xfrm>
              <a:custGeom>
                <a:avLst/>
                <a:gdLst>
                  <a:gd name="T0" fmla="*/ 0 w 42"/>
                  <a:gd name="T1" fmla="*/ 14 h 37"/>
                  <a:gd name="T2" fmla="*/ 18 w 42"/>
                  <a:gd name="T3" fmla="*/ 0 h 37"/>
                  <a:gd name="T4" fmla="*/ 42 w 42"/>
                  <a:gd name="T5" fmla="*/ 22 h 37"/>
                  <a:gd name="T6" fmla="*/ 24 w 42"/>
                  <a:gd name="T7" fmla="*/ 37 h 37"/>
                  <a:gd name="T8" fmla="*/ 0 w 42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7"/>
                  <a:gd name="T17" fmla="*/ 42 w 42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7">
                    <a:moveTo>
                      <a:pt x="0" y="14"/>
                    </a:moveTo>
                    <a:lnTo>
                      <a:pt x="18" y="0"/>
                    </a:lnTo>
                    <a:lnTo>
                      <a:pt x="42" y="22"/>
                    </a:lnTo>
                    <a:lnTo>
                      <a:pt x="24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1" name="Freeform 34"/>
              <p:cNvSpPr>
                <a:spLocks/>
              </p:cNvSpPr>
              <p:nvPr/>
            </p:nvSpPr>
            <p:spPr bwMode="auto">
              <a:xfrm>
                <a:off x="3645" y="3027"/>
                <a:ext cx="212" cy="159"/>
              </a:xfrm>
              <a:custGeom>
                <a:avLst/>
                <a:gdLst>
                  <a:gd name="T0" fmla="*/ 0 w 212"/>
                  <a:gd name="T1" fmla="*/ 131 h 159"/>
                  <a:gd name="T2" fmla="*/ 0 w 212"/>
                  <a:gd name="T3" fmla="*/ 131 h 159"/>
                  <a:gd name="T4" fmla="*/ 26 w 212"/>
                  <a:gd name="T5" fmla="*/ 116 h 159"/>
                  <a:gd name="T6" fmla="*/ 52 w 212"/>
                  <a:gd name="T7" fmla="*/ 102 h 159"/>
                  <a:gd name="T8" fmla="*/ 76 w 212"/>
                  <a:gd name="T9" fmla="*/ 86 h 159"/>
                  <a:gd name="T10" fmla="*/ 100 w 212"/>
                  <a:gd name="T11" fmla="*/ 70 h 159"/>
                  <a:gd name="T12" fmla="*/ 122 w 212"/>
                  <a:gd name="T13" fmla="*/ 53 h 159"/>
                  <a:gd name="T14" fmla="*/ 145 w 212"/>
                  <a:gd name="T15" fmla="*/ 36 h 159"/>
                  <a:gd name="T16" fmla="*/ 167 w 212"/>
                  <a:gd name="T17" fmla="*/ 19 h 159"/>
                  <a:gd name="T18" fmla="*/ 188 w 212"/>
                  <a:gd name="T19" fmla="*/ 0 h 159"/>
                  <a:gd name="T20" fmla="*/ 212 w 212"/>
                  <a:gd name="T21" fmla="*/ 22 h 159"/>
                  <a:gd name="T22" fmla="*/ 191 w 212"/>
                  <a:gd name="T23" fmla="*/ 41 h 159"/>
                  <a:gd name="T24" fmla="*/ 167 w 212"/>
                  <a:gd name="T25" fmla="*/ 59 h 159"/>
                  <a:gd name="T26" fmla="*/ 143 w 212"/>
                  <a:gd name="T27" fmla="*/ 77 h 159"/>
                  <a:gd name="T28" fmla="*/ 118 w 212"/>
                  <a:gd name="T29" fmla="*/ 94 h 159"/>
                  <a:gd name="T30" fmla="*/ 93 w 212"/>
                  <a:gd name="T31" fmla="*/ 113 h 159"/>
                  <a:gd name="T32" fmla="*/ 68 w 212"/>
                  <a:gd name="T33" fmla="*/ 129 h 159"/>
                  <a:gd name="T34" fmla="*/ 41 w 212"/>
                  <a:gd name="T35" fmla="*/ 144 h 159"/>
                  <a:gd name="T36" fmla="*/ 14 w 212"/>
                  <a:gd name="T37" fmla="*/ 159 h 159"/>
                  <a:gd name="T38" fmla="*/ 0 w 212"/>
                  <a:gd name="T39" fmla="*/ 131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9"/>
                  <a:gd name="T62" fmla="*/ 212 w 212"/>
                  <a:gd name="T63" fmla="*/ 159 h 1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9">
                    <a:moveTo>
                      <a:pt x="0" y="131"/>
                    </a:moveTo>
                    <a:lnTo>
                      <a:pt x="0" y="131"/>
                    </a:lnTo>
                    <a:lnTo>
                      <a:pt x="26" y="116"/>
                    </a:lnTo>
                    <a:lnTo>
                      <a:pt x="52" y="102"/>
                    </a:lnTo>
                    <a:lnTo>
                      <a:pt x="76" y="86"/>
                    </a:lnTo>
                    <a:lnTo>
                      <a:pt x="100" y="70"/>
                    </a:lnTo>
                    <a:lnTo>
                      <a:pt x="122" y="53"/>
                    </a:lnTo>
                    <a:lnTo>
                      <a:pt x="145" y="36"/>
                    </a:lnTo>
                    <a:lnTo>
                      <a:pt x="167" y="19"/>
                    </a:lnTo>
                    <a:lnTo>
                      <a:pt x="188" y="0"/>
                    </a:lnTo>
                    <a:lnTo>
                      <a:pt x="212" y="22"/>
                    </a:lnTo>
                    <a:lnTo>
                      <a:pt x="191" y="41"/>
                    </a:lnTo>
                    <a:lnTo>
                      <a:pt x="167" y="59"/>
                    </a:lnTo>
                    <a:lnTo>
                      <a:pt x="143" y="77"/>
                    </a:lnTo>
                    <a:lnTo>
                      <a:pt x="118" y="94"/>
                    </a:lnTo>
                    <a:lnTo>
                      <a:pt x="93" y="113"/>
                    </a:lnTo>
                    <a:lnTo>
                      <a:pt x="68" y="129"/>
                    </a:lnTo>
                    <a:lnTo>
                      <a:pt x="41" y="144"/>
                    </a:lnTo>
                    <a:lnTo>
                      <a:pt x="14" y="159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2" name="Freeform 35"/>
              <p:cNvSpPr>
                <a:spLocks/>
              </p:cNvSpPr>
              <p:nvPr/>
            </p:nvSpPr>
            <p:spPr bwMode="auto">
              <a:xfrm>
                <a:off x="3459" y="3156"/>
                <a:ext cx="196" cy="111"/>
              </a:xfrm>
              <a:custGeom>
                <a:avLst/>
                <a:gdLst>
                  <a:gd name="T0" fmla="*/ 0 w 196"/>
                  <a:gd name="T1" fmla="*/ 77 h 111"/>
                  <a:gd name="T2" fmla="*/ 23 w 196"/>
                  <a:gd name="T3" fmla="*/ 69 h 111"/>
                  <a:gd name="T4" fmla="*/ 47 w 196"/>
                  <a:gd name="T5" fmla="*/ 61 h 111"/>
                  <a:gd name="T6" fmla="*/ 70 w 196"/>
                  <a:gd name="T7" fmla="*/ 53 h 111"/>
                  <a:gd name="T8" fmla="*/ 92 w 196"/>
                  <a:gd name="T9" fmla="*/ 42 h 111"/>
                  <a:gd name="T10" fmla="*/ 115 w 196"/>
                  <a:gd name="T11" fmla="*/ 33 h 111"/>
                  <a:gd name="T12" fmla="*/ 137 w 196"/>
                  <a:gd name="T13" fmla="*/ 22 h 111"/>
                  <a:gd name="T14" fmla="*/ 160 w 196"/>
                  <a:gd name="T15" fmla="*/ 10 h 111"/>
                  <a:gd name="T16" fmla="*/ 183 w 196"/>
                  <a:gd name="T17" fmla="*/ 0 h 111"/>
                  <a:gd name="T18" fmla="*/ 196 w 196"/>
                  <a:gd name="T19" fmla="*/ 28 h 111"/>
                  <a:gd name="T20" fmla="*/ 172 w 196"/>
                  <a:gd name="T21" fmla="*/ 40 h 111"/>
                  <a:gd name="T22" fmla="*/ 149 w 196"/>
                  <a:gd name="T23" fmla="*/ 53 h 111"/>
                  <a:gd name="T24" fmla="*/ 123 w 196"/>
                  <a:gd name="T25" fmla="*/ 64 h 111"/>
                  <a:gd name="T26" fmla="*/ 100 w 196"/>
                  <a:gd name="T27" fmla="*/ 74 h 111"/>
                  <a:gd name="T28" fmla="*/ 75 w 196"/>
                  <a:gd name="T29" fmla="*/ 85 h 111"/>
                  <a:gd name="T30" fmla="*/ 51 w 196"/>
                  <a:gd name="T31" fmla="*/ 94 h 111"/>
                  <a:gd name="T32" fmla="*/ 26 w 196"/>
                  <a:gd name="T33" fmla="*/ 102 h 111"/>
                  <a:gd name="T34" fmla="*/ 2 w 196"/>
                  <a:gd name="T35" fmla="*/ 111 h 111"/>
                  <a:gd name="T36" fmla="*/ 0 w 196"/>
                  <a:gd name="T37" fmla="*/ 77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1"/>
                  <a:gd name="T59" fmla="*/ 196 w 196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1">
                    <a:moveTo>
                      <a:pt x="0" y="77"/>
                    </a:moveTo>
                    <a:lnTo>
                      <a:pt x="23" y="69"/>
                    </a:lnTo>
                    <a:lnTo>
                      <a:pt x="47" y="61"/>
                    </a:lnTo>
                    <a:lnTo>
                      <a:pt x="70" y="53"/>
                    </a:lnTo>
                    <a:lnTo>
                      <a:pt x="92" y="42"/>
                    </a:lnTo>
                    <a:lnTo>
                      <a:pt x="115" y="33"/>
                    </a:lnTo>
                    <a:lnTo>
                      <a:pt x="137" y="22"/>
                    </a:lnTo>
                    <a:lnTo>
                      <a:pt x="160" y="10"/>
                    </a:lnTo>
                    <a:lnTo>
                      <a:pt x="183" y="0"/>
                    </a:lnTo>
                    <a:lnTo>
                      <a:pt x="196" y="28"/>
                    </a:lnTo>
                    <a:lnTo>
                      <a:pt x="172" y="40"/>
                    </a:lnTo>
                    <a:lnTo>
                      <a:pt x="149" y="53"/>
                    </a:lnTo>
                    <a:lnTo>
                      <a:pt x="123" y="64"/>
                    </a:lnTo>
                    <a:lnTo>
                      <a:pt x="100" y="74"/>
                    </a:lnTo>
                    <a:lnTo>
                      <a:pt x="75" y="85"/>
                    </a:lnTo>
                    <a:lnTo>
                      <a:pt x="51" y="94"/>
                    </a:lnTo>
                    <a:lnTo>
                      <a:pt x="26" y="102"/>
                    </a:lnTo>
                    <a:lnTo>
                      <a:pt x="2" y="11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3" name="Freeform 36"/>
              <p:cNvSpPr>
                <a:spLocks/>
              </p:cNvSpPr>
              <p:nvPr/>
            </p:nvSpPr>
            <p:spPr bwMode="auto">
              <a:xfrm>
                <a:off x="3437" y="3233"/>
                <a:ext cx="22" cy="40"/>
              </a:xfrm>
              <a:custGeom>
                <a:avLst/>
                <a:gdLst>
                  <a:gd name="T0" fmla="*/ 22 w 22"/>
                  <a:gd name="T1" fmla="*/ 34 h 40"/>
                  <a:gd name="T2" fmla="*/ 2 w 22"/>
                  <a:gd name="T3" fmla="*/ 40 h 40"/>
                  <a:gd name="T4" fmla="*/ 0 w 22"/>
                  <a:gd name="T5" fmla="*/ 6 h 40"/>
                  <a:gd name="T6" fmla="*/ 20 w 22"/>
                  <a:gd name="T7" fmla="*/ 0 h 40"/>
                  <a:gd name="T8" fmla="*/ 22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2" y="34"/>
                    </a:moveTo>
                    <a:lnTo>
                      <a:pt x="2" y="40"/>
                    </a:lnTo>
                    <a:lnTo>
                      <a:pt x="0" y="6"/>
                    </a:lnTo>
                    <a:lnTo>
                      <a:pt x="20" y="0"/>
                    </a:lnTo>
                    <a:lnTo>
                      <a:pt x="22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4" name="Freeform 37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5" name="Freeform 38"/>
              <p:cNvSpPr>
                <a:spLocks/>
              </p:cNvSpPr>
              <p:nvPr/>
            </p:nvSpPr>
            <p:spPr bwMode="auto">
              <a:xfrm>
                <a:off x="3735" y="2992"/>
                <a:ext cx="166" cy="79"/>
              </a:xfrm>
              <a:custGeom>
                <a:avLst/>
                <a:gdLst>
                  <a:gd name="T0" fmla="*/ 149 w 166"/>
                  <a:gd name="T1" fmla="*/ 9 h 79"/>
                  <a:gd name="T2" fmla="*/ 155 w 166"/>
                  <a:gd name="T3" fmla="*/ 14 h 79"/>
                  <a:gd name="T4" fmla="*/ 2 w 166"/>
                  <a:gd name="T5" fmla="*/ 79 h 79"/>
                  <a:gd name="T6" fmla="*/ 0 w 166"/>
                  <a:gd name="T7" fmla="*/ 72 h 79"/>
                  <a:gd name="T8" fmla="*/ 152 w 166"/>
                  <a:gd name="T9" fmla="*/ 7 h 79"/>
                  <a:gd name="T10" fmla="*/ 157 w 166"/>
                  <a:gd name="T11" fmla="*/ 12 h 79"/>
                  <a:gd name="T12" fmla="*/ 152 w 166"/>
                  <a:gd name="T13" fmla="*/ 7 h 79"/>
                  <a:gd name="T14" fmla="*/ 166 w 166"/>
                  <a:gd name="T15" fmla="*/ 0 h 79"/>
                  <a:gd name="T16" fmla="*/ 157 w 166"/>
                  <a:gd name="T17" fmla="*/ 12 h 79"/>
                  <a:gd name="T18" fmla="*/ 149 w 166"/>
                  <a:gd name="T19" fmla="*/ 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79"/>
                  <a:gd name="T32" fmla="*/ 166 w 166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79">
                    <a:moveTo>
                      <a:pt x="149" y="9"/>
                    </a:moveTo>
                    <a:lnTo>
                      <a:pt x="155" y="14"/>
                    </a:lnTo>
                    <a:lnTo>
                      <a:pt x="2" y="79"/>
                    </a:lnTo>
                    <a:lnTo>
                      <a:pt x="0" y="72"/>
                    </a:lnTo>
                    <a:lnTo>
                      <a:pt x="152" y="7"/>
                    </a:lnTo>
                    <a:lnTo>
                      <a:pt x="157" y="12"/>
                    </a:lnTo>
                    <a:lnTo>
                      <a:pt x="152" y="7"/>
                    </a:lnTo>
                    <a:lnTo>
                      <a:pt x="166" y="0"/>
                    </a:lnTo>
                    <a:lnTo>
                      <a:pt x="157" y="12"/>
                    </a:lnTo>
                    <a:lnTo>
                      <a:pt x="149" y="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6" name="Freeform 39"/>
              <p:cNvSpPr>
                <a:spLocks/>
              </p:cNvSpPr>
              <p:nvPr/>
            </p:nvSpPr>
            <p:spPr bwMode="auto">
              <a:xfrm>
                <a:off x="3799" y="2996"/>
                <a:ext cx="95" cy="139"/>
              </a:xfrm>
              <a:custGeom>
                <a:avLst/>
                <a:gdLst>
                  <a:gd name="T0" fmla="*/ 10 w 95"/>
                  <a:gd name="T1" fmla="*/ 127 h 139"/>
                  <a:gd name="T2" fmla="*/ 0 w 95"/>
                  <a:gd name="T3" fmla="*/ 130 h 139"/>
                  <a:gd name="T4" fmla="*/ 87 w 95"/>
                  <a:gd name="T5" fmla="*/ 0 h 139"/>
                  <a:gd name="T6" fmla="*/ 95 w 95"/>
                  <a:gd name="T7" fmla="*/ 4 h 139"/>
                  <a:gd name="T8" fmla="*/ 9 w 95"/>
                  <a:gd name="T9" fmla="*/ 132 h 139"/>
                  <a:gd name="T10" fmla="*/ 0 w 95"/>
                  <a:gd name="T11" fmla="*/ 135 h 139"/>
                  <a:gd name="T12" fmla="*/ 9 w 95"/>
                  <a:gd name="T13" fmla="*/ 132 h 139"/>
                  <a:gd name="T14" fmla="*/ 5 w 95"/>
                  <a:gd name="T15" fmla="*/ 139 h 139"/>
                  <a:gd name="T16" fmla="*/ 0 w 95"/>
                  <a:gd name="T17" fmla="*/ 135 h 139"/>
                  <a:gd name="T18" fmla="*/ 10 w 95"/>
                  <a:gd name="T19" fmla="*/ 127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9"/>
                  <a:gd name="T32" fmla="*/ 95 w 95"/>
                  <a:gd name="T33" fmla="*/ 139 h 1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9">
                    <a:moveTo>
                      <a:pt x="10" y="127"/>
                    </a:moveTo>
                    <a:lnTo>
                      <a:pt x="0" y="130"/>
                    </a:lnTo>
                    <a:lnTo>
                      <a:pt x="87" y="0"/>
                    </a:lnTo>
                    <a:lnTo>
                      <a:pt x="95" y="4"/>
                    </a:lnTo>
                    <a:lnTo>
                      <a:pt x="9" y="132"/>
                    </a:lnTo>
                    <a:lnTo>
                      <a:pt x="0" y="135"/>
                    </a:lnTo>
                    <a:lnTo>
                      <a:pt x="9" y="132"/>
                    </a:lnTo>
                    <a:lnTo>
                      <a:pt x="5" y="139"/>
                    </a:lnTo>
                    <a:lnTo>
                      <a:pt x="0" y="135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7" name="Freeform 40"/>
              <p:cNvSpPr>
                <a:spLocks/>
              </p:cNvSpPr>
              <p:nvPr/>
            </p:nvSpPr>
            <p:spPr bwMode="auto">
              <a:xfrm>
                <a:off x="3726" y="3062"/>
                <a:ext cx="79" cy="71"/>
              </a:xfrm>
              <a:custGeom>
                <a:avLst/>
                <a:gdLst>
                  <a:gd name="T0" fmla="*/ 11 w 79"/>
                  <a:gd name="T1" fmla="*/ 7 h 71"/>
                  <a:gd name="T2" fmla="*/ 14 w 79"/>
                  <a:gd name="T3" fmla="*/ 0 h 71"/>
                  <a:gd name="T4" fmla="*/ 79 w 79"/>
                  <a:gd name="T5" fmla="*/ 65 h 71"/>
                  <a:gd name="T6" fmla="*/ 70 w 79"/>
                  <a:gd name="T7" fmla="*/ 71 h 71"/>
                  <a:gd name="T8" fmla="*/ 4 w 79"/>
                  <a:gd name="T9" fmla="*/ 7 h 71"/>
                  <a:gd name="T10" fmla="*/ 8 w 79"/>
                  <a:gd name="T11" fmla="*/ 0 h 71"/>
                  <a:gd name="T12" fmla="*/ 4 w 79"/>
                  <a:gd name="T13" fmla="*/ 7 h 71"/>
                  <a:gd name="T14" fmla="*/ 0 w 79"/>
                  <a:gd name="T15" fmla="*/ 3 h 71"/>
                  <a:gd name="T16" fmla="*/ 8 w 79"/>
                  <a:gd name="T17" fmla="*/ 0 h 71"/>
                  <a:gd name="T18" fmla="*/ 11 w 79"/>
                  <a:gd name="T19" fmla="*/ 7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9"/>
                  <a:gd name="T31" fmla="*/ 0 h 71"/>
                  <a:gd name="T32" fmla="*/ 79 w 7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9" h="71">
                    <a:moveTo>
                      <a:pt x="11" y="7"/>
                    </a:moveTo>
                    <a:lnTo>
                      <a:pt x="14" y="0"/>
                    </a:lnTo>
                    <a:lnTo>
                      <a:pt x="79" y="65"/>
                    </a:lnTo>
                    <a:lnTo>
                      <a:pt x="70" y="71"/>
                    </a:lnTo>
                    <a:lnTo>
                      <a:pt x="4" y="7"/>
                    </a:lnTo>
                    <a:lnTo>
                      <a:pt x="8" y="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8" name="Freeform 41"/>
              <p:cNvSpPr>
                <a:spLocks/>
              </p:cNvSpPr>
              <p:nvPr/>
            </p:nvSpPr>
            <p:spPr bwMode="auto">
              <a:xfrm>
                <a:off x="3838" y="3018"/>
                <a:ext cx="35" cy="31"/>
              </a:xfrm>
              <a:custGeom>
                <a:avLst/>
                <a:gdLst>
                  <a:gd name="T0" fmla="*/ 0 w 35"/>
                  <a:gd name="T1" fmla="*/ 12 h 31"/>
                  <a:gd name="T2" fmla="*/ 13 w 35"/>
                  <a:gd name="T3" fmla="*/ 0 h 31"/>
                  <a:gd name="T4" fmla="*/ 35 w 35"/>
                  <a:gd name="T5" fmla="*/ 18 h 31"/>
                  <a:gd name="T6" fmla="*/ 20 w 35"/>
                  <a:gd name="T7" fmla="*/ 31 h 31"/>
                  <a:gd name="T8" fmla="*/ 0 w 35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0" y="12"/>
                    </a:moveTo>
                    <a:lnTo>
                      <a:pt x="13" y="0"/>
                    </a:lnTo>
                    <a:lnTo>
                      <a:pt x="35" y="18"/>
                    </a:lnTo>
                    <a:lnTo>
                      <a:pt x="20" y="31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699" name="Freeform 42"/>
              <p:cNvSpPr>
                <a:spLocks/>
              </p:cNvSpPr>
              <p:nvPr/>
            </p:nvSpPr>
            <p:spPr bwMode="auto">
              <a:xfrm>
                <a:off x="3646" y="3030"/>
                <a:ext cx="209" cy="153"/>
              </a:xfrm>
              <a:custGeom>
                <a:avLst/>
                <a:gdLst>
                  <a:gd name="T0" fmla="*/ 0 w 209"/>
                  <a:gd name="T1" fmla="*/ 130 h 153"/>
                  <a:gd name="T2" fmla="*/ 0 w 209"/>
                  <a:gd name="T3" fmla="*/ 130 h 153"/>
                  <a:gd name="T4" fmla="*/ 26 w 209"/>
                  <a:gd name="T5" fmla="*/ 115 h 153"/>
                  <a:gd name="T6" fmla="*/ 52 w 209"/>
                  <a:gd name="T7" fmla="*/ 101 h 153"/>
                  <a:gd name="T8" fmla="*/ 76 w 209"/>
                  <a:gd name="T9" fmla="*/ 85 h 153"/>
                  <a:gd name="T10" fmla="*/ 100 w 209"/>
                  <a:gd name="T11" fmla="*/ 69 h 153"/>
                  <a:gd name="T12" fmla="*/ 124 w 209"/>
                  <a:gd name="T13" fmla="*/ 52 h 153"/>
                  <a:gd name="T14" fmla="*/ 147 w 209"/>
                  <a:gd name="T15" fmla="*/ 36 h 153"/>
                  <a:gd name="T16" fmla="*/ 168 w 209"/>
                  <a:gd name="T17" fmla="*/ 18 h 153"/>
                  <a:gd name="T18" fmla="*/ 190 w 209"/>
                  <a:gd name="T19" fmla="*/ 0 h 153"/>
                  <a:gd name="T20" fmla="*/ 209 w 209"/>
                  <a:gd name="T21" fmla="*/ 17 h 153"/>
                  <a:gd name="T22" fmla="*/ 187 w 209"/>
                  <a:gd name="T23" fmla="*/ 36 h 153"/>
                  <a:gd name="T24" fmla="*/ 164 w 209"/>
                  <a:gd name="T25" fmla="*/ 55 h 153"/>
                  <a:gd name="T26" fmla="*/ 140 w 209"/>
                  <a:gd name="T27" fmla="*/ 72 h 153"/>
                  <a:gd name="T28" fmla="*/ 116 w 209"/>
                  <a:gd name="T29" fmla="*/ 89 h 153"/>
                  <a:gd name="T30" fmla="*/ 91 w 209"/>
                  <a:gd name="T31" fmla="*/ 106 h 153"/>
                  <a:gd name="T32" fmla="*/ 65 w 209"/>
                  <a:gd name="T33" fmla="*/ 122 h 153"/>
                  <a:gd name="T34" fmla="*/ 39 w 209"/>
                  <a:gd name="T35" fmla="*/ 138 h 153"/>
                  <a:gd name="T36" fmla="*/ 12 w 209"/>
                  <a:gd name="T37" fmla="*/ 153 h 153"/>
                  <a:gd name="T38" fmla="*/ 0 w 209"/>
                  <a:gd name="T39" fmla="*/ 130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53"/>
                  <a:gd name="T62" fmla="*/ 209 w 209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53">
                    <a:moveTo>
                      <a:pt x="0" y="130"/>
                    </a:moveTo>
                    <a:lnTo>
                      <a:pt x="0" y="130"/>
                    </a:lnTo>
                    <a:lnTo>
                      <a:pt x="26" y="115"/>
                    </a:lnTo>
                    <a:lnTo>
                      <a:pt x="52" y="101"/>
                    </a:lnTo>
                    <a:lnTo>
                      <a:pt x="76" y="85"/>
                    </a:lnTo>
                    <a:lnTo>
                      <a:pt x="100" y="69"/>
                    </a:lnTo>
                    <a:lnTo>
                      <a:pt x="124" y="52"/>
                    </a:lnTo>
                    <a:lnTo>
                      <a:pt x="147" y="36"/>
                    </a:lnTo>
                    <a:lnTo>
                      <a:pt x="168" y="18"/>
                    </a:lnTo>
                    <a:lnTo>
                      <a:pt x="190" y="0"/>
                    </a:lnTo>
                    <a:lnTo>
                      <a:pt x="209" y="17"/>
                    </a:lnTo>
                    <a:lnTo>
                      <a:pt x="187" y="36"/>
                    </a:lnTo>
                    <a:lnTo>
                      <a:pt x="164" y="55"/>
                    </a:lnTo>
                    <a:lnTo>
                      <a:pt x="140" y="72"/>
                    </a:lnTo>
                    <a:lnTo>
                      <a:pt x="116" y="89"/>
                    </a:lnTo>
                    <a:lnTo>
                      <a:pt x="91" y="106"/>
                    </a:lnTo>
                    <a:lnTo>
                      <a:pt x="65" y="122"/>
                    </a:lnTo>
                    <a:lnTo>
                      <a:pt x="39" y="138"/>
                    </a:lnTo>
                    <a:lnTo>
                      <a:pt x="12" y="153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0" name="Freeform 43"/>
              <p:cNvSpPr>
                <a:spLocks/>
              </p:cNvSpPr>
              <p:nvPr/>
            </p:nvSpPr>
            <p:spPr bwMode="auto">
              <a:xfrm>
                <a:off x="3458" y="3159"/>
                <a:ext cx="195" cy="106"/>
              </a:xfrm>
              <a:custGeom>
                <a:avLst/>
                <a:gdLst>
                  <a:gd name="T0" fmla="*/ 0 w 195"/>
                  <a:gd name="T1" fmla="*/ 78 h 106"/>
                  <a:gd name="T2" fmla="*/ 23 w 195"/>
                  <a:gd name="T3" fmla="*/ 69 h 106"/>
                  <a:gd name="T4" fmla="*/ 47 w 195"/>
                  <a:gd name="T5" fmla="*/ 62 h 106"/>
                  <a:gd name="T6" fmla="*/ 70 w 195"/>
                  <a:gd name="T7" fmla="*/ 52 h 106"/>
                  <a:gd name="T8" fmla="*/ 93 w 195"/>
                  <a:gd name="T9" fmla="*/ 44 h 106"/>
                  <a:gd name="T10" fmla="*/ 116 w 195"/>
                  <a:gd name="T11" fmla="*/ 34 h 106"/>
                  <a:gd name="T12" fmla="*/ 138 w 195"/>
                  <a:gd name="T13" fmla="*/ 23 h 106"/>
                  <a:gd name="T14" fmla="*/ 161 w 195"/>
                  <a:gd name="T15" fmla="*/ 13 h 106"/>
                  <a:gd name="T16" fmla="*/ 183 w 195"/>
                  <a:gd name="T17" fmla="*/ 0 h 106"/>
                  <a:gd name="T18" fmla="*/ 195 w 195"/>
                  <a:gd name="T19" fmla="*/ 24 h 106"/>
                  <a:gd name="T20" fmla="*/ 171 w 195"/>
                  <a:gd name="T21" fmla="*/ 37 h 106"/>
                  <a:gd name="T22" fmla="*/ 148 w 195"/>
                  <a:gd name="T23" fmla="*/ 48 h 106"/>
                  <a:gd name="T24" fmla="*/ 122 w 195"/>
                  <a:gd name="T25" fmla="*/ 60 h 106"/>
                  <a:gd name="T26" fmla="*/ 99 w 195"/>
                  <a:gd name="T27" fmla="*/ 69 h 106"/>
                  <a:gd name="T28" fmla="*/ 75 w 195"/>
                  <a:gd name="T29" fmla="*/ 80 h 106"/>
                  <a:gd name="T30" fmla="*/ 52 w 195"/>
                  <a:gd name="T31" fmla="*/ 89 h 106"/>
                  <a:gd name="T32" fmla="*/ 26 w 195"/>
                  <a:gd name="T33" fmla="*/ 97 h 106"/>
                  <a:gd name="T34" fmla="*/ 3 w 195"/>
                  <a:gd name="T35" fmla="*/ 106 h 106"/>
                  <a:gd name="T36" fmla="*/ 0 w 195"/>
                  <a:gd name="T37" fmla="*/ 78 h 1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06"/>
                  <a:gd name="T59" fmla="*/ 195 w 195"/>
                  <a:gd name="T60" fmla="*/ 106 h 1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06">
                    <a:moveTo>
                      <a:pt x="0" y="78"/>
                    </a:moveTo>
                    <a:lnTo>
                      <a:pt x="23" y="69"/>
                    </a:lnTo>
                    <a:lnTo>
                      <a:pt x="47" y="62"/>
                    </a:lnTo>
                    <a:lnTo>
                      <a:pt x="70" y="52"/>
                    </a:lnTo>
                    <a:lnTo>
                      <a:pt x="93" y="44"/>
                    </a:lnTo>
                    <a:lnTo>
                      <a:pt x="116" y="34"/>
                    </a:lnTo>
                    <a:lnTo>
                      <a:pt x="138" y="23"/>
                    </a:lnTo>
                    <a:lnTo>
                      <a:pt x="161" y="13"/>
                    </a:lnTo>
                    <a:lnTo>
                      <a:pt x="183" y="0"/>
                    </a:lnTo>
                    <a:lnTo>
                      <a:pt x="195" y="24"/>
                    </a:lnTo>
                    <a:lnTo>
                      <a:pt x="171" y="37"/>
                    </a:lnTo>
                    <a:lnTo>
                      <a:pt x="148" y="48"/>
                    </a:lnTo>
                    <a:lnTo>
                      <a:pt x="122" y="60"/>
                    </a:lnTo>
                    <a:lnTo>
                      <a:pt x="99" y="69"/>
                    </a:lnTo>
                    <a:lnTo>
                      <a:pt x="75" y="80"/>
                    </a:lnTo>
                    <a:lnTo>
                      <a:pt x="52" y="89"/>
                    </a:lnTo>
                    <a:lnTo>
                      <a:pt x="26" y="97"/>
                    </a:lnTo>
                    <a:lnTo>
                      <a:pt x="3" y="106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1" name="Freeform 44"/>
              <p:cNvSpPr>
                <a:spLocks/>
              </p:cNvSpPr>
              <p:nvPr/>
            </p:nvSpPr>
            <p:spPr bwMode="auto">
              <a:xfrm>
                <a:off x="3439" y="3235"/>
                <a:ext cx="20" cy="34"/>
              </a:xfrm>
              <a:custGeom>
                <a:avLst/>
                <a:gdLst>
                  <a:gd name="T0" fmla="*/ 20 w 20"/>
                  <a:gd name="T1" fmla="*/ 29 h 34"/>
                  <a:gd name="T2" fmla="*/ 2 w 20"/>
                  <a:gd name="T3" fmla="*/ 34 h 34"/>
                  <a:gd name="T4" fmla="*/ 0 w 20"/>
                  <a:gd name="T5" fmla="*/ 5 h 34"/>
                  <a:gd name="T6" fmla="*/ 18 w 20"/>
                  <a:gd name="T7" fmla="*/ 0 h 34"/>
                  <a:gd name="T8" fmla="*/ 20 w 20"/>
                  <a:gd name="T9" fmla="*/ 2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20" y="29"/>
                    </a:moveTo>
                    <a:lnTo>
                      <a:pt x="2" y="34"/>
                    </a:lnTo>
                    <a:lnTo>
                      <a:pt x="0" y="5"/>
                    </a:lnTo>
                    <a:lnTo>
                      <a:pt x="18" y="0"/>
                    </a:lnTo>
                    <a:lnTo>
                      <a:pt x="20" y="2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2" name="Freeform 45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3" name="Freeform 46"/>
              <p:cNvSpPr>
                <a:spLocks/>
              </p:cNvSpPr>
              <p:nvPr/>
            </p:nvSpPr>
            <p:spPr bwMode="auto">
              <a:xfrm>
                <a:off x="3764" y="2956"/>
                <a:ext cx="174" cy="96"/>
              </a:xfrm>
              <a:custGeom>
                <a:avLst/>
                <a:gdLst>
                  <a:gd name="T0" fmla="*/ 146 w 174"/>
                  <a:gd name="T1" fmla="*/ 16 h 96"/>
                  <a:gd name="T2" fmla="*/ 156 w 174"/>
                  <a:gd name="T3" fmla="*/ 27 h 96"/>
                  <a:gd name="T4" fmla="*/ 5 w 174"/>
                  <a:gd name="T5" fmla="*/ 96 h 96"/>
                  <a:gd name="T6" fmla="*/ 0 w 174"/>
                  <a:gd name="T7" fmla="*/ 83 h 96"/>
                  <a:gd name="T8" fmla="*/ 151 w 174"/>
                  <a:gd name="T9" fmla="*/ 11 h 96"/>
                  <a:gd name="T10" fmla="*/ 161 w 174"/>
                  <a:gd name="T11" fmla="*/ 20 h 96"/>
                  <a:gd name="T12" fmla="*/ 151 w 174"/>
                  <a:gd name="T13" fmla="*/ 11 h 96"/>
                  <a:gd name="T14" fmla="*/ 174 w 174"/>
                  <a:gd name="T15" fmla="*/ 0 h 96"/>
                  <a:gd name="T16" fmla="*/ 161 w 174"/>
                  <a:gd name="T17" fmla="*/ 20 h 96"/>
                  <a:gd name="T18" fmla="*/ 146 w 174"/>
                  <a:gd name="T19" fmla="*/ 16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6"/>
                  <a:gd name="T32" fmla="*/ 174 w 174"/>
                  <a:gd name="T33" fmla="*/ 96 h 9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6">
                    <a:moveTo>
                      <a:pt x="146" y="16"/>
                    </a:moveTo>
                    <a:lnTo>
                      <a:pt x="156" y="27"/>
                    </a:lnTo>
                    <a:lnTo>
                      <a:pt x="5" y="96"/>
                    </a:lnTo>
                    <a:lnTo>
                      <a:pt x="0" y="83"/>
                    </a:lnTo>
                    <a:lnTo>
                      <a:pt x="151" y="11"/>
                    </a:lnTo>
                    <a:lnTo>
                      <a:pt x="161" y="20"/>
                    </a:lnTo>
                    <a:lnTo>
                      <a:pt x="151" y="11"/>
                    </a:lnTo>
                    <a:lnTo>
                      <a:pt x="174" y="0"/>
                    </a:lnTo>
                    <a:lnTo>
                      <a:pt x="161" y="20"/>
                    </a:lnTo>
                    <a:lnTo>
                      <a:pt x="146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4" name="Freeform 47"/>
              <p:cNvSpPr>
                <a:spLocks/>
              </p:cNvSpPr>
              <p:nvPr/>
            </p:nvSpPr>
            <p:spPr bwMode="auto">
              <a:xfrm>
                <a:off x="3831" y="2971"/>
                <a:ext cx="94" cy="146"/>
              </a:xfrm>
              <a:custGeom>
                <a:avLst/>
                <a:gdLst>
                  <a:gd name="T0" fmla="*/ 16 w 94"/>
                  <a:gd name="T1" fmla="*/ 126 h 146"/>
                  <a:gd name="T2" fmla="*/ 0 w 94"/>
                  <a:gd name="T3" fmla="*/ 130 h 146"/>
                  <a:gd name="T4" fmla="*/ 78 w 94"/>
                  <a:gd name="T5" fmla="*/ 0 h 146"/>
                  <a:gd name="T6" fmla="*/ 94 w 94"/>
                  <a:gd name="T7" fmla="*/ 4 h 146"/>
                  <a:gd name="T8" fmla="*/ 16 w 94"/>
                  <a:gd name="T9" fmla="*/ 133 h 146"/>
                  <a:gd name="T10" fmla="*/ 0 w 94"/>
                  <a:gd name="T11" fmla="*/ 140 h 146"/>
                  <a:gd name="T12" fmla="*/ 16 w 94"/>
                  <a:gd name="T13" fmla="*/ 133 h 146"/>
                  <a:gd name="T14" fmla="*/ 9 w 94"/>
                  <a:gd name="T15" fmla="*/ 146 h 146"/>
                  <a:gd name="T16" fmla="*/ 0 w 94"/>
                  <a:gd name="T17" fmla="*/ 140 h 146"/>
                  <a:gd name="T18" fmla="*/ 16 w 94"/>
                  <a:gd name="T19" fmla="*/ 12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146"/>
                  <a:gd name="T32" fmla="*/ 94 w 94"/>
                  <a:gd name="T33" fmla="*/ 146 h 1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146">
                    <a:moveTo>
                      <a:pt x="16" y="126"/>
                    </a:moveTo>
                    <a:lnTo>
                      <a:pt x="0" y="130"/>
                    </a:lnTo>
                    <a:lnTo>
                      <a:pt x="78" y="0"/>
                    </a:lnTo>
                    <a:lnTo>
                      <a:pt x="94" y="4"/>
                    </a:lnTo>
                    <a:lnTo>
                      <a:pt x="16" y="133"/>
                    </a:lnTo>
                    <a:lnTo>
                      <a:pt x="0" y="140"/>
                    </a:lnTo>
                    <a:lnTo>
                      <a:pt x="16" y="133"/>
                    </a:lnTo>
                    <a:lnTo>
                      <a:pt x="9" y="146"/>
                    </a:lnTo>
                    <a:lnTo>
                      <a:pt x="0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5" name="Freeform 48"/>
              <p:cNvSpPr>
                <a:spLocks/>
              </p:cNvSpPr>
              <p:nvPr/>
            </p:nvSpPr>
            <p:spPr bwMode="auto">
              <a:xfrm>
                <a:off x="3749" y="3036"/>
                <a:ext cx="94" cy="74"/>
              </a:xfrm>
              <a:custGeom>
                <a:avLst/>
                <a:gdLst>
                  <a:gd name="T0" fmla="*/ 19 w 94"/>
                  <a:gd name="T1" fmla="*/ 15 h 74"/>
                  <a:gd name="T2" fmla="*/ 24 w 94"/>
                  <a:gd name="T3" fmla="*/ 0 h 74"/>
                  <a:gd name="T4" fmla="*/ 94 w 94"/>
                  <a:gd name="T5" fmla="*/ 60 h 74"/>
                  <a:gd name="T6" fmla="*/ 78 w 94"/>
                  <a:gd name="T7" fmla="*/ 74 h 74"/>
                  <a:gd name="T8" fmla="*/ 9 w 94"/>
                  <a:gd name="T9" fmla="*/ 14 h 74"/>
                  <a:gd name="T10" fmla="*/ 14 w 94"/>
                  <a:gd name="T11" fmla="*/ 0 h 74"/>
                  <a:gd name="T12" fmla="*/ 9 w 94"/>
                  <a:gd name="T13" fmla="*/ 14 h 74"/>
                  <a:gd name="T14" fmla="*/ 0 w 94"/>
                  <a:gd name="T15" fmla="*/ 6 h 74"/>
                  <a:gd name="T16" fmla="*/ 14 w 94"/>
                  <a:gd name="T17" fmla="*/ 0 h 74"/>
                  <a:gd name="T18" fmla="*/ 19 w 94"/>
                  <a:gd name="T19" fmla="*/ 15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74"/>
                  <a:gd name="T32" fmla="*/ 94 w 94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74">
                    <a:moveTo>
                      <a:pt x="19" y="15"/>
                    </a:moveTo>
                    <a:lnTo>
                      <a:pt x="24" y="0"/>
                    </a:lnTo>
                    <a:lnTo>
                      <a:pt x="94" y="60"/>
                    </a:lnTo>
                    <a:lnTo>
                      <a:pt x="78" y="74"/>
                    </a:lnTo>
                    <a:lnTo>
                      <a:pt x="9" y="14"/>
                    </a:lnTo>
                    <a:lnTo>
                      <a:pt x="14" y="0"/>
                    </a:lnTo>
                    <a:lnTo>
                      <a:pt x="9" y="14"/>
                    </a:lnTo>
                    <a:lnTo>
                      <a:pt x="0" y="6"/>
                    </a:lnTo>
                    <a:lnTo>
                      <a:pt x="14" y="0"/>
                    </a:lnTo>
                    <a:lnTo>
                      <a:pt x="19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6" name="Freeform 49"/>
              <p:cNvSpPr>
                <a:spLocks/>
              </p:cNvSpPr>
              <p:nvPr/>
            </p:nvSpPr>
            <p:spPr bwMode="auto">
              <a:xfrm>
                <a:off x="3862" y="2989"/>
                <a:ext cx="42" cy="34"/>
              </a:xfrm>
              <a:custGeom>
                <a:avLst/>
                <a:gdLst>
                  <a:gd name="T0" fmla="*/ 0 w 42"/>
                  <a:gd name="T1" fmla="*/ 15 h 34"/>
                  <a:gd name="T2" fmla="*/ 16 w 42"/>
                  <a:gd name="T3" fmla="*/ 0 h 34"/>
                  <a:gd name="T4" fmla="*/ 42 w 42"/>
                  <a:gd name="T5" fmla="*/ 19 h 34"/>
                  <a:gd name="T6" fmla="*/ 26 w 42"/>
                  <a:gd name="T7" fmla="*/ 34 h 34"/>
                  <a:gd name="T8" fmla="*/ 0 w 42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4"/>
                  <a:gd name="T17" fmla="*/ 42 w 4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4">
                    <a:moveTo>
                      <a:pt x="0" y="15"/>
                    </a:moveTo>
                    <a:lnTo>
                      <a:pt x="16" y="0"/>
                    </a:lnTo>
                    <a:lnTo>
                      <a:pt x="42" y="19"/>
                    </a:lnTo>
                    <a:lnTo>
                      <a:pt x="26" y="3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7" name="Freeform 50"/>
              <p:cNvSpPr>
                <a:spLocks/>
              </p:cNvSpPr>
              <p:nvPr/>
            </p:nvSpPr>
            <p:spPr bwMode="auto">
              <a:xfrm>
                <a:off x="3680" y="3004"/>
                <a:ext cx="209" cy="166"/>
              </a:xfrm>
              <a:custGeom>
                <a:avLst/>
                <a:gdLst>
                  <a:gd name="T0" fmla="*/ 0 w 209"/>
                  <a:gd name="T1" fmla="*/ 138 h 166"/>
                  <a:gd name="T2" fmla="*/ 0 w 209"/>
                  <a:gd name="T3" fmla="*/ 138 h 166"/>
                  <a:gd name="T4" fmla="*/ 24 w 209"/>
                  <a:gd name="T5" fmla="*/ 122 h 166"/>
                  <a:gd name="T6" fmla="*/ 49 w 209"/>
                  <a:gd name="T7" fmla="*/ 106 h 166"/>
                  <a:gd name="T8" fmla="*/ 73 w 209"/>
                  <a:gd name="T9" fmla="*/ 90 h 166"/>
                  <a:gd name="T10" fmla="*/ 97 w 209"/>
                  <a:gd name="T11" fmla="*/ 73 h 166"/>
                  <a:gd name="T12" fmla="*/ 119 w 209"/>
                  <a:gd name="T13" fmla="*/ 57 h 166"/>
                  <a:gd name="T14" fmla="*/ 141 w 209"/>
                  <a:gd name="T15" fmla="*/ 38 h 166"/>
                  <a:gd name="T16" fmla="*/ 162 w 209"/>
                  <a:gd name="T17" fmla="*/ 19 h 166"/>
                  <a:gd name="T18" fmla="*/ 183 w 209"/>
                  <a:gd name="T19" fmla="*/ 0 h 166"/>
                  <a:gd name="T20" fmla="*/ 209 w 209"/>
                  <a:gd name="T21" fmla="*/ 20 h 166"/>
                  <a:gd name="T22" fmla="*/ 188 w 209"/>
                  <a:gd name="T23" fmla="*/ 39 h 166"/>
                  <a:gd name="T24" fmla="*/ 165 w 209"/>
                  <a:gd name="T25" fmla="*/ 60 h 166"/>
                  <a:gd name="T26" fmla="*/ 141 w 209"/>
                  <a:gd name="T27" fmla="*/ 79 h 166"/>
                  <a:gd name="T28" fmla="*/ 117 w 209"/>
                  <a:gd name="T29" fmla="*/ 97 h 166"/>
                  <a:gd name="T30" fmla="*/ 93 w 209"/>
                  <a:gd name="T31" fmla="*/ 114 h 166"/>
                  <a:gd name="T32" fmla="*/ 68 w 209"/>
                  <a:gd name="T33" fmla="*/ 132 h 166"/>
                  <a:gd name="T34" fmla="*/ 42 w 209"/>
                  <a:gd name="T35" fmla="*/ 148 h 166"/>
                  <a:gd name="T36" fmla="*/ 15 w 209"/>
                  <a:gd name="T37" fmla="*/ 166 h 166"/>
                  <a:gd name="T38" fmla="*/ 0 w 209"/>
                  <a:gd name="T39" fmla="*/ 138 h 1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66"/>
                  <a:gd name="T62" fmla="*/ 209 w 209"/>
                  <a:gd name="T63" fmla="*/ 166 h 16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2"/>
                    </a:lnTo>
                    <a:lnTo>
                      <a:pt x="49" y="106"/>
                    </a:lnTo>
                    <a:lnTo>
                      <a:pt x="73" y="90"/>
                    </a:lnTo>
                    <a:lnTo>
                      <a:pt x="97" y="73"/>
                    </a:lnTo>
                    <a:lnTo>
                      <a:pt x="119" y="57"/>
                    </a:lnTo>
                    <a:lnTo>
                      <a:pt x="141" y="38"/>
                    </a:lnTo>
                    <a:lnTo>
                      <a:pt x="162" y="19"/>
                    </a:lnTo>
                    <a:lnTo>
                      <a:pt x="183" y="0"/>
                    </a:lnTo>
                    <a:lnTo>
                      <a:pt x="209" y="20"/>
                    </a:lnTo>
                    <a:lnTo>
                      <a:pt x="188" y="39"/>
                    </a:lnTo>
                    <a:lnTo>
                      <a:pt x="165" y="60"/>
                    </a:lnTo>
                    <a:lnTo>
                      <a:pt x="141" y="79"/>
                    </a:lnTo>
                    <a:lnTo>
                      <a:pt x="117" y="97"/>
                    </a:lnTo>
                    <a:lnTo>
                      <a:pt x="93" y="114"/>
                    </a:lnTo>
                    <a:lnTo>
                      <a:pt x="68" y="132"/>
                    </a:lnTo>
                    <a:lnTo>
                      <a:pt x="42" y="148"/>
                    </a:lnTo>
                    <a:lnTo>
                      <a:pt x="15" y="166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8" name="Freeform 51"/>
              <p:cNvSpPr>
                <a:spLocks/>
              </p:cNvSpPr>
              <p:nvPr/>
            </p:nvSpPr>
            <p:spPr bwMode="auto">
              <a:xfrm>
                <a:off x="3495" y="3137"/>
                <a:ext cx="195" cy="117"/>
              </a:xfrm>
              <a:custGeom>
                <a:avLst/>
                <a:gdLst>
                  <a:gd name="T0" fmla="*/ 0 w 195"/>
                  <a:gd name="T1" fmla="*/ 84 h 117"/>
                  <a:gd name="T2" fmla="*/ 22 w 195"/>
                  <a:gd name="T3" fmla="*/ 76 h 117"/>
                  <a:gd name="T4" fmla="*/ 45 w 195"/>
                  <a:gd name="T5" fmla="*/ 67 h 117"/>
                  <a:gd name="T6" fmla="*/ 68 w 195"/>
                  <a:gd name="T7" fmla="*/ 58 h 117"/>
                  <a:gd name="T8" fmla="*/ 91 w 195"/>
                  <a:gd name="T9" fmla="*/ 47 h 117"/>
                  <a:gd name="T10" fmla="*/ 113 w 195"/>
                  <a:gd name="T11" fmla="*/ 37 h 117"/>
                  <a:gd name="T12" fmla="*/ 135 w 195"/>
                  <a:gd name="T13" fmla="*/ 25 h 117"/>
                  <a:gd name="T14" fmla="*/ 157 w 195"/>
                  <a:gd name="T15" fmla="*/ 13 h 117"/>
                  <a:gd name="T16" fmla="*/ 179 w 195"/>
                  <a:gd name="T17" fmla="*/ 0 h 117"/>
                  <a:gd name="T18" fmla="*/ 195 w 195"/>
                  <a:gd name="T19" fmla="*/ 28 h 117"/>
                  <a:gd name="T20" fmla="*/ 172 w 195"/>
                  <a:gd name="T21" fmla="*/ 42 h 117"/>
                  <a:gd name="T22" fmla="*/ 148 w 195"/>
                  <a:gd name="T23" fmla="*/ 54 h 117"/>
                  <a:gd name="T24" fmla="*/ 125 w 195"/>
                  <a:gd name="T25" fmla="*/ 67 h 117"/>
                  <a:gd name="T26" fmla="*/ 100 w 195"/>
                  <a:gd name="T27" fmla="*/ 80 h 117"/>
                  <a:gd name="T28" fmla="*/ 77 w 195"/>
                  <a:gd name="T29" fmla="*/ 89 h 117"/>
                  <a:gd name="T30" fmla="*/ 52 w 195"/>
                  <a:gd name="T31" fmla="*/ 100 h 117"/>
                  <a:gd name="T32" fmla="*/ 27 w 195"/>
                  <a:gd name="T33" fmla="*/ 108 h 117"/>
                  <a:gd name="T34" fmla="*/ 4 w 195"/>
                  <a:gd name="T35" fmla="*/ 117 h 117"/>
                  <a:gd name="T36" fmla="*/ 0 w 195"/>
                  <a:gd name="T37" fmla="*/ 84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17"/>
                  <a:gd name="T59" fmla="*/ 195 w 195"/>
                  <a:gd name="T60" fmla="*/ 117 h 11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17">
                    <a:moveTo>
                      <a:pt x="0" y="84"/>
                    </a:moveTo>
                    <a:lnTo>
                      <a:pt x="22" y="76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5" y="25"/>
                    </a:lnTo>
                    <a:lnTo>
                      <a:pt x="157" y="13"/>
                    </a:lnTo>
                    <a:lnTo>
                      <a:pt x="179" y="0"/>
                    </a:lnTo>
                    <a:lnTo>
                      <a:pt x="195" y="28"/>
                    </a:lnTo>
                    <a:lnTo>
                      <a:pt x="172" y="42"/>
                    </a:lnTo>
                    <a:lnTo>
                      <a:pt x="148" y="54"/>
                    </a:lnTo>
                    <a:lnTo>
                      <a:pt x="125" y="67"/>
                    </a:lnTo>
                    <a:lnTo>
                      <a:pt x="100" y="80"/>
                    </a:lnTo>
                    <a:lnTo>
                      <a:pt x="77" y="89"/>
                    </a:lnTo>
                    <a:lnTo>
                      <a:pt x="52" y="100"/>
                    </a:lnTo>
                    <a:lnTo>
                      <a:pt x="27" y="108"/>
                    </a:lnTo>
                    <a:lnTo>
                      <a:pt x="4" y="11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09" name="Freeform 52"/>
              <p:cNvSpPr>
                <a:spLocks/>
              </p:cNvSpPr>
              <p:nvPr/>
            </p:nvSpPr>
            <p:spPr bwMode="auto">
              <a:xfrm>
                <a:off x="3472" y="3221"/>
                <a:ext cx="25" cy="40"/>
              </a:xfrm>
              <a:custGeom>
                <a:avLst/>
                <a:gdLst>
                  <a:gd name="T0" fmla="*/ 25 w 25"/>
                  <a:gd name="T1" fmla="*/ 34 h 40"/>
                  <a:gd name="T2" fmla="*/ 5 w 25"/>
                  <a:gd name="T3" fmla="*/ 40 h 40"/>
                  <a:gd name="T4" fmla="*/ 0 w 25"/>
                  <a:gd name="T5" fmla="*/ 6 h 40"/>
                  <a:gd name="T6" fmla="*/ 21 w 25"/>
                  <a:gd name="T7" fmla="*/ 0 h 40"/>
                  <a:gd name="T8" fmla="*/ 25 w 25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25" y="34"/>
                    </a:moveTo>
                    <a:lnTo>
                      <a:pt x="5" y="40"/>
                    </a:lnTo>
                    <a:lnTo>
                      <a:pt x="0" y="6"/>
                    </a:lnTo>
                    <a:lnTo>
                      <a:pt x="21" y="0"/>
                    </a:lnTo>
                    <a:lnTo>
                      <a:pt x="25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0" name="Freeform 53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1" name="Freeform 54"/>
              <p:cNvSpPr>
                <a:spLocks/>
              </p:cNvSpPr>
              <p:nvPr/>
            </p:nvSpPr>
            <p:spPr bwMode="auto">
              <a:xfrm>
                <a:off x="3766" y="2964"/>
                <a:ext cx="165" cy="85"/>
              </a:xfrm>
              <a:custGeom>
                <a:avLst/>
                <a:gdLst>
                  <a:gd name="T0" fmla="*/ 148 w 165"/>
                  <a:gd name="T1" fmla="*/ 11 h 85"/>
                  <a:gd name="T2" fmla="*/ 153 w 165"/>
                  <a:gd name="T3" fmla="*/ 15 h 85"/>
                  <a:gd name="T4" fmla="*/ 3 w 165"/>
                  <a:gd name="T5" fmla="*/ 85 h 85"/>
                  <a:gd name="T6" fmla="*/ 0 w 165"/>
                  <a:gd name="T7" fmla="*/ 77 h 85"/>
                  <a:gd name="T8" fmla="*/ 151 w 165"/>
                  <a:gd name="T9" fmla="*/ 7 h 85"/>
                  <a:gd name="T10" fmla="*/ 156 w 165"/>
                  <a:gd name="T11" fmla="*/ 13 h 85"/>
                  <a:gd name="T12" fmla="*/ 151 w 165"/>
                  <a:gd name="T13" fmla="*/ 7 h 85"/>
                  <a:gd name="T14" fmla="*/ 165 w 165"/>
                  <a:gd name="T15" fmla="*/ 0 h 85"/>
                  <a:gd name="T16" fmla="*/ 156 w 165"/>
                  <a:gd name="T17" fmla="*/ 13 h 85"/>
                  <a:gd name="T18" fmla="*/ 148 w 165"/>
                  <a:gd name="T19" fmla="*/ 1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85"/>
                  <a:gd name="T32" fmla="*/ 165 w 165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85">
                    <a:moveTo>
                      <a:pt x="148" y="11"/>
                    </a:moveTo>
                    <a:lnTo>
                      <a:pt x="153" y="15"/>
                    </a:lnTo>
                    <a:lnTo>
                      <a:pt x="3" y="85"/>
                    </a:lnTo>
                    <a:lnTo>
                      <a:pt x="0" y="77"/>
                    </a:lnTo>
                    <a:lnTo>
                      <a:pt x="151" y="7"/>
                    </a:lnTo>
                    <a:lnTo>
                      <a:pt x="156" y="13"/>
                    </a:lnTo>
                    <a:lnTo>
                      <a:pt x="151" y="7"/>
                    </a:lnTo>
                    <a:lnTo>
                      <a:pt x="165" y="0"/>
                    </a:lnTo>
                    <a:lnTo>
                      <a:pt x="156" y="13"/>
                    </a:lnTo>
                    <a:lnTo>
                      <a:pt x="148" y="11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2" name="Freeform 55"/>
              <p:cNvSpPr>
                <a:spLocks/>
              </p:cNvSpPr>
              <p:nvPr/>
            </p:nvSpPr>
            <p:spPr bwMode="auto">
              <a:xfrm>
                <a:off x="3833" y="2973"/>
                <a:ext cx="88" cy="140"/>
              </a:xfrm>
              <a:custGeom>
                <a:avLst/>
                <a:gdLst>
                  <a:gd name="T0" fmla="*/ 11 w 88"/>
                  <a:gd name="T1" fmla="*/ 127 h 140"/>
                  <a:gd name="T2" fmla="*/ 0 w 88"/>
                  <a:gd name="T3" fmla="*/ 131 h 140"/>
                  <a:gd name="T4" fmla="*/ 78 w 88"/>
                  <a:gd name="T5" fmla="*/ 0 h 140"/>
                  <a:gd name="T6" fmla="*/ 88 w 88"/>
                  <a:gd name="T7" fmla="*/ 2 h 140"/>
                  <a:gd name="T8" fmla="*/ 9 w 88"/>
                  <a:gd name="T9" fmla="*/ 134 h 140"/>
                  <a:gd name="T10" fmla="*/ 0 w 88"/>
                  <a:gd name="T11" fmla="*/ 136 h 140"/>
                  <a:gd name="T12" fmla="*/ 9 w 88"/>
                  <a:gd name="T13" fmla="*/ 134 h 140"/>
                  <a:gd name="T14" fmla="*/ 5 w 88"/>
                  <a:gd name="T15" fmla="*/ 140 h 140"/>
                  <a:gd name="T16" fmla="*/ 0 w 88"/>
                  <a:gd name="T17" fmla="*/ 136 h 140"/>
                  <a:gd name="T18" fmla="*/ 11 w 88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140"/>
                  <a:gd name="T32" fmla="*/ 88 w 88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140">
                    <a:moveTo>
                      <a:pt x="11" y="127"/>
                    </a:moveTo>
                    <a:lnTo>
                      <a:pt x="0" y="131"/>
                    </a:lnTo>
                    <a:lnTo>
                      <a:pt x="78" y="0"/>
                    </a:lnTo>
                    <a:lnTo>
                      <a:pt x="88" y="2"/>
                    </a:lnTo>
                    <a:lnTo>
                      <a:pt x="9" y="134"/>
                    </a:lnTo>
                    <a:lnTo>
                      <a:pt x="0" y="136"/>
                    </a:lnTo>
                    <a:lnTo>
                      <a:pt x="9" y="134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11" y="1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3" name="Freeform 56"/>
              <p:cNvSpPr>
                <a:spLocks/>
              </p:cNvSpPr>
              <p:nvPr/>
            </p:nvSpPr>
            <p:spPr bwMode="auto">
              <a:xfrm>
                <a:off x="3754" y="3039"/>
                <a:ext cx="86" cy="68"/>
              </a:xfrm>
              <a:custGeom>
                <a:avLst/>
                <a:gdLst>
                  <a:gd name="T0" fmla="*/ 12 w 86"/>
                  <a:gd name="T1" fmla="*/ 9 h 68"/>
                  <a:gd name="T2" fmla="*/ 15 w 86"/>
                  <a:gd name="T3" fmla="*/ 0 h 68"/>
                  <a:gd name="T4" fmla="*/ 86 w 86"/>
                  <a:gd name="T5" fmla="*/ 59 h 68"/>
                  <a:gd name="T6" fmla="*/ 77 w 86"/>
                  <a:gd name="T7" fmla="*/ 68 h 68"/>
                  <a:gd name="T8" fmla="*/ 5 w 86"/>
                  <a:gd name="T9" fmla="*/ 8 h 68"/>
                  <a:gd name="T10" fmla="*/ 10 w 86"/>
                  <a:gd name="T11" fmla="*/ 0 h 68"/>
                  <a:gd name="T12" fmla="*/ 5 w 86"/>
                  <a:gd name="T13" fmla="*/ 8 h 68"/>
                  <a:gd name="T14" fmla="*/ 0 w 86"/>
                  <a:gd name="T15" fmla="*/ 4 h 68"/>
                  <a:gd name="T16" fmla="*/ 10 w 86"/>
                  <a:gd name="T17" fmla="*/ 0 h 68"/>
                  <a:gd name="T18" fmla="*/ 12 w 86"/>
                  <a:gd name="T19" fmla="*/ 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8"/>
                  <a:gd name="T32" fmla="*/ 86 w 86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8">
                    <a:moveTo>
                      <a:pt x="12" y="9"/>
                    </a:moveTo>
                    <a:lnTo>
                      <a:pt x="15" y="0"/>
                    </a:lnTo>
                    <a:lnTo>
                      <a:pt x="86" y="59"/>
                    </a:lnTo>
                    <a:lnTo>
                      <a:pt x="77" y="68"/>
                    </a:lnTo>
                    <a:lnTo>
                      <a:pt x="5" y="8"/>
                    </a:lnTo>
                    <a:lnTo>
                      <a:pt x="10" y="0"/>
                    </a:lnTo>
                    <a:lnTo>
                      <a:pt x="5" y="8"/>
                    </a:lnTo>
                    <a:lnTo>
                      <a:pt x="0" y="4"/>
                    </a:lnTo>
                    <a:lnTo>
                      <a:pt x="10" y="0"/>
                    </a:ln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4" name="Freeform 57"/>
              <p:cNvSpPr>
                <a:spLocks/>
              </p:cNvSpPr>
              <p:nvPr/>
            </p:nvSpPr>
            <p:spPr bwMode="auto">
              <a:xfrm>
                <a:off x="3856" y="3003"/>
                <a:ext cx="35" cy="28"/>
              </a:xfrm>
              <a:custGeom>
                <a:avLst/>
                <a:gdLst>
                  <a:gd name="T0" fmla="*/ 0 w 35"/>
                  <a:gd name="T1" fmla="*/ 12 h 28"/>
                  <a:gd name="T2" fmla="*/ 14 w 35"/>
                  <a:gd name="T3" fmla="*/ 0 h 28"/>
                  <a:gd name="T4" fmla="*/ 35 w 35"/>
                  <a:gd name="T5" fmla="*/ 16 h 28"/>
                  <a:gd name="T6" fmla="*/ 21 w 35"/>
                  <a:gd name="T7" fmla="*/ 28 h 28"/>
                  <a:gd name="T8" fmla="*/ 0 w 35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0" y="12"/>
                    </a:moveTo>
                    <a:lnTo>
                      <a:pt x="14" y="0"/>
                    </a:lnTo>
                    <a:lnTo>
                      <a:pt x="35" y="16"/>
                    </a:lnTo>
                    <a:lnTo>
                      <a:pt x="21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5" name="Freeform 58"/>
              <p:cNvSpPr>
                <a:spLocks/>
              </p:cNvSpPr>
              <p:nvPr/>
            </p:nvSpPr>
            <p:spPr bwMode="auto">
              <a:xfrm>
                <a:off x="3669" y="3015"/>
                <a:ext cx="206" cy="160"/>
              </a:xfrm>
              <a:custGeom>
                <a:avLst/>
                <a:gdLst>
                  <a:gd name="T0" fmla="*/ 0 w 206"/>
                  <a:gd name="T1" fmla="*/ 137 h 160"/>
                  <a:gd name="T2" fmla="*/ 0 w 206"/>
                  <a:gd name="T3" fmla="*/ 137 h 160"/>
                  <a:gd name="T4" fmla="*/ 26 w 206"/>
                  <a:gd name="T5" fmla="*/ 121 h 160"/>
                  <a:gd name="T6" fmla="*/ 51 w 206"/>
                  <a:gd name="T7" fmla="*/ 105 h 160"/>
                  <a:gd name="T8" fmla="*/ 75 w 206"/>
                  <a:gd name="T9" fmla="*/ 89 h 160"/>
                  <a:gd name="T10" fmla="*/ 98 w 206"/>
                  <a:gd name="T11" fmla="*/ 72 h 160"/>
                  <a:gd name="T12" fmla="*/ 121 w 206"/>
                  <a:gd name="T13" fmla="*/ 55 h 160"/>
                  <a:gd name="T14" fmla="*/ 143 w 206"/>
                  <a:gd name="T15" fmla="*/ 37 h 160"/>
                  <a:gd name="T16" fmla="*/ 164 w 206"/>
                  <a:gd name="T17" fmla="*/ 18 h 160"/>
                  <a:gd name="T18" fmla="*/ 184 w 206"/>
                  <a:gd name="T19" fmla="*/ 0 h 160"/>
                  <a:gd name="T20" fmla="*/ 206 w 206"/>
                  <a:gd name="T21" fmla="*/ 16 h 160"/>
                  <a:gd name="T22" fmla="*/ 184 w 206"/>
                  <a:gd name="T23" fmla="*/ 36 h 160"/>
                  <a:gd name="T24" fmla="*/ 162 w 206"/>
                  <a:gd name="T25" fmla="*/ 55 h 160"/>
                  <a:gd name="T26" fmla="*/ 140 w 206"/>
                  <a:gd name="T27" fmla="*/ 74 h 160"/>
                  <a:gd name="T28" fmla="*/ 114 w 206"/>
                  <a:gd name="T29" fmla="*/ 92 h 160"/>
                  <a:gd name="T30" fmla="*/ 91 w 206"/>
                  <a:gd name="T31" fmla="*/ 111 h 160"/>
                  <a:gd name="T32" fmla="*/ 66 w 206"/>
                  <a:gd name="T33" fmla="*/ 127 h 160"/>
                  <a:gd name="T34" fmla="*/ 40 w 206"/>
                  <a:gd name="T35" fmla="*/ 144 h 160"/>
                  <a:gd name="T36" fmla="*/ 14 w 206"/>
                  <a:gd name="T37" fmla="*/ 160 h 160"/>
                  <a:gd name="T38" fmla="*/ 0 w 206"/>
                  <a:gd name="T39" fmla="*/ 137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6"/>
                  <a:gd name="T61" fmla="*/ 0 h 160"/>
                  <a:gd name="T62" fmla="*/ 206 w 206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6" h="160">
                    <a:moveTo>
                      <a:pt x="0" y="137"/>
                    </a:moveTo>
                    <a:lnTo>
                      <a:pt x="0" y="137"/>
                    </a:lnTo>
                    <a:lnTo>
                      <a:pt x="26" y="121"/>
                    </a:lnTo>
                    <a:lnTo>
                      <a:pt x="51" y="105"/>
                    </a:lnTo>
                    <a:lnTo>
                      <a:pt x="75" y="89"/>
                    </a:lnTo>
                    <a:lnTo>
                      <a:pt x="98" y="72"/>
                    </a:lnTo>
                    <a:lnTo>
                      <a:pt x="121" y="55"/>
                    </a:lnTo>
                    <a:lnTo>
                      <a:pt x="143" y="37"/>
                    </a:lnTo>
                    <a:lnTo>
                      <a:pt x="164" y="18"/>
                    </a:lnTo>
                    <a:lnTo>
                      <a:pt x="184" y="0"/>
                    </a:lnTo>
                    <a:lnTo>
                      <a:pt x="206" y="16"/>
                    </a:lnTo>
                    <a:lnTo>
                      <a:pt x="184" y="36"/>
                    </a:lnTo>
                    <a:lnTo>
                      <a:pt x="162" y="55"/>
                    </a:lnTo>
                    <a:lnTo>
                      <a:pt x="140" y="74"/>
                    </a:lnTo>
                    <a:lnTo>
                      <a:pt x="114" y="92"/>
                    </a:lnTo>
                    <a:lnTo>
                      <a:pt x="91" y="111"/>
                    </a:lnTo>
                    <a:lnTo>
                      <a:pt x="66" y="127"/>
                    </a:lnTo>
                    <a:lnTo>
                      <a:pt x="40" y="144"/>
                    </a:lnTo>
                    <a:lnTo>
                      <a:pt x="14" y="16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6" name="Freeform 59"/>
              <p:cNvSpPr>
                <a:spLocks/>
              </p:cNvSpPr>
              <p:nvPr/>
            </p:nvSpPr>
            <p:spPr bwMode="auto">
              <a:xfrm>
                <a:off x="3484" y="3151"/>
                <a:ext cx="193" cy="111"/>
              </a:xfrm>
              <a:custGeom>
                <a:avLst/>
                <a:gdLst>
                  <a:gd name="T0" fmla="*/ 0 w 193"/>
                  <a:gd name="T1" fmla="*/ 84 h 111"/>
                  <a:gd name="T2" fmla="*/ 22 w 193"/>
                  <a:gd name="T3" fmla="*/ 75 h 111"/>
                  <a:gd name="T4" fmla="*/ 45 w 193"/>
                  <a:gd name="T5" fmla="*/ 67 h 111"/>
                  <a:gd name="T6" fmla="*/ 68 w 193"/>
                  <a:gd name="T7" fmla="*/ 58 h 111"/>
                  <a:gd name="T8" fmla="*/ 91 w 193"/>
                  <a:gd name="T9" fmla="*/ 47 h 111"/>
                  <a:gd name="T10" fmla="*/ 113 w 193"/>
                  <a:gd name="T11" fmla="*/ 37 h 111"/>
                  <a:gd name="T12" fmla="*/ 136 w 193"/>
                  <a:gd name="T13" fmla="*/ 25 h 111"/>
                  <a:gd name="T14" fmla="*/ 157 w 193"/>
                  <a:gd name="T15" fmla="*/ 13 h 111"/>
                  <a:gd name="T16" fmla="*/ 180 w 193"/>
                  <a:gd name="T17" fmla="*/ 0 h 111"/>
                  <a:gd name="T18" fmla="*/ 193 w 193"/>
                  <a:gd name="T19" fmla="*/ 23 h 111"/>
                  <a:gd name="T20" fmla="*/ 171 w 193"/>
                  <a:gd name="T21" fmla="*/ 37 h 111"/>
                  <a:gd name="T22" fmla="*/ 146 w 193"/>
                  <a:gd name="T23" fmla="*/ 50 h 111"/>
                  <a:gd name="T24" fmla="*/ 122 w 193"/>
                  <a:gd name="T25" fmla="*/ 62 h 111"/>
                  <a:gd name="T26" fmla="*/ 98 w 193"/>
                  <a:gd name="T27" fmla="*/ 72 h 111"/>
                  <a:gd name="T28" fmla="*/ 75 w 193"/>
                  <a:gd name="T29" fmla="*/ 84 h 111"/>
                  <a:gd name="T30" fmla="*/ 51 w 193"/>
                  <a:gd name="T31" fmla="*/ 93 h 111"/>
                  <a:gd name="T32" fmla="*/ 28 w 193"/>
                  <a:gd name="T33" fmla="*/ 103 h 111"/>
                  <a:gd name="T34" fmla="*/ 3 w 193"/>
                  <a:gd name="T35" fmla="*/ 111 h 111"/>
                  <a:gd name="T36" fmla="*/ 0 w 193"/>
                  <a:gd name="T37" fmla="*/ 84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11"/>
                  <a:gd name="T59" fmla="*/ 193 w 193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11">
                    <a:moveTo>
                      <a:pt x="0" y="84"/>
                    </a:moveTo>
                    <a:lnTo>
                      <a:pt x="22" y="75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6" y="25"/>
                    </a:lnTo>
                    <a:lnTo>
                      <a:pt x="157" y="13"/>
                    </a:lnTo>
                    <a:lnTo>
                      <a:pt x="180" y="0"/>
                    </a:lnTo>
                    <a:lnTo>
                      <a:pt x="193" y="23"/>
                    </a:lnTo>
                    <a:lnTo>
                      <a:pt x="171" y="37"/>
                    </a:lnTo>
                    <a:lnTo>
                      <a:pt x="146" y="50"/>
                    </a:lnTo>
                    <a:lnTo>
                      <a:pt x="122" y="62"/>
                    </a:lnTo>
                    <a:lnTo>
                      <a:pt x="98" y="72"/>
                    </a:lnTo>
                    <a:lnTo>
                      <a:pt x="75" y="84"/>
                    </a:lnTo>
                    <a:lnTo>
                      <a:pt x="51" y="93"/>
                    </a:lnTo>
                    <a:lnTo>
                      <a:pt x="28" y="103"/>
                    </a:lnTo>
                    <a:lnTo>
                      <a:pt x="3" y="111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7" name="Freeform 60"/>
              <p:cNvSpPr>
                <a:spLocks/>
              </p:cNvSpPr>
              <p:nvPr/>
            </p:nvSpPr>
            <p:spPr bwMode="auto">
              <a:xfrm>
                <a:off x="3466" y="3235"/>
                <a:ext cx="21" cy="34"/>
              </a:xfrm>
              <a:custGeom>
                <a:avLst/>
                <a:gdLst>
                  <a:gd name="T0" fmla="*/ 21 w 21"/>
                  <a:gd name="T1" fmla="*/ 27 h 34"/>
                  <a:gd name="T2" fmla="*/ 3 w 21"/>
                  <a:gd name="T3" fmla="*/ 34 h 34"/>
                  <a:gd name="T4" fmla="*/ 0 w 21"/>
                  <a:gd name="T5" fmla="*/ 6 h 34"/>
                  <a:gd name="T6" fmla="*/ 18 w 21"/>
                  <a:gd name="T7" fmla="*/ 0 h 34"/>
                  <a:gd name="T8" fmla="*/ 21 w 21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4"/>
                  <a:gd name="T17" fmla="*/ 21 w 21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4">
                    <a:moveTo>
                      <a:pt x="21" y="27"/>
                    </a:moveTo>
                    <a:lnTo>
                      <a:pt x="3" y="34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21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8" name="Freeform 61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19" name="Freeform 62"/>
              <p:cNvSpPr>
                <a:spLocks/>
              </p:cNvSpPr>
              <p:nvPr/>
            </p:nvSpPr>
            <p:spPr bwMode="auto">
              <a:xfrm>
                <a:off x="3789" y="2929"/>
                <a:ext cx="169" cy="101"/>
              </a:xfrm>
              <a:custGeom>
                <a:avLst/>
                <a:gdLst>
                  <a:gd name="T0" fmla="*/ 143 w 169"/>
                  <a:gd name="T1" fmla="*/ 17 h 101"/>
                  <a:gd name="T2" fmla="*/ 155 w 169"/>
                  <a:gd name="T3" fmla="*/ 25 h 101"/>
                  <a:gd name="T4" fmla="*/ 6 w 169"/>
                  <a:gd name="T5" fmla="*/ 101 h 101"/>
                  <a:gd name="T6" fmla="*/ 0 w 169"/>
                  <a:gd name="T7" fmla="*/ 86 h 101"/>
                  <a:gd name="T8" fmla="*/ 148 w 169"/>
                  <a:gd name="T9" fmla="*/ 11 h 101"/>
                  <a:gd name="T10" fmla="*/ 159 w 169"/>
                  <a:gd name="T11" fmla="*/ 19 h 101"/>
                  <a:gd name="T12" fmla="*/ 148 w 169"/>
                  <a:gd name="T13" fmla="*/ 11 h 101"/>
                  <a:gd name="T14" fmla="*/ 169 w 169"/>
                  <a:gd name="T15" fmla="*/ 0 h 101"/>
                  <a:gd name="T16" fmla="*/ 159 w 169"/>
                  <a:gd name="T17" fmla="*/ 19 h 101"/>
                  <a:gd name="T18" fmla="*/ 143 w 169"/>
                  <a:gd name="T19" fmla="*/ 17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101"/>
                  <a:gd name="T32" fmla="*/ 169 w 169"/>
                  <a:gd name="T33" fmla="*/ 101 h 10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101">
                    <a:moveTo>
                      <a:pt x="143" y="17"/>
                    </a:moveTo>
                    <a:lnTo>
                      <a:pt x="155" y="25"/>
                    </a:lnTo>
                    <a:lnTo>
                      <a:pt x="6" y="101"/>
                    </a:lnTo>
                    <a:lnTo>
                      <a:pt x="0" y="86"/>
                    </a:lnTo>
                    <a:lnTo>
                      <a:pt x="148" y="11"/>
                    </a:lnTo>
                    <a:lnTo>
                      <a:pt x="159" y="19"/>
                    </a:lnTo>
                    <a:lnTo>
                      <a:pt x="148" y="11"/>
                    </a:lnTo>
                    <a:lnTo>
                      <a:pt x="169" y="0"/>
                    </a:lnTo>
                    <a:lnTo>
                      <a:pt x="159" y="19"/>
                    </a:lnTo>
                    <a:lnTo>
                      <a:pt x="14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0" name="Freeform 63"/>
              <p:cNvSpPr>
                <a:spLocks/>
              </p:cNvSpPr>
              <p:nvPr/>
            </p:nvSpPr>
            <p:spPr bwMode="auto">
              <a:xfrm>
                <a:off x="3861" y="2946"/>
                <a:ext cx="89" cy="147"/>
              </a:xfrm>
              <a:custGeom>
                <a:avLst/>
                <a:gdLst>
                  <a:gd name="T0" fmla="*/ 16 w 89"/>
                  <a:gd name="T1" fmla="*/ 126 h 147"/>
                  <a:gd name="T2" fmla="*/ 0 w 89"/>
                  <a:gd name="T3" fmla="*/ 131 h 147"/>
                  <a:gd name="T4" fmla="*/ 73 w 89"/>
                  <a:gd name="T5" fmla="*/ 0 h 147"/>
                  <a:gd name="T6" fmla="*/ 89 w 89"/>
                  <a:gd name="T7" fmla="*/ 3 h 147"/>
                  <a:gd name="T8" fmla="*/ 16 w 89"/>
                  <a:gd name="T9" fmla="*/ 134 h 147"/>
                  <a:gd name="T10" fmla="*/ 1 w 89"/>
                  <a:gd name="T11" fmla="*/ 140 h 147"/>
                  <a:gd name="T12" fmla="*/ 16 w 89"/>
                  <a:gd name="T13" fmla="*/ 134 h 147"/>
                  <a:gd name="T14" fmla="*/ 11 w 89"/>
                  <a:gd name="T15" fmla="*/ 147 h 147"/>
                  <a:gd name="T16" fmla="*/ 1 w 89"/>
                  <a:gd name="T17" fmla="*/ 140 h 147"/>
                  <a:gd name="T18" fmla="*/ 16 w 89"/>
                  <a:gd name="T19" fmla="*/ 126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147"/>
                  <a:gd name="T32" fmla="*/ 89 w 89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147">
                    <a:moveTo>
                      <a:pt x="16" y="126"/>
                    </a:moveTo>
                    <a:lnTo>
                      <a:pt x="0" y="131"/>
                    </a:lnTo>
                    <a:lnTo>
                      <a:pt x="73" y="0"/>
                    </a:lnTo>
                    <a:lnTo>
                      <a:pt x="89" y="3"/>
                    </a:lnTo>
                    <a:lnTo>
                      <a:pt x="16" y="134"/>
                    </a:lnTo>
                    <a:lnTo>
                      <a:pt x="1" y="140"/>
                    </a:lnTo>
                    <a:lnTo>
                      <a:pt x="16" y="134"/>
                    </a:lnTo>
                    <a:lnTo>
                      <a:pt x="11" y="147"/>
                    </a:lnTo>
                    <a:lnTo>
                      <a:pt x="1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1" name="Freeform 64"/>
              <p:cNvSpPr>
                <a:spLocks/>
              </p:cNvSpPr>
              <p:nvPr/>
            </p:nvSpPr>
            <p:spPr bwMode="auto">
              <a:xfrm>
                <a:off x="3778" y="3015"/>
                <a:ext cx="99" cy="70"/>
              </a:xfrm>
              <a:custGeom>
                <a:avLst/>
                <a:gdLst>
                  <a:gd name="T0" fmla="*/ 19 w 99"/>
                  <a:gd name="T1" fmla="*/ 14 h 70"/>
                  <a:gd name="T2" fmla="*/ 23 w 99"/>
                  <a:gd name="T3" fmla="*/ 0 h 70"/>
                  <a:gd name="T4" fmla="*/ 99 w 99"/>
                  <a:gd name="T5" fmla="*/ 56 h 70"/>
                  <a:gd name="T6" fmla="*/ 84 w 99"/>
                  <a:gd name="T7" fmla="*/ 70 h 70"/>
                  <a:gd name="T8" fmla="*/ 8 w 99"/>
                  <a:gd name="T9" fmla="*/ 14 h 70"/>
                  <a:gd name="T10" fmla="*/ 14 w 99"/>
                  <a:gd name="T11" fmla="*/ 0 h 70"/>
                  <a:gd name="T12" fmla="*/ 8 w 99"/>
                  <a:gd name="T13" fmla="*/ 14 h 70"/>
                  <a:gd name="T14" fmla="*/ 0 w 99"/>
                  <a:gd name="T15" fmla="*/ 8 h 70"/>
                  <a:gd name="T16" fmla="*/ 14 w 99"/>
                  <a:gd name="T17" fmla="*/ 0 h 70"/>
                  <a:gd name="T18" fmla="*/ 19 w 99"/>
                  <a:gd name="T19" fmla="*/ 14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"/>
                  <a:gd name="T31" fmla="*/ 0 h 70"/>
                  <a:gd name="T32" fmla="*/ 99 w 99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" h="70">
                    <a:moveTo>
                      <a:pt x="19" y="14"/>
                    </a:moveTo>
                    <a:lnTo>
                      <a:pt x="23" y="0"/>
                    </a:lnTo>
                    <a:lnTo>
                      <a:pt x="99" y="56"/>
                    </a:lnTo>
                    <a:lnTo>
                      <a:pt x="84" y="70"/>
                    </a:lnTo>
                    <a:lnTo>
                      <a:pt x="8" y="14"/>
                    </a:lnTo>
                    <a:lnTo>
                      <a:pt x="14" y="0"/>
                    </a:lnTo>
                    <a:lnTo>
                      <a:pt x="8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2" name="Freeform 65"/>
              <p:cNvSpPr>
                <a:spLocks/>
              </p:cNvSpPr>
              <p:nvPr/>
            </p:nvSpPr>
            <p:spPr bwMode="auto">
              <a:xfrm>
                <a:off x="3891" y="2963"/>
                <a:ext cx="44" cy="36"/>
              </a:xfrm>
              <a:custGeom>
                <a:avLst/>
                <a:gdLst>
                  <a:gd name="T0" fmla="*/ 0 w 44"/>
                  <a:gd name="T1" fmla="*/ 16 h 36"/>
                  <a:gd name="T2" fmla="*/ 16 w 44"/>
                  <a:gd name="T3" fmla="*/ 0 h 36"/>
                  <a:gd name="T4" fmla="*/ 44 w 44"/>
                  <a:gd name="T5" fmla="*/ 20 h 36"/>
                  <a:gd name="T6" fmla="*/ 28 w 44"/>
                  <a:gd name="T7" fmla="*/ 36 h 36"/>
                  <a:gd name="T8" fmla="*/ 0 w 44"/>
                  <a:gd name="T9" fmla="*/ 1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6"/>
                  <a:gd name="T17" fmla="*/ 44 w 44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6">
                    <a:moveTo>
                      <a:pt x="0" y="16"/>
                    </a:moveTo>
                    <a:lnTo>
                      <a:pt x="16" y="0"/>
                    </a:lnTo>
                    <a:lnTo>
                      <a:pt x="44" y="20"/>
                    </a:lnTo>
                    <a:lnTo>
                      <a:pt x="28" y="3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3" name="Freeform 66"/>
              <p:cNvSpPr>
                <a:spLocks/>
              </p:cNvSpPr>
              <p:nvPr/>
            </p:nvSpPr>
            <p:spPr bwMode="auto">
              <a:xfrm>
                <a:off x="3709" y="2976"/>
                <a:ext cx="207" cy="171"/>
              </a:xfrm>
              <a:custGeom>
                <a:avLst/>
                <a:gdLst>
                  <a:gd name="T0" fmla="*/ 0 w 207"/>
                  <a:gd name="T1" fmla="*/ 144 h 171"/>
                  <a:gd name="T2" fmla="*/ 0 w 207"/>
                  <a:gd name="T3" fmla="*/ 144 h 171"/>
                  <a:gd name="T4" fmla="*/ 26 w 207"/>
                  <a:gd name="T5" fmla="*/ 127 h 171"/>
                  <a:gd name="T6" fmla="*/ 51 w 207"/>
                  <a:gd name="T7" fmla="*/ 110 h 171"/>
                  <a:gd name="T8" fmla="*/ 73 w 207"/>
                  <a:gd name="T9" fmla="*/ 93 h 171"/>
                  <a:gd name="T10" fmla="*/ 96 w 207"/>
                  <a:gd name="T11" fmla="*/ 76 h 171"/>
                  <a:gd name="T12" fmla="*/ 119 w 207"/>
                  <a:gd name="T13" fmla="*/ 58 h 171"/>
                  <a:gd name="T14" fmla="*/ 139 w 207"/>
                  <a:gd name="T15" fmla="*/ 40 h 171"/>
                  <a:gd name="T16" fmla="*/ 160 w 207"/>
                  <a:gd name="T17" fmla="*/ 19 h 171"/>
                  <a:gd name="T18" fmla="*/ 179 w 207"/>
                  <a:gd name="T19" fmla="*/ 0 h 171"/>
                  <a:gd name="T20" fmla="*/ 207 w 207"/>
                  <a:gd name="T21" fmla="*/ 19 h 171"/>
                  <a:gd name="T22" fmla="*/ 186 w 207"/>
                  <a:gd name="T23" fmla="*/ 40 h 171"/>
                  <a:gd name="T24" fmla="*/ 164 w 207"/>
                  <a:gd name="T25" fmla="*/ 60 h 171"/>
                  <a:gd name="T26" fmla="*/ 142 w 207"/>
                  <a:gd name="T27" fmla="*/ 80 h 171"/>
                  <a:gd name="T28" fmla="*/ 119 w 207"/>
                  <a:gd name="T29" fmla="*/ 100 h 171"/>
                  <a:gd name="T30" fmla="*/ 95 w 207"/>
                  <a:gd name="T31" fmla="*/ 118 h 171"/>
                  <a:gd name="T32" fmla="*/ 70 w 207"/>
                  <a:gd name="T33" fmla="*/ 137 h 171"/>
                  <a:gd name="T34" fmla="*/ 45 w 207"/>
                  <a:gd name="T35" fmla="*/ 153 h 171"/>
                  <a:gd name="T36" fmla="*/ 19 w 207"/>
                  <a:gd name="T37" fmla="*/ 171 h 171"/>
                  <a:gd name="T38" fmla="*/ 0 w 207"/>
                  <a:gd name="T39" fmla="*/ 144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71"/>
                  <a:gd name="T62" fmla="*/ 207 w 207"/>
                  <a:gd name="T63" fmla="*/ 171 h 1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71">
                    <a:moveTo>
                      <a:pt x="0" y="144"/>
                    </a:moveTo>
                    <a:lnTo>
                      <a:pt x="0" y="144"/>
                    </a:lnTo>
                    <a:lnTo>
                      <a:pt x="26" y="127"/>
                    </a:lnTo>
                    <a:lnTo>
                      <a:pt x="51" y="110"/>
                    </a:lnTo>
                    <a:lnTo>
                      <a:pt x="73" y="93"/>
                    </a:lnTo>
                    <a:lnTo>
                      <a:pt x="96" y="76"/>
                    </a:lnTo>
                    <a:lnTo>
                      <a:pt x="119" y="58"/>
                    </a:lnTo>
                    <a:lnTo>
                      <a:pt x="139" y="40"/>
                    </a:lnTo>
                    <a:lnTo>
                      <a:pt x="160" y="19"/>
                    </a:lnTo>
                    <a:lnTo>
                      <a:pt x="179" y="0"/>
                    </a:lnTo>
                    <a:lnTo>
                      <a:pt x="207" y="19"/>
                    </a:lnTo>
                    <a:lnTo>
                      <a:pt x="186" y="40"/>
                    </a:lnTo>
                    <a:lnTo>
                      <a:pt x="164" y="60"/>
                    </a:lnTo>
                    <a:lnTo>
                      <a:pt x="142" y="80"/>
                    </a:lnTo>
                    <a:lnTo>
                      <a:pt x="119" y="100"/>
                    </a:lnTo>
                    <a:lnTo>
                      <a:pt x="95" y="118"/>
                    </a:lnTo>
                    <a:lnTo>
                      <a:pt x="70" y="137"/>
                    </a:lnTo>
                    <a:lnTo>
                      <a:pt x="45" y="153"/>
                    </a:lnTo>
                    <a:lnTo>
                      <a:pt x="19" y="171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4" name="Freeform 67"/>
              <p:cNvSpPr>
                <a:spLocks/>
              </p:cNvSpPr>
              <p:nvPr/>
            </p:nvSpPr>
            <p:spPr bwMode="auto">
              <a:xfrm>
                <a:off x="3531" y="3118"/>
                <a:ext cx="196" cy="123"/>
              </a:xfrm>
              <a:custGeom>
                <a:avLst/>
                <a:gdLst>
                  <a:gd name="T0" fmla="*/ 0 w 196"/>
                  <a:gd name="T1" fmla="*/ 92 h 123"/>
                  <a:gd name="T2" fmla="*/ 22 w 196"/>
                  <a:gd name="T3" fmla="*/ 81 h 123"/>
                  <a:gd name="T4" fmla="*/ 45 w 196"/>
                  <a:gd name="T5" fmla="*/ 73 h 123"/>
                  <a:gd name="T6" fmla="*/ 68 w 196"/>
                  <a:gd name="T7" fmla="*/ 62 h 123"/>
                  <a:gd name="T8" fmla="*/ 90 w 196"/>
                  <a:gd name="T9" fmla="*/ 52 h 123"/>
                  <a:gd name="T10" fmla="*/ 112 w 196"/>
                  <a:gd name="T11" fmla="*/ 40 h 123"/>
                  <a:gd name="T12" fmla="*/ 134 w 196"/>
                  <a:gd name="T13" fmla="*/ 27 h 123"/>
                  <a:gd name="T14" fmla="*/ 156 w 196"/>
                  <a:gd name="T15" fmla="*/ 15 h 123"/>
                  <a:gd name="T16" fmla="*/ 177 w 196"/>
                  <a:gd name="T17" fmla="*/ 0 h 123"/>
                  <a:gd name="T18" fmla="*/ 196 w 196"/>
                  <a:gd name="T19" fmla="*/ 27 h 123"/>
                  <a:gd name="T20" fmla="*/ 172 w 196"/>
                  <a:gd name="T21" fmla="*/ 42 h 123"/>
                  <a:gd name="T22" fmla="*/ 150 w 196"/>
                  <a:gd name="T23" fmla="*/ 56 h 123"/>
                  <a:gd name="T24" fmla="*/ 125 w 196"/>
                  <a:gd name="T25" fmla="*/ 68 h 123"/>
                  <a:gd name="T26" fmla="*/ 102 w 196"/>
                  <a:gd name="T27" fmla="*/ 81 h 123"/>
                  <a:gd name="T28" fmla="*/ 78 w 196"/>
                  <a:gd name="T29" fmla="*/ 93 h 123"/>
                  <a:gd name="T30" fmla="*/ 55 w 196"/>
                  <a:gd name="T31" fmla="*/ 103 h 123"/>
                  <a:gd name="T32" fmla="*/ 30 w 196"/>
                  <a:gd name="T33" fmla="*/ 115 h 123"/>
                  <a:gd name="T34" fmla="*/ 6 w 196"/>
                  <a:gd name="T35" fmla="*/ 123 h 123"/>
                  <a:gd name="T36" fmla="*/ 0 w 196"/>
                  <a:gd name="T37" fmla="*/ 92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3"/>
                  <a:gd name="T59" fmla="*/ 196 w 196"/>
                  <a:gd name="T60" fmla="*/ 123 h 12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3">
                    <a:moveTo>
                      <a:pt x="0" y="92"/>
                    </a:moveTo>
                    <a:lnTo>
                      <a:pt x="22" y="81"/>
                    </a:lnTo>
                    <a:lnTo>
                      <a:pt x="45" y="73"/>
                    </a:lnTo>
                    <a:lnTo>
                      <a:pt x="68" y="62"/>
                    </a:lnTo>
                    <a:lnTo>
                      <a:pt x="90" y="52"/>
                    </a:lnTo>
                    <a:lnTo>
                      <a:pt x="112" y="40"/>
                    </a:lnTo>
                    <a:lnTo>
                      <a:pt x="134" y="27"/>
                    </a:lnTo>
                    <a:lnTo>
                      <a:pt x="156" y="15"/>
                    </a:lnTo>
                    <a:lnTo>
                      <a:pt x="177" y="0"/>
                    </a:lnTo>
                    <a:lnTo>
                      <a:pt x="196" y="27"/>
                    </a:lnTo>
                    <a:lnTo>
                      <a:pt x="172" y="42"/>
                    </a:lnTo>
                    <a:lnTo>
                      <a:pt x="150" y="56"/>
                    </a:lnTo>
                    <a:lnTo>
                      <a:pt x="125" y="68"/>
                    </a:lnTo>
                    <a:lnTo>
                      <a:pt x="102" y="81"/>
                    </a:lnTo>
                    <a:lnTo>
                      <a:pt x="78" y="93"/>
                    </a:lnTo>
                    <a:lnTo>
                      <a:pt x="55" y="103"/>
                    </a:lnTo>
                    <a:lnTo>
                      <a:pt x="30" y="115"/>
                    </a:lnTo>
                    <a:lnTo>
                      <a:pt x="6" y="123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5" name="Freeform 68"/>
              <p:cNvSpPr>
                <a:spLocks/>
              </p:cNvSpPr>
              <p:nvPr/>
            </p:nvSpPr>
            <p:spPr bwMode="auto">
              <a:xfrm>
                <a:off x="3506" y="3207"/>
                <a:ext cx="28" cy="41"/>
              </a:xfrm>
              <a:custGeom>
                <a:avLst/>
                <a:gdLst>
                  <a:gd name="T0" fmla="*/ 28 w 28"/>
                  <a:gd name="T1" fmla="*/ 32 h 41"/>
                  <a:gd name="T2" fmla="*/ 7 w 28"/>
                  <a:gd name="T3" fmla="*/ 41 h 41"/>
                  <a:gd name="T4" fmla="*/ 0 w 28"/>
                  <a:gd name="T5" fmla="*/ 8 h 41"/>
                  <a:gd name="T6" fmla="*/ 21 w 28"/>
                  <a:gd name="T7" fmla="*/ 0 h 41"/>
                  <a:gd name="T8" fmla="*/ 28 w 28"/>
                  <a:gd name="T9" fmla="*/ 3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1"/>
                  <a:gd name="T17" fmla="*/ 28 w 2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1">
                    <a:moveTo>
                      <a:pt x="28" y="32"/>
                    </a:moveTo>
                    <a:lnTo>
                      <a:pt x="7" y="41"/>
                    </a:lnTo>
                    <a:lnTo>
                      <a:pt x="0" y="8"/>
                    </a:lnTo>
                    <a:lnTo>
                      <a:pt x="21" y="0"/>
                    </a:lnTo>
                    <a:lnTo>
                      <a:pt x="2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6" name="Freeform 69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7" name="Freeform 70"/>
              <p:cNvSpPr>
                <a:spLocks/>
              </p:cNvSpPr>
              <p:nvPr/>
            </p:nvSpPr>
            <p:spPr bwMode="auto">
              <a:xfrm>
                <a:off x="3793" y="2936"/>
                <a:ext cx="160" cy="89"/>
              </a:xfrm>
              <a:custGeom>
                <a:avLst/>
                <a:gdLst>
                  <a:gd name="T0" fmla="*/ 144 w 160"/>
                  <a:gd name="T1" fmla="*/ 9 h 89"/>
                  <a:gd name="T2" fmla="*/ 152 w 160"/>
                  <a:gd name="T3" fmla="*/ 13 h 89"/>
                  <a:gd name="T4" fmla="*/ 3 w 160"/>
                  <a:gd name="T5" fmla="*/ 89 h 89"/>
                  <a:gd name="T6" fmla="*/ 0 w 160"/>
                  <a:gd name="T7" fmla="*/ 81 h 89"/>
                  <a:gd name="T8" fmla="*/ 146 w 160"/>
                  <a:gd name="T9" fmla="*/ 6 h 89"/>
                  <a:gd name="T10" fmla="*/ 155 w 160"/>
                  <a:gd name="T11" fmla="*/ 11 h 89"/>
                  <a:gd name="T12" fmla="*/ 146 w 160"/>
                  <a:gd name="T13" fmla="*/ 6 h 89"/>
                  <a:gd name="T14" fmla="*/ 160 w 160"/>
                  <a:gd name="T15" fmla="*/ 0 h 89"/>
                  <a:gd name="T16" fmla="*/ 155 w 160"/>
                  <a:gd name="T17" fmla="*/ 11 h 89"/>
                  <a:gd name="T18" fmla="*/ 144 w 160"/>
                  <a:gd name="T19" fmla="*/ 9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0"/>
                  <a:gd name="T31" fmla="*/ 0 h 89"/>
                  <a:gd name="T32" fmla="*/ 160 w 160"/>
                  <a:gd name="T33" fmla="*/ 89 h 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0" h="89">
                    <a:moveTo>
                      <a:pt x="144" y="9"/>
                    </a:moveTo>
                    <a:lnTo>
                      <a:pt x="152" y="13"/>
                    </a:lnTo>
                    <a:lnTo>
                      <a:pt x="3" y="89"/>
                    </a:lnTo>
                    <a:lnTo>
                      <a:pt x="0" y="81"/>
                    </a:lnTo>
                    <a:lnTo>
                      <a:pt x="146" y="6"/>
                    </a:lnTo>
                    <a:lnTo>
                      <a:pt x="155" y="11"/>
                    </a:lnTo>
                    <a:lnTo>
                      <a:pt x="146" y="6"/>
                    </a:lnTo>
                    <a:lnTo>
                      <a:pt x="160" y="0"/>
                    </a:lnTo>
                    <a:lnTo>
                      <a:pt x="155" y="11"/>
                    </a:lnTo>
                    <a:lnTo>
                      <a:pt x="144" y="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8" name="Freeform 71"/>
              <p:cNvSpPr>
                <a:spLocks/>
              </p:cNvSpPr>
              <p:nvPr/>
            </p:nvSpPr>
            <p:spPr bwMode="auto">
              <a:xfrm>
                <a:off x="3868" y="2945"/>
                <a:ext cx="83" cy="140"/>
              </a:xfrm>
              <a:custGeom>
                <a:avLst/>
                <a:gdLst>
                  <a:gd name="T0" fmla="*/ 9 w 83"/>
                  <a:gd name="T1" fmla="*/ 127 h 140"/>
                  <a:gd name="T2" fmla="*/ 0 w 83"/>
                  <a:gd name="T3" fmla="*/ 132 h 140"/>
                  <a:gd name="T4" fmla="*/ 72 w 83"/>
                  <a:gd name="T5" fmla="*/ 0 h 140"/>
                  <a:gd name="T6" fmla="*/ 83 w 83"/>
                  <a:gd name="T7" fmla="*/ 1 h 140"/>
                  <a:gd name="T8" fmla="*/ 9 w 83"/>
                  <a:gd name="T9" fmla="*/ 132 h 140"/>
                  <a:gd name="T10" fmla="*/ 0 w 83"/>
                  <a:gd name="T11" fmla="*/ 136 h 140"/>
                  <a:gd name="T12" fmla="*/ 9 w 83"/>
                  <a:gd name="T13" fmla="*/ 132 h 140"/>
                  <a:gd name="T14" fmla="*/ 5 w 83"/>
                  <a:gd name="T15" fmla="*/ 140 h 140"/>
                  <a:gd name="T16" fmla="*/ 0 w 83"/>
                  <a:gd name="T17" fmla="*/ 136 h 140"/>
                  <a:gd name="T18" fmla="*/ 9 w 83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0"/>
                  <a:gd name="T32" fmla="*/ 83 w 83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0">
                    <a:moveTo>
                      <a:pt x="9" y="127"/>
                    </a:moveTo>
                    <a:lnTo>
                      <a:pt x="0" y="132"/>
                    </a:lnTo>
                    <a:lnTo>
                      <a:pt x="72" y="0"/>
                    </a:lnTo>
                    <a:lnTo>
                      <a:pt x="83" y="1"/>
                    </a:lnTo>
                    <a:lnTo>
                      <a:pt x="9" y="132"/>
                    </a:lnTo>
                    <a:lnTo>
                      <a:pt x="0" y="136"/>
                    </a:lnTo>
                    <a:lnTo>
                      <a:pt x="9" y="132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9" y="1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29" name="Freeform 72"/>
              <p:cNvSpPr>
                <a:spLocks/>
              </p:cNvSpPr>
              <p:nvPr/>
            </p:nvSpPr>
            <p:spPr bwMode="auto">
              <a:xfrm>
                <a:off x="3784" y="3017"/>
                <a:ext cx="90" cy="64"/>
              </a:xfrm>
              <a:custGeom>
                <a:avLst/>
                <a:gdLst>
                  <a:gd name="T0" fmla="*/ 12 w 90"/>
                  <a:gd name="T1" fmla="*/ 8 h 64"/>
                  <a:gd name="T2" fmla="*/ 15 w 90"/>
                  <a:gd name="T3" fmla="*/ 0 h 64"/>
                  <a:gd name="T4" fmla="*/ 90 w 90"/>
                  <a:gd name="T5" fmla="*/ 55 h 64"/>
                  <a:gd name="T6" fmla="*/ 82 w 90"/>
                  <a:gd name="T7" fmla="*/ 64 h 64"/>
                  <a:gd name="T8" fmla="*/ 6 w 90"/>
                  <a:gd name="T9" fmla="*/ 8 h 64"/>
                  <a:gd name="T10" fmla="*/ 9 w 90"/>
                  <a:gd name="T11" fmla="*/ 0 h 64"/>
                  <a:gd name="T12" fmla="*/ 6 w 90"/>
                  <a:gd name="T13" fmla="*/ 8 h 64"/>
                  <a:gd name="T14" fmla="*/ 0 w 90"/>
                  <a:gd name="T15" fmla="*/ 4 h 64"/>
                  <a:gd name="T16" fmla="*/ 9 w 90"/>
                  <a:gd name="T17" fmla="*/ 0 h 64"/>
                  <a:gd name="T18" fmla="*/ 12 w 90"/>
                  <a:gd name="T19" fmla="*/ 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0"/>
                  <a:gd name="T31" fmla="*/ 0 h 64"/>
                  <a:gd name="T32" fmla="*/ 90 w 90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0" h="64">
                    <a:moveTo>
                      <a:pt x="12" y="8"/>
                    </a:moveTo>
                    <a:lnTo>
                      <a:pt x="15" y="0"/>
                    </a:lnTo>
                    <a:lnTo>
                      <a:pt x="90" y="55"/>
                    </a:lnTo>
                    <a:lnTo>
                      <a:pt x="82" y="64"/>
                    </a:lnTo>
                    <a:lnTo>
                      <a:pt x="6" y="8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0" name="Freeform 73"/>
              <p:cNvSpPr>
                <a:spLocks/>
              </p:cNvSpPr>
              <p:nvPr/>
            </p:nvSpPr>
            <p:spPr bwMode="auto">
              <a:xfrm>
                <a:off x="3894" y="2967"/>
                <a:ext cx="37" cy="28"/>
              </a:xfrm>
              <a:custGeom>
                <a:avLst/>
                <a:gdLst>
                  <a:gd name="T0" fmla="*/ 0 w 37"/>
                  <a:gd name="T1" fmla="*/ 12 h 28"/>
                  <a:gd name="T2" fmla="*/ 14 w 37"/>
                  <a:gd name="T3" fmla="*/ 0 h 28"/>
                  <a:gd name="T4" fmla="*/ 37 w 37"/>
                  <a:gd name="T5" fmla="*/ 16 h 28"/>
                  <a:gd name="T6" fmla="*/ 23 w 37"/>
                  <a:gd name="T7" fmla="*/ 28 h 28"/>
                  <a:gd name="T8" fmla="*/ 0 w 37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8"/>
                  <a:gd name="T17" fmla="*/ 37 w 37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8">
                    <a:moveTo>
                      <a:pt x="0" y="12"/>
                    </a:moveTo>
                    <a:lnTo>
                      <a:pt x="14" y="0"/>
                    </a:lnTo>
                    <a:lnTo>
                      <a:pt x="37" y="16"/>
                    </a:lnTo>
                    <a:lnTo>
                      <a:pt x="23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1" name="Freeform 74"/>
              <p:cNvSpPr>
                <a:spLocks/>
              </p:cNvSpPr>
              <p:nvPr/>
            </p:nvSpPr>
            <p:spPr bwMode="auto">
              <a:xfrm>
                <a:off x="3713" y="2977"/>
                <a:ext cx="202" cy="168"/>
              </a:xfrm>
              <a:custGeom>
                <a:avLst/>
                <a:gdLst>
                  <a:gd name="T0" fmla="*/ 0 w 202"/>
                  <a:gd name="T1" fmla="*/ 146 h 168"/>
                  <a:gd name="T2" fmla="*/ 0 w 202"/>
                  <a:gd name="T3" fmla="*/ 146 h 168"/>
                  <a:gd name="T4" fmla="*/ 25 w 202"/>
                  <a:gd name="T5" fmla="*/ 128 h 168"/>
                  <a:gd name="T6" fmla="*/ 50 w 202"/>
                  <a:gd name="T7" fmla="*/ 111 h 168"/>
                  <a:gd name="T8" fmla="*/ 72 w 202"/>
                  <a:gd name="T9" fmla="*/ 94 h 168"/>
                  <a:gd name="T10" fmla="*/ 95 w 202"/>
                  <a:gd name="T11" fmla="*/ 76 h 168"/>
                  <a:gd name="T12" fmla="*/ 118 w 202"/>
                  <a:gd name="T13" fmla="*/ 58 h 168"/>
                  <a:gd name="T14" fmla="*/ 138 w 202"/>
                  <a:gd name="T15" fmla="*/ 40 h 168"/>
                  <a:gd name="T16" fmla="*/ 159 w 202"/>
                  <a:gd name="T17" fmla="*/ 21 h 168"/>
                  <a:gd name="T18" fmla="*/ 178 w 202"/>
                  <a:gd name="T19" fmla="*/ 0 h 168"/>
                  <a:gd name="T20" fmla="*/ 202 w 202"/>
                  <a:gd name="T21" fmla="*/ 16 h 168"/>
                  <a:gd name="T22" fmla="*/ 181 w 202"/>
                  <a:gd name="T23" fmla="*/ 37 h 168"/>
                  <a:gd name="T24" fmla="*/ 160 w 202"/>
                  <a:gd name="T25" fmla="*/ 57 h 168"/>
                  <a:gd name="T26" fmla="*/ 138 w 202"/>
                  <a:gd name="T27" fmla="*/ 76 h 168"/>
                  <a:gd name="T28" fmla="*/ 114 w 202"/>
                  <a:gd name="T29" fmla="*/ 96 h 168"/>
                  <a:gd name="T30" fmla="*/ 91 w 202"/>
                  <a:gd name="T31" fmla="*/ 115 h 168"/>
                  <a:gd name="T32" fmla="*/ 66 w 202"/>
                  <a:gd name="T33" fmla="*/ 133 h 168"/>
                  <a:gd name="T34" fmla="*/ 40 w 202"/>
                  <a:gd name="T35" fmla="*/ 151 h 168"/>
                  <a:gd name="T36" fmla="*/ 15 w 202"/>
                  <a:gd name="T37" fmla="*/ 168 h 168"/>
                  <a:gd name="T38" fmla="*/ 0 w 202"/>
                  <a:gd name="T39" fmla="*/ 146 h 1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2"/>
                  <a:gd name="T61" fmla="*/ 0 h 168"/>
                  <a:gd name="T62" fmla="*/ 202 w 202"/>
                  <a:gd name="T63" fmla="*/ 168 h 16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2" h="168">
                    <a:moveTo>
                      <a:pt x="0" y="146"/>
                    </a:moveTo>
                    <a:lnTo>
                      <a:pt x="0" y="146"/>
                    </a:lnTo>
                    <a:lnTo>
                      <a:pt x="25" y="128"/>
                    </a:lnTo>
                    <a:lnTo>
                      <a:pt x="50" y="111"/>
                    </a:lnTo>
                    <a:lnTo>
                      <a:pt x="72" y="94"/>
                    </a:lnTo>
                    <a:lnTo>
                      <a:pt x="95" y="76"/>
                    </a:lnTo>
                    <a:lnTo>
                      <a:pt x="118" y="58"/>
                    </a:lnTo>
                    <a:lnTo>
                      <a:pt x="138" y="40"/>
                    </a:lnTo>
                    <a:lnTo>
                      <a:pt x="159" y="21"/>
                    </a:lnTo>
                    <a:lnTo>
                      <a:pt x="178" y="0"/>
                    </a:lnTo>
                    <a:lnTo>
                      <a:pt x="202" y="16"/>
                    </a:lnTo>
                    <a:lnTo>
                      <a:pt x="181" y="37"/>
                    </a:lnTo>
                    <a:lnTo>
                      <a:pt x="160" y="57"/>
                    </a:lnTo>
                    <a:lnTo>
                      <a:pt x="138" y="76"/>
                    </a:lnTo>
                    <a:lnTo>
                      <a:pt x="114" y="96"/>
                    </a:lnTo>
                    <a:lnTo>
                      <a:pt x="91" y="115"/>
                    </a:lnTo>
                    <a:lnTo>
                      <a:pt x="66" y="133"/>
                    </a:lnTo>
                    <a:lnTo>
                      <a:pt x="40" y="151"/>
                    </a:lnTo>
                    <a:lnTo>
                      <a:pt x="15" y="168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2" name="Freeform 75"/>
              <p:cNvSpPr>
                <a:spLocks/>
              </p:cNvSpPr>
              <p:nvPr/>
            </p:nvSpPr>
            <p:spPr bwMode="auto">
              <a:xfrm>
                <a:off x="3530" y="3120"/>
                <a:ext cx="192" cy="119"/>
              </a:xfrm>
              <a:custGeom>
                <a:avLst/>
                <a:gdLst>
                  <a:gd name="T0" fmla="*/ 0 w 192"/>
                  <a:gd name="T1" fmla="*/ 92 h 119"/>
                  <a:gd name="T2" fmla="*/ 22 w 192"/>
                  <a:gd name="T3" fmla="*/ 83 h 119"/>
                  <a:gd name="T4" fmla="*/ 47 w 192"/>
                  <a:gd name="T5" fmla="*/ 73 h 119"/>
                  <a:gd name="T6" fmla="*/ 69 w 192"/>
                  <a:gd name="T7" fmla="*/ 62 h 119"/>
                  <a:gd name="T8" fmla="*/ 90 w 192"/>
                  <a:gd name="T9" fmla="*/ 53 h 119"/>
                  <a:gd name="T10" fmla="*/ 112 w 192"/>
                  <a:gd name="T11" fmla="*/ 40 h 119"/>
                  <a:gd name="T12" fmla="*/ 135 w 192"/>
                  <a:gd name="T13" fmla="*/ 27 h 119"/>
                  <a:gd name="T14" fmla="*/ 157 w 192"/>
                  <a:gd name="T15" fmla="*/ 14 h 119"/>
                  <a:gd name="T16" fmla="*/ 178 w 192"/>
                  <a:gd name="T17" fmla="*/ 0 h 119"/>
                  <a:gd name="T18" fmla="*/ 192 w 192"/>
                  <a:gd name="T19" fmla="*/ 23 h 119"/>
                  <a:gd name="T20" fmla="*/ 170 w 192"/>
                  <a:gd name="T21" fmla="*/ 38 h 119"/>
                  <a:gd name="T22" fmla="*/ 147 w 192"/>
                  <a:gd name="T23" fmla="*/ 52 h 119"/>
                  <a:gd name="T24" fmla="*/ 123 w 192"/>
                  <a:gd name="T25" fmla="*/ 63 h 119"/>
                  <a:gd name="T26" fmla="*/ 100 w 192"/>
                  <a:gd name="T27" fmla="*/ 77 h 119"/>
                  <a:gd name="T28" fmla="*/ 76 w 192"/>
                  <a:gd name="T29" fmla="*/ 89 h 119"/>
                  <a:gd name="T30" fmla="*/ 52 w 192"/>
                  <a:gd name="T31" fmla="*/ 99 h 119"/>
                  <a:gd name="T32" fmla="*/ 30 w 192"/>
                  <a:gd name="T33" fmla="*/ 108 h 119"/>
                  <a:gd name="T34" fmla="*/ 6 w 192"/>
                  <a:gd name="T35" fmla="*/ 119 h 119"/>
                  <a:gd name="T36" fmla="*/ 0 w 192"/>
                  <a:gd name="T37" fmla="*/ 92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2"/>
                  <a:gd name="T58" fmla="*/ 0 h 119"/>
                  <a:gd name="T59" fmla="*/ 192 w 192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2" h="119">
                    <a:moveTo>
                      <a:pt x="0" y="92"/>
                    </a:moveTo>
                    <a:lnTo>
                      <a:pt x="22" y="83"/>
                    </a:lnTo>
                    <a:lnTo>
                      <a:pt x="47" y="73"/>
                    </a:lnTo>
                    <a:lnTo>
                      <a:pt x="69" y="62"/>
                    </a:lnTo>
                    <a:lnTo>
                      <a:pt x="90" y="53"/>
                    </a:lnTo>
                    <a:lnTo>
                      <a:pt x="112" y="40"/>
                    </a:lnTo>
                    <a:lnTo>
                      <a:pt x="135" y="27"/>
                    </a:lnTo>
                    <a:lnTo>
                      <a:pt x="157" y="14"/>
                    </a:lnTo>
                    <a:lnTo>
                      <a:pt x="178" y="0"/>
                    </a:lnTo>
                    <a:lnTo>
                      <a:pt x="192" y="23"/>
                    </a:lnTo>
                    <a:lnTo>
                      <a:pt x="170" y="38"/>
                    </a:lnTo>
                    <a:lnTo>
                      <a:pt x="147" y="52"/>
                    </a:lnTo>
                    <a:lnTo>
                      <a:pt x="123" y="63"/>
                    </a:lnTo>
                    <a:lnTo>
                      <a:pt x="100" y="77"/>
                    </a:lnTo>
                    <a:lnTo>
                      <a:pt x="76" y="89"/>
                    </a:lnTo>
                    <a:lnTo>
                      <a:pt x="52" y="99"/>
                    </a:lnTo>
                    <a:lnTo>
                      <a:pt x="30" y="108"/>
                    </a:lnTo>
                    <a:lnTo>
                      <a:pt x="6" y="119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3" name="Freeform 76"/>
              <p:cNvSpPr>
                <a:spLocks/>
              </p:cNvSpPr>
              <p:nvPr/>
            </p:nvSpPr>
            <p:spPr bwMode="auto">
              <a:xfrm>
                <a:off x="3513" y="3212"/>
                <a:ext cx="22" cy="32"/>
              </a:xfrm>
              <a:custGeom>
                <a:avLst/>
                <a:gdLst>
                  <a:gd name="T0" fmla="*/ 22 w 22"/>
                  <a:gd name="T1" fmla="*/ 26 h 32"/>
                  <a:gd name="T2" fmla="*/ 5 w 22"/>
                  <a:gd name="T3" fmla="*/ 32 h 32"/>
                  <a:gd name="T4" fmla="*/ 0 w 22"/>
                  <a:gd name="T5" fmla="*/ 7 h 32"/>
                  <a:gd name="T6" fmla="*/ 16 w 22"/>
                  <a:gd name="T7" fmla="*/ 0 h 32"/>
                  <a:gd name="T8" fmla="*/ 22 w 22"/>
                  <a:gd name="T9" fmla="*/ 2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2"/>
                  <a:gd name="T17" fmla="*/ 22 w 2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2">
                    <a:moveTo>
                      <a:pt x="22" y="26"/>
                    </a:moveTo>
                    <a:lnTo>
                      <a:pt x="5" y="32"/>
                    </a:lnTo>
                    <a:lnTo>
                      <a:pt x="0" y="7"/>
                    </a:lnTo>
                    <a:lnTo>
                      <a:pt x="16" y="0"/>
                    </a:lnTo>
                    <a:lnTo>
                      <a:pt x="22" y="2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4" name="Freeform 77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5" name="Freeform 78"/>
              <p:cNvSpPr>
                <a:spLocks/>
              </p:cNvSpPr>
              <p:nvPr/>
            </p:nvSpPr>
            <p:spPr bwMode="auto">
              <a:xfrm>
                <a:off x="3816" y="2905"/>
                <a:ext cx="167" cy="105"/>
              </a:xfrm>
              <a:custGeom>
                <a:avLst/>
                <a:gdLst>
                  <a:gd name="T0" fmla="*/ 139 w 167"/>
                  <a:gd name="T1" fmla="*/ 17 h 105"/>
                  <a:gd name="T2" fmla="*/ 152 w 167"/>
                  <a:gd name="T3" fmla="*/ 24 h 105"/>
                  <a:gd name="T4" fmla="*/ 7 w 167"/>
                  <a:gd name="T5" fmla="*/ 105 h 105"/>
                  <a:gd name="T6" fmla="*/ 0 w 167"/>
                  <a:gd name="T7" fmla="*/ 91 h 105"/>
                  <a:gd name="T8" fmla="*/ 146 w 167"/>
                  <a:gd name="T9" fmla="*/ 10 h 105"/>
                  <a:gd name="T10" fmla="*/ 156 w 167"/>
                  <a:gd name="T11" fmla="*/ 19 h 105"/>
                  <a:gd name="T12" fmla="*/ 146 w 167"/>
                  <a:gd name="T13" fmla="*/ 10 h 105"/>
                  <a:gd name="T14" fmla="*/ 167 w 167"/>
                  <a:gd name="T15" fmla="*/ 0 h 105"/>
                  <a:gd name="T16" fmla="*/ 156 w 167"/>
                  <a:gd name="T17" fmla="*/ 19 h 105"/>
                  <a:gd name="T18" fmla="*/ 139 w 167"/>
                  <a:gd name="T19" fmla="*/ 1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105"/>
                  <a:gd name="T32" fmla="*/ 167 w 167"/>
                  <a:gd name="T33" fmla="*/ 105 h 10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105">
                    <a:moveTo>
                      <a:pt x="139" y="17"/>
                    </a:moveTo>
                    <a:lnTo>
                      <a:pt x="152" y="24"/>
                    </a:lnTo>
                    <a:lnTo>
                      <a:pt x="7" y="105"/>
                    </a:lnTo>
                    <a:lnTo>
                      <a:pt x="0" y="91"/>
                    </a:lnTo>
                    <a:lnTo>
                      <a:pt x="146" y="10"/>
                    </a:lnTo>
                    <a:lnTo>
                      <a:pt x="156" y="19"/>
                    </a:lnTo>
                    <a:lnTo>
                      <a:pt x="146" y="10"/>
                    </a:lnTo>
                    <a:lnTo>
                      <a:pt x="167" y="0"/>
                    </a:lnTo>
                    <a:lnTo>
                      <a:pt x="156" y="19"/>
                    </a:lnTo>
                    <a:lnTo>
                      <a:pt x="13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6" name="Freeform 79"/>
              <p:cNvSpPr>
                <a:spLocks/>
              </p:cNvSpPr>
              <p:nvPr/>
            </p:nvSpPr>
            <p:spPr bwMode="auto">
              <a:xfrm>
                <a:off x="3890" y="2917"/>
                <a:ext cx="83" cy="149"/>
              </a:xfrm>
              <a:custGeom>
                <a:avLst/>
                <a:gdLst>
                  <a:gd name="T0" fmla="*/ 17 w 83"/>
                  <a:gd name="T1" fmla="*/ 129 h 149"/>
                  <a:gd name="T2" fmla="*/ 0 w 83"/>
                  <a:gd name="T3" fmla="*/ 134 h 149"/>
                  <a:gd name="T4" fmla="*/ 66 w 83"/>
                  <a:gd name="T5" fmla="*/ 0 h 149"/>
                  <a:gd name="T6" fmla="*/ 83 w 83"/>
                  <a:gd name="T7" fmla="*/ 3 h 149"/>
                  <a:gd name="T8" fmla="*/ 18 w 83"/>
                  <a:gd name="T9" fmla="*/ 136 h 149"/>
                  <a:gd name="T10" fmla="*/ 2 w 83"/>
                  <a:gd name="T11" fmla="*/ 143 h 149"/>
                  <a:gd name="T12" fmla="*/ 18 w 83"/>
                  <a:gd name="T13" fmla="*/ 136 h 149"/>
                  <a:gd name="T14" fmla="*/ 13 w 83"/>
                  <a:gd name="T15" fmla="*/ 149 h 149"/>
                  <a:gd name="T16" fmla="*/ 2 w 83"/>
                  <a:gd name="T17" fmla="*/ 143 h 149"/>
                  <a:gd name="T18" fmla="*/ 17 w 83"/>
                  <a:gd name="T19" fmla="*/ 129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9"/>
                  <a:gd name="T32" fmla="*/ 83 w 83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9">
                    <a:moveTo>
                      <a:pt x="17" y="129"/>
                    </a:moveTo>
                    <a:lnTo>
                      <a:pt x="0" y="134"/>
                    </a:lnTo>
                    <a:lnTo>
                      <a:pt x="66" y="0"/>
                    </a:lnTo>
                    <a:lnTo>
                      <a:pt x="83" y="3"/>
                    </a:lnTo>
                    <a:lnTo>
                      <a:pt x="18" y="136"/>
                    </a:lnTo>
                    <a:lnTo>
                      <a:pt x="2" y="143"/>
                    </a:lnTo>
                    <a:lnTo>
                      <a:pt x="18" y="136"/>
                    </a:lnTo>
                    <a:lnTo>
                      <a:pt x="13" y="149"/>
                    </a:lnTo>
                    <a:lnTo>
                      <a:pt x="2" y="143"/>
                    </a:lnTo>
                    <a:lnTo>
                      <a:pt x="17" y="1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7" name="Freeform 80"/>
              <p:cNvSpPr>
                <a:spLocks/>
              </p:cNvSpPr>
              <p:nvPr/>
            </p:nvSpPr>
            <p:spPr bwMode="auto">
              <a:xfrm>
                <a:off x="3800" y="2993"/>
                <a:ext cx="104" cy="65"/>
              </a:xfrm>
              <a:custGeom>
                <a:avLst/>
                <a:gdLst>
                  <a:gd name="T0" fmla="*/ 21 w 104"/>
                  <a:gd name="T1" fmla="*/ 14 h 65"/>
                  <a:gd name="T2" fmla="*/ 24 w 104"/>
                  <a:gd name="T3" fmla="*/ 0 h 65"/>
                  <a:gd name="T4" fmla="*/ 104 w 104"/>
                  <a:gd name="T5" fmla="*/ 52 h 65"/>
                  <a:gd name="T6" fmla="*/ 89 w 104"/>
                  <a:gd name="T7" fmla="*/ 65 h 65"/>
                  <a:gd name="T8" fmla="*/ 11 w 104"/>
                  <a:gd name="T9" fmla="*/ 14 h 65"/>
                  <a:gd name="T10" fmla="*/ 14 w 104"/>
                  <a:gd name="T11" fmla="*/ 0 h 65"/>
                  <a:gd name="T12" fmla="*/ 11 w 104"/>
                  <a:gd name="T13" fmla="*/ 14 h 65"/>
                  <a:gd name="T14" fmla="*/ 0 w 104"/>
                  <a:gd name="T15" fmla="*/ 8 h 65"/>
                  <a:gd name="T16" fmla="*/ 14 w 104"/>
                  <a:gd name="T17" fmla="*/ 0 h 65"/>
                  <a:gd name="T18" fmla="*/ 21 w 104"/>
                  <a:gd name="T19" fmla="*/ 1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4"/>
                  <a:gd name="T31" fmla="*/ 0 h 65"/>
                  <a:gd name="T32" fmla="*/ 104 w 104"/>
                  <a:gd name="T33" fmla="*/ 65 h 6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4" h="65">
                    <a:moveTo>
                      <a:pt x="21" y="14"/>
                    </a:moveTo>
                    <a:lnTo>
                      <a:pt x="24" y="0"/>
                    </a:lnTo>
                    <a:lnTo>
                      <a:pt x="104" y="52"/>
                    </a:lnTo>
                    <a:lnTo>
                      <a:pt x="89" y="65"/>
                    </a:lnTo>
                    <a:lnTo>
                      <a:pt x="11" y="14"/>
                    </a:lnTo>
                    <a:lnTo>
                      <a:pt x="14" y="0"/>
                    </a:lnTo>
                    <a:lnTo>
                      <a:pt x="11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8" name="Freeform 81"/>
              <p:cNvSpPr>
                <a:spLocks/>
              </p:cNvSpPr>
              <p:nvPr/>
            </p:nvSpPr>
            <p:spPr bwMode="auto">
              <a:xfrm>
                <a:off x="3902" y="2948"/>
                <a:ext cx="45" cy="31"/>
              </a:xfrm>
              <a:custGeom>
                <a:avLst/>
                <a:gdLst>
                  <a:gd name="T0" fmla="*/ 0 w 45"/>
                  <a:gd name="T1" fmla="*/ 15 h 31"/>
                  <a:gd name="T2" fmla="*/ 15 w 45"/>
                  <a:gd name="T3" fmla="*/ 0 h 31"/>
                  <a:gd name="T4" fmla="*/ 45 w 45"/>
                  <a:gd name="T5" fmla="*/ 15 h 31"/>
                  <a:gd name="T6" fmla="*/ 30 w 45"/>
                  <a:gd name="T7" fmla="*/ 31 h 31"/>
                  <a:gd name="T8" fmla="*/ 0 w 45"/>
                  <a:gd name="T9" fmla="*/ 1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1"/>
                  <a:gd name="T17" fmla="*/ 45 w 4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1">
                    <a:moveTo>
                      <a:pt x="0" y="15"/>
                    </a:moveTo>
                    <a:lnTo>
                      <a:pt x="15" y="0"/>
                    </a:lnTo>
                    <a:lnTo>
                      <a:pt x="45" y="15"/>
                    </a:lnTo>
                    <a:lnTo>
                      <a:pt x="30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39" name="Freeform 82"/>
              <p:cNvSpPr>
                <a:spLocks/>
              </p:cNvSpPr>
              <p:nvPr/>
            </p:nvSpPr>
            <p:spPr bwMode="auto">
              <a:xfrm>
                <a:off x="3739" y="2962"/>
                <a:ext cx="192" cy="164"/>
              </a:xfrm>
              <a:custGeom>
                <a:avLst/>
                <a:gdLst>
                  <a:gd name="T0" fmla="*/ 0 w 192"/>
                  <a:gd name="T1" fmla="*/ 138 h 164"/>
                  <a:gd name="T2" fmla="*/ 0 w 192"/>
                  <a:gd name="T3" fmla="*/ 138 h 164"/>
                  <a:gd name="T4" fmla="*/ 24 w 192"/>
                  <a:gd name="T5" fmla="*/ 121 h 164"/>
                  <a:gd name="T6" fmla="*/ 45 w 192"/>
                  <a:gd name="T7" fmla="*/ 106 h 164"/>
                  <a:gd name="T8" fmla="*/ 68 w 192"/>
                  <a:gd name="T9" fmla="*/ 89 h 164"/>
                  <a:gd name="T10" fmla="*/ 88 w 192"/>
                  <a:gd name="T11" fmla="*/ 72 h 164"/>
                  <a:gd name="T12" fmla="*/ 106 w 192"/>
                  <a:gd name="T13" fmla="*/ 55 h 164"/>
                  <a:gd name="T14" fmla="*/ 125 w 192"/>
                  <a:gd name="T15" fmla="*/ 39 h 164"/>
                  <a:gd name="T16" fmla="*/ 145 w 192"/>
                  <a:gd name="T17" fmla="*/ 21 h 164"/>
                  <a:gd name="T18" fmla="*/ 161 w 192"/>
                  <a:gd name="T19" fmla="*/ 0 h 164"/>
                  <a:gd name="T20" fmla="*/ 192 w 192"/>
                  <a:gd name="T21" fmla="*/ 17 h 164"/>
                  <a:gd name="T22" fmla="*/ 171 w 192"/>
                  <a:gd name="T23" fmla="*/ 38 h 164"/>
                  <a:gd name="T24" fmla="*/ 152 w 192"/>
                  <a:gd name="T25" fmla="*/ 58 h 164"/>
                  <a:gd name="T26" fmla="*/ 132 w 192"/>
                  <a:gd name="T27" fmla="*/ 75 h 164"/>
                  <a:gd name="T28" fmla="*/ 112 w 192"/>
                  <a:gd name="T29" fmla="*/ 94 h 164"/>
                  <a:gd name="T30" fmla="*/ 90 w 192"/>
                  <a:gd name="T31" fmla="*/ 111 h 164"/>
                  <a:gd name="T32" fmla="*/ 68 w 192"/>
                  <a:gd name="T33" fmla="*/ 130 h 164"/>
                  <a:gd name="T34" fmla="*/ 43 w 192"/>
                  <a:gd name="T35" fmla="*/ 146 h 164"/>
                  <a:gd name="T36" fmla="*/ 19 w 192"/>
                  <a:gd name="T37" fmla="*/ 164 h 164"/>
                  <a:gd name="T38" fmla="*/ 0 w 192"/>
                  <a:gd name="T39" fmla="*/ 138 h 1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2"/>
                  <a:gd name="T61" fmla="*/ 0 h 164"/>
                  <a:gd name="T62" fmla="*/ 192 w 192"/>
                  <a:gd name="T63" fmla="*/ 164 h 16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2" h="164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1"/>
                    </a:lnTo>
                    <a:lnTo>
                      <a:pt x="45" y="106"/>
                    </a:lnTo>
                    <a:lnTo>
                      <a:pt x="68" y="89"/>
                    </a:lnTo>
                    <a:lnTo>
                      <a:pt x="88" y="72"/>
                    </a:lnTo>
                    <a:lnTo>
                      <a:pt x="106" y="55"/>
                    </a:lnTo>
                    <a:lnTo>
                      <a:pt x="125" y="39"/>
                    </a:lnTo>
                    <a:lnTo>
                      <a:pt x="145" y="21"/>
                    </a:lnTo>
                    <a:lnTo>
                      <a:pt x="161" y="0"/>
                    </a:lnTo>
                    <a:lnTo>
                      <a:pt x="192" y="17"/>
                    </a:lnTo>
                    <a:lnTo>
                      <a:pt x="171" y="38"/>
                    </a:lnTo>
                    <a:lnTo>
                      <a:pt x="152" y="58"/>
                    </a:lnTo>
                    <a:lnTo>
                      <a:pt x="132" y="75"/>
                    </a:lnTo>
                    <a:lnTo>
                      <a:pt x="112" y="94"/>
                    </a:lnTo>
                    <a:lnTo>
                      <a:pt x="90" y="111"/>
                    </a:lnTo>
                    <a:lnTo>
                      <a:pt x="68" y="130"/>
                    </a:lnTo>
                    <a:lnTo>
                      <a:pt x="43" y="146"/>
                    </a:lnTo>
                    <a:lnTo>
                      <a:pt x="19" y="164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0" name="Freeform 83"/>
              <p:cNvSpPr>
                <a:spLocks/>
              </p:cNvSpPr>
              <p:nvPr/>
            </p:nvSpPr>
            <p:spPr bwMode="auto">
              <a:xfrm>
                <a:off x="3559" y="3100"/>
                <a:ext cx="193" cy="128"/>
              </a:xfrm>
              <a:custGeom>
                <a:avLst/>
                <a:gdLst>
                  <a:gd name="T0" fmla="*/ 0 w 193"/>
                  <a:gd name="T1" fmla="*/ 98 h 128"/>
                  <a:gd name="T2" fmla="*/ 22 w 193"/>
                  <a:gd name="T3" fmla="*/ 87 h 128"/>
                  <a:gd name="T4" fmla="*/ 45 w 193"/>
                  <a:gd name="T5" fmla="*/ 77 h 128"/>
                  <a:gd name="T6" fmla="*/ 66 w 193"/>
                  <a:gd name="T7" fmla="*/ 65 h 128"/>
                  <a:gd name="T8" fmla="*/ 90 w 193"/>
                  <a:gd name="T9" fmla="*/ 54 h 128"/>
                  <a:gd name="T10" fmla="*/ 111 w 193"/>
                  <a:gd name="T11" fmla="*/ 42 h 128"/>
                  <a:gd name="T12" fmla="*/ 132 w 193"/>
                  <a:gd name="T13" fmla="*/ 28 h 128"/>
                  <a:gd name="T14" fmla="*/ 154 w 193"/>
                  <a:gd name="T15" fmla="*/ 13 h 128"/>
                  <a:gd name="T16" fmla="*/ 175 w 193"/>
                  <a:gd name="T17" fmla="*/ 0 h 128"/>
                  <a:gd name="T18" fmla="*/ 193 w 193"/>
                  <a:gd name="T19" fmla="*/ 25 h 128"/>
                  <a:gd name="T20" fmla="*/ 172 w 193"/>
                  <a:gd name="T21" fmla="*/ 41 h 128"/>
                  <a:gd name="T22" fmla="*/ 149 w 193"/>
                  <a:gd name="T23" fmla="*/ 56 h 128"/>
                  <a:gd name="T24" fmla="*/ 125 w 193"/>
                  <a:gd name="T25" fmla="*/ 68 h 128"/>
                  <a:gd name="T26" fmla="*/ 102 w 193"/>
                  <a:gd name="T27" fmla="*/ 82 h 128"/>
                  <a:gd name="T28" fmla="*/ 80 w 193"/>
                  <a:gd name="T29" fmla="*/ 94 h 128"/>
                  <a:gd name="T30" fmla="*/ 56 w 193"/>
                  <a:gd name="T31" fmla="*/ 107 h 128"/>
                  <a:gd name="T32" fmla="*/ 33 w 193"/>
                  <a:gd name="T33" fmla="*/ 119 h 128"/>
                  <a:gd name="T34" fmla="*/ 8 w 193"/>
                  <a:gd name="T35" fmla="*/ 128 h 128"/>
                  <a:gd name="T36" fmla="*/ 0 w 193"/>
                  <a:gd name="T37" fmla="*/ 98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28"/>
                  <a:gd name="T59" fmla="*/ 193 w 193"/>
                  <a:gd name="T60" fmla="*/ 128 h 1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28">
                    <a:moveTo>
                      <a:pt x="0" y="98"/>
                    </a:moveTo>
                    <a:lnTo>
                      <a:pt x="22" y="87"/>
                    </a:lnTo>
                    <a:lnTo>
                      <a:pt x="45" y="77"/>
                    </a:lnTo>
                    <a:lnTo>
                      <a:pt x="66" y="65"/>
                    </a:lnTo>
                    <a:lnTo>
                      <a:pt x="90" y="54"/>
                    </a:lnTo>
                    <a:lnTo>
                      <a:pt x="111" y="42"/>
                    </a:lnTo>
                    <a:lnTo>
                      <a:pt x="132" y="28"/>
                    </a:lnTo>
                    <a:lnTo>
                      <a:pt x="154" y="13"/>
                    </a:lnTo>
                    <a:lnTo>
                      <a:pt x="175" y="0"/>
                    </a:lnTo>
                    <a:lnTo>
                      <a:pt x="193" y="25"/>
                    </a:lnTo>
                    <a:lnTo>
                      <a:pt x="172" y="41"/>
                    </a:lnTo>
                    <a:lnTo>
                      <a:pt x="149" y="56"/>
                    </a:lnTo>
                    <a:lnTo>
                      <a:pt x="125" y="68"/>
                    </a:lnTo>
                    <a:lnTo>
                      <a:pt x="102" y="82"/>
                    </a:lnTo>
                    <a:lnTo>
                      <a:pt x="80" y="94"/>
                    </a:lnTo>
                    <a:lnTo>
                      <a:pt x="56" y="107"/>
                    </a:lnTo>
                    <a:lnTo>
                      <a:pt x="33" y="119"/>
                    </a:lnTo>
                    <a:lnTo>
                      <a:pt x="8" y="12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1" name="Freeform 84"/>
              <p:cNvSpPr>
                <a:spLocks/>
              </p:cNvSpPr>
              <p:nvPr/>
            </p:nvSpPr>
            <p:spPr bwMode="auto">
              <a:xfrm>
                <a:off x="3540" y="3196"/>
                <a:ext cx="28" cy="40"/>
              </a:xfrm>
              <a:custGeom>
                <a:avLst/>
                <a:gdLst>
                  <a:gd name="T0" fmla="*/ 28 w 28"/>
                  <a:gd name="T1" fmla="*/ 31 h 40"/>
                  <a:gd name="T2" fmla="*/ 8 w 28"/>
                  <a:gd name="T3" fmla="*/ 40 h 40"/>
                  <a:gd name="T4" fmla="*/ 0 w 28"/>
                  <a:gd name="T5" fmla="*/ 9 h 40"/>
                  <a:gd name="T6" fmla="*/ 19 w 28"/>
                  <a:gd name="T7" fmla="*/ 0 h 40"/>
                  <a:gd name="T8" fmla="*/ 28 w 28"/>
                  <a:gd name="T9" fmla="*/ 3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0"/>
                  <a:gd name="T17" fmla="*/ 28 w 2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0">
                    <a:moveTo>
                      <a:pt x="28" y="31"/>
                    </a:moveTo>
                    <a:lnTo>
                      <a:pt x="8" y="40"/>
                    </a:lnTo>
                    <a:lnTo>
                      <a:pt x="0" y="9"/>
                    </a:lnTo>
                    <a:lnTo>
                      <a:pt x="19" y="0"/>
                    </a:lnTo>
                    <a:lnTo>
                      <a:pt x="28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2" name="Freeform 85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3" name="Freeform 86"/>
              <p:cNvSpPr>
                <a:spLocks/>
              </p:cNvSpPr>
              <p:nvPr/>
            </p:nvSpPr>
            <p:spPr bwMode="auto">
              <a:xfrm>
                <a:off x="3814" y="2909"/>
                <a:ext cx="159" cy="97"/>
              </a:xfrm>
              <a:custGeom>
                <a:avLst/>
                <a:gdLst>
                  <a:gd name="T0" fmla="*/ 143 w 159"/>
                  <a:gd name="T1" fmla="*/ 11 h 97"/>
                  <a:gd name="T2" fmla="*/ 150 w 159"/>
                  <a:gd name="T3" fmla="*/ 15 h 97"/>
                  <a:gd name="T4" fmla="*/ 6 w 159"/>
                  <a:gd name="T5" fmla="*/ 97 h 97"/>
                  <a:gd name="T6" fmla="*/ 0 w 159"/>
                  <a:gd name="T7" fmla="*/ 90 h 97"/>
                  <a:gd name="T8" fmla="*/ 146 w 159"/>
                  <a:gd name="T9" fmla="*/ 8 h 97"/>
                  <a:gd name="T10" fmla="*/ 153 w 159"/>
                  <a:gd name="T11" fmla="*/ 11 h 97"/>
                  <a:gd name="T12" fmla="*/ 146 w 159"/>
                  <a:gd name="T13" fmla="*/ 8 h 97"/>
                  <a:gd name="T14" fmla="*/ 159 w 159"/>
                  <a:gd name="T15" fmla="*/ 0 h 97"/>
                  <a:gd name="T16" fmla="*/ 153 w 159"/>
                  <a:gd name="T17" fmla="*/ 11 h 97"/>
                  <a:gd name="T18" fmla="*/ 143 w 159"/>
                  <a:gd name="T19" fmla="*/ 11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9"/>
                  <a:gd name="T31" fmla="*/ 0 h 97"/>
                  <a:gd name="T32" fmla="*/ 159 w 159"/>
                  <a:gd name="T33" fmla="*/ 97 h 9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9" h="97">
                    <a:moveTo>
                      <a:pt x="143" y="11"/>
                    </a:moveTo>
                    <a:lnTo>
                      <a:pt x="150" y="15"/>
                    </a:lnTo>
                    <a:lnTo>
                      <a:pt x="6" y="97"/>
                    </a:lnTo>
                    <a:lnTo>
                      <a:pt x="0" y="90"/>
                    </a:lnTo>
                    <a:lnTo>
                      <a:pt x="146" y="8"/>
                    </a:lnTo>
                    <a:lnTo>
                      <a:pt x="153" y="11"/>
                    </a:lnTo>
                    <a:lnTo>
                      <a:pt x="146" y="8"/>
                    </a:lnTo>
                    <a:lnTo>
                      <a:pt x="159" y="0"/>
                    </a:lnTo>
                    <a:lnTo>
                      <a:pt x="153" y="11"/>
                    </a:lnTo>
                    <a:lnTo>
                      <a:pt x="143" y="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4" name="Freeform 87"/>
              <p:cNvSpPr>
                <a:spLocks/>
              </p:cNvSpPr>
              <p:nvPr/>
            </p:nvSpPr>
            <p:spPr bwMode="auto">
              <a:xfrm>
                <a:off x="3893" y="2920"/>
                <a:ext cx="75" cy="140"/>
              </a:xfrm>
              <a:custGeom>
                <a:avLst/>
                <a:gdLst>
                  <a:gd name="T0" fmla="*/ 10 w 75"/>
                  <a:gd name="T1" fmla="*/ 127 h 140"/>
                  <a:gd name="T2" fmla="*/ 0 w 75"/>
                  <a:gd name="T3" fmla="*/ 131 h 140"/>
                  <a:gd name="T4" fmla="*/ 67 w 75"/>
                  <a:gd name="T5" fmla="*/ 0 h 140"/>
                  <a:gd name="T6" fmla="*/ 75 w 75"/>
                  <a:gd name="T7" fmla="*/ 1 h 140"/>
                  <a:gd name="T8" fmla="*/ 11 w 75"/>
                  <a:gd name="T9" fmla="*/ 133 h 140"/>
                  <a:gd name="T10" fmla="*/ 1 w 75"/>
                  <a:gd name="T11" fmla="*/ 136 h 140"/>
                  <a:gd name="T12" fmla="*/ 11 w 75"/>
                  <a:gd name="T13" fmla="*/ 133 h 140"/>
                  <a:gd name="T14" fmla="*/ 7 w 75"/>
                  <a:gd name="T15" fmla="*/ 140 h 140"/>
                  <a:gd name="T16" fmla="*/ 1 w 75"/>
                  <a:gd name="T17" fmla="*/ 136 h 140"/>
                  <a:gd name="T18" fmla="*/ 10 w 75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140"/>
                  <a:gd name="T32" fmla="*/ 75 w 75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140">
                    <a:moveTo>
                      <a:pt x="10" y="127"/>
                    </a:moveTo>
                    <a:lnTo>
                      <a:pt x="0" y="131"/>
                    </a:lnTo>
                    <a:lnTo>
                      <a:pt x="67" y="0"/>
                    </a:lnTo>
                    <a:lnTo>
                      <a:pt x="75" y="1"/>
                    </a:lnTo>
                    <a:lnTo>
                      <a:pt x="11" y="133"/>
                    </a:lnTo>
                    <a:lnTo>
                      <a:pt x="1" y="136"/>
                    </a:lnTo>
                    <a:lnTo>
                      <a:pt x="11" y="133"/>
                    </a:lnTo>
                    <a:lnTo>
                      <a:pt x="7" y="140"/>
                    </a:lnTo>
                    <a:lnTo>
                      <a:pt x="1" y="136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5" name="Freeform 88"/>
              <p:cNvSpPr>
                <a:spLocks/>
              </p:cNvSpPr>
              <p:nvPr/>
            </p:nvSpPr>
            <p:spPr bwMode="auto">
              <a:xfrm>
                <a:off x="3807" y="2996"/>
                <a:ext cx="94" cy="60"/>
              </a:xfrm>
              <a:custGeom>
                <a:avLst/>
                <a:gdLst>
                  <a:gd name="T0" fmla="*/ 11 w 94"/>
                  <a:gd name="T1" fmla="*/ 8 h 60"/>
                  <a:gd name="T2" fmla="*/ 14 w 94"/>
                  <a:gd name="T3" fmla="*/ 0 h 60"/>
                  <a:gd name="T4" fmla="*/ 94 w 94"/>
                  <a:gd name="T5" fmla="*/ 52 h 60"/>
                  <a:gd name="T6" fmla="*/ 85 w 94"/>
                  <a:gd name="T7" fmla="*/ 60 h 60"/>
                  <a:gd name="T8" fmla="*/ 4 w 94"/>
                  <a:gd name="T9" fmla="*/ 9 h 60"/>
                  <a:gd name="T10" fmla="*/ 6 w 94"/>
                  <a:gd name="T11" fmla="*/ 2 h 60"/>
                  <a:gd name="T12" fmla="*/ 4 w 94"/>
                  <a:gd name="T13" fmla="*/ 9 h 60"/>
                  <a:gd name="T14" fmla="*/ 0 w 94"/>
                  <a:gd name="T15" fmla="*/ 6 h 60"/>
                  <a:gd name="T16" fmla="*/ 6 w 94"/>
                  <a:gd name="T17" fmla="*/ 2 h 60"/>
                  <a:gd name="T18" fmla="*/ 11 w 94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0"/>
                  <a:gd name="T32" fmla="*/ 94 w 94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0">
                    <a:moveTo>
                      <a:pt x="11" y="8"/>
                    </a:moveTo>
                    <a:lnTo>
                      <a:pt x="14" y="0"/>
                    </a:lnTo>
                    <a:lnTo>
                      <a:pt x="94" y="52"/>
                    </a:lnTo>
                    <a:lnTo>
                      <a:pt x="85" y="60"/>
                    </a:lnTo>
                    <a:lnTo>
                      <a:pt x="4" y="9"/>
                    </a:lnTo>
                    <a:lnTo>
                      <a:pt x="6" y="2"/>
                    </a:lnTo>
                    <a:lnTo>
                      <a:pt x="4" y="9"/>
                    </a:lnTo>
                    <a:lnTo>
                      <a:pt x="0" y="6"/>
                    </a:lnTo>
                    <a:lnTo>
                      <a:pt x="6" y="2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6" name="Freeform 89"/>
              <p:cNvSpPr>
                <a:spLocks/>
              </p:cNvSpPr>
              <p:nvPr/>
            </p:nvSpPr>
            <p:spPr bwMode="auto">
              <a:xfrm>
                <a:off x="3904" y="2952"/>
                <a:ext cx="37" cy="27"/>
              </a:xfrm>
              <a:custGeom>
                <a:avLst/>
                <a:gdLst>
                  <a:gd name="T0" fmla="*/ 0 w 37"/>
                  <a:gd name="T1" fmla="*/ 13 h 27"/>
                  <a:gd name="T2" fmla="*/ 13 w 37"/>
                  <a:gd name="T3" fmla="*/ 0 h 27"/>
                  <a:gd name="T4" fmla="*/ 37 w 37"/>
                  <a:gd name="T5" fmla="*/ 13 h 27"/>
                  <a:gd name="T6" fmla="*/ 25 w 37"/>
                  <a:gd name="T7" fmla="*/ 27 h 27"/>
                  <a:gd name="T8" fmla="*/ 0 w 37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7"/>
                  <a:gd name="T17" fmla="*/ 37 w 37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7">
                    <a:moveTo>
                      <a:pt x="0" y="13"/>
                    </a:moveTo>
                    <a:lnTo>
                      <a:pt x="13" y="0"/>
                    </a:lnTo>
                    <a:lnTo>
                      <a:pt x="37" y="13"/>
                    </a:lnTo>
                    <a:lnTo>
                      <a:pt x="25" y="2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7" name="Freeform 90"/>
              <p:cNvSpPr>
                <a:spLocks/>
              </p:cNvSpPr>
              <p:nvPr/>
            </p:nvSpPr>
            <p:spPr bwMode="auto">
              <a:xfrm>
                <a:off x="3743" y="2964"/>
                <a:ext cx="187" cy="160"/>
              </a:xfrm>
              <a:custGeom>
                <a:avLst/>
                <a:gdLst>
                  <a:gd name="T0" fmla="*/ 0 w 187"/>
                  <a:gd name="T1" fmla="*/ 138 h 160"/>
                  <a:gd name="T2" fmla="*/ 0 w 187"/>
                  <a:gd name="T3" fmla="*/ 138 h 160"/>
                  <a:gd name="T4" fmla="*/ 23 w 187"/>
                  <a:gd name="T5" fmla="*/ 121 h 160"/>
                  <a:gd name="T6" fmla="*/ 47 w 187"/>
                  <a:gd name="T7" fmla="*/ 106 h 160"/>
                  <a:gd name="T8" fmla="*/ 66 w 187"/>
                  <a:gd name="T9" fmla="*/ 89 h 160"/>
                  <a:gd name="T10" fmla="*/ 88 w 187"/>
                  <a:gd name="T11" fmla="*/ 72 h 160"/>
                  <a:gd name="T12" fmla="*/ 108 w 187"/>
                  <a:gd name="T13" fmla="*/ 56 h 160"/>
                  <a:gd name="T14" fmla="*/ 126 w 187"/>
                  <a:gd name="T15" fmla="*/ 39 h 160"/>
                  <a:gd name="T16" fmla="*/ 145 w 187"/>
                  <a:gd name="T17" fmla="*/ 20 h 160"/>
                  <a:gd name="T18" fmla="*/ 163 w 187"/>
                  <a:gd name="T19" fmla="*/ 0 h 160"/>
                  <a:gd name="T20" fmla="*/ 187 w 187"/>
                  <a:gd name="T21" fmla="*/ 13 h 160"/>
                  <a:gd name="T22" fmla="*/ 167 w 187"/>
                  <a:gd name="T23" fmla="*/ 35 h 160"/>
                  <a:gd name="T24" fmla="*/ 148 w 187"/>
                  <a:gd name="T25" fmla="*/ 54 h 160"/>
                  <a:gd name="T26" fmla="*/ 128 w 187"/>
                  <a:gd name="T27" fmla="*/ 72 h 160"/>
                  <a:gd name="T28" fmla="*/ 106 w 187"/>
                  <a:gd name="T29" fmla="*/ 90 h 160"/>
                  <a:gd name="T30" fmla="*/ 85 w 187"/>
                  <a:gd name="T31" fmla="*/ 108 h 160"/>
                  <a:gd name="T32" fmla="*/ 64 w 187"/>
                  <a:gd name="T33" fmla="*/ 124 h 160"/>
                  <a:gd name="T34" fmla="*/ 40 w 187"/>
                  <a:gd name="T35" fmla="*/ 141 h 160"/>
                  <a:gd name="T36" fmla="*/ 15 w 187"/>
                  <a:gd name="T37" fmla="*/ 160 h 160"/>
                  <a:gd name="T38" fmla="*/ 0 w 187"/>
                  <a:gd name="T39" fmla="*/ 138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7"/>
                  <a:gd name="T61" fmla="*/ 0 h 160"/>
                  <a:gd name="T62" fmla="*/ 187 w 187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7" h="160">
                    <a:moveTo>
                      <a:pt x="0" y="138"/>
                    </a:moveTo>
                    <a:lnTo>
                      <a:pt x="0" y="138"/>
                    </a:lnTo>
                    <a:lnTo>
                      <a:pt x="23" y="121"/>
                    </a:lnTo>
                    <a:lnTo>
                      <a:pt x="47" y="106"/>
                    </a:lnTo>
                    <a:lnTo>
                      <a:pt x="66" y="89"/>
                    </a:lnTo>
                    <a:lnTo>
                      <a:pt x="88" y="72"/>
                    </a:lnTo>
                    <a:lnTo>
                      <a:pt x="108" y="56"/>
                    </a:lnTo>
                    <a:lnTo>
                      <a:pt x="126" y="39"/>
                    </a:lnTo>
                    <a:lnTo>
                      <a:pt x="145" y="20"/>
                    </a:lnTo>
                    <a:lnTo>
                      <a:pt x="163" y="0"/>
                    </a:lnTo>
                    <a:lnTo>
                      <a:pt x="187" y="13"/>
                    </a:lnTo>
                    <a:lnTo>
                      <a:pt x="167" y="35"/>
                    </a:lnTo>
                    <a:lnTo>
                      <a:pt x="148" y="54"/>
                    </a:lnTo>
                    <a:lnTo>
                      <a:pt x="128" y="72"/>
                    </a:lnTo>
                    <a:lnTo>
                      <a:pt x="106" y="90"/>
                    </a:lnTo>
                    <a:lnTo>
                      <a:pt x="85" y="108"/>
                    </a:lnTo>
                    <a:lnTo>
                      <a:pt x="64" y="124"/>
                    </a:lnTo>
                    <a:lnTo>
                      <a:pt x="40" y="141"/>
                    </a:lnTo>
                    <a:lnTo>
                      <a:pt x="15" y="16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8" name="Freeform 91"/>
              <p:cNvSpPr>
                <a:spLocks/>
              </p:cNvSpPr>
              <p:nvPr/>
            </p:nvSpPr>
            <p:spPr bwMode="auto">
              <a:xfrm>
                <a:off x="3561" y="3101"/>
                <a:ext cx="191" cy="125"/>
              </a:xfrm>
              <a:custGeom>
                <a:avLst/>
                <a:gdLst>
                  <a:gd name="T0" fmla="*/ 0 w 191"/>
                  <a:gd name="T1" fmla="*/ 100 h 125"/>
                  <a:gd name="T2" fmla="*/ 22 w 191"/>
                  <a:gd name="T3" fmla="*/ 89 h 125"/>
                  <a:gd name="T4" fmla="*/ 45 w 191"/>
                  <a:gd name="T5" fmla="*/ 78 h 125"/>
                  <a:gd name="T6" fmla="*/ 67 w 191"/>
                  <a:gd name="T7" fmla="*/ 66 h 125"/>
                  <a:gd name="T8" fmla="*/ 89 w 191"/>
                  <a:gd name="T9" fmla="*/ 56 h 125"/>
                  <a:gd name="T10" fmla="*/ 111 w 191"/>
                  <a:gd name="T11" fmla="*/ 42 h 125"/>
                  <a:gd name="T12" fmla="*/ 132 w 191"/>
                  <a:gd name="T13" fmla="*/ 30 h 125"/>
                  <a:gd name="T14" fmla="*/ 155 w 191"/>
                  <a:gd name="T15" fmla="*/ 15 h 125"/>
                  <a:gd name="T16" fmla="*/ 176 w 191"/>
                  <a:gd name="T17" fmla="*/ 0 h 125"/>
                  <a:gd name="T18" fmla="*/ 191 w 191"/>
                  <a:gd name="T19" fmla="*/ 22 h 125"/>
                  <a:gd name="T20" fmla="*/ 170 w 191"/>
                  <a:gd name="T21" fmla="*/ 36 h 125"/>
                  <a:gd name="T22" fmla="*/ 147 w 191"/>
                  <a:gd name="T23" fmla="*/ 51 h 125"/>
                  <a:gd name="T24" fmla="*/ 125 w 191"/>
                  <a:gd name="T25" fmla="*/ 64 h 125"/>
                  <a:gd name="T26" fmla="*/ 100 w 191"/>
                  <a:gd name="T27" fmla="*/ 78 h 125"/>
                  <a:gd name="T28" fmla="*/ 77 w 191"/>
                  <a:gd name="T29" fmla="*/ 91 h 125"/>
                  <a:gd name="T30" fmla="*/ 54 w 191"/>
                  <a:gd name="T31" fmla="*/ 103 h 125"/>
                  <a:gd name="T32" fmla="*/ 31 w 191"/>
                  <a:gd name="T33" fmla="*/ 114 h 125"/>
                  <a:gd name="T34" fmla="*/ 6 w 191"/>
                  <a:gd name="T35" fmla="*/ 125 h 125"/>
                  <a:gd name="T36" fmla="*/ 0 w 191"/>
                  <a:gd name="T37" fmla="*/ 10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1"/>
                  <a:gd name="T58" fmla="*/ 0 h 125"/>
                  <a:gd name="T59" fmla="*/ 191 w 191"/>
                  <a:gd name="T60" fmla="*/ 125 h 1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1" h="125">
                    <a:moveTo>
                      <a:pt x="0" y="100"/>
                    </a:moveTo>
                    <a:lnTo>
                      <a:pt x="22" y="89"/>
                    </a:lnTo>
                    <a:lnTo>
                      <a:pt x="45" y="78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11" y="42"/>
                    </a:lnTo>
                    <a:lnTo>
                      <a:pt x="132" y="30"/>
                    </a:lnTo>
                    <a:lnTo>
                      <a:pt x="155" y="15"/>
                    </a:lnTo>
                    <a:lnTo>
                      <a:pt x="176" y="0"/>
                    </a:lnTo>
                    <a:lnTo>
                      <a:pt x="191" y="22"/>
                    </a:lnTo>
                    <a:lnTo>
                      <a:pt x="170" y="36"/>
                    </a:lnTo>
                    <a:lnTo>
                      <a:pt x="147" y="51"/>
                    </a:lnTo>
                    <a:lnTo>
                      <a:pt x="125" y="64"/>
                    </a:lnTo>
                    <a:lnTo>
                      <a:pt x="100" y="78"/>
                    </a:lnTo>
                    <a:lnTo>
                      <a:pt x="77" y="91"/>
                    </a:lnTo>
                    <a:lnTo>
                      <a:pt x="54" y="103"/>
                    </a:lnTo>
                    <a:lnTo>
                      <a:pt x="31" y="114"/>
                    </a:lnTo>
                    <a:lnTo>
                      <a:pt x="6" y="125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49" name="Freeform 92"/>
              <p:cNvSpPr>
                <a:spLocks/>
              </p:cNvSpPr>
              <p:nvPr/>
            </p:nvSpPr>
            <p:spPr bwMode="auto">
              <a:xfrm>
                <a:off x="3545" y="3199"/>
                <a:ext cx="22" cy="34"/>
              </a:xfrm>
              <a:custGeom>
                <a:avLst/>
                <a:gdLst>
                  <a:gd name="T0" fmla="*/ 22 w 22"/>
                  <a:gd name="T1" fmla="*/ 27 h 34"/>
                  <a:gd name="T2" fmla="*/ 5 w 22"/>
                  <a:gd name="T3" fmla="*/ 34 h 34"/>
                  <a:gd name="T4" fmla="*/ 0 w 22"/>
                  <a:gd name="T5" fmla="*/ 8 h 34"/>
                  <a:gd name="T6" fmla="*/ 16 w 22"/>
                  <a:gd name="T7" fmla="*/ 0 h 34"/>
                  <a:gd name="T8" fmla="*/ 22 w 22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22" y="27"/>
                    </a:moveTo>
                    <a:lnTo>
                      <a:pt x="5" y="34"/>
                    </a:lnTo>
                    <a:lnTo>
                      <a:pt x="0" y="8"/>
                    </a:lnTo>
                    <a:lnTo>
                      <a:pt x="16" y="0"/>
                    </a:ln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0" name="Freeform 93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1" name="Freeform 94"/>
              <p:cNvSpPr>
                <a:spLocks/>
              </p:cNvSpPr>
              <p:nvPr/>
            </p:nvSpPr>
            <p:spPr bwMode="auto">
              <a:xfrm>
                <a:off x="4022" y="1801"/>
                <a:ext cx="40" cy="186"/>
              </a:xfrm>
              <a:custGeom>
                <a:avLst/>
                <a:gdLst>
                  <a:gd name="T0" fmla="*/ 6 w 40"/>
                  <a:gd name="T1" fmla="*/ 32 h 186"/>
                  <a:gd name="T2" fmla="*/ 19 w 40"/>
                  <a:gd name="T3" fmla="*/ 26 h 186"/>
                  <a:gd name="T4" fmla="*/ 40 w 40"/>
                  <a:gd name="T5" fmla="*/ 186 h 186"/>
                  <a:gd name="T6" fmla="*/ 24 w 40"/>
                  <a:gd name="T7" fmla="*/ 185 h 186"/>
                  <a:gd name="T8" fmla="*/ 3 w 40"/>
                  <a:gd name="T9" fmla="*/ 25 h 186"/>
                  <a:gd name="T10" fmla="*/ 14 w 40"/>
                  <a:gd name="T11" fmla="*/ 18 h 186"/>
                  <a:gd name="T12" fmla="*/ 3 w 40"/>
                  <a:gd name="T13" fmla="*/ 25 h 186"/>
                  <a:gd name="T14" fmla="*/ 0 w 40"/>
                  <a:gd name="T15" fmla="*/ 0 h 186"/>
                  <a:gd name="T16" fmla="*/ 14 w 40"/>
                  <a:gd name="T17" fmla="*/ 18 h 186"/>
                  <a:gd name="T18" fmla="*/ 6 w 40"/>
                  <a:gd name="T19" fmla="*/ 32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86"/>
                  <a:gd name="T32" fmla="*/ 40 w 40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86">
                    <a:moveTo>
                      <a:pt x="6" y="32"/>
                    </a:moveTo>
                    <a:lnTo>
                      <a:pt x="19" y="26"/>
                    </a:lnTo>
                    <a:lnTo>
                      <a:pt x="40" y="186"/>
                    </a:lnTo>
                    <a:lnTo>
                      <a:pt x="24" y="185"/>
                    </a:lnTo>
                    <a:lnTo>
                      <a:pt x="3" y="25"/>
                    </a:lnTo>
                    <a:lnTo>
                      <a:pt x="14" y="18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14" y="18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2" name="Freeform 95"/>
              <p:cNvSpPr>
                <a:spLocks/>
              </p:cNvSpPr>
              <p:nvPr/>
            </p:nvSpPr>
            <p:spPr bwMode="auto">
              <a:xfrm>
                <a:off x="4029" y="1818"/>
                <a:ext cx="120" cy="135"/>
              </a:xfrm>
              <a:custGeom>
                <a:avLst/>
                <a:gdLst>
                  <a:gd name="T0" fmla="*/ 102 w 120"/>
                  <a:gd name="T1" fmla="*/ 116 h 135"/>
                  <a:gd name="T2" fmla="*/ 102 w 120"/>
                  <a:gd name="T3" fmla="*/ 133 h 135"/>
                  <a:gd name="T4" fmla="*/ 0 w 120"/>
                  <a:gd name="T5" fmla="*/ 14 h 135"/>
                  <a:gd name="T6" fmla="*/ 9 w 120"/>
                  <a:gd name="T7" fmla="*/ 0 h 135"/>
                  <a:gd name="T8" fmla="*/ 109 w 120"/>
                  <a:gd name="T9" fmla="*/ 119 h 135"/>
                  <a:gd name="T10" fmla="*/ 109 w 120"/>
                  <a:gd name="T11" fmla="*/ 135 h 135"/>
                  <a:gd name="T12" fmla="*/ 109 w 120"/>
                  <a:gd name="T13" fmla="*/ 119 h 135"/>
                  <a:gd name="T14" fmla="*/ 120 w 120"/>
                  <a:gd name="T15" fmla="*/ 128 h 135"/>
                  <a:gd name="T16" fmla="*/ 109 w 120"/>
                  <a:gd name="T17" fmla="*/ 135 h 135"/>
                  <a:gd name="T18" fmla="*/ 102 w 120"/>
                  <a:gd name="T19" fmla="*/ 116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35"/>
                  <a:gd name="T32" fmla="*/ 120 w 120"/>
                  <a:gd name="T33" fmla="*/ 135 h 1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35">
                    <a:moveTo>
                      <a:pt x="102" y="116"/>
                    </a:moveTo>
                    <a:lnTo>
                      <a:pt x="102" y="133"/>
                    </a:lnTo>
                    <a:lnTo>
                      <a:pt x="0" y="14"/>
                    </a:lnTo>
                    <a:lnTo>
                      <a:pt x="9" y="0"/>
                    </a:lnTo>
                    <a:lnTo>
                      <a:pt x="109" y="119"/>
                    </a:lnTo>
                    <a:lnTo>
                      <a:pt x="109" y="135"/>
                    </a:lnTo>
                    <a:lnTo>
                      <a:pt x="109" y="119"/>
                    </a:lnTo>
                    <a:lnTo>
                      <a:pt x="120" y="128"/>
                    </a:lnTo>
                    <a:lnTo>
                      <a:pt x="109" y="135"/>
                    </a:lnTo>
                    <a:lnTo>
                      <a:pt x="102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3" name="Freeform 96"/>
              <p:cNvSpPr>
                <a:spLocks/>
              </p:cNvSpPr>
              <p:nvPr/>
            </p:nvSpPr>
            <p:spPr bwMode="auto">
              <a:xfrm>
                <a:off x="4047" y="1935"/>
                <a:ext cx="93" cy="67"/>
              </a:xfrm>
              <a:custGeom>
                <a:avLst/>
                <a:gdLst>
                  <a:gd name="T0" fmla="*/ 16 w 93"/>
                  <a:gd name="T1" fmla="*/ 53 h 67"/>
                  <a:gd name="T2" fmla="*/ 4 w 93"/>
                  <a:gd name="T3" fmla="*/ 43 h 67"/>
                  <a:gd name="T4" fmla="*/ 85 w 93"/>
                  <a:gd name="T5" fmla="*/ 0 h 67"/>
                  <a:gd name="T6" fmla="*/ 93 w 93"/>
                  <a:gd name="T7" fmla="*/ 19 h 67"/>
                  <a:gd name="T8" fmla="*/ 13 w 93"/>
                  <a:gd name="T9" fmla="*/ 63 h 67"/>
                  <a:gd name="T10" fmla="*/ 0 w 93"/>
                  <a:gd name="T11" fmla="*/ 52 h 67"/>
                  <a:gd name="T12" fmla="*/ 13 w 93"/>
                  <a:gd name="T13" fmla="*/ 63 h 67"/>
                  <a:gd name="T14" fmla="*/ 2 w 93"/>
                  <a:gd name="T15" fmla="*/ 67 h 67"/>
                  <a:gd name="T16" fmla="*/ 0 w 93"/>
                  <a:gd name="T17" fmla="*/ 52 h 67"/>
                  <a:gd name="T18" fmla="*/ 16 w 93"/>
                  <a:gd name="T19" fmla="*/ 53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3"/>
                  <a:gd name="T31" fmla="*/ 0 h 67"/>
                  <a:gd name="T32" fmla="*/ 93 w 93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3" h="67">
                    <a:moveTo>
                      <a:pt x="16" y="53"/>
                    </a:moveTo>
                    <a:lnTo>
                      <a:pt x="4" y="43"/>
                    </a:lnTo>
                    <a:lnTo>
                      <a:pt x="85" y="0"/>
                    </a:lnTo>
                    <a:lnTo>
                      <a:pt x="93" y="19"/>
                    </a:lnTo>
                    <a:lnTo>
                      <a:pt x="13" y="63"/>
                    </a:lnTo>
                    <a:lnTo>
                      <a:pt x="0" y="52"/>
                    </a:lnTo>
                    <a:lnTo>
                      <a:pt x="13" y="63"/>
                    </a:lnTo>
                    <a:lnTo>
                      <a:pt x="2" y="67"/>
                    </a:lnTo>
                    <a:lnTo>
                      <a:pt x="0" y="52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4" name="Freeform 97"/>
              <p:cNvSpPr>
                <a:spLocks/>
              </p:cNvSpPr>
              <p:nvPr/>
            </p:nvSpPr>
            <p:spPr bwMode="auto">
              <a:xfrm>
                <a:off x="4032" y="1845"/>
                <a:ext cx="39" cy="37"/>
              </a:xfrm>
              <a:custGeom>
                <a:avLst/>
                <a:gdLst>
                  <a:gd name="T0" fmla="*/ 11 w 39"/>
                  <a:gd name="T1" fmla="*/ 37 h 37"/>
                  <a:gd name="T2" fmla="*/ 0 w 39"/>
                  <a:gd name="T3" fmla="*/ 17 h 37"/>
                  <a:gd name="T4" fmla="*/ 28 w 39"/>
                  <a:gd name="T5" fmla="*/ 0 h 37"/>
                  <a:gd name="T6" fmla="*/ 39 w 39"/>
                  <a:gd name="T7" fmla="*/ 20 h 37"/>
                  <a:gd name="T8" fmla="*/ 11 w 39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11" y="37"/>
                    </a:moveTo>
                    <a:lnTo>
                      <a:pt x="0" y="17"/>
                    </a:lnTo>
                    <a:lnTo>
                      <a:pt x="28" y="0"/>
                    </a:lnTo>
                    <a:lnTo>
                      <a:pt x="39" y="20"/>
                    </a:lnTo>
                    <a:lnTo>
                      <a:pt x="11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5" name="Freeform 98"/>
              <p:cNvSpPr>
                <a:spLocks/>
              </p:cNvSpPr>
              <p:nvPr/>
            </p:nvSpPr>
            <p:spPr bwMode="auto">
              <a:xfrm>
                <a:off x="4046" y="1869"/>
                <a:ext cx="108" cy="231"/>
              </a:xfrm>
              <a:custGeom>
                <a:avLst/>
                <a:gdLst>
                  <a:gd name="T0" fmla="*/ 77 w 108"/>
                  <a:gd name="T1" fmla="*/ 231 h 231"/>
                  <a:gd name="T2" fmla="*/ 77 w 108"/>
                  <a:gd name="T3" fmla="*/ 231 h 231"/>
                  <a:gd name="T4" fmla="*/ 62 w 108"/>
                  <a:gd name="T5" fmla="*/ 176 h 231"/>
                  <a:gd name="T6" fmla="*/ 44 w 108"/>
                  <a:gd name="T7" fmla="*/ 120 h 231"/>
                  <a:gd name="T8" fmla="*/ 24 w 108"/>
                  <a:gd name="T9" fmla="*/ 68 h 231"/>
                  <a:gd name="T10" fmla="*/ 0 w 108"/>
                  <a:gd name="T11" fmla="*/ 16 h 231"/>
                  <a:gd name="T12" fmla="*/ 27 w 108"/>
                  <a:gd name="T13" fmla="*/ 0 h 231"/>
                  <a:gd name="T14" fmla="*/ 52 w 108"/>
                  <a:gd name="T15" fmla="*/ 55 h 231"/>
                  <a:gd name="T16" fmla="*/ 73 w 108"/>
                  <a:gd name="T17" fmla="*/ 110 h 231"/>
                  <a:gd name="T18" fmla="*/ 92 w 108"/>
                  <a:gd name="T19" fmla="*/ 168 h 231"/>
                  <a:gd name="T20" fmla="*/ 108 w 108"/>
                  <a:gd name="T21" fmla="*/ 228 h 231"/>
                  <a:gd name="T22" fmla="*/ 77 w 108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8"/>
                  <a:gd name="T37" fmla="*/ 0 h 231"/>
                  <a:gd name="T38" fmla="*/ 108 w 108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8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6"/>
                    </a:lnTo>
                    <a:lnTo>
                      <a:pt x="44" y="120"/>
                    </a:lnTo>
                    <a:lnTo>
                      <a:pt x="24" y="68"/>
                    </a:lnTo>
                    <a:lnTo>
                      <a:pt x="0" y="16"/>
                    </a:lnTo>
                    <a:lnTo>
                      <a:pt x="27" y="0"/>
                    </a:lnTo>
                    <a:lnTo>
                      <a:pt x="52" y="55"/>
                    </a:lnTo>
                    <a:lnTo>
                      <a:pt x="73" y="110"/>
                    </a:lnTo>
                    <a:lnTo>
                      <a:pt x="92" y="168"/>
                    </a:lnTo>
                    <a:lnTo>
                      <a:pt x="108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6" name="Freeform 99"/>
              <p:cNvSpPr>
                <a:spLocks/>
              </p:cNvSpPr>
              <p:nvPr/>
            </p:nvSpPr>
            <p:spPr bwMode="auto">
              <a:xfrm>
                <a:off x="4127" y="2097"/>
                <a:ext cx="59" cy="206"/>
              </a:xfrm>
              <a:custGeom>
                <a:avLst/>
                <a:gdLst>
                  <a:gd name="T0" fmla="*/ 24 w 59"/>
                  <a:gd name="T1" fmla="*/ 199 h 206"/>
                  <a:gd name="T2" fmla="*/ 24 w 59"/>
                  <a:gd name="T3" fmla="*/ 174 h 206"/>
                  <a:gd name="T4" fmla="*/ 23 w 59"/>
                  <a:gd name="T5" fmla="*/ 151 h 206"/>
                  <a:gd name="T6" fmla="*/ 21 w 59"/>
                  <a:gd name="T7" fmla="*/ 127 h 206"/>
                  <a:gd name="T8" fmla="*/ 17 w 59"/>
                  <a:gd name="T9" fmla="*/ 103 h 206"/>
                  <a:gd name="T10" fmla="*/ 15 w 59"/>
                  <a:gd name="T11" fmla="*/ 78 h 206"/>
                  <a:gd name="T12" fmla="*/ 11 w 59"/>
                  <a:gd name="T13" fmla="*/ 54 h 206"/>
                  <a:gd name="T14" fmla="*/ 6 w 59"/>
                  <a:gd name="T15" fmla="*/ 30 h 206"/>
                  <a:gd name="T16" fmla="*/ 0 w 59"/>
                  <a:gd name="T17" fmla="*/ 4 h 206"/>
                  <a:gd name="T18" fmla="*/ 33 w 59"/>
                  <a:gd name="T19" fmla="*/ 0 h 206"/>
                  <a:gd name="T20" fmla="*/ 39 w 59"/>
                  <a:gd name="T21" fmla="*/ 26 h 206"/>
                  <a:gd name="T22" fmla="*/ 43 w 59"/>
                  <a:gd name="T23" fmla="*/ 53 h 206"/>
                  <a:gd name="T24" fmla="*/ 48 w 59"/>
                  <a:gd name="T25" fmla="*/ 79 h 206"/>
                  <a:gd name="T26" fmla="*/ 52 w 59"/>
                  <a:gd name="T27" fmla="*/ 105 h 206"/>
                  <a:gd name="T28" fmla="*/ 54 w 59"/>
                  <a:gd name="T29" fmla="*/ 130 h 206"/>
                  <a:gd name="T30" fmla="*/ 57 w 59"/>
                  <a:gd name="T31" fmla="*/ 155 h 206"/>
                  <a:gd name="T32" fmla="*/ 58 w 59"/>
                  <a:gd name="T33" fmla="*/ 182 h 206"/>
                  <a:gd name="T34" fmla="*/ 59 w 59"/>
                  <a:gd name="T35" fmla="*/ 206 h 206"/>
                  <a:gd name="T36" fmla="*/ 24 w 59"/>
                  <a:gd name="T37" fmla="*/ 19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9"/>
                  <a:gd name="T58" fmla="*/ 0 h 206"/>
                  <a:gd name="T59" fmla="*/ 59 w 59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9" h="206">
                    <a:moveTo>
                      <a:pt x="24" y="199"/>
                    </a:moveTo>
                    <a:lnTo>
                      <a:pt x="24" y="174"/>
                    </a:lnTo>
                    <a:lnTo>
                      <a:pt x="23" y="151"/>
                    </a:lnTo>
                    <a:lnTo>
                      <a:pt x="21" y="127"/>
                    </a:lnTo>
                    <a:lnTo>
                      <a:pt x="17" y="103"/>
                    </a:lnTo>
                    <a:lnTo>
                      <a:pt x="15" y="78"/>
                    </a:lnTo>
                    <a:lnTo>
                      <a:pt x="11" y="54"/>
                    </a:lnTo>
                    <a:lnTo>
                      <a:pt x="6" y="30"/>
                    </a:lnTo>
                    <a:lnTo>
                      <a:pt x="0" y="4"/>
                    </a:lnTo>
                    <a:lnTo>
                      <a:pt x="33" y="0"/>
                    </a:lnTo>
                    <a:lnTo>
                      <a:pt x="39" y="26"/>
                    </a:lnTo>
                    <a:lnTo>
                      <a:pt x="43" y="53"/>
                    </a:lnTo>
                    <a:lnTo>
                      <a:pt x="48" y="79"/>
                    </a:lnTo>
                    <a:lnTo>
                      <a:pt x="52" y="105"/>
                    </a:lnTo>
                    <a:lnTo>
                      <a:pt x="54" y="130"/>
                    </a:lnTo>
                    <a:lnTo>
                      <a:pt x="57" y="155"/>
                    </a:lnTo>
                    <a:lnTo>
                      <a:pt x="58" y="182"/>
                    </a:lnTo>
                    <a:lnTo>
                      <a:pt x="59" y="206"/>
                    </a:lnTo>
                    <a:lnTo>
                      <a:pt x="24" y="19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7" name="Freeform 100"/>
              <p:cNvSpPr>
                <a:spLocks/>
              </p:cNvSpPr>
              <p:nvPr/>
            </p:nvSpPr>
            <p:spPr bwMode="auto">
              <a:xfrm>
                <a:off x="4154" y="2295"/>
                <a:ext cx="34" cy="31"/>
              </a:xfrm>
              <a:custGeom>
                <a:avLst/>
                <a:gdLst>
                  <a:gd name="T0" fmla="*/ 34 w 34"/>
                  <a:gd name="T1" fmla="*/ 8 h 31"/>
                  <a:gd name="T2" fmla="*/ 34 w 34"/>
                  <a:gd name="T3" fmla="*/ 31 h 31"/>
                  <a:gd name="T4" fmla="*/ 0 w 34"/>
                  <a:gd name="T5" fmla="*/ 22 h 31"/>
                  <a:gd name="T6" fmla="*/ 0 w 34"/>
                  <a:gd name="T7" fmla="*/ 0 h 31"/>
                  <a:gd name="T8" fmla="*/ 34 w 34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1"/>
                  <a:gd name="T17" fmla="*/ 34 w 34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1">
                    <a:moveTo>
                      <a:pt x="34" y="8"/>
                    </a:moveTo>
                    <a:lnTo>
                      <a:pt x="34" y="31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8" name="Freeform 101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59" name="Freeform 102"/>
              <p:cNvSpPr>
                <a:spLocks/>
              </p:cNvSpPr>
              <p:nvPr/>
            </p:nvSpPr>
            <p:spPr bwMode="auto">
              <a:xfrm>
                <a:off x="4026" y="1811"/>
                <a:ext cx="32" cy="176"/>
              </a:xfrm>
              <a:custGeom>
                <a:avLst/>
                <a:gdLst>
                  <a:gd name="T0" fmla="*/ 3 w 32"/>
                  <a:gd name="T1" fmla="*/ 18 h 176"/>
                  <a:gd name="T2" fmla="*/ 12 w 32"/>
                  <a:gd name="T3" fmla="*/ 15 h 176"/>
                  <a:gd name="T4" fmla="*/ 32 w 32"/>
                  <a:gd name="T5" fmla="*/ 176 h 176"/>
                  <a:gd name="T6" fmla="*/ 23 w 32"/>
                  <a:gd name="T7" fmla="*/ 176 h 176"/>
                  <a:gd name="T8" fmla="*/ 2 w 32"/>
                  <a:gd name="T9" fmla="*/ 14 h 176"/>
                  <a:gd name="T10" fmla="*/ 9 w 32"/>
                  <a:gd name="T11" fmla="*/ 10 h 176"/>
                  <a:gd name="T12" fmla="*/ 2 w 32"/>
                  <a:gd name="T13" fmla="*/ 14 h 176"/>
                  <a:gd name="T14" fmla="*/ 0 w 32"/>
                  <a:gd name="T15" fmla="*/ 0 h 176"/>
                  <a:gd name="T16" fmla="*/ 9 w 32"/>
                  <a:gd name="T17" fmla="*/ 10 h 176"/>
                  <a:gd name="T18" fmla="*/ 3 w 32"/>
                  <a:gd name="T19" fmla="*/ 1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"/>
                  <a:gd name="T31" fmla="*/ 0 h 176"/>
                  <a:gd name="T32" fmla="*/ 32 w 32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" h="176">
                    <a:moveTo>
                      <a:pt x="3" y="18"/>
                    </a:moveTo>
                    <a:lnTo>
                      <a:pt x="12" y="15"/>
                    </a:lnTo>
                    <a:lnTo>
                      <a:pt x="32" y="176"/>
                    </a:lnTo>
                    <a:lnTo>
                      <a:pt x="23" y="176"/>
                    </a:lnTo>
                    <a:lnTo>
                      <a:pt x="2" y="14"/>
                    </a:lnTo>
                    <a:lnTo>
                      <a:pt x="9" y="10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9" y="10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0" name="Freeform 103"/>
              <p:cNvSpPr>
                <a:spLocks/>
              </p:cNvSpPr>
              <p:nvPr/>
            </p:nvSpPr>
            <p:spPr bwMode="auto">
              <a:xfrm>
                <a:off x="4030" y="1822"/>
                <a:ext cx="113" cy="129"/>
              </a:xfrm>
              <a:custGeom>
                <a:avLst/>
                <a:gdLst>
                  <a:gd name="T0" fmla="*/ 103 w 113"/>
                  <a:gd name="T1" fmla="*/ 118 h 129"/>
                  <a:gd name="T2" fmla="*/ 102 w 113"/>
                  <a:gd name="T3" fmla="*/ 126 h 129"/>
                  <a:gd name="T4" fmla="*/ 0 w 113"/>
                  <a:gd name="T5" fmla="*/ 7 h 129"/>
                  <a:gd name="T6" fmla="*/ 5 w 113"/>
                  <a:gd name="T7" fmla="*/ 0 h 129"/>
                  <a:gd name="T8" fmla="*/ 108 w 113"/>
                  <a:gd name="T9" fmla="*/ 120 h 129"/>
                  <a:gd name="T10" fmla="*/ 108 w 113"/>
                  <a:gd name="T11" fmla="*/ 129 h 129"/>
                  <a:gd name="T12" fmla="*/ 108 w 113"/>
                  <a:gd name="T13" fmla="*/ 120 h 129"/>
                  <a:gd name="T14" fmla="*/ 113 w 113"/>
                  <a:gd name="T15" fmla="*/ 125 h 129"/>
                  <a:gd name="T16" fmla="*/ 108 w 113"/>
                  <a:gd name="T17" fmla="*/ 129 h 129"/>
                  <a:gd name="T18" fmla="*/ 103 w 113"/>
                  <a:gd name="T19" fmla="*/ 118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3"/>
                  <a:gd name="T31" fmla="*/ 0 h 129"/>
                  <a:gd name="T32" fmla="*/ 113 w 11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3" h="129">
                    <a:moveTo>
                      <a:pt x="103" y="118"/>
                    </a:moveTo>
                    <a:lnTo>
                      <a:pt x="102" y="126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08" y="120"/>
                    </a:lnTo>
                    <a:lnTo>
                      <a:pt x="108" y="129"/>
                    </a:lnTo>
                    <a:lnTo>
                      <a:pt x="108" y="120"/>
                    </a:lnTo>
                    <a:lnTo>
                      <a:pt x="113" y="125"/>
                    </a:lnTo>
                    <a:lnTo>
                      <a:pt x="108" y="129"/>
                    </a:lnTo>
                    <a:lnTo>
                      <a:pt x="103" y="1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1" name="Freeform 104"/>
              <p:cNvSpPr>
                <a:spLocks/>
              </p:cNvSpPr>
              <p:nvPr/>
            </p:nvSpPr>
            <p:spPr bwMode="auto">
              <a:xfrm>
                <a:off x="4053" y="1941"/>
                <a:ext cx="87" cy="54"/>
              </a:xfrm>
              <a:custGeom>
                <a:avLst/>
                <a:gdLst>
                  <a:gd name="T0" fmla="*/ 8 w 87"/>
                  <a:gd name="T1" fmla="*/ 46 h 54"/>
                  <a:gd name="T2" fmla="*/ 2 w 87"/>
                  <a:gd name="T3" fmla="*/ 41 h 54"/>
                  <a:gd name="T4" fmla="*/ 83 w 87"/>
                  <a:gd name="T5" fmla="*/ 0 h 54"/>
                  <a:gd name="T6" fmla="*/ 87 w 87"/>
                  <a:gd name="T7" fmla="*/ 10 h 54"/>
                  <a:gd name="T8" fmla="*/ 6 w 87"/>
                  <a:gd name="T9" fmla="*/ 51 h 54"/>
                  <a:gd name="T10" fmla="*/ 0 w 87"/>
                  <a:gd name="T11" fmla="*/ 46 h 54"/>
                  <a:gd name="T12" fmla="*/ 6 w 87"/>
                  <a:gd name="T13" fmla="*/ 51 h 54"/>
                  <a:gd name="T14" fmla="*/ 1 w 87"/>
                  <a:gd name="T15" fmla="*/ 54 h 54"/>
                  <a:gd name="T16" fmla="*/ 0 w 87"/>
                  <a:gd name="T17" fmla="*/ 46 h 54"/>
                  <a:gd name="T18" fmla="*/ 8 w 87"/>
                  <a:gd name="T19" fmla="*/ 46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54"/>
                  <a:gd name="T32" fmla="*/ 87 w 87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54">
                    <a:moveTo>
                      <a:pt x="8" y="46"/>
                    </a:moveTo>
                    <a:lnTo>
                      <a:pt x="2" y="41"/>
                    </a:lnTo>
                    <a:lnTo>
                      <a:pt x="83" y="0"/>
                    </a:lnTo>
                    <a:lnTo>
                      <a:pt x="87" y="10"/>
                    </a:lnTo>
                    <a:lnTo>
                      <a:pt x="6" y="51"/>
                    </a:lnTo>
                    <a:lnTo>
                      <a:pt x="0" y="46"/>
                    </a:lnTo>
                    <a:lnTo>
                      <a:pt x="6" y="51"/>
                    </a:lnTo>
                    <a:lnTo>
                      <a:pt x="1" y="54"/>
                    </a:lnTo>
                    <a:lnTo>
                      <a:pt x="0" y="46"/>
                    </a:lnTo>
                    <a:lnTo>
                      <a:pt x="8" y="4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2" name="Freeform 105"/>
              <p:cNvSpPr>
                <a:spLocks/>
              </p:cNvSpPr>
              <p:nvPr/>
            </p:nvSpPr>
            <p:spPr bwMode="auto">
              <a:xfrm>
                <a:off x="4036" y="1851"/>
                <a:ext cx="31" cy="31"/>
              </a:xfrm>
              <a:custGeom>
                <a:avLst/>
                <a:gdLst>
                  <a:gd name="T0" fmla="*/ 8 w 31"/>
                  <a:gd name="T1" fmla="*/ 31 h 31"/>
                  <a:gd name="T2" fmla="*/ 0 w 31"/>
                  <a:gd name="T3" fmla="*/ 14 h 31"/>
                  <a:gd name="T4" fmla="*/ 24 w 31"/>
                  <a:gd name="T5" fmla="*/ 0 h 31"/>
                  <a:gd name="T6" fmla="*/ 31 w 31"/>
                  <a:gd name="T7" fmla="*/ 17 h 31"/>
                  <a:gd name="T8" fmla="*/ 8 w 31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8" y="31"/>
                    </a:moveTo>
                    <a:lnTo>
                      <a:pt x="0" y="14"/>
                    </a:lnTo>
                    <a:lnTo>
                      <a:pt x="24" y="0"/>
                    </a:lnTo>
                    <a:lnTo>
                      <a:pt x="31" y="17"/>
                    </a:ln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3" name="Freeform 106"/>
              <p:cNvSpPr>
                <a:spLocks/>
              </p:cNvSpPr>
              <p:nvPr/>
            </p:nvSpPr>
            <p:spPr bwMode="auto">
              <a:xfrm>
                <a:off x="4049" y="1869"/>
                <a:ext cx="103" cy="231"/>
              </a:xfrm>
              <a:custGeom>
                <a:avLst/>
                <a:gdLst>
                  <a:gd name="T0" fmla="*/ 77 w 103"/>
                  <a:gd name="T1" fmla="*/ 231 h 231"/>
                  <a:gd name="T2" fmla="*/ 77 w 103"/>
                  <a:gd name="T3" fmla="*/ 231 h 231"/>
                  <a:gd name="T4" fmla="*/ 62 w 103"/>
                  <a:gd name="T5" fmla="*/ 173 h 231"/>
                  <a:gd name="T6" fmla="*/ 44 w 103"/>
                  <a:gd name="T7" fmla="*/ 119 h 231"/>
                  <a:gd name="T8" fmla="*/ 24 w 103"/>
                  <a:gd name="T9" fmla="*/ 66 h 231"/>
                  <a:gd name="T10" fmla="*/ 0 w 103"/>
                  <a:gd name="T11" fmla="*/ 14 h 231"/>
                  <a:gd name="T12" fmla="*/ 23 w 103"/>
                  <a:gd name="T13" fmla="*/ 0 h 231"/>
                  <a:gd name="T14" fmla="*/ 46 w 103"/>
                  <a:gd name="T15" fmla="*/ 55 h 231"/>
                  <a:gd name="T16" fmla="*/ 70 w 103"/>
                  <a:gd name="T17" fmla="*/ 110 h 231"/>
                  <a:gd name="T18" fmla="*/ 87 w 103"/>
                  <a:gd name="T19" fmla="*/ 168 h 231"/>
                  <a:gd name="T20" fmla="*/ 103 w 103"/>
                  <a:gd name="T21" fmla="*/ 228 h 231"/>
                  <a:gd name="T22" fmla="*/ 77 w 103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231"/>
                  <a:gd name="T38" fmla="*/ 103 w 103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3"/>
                    </a:lnTo>
                    <a:lnTo>
                      <a:pt x="44" y="119"/>
                    </a:lnTo>
                    <a:lnTo>
                      <a:pt x="24" y="66"/>
                    </a:lnTo>
                    <a:lnTo>
                      <a:pt x="0" y="14"/>
                    </a:lnTo>
                    <a:lnTo>
                      <a:pt x="23" y="0"/>
                    </a:lnTo>
                    <a:lnTo>
                      <a:pt x="46" y="55"/>
                    </a:lnTo>
                    <a:lnTo>
                      <a:pt x="70" y="110"/>
                    </a:lnTo>
                    <a:lnTo>
                      <a:pt x="87" y="168"/>
                    </a:lnTo>
                    <a:lnTo>
                      <a:pt x="103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4" name="Freeform 107"/>
              <p:cNvSpPr>
                <a:spLocks/>
              </p:cNvSpPr>
              <p:nvPr/>
            </p:nvSpPr>
            <p:spPr bwMode="auto">
              <a:xfrm>
                <a:off x="4129" y="2097"/>
                <a:ext cx="54" cy="205"/>
              </a:xfrm>
              <a:custGeom>
                <a:avLst/>
                <a:gdLst>
                  <a:gd name="T0" fmla="*/ 25 w 54"/>
                  <a:gd name="T1" fmla="*/ 199 h 205"/>
                  <a:gd name="T2" fmla="*/ 25 w 54"/>
                  <a:gd name="T3" fmla="*/ 174 h 205"/>
                  <a:gd name="T4" fmla="*/ 23 w 54"/>
                  <a:gd name="T5" fmla="*/ 151 h 205"/>
                  <a:gd name="T6" fmla="*/ 21 w 54"/>
                  <a:gd name="T7" fmla="*/ 126 h 205"/>
                  <a:gd name="T8" fmla="*/ 19 w 54"/>
                  <a:gd name="T9" fmla="*/ 101 h 205"/>
                  <a:gd name="T10" fmla="*/ 15 w 54"/>
                  <a:gd name="T11" fmla="*/ 78 h 205"/>
                  <a:gd name="T12" fmla="*/ 11 w 54"/>
                  <a:gd name="T13" fmla="*/ 52 h 205"/>
                  <a:gd name="T14" fmla="*/ 6 w 54"/>
                  <a:gd name="T15" fmla="*/ 28 h 205"/>
                  <a:gd name="T16" fmla="*/ 0 w 54"/>
                  <a:gd name="T17" fmla="*/ 3 h 205"/>
                  <a:gd name="T18" fmla="*/ 28 w 54"/>
                  <a:gd name="T19" fmla="*/ 0 h 205"/>
                  <a:gd name="T20" fmla="*/ 34 w 54"/>
                  <a:gd name="T21" fmla="*/ 26 h 205"/>
                  <a:gd name="T22" fmla="*/ 38 w 54"/>
                  <a:gd name="T23" fmla="*/ 52 h 205"/>
                  <a:gd name="T24" fmla="*/ 43 w 54"/>
                  <a:gd name="T25" fmla="*/ 79 h 205"/>
                  <a:gd name="T26" fmla="*/ 46 w 54"/>
                  <a:gd name="T27" fmla="*/ 104 h 205"/>
                  <a:gd name="T28" fmla="*/ 50 w 54"/>
                  <a:gd name="T29" fmla="*/ 129 h 205"/>
                  <a:gd name="T30" fmla="*/ 52 w 54"/>
                  <a:gd name="T31" fmla="*/ 155 h 205"/>
                  <a:gd name="T32" fmla="*/ 53 w 54"/>
                  <a:gd name="T33" fmla="*/ 179 h 205"/>
                  <a:gd name="T34" fmla="*/ 54 w 54"/>
                  <a:gd name="T35" fmla="*/ 205 h 205"/>
                  <a:gd name="T36" fmla="*/ 25 w 54"/>
                  <a:gd name="T37" fmla="*/ 199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"/>
                  <a:gd name="T58" fmla="*/ 0 h 205"/>
                  <a:gd name="T59" fmla="*/ 54 w 54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" h="205">
                    <a:moveTo>
                      <a:pt x="25" y="199"/>
                    </a:moveTo>
                    <a:lnTo>
                      <a:pt x="25" y="174"/>
                    </a:lnTo>
                    <a:lnTo>
                      <a:pt x="23" y="151"/>
                    </a:lnTo>
                    <a:lnTo>
                      <a:pt x="21" y="126"/>
                    </a:lnTo>
                    <a:lnTo>
                      <a:pt x="19" y="101"/>
                    </a:lnTo>
                    <a:lnTo>
                      <a:pt x="15" y="78"/>
                    </a:lnTo>
                    <a:lnTo>
                      <a:pt x="11" y="52"/>
                    </a:lnTo>
                    <a:lnTo>
                      <a:pt x="6" y="28"/>
                    </a:lnTo>
                    <a:lnTo>
                      <a:pt x="0" y="3"/>
                    </a:lnTo>
                    <a:lnTo>
                      <a:pt x="28" y="0"/>
                    </a:lnTo>
                    <a:lnTo>
                      <a:pt x="34" y="26"/>
                    </a:lnTo>
                    <a:lnTo>
                      <a:pt x="38" y="52"/>
                    </a:lnTo>
                    <a:lnTo>
                      <a:pt x="43" y="79"/>
                    </a:lnTo>
                    <a:lnTo>
                      <a:pt x="46" y="104"/>
                    </a:lnTo>
                    <a:lnTo>
                      <a:pt x="50" y="129"/>
                    </a:lnTo>
                    <a:lnTo>
                      <a:pt x="52" y="155"/>
                    </a:lnTo>
                    <a:lnTo>
                      <a:pt x="53" y="179"/>
                    </a:lnTo>
                    <a:lnTo>
                      <a:pt x="54" y="205"/>
                    </a:lnTo>
                    <a:lnTo>
                      <a:pt x="25" y="19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5" name="Freeform 108"/>
              <p:cNvSpPr>
                <a:spLocks/>
              </p:cNvSpPr>
              <p:nvPr/>
            </p:nvSpPr>
            <p:spPr bwMode="auto">
              <a:xfrm>
                <a:off x="4157" y="2297"/>
                <a:ext cx="28" cy="24"/>
              </a:xfrm>
              <a:custGeom>
                <a:avLst/>
                <a:gdLst>
                  <a:gd name="T0" fmla="*/ 28 w 28"/>
                  <a:gd name="T1" fmla="*/ 6 h 24"/>
                  <a:gd name="T2" fmla="*/ 28 w 28"/>
                  <a:gd name="T3" fmla="*/ 24 h 24"/>
                  <a:gd name="T4" fmla="*/ 0 w 28"/>
                  <a:gd name="T5" fmla="*/ 18 h 24"/>
                  <a:gd name="T6" fmla="*/ 0 w 28"/>
                  <a:gd name="T7" fmla="*/ 0 h 24"/>
                  <a:gd name="T8" fmla="*/ 28 w 28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4"/>
                  <a:gd name="T17" fmla="*/ 28 w 28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4">
                    <a:moveTo>
                      <a:pt x="28" y="6"/>
                    </a:moveTo>
                    <a:lnTo>
                      <a:pt x="28" y="24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6" name="Freeform 109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7" name="Freeform 110"/>
              <p:cNvSpPr>
                <a:spLocks/>
              </p:cNvSpPr>
              <p:nvPr/>
            </p:nvSpPr>
            <p:spPr bwMode="auto">
              <a:xfrm>
                <a:off x="4002" y="1766"/>
                <a:ext cx="46" cy="185"/>
              </a:xfrm>
              <a:custGeom>
                <a:avLst/>
                <a:gdLst>
                  <a:gd name="T0" fmla="*/ 7 w 46"/>
                  <a:gd name="T1" fmla="*/ 31 h 185"/>
                  <a:gd name="T2" fmla="*/ 18 w 46"/>
                  <a:gd name="T3" fmla="*/ 24 h 185"/>
                  <a:gd name="T4" fmla="*/ 46 w 46"/>
                  <a:gd name="T5" fmla="*/ 185 h 185"/>
                  <a:gd name="T6" fmla="*/ 31 w 46"/>
                  <a:gd name="T7" fmla="*/ 185 h 185"/>
                  <a:gd name="T8" fmla="*/ 5 w 46"/>
                  <a:gd name="T9" fmla="*/ 24 h 185"/>
                  <a:gd name="T10" fmla="*/ 15 w 46"/>
                  <a:gd name="T11" fmla="*/ 18 h 185"/>
                  <a:gd name="T12" fmla="*/ 5 w 46"/>
                  <a:gd name="T13" fmla="*/ 24 h 185"/>
                  <a:gd name="T14" fmla="*/ 0 w 46"/>
                  <a:gd name="T15" fmla="*/ 0 h 185"/>
                  <a:gd name="T16" fmla="*/ 15 w 46"/>
                  <a:gd name="T17" fmla="*/ 18 h 185"/>
                  <a:gd name="T18" fmla="*/ 7 w 46"/>
                  <a:gd name="T19" fmla="*/ 31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185"/>
                  <a:gd name="T32" fmla="*/ 46 w 46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185">
                    <a:moveTo>
                      <a:pt x="7" y="31"/>
                    </a:moveTo>
                    <a:lnTo>
                      <a:pt x="18" y="24"/>
                    </a:lnTo>
                    <a:lnTo>
                      <a:pt x="46" y="185"/>
                    </a:lnTo>
                    <a:lnTo>
                      <a:pt x="31" y="185"/>
                    </a:lnTo>
                    <a:lnTo>
                      <a:pt x="5" y="24"/>
                    </a:lnTo>
                    <a:lnTo>
                      <a:pt x="15" y="18"/>
                    </a:lnTo>
                    <a:lnTo>
                      <a:pt x="5" y="24"/>
                    </a:lnTo>
                    <a:lnTo>
                      <a:pt x="0" y="0"/>
                    </a:lnTo>
                    <a:lnTo>
                      <a:pt x="15" y="18"/>
                    </a:lnTo>
                    <a:lnTo>
                      <a:pt x="7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8" name="Freeform 111"/>
              <p:cNvSpPr>
                <a:spLocks/>
              </p:cNvSpPr>
              <p:nvPr/>
            </p:nvSpPr>
            <p:spPr bwMode="auto">
              <a:xfrm>
                <a:off x="4010" y="1784"/>
                <a:ext cx="123" cy="129"/>
              </a:xfrm>
              <a:custGeom>
                <a:avLst/>
                <a:gdLst>
                  <a:gd name="T0" fmla="*/ 104 w 123"/>
                  <a:gd name="T1" fmla="*/ 111 h 129"/>
                  <a:gd name="T2" fmla="*/ 104 w 123"/>
                  <a:gd name="T3" fmla="*/ 127 h 129"/>
                  <a:gd name="T4" fmla="*/ 0 w 123"/>
                  <a:gd name="T5" fmla="*/ 15 h 129"/>
                  <a:gd name="T6" fmla="*/ 6 w 123"/>
                  <a:gd name="T7" fmla="*/ 0 h 129"/>
                  <a:gd name="T8" fmla="*/ 112 w 123"/>
                  <a:gd name="T9" fmla="*/ 113 h 129"/>
                  <a:gd name="T10" fmla="*/ 112 w 123"/>
                  <a:gd name="T11" fmla="*/ 129 h 129"/>
                  <a:gd name="T12" fmla="*/ 112 w 123"/>
                  <a:gd name="T13" fmla="*/ 113 h 129"/>
                  <a:gd name="T14" fmla="*/ 123 w 123"/>
                  <a:gd name="T15" fmla="*/ 124 h 129"/>
                  <a:gd name="T16" fmla="*/ 112 w 123"/>
                  <a:gd name="T17" fmla="*/ 129 h 129"/>
                  <a:gd name="T18" fmla="*/ 104 w 123"/>
                  <a:gd name="T19" fmla="*/ 111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9"/>
                  <a:gd name="T32" fmla="*/ 123 w 12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9">
                    <a:moveTo>
                      <a:pt x="104" y="111"/>
                    </a:moveTo>
                    <a:lnTo>
                      <a:pt x="104" y="127"/>
                    </a:lnTo>
                    <a:lnTo>
                      <a:pt x="0" y="15"/>
                    </a:lnTo>
                    <a:lnTo>
                      <a:pt x="6" y="0"/>
                    </a:lnTo>
                    <a:lnTo>
                      <a:pt x="112" y="113"/>
                    </a:lnTo>
                    <a:lnTo>
                      <a:pt x="112" y="129"/>
                    </a:lnTo>
                    <a:lnTo>
                      <a:pt x="112" y="113"/>
                    </a:lnTo>
                    <a:lnTo>
                      <a:pt x="123" y="124"/>
                    </a:lnTo>
                    <a:lnTo>
                      <a:pt x="112" y="129"/>
                    </a:lnTo>
                    <a:lnTo>
                      <a:pt x="104" y="11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69" name="Freeform 112"/>
              <p:cNvSpPr>
                <a:spLocks/>
              </p:cNvSpPr>
              <p:nvPr/>
            </p:nvSpPr>
            <p:spPr bwMode="auto">
              <a:xfrm>
                <a:off x="4034" y="1895"/>
                <a:ext cx="89" cy="74"/>
              </a:xfrm>
              <a:custGeom>
                <a:avLst/>
                <a:gdLst>
                  <a:gd name="T0" fmla="*/ 15 w 89"/>
                  <a:gd name="T1" fmla="*/ 58 h 74"/>
                  <a:gd name="T2" fmla="*/ 2 w 89"/>
                  <a:gd name="T3" fmla="*/ 48 h 74"/>
                  <a:gd name="T4" fmla="*/ 82 w 89"/>
                  <a:gd name="T5" fmla="*/ 0 h 74"/>
                  <a:gd name="T6" fmla="*/ 89 w 89"/>
                  <a:gd name="T7" fmla="*/ 19 h 74"/>
                  <a:gd name="T8" fmla="*/ 11 w 89"/>
                  <a:gd name="T9" fmla="*/ 67 h 74"/>
                  <a:gd name="T10" fmla="*/ 0 w 89"/>
                  <a:gd name="T11" fmla="*/ 58 h 74"/>
                  <a:gd name="T12" fmla="*/ 11 w 89"/>
                  <a:gd name="T13" fmla="*/ 67 h 74"/>
                  <a:gd name="T14" fmla="*/ 2 w 89"/>
                  <a:gd name="T15" fmla="*/ 74 h 74"/>
                  <a:gd name="T16" fmla="*/ 0 w 89"/>
                  <a:gd name="T17" fmla="*/ 58 h 74"/>
                  <a:gd name="T18" fmla="*/ 15 w 89"/>
                  <a:gd name="T19" fmla="*/ 58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4"/>
                  <a:gd name="T32" fmla="*/ 89 w 89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4">
                    <a:moveTo>
                      <a:pt x="15" y="58"/>
                    </a:moveTo>
                    <a:lnTo>
                      <a:pt x="2" y="48"/>
                    </a:lnTo>
                    <a:lnTo>
                      <a:pt x="82" y="0"/>
                    </a:lnTo>
                    <a:lnTo>
                      <a:pt x="89" y="19"/>
                    </a:lnTo>
                    <a:lnTo>
                      <a:pt x="11" y="67"/>
                    </a:lnTo>
                    <a:lnTo>
                      <a:pt x="0" y="58"/>
                    </a:lnTo>
                    <a:lnTo>
                      <a:pt x="11" y="67"/>
                    </a:lnTo>
                    <a:lnTo>
                      <a:pt x="2" y="74"/>
                    </a:lnTo>
                    <a:lnTo>
                      <a:pt x="0" y="58"/>
                    </a:lnTo>
                    <a:lnTo>
                      <a:pt x="15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0" name="Freeform 113"/>
              <p:cNvSpPr>
                <a:spLocks/>
              </p:cNvSpPr>
              <p:nvPr/>
            </p:nvSpPr>
            <p:spPr bwMode="auto">
              <a:xfrm>
                <a:off x="4015" y="1812"/>
                <a:ext cx="36" cy="38"/>
              </a:xfrm>
              <a:custGeom>
                <a:avLst/>
                <a:gdLst>
                  <a:gd name="T0" fmla="*/ 10 w 36"/>
                  <a:gd name="T1" fmla="*/ 38 h 38"/>
                  <a:gd name="T2" fmla="*/ 0 w 36"/>
                  <a:gd name="T3" fmla="*/ 18 h 38"/>
                  <a:gd name="T4" fmla="*/ 26 w 36"/>
                  <a:gd name="T5" fmla="*/ 0 h 38"/>
                  <a:gd name="T6" fmla="*/ 36 w 36"/>
                  <a:gd name="T7" fmla="*/ 20 h 38"/>
                  <a:gd name="T8" fmla="*/ 10 w 36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8"/>
                  <a:gd name="T17" fmla="*/ 36 w 36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8">
                    <a:moveTo>
                      <a:pt x="10" y="38"/>
                    </a:moveTo>
                    <a:lnTo>
                      <a:pt x="0" y="18"/>
                    </a:lnTo>
                    <a:lnTo>
                      <a:pt x="26" y="0"/>
                    </a:lnTo>
                    <a:lnTo>
                      <a:pt x="36" y="20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1" name="Freeform 114"/>
              <p:cNvSpPr>
                <a:spLocks/>
              </p:cNvSpPr>
              <p:nvPr/>
            </p:nvSpPr>
            <p:spPr bwMode="auto">
              <a:xfrm>
                <a:off x="4028" y="1832"/>
                <a:ext cx="115" cy="232"/>
              </a:xfrm>
              <a:custGeom>
                <a:avLst/>
                <a:gdLst>
                  <a:gd name="T0" fmla="*/ 83 w 115"/>
                  <a:gd name="T1" fmla="*/ 232 h 232"/>
                  <a:gd name="T2" fmla="*/ 83 w 115"/>
                  <a:gd name="T3" fmla="*/ 232 h 232"/>
                  <a:gd name="T4" fmla="*/ 76 w 115"/>
                  <a:gd name="T5" fmla="*/ 204 h 232"/>
                  <a:gd name="T6" fmla="*/ 66 w 115"/>
                  <a:gd name="T7" fmla="*/ 175 h 232"/>
                  <a:gd name="T8" fmla="*/ 57 w 115"/>
                  <a:gd name="T9" fmla="*/ 149 h 232"/>
                  <a:gd name="T10" fmla="*/ 47 w 115"/>
                  <a:gd name="T11" fmla="*/ 122 h 232"/>
                  <a:gd name="T12" fmla="*/ 36 w 115"/>
                  <a:gd name="T13" fmla="*/ 95 h 232"/>
                  <a:gd name="T14" fmla="*/ 25 w 115"/>
                  <a:gd name="T15" fmla="*/ 69 h 232"/>
                  <a:gd name="T16" fmla="*/ 13 w 115"/>
                  <a:gd name="T17" fmla="*/ 44 h 232"/>
                  <a:gd name="T18" fmla="*/ 0 w 115"/>
                  <a:gd name="T19" fmla="*/ 19 h 232"/>
                  <a:gd name="T20" fmla="*/ 26 w 115"/>
                  <a:gd name="T21" fmla="*/ 0 h 232"/>
                  <a:gd name="T22" fmla="*/ 39 w 115"/>
                  <a:gd name="T23" fmla="*/ 26 h 232"/>
                  <a:gd name="T24" fmla="*/ 51 w 115"/>
                  <a:gd name="T25" fmla="*/ 53 h 232"/>
                  <a:gd name="T26" fmla="*/ 64 w 115"/>
                  <a:gd name="T27" fmla="*/ 81 h 232"/>
                  <a:gd name="T28" fmla="*/ 76 w 115"/>
                  <a:gd name="T29" fmla="*/ 110 h 232"/>
                  <a:gd name="T30" fmla="*/ 88 w 115"/>
                  <a:gd name="T31" fmla="*/ 137 h 232"/>
                  <a:gd name="T32" fmla="*/ 97 w 115"/>
                  <a:gd name="T33" fmla="*/ 167 h 232"/>
                  <a:gd name="T34" fmla="*/ 107 w 115"/>
                  <a:gd name="T35" fmla="*/ 196 h 232"/>
                  <a:gd name="T36" fmla="*/ 115 w 115"/>
                  <a:gd name="T37" fmla="*/ 227 h 232"/>
                  <a:gd name="T38" fmla="*/ 83 w 115"/>
                  <a:gd name="T39" fmla="*/ 232 h 2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5"/>
                  <a:gd name="T61" fmla="*/ 0 h 232"/>
                  <a:gd name="T62" fmla="*/ 115 w 115"/>
                  <a:gd name="T63" fmla="*/ 232 h 2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5" h="232">
                    <a:moveTo>
                      <a:pt x="83" y="232"/>
                    </a:moveTo>
                    <a:lnTo>
                      <a:pt x="83" y="232"/>
                    </a:lnTo>
                    <a:lnTo>
                      <a:pt x="76" y="204"/>
                    </a:lnTo>
                    <a:lnTo>
                      <a:pt x="66" y="175"/>
                    </a:lnTo>
                    <a:lnTo>
                      <a:pt x="57" y="149"/>
                    </a:lnTo>
                    <a:lnTo>
                      <a:pt x="47" y="122"/>
                    </a:lnTo>
                    <a:lnTo>
                      <a:pt x="36" y="95"/>
                    </a:lnTo>
                    <a:lnTo>
                      <a:pt x="25" y="69"/>
                    </a:lnTo>
                    <a:lnTo>
                      <a:pt x="13" y="44"/>
                    </a:lnTo>
                    <a:lnTo>
                      <a:pt x="0" y="19"/>
                    </a:lnTo>
                    <a:lnTo>
                      <a:pt x="26" y="0"/>
                    </a:lnTo>
                    <a:lnTo>
                      <a:pt x="39" y="26"/>
                    </a:lnTo>
                    <a:lnTo>
                      <a:pt x="51" y="53"/>
                    </a:lnTo>
                    <a:lnTo>
                      <a:pt x="64" y="81"/>
                    </a:lnTo>
                    <a:lnTo>
                      <a:pt x="76" y="110"/>
                    </a:lnTo>
                    <a:lnTo>
                      <a:pt x="88" y="137"/>
                    </a:lnTo>
                    <a:lnTo>
                      <a:pt x="97" y="167"/>
                    </a:lnTo>
                    <a:lnTo>
                      <a:pt x="107" y="196"/>
                    </a:lnTo>
                    <a:lnTo>
                      <a:pt x="115" y="227"/>
                    </a:lnTo>
                    <a:lnTo>
                      <a:pt x="83" y="2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2" name="Freeform 115"/>
              <p:cNvSpPr>
                <a:spLocks/>
              </p:cNvSpPr>
              <p:nvPr/>
            </p:nvSpPr>
            <p:spPr bwMode="auto">
              <a:xfrm>
                <a:off x="4118" y="2060"/>
                <a:ext cx="65" cy="205"/>
              </a:xfrm>
              <a:custGeom>
                <a:avLst/>
                <a:gdLst>
                  <a:gd name="T0" fmla="*/ 32 w 65"/>
                  <a:gd name="T1" fmla="*/ 198 h 205"/>
                  <a:gd name="T2" fmla="*/ 30 w 65"/>
                  <a:gd name="T3" fmla="*/ 175 h 205"/>
                  <a:gd name="T4" fmla="*/ 26 w 65"/>
                  <a:gd name="T5" fmla="*/ 150 h 205"/>
                  <a:gd name="T6" fmla="*/ 24 w 65"/>
                  <a:gd name="T7" fmla="*/ 127 h 205"/>
                  <a:gd name="T8" fmla="*/ 20 w 65"/>
                  <a:gd name="T9" fmla="*/ 102 h 205"/>
                  <a:gd name="T10" fmla="*/ 16 w 65"/>
                  <a:gd name="T11" fmla="*/ 78 h 205"/>
                  <a:gd name="T12" fmla="*/ 10 w 65"/>
                  <a:gd name="T13" fmla="*/ 54 h 205"/>
                  <a:gd name="T14" fmla="*/ 5 w 65"/>
                  <a:gd name="T15" fmla="*/ 29 h 205"/>
                  <a:gd name="T16" fmla="*/ 0 w 65"/>
                  <a:gd name="T17" fmla="*/ 5 h 205"/>
                  <a:gd name="T18" fmla="*/ 30 w 65"/>
                  <a:gd name="T19" fmla="*/ 0 h 205"/>
                  <a:gd name="T20" fmla="*/ 37 w 65"/>
                  <a:gd name="T21" fmla="*/ 25 h 205"/>
                  <a:gd name="T22" fmla="*/ 42 w 65"/>
                  <a:gd name="T23" fmla="*/ 51 h 205"/>
                  <a:gd name="T24" fmla="*/ 48 w 65"/>
                  <a:gd name="T25" fmla="*/ 76 h 205"/>
                  <a:gd name="T26" fmla="*/ 52 w 65"/>
                  <a:gd name="T27" fmla="*/ 102 h 205"/>
                  <a:gd name="T28" fmla="*/ 57 w 65"/>
                  <a:gd name="T29" fmla="*/ 128 h 205"/>
                  <a:gd name="T30" fmla="*/ 61 w 65"/>
                  <a:gd name="T31" fmla="*/ 154 h 205"/>
                  <a:gd name="T32" fmla="*/ 63 w 65"/>
                  <a:gd name="T33" fmla="*/ 179 h 205"/>
                  <a:gd name="T34" fmla="*/ 65 w 65"/>
                  <a:gd name="T35" fmla="*/ 205 h 205"/>
                  <a:gd name="T36" fmla="*/ 32 w 65"/>
                  <a:gd name="T37" fmla="*/ 198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5"/>
                  <a:gd name="T58" fmla="*/ 0 h 205"/>
                  <a:gd name="T59" fmla="*/ 65 w 6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5" h="205">
                    <a:moveTo>
                      <a:pt x="32" y="198"/>
                    </a:moveTo>
                    <a:lnTo>
                      <a:pt x="30" y="175"/>
                    </a:lnTo>
                    <a:lnTo>
                      <a:pt x="26" y="150"/>
                    </a:lnTo>
                    <a:lnTo>
                      <a:pt x="24" y="127"/>
                    </a:lnTo>
                    <a:lnTo>
                      <a:pt x="20" y="102"/>
                    </a:lnTo>
                    <a:lnTo>
                      <a:pt x="16" y="78"/>
                    </a:lnTo>
                    <a:lnTo>
                      <a:pt x="10" y="54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30" y="0"/>
                    </a:lnTo>
                    <a:lnTo>
                      <a:pt x="37" y="25"/>
                    </a:lnTo>
                    <a:lnTo>
                      <a:pt x="42" y="51"/>
                    </a:lnTo>
                    <a:lnTo>
                      <a:pt x="48" y="76"/>
                    </a:lnTo>
                    <a:lnTo>
                      <a:pt x="52" y="102"/>
                    </a:lnTo>
                    <a:lnTo>
                      <a:pt x="57" y="128"/>
                    </a:lnTo>
                    <a:lnTo>
                      <a:pt x="61" y="154"/>
                    </a:lnTo>
                    <a:lnTo>
                      <a:pt x="63" y="179"/>
                    </a:lnTo>
                    <a:lnTo>
                      <a:pt x="65" y="205"/>
                    </a:lnTo>
                    <a:lnTo>
                      <a:pt x="32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3" name="Freeform 116"/>
              <p:cNvSpPr>
                <a:spLocks/>
              </p:cNvSpPr>
              <p:nvPr/>
            </p:nvSpPr>
            <p:spPr bwMode="auto">
              <a:xfrm>
                <a:off x="4154" y="2259"/>
                <a:ext cx="34" cy="28"/>
              </a:xfrm>
              <a:custGeom>
                <a:avLst/>
                <a:gdLst>
                  <a:gd name="T0" fmla="*/ 32 w 34"/>
                  <a:gd name="T1" fmla="*/ 7 h 28"/>
                  <a:gd name="T2" fmla="*/ 34 w 34"/>
                  <a:gd name="T3" fmla="*/ 28 h 28"/>
                  <a:gd name="T4" fmla="*/ 2 w 34"/>
                  <a:gd name="T5" fmla="*/ 23 h 28"/>
                  <a:gd name="T6" fmla="*/ 0 w 34"/>
                  <a:gd name="T7" fmla="*/ 0 h 28"/>
                  <a:gd name="T8" fmla="*/ 32 w 34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8"/>
                  <a:gd name="T17" fmla="*/ 34 w 34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8">
                    <a:moveTo>
                      <a:pt x="32" y="7"/>
                    </a:moveTo>
                    <a:lnTo>
                      <a:pt x="34" y="28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4" name="Freeform 117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5" name="Freeform 118"/>
              <p:cNvSpPr>
                <a:spLocks/>
              </p:cNvSpPr>
              <p:nvPr/>
            </p:nvSpPr>
            <p:spPr bwMode="auto">
              <a:xfrm>
                <a:off x="4005" y="1779"/>
                <a:ext cx="39" cy="175"/>
              </a:xfrm>
              <a:custGeom>
                <a:avLst/>
                <a:gdLst>
                  <a:gd name="T0" fmla="*/ 5 w 39"/>
                  <a:gd name="T1" fmla="*/ 18 h 175"/>
                  <a:gd name="T2" fmla="*/ 11 w 39"/>
                  <a:gd name="T3" fmla="*/ 12 h 175"/>
                  <a:gd name="T4" fmla="*/ 39 w 39"/>
                  <a:gd name="T5" fmla="*/ 174 h 175"/>
                  <a:gd name="T6" fmla="*/ 30 w 39"/>
                  <a:gd name="T7" fmla="*/ 175 h 175"/>
                  <a:gd name="T8" fmla="*/ 3 w 39"/>
                  <a:gd name="T9" fmla="*/ 15 h 175"/>
                  <a:gd name="T10" fmla="*/ 9 w 39"/>
                  <a:gd name="T11" fmla="*/ 9 h 175"/>
                  <a:gd name="T12" fmla="*/ 3 w 39"/>
                  <a:gd name="T13" fmla="*/ 15 h 175"/>
                  <a:gd name="T14" fmla="*/ 0 w 39"/>
                  <a:gd name="T15" fmla="*/ 0 h 175"/>
                  <a:gd name="T16" fmla="*/ 9 w 39"/>
                  <a:gd name="T17" fmla="*/ 9 h 175"/>
                  <a:gd name="T18" fmla="*/ 5 w 39"/>
                  <a:gd name="T19" fmla="*/ 18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175"/>
                  <a:gd name="T32" fmla="*/ 39 w 39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175">
                    <a:moveTo>
                      <a:pt x="5" y="18"/>
                    </a:moveTo>
                    <a:lnTo>
                      <a:pt x="11" y="12"/>
                    </a:lnTo>
                    <a:lnTo>
                      <a:pt x="39" y="174"/>
                    </a:lnTo>
                    <a:lnTo>
                      <a:pt x="30" y="175"/>
                    </a:lnTo>
                    <a:lnTo>
                      <a:pt x="3" y="15"/>
                    </a:lnTo>
                    <a:lnTo>
                      <a:pt x="9" y="9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9" y="9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6" name="Freeform 119"/>
              <p:cNvSpPr>
                <a:spLocks/>
              </p:cNvSpPr>
              <p:nvPr/>
            </p:nvSpPr>
            <p:spPr bwMode="auto">
              <a:xfrm>
                <a:off x="4010" y="1787"/>
                <a:ext cx="115" cy="123"/>
              </a:xfrm>
              <a:custGeom>
                <a:avLst/>
                <a:gdLst>
                  <a:gd name="T0" fmla="*/ 106 w 115"/>
                  <a:gd name="T1" fmla="*/ 113 h 123"/>
                  <a:gd name="T2" fmla="*/ 106 w 115"/>
                  <a:gd name="T3" fmla="*/ 122 h 123"/>
                  <a:gd name="T4" fmla="*/ 0 w 115"/>
                  <a:gd name="T5" fmla="*/ 9 h 123"/>
                  <a:gd name="T6" fmla="*/ 4 w 115"/>
                  <a:gd name="T7" fmla="*/ 0 h 123"/>
                  <a:gd name="T8" fmla="*/ 110 w 115"/>
                  <a:gd name="T9" fmla="*/ 114 h 123"/>
                  <a:gd name="T10" fmla="*/ 110 w 115"/>
                  <a:gd name="T11" fmla="*/ 123 h 123"/>
                  <a:gd name="T12" fmla="*/ 110 w 115"/>
                  <a:gd name="T13" fmla="*/ 114 h 123"/>
                  <a:gd name="T14" fmla="*/ 115 w 115"/>
                  <a:gd name="T15" fmla="*/ 120 h 123"/>
                  <a:gd name="T16" fmla="*/ 110 w 115"/>
                  <a:gd name="T17" fmla="*/ 123 h 123"/>
                  <a:gd name="T18" fmla="*/ 106 w 115"/>
                  <a:gd name="T19" fmla="*/ 113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3"/>
                  <a:gd name="T32" fmla="*/ 115 w 115"/>
                  <a:gd name="T33" fmla="*/ 123 h 1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3">
                    <a:moveTo>
                      <a:pt x="106" y="113"/>
                    </a:moveTo>
                    <a:lnTo>
                      <a:pt x="106" y="122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110" y="114"/>
                    </a:lnTo>
                    <a:lnTo>
                      <a:pt x="110" y="123"/>
                    </a:lnTo>
                    <a:lnTo>
                      <a:pt x="110" y="114"/>
                    </a:lnTo>
                    <a:lnTo>
                      <a:pt x="115" y="120"/>
                    </a:lnTo>
                    <a:lnTo>
                      <a:pt x="110" y="123"/>
                    </a:lnTo>
                    <a:lnTo>
                      <a:pt x="106" y="11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7" name="Freeform 120"/>
              <p:cNvSpPr>
                <a:spLocks/>
              </p:cNvSpPr>
              <p:nvPr/>
            </p:nvSpPr>
            <p:spPr bwMode="auto">
              <a:xfrm>
                <a:off x="4038" y="1900"/>
                <a:ext cx="84" cy="63"/>
              </a:xfrm>
              <a:custGeom>
                <a:avLst/>
                <a:gdLst>
                  <a:gd name="T0" fmla="*/ 9 w 84"/>
                  <a:gd name="T1" fmla="*/ 55 h 63"/>
                  <a:gd name="T2" fmla="*/ 2 w 84"/>
                  <a:gd name="T3" fmla="*/ 48 h 63"/>
                  <a:gd name="T4" fmla="*/ 80 w 84"/>
                  <a:gd name="T5" fmla="*/ 0 h 63"/>
                  <a:gd name="T6" fmla="*/ 84 w 84"/>
                  <a:gd name="T7" fmla="*/ 11 h 63"/>
                  <a:gd name="T8" fmla="*/ 6 w 84"/>
                  <a:gd name="T9" fmla="*/ 60 h 63"/>
                  <a:gd name="T10" fmla="*/ 0 w 84"/>
                  <a:gd name="T11" fmla="*/ 55 h 63"/>
                  <a:gd name="T12" fmla="*/ 6 w 84"/>
                  <a:gd name="T13" fmla="*/ 60 h 63"/>
                  <a:gd name="T14" fmla="*/ 2 w 84"/>
                  <a:gd name="T15" fmla="*/ 63 h 63"/>
                  <a:gd name="T16" fmla="*/ 0 w 84"/>
                  <a:gd name="T17" fmla="*/ 55 h 63"/>
                  <a:gd name="T18" fmla="*/ 9 w 84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3"/>
                  <a:gd name="T32" fmla="*/ 84 w 84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3">
                    <a:moveTo>
                      <a:pt x="9" y="55"/>
                    </a:moveTo>
                    <a:lnTo>
                      <a:pt x="2" y="48"/>
                    </a:lnTo>
                    <a:lnTo>
                      <a:pt x="80" y="0"/>
                    </a:lnTo>
                    <a:lnTo>
                      <a:pt x="84" y="11"/>
                    </a:lnTo>
                    <a:lnTo>
                      <a:pt x="6" y="60"/>
                    </a:lnTo>
                    <a:lnTo>
                      <a:pt x="0" y="55"/>
                    </a:lnTo>
                    <a:lnTo>
                      <a:pt x="6" y="60"/>
                    </a:lnTo>
                    <a:lnTo>
                      <a:pt x="2" y="63"/>
                    </a:lnTo>
                    <a:lnTo>
                      <a:pt x="0" y="55"/>
                    </a:lnTo>
                    <a:lnTo>
                      <a:pt x="9" y="5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8" name="Freeform 121"/>
              <p:cNvSpPr>
                <a:spLocks/>
              </p:cNvSpPr>
              <p:nvPr/>
            </p:nvSpPr>
            <p:spPr bwMode="auto">
              <a:xfrm>
                <a:off x="4022" y="1816"/>
                <a:ext cx="29" cy="33"/>
              </a:xfrm>
              <a:custGeom>
                <a:avLst/>
                <a:gdLst>
                  <a:gd name="T0" fmla="*/ 8 w 29"/>
                  <a:gd name="T1" fmla="*/ 33 h 33"/>
                  <a:gd name="T2" fmla="*/ 0 w 29"/>
                  <a:gd name="T3" fmla="*/ 16 h 33"/>
                  <a:gd name="T4" fmla="*/ 21 w 29"/>
                  <a:gd name="T5" fmla="*/ 0 h 33"/>
                  <a:gd name="T6" fmla="*/ 29 w 29"/>
                  <a:gd name="T7" fmla="*/ 17 h 33"/>
                  <a:gd name="T8" fmla="*/ 8 w 29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3"/>
                  <a:gd name="T17" fmla="*/ 29 w 2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3">
                    <a:moveTo>
                      <a:pt x="8" y="33"/>
                    </a:moveTo>
                    <a:lnTo>
                      <a:pt x="0" y="16"/>
                    </a:lnTo>
                    <a:lnTo>
                      <a:pt x="21" y="0"/>
                    </a:lnTo>
                    <a:lnTo>
                      <a:pt x="29" y="17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79" name="Freeform 122"/>
              <p:cNvSpPr>
                <a:spLocks/>
              </p:cNvSpPr>
              <p:nvPr/>
            </p:nvSpPr>
            <p:spPr bwMode="auto">
              <a:xfrm>
                <a:off x="4030" y="1835"/>
                <a:ext cx="110" cy="228"/>
              </a:xfrm>
              <a:custGeom>
                <a:avLst/>
                <a:gdLst>
                  <a:gd name="T0" fmla="*/ 86 w 110"/>
                  <a:gd name="T1" fmla="*/ 228 h 228"/>
                  <a:gd name="T2" fmla="*/ 86 w 110"/>
                  <a:gd name="T3" fmla="*/ 228 h 228"/>
                  <a:gd name="T4" fmla="*/ 77 w 110"/>
                  <a:gd name="T5" fmla="*/ 200 h 228"/>
                  <a:gd name="T6" fmla="*/ 68 w 110"/>
                  <a:gd name="T7" fmla="*/ 172 h 228"/>
                  <a:gd name="T8" fmla="*/ 58 w 110"/>
                  <a:gd name="T9" fmla="*/ 144 h 228"/>
                  <a:gd name="T10" fmla="*/ 47 w 110"/>
                  <a:gd name="T11" fmla="*/ 117 h 228"/>
                  <a:gd name="T12" fmla="*/ 36 w 110"/>
                  <a:gd name="T13" fmla="*/ 91 h 228"/>
                  <a:gd name="T14" fmla="*/ 25 w 110"/>
                  <a:gd name="T15" fmla="*/ 65 h 228"/>
                  <a:gd name="T16" fmla="*/ 13 w 110"/>
                  <a:gd name="T17" fmla="*/ 40 h 228"/>
                  <a:gd name="T18" fmla="*/ 0 w 110"/>
                  <a:gd name="T19" fmla="*/ 15 h 228"/>
                  <a:gd name="T20" fmla="*/ 21 w 110"/>
                  <a:gd name="T21" fmla="*/ 0 h 228"/>
                  <a:gd name="T22" fmla="*/ 35 w 110"/>
                  <a:gd name="T23" fmla="*/ 26 h 228"/>
                  <a:gd name="T24" fmla="*/ 47 w 110"/>
                  <a:gd name="T25" fmla="*/ 54 h 228"/>
                  <a:gd name="T26" fmla="*/ 60 w 110"/>
                  <a:gd name="T27" fmla="*/ 80 h 228"/>
                  <a:gd name="T28" fmla="*/ 72 w 110"/>
                  <a:gd name="T29" fmla="*/ 107 h 228"/>
                  <a:gd name="T30" fmla="*/ 82 w 110"/>
                  <a:gd name="T31" fmla="*/ 135 h 228"/>
                  <a:gd name="T32" fmla="*/ 92 w 110"/>
                  <a:gd name="T33" fmla="*/ 164 h 228"/>
                  <a:gd name="T34" fmla="*/ 102 w 110"/>
                  <a:gd name="T35" fmla="*/ 193 h 228"/>
                  <a:gd name="T36" fmla="*/ 110 w 110"/>
                  <a:gd name="T37" fmla="*/ 221 h 228"/>
                  <a:gd name="T38" fmla="*/ 86 w 110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0"/>
                  <a:gd name="T61" fmla="*/ 0 h 228"/>
                  <a:gd name="T62" fmla="*/ 110 w 110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0" h="228">
                    <a:moveTo>
                      <a:pt x="86" y="228"/>
                    </a:moveTo>
                    <a:lnTo>
                      <a:pt x="86" y="228"/>
                    </a:lnTo>
                    <a:lnTo>
                      <a:pt x="77" y="200"/>
                    </a:lnTo>
                    <a:lnTo>
                      <a:pt x="68" y="172"/>
                    </a:lnTo>
                    <a:lnTo>
                      <a:pt x="58" y="144"/>
                    </a:lnTo>
                    <a:lnTo>
                      <a:pt x="47" y="117"/>
                    </a:lnTo>
                    <a:lnTo>
                      <a:pt x="36" y="91"/>
                    </a:lnTo>
                    <a:lnTo>
                      <a:pt x="25" y="65"/>
                    </a:lnTo>
                    <a:lnTo>
                      <a:pt x="13" y="40"/>
                    </a:lnTo>
                    <a:lnTo>
                      <a:pt x="0" y="15"/>
                    </a:lnTo>
                    <a:lnTo>
                      <a:pt x="21" y="0"/>
                    </a:lnTo>
                    <a:lnTo>
                      <a:pt x="35" y="26"/>
                    </a:lnTo>
                    <a:lnTo>
                      <a:pt x="47" y="54"/>
                    </a:lnTo>
                    <a:lnTo>
                      <a:pt x="60" y="80"/>
                    </a:lnTo>
                    <a:lnTo>
                      <a:pt x="72" y="107"/>
                    </a:lnTo>
                    <a:lnTo>
                      <a:pt x="82" y="135"/>
                    </a:lnTo>
                    <a:lnTo>
                      <a:pt x="92" y="164"/>
                    </a:lnTo>
                    <a:lnTo>
                      <a:pt x="102" y="193"/>
                    </a:lnTo>
                    <a:lnTo>
                      <a:pt x="110" y="221"/>
                    </a:lnTo>
                    <a:lnTo>
                      <a:pt x="86" y="22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0" name="Freeform 123"/>
              <p:cNvSpPr>
                <a:spLocks/>
              </p:cNvSpPr>
              <p:nvPr/>
            </p:nvSpPr>
            <p:spPr bwMode="auto">
              <a:xfrm>
                <a:off x="4121" y="2060"/>
                <a:ext cx="60" cy="205"/>
              </a:xfrm>
              <a:custGeom>
                <a:avLst/>
                <a:gdLst>
                  <a:gd name="T0" fmla="*/ 33 w 60"/>
                  <a:gd name="T1" fmla="*/ 201 h 205"/>
                  <a:gd name="T2" fmla="*/ 30 w 60"/>
                  <a:gd name="T3" fmla="*/ 177 h 205"/>
                  <a:gd name="T4" fmla="*/ 28 w 60"/>
                  <a:gd name="T5" fmla="*/ 152 h 205"/>
                  <a:gd name="T6" fmla="*/ 24 w 60"/>
                  <a:gd name="T7" fmla="*/ 128 h 205"/>
                  <a:gd name="T8" fmla="*/ 21 w 60"/>
                  <a:gd name="T9" fmla="*/ 103 h 205"/>
                  <a:gd name="T10" fmla="*/ 17 w 60"/>
                  <a:gd name="T11" fmla="*/ 79 h 205"/>
                  <a:gd name="T12" fmla="*/ 13 w 60"/>
                  <a:gd name="T13" fmla="*/ 55 h 205"/>
                  <a:gd name="T14" fmla="*/ 5 w 60"/>
                  <a:gd name="T15" fmla="*/ 29 h 205"/>
                  <a:gd name="T16" fmla="*/ 0 w 60"/>
                  <a:gd name="T17" fmla="*/ 5 h 205"/>
                  <a:gd name="T18" fmla="*/ 24 w 60"/>
                  <a:gd name="T19" fmla="*/ 0 h 205"/>
                  <a:gd name="T20" fmla="*/ 32 w 60"/>
                  <a:gd name="T21" fmla="*/ 25 h 205"/>
                  <a:gd name="T22" fmla="*/ 37 w 60"/>
                  <a:gd name="T23" fmla="*/ 51 h 205"/>
                  <a:gd name="T24" fmla="*/ 43 w 60"/>
                  <a:gd name="T25" fmla="*/ 79 h 205"/>
                  <a:gd name="T26" fmla="*/ 47 w 60"/>
                  <a:gd name="T27" fmla="*/ 103 h 205"/>
                  <a:gd name="T28" fmla="*/ 52 w 60"/>
                  <a:gd name="T29" fmla="*/ 129 h 205"/>
                  <a:gd name="T30" fmla="*/ 55 w 60"/>
                  <a:gd name="T31" fmla="*/ 156 h 205"/>
                  <a:gd name="T32" fmla="*/ 58 w 60"/>
                  <a:gd name="T33" fmla="*/ 180 h 205"/>
                  <a:gd name="T34" fmla="*/ 60 w 60"/>
                  <a:gd name="T35" fmla="*/ 205 h 205"/>
                  <a:gd name="T36" fmla="*/ 33 w 60"/>
                  <a:gd name="T37" fmla="*/ 201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0"/>
                  <a:gd name="T58" fmla="*/ 0 h 205"/>
                  <a:gd name="T59" fmla="*/ 60 w 6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0" h="205">
                    <a:moveTo>
                      <a:pt x="33" y="201"/>
                    </a:moveTo>
                    <a:lnTo>
                      <a:pt x="30" y="177"/>
                    </a:lnTo>
                    <a:lnTo>
                      <a:pt x="28" y="152"/>
                    </a:lnTo>
                    <a:lnTo>
                      <a:pt x="24" y="128"/>
                    </a:lnTo>
                    <a:lnTo>
                      <a:pt x="21" y="103"/>
                    </a:lnTo>
                    <a:lnTo>
                      <a:pt x="17" y="79"/>
                    </a:lnTo>
                    <a:lnTo>
                      <a:pt x="13" y="55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24" y="0"/>
                    </a:lnTo>
                    <a:lnTo>
                      <a:pt x="32" y="25"/>
                    </a:lnTo>
                    <a:lnTo>
                      <a:pt x="37" y="51"/>
                    </a:lnTo>
                    <a:lnTo>
                      <a:pt x="43" y="79"/>
                    </a:lnTo>
                    <a:lnTo>
                      <a:pt x="47" y="103"/>
                    </a:lnTo>
                    <a:lnTo>
                      <a:pt x="52" y="129"/>
                    </a:lnTo>
                    <a:lnTo>
                      <a:pt x="55" y="156"/>
                    </a:lnTo>
                    <a:lnTo>
                      <a:pt x="58" y="180"/>
                    </a:lnTo>
                    <a:lnTo>
                      <a:pt x="60" y="205"/>
                    </a:lnTo>
                    <a:lnTo>
                      <a:pt x="33" y="20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1" name="Freeform 124"/>
              <p:cNvSpPr>
                <a:spLocks/>
              </p:cNvSpPr>
              <p:nvPr/>
            </p:nvSpPr>
            <p:spPr bwMode="auto">
              <a:xfrm>
                <a:off x="4154" y="2263"/>
                <a:ext cx="30" cy="21"/>
              </a:xfrm>
              <a:custGeom>
                <a:avLst/>
                <a:gdLst>
                  <a:gd name="T0" fmla="*/ 29 w 30"/>
                  <a:gd name="T1" fmla="*/ 3 h 21"/>
                  <a:gd name="T2" fmla="*/ 30 w 30"/>
                  <a:gd name="T3" fmla="*/ 21 h 21"/>
                  <a:gd name="T4" fmla="*/ 1 w 30"/>
                  <a:gd name="T5" fmla="*/ 18 h 21"/>
                  <a:gd name="T6" fmla="*/ 0 w 30"/>
                  <a:gd name="T7" fmla="*/ 0 h 21"/>
                  <a:gd name="T8" fmla="*/ 29 w 30"/>
                  <a:gd name="T9" fmla="*/ 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29" y="3"/>
                    </a:moveTo>
                    <a:lnTo>
                      <a:pt x="30" y="21"/>
                    </a:lnTo>
                    <a:lnTo>
                      <a:pt x="1" y="18"/>
                    </a:lnTo>
                    <a:lnTo>
                      <a:pt x="0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2" name="Freeform 125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3" name="Freeform 126"/>
              <p:cNvSpPr>
                <a:spLocks/>
              </p:cNvSpPr>
              <p:nvPr/>
            </p:nvSpPr>
            <p:spPr bwMode="auto">
              <a:xfrm>
                <a:off x="3981" y="1735"/>
                <a:ext cx="53" cy="187"/>
              </a:xfrm>
              <a:custGeom>
                <a:avLst/>
                <a:gdLst>
                  <a:gd name="T0" fmla="*/ 8 w 53"/>
                  <a:gd name="T1" fmla="*/ 30 h 187"/>
                  <a:gd name="T2" fmla="*/ 20 w 53"/>
                  <a:gd name="T3" fmla="*/ 22 h 187"/>
                  <a:gd name="T4" fmla="*/ 53 w 53"/>
                  <a:gd name="T5" fmla="*/ 185 h 187"/>
                  <a:gd name="T6" fmla="*/ 38 w 53"/>
                  <a:gd name="T7" fmla="*/ 187 h 187"/>
                  <a:gd name="T8" fmla="*/ 4 w 53"/>
                  <a:gd name="T9" fmla="*/ 24 h 187"/>
                  <a:gd name="T10" fmla="*/ 16 w 53"/>
                  <a:gd name="T11" fmla="*/ 16 h 187"/>
                  <a:gd name="T12" fmla="*/ 4 w 53"/>
                  <a:gd name="T13" fmla="*/ 24 h 187"/>
                  <a:gd name="T14" fmla="*/ 0 w 53"/>
                  <a:gd name="T15" fmla="*/ 0 h 187"/>
                  <a:gd name="T16" fmla="*/ 16 w 53"/>
                  <a:gd name="T17" fmla="*/ 16 h 187"/>
                  <a:gd name="T18" fmla="*/ 8 w 53"/>
                  <a:gd name="T19" fmla="*/ 3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187"/>
                  <a:gd name="T32" fmla="*/ 53 w 53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187">
                    <a:moveTo>
                      <a:pt x="8" y="30"/>
                    </a:moveTo>
                    <a:lnTo>
                      <a:pt x="20" y="22"/>
                    </a:lnTo>
                    <a:lnTo>
                      <a:pt x="53" y="185"/>
                    </a:lnTo>
                    <a:lnTo>
                      <a:pt x="38" y="187"/>
                    </a:lnTo>
                    <a:lnTo>
                      <a:pt x="4" y="24"/>
                    </a:lnTo>
                    <a:lnTo>
                      <a:pt x="16" y="16"/>
                    </a:lnTo>
                    <a:lnTo>
                      <a:pt x="4" y="24"/>
                    </a:lnTo>
                    <a:lnTo>
                      <a:pt x="0" y="0"/>
                    </a:lnTo>
                    <a:lnTo>
                      <a:pt x="16" y="16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4" name="Freeform 127"/>
              <p:cNvSpPr>
                <a:spLocks/>
              </p:cNvSpPr>
              <p:nvPr/>
            </p:nvSpPr>
            <p:spPr bwMode="auto">
              <a:xfrm>
                <a:off x="3987" y="1752"/>
                <a:ext cx="129" cy="126"/>
              </a:xfrm>
              <a:custGeom>
                <a:avLst/>
                <a:gdLst>
                  <a:gd name="T0" fmla="*/ 109 w 129"/>
                  <a:gd name="T1" fmla="*/ 107 h 126"/>
                  <a:gd name="T2" fmla="*/ 110 w 129"/>
                  <a:gd name="T3" fmla="*/ 124 h 126"/>
                  <a:gd name="T4" fmla="*/ 0 w 129"/>
                  <a:gd name="T5" fmla="*/ 15 h 126"/>
                  <a:gd name="T6" fmla="*/ 9 w 129"/>
                  <a:gd name="T7" fmla="*/ 0 h 126"/>
                  <a:gd name="T8" fmla="*/ 118 w 129"/>
                  <a:gd name="T9" fmla="*/ 109 h 126"/>
                  <a:gd name="T10" fmla="*/ 119 w 129"/>
                  <a:gd name="T11" fmla="*/ 126 h 126"/>
                  <a:gd name="T12" fmla="*/ 118 w 129"/>
                  <a:gd name="T13" fmla="*/ 109 h 126"/>
                  <a:gd name="T14" fmla="*/ 129 w 129"/>
                  <a:gd name="T15" fmla="*/ 117 h 126"/>
                  <a:gd name="T16" fmla="*/ 119 w 129"/>
                  <a:gd name="T17" fmla="*/ 126 h 126"/>
                  <a:gd name="T18" fmla="*/ 109 w 129"/>
                  <a:gd name="T19" fmla="*/ 107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26"/>
                  <a:gd name="T32" fmla="*/ 129 w 129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26">
                    <a:moveTo>
                      <a:pt x="109" y="107"/>
                    </a:moveTo>
                    <a:lnTo>
                      <a:pt x="110" y="124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18" y="109"/>
                    </a:lnTo>
                    <a:lnTo>
                      <a:pt x="119" y="126"/>
                    </a:lnTo>
                    <a:lnTo>
                      <a:pt x="118" y="109"/>
                    </a:lnTo>
                    <a:lnTo>
                      <a:pt x="129" y="117"/>
                    </a:lnTo>
                    <a:lnTo>
                      <a:pt x="119" y="126"/>
                    </a:lnTo>
                    <a:lnTo>
                      <a:pt x="109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5" name="Freeform 128"/>
              <p:cNvSpPr>
                <a:spLocks/>
              </p:cNvSpPr>
              <p:nvPr/>
            </p:nvSpPr>
            <p:spPr bwMode="auto">
              <a:xfrm>
                <a:off x="4018" y="1859"/>
                <a:ext cx="88" cy="79"/>
              </a:xfrm>
              <a:custGeom>
                <a:avLst/>
                <a:gdLst>
                  <a:gd name="T0" fmla="*/ 15 w 88"/>
                  <a:gd name="T1" fmla="*/ 63 h 79"/>
                  <a:gd name="T2" fmla="*/ 4 w 88"/>
                  <a:gd name="T3" fmla="*/ 53 h 79"/>
                  <a:gd name="T4" fmla="*/ 79 w 88"/>
                  <a:gd name="T5" fmla="*/ 0 h 79"/>
                  <a:gd name="T6" fmla="*/ 88 w 88"/>
                  <a:gd name="T7" fmla="*/ 19 h 79"/>
                  <a:gd name="T8" fmla="*/ 13 w 88"/>
                  <a:gd name="T9" fmla="*/ 72 h 79"/>
                  <a:gd name="T10" fmla="*/ 0 w 88"/>
                  <a:gd name="T11" fmla="*/ 63 h 79"/>
                  <a:gd name="T12" fmla="*/ 13 w 88"/>
                  <a:gd name="T13" fmla="*/ 72 h 79"/>
                  <a:gd name="T14" fmla="*/ 4 w 88"/>
                  <a:gd name="T15" fmla="*/ 79 h 79"/>
                  <a:gd name="T16" fmla="*/ 0 w 88"/>
                  <a:gd name="T17" fmla="*/ 63 h 79"/>
                  <a:gd name="T18" fmla="*/ 15 w 88"/>
                  <a:gd name="T19" fmla="*/ 63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15" y="63"/>
                    </a:moveTo>
                    <a:lnTo>
                      <a:pt x="4" y="53"/>
                    </a:lnTo>
                    <a:lnTo>
                      <a:pt x="79" y="0"/>
                    </a:lnTo>
                    <a:lnTo>
                      <a:pt x="88" y="19"/>
                    </a:lnTo>
                    <a:lnTo>
                      <a:pt x="13" y="72"/>
                    </a:lnTo>
                    <a:lnTo>
                      <a:pt x="0" y="63"/>
                    </a:lnTo>
                    <a:lnTo>
                      <a:pt x="13" y="72"/>
                    </a:lnTo>
                    <a:lnTo>
                      <a:pt x="4" y="79"/>
                    </a:lnTo>
                    <a:lnTo>
                      <a:pt x="0" y="63"/>
                    </a:lnTo>
                    <a:lnTo>
                      <a:pt x="15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6" name="Freeform 129"/>
              <p:cNvSpPr>
                <a:spLocks/>
              </p:cNvSpPr>
              <p:nvPr/>
            </p:nvSpPr>
            <p:spPr bwMode="auto">
              <a:xfrm>
                <a:off x="3995" y="1779"/>
                <a:ext cx="37" cy="39"/>
              </a:xfrm>
              <a:custGeom>
                <a:avLst/>
                <a:gdLst>
                  <a:gd name="T0" fmla="*/ 10 w 37"/>
                  <a:gd name="T1" fmla="*/ 39 h 39"/>
                  <a:gd name="T2" fmla="*/ 0 w 37"/>
                  <a:gd name="T3" fmla="*/ 20 h 39"/>
                  <a:gd name="T4" fmla="*/ 27 w 37"/>
                  <a:gd name="T5" fmla="*/ 0 h 39"/>
                  <a:gd name="T6" fmla="*/ 37 w 37"/>
                  <a:gd name="T7" fmla="*/ 19 h 39"/>
                  <a:gd name="T8" fmla="*/ 10 w 37"/>
                  <a:gd name="T9" fmla="*/ 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9"/>
                  <a:gd name="T17" fmla="*/ 37 w 37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9">
                    <a:moveTo>
                      <a:pt x="10" y="39"/>
                    </a:moveTo>
                    <a:lnTo>
                      <a:pt x="0" y="20"/>
                    </a:lnTo>
                    <a:lnTo>
                      <a:pt x="27" y="0"/>
                    </a:lnTo>
                    <a:lnTo>
                      <a:pt x="37" y="19"/>
                    </a:lnTo>
                    <a:lnTo>
                      <a:pt x="10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7" name="Freeform 130"/>
              <p:cNvSpPr>
                <a:spLocks/>
              </p:cNvSpPr>
              <p:nvPr/>
            </p:nvSpPr>
            <p:spPr bwMode="auto">
              <a:xfrm>
                <a:off x="4011" y="1797"/>
                <a:ext cx="122" cy="231"/>
              </a:xfrm>
              <a:custGeom>
                <a:avLst/>
                <a:gdLst>
                  <a:gd name="T0" fmla="*/ 91 w 122"/>
                  <a:gd name="T1" fmla="*/ 231 h 231"/>
                  <a:gd name="T2" fmla="*/ 91 w 122"/>
                  <a:gd name="T3" fmla="*/ 231 h 231"/>
                  <a:gd name="T4" fmla="*/ 81 w 122"/>
                  <a:gd name="T5" fmla="*/ 203 h 231"/>
                  <a:gd name="T6" fmla="*/ 71 w 122"/>
                  <a:gd name="T7" fmla="*/ 175 h 231"/>
                  <a:gd name="T8" fmla="*/ 61 w 122"/>
                  <a:gd name="T9" fmla="*/ 148 h 231"/>
                  <a:gd name="T10" fmla="*/ 49 w 122"/>
                  <a:gd name="T11" fmla="*/ 120 h 231"/>
                  <a:gd name="T12" fmla="*/ 38 w 122"/>
                  <a:gd name="T13" fmla="*/ 96 h 231"/>
                  <a:gd name="T14" fmla="*/ 25 w 122"/>
                  <a:gd name="T15" fmla="*/ 70 h 231"/>
                  <a:gd name="T16" fmla="*/ 13 w 122"/>
                  <a:gd name="T17" fmla="*/ 45 h 231"/>
                  <a:gd name="T18" fmla="*/ 0 w 122"/>
                  <a:gd name="T19" fmla="*/ 21 h 231"/>
                  <a:gd name="T20" fmla="*/ 24 w 122"/>
                  <a:gd name="T21" fmla="*/ 0 h 231"/>
                  <a:gd name="T22" fmla="*/ 38 w 122"/>
                  <a:gd name="T23" fmla="*/ 25 h 231"/>
                  <a:gd name="T24" fmla="*/ 52 w 122"/>
                  <a:gd name="T25" fmla="*/ 52 h 231"/>
                  <a:gd name="T26" fmla="*/ 66 w 122"/>
                  <a:gd name="T27" fmla="*/ 79 h 231"/>
                  <a:gd name="T28" fmla="*/ 79 w 122"/>
                  <a:gd name="T29" fmla="*/ 108 h 231"/>
                  <a:gd name="T30" fmla="*/ 91 w 122"/>
                  <a:gd name="T31" fmla="*/ 134 h 231"/>
                  <a:gd name="T32" fmla="*/ 101 w 122"/>
                  <a:gd name="T33" fmla="*/ 163 h 231"/>
                  <a:gd name="T34" fmla="*/ 111 w 122"/>
                  <a:gd name="T35" fmla="*/ 192 h 231"/>
                  <a:gd name="T36" fmla="*/ 122 w 122"/>
                  <a:gd name="T37" fmla="*/ 222 h 231"/>
                  <a:gd name="T38" fmla="*/ 91 w 122"/>
                  <a:gd name="T39" fmla="*/ 231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2"/>
                  <a:gd name="T61" fmla="*/ 0 h 231"/>
                  <a:gd name="T62" fmla="*/ 122 w 122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2" h="231">
                    <a:moveTo>
                      <a:pt x="91" y="231"/>
                    </a:moveTo>
                    <a:lnTo>
                      <a:pt x="91" y="231"/>
                    </a:lnTo>
                    <a:lnTo>
                      <a:pt x="81" y="203"/>
                    </a:lnTo>
                    <a:lnTo>
                      <a:pt x="71" y="175"/>
                    </a:lnTo>
                    <a:lnTo>
                      <a:pt x="61" y="148"/>
                    </a:lnTo>
                    <a:lnTo>
                      <a:pt x="49" y="120"/>
                    </a:lnTo>
                    <a:lnTo>
                      <a:pt x="38" y="96"/>
                    </a:lnTo>
                    <a:lnTo>
                      <a:pt x="25" y="70"/>
                    </a:lnTo>
                    <a:lnTo>
                      <a:pt x="13" y="45"/>
                    </a:lnTo>
                    <a:lnTo>
                      <a:pt x="0" y="21"/>
                    </a:lnTo>
                    <a:lnTo>
                      <a:pt x="24" y="0"/>
                    </a:lnTo>
                    <a:lnTo>
                      <a:pt x="38" y="25"/>
                    </a:lnTo>
                    <a:lnTo>
                      <a:pt x="52" y="52"/>
                    </a:lnTo>
                    <a:lnTo>
                      <a:pt x="66" y="79"/>
                    </a:lnTo>
                    <a:lnTo>
                      <a:pt x="79" y="108"/>
                    </a:lnTo>
                    <a:lnTo>
                      <a:pt x="91" y="134"/>
                    </a:lnTo>
                    <a:lnTo>
                      <a:pt x="101" y="163"/>
                    </a:lnTo>
                    <a:lnTo>
                      <a:pt x="111" y="192"/>
                    </a:lnTo>
                    <a:lnTo>
                      <a:pt x="122" y="222"/>
                    </a:lnTo>
                    <a:lnTo>
                      <a:pt x="91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8" name="Freeform 131"/>
              <p:cNvSpPr>
                <a:spLocks/>
              </p:cNvSpPr>
              <p:nvPr/>
            </p:nvSpPr>
            <p:spPr bwMode="auto">
              <a:xfrm>
                <a:off x="4107" y="2021"/>
                <a:ext cx="73" cy="206"/>
              </a:xfrm>
              <a:custGeom>
                <a:avLst/>
                <a:gdLst>
                  <a:gd name="T0" fmla="*/ 40 w 73"/>
                  <a:gd name="T1" fmla="*/ 202 h 206"/>
                  <a:gd name="T2" fmla="*/ 36 w 73"/>
                  <a:gd name="T3" fmla="*/ 179 h 206"/>
                  <a:gd name="T4" fmla="*/ 33 w 73"/>
                  <a:gd name="T5" fmla="*/ 154 h 206"/>
                  <a:gd name="T6" fmla="*/ 30 w 73"/>
                  <a:gd name="T7" fmla="*/ 130 h 206"/>
                  <a:gd name="T8" fmla="*/ 25 w 73"/>
                  <a:gd name="T9" fmla="*/ 106 h 206"/>
                  <a:gd name="T10" fmla="*/ 19 w 73"/>
                  <a:gd name="T11" fmla="*/ 82 h 206"/>
                  <a:gd name="T12" fmla="*/ 13 w 73"/>
                  <a:gd name="T13" fmla="*/ 58 h 206"/>
                  <a:gd name="T14" fmla="*/ 6 w 73"/>
                  <a:gd name="T15" fmla="*/ 34 h 206"/>
                  <a:gd name="T16" fmla="*/ 0 w 73"/>
                  <a:gd name="T17" fmla="*/ 9 h 206"/>
                  <a:gd name="T18" fmla="*/ 31 w 73"/>
                  <a:gd name="T19" fmla="*/ 0 h 206"/>
                  <a:gd name="T20" fmla="*/ 38 w 73"/>
                  <a:gd name="T21" fmla="*/ 26 h 206"/>
                  <a:gd name="T22" fmla="*/ 45 w 73"/>
                  <a:gd name="T23" fmla="*/ 51 h 206"/>
                  <a:gd name="T24" fmla="*/ 51 w 73"/>
                  <a:gd name="T25" fmla="*/ 79 h 206"/>
                  <a:gd name="T26" fmla="*/ 58 w 73"/>
                  <a:gd name="T27" fmla="*/ 104 h 206"/>
                  <a:gd name="T28" fmla="*/ 62 w 73"/>
                  <a:gd name="T29" fmla="*/ 129 h 206"/>
                  <a:gd name="T30" fmla="*/ 66 w 73"/>
                  <a:gd name="T31" fmla="*/ 155 h 206"/>
                  <a:gd name="T32" fmla="*/ 71 w 73"/>
                  <a:gd name="T33" fmla="*/ 181 h 206"/>
                  <a:gd name="T34" fmla="*/ 73 w 73"/>
                  <a:gd name="T35" fmla="*/ 206 h 206"/>
                  <a:gd name="T36" fmla="*/ 40 w 73"/>
                  <a:gd name="T37" fmla="*/ 20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3"/>
                  <a:gd name="T58" fmla="*/ 0 h 206"/>
                  <a:gd name="T59" fmla="*/ 73 w 7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3" h="206">
                    <a:moveTo>
                      <a:pt x="40" y="202"/>
                    </a:moveTo>
                    <a:lnTo>
                      <a:pt x="36" y="179"/>
                    </a:lnTo>
                    <a:lnTo>
                      <a:pt x="33" y="154"/>
                    </a:lnTo>
                    <a:lnTo>
                      <a:pt x="30" y="130"/>
                    </a:lnTo>
                    <a:lnTo>
                      <a:pt x="25" y="106"/>
                    </a:lnTo>
                    <a:lnTo>
                      <a:pt x="19" y="82"/>
                    </a:lnTo>
                    <a:lnTo>
                      <a:pt x="13" y="58"/>
                    </a:lnTo>
                    <a:lnTo>
                      <a:pt x="6" y="34"/>
                    </a:lnTo>
                    <a:lnTo>
                      <a:pt x="0" y="9"/>
                    </a:lnTo>
                    <a:lnTo>
                      <a:pt x="31" y="0"/>
                    </a:lnTo>
                    <a:lnTo>
                      <a:pt x="38" y="26"/>
                    </a:lnTo>
                    <a:lnTo>
                      <a:pt x="45" y="51"/>
                    </a:lnTo>
                    <a:lnTo>
                      <a:pt x="51" y="79"/>
                    </a:lnTo>
                    <a:lnTo>
                      <a:pt x="58" y="104"/>
                    </a:lnTo>
                    <a:lnTo>
                      <a:pt x="62" y="129"/>
                    </a:lnTo>
                    <a:lnTo>
                      <a:pt x="66" y="155"/>
                    </a:lnTo>
                    <a:lnTo>
                      <a:pt x="71" y="181"/>
                    </a:lnTo>
                    <a:lnTo>
                      <a:pt x="73" y="206"/>
                    </a:lnTo>
                    <a:lnTo>
                      <a:pt x="40" y="20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89" name="Freeform 132"/>
              <p:cNvSpPr>
                <a:spLocks/>
              </p:cNvSpPr>
              <p:nvPr/>
            </p:nvSpPr>
            <p:spPr bwMode="auto">
              <a:xfrm>
                <a:off x="4149" y="2222"/>
                <a:ext cx="36" cy="27"/>
              </a:xfrm>
              <a:custGeom>
                <a:avLst/>
                <a:gdLst>
                  <a:gd name="T0" fmla="*/ 34 w 36"/>
                  <a:gd name="T1" fmla="*/ 3 h 27"/>
                  <a:gd name="T2" fmla="*/ 36 w 36"/>
                  <a:gd name="T3" fmla="*/ 27 h 27"/>
                  <a:gd name="T4" fmla="*/ 2 w 36"/>
                  <a:gd name="T5" fmla="*/ 23 h 27"/>
                  <a:gd name="T6" fmla="*/ 0 w 36"/>
                  <a:gd name="T7" fmla="*/ 0 h 27"/>
                  <a:gd name="T8" fmla="*/ 34 w 36"/>
                  <a:gd name="T9" fmla="*/ 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34" y="3"/>
                    </a:moveTo>
                    <a:lnTo>
                      <a:pt x="36" y="27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0" name="Freeform 133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1" name="Freeform 134"/>
              <p:cNvSpPr>
                <a:spLocks/>
              </p:cNvSpPr>
              <p:nvPr/>
            </p:nvSpPr>
            <p:spPr bwMode="auto">
              <a:xfrm>
                <a:off x="3986" y="1744"/>
                <a:ext cx="45" cy="175"/>
              </a:xfrm>
              <a:custGeom>
                <a:avLst/>
                <a:gdLst>
                  <a:gd name="T0" fmla="*/ 6 w 45"/>
                  <a:gd name="T1" fmla="*/ 19 h 175"/>
                  <a:gd name="T2" fmla="*/ 11 w 45"/>
                  <a:gd name="T3" fmla="*/ 14 h 175"/>
                  <a:gd name="T4" fmla="*/ 45 w 45"/>
                  <a:gd name="T5" fmla="*/ 173 h 175"/>
                  <a:gd name="T6" fmla="*/ 36 w 45"/>
                  <a:gd name="T7" fmla="*/ 175 h 175"/>
                  <a:gd name="T8" fmla="*/ 3 w 45"/>
                  <a:gd name="T9" fmla="*/ 15 h 175"/>
                  <a:gd name="T10" fmla="*/ 10 w 45"/>
                  <a:gd name="T11" fmla="*/ 11 h 175"/>
                  <a:gd name="T12" fmla="*/ 3 w 45"/>
                  <a:gd name="T13" fmla="*/ 15 h 175"/>
                  <a:gd name="T14" fmla="*/ 0 w 45"/>
                  <a:gd name="T15" fmla="*/ 0 h 175"/>
                  <a:gd name="T16" fmla="*/ 10 w 45"/>
                  <a:gd name="T17" fmla="*/ 11 h 175"/>
                  <a:gd name="T18" fmla="*/ 6 w 45"/>
                  <a:gd name="T19" fmla="*/ 19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175"/>
                  <a:gd name="T32" fmla="*/ 45 w 45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175">
                    <a:moveTo>
                      <a:pt x="6" y="19"/>
                    </a:moveTo>
                    <a:lnTo>
                      <a:pt x="11" y="14"/>
                    </a:lnTo>
                    <a:lnTo>
                      <a:pt x="45" y="173"/>
                    </a:lnTo>
                    <a:lnTo>
                      <a:pt x="36" y="175"/>
                    </a:lnTo>
                    <a:lnTo>
                      <a:pt x="3" y="15"/>
                    </a:lnTo>
                    <a:lnTo>
                      <a:pt x="10" y="11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11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2" name="Freeform 135"/>
              <p:cNvSpPr>
                <a:spLocks/>
              </p:cNvSpPr>
              <p:nvPr/>
            </p:nvSpPr>
            <p:spPr bwMode="auto">
              <a:xfrm>
                <a:off x="3989" y="1754"/>
                <a:ext cx="119" cy="118"/>
              </a:xfrm>
              <a:custGeom>
                <a:avLst/>
                <a:gdLst>
                  <a:gd name="T0" fmla="*/ 107 w 119"/>
                  <a:gd name="T1" fmla="*/ 106 h 118"/>
                  <a:gd name="T2" fmla="*/ 108 w 119"/>
                  <a:gd name="T3" fmla="*/ 115 h 118"/>
                  <a:gd name="T4" fmla="*/ 0 w 119"/>
                  <a:gd name="T5" fmla="*/ 9 h 118"/>
                  <a:gd name="T6" fmla="*/ 5 w 119"/>
                  <a:gd name="T7" fmla="*/ 0 h 118"/>
                  <a:gd name="T8" fmla="*/ 113 w 119"/>
                  <a:gd name="T9" fmla="*/ 107 h 118"/>
                  <a:gd name="T10" fmla="*/ 115 w 119"/>
                  <a:gd name="T11" fmla="*/ 118 h 118"/>
                  <a:gd name="T12" fmla="*/ 113 w 119"/>
                  <a:gd name="T13" fmla="*/ 107 h 118"/>
                  <a:gd name="T14" fmla="*/ 119 w 119"/>
                  <a:gd name="T15" fmla="*/ 113 h 118"/>
                  <a:gd name="T16" fmla="*/ 115 w 119"/>
                  <a:gd name="T17" fmla="*/ 118 h 118"/>
                  <a:gd name="T18" fmla="*/ 107 w 119"/>
                  <a:gd name="T19" fmla="*/ 10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9"/>
                  <a:gd name="T31" fmla="*/ 0 h 118"/>
                  <a:gd name="T32" fmla="*/ 119 w 119"/>
                  <a:gd name="T33" fmla="*/ 118 h 1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9" h="118">
                    <a:moveTo>
                      <a:pt x="107" y="106"/>
                    </a:moveTo>
                    <a:lnTo>
                      <a:pt x="108" y="115"/>
                    </a:lnTo>
                    <a:lnTo>
                      <a:pt x="0" y="9"/>
                    </a:lnTo>
                    <a:lnTo>
                      <a:pt x="5" y="0"/>
                    </a:lnTo>
                    <a:lnTo>
                      <a:pt x="113" y="107"/>
                    </a:lnTo>
                    <a:lnTo>
                      <a:pt x="115" y="118"/>
                    </a:lnTo>
                    <a:lnTo>
                      <a:pt x="113" y="107"/>
                    </a:lnTo>
                    <a:lnTo>
                      <a:pt x="119" y="113"/>
                    </a:lnTo>
                    <a:lnTo>
                      <a:pt x="115" y="118"/>
                    </a:lnTo>
                    <a:lnTo>
                      <a:pt x="107" y="10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3" name="Freeform 136"/>
              <p:cNvSpPr>
                <a:spLocks/>
              </p:cNvSpPr>
              <p:nvPr/>
            </p:nvSpPr>
            <p:spPr bwMode="auto">
              <a:xfrm>
                <a:off x="4022" y="1861"/>
                <a:ext cx="82" cy="68"/>
              </a:xfrm>
              <a:custGeom>
                <a:avLst/>
                <a:gdLst>
                  <a:gd name="T0" fmla="*/ 9 w 82"/>
                  <a:gd name="T1" fmla="*/ 60 h 68"/>
                  <a:gd name="T2" fmla="*/ 1 w 82"/>
                  <a:gd name="T3" fmla="*/ 53 h 68"/>
                  <a:gd name="T4" fmla="*/ 76 w 82"/>
                  <a:gd name="T5" fmla="*/ 0 h 68"/>
                  <a:gd name="T6" fmla="*/ 82 w 82"/>
                  <a:gd name="T7" fmla="*/ 12 h 68"/>
                  <a:gd name="T8" fmla="*/ 6 w 82"/>
                  <a:gd name="T9" fmla="*/ 65 h 68"/>
                  <a:gd name="T10" fmla="*/ 0 w 82"/>
                  <a:gd name="T11" fmla="*/ 60 h 68"/>
                  <a:gd name="T12" fmla="*/ 6 w 82"/>
                  <a:gd name="T13" fmla="*/ 65 h 68"/>
                  <a:gd name="T14" fmla="*/ 1 w 82"/>
                  <a:gd name="T15" fmla="*/ 68 h 68"/>
                  <a:gd name="T16" fmla="*/ 0 w 82"/>
                  <a:gd name="T17" fmla="*/ 60 h 68"/>
                  <a:gd name="T18" fmla="*/ 9 w 82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68"/>
                  <a:gd name="T32" fmla="*/ 82 w 82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68">
                    <a:moveTo>
                      <a:pt x="9" y="60"/>
                    </a:moveTo>
                    <a:lnTo>
                      <a:pt x="1" y="53"/>
                    </a:lnTo>
                    <a:lnTo>
                      <a:pt x="76" y="0"/>
                    </a:lnTo>
                    <a:lnTo>
                      <a:pt x="82" y="12"/>
                    </a:lnTo>
                    <a:lnTo>
                      <a:pt x="6" y="65"/>
                    </a:lnTo>
                    <a:lnTo>
                      <a:pt x="0" y="60"/>
                    </a:lnTo>
                    <a:lnTo>
                      <a:pt x="6" y="6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9" y="6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4" name="Freeform 137"/>
              <p:cNvSpPr>
                <a:spLocks/>
              </p:cNvSpPr>
              <p:nvPr/>
            </p:nvSpPr>
            <p:spPr bwMode="auto">
              <a:xfrm>
                <a:off x="4009" y="1795"/>
                <a:ext cx="29" cy="32"/>
              </a:xfrm>
              <a:custGeom>
                <a:avLst/>
                <a:gdLst>
                  <a:gd name="T0" fmla="*/ 9 w 29"/>
                  <a:gd name="T1" fmla="*/ 32 h 32"/>
                  <a:gd name="T2" fmla="*/ 0 w 29"/>
                  <a:gd name="T3" fmla="*/ 16 h 32"/>
                  <a:gd name="T4" fmla="*/ 19 w 29"/>
                  <a:gd name="T5" fmla="*/ 0 h 32"/>
                  <a:gd name="T6" fmla="*/ 29 w 29"/>
                  <a:gd name="T7" fmla="*/ 15 h 32"/>
                  <a:gd name="T8" fmla="*/ 9 w 2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2"/>
                  <a:gd name="T17" fmla="*/ 29 w 2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2">
                    <a:moveTo>
                      <a:pt x="9" y="32"/>
                    </a:moveTo>
                    <a:lnTo>
                      <a:pt x="0" y="16"/>
                    </a:lnTo>
                    <a:lnTo>
                      <a:pt x="19" y="0"/>
                    </a:lnTo>
                    <a:lnTo>
                      <a:pt x="29" y="15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5" name="Freeform 138"/>
              <p:cNvSpPr>
                <a:spLocks/>
              </p:cNvSpPr>
              <p:nvPr/>
            </p:nvSpPr>
            <p:spPr bwMode="auto">
              <a:xfrm>
                <a:off x="4019" y="1812"/>
                <a:ext cx="119" cy="228"/>
              </a:xfrm>
              <a:custGeom>
                <a:avLst/>
                <a:gdLst>
                  <a:gd name="T0" fmla="*/ 93 w 119"/>
                  <a:gd name="T1" fmla="*/ 228 h 228"/>
                  <a:gd name="T2" fmla="*/ 93 w 119"/>
                  <a:gd name="T3" fmla="*/ 228 h 228"/>
                  <a:gd name="T4" fmla="*/ 84 w 119"/>
                  <a:gd name="T5" fmla="*/ 198 h 228"/>
                  <a:gd name="T6" fmla="*/ 73 w 119"/>
                  <a:gd name="T7" fmla="*/ 172 h 228"/>
                  <a:gd name="T8" fmla="*/ 63 w 119"/>
                  <a:gd name="T9" fmla="*/ 144 h 228"/>
                  <a:gd name="T10" fmla="*/ 52 w 119"/>
                  <a:gd name="T11" fmla="*/ 117 h 228"/>
                  <a:gd name="T12" fmla="*/ 40 w 119"/>
                  <a:gd name="T13" fmla="*/ 92 h 228"/>
                  <a:gd name="T14" fmla="*/ 28 w 119"/>
                  <a:gd name="T15" fmla="*/ 66 h 228"/>
                  <a:gd name="T16" fmla="*/ 14 w 119"/>
                  <a:gd name="T17" fmla="*/ 41 h 228"/>
                  <a:gd name="T18" fmla="*/ 0 w 119"/>
                  <a:gd name="T19" fmla="*/ 18 h 228"/>
                  <a:gd name="T20" fmla="*/ 22 w 119"/>
                  <a:gd name="T21" fmla="*/ 0 h 228"/>
                  <a:gd name="T22" fmla="*/ 36 w 119"/>
                  <a:gd name="T23" fmla="*/ 25 h 228"/>
                  <a:gd name="T24" fmla="*/ 51 w 119"/>
                  <a:gd name="T25" fmla="*/ 52 h 228"/>
                  <a:gd name="T26" fmla="*/ 63 w 119"/>
                  <a:gd name="T27" fmla="*/ 78 h 228"/>
                  <a:gd name="T28" fmla="*/ 75 w 119"/>
                  <a:gd name="T29" fmla="*/ 107 h 228"/>
                  <a:gd name="T30" fmla="*/ 88 w 119"/>
                  <a:gd name="T31" fmla="*/ 133 h 228"/>
                  <a:gd name="T32" fmla="*/ 99 w 119"/>
                  <a:gd name="T33" fmla="*/ 163 h 228"/>
                  <a:gd name="T34" fmla="*/ 108 w 119"/>
                  <a:gd name="T35" fmla="*/ 190 h 228"/>
                  <a:gd name="T36" fmla="*/ 119 w 119"/>
                  <a:gd name="T37" fmla="*/ 220 h 228"/>
                  <a:gd name="T38" fmla="*/ 93 w 11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9"/>
                  <a:gd name="T61" fmla="*/ 0 h 228"/>
                  <a:gd name="T62" fmla="*/ 119 w 11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9" h="228">
                    <a:moveTo>
                      <a:pt x="93" y="228"/>
                    </a:moveTo>
                    <a:lnTo>
                      <a:pt x="93" y="228"/>
                    </a:lnTo>
                    <a:lnTo>
                      <a:pt x="84" y="198"/>
                    </a:lnTo>
                    <a:lnTo>
                      <a:pt x="73" y="172"/>
                    </a:lnTo>
                    <a:lnTo>
                      <a:pt x="63" y="144"/>
                    </a:lnTo>
                    <a:lnTo>
                      <a:pt x="52" y="117"/>
                    </a:lnTo>
                    <a:lnTo>
                      <a:pt x="40" y="92"/>
                    </a:lnTo>
                    <a:lnTo>
                      <a:pt x="28" y="66"/>
                    </a:lnTo>
                    <a:lnTo>
                      <a:pt x="14" y="41"/>
                    </a:lnTo>
                    <a:lnTo>
                      <a:pt x="0" y="18"/>
                    </a:lnTo>
                    <a:lnTo>
                      <a:pt x="22" y="0"/>
                    </a:lnTo>
                    <a:lnTo>
                      <a:pt x="36" y="25"/>
                    </a:lnTo>
                    <a:lnTo>
                      <a:pt x="51" y="52"/>
                    </a:lnTo>
                    <a:lnTo>
                      <a:pt x="63" y="78"/>
                    </a:lnTo>
                    <a:lnTo>
                      <a:pt x="75" y="107"/>
                    </a:lnTo>
                    <a:lnTo>
                      <a:pt x="88" y="133"/>
                    </a:lnTo>
                    <a:lnTo>
                      <a:pt x="99" y="163"/>
                    </a:lnTo>
                    <a:lnTo>
                      <a:pt x="108" y="190"/>
                    </a:lnTo>
                    <a:lnTo>
                      <a:pt x="119" y="220"/>
                    </a:lnTo>
                    <a:lnTo>
                      <a:pt x="93" y="22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6" name="Freeform 139"/>
              <p:cNvSpPr>
                <a:spLocks/>
              </p:cNvSpPr>
              <p:nvPr/>
            </p:nvSpPr>
            <p:spPr bwMode="auto">
              <a:xfrm>
                <a:off x="4116" y="2033"/>
                <a:ext cx="68" cy="205"/>
              </a:xfrm>
              <a:custGeom>
                <a:avLst/>
                <a:gdLst>
                  <a:gd name="T0" fmla="*/ 41 w 68"/>
                  <a:gd name="T1" fmla="*/ 203 h 205"/>
                  <a:gd name="T2" fmla="*/ 37 w 68"/>
                  <a:gd name="T3" fmla="*/ 179 h 205"/>
                  <a:gd name="T4" fmla="*/ 34 w 68"/>
                  <a:gd name="T5" fmla="*/ 154 h 205"/>
                  <a:gd name="T6" fmla="*/ 31 w 68"/>
                  <a:gd name="T7" fmla="*/ 129 h 205"/>
                  <a:gd name="T8" fmla="*/ 26 w 68"/>
                  <a:gd name="T9" fmla="*/ 106 h 205"/>
                  <a:gd name="T10" fmla="*/ 20 w 68"/>
                  <a:gd name="T11" fmla="*/ 81 h 205"/>
                  <a:gd name="T12" fmla="*/ 13 w 68"/>
                  <a:gd name="T13" fmla="*/ 56 h 205"/>
                  <a:gd name="T14" fmla="*/ 8 w 68"/>
                  <a:gd name="T15" fmla="*/ 32 h 205"/>
                  <a:gd name="T16" fmla="*/ 0 w 68"/>
                  <a:gd name="T17" fmla="*/ 7 h 205"/>
                  <a:gd name="T18" fmla="*/ 26 w 68"/>
                  <a:gd name="T19" fmla="*/ 0 h 205"/>
                  <a:gd name="T20" fmla="*/ 34 w 68"/>
                  <a:gd name="T21" fmla="*/ 26 h 205"/>
                  <a:gd name="T22" fmla="*/ 41 w 68"/>
                  <a:gd name="T23" fmla="*/ 51 h 205"/>
                  <a:gd name="T24" fmla="*/ 48 w 68"/>
                  <a:gd name="T25" fmla="*/ 79 h 205"/>
                  <a:gd name="T26" fmla="*/ 52 w 68"/>
                  <a:gd name="T27" fmla="*/ 103 h 205"/>
                  <a:gd name="T28" fmla="*/ 57 w 68"/>
                  <a:gd name="T29" fmla="*/ 129 h 205"/>
                  <a:gd name="T30" fmla="*/ 63 w 68"/>
                  <a:gd name="T31" fmla="*/ 156 h 205"/>
                  <a:gd name="T32" fmla="*/ 66 w 68"/>
                  <a:gd name="T33" fmla="*/ 180 h 205"/>
                  <a:gd name="T34" fmla="*/ 68 w 68"/>
                  <a:gd name="T35" fmla="*/ 205 h 205"/>
                  <a:gd name="T36" fmla="*/ 41 w 68"/>
                  <a:gd name="T37" fmla="*/ 20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8"/>
                  <a:gd name="T58" fmla="*/ 0 h 205"/>
                  <a:gd name="T59" fmla="*/ 68 w 68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8" h="205">
                    <a:moveTo>
                      <a:pt x="41" y="203"/>
                    </a:moveTo>
                    <a:lnTo>
                      <a:pt x="37" y="179"/>
                    </a:lnTo>
                    <a:lnTo>
                      <a:pt x="34" y="154"/>
                    </a:lnTo>
                    <a:lnTo>
                      <a:pt x="31" y="129"/>
                    </a:lnTo>
                    <a:lnTo>
                      <a:pt x="26" y="106"/>
                    </a:lnTo>
                    <a:lnTo>
                      <a:pt x="20" y="81"/>
                    </a:lnTo>
                    <a:lnTo>
                      <a:pt x="13" y="56"/>
                    </a:lnTo>
                    <a:lnTo>
                      <a:pt x="8" y="32"/>
                    </a:lnTo>
                    <a:lnTo>
                      <a:pt x="0" y="7"/>
                    </a:lnTo>
                    <a:lnTo>
                      <a:pt x="26" y="0"/>
                    </a:lnTo>
                    <a:lnTo>
                      <a:pt x="34" y="26"/>
                    </a:lnTo>
                    <a:lnTo>
                      <a:pt x="41" y="51"/>
                    </a:lnTo>
                    <a:lnTo>
                      <a:pt x="48" y="79"/>
                    </a:lnTo>
                    <a:lnTo>
                      <a:pt x="52" y="103"/>
                    </a:lnTo>
                    <a:lnTo>
                      <a:pt x="57" y="129"/>
                    </a:lnTo>
                    <a:lnTo>
                      <a:pt x="63" y="156"/>
                    </a:lnTo>
                    <a:lnTo>
                      <a:pt x="66" y="180"/>
                    </a:lnTo>
                    <a:lnTo>
                      <a:pt x="68" y="205"/>
                    </a:lnTo>
                    <a:lnTo>
                      <a:pt x="41" y="20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7" name="Freeform 140"/>
              <p:cNvSpPr>
                <a:spLocks/>
              </p:cNvSpPr>
              <p:nvPr/>
            </p:nvSpPr>
            <p:spPr bwMode="auto">
              <a:xfrm>
                <a:off x="4160" y="2235"/>
                <a:ext cx="29" cy="20"/>
              </a:xfrm>
              <a:custGeom>
                <a:avLst/>
                <a:gdLst>
                  <a:gd name="T0" fmla="*/ 27 w 29"/>
                  <a:gd name="T1" fmla="*/ 2 h 20"/>
                  <a:gd name="T2" fmla="*/ 29 w 29"/>
                  <a:gd name="T3" fmla="*/ 20 h 20"/>
                  <a:gd name="T4" fmla="*/ 3 w 29"/>
                  <a:gd name="T5" fmla="*/ 18 h 20"/>
                  <a:gd name="T6" fmla="*/ 0 w 29"/>
                  <a:gd name="T7" fmla="*/ 0 h 20"/>
                  <a:gd name="T8" fmla="*/ 27 w 29"/>
                  <a:gd name="T9" fmla="*/ 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20"/>
                  <a:gd name="T17" fmla="*/ 29 w 2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20">
                    <a:moveTo>
                      <a:pt x="27" y="2"/>
                    </a:moveTo>
                    <a:lnTo>
                      <a:pt x="29" y="20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8" name="Freeform 141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799" name="Freeform 142"/>
              <p:cNvSpPr>
                <a:spLocks/>
              </p:cNvSpPr>
              <p:nvPr/>
            </p:nvSpPr>
            <p:spPr bwMode="auto">
              <a:xfrm>
                <a:off x="3956" y="1706"/>
                <a:ext cx="60" cy="185"/>
              </a:xfrm>
              <a:custGeom>
                <a:avLst/>
                <a:gdLst>
                  <a:gd name="T0" fmla="*/ 11 w 60"/>
                  <a:gd name="T1" fmla="*/ 29 h 185"/>
                  <a:gd name="T2" fmla="*/ 21 w 60"/>
                  <a:gd name="T3" fmla="*/ 20 h 185"/>
                  <a:gd name="T4" fmla="*/ 60 w 60"/>
                  <a:gd name="T5" fmla="*/ 182 h 185"/>
                  <a:gd name="T6" fmla="*/ 45 w 60"/>
                  <a:gd name="T7" fmla="*/ 185 h 185"/>
                  <a:gd name="T8" fmla="*/ 6 w 60"/>
                  <a:gd name="T9" fmla="*/ 23 h 185"/>
                  <a:gd name="T10" fmla="*/ 17 w 60"/>
                  <a:gd name="T11" fmla="*/ 15 h 185"/>
                  <a:gd name="T12" fmla="*/ 6 w 60"/>
                  <a:gd name="T13" fmla="*/ 23 h 185"/>
                  <a:gd name="T14" fmla="*/ 0 w 60"/>
                  <a:gd name="T15" fmla="*/ 0 h 185"/>
                  <a:gd name="T16" fmla="*/ 17 w 60"/>
                  <a:gd name="T17" fmla="*/ 15 h 185"/>
                  <a:gd name="T18" fmla="*/ 11 w 60"/>
                  <a:gd name="T19" fmla="*/ 29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0"/>
                  <a:gd name="T31" fmla="*/ 0 h 185"/>
                  <a:gd name="T32" fmla="*/ 60 w 60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0" h="185">
                    <a:moveTo>
                      <a:pt x="11" y="29"/>
                    </a:moveTo>
                    <a:lnTo>
                      <a:pt x="21" y="20"/>
                    </a:lnTo>
                    <a:lnTo>
                      <a:pt x="60" y="182"/>
                    </a:lnTo>
                    <a:lnTo>
                      <a:pt x="45" y="185"/>
                    </a:lnTo>
                    <a:lnTo>
                      <a:pt x="6" y="23"/>
                    </a:lnTo>
                    <a:lnTo>
                      <a:pt x="17" y="15"/>
                    </a:lnTo>
                    <a:lnTo>
                      <a:pt x="6" y="23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0" name="Freeform 143"/>
              <p:cNvSpPr>
                <a:spLocks/>
              </p:cNvSpPr>
              <p:nvPr/>
            </p:nvSpPr>
            <p:spPr bwMode="auto">
              <a:xfrm>
                <a:off x="3966" y="1722"/>
                <a:ext cx="127" cy="115"/>
              </a:xfrm>
              <a:custGeom>
                <a:avLst/>
                <a:gdLst>
                  <a:gd name="T0" fmla="*/ 108 w 127"/>
                  <a:gd name="T1" fmla="*/ 98 h 115"/>
                  <a:gd name="T2" fmla="*/ 110 w 127"/>
                  <a:gd name="T3" fmla="*/ 114 h 115"/>
                  <a:gd name="T4" fmla="*/ 0 w 127"/>
                  <a:gd name="T5" fmla="*/ 15 h 115"/>
                  <a:gd name="T6" fmla="*/ 5 w 127"/>
                  <a:gd name="T7" fmla="*/ 0 h 115"/>
                  <a:gd name="T8" fmla="*/ 116 w 127"/>
                  <a:gd name="T9" fmla="*/ 99 h 115"/>
                  <a:gd name="T10" fmla="*/ 119 w 127"/>
                  <a:gd name="T11" fmla="*/ 115 h 115"/>
                  <a:gd name="T12" fmla="*/ 116 w 127"/>
                  <a:gd name="T13" fmla="*/ 99 h 115"/>
                  <a:gd name="T14" fmla="*/ 127 w 127"/>
                  <a:gd name="T15" fmla="*/ 109 h 115"/>
                  <a:gd name="T16" fmla="*/ 119 w 127"/>
                  <a:gd name="T17" fmla="*/ 115 h 115"/>
                  <a:gd name="T18" fmla="*/ 108 w 127"/>
                  <a:gd name="T19" fmla="*/ 9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5"/>
                  <a:gd name="T32" fmla="*/ 127 w 127"/>
                  <a:gd name="T33" fmla="*/ 115 h 1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5">
                    <a:moveTo>
                      <a:pt x="108" y="98"/>
                    </a:moveTo>
                    <a:lnTo>
                      <a:pt x="110" y="114"/>
                    </a:lnTo>
                    <a:lnTo>
                      <a:pt x="0" y="15"/>
                    </a:lnTo>
                    <a:lnTo>
                      <a:pt x="5" y="0"/>
                    </a:lnTo>
                    <a:lnTo>
                      <a:pt x="116" y="99"/>
                    </a:lnTo>
                    <a:lnTo>
                      <a:pt x="119" y="115"/>
                    </a:lnTo>
                    <a:lnTo>
                      <a:pt x="116" y="99"/>
                    </a:lnTo>
                    <a:lnTo>
                      <a:pt x="127" y="109"/>
                    </a:lnTo>
                    <a:lnTo>
                      <a:pt x="119" y="115"/>
                    </a:lnTo>
                    <a:lnTo>
                      <a:pt x="108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1" name="Freeform 144"/>
              <p:cNvSpPr>
                <a:spLocks/>
              </p:cNvSpPr>
              <p:nvPr/>
            </p:nvSpPr>
            <p:spPr bwMode="auto">
              <a:xfrm>
                <a:off x="4002" y="1821"/>
                <a:ext cx="86" cy="85"/>
              </a:xfrm>
              <a:custGeom>
                <a:avLst/>
                <a:gdLst>
                  <a:gd name="T0" fmla="*/ 15 w 86"/>
                  <a:gd name="T1" fmla="*/ 68 h 85"/>
                  <a:gd name="T2" fmla="*/ 2 w 86"/>
                  <a:gd name="T3" fmla="*/ 60 h 85"/>
                  <a:gd name="T4" fmla="*/ 75 w 86"/>
                  <a:gd name="T5" fmla="*/ 0 h 85"/>
                  <a:gd name="T6" fmla="*/ 86 w 86"/>
                  <a:gd name="T7" fmla="*/ 17 h 85"/>
                  <a:gd name="T8" fmla="*/ 13 w 86"/>
                  <a:gd name="T9" fmla="*/ 78 h 85"/>
                  <a:gd name="T10" fmla="*/ 0 w 86"/>
                  <a:gd name="T11" fmla="*/ 70 h 85"/>
                  <a:gd name="T12" fmla="*/ 13 w 86"/>
                  <a:gd name="T13" fmla="*/ 78 h 85"/>
                  <a:gd name="T14" fmla="*/ 5 w 86"/>
                  <a:gd name="T15" fmla="*/ 85 h 85"/>
                  <a:gd name="T16" fmla="*/ 0 w 86"/>
                  <a:gd name="T17" fmla="*/ 70 h 85"/>
                  <a:gd name="T18" fmla="*/ 15 w 86"/>
                  <a:gd name="T19" fmla="*/ 68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5"/>
                  <a:gd name="T32" fmla="*/ 86 w 86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5">
                    <a:moveTo>
                      <a:pt x="15" y="68"/>
                    </a:moveTo>
                    <a:lnTo>
                      <a:pt x="2" y="60"/>
                    </a:lnTo>
                    <a:lnTo>
                      <a:pt x="75" y="0"/>
                    </a:lnTo>
                    <a:lnTo>
                      <a:pt x="86" y="17"/>
                    </a:lnTo>
                    <a:lnTo>
                      <a:pt x="13" y="78"/>
                    </a:lnTo>
                    <a:lnTo>
                      <a:pt x="0" y="70"/>
                    </a:lnTo>
                    <a:lnTo>
                      <a:pt x="13" y="78"/>
                    </a:lnTo>
                    <a:lnTo>
                      <a:pt x="5" y="85"/>
                    </a:lnTo>
                    <a:lnTo>
                      <a:pt x="0" y="70"/>
                    </a:lnTo>
                    <a:lnTo>
                      <a:pt x="15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2" name="Freeform 145"/>
              <p:cNvSpPr>
                <a:spLocks/>
              </p:cNvSpPr>
              <p:nvPr/>
            </p:nvSpPr>
            <p:spPr bwMode="auto">
              <a:xfrm>
                <a:off x="3977" y="1743"/>
                <a:ext cx="35" cy="42"/>
              </a:xfrm>
              <a:custGeom>
                <a:avLst/>
                <a:gdLst>
                  <a:gd name="T0" fmla="*/ 11 w 35"/>
                  <a:gd name="T1" fmla="*/ 42 h 42"/>
                  <a:gd name="T2" fmla="*/ 0 w 35"/>
                  <a:gd name="T3" fmla="*/ 23 h 42"/>
                  <a:gd name="T4" fmla="*/ 23 w 35"/>
                  <a:gd name="T5" fmla="*/ 0 h 42"/>
                  <a:gd name="T6" fmla="*/ 35 w 35"/>
                  <a:gd name="T7" fmla="*/ 20 h 42"/>
                  <a:gd name="T8" fmla="*/ 11 w 35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11" y="42"/>
                    </a:moveTo>
                    <a:lnTo>
                      <a:pt x="0" y="23"/>
                    </a:lnTo>
                    <a:lnTo>
                      <a:pt x="23" y="0"/>
                    </a:lnTo>
                    <a:lnTo>
                      <a:pt x="35" y="20"/>
                    </a:lnTo>
                    <a:lnTo>
                      <a:pt x="11" y="4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3" name="Freeform 146"/>
              <p:cNvSpPr>
                <a:spLocks/>
              </p:cNvSpPr>
              <p:nvPr/>
            </p:nvSpPr>
            <p:spPr bwMode="auto">
              <a:xfrm>
                <a:off x="3991" y="1762"/>
                <a:ext cx="129" cy="228"/>
              </a:xfrm>
              <a:custGeom>
                <a:avLst/>
                <a:gdLst>
                  <a:gd name="T0" fmla="*/ 99 w 129"/>
                  <a:gd name="T1" fmla="*/ 228 h 228"/>
                  <a:gd name="T2" fmla="*/ 99 w 129"/>
                  <a:gd name="T3" fmla="*/ 228 h 228"/>
                  <a:gd name="T4" fmla="*/ 88 w 129"/>
                  <a:gd name="T5" fmla="*/ 200 h 228"/>
                  <a:gd name="T6" fmla="*/ 78 w 129"/>
                  <a:gd name="T7" fmla="*/ 173 h 228"/>
                  <a:gd name="T8" fmla="*/ 67 w 129"/>
                  <a:gd name="T9" fmla="*/ 147 h 228"/>
                  <a:gd name="T10" fmla="*/ 54 w 129"/>
                  <a:gd name="T11" fmla="*/ 121 h 228"/>
                  <a:gd name="T12" fmla="*/ 40 w 129"/>
                  <a:gd name="T13" fmla="*/ 95 h 228"/>
                  <a:gd name="T14" fmla="*/ 27 w 129"/>
                  <a:gd name="T15" fmla="*/ 70 h 228"/>
                  <a:gd name="T16" fmla="*/ 13 w 129"/>
                  <a:gd name="T17" fmla="*/ 45 h 228"/>
                  <a:gd name="T18" fmla="*/ 0 w 129"/>
                  <a:gd name="T19" fmla="*/ 23 h 228"/>
                  <a:gd name="T20" fmla="*/ 23 w 129"/>
                  <a:gd name="T21" fmla="*/ 0 h 228"/>
                  <a:gd name="T22" fmla="*/ 39 w 129"/>
                  <a:gd name="T23" fmla="*/ 25 h 228"/>
                  <a:gd name="T24" fmla="*/ 54 w 129"/>
                  <a:gd name="T25" fmla="*/ 51 h 228"/>
                  <a:gd name="T26" fmla="*/ 69 w 129"/>
                  <a:gd name="T27" fmla="*/ 78 h 228"/>
                  <a:gd name="T28" fmla="*/ 82 w 129"/>
                  <a:gd name="T29" fmla="*/ 104 h 228"/>
                  <a:gd name="T30" fmla="*/ 94 w 129"/>
                  <a:gd name="T31" fmla="*/ 131 h 228"/>
                  <a:gd name="T32" fmla="*/ 107 w 129"/>
                  <a:gd name="T33" fmla="*/ 160 h 228"/>
                  <a:gd name="T34" fmla="*/ 118 w 129"/>
                  <a:gd name="T35" fmla="*/ 188 h 228"/>
                  <a:gd name="T36" fmla="*/ 129 w 129"/>
                  <a:gd name="T37" fmla="*/ 216 h 228"/>
                  <a:gd name="T38" fmla="*/ 99 w 12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9"/>
                  <a:gd name="T61" fmla="*/ 0 h 228"/>
                  <a:gd name="T62" fmla="*/ 129 w 12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9" h="228">
                    <a:moveTo>
                      <a:pt x="99" y="228"/>
                    </a:moveTo>
                    <a:lnTo>
                      <a:pt x="99" y="228"/>
                    </a:lnTo>
                    <a:lnTo>
                      <a:pt x="88" y="200"/>
                    </a:lnTo>
                    <a:lnTo>
                      <a:pt x="78" y="173"/>
                    </a:lnTo>
                    <a:lnTo>
                      <a:pt x="67" y="147"/>
                    </a:lnTo>
                    <a:lnTo>
                      <a:pt x="54" y="121"/>
                    </a:lnTo>
                    <a:lnTo>
                      <a:pt x="40" y="95"/>
                    </a:lnTo>
                    <a:lnTo>
                      <a:pt x="27" y="70"/>
                    </a:lnTo>
                    <a:lnTo>
                      <a:pt x="13" y="45"/>
                    </a:lnTo>
                    <a:lnTo>
                      <a:pt x="0" y="23"/>
                    </a:lnTo>
                    <a:lnTo>
                      <a:pt x="23" y="0"/>
                    </a:lnTo>
                    <a:lnTo>
                      <a:pt x="39" y="25"/>
                    </a:lnTo>
                    <a:lnTo>
                      <a:pt x="54" y="51"/>
                    </a:lnTo>
                    <a:lnTo>
                      <a:pt x="69" y="78"/>
                    </a:lnTo>
                    <a:lnTo>
                      <a:pt x="82" y="104"/>
                    </a:lnTo>
                    <a:lnTo>
                      <a:pt x="94" y="131"/>
                    </a:lnTo>
                    <a:lnTo>
                      <a:pt x="107" y="160"/>
                    </a:lnTo>
                    <a:lnTo>
                      <a:pt x="118" y="188"/>
                    </a:lnTo>
                    <a:lnTo>
                      <a:pt x="129" y="216"/>
                    </a:lnTo>
                    <a:lnTo>
                      <a:pt x="99" y="2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4" name="Freeform 147"/>
              <p:cNvSpPr>
                <a:spLocks/>
              </p:cNvSpPr>
              <p:nvPr/>
            </p:nvSpPr>
            <p:spPr bwMode="auto">
              <a:xfrm>
                <a:off x="4093" y="1983"/>
                <a:ext cx="80" cy="205"/>
              </a:xfrm>
              <a:custGeom>
                <a:avLst/>
                <a:gdLst>
                  <a:gd name="T0" fmla="*/ 47 w 80"/>
                  <a:gd name="T1" fmla="*/ 204 h 205"/>
                  <a:gd name="T2" fmla="*/ 44 w 80"/>
                  <a:gd name="T3" fmla="*/ 180 h 205"/>
                  <a:gd name="T4" fmla="*/ 40 w 80"/>
                  <a:gd name="T5" fmla="*/ 156 h 205"/>
                  <a:gd name="T6" fmla="*/ 35 w 80"/>
                  <a:gd name="T7" fmla="*/ 130 h 205"/>
                  <a:gd name="T8" fmla="*/ 30 w 80"/>
                  <a:gd name="T9" fmla="*/ 108 h 205"/>
                  <a:gd name="T10" fmla="*/ 24 w 80"/>
                  <a:gd name="T11" fmla="*/ 83 h 205"/>
                  <a:gd name="T12" fmla="*/ 16 w 80"/>
                  <a:gd name="T13" fmla="*/ 59 h 205"/>
                  <a:gd name="T14" fmla="*/ 9 w 80"/>
                  <a:gd name="T15" fmla="*/ 35 h 205"/>
                  <a:gd name="T16" fmla="*/ 0 w 80"/>
                  <a:gd name="T17" fmla="*/ 10 h 205"/>
                  <a:gd name="T18" fmla="*/ 31 w 80"/>
                  <a:gd name="T19" fmla="*/ 0 h 205"/>
                  <a:gd name="T20" fmla="*/ 40 w 80"/>
                  <a:gd name="T21" fmla="*/ 24 h 205"/>
                  <a:gd name="T22" fmla="*/ 46 w 80"/>
                  <a:gd name="T23" fmla="*/ 51 h 205"/>
                  <a:gd name="T24" fmla="*/ 55 w 80"/>
                  <a:gd name="T25" fmla="*/ 77 h 205"/>
                  <a:gd name="T26" fmla="*/ 61 w 80"/>
                  <a:gd name="T27" fmla="*/ 102 h 205"/>
                  <a:gd name="T28" fmla="*/ 67 w 80"/>
                  <a:gd name="T29" fmla="*/ 128 h 205"/>
                  <a:gd name="T30" fmla="*/ 73 w 80"/>
                  <a:gd name="T31" fmla="*/ 155 h 205"/>
                  <a:gd name="T32" fmla="*/ 77 w 80"/>
                  <a:gd name="T33" fmla="*/ 180 h 205"/>
                  <a:gd name="T34" fmla="*/ 80 w 80"/>
                  <a:gd name="T35" fmla="*/ 205 h 205"/>
                  <a:gd name="T36" fmla="*/ 47 w 80"/>
                  <a:gd name="T37" fmla="*/ 204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0"/>
                  <a:gd name="T58" fmla="*/ 0 h 205"/>
                  <a:gd name="T59" fmla="*/ 80 w 8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0" h="205">
                    <a:moveTo>
                      <a:pt x="47" y="204"/>
                    </a:moveTo>
                    <a:lnTo>
                      <a:pt x="44" y="180"/>
                    </a:lnTo>
                    <a:lnTo>
                      <a:pt x="40" y="156"/>
                    </a:lnTo>
                    <a:lnTo>
                      <a:pt x="35" y="130"/>
                    </a:lnTo>
                    <a:lnTo>
                      <a:pt x="30" y="108"/>
                    </a:lnTo>
                    <a:lnTo>
                      <a:pt x="24" y="83"/>
                    </a:lnTo>
                    <a:lnTo>
                      <a:pt x="16" y="59"/>
                    </a:lnTo>
                    <a:lnTo>
                      <a:pt x="9" y="35"/>
                    </a:lnTo>
                    <a:lnTo>
                      <a:pt x="0" y="10"/>
                    </a:lnTo>
                    <a:lnTo>
                      <a:pt x="31" y="0"/>
                    </a:lnTo>
                    <a:lnTo>
                      <a:pt x="40" y="24"/>
                    </a:lnTo>
                    <a:lnTo>
                      <a:pt x="46" y="51"/>
                    </a:lnTo>
                    <a:lnTo>
                      <a:pt x="55" y="77"/>
                    </a:lnTo>
                    <a:lnTo>
                      <a:pt x="61" y="102"/>
                    </a:lnTo>
                    <a:lnTo>
                      <a:pt x="67" y="128"/>
                    </a:lnTo>
                    <a:lnTo>
                      <a:pt x="73" y="155"/>
                    </a:lnTo>
                    <a:lnTo>
                      <a:pt x="77" y="180"/>
                    </a:lnTo>
                    <a:lnTo>
                      <a:pt x="80" y="205"/>
                    </a:lnTo>
                    <a:lnTo>
                      <a:pt x="47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5" name="Freeform 148"/>
              <p:cNvSpPr>
                <a:spLocks/>
              </p:cNvSpPr>
              <p:nvPr/>
            </p:nvSpPr>
            <p:spPr bwMode="auto">
              <a:xfrm>
                <a:off x="4143" y="2187"/>
                <a:ext cx="38" cy="22"/>
              </a:xfrm>
              <a:custGeom>
                <a:avLst/>
                <a:gdLst>
                  <a:gd name="T0" fmla="*/ 35 w 38"/>
                  <a:gd name="T1" fmla="*/ 1 h 22"/>
                  <a:gd name="T2" fmla="*/ 38 w 38"/>
                  <a:gd name="T3" fmla="*/ 22 h 22"/>
                  <a:gd name="T4" fmla="*/ 4 w 38"/>
                  <a:gd name="T5" fmla="*/ 21 h 22"/>
                  <a:gd name="T6" fmla="*/ 0 w 38"/>
                  <a:gd name="T7" fmla="*/ 0 h 22"/>
                  <a:gd name="T8" fmla="*/ 35 w 38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2"/>
                  <a:gd name="T17" fmla="*/ 38 w 3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2">
                    <a:moveTo>
                      <a:pt x="35" y="1"/>
                    </a:moveTo>
                    <a:lnTo>
                      <a:pt x="38" y="22"/>
                    </a:lnTo>
                    <a:lnTo>
                      <a:pt x="4" y="21"/>
                    </a:lnTo>
                    <a:lnTo>
                      <a:pt x="0" y="0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6" name="Freeform 149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7" name="Freeform 150"/>
              <p:cNvSpPr>
                <a:spLocks/>
              </p:cNvSpPr>
              <p:nvPr/>
            </p:nvSpPr>
            <p:spPr bwMode="auto">
              <a:xfrm>
                <a:off x="3962" y="1713"/>
                <a:ext cx="51" cy="176"/>
              </a:xfrm>
              <a:custGeom>
                <a:avLst/>
                <a:gdLst>
                  <a:gd name="T0" fmla="*/ 5 w 51"/>
                  <a:gd name="T1" fmla="*/ 19 h 176"/>
                  <a:gd name="T2" fmla="*/ 11 w 51"/>
                  <a:gd name="T3" fmla="*/ 13 h 176"/>
                  <a:gd name="T4" fmla="*/ 51 w 51"/>
                  <a:gd name="T5" fmla="*/ 175 h 176"/>
                  <a:gd name="T6" fmla="*/ 42 w 51"/>
                  <a:gd name="T7" fmla="*/ 176 h 176"/>
                  <a:gd name="T8" fmla="*/ 2 w 51"/>
                  <a:gd name="T9" fmla="*/ 14 h 176"/>
                  <a:gd name="T10" fmla="*/ 8 w 51"/>
                  <a:gd name="T11" fmla="*/ 9 h 176"/>
                  <a:gd name="T12" fmla="*/ 2 w 51"/>
                  <a:gd name="T13" fmla="*/ 14 h 176"/>
                  <a:gd name="T14" fmla="*/ 0 w 51"/>
                  <a:gd name="T15" fmla="*/ 0 h 176"/>
                  <a:gd name="T16" fmla="*/ 8 w 51"/>
                  <a:gd name="T17" fmla="*/ 9 h 176"/>
                  <a:gd name="T18" fmla="*/ 5 w 51"/>
                  <a:gd name="T19" fmla="*/ 19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176"/>
                  <a:gd name="T32" fmla="*/ 51 w 51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176">
                    <a:moveTo>
                      <a:pt x="5" y="19"/>
                    </a:moveTo>
                    <a:lnTo>
                      <a:pt x="11" y="13"/>
                    </a:lnTo>
                    <a:lnTo>
                      <a:pt x="51" y="175"/>
                    </a:lnTo>
                    <a:lnTo>
                      <a:pt x="42" y="176"/>
                    </a:lnTo>
                    <a:lnTo>
                      <a:pt x="2" y="14"/>
                    </a:lnTo>
                    <a:lnTo>
                      <a:pt x="8" y="9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8" y="9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8" name="Freeform 151"/>
              <p:cNvSpPr>
                <a:spLocks/>
              </p:cNvSpPr>
              <p:nvPr/>
            </p:nvSpPr>
            <p:spPr bwMode="auto">
              <a:xfrm>
                <a:off x="3969" y="1723"/>
                <a:ext cx="120" cy="110"/>
              </a:xfrm>
              <a:custGeom>
                <a:avLst/>
                <a:gdLst>
                  <a:gd name="T0" fmla="*/ 109 w 120"/>
                  <a:gd name="T1" fmla="*/ 99 h 110"/>
                  <a:gd name="T2" fmla="*/ 110 w 120"/>
                  <a:gd name="T3" fmla="*/ 110 h 110"/>
                  <a:gd name="T4" fmla="*/ 0 w 120"/>
                  <a:gd name="T5" fmla="*/ 9 h 110"/>
                  <a:gd name="T6" fmla="*/ 3 w 120"/>
                  <a:gd name="T7" fmla="*/ 0 h 110"/>
                  <a:gd name="T8" fmla="*/ 113 w 120"/>
                  <a:gd name="T9" fmla="*/ 102 h 110"/>
                  <a:gd name="T10" fmla="*/ 116 w 120"/>
                  <a:gd name="T11" fmla="*/ 110 h 110"/>
                  <a:gd name="T12" fmla="*/ 113 w 120"/>
                  <a:gd name="T13" fmla="*/ 102 h 110"/>
                  <a:gd name="T14" fmla="*/ 120 w 120"/>
                  <a:gd name="T15" fmla="*/ 106 h 110"/>
                  <a:gd name="T16" fmla="*/ 116 w 120"/>
                  <a:gd name="T17" fmla="*/ 110 h 110"/>
                  <a:gd name="T18" fmla="*/ 109 w 120"/>
                  <a:gd name="T19" fmla="*/ 99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10"/>
                  <a:gd name="T32" fmla="*/ 120 w 120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10">
                    <a:moveTo>
                      <a:pt x="109" y="99"/>
                    </a:moveTo>
                    <a:lnTo>
                      <a:pt x="110" y="110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3" y="102"/>
                    </a:lnTo>
                    <a:lnTo>
                      <a:pt x="116" y="110"/>
                    </a:lnTo>
                    <a:lnTo>
                      <a:pt x="113" y="102"/>
                    </a:lnTo>
                    <a:lnTo>
                      <a:pt x="120" y="106"/>
                    </a:lnTo>
                    <a:lnTo>
                      <a:pt x="116" y="110"/>
                    </a:lnTo>
                    <a:lnTo>
                      <a:pt x="109" y="9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09" name="Freeform 152"/>
              <p:cNvSpPr>
                <a:spLocks/>
              </p:cNvSpPr>
              <p:nvPr/>
            </p:nvSpPr>
            <p:spPr bwMode="auto">
              <a:xfrm>
                <a:off x="4008" y="1825"/>
                <a:ext cx="78" cy="75"/>
              </a:xfrm>
              <a:custGeom>
                <a:avLst/>
                <a:gdLst>
                  <a:gd name="T0" fmla="*/ 8 w 78"/>
                  <a:gd name="T1" fmla="*/ 64 h 75"/>
                  <a:gd name="T2" fmla="*/ 1 w 78"/>
                  <a:gd name="T3" fmla="*/ 59 h 75"/>
                  <a:gd name="T4" fmla="*/ 71 w 78"/>
                  <a:gd name="T5" fmla="*/ 0 h 75"/>
                  <a:gd name="T6" fmla="*/ 78 w 78"/>
                  <a:gd name="T7" fmla="*/ 10 h 75"/>
                  <a:gd name="T8" fmla="*/ 6 w 78"/>
                  <a:gd name="T9" fmla="*/ 71 h 75"/>
                  <a:gd name="T10" fmla="*/ 0 w 78"/>
                  <a:gd name="T11" fmla="*/ 66 h 75"/>
                  <a:gd name="T12" fmla="*/ 6 w 78"/>
                  <a:gd name="T13" fmla="*/ 71 h 75"/>
                  <a:gd name="T14" fmla="*/ 1 w 78"/>
                  <a:gd name="T15" fmla="*/ 75 h 75"/>
                  <a:gd name="T16" fmla="*/ 0 w 78"/>
                  <a:gd name="T17" fmla="*/ 66 h 75"/>
                  <a:gd name="T18" fmla="*/ 8 w 78"/>
                  <a:gd name="T19" fmla="*/ 64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5"/>
                  <a:gd name="T32" fmla="*/ 78 w 78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5">
                    <a:moveTo>
                      <a:pt x="8" y="64"/>
                    </a:moveTo>
                    <a:lnTo>
                      <a:pt x="1" y="59"/>
                    </a:lnTo>
                    <a:lnTo>
                      <a:pt x="71" y="0"/>
                    </a:lnTo>
                    <a:lnTo>
                      <a:pt x="78" y="10"/>
                    </a:lnTo>
                    <a:lnTo>
                      <a:pt x="6" y="71"/>
                    </a:lnTo>
                    <a:lnTo>
                      <a:pt x="0" y="66"/>
                    </a:lnTo>
                    <a:lnTo>
                      <a:pt x="6" y="71"/>
                    </a:lnTo>
                    <a:lnTo>
                      <a:pt x="1" y="75"/>
                    </a:lnTo>
                    <a:lnTo>
                      <a:pt x="0" y="66"/>
                    </a:lnTo>
                    <a:lnTo>
                      <a:pt x="8" y="6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0" name="Freeform 153"/>
              <p:cNvSpPr>
                <a:spLocks/>
              </p:cNvSpPr>
              <p:nvPr/>
            </p:nvSpPr>
            <p:spPr bwMode="auto">
              <a:xfrm>
                <a:off x="3981" y="1748"/>
                <a:ext cx="30" cy="36"/>
              </a:xfrm>
              <a:custGeom>
                <a:avLst/>
                <a:gdLst>
                  <a:gd name="T0" fmla="*/ 10 w 30"/>
                  <a:gd name="T1" fmla="*/ 36 h 36"/>
                  <a:gd name="T2" fmla="*/ 0 w 30"/>
                  <a:gd name="T3" fmla="*/ 19 h 36"/>
                  <a:gd name="T4" fmla="*/ 20 w 30"/>
                  <a:gd name="T5" fmla="*/ 0 h 36"/>
                  <a:gd name="T6" fmla="*/ 30 w 30"/>
                  <a:gd name="T7" fmla="*/ 17 h 36"/>
                  <a:gd name="T8" fmla="*/ 10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0" y="36"/>
                    </a:moveTo>
                    <a:lnTo>
                      <a:pt x="0" y="19"/>
                    </a:lnTo>
                    <a:lnTo>
                      <a:pt x="20" y="0"/>
                    </a:lnTo>
                    <a:lnTo>
                      <a:pt x="30" y="17"/>
                    </a:lnTo>
                    <a:lnTo>
                      <a:pt x="10" y="3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1" name="Freeform 154"/>
              <p:cNvSpPr>
                <a:spLocks/>
              </p:cNvSpPr>
              <p:nvPr/>
            </p:nvSpPr>
            <p:spPr bwMode="auto">
              <a:xfrm>
                <a:off x="3993" y="1766"/>
                <a:ext cx="125" cy="224"/>
              </a:xfrm>
              <a:custGeom>
                <a:avLst/>
                <a:gdLst>
                  <a:gd name="T0" fmla="*/ 100 w 125"/>
                  <a:gd name="T1" fmla="*/ 224 h 224"/>
                  <a:gd name="T2" fmla="*/ 100 w 125"/>
                  <a:gd name="T3" fmla="*/ 224 h 224"/>
                  <a:gd name="T4" fmla="*/ 88 w 125"/>
                  <a:gd name="T5" fmla="*/ 196 h 224"/>
                  <a:gd name="T6" fmla="*/ 78 w 125"/>
                  <a:gd name="T7" fmla="*/ 169 h 224"/>
                  <a:gd name="T8" fmla="*/ 67 w 125"/>
                  <a:gd name="T9" fmla="*/ 143 h 224"/>
                  <a:gd name="T10" fmla="*/ 54 w 125"/>
                  <a:gd name="T11" fmla="*/ 117 h 224"/>
                  <a:gd name="T12" fmla="*/ 41 w 125"/>
                  <a:gd name="T13" fmla="*/ 91 h 224"/>
                  <a:gd name="T14" fmla="*/ 29 w 125"/>
                  <a:gd name="T15" fmla="*/ 66 h 224"/>
                  <a:gd name="T16" fmla="*/ 15 w 125"/>
                  <a:gd name="T17" fmla="*/ 43 h 224"/>
                  <a:gd name="T18" fmla="*/ 0 w 125"/>
                  <a:gd name="T19" fmla="*/ 19 h 224"/>
                  <a:gd name="T20" fmla="*/ 20 w 125"/>
                  <a:gd name="T21" fmla="*/ 0 h 224"/>
                  <a:gd name="T22" fmla="*/ 35 w 125"/>
                  <a:gd name="T23" fmla="*/ 24 h 224"/>
                  <a:gd name="T24" fmla="*/ 50 w 125"/>
                  <a:gd name="T25" fmla="*/ 49 h 224"/>
                  <a:gd name="T26" fmla="*/ 65 w 125"/>
                  <a:gd name="T27" fmla="*/ 77 h 224"/>
                  <a:gd name="T28" fmla="*/ 78 w 125"/>
                  <a:gd name="T29" fmla="*/ 103 h 224"/>
                  <a:gd name="T30" fmla="*/ 91 w 125"/>
                  <a:gd name="T31" fmla="*/ 130 h 224"/>
                  <a:gd name="T32" fmla="*/ 103 w 125"/>
                  <a:gd name="T33" fmla="*/ 158 h 224"/>
                  <a:gd name="T34" fmla="*/ 114 w 125"/>
                  <a:gd name="T35" fmla="*/ 187 h 224"/>
                  <a:gd name="T36" fmla="*/ 125 w 125"/>
                  <a:gd name="T37" fmla="*/ 216 h 224"/>
                  <a:gd name="T38" fmla="*/ 100 w 125"/>
                  <a:gd name="T39" fmla="*/ 224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4"/>
                  <a:gd name="T62" fmla="*/ 125 w 125"/>
                  <a:gd name="T63" fmla="*/ 224 h 2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4">
                    <a:moveTo>
                      <a:pt x="100" y="224"/>
                    </a:moveTo>
                    <a:lnTo>
                      <a:pt x="100" y="224"/>
                    </a:lnTo>
                    <a:lnTo>
                      <a:pt x="88" y="196"/>
                    </a:lnTo>
                    <a:lnTo>
                      <a:pt x="78" y="169"/>
                    </a:lnTo>
                    <a:lnTo>
                      <a:pt x="67" y="143"/>
                    </a:lnTo>
                    <a:lnTo>
                      <a:pt x="54" y="117"/>
                    </a:lnTo>
                    <a:lnTo>
                      <a:pt x="41" y="91"/>
                    </a:lnTo>
                    <a:lnTo>
                      <a:pt x="29" y="66"/>
                    </a:lnTo>
                    <a:lnTo>
                      <a:pt x="15" y="43"/>
                    </a:lnTo>
                    <a:lnTo>
                      <a:pt x="0" y="19"/>
                    </a:lnTo>
                    <a:lnTo>
                      <a:pt x="20" y="0"/>
                    </a:lnTo>
                    <a:lnTo>
                      <a:pt x="35" y="24"/>
                    </a:lnTo>
                    <a:lnTo>
                      <a:pt x="50" y="49"/>
                    </a:lnTo>
                    <a:lnTo>
                      <a:pt x="65" y="77"/>
                    </a:lnTo>
                    <a:lnTo>
                      <a:pt x="78" y="103"/>
                    </a:lnTo>
                    <a:lnTo>
                      <a:pt x="91" y="130"/>
                    </a:lnTo>
                    <a:lnTo>
                      <a:pt x="103" y="158"/>
                    </a:lnTo>
                    <a:lnTo>
                      <a:pt x="114" y="187"/>
                    </a:lnTo>
                    <a:lnTo>
                      <a:pt x="125" y="216"/>
                    </a:lnTo>
                    <a:lnTo>
                      <a:pt x="100" y="2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2" name="Freeform 155"/>
              <p:cNvSpPr>
                <a:spLocks/>
              </p:cNvSpPr>
              <p:nvPr/>
            </p:nvSpPr>
            <p:spPr bwMode="auto">
              <a:xfrm>
                <a:off x="4096" y="1984"/>
                <a:ext cx="74" cy="204"/>
              </a:xfrm>
              <a:custGeom>
                <a:avLst/>
                <a:gdLst>
                  <a:gd name="T0" fmla="*/ 46 w 74"/>
                  <a:gd name="T1" fmla="*/ 203 h 204"/>
                  <a:gd name="T2" fmla="*/ 43 w 74"/>
                  <a:gd name="T3" fmla="*/ 179 h 204"/>
                  <a:gd name="T4" fmla="*/ 39 w 74"/>
                  <a:gd name="T5" fmla="*/ 155 h 204"/>
                  <a:gd name="T6" fmla="*/ 33 w 74"/>
                  <a:gd name="T7" fmla="*/ 129 h 204"/>
                  <a:gd name="T8" fmla="*/ 28 w 74"/>
                  <a:gd name="T9" fmla="*/ 107 h 204"/>
                  <a:gd name="T10" fmla="*/ 23 w 74"/>
                  <a:gd name="T11" fmla="*/ 82 h 204"/>
                  <a:gd name="T12" fmla="*/ 14 w 74"/>
                  <a:gd name="T13" fmla="*/ 57 h 204"/>
                  <a:gd name="T14" fmla="*/ 8 w 74"/>
                  <a:gd name="T15" fmla="*/ 34 h 204"/>
                  <a:gd name="T16" fmla="*/ 0 w 74"/>
                  <a:gd name="T17" fmla="*/ 8 h 204"/>
                  <a:gd name="T18" fmla="*/ 25 w 74"/>
                  <a:gd name="T19" fmla="*/ 0 h 204"/>
                  <a:gd name="T20" fmla="*/ 32 w 74"/>
                  <a:gd name="T21" fmla="*/ 25 h 204"/>
                  <a:gd name="T22" fmla="*/ 41 w 74"/>
                  <a:gd name="T23" fmla="*/ 51 h 204"/>
                  <a:gd name="T24" fmla="*/ 48 w 74"/>
                  <a:gd name="T25" fmla="*/ 78 h 204"/>
                  <a:gd name="T26" fmla="*/ 55 w 74"/>
                  <a:gd name="T27" fmla="*/ 102 h 204"/>
                  <a:gd name="T28" fmla="*/ 61 w 74"/>
                  <a:gd name="T29" fmla="*/ 129 h 204"/>
                  <a:gd name="T30" fmla="*/ 66 w 74"/>
                  <a:gd name="T31" fmla="*/ 155 h 204"/>
                  <a:gd name="T32" fmla="*/ 70 w 74"/>
                  <a:gd name="T33" fmla="*/ 179 h 204"/>
                  <a:gd name="T34" fmla="*/ 74 w 74"/>
                  <a:gd name="T35" fmla="*/ 204 h 204"/>
                  <a:gd name="T36" fmla="*/ 46 w 74"/>
                  <a:gd name="T37" fmla="*/ 203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4"/>
                  <a:gd name="T58" fmla="*/ 0 h 204"/>
                  <a:gd name="T59" fmla="*/ 74 w 74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4" h="204">
                    <a:moveTo>
                      <a:pt x="46" y="203"/>
                    </a:moveTo>
                    <a:lnTo>
                      <a:pt x="43" y="179"/>
                    </a:lnTo>
                    <a:lnTo>
                      <a:pt x="39" y="155"/>
                    </a:lnTo>
                    <a:lnTo>
                      <a:pt x="33" y="129"/>
                    </a:lnTo>
                    <a:lnTo>
                      <a:pt x="28" y="107"/>
                    </a:lnTo>
                    <a:lnTo>
                      <a:pt x="23" y="82"/>
                    </a:lnTo>
                    <a:lnTo>
                      <a:pt x="14" y="57"/>
                    </a:lnTo>
                    <a:lnTo>
                      <a:pt x="8" y="34"/>
                    </a:lnTo>
                    <a:lnTo>
                      <a:pt x="0" y="8"/>
                    </a:lnTo>
                    <a:lnTo>
                      <a:pt x="25" y="0"/>
                    </a:lnTo>
                    <a:lnTo>
                      <a:pt x="32" y="25"/>
                    </a:lnTo>
                    <a:lnTo>
                      <a:pt x="41" y="51"/>
                    </a:lnTo>
                    <a:lnTo>
                      <a:pt x="48" y="78"/>
                    </a:lnTo>
                    <a:lnTo>
                      <a:pt x="55" y="102"/>
                    </a:lnTo>
                    <a:lnTo>
                      <a:pt x="61" y="129"/>
                    </a:lnTo>
                    <a:lnTo>
                      <a:pt x="66" y="155"/>
                    </a:lnTo>
                    <a:lnTo>
                      <a:pt x="70" y="179"/>
                    </a:lnTo>
                    <a:lnTo>
                      <a:pt x="74" y="204"/>
                    </a:lnTo>
                    <a:lnTo>
                      <a:pt x="46" y="20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3" name="Freeform 156"/>
              <p:cNvSpPr>
                <a:spLocks/>
              </p:cNvSpPr>
              <p:nvPr/>
            </p:nvSpPr>
            <p:spPr bwMode="auto">
              <a:xfrm>
                <a:off x="4147" y="2187"/>
                <a:ext cx="32" cy="19"/>
              </a:xfrm>
              <a:custGeom>
                <a:avLst/>
                <a:gdLst>
                  <a:gd name="T0" fmla="*/ 28 w 32"/>
                  <a:gd name="T1" fmla="*/ 1 h 19"/>
                  <a:gd name="T2" fmla="*/ 32 w 32"/>
                  <a:gd name="T3" fmla="*/ 19 h 19"/>
                  <a:gd name="T4" fmla="*/ 3 w 32"/>
                  <a:gd name="T5" fmla="*/ 18 h 19"/>
                  <a:gd name="T6" fmla="*/ 0 w 32"/>
                  <a:gd name="T7" fmla="*/ 0 h 19"/>
                  <a:gd name="T8" fmla="*/ 28 w 32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19"/>
                  <a:gd name="T17" fmla="*/ 32 w 3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19">
                    <a:moveTo>
                      <a:pt x="28" y="1"/>
                    </a:moveTo>
                    <a:lnTo>
                      <a:pt x="32" y="19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4" name="Freeform 157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5" name="Freeform 158"/>
              <p:cNvSpPr>
                <a:spLocks/>
              </p:cNvSpPr>
              <p:nvPr/>
            </p:nvSpPr>
            <p:spPr bwMode="auto">
              <a:xfrm>
                <a:off x="3934" y="1679"/>
                <a:ext cx="66" cy="183"/>
              </a:xfrm>
              <a:custGeom>
                <a:avLst/>
                <a:gdLst>
                  <a:gd name="T0" fmla="*/ 11 w 66"/>
                  <a:gd name="T1" fmla="*/ 31 h 183"/>
                  <a:gd name="T2" fmla="*/ 21 w 66"/>
                  <a:gd name="T3" fmla="*/ 21 h 183"/>
                  <a:gd name="T4" fmla="*/ 66 w 66"/>
                  <a:gd name="T5" fmla="*/ 180 h 183"/>
                  <a:gd name="T6" fmla="*/ 52 w 66"/>
                  <a:gd name="T7" fmla="*/ 183 h 183"/>
                  <a:gd name="T8" fmla="*/ 6 w 66"/>
                  <a:gd name="T9" fmla="*/ 24 h 183"/>
                  <a:gd name="T10" fmla="*/ 17 w 66"/>
                  <a:gd name="T11" fmla="*/ 15 h 183"/>
                  <a:gd name="T12" fmla="*/ 6 w 66"/>
                  <a:gd name="T13" fmla="*/ 24 h 183"/>
                  <a:gd name="T14" fmla="*/ 0 w 66"/>
                  <a:gd name="T15" fmla="*/ 0 h 183"/>
                  <a:gd name="T16" fmla="*/ 17 w 66"/>
                  <a:gd name="T17" fmla="*/ 15 h 183"/>
                  <a:gd name="T18" fmla="*/ 11 w 66"/>
                  <a:gd name="T19" fmla="*/ 31 h 1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183"/>
                  <a:gd name="T32" fmla="*/ 66 w 66"/>
                  <a:gd name="T33" fmla="*/ 183 h 1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183">
                    <a:moveTo>
                      <a:pt x="11" y="31"/>
                    </a:moveTo>
                    <a:lnTo>
                      <a:pt x="21" y="21"/>
                    </a:lnTo>
                    <a:lnTo>
                      <a:pt x="66" y="180"/>
                    </a:lnTo>
                    <a:lnTo>
                      <a:pt x="52" y="183"/>
                    </a:lnTo>
                    <a:lnTo>
                      <a:pt x="6" y="24"/>
                    </a:lnTo>
                    <a:lnTo>
                      <a:pt x="17" y="15"/>
                    </a:lnTo>
                    <a:lnTo>
                      <a:pt x="6" y="24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6" name="Freeform 159"/>
              <p:cNvSpPr>
                <a:spLocks/>
              </p:cNvSpPr>
              <p:nvPr/>
            </p:nvSpPr>
            <p:spPr bwMode="auto">
              <a:xfrm>
                <a:off x="3945" y="1694"/>
                <a:ext cx="129" cy="110"/>
              </a:xfrm>
              <a:custGeom>
                <a:avLst/>
                <a:gdLst>
                  <a:gd name="T0" fmla="*/ 111 w 129"/>
                  <a:gd name="T1" fmla="*/ 93 h 110"/>
                  <a:gd name="T2" fmla="*/ 113 w 129"/>
                  <a:gd name="T3" fmla="*/ 110 h 110"/>
                  <a:gd name="T4" fmla="*/ 0 w 129"/>
                  <a:gd name="T5" fmla="*/ 17 h 110"/>
                  <a:gd name="T6" fmla="*/ 5 w 129"/>
                  <a:gd name="T7" fmla="*/ 0 h 110"/>
                  <a:gd name="T8" fmla="*/ 118 w 129"/>
                  <a:gd name="T9" fmla="*/ 94 h 110"/>
                  <a:gd name="T10" fmla="*/ 121 w 129"/>
                  <a:gd name="T11" fmla="*/ 110 h 110"/>
                  <a:gd name="T12" fmla="*/ 118 w 129"/>
                  <a:gd name="T13" fmla="*/ 94 h 110"/>
                  <a:gd name="T14" fmla="*/ 129 w 129"/>
                  <a:gd name="T15" fmla="*/ 103 h 110"/>
                  <a:gd name="T16" fmla="*/ 121 w 129"/>
                  <a:gd name="T17" fmla="*/ 110 h 110"/>
                  <a:gd name="T18" fmla="*/ 111 w 129"/>
                  <a:gd name="T19" fmla="*/ 9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10"/>
                  <a:gd name="T32" fmla="*/ 129 w 129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10">
                    <a:moveTo>
                      <a:pt x="111" y="93"/>
                    </a:moveTo>
                    <a:lnTo>
                      <a:pt x="113" y="110"/>
                    </a:lnTo>
                    <a:lnTo>
                      <a:pt x="0" y="17"/>
                    </a:lnTo>
                    <a:lnTo>
                      <a:pt x="5" y="0"/>
                    </a:lnTo>
                    <a:lnTo>
                      <a:pt x="118" y="94"/>
                    </a:lnTo>
                    <a:lnTo>
                      <a:pt x="121" y="110"/>
                    </a:lnTo>
                    <a:lnTo>
                      <a:pt x="118" y="94"/>
                    </a:lnTo>
                    <a:lnTo>
                      <a:pt x="129" y="103"/>
                    </a:lnTo>
                    <a:lnTo>
                      <a:pt x="121" y="110"/>
                    </a:lnTo>
                    <a:lnTo>
                      <a:pt x="111" y="9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7" name="Freeform 160"/>
              <p:cNvSpPr>
                <a:spLocks/>
              </p:cNvSpPr>
              <p:nvPr/>
            </p:nvSpPr>
            <p:spPr bwMode="auto">
              <a:xfrm>
                <a:off x="3987" y="1788"/>
                <a:ext cx="80" cy="90"/>
              </a:xfrm>
              <a:custGeom>
                <a:avLst/>
                <a:gdLst>
                  <a:gd name="T0" fmla="*/ 15 w 80"/>
                  <a:gd name="T1" fmla="*/ 71 h 90"/>
                  <a:gd name="T2" fmla="*/ 1 w 80"/>
                  <a:gd name="T3" fmla="*/ 65 h 90"/>
                  <a:gd name="T4" fmla="*/ 71 w 80"/>
                  <a:gd name="T5" fmla="*/ 0 h 90"/>
                  <a:gd name="T6" fmla="*/ 80 w 80"/>
                  <a:gd name="T7" fmla="*/ 17 h 90"/>
                  <a:gd name="T8" fmla="*/ 13 w 80"/>
                  <a:gd name="T9" fmla="*/ 82 h 90"/>
                  <a:gd name="T10" fmla="*/ 0 w 80"/>
                  <a:gd name="T11" fmla="*/ 75 h 90"/>
                  <a:gd name="T12" fmla="*/ 13 w 80"/>
                  <a:gd name="T13" fmla="*/ 82 h 90"/>
                  <a:gd name="T14" fmla="*/ 5 w 80"/>
                  <a:gd name="T15" fmla="*/ 90 h 90"/>
                  <a:gd name="T16" fmla="*/ 0 w 80"/>
                  <a:gd name="T17" fmla="*/ 75 h 90"/>
                  <a:gd name="T18" fmla="*/ 15 w 80"/>
                  <a:gd name="T19" fmla="*/ 71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90"/>
                  <a:gd name="T32" fmla="*/ 80 w 80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90">
                    <a:moveTo>
                      <a:pt x="15" y="71"/>
                    </a:moveTo>
                    <a:lnTo>
                      <a:pt x="1" y="65"/>
                    </a:lnTo>
                    <a:lnTo>
                      <a:pt x="71" y="0"/>
                    </a:lnTo>
                    <a:lnTo>
                      <a:pt x="80" y="17"/>
                    </a:lnTo>
                    <a:lnTo>
                      <a:pt x="13" y="82"/>
                    </a:lnTo>
                    <a:lnTo>
                      <a:pt x="0" y="75"/>
                    </a:lnTo>
                    <a:lnTo>
                      <a:pt x="13" y="82"/>
                    </a:lnTo>
                    <a:lnTo>
                      <a:pt x="5" y="90"/>
                    </a:lnTo>
                    <a:lnTo>
                      <a:pt x="0" y="75"/>
                    </a:lnTo>
                    <a:lnTo>
                      <a:pt x="15" y="7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8" name="Freeform 161"/>
              <p:cNvSpPr>
                <a:spLocks/>
              </p:cNvSpPr>
              <p:nvPr/>
            </p:nvSpPr>
            <p:spPr bwMode="auto">
              <a:xfrm>
                <a:off x="3964" y="1726"/>
                <a:ext cx="34" cy="45"/>
              </a:xfrm>
              <a:custGeom>
                <a:avLst/>
                <a:gdLst>
                  <a:gd name="T0" fmla="*/ 12 w 34"/>
                  <a:gd name="T1" fmla="*/ 45 h 45"/>
                  <a:gd name="T2" fmla="*/ 0 w 34"/>
                  <a:gd name="T3" fmla="*/ 26 h 45"/>
                  <a:gd name="T4" fmla="*/ 22 w 34"/>
                  <a:gd name="T5" fmla="*/ 0 h 45"/>
                  <a:gd name="T6" fmla="*/ 34 w 34"/>
                  <a:gd name="T7" fmla="*/ 20 h 45"/>
                  <a:gd name="T8" fmla="*/ 12 w 34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45"/>
                  <a:gd name="T17" fmla="*/ 34 w 34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45">
                    <a:moveTo>
                      <a:pt x="12" y="45"/>
                    </a:moveTo>
                    <a:lnTo>
                      <a:pt x="0" y="26"/>
                    </a:lnTo>
                    <a:lnTo>
                      <a:pt x="22" y="0"/>
                    </a:lnTo>
                    <a:lnTo>
                      <a:pt x="34" y="20"/>
                    </a:lnTo>
                    <a:lnTo>
                      <a:pt x="12" y="4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19" name="Freeform 162"/>
              <p:cNvSpPr>
                <a:spLocks/>
              </p:cNvSpPr>
              <p:nvPr/>
            </p:nvSpPr>
            <p:spPr bwMode="auto">
              <a:xfrm>
                <a:off x="3976" y="1746"/>
                <a:ext cx="128" cy="213"/>
              </a:xfrm>
              <a:custGeom>
                <a:avLst/>
                <a:gdLst>
                  <a:gd name="T0" fmla="*/ 98 w 128"/>
                  <a:gd name="T1" fmla="*/ 213 h 213"/>
                  <a:gd name="T2" fmla="*/ 98 w 128"/>
                  <a:gd name="T3" fmla="*/ 213 h 213"/>
                  <a:gd name="T4" fmla="*/ 87 w 128"/>
                  <a:gd name="T5" fmla="*/ 185 h 213"/>
                  <a:gd name="T6" fmla="*/ 77 w 128"/>
                  <a:gd name="T7" fmla="*/ 160 h 213"/>
                  <a:gd name="T8" fmla="*/ 65 w 128"/>
                  <a:gd name="T9" fmla="*/ 137 h 213"/>
                  <a:gd name="T10" fmla="*/ 53 w 128"/>
                  <a:gd name="T11" fmla="*/ 112 h 213"/>
                  <a:gd name="T12" fmla="*/ 41 w 128"/>
                  <a:gd name="T13" fmla="*/ 89 h 213"/>
                  <a:gd name="T14" fmla="*/ 29 w 128"/>
                  <a:gd name="T15" fmla="*/ 69 h 213"/>
                  <a:gd name="T16" fmla="*/ 16 w 128"/>
                  <a:gd name="T17" fmla="*/ 45 h 213"/>
                  <a:gd name="T18" fmla="*/ 0 w 128"/>
                  <a:gd name="T19" fmla="*/ 24 h 213"/>
                  <a:gd name="T20" fmla="*/ 23 w 128"/>
                  <a:gd name="T21" fmla="*/ 0 h 213"/>
                  <a:gd name="T22" fmla="*/ 39 w 128"/>
                  <a:gd name="T23" fmla="*/ 23 h 213"/>
                  <a:gd name="T24" fmla="*/ 54 w 128"/>
                  <a:gd name="T25" fmla="*/ 47 h 213"/>
                  <a:gd name="T26" fmla="*/ 68 w 128"/>
                  <a:gd name="T27" fmla="*/ 70 h 213"/>
                  <a:gd name="T28" fmla="*/ 80 w 128"/>
                  <a:gd name="T29" fmla="*/ 95 h 213"/>
                  <a:gd name="T30" fmla="*/ 93 w 128"/>
                  <a:gd name="T31" fmla="*/ 120 h 213"/>
                  <a:gd name="T32" fmla="*/ 105 w 128"/>
                  <a:gd name="T33" fmla="*/ 146 h 213"/>
                  <a:gd name="T34" fmla="*/ 117 w 128"/>
                  <a:gd name="T35" fmla="*/ 173 h 213"/>
                  <a:gd name="T36" fmla="*/ 128 w 128"/>
                  <a:gd name="T37" fmla="*/ 200 h 213"/>
                  <a:gd name="T38" fmla="*/ 98 w 128"/>
                  <a:gd name="T39" fmla="*/ 213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8"/>
                  <a:gd name="T61" fmla="*/ 0 h 213"/>
                  <a:gd name="T62" fmla="*/ 128 w 128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8" h="213">
                    <a:moveTo>
                      <a:pt x="98" y="213"/>
                    </a:moveTo>
                    <a:lnTo>
                      <a:pt x="98" y="213"/>
                    </a:lnTo>
                    <a:lnTo>
                      <a:pt x="87" y="185"/>
                    </a:lnTo>
                    <a:lnTo>
                      <a:pt x="77" y="160"/>
                    </a:lnTo>
                    <a:lnTo>
                      <a:pt x="65" y="137"/>
                    </a:lnTo>
                    <a:lnTo>
                      <a:pt x="53" y="112"/>
                    </a:lnTo>
                    <a:lnTo>
                      <a:pt x="41" y="89"/>
                    </a:lnTo>
                    <a:lnTo>
                      <a:pt x="29" y="69"/>
                    </a:lnTo>
                    <a:lnTo>
                      <a:pt x="16" y="45"/>
                    </a:lnTo>
                    <a:lnTo>
                      <a:pt x="0" y="24"/>
                    </a:lnTo>
                    <a:lnTo>
                      <a:pt x="23" y="0"/>
                    </a:lnTo>
                    <a:lnTo>
                      <a:pt x="39" y="23"/>
                    </a:lnTo>
                    <a:lnTo>
                      <a:pt x="54" y="47"/>
                    </a:lnTo>
                    <a:lnTo>
                      <a:pt x="68" y="70"/>
                    </a:lnTo>
                    <a:lnTo>
                      <a:pt x="80" y="95"/>
                    </a:lnTo>
                    <a:lnTo>
                      <a:pt x="93" y="120"/>
                    </a:lnTo>
                    <a:lnTo>
                      <a:pt x="105" y="146"/>
                    </a:lnTo>
                    <a:lnTo>
                      <a:pt x="117" y="173"/>
                    </a:lnTo>
                    <a:lnTo>
                      <a:pt x="128" y="200"/>
                    </a:lnTo>
                    <a:lnTo>
                      <a:pt x="98" y="2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0" name="Freeform 163"/>
              <p:cNvSpPr>
                <a:spLocks/>
              </p:cNvSpPr>
              <p:nvPr/>
            </p:nvSpPr>
            <p:spPr bwMode="auto">
              <a:xfrm>
                <a:off x="4079" y="1950"/>
                <a:ext cx="88" cy="204"/>
              </a:xfrm>
              <a:custGeom>
                <a:avLst/>
                <a:gdLst>
                  <a:gd name="T0" fmla="*/ 56 w 88"/>
                  <a:gd name="T1" fmla="*/ 204 h 204"/>
                  <a:gd name="T2" fmla="*/ 50 w 88"/>
                  <a:gd name="T3" fmla="*/ 180 h 204"/>
                  <a:gd name="T4" fmla="*/ 46 w 88"/>
                  <a:gd name="T5" fmla="*/ 156 h 204"/>
                  <a:gd name="T6" fmla="*/ 40 w 88"/>
                  <a:gd name="T7" fmla="*/ 131 h 204"/>
                  <a:gd name="T8" fmla="*/ 33 w 88"/>
                  <a:gd name="T9" fmla="*/ 107 h 204"/>
                  <a:gd name="T10" fmla="*/ 27 w 88"/>
                  <a:gd name="T11" fmla="*/ 84 h 204"/>
                  <a:gd name="T12" fmla="*/ 18 w 88"/>
                  <a:gd name="T13" fmla="*/ 60 h 204"/>
                  <a:gd name="T14" fmla="*/ 10 w 88"/>
                  <a:gd name="T15" fmla="*/ 36 h 204"/>
                  <a:gd name="T16" fmla="*/ 0 w 88"/>
                  <a:gd name="T17" fmla="*/ 10 h 204"/>
                  <a:gd name="T18" fmla="*/ 30 w 88"/>
                  <a:gd name="T19" fmla="*/ 0 h 204"/>
                  <a:gd name="T20" fmla="*/ 40 w 88"/>
                  <a:gd name="T21" fmla="*/ 24 h 204"/>
                  <a:gd name="T22" fmla="*/ 48 w 88"/>
                  <a:gd name="T23" fmla="*/ 49 h 204"/>
                  <a:gd name="T24" fmla="*/ 57 w 88"/>
                  <a:gd name="T25" fmla="*/ 74 h 204"/>
                  <a:gd name="T26" fmla="*/ 64 w 88"/>
                  <a:gd name="T27" fmla="*/ 101 h 204"/>
                  <a:gd name="T28" fmla="*/ 71 w 88"/>
                  <a:gd name="T29" fmla="*/ 126 h 204"/>
                  <a:gd name="T30" fmla="*/ 78 w 88"/>
                  <a:gd name="T31" fmla="*/ 152 h 204"/>
                  <a:gd name="T32" fmla="*/ 84 w 88"/>
                  <a:gd name="T33" fmla="*/ 178 h 204"/>
                  <a:gd name="T34" fmla="*/ 88 w 88"/>
                  <a:gd name="T35" fmla="*/ 203 h 204"/>
                  <a:gd name="T36" fmla="*/ 56 w 88"/>
                  <a:gd name="T37" fmla="*/ 204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8"/>
                  <a:gd name="T58" fmla="*/ 0 h 204"/>
                  <a:gd name="T59" fmla="*/ 88 w 88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8" h="204">
                    <a:moveTo>
                      <a:pt x="56" y="204"/>
                    </a:moveTo>
                    <a:lnTo>
                      <a:pt x="50" y="180"/>
                    </a:lnTo>
                    <a:lnTo>
                      <a:pt x="46" y="156"/>
                    </a:lnTo>
                    <a:lnTo>
                      <a:pt x="40" y="131"/>
                    </a:lnTo>
                    <a:lnTo>
                      <a:pt x="33" y="107"/>
                    </a:lnTo>
                    <a:lnTo>
                      <a:pt x="27" y="84"/>
                    </a:lnTo>
                    <a:lnTo>
                      <a:pt x="18" y="60"/>
                    </a:lnTo>
                    <a:lnTo>
                      <a:pt x="10" y="36"/>
                    </a:lnTo>
                    <a:lnTo>
                      <a:pt x="0" y="10"/>
                    </a:lnTo>
                    <a:lnTo>
                      <a:pt x="30" y="0"/>
                    </a:lnTo>
                    <a:lnTo>
                      <a:pt x="40" y="24"/>
                    </a:lnTo>
                    <a:lnTo>
                      <a:pt x="48" y="49"/>
                    </a:lnTo>
                    <a:lnTo>
                      <a:pt x="57" y="74"/>
                    </a:lnTo>
                    <a:lnTo>
                      <a:pt x="64" y="101"/>
                    </a:lnTo>
                    <a:lnTo>
                      <a:pt x="71" y="126"/>
                    </a:lnTo>
                    <a:lnTo>
                      <a:pt x="78" y="152"/>
                    </a:lnTo>
                    <a:lnTo>
                      <a:pt x="84" y="178"/>
                    </a:lnTo>
                    <a:lnTo>
                      <a:pt x="88" y="203"/>
                    </a:lnTo>
                    <a:lnTo>
                      <a:pt x="56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1" name="Freeform 164"/>
              <p:cNvSpPr>
                <a:spLocks/>
              </p:cNvSpPr>
              <p:nvPr/>
            </p:nvSpPr>
            <p:spPr bwMode="auto">
              <a:xfrm>
                <a:off x="4139" y="2154"/>
                <a:ext cx="34" cy="22"/>
              </a:xfrm>
              <a:custGeom>
                <a:avLst/>
                <a:gdLst>
                  <a:gd name="T0" fmla="*/ 30 w 34"/>
                  <a:gd name="T1" fmla="*/ 0 h 22"/>
                  <a:gd name="T2" fmla="*/ 34 w 34"/>
                  <a:gd name="T3" fmla="*/ 21 h 22"/>
                  <a:gd name="T4" fmla="*/ 4 w 34"/>
                  <a:gd name="T5" fmla="*/ 22 h 22"/>
                  <a:gd name="T6" fmla="*/ 0 w 34"/>
                  <a:gd name="T7" fmla="*/ 1 h 22"/>
                  <a:gd name="T8" fmla="*/ 30 w 3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2"/>
                  <a:gd name="T17" fmla="*/ 34 w 34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2">
                    <a:moveTo>
                      <a:pt x="30" y="0"/>
                    </a:moveTo>
                    <a:lnTo>
                      <a:pt x="34" y="21"/>
                    </a:lnTo>
                    <a:lnTo>
                      <a:pt x="4" y="22"/>
                    </a:lnTo>
                    <a:lnTo>
                      <a:pt x="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2" name="Freeform 165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3" name="Freeform 166"/>
              <p:cNvSpPr>
                <a:spLocks/>
              </p:cNvSpPr>
              <p:nvPr/>
            </p:nvSpPr>
            <p:spPr bwMode="auto">
              <a:xfrm>
                <a:off x="3938" y="1688"/>
                <a:ext cx="59" cy="174"/>
              </a:xfrm>
              <a:custGeom>
                <a:avLst/>
                <a:gdLst>
                  <a:gd name="T0" fmla="*/ 7 w 59"/>
                  <a:gd name="T1" fmla="*/ 18 h 174"/>
                  <a:gd name="T2" fmla="*/ 13 w 59"/>
                  <a:gd name="T3" fmla="*/ 10 h 174"/>
                  <a:gd name="T4" fmla="*/ 59 w 59"/>
                  <a:gd name="T5" fmla="*/ 172 h 174"/>
                  <a:gd name="T6" fmla="*/ 50 w 59"/>
                  <a:gd name="T7" fmla="*/ 174 h 174"/>
                  <a:gd name="T8" fmla="*/ 4 w 59"/>
                  <a:gd name="T9" fmla="*/ 15 h 174"/>
                  <a:gd name="T10" fmla="*/ 11 w 59"/>
                  <a:gd name="T11" fmla="*/ 8 h 174"/>
                  <a:gd name="T12" fmla="*/ 4 w 59"/>
                  <a:gd name="T13" fmla="*/ 15 h 174"/>
                  <a:gd name="T14" fmla="*/ 0 w 59"/>
                  <a:gd name="T15" fmla="*/ 0 h 174"/>
                  <a:gd name="T16" fmla="*/ 11 w 59"/>
                  <a:gd name="T17" fmla="*/ 8 h 174"/>
                  <a:gd name="T18" fmla="*/ 7 w 59"/>
                  <a:gd name="T19" fmla="*/ 18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9"/>
                  <a:gd name="T31" fmla="*/ 0 h 174"/>
                  <a:gd name="T32" fmla="*/ 59 w 59"/>
                  <a:gd name="T33" fmla="*/ 174 h 1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9" h="174">
                    <a:moveTo>
                      <a:pt x="7" y="18"/>
                    </a:moveTo>
                    <a:lnTo>
                      <a:pt x="13" y="10"/>
                    </a:lnTo>
                    <a:lnTo>
                      <a:pt x="59" y="172"/>
                    </a:lnTo>
                    <a:lnTo>
                      <a:pt x="50" y="174"/>
                    </a:lnTo>
                    <a:lnTo>
                      <a:pt x="4" y="15"/>
                    </a:lnTo>
                    <a:lnTo>
                      <a:pt x="11" y="8"/>
                    </a:lnTo>
                    <a:lnTo>
                      <a:pt x="4" y="15"/>
                    </a:lnTo>
                    <a:lnTo>
                      <a:pt x="0" y="0"/>
                    </a:lnTo>
                    <a:lnTo>
                      <a:pt x="11" y="8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4" name="Freeform 167"/>
              <p:cNvSpPr>
                <a:spLocks/>
              </p:cNvSpPr>
              <p:nvPr/>
            </p:nvSpPr>
            <p:spPr bwMode="auto">
              <a:xfrm>
                <a:off x="3945" y="1697"/>
                <a:ext cx="125" cy="103"/>
              </a:xfrm>
              <a:custGeom>
                <a:avLst/>
                <a:gdLst>
                  <a:gd name="T0" fmla="*/ 113 w 125"/>
                  <a:gd name="T1" fmla="*/ 92 h 103"/>
                  <a:gd name="T2" fmla="*/ 115 w 125"/>
                  <a:gd name="T3" fmla="*/ 103 h 103"/>
                  <a:gd name="T4" fmla="*/ 0 w 125"/>
                  <a:gd name="T5" fmla="*/ 9 h 103"/>
                  <a:gd name="T6" fmla="*/ 3 w 125"/>
                  <a:gd name="T7" fmla="*/ 0 h 103"/>
                  <a:gd name="T8" fmla="*/ 118 w 125"/>
                  <a:gd name="T9" fmla="*/ 94 h 103"/>
                  <a:gd name="T10" fmla="*/ 120 w 125"/>
                  <a:gd name="T11" fmla="*/ 103 h 103"/>
                  <a:gd name="T12" fmla="*/ 118 w 125"/>
                  <a:gd name="T13" fmla="*/ 94 h 103"/>
                  <a:gd name="T14" fmla="*/ 125 w 125"/>
                  <a:gd name="T15" fmla="*/ 99 h 103"/>
                  <a:gd name="T16" fmla="*/ 120 w 125"/>
                  <a:gd name="T17" fmla="*/ 103 h 103"/>
                  <a:gd name="T18" fmla="*/ 113 w 125"/>
                  <a:gd name="T19" fmla="*/ 92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5"/>
                  <a:gd name="T31" fmla="*/ 0 h 103"/>
                  <a:gd name="T32" fmla="*/ 125 w 125"/>
                  <a:gd name="T33" fmla="*/ 103 h 10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5" h="103">
                    <a:moveTo>
                      <a:pt x="113" y="92"/>
                    </a:moveTo>
                    <a:lnTo>
                      <a:pt x="115" y="103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8" y="94"/>
                    </a:lnTo>
                    <a:lnTo>
                      <a:pt x="120" y="103"/>
                    </a:lnTo>
                    <a:lnTo>
                      <a:pt x="118" y="94"/>
                    </a:lnTo>
                    <a:lnTo>
                      <a:pt x="125" y="99"/>
                    </a:lnTo>
                    <a:lnTo>
                      <a:pt x="120" y="103"/>
                    </a:lnTo>
                    <a:lnTo>
                      <a:pt x="113" y="9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5" name="Freeform 168"/>
              <p:cNvSpPr>
                <a:spLocks/>
              </p:cNvSpPr>
              <p:nvPr/>
            </p:nvSpPr>
            <p:spPr bwMode="auto">
              <a:xfrm>
                <a:off x="3991" y="1790"/>
                <a:ext cx="75" cy="82"/>
              </a:xfrm>
              <a:custGeom>
                <a:avLst/>
                <a:gdLst>
                  <a:gd name="T0" fmla="*/ 8 w 75"/>
                  <a:gd name="T1" fmla="*/ 70 h 82"/>
                  <a:gd name="T2" fmla="*/ 1 w 75"/>
                  <a:gd name="T3" fmla="*/ 67 h 82"/>
                  <a:gd name="T4" fmla="*/ 69 w 75"/>
                  <a:gd name="T5" fmla="*/ 0 h 82"/>
                  <a:gd name="T6" fmla="*/ 75 w 75"/>
                  <a:gd name="T7" fmla="*/ 11 h 82"/>
                  <a:gd name="T8" fmla="*/ 8 w 75"/>
                  <a:gd name="T9" fmla="*/ 77 h 82"/>
                  <a:gd name="T10" fmla="*/ 0 w 75"/>
                  <a:gd name="T11" fmla="*/ 73 h 82"/>
                  <a:gd name="T12" fmla="*/ 8 w 75"/>
                  <a:gd name="T13" fmla="*/ 77 h 82"/>
                  <a:gd name="T14" fmla="*/ 2 w 75"/>
                  <a:gd name="T15" fmla="*/ 82 h 82"/>
                  <a:gd name="T16" fmla="*/ 0 w 75"/>
                  <a:gd name="T17" fmla="*/ 73 h 82"/>
                  <a:gd name="T18" fmla="*/ 8 w 75"/>
                  <a:gd name="T19" fmla="*/ 7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82"/>
                  <a:gd name="T32" fmla="*/ 75 w 75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82">
                    <a:moveTo>
                      <a:pt x="8" y="70"/>
                    </a:moveTo>
                    <a:lnTo>
                      <a:pt x="1" y="67"/>
                    </a:lnTo>
                    <a:lnTo>
                      <a:pt x="69" y="0"/>
                    </a:lnTo>
                    <a:lnTo>
                      <a:pt x="75" y="11"/>
                    </a:lnTo>
                    <a:lnTo>
                      <a:pt x="8" y="77"/>
                    </a:lnTo>
                    <a:lnTo>
                      <a:pt x="0" y="73"/>
                    </a:lnTo>
                    <a:lnTo>
                      <a:pt x="8" y="77"/>
                    </a:lnTo>
                    <a:lnTo>
                      <a:pt x="2" y="82"/>
                    </a:lnTo>
                    <a:lnTo>
                      <a:pt x="0" y="73"/>
                    </a:lnTo>
                    <a:lnTo>
                      <a:pt x="8" y="7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6" name="Freeform 169"/>
              <p:cNvSpPr>
                <a:spLocks/>
              </p:cNvSpPr>
              <p:nvPr/>
            </p:nvSpPr>
            <p:spPr bwMode="auto">
              <a:xfrm>
                <a:off x="3967" y="1732"/>
                <a:ext cx="30" cy="36"/>
              </a:xfrm>
              <a:custGeom>
                <a:avLst/>
                <a:gdLst>
                  <a:gd name="T0" fmla="*/ 11 w 30"/>
                  <a:gd name="T1" fmla="*/ 36 h 36"/>
                  <a:gd name="T2" fmla="*/ 0 w 30"/>
                  <a:gd name="T3" fmla="*/ 21 h 36"/>
                  <a:gd name="T4" fmla="*/ 20 w 30"/>
                  <a:gd name="T5" fmla="*/ 0 h 36"/>
                  <a:gd name="T6" fmla="*/ 30 w 30"/>
                  <a:gd name="T7" fmla="*/ 15 h 36"/>
                  <a:gd name="T8" fmla="*/ 11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1" y="36"/>
                    </a:moveTo>
                    <a:lnTo>
                      <a:pt x="0" y="21"/>
                    </a:lnTo>
                    <a:lnTo>
                      <a:pt x="20" y="0"/>
                    </a:lnTo>
                    <a:lnTo>
                      <a:pt x="30" y="15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7" name="Freeform 170"/>
              <p:cNvSpPr>
                <a:spLocks/>
              </p:cNvSpPr>
              <p:nvPr/>
            </p:nvSpPr>
            <p:spPr bwMode="auto">
              <a:xfrm>
                <a:off x="3981" y="1748"/>
                <a:ext cx="123" cy="211"/>
              </a:xfrm>
              <a:custGeom>
                <a:avLst/>
                <a:gdLst>
                  <a:gd name="T0" fmla="*/ 98 w 123"/>
                  <a:gd name="T1" fmla="*/ 211 h 211"/>
                  <a:gd name="T2" fmla="*/ 98 w 123"/>
                  <a:gd name="T3" fmla="*/ 211 h 211"/>
                  <a:gd name="T4" fmla="*/ 88 w 123"/>
                  <a:gd name="T5" fmla="*/ 183 h 211"/>
                  <a:gd name="T6" fmla="*/ 77 w 123"/>
                  <a:gd name="T7" fmla="*/ 158 h 211"/>
                  <a:gd name="T8" fmla="*/ 65 w 123"/>
                  <a:gd name="T9" fmla="*/ 133 h 211"/>
                  <a:gd name="T10" fmla="*/ 53 w 123"/>
                  <a:gd name="T11" fmla="*/ 110 h 211"/>
                  <a:gd name="T12" fmla="*/ 41 w 123"/>
                  <a:gd name="T13" fmla="*/ 87 h 211"/>
                  <a:gd name="T14" fmla="*/ 29 w 123"/>
                  <a:gd name="T15" fmla="*/ 65 h 211"/>
                  <a:gd name="T16" fmla="*/ 15 w 123"/>
                  <a:gd name="T17" fmla="*/ 42 h 211"/>
                  <a:gd name="T18" fmla="*/ 0 w 123"/>
                  <a:gd name="T19" fmla="*/ 20 h 211"/>
                  <a:gd name="T20" fmla="*/ 18 w 123"/>
                  <a:gd name="T21" fmla="*/ 0 h 211"/>
                  <a:gd name="T22" fmla="*/ 34 w 123"/>
                  <a:gd name="T23" fmla="*/ 23 h 211"/>
                  <a:gd name="T24" fmla="*/ 49 w 123"/>
                  <a:gd name="T25" fmla="*/ 47 h 211"/>
                  <a:gd name="T26" fmla="*/ 63 w 123"/>
                  <a:gd name="T27" fmla="*/ 71 h 211"/>
                  <a:gd name="T28" fmla="*/ 75 w 123"/>
                  <a:gd name="T29" fmla="*/ 96 h 211"/>
                  <a:gd name="T30" fmla="*/ 88 w 123"/>
                  <a:gd name="T31" fmla="*/ 120 h 211"/>
                  <a:gd name="T32" fmla="*/ 100 w 123"/>
                  <a:gd name="T33" fmla="*/ 146 h 211"/>
                  <a:gd name="T34" fmla="*/ 112 w 123"/>
                  <a:gd name="T35" fmla="*/ 173 h 211"/>
                  <a:gd name="T36" fmla="*/ 123 w 123"/>
                  <a:gd name="T37" fmla="*/ 200 h 211"/>
                  <a:gd name="T38" fmla="*/ 98 w 123"/>
                  <a:gd name="T39" fmla="*/ 211 h 2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211"/>
                  <a:gd name="T62" fmla="*/ 123 w 123"/>
                  <a:gd name="T63" fmla="*/ 211 h 2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211">
                    <a:moveTo>
                      <a:pt x="98" y="211"/>
                    </a:moveTo>
                    <a:lnTo>
                      <a:pt x="98" y="211"/>
                    </a:lnTo>
                    <a:lnTo>
                      <a:pt x="88" y="183"/>
                    </a:lnTo>
                    <a:lnTo>
                      <a:pt x="77" y="158"/>
                    </a:lnTo>
                    <a:lnTo>
                      <a:pt x="65" y="133"/>
                    </a:lnTo>
                    <a:lnTo>
                      <a:pt x="53" y="110"/>
                    </a:lnTo>
                    <a:lnTo>
                      <a:pt x="41" y="87"/>
                    </a:lnTo>
                    <a:lnTo>
                      <a:pt x="29" y="65"/>
                    </a:lnTo>
                    <a:lnTo>
                      <a:pt x="15" y="42"/>
                    </a:lnTo>
                    <a:lnTo>
                      <a:pt x="0" y="20"/>
                    </a:lnTo>
                    <a:lnTo>
                      <a:pt x="18" y="0"/>
                    </a:lnTo>
                    <a:lnTo>
                      <a:pt x="34" y="23"/>
                    </a:lnTo>
                    <a:lnTo>
                      <a:pt x="49" y="47"/>
                    </a:lnTo>
                    <a:lnTo>
                      <a:pt x="63" y="71"/>
                    </a:lnTo>
                    <a:lnTo>
                      <a:pt x="75" y="96"/>
                    </a:lnTo>
                    <a:lnTo>
                      <a:pt x="88" y="120"/>
                    </a:lnTo>
                    <a:lnTo>
                      <a:pt x="100" y="146"/>
                    </a:lnTo>
                    <a:lnTo>
                      <a:pt x="112" y="173"/>
                    </a:lnTo>
                    <a:lnTo>
                      <a:pt x="123" y="200"/>
                    </a:lnTo>
                    <a:lnTo>
                      <a:pt x="98" y="2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8" name="Freeform 171"/>
              <p:cNvSpPr>
                <a:spLocks/>
              </p:cNvSpPr>
              <p:nvPr/>
            </p:nvSpPr>
            <p:spPr bwMode="auto">
              <a:xfrm>
                <a:off x="4084" y="1951"/>
                <a:ext cx="81" cy="203"/>
              </a:xfrm>
              <a:custGeom>
                <a:avLst/>
                <a:gdLst>
                  <a:gd name="T0" fmla="*/ 55 w 81"/>
                  <a:gd name="T1" fmla="*/ 203 h 203"/>
                  <a:gd name="T2" fmla="*/ 51 w 81"/>
                  <a:gd name="T3" fmla="*/ 179 h 203"/>
                  <a:gd name="T4" fmla="*/ 44 w 81"/>
                  <a:gd name="T5" fmla="*/ 155 h 203"/>
                  <a:gd name="T6" fmla="*/ 39 w 81"/>
                  <a:gd name="T7" fmla="*/ 130 h 203"/>
                  <a:gd name="T8" fmla="*/ 33 w 81"/>
                  <a:gd name="T9" fmla="*/ 106 h 203"/>
                  <a:gd name="T10" fmla="*/ 25 w 81"/>
                  <a:gd name="T11" fmla="*/ 83 h 203"/>
                  <a:gd name="T12" fmla="*/ 18 w 81"/>
                  <a:gd name="T13" fmla="*/ 58 h 203"/>
                  <a:gd name="T14" fmla="*/ 9 w 81"/>
                  <a:gd name="T15" fmla="*/ 34 h 203"/>
                  <a:gd name="T16" fmla="*/ 0 w 81"/>
                  <a:gd name="T17" fmla="*/ 8 h 203"/>
                  <a:gd name="T18" fmla="*/ 23 w 81"/>
                  <a:gd name="T19" fmla="*/ 0 h 203"/>
                  <a:gd name="T20" fmla="*/ 33 w 81"/>
                  <a:gd name="T21" fmla="*/ 24 h 203"/>
                  <a:gd name="T22" fmla="*/ 41 w 81"/>
                  <a:gd name="T23" fmla="*/ 49 h 203"/>
                  <a:gd name="T24" fmla="*/ 51 w 81"/>
                  <a:gd name="T25" fmla="*/ 75 h 203"/>
                  <a:gd name="T26" fmla="*/ 58 w 81"/>
                  <a:gd name="T27" fmla="*/ 100 h 203"/>
                  <a:gd name="T28" fmla="*/ 65 w 81"/>
                  <a:gd name="T29" fmla="*/ 126 h 203"/>
                  <a:gd name="T30" fmla="*/ 70 w 81"/>
                  <a:gd name="T31" fmla="*/ 152 h 203"/>
                  <a:gd name="T32" fmla="*/ 76 w 81"/>
                  <a:gd name="T33" fmla="*/ 177 h 203"/>
                  <a:gd name="T34" fmla="*/ 81 w 81"/>
                  <a:gd name="T35" fmla="*/ 203 h 203"/>
                  <a:gd name="T36" fmla="*/ 55 w 81"/>
                  <a:gd name="T37" fmla="*/ 203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1"/>
                  <a:gd name="T58" fmla="*/ 0 h 203"/>
                  <a:gd name="T59" fmla="*/ 81 w 81"/>
                  <a:gd name="T60" fmla="*/ 203 h 2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1" h="203">
                    <a:moveTo>
                      <a:pt x="55" y="203"/>
                    </a:moveTo>
                    <a:lnTo>
                      <a:pt x="51" y="179"/>
                    </a:lnTo>
                    <a:lnTo>
                      <a:pt x="44" y="155"/>
                    </a:lnTo>
                    <a:lnTo>
                      <a:pt x="39" y="130"/>
                    </a:lnTo>
                    <a:lnTo>
                      <a:pt x="33" y="106"/>
                    </a:lnTo>
                    <a:lnTo>
                      <a:pt x="25" y="83"/>
                    </a:lnTo>
                    <a:lnTo>
                      <a:pt x="18" y="58"/>
                    </a:lnTo>
                    <a:lnTo>
                      <a:pt x="9" y="34"/>
                    </a:lnTo>
                    <a:lnTo>
                      <a:pt x="0" y="8"/>
                    </a:lnTo>
                    <a:lnTo>
                      <a:pt x="23" y="0"/>
                    </a:lnTo>
                    <a:lnTo>
                      <a:pt x="33" y="24"/>
                    </a:lnTo>
                    <a:lnTo>
                      <a:pt x="41" y="49"/>
                    </a:lnTo>
                    <a:lnTo>
                      <a:pt x="51" y="75"/>
                    </a:lnTo>
                    <a:lnTo>
                      <a:pt x="58" y="100"/>
                    </a:lnTo>
                    <a:lnTo>
                      <a:pt x="65" y="126"/>
                    </a:lnTo>
                    <a:lnTo>
                      <a:pt x="70" y="152"/>
                    </a:lnTo>
                    <a:lnTo>
                      <a:pt x="76" y="177"/>
                    </a:lnTo>
                    <a:lnTo>
                      <a:pt x="81" y="203"/>
                    </a:lnTo>
                    <a:lnTo>
                      <a:pt x="55" y="20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29" name="Freeform 172"/>
              <p:cNvSpPr>
                <a:spLocks/>
              </p:cNvSpPr>
              <p:nvPr/>
            </p:nvSpPr>
            <p:spPr bwMode="auto">
              <a:xfrm>
                <a:off x="4140" y="2154"/>
                <a:ext cx="30" cy="18"/>
              </a:xfrm>
              <a:custGeom>
                <a:avLst/>
                <a:gdLst>
                  <a:gd name="T0" fmla="*/ 27 w 30"/>
                  <a:gd name="T1" fmla="*/ 0 h 18"/>
                  <a:gd name="T2" fmla="*/ 30 w 30"/>
                  <a:gd name="T3" fmla="*/ 18 h 18"/>
                  <a:gd name="T4" fmla="*/ 3 w 30"/>
                  <a:gd name="T5" fmla="*/ 18 h 18"/>
                  <a:gd name="T6" fmla="*/ 0 w 30"/>
                  <a:gd name="T7" fmla="*/ 0 h 18"/>
                  <a:gd name="T8" fmla="*/ 27 w 3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18"/>
                  <a:gd name="T17" fmla="*/ 30 w 30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18">
                    <a:moveTo>
                      <a:pt x="27" y="0"/>
                    </a:moveTo>
                    <a:lnTo>
                      <a:pt x="30" y="18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0" name="Freeform 173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1" name="Freeform 174"/>
              <p:cNvSpPr>
                <a:spLocks/>
              </p:cNvSpPr>
              <p:nvPr/>
            </p:nvSpPr>
            <p:spPr bwMode="auto">
              <a:xfrm>
                <a:off x="2472" y="1465"/>
                <a:ext cx="180" cy="72"/>
              </a:xfrm>
              <a:custGeom>
                <a:avLst/>
                <a:gdLst>
                  <a:gd name="T0" fmla="*/ 31 w 180"/>
                  <a:gd name="T1" fmla="*/ 62 h 72"/>
                  <a:gd name="T2" fmla="*/ 22 w 180"/>
                  <a:gd name="T3" fmla="*/ 51 h 72"/>
                  <a:gd name="T4" fmla="*/ 179 w 180"/>
                  <a:gd name="T5" fmla="*/ 0 h 72"/>
                  <a:gd name="T6" fmla="*/ 180 w 180"/>
                  <a:gd name="T7" fmla="*/ 14 h 72"/>
                  <a:gd name="T8" fmla="*/ 24 w 180"/>
                  <a:gd name="T9" fmla="*/ 66 h 72"/>
                  <a:gd name="T10" fmla="*/ 16 w 180"/>
                  <a:gd name="T11" fmla="*/ 54 h 72"/>
                  <a:gd name="T12" fmla="*/ 24 w 180"/>
                  <a:gd name="T13" fmla="*/ 66 h 72"/>
                  <a:gd name="T14" fmla="*/ 0 w 180"/>
                  <a:gd name="T15" fmla="*/ 72 h 72"/>
                  <a:gd name="T16" fmla="*/ 16 w 180"/>
                  <a:gd name="T17" fmla="*/ 54 h 72"/>
                  <a:gd name="T18" fmla="*/ 31 w 180"/>
                  <a:gd name="T19" fmla="*/ 6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0"/>
                  <a:gd name="T31" fmla="*/ 0 h 72"/>
                  <a:gd name="T32" fmla="*/ 180 w 180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0" h="72">
                    <a:moveTo>
                      <a:pt x="31" y="62"/>
                    </a:moveTo>
                    <a:lnTo>
                      <a:pt x="22" y="51"/>
                    </a:lnTo>
                    <a:lnTo>
                      <a:pt x="179" y="0"/>
                    </a:lnTo>
                    <a:lnTo>
                      <a:pt x="180" y="14"/>
                    </a:lnTo>
                    <a:lnTo>
                      <a:pt x="24" y="66"/>
                    </a:lnTo>
                    <a:lnTo>
                      <a:pt x="16" y="54"/>
                    </a:lnTo>
                    <a:lnTo>
                      <a:pt x="24" y="66"/>
                    </a:lnTo>
                    <a:lnTo>
                      <a:pt x="0" y="72"/>
                    </a:lnTo>
                    <a:lnTo>
                      <a:pt x="16" y="54"/>
                    </a:lnTo>
                    <a:lnTo>
                      <a:pt x="31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2" name="Freeform 175"/>
              <p:cNvSpPr>
                <a:spLocks/>
              </p:cNvSpPr>
              <p:nvPr/>
            </p:nvSpPr>
            <p:spPr bwMode="auto">
              <a:xfrm>
                <a:off x="2487" y="1388"/>
                <a:ext cx="115" cy="137"/>
              </a:xfrm>
              <a:custGeom>
                <a:avLst/>
                <a:gdLst>
                  <a:gd name="T0" fmla="*/ 97 w 115"/>
                  <a:gd name="T1" fmla="*/ 20 h 137"/>
                  <a:gd name="T2" fmla="*/ 114 w 115"/>
                  <a:gd name="T3" fmla="*/ 18 h 137"/>
                  <a:gd name="T4" fmla="*/ 15 w 115"/>
                  <a:gd name="T5" fmla="*/ 137 h 137"/>
                  <a:gd name="T6" fmla="*/ 0 w 115"/>
                  <a:gd name="T7" fmla="*/ 131 h 137"/>
                  <a:gd name="T8" fmla="*/ 99 w 115"/>
                  <a:gd name="T9" fmla="*/ 10 h 137"/>
                  <a:gd name="T10" fmla="*/ 115 w 115"/>
                  <a:gd name="T11" fmla="*/ 8 h 137"/>
                  <a:gd name="T12" fmla="*/ 99 w 115"/>
                  <a:gd name="T13" fmla="*/ 10 h 137"/>
                  <a:gd name="T14" fmla="*/ 109 w 115"/>
                  <a:gd name="T15" fmla="*/ 0 h 137"/>
                  <a:gd name="T16" fmla="*/ 115 w 115"/>
                  <a:gd name="T17" fmla="*/ 8 h 137"/>
                  <a:gd name="T18" fmla="*/ 97 w 115"/>
                  <a:gd name="T19" fmla="*/ 20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37"/>
                  <a:gd name="T32" fmla="*/ 115 w 115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37">
                    <a:moveTo>
                      <a:pt x="97" y="20"/>
                    </a:moveTo>
                    <a:lnTo>
                      <a:pt x="114" y="18"/>
                    </a:lnTo>
                    <a:lnTo>
                      <a:pt x="15" y="137"/>
                    </a:lnTo>
                    <a:lnTo>
                      <a:pt x="0" y="131"/>
                    </a:lnTo>
                    <a:lnTo>
                      <a:pt x="99" y="10"/>
                    </a:lnTo>
                    <a:lnTo>
                      <a:pt x="115" y="8"/>
                    </a:lnTo>
                    <a:lnTo>
                      <a:pt x="99" y="10"/>
                    </a:lnTo>
                    <a:lnTo>
                      <a:pt x="109" y="0"/>
                    </a:lnTo>
                    <a:lnTo>
                      <a:pt x="115" y="8"/>
                    </a:lnTo>
                    <a:lnTo>
                      <a:pt x="97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3" name="Freeform 176"/>
              <p:cNvSpPr>
                <a:spLocks/>
              </p:cNvSpPr>
              <p:nvPr/>
            </p:nvSpPr>
            <p:spPr bwMode="auto">
              <a:xfrm>
                <a:off x="2585" y="1397"/>
                <a:ext cx="80" cy="85"/>
              </a:xfrm>
              <a:custGeom>
                <a:avLst/>
                <a:gdLst>
                  <a:gd name="T0" fmla="*/ 64 w 80"/>
                  <a:gd name="T1" fmla="*/ 70 h 85"/>
                  <a:gd name="T2" fmla="*/ 57 w 80"/>
                  <a:gd name="T3" fmla="*/ 82 h 85"/>
                  <a:gd name="T4" fmla="*/ 0 w 80"/>
                  <a:gd name="T5" fmla="*/ 10 h 85"/>
                  <a:gd name="T6" fmla="*/ 18 w 80"/>
                  <a:gd name="T7" fmla="*/ 0 h 85"/>
                  <a:gd name="T8" fmla="*/ 75 w 80"/>
                  <a:gd name="T9" fmla="*/ 71 h 85"/>
                  <a:gd name="T10" fmla="*/ 66 w 80"/>
                  <a:gd name="T11" fmla="*/ 85 h 85"/>
                  <a:gd name="T12" fmla="*/ 75 w 80"/>
                  <a:gd name="T13" fmla="*/ 71 h 85"/>
                  <a:gd name="T14" fmla="*/ 80 w 80"/>
                  <a:gd name="T15" fmla="*/ 80 h 85"/>
                  <a:gd name="T16" fmla="*/ 66 w 80"/>
                  <a:gd name="T17" fmla="*/ 85 h 85"/>
                  <a:gd name="T18" fmla="*/ 64 w 80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85"/>
                  <a:gd name="T32" fmla="*/ 80 w 80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85">
                    <a:moveTo>
                      <a:pt x="64" y="70"/>
                    </a:moveTo>
                    <a:lnTo>
                      <a:pt x="57" y="82"/>
                    </a:lnTo>
                    <a:lnTo>
                      <a:pt x="0" y="10"/>
                    </a:lnTo>
                    <a:lnTo>
                      <a:pt x="18" y="0"/>
                    </a:lnTo>
                    <a:lnTo>
                      <a:pt x="75" y="71"/>
                    </a:lnTo>
                    <a:lnTo>
                      <a:pt x="66" y="85"/>
                    </a:lnTo>
                    <a:lnTo>
                      <a:pt x="75" y="71"/>
                    </a:lnTo>
                    <a:lnTo>
                      <a:pt x="80" y="80"/>
                    </a:lnTo>
                    <a:lnTo>
                      <a:pt x="66" y="85"/>
                    </a:lnTo>
                    <a:lnTo>
                      <a:pt x="64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4" name="Freeform 177"/>
              <p:cNvSpPr>
                <a:spLocks/>
              </p:cNvSpPr>
              <p:nvPr/>
            </p:nvSpPr>
            <p:spPr bwMode="auto">
              <a:xfrm>
                <a:off x="2509" y="1475"/>
                <a:ext cx="40" cy="39"/>
              </a:xfrm>
              <a:custGeom>
                <a:avLst/>
                <a:gdLst>
                  <a:gd name="T0" fmla="*/ 40 w 40"/>
                  <a:gd name="T1" fmla="*/ 25 h 39"/>
                  <a:gd name="T2" fmla="*/ 22 w 40"/>
                  <a:gd name="T3" fmla="*/ 39 h 39"/>
                  <a:gd name="T4" fmla="*/ 0 w 40"/>
                  <a:gd name="T5" fmla="*/ 13 h 39"/>
                  <a:gd name="T6" fmla="*/ 19 w 40"/>
                  <a:gd name="T7" fmla="*/ 0 h 39"/>
                  <a:gd name="T8" fmla="*/ 40 w 40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39"/>
                  <a:gd name="T17" fmla="*/ 40 w 40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39">
                    <a:moveTo>
                      <a:pt x="40" y="25"/>
                    </a:moveTo>
                    <a:lnTo>
                      <a:pt x="22" y="39"/>
                    </a:lnTo>
                    <a:lnTo>
                      <a:pt x="0" y="13"/>
                    </a:lnTo>
                    <a:lnTo>
                      <a:pt x="19" y="0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5" name="Freeform 178"/>
              <p:cNvSpPr>
                <a:spLocks/>
              </p:cNvSpPr>
              <p:nvPr/>
            </p:nvSpPr>
            <p:spPr bwMode="auto">
              <a:xfrm>
                <a:off x="2531" y="1359"/>
                <a:ext cx="220" cy="143"/>
              </a:xfrm>
              <a:custGeom>
                <a:avLst/>
                <a:gdLst>
                  <a:gd name="T0" fmla="*/ 220 w 220"/>
                  <a:gd name="T1" fmla="*/ 30 h 143"/>
                  <a:gd name="T2" fmla="*/ 220 w 220"/>
                  <a:gd name="T3" fmla="*/ 30 h 143"/>
                  <a:gd name="T4" fmla="*/ 167 w 220"/>
                  <a:gd name="T5" fmla="*/ 54 h 143"/>
                  <a:gd name="T6" fmla="*/ 115 w 220"/>
                  <a:gd name="T7" fmla="*/ 82 h 143"/>
                  <a:gd name="T8" fmla="*/ 67 w 220"/>
                  <a:gd name="T9" fmla="*/ 111 h 143"/>
                  <a:gd name="T10" fmla="*/ 20 w 220"/>
                  <a:gd name="T11" fmla="*/ 143 h 143"/>
                  <a:gd name="T12" fmla="*/ 0 w 220"/>
                  <a:gd name="T13" fmla="*/ 119 h 143"/>
                  <a:gd name="T14" fmla="*/ 49 w 220"/>
                  <a:gd name="T15" fmla="*/ 85 h 143"/>
                  <a:gd name="T16" fmla="*/ 99 w 220"/>
                  <a:gd name="T17" fmla="*/ 54 h 143"/>
                  <a:gd name="T18" fmla="*/ 154 w 220"/>
                  <a:gd name="T19" fmla="*/ 25 h 143"/>
                  <a:gd name="T20" fmla="*/ 211 w 220"/>
                  <a:gd name="T21" fmla="*/ 0 h 143"/>
                  <a:gd name="T22" fmla="*/ 220 w 220"/>
                  <a:gd name="T23" fmla="*/ 3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0"/>
                  <a:gd name="T37" fmla="*/ 0 h 143"/>
                  <a:gd name="T38" fmla="*/ 220 w 220"/>
                  <a:gd name="T39" fmla="*/ 143 h 1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0" h="143">
                    <a:moveTo>
                      <a:pt x="220" y="30"/>
                    </a:moveTo>
                    <a:lnTo>
                      <a:pt x="220" y="30"/>
                    </a:lnTo>
                    <a:lnTo>
                      <a:pt x="167" y="54"/>
                    </a:lnTo>
                    <a:lnTo>
                      <a:pt x="115" y="82"/>
                    </a:lnTo>
                    <a:lnTo>
                      <a:pt x="67" y="111"/>
                    </a:lnTo>
                    <a:lnTo>
                      <a:pt x="20" y="143"/>
                    </a:lnTo>
                    <a:lnTo>
                      <a:pt x="0" y="119"/>
                    </a:lnTo>
                    <a:lnTo>
                      <a:pt x="49" y="85"/>
                    </a:lnTo>
                    <a:lnTo>
                      <a:pt x="99" y="54"/>
                    </a:lnTo>
                    <a:lnTo>
                      <a:pt x="154" y="25"/>
                    </a:lnTo>
                    <a:lnTo>
                      <a:pt x="211" y="0"/>
                    </a:lnTo>
                    <a:lnTo>
                      <a:pt x="220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6" name="Freeform 179"/>
              <p:cNvSpPr>
                <a:spLocks/>
              </p:cNvSpPr>
              <p:nvPr/>
            </p:nvSpPr>
            <p:spPr bwMode="auto">
              <a:xfrm>
                <a:off x="2746" y="1297"/>
                <a:ext cx="199" cy="93"/>
              </a:xfrm>
              <a:custGeom>
                <a:avLst/>
                <a:gdLst>
                  <a:gd name="T0" fmla="*/ 197 w 199"/>
                  <a:gd name="T1" fmla="*/ 35 h 93"/>
                  <a:gd name="T2" fmla="*/ 174 w 199"/>
                  <a:gd name="T3" fmla="*/ 39 h 93"/>
                  <a:gd name="T4" fmla="*/ 151 w 199"/>
                  <a:gd name="T5" fmla="*/ 45 h 93"/>
                  <a:gd name="T6" fmla="*/ 128 w 199"/>
                  <a:gd name="T7" fmla="*/ 52 h 93"/>
                  <a:gd name="T8" fmla="*/ 104 w 199"/>
                  <a:gd name="T9" fmla="*/ 59 h 93"/>
                  <a:gd name="T10" fmla="*/ 81 w 199"/>
                  <a:gd name="T11" fmla="*/ 66 h 93"/>
                  <a:gd name="T12" fmla="*/ 57 w 199"/>
                  <a:gd name="T13" fmla="*/ 75 h 93"/>
                  <a:gd name="T14" fmla="*/ 34 w 199"/>
                  <a:gd name="T15" fmla="*/ 84 h 93"/>
                  <a:gd name="T16" fmla="*/ 10 w 199"/>
                  <a:gd name="T17" fmla="*/ 93 h 93"/>
                  <a:gd name="T18" fmla="*/ 0 w 199"/>
                  <a:gd name="T19" fmla="*/ 62 h 93"/>
                  <a:gd name="T20" fmla="*/ 25 w 199"/>
                  <a:gd name="T21" fmla="*/ 52 h 93"/>
                  <a:gd name="T22" fmla="*/ 50 w 199"/>
                  <a:gd name="T23" fmla="*/ 41 h 93"/>
                  <a:gd name="T24" fmla="*/ 75 w 199"/>
                  <a:gd name="T25" fmla="*/ 33 h 93"/>
                  <a:gd name="T26" fmla="*/ 100 w 199"/>
                  <a:gd name="T27" fmla="*/ 24 h 93"/>
                  <a:gd name="T28" fmla="*/ 126 w 199"/>
                  <a:gd name="T29" fmla="*/ 18 h 93"/>
                  <a:gd name="T30" fmla="*/ 149 w 199"/>
                  <a:gd name="T31" fmla="*/ 10 h 93"/>
                  <a:gd name="T32" fmla="*/ 176 w 199"/>
                  <a:gd name="T33" fmla="*/ 5 h 93"/>
                  <a:gd name="T34" fmla="*/ 199 w 199"/>
                  <a:gd name="T35" fmla="*/ 0 h 93"/>
                  <a:gd name="T36" fmla="*/ 197 w 199"/>
                  <a:gd name="T37" fmla="*/ 35 h 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9"/>
                  <a:gd name="T58" fmla="*/ 0 h 93"/>
                  <a:gd name="T59" fmla="*/ 199 w 199"/>
                  <a:gd name="T60" fmla="*/ 93 h 9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9" h="93">
                    <a:moveTo>
                      <a:pt x="197" y="35"/>
                    </a:moveTo>
                    <a:lnTo>
                      <a:pt x="174" y="39"/>
                    </a:lnTo>
                    <a:lnTo>
                      <a:pt x="151" y="45"/>
                    </a:lnTo>
                    <a:lnTo>
                      <a:pt x="128" y="52"/>
                    </a:lnTo>
                    <a:lnTo>
                      <a:pt x="104" y="59"/>
                    </a:lnTo>
                    <a:lnTo>
                      <a:pt x="81" y="66"/>
                    </a:lnTo>
                    <a:lnTo>
                      <a:pt x="57" y="75"/>
                    </a:lnTo>
                    <a:lnTo>
                      <a:pt x="34" y="84"/>
                    </a:lnTo>
                    <a:lnTo>
                      <a:pt x="10" y="93"/>
                    </a:lnTo>
                    <a:lnTo>
                      <a:pt x="0" y="62"/>
                    </a:lnTo>
                    <a:lnTo>
                      <a:pt x="25" y="52"/>
                    </a:lnTo>
                    <a:lnTo>
                      <a:pt x="50" y="41"/>
                    </a:lnTo>
                    <a:lnTo>
                      <a:pt x="75" y="33"/>
                    </a:lnTo>
                    <a:lnTo>
                      <a:pt x="100" y="24"/>
                    </a:lnTo>
                    <a:lnTo>
                      <a:pt x="126" y="18"/>
                    </a:lnTo>
                    <a:lnTo>
                      <a:pt x="149" y="10"/>
                    </a:lnTo>
                    <a:lnTo>
                      <a:pt x="176" y="5"/>
                    </a:lnTo>
                    <a:lnTo>
                      <a:pt x="199" y="0"/>
                    </a:lnTo>
                    <a:lnTo>
                      <a:pt x="197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7" name="Freeform 180"/>
              <p:cNvSpPr>
                <a:spLocks/>
              </p:cNvSpPr>
              <p:nvPr/>
            </p:nvSpPr>
            <p:spPr bwMode="auto">
              <a:xfrm>
                <a:off x="2947" y="1291"/>
                <a:ext cx="25" cy="40"/>
              </a:xfrm>
              <a:custGeom>
                <a:avLst/>
                <a:gdLst>
                  <a:gd name="T0" fmla="*/ 3 w 25"/>
                  <a:gd name="T1" fmla="*/ 5 h 40"/>
                  <a:gd name="T2" fmla="*/ 25 w 25"/>
                  <a:gd name="T3" fmla="*/ 0 h 40"/>
                  <a:gd name="T4" fmla="*/ 22 w 25"/>
                  <a:gd name="T5" fmla="*/ 36 h 40"/>
                  <a:gd name="T6" fmla="*/ 0 w 25"/>
                  <a:gd name="T7" fmla="*/ 40 h 40"/>
                  <a:gd name="T8" fmla="*/ 3 w 25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3" y="5"/>
                    </a:moveTo>
                    <a:lnTo>
                      <a:pt x="25" y="0"/>
                    </a:lnTo>
                    <a:lnTo>
                      <a:pt x="22" y="36"/>
                    </a:lnTo>
                    <a:lnTo>
                      <a:pt x="0" y="4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8" name="Freeform 181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39" name="Freeform 182"/>
              <p:cNvSpPr>
                <a:spLocks/>
              </p:cNvSpPr>
              <p:nvPr/>
            </p:nvSpPr>
            <p:spPr bwMode="auto">
              <a:xfrm>
                <a:off x="2481" y="1469"/>
                <a:ext cx="168" cy="63"/>
              </a:xfrm>
              <a:custGeom>
                <a:avLst/>
                <a:gdLst>
                  <a:gd name="T0" fmla="*/ 18 w 168"/>
                  <a:gd name="T1" fmla="*/ 56 h 63"/>
                  <a:gd name="T2" fmla="*/ 13 w 168"/>
                  <a:gd name="T3" fmla="*/ 49 h 63"/>
                  <a:gd name="T4" fmla="*/ 167 w 168"/>
                  <a:gd name="T5" fmla="*/ 0 h 63"/>
                  <a:gd name="T6" fmla="*/ 168 w 168"/>
                  <a:gd name="T7" fmla="*/ 8 h 63"/>
                  <a:gd name="T8" fmla="*/ 15 w 168"/>
                  <a:gd name="T9" fmla="*/ 59 h 63"/>
                  <a:gd name="T10" fmla="*/ 10 w 168"/>
                  <a:gd name="T11" fmla="*/ 51 h 63"/>
                  <a:gd name="T12" fmla="*/ 15 w 168"/>
                  <a:gd name="T13" fmla="*/ 59 h 63"/>
                  <a:gd name="T14" fmla="*/ 0 w 168"/>
                  <a:gd name="T15" fmla="*/ 63 h 63"/>
                  <a:gd name="T16" fmla="*/ 10 w 168"/>
                  <a:gd name="T17" fmla="*/ 51 h 63"/>
                  <a:gd name="T18" fmla="*/ 18 w 168"/>
                  <a:gd name="T19" fmla="*/ 56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8"/>
                  <a:gd name="T31" fmla="*/ 0 h 63"/>
                  <a:gd name="T32" fmla="*/ 168 w 168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8" h="63">
                    <a:moveTo>
                      <a:pt x="18" y="56"/>
                    </a:moveTo>
                    <a:lnTo>
                      <a:pt x="13" y="49"/>
                    </a:lnTo>
                    <a:lnTo>
                      <a:pt x="167" y="0"/>
                    </a:lnTo>
                    <a:lnTo>
                      <a:pt x="168" y="8"/>
                    </a:lnTo>
                    <a:lnTo>
                      <a:pt x="15" y="59"/>
                    </a:lnTo>
                    <a:lnTo>
                      <a:pt x="10" y="51"/>
                    </a:lnTo>
                    <a:lnTo>
                      <a:pt x="15" y="59"/>
                    </a:lnTo>
                    <a:lnTo>
                      <a:pt x="0" y="63"/>
                    </a:lnTo>
                    <a:lnTo>
                      <a:pt x="10" y="51"/>
                    </a:lnTo>
                    <a:lnTo>
                      <a:pt x="18" y="5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0" name="Freeform 183"/>
              <p:cNvSpPr>
                <a:spLocks/>
              </p:cNvSpPr>
              <p:nvPr/>
            </p:nvSpPr>
            <p:spPr bwMode="auto">
              <a:xfrm>
                <a:off x="2490" y="1393"/>
                <a:ext cx="109" cy="131"/>
              </a:xfrm>
              <a:custGeom>
                <a:avLst/>
                <a:gdLst>
                  <a:gd name="T0" fmla="*/ 99 w 109"/>
                  <a:gd name="T1" fmla="*/ 13 h 131"/>
                  <a:gd name="T2" fmla="*/ 108 w 109"/>
                  <a:gd name="T3" fmla="*/ 12 h 131"/>
                  <a:gd name="T4" fmla="*/ 8 w 109"/>
                  <a:gd name="T5" fmla="*/ 131 h 131"/>
                  <a:gd name="T6" fmla="*/ 0 w 109"/>
                  <a:gd name="T7" fmla="*/ 127 h 131"/>
                  <a:gd name="T8" fmla="*/ 101 w 109"/>
                  <a:gd name="T9" fmla="*/ 6 h 131"/>
                  <a:gd name="T10" fmla="*/ 109 w 109"/>
                  <a:gd name="T11" fmla="*/ 5 h 131"/>
                  <a:gd name="T12" fmla="*/ 101 w 109"/>
                  <a:gd name="T13" fmla="*/ 6 h 131"/>
                  <a:gd name="T14" fmla="*/ 105 w 109"/>
                  <a:gd name="T15" fmla="*/ 0 h 131"/>
                  <a:gd name="T16" fmla="*/ 109 w 109"/>
                  <a:gd name="T17" fmla="*/ 5 h 131"/>
                  <a:gd name="T18" fmla="*/ 99 w 109"/>
                  <a:gd name="T19" fmla="*/ 13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9"/>
                  <a:gd name="T31" fmla="*/ 0 h 131"/>
                  <a:gd name="T32" fmla="*/ 109 w 109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9" h="131">
                    <a:moveTo>
                      <a:pt x="99" y="13"/>
                    </a:moveTo>
                    <a:lnTo>
                      <a:pt x="108" y="12"/>
                    </a:lnTo>
                    <a:lnTo>
                      <a:pt x="8" y="131"/>
                    </a:lnTo>
                    <a:lnTo>
                      <a:pt x="0" y="127"/>
                    </a:lnTo>
                    <a:lnTo>
                      <a:pt x="101" y="6"/>
                    </a:lnTo>
                    <a:lnTo>
                      <a:pt x="109" y="5"/>
                    </a:lnTo>
                    <a:lnTo>
                      <a:pt x="101" y="6"/>
                    </a:lnTo>
                    <a:lnTo>
                      <a:pt x="105" y="0"/>
                    </a:lnTo>
                    <a:lnTo>
                      <a:pt x="109" y="5"/>
                    </a:lnTo>
                    <a:lnTo>
                      <a:pt x="99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1" name="Freeform 184"/>
              <p:cNvSpPr>
                <a:spLocks/>
              </p:cNvSpPr>
              <p:nvPr/>
            </p:nvSpPr>
            <p:spPr bwMode="auto">
              <a:xfrm>
                <a:off x="2592" y="1397"/>
                <a:ext cx="69" cy="79"/>
              </a:xfrm>
              <a:custGeom>
                <a:avLst/>
                <a:gdLst>
                  <a:gd name="T0" fmla="*/ 61 w 69"/>
                  <a:gd name="T1" fmla="*/ 71 h 79"/>
                  <a:gd name="T2" fmla="*/ 55 w 69"/>
                  <a:gd name="T3" fmla="*/ 78 h 79"/>
                  <a:gd name="T4" fmla="*/ 0 w 69"/>
                  <a:gd name="T5" fmla="*/ 7 h 79"/>
                  <a:gd name="T6" fmla="*/ 8 w 69"/>
                  <a:gd name="T7" fmla="*/ 0 h 79"/>
                  <a:gd name="T8" fmla="*/ 66 w 69"/>
                  <a:gd name="T9" fmla="*/ 72 h 79"/>
                  <a:gd name="T10" fmla="*/ 61 w 69"/>
                  <a:gd name="T11" fmla="*/ 79 h 79"/>
                  <a:gd name="T12" fmla="*/ 66 w 69"/>
                  <a:gd name="T13" fmla="*/ 72 h 79"/>
                  <a:gd name="T14" fmla="*/ 69 w 69"/>
                  <a:gd name="T15" fmla="*/ 77 h 79"/>
                  <a:gd name="T16" fmla="*/ 61 w 69"/>
                  <a:gd name="T17" fmla="*/ 79 h 79"/>
                  <a:gd name="T18" fmla="*/ 61 w 69"/>
                  <a:gd name="T19" fmla="*/ 71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79"/>
                  <a:gd name="T32" fmla="*/ 69 w 69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79">
                    <a:moveTo>
                      <a:pt x="61" y="71"/>
                    </a:moveTo>
                    <a:lnTo>
                      <a:pt x="55" y="78"/>
                    </a:lnTo>
                    <a:lnTo>
                      <a:pt x="0" y="7"/>
                    </a:lnTo>
                    <a:lnTo>
                      <a:pt x="8" y="0"/>
                    </a:lnTo>
                    <a:lnTo>
                      <a:pt x="66" y="72"/>
                    </a:lnTo>
                    <a:lnTo>
                      <a:pt x="61" y="79"/>
                    </a:lnTo>
                    <a:lnTo>
                      <a:pt x="66" y="72"/>
                    </a:lnTo>
                    <a:lnTo>
                      <a:pt x="69" y="77"/>
                    </a:lnTo>
                    <a:lnTo>
                      <a:pt x="61" y="79"/>
                    </a:lnTo>
                    <a:lnTo>
                      <a:pt x="61" y="7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2" name="Freeform 185"/>
              <p:cNvSpPr>
                <a:spLocks/>
              </p:cNvSpPr>
              <p:nvPr/>
            </p:nvSpPr>
            <p:spPr bwMode="auto">
              <a:xfrm>
                <a:off x="2517" y="1478"/>
                <a:ext cx="32" cy="32"/>
              </a:xfrm>
              <a:custGeom>
                <a:avLst/>
                <a:gdLst>
                  <a:gd name="T0" fmla="*/ 32 w 32"/>
                  <a:gd name="T1" fmla="*/ 21 h 32"/>
                  <a:gd name="T2" fmla="*/ 17 w 32"/>
                  <a:gd name="T3" fmla="*/ 32 h 32"/>
                  <a:gd name="T4" fmla="*/ 0 w 32"/>
                  <a:gd name="T5" fmla="*/ 10 h 32"/>
                  <a:gd name="T6" fmla="*/ 15 w 32"/>
                  <a:gd name="T7" fmla="*/ 0 h 32"/>
                  <a:gd name="T8" fmla="*/ 32 w 32"/>
                  <a:gd name="T9" fmla="*/ 2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32" y="21"/>
                    </a:moveTo>
                    <a:lnTo>
                      <a:pt x="17" y="32"/>
                    </a:lnTo>
                    <a:lnTo>
                      <a:pt x="0" y="10"/>
                    </a:lnTo>
                    <a:lnTo>
                      <a:pt x="15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3" name="Freeform 186"/>
              <p:cNvSpPr>
                <a:spLocks/>
              </p:cNvSpPr>
              <p:nvPr/>
            </p:nvSpPr>
            <p:spPr bwMode="auto">
              <a:xfrm>
                <a:off x="2534" y="1360"/>
                <a:ext cx="217" cy="140"/>
              </a:xfrm>
              <a:custGeom>
                <a:avLst/>
                <a:gdLst>
                  <a:gd name="T0" fmla="*/ 217 w 217"/>
                  <a:gd name="T1" fmla="*/ 25 h 140"/>
                  <a:gd name="T2" fmla="*/ 217 w 217"/>
                  <a:gd name="T3" fmla="*/ 25 h 140"/>
                  <a:gd name="T4" fmla="*/ 164 w 217"/>
                  <a:gd name="T5" fmla="*/ 50 h 140"/>
                  <a:gd name="T6" fmla="*/ 112 w 217"/>
                  <a:gd name="T7" fmla="*/ 78 h 140"/>
                  <a:gd name="T8" fmla="*/ 63 w 217"/>
                  <a:gd name="T9" fmla="*/ 108 h 140"/>
                  <a:gd name="T10" fmla="*/ 17 w 217"/>
                  <a:gd name="T11" fmla="*/ 140 h 140"/>
                  <a:gd name="T12" fmla="*/ 0 w 217"/>
                  <a:gd name="T13" fmla="*/ 119 h 140"/>
                  <a:gd name="T14" fmla="*/ 48 w 217"/>
                  <a:gd name="T15" fmla="*/ 86 h 140"/>
                  <a:gd name="T16" fmla="*/ 99 w 217"/>
                  <a:gd name="T17" fmla="*/ 55 h 140"/>
                  <a:gd name="T18" fmla="*/ 153 w 217"/>
                  <a:gd name="T19" fmla="*/ 27 h 140"/>
                  <a:gd name="T20" fmla="*/ 209 w 217"/>
                  <a:gd name="T21" fmla="*/ 0 h 140"/>
                  <a:gd name="T22" fmla="*/ 217 w 217"/>
                  <a:gd name="T23" fmla="*/ 25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7"/>
                  <a:gd name="T37" fmla="*/ 0 h 140"/>
                  <a:gd name="T38" fmla="*/ 217 w 217"/>
                  <a:gd name="T39" fmla="*/ 140 h 1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7" h="140">
                    <a:moveTo>
                      <a:pt x="217" y="25"/>
                    </a:moveTo>
                    <a:lnTo>
                      <a:pt x="217" y="25"/>
                    </a:lnTo>
                    <a:lnTo>
                      <a:pt x="164" y="50"/>
                    </a:lnTo>
                    <a:lnTo>
                      <a:pt x="112" y="78"/>
                    </a:lnTo>
                    <a:lnTo>
                      <a:pt x="63" y="108"/>
                    </a:lnTo>
                    <a:lnTo>
                      <a:pt x="17" y="140"/>
                    </a:lnTo>
                    <a:lnTo>
                      <a:pt x="0" y="119"/>
                    </a:lnTo>
                    <a:lnTo>
                      <a:pt x="48" y="86"/>
                    </a:lnTo>
                    <a:lnTo>
                      <a:pt x="99" y="55"/>
                    </a:lnTo>
                    <a:lnTo>
                      <a:pt x="153" y="27"/>
                    </a:lnTo>
                    <a:lnTo>
                      <a:pt x="209" y="0"/>
                    </a:lnTo>
                    <a:lnTo>
                      <a:pt x="217" y="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4" name="Freeform 187"/>
              <p:cNvSpPr>
                <a:spLocks/>
              </p:cNvSpPr>
              <p:nvPr/>
            </p:nvSpPr>
            <p:spPr bwMode="auto">
              <a:xfrm>
                <a:off x="2748" y="1298"/>
                <a:ext cx="195" cy="87"/>
              </a:xfrm>
              <a:custGeom>
                <a:avLst/>
                <a:gdLst>
                  <a:gd name="T0" fmla="*/ 194 w 195"/>
                  <a:gd name="T1" fmla="*/ 29 h 87"/>
                  <a:gd name="T2" fmla="*/ 171 w 195"/>
                  <a:gd name="T3" fmla="*/ 33 h 87"/>
                  <a:gd name="T4" fmla="*/ 148 w 195"/>
                  <a:gd name="T5" fmla="*/ 38 h 87"/>
                  <a:gd name="T6" fmla="*/ 124 w 195"/>
                  <a:gd name="T7" fmla="*/ 45 h 87"/>
                  <a:gd name="T8" fmla="*/ 100 w 195"/>
                  <a:gd name="T9" fmla="*/ 52 h 87"/>
                  <a:gd name="T10" fmla="*/ 78 w 195"/>
                  <a:gd name="T11" fmla="*/ 60 h 87"/>
                  <a:gd name="T12" fmla="*/ 54 w 195"/>
                  <a:gd name="T13" fmla="*/ 68 h 87"/>
                  <a:gd name="T14" fmla="*/ 31 w 195"/>
                  <a:gd name="T15" fmla="*/ 77 h 87"/>
                  <a:gd name="T16" fmla="*/ 8 w 195"/>
                  <a:gd name="T17" fmla="*/ 87 h 87"/>
                  <a:gd name="T18" fmla="*/ 0 w 195"/>
                  <a:gd name="T19" fmla="*/ 61 h 87"/>
                  <a:gd name="T20" fmla="*/ 23 w 195"/>
                  <a:gd name="T21" fmla="*/ 51 h 87"/>
                  <a:gd name="T22" fmla="*/ 49 w 195"/>
                  <a:gd name="T23" fmla="*/ 42 h 87"/>
                  <a:gd name="T24" fmla="*/ 73 w 195"/>
                  <a:gd name="T25" fmla="*/ 33 h 87"/>
                  <a:gd name="T26" fmla="*/ 98 w 195"/>
                  <a:gd name="T27" fmla="*/ 24 h 87"/>
                  <a:gd name="T28" fmla="*/ 123 w 195"/>
                  <a:gd name="T29" fmla="*/ 18 h 87"/>
                  <a:gd name="T30" fmla="*/ 148 w 195"/>
                  <a:gd name="T31" fmla="*/ 9 h 87"/>
                  <a:gd name="T32" fmla="*/ 172 w 195"/>
                  <a:gd name="T33" fmla="*/ 5 h 87"/>
                  <a:gd name="T34" fmla="*/ 195 w 195"/>
                  <a:gd name="T35" fmla="*/ 0 h 87"/>
                  <a:gd name="T36" fmla="*/ 194 w 195"/>
                  <a:gd name="T37" fmla="*/ 29 h 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87"/>
                  <a:gd name="T59" fmla="*/ 195 w 195"/>
                  <a:gd name="T60" fmla="*/ 87 h 8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87">
                    <a:moveTo>
                      <a:pt x="194" y="29"/>
                    </a:moveTo>
                    <a:lnTo>
                      <a:pt x="171" y="33"/>
                    </a:lnTo>
                    <a:lnTo>
                      <a:pt x="148" y="38"/>
                    </a:lnTo>
                    <a:lnTo>
                      <a:pt x="124" y="45"/>
                    </a:lnTo>
                    <a:lnTo>
                      <a:pt x="100" y="52"/>
                    </a:lnTo>
                    <a:lnTo>
                      <a:pt x="78" y="60"/>
                    </a:lnTo>
                    <a:lnTo>
                      <a:pt x="54" y="68"/>
                    </a:lnTo>
                    <a:lnTo>
                      <a:pt x="31" y="77"/>
                    </a:lnTo>
                    <a:lnTo>
                      <a:pt x="8" y="87"/>
                    </a:lnTo>
                    <a:lnTo>
                      <a:pt x="0" y="61"/>
                    </a:lnTo>
                    <a:lnTo>
                      <a:pt x="23" y="51"/>
                    </a:lnTo>
                    <a:lnTo>
                      <a:pt x="49" y="42"/>
                    </a:lnTo>
                    <a:lnTo>
                      <a:pt x="73" y="33"/>
                    </a:lnTo>
                    <a:lnTo>
                      <a:pt x="98" y="24"/>
                    </a:lnTo>
                    <a:lnTo>
                      <a:pt x="123" y="18"/>
                    </a:lnTo>
                    <a:lnTo>
                      <a:pt x="148" y="9"/>
                    </a:lnTo>
                    <a:lnTo>
                      <a:pt x="172" y="5"/>
                    </a:lnTo>
                    <a:lnTo>
                      <a:pt x="195" y="0"/>
                    </a:lnTo>
                    <a:lnTo>
                      <a:pt x="194" y="2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5" name="Freeform 188"/>
              <p:cNvSpPr>
                <a:spLocks/>
              </p:cNvSpPr>
              <p:nvPr/>
            </p:nvSpPr>
            <p:spPr bwMode="auto">
              <a:xfrm>
                <a:off x="2945" y="1296"/>
                <a:ext cx="21" cy="32"/>
              </a:xfrm>
              <a:custGeom>
                <a:avLst/>
                <a:gdLst>
                  <a:gd name="T0" fmla="*/ 3 w 21"/>
                  <a:gd name="T1" fmla="*/ 3 h 32"/>
                  <a:gd name="T2" fmla="*/ 21 w 21"/>
                  <a:gd name="T3" fmla="*/ 0 h 32"/>
                  <a:gd name="T4" fmla="*/ 19 w 21"/>
                  <a:gd name="T5" fmla="*/ 29 h 32"/>
                  <a:gd name="T6" fmla="*/ 0 w 21"/>
                  <a:gd name="T7" fmla="*/ 32 h 32"/>
                  <a:gd name="T8" fmla="*/ 3 w 21"/>
                  <a:gd name="T9" fmla="*/ 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2"/>
                  <a:gd name="T17" fmla="*/ 21 w 21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2">
                    <a:moveTo>
                      <a:pt x="3" y="3"/>
                    </a:moveTo>
                    <a:lnTo>
                      <a:pt x="21" y="0"/>
                    </a:lnTo>
                    <a:lnTo>
                      <a:pt x="19" y="29"/>
                    </a:lnTo>
                    <a:lnTo>
                      <a:pt x="0" y="3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6" name="Freeform 189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7" name="Freeform 190"/>
              <p:cNvSpPr>
                <a:spLocks/>
              </p:cNvSpPr>
              <p:nvPr/>
            </p:nvSpPr>
            <p:spPr bwMode="auto">
              <a:xfrm>
                <a:off x="2444" y="1483"/>
                <a:ext cx="178" cy="79"/>
              </a:xfrm>
              <a:custGeom>
                <a:avLst/>
                <a:gdLst>
                  <a:gd name="T0" fmla="*/ 31 w 178"/>
                  <a:gd name="T1" fmla="*/ 65 h 79"/>
                  <a:gd name="T2" fmla="*/ 22 w 178"/>
                  <a:gd name="T3" fmla="*/ 56 h 79"/>
                  <a:gd name="T4" fmla="*/ 176 w 178"/>
                  <a:gd name="T5" fmla="*/ 0 h 79"/>
                  <a:gd name="T6" fmla="*/ 178 w 178"/>
                  <a:gd name="T7" fmla="*/ 14 h 79"/>
                  <a:gd name="T8" fmla="*/ 24 w 178"/>
                  <a:gd name="T9" fmla="*/ 70 h 79"/>
                  <a:gd name="T10" fmla="*/ 15 w 178"/>
                  <a:gd name="T11" fmla="*/ 61 h 79"/>
                  <a:gd name="T12" fmla="*/ 24 w 178"/>
                  <a:gd name="T13" fmla="*/ 70 h 79"/>
                  <a:gd name="T14" fmla="*/ 0 w 178"/>
                  <a:gd name="T15" fmla="*/ 79 h 79"/>
                  <a:gd name="T16" fmla="*/ 15 w 178"/>
                  <a:gd name="T17" fmla="*/ 61 h 79"/>
                  <a:gd name="T18" fmla="*/ 31 w 178"/>
                  <a:gd name="T19" fmla="*/ 6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8"/>
                  <a:gd name="T31" fmla="*/ 0 h 79"/>
                  <a:gd name="T32" fmla="*/ 178 w 1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8" h="79">
                    <a:moveTo>
                      <a:pt x="31" y="65"/>
                    </a:moveTo>
                    <a:lnTo>
                      <a:pt x="22" y="56"/>
                    </a:lnTo>
                    <a:lnTo>
                      <a:pt x="176" y="0"/>
                    </a:lnTo>
                    <a:lnTo>
                      <a:pt x="178" y="14"/>
                    </a:lnTo>
                    <a:lnTo>
                      <a:pt x="24" y="70"/>
                    </a:lnTo>
                    <a:lnTo>
                      <a:pt x="15" y="61"/>
                    </a:lnTo>
                    <a:lnTo>
                      <a:pt x="24" y="70"/>
                    </a:lnTo>
                    <a:lnTo>
                      <a:pt x="0" y="79"/>
                    </a:lnTo>
                    <a:lnTo>
                      <a:pt x="15" y="61"/>
                    </a:lnTo>
                    <a:lnTo>
                      <a:pt x="31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8" name="Freeform 191"/>
              <p:cNvSpPr>
                <a:spLocks/>
              </p:cNvSpPr>
              <p:nvPr/>
            </p:nvSpPr>
            <p:spPr bwMode="auto">
              <a:xfrm>
                <a:off x="2456" y="1410"/>
                <a:ext cx="110" cy="138"/>
              </a:xfrm>
              <a:custGeom>
                <a:avLst/>
                <a:gdLst>
                  <a:gd name="T0" fmla="*/ 93 w 110"/>
                  <a:gd name="T1" fmla="*/ 19 h 138"/>
                  <a:gd name="T2" fmla="*/ 109 w 110"/>
                  <a:gd name="T3" fmla="*/ 16 h 138"/>
                  <a:gd name="T4" fmla="*/ 16 w 110"/>
                  <a:gd name="T5" fmla="*/ 138 h 138"/>
                  <a:gd name="T6" fmla="*/ 0 w 110"/>
                  <a:gd name="T7" fmla="*/ 134 h 138"/>
                  <a:gd name="T8" fmla="*/ 94 w 110"/>
                  <a:gd name="T9" fmla="*/ 11 h 138"/>
                  <a:gd name="T10" fmla="*/ 110 w 110"/>
                  <a:gd name="T11" fmla="*/ 8 h 138"/>
                  <a:gd name="T12" fmla="*/ 94 w 110"/>
                  <a:gd name="T13" fmla="*/ 11 h 138"/>
                  <a:gd name="T14" fmla="*/ 104 w 110"/>
                  <a:gd name="T15" fmla="*/ 0 h 138"/>
                  <a:gd name="T16" fmla="*/ 110 w 110"/>
                  <a:gd name="T17" fmla="*/ 8 h 138"/>
                  <a:gd name="T18" fmla="*/ 93 w 110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0"/>
                  <a:gd name="T31" fmla="*/ 0 h 138"/>
                  <a:gd name="T32" fmla="*/ 110 w 110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0" h="138">
                    <a:moveTo>
                      <a:pt x="93" y="19"/>
                    </a:moveTo>
                    <a:lnTo>
                      <a:pt x="109" y="16"/>
                    </a:lnTo>
                    <a:lnTo>
                      <a:pt x="16" y="138"/>
                    </a:lnTo>
                    <a:lnTo>
                      <a:pt x="0" y="134"/>
                    </a:lnTo>
                    <a:lnTo>
                      <a:pt x="94" y="11"/>
                    </a:lnTo>
                    <a:lnTo>
                      <a:pt x="110" y="8"/>
                    </a:lnTo>
                    <a:lnTo>
                      <a:pt x="94" y="11"/>
                    </a:lnTo>
                    <a:lnTo>
                      <a:pt x="104" y="0"/>
                    </a:lnTo>
                    <a:lnTo>
                      <a:pt x="110" y="8"/>
                    </a:lnTo>
                    <a:lnTo>
                      <a:pt x="93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49" name="Freeform 192"/>
              <p:cNvSpPr>
                <a:spLocks/>
              </p:cNvSpPr>
              <p:nvPr/>
            </p:nvSpPr>
            <p:spPr bwMode="auto">
              <a:xfrm>
                <a:off x="2550" y="1418"/>
                <a:ext cx="87" cy="80"/>
              </a:xfrm>
              <a:custGeom>
                <a:avLst/>
                <a:gdLst>
                  <a:gd name="T0" fmla="*/ 68 w 87"/>
                  <a:gd name="T1" fmla="*/ 66 h 80"/>
                  <a:gd name="T2" fmla="*/ 61 w 87"/>
                  <a:gd name="T3" fmla="*/ 79 h 80"/>
                  <a:gd name="T4" fmla="*/ 0 w 87"/>
                  <a:gd name="T5" fmla="*/ 11 h 80"/>
                  <a:gd name="T6" fmla="*/ 17 w 87"/>
                  <a:gd name="T7" fmla="*/ 0 h 80"/>
                  <a:gd name="T8" fmla="*/ 78 w 87"/>
                  <a:gd name="T9" fmla="*/ 67 h 80"/>
                  <a:gd name="T10" fmla="*/ 72 w 87"/>
                  <a:gd name="T11" fmla="*/ 80 h 80"/>
                  <a:gd name="T12" fmla="*/ 78 w 87"/>
                  <a:gd name="T13" fmla="*/ 67 h 80"/>
                  <a:gd name="T14" fmla="*/ 87 w 87"/>
                  <a:gd name="T15" fmla="*/ 75 h 80"/>
                  <a:gd name="T16" fmla="*/ 72 w 87"/>
                  <a:gd name="T17" fmla="*/ 80 h 80"/>
                  <a:gd name="T18" fmla="*/ 68 w 87"/>
                  <a:gd name="T19" fmla="*/ 66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80"/>
                  <a:gd name="T32" fmla="*/ 87 w 87"/>
                  <a:gd name="T33" fmla="*/ 80 h 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80">
                    <a:moveTo>
                      <a:pt x="68" y="66"/>
                    </a:moveTo>
                    <a:lnTo>
                      <a:pt x="61" y="79"/>
                    </a:lnTo>
                    <a:lnTo>
                      <a:pt x="0" y="11"/>
                    </a:lnTo>
                    <a:lnTo>
                      <a:pt x="17" y="0"/>
                    </a:lnTo>
                    <a:lnTo>
                      <a:pt x="78" y="67"/>
                    </a:lnTo>
                    <a:lnTo>
                      <a:pt x="72" y="80"/>
                    </a:lnTo>
                    <a:lnTo>
                      <a:pt x="78" y="67"/>
                    </a:lnTo>
                    <a:lnTo>
                      <a:pt x="87" y="75"/>
                    </a:lnTo>
                    <a:lnTo>
                      <a:pt x="72" y="80"/>
                    </a:lnTo>
                    <a:lnTo>
                      <a:pt x="68" y="6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0" name="Freeform 193"/>
              <p:cNvSpPr>
                <a:spLocks/>
              </p:cNvSpPr>
              <p:nvPr/>
            </p:nvSpPr>
            <p:spPr bwMode="auto">
              <a:xfrm>
                <a:off x="2478" y="1500"/>
                <a:ext cx="39" cy="36"/>
              </a:xfrm>
              <a:custGeom>
                <a:avLst/>
                <a:gdLst>
                  <a:gd name="T0" fmla="*/ 39 w 39"/>
                  <a:gd name="T1" fmla="*/ 22 h 36"/>
                  <a:gd name="T2" fmla="*/ 23 w 39"/>
                  <a:gd name="T3" fmla="*/ 36 h 36"/>
                  <a:gd name="T4" fmla="*/ 0 w 39"/>
                  <a:gd name="T5" fmla="*/ 14 h 36"/>
                  <a:gd name="T6" fmla="*/ 16 w 39"/>
                  <a:gd name="T7" fmla="*/ 0 h 36"/>
                  <a:gd name="T8" fmla="*/ 39 w 39"/>
                  <a:gd name="T9" fmla="*/ 2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6"/>
                  <a:gd name="T17" fmla="*/ 39 w 39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6">
                    <a:moveTo>
                      <a:pt x="39" y="22"/>
                    </a:moveTo>
                    <a:lnTo>
                      <a:pt x="23" y="36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39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1" name="Freeform 194"/>
              <p:cNvSpPr>
                <a:spLocks/>
              </p:cNvSpPr>
              <p:nvPr/>
            </p:nvSpPr>
            <p:spPr bwMode="auto">
              <a:xfrm>
                <a:off x="2500" y="1373"/>
                <a:ext cx="217" cy="149"/>
              </a:xfrm>
              <a:custGeom>
                <a:avLst/>
                <a:gdLst>
                  <a:gd name="T0" fmla="*/ 217 w 217"/>
                  <a:gd name="T1" fmla="*/ 29 h 149"/>
                  <a:gd name="T2" fmla="*/ 217 w 217"/>
                  <a:gd name="T3" fmla="*/ 29 h 149"/>
                  <a:gd name="T4" fmla="*/ 191 w 217"/>
                  <a:gd name="T5" fmla="*/ 41 h 149"/>
                  <a:gd name="T6" fmla="*/ 164 w 217"/>
                  <a:gd name="T7" fmla="*/ 56 h 149"/>
                  <a:gd name="T8" fmla="*/ 140 w 217"/>
                  <a:gd name="T9" fmla="*/ 70 h 149"/>
                  <a:gd name="T10" fmla="*/ 115 w 217"/>
                  <a:gd name="T11" fmla="*/ 85 h 149"/>
                  <a:gd name="T12" fmla="*/ 92 w 217"/>
                  <a:gd name="T13" fmla="*/ 100 h 149"/>
                  <a:gd name="T14" fmla="*/ 67 w 217"/>
                  <a:gd name="T15" fmla="*/ 116 h 149"/>
                  <a:gd name="T16" fmla="*/ 45 w 217"/>
                  <a:gd name="T17" fmla="*/ 132 h 149"/>
                  <a:gd name="T18" fmla="*/ 22 w 217"/>
                  <a:gd name="T19" fmla="*/ 149 h 149"/>
                  <a:gd name="T20" fmla="*/ 0 w 217"/>
                  <a:gd name="T21" fmla="*/ 127 h 149"/>
                  <a:gd name="T22" fmla="*/ 22 w 217"/>
                  <a:gd name="T23" fmla="*/ 109 h 149"/>
                  <a:gd name="T24" fmla="*/ 47 w 217"/>
                  <a:gd name="T25" fmla="*/ 92 h 149"/>
                  <a:gd name="T26" fmla="*/ 73 w 217"/>
                  <a:gd name="T27" fmla="*/ 74 h 149"/>
                  <a:gd name="T28" fmla="*/ 98 w 217"/>
                  <a:gd name="T29" fmla="*/ 58 h 149"/>
                  <a:gd name="T30" fmla="*/ 123 w 217"/>
                  <a:gd name="T31" fmla="*/ 42 h 149"/>
                  <a:gd name="T32" fmla="*/ 149 w 217"/>
                  <a:gd name="T33" fmla="*/ 27 h 149"/>
                  <a:gd name="T34" fmla="*/ 177 w 217"/>
                  <a:gd name="T35" fmla="*/ 12 h 149"/>
                  <a:gd name="T36" fmla="*/ 205 w 217"/>
                  <a:gd name="T37" fmla="*/ 0 h 149"/>
                  <a:gd name="T38" fmla="*/ 217 w 217"/>
                  <a:gd name="T39" fmla="*/ 29 h 1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7"/>
                  <a:gd name="T61" fmla="*/ 0 h 149"/>
                  <a:gd name="T62" fmla="*/ 217 w 217"/>
                  <a:gd name="T63" fmla="*/ 149 h 14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7" h="149">
                    <a:moveTo>
                      <a:pt x="217" y="29"/>
                    </a:moveTo>
                    <a:lnTo>
                      <a:pt x="217" y="29"/>
                    </a:lnTo>
                    <a:lnTo>
                      <a:pt x="191" y="41"/>
                    </a:lnTo>
                    <a:lnTo>
                      <a:pt x="164" y="56"/>
                    </a:lnTo>
                    <a:lnTo>
                      <a:pt x="140" y="70"/>
                    </a:lnTo>
                    <a:lnTo>
                      <a:pt x="115" y="85"/>
                    </a:lnTo>
                    <a:lnTo>
                      <a:pt x="92" y="100"/>
                    </a:lnTo>
                    <a:lnTo>
                      <a:pt x="67" y="116"/>
                    </a:lnTo>
                    <a:lnTo>
                      <a:pt x="45" y="132"/>
                    </a:lnTo>
                    <a:lnTo>
                      <a:pt x="22" y="149"/>
                    </a:lnTo>
                    <a:lnTo>
                      <a:pt x="0" y="127"/>
                    </a:lnTo>
                    <a:lnTo>
                      <a:pt x="22" y="109"/>
                    </a:lnTo>
                    <a:lnTo>
                      <a:pt x="47" y="92"/>
                    </a:lnTo>
                    <a:lnTo>
                      <a:pt x="73" y="74"/>
                    </a:lnTo>
                    <a:lnTo>
                      <a:pt x="98" y="58"/>
                    </a:lnTo>
                    <a:lnTo>
                      <a:pt x="123" y="42"/>
                    </a:lnTo>
                    <a:lnTo>
                      <a:pt x="149" y="27"/>
                    </a:lnTo>
                    <a:lnTo>
                      <a:pt x="177" y="12"/>
                    </a:lnTo>
                    <a:lnTo>
                      <a:pt x="205" y="0"/>
                    </a:lnTo>
                    <a:lnTo>
                      <a:pt x="217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2" name="Freeform 195"/>
              <p:cNvSpPr>
                <a:spLocks/>
              </p:cNvSpPr>
              <p:nvPr/>
            </p:nvSpPr>
            <p:spPr bwMode="auto">
              <a:xfrm>
                <a:off x="2710" y="1302"/>
                <a:ext cx="198" cy="103"/>
              </a:xfrm>
              <a:custGeom>
                <a:avLst/>
                <a:gdLst>
                  <a:gd name="T0" fmla="*/ 198 w 198"/>
                  <a:gd name="T1" fmla="*/ 35 h 103"/>
                  <a:gd name="T2" fmla="*/ 175 w 198"/>
                  <a:gd name="T3" fmla="*/ 41 h 103"/>
                  <a:gd name="T4" fmla="*/ 151 w 198"/>
                  <a:gd name="T5" fmla="*/ 48 h 103"/>
                  <a:gd name="T6" fmla="*/ 128 w 198"/>
                  <a:gd name="T7" fmla="*/ 56 h 103"/>
                  <a:gd name="T8" fmla="*/ 104 w 198"/>
                  <a:gd name="T9" fmla="*/ 64 h 103"/>
                  <a:gd name="T10" fmla="*/ 82 w 198"/>
                  <a:gd name="T11" fmla="*/ 72 h 103"/>
                  <a:gd name="T12" fmla="*/ 58 w 198"/>
                  <a:gd name="T13" fmla="*/ 82 h 103"/>
                  <a:gd name="T14" fmla="*/ 36 w 198"/>
                  <a:gd name="T15" fmla="*/ 91 h 103"/>
                  <a:gd name="T16" fmla="*/ 11 w 198"/>
                  <a:gd name="T17" fmla="*/ 103 h 103"/>
                  <a:gd name="T18" fmla="*/ 0 w 198"/>
                  <a:gd name="T19" fmla="*/ 73 h 103"/>
                  <a:gd name="T20" fmla="*/ 25 w 198"/>
                  <a:gd name="T21" fmla="*/ 62 h 103"/>
                  <a:gd name="T22" fmla="*/ 50 w 198"/>
                  <a:gd name="T23" fmla="*/ 50 h 103"/>
                  <a:gd name="T24" fmla="*/ 74 w 198"/>
                  <a:gd name="T25" fmla="*/ 41 h 103"/>
                  <a:gd name="T26" fmla="*/ 99 w 198"/>
                  <a:gd name="T27" fmla="*/ 32 h 103"/>
                  <a:gd name="T28" fmla="*/ 123 w 198"/>
                  <a:gd name="T29" fmla="*/ 23 h 103"/>
                  <a:gd name="T30" fmla="*/ 149 w 198"/>
                  <a:gd name="T31" fmla="*/ 15 h 103"/>
                  <a:gd name="T32" fmla="*/ 173 w 198"/>
                  <a:gd name="T33" fmla="*/ 7 h 103"/>
                  <a:gd name="T34" fmla="*/ 198 w 198"/>
                  <a:gd name="T35" fmla="*/ 0 h 103"/>
                  <a:gd name="T36" fmla="*/ 198 w 198"/>
                  <a:gd name="T37" fmla="*/ 35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3"/>
                  <a:gd name="T59" fmla="*/ 198 w 198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3">
                    <a:moveTo>
                      <a:pt x="198" y="35"/>
                    </a:moveTo>
                    <a:lnTo>
                      <a:pt x="175" y="41"/>
                    </a:lnTo>
                    <a:lnTo>
                      <a:pt x="151" y="48"/>
                    </a:lnTo>
                    <a:lnTo>
                      <a:pt x="128" y="56"/>
                    </a:lnTo>
                    <a:lnTo>
                      <a:pt x="104" y="64"/>
                    </a:lnTo>
                    <a:lnTo>
                      <a:pt x="82" y="72"/>
                    </a:lnTo>
                    <a:lnTo>
                      <a:pt x="58" y="82"/>
                    </a:lnTo>
                    <a:lnTo>
                      <a:pt x="36" y="91"/>
                    </a:lnTo>
                    <a:lnTo>
                      <a:pt x="11" y="103"/>
                    </a:lnTo>
                    <a:lnTo>
                      <a:pt x="0" y="73"/>
                    </a:lnTo>
                    <a:lnTo>
                      <a:pt x="25" y="62"/>
                    </a:lnTo>
                    <a:lnTo>
                      <a:pt x="50" y="50"/>
                    </a:lnTo>
                    <a:lnTo>
                      <a:pt x="74" y="41"/>
                    </a:lnTo>
                    <a:lnTo>
                      <a:pt x="99" y="32"/>
                    </a:lnTo>
                    <a:lnTo>
                      <a:pt x="123" y="23"/>
                    </a:lnTo>
                    <a:lnTo>
                      <a:pt x="149" y="15"/>
                    </a:lnTo>
                    <a:lnTo>
                      <a:pt x="173" y="7"/>
                    </a:lnTo>
                    <a:lnTo>
                      <a:pt x="198" y="0"/>
                    </a:lnTo>
                    <a:lnTo>
                      <a:pt x="198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3" name="Freeform 196"/>
              <p:cNvSpPr>
                <a:spLocks/>
              </p:cNvSpPr>
              <p:nvPr/>
            </p:nvSpPr>
            <p:spPr bwMode="auto">
              <a:xfrm>
                <a:off x="2910" y="1298"/>
                <a:ext cx="23" cy="40"/>
              </a:xfrm>
              <a:custGeom>
                <a:avLst/>
                <a:gdLst>
                  <a:gd name="T0" fmla="*/ 0 w 23"/>
                  <a:gd name="T1" fmla="*/ 5 h 40"/>
                  <a:gd name="T2" fmla="*/ 22 w 23"/>
                  <a:gd name="T3" fmla="*/ 0 h 40"/>
                  <a:gd name="T4" fmla="*/ 23 w 23"/>
                  <a:gd name="T5" fmla="*/ 34 h 40"/>
                  <a:gd name="T6" fmla="*/ 1 w 23"/>
                  <a:gd name="T7" fmla="*/ 40 h 40"/>
                  <a:gd name="T8" fmla="*/ 0 w 23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0"/>
                  <a:gd name="T17" fmla="*/ 23 w 23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0">
                    <a:moveTo>
                      <a:pt x="0" y="5"/>
                    </a:moveTo>
                    <a:lnTo>
                      <a:pt x="22" y="0"/>
                    </a:lnTo>
                    <a:lnTo>
                      <a:pt x="23" y="34"/>
                    </a:lnTo>
                    <a:lnTo>
                      <a:pt x="1" y="4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4" name="Freeform 197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5" name="Freeform 198"/>
              <p:cNvSpPr>
                <a:spLocks/>
              </p:cNvSpPr>
              <p:nvPr/>
            </p:nvSpPr>
            <p:spPr bwMode="auto">
              <a:xfrm>
                <a:off x="2452" y="1486"/>
                <a:ext cx="169" cy="68"/>
              </a:xfrm>
              <a:custGeom>
                <a:avLst/>
                <a:gdLst>
                  <a:gd name="T0" fmla="*/ 17 w 169"/>
                  <a:gd name="T1" fmla="*/ 60 h 68"/>
                  <a:gd name="T2" fmla="*/ 10 w 169"/>
                  <a:gd name="T3" fmla="*/ 54 h 68"/>
                  <a:gd name="T4" fmla="*/ 166 w 169"/>
                  <a:gd name="T5" fmla="*/ 0 h 68"/>
                  <a:gd name="T6" fmla="*/ 169 w 169"/>
                  <a:gd name="T7" fmla="*/ 7 h 68"/>
                  <a:gd name="T8" fmla="*/ 14 w 169"/>
                  <a:gd name="T9" fmla="*/ 64 h 68"/>
                  <a:gd name="T10" fmla="*/ 8 w 169"/>
                  <a:gd name="T11" fmla="*/ 58 h 68"/>
                  <a:gd name="T12" fmla="*/ 14 w 169"/>
                  <a:gd name="T13" fmla="*/ 64 h 68"/>
                  <a:gd name="T14" fmla="*/ 0 w 169"/>
                  <a:gd name="T15" fmla="*/ 68 h 68"/>
                  <a:gd name="T16" fmla="*/ 8 w 169"/>
                  <a:gd name="T17" fmla="*/ 58 h 68"/>
                  <a:gd name="T18" fmla="*/ 17 w 169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68"/>
                  <a:gd name="T32" fmla="*/ 169 w 169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68">
                    <a:moveTo>
                      <a:pt x="17" y="60"/>
                    </a:moveTo>
                    <a:lnTo>
                      <a:pt x="10" y="54"/>
                    </a:lnTo>
                    <a:lnTo>
                      <a:pt x="166" y="0"/>
                    </a:lnTo>
                    <a:lnTo>
                      <a:pt x="169" y="7"/>
                    </a:lnTo>
                    <a:lnTo>
                      <a:pt x="14" y="64"/>
                    </a:lnTo>
                    <a:lnTo>
                      <a:pt x="8" y="58"/>
                    </a:lnTo>
                    <a:lnTo>
                      <a:pt x="14" y="64"/>
                    </a:lnTo>
                    <a:lnTo>
                      <a:pt x="0" y="68"/>
                    </a:lnTo>
                    <a:lnTo>
                      <a:pt x="8" y="58"/>
                    </a:lnTo>
                    <a:lnTo>
                      <a:pt x="17" y="6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6" name="Freeform 199"/>
              <p:cNvSpPr>
                <a:spLocks/>
              </p:cNvSpPr>
              <p:nvPr/>
            </p:nvSpPr>
            <p:spPr bwMode="auto">
              <a:xfrm>
                <a:off x="2462" y="1415"/>
                <a:ext cx="102" cy="133"/>
              </a:xfrm>
              <a:custGeom>
                <a:avLst/>
                <a:gdLst>
                  <a:gd name="T0" fmla="*/ 91 w 102"/>
                  <a:gd name="T1" fmla="*/ 11 h 133"/>
                  <a:gd name="T2" fmla="*/ 102 w 102"/>
                  <a:gd name="T3" fmla="*/ 9 h 133"/>
                  <a:gd name="T4" fmla="*/ 8 w 102"/>
                  <a:gd name="T5" fmla="*/ 133 h 133"/>
                  <a:gd name="T6" fmla="*/ 0 w 102"/>
                  <a:gd name="T7" fmla="*/ 130 h 133"/>
                  <a:gd name="T8" fmla="*/ 93 w 102"/>
                  <a:gd name="T9" fmla="*/ 7 h 133"/>
                  <a:gd name="T10" fmla="*/ 102 w 102"/>
                  <a:gd name="T11" fmla="*/ 5 h 133"/>
                  <a:gd name="T12" fmla="*/ 93 w 102"/>
                  <a:gd name="T13" fmla="*/ 7 h 133"/>
                  <a:gd name="T14" fmla="*/ 98 w 102"/>
                  <a:gd name="T15" fmla="*/ 0 h 133"/>
                  <a:gd name="T16" fmla="*/ 102 w 102"/>
                  <a:gd name="T17" fmla="*/ 5 h 133"/>
                  <a:gd name="T18" fmla="*/ 91 w 102"/>
                  <a:gd name="T19" fmla="*/ 11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3"/>
                  <a:gd name="T32" fmla="*/ 102 w 102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3">
                    <a:moveTo>
                      <a:pt x="91" y="11"/>
                    </a:moveTo>
                    <a:lnTo>
                      <a:pt x="102" y="9"/>
                    </a:lnTo>
                    <a:lnTo>
                      <a:pt x="8" y="133"/>
                    </a:lnTo>
                    <a:lnTo>
                      <a:pt x="0" y="130"/>
                    </a:lnTo>
                    <a:lnTo>
                      <a:pt x="93" y="7"/>
                    </a:lnTo>
                    <a:lnTo>
                      <a:pt x="102" y="5"/>
                    </a:lnTo>
                    <a:lnTo>
                      <a:pt x="93" y="7"/>
                    </a:lnTo>
                    <a:lnTo>
                      <a:pt x="98" y="0"/>
                    </a:lnTo>
                    <a:lnTo>
                      <a:pt x="102" y="5"/>
                    </a:lnTo>
                    <a:lnTo>
                      <a:pt x="9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7" name="Freeform 200"/>
              <p:cNvSpPr>
                <a:spLocks/>
              </p:cNvSpPr>
              <p:nvPr/>
            </p:nvSpPr>
            <p:spPr bwMode="auto">
              <a:xfrm>
                <a:off x="2553" y="1421"/>
                <a:ext cx="77" cy="75"/>
              </a:xfrm>
              <a:custGeom>
                <a:avLst/>
                <a:gdLst>
                  <a:gd name="T0" fmla="*/ 67 w 77"/>
                  <a:gd name="T1" fmla="*/ 66 h 75"/>
                  <a:gd name="T2" fmla="*/ 62 w 77"/>
                  <a:gd name="T3" fmla="*/ 73 h 75"/>
                  <a:gd name="T4" fmla="*/ 0 w 77"/>
                  <a:gd name="T5" fmla="*/ 6 h 75"/>
                  <a:gd name="T6" fmla="*/ 11 w 77"/>
                  <a:gd name="T7" fmla="*/ 0 h 75"/>
                  <a:gd name="T8" fmla="*/ 73 w 77"/>
                  <a:gd name="T9" fmla="*/ 67 h 75"/>
                  <a:gd name="T10" fmla="*/ 69 w 77"/>
                  <a:gd name="T11" fmla="*/ 75 h 75"/>
                  <a:gd name="T12" fmla="*/ 73 w 77"/>
                  <a:gd name="T13" fmla="*/ 67 h 75"/>
                  <a:gd name="T14" fmla="*/ 77 w 77"/>
                  <a:gd name="T15" fmla="*/ 71 h 75"/>
                  <a:gd name="T16" fmla="*/ 69 w 77"/>
                  <a:gd name="T17" fmla="*/ 75 h 75"/>
                  <a:gd name="T18" fmla="*/ 67 w 77"/>
                  <a:gd name="T19" fmla="*/ 66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7"/>
                  <a:gd name="T31" fmla="*/ 0 h 75"/>
                  <a:gd name="T32" fmla="*/ 77 w 77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7" h="75">
                    <a:moveTo>
                      <a:pt x="67" y="66"/>
                    </a:moveTo>
                    <a:lnTo>
                      <a:pt x="62" y="73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73" y="67"/>
                    </a:lnTo>
                    <a:lnTo>
                      <a:pt x="69" y="75"/>
                    </a:lnTo>
                    <a:lnTo>
                      <a:pt x="73" y="67"/>
                    </a:lnTo>
                    <a:lnTo>
                      <a:pt x="77" y="71"/>
                    </a:lnTo>
                    <a:lnTo>
                      <a:pt x="69" y="75"/>
                    </a:lnTo>
                    <a:lnTo>
                      <a:pt x="67" y="66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8" name="Freeform 201"/>
              <p:cNvSpPr>
                <a:spLocks/>
              </p:cNvSpPr>
              <p:nvPr/>
            </p:nvSpPr>
            <p:spPr bwMode="auto">
              <a:xfrm>
                <a:off x="2485" y="1501"/>
                <a:ext cx="35" cy="31"/>
              </a:xfrm>
              <a:custGeom>
                <a:avLst/>
                <a:gdLst>
                  <a:gd name="T0" fmla="*/ 35 w 35"/>
                  <a:gd name="T1" fmla="*/ 19 h 31"/>
                  <a:gd name="T2" fmla="*/ 20 w 35"/>
                  <a:gd name="T3" fmla="*/ 31 h 31"/>
                  <a:gd name="T4" fmla="*/ 0 w 35"/>
                  <a:gd name="T5" fmla="*/ 12 h 31"/>
                  <a:gd name="T6" fmla="*/ 16 w 35"/>
                  <a:gd name="T7" fmla="*/ 0 h 31"/>
                  <a:gd name="T8" fmla="*/ 35 w 35"/>
                  <a:gd name="T9" fmla="*/ 1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35" y="19"/>
                    </a:moveTo>
                    <a:lnTo>
                      <a:pt x="20" y="31"/>
                    </a:lnTo>
                    <a:lnTo>
                      <a:pt x="0" y="12"/>
                    </a:lnTo>
                    <a:lnTo>
                      <a:pt x="16" y="0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59" name="Freeform 202"/>
              <p:cNvSpPr>
                <a:spLocks/>
              </p:cNvSpPr>
              <p:nvPr/>
            </p:nvSpPr>
            <p:spPr bwMode="auto">
              <a:xfrm>
                <a:off x="2502" y="1376"/>
                <a:ext cx="214" cy="144"/>
              </a:xfrm>
              <a:custGeom>
                <a:avLst/>
                <a:gdLst>
                  <a:gd name="T0" fmla="*/ 214 w 214"/>
                  <a:gd name="T1" fmla="*/ 23 h 144"/>
                  <a:gd name="T2" fmla="*/ 214 w 214"/>
                  <a:gd name="T3" fmla="*/ 23 h 144"/>
                  <a:gd name="T4" fmla="*/ 186 w 214"/>
                  <a:gd name="T5" fmla="*/ 36 h 144"/>
                  <a:gd name="T6" fmla="*/ 161 w 214"/>
                  <a:gd name="T7" fmla="*/ 49 h 144"/>
                  <a:gd name="T8" fmla="*/ 136 w 214"/>
                  <a:gd name="T9" fmla="*/ 64 h 144"/>
                  <a:gd name="T10" fmla="*/ 112 w 214"/>
                  <a:gd name="T11" fmla="*/ 80 h 144"/>
                  <a:gd name="T12" fmla="*/ 87 w 214"/>
                  <a:gd name="T13" fmla="*/ 95 h 144"/>
                  <a:gd name="T14" fmla="*/ 63 w 214"/>
                  <a:gd name="T15" fmla="*/ 110 h 144"/>
                  <a:gd name="T16" fmla="*/ 41 w 214"/>
                  <a:gd name="T17" fmla="*/ 127 h 144"/>
                  <a:gd name="T18" fmla="*/ 19 w 214"/>
                  <a:gd name="T19" fmla="*/ 144 h 144"/>
                  <a:gd name="T20" fmla="*/ 0 w 214"/>
                  <a:gd name="T21" fmla="*/ 126 h 144"/>
                  <a:gd name="T22" fmla="*/ 22 w 214"/>
                  <a:gd name="T23" fmla="*/ 108 h 144"/>
                  <a:gd name="T24" fmla="*/ 48 w 214"/>
                  <a:gd name="T25" fmla="*/ 91 h 144"/>
                  <a:gd name="T26" fmla="*/ 73 w 214"/>
                  <a:gd name="T27" fmla="*/ 75 h 144"/>
                  <a:gd name="T28" fmla="*/ 97 w 214"/>
                  <a:gd name="T29" fmla="*/ 58 h 144"/>
                  <a:gd name="T30" fmla="*/ 123 w 214"/>
                  <a:gd name="T31" fmla="*/ 43 h 144"/>
                  <a:gd name="T32" fmla="*/ 150 w 214"/>
                  <a:gd name="T33" fmla="*/ 28 h 144"/>
                  <a:gd name="T34" fmla="*/ 176 w 214"/>
                  <a:gd name="T35" fmla="*/ 13 h 144"/>
                  <a:gd name="T36" fmla="*/ 203 w 214"/>
                  <a:gd name="T37" fmla="*/ 0 h 144"/>
                  <a:gd name="T38" fmla="*/ 214 w 214"/>
                  <a:gd name="T39" fmla="*/ 23 h 1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4"/>
                  <a:gd name="T61" fmla="*/ 0 h 144"/>
                  <a:gd name="T62" fmla="*/ 214 w 214"/>
                  <a:gd name="T63" fmla="*/ 144 h 14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4" h="144">
                    <a:moveTo>
                      <a:pt x="214" y="23"/>
                    </a:moveTo>
                    <a:lnTo>
                      <a:pt x="214" y="23"/>
                    </a:lnTo>
                    <a:lnTo>
                      <a:pt x="186" y="36"/>
                    </a:lnTo>
                    <a:lnTo>
                      <a:pt x="161" y="49"/>
                    </a:lnTo>
                    <a:lnTo>
                      <a:pt x="136" y="64"/>
                    </a:lnTo>
                    <a:lnTo>
                      <a:pt x="112" y="80"/>
                    </a:lnTo>
                    <a:lnTo>
                      <a:pt x="87" y="95"/>
                    </a:lnTo>
                    <a:lnTo>
                      <a:pt x="63" y="110"/>
                    </a:lnTo>
                    <a:lnTo>
                      <a:pt x="41" y="127"/>
                    </a:lnTo>
                    <a:lnTo>
                      <a:pt x="19" y="144"/>
                    </a:lnTo>
                    <a:lnTo>
                      <a:pt x="0" y="126"/>
                    </a:lnTo>
                    <a:lnTo>
                      <a:pt x="22" y="108"/>
                    </a:lnTo>
                    <a:lnTo>
                      <a:pt x="48" y="91"/>
                    </a:lnTo>
                    <a:lnTo>
                      <a:pt x="73" y="75"/>
                    </a:lnTo>
                    <a:lnTo>
                      <a:pt x="97" y="58"/>
                    </a:lnTo>
                    <a:lnTo>
                      <a:pt x="123" y="43"/>
                    </a:lnTo>
                    <a:lnTo>
                      <a:pt x="150" y="28"/>
                    </a:lnTo>
                    <a:lnTo>
                      <a:pt x="176" y="13"/>
                    </a:lnTo>
                    <a:lnTo>
                      <a:pt x="203" y="0"/>
                    </a:lnTo>
                    <a:lnTo>
                      <a:pt x="214" y="2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0" name="Freeform 203"/>
              <p:cNvSpPr>
                <a:spLocks/>
              </p:cNvSpPr>
              <p:nvPr/>
            </p:nvSpPr>
            <p:spPr bwMode="auto">
              <a:xfrm>
                <a:off x="2710" y="1309"/>
                <a:ext cx="198" cy="94"/>
              </a:xfrm>
              <a:custGeom>
                <a:avLst/>
                <a:gdLst>
                  <a:gd name="T0" fmla="*/ 198 w 198"/>
                  <a:gd name="T1" fmla="*/ 27 h 94"/>
                  <a:gd name="T2" fmla="*/ 176 w 198"/>
                  <a:gd name="T3" fmla="*/ 33 h 94"/>
                  <a:gd name="T4" fmla="*/ 151 w 198"/>
                  <a:gd name="T5" fmla="*/ 40 h 94"/>
                  <a:gd name="T6" fmla="*/ 128 w 198"/>
                  <a:gd name="T7" fmla="*/ 48 h 94"/>
                  <a:gd name="T8" fmla="*/ 104 w 198"/>
                  <a:gd name="T9" fmla="*/ 55 h 94"/>
                  <a:gd name="T10" fmla="*/ 80 w 198"/>
                  <a:gd name="T11" fmla="*/ 65 h 94"/>
                  <a:gd name="T12" fmla="*/ 57 w 198"/>
                  <a:gd name="T13" fmla="*/ 73 h 94"/>
                  <a:gd name="T14" fmla="*/ 35 w 198"/>
                  <a:gd name="T15" fmla="*/ 83 h 94"/>
                  <a:gd name="T16" fmla="*/ 11 w 198"/>
                  <a:gd name="T17" fmla="*/ 94 h 94"/>
                  <a:gd name="T18" fmla="*/ 0 w 198"/>
                  <a:gd name="T19" fmla="*/ 69 h 94"/>
                  <a:gd name="T20" fmla="*/ 25 w 198"/>
                  <a:gd name="T21" fmla="*/ 58 h 94"/>
                  <a:gd name="T22" fmla="*/ 50 w 198"/>
                  <a:gd name="T23" fmla="*/ 48 h 94"/>
                  <a:gd name="T24" fmla="*/ 75 w 198"/>
                  <a:gd name="T25" fmla="*/ 38 h 94"/>
                  <a:gd name="T26" fmla="*/ 99 w 198"/>
                  <a:gd name="T27" fmla="*/ 31 h 94"/>
                  <a:gd name="T28" fmla="*/ 123 w 198"/>
                  <a:gd name="T29" fmla="*/ 21 h 94"/>
                  <a:gd name="T30" fmla="*/ 149 w 198"/>
                  <a:gd name="T31" fmla="*/ 13 h 94"/>
                  <a:gd name="T32" fmla="*/ 173 w 198"/>
                  <a:gd name="T33" fmla="*/ 6 h 94"/>
                  <a:gd name="T34" fmla="*/ 197 w 198"/>
                  <a:gd name="T35" fmla="*/ 0 h 94"/>
                  <a:gd name="T36" fmla="*/ 198 w 198"/>
                  <a:gd name="T37" fmla="*/ 27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94"/>
                  <a:gd name="T59" fmla="*/ 198 w 198"/>
                  <a:gd name="T60" fmla="*/ 94 h 9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94">
                    <a:moveTo>
                      <a:pt x="198" y="27"/>
                    </a:moveTo>
                    <a:lnTo>
                      <a:pt x="176" y="33"/>
                    </a:lnTo>
                    <a:lnTo>
                      <a:pt x="151" y="40"/>
                    </a:lnTo>
                    <a:lnTo>
                      <a:pt x="128" y="48"/>
                    </a:lnTo>
                    <a:lnTo>
                      <a:pt x="104" y="55"/>
                    </a:lnTo>
                    <a:lnTo>
                      <a:pt x="80" y="65"/>
                    </a:lnTo>
                    <a:lnTo>
                      <a:pt x="57" y="73"/>
                    </a:lnTo>
                    <a:lnTo>
                      <a:pt x="35" y="83"/>
                    </a:lnTo>
                    <a:lnTo>
                      <a:pt x="11" y="94"/>
                    </a:lnTo>
                    <a:lnTo>
                      <a:pt x="0" y="69"/>
                    </a:lnTo>
                    <a:lnTo>
                      <a:pt x="25" y="58"/>
                    </a:lnTo>
                    <a:lnTo>
                      <a:pt x="50" y="48"/>
                    </a:lnTo>
                    <a:lnTo>
                      <a:pt x="75" y="38"/>
                    </a:lnTo>
                    <a:lnTo>
                      <a:pt x="99" y="31"/>
                    </a:lnTo>
                    <a:lnTo>
                      <a:pt x="123" y="21"/>
                    </a:lnTo>
                    <a:lnTo>
                      <a:pt x="149" y="13"/>
                    </a:lnTo>
                    <a:lnTo>
                      <a:pt x="173" y="6"/>
                    </a:lnTo>
                    <a:lnTo>
                      <a:pt x="197" y="0"/>
                    </a:lnTo>
                    <a:lnTo>
                      <a:pt x="198" y="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1" name="Freeform 204"/>
              <p:cNvSpPr>
                <a:spLocks/>
              </p:cNvSpPr>
              <p:nvPr/>
            </p:nvSpPr>
            <p:spPr bwMode="auto">
              <a:xfrm>
                <a:off x="2908" y="1302"/>
                <a:ext cx="19" cy="33"/>
              </a:xfrm>
              <a:custGeom>
                <a:avLst/>
                <a:gdLst>
                  <a:gd name="T0" fmla="*/ 0 w 19"/>
                  <a:gd name="T1" fmla="*/ 4 h 33"/>
                  <a:gd name="T2" fmla="*/ 18 w 19"/>
                  <a:gd name="T3" fmla="*/ 0 h 33"/>
                  <a:gd name="T4" fmla="*/ 19 w 19"/>
                  <a:gd name="T5" fmla="*/ 29 h 33"/>
                  <a:gd name="T6" fmla="*/ 1 w 19"/>
                  <a:gd name="T7" fmla="*/ 33 h 33"/>
                  <a:gd name="T8" fmla="*/ 0 w 19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3"/>
                  <a:gd name="T17" fmla="*/ 19 w 1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3">
                    <a:moveTo>
                      <a:pt x="0" y="4"/>
                    </a:moveTo>
                    <a:lnTo>
                      <a:pt x="18" y="0"/>
                    </a:lnTo>
                    <a:lnTo>
                      <a:pt x="19" y="29"/>
                    </a:lnTo>
                    <a:lnTo>
                      <a:pt x="1" y="3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2" name="Freeform 205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3" name="Freeform 206"/>
              <p:cNvSpPr>
                <a:spLocks/>
              </p:cNvSpPr>
              <p:nvPr/>
            </p:nvSpPr>
            <p:spPr bwMode="auto">
              <a:xfrm>
                <a:off x="2415" y="1502"/>
                <a:ext cx="177" cy="85"/>
              </a:xfrm>
              <a:custGeom>
                <a:avLst/>
                <a:gdLst>
                  <a:gd name="T0" fmla="*/ 30 w 177"/>
                  <a:gd name="T1" fmla="*/ 70 h 85"/>
                  <a:gd name="T2" fmla="*/ 20 w 177"/>
                  <a:gd name="T3" fmla="*/ 61 h 85"/>
                  <a:gd name="T4" fmla="*/ 172 w 177"/>
                  <a:gd name="T5" fmla="*/ 0 h 85"/>
                  <a:gd name="T6" fmla="*/ 177 w 177"/>
                  <a:gd name="T7" fmla="*/ 15 h 85"/>
                  <a:gd name="T8" fmla="*/ 24 w 177"/>
                  <a:gd name="T9" fmla="*/ 75 h 85"/>
                  <a:gd name="T10" fmla="*/ 14 w 177"/>
                  <a:gd name="T11" fmla="*/ 65 h 85"/>
                  <a:gd name="T12" fmla="*/ 24 w 177"/>
                  <a:gd name="T13" fmla="*/ 75 h 85"/>
                  <a:gd name="T14" fmla="*/ 0 w 177"/>
                  <a:gd name="T15" fmla="*/ 85 h 85"/>
                  <a:gd name="T16" fmla="*/ 14 w 177"/>
                  <a:gd name="T17" fmla="*/ 65 h 85"/>
                  <a:gd name="T18" fmla="*/ 30 w 177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7"/>
                  <a:gd name="T31" fmla="*/ 0 h 85"/>
                  <a:gd name="T32" fmla="*/ 177 w 177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7" h="85">
                    <a:moveTo>
                      <a:pt x="30" y="70"/>
                    </a:moveTo>
                    <a:lnTo>
                      <a:pt x="20" y="61"/>
                    </a:lnTo>
                    <a:lnTo>
                      <a:pt x="172" y="0"/>
                    </a:lnTo>
                    <a:lnTo>
                      <a:pt x="177" y="15"/>
                    </a:lnTo>
                    <a:lnTo>
                      <a:pt x="24" y="75"/>
                    </a:lnTo>
                    <a:lnTo>
                      <a:pt x="14" y="65"/>
                    </a:lnTo>
                    <a:lnTo>
                      <a:pt x="24" y="75"/>
                    </a:lnTo>
                    <a:lnTo>
                      <a:pt x="0" y="85"/>
                    </a:lnTo>
                    <a:lnTo>
                      <a:pt x="14" y="65"/>
                    </a:lnTo>
                    <a:lnTo>
                      <a:pt x="30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4" name="Freeform 207"/>
              <p:cNvSpPr>
                <a:spLocks/>
              </p:cNvSpPr>
              <p:nvPr/>
            </p:nvSpPr>
            <p:spPr bwMode="auto">
              <a:xfrm>
                <a:off x="2429" y="1434"/>
                <a:ext cx="102" cy="142"/>
              </a:xfrm>
              <a:custGeom>
                <a:avLst/>
                <a:gdLst>
                  <a:gd name="T0" fmla="*/ 85 w 102"/>
                  <a:gd name="T1" fmla="*/ 20 h 142"/>
                  <a:gd name="T2" fmla="*/ 102 w 102"/>
                  <a:gd name="T3" fmla="*/ 17 h 142"/>
                  <a:gd name="T4" fmla="*/ 15 w 102"/>
                  <a:gd name="T5" fmla="*/ 142 h 142"/>
                  <a:gd name="T6" fmla="*/ 0 w 102"/>
                  <a:gd name="T7" fmla="*/ 137 h 142"/>
                  <a:gd name="T8" fmla="*/ 86 w 102"/>
                  <a:gd name="T9" fmla="*/ 11 h 142"/>
                  <a:gd name="T10" fmla="*/ 102 w 102"/>
                  <a:gd name="T11" fmla="*/ 8 h 142"/>
                  <a:gd name="T12" fmla="*/ 86 w 102"/>
                  <a:gd name="T13" fmla="*/ 11 h 142"/>
                  <a:gd name="T14" fmla="*/ 93 w 102"/>
                  <a:gd name="T15" fmla="*/ 0 h 142"/>
                  <a:gd name="T16" fmla="*/ 102 w 102"/>
                  <a:gd name="T17" fmla="*/ 8 h 142"/>
                  <a:gd name="T18" fmla="*/ 85 w 102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2"/>
                  <a:gd name="T32" fmla="*/ 102 w 102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2">
                    <a:moveTo>
                      <a:pt x="85" y="20"/>
                    </a:moveTo>
                    <a:lnTo>
                      <a:pt x="102" y="17"/>
                    </a:lnTo>
                    <a:lnTo>
                      <a:pt x="15" y="142"/>
                    </a:lnTo>
                    <a:lnTo>
                      <a:pt x="0" y="137"/>
                    </a:lnTo>
                    <a:lnTo>
                      <a:pt x="86" y="11"/>
                    </a:lnTo>
                    <a:lnTo>
                      <a:pt x="102" y="8"/>
                    </a:lnTo>
                    <a:lnTo>
                      <a:pt x="86" y="11"/>
                    </a:lnTo>
                    <a:lnTo>
                      <a:pt x="93" y="0"/>
                    </a:lnTo>
                    <a:lnTo>
                      <a:pt x="102" y="8"/>
                    </a:lnTo>
                    <a:lnTo>
                      <a:pt x="85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5" name="Freeform 208"/>
              <p:cNvSpPr>
                <a:spLocks/>
              </p:cNvSpPr>
              <p:nvPr/>
            </p:nvSpPr>
            <p:spPr bwMode="auto">
              <a:xfrm>
                <a:off x="2515" y="1441"/>
                <a:ext cx="91" cy="77"/>
              </a:xfrm>
              <a:custGeom>
                <a:avLst/>
                <a:gdLst>
                  <a:gd name="T0" fmla="*/ 72 w 91"/>
                  <a:gd name="T1" fmla="*/ 62 h 77"/>
                  <a:gd name="T2" fmla="*/ 66 w 91"/>
                  <a:gd name="T3" fmla="*/ 76 h 77"/>
                  <a:gd name="T4" fmla="*/ 0 w 91"/>
                  <a:gd name="T5" fmla="*/ 13 h 77"/>
                  <a:gd name="T6" fmla="*/ 16 w 91"/>
                  <a:gd name="T7" fmla="*/ 0 h 77"/>
                  <a:gd name="T8" fmla="*/ 83 w 91"/>
                  <a:gd name="T9" fmla="*/ 63 h 77"/>
                  <a:gd name="T10" fmla="*/ 77 w 91"/>
                  <a:gd name="T11" fmla="*/ 77 h 77"/>
                  <a:gd name="T12" fmla="*/ 83 w 91"/>
                  <a:gd name="T13" fmla="*/ 63 h 77"/>
                  <a:gd name="T14" fmla="*/ 91 w 91"/>
                  <a:gd name="T15" fmla="*/ 72 h 77"/>
                  <a:gd name="T16" fmla="*/ 77 w 91"/>
                  <a:gd name="T17" fmla="*/ 77 h 77"/>
                  <a:gd name="T18" fmla="*/ 72 w 91"/>
                  <a:gd name="T19" fmla="*/ 6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77"/>
                  <a:gd name="T32" fmla="*/ 91 w 9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77">
                    <a:moveTo>
                      <a:pt x="72" y="62"/>
                    </a:moveTo>
                    <a:lnTo>
                      <a:pt x="66" y="76"/>
                    </a:lnTo>
                    <a:lnTo>
                      <a:pt x="0" y="13"/>
                    </a:lnTo>
                    <a:lnTo>
                      <a:pt x="16" y="0"/>
                    </a:lnTo>
                    <a:lnTo>
                      <a:pt x="83" y="63"/>
                    </a:lnTo>
                    <a:lnTo>
                      <a:pt x="77" y="77"/>
                    </a:lnTo>
                    <a:lnTo>
                      <a:pt x="83" y="63"/>
                    </a:lnTo>
                    <a:lnTo>
                      <a:pt x="91" y="72"/>
                    </a:lnTo>
                    <a:lnTo>
                      <a:pt x="77" y="77"/>
                    </a:lnTo>
                    <a:lnTo>
                      <a:pt x="7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6" name="Freeform 209"/>
              <p:cNvSpPr>
                <a:spLocks/>
              </p:cNvSpPr>
              <p:nvPr/>
            </p:nvSpPr>
            <p:spPr bwMode="auto">
              <a:xfrm>
                <a:off x="2447" y="1524"/>
                <a:ext cx="43" cy="35"/>
              </a:xfrm>
              <a:custGeom>
                <a:avLst/>
                <a:gdLst>
                  <a:gd name="T0" fmla="*/ 43 w 43"/>
                  <a:gd name="T1" fmla="*/ 20 h 35"/>
                  <a:gd name="T2" fmla="*/ 25 w 43"/>
                  <a:gd name="T3" fmla="*/ 35 h 35"/>
                  <a:gd name="T4" fmla="*/ 0 w 43"/>
                  <a:gd name="T5" fmla="*/ 14 h 35"/>
                  <a:gd name="T6" fmla="*/ 19 w 43"/>
                  <a:gd name="T7" fmla="*/ 0 h 35"/>
                  <a:gd name="T8" fmla="*/ 43 w 43"/>
                  <a:gd name="T9" fmla="*/ 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35"/>
                  <a:gd name="T17" fmla="*/ 43 w 43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35">
                    <a:moveTo>
                      <a:pt x="43" y="20"/>
                    </a:moveTo>
                    <a:lnTo>
                      <a:pt x="25" y="35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43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7" name="Freeform 210"/>
              <p:cNvSpPr>
                <a:spLocks/>
              </p:cNvSpPr>
              <p:nvPr/>
            </p:nvSpPr>
            <p:spPr bwMode="auto">
              <a:xfrm>
                <a:off x="2468" y="1391"/>
                <a:ext cx="215" cy="156"/>
              </a:xfrm>
              <a:custGeom>
                <a:avLst/>
                <a:gdLst>
                  <a:gd name="T0" fmla="*/ 215 w 215"/>
                  <a:gd name="T1" fmla="*/ 29 h 156"/>
                  <a:gd name="T2" fmla="*/ 215 w 215"/>
                  <a:gd name="T3" fmla="*/ 29 h 156"/>
                  <a:gd name="T4" fmla="*/ 189 w 215"/>
                  <a:gd name="T5" fmla="*/ 43 h 156"/>
                  <a:gd name="T6" fmla="*/ 162 w 215"/>
                  <a:gd name="T7" fmla="*/ 59 h 156"/>
                  <a:gd name="T8" fmla="*/ 138 w 215"/>
                  <a:gd name="T9" fmla="*/ 72 h 156"/>
                  <a:gd name="T10" fmla="*/ 114 w 215"/>
                  <a:gd name="T11" fmla="*/ 88 h 156"/>
                  <a:gd name="T12" fmla="*/ 91 w 215"/>
                  <a:gd name="T13" fmla="*/ 103 h 156"/>
                  <a:gd name="T14" fmla="*/ 68 w 215"/>
                  <a:gd name="T15" fmla="*/ 121 h 156"/>
                  <a:gd name="T16" fmla="*/ 47 w 215"/>
                  <a:gd name="T17" fmla="*/ 138 h 156"/>
                  <a:gd name="T18" fmla="*/ 24 w 215"/>
                  <a:gd name="T19" fmla="*/ 156 h 156"/>
                  <a:gd name="T20" fmla="*/ 0 w 215"/>
                  <a:gd name="T21" fmla="*/ 134 h 156"/>
                  <a:gd name="T22" fmla="*/ 22 w 215"/>
                  <a:gd name="T23" fmla="*/ 116 h 156"/>
                  <a:gd name="T24" fmla="*/ 45 w 215"/>
                  <a:gd name="T25" fmla="*/ 97 h 156"/>
                  <a:gd name="T26" fmla="*/ 70 w 215"/>
                  <a:gd name="T27" fmla="*/ 79 h 156"/>
                  <a:gd name="T28" fmla="*/ 95 w 215"/>
                  <a:gd name="T29" fmla="*/ 63 h 156"/>
                  <a:gd name="T30" fmla="*/ 119 w 215"/>
                  <a:gd name="T31" fmla="*/ 47 h 156"/>
                  <a:gd name="T32" fmla="*/ 146 w 215"/>
                  <a:gd name="T33" fmla="*/ 30 h 156"/>
                  <a:gd name="T34" fmla="*/ 172 w 215"/>
                  <a:gd name="T35" fmla="*/ 16 h 156"/>
                  <a:gd name="T36" fmla="*/ 201 w 215"/>
                  <a:gd name="T37" fmla="*/ 0 h 156"/>
                  <a:gd name="T38" fmla="*/ 215 w 215"/>
                  <a:gd name="T39" fmla="*/ 29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5"/>
                  <a:gd name="T61" fmla="*/ 0 h 156"/>
                  <a:gd name="T62" fmla="*/ 215 w 215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5" h="156">
                    <a:moveTo>
                      <a:pt x="215" y="29"/>
                    </a:moveTo>
                    <a:lnTo>
                      <a:pt x="215" y="29"/>
                    </a:lnTo>
                    <a:lnTo>
                      <a:pt x="189" y="43"/>
                    </a:lnTo>
                    <a:lnTo>
                      <a:pt x="162" y="59"/>
                    </a:lnTo>
                    <a:lnTo>
                      <a:pt x="138" y="72"/>
                    </a:lnTo>
                    <a:lnTo>
                      <a:pt x="114" y="88"/>
                    </a:lnTo>
                    <a:lnTo>
                      <a:pt x="91" y="103"/>
                    </a:lnTo>
                    <a:lnTo>
                      <a:pt x="68" y="121"/>
                    </a:lnTo>
                    <a:lnTo>
                      <a:pt x="47" y="138"/>
                    </a:lnTo>
                    <a:lnTo>
                      <a:pt x="24" y="156"/>
                    </a:lnTo>
                    <a:lnTo>
                      <a:pt x="0" y="134"/>
                    </a:lnTo>
                    <a:lnTo>
                      <a:pt x="22" y="116"/>
                    </a:lnTo>
                    <a:lnTo>
                      <a:pt x="45" y="97"/>
                    </a:lnTo>
                    <a:lnTo>
                      <a:pt x="70" y="79"/>
                    </a:lnTo>
                    <a:lnTo>
                      <a:pt x="95" y="63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6"/>
                    </a:lnTo>
                    <a:lnTo>
                      <a:pt x="201" y="0"/>
                    </a:lnTo>
                    <a:lnTo>
                      <a:pt x="215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8" name="Freeform 211"/>
              <p:cNvSpPr>
                <a:spLocks/>
              </p:cNvSpPr>
              <p:nvPr/>
            </p:nvSpPr>
            <p:spPr bwMode="auto">
              <a:xfrm>
                <a:off x="2673" y="1315"/>
                <a:ext cx="198" cy="107"/>
              </a:xfrm>
              <a:custGeom>
                <a:avLst/>
                <a:gdLst>
                  <a:gd name="T0" fmla="*/ 198 w 198"/>
                  <a:gd name="T1" fmla="*/ 33 h 107"/>
                  <a:gd name="T2" fmla="*/ 175 w 198"/>
                  <a:gd name="T3" fmla="*/ 41 h 107"/>
                  <a:gd name="T4" fmla="*/ 153 w 198"/>
                  <a:gd name="T5" fmla="*/ 48 h 107"/>
                  <a:gd name="T6" fmla="*/ 128 w 198"/>
                  <a:gd name="T7" fmla="*/ 57 h 107"/>
                  <a:gd name="T8" fmla="*/ 106 w 198"/>
                  <a:gd name="T9" fmla="*/ 65 h 107"/>
                  <a:gd name="T10" fmla="*/ 83 w 198"/>
                  <a:gd name="T11" fmla="*/ 74 h 107"/>
                  <a:gd name="T12" fmla="*/ 59 w 198"/>
                  <a:gd name="T13" fmla="*/ 85 h 107"/>
                  <a:gd name="T14" fmla="*/ 37 w 198"/>
                  <a:gd name="T15" fmla="*/ 95 h 107"/>
                  <a:gd name="T16" fmla="*/ 14 w 198"/>
                  <a:gd name="T17" fmla="*/ 107 h 107"/>
                  <a:gd name="T18" fmla="*/ 0 w 198"/>
                  <a:gd name="T19" fmla="*/ 79 h 107"/>
                  <a:gd name="T20" fmla="*/ 26 w 198"/>
                  <a:gd name="T21" fmla="*/ 66 h 107"/>
                  <a:gd name="T22" fmla="*/ 48 w 198"/>
                  <a:gd name="T23" fmla="*/ 54 h 107"/>
                  <a:gd name="T24" fmla="*/ 74 w 198"/>
                  <a:gd name="T25" fmla="*/ 44 h 107"/>
                  <a:gd name="T26" fmla="*/ 98 w 198"/>
                  <a:gd name="T27" fmla="*/ 33 h 107"/>
                  <a:gd name="T28" fmla="*/ 122 w 198"/>
                  <a:gd name="T29" fmla="*/ 25 h 107"/>
                  <a:gd name="T30" fmla="*/ 147 w 198"/>
                  <a:gd name="T31" fmla="*/ 16 h 107"/>
                  <a:gd name="T32" fmla="*/ 172 w 198"/>
                  <a:gd name="T33" fmla="*/ 6 h 107"/>
                  <a:gd name="T34" fmla="*/ 196 w 198"/>
                  <a:gd name="T35" fmla="*/ 0 h 107"/>
                  <a:gd name="T36" fmla="*/ 198 w 198"/>
                  <a:gd name="T37" fmla="*/ 33 h 1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7"/>
                  <a:gd name="T59" fmla="*/ 198 w 198"/>
                  <a:gd name="T60" fmla="*/ 107 h 1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7">
                    <a:moveTo>
                      <a:pt x="198" y="33"/>
                    </a:moveTo>
                    <a:lnTo>
                      <a:pt x="175" y="41"/>
                    </a:lnTo>
                    <a:lnTo>
                      <a:pt x="153" y="48"/>
                    </a:lnTo>
                    <a:lnTo>
                      <a:pt x="128" y="57"/>
                    </a:lnTo>
                    <a:lnTo>
                      <a:pt x="106" y="65"/>
                    </a:lnTo>
                    <a:lnTo>
                      <a:pt x="83" y="74"/>
                    </a:lnTo>
                    <a:lnTo>
                      <a:pt x="59" y="85"/>
                    </a:lnTo>
                    <a:lnTo>
                      <a:pt x="37" y="95"/>
                    </a:lnTo>
                    <a:lnTo>
                      <a:pt x="14" y="107"/>
                    </a:lnTo>
                    <a:lnTo>
                      <a:pt x="0" y="79"/>
                    </a:lnTo>
                    <a:lnTo>
                      <a:pt x="26" y="66"/>
                    </a:lnTo>
                    <a:lnTo>
                      <a:pt x="48" y="54"/>
                    </a:lnTo>
                    <a:lnTo>
                      <a:pt x="74" y="44"/>
                    </a:lnTo>
                    <a:lnTo>
                      <a:pt x="98" y="33"/>
                    </a:lnTo>
                    <a:lnTo>
                      <a:pt x="122" y="25"/>
                    </a:lnTo>
                    <a:lnTo>
                      <a:pt x="147" y="16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8" y="3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69" name="Freeform 212"/>
              <p:cNvSpPr>
                <a:spLocks/>
              </p:cNvSpPr>
              <p:nvPr/>
            </p:nvSpPr>
            <p:spPr bwMode="auto">
              <a:xfrm>
                <a:off x="2872" y="1307"/>
                <a:ext cx="23" cy="41"/>
              </a:xfrm>
              <a:custGeom>
                <a:avLst/>
                <a:gdLst>
                  <a:gd name="T0" fmla="*/ 0 w 23"/>
                  <a:gd name="T1" fmla="*/ 7 h 41"/>
                  <a:gd name="T2" fmla="*/ 21 w 23"/>
                  <a:gd name="T3" fmla="*/ 0 h 41"/>
                  <a:gd name="T4" fmla="*/ 23 w 23"/>
                  <a:gd name="T5" fmla="*/ 35 h 41"/>
                  <a:gd name="T6" fmla="*/ 2 w 23"/>
                  <a:gd name="T7" fmla="*/ 41 h 41"/>
                  <a:gd name="T8" fmla="*/ 0 w 23"/>
                  <a:gd name="T9" fmla="*/ 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1"/>
                  <a:gd name="T17" fmla="*/ 23 w 23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1">
                    <a:moveTo>
                      <a:pt x="0" y="7"/>
                    </a:moveTo>
                    <a:lnTo>
                      <a:pt x="21" y="0"/>
                    </a:lnTo>
                    <a:lnTo>
                      <a:pt x="23" y="35"/>
                    </a:lnTo>
                    <a:lnTo>
                      <a:pt x="2" y="4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0" name="Freeform 213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1" name="Freeform 214"/>
              <p:cNvSpPr>
                <a:spLocks/>
              </p:cNvSpPr>
              <p:nvPr/>
            </p:nvSpPr>
            <p:spPr bwMode="auto">
              <a:xfrm>
                <a:off x="2425" y="1507"/>
                <a:ext cx="165" cy="75"/>
              </a:xfrm>
              <a:custGeom>
                <a:avLst/>
                <a:gdLst>
                  <a:gd name="T0" fmla="*/ 16 w 165"/>
                  <a:gd name="T1" fmla="*/ 67 h 75"/>
                  <a:gd name="T2" fmla="*/ 12 w 165"/>
                  <a:gd name="T3" fmla="*/ 60 h 75"/>
                  <a:gd name="T4" fmla="*/ 164 w 165"/>
                  <a:gd name="T5" fmla="*/ 0 h 75"/>
                  <a:gd name="T6" fmla="*/ 165 w 165"/>
                  <a:gd name="T7" fmla="*/ 9 h 75"/>
                  <a:gd name="T8" fmla="*/ 14 w 165"/>
                  <a:gd name="T9" fmla="*/ 70 h 75"/>
                  <a:gd name="T10" fmla="*/ 9 w 165"/>
                  <a:gd name="T11" fmla="*/ 64 h 75"/>
                  <a:gd name="T12" fmla="*/ 14 w 165"/>
                  <a:gd name="T13" fmla="*/ 70 h 75"/>
                  <a:gd name="T14" fmla="*/ 0 w 165"/>
                  <a:gd name="T15" fmla="*/ 75 h 75"/>
                  <a:gd name="T16" fmla="*/ 9 w 165"/>
                  <a:gd name="T17" fmla="*/ 64 h 75"/>
                  <a:gd name="T18" fmla="*/ 16 w 165"/>
                  <a:gd name="T19" fmla="*/ 67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75"/>
                  <a:gd name="T32" fmla="*/ 165 w 165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75">
                    <a:moveTo>
                      <a:pt x="16" y="67"/>
                    </a:moveTo>
                    <a:lnTo>
                      <a:pt x="12" y="60"/>
                    </a:lnTo>
                    <a:lnTo>
                      <a:pt x="164" y="0"/>
                    </a:lnTo>
                    <a:lnTo>
                      <a:pt x="165" y="9"/>
                    </a:lnTo>
                    <a:lnTo>
                      <a:pt x="14" y="70"/>
                    </a:lnTo>
                    <a:lnTo>
                      <a:pt x="9" y="64"/>
                    </a:lnTo>
                    <a:lnTo>
                      <a:pt x="14" y="70"/>
                    </a:lnTo>
                    <a:lnTo>
                      <a:pt x="0" y="75"/>
                    </a:lnTo>
                    <a:lnTo>
                      <a:pt x="9" y="64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2" name="Freeform 215"/>
              <p:cNvSpPr>
                <a:spLocks/>
              </p:cNvSpPr>
              <p:nvPr/>
            </p:nvSpPr>
            <p:spPr bwMode="auto">
              <a:xfrm>
                <a:off x="2434" y="1438"/>
                <a:ext cx="95" cy="134"/>
              </a:xfrm>
              <a:custGeom>
                <a:avLst/>
                <a:gdLst>
                  <a:gd name="T0" fmla="*/ 84 w 95"/>
                  <a:gd name="T1" fmla="*/ 13 h 134"/>
                  <a:gd name="T2" fmla="*/ 95 w 95"/>
                  <a:gd name="T3" fmla="*/ 8 h 134"/>
                  <a:gd name="T4" fmla="*/ 8 w 95"/>
                  <a:gd name="T5" fmla="*/ 134 h 134"/>
                  <a:gd name="T6" fmla="*/ 0 w 95"/>
                  <a:gd name="T7" fmla="*/ 132 h 134"/>
                  <a:gd name="T8" fmla="*/ 86 w 95"/>
                  <a:gd name="T9" fmla="*/ 6 h 134"/>
                  <a:gd name="T10" fmla="*/ 95 w 95"/>
                  <a:gd name="T11" fmla="*/ 4 h 134"/>
                  <a:gd name="T12" fmla="*/ 86 w 95"/>
                  <a:gd name="T13" fmla="*/ 6 h 134"/>
                  <a:gd name="T14" fmla="*/ 90 w 95"/>
                  <a:gd name="T15" fmla="*/ 0 h 134"/>
                  <a:gd name="T16" fmla="*/ 95 w 95"/>
                  <a:gd name="T17" fmla="*/ 4 h 134"/>
                  <a:gd name="T18" fmla="*/ 84 w 95"/>
                  <a:gd name="T19" fmla="*/ 13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4"/>
                  <a:gd name="T32" fmla="*/ 95 w 95"/>
                  <a:gd name="T33" fmla="*/ 134 h 1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4">
                    <a:moveTo>
                      <a:pt x="84" y="13"/>
                    </a:moveTo>
                    <a:lnTo>
                      <a:pt x="95" y="8"/>
                    </a:lnTo>
                    <a:lnTo>
                      <a:pt x="8" y="134"/>
                    </a:lnTo>
                    <a:lnTo>
                      <a:pt x="0" y="132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86" y="6"/>
                    </a:lnTo>
                    <a:lnTo>
                      <a:pt x="90" y="0"/>
                    </a:lnTo>
                    <a:lnTo>
                      <a:pt x="95" y="4"/>
                    </a:lnTo>
                    <a:lnTo>
                      <a:pt x="84" y="1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3" name="Freeform 216"/>
              <p:cNvSpPr>
                <a:spLocks/>
              </p:cNvSpPr>
              <p:nvPr/>
            </p:nvSpPr>
            <p:spPr bwMode="auto">
              <a:xfrm>
                <a:off x="2519" y="1441"/>
                <a:ext cx="82" cy="73"/>
              </a:xfrm>
              <a:custGeom>
                <a:avLst/>
                <a:gdLst>
                  <a:gd name="T0" fmla="*/ 72 w 82"/>
                  <a:gd name="T1" fmla="*/ 63 h 73"/>
                  <a:gd name="T2" fmla="*/ 67 w 82"/>
                  <a:gd name="T3" fmla="*/ 72 h 73"/>
                  <a:gd name="T4" fmla="*/ 0 w 82"/>
                  <a:gd name="T5" fmla="*/ 8 h 73"/>
                  <a:gd name="T6" fmla="*/ 11 w 82"/>
                  <a:gd name="T7" fmla="*/ 0 h 73"/>
                  <a:gd name="T8" fmla="*/ 77 w 82"/>
                  <a:gd name="T9" fmla="*/ 63 h 73"/>
                  <a:gd name="T10" fmla="*/ 74 w 82"/>
                  <a:gd name="T11" fmla="*/ 73 h 73"/>
                  <a:gd name="T12" fmla="*/ 77 w 82"/>
                  <a:gd name="T13" fmla="*/ 63 h 73"/>
                  <a:gd name="T14" fmla="*/ 82 w 82"/>
                  <a:gd name="T15" fmla="*/ 68 h 73"/>
                  <a:gd name="T16" fmla="*/ 74 w 82"/>
                  <a:gd name="T17" fmla="*/ 73 h 73"/>
                  <a:gd name="T18" fmla="*/ 72 w 82"/>
                  <a:gd name="T19" fmla="*/ 63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73"/>
                  <a:gd name="T32" fmla="*/ 82 w 82"/>
                  <a:gd name="T33" fmla="*/ 73 h 7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73">
                    <a:moveTo>
                      <a:pt x="72" y="63"/>
                    </a:moveTo>
                    <a:lnTo>
                      <a:pt x="67" y="72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77" y="63"/>
                    </a:lnTo>
                    <a:lnTo>
                      <a:pt x="74" y="73"/>
                    </a:lnTo>
                    <a:lnTo>
                      <a:pt x="77" y="63"/>
                    </a:lnTo>
                    <a:lnTo>
                      <a:pt x="82" y="68"/>
                    </a:lnTo>
                    <a:lnTo>
                      <a:pt x="74" y="73"/>
                    </a:lnTo>
                    <a:lnTo>
                      <a:pt x="72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4" name="Freeform 217"/>
              <p:cNvSpPr>
                <a:spLocks/>
              </p:cNvSpPr>
              <p:nvPr/>
            </p:nvSpPr>
            <p:spPr bwMode="auto">
              <a:xfrm>
                <a:off x="2465" y="1517"/>
                <a:ext cx="35" cy="28"/>
              </a:xfrm>
              <a:custGeom>
                <a:avLst/>
                <a:gdLst>
                  <a:gd name="T0" fmla="*/ 35 w 35"/>
                  <a:gd name="T1" fmla="*/ 16 h 28"/>
                  <a:gd name="T2" fmla="*/ 21 w 35"/>
                  <a:gd name="T3" fmla="*/ 28 h 28"/>
                  <a:gd name="T4" fmla="*/ 0 w 35"/>
                  <a:gd name="T5" fmla="*/ 12 h 28"/>
                  <a:gd name="T6" fmla="*/ 15 w 35"/>
                  <a:gd name="T7" fmla="*/ 0 h 28"/>
                  <a:gd name="T8" fmla="*/ 35 w 35"/>
                  <a:gd name="T9" fmla="*/ 1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35" y="16"/>
                    </a:moveTo>
                    <a:lnTo>
                      <a:pt x="21" y="28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5" name="Freeform 218"/>
              <p:cNvSpPr>
                <a:spLocks/>
              </p:cNvSpPr>
              <p:nvPr/>
            </p:nvSpPr>
            <p:spPr bwMode="auto">
              <a:xfrm>
                <a:off x="2481" y="1382"/>
                <a:ext cx="212" cy="153"/>
              </a:xfrm>
              <a:custGeom>
                <a:avLst/>
                <a:gdLst>
                  <a:gd name="T0" fmla="*/ 212 w 212"/>
                  <a:gd name="T1" fmla="*/ 25 h 153"/>
                  <a:gd name="T2" fmla="*/ 212 w 212"/>
                  <a:gd name="T3" fmla="*/ 25 h 153"/>
                  <a:gd name="T4" fmla="*/ 184 w 212"/>
                  <a:gd name="T5" fmla="*/ 39 h 153"/>
                  <a:gd name="T6" fmla="*/ 160 w 212"/>
                  <a:gd name="T7" fmla="*/ 54 h 153"/>
                  <a:gd name="T8" fmla="*/ 134 w 212"/>
                  <a:gd name="T9" fmla="*/ 69 h 153"/>
                  <a:gd name="T10" fmla="*/ 111 w 212"/>
                  <a:gd name="T11" fmla="*/ 85 h 153"/>
                  <a:gd name="T12" fmla="*/ 88 w 212"/>
                  <a:gd name="T13" fmla="*/ 101 h 153"/>
                  <a:gd name="T14" fmla="*/ 64 w 212"/>
                  <a:gd name="T15" fmla="*/ 118 h 153"/>
                  <a:gd name="T16" fmla="*/ 42 w 212"/>
                  <a:gd name="T17" fmla="*/ 136 h 153"/>
                  <a:gd name="T18" fmla="*/ 21 w 212"/>
                  <a:gd name="T19" fmla="*/ 153 h 153"/>
                  <a:gd name="T20" fmla="*/ 0 w 212"/>
                  <a:gd name="T21" fmla="*/ 135 h 153"/>
                  <a:gd name="T22" fmla="*/ 23 w 212"/>
                  <a:gd name="T23" fmla="*/ 117 h 153"/>
                  <a:gd name="T24" fmla="*/ 47 w 212"/>
                  <a:gd name="T25" fmla="*/ 97 h 153"/>
                  <a:gd name="T26" fmla="*/ 70 w 212"/>
                  <a:gd name="T27" fmla="*/ 80 h 153"/>
                  <a:gd name="T28" fmla="*/ 95 w 212"/>
                  <a:gd name="T29" fmla="*/ 62 h 153"/>
                  <a:gd name="T30" fmla="*/ 119 w 212"/>
                  <a:gd name="T31" fmla="*/ 47 h 153"/>
                  <a:gd name="T32" fmla="*/ 146 w 212"/>
                  <a:gd name="T33" fmla="*/ 30 h 153"/>
                  <a:gd name="T34" fmla="*/ 172 w 212"/>
                  <a:gd name="T35" fmla="*/ 15 h 153"/>
                  <a:gd name="T36" fmla="*/ 198 w 212"/>
                  <a:gd name="T37" fmla="*/ 0 h 153"/>
                  <a:gd name="T38" fmla="*/ 212 w 212"/>
                  <a:gd name="T39" fmla="*/ 25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3"/>
                  <a:gd name="T62" fmla="*/ 212 w 212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3">
                    <a:moveTo>
                      <a:pt x="212" y="25"/>
                    </a:moveTo>
                    <a:lnTo>
                      <a:pt x="212" y="25"/>
                    </a:lnTo>
                    <a:lnTo>
                      <a:pt x="184" y="39"/>
                    </a:lnTo>
                    <a:lnTo>
                      <a:pt x="160" y="54"/>
                    </a:lnTo>
                    <a:lnTo>
                      <a:pt x="134" y="69"/>
                    </a:lnTo>
                    <a:lnTo>
                      <a:pt x="111" y="85"/>
                    </a:lnTo>
                    <a:lnTo>
                      <a:pt x="88" y="101"/>
                    </a:lnTo>
                    <a:lnTo>
                      <a:pt x="64" y="118"/>
                    </a:lnTo>
                    <a:lnTo>
                      <a:pt x="42" y="136"/>
                    </a:lnTo>
                    <a:lnTo>
                      <a:pt x="21" y="153"/>
                    </a:lnTo>
                    <a:lnTo>
                      <a:pt x="0" y="135"/>
                    </a:lnTo>
                    <a:lnTo>
                      <a:pt x="23" y="117"/>
                    </a:lnTo>
                    <a:lnTo>
                      <a:pt x="47" y="97"/>
                    </a:lnTo>
                    <a:lnTo>
                      <a:pt x="70" y="80"/>
                    </a:lnTo>
                    <a:lnTo>
                      <a:pt x="95" y="62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5"/>
                    </a:lnTo>
                    <a:lnTo>
                      <a:pt x="198" y="0"/>
                    </a:lnTo>
                    <a:lnTo>
                      <a:pt x="212" y="25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6" name="Freeform 219"/>
              <p:cNvSpPr>
                <a:spLocks/>
              </p:cNvSpPr>
              <p:nvPr/>
            </p:nvSpPr>
            <p:spPr bwMode="auto">
              <a:xfrm>
                <a:off x="2684" y="1309"/>
                <a:ext cx="197" cy="101"/>
              </a:xfrm>
              <a:custGeom>
                <a:avLst/>
                <a:gdLst>
                  <a:gd name="T0" fmla="*/ 197 w 197"/>
                  <a:gd name="T1" fmla="*/ 27 h 101"/>
                  <a:gd name="T2" fmla="*/ 175 w 197"/>
                  <a:gd name="T3" fmla="*/ 34 h 101"/>
                  <a:gd name="T4" fmla="*/ 151 w 197"/>
                  <a:gd name="T5" fmla="*/ 41 h 101"/>
                  <a:gd name="T6" fmla="*/ 128 w 197"/>
                  <a:gd name="T7" fmla="*/ 49 h 101"/>
                  <a:gd name="T8" fmla="*/ 104 w 197"/>
                  <a:gd name="T9" fmla="*/ 58 h 101"/>
                  <a:gd name="T10" fmla="*/ 81 w 197"/>
                  <a:gd name="T11" fmla="*/ 68 h 101"/>
                  <a:gd name="T12" fmla="*/ 57 w 197"/>
                  <a:gd name="T13" fmla="*/ 79 h 101"/>
                  <a:gd name="T14" fmla="*/ 36 w 197"/>
                  <a:gd name="T15" fmla="*/ 88 h 101"/>
                  <a:gd name="T16" fmla="*/ 12 w 197"/>
                  <a:gd name="T17" fmla="*/ 101 h 101"/>
                  <a:gd name="T18" fmla="*/ 0 w 197"/>
                  <a:gd name="T19" fmla="*/ 78 h 101"/>
                  <a:gd name="T20" fmla="*/ 24 w 197"/>
                  <a:gd name="T21" fmla="*/ 65 h 101"/>
                  <a:gd name="T22" fmla="*/ 49 w 197"/>
                  <a:gd name="T23" fmla="*/ 54 h 101"/>
                  <a:gd name="T24" fmla="*/ 73 w 197"/>
                  <a:gd name="T25" fmla="*/ 42 h 101"/>
                  <a:gd name="T26" fmla="*/ 97 w 197"/>
                  <a:gd name="T27" fmla="*/ 33 h 101"/>
                  <a:gd name="T28" fmla="*/ 123 w 197"/>
                  <a:gd name="T29" fmla="*/ 23 h 101"/>
                  <a:gd name="T30" fmla="*/ 147 w 197"/>
                  <a:gd name="T31" fmla="*/ 15 h 101"/>
                  <a:gd name="T32" fmla="*/ 172 w 197"/>
                  <a:gd name="T33" fmla="*/ 6 h 101"/>
                  <a:gd name="T34" fmla="*/ 196 w 197"/>
                  <a:gd name="T35" fmla="*/ 0 h 101"/>
                  <a:gd name="T36" fmla="*/ 197 w 197"/>
                  <a:gd name="T37" fmla="*/ 2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1"/>
                  <a:gd name="T59" fmla="*/ 197 w 197"/>
                  <a:gd name="T60" fmla="*/ 101 h 10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1">
                    <a:moveTo>
                      <a:pt x="197" y="27"/>
                    </a:moveTo>
                    <a:lnTo>
                      <a:pt x="175" y="34"/>
                    </a:lnTo>
                    <a:lnTo>
                      <a:pt x="151" y="41"/>
                    </a:lnTo>
                    <a:lnTo>
                      <a:pt x="128" y="49"/>
                    </a:lnTo>
                    <a:lnTo>
                      <a:pt x="104" y="58"/>
                    </a:lnTo>
                    <a:lnTo>
                      <a:pt x="81" y="68"/>
                    </a:lnTo>
                    <a:lnTo>
                      <a:pt x="57" y="79"/>
                    </a:lnTo>
                    <a:lnTo>
                      <a:pt x="36" y="88"/>
                    </a:lnTo>
                    <a:lnTo>
                      <a:pt x="12" y="101"/>
                    </a:lnTo>
                    <a:lnTo>
                      <a:pt x="0" y="78"/>
                    </a:lnTo>
                    <a:lnTo>
                      <a:pt x="24" y="65"/>
                    </a:lnTo>
                    <a:lnTo>
                      <a:pt x="49" y="54"/>
                    </a:lnTo>
                    <a:lnTo>
                      <a:pt x="73" y="42"/>
                    </a:lnTo>
                    <a:lnTo>
                      <a:pt x="97" y="33"/>
                    </a:lnTo>
                    <a:lnTo>
                      <a:pt x="123" y="23"/>
                    </a:lnTo>
                    <a:lnTo>
                      <a:pt x="147" y="15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7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7" name="Freeform 220"/>
              <p:cNvSpPr>
                <a:spLocks/>
              </p:cNvSpPr>
              <p:nvPr/>
            </p:nvSpPr>
            <p:spPr bwMode="auto">
              <a:xfrm>
                <a:off x="2882" y="1301"/>
                <a:ext cx="20" cy="34"/>
              </a:xfrm>
              <a:custGeom>
                <a:avLst/>
                <a:gdLst>
                  <a:gd name="T0" fmla="*/ 0 w 20"/>
                  <a:gd name="T1" fmla="*/ 6 h 34"/>
                  <a:gd name="T2" fmla="*/ 19 w 20"/>
                  <a:gd name="T3" fmla="*/ 0 h 34"/>
                  <a:gd name="T4" fmla="*/ 20 w 20"/>
                  <a:gd name="T5" fmla="*/ 28 h 34"/>
                  <a:gd name="T6" fmla="*/ 1 w 20"/>
                  <a:gd name="T7" fmla="*/ 34 h 34"/>
                  <a:gd name="T8" fmla="*/ 0 w 20"/>
                  <a:gd name="T9" fmla="*/ 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0" y="6"/>
                    </a:moveTo>
                    <a:lnTo>
                      <a:pt x="19" y="0"/>
                    </a:lnTo>
                    <a:lnTo>
                      <a:pt x="20" y="28"/>
                    </a:lnTo>
                    <a:lnTo>
                      <a:pt x="1" y="3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8" name="Freeform 221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79" name="Freeform 222"/>
              <p:cNvSpPr>
                <a:spLocks/>
              </p:cNvSpPr>
              <p:nvPr/>
            </p:nvSpPr>
            <p:spPr bwMode="auto">
              <a:xfrm>
                <a:off x="2390" y="1522"/>
                <a:ext cx="174" cy="91"/>
              </a:xfrm>
              <a:custGeom>
                <a:avLst/>
                <a:gdLst>
                  <a:gd name="T0" fmla="*/ 28 w 174"/>
                  <a:gd name="T1" fmla="*/ 76 h 91"/>
                  <a:gd name="T2" fmla="*/ 17 w 174"/>
                  <a:gd name="T3" fmla="*/ 68 h 91"/>
                  <a:gd name="T4" fmla="*/ 169 w 174"/>
                  <a:gd name="T5" fmla="*/ 0 h 91"/>
                  <a:gd name="T6" fmla="*/ 174 w 174"/>
                  <a:gd name="T7" fmla="*/ 15 h 91"/>
                  <a:gd name="T8" fmla="*/ 22 w 174"/>
                  <a:gd name="T9" fmla="*/ 81 h 91"/>
                  <a:gd name="T10" fmla="*/ 12 w 174"/>
                  <a:gd name="T11" fmla="*/ 72 h 91"/>
                  <a:gd name="T12" fmla="*/ 22 w 174"/>
                  <a:gd name="T13" fmla="*/ 81 h 91"/>
                  <a:gd name="T14" fmla="*/ 0 w 174"/>
                  <a:gd name="T15" fmla="*/ 91 h 91"/>
                  <a:gd name="T16" fmla="*/ 12 w 174"/>
                  <a:gd name="T17" fmla="*/ 72 h 91"/>
                  <a:gd name="T18" fmla="*/ 28 w 174"/>
                  <a:gd name="T19" fmla="*/ 7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1"/>
                  <a:gd name="T32" fmla="*/ 174 w 174"/>
                  <a:gd name="T33" fmla="*/ 91 h 9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1">
                    <a:moveTo>
                      <a:pt x="28" y="76"/>
                    </a:moveTo>
                    <a:lnTo>
                      <a:pt x="17" y="68"/>
                    </a:lnTo>
                    <a:lnTo>
                      <a:pt x="169" y="0"/>
                    </a:lnTo>
                    <a:lnTo>
                      <a:pt x="174" y="15"/>
                    </a:lnTo>
                    <a:lnTo>
                      <a:pt x="22" y="81"/>
                    </a:lnTo>
                    <a:lnTo>
                      <a:pt x="12" y="72"/>
                    </a:lnTo>
                    <a:lnTo>
                      <a:pt x="22" y="81"/>
                    </a:lnTo>
                    <a:lnTo>
                      <a:pt x="0" y="91"/>
                    </a:lnTo>
                    <a:lnTo>
                      <a:pt x="12" y="72"/>
                    </a:lnTo>
                    <a:lnTo>
                      <a:pt x="28" y="7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0" name="Freeform 223"/>
              <p:cNvSpPr>
                <a:spLocks/>
              </p:cNvSpPr>
              <p:nvPr/>
            </p:nvSpPr>
            <p:spPr bwMode="auto">
              <a:xfrm>
                <a:off x="2398" y="1459"/>
                <a:ext cx="96" cy="142"/>
              </a:xfrm>
              <a:custGeom>
                <a:avLst/>
                <a:gdLst>
                  <a:gd name="T0" fmla="*/ 80 w 96"/>
                  <a:gd name="T1" fmla="*/ 20 h 142"/>
                  <a:gd name="T2" fmla="*/ 96 w 96"/>
                  <a:gd name="T3" fmla="*/ 16 h 142"/>
                  <a:gd name="T4" fmla="*/ 17 w 96"/>
                  <a:gd name="T5" fmla="*/ 142 h 142"/>
                  <a:gd name="T6" fmla="*/ 0 w 96"/>
                  <a:gd name="T7" fmla="*/ 139 h 142"/>
                  <a:gd name="T8" fmla="*/ 80 w 96"/>
                  <a:gd name="T9" fmla="*/ 13 h 142"/>
                  <a:gd name="T10" fmla="*/ 95 w 96"/>
                  <a:gd name="T11" fmla="*/ 8 h 142"/>
                  <a:gd name="T12" fmla="*/ 80 w 96"/>
                  <a:gd name="T13" fmla="*/ 13 h 142"/>
                  <a:gd name="T14" fmla="*/ 88 w 96"/>
                  <a:gd name="T15" fmla="*/ 0 h 142"/>
                  <a:gd name="T16" fmla="*/ 95 w 96"/>
                  <a:gd name="T17" fmla="*/ 8 h 142"/>
                  <a:gd name="T18" fmla="*/ 80 w 96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142"/>
                  <a:gd name="T32" fmla="*/ 96 w 96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142">
                    <a:moveTo>
                      <a:pt x="80" y="20"/>
                    </a:moveTo>
                    <a:lnTo>
                      <a:pt x="96" y="16"/>
                    </a:lnTo>
                    <a:lnTo>
                      <a:pt x="17" y="142"/>
                    </a:lnTo>
                    <a:lnTo>
                      <a:pt x="0" y="139"/>
                    </a:lnTo>
                    <a:lnTo>
                      <a:pt x="80" y="13"/>
                    </a:lnTo>
                    <a:lnTo>
                      <a:pt x="95" y="8"/>
                    </a:lnTo>
                    <a:lnTo>
                      <a:pt x="80" y="13"/>
                    </a:lnTo>
                    <a:lnTo>
                      <a:pt x="88" y="0"/>
                    </a:lnTo>
                    <a:lnTo>
                      <a:pt x="95" y="8"/>
                    </a:lnTo>
                    <a:lnTo>
                      <a:pt x="80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1" name="Freeform 224"/>
              <p:cNvSpPr>
                <a:spLocks/>
              </p:cNvSpPr>
              <p:nvPr/>
            </p:nvSpPr>
            <p:spPr bwMode="auto">
              <a:xfrm>
                <a:off x="2484" y="1467"/>
                <a:ext cx="96" cy="72"/>
              </a:xfrm>
              <a:custGeom>
                <a:avLst/>
                <a:gdLst>
                  <a:gd name="T0" fmla="*/ 78 w 96"/>
                  <a:gd name="T1" fmla="*/ 57 h 72"/>
                  <a:gd name="T2" fmla="*/ 72 w 96"/>
                  <a:gd name="T3" fmla="*/ 71 h 72"/>
                  <a:gd name="T4" fmla="*/ 0 w 96"/>
                  <a:gd name="T5" fmla="*/ 12 h 72"/>
                  <a:gd name="T6" fmla="*/ 15 w 96"/>
                  <a:gd name="T7" fmla="*/ 0 h 72"/>
                  <a:gd name="T8" fmla="*/ 89 w 96"/>
                  <a:gd name="T9" fmla="*/ 60 h 72"/>
                  <a:gd name="T10" fmla="*/ 82 w 96"/>
                  <a:gd name="T11" fmla="*/ 72 h 72"/>
                  <a:gd name="T12" fmla="*/ 89 w 96"/>
                  <a:gd name="T13" fmla="*/ 60 h 72"/>
                  <a:gd name="T14" fmla="*/ 96 w 96"/>
                  <a:gd name="T15" fmla="*/ 66 h 72"/>
                  <a:gd name="T16" fmla="*/ 82 w 96"/>
                  <a:gd name="T17" fmla="*/ 72 h 72"/>
                  <a:gd name="T18" fmla="*/ 78 w 96"/>
                  <a:gd name="T19" fmla="*/ 57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72"/>
                  <a:gd name="T32" fmla="*/ 96 w 96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72">
                    <a:moveTo>
                      <a:pt x="78" y="57"/>
                    </a:moveTo>
                    <a:lnTo>
                      <a:pt x="72" y="71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89" y="60"/>
                    </a:lnTo>
                    <a:lnTo>
                      <a:pt x="82" y="72"/>
                    </a:lnTo>
                    <a:lnTo>
                      <a:pt x="89" y="60"/>
                    </a:lnTo>
                    <a:lnTo>
                      <a:pt x="96" y="66"/>
                    </a:lnTo>
                    <a:lnTo>
                      <a:pt x="82" y="72"/>
                    </a:lnTo>
                    <a:lnTo>
                      <a:pt x="78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2" name="Freeform 225"/>
              <p:cNvSpPr>
                <a:spLocks/>
              </p:cNvSpPr>
              <p:nvPr/>
            </p:nvSpPr>
            <p:spPr bwMode="auto">
              <a:xfrm>
                <a:off x="2418" y="1551"/>
                <a:ext cx="44" cy="35"/>
              </a:xfrm>
              <a:custGeom>
                <a:avLst/>
                <a:gdLst>
                  <a:gd name="T0" fmla="*/ 44 w 44"/>
                  <a:gd name="T1" fmla="*/ 21 h 35"/>
                  <a:gd name="T2" fmla="*/ 27 w 44"/>
                  <a:gd name="T3" fmla="*/ 35 h 35"/>
                  <a:gd name="T4" fmla="*/ 0 w 44"/>
                  <a:gd name="T5" fmla="*/ 16 h 35"/>
                  <a:gd name="T6" fmla="*/ 17 w 44"/>
                  <a:gd name="T7" fmla="*/ 0 h 35"/>
                  <a:gd name="T8" fmla="*/ 44 w 44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5"/>
                  <a:gd name="T17" fmla="*/ 44 w 44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5">
                    <a:moveTo>
                      <a:pt x="44" y="21"/>
                    </a:moveTo>
                    <a:lnTo>
                      <a:pt x="27" y="35"/>
                    </a:lnTo>
                    <a:lnTo>
                      <a:pt x="0" y="16"/>
                    </a:lnTo>
                    <a:lnTo>
                      <a:pt x="17" y="0"/>
                    </a:lnTo>
                    <a:lnTo>
                      <a:pt x="44" y="2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3" name="Freeform 226"/>
              <p:cNvSpPr>
                <a:spLocks/>
              </p:cNvSpPr>
              <p:nvPr/>
            </p:nvSpPr>
            <p:spPr bwMode="auto">
              <a:xfrm>
                <a:off x="2436" y="1407"/>
                <a:ext cx="213" cy="162"/>
              </a:xfrm>
              <a:custGeom>
                <a:avLst/>
                <a:gdLst>
                  <a:gd name="T0" fmla="*/ 213 w 213"/>
                  <a:gd name="T1" fmla="*/ 28 h 162"/>
                  <a:gd name="T2" fmla="*/ 213 w 213"/>
                  <a:gd name="T3" fmla="*/ 28 h 162"/>
                  <a:gd name="T4" fmla="*/ 188 w 213"/>
                  <a:gd name="T5" fmla="*/ 43 h 162"/>
                  <a:gd name="T6" fmla="*/ 161 w 213"/>
                  <a:gd name="T7" fmla="*/ 59 h 162"/>
                  <a:gd name="T8" fmla="*/ 139 w 213"/>
                  <a:gd name="T9" fmla="*/ 75 h 162"/>
                  <a:gd name="T10" fmla="*/ 114 w 213"/>
                  <a:gd name="T11" fmla="*/ 92 h 162"/>
                  <a:gd name="T12" fmla="*/ 91 w 213"/>
                  <a:gd name="T13" fmla="*/ 109 h 162"/>
                  <a:gd name="T14" fmla="*/ 69 w 213"/>
                  <a:gd name="T15" fmla="*/ 126 h 162"/>
                  <a:gd name="T16" fmla="*/ 48 w 213"/>
                  <a:gd name="T17" fmla="*/ 144 h 162"/>
                  <a:gd name="T18" fmla="*/ 26 w 213"/>
                  <a:gd name="T19" fmla="*/ 162 h 162"/>
                  <a:gd name="T20" fmla="*/ 0 w 213"/>
                  <a:gd name="T21" fmla="*/ 142 h 162"/>
                  <a:gd name="T22" fmla="*/ 21 w 213"/>
                  <a:gd name="T23" fmla="*/ 123 h 162"/>
                  <a:gd name="T24" fmla="*/ 44 w 213"/>
                  <a:gd name="T25" fmla="*/ 103 h 162"/>
                  <a:gd name="T26" fmla="*/ 68 w 213"/>
                  <a:gd name="T27" fmla="*/ 84 h 162"/>
                  <a:gd name="T28" fmla="*/ 93 w 213"/>
                  <a:gd name="T29" fmla="*/ 66 h 162"/>
                  <a:gd name="T30" fmla="*/ 117 w 213"/>
                  <a:gd name="T31" fmla="*/ 50 h 162"/>
                  <a:gd name="T32" fmla="*/ 144 w 213"/>
                  <a:gd name="T33" fmla="*/ 33 h 162"/>
                  <a:gd name="T34" fmla="*/ 170 w 213"/>
                  <a:gd name="T35" fmla="*/ 17 h 162"/>
                  <a:gd name="T36" fmla="*/ 196 w 213"/>
                  <a:gd name="T37" fmla="*/ 0 h 162"/>
                  <a:gd name="T38" fmla="*/ 213 w 213"/>
                  <a:gd name="T39" fmla="*/ 28 h 1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3"/>
                  <a:gd name="T61" fmla="*/ 0 h 162"/>
                  <a:gd name="T62" fmla="*/ 213 w 213"/>
                  <a:gd name="T63" fmla="*/ 162 h 1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3" h="162">
                    <a:moveTo>
                      <a:pt x="213" y="28"/>
                    </a:moveTo>
                    <a:lnTo>
                      <a:pt x="213" y="28"/>
                    </a:lnTo>
                    <a:lnTo>
                      <a:pt x="188" y="43"/>
                    </a:lnTo>
                    <a:lnTo>
                      <a:pt x="161" y="59"/>
                    </a:lnTo>
                    <a:lnTo>
                      <a:pt x="139" y="75"/>
                    </a:lnTo>
                    <a:lnTo>
                      <a:pt x="114" y="92"/>
                    </a:lnTo>
                    <a:lnTo>
                      <a:pt x="91" y="109"/>
                    </a:lnTo>
                    <a:lnTo>
                      <a:pt x="69" y="126"/>
                    </a:lnTo>
                    <a:lnTo>
                      <a:pt x="48" y="144"/>
                    </a:lnTo>
                    <a:lnTo>
                      <a:pt x="26" y="162"/>
                    </a:lnTo>
                    <a:lnTo>
                      <a:pt x="0" y="142"/>
                    </a:lnTo>
                    <a:lnTo>
                      <a:pt x="21" y="123"/>
                    </a:lnTo>
                    <a:lnTo>
                      <a:pt x="44" y="103"/>
                    </a:lnTo>
                    <a:lnTo>
                      <a:pt x="68" y="84"/>
                    </a:lnTo>
                    <a:lnTo>
                      <a:pt x="93" y="66"/>
                    </a:lnTo>
                    <a:lnTo>
                      <a:pt x="117" y="50"/>
                    </a:lnTo>
                    <a:lnTo>
                      <a:pt x="144" y="33"/>
                    </a:lnTo>
                    <a:lnTo>
                      <a:pt x="170" y="17"/>
                    </a:lnTo>
                    <a:lnTo>
                      <a:pt x="196" y="0"/>
                    </a:lnTo>
                    <a:lnTo>
                      <a:pt x="213" y="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4" name="Freeform 227"/>
              <p:cNvSpPr>
                <a:spLocks/>
              </p:cNvSpPr>
              <p:nvPr/>
            </p:nvSpPr>
            <p:spPr bwMode="auto">
              <a:xfrm>
                <a:off x="2637" y="1326"/>
                <a:ext cx="198" cy="113"/>
              </a:xfrm>
              <a:custGeom>
                <a:avLst/>
                <a:gdLst>
                  <a:gd name="T0" fmla="*/ 198 w 198"/>
                  <a:gd name="T1" fmla="*/ 32 h 113"/>
                  <a:gd name="T2" fmla="*/ 175 w 198"/>
                  <a:gd name="T3" fmla="*/ 40 h 113"/>
                  <a:gd name="T4" fmla="*/ 151 w 198"/>
                  <a:gd name="T5" fmla="*/ 48 h 113"/>
                  <a:gd name="T6" fmla="*/ 128 w 198"/>
                  <a:gd name="T7" fmla="*/ 58 h 113"/>
                  <a:gd name="T8" fmla="*/ 106 w 198"/>
                  <a:gd name="T9" fmla="*/ 67 h 113"/>
                  <a:gd name="T10" fmla="*/ 84 w 198"/>
                  <a:gd name="T11" fmla="*/ 78 h 113"/>
                  <a:gd name="T12" fmla="*/ 61 w 198"/>
                  <a:gd name="T13" fmla="*/ 88 h 113"/>
                  <a:gd name="T14" fmla="*/ 38 w 198"/>
                  <a:gd name="T15" fmla="*/ 100 h 113"/>
                  <a:gd name="T16" fmla="*/ 16 w 198"/>
                  <a:gd name="T17" fmla="*/ 113 h 113"/>
                  <a:gd name="T18" fmla="*/ 0 w 198"/>
                  <a:gd name="T19" fmla="*/ 86 h 113"/>
                  <a:gd name="T20" fmla="*/ 23 w 198"/>
                  <a:gd name="T21" fmla="*/ 72 h 113"/>
                  <a:gd name="T22" fmla="*/ 47 w 198"/>
                  <a:gd name="T23" fmla="*/ 62 h 113"/>
                  <a:gd name="T24" fmla="*/ 71 w 198"/>
                  <a:gd name="T25" fmla="*/ 49 h 113"/>
                  <a:gd name="T26" fmla="*/ 97 w 198"/>
                  <a:gd name="T27" fmla="*/ 38 h 113"/>
                  <a:gd name="T28" fmla="*/ 120 w 198"/>
                  <a:gd name="T29" fmla="*/ 26 h 113"/>
                  <a:gd name="T30" fmla="*/ 145 w 198"/>
                  <a:gd name="T31" fmla="*/ 18 h 113"/>
                  <a:gd name="T32" fmla="*/ 168 w 198"/>
                  <a:gd name="T33" fmla="*/ 8 h 113"/>
                  <a:gd name="T34" fmla="*/ 194 w 198"/>
                  <a:gd name="T35" fmla="*/ 0 h 113"/>
                  <a:gd name="T36" fmla="*/ 198 w 198"/>
                  <a:gd name="T37" fmla="*/ 32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13"/>
                  <a:gd name="T59" fmla="*/ 198 w 198"/>
                  <a:gd name="T60" fmla="*/ 113 h 1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13">
                    <a:moveTo>
                      <a:pt x="198" y="32"/>
                    </a:moveTo>
                    <a:lnTo>
                      <a:pt x="175" y="40"/>
                    </a:lnTo>
                    <a:lnTo>
                      <a:pt x="151" y="48"/>
                    </a:lnTo>
                    <a:lnTo>
                      <a:pt x="128" y="58"/>
                    </a:lnTo>
                    <a:lnTo>
                      <a:pt x="106" y="67"/>
                    </a:lnTo>
                    <a:lnTo>
                      <a:pt x="84" y="78"/>
                    </a:lnTo>
                    <a:lnTo>
                      <a:pt x="61" y="88"/>
                    </a:lnTo>
                    <a:lnTo>
                      <a:pt x="38" y="100"/>
                    </a:lnTo>
                    <a:lnTo>
                      <a:pt x="16" y="113"/>
                    </a:lnTo>
                    <a:lnTo>
                      <a:pt x="0" y="86"/>
                    </a:lnTo>
                    <a:lnTo>
                      <a:pt x="23" y="72"/>
                    </a:lnTo>
                    <a:lnTo>
                      <a:pt x="47" y="62"/>
                    </a:lnTo>
                    <a:lnTo>
                      <a:pt x="71" y="49"/>
                    </a:lnTo>
                    <a:lnTo>
                      <a:pt x="97" y="38"/>
                    </a:lnTo>
                    <a:lnTo>
                      <a:pt x="120" y="26"/>
                    </a:lnTo>
                    <a:lnTo>
                      <a:pt x="145" y="18"/>
                    </a:lnTo>
                    <a:lnTo>
                      <a:pt x="168" y="8"/>
                    </a:lnTo>
                    <a:lnTo>
                      <a:pt x="194" y="0"/>
                    </a:lnTo>
                    <a:lnTo>
                      <a:pt x="19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5" name="Freeform 228"/>
              <p:cNvSpPr>
                <a:spLocks/>
              </p:cNvSpPr>
              <p:nvPr/>
            </p:nvSpPr>
            <p:spPr bwMode="auto">
              <a:xfrm>
                <a:off x="2833" y="1318"/>
                <a:ext cx="26" cy="39"/>
              </a:xfrm>
              <a:custGeom>
                <a:avLst/>
                <a:gdLst>
                  <a:gd name="T0" fmla="*/ 0 w 26"/>
                  <a:gd name="T1" fmla="*/ 7 h 39"/>
                  <a:gd name="T2" fmla="*/ 22 w 26"/>
                  <a:gd name="T3" fmla="*/ 0 h 39"/>
                  <a:gd name="T4" fmla="*/ 26 w 26"/>
                  <a:gd name="T5" fmla="*/ 32 h 39"/>
                  <a:gd name="T6" fmla="*/ 5 w 26"/>
                  <a:gd name="T7" fmla="*/ 39 h 39"/>
                  <a:gd name="T8" fmla="*/ 0 w 2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9"/>
                  <a:gd name="T17" fmla="*/ 26 w 26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9">
                    <a:moveTo>
                      <a:pt x="0" y="7"/>
                    </a:moveTo>
                    <a:lnTo>
                      <a:pt x="22" y="0"/>
                    </a:lnTo>
                    <a:lnTo>
                      <a:pt x="26" y="32"/>
                    </a:lnTo>
                    <a:lnTo>
                      <a:pt x="5" y="3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6" name="Freeform 229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7" name="Freeform 230"/>
              <p:cNvSpPr>
                <a:spLocks/>
              </p:cNvSpPr>
              <p:nvPr/>
            </p:nvSpPr>
            <p:spPr bwMode="auto">
              <a:xfrm>
                <a:off x="2398" y="1524"/>
                <a:ext cx="166" cy="82"/>
              </a:xfrm>
              <a:custGeom>
                <a:avLst/>
                <a:gdLst>
                  <a:gd name="T0" fmla="*/ 17 w 166"/>
                  <a:gd name="T1" fmla="*/ 73 h 82"/>
                  <a:gd name="T2" fmla="*/ 11 w 166"/>
                  <a:gd name="T3" fmla="*/ 67 h 82"/>
                  <a:gd name="T4" fmla="*/ 163 w 166"/>
                  <a:gd name="T5" fmla="*/ 0 h 82"/>
                  <a:gd name="T6" fmla="*/ 166 w 166"/>
                  <a:gd name="T7" fmla="*/ 8 h 82"/>
                  <a:gd name="T8" fmla="*/ 14 w 166"/>
                  <a:gd name="T9" fmla="*/ 76 h 82"/>
                  <a:gd name="T10" fmla="*/ 7 w 166"/>
                  <a:gd name="T11" fmla="*/ 71 h 82"/>
                  <a:gd name="T12" fmla="*/ 14 w 166"/>
                  <a:gd name="T13" fmla="*/ 76 h 82"/>
                  <a:gd name="T14" fmla="*/ 0 w 166"/>
                  <a:gd name="T15" fmla="*/ 82 h 82"/>
                  <a:gd name="T16" fmla="*/ 7 w 166"/>
                  <a:gd name="T17" fmla="*/ 71 h 82"/>
                  <a:gd name="T18" fmla="*/ 17 w 166"/>
                  <a:gd name="T19" fmla="*/ 73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82"/>
                  <a:gd name="T32" fmla="*/ 166 w 166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82">
                    <a:moveTo>
                      <a:pt x="17" y="73"/>
                    </a:moveTo>
                    <a:lnTo>
                      <a:pt x="11" y="67"/>
                    </a:lnTo>
                    <a:lnTo>
                      <a:pt x="163" y="0"/>
                    </a:lnTo>
                    <a:lnTo>
                      <a:pt x="166" y="8"/>
                    </a:lnTo>
                    <a:lnTo>
                      <a:pt x="14" y="76"/>
                    </a:lnTo>
                    <a:lnTo>
                      <a:pt x="7" y="71"/>
                    </a:lnTo>
                    <a:lnTo>
                      <a:pt x="14" y="76"/>
                    </a:lnTo>
                    <a:lnTo>
                      <a:pt x="0" y="82"/>
                    </a:lnTo>
                    <a:lnTo>
                      <a:pt x="7" y="71"/>
                    </a:lnTo>
                    <a:lnTo>
                      <a:pt x="17" y="7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8" name="Freeform 231"/>
              <p:cNvSpPr>
                <a:spLocks/>
              </p:cNvSpPr>
              <p:nvPr/>
            </p:nvSpPr>
            <p:spPr bwMode="auto">
              <a:xfrm>
                <a:off x="2402" y="1462"/>
                <a:ext cx="91" cy="137"/>
              </a:xfrm>
              <a:custGeom>
                <a:avLst/>
                <a:gdLst>
                  <a:gd name="T0" fmla="*/ 81 w 91"/>
                  <a:gd name="T1" fmla="*/ 13 h 137"/>
                  <a:gd name="T2" fmla="*/ 91 w 91"/>
                  <a:gd name="T3" fmla="*/ 9 h 137"/>
                  <a:gd name="T4" fmla="*/ 10 w 91"/>
                  <a:gd name="T5" fmla="*/ 137 h 137"/>
                  <a:gd name="T6" fmla="*/ 0 w 91"/>
                  <a:gd name="T7" fmla="*/ 135 h 137"/>
                  <a:gd name="T8" fmla="*/ 81 w 91"/>
                  <a:gd name="T9" fmla="*/ 7 h 137"/>
                  <a:gd name="T10" fmla="*/ 91 w 91"/>
                  <a:gd name="T11" fmla="*/ 5 h 137"/>
                  <a:gd name="T12" fmla="*/ 81 w 91"/>
                  <a:gd name="T13" fmla="*/ 7 h 137"/>
                  <a:gd name="T14" fmla="*/ 86 w 91"/>
                  <a:gd name="T15" fmla="*/ 0 h 137"/>
                  <a:gd name="T16" fmla="*/ 91 w 91"/>
                  <a:gd name="T17" fmla="*/ 5 h 137"/>
                  <a:gd name="T18" fmla="*/ 81 w 91"/>
                  <a:gd name="T19" fmla="*/ 1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37"/>
                  <a:gd name="T32" fmla="*/ 91 w 91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37">
                    <a:moveTo>
                      <a:pt x="81" y="13"/>
                    </a:moveTo>
                    <a:lnTo>
                      <a:pt x="91" y="9"/>
                    </a:lnTo>
                    <a:lnTo>
                      <a:pt x="10" y="137"/>
                    </a:lnTo>
                    <a:lnTo>
                      <a:pt x="0" y="135"/>
                    </a:lnTo>
                    <a:lnTo>
                      <a:pt x="81" y="7"/>
                    </a:lnTo>
                    <a:lnTo>
                      <a:pt x="91" y="5"/>
                    </a:lnTo>
                    <a:lnTo>
                      <a:pt x="81" y="7"/>
                    </a:lnTo>
                    <a:lnTo>
                      <a:pt x="86" y="0"/>
                    </a:lnTo>
                    <a:lnTo>
                      <a:pt x="91" y="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89" name="Freeform 232"/>
              <p:cNvSpPr>
                <a:spLocks/>
              </p:cNvSpPr>
              <p:nvPr/>
            </p:nvSpPr>
            <p:spPr bwMode="auto">
              <a:xfrm>
                <a:off x="2486" y="1469"/>
                <a:ext cx="87" cy="66"/>
              </a:xfrm>
              <a:custGeom>
                <a:avLst/>
                <a:gdLst>
                  <a:gd name="T0" fmla="*/ 76 w 87"/>
                  <a:gd name="T1" fmla="*/ 58 h 66"/>
                  <a:gd name="T2" fmla="*/ 72 w 87"/>
                  <a:gd name="T3" fmla="*/ 66 h 66"/>
                  <a:gd name="T4" fmla="*/ 0 w 87"/>
                  <a:gd name="T5" fmla="*/ 6 h 66"/>
                  <a:gd name="T6" fmla="*/ 8 w 87"/>
                  <a:gd name="T7" fmla="*/ 0 h 66"/>
                  <a:gd name="T8" fmla="*/ 81 w 87"/>
                  <a:gd name="T9" fmla="*/ 58 h 66"/>
                  <a:gd name="T10" fmla="*/ 78 w 87"/>
                  <a:gd name="T11" fmla="*/ 66 h 66"/>
                  <a:gd name="T12" fmla="*/ 81 w 87"/>
                  <a:gd name="T13" fmla="*/ 58 h 66"/>
                  <a:gd name="T14" fmla="*/ 87 w 87"/>
                  <a:gd name="T15" fmla="*/ 63 h 66"/>
                  <a:gd name="T16" fmla="*/ 78 w 87"/>
                  <a:gd name="T17" fmla="*/ 66 h 66"/>
                  <a:gd name="T18" fmla="*/ 76 w 87"/>
                  <a:gd name="T19" fmla="*/ 58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66"/>
                  <a:gd name="T32" fmla="*/ 87 w 87"/>
                  <a:gd name="T33" fmla="*/ 66 h 6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66">
                    <a:moveTo>
                      <a:pt x="76" y="58"/>
                    </a:moveTo>
                    <a:lnTo>
                      <a:pt x="72" y="66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81" y="58"/>
                    </a:lnTo>
                    <a:lnTo>
                      <a:pt x="78" y="66"/>
                    </a:lnTo>
                    <a:lnTo>
                      <a:pt x="81" y="58"/>
                    </a:lnTo>
                    <a:lnTo>
                      <a:pt x="87" y="63"/>
                    </a:lnTo>
                    <a:lnTo>
                      <a:pt x="78" y="66"/>
                    </a:lnTo>
                    <a:lnTo>
                      <a:pt x="76" y="5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0" name="Freeform 233"/>
              <p:cNvSpPr>
                <a:spLocks/>
              </p:cNvSpPr>
              <p:nvPr/>
            </p:nvSpPr>
            <p:spPr bwMode="auto">
              <a:xfrm>
                <a:off x="2423" y="1551"/>
                <a:ext cx="34" cy="30"/>
              </a:xfrm>
              <a:custGeom>
                <a:avLst/>
                <a:gdLst>
                  <a:gd name="T0" fmla="*/ 34 w 34"/>
                  <a:gd name="T1" fmla="*/ 17 h 30"/>
                  <a:gd name="T2" fmla="*/ 21 w 34"/>
                  <a:gd name="T3" fmla="*/ 30 h 30"/>
                  <a:gd name="T4" fmla="*/ 0 w 34"/>
                  <a:gd name="T5" fmla="*/ 13 h 30"/>
                  <a:gd name="T6" fmla="*/ 13 w 34"/>
                  <a:gd name="T7" fmla="*/ 0 h 30"/>
                  <a:gd name="T8" fmla="*/ 34 w 34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34" y="17"/>
                    </a:moveTo>
                    <a:lnTo>
                      <a:pt x="21" y="30"/>
                    </a:lnTo>
                    <a:lnTo>
                      <a:pt x="0" y="13"/>
                    </a:lnTo>
                    <a:lnTo>
                      <a:pt x="13" y="0"/>
                    </a:lnTo>
                    <a:lnTo>
                      <a:pt x="34" y="1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1" name="Freeform 234"/>
              <p:cNvSpPr>
                <a:spLocks/>
              </p:cNvSpPr>
              <p:nvPr/>
            </p:nvSpPr>
            <p:spPr bwMode="auto">
              <a:xfrm>
                <a:off x="2442" y="1411"/>
                <a:ext cx="207" cy="157"/>
              </a:xfrm>
              <a:custGeom>
                <a:avLst/>
                <a:gdLst>
                  <a:gd name="T0" fmla="*/ 207 w 207"/>
                  <a:gd name="T1" fmla="*/ 24 h 157"/>
                  <a:gd name="T2" fmla="*/ 207 w 207"/>
                  <a:gd name="T3" fmla="*/ 24 h 157"/>
                  <a:gd name="T4" fmla="*/ 182 w 207"/>
                  <a:gd name="T5" fmla="*/ 39 h 157"/>
                  <a:gd name="T6" fmla="*/ 157 w 207"/>
                  <a:gd name="T7" fmla="*/ 54 h 157"/>
                  <a:gd name="T8" fmla="*/ 134 w 207"/>
                  <a:gd name="T9" fmla="*/ 70 h 157"/>
                  <a:gd name="T10" fmla="*/ 109 w 207"/>
                  <a:gd name="T11" fmla="*/ 87 h 157"/>
                  <a:gd name="T12" fmla="*/ 86 w 207"/>
                  <a:gd name="T13" fmla="*/ 104 h 157"/>
                  <a:gd name="T14" fmla="*/ 64 w 207"/>
                  <a:gd name="T15" fmla="*/ 121 h 157"/>
                  <a:gd name="T16" fmla="*/ 43 w 207"/>
                  <a:gd name="T17" fmla="*/ 139 h 157"/>
                  <a:gd name="T18" fmla="*/ 23 w 207"/>
                  <a:gd name="T19" fmla="*/ 157 h 157"/>
                  <a:gd name="T20" fmla="*/ 0 w 207"/>
                  <a:gd name="T21" fmla="*/ 140 h 157"/>
                  <a:gd name="T22" fmla="*/ 22 w 207"/>
                  <a:gd name="T23" fmla="*/ 121 h 157"/>
                  <a:gd name="T24" fmla="*/ 44 w 207"/>
                  <a:gd name="T25" fmla="*/ 104 h 157"/>
                  <a:gd name="T26" fmla="*/ 67 w 207"/>
                  <a:gd name="T27" fmla="*/ 85 h 157"/>
                  <a:gd name="T28" fmla="*/ 92 w 207"/>
                  <a:gd name="T29" fmla="*/ 66 h 157"/>
                  <a:gd name="T30" fmla="*/ 118 w 207"/>
                  <a:gd name="T31" fmla="*/ 48 h 157"/>
                  <a:gd name="T32" fmla="*/ 142 w 207"/>
                  <a:gd name="T33" fmla="*/ 31 h 157"/>
                  <a:gd name="T34" fmla="*/ 168 w 207"/>
                  <a:gd name="T35" fmla="*/ 16 h 157"/>
                  <a:gd name="T36" fmla="*/ 195 w 207"/>
                  <a:gd name="T37" fmla="*/ 0 h 157"/>
                  <a:gd name="T38" fmla="*/ 207 w 207"/>
                  <a:gd name="T39" fmla="*/ 24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57"/>
                  <a:gd name="T62" fmla="*/ 207 w 207"/>
                  <a:gd name="T63" fmla="*/ 157 h 15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57">
                    <a:moveTo>
                      <a:pt x="207" y="24"/>
                    </a:moveTo>
                    <a:lnTo>
                      <a:pt x="207" y="24"/>
                    </a:lnTo>
                    <a:lnTo>
                      <a:pt x="182" y="39"/>
                    </a:lnTo>
                    <a:lnTo>
                      <a:pt x="157" y="54"/>
                    </a:lnTo>
                    <a:lnTo>
                      <a:pt x="134" y="70"/>
                    </a:lnTo>
                    <a:lnTo>
                      <a:pt x="109" y="87"/>
                    </a:lnTo>
                    <a:lnTo>
                      <a:pt x="86" y="104"/>
                    </a:lnTo>
                    <a:lnTo>
                      <a:pt x="64" y="121"/>
                    </a:lnTo>
                    <a:lnTo>
                      <a:pt x="43" y="139"/>
                    </a:lnTo>
                    <a:lnTo>
                      <a:pt x="23" y="157"/>
                    </a:lnTo>
                    <a:lnTo>
                      <a:pt x="0" y="140"/>
                    </a:lnTo>
                    <a:lnTo>
                      <a:pt x="22" y="121"/>
                    </a:lnTo>
                    <a:lnTo>
                      <a:pt x="44" y="104"/>
                    </a:lnTo>
                    <a:lnTo>
                      <a:pt x="67" y="85"/>
                    </a:lnTo>
                    <a:lnTo>
                      <a:pt x="92" y="66"/>
                    </a:lnTo>
                    <a:lnTo>
                      <a:pt x="118" y="48"/>
                    </a:lnTo>
                    <a:lnTo>
                      <a:pt x="142" y="31"/>
                    </a:lnTo>
                    <a:lnTo>
                      <a:pt x="168" y="16"/>
                    </a:lnTo>
                    <a:lnTo>
                      <a:pt x="195" y="0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2" name="Freeform 235"/>
              <p:cNvSpPr>
                <a:spLocks/>
              </p:cNvSpPr>
              <p:nvPr/>
            </p:nvSpPr>
            <p:spPr bwMode="auto">
              <a:xfrm>
                <a:off x="2639" y="1329"/>
                <a:ext cx="196" cy="108"/>
              </a:xfrm>
              <a:custGeom>
                <a:avLst/>
                <a:gdLst>
                  <a:gd name="T0" fmla="*/ 196 w 196"/>
                  <a:gd name="T1" fmla="*/ 27 h 108"/>
                  <a:gd name="T2" fmla="*/ 173 w 196"/>
                  <a:gd name="T3" fmla="*/ 35 h 108"/>
                  <a:gd name="T4" fmla="*/ 148 w 196"/>
                  <a:gd name="T5" fmla="*/ 44 h 108"/>
                  <a:gd name="T6" fmla="*/ 126 w 196"/>
                  <a:gd name="T7" fmla="*/ 53 h 108"/>
                  <a:gd name="T8" fmla="*/ 103 w 196"/>
                  <a:gd name="T9" fmla="*/ 63 h 108"/>
                  <a:gd name="T10" fmla="*/ 81 w 196"/>
                  <a:gd name="T11" fmla="*/ 73 h 108"/>
                  <a:gd name="T12" fmla="*/ 59 w 196"/>
                  <a:gd name="T13" fmla="*/ 84 h 108"/>
                  <a:gd name="T14" fmla="*/ 35 w 196"/>
                  <a:gd name="T15" fmla="*/ 97 h 108"/>
                  <a:gd name="T16" fmla="*/ 14 w 196"/>
                  <a:gd name="T17" fmla="*/ 108 h 108"/>
                  <a:gd name="T18" fmla="*/ 0 w 196"/>
                  <a:gd name="T19" fmla="*/ 85 h 108"/>
                  <a:gd name="T20" fmla="*/ 23 w 196"/>
                  <a:gd name="T21" fmla="*/ 73 h 108"/>
                  <a:gd name="T22" fmla="*/ 47 w 196"/>
                  <a:gd name="T23" fmla="*/ 61 h 108"/>
                  <a:gd name="T24" fmla="*/ 71 w 196"/>
                  <a:gd name="T25" fmla="*/ 48 h 108"/>
                  <a:gd name="T26" fmla="*/ 95 w 196"/>
                  <a:gd name="T27" fmla="*/ 37 h 108"/>
                  <a:gd name="T28" fmla="*/ 119 w 196"/>
                  <a:gd name="T29" fmla="*/ 27 h 108"/>
                  <a:gd name="T30" fmla="*/ 143 w 196"/>
                  <a:gd name="T31" fmla="*/ 18 h 108"/>
                  <a:gd name="T32" fmla="*/ 168 w 196"/>
                  <a:gd name="T33" fmla="*/ 8 h 108"/>
                  <a:gd name="T34" fmla="*/ 192 w 196"/>
                  <a:gd name="T35" fmla="*/ 0 h 108"/>
                  <a:gd name="T36" fmla="*/ 196 w 196"/>
                  <a:gd name="T37" fmla="*/ 27 h 10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08"/>
                  <a:gd name="T59" fmla="*/ 196 w 196"/>
                  <a:gd name="T60" fmla="*/ 108 h 10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08">
                    <a:moveTo>
                      <a:pt x="196" y="27"/>
                    </a:moveTo>
                    <a:lnTo>
                      <a:pt x="173" y="35"/>
                    </a:lnTo>
                    <a:lnTo>
                      <a:pt x="148" y="44"/>
                    </a:lnTo>
                    <a:lnTo>
                      <a:pt x="126" y="53"/>
                    </a:lnTo>
                    <a:lnTo>
                      <a:pt x="103" y="63"/>
                    </a:lnTo>
                    <a:lnTo>
                      <a:pt x="81" y="73"/>
                    </a:lnTo>
                    <a:lnTo>
                      <a:pt x="59" y="84"/>
                    </a:lnTo>
                    <a:lnTo>
                      <a:pt x="35" y="97"/>
                    </a:lnTo>
                    <a:lnTo>
                      <a:pt x="14" y="108"/>
                    </a:lnTo>
                    <a:lnTo>
                      <a:pt x="0" y="85"/>
                    </a:lnTo>
                    <a:lnTo>
                      <a:pt x="23" y="73"/>
                    </a:lnTo>
                    <a:lnTo>
                      <a:pt x="47" y="61"/>
                    </a:lnTo>
                    <a:lnTo>
                      <a:pt x="71" y="48"/>
                    </a:lnTo>
                    <a:lnTo>
                      <a:pt x="95" y="37"/>
                    </a:lnTo>
                    <a:lnTo>
                      <a:pt x="119" y="27"/>
                    </a:lnTo>
                    <a:lnTo>
                      <a:pt x="143" y="18"/>
                    </a:lnTo>
                    <a:lnTo>
                      <a:pt x="168" y="8"/>
                    </a:lnTo>
                    <a:lnTo>
                      <a:pt x="192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3" name="Freeform 236"/>
              <p:cNvSpPr>
                <a:spLocks/>
              </p:cNvSpPr>
              <p:nvPr/>
            </p:nvSpPr>
            <p:spPr bwMode="auto">
              <a:xfrm>
                <a:off x="2834" y="1321"/>
                <a:ext cx="22" cy="34"/>
              </a:xfrm>
              <a:custGeom>
                <a:avLst/>
                <a:gdLst>
                  <a:gd name="T0" fmla="*/ 0 w 22"/>
                  <a:gd name="T1" fmla="*/ 8 h 34"/>
                  <a:gd name="T2" fmla="*/ 18 w 22"/>
                  <a:gd name="T3" fmla="*/ 0 h 34"/>
                  <a:gd name="T4" fmla="*/ 22 w 22"/>
                  <a:gd name="T5" fmla="*/ 27 h 34"/>
                  <a:gd name="T6" fmla="*/ 4 w 22"/>
                  <a:gd name="T7" fmla="*/ 34 h 34"/>
                  <a:gd name="T8" fmla="*/ 0 w 22"/>
                  <a:gd name="T9" fmla="*/ 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0" y="8"/>
                    </a:moveTo>
                    <a:lnTo>
                      <a:pt x="18" y="0"/>
                    </a:lnTo>
                    <a:lnTo>
                      <a:pt x="22" y="27"/>
                    </a:lnTo>
                    <a:lnTo>
                      <a:pt x="4" y="3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4" name="Freeform 237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5" name="Freeform 238"/>
              <p:cNvSpPr>
                <a:spLocks/>
              </p:cNvSpPr>
              <p:nvPr/>
            </p:nvSpPr>
            <p:spPr bwMode="auto">
              <a:xfrm>
                <a:off x="2366" y="1543"/>
                <a:ext cx="172" cy="98"/>
              </a:xfrm>
              <a:custGeom>
                <a:avLst/>
                <a:gdLst>
                  <a:gd name="T0" fmla="*/ 28 w 172"/>
                  <a:gd name="T1" fmla="*/ 81 h 98"/>
                  <a:gd name="T2" fmla="*/ 17 w 172"/>
                  <a:gd name="T3" fmla="*/ 73 h 98"/>
                  <a:gd name="T4" fmla="*/ 167 w 172"/>
                  <a:gd name="T5" fmla="*/ 0 h 98"/>
                  <a:gd name="T6" fmla="*/ 172 w 172"/>
                  <a:gd name="T7" fmla="*/ 13 h 98"/>
                  <a:gd name="T8" fmla="*/ 23 w 172"/>
                  <a:gd name="T9" fmla="*/ 86 h 98"/>
                  <a:gd name="T10" fmla="*/ 11 w 172"/>
                  <a:gd name="T11" fmla="*/ 79 h 98"/>
                  <a:gd name="T12" fmla="*/ 23 w 172"/>
                  <a:gd name="T13" fmla="*/ 86 h 98"/>
                  <a:gd name="T14" fmla="*/ 0 w 172"/>
                  <a:gd name="T15" fmla="*/ 98 h 98"/>
                  <a:gd name="T16" fmla="*/ 11 w 172"/>
                  <a:gd name="T17" fmla="*/ 79 h 98"/>
                  <a:gd name="T18" fmla="*/ 28 w 172"/>
                  <a:gd name="T19" fmla="*/ 8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98"/>
                  <a:gd name="T32" fmla="*/ 172 w 172"/>
                  <a:gd name="T33" fmla="*/ 98 h 9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98">
                    <a:moveTo>
                      <a:pt x="28" y="81"/>
                    </a:moveTo>
                    <a:lnTo>
                      <a:pt x="17" y="73"/>
                    </a:lnTo>
                    <a:lnTo>
                      <a:pt x="167" y="0"/>
                    </a:lnTo>
                    <a:lnTo>
                      <a:pt x="172" y="13"/>
                    </a:lnTo>
                    <a:lnTo>
                      <a:pt x="23" y="86"/>
                    </a:lnTo>
                    <a:lnTo>
                      <a:pt x="11" y="79"/>
                    </a:lnTo>
                    <a:lnTo>
                      <a:pt x="23" y="86"/>
                    </a:lnTo>
                    <a:lnTo>
                      <a:pt x="0" y="98"/>
                    </a:lnTo>
                    <a:lnTo>
                      <a:pt x="11" y="79"/>
                    </a:lnTo>
                    <a:lnTo>
                      <a:pt x="28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6" name="Freeform 239"/>
              <p:cNvSpPr>
                <a:spLocks/>
              </p:cNvSpPr>
              <p:nvPr/>
            </p:nvSpPr>
            <p:spPr bwMode="auto">
              <a:xfrm>
                <a:off x="2377" y="1482"/>
                <a:ext cx="91" cy="143"/>
              </a:xfrm>
              <a:custGeom>
                <a:avLst/>
                <a:gdLst>
                  <a:gd name="T0" fmla="*/ 74 w 91"/>
                  <a:gd name="T1" fmla="*/ 20 h 143"/>
                  <a:gd name="T2" fmla="*/ 91 w 91"/>
                  <a:gd name="T3" fmla="*/ 15 h 143"/>
                  <a:gd name="T4" fmla="*/ 17 w 91"/>
                  <a:gd name="T5" fmla="*/ 143 h 143"/>
                  <a:gd name="T6" fmla="*/ 0 w 91"/>
                  <a:gd name="T7" fmla="*/ 141 h 143"/>
                  <a:gd name="T8" fmla="*/ 73 w 91"/>
                  <a:gd name="T9" fmla="*/ 12 h 143"/>
                  <a:gd name="T10" fmla="*/ 89 w 91"/>
                  <a:gd name="T11" fmla="*/ 6 h 143"/>
                  <a:gd name="T12" fmla="*/ 73 w 91"/>
                  <a:gd name="T13" fmla="*/ 12 h 143"/>
                  <a:gd name="T14" fmla="*/ 79 w 91"/>
                  <a:gd name="T15" fmla="*/ 0 h 143"/>
                  <a:gd name="T16" fmla="*/ 89 w 91"/>
                  <a:gd name="T17" fmla="*/ 6 h 143"/>
                  <a:gd name="T18" fmla="*/ 74 w 91"/>
                  <a:gd name="T19" fmla="*/ 2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43"/>
                  <a:gd name="T32" fmla="*/ 91 w 91"/>
                  <a:gd name="T33" fmla="*/ 143 h 1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43">
                    <a:moveTo>
                      <a:pt x="74" y="20"/>
                    </a:moveTo>
                    <a:lnTo>
                      <a:pt x="91" y="15"/>
                    </a:lnTo>
                    <a:lnTo>
                      <a:pt x="17" y="143"/>
                    </a:lnTo>
                    <a:lnTo>
                      <a:pt x="0" y="141"/>
                    </a:lnTo>
                    <a:lnTo>
                      <a:pt x="73" y="12"/>
                    </a:lnTo>
                    <a:lnTo>
                      <a:pt x="89" y="6"/>
                    </a:lnTo>
                    <a:lnTo>
                      <a:pt x="73" y="12"/>
                    </a:lnTo>
                    <a:lnTo>
                      <a:pt x="79" y="0"/>
                    </a:lnTo>
                    <a:lnTo>
                      <a:pt x="89" y="6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7" name="Freeform 240"/>
              <p:cNvSpPr>
                <a:spLocks/>
              </p:cNvSpPr>
              <p:nvPr/>
            </p:nvSpPr>
            <p:spPr bwMode="auto">
              <a:xfrm>
                <a:off x="2453" y="1488"/>
                <a:ext cx="102" cy="69"/>
              </a:xfrm>
              <a:custGeom>
                <a:avLst/>
                <a:gdLst>
                  <a:gd name="T0" fmla="*/ 82 w 102"/>
                  <a:gd name="T1" fmla="*/ 57 h 69"/>
                  <a:gd name="T2" fmla="*/ 78 w 102"/>
                  <a:gd name="T3" fmla="*/ 69 h 69"/>
                  <a:gd name="T4" fmla="*/ 0 w 102"/>
                  <a:gd name="T5" fmla="*/ 14 h 69"/>
                  <a:gd name="T6" fmla="*/ 15 w 102"/>
                  <a:gd name="T7" fmla="*/ 0 h 69"/>
                  <a:gd name="T8" fmla="*/ 92 w 102"/>
                  <a:gd name="T9" fmla="*/ 57 h 69"/>
                  <a:gd name="T10" fmla="*/ 89 w 102"/>
                  <a:gd name="T11" fmla="*/ 68 h 69"/>
                  <a:gd name="T12" fmla="*/ 92 w 102"/>
                  <a:gd name="T13" fmla="*/ 57 h 69"/>
                  <a:gd name="T14" fmla="*/ 102 w 102"/>
                  <a:gd name="T15" fmla="*/ 62 h 69"/>
                  <a:gd name="T16" fmla="*/ 89 w 102"/>
                  <a:gd name="T17" fmla="*/ 68 h 69"/>
                  <a:gd name="T18" fmla="*/ 82 w 102"/>
                  <a:gd name="T19" fmla="*/ 57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69"/>
                  <a:gd name="T32" fmla="*/ 102 w 102"/>
                  <a:gd name="T33" fmla="*/ 69 h 6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69">
                    <a:moveTo>
                      <a:pt x="82" y="57"/>
                    </a:moveTo>
                    <a:lnTo>
                      <a:pt x="78" y="69"/>
                    </a:lnTo>
                    <a:lnTo>
                      <a:pt x="0" y="14"/>
                    </a:lnTo>
                    <a:lnTo>
                      <a:pt x="15" y="0"/>
                    </a:lnTo>
                    <a:lnTo>
                      <a:pt x="92" y="57"/>
                    </a:lnTo>
                    <a:lnTo>
                      <a:pt x="89" y="68"/>
                    </a:lnTo>
                    <a:lnTo>
                      <a:pt x="92" y="57"/>
                    </a:lnTo>
                    <a:lnTo>
                      <a:pt x="102" y="62"/>
                    </a:lnTo>
                    <a:lnTo>
                      <a:pt x="89" y="68"/>
                    </a:lnTo>
                    <a:lnTo>
                      <a:pt x="82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8" name="Freeform 241"/>
              <p:cNvSpPr>
                <a:spLocks/>
              </p:cNvSpPr>
              <p:nvPr/>
            </p:nvSpPr>
            <p:spPr bwMode="auto">
              <a:xfrm>
                <a:off x="2405" y="1565"/>
                <a:ext cx="45" cy="33"/>
              </a:xfrm>
              <a:custGeom>
                <a:avLst/>
                <a:gdLst>
                  <a:gd name="T0" fmla="*/ 45 w 45"/>
                  <a:gd name="T1" fmla="*/ 17 h 33"/>
                  <a:gd name="T2" fmla="*/ 29 w 45"/>
                  <a:gd name="T3" fmla="*/ 33 h 33"/>
                  <a:gd name="T4" fmla="*/ 0 w 45"/>
                  <a:gd name="T5" fmla="*/ 16 h 33"/>
                  <a:gd name="T6" fmla="*/ 16 w 45"/>
                  <a:gd name="T7" fmla="*/ 0 h 33"/>
                  <a:gd name="T8" fmla="*/ 45 w 45"/>
                  <a:gd name="T9" fmla="*/ 1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3"/>
                  <a:gd name="T17" fmla="*/ 45 w 45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3">
                    <a:moveTo>
                      <a:pt x="45" y="17"/>
                    </a:moveTo>
                    <a:lnTo>
                      <a:pt x="29" y="33"/>
                    </a:lnTo>
                    <a:lnTo>
                      <a:pt x="0" y="16"/>
                    </a:lnTo>
                    <a:lnTo>
                      <a:pt x="16" y="0"/>
                    </a:lnTo>
                    <a:lnTo>
                      <a:pt x="45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899" name="Freeform 242"/>
              <p:cNvSpPr>
                <a:spLocks/>
              </p:cNvSpPr>
              <p:nvPr/>
            </p:nvSpPr>
            <p:spPr bwMode="auto">
              <a:xfrm>
                <a:off x="2423" y="1429"/>
                <a:ext cx="197" cy="156"/>
              </a:xfrm>
              <a:custGeom>
                <a:avLst/>
                <a:gdLst>
                  <a:gd name="T0" fmla="*/ 197 w 197"/>
                  <a:gd name="T1" fmla="*/ 26 h 156"/>
                  <a:gd name="T2" fmla="*/ 197 w 197"/>
                  <a:gd name="T3" fmla="*/ 26 h 156"/>
                  <a:gd name="T4" fmla="*/ 172 w 197"/>
                  <a:gd name="T5" fmla="*/ 42 h 156"/>
                  <a:gd name="T6" fmla="*/ 150 w 197"/>
                  <a:gd name="T7" fmla="*/ 57 h 156"/>
                  <a:gd name="T8" fmla="*/ 127 w 197"/>
                  <a:gd name="T9" fmla="*/ 73 h 156"/>
                  <a:gd name="T10" fmla="*/ 106 w 197"/>
                  <a:gd name="T11" fmla="*/ 88 h 156"/>
                  <a:gd name="T12" fmla="*/ 85 w 197"/>
                  <a:gd name="T13" fmla="*/ 104 h 156"/>
                  <a:gd name="T14" fmla="*/ 66 w 197"/>
                  <a:gd name="T15" fmla="*/ 120 h 156"/>
                  <a:gd name="T16" fmla="*/ 47 w 197"/>
                  <a:gd name="T17" fmla="*/ 137 h 156"/>
                  <a:gd name="T18" fmla="*/ 28 w 197"/>
                  <a:gd name="T19" fmla="*/ 156 h 156"/>
                  <a:gd name="T20" fmla="*/ 0 w 197"/>
                  <a:gd name="T21" fmla="*/ 138 h 156"/>
                  <a:gd name="T22" fmla="*/ 20 w 197"/>
                  <a:gd name="T23" fmla="*/ 118 h 156"/>
                  <a:gd name="T24" fmla="*/ 41 w 197"/>
                  <a:gd name="T25" fmla="*/ 100 h 156"/>
                  <a:gd name="T26" fmla="*/ 62 w 197"/>
                  <a:gd name="T27" fmla="*/ 83 h 156"/>
                  <a:gd name="T28" fmla="*/ 83 w 197"/>
                  <a:gd name="T29" fmla="*/ 65 h 156"/>
                  <a:gd name="T30" fmla="*/ 106 w 197"/>
                  <a:gd name="T31" fmla="*/ 48 h 156"/>
                  <a:gd name="T32" fmla="*/ 129 w 197"/>
                  <a:gd name="T33" fmla="*/ 32 h 156"/>
                  <a:gd name="T34" fmla="*/ 154 w 197"/>
                  <a:gd name="T35" fmla="*/ 17 h 156"/>
                  <a:gd name="T36" fmla="*/ 179 w 197"/>
                  <a:gd name="T37" fmla="*/ 0 h 156"/>
                  <a:gd name="T38" fmla="*/ 197 w 197"/>
                  <a:gd name="T39" fmla="*/ 26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7"/>
                  <a:gd name="T61" fmla="*/ 0 h 156"/>
                  <a:gd name="T62" fmla="*/ 197 w 197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7" h="156">
                    <a:moveTo>
                      <a:pt x="197" y="26"/>
                    </a:moveTo>
                    <a:lnTo>
                      <a:pt x="197" y="26"/>
                    </a:lnTo>
                    <a:lnTo>
                      <a:pt x="172" y="42"/>
                    </a:lnTo>
                    <a:lnTo>
                      <a:pt x="150" y="57"/>
                    </a:lnTo>
                    <a:lnTo>
                      <a:pt x="127" y="73"/>
                    </a:lnTo>
                    <a:lnTo>
                      <a:pt x="106" y="88"/>
                    </a:lnTo>
                    <a:lnTo>
                      <a:pt x="85" y="104"/>
                    </a:lnTo>
                    <a:lnTo>
                      <a:pt x="66" y="120"/>
                    </a:lnTo>
                    <a:lnTo>
                      <a:pt x="47" y="137"/>
                    </a:lnTo>
                    <a:lnTo>
                      <a:pt x="28" y="156"/>
                    </a:lnTo>
                    <a:lnTo>
                      <a:pt x="0" y="138"/>
                    </a:lnTo>
                    <a:lnTo>
                      <a:pt x="20" y="118"/>
                    </a:lnTo>
                    <a:lnTo>
                      <a:pt x="41" y="100"/>
                    </a:lnTo>
                    <a:lnTo>
                      <a:pt x="62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4" y="17"/>
                    </a:lnTo>
                    <a:lnTo>
                      <a:pt x="179" y="0"/>
                    </a:lnTo>
                    <a:lnTo>
                      <a:pt x="197" y="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0" name="Freeform 243"/>
              <p:cNvSpPr>
                <a:spLocks/>
              </p:cNvSpPr>
              <p:nvPr/>
            </p:nvSpPr>
            <p:spPr bwMode="auto">
              <a:xfrm>
                <a:off x="2608" y="1336"/>
                <a:ext cx="196" cy="120"/>
              </a:xfrm>
              <a:custGeom>
                <a:avLst/>
                <a:gdLst>
                  <a:gd name="T0" fmla="*/ 196 w 196"/>
                  <a:gd name="T1" fmla="*/ 32 h 120"/>
                  <a:gd name="T2" fmla="*/ 174 w 196"/>
                  <a:gd name="T3" fmla="*/ 41 h 120"/>
                  <a:gd name="T4" fmla="*/ 152 w 196"/>
                  <a:gd name="T5" fmla="*/ 49 h 120"/>
                  <a:gd name="T6" fmla="*/ 128 w 196"/>
                  <a:gd name="T7" fmla="*/ 60 h 120"/>
                  <a:gd name="T8" fmla="*/ 106 w 196"/>
                  <a:gd name="T9" fmla="*/ 71 h 120"/>
                  <a:gd name="T10" fmla="*/ 83 w 196"/>
                  <a:gd name="T11" fmla="*/ 83 h 120"/>
                  <a:gd name="T12" fmla="*/ 61 w 196"/>
                  <a:gd name="T13" fmla="*/ 94 h 120"/>
                  <a:gd name="T14" fmla="*/ 38 w 196"/>
                  <a:gd name="T15" fmla="*/ 107 h 120"/>
                  <a:gd name="T16" fmla="*/ 17 w 196"/>
                  <a:gd name="T17" fmla="*/ 120 h 120"/>
                  <a:gd name="T18" fmla="*/ 0 w 196"/>
                  <a:gd name="T19" fmla="*/ 94 h 120"/>
                  <a:gd name="T20" fmla="*/ 22 w 196"/>
                  <a:gd name="T21" fmla="*/ 79 h 120"/>
                  <a:gd name="T22" fmla="*/ 45 w 196"/>
                  <a:gd name="T23" fmla="*/ 67 h 120"/>
                  <a:gd name="T24" fmla="*/ 70 w 196"/>
                  <a:gd name="T25" fmla="*/ 54 h 120"/>
                  <a:gd name="T26" fmla="*/ 93 w 196"/>
                  <a:gd name="T27" fmla="*/ 42 h 120"/>
                  <a:gd name="T28" fmla="*/ 116 w 196"/>
                  <a:gd name="T29" fmla="*/ 31 h 120"/>
                  <a:gd name="T30" fmla="*/ 141 w 196"/>
                  <a:gd name="T31" fmla="*/ 20 h 120"/>
                  <a:gd name="T32" fmla="*/ 165 w 196"/>
                  <a:gd name="T33" fmla="*/ 9 h 120"/>
                  <a:gd name="T34" fmla="*/ 190 w 196"/>
                  <a:gd name="T35" fmla="*/ 0 h 120"/>
                  <a:gd name="T36" fmla="*/ 196 w 196"/>
                  <a:gd name="T37" fmla="*/ 32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0"/>
                  <a:gd name="T59" fmla="*/ 196 w 196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0">
                    <a:moveTo>
                      <a:pt x="196" y="32"/>
                    </a:moveTo>
                    <a:lnTo>
                      <a:pt x="174" y="41"/>
                    </a:lnTo>
                    <a:lnTo>
                      <a:pt x="152" y="49"/>
                    </a:lnTo>
                    <a:lnTo>
                      <a:pt x="128" y="60"/>
                    </a:lnTo>
                    <a:lnTo>
                      <a:pt x="106" y="71"/>
                    </a:lnTo>
                    <a:lnTo>
                      <a:pt x="83" y="83"/>
                    </a:lnTo>
                    <a:lnTo>
                      <a:pt x="61" y="94"/>
                    </a:lnTo>
                    <a:lnTo>
                      <a:pt x="38" y="107"/>
                    </a:lnTo>
                    <a:lnTo>
                      <a:pt x="17" y="120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5" y="67"/>
                    </a:lnTo>
                    <a:lnTo>
                      <a:pt x="70" y="54"/>
                    </a:lnTo>
                    <a:lnTo>
                      <a:pt x="93" y="42"/>
                    </a:lnTo>
                    <a:lnTo>
                      <a:pt x="116" y="31"/>
                    </a:lnTo>
                    <a:lnTo>
                      <a:pt x="141" y="20"/>
                    </a:lnTo>
                    <a:lnTo>
                      <a:pt x="165" y="9"/>
                    </a:lnTo>
                    <a:lnTo>
                      <a:pt x="190" y="0"/>
                    </a:lnTo>
                    <a:lnTo>
                      <a:pt x="19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1" name="Freeform 244"/>
              <p:cNvSpPr>
                <a:spLocks/>
              </p:cNvSpPr>
              <p:nvPr/>
            </p:nvSpPr>
            <p:spPr bwMode="auto">
              <a:xfrm>
                <a:off x="2799" y="1331"/>
                <a:ext cx="27" cy="37"/>
              </a:xfrm>
              <a:custGeom>
                <a:avLst/>
                <a:gdLst>
                  <a:gd name="T0" fmla="*/ 0 w 27"/>
                  <a:gd name="T1" fmla="*/ 9 h 37"/>
                  <a:gd name="T2" fmla="*/ 19 w 27"/>
                  <a:gd name="T3" fmla="*/ 0 h 37"/>
                  <a:gd name="T4" fmla="*/ 27 w 27"/>
                  <a:gd name="T5" fmla="*/ 31 h 37"/>
                  <a:gd name="T6" fmla="*/ 8 w 27"/>
                  <a:gd name="T7" fmla="*/ 37 h 37"/>
                  <a:gd name="T8" fmla="*/ 0 w 27"/>
                  <a:gd name="T9" fmla="*/ 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0" y="9"/>
                    </a:moveTo>
                    <a:lnTo>
                      <a:pt x="19" y="0"/>
                    </a:lnTo>
                    <a:lnTo>
                      <a:pt x="27" y="31"/>
                    </a:lnTo>
                    <a:lnTo>
                      <a:pt x="8" y="3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2" name="Freeform 245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3" name="Freeform 246"/>
              <p:cNvSpPr>
                <a:spLocks/>
              </p:cNvSpPr>
              <p:nvPr/>
            </p:nvSpPr>
            <p:spPr bwMode="auto">
              <a:xfrm>
                <a:off x="2376" y="1545"/>
                <a:ext cx="163" cy="87"/>
              </a:xfrm>
              <a:custGeom>
                <a:avLst/>
                <a:gdLst>
                  <a:gd name="T0" fmla="*/ 16 w 163"/>
                  <a:gd name="T1" fmla="*/ 77 h 87"/>
                  <a:gd name="T2" fmla="*/ 9 w 163"/>
                  <a:gd name="T3" fmla="*/ 72 h 87"/>
                  <a:gd name="T4" fmla="*/ 159 w 163"/>
                  <a:gd name="T5" fmla="*/ 0 h 87"/>
                  <a:gd name="T6" fmla="*/ 163 w 163"/>
                  <a:gd name="T7" fmla="*/ 8 h 87"/>
                  <a:gd name="T8" fmla="*/ 14 w 163"/>
                  <a:gd name="T9" fmla="*/ 81 h 87"/>
                  <a:gd name="T10" fmla="*/ 6 w 163"/>
                  <a:gd name="T11" fmla="*/ 77 h 87"/>
                  <a:gd name="T12" fmla="*/ 14 w 163"/>
                  <a:gd name="T13" fmla="*/ 81 h 87"/>
                  <a:gd name="T14" fmla="*/ 0 w 163"/>
                  <a:gd name="T15" fmla="*/ 87 h 87"/>
                  <a:gd name="T16" fmla="*/ 6 w 163"/>
                  <a:gd name="T17" fmla="*/ 77 h 87"/>
                  <a:gd name="T18" fmla="*/ 16 w 163"/>
                  <a:gd name="T19" fmla="*/ 7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3"/>
                  <a:gd name="T31" fmla="*/ 0 h 87"/>
                  <a:gd name="T32" fmla="*/ 163 w 163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3" h="87">
                    <a:moveTo>
                      <a:pt x="16" y="77"/>
                    </a:moveTo>
                    <a:lnTo>
                      <a:pt x="9" y="72"/>
                    </a:lnTo>
                    <a:lnTo>
                      <a:pt x="159" y="0"/>
                    </a:lnTo>
                    <a:lnTo>
                      <a:pt x="163" y="8"/>
                    </a:lnTo>
                    <a:lnTo>
                      <a:pt x="14" y="81"/>
                    </a:lnTo>
                    <a:lnTo>
                      <a:pt x="6" y="77"/>
                    </a:lnTo>
                    <a:lnTo>
                      <a:pt x="14" y="81"/>
                    </a:lnTo>
                    <a:lnTo>
                      <a:pt x="0" y="87"/>
                    </a:lnTo>
                    <a:lnTo>
                      <a:pt x="6" y="77"/>
                    </a:lnTo>
                    <a:lnTo>
                      <a:pt x="16" y="7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4" name="Freeform 247"/>
              <p:cNvSpPr>
                <a:spLocks/>
              </p:cNvSpPr>
              <p:nvPr/>
            </p:nvSpPr>
            <p:spPr bwMode="auto">
              <a:xfrm>
                <a:off x="2380" y="1486"/>
                <a:ext cx="82" cy="138"/>
              </a:xfrm>
              <a:custGeom>
                <a:avLst/>
                <a:gdLst>
                  <a:gd name="T0" fmla="*/ 72 w 82"/>
                  <a:gd name="T1" fmla="*/ 13 h 138"/>
                  <a:gd name="T2" fmla="*/ 82 w 82"/>
                  <a:gd name="T3" fmla="*/ 8 h 138"/>
                  <a:gd name="T4" fmla="*/ 9 w 82"/>
                  <a:gd name="T5" fmla="*/ 138 h 138"/>
                  <a:gd name="T6" fmla="*/ 0 w 82"/>
                  <a:gd name="T7" fmla="*/ 136 h 138"/>
                  <a:gd name="T8" fmla="*/ 72 w 82"/>
                  <a:gd name="T9" fmla="*/ 7 h 138"/>
                  <a:gd name="T10" fmla="*/ 81 w 82"/>
                  <a:gd name="T11" fmla="*/ 4 h 138"/>
                  <a:gd name="T12" fmla="*/ 72 w 82"/>
                  <a:gd name="T13" fmla="*/ 7 h 138"/>
                  <a:gd name="T14" fmla="*/ 76 w 82"/>
                  <a:gd name="T15" fmla="*/ 0 h 138"/>
                  <a:gd name="T16" fmla="*/ 81 w 82"/>
                  <a:gd name="T17" fmla="*/ 4 h 138"/>
                  <a:gd name="T18" fmla="*/ 72 w 82"/>
                  <a:gd name="T19" fmla="*/ 13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138"/>
                  <a:gd name="T32" fmla="*/ 82 w 82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138">
                    <a:moveTo>
                      <a:pt x="72" y="13"/>
                    </a:moveTo>
                    <a:lnTo>
                      <a:pt x="82" y="8"/>
                    </a:lnTo>
                    <a:lnTo>
                      <a:pt x="9" y="138"/>
                    </a:lnTo>
                    <a:lnTo>
                      <a:pt x="0" y="136"/>
                    </a:lnTo>
                    <a:lnTo>
                      <a:pt x="72" y="7"/>
                    </a:lnTo>
                    <a:lnTo>
                      <a:pt x="81" y="4"/>
                    </a:lnTo>
                    <a:lnTo>
                      <a:pt x="72" y="7"/>
                    </a:lnTo>
                    <a:lnTo>
                      <a:pt x="76" y="0"/>
                    </a:lnTo>
                    <a:lnTo>
                      <a:pt x="81" y="4"/>
                    </a:lnTo>
                    <a:lnTo>
                      <a:pt x="72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5" name="Freeform 248"/>
              <p:cNvSpPr>
                <a:spLocks/>
              </p:cNvSpPr>
              <p:nvPr/>
            </p:nvSpPr>
            <p:spPr bwMode="auto">
              <a:xfrm>
                <a:off x="2454" y="1491"/>
                <a:ext cx="92" cy="63"/>
              </a:xfrm>
              <a:custGeom>
                <a:avLst/>
                <a:gdLst>
                  <a:gd name="T0" fmla="*/ 80 w 92"/>
                  <a:gd name="T1" fmla="*/ 55 h 63"/>
                  <a:gd name="T2" fmla="*/ 77 w 92"/>
                  <a:gd name="T3" fmla="*/ 63 h 63"/>
                  <a:gd name="T4" fmla="*/ 0 w 92"/>
                  <a:gd name="T5" fmla="*/ 9 h 63"/>
                  <a:gd name="T6" fmla="*/ 8 w 92"/>
                  <a:gd name="T7" fmla="*/ 0 h 63"/>
                  <a:gd name="T8" fmla="*/ 88 w 92"/>
                  <a:gd name="T9" fmla="*/ 55 h 63"/>
                  <a:gd name="T10" fmla="*/ 83 w 92"/>
                  <a:gd name="T11" fmla="*/ 63 h 63"/>
                  <a:gd name="T12" fmla="*/ 88 w 92"/>
                  <a:gd name="T13" fmla="*/ 55 h 63"/>
                  <a:gd name="T14" fmla="*/ 92 w 92"/>
                  <a:gd name="T15" fmla="*/ 60 h 63"/>
                  <a:gd name="T16" fmla="*/ 83 w 92"/>
                  <a:gd name="T17" fmla="*/ 63 h 63"/>
                  <a:gd name="T18" fmla="*/ 80 w 92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3"/>
                  <a:gd name="T32" fmla="*/ 92 w 92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3">
                    <a:moveTo>
                      <a:pt x="80" y="55"/>
                    </a:moveTo>
                    <a:lnTo>
                      <a:pt x="77" y="63"/>
                    </a:lnTo>
                    <a:lnTo>
                      <a:pt x="0" y="9"/>
                    </a:lnTo>
                    <a:lnTo>
                      <a:pt x="8" y="0"/>
                    </a:lnTo>
                    <a:lnTo>
                      <a:pt x="88" y="55"/>
                    </a:lnTo>
                    <a:lnTo>
                      <a:pt x="83" y="63"/>
                    </a:lnTo>
                    <a:lnTo>
                      <a:pt x="88" y="55"/>
                    </a:lnTo>
                    <a:lnTo>
                      <a:pt x="92" y="60"/>
                    </a:lnTo>
                    <a:lnTo>
                      <a:pt x="83" y="63"/>
                    </a:lnTo>
                    <a:lnTo>
                      <a:pt x="80" y="5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6" name="Freeform 249"/>
              <p:cNvSpPr>
                <a:spLocks/>
              </p:cNvSpPr>
              <p:nvPr/>
            </p:nvSpPr>
            <p:spPr bwMode="auto">
              <a:xfrm>
                <a:off x="2409" y="1567"/>
                <a:ext cx="38" cy="28"/>
              </a:xfrm>
              <a:custGeom>
                <a:avLst/>
                <a:gdLst>
                  <a:gd name="T0" fmla="*/ 38 w 38"/>
                  <a:gd name="T1" fmla="*/ 15 h 28"/>
                  <a:gd name="T2" fmla="*/ 25 w 38"/>
                  <a:gd name="T3" fmla="*/ 28 h 28"/>
                  <a:gd name="T4" fmla="*/ 0 w 38"/>
                  <a:gd name="T5" fmla="*/ 13 h 28"/>
                  <a:gd name="T6" fmla="*/ 14 w 38"/>
                  <a:gd name="T7" fmla="*/ 0 h 28"/>
                  <a:gd name="T8" fmla="*/ 38 w 38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8"/>
                  <a:gd name="T17" fmla="*/ 38 w 38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8">
                    <a:moveTo>
                      <a:pt x="38" y="15"/>
                    </a:moveTo>
                    <a:lnTo>
                      <a:pt x="25" y="28"/>
                    </a:lnTo>
                    <a:lnTo>
                      <a:pt x="0" y="13"/>
                    </a:lnTo>
                    <a:lnTo>
                      <a:pt x="14" y="0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7" name="Freeform 250"/>
              <p:cNvSpPr>
                <a:spLocks/>
              </p:cNvSpPr>
              <p:nvPr/>
            </p:nvSpPr>
            <p:spPr bwMode="auto">
              <a:xfrm>
                <a:off x="2425" y="1429"/>
                <a:ext cx="193" cy="153"/>
              </a:xfrm>
              <a:custGeom>
                <a:avLst/>
                <a:gdLst>
                  <a:gd name="T0" fmla="*/ 193 w 193"/>
                  <a:gd name="T1" fmla="*/ 23 h 153"/>
                  <a:gd name="T2" fmla="*/ 193 w 193"/>
                  <a:gd name="T3" fmla="*/ 23 h 153"/>
                  <a:gd name="T4" fmla="*/ 169 w 193"/>
                  <a:gd name="T5" fmla="*/ 39 h 153"/>
                  <a:gd name="T6" fmla="*/ 144 w 193"/>
                  <a:gd name="T7" fmla="*/ 54 h 153"/>
                  <a:gd name="T8" fmla="*/ 123 w 193"/>
                  <a:gd name="T9" fmla="*/ 69 h 153"/>
                  <a:gd name="T10" fmla="*/ 102 w 193"/>
                  <a:gd name="T11" fmla="*/ 85 h 153"/>
                  <a:gd name="T12" fmla="*/ 83 w 193"/>
                  <a:gd name="T13" fmla="*/ 100 h 153"/>
                  <a:gd name="T14" fmla="*/ 62 w 193"/>
                  <a:gd name="T15" fmla="*/ 117 h 153"/>
                  <a:gd name="T16" fmla="*/ 43 w 193"/>
                  <a:gd name="T17" fmla="*/ 134 h 153"/>
                  <a:gd name="T18" fmla="*/ 24 w 193"/>
                  <a:gd name="T19" fmla="*/ 153 h 153"/>
                  <a:gd name="T20" fmla="*/ 0 w 193"/>
                  <a:gd name="T21" fmla="*/ 138 h 153"/>
                  <a:gd name="T22" fmla="*/ 20 w 193"/>
                  <a:gd name="T23" fmla="*/ 119 h 153"/>
                  <a:gd name="T24" fmla="*/ 41 w 193"/>
                  <a:gd name="T25" fmla="*/ 100 h 153"/>
                  <a:gd name="T26" fmla="*/ 61 w 193"/>
                  <a:gd name="T27" fmla="*/ 83 h 153"/>
                  <a:gd name="T28" fmla="*/ 83 w 193"/>
                  <a:gd name="T29" fmla="*/ 65 h 153"/>
                  <a:gd name="T30" fmla="*/ 106 w 193"/>
                  <a:gd name="T31" fmla="*/ 48 h 153"/>
                  <a:gd name="T32" fmla="*/ 129 w 193"/>
                  <a:gd name="T33" fmla="*/ 32 h 153"/>
                  <a:gd name="T34" fmla="*/ 153 w 193"/>
                  <a:gd name="T35" fmla="*/ 16 h 153"/>
                  <a:gd name="T36" fmla="*/ 178 w 193"/>
                  <a:gd name="T37" fmla="*/ 0 h 153"/>
                  <a:gd name="T38" fmla="*/ 193 w 193"/>
                  <a:gd name="T39" fmla="*/ 23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3"/>
                  <a:gd name="T61" fmla="*/ 0 h 153"/>
                  <a:gd name="T62" fmla="*/ 193 w 193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3" h="153">
                    <a:moveTo>
                      <a:pt x="193" y="23"/>
                    </a:moveTo>
                    <a:lnTo>
                      <a:pt x="193" y="23"/>
                    </a:lnTo>
                    <a:lnTo>
                      <a:pt x="169" y="39"/>
                    </a:lnTo>
                    <a:lnTo>
                      <a:pt x="144" y="54"/>
                    </a:lnTo>
                    <a:lnTo>
                      <a:pt x="123" y="69"/>
                    </a:lnTo>
                    <a:lnTo>
                      <a:pt x="102" y="85"/>
                    </a:lnTo>
                    <a:lnTo>
                      <a:pt x="83" y="100"/>
                    </a:lnTo>
                    <a:lnTo>
                      <a:pt x="62" y="117"/>
                    </a:lnTo>
                    <a:lnTo>
                      <a:pt x="43" y="134"/>
                    </a:lnTo>
                    <a:lnTo>
                      <a:pt x="24" y="153"/>
                    </a:lnTo>
                    <a:lnTo>
                      <a:pt x="0" y="138"/>
                    </a:lnTo>
                    <a:lnTo>
                      <a:pt x="20" y="119"/>
                    </a:lnTo>
                    <a:lnTo>
                      <a:pt x="41" y="100"/>
                    </a:lnTo>
                    <a:lnTo>
                      <a:pt x="61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3" y="16"/>
                    </a:lnTo>
                    <a:lnTo>
                      <a:pt x="178" y="0"/>
                    </a:lnTo>
                    <a:lnTo>
                      <a:pt x="193" y="2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8" name="Freeform 251"/>
              <p:cNvSpPr>
                <a:spLocks/>
              </p:cNvSpPr>
              <p:nvPr/>
            </p:nvSpPr>
            <p:spPr bwMode="auto">
              <a:xfrm>
                <a:off x="2607" y="1340"/>
                <a:ext cx="196" cy="115"/>
              </a:xfrm>
              <a:custGeom>
                <a:avLst/>
                <a:gdLst>
                  <a:gd name="T0" fmla="*/ 196 w 196"/>
                  <a:gd name="T1" fmla="*/ 27 h 115"/>
                  <a:gd name="T2" fmla="*/ 173 w 196"/>
                  <a:gd name="T3" fmla="*/ 36 h 115"/>
                  <a:gd name="T4" fmla="*/ 149 w 196"/>
                  <a:gd name="T5" fmla="*/ 45 h 115"/>
                  <a:gd name="T6" fmla="*/ 127 w 196"/>
                  <a:gd name="T7" fmla="*/ 55 h 115"/>
                  <a:gd name="T8" fmla="*/ 104 w 196"/>
                  <a:gd name="T9" fmla="*/ 65 h 115"/>
                  <a:gd name="T10" fmla="*/ 81 w 196"/>
                  <a:gd name="T11" fmla="*/ 76 h 115"/>
                  <a:gd name="T12" fmla="*/ 58 w 196"/>
                  <a:gd name="T13" fmla="*/ 89 h 115"/>
                  <a:gd name="T14" fmla="*/ 36 w 196"/>
                  <a:gd name="T15" fmla="*/ 102 h 115"/>
                  <a:gd name="T16" fmla="*/ 13 w 196"/>
                  <a:gd name="T17" fmla="*/ 115 h 115"/>
                  <a:gd name="T18" fmla="*/ 0 w 196"/>
                  <a:gd name="T19" fmla="*/ 94 h 115"/>
                  <a:gd name="T20" fmla="*/ 22 w 196"/>
                  <a:gd name="T21" fmla="*/ 79 h 115"/>
                  <a:gd name="T22" fmla="*/ 46 w 196"/>
                  <a:gd name="T23" fmla="*/ 65 h 115"/>
                  <a:gd name="T24" fmla="*/ 69 w 196"/>
                  <a:gd name="T25" fmla="*/ 53 h 115"/>
                  <a:gd name="T26" fmla="*/ 93 w 196"/>
                  <a:gd name="T27" fmla="*/ 41 h 115"/>
                  <a:gd name="T28" fmla="*/ 117 w 196"/>
                  <a:gd name="T29" fmla="*/ 29 h 115"/>
                  <a:gd name="T30" fmla="*/ 142 w 196"/>
                  <a:gd name="T31" fmla="*/ 19 h 115"/>
                  <a:gd name="T32" fmla="*/ 165 w 196"/>
                  <a:gd name="T33" fmla="*/ 8 h 115"/>
                  <a:gd name="T34" fmla="*/ 191 w 196"/>
                  <a:gd name="T35" fmla="*/ 0 h 115"/>
                  <a:gd name="T36" fmla="*/ 196 w 196"/>
                  <a:gd name="T37" fmla="*/ 27 h 1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5"/>
                  <a:gd name="T59" fmla="*/ 196 w 196"/>
                  <a:gd name="T60" fmla="*/ 115 h 11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5">
                    <a:moveTo>
                      <a:pt x="196" y="27"/>
                    </a:moveTo>
                    <a:lnTo>
                      <a:pt x="173" y="36"/>
                    </a:lnTo>
                    <a:lnTo>
                      <a:pt x="149" y="45"/>
                    </a:lnTo>
                    <a:lnTo>
                      <a:pt x="127" y="55"/>
                    </a:lnTo>
                    <a:lnTo>
                      <a:pt x="104" y="65"/>
                    </a:lnTo>
                    <a:lnTo>
                      <a:pt x="81" y="76"/>
                    </a:lnTo>
                    <a:lnTo>
                      <a:pt x="58" y="89"/>
                    </a:lnTo>
                    <a:lnTo>
                      <a:pt x="36" y="102"/>
                    </a:lnTo>
                    <a:lnTo>
                      <a:pt x="13" y="115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6" y="65"/>
                    </a:lnTo>
                    <a:lnTo>
                      <a:pt x="69" y="53"/>
                    </a:lnTo>
                    <a:lnTo>
                      <a:pt x="93" y="41"/>
                    </a:lnTo>
                    <a:lnTo>
                      <a:pt x="117" y="29"/>
                    </a:lnTo>
                    <a:lnTo>
                      <a:pt x="142" y="19"/>
                    </a:lnTo>
                    <a:lnTo>
                      <a:pt x="165" y="8"/>
                    </a:lnTo>
                    <a:lnTo>
                      <a:pt x="191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09" name="Freeform 252"/>
              <p:cNvSpPr>
                <a:spLocks/>
              </p:cNvSpPr>
              <p:nvPr/>
            </p:nvSpPr>
            <p:spPr bwMode="auto">
              <a:xfrm>
                <a:off x="2799" y="1333"/>
                <a:ext cx="24" cy="33"/>
              </a:xfrm>
              <a:custGeom>
                <a:avLst/>
                <a:gdLst>
                  <a:gd name="T0" fmla="*/ 0 w 24"/>
                  <a:gd name="T1" fmla="*/ 7 h 33"/>
                  <a:gd name="T2" fmla="*/ 18 w 24"/>
                  <a:gd name="T3" fmla="*/ 0 h 33"/>
                  <a:gd name="T4" fmla="*/ 24 w 24"/>
                  <a:gd name="T5" fmla="*/ 27 h 33"/>
                  <a:gd name="T6" fmla="*/ 5 w 24"/>
                  <a:gd name="T7" fmla="*/ 33 h 33"/>
                  <a:gd name="T8" fmla="*/ 0 w 24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33"/>
                  <a:gd name="T17" fmla="*/ 24 w 2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33">
                    <a:moveTo>
                      <a:pt x="0" y="7"/>
                    </a:moveTo>
                    <a:lnTo>
                      <a:pt x="18" y="0"/>
                    </a:lnTo>
                    <a:lnTo>
                      <a:pt x="24" y="27"/>
                    </a:lnTo>
                    <a:lnTo>
                      <a:pt x="5" y="33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0" name="Freeform 253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1" name="Freeform 254"/>
              <p:cNvSpPr>
                <a:spLocks/>
              </p:cNvSpPr>
              <p:nvPr/>
            </p:nvSpPr>
            <p:spPr bwMode="auto">
              <a:xfrm>
                <a:off x="2231" y="2599"/>
                <a:ext cx="35" cy="188"/>
              </a:xfrm>
              <a:custGeom>
                <a:avLst/>
                <a:gdLst>
                  <a:gd name="T0" fmla="*/ 29 w 35"/>
                  <a:gd name="T1" fmla="*/ 156 h 188"/>
                  <a:gd name="T2" fmla="*/ 18 w 35"/>
                  <a:gd name="T3" fmla="*/ 162 h 188"/>
                  <a:gd name="T4" fmla="*/ 0 w 35"/>
                  <a:gd name="T5" fmla="*/ 0 h 188"/>
                  <a:gd name="T6" fmla="*/ 15 w 35"/>
                  <a:gd name="T7" fmla="*/ 2 h 188"/>
                  <a:gd name="T8" fmla="*/ 33 w 35"/>
                  <a:gd name="T9" fmla="*/ 164 h 188"/>
                  <a:gd name="T10" fmla="*/ 20 w 35"/>
                  <a:gd name="T11" fmla="*/ 170 h 188"/>
                  <a:gd name="T12" fmla="*/ 33 w 35"/>
                  <a:gd name="T13" fmla="*/ 164 h 188"/>
                  <a:gd name="T14" fmla="*/ 35 w 35"/>
                  <a:gd name="T15" fmla="*/ 188 h 188"/>
                  <a:gd name="T16" fmla="*/ 20 w 35"/>
                  <a:gd name="T17" fmla="*/ 170 h 188"/>
                  <a:gd name="T18" fmla="*/ 29 w 35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88"/>
                  <a:gd name="T32" fmla="*/ 35 w 35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88">
                    <a:moveTo>
                      <a:pt x="29" y="156"/>
                    </a:moveTo>
                    <a:lnTo>
                      <a:pt x="18" y="16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33" y="164"/>
                    </a:lnTo>
                    <a:lnTo>
                      <a:pt x="20" y="170"/>
                    </a:lnTo>
                    <a:lnTo>
                      <a:pt x="33" y="164"/>
                    </a:lnTo>
                    <a:lnTo>
                      <a:pt x="35" y="188"/>
                    </a:lnTo>
                    <a:lnTo>
                      <a:pt x="20" y="170"/>
                    </a:lnTo>
                    <a:lnTo>
                      <a:pt x="29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2" name="Freeform 255"/>
              <p:cNvSpPr>
                <a:spLocks/>
              </p:cNvSpPr>
              <p:nvPr/>
            </p:nvSpPr>
            <p:spPr bwMode="auto">
              <a:xfrm>
                <a:off x="2144" y="2630"/>
                <a:ext cx="116" cy="138"/>
              </a:xfrm>
              <a:custGeom>
                <a:avLst/>
                <a:gdLst>
                  <a:gd name="T0" fmla="*/ 17 w 116"/>
                  <a:gd name="T1" fmla="*/ 19 h 138"/>
                  <a:gd name="T2" fmla="*/ 18 w 116"/>
                  <a:gd name="T3" fmla="*/ 2 h 138"/>
                  <a:gd name="T4" fmla="*/ 116 w 116"/>
                  <a:gd name="T5" fmla="*/ 125 h 138"/>
                  <a:gd name="T6" fmla="*/ 108 w 116"/>
                  <a:gd name="T7" fmla="*/ 138 h 138"/>
                  <a:gd name="T8" fmla="*/ 10 w 116"/>
                  <a:gd name="T9" fmla="*/ 16 h 138"/>
                  <a:gd name="T10" fmla="*/ 11 w 116"/>
                  <a:gd name="T11" fmla="*/ 0 h 138"/>
                  <a:gd name="T12" fmla="*/ 10 w 116"/>
                  <a:gd name="T13" fmla="*/ 16 h 138"/>
                  <a:gd name="T14" fmla="*/ 0 w 116"/>
                  <a:gd name="T15" fmla="*/ 4 h 138"/>
                  <a:gd name="T16" fmla="*/ 11 w 116"/>
                  <a:gd name="T17" fmla="*/ 0 h 138"/>
                  <a:gd name="T18" fmla="*/ 17 w 116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6"/>
                  <a:gd name="T31" fmla="*/ 0 h 138"/>
                  <a:gd name="T32" fmla="*/ 116 w 116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6" h="138">
                    <a:moveTo>
                      <a:pt x="17" y="19"/>
                    </a:moveTo>
                    <a:lnTo>
                      <a:pt x="18" y="2"/>
                    </a:lnTo>
                    <a:lnTo>
                      <a:pt x="116" y="125"/>
                    </a:lnTo>
                    <a:lnTo>
                      <a:pt x="108" y="138"/>
                    </a:lnTo>
                    <a:lnTo>
                      <a:pt x="10" y="16"/>
                    </a:lnTo>
                    <a:lnTo>
                      <a:pt x="11" y="0"/>
                    </a:lnTo>
                    <a:lnTo>
                      <a:pt x="10" y="16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3" name="Freeform 256"/>
              <p:cNvSpPr>
                <a:spLocks/>
              </p:cNvSpPr>
              <p:nvPr/>
            </p:nvSpPr>
            <p:spPr bwMode="auto">
              <a:xfrm>
                <a:off x="2150" y="2585"/>
                <a:ext cx="94" cy="64"/>
              </a:xfrm>
              <a:custGeom>
                <a:avLst/>
                <a:gdLst>
                  <a:gd name="T0" fmla="*/ 79 w 94"/>
                  <a:gd name="T1" fmla="*/ 13 h 64"/>
                  <a:gd name="T2" fmla="*/ 91 w 94"/>
                  <a:gd name="T3" fmla="*/ 24 h 64"/>
                  <a:gd name="T4" fmla="*/ 9 w 94"/>
                  <a:gd name="T5" fmla="*/ 64 h 64"/>
                  <a:gd name="T6" fmla="*/ 0 w 94"/>
                  <a:gd name="T7" fmla="*/ 45 h 64"/>
                  <a:gd name="T8" fmla="*/ 84 w 94"/>
                  <a:gd name="T9" fmla="*/ 4 h 64"/>
                  <a:gd name="T10" fmla="*/ 94 w 94"/>
                  <a:gd name="T11" fmla="*/ 15 h 64"/>
                  <a:gd name="T12" fmla="*/ 84 w 94"/>
                  <a:gd name="T13" fmla="*/ 4 h 64"/>
                  <a:gd name="T14" fmla="*/ 93 w 94"/>
                  <a:gd name="T15" fmla="*/ 0 h 64"/>
                  <a:gd name="T16" fmla="*/ 94 w 94"/>
                  <a:gd name="T17" fmla="*/ 15 h 64"/>
                  <a:gd name="T18" fmla="*/ 79 w 94"/>
                  <a:gd name="T19" fmla="*/ 1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4"/>
                  <a:gd name="T32" fmla="*/ 94 w 94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4">
                    <a:moveTo>
                      <a:pt x="79" y="13"/>
                    </a:moveTo>
                    <a:lnTo>
                      <a:pt x="91" y="24"/>
                    </a:lnTo>
                    <a:lnTo>
                      <a:pt x="9" y="64"/>
                    </a:lnTo>
                    <a:lnTo>
                      <a:pt x="0" y="45"/>
                    </a:lnTo>
                    <a:lnTo>
                      <a:pt x="84" y="4"/>
                    </a:lnTo>
                    <a:lnTo>
                      <a:pt x="94" y="15"/>
                    </a:lnTo>
                    <a:lnTo>
                      <a:pt x="84" y="4"/>
                    </a:lnTo>
                    <a:lnTo>
                      <a:pt x="93" y="0"/>
                    </a:lnTo>
                    <a:lnTo>
                      <a:pt x="94" y="15"/>
                    </a:lnTo>
                    <a:lnTo>
                      <a:pt x="79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4" name="Freeform 257"/>
              <p:cNvSpPr>
                <a:spLocks/>
              </p:cNvSpPr>
              <p:nvPr/>
            </p:nvSpPr>
            <p:spPr bwMode="auto">
              <a:xfrm>
                <a:off x="2220" y="2704"/>
                <a:ext cx="36" cy="34"/>
              </a:xfrm>
              <a:custGeom>
                <a:avLst/>
                <a:gdLst>
                  <a:gd name="T0" fmla="*/ 28 w 36"/>
                  <a:gd name="T1" fmla="*/ 0 h 34"/>
                  <a:gd name="T2" fmla="*/ 36 w 36"/>
                  <a:gd name="T3" fmla="*/ 19 h 34"/>
                  <a:gd name="T4" fmla="*/ 7 w 36"/>
                  <a:gd name="T5" fmla="*/ 34 h 34"/>
                  <a:gd name="T6" fmla="*/ 0 w 36"/>
                  <a:gd name="T7" fmla="*/ 15 h 34"/>
                  <a:gd name="T8" fmla="*/ 28 w 36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4"/>
                  <a:gd name="T17" fmla="*/ 36 w 3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4">
                    <a:moveTo>
                      <a:pt x="28" y="0"/>
                    </a:moveTo>
                    <a:lnTo>
                      <a:pt x="36" y="19"/>
                    </a:lnTo>
                    <a:lnTo>
                      <a:pt x="7" y="34"/>
                    </a:lnTo>
                    <a:lnTo>
                      <a:pt x="0" y="1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5" name="Freeform 258"/>
              <p:cNvSpPr>
                <a:spLocks/>
              </p:cNvSpPr>
              <p:nvPr/>
            </p:nvSpPr>
            <p:spPr bwMode="auto">
              <a:xfrm>
                <a:off x="2142" y="2485"/>
                <a:ext cx="101" cy="233"/>
              </a:xfrm>
              <a:custGeom>
                <a:avLst/>
                <a:gdLst>
                  <a:gd name="T0" fmla="*/ 32 w 101"/>
                  <a:gd name="T1" fmla="*/ 0 h 233"/>
                  <a:gd name="T2" fmla="*/ 32 w 101"/>
                  <a:gd name="T3" fmla="*/ 0 h 233"/>
                  <a:gd name="T4" fmla="*/ 45 w 101"/>
                  <a:gd name="T5" fmla="*/ 56 h 233"/>
                  <a:gd name="T6" fmla="*/ 61 w 101"/>
                  <a:gd name="T7" fmla="*/ 112 h 233"/>
                  <a:gd name="T8" fmla="*/ 80 w 101"/>
                  <a:gd name="T9" fmla="*/ 165 h 233"/>
                  <a:gd name="T10" fmla="*/ 101 w 101"/>
                  <a:gd name="T11" fmla="*/ 217 h 233"/>
                  <a:gd name="T12" fmla="*/ 75 w 101"/>
                  <a:gd name="T13" fmla="*/ 233 h 233"/>
                  <a:gd name="T14" fmla="*/ 52 w 101"/>
                  <a:gd name="T15" fmla="*/ 178 h 233"/>
                  <a:gd name="T16" fmla="*/ 31 w 101"/>
                  <a:gd name="T17" fmla="*/ 122 h 233"/>
                  <a:gd name="T18" fmla="*/ 15 w 101"/>
                  <a:gd name="T19" fmla="*/ 63 h 233"/>
                  <a:gd name="T20" fmla="*/ 0 w 101"/>
                  <a:gd name="T21" fmla="*/ 3 h 233"/>
                  <a:gd name="T22" fmla="*/ 32 w 101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233"/>
                  <a:gd name="T38" fmla="*/ 101 w 101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233">
                    <a:moveTo>
                      <a:pt x="32" y="0"/>
                    </a:moveTo>
                    <a:lnTo>
                      <a:pt x="32" y="0"/>
                    </a:lnTo>
                    <a:lnTo>
                      <a:pt x="45" y="56"/>
                    </a:lnTo>
                    <a:lnTo>
                      <a:pt x="61" y="112"/>
                    </a:lnTo>
                    <a:lnTo>
                      <a:pt x="80" y="165"/>
                    </a:lnTo>
                    <a:lnTo>
                      <a:pt x="101" y="217"/>
                    </a:lnTo>
                    <a:lnTo>
                      <a:pt x="75" y="233"/>
                    </a:lnTo>
                    <a:lnTo>
                      <a:pt x="52" y="178"/>
                    </a:lnTo>
                    <a:lnTo>
                      <a:pt x="31" y="122"/>
                    </a:lnTo>
                    <a:lnTo>
                      <a:pt x="15" y="63"/>
                    </a:lnTo>
                    <a:lnTo>
                      <a:pt x="0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6" name="Freeform 259"/>
              <p:cNvSpPr>
                <a:spLocks/>
              </p:cNvSpPr>
              <p:nvPr/>
            </p:nvSpPr>
            <p:spPr bwMode="auto">
              <a:xfrm>
                <a:off x="2117" y="2281"/>
                <a:ext cx="53" cy="206"/>
              </a:xfrm>
              <a:custGeom>
                <a:avLst/>
                <a:gdLst>
                  <a:gd name="T0" fmla="*/ 33 w 53"/>
                  <a:gd name="T1" fmla="*/ 9 h 206"/>
                  <a:gd name="T2" fmla="*/ 33 w 53"/>
                  <a:gd name="T3" fmla="*/ 33 h 206"/>
                  <a:gd name="T4" fmla="*/ 33 w 53"/>
                  <a:gd name="T5" fmla="*/ 56 h 206"/>
                  <a:gd name="T6" fmla="*/ 37 w 53"/>
                  <a:gd name="T7" fmla="*/ 80 h 206"/>
                  <a:gd name="T8" fmla="*/ 39 w 53"/>
                  <a:gd name="T9" fmla="*/ 104 h 206"/>
                  <a:gd name="T10" fmla="*/ 41 w 53"/>
                  <a:gd name="T11" fmla="*/ 129 h 206"/>
                  <a:gd name="T12" fmla="*/ 44 w 53"/>
                  <a:gd name="T13" fmla="*/ 152 h 206"/>
                  <a:gd name="T14" fmla="*/ 48 w 53"/>
                  <a:gd name="T15" fmla="*/ 179 h 206"/>
                  <a:gd name="T16" fmla="*/ 53 w 53"/>
                  <a:gd name="T17" fmla="*/ 204 h 206"/>
                  <a:gd name="T18" fmla="*/ 22 w 53"/>
                  <a:gd name="T19" fmla="*/ 206 h 206"/>
                  <a:gd name="T20" fmla="*/ 16 w 53"/>
                  <a:gd name="T21" fmla="*/ 180 h 206"/>
                  <a:gd name="T22" fmla="*/ 12 w 53"/>
                  <a:gd name="T23" fmla="*/ 155 h 206"/>
                  <a:gd name="T24" fmla="*/ 8 w 53"/>
                  <a:gd name="T25" fmla="*/ 127 h 206"/>
                  <a:gd name="T26" fmla="*/ 5 w 53"/>
                  <a:gd name="T27" fmla="*/ 101 h 206"/>
                  <a:gd name="T28" fmla="*/ 3 w 53"/>
                  <a:gd name="T29" fmla="*/ 76 h 206"/>
                  <a:gd name="T30" fmla="*/ 1 w 53"/>
                  <a:gd name="T31" fmla="*/ 50 h 206"/>
                  <a:gd name="T32" fmla="*/ 1 w 53"/>
                  <a:gd name="T33" fmla="*/ 24 h 206"/>
                  <a:gd name="T34" fmla="*/ 0 w 53"/>
                  <a:gd name="T35" fmla="*/ 0 h 206"/>
                  <a:gd name="T36" fmla="*/ 33 w 53"/>
                  <a:gd name="T37" fmla="*/ 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3"/>
                  <a:gd name="T58" fmla="*/ 0 h 206"/>
                  <a:gd name="T59" fmla="*/ 53 w 5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3" h="206">
                    <a:moveTo>
                      <a:pt x="33" y="9"/>
                    </a:moveTo>
                    <a:lnTo>
                      <a:pt x="33" y="33"/>
                    </a:lnTo>
                    <a:lnTo>
                      <a:pt x="33" y="56"/>
                    </a:lnTo>
                    <a:lnTo>
                      <a:pt x="37" y="80"/>
                    </a:lnTo>
                    <a:lnTo>
                      <a:pt x="39" y="104"/>
                    </a:lnTo>
                    <a:lnTo>
                      <a:pt x="41" y="129"/>
                    </a:lnTo>
                    <a:lnTo>
                      <a:pt x="44" y="152"/>
                    </a:lnTo>
                    <a:lnTo>
                      <a:pt x="48" y="179"/>
                    </a:lnTo>
                    <a:lnTo>
                      <a:pt x="53" y="204"/>
                    </a:lnTo>
                    <a:lnTo>
                      <a:pt x="22" y="206"/>
                    </a:lnTo>
                    <a:lnTo>
                      <a:pt x="16" y="180"/>
                    </a:lnTo>
                    <a:lnTo>
                      <a:pt x="12" y="155"/>
                    </a:lnTo>
                    <a:lnTo>
                      <a:pt x="8" y="127"/>
                    </a:lnTo>
                    <a:lnTo>
                      <a:pt x="5" y="101"/>
                    </a:lnTo>
                    <a:lnTo>
                      <a:pt x="3" y="76"/>
                    </a:lnTo>
                    <a:lnTo>
                      <a:pt x="1" y="50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3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7" name="Freeform 260"/>
              <p:cNvSpPr>
                <a:spLocks/>
              </p:cNvSpPr>
              <p:nvPr/>
            </p:nvSpPr>
            <p:spPr bwMode="auto">
              <a:xfrm>
                <a:off x="2115" y="2257"/>
                <a:ext cx="33" cy="32"/>
              </a:xfrm>
              <a:custGeom>
                <a:avLst/>
                <a:gdLst>
                  <a:gd name="T0" fmla="*/ 0 w 33"/>
                  <a:gd name="T1" fmla="*/ 22 h 32"/>
                  <a:gd name="T2" fmla="*/ 0 w 33"/>
                  <a:gd name="T3" fmla="*/ 0 h 32"/>
                  <a:gd name="T4" fmla="*/ 33 w 33"/>
                  <a:gd name="T5" fmla="*/ 11 h 32"/>
                  <a:gd name="T6" fmla="*/ 33 w 33"/>
                  <a:gd name="T7" fmla="*/ 32 h 32"/>
                  <a:gd name="T8" fmla="*/ 0 w 33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22"/>
                    </a:moveTo>
                    <a:lnTo>
                      <a:pt x="0" y="0"/>
                    </a:lnTo>
                    <a:lnTo>
                      <a:pt x="33" y="11"/>
                    </a:lnTo>
                    <a:lnTo>
                      <a:pt x="33" y="3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8" name="Freeform 261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19" name="Freeform 262"/>
              <p:cNvSpPr>
                <a:spLocks/>
              </p:cNvSpPr>
              <p:nvPr/>
            </p:nvSpPr>
            <p:spPr bwMode="auto">
              <a:xfrm>
                <a:off x="2235" y="2601"/>
                <a:ext cx="28" cy="178"/>
              </a:xfrm>
              <a:custGeom>
                <a:avLst/>
                <a:gdLst>
                  <a:gd name="T0" fmla="*/ 24 w 28"/>
                  <a:gd name="T1" fmla="*/ 158 h 178"/>
                  <a:gd name="T2" fmla="*/ 17 w 28"/>
                  <a:gd name="T3" fmla="*/ 162 h 178"/>
                  <a:gd name="T4" fmla="*/ 0 w 28"/>
                  <a:gd name="T5" fmla="*/ 0 h 178"/>
                  <a:gd name="T6" fmla="*/ 9 w 28"/>
                  <a:gd name="T7" fmla="*/ 1 h 178"/>
                  <a:gd name="T8" fmla="*/ 27 w 28"/>
                  <a:gd name="T9" fmla="*/ 163 h 178"/>
                  <a:gd name="T10" fmla="*/ 18 w 28"/>
                  <a:gd name="T11" fmla="*/ 165 h 178"/>
                  <a:gd name="T12" fmla="*/ 27 w 28"/>
                  <a:gd name="T13" fmla="*/ 163 h 178"/>
                  <a:gd name="T14" fmla="*/ 28 w 28"/>
                  <a:gd name="T15" fmla="*/ 178 h 178"/>
                  <a:gd name="T16" fmla="*/ 18 w 28"/>
                  <a:gd name="T17" fmla="*/ 165 h 178"/>
                  <a:gd name="T18" fmla="*/ 24 w 28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8"/>
                  <a:gd name="T31" fmla="*/ 0 h 178"/>
                  <a:gd name="T32" fmla="*/ 28 w 28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8" h="178">
                    <a:moveTo>
                      <a:pt x="24" y="158"/>
                    </a:moveTo>
                    <a:lnTo>
                      <a:pt x="17" y="162"/>
                    </a:lnTo>
                    <a:lnTo>
                      <a:pt x="0" y="0"/>
                    </a:lnTo>
                    <a:lnTo>
                      <a:pt x="9" y="1"/>
                    </a:lnTo>
                    <a:lnTo>
                      <a:pt x="27" y="163"/>
                    </a:lnTo>
                    <a:lnTo>
                      <a:pt x="18" y="165"/>
                    </a:lnTo>
                    <a:lnTo>
                      <a:pt x="27" y="163"/>
                    </a:lnTo>
                    <a:lnTo>
                      <a:pt x="28" y="178"/>
                    </a:lnTo>
                    <a:lnTo>
                      <a:pt x="18" y="165"/>
                    </a:lnTo>
                    <a:lnTo>
                      <a:pt x="24" y="15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0" name="Freeform 263"/>
              <p:cNvSpPr>
                <a:spLocks/>
              </p:cNvSpPr>
              <p:nvPr/>
            </p:nvSpPr>
            <p:spPr bwMode="auto">
              <a:xfrm>
                <a:off x="2149" y="2633"/>
                <a:ext cx="111" cy="131"/>
              </a:xfrm>
              <a:custGeom>
                <a:avLst/>
                <a:gdLst>
                  <a:gd name="T0" fmla="*/ 11 w 111"/>
                  <a:gd name="T1" fmla="*/ 12 h 131"/>
                  <a:gd name="T2" fmla="*/ 11 w 111"/>
                  <a:gd name="T3" fmla="*/ 2 h 131"/>
                  <a:gd name="T4" fmla="*/ 111 w 111"/>
                  <a:gd name="T5" fmla="*/ 125 h 131"/>
                  <a:gd name="T6" fmla="*/ 105 w 111"/>
                  <a:gd name="T7" fmla="*/ 131 h 131"/>
                  <a:gd name="T8" fmla="*/ 6 w 111"/>
                  <a:gd name="T9" fmla="*/ 9 h 131"/>
                  <a:gd name="T10" fmla="*/ 6 w 111"/>
                  <a:gd name="T11" fmla="*/ 0 h 131"/>
                  <a:gd name="T12" fmla="*/ 6 w 111"/>
                  <a:gd name="T13" fmla="*/ 9 h 131"/>
                  <a:gd name="T14" fmla="*/ 0 w 111"/>
                  <a:gd name="T15" fmla="*/ 3 h 131"/>
                  <a:gd name="T16" fmla="*/ 6 w 111"/>
                  <a:gd name="T17" fmla="*/ 0 h 131"/>
                  <a:gd name="T18" fmla="*/ 11 w 111"/>
                  <a:gd name="T19" fmla="*/ 12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"/>
                  <a:gd name="T31" fmla="*/ 0 h 131"/>
                  <a:gd name="T32" fmla="*/ 111 w 111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" h="131">
                    <a:moveTo>
                      <a:pt x="11" y="12"/>
                    </a:moveTo>
                    <a:lnTo>
                      <a:pt x="11" y="2"/>
                    </a:lnTo>
                    <a:lnTo>
                      <a:pt x="111" y="125"/>
                    </a:lnTo>
                    <a:lnTo>
                      <a:pt x="105" y="131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1" name="Freeform 264"/>
              <p:cNvSpPr>
                <a:spLocks/>
              </p:cNvSpPr>
              <p:nvPr/>
            </p:nvSpPr>
            <p:spPr bwMode="auto">
              <a:xfrm>
                <a:off x="2154" y="2593"/>
                <a:ext cx="88" cy="53"/>
              </a:xfrm>
              <a:custGeom>
                <a:avLst/>
                <a:gdLst>
                  <a:gd name="T0" fmla="*/ 80 w 88"/>
                  <a:gd name="T1" fmla="*/ 7 h 53"/>
                  <a:gd name="T2" fmla="*/ 86 w 88"/>
                  <a:gd name="T3" fmla="*/ 12 h 53"/>
                  <a:gd name="T4" fmla="*/ 4 w 88"/>
                  <a:gd name="T5" fmla="*/ 53 h 53"/>
                  <a:gd name="T6" fmla="*/ 0 w 88"/>
                  <a:gd name="T7" fmla="*/ 42 h 53"/>
                  <a:gd name="T8" fmla="*/ 82 w 88"/>
                  <a:gd name="T9" fmla="*/ 2 h 53"/>
                  <a:gd name="T10" fmla="*/ 88 w 88"/>
                  <a:gd name="T11" fmla="*/ 8 h 53"/>
                  <a:gd name="T12" fmla="*/ 82 w 88"/>
                  <a:gd name="T13" fmla="*/ 2 h 53"/>
                  <a:gd name="T14" fmla="*/ 87 w 88"/>
                  <a:gd name="T15" fmla="*/ 0 h 53"/>
                  <a:gd name="T16" fmla="*/ 88 w 88"/>
                  <a:gd name="T17" fmla="*/ 8 h 53"/>
                  <a:gd name="T18" fmla="*/ 80 w 88"/>
                  <a:gd name="T19" fmla="*/ 7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53"/>
                  <a:gd name="T32" fmla="*/ 88 w 88"/>
                  <a:gd name="T33" fmla="*/ 53 h 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53">
                    <a:moveTo>
                      <a:pt x="80" y="7"/>
                    </a:moveTo>
                    <a:lnTo>
                      <a:pt x="86" y="12"/>
                    </a:lnTo>
                    <a:lnTo>
                      <a:pt x="4" y="53"/>
                    </a:lnTo>
                    <a:lnTo>
                      <a:pt x="0" y="42"/>
                    </a:lnTo>
                    <a:lnTo>
                      <a:pt x="82" y="2"/>
                    </a:lnTo>
                    <a:lnTo>
                      <a:pt x="88" y="8"/>
                    </a:lnTo>
                    <a:lnTo>
                      <a:pt x="82" y="2"/>
                    </a:lnTo>
                    <a:lnTo>
                      <a:pt x="87" y="0"/>
                    </a:lnTo>
                    <a:lnTo>
                      <a:pt x="88" y="8"/>
                    </a:lnTo>
                    <a:lnTo>
                      <a:pt x="80" y="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2" name="Freeform 265"/>
              <p:cNvSpPr>
                <a:spLocks/>
              </p:cNvSpPr>
              <p:nvPr/>
            </p:nvSpPr>
            <p:spPr bwMode="auto">
              <a:xfrm>
                <a:off x="2222" y="2703"/>
                <a:ext cx="31" cy="31"/>
              </a:xfrm>
              <a:custGeom>
                <a:avLst/>
                <a:gdLst>
                  <a:gd name="T0" fmla="*/ 21 w 31"/>
                  <a:gd name="T1" fmla="*/ 0 h 31"/>
                  <a:gd name="T2" fmla="*/ 31 w 31"/>
                  <a:gd name="T3" fmla="*/ 19 h 31"/>
                  <a:gd name="T4" fmla="*/ 6 w 31"/>
                  <a:gd name="T5" fmla="*/ 31 h 31"/>
                  <a:gd name="T6" fmla="*/ 0 w 31"/>
                  <a:gd name="T7" fmla="*/ 14 h 31"/>
                  <a:gd name="T8" fmla="*/ 21 w 31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21" y="0"/>
                    </a:moveTo>
                    <a:lnTo>
                      <a:pt x="31" y="19"/>
                    </a:lnTo>
                    <a:lnTo>
                      <a:pt x="6" y="31"/>
                    </a:lnTo>
                    <a:lnTo>
                      <a:pt x="0" y="1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3" name="Freeform 266"/>
              <p:cNvSpPr>
                <a:spLocks/>
              </p:cNvSpPr>
              <p:nvPr/>
            </p:nvSpPr>
            <p:spPr bwMode="auto">
              <a:xfrm>
                <a:off x="2144" y="2485"/>
                <a:ext cx="98" cy="233"/>
              </a:xfrm>
              <a:custGeom>
                <a:avLst/>
                <a:gdLst>
                  <a:gd name="T0" fmla="*/ 27 w 98"/>
                  <a:gd name="T1" fmla="*/ 0 h 233"/>
                  <a:gd name="T2" fmla="*/ 27 w 98"/>
                  <a:gd name="T3" fmla="*/ 0 h 233"/>
                  <a:gd name="T4" fmla="*/ 41 w 98"/>
                  <a:gd name="T5" fmla="*/ 56 h 233"/>
                  <a:gd name="T6" fmla="*/ 57 w 98"/>
                  <a:gd name="T7" fmla="*/ 113 h 233"/>
                  <a:gd name="T8" fmla="*/ 77 w 98"/>
                  <a:gd name="T9" fmla="*/ 166 h 233"/>
                  <a:gd name="T10" fmla="*/ 98 w 98"/>
                  <a:gd name="T11" fmla="*/ 219 h 233"/>
                  <a:gd name="T12" fmla="*/ 76 w 98"/>
                  <a:gd name="T13" fmla="*/ 233 h 233"/>
                  <a:gd name="T14" fmla="*/ 52 w 98"/>
                  <a:gd name="T15" fmla="*/ 177 h 233"/>
                  <a:gd name="T16" fmla="*/ 32 w 98"/>
                  <a:gd name="T17" fmla="*/ 120 h 233"/>
                  <a:gd name="T18" fmla="*/ 15 w 98"/>
                  <a:gd name="T19" fmla="*/ 63 h 233"/>
                  <a:gd name="T20" fmla="*/ 0 w 98"/>
                  <a:gd name="T21" fmla="*/ 2 h 233"/>
                  <a:gd name="T22" fmla="*/ 27 w 98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8"/>
                  <a:gd name="T37" fmla="*/ 0 h 233"/>
                  <a:gd name="T38" fmla="*/ 98 w 98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8" h="233">
                    <a:moveTo>
                      <a:pt x="27" y="0"/>
                    </a:moveTo>
                    <a:lnTo>
                      <a:pt x="27" y="0"/>
                    </a:lnTo>
                    <a:lnTo>
                      <a:pt x="41" y="56"/>
                    </a:lnTo>
                    <a:lnTo>
                      <a:pt x="57" y="113"/>
                    </a:lnTo>
                    <a:lnTo>
                      <a:pt x="77" y="166"/>
                    </a:lnTo>
                    <a:lnTo>
                      <a:pt x="98" y="219"/>
                    </a:lnTo>
                    <a:lnTo>
                      <a:pt x="76" y="233"/>
                    </a:lnTo>
                    <a:lnTo>
                      <a:pt x="52" y="177"/>
                    </a:lnTo>
                    <a:lnTo>
                      <a:pt x="32" y="120"/>
                    </a:lnTo>
                    <a:lnTo>
                      <a:pt x="15" y="63"/>
                    </a:lnTo>
                    <a:lnTo>
                      <a:pt x="0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4" name="Freeform 267"/>
              <p:cNvSpPr>
                <a:spLocks/>
              </p:cNvSpPr>
              <p:nvPr/>
            </p:nvSpPr>
            <p:spPr bwMode="auto">
              <a:xfrm>
                <a:off x="2118" y="2281"/>
                <a:ext cx="47" cy="205"/>
              </a:xfrm>
              <a:custGeom>
                <a:avLst/>
                <a:gdLst>
                  <a:gd name="T0" fmla="*/ 28 w 47"/>
                  <a:gd name="T1" fmla="*/ 6 h 205"/>
                  <a:gd name="T2" fmla="*/ 28 w 47"/>
                  <a:gd name="T3" fmla="*/ 31 h 205"/>
                  <a:gd name="T4" fmla="*/ 29 w 47"/>
                  <a:gd name="T5" fmla="*/ 54 h 205"/>
                  <a:gd name="T6" fmla="*/ 30 w 47"/>
                  <a:gd name="T7" fmla="*/ 79 h 205"/>
                  <a:gd name="T8" fmla="*/ 32 w 47"/>
                  <a:gd name="T9" fmla="*/ 103 h 205"/>
                  <a:gd name="T10" fmla="*/ 36 w 47"/>
                  <a:gd name="T11" fmla="*/ 127 h 205"/>
                  <a:gd name="T12" fmla="*/ 39 w 47"/>
                  <a:gd name="T13" fmla="*/ 152 h 205"/>
                  <a:gd name="T14" fmla="*/ 43 w 47"/>
                  <a:gd name="T15" fmla="*/ 177 h 205"/>
                  <a:gd name="T16" fmla="*/ 47 w 47"/>
                  <a:gd name="T17" fmla="*/ 203 h 205"/>
                  <a:gd name="T18" fmla="*/ 21 w 47"/>
                  <a:gd name="T19" fmla="*/ 205 h 205"/>
                  <a:gd name="T20" fmla="*/ 16 w 47"/>
                  <a:gd name="T21" fmla="*/ 179 h 205"/>
                  <a:gd name="T22" fmla="*/ 11 w 47"/>
                  <a:gd name="T23" fmla="*/ 152 h 205"/>
                  <a:gd name="T24" fmla="*/ 8 w 47"/>
                  <a:gd name="T25" fmla="*/ 126 h 205"/>
                  <a:gd name="T26" fmla="*/ 5 w 47"/>
                  <a:gd name="T27" fmla="*/ 100 h 205"/>
                  <a:gd name="T28" fmla="*/ 2 w 47"/>
                  <a:gd name="T29" fmla="*/ 76 h 205"/>
                  <a:gd name="T30" fmla="*/ 1 w 47"/>
                  <a:gd name="T31" fmla="*/ 50 h 205"/>
                  <a:gd name="T32" fmla="*/ 0 w 47"/>
                  <a:gd name="T33" fmla="*/ 24 h 205"/>
                  <a:gd name="T34" fmla="*/ 0 w 47"/>
                  <a:gd name="T35" fmla="*/ 0 h 205"/>
                  <a:gd name="T36" fmla="*/ 28 w 47"/>
                  <a:gd name="T37" fmla="*/ 6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7"/>
                  <a:gd name="T58" fmla="*/ 0 h 205"/>
                  <a:gd name="T59" fmla="*/ 47 w 47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7" h="205">
                    <a:moveTo>
                      <a:pt x="28" y="6"/>
                    </a:moveTo>
                    <a:lnTo>
                      <a:pt x="28" y="31"/>
                    </a:lnTo>
                    <a:lnTo>
                      <a:pt x="29" y="54"/>
                    </a:lnTo>
                    <a:lnTo>
                      <a:pt x="30" y="79"/>
                    </a:lnTo>
                    <a:lnTo>
                      <a:pt x="32" y="103"/>
                    </a:lnTo>
                    <a:lnTo>
                      <a:pt x="36" y="127"/>
                    </a:lnTo>
                    <a:lnTo>
                      <a:pt x="39" y="152"/>
                    </a:lnTo>
                    <a:lnTo>
                      <a:pt x="43" y="177"/>
                    </a:lnTo>
                    <a:lnTo>
                      <a:pt x="47" y="203"/>
                    </a:lnTo>
                    <a:lnTo>
                      <a:pt x="21" y="205"/>
                    </a:lnTo>
                    <a:lnTo>
                      <a:pt x="16" y="179"/>
                    </a:lnTo>
                    <a:lnTo>
                      <a:pt x="11" y="152"/>
                    </a:lnTo>
                    <a:lnTo>
                      <a:pt x="8" y="126"/>
                    </a:lnTo>
                    <a:lnTo>
                      <a:pt x="5" y="100"/>
                    </a:lnTo>
                    <a:lnTo>
                      <a:pt x="2" y="76"/>
                    </a:lnTo>
                    <a:lnTo>
                      <a:pt x="1" y="50"/>
                    </a:lnTo>
                    <a:lnTo>
                      <a:pt x="0" y="24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5" name="Freeform 268"/>
              <p:cNvSpPr>
                <a:spLocks/>
              </p:cNvSpPr>
              <p:nvPr/>
            </p:nvSpPr>
            <p:spPr bwMode="auto">
              <a:xfrm>
                <a:off x="2117" y="2263"/>
                <a:ext cx="27" cy="24"/>
              </a:xfrm>
              <a:custGeom>
                <a:avLst/>
                <a:gdLst>
                  <a:gd name="T0" fmla="*/ 0 w 27"/>
                  <a:gd name="T1" fmla="*/ 17 h 24"/>
                  <a:gd name="T2" fmla="*/ 0 w 27"/>
                  <a:gd name="T3" fmla="*/ 0 h 24"/>
                  <a:gd name="T4" fmla="*/ 27 w 27"/>
                  <a:gd name="T5" fmla="*/ 7 h 24"/>
                  <a:gd name="T6" fmla="*/ 27 w 27"/>
                  <a:gd name="T7" fmla="*/ 24 h 24"/>
                  <a:gd name="T8" fmla="*/ 0 w 27"/>
                  <a:gd name="T9" fmla="*/ 1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4"/>
                  <a:gd name="T17" fmla="*/ 27 w 27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4">
                    <a:moveTo>
                      <a:pt x="0" y="17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27" y="2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6" name="Freeform 269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7" name="Freeform 270"/>
              <p:cNvSpPr>
                <a:spLocks/>
              </p:cNvSpPr>
              <p:nvPr/>
            </p:nvSpPr>
            <p:spPr bwMode="auto">
              <a:xfrm>
                <a:off x="2246" y="2633"/>
                <a:ext cx="42" cy="188"/>
              </a:xfrm>
              <a:custGeom>
                <a:avLst/>
                <a:gdLst>
                  <a:gd name="T0" fmla="*/ 35 w 42"/>
                  <a:gd name="T1" fmla="*/ 156 h 188"/>
                  <a:gd name="T2" fmla="*/ 23 w 42"/>
                  <a:gd name="T3" fmla="*/ 164 h 188"/>
                  <a:gd name="T4" fmla="*/ 0 w 42"/>
                  <a:gd name="T5" fmla="*/ 0 h 188"/>
                  <a:gd name="T6" fmla="*/ 14 w 42"/>
                  <a:gd name="T7" fmla="*/ 1 h 188"/>
                  <a:gd name="T8" fmla="*/ 39 w 42"/>
                  <a:gd name="T9" fmla="*/ 164 h 188"/>
                  <a:gd name="T10" fmla="*/ 27 w 42"/>
                  <a:gd name="T11" fmla="*/ 170 h 188"/>
                  <a:gd name="T12" fmla="*/ 39 w 42"/>
                  <a:gd name="T13" fmla="*/ 164 h 188"/>
                  <a:gd name="T14" fmla="*/ 42 w 42"/>
                  <a:gd name="T15" fmla="*/ 188 h 188"/>
                  <a:gd name="T16" fmla="*/ 27 w 42"/>
                  <a:gd name="T17" fmla="*/ 170 h 188"/>
                  <a:gd name="T18" fmla="*/ 35 w 42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2"/>
                  <a:gd name="T31" fmla="*/ 0 h 188"/>
                  <a:gd name="T32" fmla="*/ 42 w 42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2" h="188">
                    <a:moveTo>
                      <a:pt x="35" y="156"/>
                    </a:moveTo>
                    <a:lnTo>
                      <a:pt x="23" y="164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39" y="164"/>
                    </a:lnTo>
                    <a:lnTo>
                      <a:pt x="27" y="170"/>
                    </a:lnTo>
                    <a:lnTo>
                      <a:pt x="39" y="164"/>
                    </a:lnTo>
                    <a:lnTo>
                      <a:pt x="42" y="188"/>
                    </a:lnTo>
                    <a:lnTo>
                      <a:pt x="27" y="170"/>
                    </a:lnTo>
                    <a:lnTo>
                      <a:pt x="35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8" name="Freeform 271"/>
              <p:cNvSpPr>
                <a:spLocks/>
              </p:cNvSpPr>
              <p:nvPr/>
            </p:nvSpPr>
            <p:spPr bwMode="auto">
              <a:xfrm>
                <a:off x="2160" y="2670"/>
                <a:ext cx="121" cy="133"/>
              </a:xfrm>
              <a:custGeom>
                <a:avLst/>
                <a:gdLst>
                  <a:gd name="T0" fmla="*/ 18 w 121"/>
                  <a:gd name="T1" fmla="*/ 19 h 133"/>
                  <a:gd name="T2" fmla="*/ 18 w 121"/>
                  <a:gd name="T3" fmla="*/ 3 h 133"/>
                  <a:gd name="T4" fmla="*/ 121 w 121"/>
                  <a:gd name="T5" fmla="*/ 118 h 133"/>
                  <a:gd name="T6" fmla="*/ 112 w 121"/>
                  <a:gd name="T7" fmla="*/ 133 h 133"/>
                  <a:gd name="T8" fmla="*/ 10 w 121"/>
                  <a:gd name="T9" fmla="*/ 17 h 133"/>
                  <a:gd name="T10" fmla="*/ 10 w 121"/>
                  <a:gd name="T11" fmla="*/ 0 h 133"/>
                  <a:gd name="T12" fmla="*/ 10 w 121"/>
                  <a:gd name="T13" fmla="*/ 17 h 133"/>
                  <a:gd name="T14" fmla="*/ 0 w 121"/>
                  <a:gd name="T15" fmla="*/ 5 h 133"/>
                  <a:gd name="T16" fmla="*/ 10 w 121"/>
                  <a:gd name="T17" fmla="*/ 0 h 133"/>
                  <a:gd name="T18" fmla="*/ 18 w 121"/>
                  <a:gd name="T19" fmla="*/ 19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1"/>
                  <a:gd name="T31" fmla="*/ 0 h 133"/>
                  <a:gd name="T32" fmla="*/ 121 w 121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1" h="133">
                    <a:moveTo>
                      <a:pt x="18" y="19"/>
                    </a:moveTo>
                    <a:lnTo>
                      <a:pt x="18" y="3"/>
                    </a:lnTo>
                    <a:lnTo>
                      <a:pt x="121" y="118"/>
                    </a:lnTo>
                    <a:lnTo>
                      <a:pt x="112" y="133"/>
                    </a:lnTo>
                    <a:lnTo>
                      <a:pt x="10" y="17"/>
                    </a:lnTo>
                    <a:lnTo>
                      <a:pt x="10" y="0"/>
                    </a:lnTo>
                    <a:lnTo>
                      <a:pt x="10" y="17"/>
                    </a:lnTo>
                    <a:lnTo>
                      <a:pt x="0" y="5"/>
                    </a:lnTo>
                    <a:lnTo>
                      <a:pt x="10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29" name="Freeform 272"/>
              <p:cNvSpPr>
                <a:spLocks/>
              </p:cNvSpPr>
              <p:nvPr/>
            </p:nvSpPr>
            <p:spPr bwMode="auto">
              <a:xfrm>
                <a:off x="2168" y="2617"/>
                <a:ext cx="89" cy="71"/>
              </a:xfrm>
              <a:custGeom>
                <a:avLst/>
                <a:gdLst>
                  <a:gd name="T0" fmla="*/ 75 w 89"/>
                  <a:gd name="T1" fmla="*/ 16 h 71"/>
                  <a:gd name="T2" fmla="*/ 87 w 89"/>
                  <a:gd name="T3" fmla="*/ 25 h 71"/>
                  <a:gd name="T4" fmla="*/ 8 w 89"/>
                  <a:gd name="T5" fmla="*/ 71 h 71"/>
                  <a:gd name="T6" fmla="*/ 0 w 89"/>
                  <a:gd name="T7" fmla="*/ 52 h 71"/>
                  <a:gd name="T8" fmla="*/ 79 w 89"/>
                  <a:gd name="T9" fmla="*/ 6 h 71"/>
                  <a:gd name="T10" fmla="*/ 89 w 89"/>
                  <a:gd name="T11" fmla="*/ 16 h 71"/>
                  <a:gd name="T12" fmla="*/ 79 w 89"/>
                  <a:gd name="T13" fmla="*/ 6 h 71"/>
                  <a:gd name="T14" fmla="*/ 88 w 89"/>
                  <a:gd name="T15" fmla="*/ 0 h 71"/>
                  <a:gd name="T16" fmla="*/ 89 w 89"/>
                  <a:gd name="T17" fmla="*/ 16 h 71"/>
                  <a:gd name="T18" fmla="*/ 75 w 89"/>
                  <a:gd name="T19" fmla="*/ 16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1"/>
                  <a:gd name="T32" fmla="*/ 89 w 8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1">
                    <a:moveTo>
                      <a:pt x="75" y="16"/>
                    </a:moveTo>
                    <a:lnTo>
                      <a:pt x="87" y="25"/>
                    </a:lnTo>
                    <a:lnTo>
                      <a:pt x="8" y="71"/>
                    </a:lnTo>
                    <a:lnTo>
                      <a:pt x="0" y="52"/>
                    </a:lnTo>
                    <a:lnTo>
                      <a:pt x="79" y="6"/>
                    </a:lnTo>
                    <a:lnTo>
                      <a:pt x="89" y="16"/>
                    </a:lnTo>
                    <a:lnTo>
                      <a:pt x="79" y="6"/>
                    </a:lnTo>
                    <a:lnTo>
                      <a:pt x="88" y="0"/>
                    </a:lnTo>
                    <a:lnTo>
                      <a:pt x="89" y="16"/>
                    </a:lnTo>
                    <a:lnTo>
                      <a:pt x="75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0" name="Freeform 273"/>
              <p:cNvSpPr>
                <a:spLocks/>
              </p:cNvSpPr>
              <p:nvPr/>
            </p:nvSpPr>
            <p:spPr bwMode="auto">
              <a:xfrm>
                <a:off x="2236" y="2738"/>
                <a:ext cx="37" cy="36"/>
              </a:xfrm>
              <a:custGeom>
                <a:avLst/>
                <a:gdLst>
                  <a:gd name="T0" fmla="*/ 29 w 37"/>
                  <a:gd name="T1" fmla="*/ 0 h 36"/>
                  <a:gd name="T2" fmla="*/ 37 w 37"/>
                  <a:gd name="T3" fmla="*/ 19 h 36"/>
                  <a:gd name="T4" fmla="*/ 8 w 37"/>
                  <a:gd name="T5" fmla="*/ 36 h 36"/>
                  <a:gd name="T6" fmla="*/ 0 w 37"/>
                  <a:gd name="T7" fmla="*/ 17 h 36"/>
                  <a:gd name="T8" fmla="*/ 29 w 37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6"/>
                  <a:gd name="T17" fmla="*/ 37 w 37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6">
                    <a:moveTo>
                      <a:pt x="29" y="0"/>
                    </a:moveTo>
                    <a:lnTo>
                      <a:pt x="37" y="19"/>
                    </a:lnTo>
                    <a:lnTo>
                      <a:pt x="8" y="36"/>
                    </a:lnTo>
                    <a:lnTo>
                      <a:pt x="0" y="1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1" name="Freeform 274"/>
              <p:cNvSpPr>
                <a:spLocks/>
              </p:cNvSpPr>
              <p:nvPr/>
            </p:nvSpPr>
            <p:spPr bwMode="auto">
              <a:xfrm>
                <a:off x="2150" y="2523"/>
                <a:ext cx="112" cy="230"/>
              </a:xfrm>
              <a:custGeom>
                <a:avLst/>
                <a:gdLst>
                  <a:gd name="T0" fmla="*/ 32 w 112"/>
                  <a:gd name="T1" fmla="*/ 0 h 230"/>
                  <a:gd name="T2" fmla="*/ 32 w 112"/>
                  <a:gd name="T3" fmla="*/ 0 h 230"/>
                  <a:gd name="T4" fmla="*/ 40 w 112"/>
                  <a:gd name="T5" fmla="*/ 27 h 230"/>
                  <a:gd name="T6" fmla="*/ 48 w 112"/>
                  <a:gd name="T7" fmla="*/ 56 h 230"/>
                  <a:gd name="T8" fmla="*/ 57 w 112"/>
                  <a:gd name="T9" fmla="*/ 84 h 230"/>
                  <a:gd name="T10" fmla="*/ 67 w 112"/>
                  <a:gd name="T11" fmla="*/ 109 h 230"/>
                  <a:gd name="T12" fmla="*/ 76 w 112"/>
                  <a:gd name="T13" fmla="*/ 136 h 230"/>
                  <a:gd name="T14" fmla="*/ 88 w 112"/>
                  <a:gd name="T15" fmla="*/ 163 h 230"/>
                  <a:gd name="T16" fmla="*/ 99 w 112"/>
                  <a:gd name="T17" fmla="*/ 187 h 230"/>
                  <a:gd name="T18" fmla="*/ 112 w 112"/>
                  <a:gd name="T19" fmla="*/ 213 h 230"/>
                  <a:gd name="T20" fmla="*/ 84 w 112"/>
                  <a:gd name="T21" fmla="*/ 230 h 230"/>
                  <a:gd name="T22" fmla="*/ 71 w 112"/>
                  <a:gd name="T23" fmla="*/ 204 h 230"/>
                  <a:gd name="T24" fmla="*/ 58 w 112"/>
                  <a:gd name="T25" fmla="*/ 176 h 230"/>
                  <a:gd name="T26" fmla="*/ 47 w 112"/>
                  <a:gd name="T27" fmla="*/ 150 h 230"/>
                  <a:gd name="T28" fmla="*/ 37 w 112"/>
                  <a:gd name="T29" fmla="*/ 122 h 230"/>
                  <a:gd name="T30" fmla="*/ 26 w 112"/>
                  <a:gd name="T31" fmla="*/ 94 h 230"/>
                  <a:gd name="T32" fmla="*/ 18 w 112"/>
                  <a:gd name="T33" fmla="*/ 64 h 230"/>
                  <a:gd name="T34" fmla="*/ 9 w 112"/>
                  <a:gd name="T35" fmla="*/ 34 h 230"/>
                  <a:gd name="T36" fmla="*/ 0 w 112"/>
                  <a:gd name="T37" fmla="*/ 4 h 230"/>
                  <a:gd name="T38" fmla="*/ 32 w 112"/>
                  <a:gd name="T39" fmla="*/ 0 h 2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30"/>
                  <a:gd name="T62" fmla="*/ 112 w 112"/>
                  <a:gd name="T63" fmla="*/ 230 h 23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30">
                    <a:moveTo>
                      <a:pt x="32" y="0"/>
                    </a:moveTo>
                    <a:lnTo>
                      <a:pt x="32" y="0"/>
                    </a:lnTo>
                    <a:lnTo>
                      <a:pt x="40" y="27"/>
                    </a:lnTo>
                    <a:lnTo>
                      <a:pt x="48" y="56"/>
                    </a:lnTo>
                    <a:lnTo>
                      <a:pt x="57" y="84"/>
                    </a:lnTo>
                    <a:lnTo>
                      <a:pt x="67" y="109"/>
                    </a:lnTo>
                    <a:lnTo>
                      <a:pt x="76" y="136"/>
                    </a:lnTo>
                    <a:lnTo>
                      <a:pt x="88" y="163"/>
                    </a:lnTo>
                    <a:lnTo>
                      <a:pt x="99" y="187"/>
                    </a:lnTo>
                    <a:lnTo>
                      <a:pt x="112" y="213"/>
                    </a:lnTo>
                    <a:lnTo>
                      <a:pt x="84" y="230"/>
                    </a:lnTo>
                    <a:lnTo>
                      <a:pt x="71" y="204"/>
                    </a:lnTo>
                    <a:lnTo>
                      <a:pt x="58" y="176"/>
                    </a:lnTo>
                    <a:lnTo>
                      <a:pt x="47" y="150"/>
                    </a:lnTo>
                    <a:lnTo>
                      <a:pt x="37" y="122"/>
                    </a:lnTo>
                    <a:lnTo>
                      <a:pt x="26" y="94"/>
                    </a:lnTo>
                    <a:lnTo>
                      <a:pt x="18" y="64"/>
                    </a:lnTo>
                    <a:lnTo>
                      <a:pt x="9" y="34"/>
                    </a:lnTo>
                    <a:lnTo>
                      <a:pt x="0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2" name="Freeform 275"/>
              <p:cNvSpPr>
                <a:spLocks/>
              </p:cNvSpPr>
              <p:nvPr/>
            </p:nvSpPr>
            <p:spPr bwMode="auto">
              <a:xfrm>
                <a:off x="2117" y="2318"/>
                <a:ext cx="61" cy="206"/>
              </a:xfrm>
              <a:custGeom>
                <a:avLst/>
                <a:gdLst>
                  <a:gd name="T0" fmla="*/ 33 w 61"/>
                  <a:gd name="T1" fmla="*/ 7 h 206"/>
                  <a:gd name="T2" fmla="*/ 36 w 61"/>
                  <a:gd name="T3" fmla="*/ 31 h 206"/>
                  <a:gd name="T4" fmla="*/ 38 w 61"/>
                  <a:gd name="T5" fmla="*/ 56 h 206"/>
                  <a:gd name="T6" fmla="*/ 40 w 61"/>
                  <a:gd name="T7" fmla="*/ 79 h 206"/>
                  <a:gd name="T8" fmla="*/ 43 w 61"/>
                  <a:gd name="T9" fmla="*/ 103 h 206"/>
                  <a:gd name="T10" fmla="*/ 46 w 61"/>
                  <a:gd name="T11" fmla="*/ 127 h 206"/>
                  <a:gd name="T12" fmla="*/ 51 w 61"/>
                  <a:gd name="T13" fmla="*/ 153 h 206"/>
                  <a:gd name="T14" fmla="*/ 56 w 61"/>
                  <a:gd name="T15" fmla="*/ 176 h 206"/>
                  <a:gd name="T16" fmla="*/ 61 w 61"/>
                  <a:gd name="T17" fmla="*/ 202 h 206"/>
                  <a:gd name="T18" fmla="*/ 30 w 61"/>
                  <a:gd name="T19" fmla="*/ 206 h 206"/>
                  <a:gd name="T20" fmla="*/ 24 w 61"/>
                  <a:gd name="T21" fmla="*/ 181 h 206"/>
                  <a:gd name="T22" fmla="*/ 18 w 61"/>
                  <a:gd name="T23" fmla="*/ 155 h 206"/>
                  <a:gd name="T24" fmla="*/ 14 w 61"/>
                  <a:gd name="T25" fmla="*/ 128 h 206"/>
                  <a:gd name="T26" fmla="*/ 11 w 61"/>
                  <a:gd name="T27" fmla="*/ 103 h 206"/>
                  <a:gd name="T28" fmla="*/ 7 w 61"/>
                  <a:gd name="T29" fmla="*/ 77 h 206"/>
                  <a:gd name="T30" fmla="*/ 5 w 61"/>
                  <a:gd name="T31" fmla="*/ 51 h 206"/>
                  <a:gd name="T32" fmla="*/ 2 w 61"/>
                  <a:gd name="T33" fmla="*/ 26 h 206"/>
                  <a:gd name="T34" fmla="*/ 0 w 61"/>
                  <a:gd name="T35" fmla="*/ 0 h 206"/>
                  <a:gd name="T36" fmla="*/ 33 w 61"/>
                  <a:gd name="T37" fmla="*/ 7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1"/>
                  <a:gd name="T58" fmla="*/ 0 h 206"/>
                  <a:gd name="T59" fmla="*/ 61 w 61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1" h="206">
                    <a:moveTo>
                      <a:pt x="33" y="7"/>
                    </a:moveTo>
                    <a:lnTo>
                      <a:pt x="36" y="31"/>
                    </a:lnTo>
                    <a:lnTo>
                      <a:pt x="38" y="56"/>
                    </a:lnTo>
                    <a:lnTo>
                      <a:pt x="40" y="79"/>
                    </a:lnTo>
                    <a:lnTo>
                      <a:pt x="43" y="103"/>
                    </a:lnTo>
                    <a:lnTo>
                      <a:pt x="46" y="127"/>
                    </a:lnTo>
                    <a:lnTo>
                      <a:pt x="51" y="153"/>
                    </a:lnTo>
                    <a:lnTo>
                      <a:pt x="56" y="176"/>
                    </a:lnTo>
                    <a:lnTo>
                      <a:pt x="61" y="202"/>
                    </a:lnTo>
                    <a:lnTo>
                      <a:pt x="30" y="206"/>
                    </a:lnTo>
                    <a:lnTo>
                      <a:pt x="24" y="181"/>
                    </a:lnTo>
                    <a:lnTo>
                      <a:pt x="18" y="155"/>
                    </a:lnTo>
                    <a:lnTo>
                      <a:pt x="14" y="128"/>
                    </a:lnTo>
                    <a:lnTo>
                      <a:pt x="11" y="103"/>
                    </a:lnTo>
                    <a:lnTo>
                      <a:pt x="7" y="77"/>
                    </a:lnTo>
                    <a:lnTo>
                      <a:pt x="5" y="51"/>
                    </a:lnTo>
                    <a:lnTo>
                      <a:pt x="2" y="26"/>
                    </a:lnTo>
                    <a:lnTo>
                      <a:pt x="0" y="0"/>
                    </a:lnTo>
                    <a:lnTo>
                      <a:pt x="33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3" name="Freeform 276"/>
              <p:cNvSpPr>
                <a:spLocks/>
              </p:cNvSpPr>
              <p:nvPr/>
            </p:nvSpPr>
            <p:spPr bwMode="auto">
              <a:xfrm>
                <a:off x="2113" y="2295"/>
                <a:ext cx="35" cy="28"/>
              </a:xfrm>
              <a:custGeom>
                <a:avLst/>
                <a:gdLst>
                  <a:gd name="T0" fmla="*/ 1 w 35"/>
                  <a:gd name="T1" fmla="*/ 22 h 28"/>
                  <a:gd name="T2" fmla="*/ 0 w 35"/>
                  <a:gd name="T3" fmla="*/ 0 h 28"/>
                  <a:gd name="T4" fmla="*/ 35 w 35"/>
                  <a:gd name="T5" fmla="*/ 6 h 28"/>
                  <a:gd name="T6" fmla="*/ 35 w 35"/>
                  <a:gd name="T7" fmla="*/ 28 h 28"/>
                  <a:gd name="T8" fmla="*/ 1 w 35"/>
                  <a:gd name="T9" fmla="*/ 2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1" y="22"/>
                    </a:moveTo>
                    <a:lnTo>
                      <a:pt x="0" y="0"/>
                    </a:lnTo>
                    <a:lnTo>
                      <a:pt x="35" y="6"/>
                    </a:lnTo>
                    <a:lnTo>
                      <a:pt x="35" y="28"/>
                    </a:lnTo>
                    <a:lnTo>
                      <a:pt x="1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4" name="Freeform 277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5" name="Freeform 278"/>
              <p:cNvSpPr>
                <a:spLocks/>
              </p:cNvSpPr>
              <p:nvPr/>
            </p:nvSpPr>
            <p:spPr bwMode="auto">
              <a:xfrm>
                <a:off x="2248" y="2635"/>
                <a:ext cx="34" cy="176"/>
              </a:xfrm>
              <a:custGeom>
                <a:avLst/>
                <a:gdLst>
                  <a:gd name="T0" fmla="*/ 31 w 34"/>
                  <a:gd name="T1" fmla="*/ 157 h 176"/>
                  <a:gd name="T2" fmla="*/ 23 w 34"/>
                  <a:gd name="T3" fmla="*/ 162 h 176"/>
                  <a:gd name="T4" fmla="*/ 0 w 34"/>
                  <a:gd name="T5" fmla="*/ 0 h 176"/>
                  <a:gd name="T6" fmla="*/ 8 w 34"/>
                  <a:gd name="T7" fmla="*/ 0 h 176"/>
                  <a:gd name="T8" fmla="*/ 32 w 34"/>
                  <a:gd name="T9" fmla="*/ 161 h 176"/>
                  <a:gd name="T10" fmla="*/ 25 w 34"/>
                  <a:gd name="T11" fmla="*/ 165 h 176"/>
                  <a:gd name="T12" fmla="*/ 32 w 34"/>
                  <a:gd name="T13" fmla="*/ 161 h 176"/>
                  <a:gd name="T14" fmla="*/ 34 w 34"/>
                  <a:gd name="T15" fmla="*/ 176 h 176"/>
                  <a:gd name="T16" fmla="*/ 25 w 34"/>
                  <a:gd name="T17" fmla="*/ 165 h 176"/>
                  <a:gd name="T18" fmla="*/ 31 w 34"/>
                  <a:gd name="T19" fmla="*/ 157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"/>
                  <a:gd name="T31" fmla="*/ 0 h 176"/>
                  <a:gd name="T32" fmla="*/ 34 w 3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" h="176">
                    <a:moveTo>
                      <a:pt x="31" y="157"/>
                    </a:moveTo>
                    <a:lnTo>
                      <a:pt x="23" y="16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2" y="161"/>
                    </a:lnTo>
                    <a:lnTo>
                      <a:pt x="25" y="165"/>
                    </a:lnTo>
                    <a:lnTo>
                      <a:pt x="32" y="161"/>
                    </a:lnTo>
                    <a:lnTo>
                      <a:pt x="34" y="176"/>
                    </a:lnTo>
                    <a:lnTo>
                      <a:pt x="25" y="165"/>
                    </a:lnTo>
                    <a:lnTo>
                      <a:pt x="31" y="15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6" name="Freeform 279"/>
              <p:cNvSpPr>
                <a:spLocks/>
              </p:cNvSpPr>
              <p:nvPr/>
            </p:nvSpPr>
            <p:spPr bwMode="auto">
              <a:xfrm>
                <a:off x="2165" y="2674"/>
                <a:ext cx="114" cy="125"/>
              </a:xfrm>
              <a:custGeom>
                <a:avLst/>
                <a:gdLst>
                  <a:gd name="T0" fmla="*/ 11 w 114"/>
                  <a:gd name="T1" fmla="*/ 11 h 125"/>
                  <a:gd name="T2" fmla="*/ 11 w 114"/>
                  <a:gd name="T3" fmla="*/ 2 h 125"/>
                  <a:gd name="T4" fmla="*/ 114 w 114"/>
                  <a:gd name="T5" fmla="*/ 116 h 125"/>
                  <a:gd name="T6" fmla="*/ 107 w 114"/>
                  <a:gd name="T7" fmla="*/ 125 h 125"/>
                  <a:gd name="T8" fmla="*/ 6 w 114"/>
                  <a:gd name="T9" fmla="*/ 9 h 125"/>
                  <a:gd name="T10" fmla="*/ 6 w 114"/>
                  <a:gd name="T11" fmla="*/ 0 h 125"/>
                  <a:gd name="T12" fmla="*/ 6 w 114"/>
                  <a:gd name="T13" fmla="*/ 9 h 125"/>
                  <a:gd name="T14" fmla="*/ 0 w 114"/>
                  <a:gd name="T15" fmla="*/ 4 h 125"/>
                  <a:gd name="T16" fmla="*/ 6 w 114"/>
                  <a:gd name="T17" fmla="*/ 0 h 125"/>
                  <a:gd name="T18" fmla="*/ 11 w 114"/>
                  <a:gd name="T19" fmla="*/ 11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4"/>
                  <a:gd name="T31" fmla="*/ 0 h 125"/>
                  <a:gd name="T32" fmla="*/ 114 w 114"/>
                  <a:gd name="T33" fmla="*/ 125 h 1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4" h="125">
                    <a:moveTo>
                      <a:pt x="11" y="11"/>
                    </a:moveTo>
                    <a:lnTo>
                      <a:pt x="11" y="2"/>
                    </a:lnTo>
                    <a:lnTo>
                      <a:pt x="114" y="116"/>
                    </a:lnTo>
                    <a:lnTo>
                      <a:pt x="107" y="125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7" name="Freeform 280"/>
              <p:cNvSpPr>
                <a:spLocks/>
              </p:cNvSpPr>
              <p:nvPr/>
            </p:nvSpPr>
            <p:spPr bwMode="auto">
              <a:xfrm>
                <a:off x="2169" y="2625"/>
                <a:ext cx="86" cy="60"/>
              </a:xfrm>
              <a:custGeom>
                <a:avLst/>
                <a:gdLst>
                  <a:gd name="T0" fmla="*/ 78 w 86"/>
                  <a:gd name="T1" fmla="*/ 8 h 60"/>
                  <a:gd name="T2" fmla="*/ 84 w 86"/>
                  <a:gd name="T3" fmla="*/ 14 h 60"/>
                  <a:gd name="T4" fmla="*/ 4 w 86"/>
                  <a:gd name="T5" fmla="*/ 60 h 60"/>
                  <a:gd name="T6" fmla="*/ 0 w 86"/>
                  <a:gd name="T7" fmla="*/ 49 h 60"/>
                  <a:gd name="T8" fmla="*/ 80 w 86"/>
                  <a:gd name="T9" fmla="*/ 3 h 60"/>
                  <a:gd name="T10" fmla="*/ 86 w 86"/>
                  <a:gd name="T11" fmla="*/ 8 h 60"/>
                  <a:gd name="T12" fmla="*/ 80 w 86"/>
                  <a:gd name="T13" fmla="*/ 3 h 60"/>
                  <a:gd name="T14" fmla="*/ 84 w 86"/>
                  <a:gd name="T15" fmla="*/ 0 h 60"/>
                  <a:gd name="T16" fmla="*/ 86 w 86"/>
                  <a:gd name="T17" fmla="*/ 8 h 60"/>
                  <a:gd name="T18" fmla="*/ 78 w 86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0"/>
                  <a:gd name="T32" fmla="*/ 86 w 86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0">
                    <a:moveTo>
                      <a:pt x="78" y="8"/>
                    </a:moveTo>
                    <a:lnTo>
                      <a:pt x="84" y="14"/>
                    </a:lnTo>
                    <a:lnTo>
                      <a:pt x="4" y="60"/>
                    </a:lnTo>
                    <a:lnTo>
                      <a:pt x="0" y="49"/>
                    </a:lnTo>
                    <a:lnTo>
                      <a:pt x="80" y="3"/>
                    </a:lnTo>
                    <a:lnTo>
                      <a:pt x="86" y="8"/>
                    </a:lnTo>
                    <a:lnTo>
                      <a:pt x="80" y="3"/>
                    </a:lnTo>
                    <a:lnTo>
                      <a:pt x="84" y="0"/>
                    </a:lnTo>
                    <a:lnTo>
                      <a:pt x="86" y="8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8" name="Freeform 281"/>
              <p:cNvSpPr>
                <a:spLocks/>
              </p:cNvSpPr>
              <p:nvPr/>
            </p:nvSpPr>
            <p:spPr bwMode="auto">
              <a:xfrm>
                <a:off x="2239" y="2738"/>
                <a:ext cx="32" cy="32"/>
              </a:xfrm>
              <a:custGeom>
                <a:avLst/>
                <a:gdLst>
                  <a:gd name="T0" fmla="*/ 25 w 32"/>
                  <a:gd name="T1" fmla="*/ 0 h 32"/>
                  <a:gd name="T2" fmla="*/ 32 w 32"/>
                  <a:gd name="T3" fmla="*/ 17 h 32"/>
                  <a:gd name="T4" fmla="*/ 10 w 32"/>
                  <a:gd name="T5" fmla="*/ 32 h 32"/>
                  <a:gd name="T6" fmla="*/ 0 w 32"/>
                  <a:gd name="T7" fmla="*/ 15 h 32"/>
                  <a:gd name="T8" fmla="*/ 25 w 3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25" y="0"/>
                    </a:moveTo>
                    <a:lnTo>
                      <a:pt x="32" y="17"/>
                    </a:lnTo>
                    <a:lnTo>
                      <a:pt x="10" y="32"/>
                    </a:lnTo>
                    <a:lnTo>
                      <a:pt x="0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39" name="Freeform 282"/>
              <p:cNvSpPr>
                <a:spLocks/>
              </p:cNvSpPr>
              <p:nvPr/>
            </p:nvSpPr>
            <p:spPr bwMode="auto">
              <a:xfrm>
                <a:off x="2154" y="2522"/>
                <a:ext cx="104" cy="231"/>
              </a:xfrm>
              <a:custGeom>
                <a:avLst/>
                <a:gdLst>
                  <a:gd name="T0" fmla="*/ 26 w 104"/>
                  <a:gd name="T1" fmla="*/ 0 h 231"/>
                  <a:gd name="T2" fmla="*/ 26 w 104"/>
                  <a:gd name="T3" fmla="*/ 0 h 231"/>
                  <a:gd name="T4" fmla="*/ 33 w 104"/>
                  <a:gd name="T5" fmla="*/ 30 h 231"/>
                  <a:gd name="T6" fmla="*/ 41 w 104"/>
                  <a:gd name="T7" fmla="*/ 57 h 231"/>
                  <a:gd name="T8" fmla="*/ 50 w 104"/>
                  <a:gd name="T9" fmla="*/ 85 h 231"/>
                  <a:gd name="T10" fmla="*/ 61 w 104"/>
                  <a:gd name="T11" fmla="*/ 111 h 231"/>
                  <a:gd name="T12" fmla="*/ 70 w 104"/>
                  <a:gd name="T13" fmla="*/ 139 h 231"/>
                  <a:gd name="T14" fmla="*/ 82 w 104"/>
                  <a:gd name="T15" fmla="*/ 166 h 231"/>
                  <a:gd name="T16" fmla="*/ 93 w 104"/>
                  <a:gd name="T17" fmla="*/ 190 h 231"/>
                  <a:gd name="T18" fmla="*/ 104 w 104"/>
                  <a:gd name="T19" fmla="*/ 215 h 231"/>
                  <a:gd name="T20" fmla="*/ 83 w 104"/>
                  <a:gd name="T21" fmla="*/ 231 h 231"/>
                  <a:gd name="T22" fmla="*/ 69 w 104"/>
                  <a:gd name="T23" fmla="*/ 205 h 231"/>
                  <a:gd name="T24" fmla="*/ 57 w 104"/>
                  <a:gd name="T25" fmla="*/ 176 h 231"/>
                  <a:gd name="T26" fmla="*/ 46 w 104"/>
                  <a:gd name="T27" fmla="*/ 150 h 231"/>
                  <a:gd name="T28" fmla="*/ 35 w 104"/>
                  <a:gd name="T29" fmla="*/ 122 h 231"/>
                  <a:gd name="T30" fmla="*/ 25 w 104"/>
                  <a:gd name="T31" fmla="*/ 93 h 231"/>
                  <a:gd name="T32" fmla="*/ 17 w 104"/>
                  <a:gd name="T33" fmla="*/ 64 h 231"/>
                  <a:gd name="T34" fmla="*/ 7 w 104"/>
                  <a:gd name="T35" fmla="*/ 35 h 231"/>
                  <a:gd name="T36" fmla="*/ 0 w 104"/>
                  <a:gd name="T37" fmla="*/ 5 h 231"/>
                  <a:gd name="T38" fmla="*/ 26 w 104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4"/>
                  <a:gd name="T61" fmla="*/ 0 h 231"/>
                  <a:gd name="T62" fmla="*/ 104 w 104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4" h="231">
                    <a:moveTo>
                      <a:pt x="26" y="0"/>
                    </a:moveTo>
                    <a:lnTo>
                      <a:pt x="26" y="0"/>
                    </a:lnTo>
                    <a:lnTo>
                      <a:pt x="33" y="30"/>
                    </a:lnTo>
                    <a:lnTo>
                      <a:pt x="41" y="57"/>
                    </a:lnTo>
                    <a:lnTo>
                      <a:pt x="50" y="85"/>
                    </a:lnTo>
                    <a:lnTo>
                      <a:pt x="61" y="111"/>
                    </a:lnTo>
                    <a:lnTo>
                      <a:pt x="70" y="139"/>
                    </a:lnTo>
                    <a:lnTo>
                      <a:pt x="82" y="166"/>
                    </a:lnTo>
                    <a:lnTo>
                      <a:pt x="93" y="190"/>
                    </a:lnTo>
                    <a:lnTo>
                      <a:pt x="104" y="215"/>
                    </a:lnTo>
                    <a:lnTo>
                      <a:pt x="83" y="231"/>
                    </a:lnTo>
                    <a:lnTo>
                      <a:pt x="69" y="205"/>
                    </a:lnTo>
                    <a:lnTo>
                      <a:pt x="57" y="176"/>
                    </a:lnTo>
                    <a:lnTo>
                      <a:pt x="46" y="150"/>
                    </a:lnTo>
                    <a:lnTo>
                      <a:pt x="35" y="122"/>
                    </a:lnTo>
                    <a:lnTo>
                      <a:pt x="25" y="93"/>
                    </a:lnTo>
                    <a:lnTo>
                      <a:pt x="17" y="64"/>
                    </a:lnTo>
                    <a:lnTo>
                      <a:pt x="7" y="35"/>
                    </a:lnTo>
                    <a:lnTo>
                      <a:pt x="0" y="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0" name="Freeform 283"/>
              <p:cNvSpPr>
                <a:spLocks/>
              </p:cNvSpPr>
              <p:nvPr/>
            </p:nvSpPr>
            <p:spPr bwMode="auto">
              <a:xfrm>
                <a:off x="2120" y="2320"/>
                <a:ext cx="55" cy="205"/>
              </a:xfrm>
              <a:custGeom>
                <a:avLst/>
                <a:gdLst>
                  <a:gd name="T0" fmla="*/ 29 w 55"/>
                  <a:gd name="T1" fmla="*/ 5 h 205"/>
                  <a:gd name="T2" fmla="*/ 30 w 55"/>
                  <a:gd name="T3" fmla="*/ 28 h 205"/>
                  <a:gd name="T4" fmla="*/ 31 w 55"/>
                  <a:gd name="T5" fmla="*/ 54 h 205"/>
                  <a:gd name="T6" fmla="*/ 34 w 55"/>
                  <a:gd name="T7" fmla="*/ 77 h 205"/>
                  <a:gd name="T8" fmla="*/ 37 w 55"/>
                  <a:gd name="T9" fmla="*/ 102 h 205"/>
                  <a:gd name="T10" fmla="*/ 40 w 55"/>
                  <a:gd name="T11" fmla="*/ 126 h 205"/>
                  <a:gd name="T12" fmla="*/ 44 w 55"/>
                  <a:gd name="T13" fmla="*/ 151 h 205"/>
                  <a:gd name="T14" fmla="*/ 51 w 55"/>
                  <a:gd name="T15" fmla="*/ 175 h 205"/>
                  <a:gd name="T16" fmla="*/ 55 w 55"/>
                  <a:gd name="T17" fmla="*/ 201 h 205"/>
                  <a:gd name="T18" fmla="*/ 29 w 55"/>
                  <a:gd name="T19" fmla="*/ 205 h 205"/>
                  <a:gd name="T20" fmla="*/ 23 w 55"/>
                  <a:gd name="T21" fmla="*/ 180 h 205"/>
                  <a:gd name="T22" fmla="*/ 18 w 55"/>
                  <a:gd name="T23" fmla="*/ 154 h 205"/>
                  <a:gd name="T24" fmla="*/ 13 w 55"/>
                  <a:gd name="T25" fmla="*/ 126 h 205"/>
                  <a:gd name="T26" fmla="*/ 9 w 55"/>
                  <a:gd name="T27" fmla="*/ 102 h 205"/>
                  <a:gd name="T28" fmla="*/ 6 w 55"/>
                  <a:gd name="T29" fmla="*/ 76 h 205"/>
                  <a:gd name="T30" fmla="*/ 4 w 55"/>
                  <a:gd name="T31" fmla="*/ 50 h 205"/>
                  <a:gd name="T32" fmla="*/ 2 w 55"/>
                  <a:gd name="T33" fmla="*/ 25 h 205"/>
                  <a:gd name="T34" fmla="*/ 0 w 55"/>
                  <a:gd name="T35" fmla="*/ 0 h 205"/>
                  <a:gd name="T36" fmla="*/ 29 w 55"/>
                  <a:gd name="T37" fmla="*/ 5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5"/>
                  <a:gd name="T58" fmla="*/ 0 h 205"/>
                  <a:gd name="T59" fmla="*/ 55 w 5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5" h="205">
                    <a:moveTo>
                      <a:pt x="29" y="5"/>
                    </a:moveTo>
                    <a:lnTo>
                      <a:pt x="30" y="28"/>
                    </a:lnTo>
                    <a:lnTo>
                      <a:pt x="31" y="54"/>
                    </a:lnTo>
                    <a:lnTo>
                      <a:pt x="34" y="77"/>
                    </a:lnTo>
                    <a:lnTo>
                      <a:pt x="37" y="102"/>
                    </a:lnTo>
                    <a:lnTo>
                      <a:pt x="40" y="126"/>
                    </a:lnTo>
                    <a:lnTo>
                      <a:pt x="44" y="151"/>
                    </a:lnTo>
                    <a:lnTo>
                      <a:pt x="51" y="175"/>
                    </a:lnTo>
                    <a:lnTo>
                      <a:pt x="55" y="201"/>
                    </a:lnTo>
                    <a:lnTo>
                      <a:pt x="29" y="205"/>
                    </a:lnTo>
                    <a:lnTo>
                      <a:pt x="23" y="180"/>
                    </a:lnTo>
                    <a:lnTo>
                      <a:pt x="18" y="154"/>
                    </a:lnTo>
                    <a:lnTo>
                      <a:pt x="13" y="126"/>
                    </a:lnTo>
                    <a:lnTo>
                      <a:pt x="9" y="102"/>
                    </a:lnTo>
                    <a:lnTo>
                      <a:pt x="6" y="76"/>
                    </a:lnTo>
                    <a:lnTo>
                      <a:pt x="4" y="50"/>
                    </a:lnTo>
                    <a:lnTo>
                      <a:pt x="2" y="25"/>
                    </a:lnTo>
                    <a:lnTo>
                      <a:pt x="0" y="0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1" name="Freeform 284"/>
              <p:cNvSpPr>
                <a:spLocks/>
              </p:cNvSpPr>
              <p:nvPr/>
            </p:nvSpPr>
            <p:spPr bwMode="auto">
              <a:xfrm>
                <a:off x="2115" y="2301"/>
                <a:ext cx="31" cy="22"/>
              </a:xfrm>
              <a:custGeom>
                <a:avLst/>
                <a:gdLst>
                  <a:gd name="T0" fmla="*/ 1 w 31"/>
                  <a:gd name="T1" fmla="*/ 18 h 22"/>
                  <a:gd name="T2" fmla="*/ 0 w 31"/>
                  <a:gd name="T3" fmla="*/ 0 h 22"/>
                  <a:gd name="T4" fmla="*/ 30 w 31"/>
                  <a:gd name="T5" fmla="*/ 4 h 22"/>
                  <a:gd name="T6" fmla="*/ 31 w 31"/>
                  <a:gd name="T7" fmla="*/ 22 h 22"/>
                  <a:gd name="T8" fmla="*/ 1 w 31"/>
                  <a:gd name="T9" fmla="*/ 1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2"/>
                  <a:gd name="T17" fmla="*/ 31 w 31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2">
                    <a:moveTo>
                      <a:pt x="1" y="18"/>
                    </a:moveTo>
                    <a:lnTo>
                      <a:pt x="0" y="0"/>
                    </a:lnTo>
                    <a:lnTo>
                      <a:pt x="30" y="4"/>
                    </a:lnTo>
                    <a:lnTo>
                      <a:pt x="31" y="22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2" name="Freeform 285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3" name="Freeform 286"/>
              <p:cNvSpPr>
                <a:spLocks/>
              </p:cNvSpPr>
              <p:nvPr/>
            </p:nvSpPr>
            <p:spPr bwMode="auto">
              <a:xfrm>
                <a:off x="2259" y="2665"/>
                <a:ext cx="48" cy="188"/>
              </a:xfrm>
              <a:custGeom>
                <a:avLst/>
                <a:gdLst>
                  <a:gd name="T0" fmla="*/ 41 w 48"/>
                  <a:gd name="T1" fmla="*/ 156 h 188"/>
                  <a:gd name="T2" fmla="*/ 29 w 48"/>
                  <a:gd name="T3" fmla="*/ 165 h 188"/>
                  <a:gd name="T4" fmla="*/ 0 w 48"/>
                  <a:gd name="T5" fmla="*/ 1 h 188"/>
                  <a:gd name="T6" fmla="*/ 15 w 48"/>
                  <a:gd name="T7" fmla="*/ 0 h 188"/>
                  <a:gd name="T8" fmla="*/ 44 w 48"/>
                  <a:gd name="T9" fmla="*/ 164 h 188"/>
                  <a:gd name="T10" fmla="*/ 32 w 48"/>
                  <a:gd name="T11" fmla="*/ 171 h 188"/>
                  <a:gd name="T12" fmla="*/ 44 w 48"/>
                  <a:gd name="T13" fmla="*/ 164 h 188"/>
                  <a:gd name="T14" fmla="*/ 48 w 48"/>
                  <a:gd name="T15" fmla="*/ 188 h 188"/>
                  <a:gd name="T16" fmla="*/ 32 w 48"/>
                  <a:gd name="T17" fmla="*/ 171 h 188"/>
                  <a:gd name="T18" fmla="*/ 41 w 48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8"/>
                  <a:gd name="T31" fmla="*/ 0 h 188"/>
                  <a:gd name="T32" fmla="*/ 48 w 48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8" h="188">
                    <a:moveTo>
                      <a:pt x="41" y="156"/>
                    </a:moveTo>
                    <a:lnTo>
                      <a:pt x="29" y="165"/>
                    </a:lnTo>
                    <a:lnTo>
                      <a:pt x="0" y="1"/>
                    </a:lnTo>
                    <a:lnTo>
                      <a:pt x="15" y="0"/>
                    </a:lnTo>
                    <a:lnTo>
                      <a:pt x="44" y="164"/>
                    </a:lnTo>
                    <a:lnTo>
                      <a:pt x="32" y="171"/>
                    </a:lnTo>
                    <a:lnTo>
                      <a:pt x="44" y="164"/>
                    </a:lnTo>
                    <a:lnTo>
                      <a:pt x="48" y="188"/>
                    </a:lnTo>
                    <a:lnTo>
                      <a:pt x="32" y="171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4" name="Freeform 287"/>
              <p:cNvSpPr>
                <a:spLocks/>
              </p:cNvSpPr>
              <p:nvPr/>
            </p:nvSpPr>
            <p:spPr bwMode="auto">
              <a:xfrm>
                <a:off x="2177" y="2710"/>
                <a:ext cx="123" cy="126"/>
              </a:xfrm>
              <a:custGeom>
                <a:avLst/>
                <a:gdLst>
                  <a:gd name="T0" fmla="*/ 18 w 123"/>
                  <a:gd name="T1" fmla="*/ 19 h 126"/>
                  <a:gd name="T2" fmla="*/ 18 w 123"/>
                  <a:gd name="T3" fmla="*/ 2 h 126"/>
                  <a:gd name="T4" fmla="*/ 123 w 123"/>
                  <a:gd name="T5" fmla="*/ 113 h 126"/>
                  <a:gd name="T6" fmla="*/ 114 w 123"/>
                  <a:gd name="T7" fmla="*/ 126 h 126"/>
                  <a:gd name="T8" fmla="*/ 11 w 123"/>
                  <a:gd name="T9" fmla="*/ 17 h 126"/>
                  <a:gd name="T10" fmla="*/ 9 w 123"/>
                  <a:gd name="T11" fmla="*/ 0 h 126"/>
                  <a:gd name="T12" fmla="*/ 11 w 123"/>
                  <a:gd name="T13" fmla="*/ 17 h 126"/>
                  <a:gd name="T14" fmla="*/ 0 w 123"/>
                  <a:gd name="T15" fmla="*/ 7 h 126"/>
                  <a:gd name="T16" fmla="*/ 9 w 123"/>
                  <a:gd name="T17" fmla="*/ 0 h 126"/>
                  <a:gd name="T18" fmla="*/ 18 w 123"/>
                  <a:gd name="T19" fmla="*/ 19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6"/>
                  <a:gd name="T32" fmla="*/ 123 w 123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6">
                    <a:moveTo>
                      <a:pt x="18" y="19"/>
                    </a:moveTo>
                    <a:lnTo>
                      <a:pt x="18" y="2"/>
                    </a:lnTo>
                    <a:lnTo>
                      <a:pt x="123" y="113"/>
                    </a:lnTo>
                    <a:lnTo>
                      <a:pt x="114" y="126"/>
                    </a:lnTo>
                    <a:lnTo>
                      <a:pt x="11" y="17"/>
                    </a:lnTo>
                    <a:lnTo>
                      <a:pt x="9" y="0"/>
                    </a:lnTo>
                    <a:lnTo>
                      <a:pt x="11" y="17"/>
                    </a:lnTo>
                    <a:lnTo>
                      <a:pt x="0" y="7"/>
                    </a:lnTo>
                    <a:lnTo>
                      <a:pt x="9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5" name="Freeform 288"/>
              <p:cNvSpPr>
                <a:spLocks/>
              </p:cNvSpPr>
              <p:nvPr/>
            </p:nvSpPr>
            <p:spPr bwMode="auto">
              <a:xfrm>
                <a:off x="2184" y="2649"/>
                <a:ext cx="88" cy="79"/>
              </a:xfrm>
              <a:custGeom>
                <a:avLst/>
                <a:gdLst>
                  <a:gd name="T0" fmla="*/ 73 w 88"/>
                  <a:gd name="T1" fmla="*/ 17 h 79"/>
                  <a:gd name="T2" fmla="*/ 86 w 88"/>
                  <a:gd name="T3" fmla="*/ 26 h 79"/>
                  <a:gd name="T4" fmla="*/ 8 w 88"/>
                  <a:gd name="T5" fmla="*/ 79 h 79"/>
                  <a:gd name="T6" fmla="*/ 0 w 88"/>
                  <a:gd name="T7" fmla="*/ 60 h 79"/>
                  <a:gd name="T8" fmla="*/ 76 w 88"/>
                  <a:gd name="T9" fmla="*/ 7 h 79"/>
                  <a:gd name="T10" fmla="*/ 88 w 88"/>
                  <a:gd name="T11" fmla="*/ 16 h 79"/>
                  <a:gd name="T12" fmla="*/ 76 w 88"/>
                  <a:gd name="T13" fmla="*/ 7 h 79"/>
                  <a:gd name="T14" fmla="*/ 86 w 88"/>
                  <a:gd name="T15" fmla="*/ 0 h 79"/>
                  <a:gd name="T16" fmla="*/ 88 w 88"/>
                  <a:gd name="T17" fmla="*/ 16 h 79"/>
                  <a:gd name="T18" fmla="*/ 73 w 88"/>
                  <a:gd name="T19" fmla="*/ 17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73" y="17"/>
                    </a:moveTo>
                    <a:lnTo>
                      <a:pt x="86" y="26"/>
                    </a:lnTo>
                    <a:lnTo>
                      <a:pt x="8" y="79"/>
                    </a:lnTo>
                    <a:lnTo>
                      <a:pt x="0" y="60"/>
                    </a:lnTo>
                    <a:lnTo>
                      <a:pt x="76" y="7"/>
                    </a:lnTo>
                    <a:lnTo>
                      <a:pt x="88" y="16"/>
                    </a:lnTo>
                    <a:lnTo>
                      <a:pt x="76" y="7"/>
                    </a:lnTo>
                    <a:lnTo>
                      <a:pt x="86" y="0"/>
                    </a:lnTo>
                    <a:lnTo>
                      <a:pt x="88" y="16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6" name="Freeform 289"/>
              <p:cNvSpPr>
                <a:spLocks/>
              </p:cNvSpPr>
              <p:nvPr/>
            </p:nvSpPr>
            <p:spPr bwMode="auto">
              <a:xfrm>
                <a:off x="2255" y="2771"/>
                <a:ext cx="38" cy="40"/>
              </a:xfrm>
              <a:custGeom>
                <a:avLst/>
                <a:gdLst>
                  <a:gd name="T0" fmla="*/ 27 w 38"/>
                  <a:gd name="T1" fmla="*/ 0 h 40"/>
                  <a:gd name="T2" fmla="*/ 38 w 38"/>
                  <a:gd name="T3" fmla="*/ 19 h 40"/>
                  <a:gd name="T4" fmla="*/ 11 w 38"/>
                  <a:gd name="T5" fmla="*/ 40 h 40"/>
                  <a:gd name="T6" fmla="*/ 0 w 38"/>
                  <a:gd name="T7" fmla="*/ 20 h 40"/>
                  <a:gd name="T8" fmla="*/ 27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0"/>
                  <a:gd name="T17" fmla="*/ 38 w 3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0">
                    <a:moveTo>
                      <a:pt x="27" y="0"/>
                    </a:moveTo>
                    <a:lnTo>
                      <a:pt x="38" y="19"/>
                    </a:lnTo>
                    <a:lnTo>
                      <a:pt x="11" y="40"/>
                    </a:lnTo>
                    <a:lnTo>
                      <a:pt x="0" y="2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7" name="Freeform 290"/>
              <p:cNvSpPr>
                <a:spLocks/>
              </p:cNvSpPr>
              <p:nvPr/>
            </p:nvSpPr>
            <p:spPr bwMode="auto">
              <a:xfrm>
                <a:off x="2163" y="2558"/>
                <a:ext cx="117" cy="231"/>
              </a:xfrm>
              <a:custGeom>
                <a:avLst/>
                <a:gdLst>
                  <a:gd name="T0" fmla="*/ 31 w 117"/>
                  <a:gd name="T1" fmla="*/ 0 h 231"/>
                  <a:gd name="T2" fmla="*/ 31 w 117"/>
                  <a:gd name="T3" fmla="*/ 0 h 231"/>
                  <a:gd name="T4" fmla="*/ 40 w 117"/>
                  <a:gd name="T5" fmla="*/ 28 h 231"/>
                  <a:gd name="T6" fmla="*/ 49 w 117"/>
                  <a:gd name="T7" fmla="*/ 57 h 231"/>
                  <a:gd name="T8" fmla="*/ 58 w 117"/>
                  <a:gd name="T9" fmla="*/ 84 h 231"/>
                  <a:gd name="T10" fmla="*/ 70 w 117"/>
                  <a:gd name="T11" fmla="*/ 111 h 231"/>
                  <a:gd name="T12" fmla="*/ 79 w 117"/>
                  <a:gd name="T13" fmla="*/ 137 h 231"/>
                  <a:gd name="T14" fmla="*/ 92 w 117"/>
                  <a:gd name="T15" fmla="*/ 162 h 231"/>
                  <a:gd name="T16" fmla="*/ 104 w 117"/>
                  <a:gd name="T17" fmla="*/ 187 h 231"/>
                  <a:gd name="T18" fmla="*/ 117 w 117"/>
                  <a:gd name="T19" fmla="*/ 212 h 231"/>
                  <a:gd name="T20" fmla="*/ 92 w 117"/>
                  <a:gd name="T21" fmla="*/ 231 h 231"/>
                  <a:gd name="T22" fmla="*/ 78 w 117"/>
                  <a:gd name="T23" fmla="*/ 206 h 231"/>
                  <a:gd name="T24" fmla="*/ 64 w 117"/>
                  <a:gd name="T25" fmla="*/ 180 h 231"/>
                  <a:gd name="T26" fmla="*/ 52 w 117"/>
                  <a:gd name="T27" fmla="*/ 153 h 231"/>
                  <a:gd name="T28" fmla="*/ 40 w 117"/>
                  <a:gd name="T29" fmla="*/ 124 h 231"/>
                  <a:gd name="T30" fmla="*/ 29 w 117"/>
                  <a:gd name="T31" fmla="*/ 97 h 231"/>
                  <a:gd name="T32" fmla="*/ 18 w 117"/>
                  <a:gd name="T33" fmla="*/ 67 h 231"/>
                  <a:gd name="T34" fmla="*/ 9 w 117"/>
                  <a:gd name="T35" fmla="*/ 39 h 231"/>
                  <a:gd name="T36" fmla="*/ 0 w 117"/>
                  <a:gd name="T37" fmla="*/ 9 h 231"/>
                  <a:gd name="T38" fmla="*/ 31 w 117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7"/>
                  <a:gd name="T61" fmla="*/ 0 h 231"/>
                  <a:gd name="T62" fmla="*/ 117 w 117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7" h="231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49" y="57"/>
                    </a:lnTo>
                    <a:lnTo>
                      <a:pt x="58" y="84"/>
                    </a:lnTo>
                    <a:lnTo>
                      <a:pt x="70" y="111"/>
                    </a:lnTo>
                    <a:lnTo>
                      <a:pt x="79" y="137"/>
                    </a:lnTo>
                    <a:lnTo>
                      <a:pt x="92" y="162"/>
                    </a:lnTo>
                    <a:lnTo>
                      <a:pt x="104" y="187"/>
                    </a:lnTo>
                    <a:lnTo>
                      <a:pt x="117" y="212"/>
                    </a:lnTo>
                    <a:lnTo>
                      <a:pt x="92" y="231"/>
                    </a:lnTo>
                    <a:lnTo>
                      <a:pt x="78" y="206"/>
                    </a:lnTo>
                    <a:lnTo>
                      <a:pt x="64" y="180"/>
                    </a:lnTo>
                    <a:lnTo>
                      <a:pt x="52" y="153"/>
                    </a:lnTo>
                    <a:lnTo>
                      <a:pt x="40" y="124"/>
                    </a:lnTo>
                    <a:lnTo>
                      <a:pt x="29" y="97"/>
                    </a:lnTo>
                    <a:lnTo>
                      <a:pt x="18" y="67"/>
                    </a:lnTo>
                    <a:lnTo>
                      <a:pt x="9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8" name="Freeform 291"/>
              <p:cNvSpPr>
                <a:spLocks/>
              </p:cNvSpPr>
              <p:nvPr/>
            </p:nvSpPr>
            <p:spPr bwMode="auto">
              <a:xfrm>
                <a:off x="2123" y="2358"/>
                <a:ext cx="67" cy="207"/>
              </a:xfrm>
              <a:custGeom>
                <a:avLst/>
                <a:gdLst>
                  <a:gd name="T0" fmla="*/ 31 w 67"/>
                  <a:gd name="T1" fmla="*/ 4 h 207"/>
                  <a:gd name="T2" fmla="*/ 34 w 67"/>
                  <a:gd name="T3" fmla="*/ 27 h 207"/>
                  <a:gd name="T4" fmla="*/ 37 w 67"/>
                  <a:gd name="T5" fmla="*/ 51 h 207"/>
                  <a:gd name="T6" fmla="*/ 40 w 67"/>
                  <a:gd name="T7" fmla="*/ 77 h 207"/>
                  <a:gd name="T8" fmla="*/ 45 w 67"/>
                  <a:gd name="T9" fmla="*/ 101 h 207"/>
                  <a:gd name="T10" fmla="*/ 49 w 67"/>
                  <a:gd name="T11" fmla="*/ 125 h 207"/>
                  <a:gd name="T12" fmla="*/ 55 w 67"/>
                  <a:gd name="T13" fmla="*/ 150 h 207"/>
                  <a:gd name="T14" fmla="*/ 61 w 67"/>
                  <a:gd name="T15" fmla="*/ 175 h 207"/>
                  <a:gd name="T16" fmla="*/ 67 w 67"/>
                  <a:gd name="T17" fmla="*/ 199 h 207"/>
                  <a:gd name="T18" fmla="*/ 37 w 67"/>
                  <a:gd name="T19" fmla="*/ 207 h 207"/>
                  <a:gd name="T20" fmla="*/ 31 w 67"/>
                  <a:gd name="T21" fmla="*/ 180 h 207"/>
                  <a:gd name="T22" fmla="*/ 23 w 67"/>
                  <a:gd name="T23" fmla="*/ 153 h 207"/>
                  <a:gd name="T24" fmla="*/ 18 w 67"/>
                  <a:gd name="T25" fmla="*/ 128 h 207"/>
                  <a:gd name="T26" fmla="*/ 11 w 67"/>
                  <a:gd name="T27" fmla="*/ 102 h 207"/>
                  <a:gd name="T28" fmla="*/ 8 w 67"/>
                  <a:gd name="T29" fmla="*/ 77 h 207"/>
                  <a:gd name="T30" fmla="*/ 4 w 67"/>
                  <a:gd name="T31" fmla="*/ 51 h 207"/>
                  <a:gd name="T32" fmla="*/ 1 w 67"/>
                  <a:gd name="T33" fmla="*/ 24 h 207"/>
                  <a:gd name="T34" fmla="*/ 0 w 67"/>
                  <a:gd name="T35" fmla="*/ 0 h 207"/>
                  <a:gd name="T36" fmla="*/ 31 w 67"/>
                  <a:gd name="T37" fmla="*/ 4 h 2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7"/>
                  <a:gd name="T58" fmla="*/ 0 h 207"/>
                  <a:gd name="T59" fmla="*/ 67 w 67"/>
                  <a:gd name="T60" fmla="*/ 207 h 2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7" h="207">
                    <a:moveTo>
                      <a:pt x="31" y="4"/>
                    </a:moveTo>
                    <a:lnTo>
                      <a:pt x="34" y="27"/>
                    </a:lnTo>
                    <a:lnTo>
                      <a:pt x="37" y="51"/>
                    </a:lnTo>
                    <a:lnTo>
                      <a:pt x="40" y="77"/>
                    </a:lnTo>
                    <a:lnTo>
                      <a:pt x="45" y="101"/>
                    </a:lnTo>
                    <a:lnTo>
                      <a:pt x="49" y="125"/>
                    </a:lnTo>
                    <a:lnTo>
                      <a:pt x="55" y="150"/>
                    </a:lnTo>
                    <a:lnTo>
                      <a:pt x="61" y="175"/>
                    </a:lnTo>
                    <a:lnTo>
                      <a:pt x="67" y="199"/>
                    </a:lnTo>
                    <a:lnTo>
                      <a:pt x="37" y="207"/>
                    </a:lnTo>
                    <a:lnTo>
                      <a:pt x="31" y="180"/>
                    </a:lnTo>
                    <a:lnTo>
                      <a:pt x="23" y="153"/>
                    </a:lnTo>
                    <a:lnTo>
                      <a:pt x="18" y="128"/>
                    </a:lnTo>
                    <a:lnTo>
                      <a:pt x="11" y="102"/>
                    </a:lnTo>
                    <a:lnTo>
                      <a:pt x="8" y="77"/>
                    </a:lnTo>
                    <a:lnTo>
                      <a:pt x="4" y="51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49" name="Freeform 292"/>
              <p:cNvSpPr>
                <a:spLocks/>
              </p:cNvSpPr>
              <p:nvPr/>
            </p:nvSpPr>
            <p:spPr bwMode="auto">
              <a:xfrm>
                <a:off x="2118" y="2334"/>
                <a:ext cx="36" cy="27"/>
              </a:xfrm>
              <a:custGeom>
                <a:avLst/>
                <a:gdLst>
                  <a:gd name="T0" fmla="*/ 2 w 36"/>
                  <a:gd name="T1" fmla="*/ 23 h 27"/>
                  <a:gd name="T2" fmla="*/ 0 w 36"/>
                  <a:gd name="T3" fmla="*/ 0 h 27"/>
                  <a:gd name="T4" fmla="*/ 33 w 36"/>
                  <a:gd name="T5" fmla="*/ 4 h 27"/>
                  <a:gd name="T6" fmla="*/ 36 w 36"/>
                  <a:gd name="T7" fmla="*/ 27 h 27"/>
                  <a:gd name="T8" fmla="*/ 2 w 36"/>
                  <a:gd name="T9" fmla="*/ 2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2" y="23"/>
                    </a:moveTo>
                    <a:lnTo>
                      <a:pt x="0" y="0"/>
                    </a:lnTo>
                    <a:lnTo>
                      <a:pt x="33" y="4"/>
                    </a:lnTo>
                    <a:lnTo>
                      <a:pt x="36" y="27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0" name="Freeform 293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1" name="Freeform 294"/>
              <p:cNvSpPr>
                <a:spLocks/>
              </p:cNvSpPr>
              <p:nvPr/>
            </p:nvSpPr>
            <p:spPr bwMode="auto">
              <a:xfrm>
                <a:off x="2263" y="2666"/>
                <a:ext cx="40" cy="178"/>
              </a:xfrm>
              <a:custGeom>
                <a:avLst/>
                <a:gdLst>
                  <a:gd name="T0" fmla="*/ 36 w 40"/>
                  <a:gd name="T1" fmla="*/ 158 h 178"/>
                  <a:gd name="T2" fmla="*/ 28 w 40"/>
                  <a:gd name="T3" fmla="*/ 163 h 178"/>
                  <a:gd name="T4" fmla="*/ 0 w 40"/>
                  <a:gd name="T5" fmla="*/ 0 h 178"/>
                  <a:gd name="T6" fmla="*/ 8 w 40"/>
                  <a:gd name="T7" fmla="*/ 0 h 178"/>
                  <a:gd name="T8" fmla="*/ 38 w 40"/>
                  <a:gd name="T9" fmla="*/ 163 h 178"/>
                  <a:gd name="T10" fmla="*/ 32 w 40"/>
                  <a:gd name="T11" fmla="*/ 167 h 178"/>
                  <a:gd name="T12" fmla="*/ 38 w 40"/>
                  <a:gd name="T13" fmla="*/ 163 h 178"/>
                  <a:gd name="T14" fmla="*/ 40 w 40"/>
                  <a:gd name="T15" fmla="*/ 178 h 178"/>
                  <a:gd name="T16" fmla="*/ 32 w 40"/>
                  <a:gd name="T17" fmla="*/ 167 h 178"/>
                  <a:gd name="T18" fmla="*/ 36 w 40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78"/>
                  <a:gd name="T32" fmla="*/ 40 w 40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78">
                    <a:moveTo>
                      <a:pt x="36" y="158"/>
                    </a:moveTo>
                    <a:lnTo>
                      <a:pt x="28" y="163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8" y="163"/>
                    </a:lnTo>
                    <a:lnTo>
                      <a:pt x="32" y="167"/>
                    </a:lnTo>
                    <a:lnTo>
                      <a:pt x="38" y="163"/>
                    </a:lnTo>
                    <a:lnTo>
                      <a:pt x="40" y="178"/>
                    </a:lnTo>
                    <a:lnTo>
                      <a:pt x="32" y="167"/>
                    </a:lnTo>
                    <a:lnTo>
                      <a:pt x="36" y="15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2" name="Freeform 295"/>
              <p:cNvSpPr>
                <a:spLocks/>
              </p:cNvSpPr>
              <p:nvPr/>
            </p:nvSpPr>
            <p:spPr bwMode="auto">
              <a:xfrm>
                <a:off x="2184" y="2711"/>
                <a:ext cx="115" cy="120"/>
              </a:xfrm>
              <a:custGeom>
                <a:avLst/>
                <a:gdLst>
                  <a:gd name="T0" fmla="*/ 10 w 115"/>
                  <a:gd name="T1" fmla="*/ 12 h 120"/>
                  <a:gd name="T2" fmla="*/ 10 w 115"/>
                  <a:gd name="T3" fmla="*/ 1 h 120"/>
                  <a:gd name="T4" fmla="*/ 115 w 115"/>
                  <a:gd name="T5" fmla="*/ 112 h 120"/>
                  <a:gd name="T6" fmla="*/ 111 w 115"/>
                  <a:gd name="T7" fmla="*/ 120 h 120"/>
                  <a:gd name="T8" fmla="*/ 5 w 115"/>
                  <a:gd name="T9" fmla="*/ 9 h 120"/>
                  <a:gd name="T10" fmla="*/ 5 w 115"/>
                  <a:gd name="T11" fmla="*/ 0 h 120"/>
                  <a:gd name="T12" fmla="*/ 5 w 115"/>
                  <a:gd name="T13" fmla="*/ 9 h 120"/>
                  <a:gd name="T14" fmla="*/ 0 w 115"/>
                  <a:gd name="T15" fmla="*/ 3 h 120"/>
                  <a:gd name="T16" fmla="*/ 5 w 115"/>
                  <a:gd name="T17" fmla="*/ 0 h 120"/>
                  <a:gd name="T18" fmla="*/ 10 w 115"/>
                  <a:gd name="T19" fmla="*/ 1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0"/>
                  <a:gd name="T32" fmla="*/ 115 w 115"/>
                  <a:gd name="T33" fmla="*/ 120 h 1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0">
                    <a:moveTo>
                      <a:pt x="10" y="12"/>
                    </a:moveTo>
                    <a:lnTo>
                      <a:pt x="10" y="1"/>
                    </a:lnTo>
                    <a:lnTo>
                      <a:pt x="115" y="112"/>
                    </a:lnTo>
                    <a:lnTo>
                      <a:pt x="111" y="12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5" y="9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3" name="Freeform 296"/>
              <p:cNvSpPr>
                <a:spLocks/>
              </p:cNvSpPr>
              <p:nvPr/>
            </p:nvSpPr>
            <p:spPr bwMode="auto">
              <a:xfrm>
                <a:off x="2185" y="2657"/>
                <a:ext cx="84" cy="67"/>
              </a:xfrm>
              <a:custGeom>
                <a:avLst/>
                <a:gdLst>
                  <a:gd name="T0" fmla="*/ 75 w 84"/>
                  <a:gd name="T1" fmla="*/ 8 h 67"/>
                  <a:gd name="T2" fmla="*/ 82 w 84"/>
                  <a:gd name="T3" fmla="*/ 15 h 67"/>
                  <a:gd name="T4" fmla="*/ 5 w 84"/>
                  <a:gd name="T5" fmla="*/ 67 h 67"/>
                  <a:gd name="T6" fmla="*/ 0 w 84"/>
                  <a:gd name="T7" fmla="*/ 56 h 67"/>
                  <a:gd name="T8" fmla="*/ 75 w 84"/>
                  <a:gd name="T9" fmla="*/ 3 h 67"/>
                  <a:gd name="T10" fmla="*/ 84 w 84"/>
                  <a:gd name="T11" fmla="*/ 8 h 67"/>
                  <a:gd name="T12" fmla="*/ 75 w 84"/>
                  <a:gd name="T13" fmla="*/ 3 h 67"/>
                  <a:gd name="T14" fmla="*/ 82 w 84"/>
                  <a:gd name="T15" fmla="*/ 0 h 67"/>
                  <a:gd name="T16" fmla="*/ 84 w 84"/>
                  <a:gd name="T17" fmla="*/ 8 h 67"/>
                  <a:gd name="T18" fmla="*/ 75 w 84"/>
                  <a:gd name="T19" fmla="*/ 8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7"/>
                  <a:gd name="T32" fmla="*/ 84 w 84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7">
                    <a:moveTo>
                      <a:pt x="75" y="8"/>
                    </a:moveTo>
                    <a:lnTo>
                      <a:pt x="82" y="15"/>
                    </a:lnTo>
                    <a:lnTo>
                      <a:pt x="5" y="67"/>
                    </a:lnTo>
                    <a:lnTo>
                      <a:pt x="0" y="56"/>
                    </a:lnTo>
                    <a:lnTo>
                      <a:pt x="75" y="3"/>
                    </a:lnTo>
                    <a:lnTo>
                      <a:pt x="84" y="8"/>
                    </a:lnTo>
                    <a:lnTo>
                      <a:pt x="75" y="3"/>
                    </a:lnTo>
                    <a:lnTo>
                      <a:pt x="82" y="0"/>
                    </a:lnTo>
                    <a:lnTo>
                      <a:pt x="84" y="8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4" name="Freeform 297"/>
              <p:cNvSpPr>
                <a:spLocks/>
              </p:cNvSpPr>
              <p:nvPr/>
            </p:nvSpPr>
            <p:spPr bwMode="auto">
              <a:xfrm>
                <a:off x="2250" y="2758"/>
                <a:ext cx="30" cy="32"/>
              </a:xfrm>
              <a:custGeom>
                <a:avLst/>
                <a:gdLst>
                  <a:gd name="T0" fmla="*/ 20 w 30"/>
                  <a:gd name="T1" fmla="*/ 0 h 32"/>
                  <a:gd name="T2" fmla="*/ 30 w 30"/>
                  <a:gd name="T3" fmla="*/ 15 h 32"/>
                  <a:gd name="T4" fmla="*/ 9 w 30"/>
                  <a:gd name="T5" fmla="*/ 32 h 32"/>
                  <a:gd name="T6" fmla="*/ 0 w 30"/>
                  <a:gd name="T7" fmla="*/ 15 h 32"/>
                  <a:gd name="T8" fmla="*/ 20 w 30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2"/>
                  <a:gd name="T17" fmla="*/ 30 w 30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2">
                    <a:moveTo>
                      <a:pt x="20" y="0"/>
                    </a:moveTo>
                    <a:lnTo>
                      <a:pt x="30" y="15"/>
                    </a:lnTo>
                    <a:lnTo>
                      <a:pt x="9" y="32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5" name="Freeform 298"/>
              <p:cNvSpPr>
                <a:spLocks/>
              </p:cNvSpPr>
              <p:nvPr/>
            </p:nvSpPr>
            <p:spPr bwMode="auto">
              <a:xfrm>
                <a:off x="2157" y="2547"/>
                <a:ext cx="112" cy="229"/>
              </a:xfrm>
              <a:custGeom>
                <a:avLst/>
                <a:gdLst>
                  <a:gd name="T0" fmla="*/ 25 w 112"/>
                  <a:gd name="T1" fmla="*/ 0 h 229"/>
                  <a:gd name="T2" fmla="*/ 25 w 112"/>
                  <a:gd name="T3" fmla="*/ 0 h 229"/>
                  <a:gd name="T4" fmla="*/ 35 w 112"/>
                  <a:gd name="T5" fmla="*/ 27 h 229"/>
                  <a:gd name="T6" fmla="*/ 44 w 112"/>
                  <a:gd name="T7" fmla="*/ 56 h 229"/>
                  <a:gd name="T8" fmla="*/ 54 w 112"/>
                  <a:gd name="T9" fmla="*/ 84 h 229"/>
                  <a:gd name="T10" fmla="*/ 64 w 112"/>
                  <a:gd name="T11" fmla="*/ 111 h 229"/>
                  <a:gd name="T12" fmla="*/ 75 w 112"/>
                  <a:gd name="T13" fmla="*/ 136 h 229"/>
                  <a:gd name="T14" fmla="*/ 86 w 112"/>
                  <a:gd name="T15" fmla="*/ 162 h 229"/>
                  <a:gd name="T16" fmla="*/ 99 w 112"/>
                  <a:gd name="T17" fmla="*/ 188 h 229"/>
                  <a:gd name="T18" fmla="*/ 112 w 112"/>
                  <a:gd name="T19" fmla="*/ 212 h 229"/>
                  <a:gd name="T20" fmla="*/ 91 w 112"/>
                  <a:gd name="T21" fmla="*/ 229 h 229"/>
                  <a:gd name="T22" fmla="*/ 77 w 112"/>
                  <a:gd name="T23" fmla="*/ 204 h 229"/>
                  <a:gd name="T24" fmla="*/ 64 w 112"/>
                  <a:gd name="T25" fmla="*/ 176 h 229"/>
                  <a:gd name="T26" fmla="*/ 51 w 112"/>
                  <a:gd name="T27" fmla="*/ 150 h 229"/>
                  <a:gd name="T28" fmla="*/ 40 w 112"/>
                  <a:gd name="T29" fmla="*/ 120 h 229"/>
                  <a:gd name="T30" fmla="*/ 29 w 112"/>
                  <a:gd name="T31" fmla="*/ 94 h 229"/>
                  <a:gd name="T32" fmla="*/ 19 w 112"/>
                  <a:gd name="T33" fmla="*/ 65 h 229"/>
                  <a:gd name="T34" fmla="*/ 8 w 112"/>
                  <a:gd name="T35" fmla="*/ 36 h 229"/>
                  <a:gd name="T36" fmla="*/ 0 w 112"/>
                  <a:gd name="T37" fmla="*/ 6 h 229"/>
                  <a:gd name="T38" fmla="*/ 25 w 112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29"/>
                  <a:gd name="T62" fmla="*/ 112 w 112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29">
                    <a:moveTo>
                      <a:pt x="25" y="0"/>
                    </a:moveTo>
                    <a:lnTo>
                      <a:pt x="25" y="0"/>
                    </a:lnTo>
                    <a:lnTo>
                      <a:pt x="35" y="27"/>
                    </a:lnTo>
                    <a:lnTo>
                      <a:pt x="44" y="56"/>
                    </a:lnTo>
                    <a:lnTo>
                      <a:pt x="54" y="84"/>
                    </a:lnTo>
                    <a:lnTo>
                      <a:pt x="64" y="111"/>
                    </a:lnTo>
                    <a:lnTo>
                      <a:pt x="75" y="136"/>
                    </a:lnTo>
                    <a:lnTo>
                      <a:pt x="86" y="162"/>
                    </a:lnTo>
                    <a:lnTo>
                      <a:pt x="99" y="188"/>
                    </a:lnTo>
                    <a:lnTo>
                      <a:pt x="112" y="212"/>
                    </a:lnTo>
                    <a:lnTo>
                      <a:pt x="91" y="229"/>
                    </a:lnTo>
                    <a:lnTo>
                      <a:pt x="77" y="204"/>
                    </a:lnTo>
                    <a:lnTo>
                      <a:pt x="64" y="176"/>
                    </a:lnTo>
                    <a:lnTo>
                      <a:pt x="51" y="150"/>
                    </a:lnTo>
                    <a:lnTo>
                      <a:pt x="40" y="120"/>
                    </a:lnTo>
                    <a:lnTo>
                      <a:pt x="29" y="94"/>
                    </a:lnTo>
                    <a:lnTo>
                      <a:pt x="19" y="65"/>
                    </a:lnTo>
                    <a:lnTo>
                      <a:pt x="8" y="36"/>
                    </a:lnTo>
                    <a:lnTo>
                      <a:pt x="0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6" name="Freeform 299"/>
              <p:cNvSpPr>
                <a:spLocks/>
              </p:cNvSpPr>
              <p:nvPr/>
            </p:nvSpPr>
            <p:spPr bwMode="auto">
              <a:xfrm>
                <a:off x="2115" y="2345"/>
                <a:ext cx="63" cy="205"/>
              </a:xfrm>
              <a:custGeom>
                <a:avLst/>
                <a:gdLst>
                  <a:gd name="T0" fmla="*/ 28 w 63"/>
                  <a:gd name="T1" fmla="*/ 3 h 205"/>
                  <a:gd name="T2" fmla="*/ 31 w 63"/>
                  <a:gd name="T3" fmla="*/ 27 h 205"/>
                  <a:gd name="T4" fmla="*/ 33 w 63"/>
                  <a:gd name="T5" fmla="*/ 51 h 205"/>
                  <a:gd name="T6" fmla="*/ 36 w 63"/>
                  <a:gd name="T7" fmla="*/ 76 h 205"/>
                  <a:gd name="T8" fmla="*/ 41 w 63"/>
                  <a:gd name="T9" fmla="*/ 100 h 205"/>
                  <a:gd name="T10" fmla="*/ 46 w 63"/>
                  <a:gd name="T11" fmla="*/ 124 h 205"/>
                  <a:gd name="T12" fmla="*/ 50 w 63"/>
                  <a:gd name="T13" fmla="*/ 148 h 205"/>
                  <a:gd name="T14" fmla="*/ 57 w 63"/>
                  <a:gd name="T15" fmla="*/ 173 h 205"/>
                  <a:gd name="T16" fmla="*/ 63 w 63"/>
                  <a:gd name="T17" fmla="*/ 199 h 205"/>
                  <a:gd name="T18" fmla="*/ 39 w 63"/>
                  <a:gd name="T19" fmla="*/ 205 h 205"/>
                  <a:gd name="T20" fmla="*/ 30 w 63"/>
                  <a:gd name="T21" fmla="*/ 179 h 205"/>
                  <a:gd name="T22" fmla="*/ 25 w 63"/>
                  <a:gd name="T23" fmla="*/ 154 h 205"/>
                  <a:gd name="T24" fmla="*/ 18 w 63"/>
                  <a:gd name="T25" fmla="*/ 126 h 205"/>
                  <a:gd name="T26" fmla="*/ 14 w 63"/>
                  <a:gd name="T27" fmla="*/ 101 h 205"/>
                  <a:gd name="T28" fmla="*/ 9 w 63"/>
                  <a:gd name="T29" fmla="*/ 76 h 205"/>
                  <a:gd name="T30" fmla="*/ 4 w 63"/>
                  <a:gd name="T31" fmla="*/ 51 h 205"/>
                  <a:gd name="T32" fmla="*/ 2 w 63"/>
                  <a:gd name="T33" fmla="*/ 24 h 205"/>
                  <a:gd name="T34" fmla="*/ 0 w 63"/>
                  <a:gd name="T35" fmla="*/ 0 h 205"/>
                  <a:gd name="T36" fmla="*/ 28 w 63"/>
                  <a:gd name="T37" fmla="*/ 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3"/>
                  <a:gd name="T58" fmla="*/ 0 h 205"/>
                  <a:gd name="T59" fmla="*/ 63 w 6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3" h="205">
                    <a:moveTo>
                      <a:pt x="28" y="3"/>
                    </a:moveTo>
                    <a:lnTo>
                      <a:pt x="31" y="27"/>
                    </a:lnTo>
                    <a:lnTo>
                      <a:pt x="33" y="51"/>
                    </a:lnTo>
                    <a:lnTo>
                      <a:pt x="36" y="76"/>
                    </a:lnTo>
                    <a:lnTo>
                      <a:pt x="41" y="100"/>
                    </a:lnTo>
                    <a:lnTo>
                      <a:pt x="46" y="124"/>
                    </a:lnTo>
                    <a:lnTo>
                      <a:pt x="50" y="148"/>
                    </a:lnTo>
                    <a:lnTo>
                      <a:pt x="57" y="173"/>
                    </a:lnTo>
                    <a:lnTo>
                      <a:pt x="63" y="199"/>
                    </a:lnTo>
                    <a:lnTo>
                      <a:pt x="39" y="205"/>
                    </a:lnTo>
                    <a:lnTo>
                      <a:pt x="30" y="179"/>
                    </a:lnTo>
                    <a:lnTo>
                      <a:pt x="25" y="154"/>
                    </a:lnTo>
                    <a:lnTo>
                      <a:pt x="18" y="126"/>
                    </a:lnTo>
                    <a:lnTo>
                      <a:pt x="14" y="101"/>
                    </a:lnTo>
                    <a:lnTo>
                      <a:pt x="9" y="76"/>
                    </a:lnTo>
                    <a:lnTo>
                      <a:pt x="4" y="51"/>
                    </a:lnTo>
                    <a:lnTo>
                      <a:pt x="2" y="24"/>
                    </a:lnTo>
                    <a:lnTo>
                      <a:pt x="0" y="0"/>
                    </a:lnTo>
                    <a:lnTo>
                      <a:pt x="28" y="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7" name="Freeform 300"/>
              <p:cNvSpPr>
                <a:spLocks/>
              </p:cNvSpPr>
              <p:nvPr/>
            </p:nvSpPr>
            <p:spPr bwMode="auto">
              <a:xfrm>
                <a:off x="2111" y="2328"/>
                <a:ext cx="30" cy="21"/>
              </a:xfrm>
              <a:custGeom>
                <a:avLst/>
                <a:gdLst>
                  <a:gd name="T0" fmla="*/ 1 w 30"/>
                  <a:gd name="T1" fmla="*/ 18 h 21"/>
                  <a:gd name="T2" fmla="*/ 0 w 30"/>
                  <a:gd name="T3" fmla="*/ 0 h 21"/>
                  <a:gd name="T4" fmla="*/ 29 w 30"/>
                  <a:gd name="T5" fmla="*/ 3 h 21"/>
                  <a:gd name="T6" fmla="*/ 30 w 30"/>
                  <a:gd name="T7" fmla="*/ 21 h 21"/>
                  <a:gd name="T8" fmla="*/ 1 w 30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1" y="18"/>
                    </a:moveTo>
                    <a:lnTo>
                      <a:pt x="0" y="0"/>
                    </a:lnTo>
                    <a:lnTo>
                      <a:pt x="29" y="3"/>
                    </a:lnTo>
                    <a:lnTo>
                      <a:pt x="30" y="21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8" name="Freeform 301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59" name="Freeform 302"/>
              <p:cNvSpPr>
                <a:spLocks/>
              </p:cNvSpPr>
              <p:nvPr/>
            </p:nvSpPr>
            <p:spPr bwMode="auto">
              <a:xfrm>
                <a:off x="2274" y="2698"/>
                <a:ext cx="56" cy="186"/>
              </a:xfrm>
              <a:custGeom>
                <a:avLst/>
                <a:gdLst>
                  <a:gd name="T0" fmla="*/ 47 w 56"/>
                  <a:gd name="T1" fmla="*/ 156 h 186"/>
                  <a:gd name="T2" fmla="*/ 36 w 56"/>
                  <a:gd name="T3" fmla="*/ 165 h 186"/>
                  <a:gd name="T4" fmla="*/ 0 w 56"/>
                  <a:gd name="T5" fmla="*/ 3 h 186"/>
                  <a:gd name="T6" fmla="*/ 15 w 56"/>
                  <a:gd name="T7" fmla="*/ 0 h 186"/>
                  <a:gd name="T8" fmla="*/ 51 w 56"/>
                  <a:gd name="T9" fmla="*/ 163 h 186"/>
                  <a:gd name="T10" fmla="*/ 40 w 56"/>
                  <a:gd name="T11" fmla="*/ 170 h 186"/>
                  <a:gd name="T12" fmla="*/ 51 w 56"/>
                  <a:gd name="T13" fmla="*/ 163 h 186"/>
                  <a:gd name="T14" fmla="*/ 56 w 56"/>
                  <a:gd name="T15" fmla="*/ 186 h 186"/>
                  <a:gd name="T16" fmla="*/ 40 w 56"/>
                  <a:gd name="T17" fmla="*/ 170 h 186"/>
                  <a:gd name="T18" fmla="*/ 47 w 56"/>
                  <a:gd name="T19" fmla="*/ 156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6"/>
                  <a:gd name="T31" fmla="*/ 0 h 186"/>
                  <a:gd name="T32" fmla="*/ 56 w 56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6" h="186">
                    <a:moveTo>
                      <a:pt x="47" y="156"/>
                    </a:moveTo>
                    <a:lnTo>
                      <a:pt x="36" y="165"/>
                    </a:lnTo>
                    <a:lnTo>
                      <a:pt x="0" y="3"/>
                    </a:lnTo>
                    <a:lnTo>
                      <a:pt x="15" y="0"/>
                    </a:lnTo>
                    <a:lnTo>
                      <a:pt x="51" y="163"/>
                    </a:lnTo>
                    <a:lnTo>
                      <a:pt x="40" y="170"/>
                    </a:lnTo>
                    <a:lnTo>
                      <a:pt x="51" y="163"/>
                    </a:lnTo>
                    <a:lnTo>
                      <a:pt x="56" y="186"/>
                    </a:lnTo>
                    <a:lnTo>
                      <a:pt x="40" y="170"/>
                    </a:lnTo>
                    <a:lnTo>
                      <a:pt x="47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0" name="Freeform 303"/>
              <p:cNvSpPr>
                <a:spLocks/>
              </p:cNvSpPr>
              <p:nvPr/>
            </p:nvSpPr>
            <p:spPr bwMode="auto">
              <a:xfrm>
                <a:off x="2196" y="2749"/>
                <a:ext cx="124" cy="119"/>
              </a:xfrm>
              <a:custGeom>
                <a:avLst/>
                <a:gdLst>
                  <a:gd name="T0" fmla="*/ 19 w 124"/>
                  <a:gd name="T1" fmla="*/ 17 h 119"/>
                  <a:gd name="T2" fmla="*/ 17 w 124"/>
                  <a:gd name="T3" fmla="*/ 1 h 119"/>
                  <a:gd name="T4" fmla="*/ 124 w 124"/>
                  <a:gd name="T5" fmla="*/ 103 h 119"/>
                  <a:gd name="T6" fmla="*/ 118 w 124"/>
                  <a:gd name="T7" fmla="*/ 119 h 119"/>
                  <a:gd name="T8" fmla="*/ 11 w 124"/>
                  <a:gd name="T9" fmla="*/ 16 h 119"/>
                  <a:gd name="T10" fmla="*/ 9 w 124"/>
                  <a:gd name="T11" fmla="*/ 0 h 119"/>
                  <a:gd name="T12" fmla="*/ 11 w 124"/>
                  <a:gd name="T13" fmla="*/ 16 h 119"/>
                  <a:gd name="T14" fmla="*/ 0 w 124"/>
                  <a:gd name="T15" fmla="*/ 6 h 119"/>
                  <a:gd name="T16" fmla="*/ 9 w 124"/>
                  <a:gd name="T17" fmla="*/ 0 h 119"/>
                  <a:gd name="T18" fmla="*/ 19 w 124"/>
                  <a:gd name="T19" fmla="*/ 17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119"/>
                  <a:gd name="T32" fmla="*/ 124 w 124"/>
                  <a:gd name="T33" fmla="*/ 119 h 1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119">
                    <a:moveTo>
                      <a:pt x="19" y="17"/>
                    </a:moveTo>
                    <a:lnTo>
                      <a:pt x="17" y="1"/>
                    </a:lnTo>
                    <a:lnTo>
                      <a:pt x="124" y="103"/>
                    </a:lnTo>
                    <a:lnTo>
                      <a:pt x="118" y="119"/>
                    </a:lnTo>
                    <a:lnTo>
                      <a:pt x="11" y="16"/>
                    </a:lnTo>
                    <a:lnTo>
                      <a:pt x="9" y="0"/>
                    </a:lnTo>
                    <a:lnTo>
                      <a:pt x="11" y="16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1" name="Freeform 304"/>
              <p:cNvSpPr>
                <a:spLocks/>
              </p:cNvSpPr>
              <p:nvPr/>
            </p:nvSpPr>
            <p:spPr bwMode="auto">
              <a:xfrm>
                <a:off x="2204" y="2683"/>
                <a:ext cx="84" cy="82"/>
              </a:xfrm>
              <a:custGeom>
                <a:avLst/>
                <a:gdLst>
                  <a:gd name="T0" fmla="*/ 70 w 84"/>
                  <a:gd name="T1" fmla="*/ 18 h 82"/>
                  <a:gd name="T2" fmla="*/ 82 w 84"/>
                  <a:gd name="T3" fmla="*/ 24 h 82"/>
                  <a:gd name="T4" fmla="*/ 8 w 84"/>
                  <a:gd name="T5" fmla="*/ 82 h 82"/>
                  <a:gd name="T6" fmla="*/ 0 w 84"/>
                  <a:gd name="T7" fmla="*/ 65 h 82"/>
                  <a:gd name="T8" fmla="*/ 72 w 84"/>
                  <a:gd name="T9" fmla="*/ 7 h 82"/>
                  <a:gd name="T10" fmla="*/ 84 w 84"/>
                  <a:gd name="T11" fmla="*/ 15 h 82"/>
                  <a:gd name="T12" fmla="*/ 72 w 84"/>
                  <a:gd name="T13" fmla="*/ 7 h 82"/>
                  <a:gd name="T14" fmla="*/ 81 w 84"/>
                  <a:gd name="T15" fmla="*/ 0 h 82"/>
                  <a:gd name="T16" fmla="*/ 84 w 84"/>
                  <a:gd name="T17" fmla="*/ 15 h 82"/>
                  <a:gd name="T18" fmla="*/ 70 w 84"/>
                  <a:gd name="T19" fmla="*/ 18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82"/>
                  <a:gd name="T32" fmla="*/ 84 w 84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82">
                    <a:moveTo>
                      <a:pt x="70" y="18"/>
                    </a:moveTo>
                    <a:lnTo>
                      <a:pt x="82" y="24"/>
                    </a:lnTo>
                    <a:lnTo>
                      <a:pt x="8" y="82"/>
                    </a:lnTo>
                    <a:lnTo>
                      <a:pt x="0" y="65"/>
                    </a:lnTo>
                    <a:lnTo>
                      <a:pt x="72" y="7"/>
                    </a:lnTo>
                    <a:lnTo>
                      <a:pt x="84" y="15"/>
                    </a:lnTo>
                    <a:lnTo>
                      <a:pt x="72" y="7"/>
                    </a:lnTo>
                    <a:lnTo>
                      <a:pt x="81" y="0"/>
                    </a:lnTo>
                    <a:lnTo>
                      <a:pt x="84" y="15"/>
                    </a:lnTo>
                    <a:lnTo>
                      <a:pt x="70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2" name="Freeform 305"/>
              <p:cNvSpPr>
                <a:spLocks/>
              </p:cNvSpPr>
              <p:nvPr/>
            </p:nvSpPr>
            <p:spPr bwMode="auto">
              <a:xfrm>
                <a:off x="2278" y="2803"/>
                <a:ext cx="35" cy="42"/>
              </a:xfrm>
              <a:custGeom>
                <a:avLst/>
                <a:gdLst>
                  <a:gd name="T0" fmla="*/ 24 w 35"/>
                  <a:gd name="T1" fmla="*/ 0 h 42"/>
                  <a:gd name="T2" fmla="*/ 35 w 35"/>
                  <a:gd name="T3" fmla="*/ 19 h 42"/>
                  <a:gd name="T4" fmla="*/ 10 w 35"/>
                  <a:gd name="T5" fmla="*/ 42 h 42"/>
                  <a:gd name="T6" fmla="*/ 0 w 35"/>
                  <a:gd name="T7" fmla="*/ 23 h 42"/>
                  <a:gd name="T8" fmla="*/ 24 w 35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24" y="0"/>
                    </a:moveTo>
                    <a:lnTo>
                      <a:pt x="35" y="19"/>
                    </a:lnTo>
                    <a:lnTo>
                      <a:pt x="10" y="42"/>
                    </a:lnTo>
                    <a:lnTo>
                      <a:pt x="0" y="2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3" name="Freeform 306"/>
              <p:cNvSpPr>
                <a:spLocks/>
              </p:cNvSpPr>
              <p:nvPr/>
            </p:nvSpPr>
            <p:spPr bwMode="auto">
              <a:xfrm>
                <a:off x="2173" y="2593"/>
                <a:ext cx="125" cy="229"/>
              </a:xfrm>
              <a:custGeom>
                <a:avLst/>
                <a:gdLst>
                  <a:gd name="T0" fmla="*/ 31 w 125"/>
                  <a:gd name="T1" fmla="*/ 0 h 229"/>
                  <a:gd name="T2" fmla="*/ 31 w 125"/>
                  <a:gd name="T3" fmla="*/ 0 h 229"/>
                  <a:gd name="T4" fmla="*/ 40 w 125"/>
                  <a:gd name="T5" fmla="*/ 27 h 229"/>
                  <a:gd name="T6" fmla="*/ 51 w 125"/>
                  <a:gd name="T7" fmla="*/ 56 h 229"/>
                  <a:gd name="T8" fmla="*/ 61 w 125"/>
                  <a:gd name="T9" fmla="*/ 82 h 229"/>
                  <a:gd name="T10" fmla="*/ 73 w 125"/>
                  <a:gd name="T11" fmla="*/ 109 h 229"/>
                  <a:gd name="T12" fmla="*/ 85 w 125"/>
                  <a:gd name="T13" fmla="*/ 134 h 229"/>
                  <a:gd name="T14" fmla="*/ 97 w 125"/>
                  <a:gd name="T15" fmla="*/ 159 h 229"/>
                  <a:gd name="T16" fmla="*/ 111 w 125"/>
                  <a:gd name="T17" fmla="*/ 184 h 229"/>
                  <a:gd name="T18" fmla="*/ 125 w 125"/>
                  <a:gd name="T19" fmla="*/ 208 h 229"/>
                  <a:gd name="T20" fmla="*/ 99 w 125"/>
                  <a:gd name="T21" fmla="*/ 229 h 229"/>
                  <a:gd name="T22" fmla="*/ 85 w 125"/>
                  <a:gd name="T23" fmla="*/ 205 h 229"/>
                  <a:gd name="T24" fmla="*/ 71 w 125"/>
                  <a:gd name="T25" fmla="*/ 178 h 229"/>
                  <a:gd name="T26" fmla="*/ 58 w 125"/>
                  <a:gd name="T27" fmla="*/ 151 h 229"/>
                  <a:gd name="T28" fmla="*/ 45 w 125"/>
                  <a:gd name="T29" fmla="*/ 125 h 229"/>
                  <a:gd name="T30" fmla="*/ 33 w 125"/>
                  <a:gd name="T31" fmla="*/ 97 h 229"/>
                  <a:gd name="T32" fmla="*/ 20 w 125"/>
                  <a:gd name="T33" fmla="*/ 68 h 229"/>
                  <a:gd name="T34" fmla="*/ 11 w 125"/>
                  <a:gd name="T35" fmla="*/ 39 h 229"/>
                  <a:gd name="T36" fmla="*/ 0 w 125"/>
                  <a:gd name="T37" fmla="*/ 9 h 229"/>
                  <a:gd name="T38" fmla="*/ 31 w 125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9"/>
                  <a:gd name="T62" fmla="*/ 125 w 125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9">
                    <a:moveTo>
                      <a:pt x="31" y="0"/>
                    </a:moveTo>
                    <a:lnTo>
                      <a:pt x="31" y="0"/>
                    </a:lnTo>
                    <a:lnTo>
                      <a:pt x="40" y="27"/>
                    </a:lnTo>
                    <a:lnTo>
                      <a:pt x="51" y="56"/>
                    </a:lnTo>
                    <a:lnTo>
                      <a:pt x="61" y="82"/>
                    </a:lnTo>
                    <a:lnTo>
                      <a:pt x="73" y="109"/>
                    </a:lnTo>
                    <a:lnTo>
                      <a:pt x="85" y="134"/>
                    </a:lnTo>
                    <a:lnTo>
                      <a:pt x="97" y="159"/>
                    </a:lnTo>
                    <a:lnTo>
                      <a:pt x="111" y="184"/>
                    </a:lnTo>
                    <a:lnTo>
                      <a:pt x="125" y="208"/>
                    </a:lnTo>
                    <a:lnTo>
                      <a:pt x="99" y="229"/>
                    </a:lnTo>
                    <a:lnTo>
                      <a:pt x="85" y="205"/>
                    </a:lnTo>
                    <a:lnTo>
                      <a:pt x="71" y="178"/>
                    </a:lnTo>
                    <a:lnTo>
                      <a:pt x="58" y="151"/>
                    </a:lnTo>
                    <a:lnTo>
                      <a:pt x="45" y="125"/>
                    </a:lnTo>
                    <a:lnTo>
                      <a:pt x="33" y="97"/>
                    </a:lnTo>
                    <a:lnTo>
                      <a:pt x="20" y="68"/>
                    </a:lnTo>
                    <a:lnTo>
                      <a:pt x="11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4" name="Freeform 307"/>
              <p:cNvSpPr>
                <a:spLocks/>
              </p:cNvSpPr>
              <p:nvPr/>
            </p:nvSpPr>
            <p:spPr bwMode="auto">
              <a:xfrm>
                <a:off x="2126" y="2396"/>
                <a:ext cx="76" cy="206"/>
              </a:xfrm>
              <a:custGeom>
                <a:avLst/>
                <a:gdLst>
                  <a:gd name="T0" fmla="*/ 33 w 76"/>
                  <a:gd name="T1" fmla="*/ 2 h 206"/>
                  <a:gd name="T2" fmla="*/ 36 w 76"/>
                  <a:gd name="T3" fmla="*/ 26 h 206"/>
                  <a:gd name="T4" fmla="*/ 39 w 76"/>
                  <a:gd name="T5" fmla="*/ 50 h 206"/>
                  <a:gd name="T6" fmla="*/ 44 w 76"/>
                  <a:gd name="T7" fmla="*/ 75 h 206"/>
                  <a:gd name="T8" fmla="*/ 48 w 76"/>
                  <a:gd name="T9" fmla="*/ 98 h 206"/>
                  <a:gd name="T10" fmla="*/ 54 w 76"/>
                  <a:gd name="T11" fmla="*/ 122 h 206"/>
                  <a:gd name="T12" fmla="*/ 61 w 76"/>
                  <a:gd name="T13" fmla="*/ 146 h 206"/>
                  <a:gd name="T14" fmla="*/ 67 w 76"/>
                  <a:gd name="T15" fmla="*/ 172 h 206"/>
                  <a:gd name="T16" fmla="*/ 76 w 76"/>
                  <a:gd name="T17" fmla="*/ 197 h 206"/>
                  <a:gd name="T18" fmla="*/ 45 w 76"/>
                  <a:gd name="T19" fmla="*/ 206 h 206"/>
                  <a:gd name="T20" fmla="*/ 37 w 76"/>
                  <a:gd name="T21" fmla="*/ 181 h 206"/>
                  <a:gd name="T22" fmla="*/ 31 w 76"/>
                  <a:gd name="T23" fmla="*/ 155 h 206"/>
                  <a:gd name="T24" fmla="*/ 23 w 76"/>
                  <a:gd name="T25" fmla="*/ 128 h 206"/>
                  <a:gd name="T26" fmla="*/ 18 w 76"/>
                  <a:gd name="T27" fmla="*/ 102 h 206"/>
                  <a:gd name="T28" fmla="*/ 13 w 76"/>
                  <a:gd name="T29" fmla="*/ 77 h 206"/>
                  <a:gd name="T30" fmla="*/ 8 w 76"/>
                  <a:gd name="T31" fmla="*/ 50 h 206"/>
                  <a:gd name="T32" fmla="*/ 3 w 76"/>
                  <a:gd name="T33" fmla="*/ 25 h 206"/>
                  <a:gd name="T34" fmla="*/ 0 w 76"/>
                  <a:gd name="T35" fmla="*/ 0 h 206"/>
                  <a:gd name="T36" fmla="*/ 33 w 76"/>
                  <a:gd name="T37" fmla="*/ 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206"/>
                  <a:gd name="T59" fmla="*/ 76 w 76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206">
                    <a:moveTo>
                      <a:pt x="33" y="2"/>
                    </a:moveTo>
                    <a:lnTo>
                      <a:pt x="36" y="26"/>
                    </a:lnTo>
                    <a:lnTo>
                      <a:pt x="39" y="50"/>
                    </a:lnTo>
                    <a:lnTo>
                      <a:pt x="44" y="75"/>
                    </a:lnTo>
                    <a:lnTo>
                      <a:pt x="48" y="98"/>
                    </a:lnTo>
                    <a:lnTo>
                      <a:pt x="54" y="122"/>
                    </a:lnTo>
                    <a:lnTo>
                      <a:pt x="61" y="146"/>
                    </a:lnTo>
                    <a:lnTo>
                      <a:pt x="67" y="172"/>
                    </a:lnTo>
                    <a:lnTo>
                      <a:pt x="76" y="197"/>
                    </a:lnTo>
                    <a:lnTo>
                      <a:pt x="45" y="206"/>
                    </a:lnTo>
                    <a:lnTo>
                      <a:pt x="37" y="181"/>
                    </a:lnTo>
                    <a:lnTo>
                      <a:pt x="31" y="155"/>
                    </a:lnTo>
                    <a:lnTo>
                      <a:pt x="23" y="128"/>
                    </a:lnTo>
                    <a:lnTo>
                      <a:pt x="18" y="102"/>
                    </a:lnTo>
                    <a:lnTo>
                      <a:pt x="13" y="77"/>
                    </a:lnTo>
                    <a:lnTo>
                      <a:pt x="8" y="50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5" name="Freeform 308"/>
              <p:cNvSpPr>
                <a:spLocks/>
              </p:cNvSpPr>
              <p:nvPr/>
            </p:nvSpPr>
            <p:spPr bwMode="auto">
              <a:xfrm>
                <a:off x="2120" y="2373"/>
                <a:ext cx="34" cy="24"/>
              </a:xfrm>
              <a:custGeom>
                <a:avLst/>
                <a:gdLst>
                  <a:gd name="T0" fmla="*/ 3 w 34"/>
                  <a:gd name="T1" fmla="*/ 22 h 24"/>
                  <a:gd name="T2" fmla="*/ 0 w 34"/>
                  <a:gd name="T3" fmla="*/ 0 h 24"/>
                  <a:gd name="T4" fmla="*/ 31 w 34"/>
                  <a:gd name="T5" fmla="*/ 2 h 24"/>
                  <a:gd name="T6" fmla="*/ 34 w 34"/>
                  <a:gd name="T7" fmla="*/ 24 h 24"/>
                  <a:gd name="T8" fmla="*/ 3 w 34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4"/>
                  <a:gd name="T17" fmla="*/ 34 w 34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4">
                    <a:moveTo>
                      <a:pt x="3" y="22"/>
                    </a:moveTo>
                    <a:lnTo>
                      <a:pt x="0" y="0"/>
                    </a:lnTo>
                    <a:lnTo>
                      <a:pt x="31" y="2"/>
                    </a:lnTo>
                    <a:lnTo>
                      <a:pt x="34" y="24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6" name="Freeform 309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7" name="Freeform 310"/>
              <p:cNvSpPr>
                <a:spLocks/>
              </p:cNvSpPr>
              <p:nvPr/>
            </p:nvSpPr>
            <p:spPr bwMode="auto">
              <a:xfrm>
                <a:off x="2278" y="2698"/>
                <a:ext cx="47" cy="176"/>
              </a:xfrm>
              <a:custGeom>
                <a:avLst/>
                <a:gdLst>
                  <a:gd name="T0" fmla="*/ 42 w 47"/>
                  <a:gd name="T1" fmla="*/ 156 h 176"/>
                  <a:gd name="T2" fmla="*/ 35 w 47"/>
                  <a:gd name="T3" fmla="*/ 163 h 176"/>
                  <a:gd name="T4" fmla="*/ 0 w 47"/>
                  <a:gd name="T5" fmla="*/ 1 h 176"/>
                  <a:gd name="T6" fmla="*/ 8 w 47"/>
                  <a:gd name="T7" fmla="*/ 0 h 176"/>
                  <a:gd name="T8" fmla="*/ 44 w 47"/>
                  <a:gd name="T9" fmla="*/ 161 h 176"/>
                  <a:gd name="T10" fmla="*/ 37 w 47"/>
                  <a:gd name="T11" fmla="*/ 167 h 176"/>
                  <a:gd name="T12" fmla="*/ 44 w 47"/>
                  <a:gd name="T13" fmla="*/ 161 h 176"/>
                  <a:gd name="T14" fmla="*/ 47 w 47"/>
                  <a:gd name="T15" fmla="*/ 176 h 176"/>
                  <a:gd name="T16" fmla="*/ 37 w 47"/>
                  <a:gd name="T17" fmla="*/ 167 h 176"/>
                  <a:gd name="T18" fmla="*/ 42 w 47"/>
                  <a:gd name="T19" fmla="*/ 156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176"/>
                  <a:gd name="T32" fmla="*/ 47 w 47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176">
                    <a:moveTo>
                      <a:pt x="42" y="156"/>
                    </a:moveTo>
                    <a:lnTo>
                      <a:pt x="35" y="163"/>
                    </a:lnTo>
                    <a:lnTo>
                      <a:pt x="0" y="1"/>
                    </a:lnTo>
                    <a:lnTo>
                      <a:pt x="8" y="0"/>
                    </a:lnTo>
                    <a:lnTo>
                      <a:pt x="44" y="161"/>
                    </a:lnTo>
                    <a:lnTo>
                      <a:pt x="37" y="167"/>
                    </a:lnTo>
                    <a:lnTo>
                      <a:pt x="44" y="161"/>
                    </a:lnTo>
                    <a:lnTo>
                      <a:pt x="47" y="176"/>
                    </a:lnTo>
                    <a:lnTo>
                      <a:pt x="37" y="167"/>
                    </a:lnTo>
                    <a:lnTo>
                      <a:pt x="42" y="15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8" name="Freeform 311"/>
              <p:cNvSpPr>
                <a:spLocks/>
              </p:cNvSpPr>
              <p:nvPr/>
            </p:nvSpPr>
            <p:spPr bwMode="auto">
              <a:xfrm>
                <a:off x="2201" y="2750"/>
                <a:ext cx="118" cy="114"/>
              </a:xfrm>
              <a:custGeom>
                <a:avLst/>
                <a:gdLst>
                  <a:gd name="T0" fmla="*/ 10 w 118"/>
                  <a:gd name="T1" fmla="*/ 10 h 114"/>
                  <a:gd name="T2" fmla="*/ 10 w 118"/>
                  <a:gd name="T3" fmla="*/ 0 h 114"/>
                  <a:gd name="T4" fmla="*/ 118 w 118"/>
                  <a:gd name="T5" fmla="*/ 104 h 114"/>
                  <a:gd name="T6" fmla="*/ 114 w 118"/>
                  <a:gd name="T7" fmla="*/ 114 h 114"/>
                  <a:gd name="T8" fmla="*/ 5 w 118"/>
                  <a:gd name="T9" fmla="*/ 8 h 114"/>
                  <a:gd name="T10" fmla="*/ 5 w 118"/>
                  <a:gd name="T11" fmla="*/ 0 h 114"/>
                  <a:gd name="T12" fmla="*/ 5 w 118"/>
                  <a:gd name="T13" fmla="*/ 8 h 114"/>
                  <a:gd name="T14" fmla="*/ 0 w 118"/>
                  <a:gd name="T15" fmla="*/ 3 h 114"/>
                  <a:gd name="T16" fmla="*/ 5 w 118"/>
                  <a:gd name="T17" fmla="*/ 0 h 114"/>
                  <a:gd name="T18" fmla="*/ 10 w 118"/>
                  <a:gd name="T19" fmla="*/ 10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"/>
                  <a:gd name="T31" fmla="*/ 0 h 114"/>
                  <a:gd name="T32" fmla="*/ 118 w 118"/>
                  <a:gd name="T33" fmla="*/ 114 h 1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" h="114">
                    <a:moveTo>
                      <a:pt x="10" y="10"/>
                    </a:moveTo>
                    <a:lnTo>
                      <a:pt x="10" y="0"/>
                    </a:lnTo>
                    <a:lnTo>
                      <a:pt x="118" y="104"/>
                    </a:lnTo>
                    <a:lnTo>
                      <a:pt x="114" y="114"/>
                    </a:lnTo>
                    <a:lnTo>
                      <a:pt x="5" y="8"/>
                    </a:lnTo>
                    <a:lnTo>
                      <a:pt x="5" y="0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69" name="Freeform 312"/>
              <p:cNvSpPr>
                <a:spLocks/>
              </p:cNvSpPr>
              <p:nvPr/>
            </p:nvSpPr>
            <p:spPr bwMode="auto">
              <a:xfrm>
                <a:off x="2205" y="2688"/>
                <a:ext cx="80" cy="75"/>
              </a:xfrm>
              <a:custGeom>
                <a:avLst/>
                <a:gdLst>
                  <a:gd name="T0" fmla="*/ 71 w 80"/>
                  <a:gd name="T1" fmla="*/ 10 h 75"/>
                  <a:gd name="T2" fmla="*/ 79 w 80"/>
                  <a:gd name="T3" fmla="*/ 16 h 75"/>
                  <a:gd name="T4" fmla="*/ 6 w 80"/>
                  <a:gd name="T5" fmla="*/ 75 h 75"/>
                  <a:gd name="T6" fmla="*/ 0 w 80"/>
                  <a:gd name="T7" fmla="*/ 64 h 75"/>
                  <a:gd name="T8" fmla="*/ 74 w 80"/>
                  <a:gd name="T9" fmla="*/ 4 h 75"/>
                  <a:gd name="T10" fmla="*/ 80 w 80"/>
                  <a:gd name="T11" fmla="*/ 8 h 75"/>
                  <a:gd name="T12" fmla="*/ 74 w 80"/>
                  <a:gd name="T13" fmla="*/ 4 h 75"/>
                  <a:gd name="T14" fmla="*/ 78 w 80"/>
                  <a:gd name="T15" fmla="*/ 0 h 75"/>
                  <a:gd name="T16" fmla="*/ 80 w 80"/>
                  <a:gd name="T17" fmla="*/ 8 h 75"/>
                  <a:gd name="T18" fmla="*/ 71 w 80"/>
                  <a:gd name="T19" fmla="*/ 1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75"/>
                  <a:gd name="T32" fmla="*/ 80 w 80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75">
                    <a:moveTo>
                      <a:pt x="71" y="10"/>
                    </a:moveTo>
                    <a:lnTo>
                      <a:pt x="79" y="16"/>
                    </a:lnTo>
                    <a:lnTo>
                      <a:pt x="6" y="75"/>
                    </a:lnTo>
                    <a:lnTo>
                      <a:pt x="0" y="64"/>
                    </a:lnTo>
                    <a:lnTo>
                      <a:pt x="74" y="4"/>
                    </a:lnTo>
                    <a:lnTo>
                      <a:pt x="80" y="8"/>
                    </a:lnTo>
                    <a:lnTo>
                      <a:pt x="74" y="4"/>
                    </a:lnTo>
                    <a:lnTo>
                      <a:pt x="78" y="0"/>
                    </a:lnTo>
                    <a:lnTo>
                      <a:pt x="80" y="8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0" name="Freeform 313"/>
              <p:cNvSpPr>
                <a:spLocks/>
              </p:cNvSpPr>
              <p:nvPr/>
            </p:nvSpPr>
            <p:spPr bwMode="auto">
              <a:xfrm>
                <a:off x="2280" y="2806"/>
                <a:ext cx="27" cy="35"/>
              </a:xfrm>
              <a:custGeom>
                <a:avLst/>
                <a:gdLst>
                  <a:gd name="T0" fmla="*/ 19 w 27"/>
                  <a:gd name="T1" fmla="*/ 0 h 35"/>
                  <a:gd name="T2" fmla="*/ 27 w 27"/>
                  <a:gd name="T3" fmla="*/ 16 h 35"/>
                  <a:gd name="T4" fmla="*/ 8 w 27"/>
                  <a:gd name="T5" fmla="*/ 35 h 35"/>
                  <a:gd name="T6" fmla="*/ 0 w 27"/>
                  <a:gd name="T7" fmla="*/ 18 h 35"/>
                  <a:gd name="T8" fmla="*/ 19 w 2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5"/>
                  <a:gd name="T17" fmla="*/ 27 w 27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5">
                    <a:moveTo>
                      <a:pt x="19" y="0"/>
                    </a:moveTo>
                    <a:lnTo>
                      <a:pt x="27" y="16"/>
                    </a:lnTo>
                    <a:lnTo>
                      <a:pt x="8" y="35"/>
                    </a:lnTo>
                    <a:lnTo>
                      <a:pt x="0" y="1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1" name="Freeform 314"/>
              <p:cNvSpPr>
                <a:spLocks/>
              </p:cNvSpPr>
              <p:nvPr/>
            </p:nvSpPr>
            <p:spPr bwMode="auto">
              <a:xfrm>
                <a:off x="2177" y="2593"/>
                <a:ext cx="120" cy="227"/>
              </a:xfrm>
              <a:custGeom>
                <a:avLst/>
                <a:gdLst>
                  <a:gd name="T0" fmla="*/ 26 w 120"/>
                  <a:gd name="T1" fmla="*/ 0 h 227"/>
                  <a:gd name="T2" fmla="*/ 26 w 120"/>
                  <a:gd name="T3" fmla="*/ 0 h 227"/>
                  <a:gd name="T4" fmla="*/ 35 w 120"/>
                  <a:gd name="T5" fmla="*/ 27 h 227"/>
                  <a:gd name="T6" fmla="*/ 45 w 120"/>
                  <a:gd name="T7" fmla="*/ 55 h 227"/>
                  <a:gd name="T8" fmla="*/ 57 w 120"/>
                  <a:gd name="T9" fmla="*/ 82 h 227"/>
                  <a:gd name="T10" fmla="*/ 67 w 120"/>
                  <a:gd name="T11" fmla="*/ 109 h 227"/>
                  <a:gd name="T12" fmla="*/ 80 w 120"/>
                  <a:gd name="T13" fmla="*/ 135 h 227"/>
                  <a:gd name="T14" fmla="*/ 92 w 120"/>
                  <a:gd name="T15" fmla="*/ 160 h 227"/>
                  <a:gd name="T16" fmla="*/ 106 w 120"/>
                  <a:gd name="T17" fmla="*/ 183 h 227"/>
                  <a:gd name="T18" fmla="*/ 120 w 120"/>
                  <a:gd name="T19" fmla="*/ 208 h 227"/>
                  <a:gd name="T20" fmla="*/ 98 w 120"/>
                  <a:gd name="T21" fmla="*/ 227 h 227"/>
                  <a:gd name="T22" fmla="*/ 85 w 120"/>
                  <a:gd name="T23" fmla="*/ 203 h 227"/>
                  <a:gd name="T24" fmla="*/ 70 w 120"/>
                  <a:gd name="T25" fmla="*/ 176 h 227"/>
                  <a:gd name="T26" fmla="*/ 57 w 120"/>
                  <a:gd name="T27" fmla="*/ 149 h 227"/>
                  <a:gd name="T28" fmla="*/ 44 w 120"/>
                  <a:gd name="T29" fmla="*/ 121 h 227"/>
                  <a:gd name="T30" fmla="*/ 31 w 120"/>
                  <a:gd name="T31" fmla="*/ 94 h 227"/>
                  <a:gd name="T32" fmla="*/ 20 w 120"/>
                  <a:gd name="T33" fmla="*/ 67 h 227"/>
                  <a:gd name="T34" fmla="*/ 11 w 120"/>
                  <a:gd name="T35" fmla="*/ 37 h 227"/>
                  <a:gd name="T36" fmla="*/ 0 w 120"/>
                  <a:gd name="T37" fmla="*/ 8 h 227"/>
                  <a:gd name="T38" fmla="*/ 26 w 120"/>
                  <a:gd name="T39" fmla="*/ 0 h 2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27"/>
                  <a:gd name="T62" fmla="*/ 120 w 120"/>
                  <a:gd name="T63" fmla="*/ 227 h 2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27">
                    <a:moveTo>
                      <a:pt x="26" y="0"/>
                    </a:moveTo>
                    <a:lnTo>
                      <a:pt x="26" y="0"/>
                    </a:lnTo>
                    <a:lnTo>
                      <a:pt x="35" y="27"/>
                    </a:lnTo>
                    <a:lnTo>
                      <a:pt x="45" y="55"/>
                    </a:lnTo>
                    <a:lnTo>
                      <a:pt x="57" y="82"/>
                    </a:lnTo>
                    <a:lnTo>
                      <a:pt x="67" y="109"/>
                    </a:lnTo>
                    <a:lnTo>
                      <a:pt x="80" y="135"/>
                    </a:lnTo>
                    <a:lnTo>
                      <a:pt x="92" y="160"/>
                    </a:lnTo>
                    <a:lnTo>
                      <a:pt x="106" y="183"/>
                    </a:lnTo>
                    <a:lnTo>
                      <a:pt x="120" y="208"/>
                    </a:lnTo>
                    <a:lnTo>
                      <a:pt x="98" y="227"/>
                    </a:lnTo>
                    <a:lnTo>
                      <a:pt x="85" y="203"/>
                    </a:lnTo>
                    <a:lnTo>
                      <a:pt x="70" y="176"/>
                    </a:lnTo>
                    <a:lnTo>
                      <a:pt x="57" y="149"/>
                    </a:lnTo>
                    <a:lnTo>
                      <a:pt x="44" y="121"/>
                    </a:lnTo>
                    <a:lnTo>
                      <a:pt x="31" y="94"/>
                    </a:lnTo>
                    <a:lnTo>
                      <a:pt x="20" y="67"/>
                    </a:lnTo>
                    <a:lnTo>
                      <a:pt x="11" y="37"/>
                    </a:lnTo>
                    <a:lnTo>
                      <a:pt x="0" y="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2" name="Freeform 315"/>
              <p:cNvSpPr>
                <a:spLocks/>
              </p:cNvSpPr>
              <p:nvPr/>
            </p:nvSpPr>
            <p:spPr bwMode="auto">
              <a:xfrm>
                <a:off x="2127" y="2397"/>
                <a:ext cx="69" cy="204"/>
              </a:xfrm>
              <a:custGeom>
                <a:avLst/>
                <a:gdLst>
                  <a:gd name="T0" fmla="*/ 27 w 69"/>
                  <a:gd name="T1" fmla="*/ 1 h 204"/>
                  <a:gd name="T2" fmla="*/ 30 w 69"/>
                  <a:gd name="T3" fmla="*/ 26 h 204"/>
                  <a:gd name="T4" fmla="*/ 34 w 69"/>
                  <a:gd name="T5" fmla="*/ 51 h 204"/>
                  <a:gd name="T6" fmla="*/ 37 w 69"/>
                  <a:gd name="T7" fmla="*/ 75 h 204"/>
                  <a:gd name="T8" fmla="*/ 43 w 69"/>
                  <a:gd name="T9" fmla="*/ 98 h 204"/>
                  <a:gd name="T10" fmla="*/ 49 w 69"/>
                  <a:gd name="T11" fmla="*/ 122 h 204"/>
                  <a:gd name="T12" fmla="*/ 54 w 69"/>
                  <a:gd name="T13" fmla="*/ 147 h 204"/>
                  <a:gd name="T14" fmla="*/ 63 w 69"/>
                  <a:gd name="T15" fmla="*/ 171 h 204"/>
                  <a:gd name="T16" fmla="*/ 69 w 69"/>
                  <a:gd name="T17" fmla="*/ 196 h 204"/>
                  <a:gd name="T18" fmla="*/ 45 w 69"/>
                  <a:gd name="T19" fmla="*/ 204 h 204"/>
                  <a:gd name="T20" fmla="*/ 36 w 69"/>
                  <a:gd name="T21" fmla="*/ 179 h 204"/>
                  <a:gd name="T22" fmla="*/ 30 w 69"/>
                  <a:gd name="T23" fmla="*/ 153 h 204"/>
                  <a:gd name="T24" fmla="*/ 22 w 69"/>
                  <a:gd name="T25" fmla="*/ 127 h 204"/>
                  <a:gd name="T26" fmla="*/ 16 w 69"/>
                  <a:gd name="T27" fmla="*/ 102 h 204"/>
                  <a:gd name="T28" fmla="*/ 11 w 69"/>
                  <a:gd name="T29" fmla="*/ 76 h 204"/>
                  <a:gd name="T30" fmla="*/ 6 w 69"/>
                  <a:gd name="T31" fmla="*/ 51 h 204"/>
                  <a:gd name="T32" fmla="*/ 3 w 69"/>
                  <a:gd name="T33" fmla="*/ 25 h 204"/>
                  <a:gd name="T34" fmla="*/ 0 w 69"/>
                  <a:gd name="T35" fmla="*/ 0 h 204"/>
                  <a:gd name="T36" fmla="*/ 27 w 69"/>
                  <a:gd name="T37" fmla="*/ 1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9"/>
                  <a:gd name="T58" fmla="*/ 0 h 204"/>
                  <a:gd name="T59" fmla="*/ 69 w 69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9" h="204">
                    <a:moveTo>
                      <a:pt x="27" y="1"/>
                    </a:moveTo>
                    <a:lnTo>
                      <a:pt x="30" y="26"/>
                    </a:lnTo>
                    <a:lnTo>
                      <a:pt x="34" y="51"/>
                    </a:lnTo>
                    <a:lnTo>
                      <a:pt x="37" y="75"/>
                    </a:lnTo>
                    <a:lnTo>
                      <a:pt x="43" y="98"/>
                    </a:lnTo>
                    <a:lnTo>
                      <a:pt x="49" y="122"/>
                    </a:lnTo>
                    <a:lnTo>
                      <a:pt x="54" y="147"/>
                    </a:lnTo>
                    <a:lnTo>
                      <a:pt x="63" y="171"/>
                    </a:lnTo>
                    <a:lnTo>
                      <a:pt x="69" y="196"/>
                    </a:lnTo>
                    <a:lnTo>
                      <a:pt x="45" y="204"/>
                    </a:lnTo>
                    <a:lnTo>
                      <a:pt x="36" y="179"/>
                    </a:lnTo>
                    <a:lnTo>
                      <a:pt x="30" y="153"/>
                    </a:lnTo>
                    <a:lnTo>
                      <a:pt x="22" y="127"/>
                    </a:lnTo>
                    <a:lnTo>
                      <a:pt x="16" y="102"/>
                    </a:lnTo>
                    <a:lnTo>
                      <a:pt x="11" y="76"/>
                    </a:lnTo>
                    <a:lnTo>
                      <a:pt x="6" y="51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3" name="Freeform 316"/>
              <p:cNvSpPr>
                <a:spLocks/>
              </p:cNvSpPr>
              <p:nvPr/>
            </p:nvSpPr>
            <p:spPr bwMode="auto">
              <a:xfrm>
                <a:off x="2124" y="2377"/>
                <a:ext cx="27" cy="19"/>
              </a:xfrm>
              <a:custGeom>
                <a:avLst/>
                <a:gdLst>
                  <a:gd name="T0" fmla="*/ 2 w 27"/>
                  <a:gd name="T1" fmla="*/ 18 h 19"/>
                  <a:gd name="T2" fmla="*/ 0 w 27"/>
                  <a:gd name="T3" fmla="*/ 0 h 19"/>
                  <a:gd name="T4" fmla="*/ 25 w 27"/>
                  <a:gd name="T5" fmla="*/ 1 h 19"/>
                  <a:gd name="T6" fmla="*/ 27 w 27"/>
                  <a:gd name="T7" fmla="*/ 19 h 19"/>
                  <a:gd name="T8" fmla="*/ 2 w 27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9"/>
                  <a:gd name="T17" fmla="*/ 27 w 27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9">
                    <a:moveTo>
                      <a:pt x="2" y="18"/>
                    </a:moveTo>
                    <a:lnTo>
                      <a:pt x="0" y="0"/>
                    </a:lnTo>
                    <a:lnTo>
                      <a:pt x="25" y="1"/>
                    </a:lnTo>
                    <a:lnTo>
                      <a:pt x="27" y="1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4" name="Freeform 317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5" name="Freeform 318"/>
              <p:cNvSpPr>
                <a:spLocks/>
              </p:cNvSpPr>
              <p:nvPr/>
            </p:nvSpPr>
            <p:spPr bwMode="auto">
              <a:xfrm>
                <a:off x="2290" y="2727"/>
                <a:ext cx="62" cy="185"/>
              </a:xfrm>
              <a:custGeom>
                <a:avLst/>
                <a:gdLst>
                  <a:gd name="T0" fmla="*/ 52 w 62"/>
                  <a:gd name="T1" fmla="*/ 155 h 185"/>
                  <a:gd name="T2" fmla="*/ 43 w 62"/>
                  <a:gd name="T3" fmla="*/ 164 h 185"/>
                  <a:gd name="T4" fmla="*/ 0 w 62"/>
                  <a:gd name="T5" fmla="*/ 3 h 185"/>
                  <a:gd name="T6" fmla="*/ 14 w 62"/>
                  <a:gd name="T7" fmla="*/ 0 h 185"/>
                  <a:gd name="T8" fmla="*/ 57 w 62"/>
                  <a:gd name="T9" fmla="*/ 161 h 185"/>
                  <a:gd name="T10" fmla="*/ 46 w 62"/>
                  <a:gd name="T11" fmla="*/ 170 h 185"/>
                  <a:gd name="T12" fmla="*/ 57 w 62"/>
                  <a:gd name="T13" fmla="*/ 161 h 185"/>
                  <a:gd name="T14" fmla="*/ 62 w 62"/>
                  <a:gd name="T15" fmla="*/ 185 h 185"/>
                  <a:gd name="T16" fmla="*/ 46 w 62"/>
                  <a:gd name="T17" fmla="*/ 170 h 185"/>
                  <a:gd name="T18" fmla="*/ 52 w 62"/>
                  <a:gd name="T19" fmla="*/ 155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2"/>
                  <a:gd name="T31" fmla="*/ 0 h 185"/>
                  <a:gd name="T32" fmla="*/ 62 w 62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2" h="185">
                    <a:moveTo>
                      <a:pt x="52" y="155"/>
                    </a:moveTo>
                    <a:lnTo>
                      <a:pt x="43" y="164"/>
                    </a:lnTo>
                    <a:lnTo>
                      <a:pt x="0" y="3"/>
                    </a:lnTo>
                    <a:lnTo>
                      <a:pt x="14" y="0"/>
                    </a:lnTo>
                    <a:lnTo>
                      <a:pt x="57" y="161"/>
                    </a:lnTo>
                    <a:lnTo>
                      <a:pt x="46" y="170"/>
                    </a:lnTo>
                    <a:lnTo>
                      <a:pt x="57" y="161"/>
                    </a:lnTo>
                    <a:lnTo>
                      <a:pt x="62" y="185"/>
                    </a:lnTo>
                    <a:lnTo>
                      <a:pt x="46" y="170"/>
                    </a:lnTo>
                    <a:lnTo>
                      <a:pt x="52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6" name="Freeform 319"/>
              <p:cNvSpPr>
                <a:spLocks/>
              </p:cNvSpPr>
              <p:nvPr/>
            </p:nvSpPr>
            <p:spPr bwMode="auto">
              <a:xfrm>
                <a:off x="2215" y="2782"/>
                <a:ext cx="127" cy="113"/>
              </a:xfrm>
              <a:custGeom>
                <a:avLst/>
                <a:gdLst>
                  <a:gd name="T0" fmla="*/ 18 w 127"/>
                  <a:gd name="T1" fmla="*/ 18 h 113"/>
                  <a:gd name="T2" fmla="*/ 16 w 127"/>
                  <a:gd name="T3" fmla="*/ 1 h 113"/>
                  <a:gd name="T4" fmla="*/ 127 w 127"/>
                  <a:gd name="T5" fmla="*/ 97 h 113"/>
                  <a:gd name="T6" fmla="*/ 120 w 127"/>
                  <a:gd name="T7" fmla="*/ 113 h 113"/>
                  <a:gd name="T8" fmla="*/ 9 w 127"/>
                  <a:gd name="T9" fmla="*/ 17 h 113"/>
                  <a:gd name="T10" fmla="*/ 7 w 127"/>
                  <a:gd name="T11" fmla="*/ 0 h 113"/>
                  <a:gd name="T12" fmla="*/ 9 w 127"/>
                  <a:gd name="T13" fmla="*/ 17 h 113"/>
                  <a:gd name="T14" fmla="*/ 0 w 127"/>
                  <a:gd name="T15" fmla="*/ 7 h 113"/>
                  <a:gd name="T16" fmla="*/ 7 w 127"/>
                  <a:gd name="T17" fmla="*/ 0 h 113"/>
                  <a:gd name="T18" fmla="*/ 18 w 127"/>
                  <a:gd name="T19" fmla="*/ 18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3"/>
                  <a:gd name="T32" fmla="*/ 127 w 127"/>
                  <a:gd name="T33" fmla="*/ 113 h 1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3">
                    <a:moveTo>
                      <a:pt x="18" y="18"/>
                    </a:moveTo>
                    <a:lnTo>
                      <a:pt x="16" y="1"/>
                    </a:lnTo>
                    <a:lnTo>
                      <a:pt x="127" y="97"/>
                    </a:lnTo>
                    <a:lnTo>
                      <a:pt x="120" y="113"/>
                    </a:lnTo>
                    <a:lnTo>
                      <a:pt x="9" y="17"/>
                    </a:lnTo>
                    <a:lnTo>
                      <a:pt x="7" y="0"/>
                    </a:lnTo>
                    <a:lnTo>
                      <a:pt x="9" y="17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7" name="Freeform 320"/>
              <p:cNvSpPr>
                <a:spLocks/>
              </p:cNvSpPr>
              <p:nvPr/>
            </p:nvSpPr>
            <p:spPr bwMode="auto">
              <a:xfrm>
                <a:off x="2220" y="2709"/>
                <a:ext cx="82" cy="90"/>
              </a:xfrm>
              <a:custGeom>
                <a:avLst/>
                <a:gdLst>
                  <a:gd name="T0" fmla="*/ 67 w 82"/>
                  <a:gd name="T1" fmla="*/ 18 h 90"/>
                  <a:gd name="T2" fmla="*/ 80 w 82"/>
                  <a:gd name="T3" fmla="*/ 25 h 90"/>
                  <a:gd name="T4" fmla="*/ 11 w 82"/>
                  <a:gd name="T5" fmla="*/ 90 h 90"/>
                  <a:gd name="T6" fmla="*/ 0 w 82"/>
                  <a:gd name="T7" fmla="*/ 72 h 90"/>
                  <a:gd name="T8" fmla="*/ 69 w 82"/>
                  <a:gd name="T9" fmla="*/ 9 h 90"/>
                  <a:gd name="T10" fmla="*/ 82 w 82"/>
                  <a:gd name="T11" fmla="*/ 15 h 90"/>
                  <a:gd name="T12" fmla="*/ 69 w 82"/>
                  <a:gd name="T13" fmla="*/ 9 h 90"/>
                  <a:gd name="T14" fmla="*/ 78 w 82"/>
                  <a:gd name="T15" fmla="*/ 0 h 90"/>
                  <a:gd name="T16" fmla="*/ 82 w 82"/>
                  <a:gd name="T17" fmla="*/ 15 h 90"/>
                  <a:gd name="T18" fmla="*/ 67 w 82"/>
                  <a:gd name="T19" fmla="*/ 18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90"/>
                  <a:gd name="T32" fmla="*/ 82 w 82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90">
                    <a:moveTo>
                      <a:pt x="67" y="18"/>
                    </a:moveTo>
                    <a:lnTo>
                      <a:pt x="80" y="25"/>
                    </a:lnTo>
                    <a:lnTo>
                      <a:pt x="11" y="90"/>
                    </a:lnTo>
                    <a:lnTo>
                      <a:pt x="0" y="72"/>
                    </a:lnTo>
                    <a:lnTo>
                      <a:pt x="69" y="9"/>
                    </a:lnTo>
                    <a:lnTo>
                      <a:pt x="82" y="15"/>
                    </a:lnTo>
                    <a:lnTo>
                      <a:pt x="69" y="9"/>
                    </a:lnTo>
                    <a:lnTo>
                      <a:pt x="78" y="0"/>
                    </a:lnTo>
                    <a:lnTo>
                      <a:pt x="82" y="15"/>
                    </a:lnTo>
                    <a:lnTo>
                      <a:pt x="67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8" name="Freeform 321"/>
              <p:cNvSpPr>
                <a:spLocks/>
              </p:cNvSpPr>
              <p:nvPr/>
            </p:nvSpPr>
            <p:spPr bwMode="auto">
              <a:xfrm>
                <a:off x="2290" y="2817"/>
                <a:ext cx="37" cy="46"/>
              </a:xfrm>
              <a:custGeom>
                <a:avLst/>
                <a:gdLst>
                  <a:gd name="T0" fmla="*/ 24 w 37"/>
                  <a:gd name="T1" fmla="*/ 0 h 46"/>
                  <a:gd name="T2" fmla="*/ 37 w 37"/>
                  <a:gd name="T3" fmla="*/ 19 h 46"/>
                  <a:gd name="T4" fmla="*/ 13 w 37"/>
                  <a:gd name="T5" fmla="*/ 46 h 46"/>
                  <a:gd name="T6" fmla="*/ 0 w 37"/>
                  <a:gd name="T7" fmla="*/ 27 h 46"/>
                  <a:gd name="T8" fmla="*/ 24 w 3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46"/>
                  <a:gd name="T17" fmla="*/ 37 w 37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46">
                    <a:moveTo>
                      <a:pt x="24" y="0"/>
                    </a:moveTo>
                    <a:lnTo>
                      <a:pt x="37" y="19"/>
                    </a:lnTo>
                    <a:lnTo>
                      <a:pt x="13" y="46"/>
                    </a:lnTo>
                    <a:lnTo>
                      <a:pt x="0" y="2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79" name="Freeform 322"/>
              <p:cNvSpPr>
                <a:spLocks/>
              </p:cNvSpPr>
              <p:nvPr/>
            </p:nvSpPr>
            <p:spPr bwMode="auto">
              <a:xfrm>
                <a:off x="2186" y="2627"/>
                <a:ext cx="125" cy="216"/>
              </a:xfrm>
              <a:custGeom>
                <a:avLst/>
                <a:gdLst>
                  <a:gd name="T0" fmla="*/ 31 w 125"/>
                  <a:gd name="T1" fmla="*/ 0 h 216"/>
                  <a:gd name="T2" fmla="*/ 31 w 125"/>
                  <a:gd name="T3" fmla="*/ 0 h 216"/>
                  <a:gd name="T4" fmla="*/ 40 w 125"/>
                  <a:gd name="T5" fmla="*/ 28 h 216"/>
                  <a:gd name="T6" fmla="*/ 51 w 125"/>
                  <a:gd name="T7" fmla="*/ 52 h 216"/>
                  <a:gd name="T8" fmla="*/ 62 w 125"/>
                  <a:gd name="T9" fmla="*/ 77 h 216"/>
                  <a:gd name="T10" fmla="*/ 72 w 125"/>
                  <a:gd name="T11" fmla="*/ 101 h 216"/>
                  <a:gd name="T12" fmla="*/ 84 w 125"/>
                  <a:gd name="T13" fmla="*/ 125 h 216"/>
                  <a:gd name="T14" fmla="*/ 97 w 125"/>
                  <a:gd name="T15" fmla="*/ 146 h 216"/>
                  <a:gd name="T16" fmla="*/ 110 w 125"/>
                  <a:gd name="T17" fmla="*/ 169 h 216"/>
                  <a:gd name="T18" fmla="*/ 125 w 125"/>
                  <a:gd name="T19" fmla="*/ 191 h 216"/>
                  <a:gd name="T20" fmla="*/ 101 w 125"/>
                  <a:gd name="T21" fmla="*/ 216 h 216"/>
                  <a:gd name="T22" fmla="*/ 85 w 125"/>
                  <a:gd name="T23" fmla="*/ 191 h 216"/>
                  <a:gd name="T24" fmla="*/ 70 w 125"/>
                  <a:gd name="T25" fmla="*/ 168 h 216"/>
                  <a:gd name="T26" fmla="*/ 57 w 125"/>
                  <a:gd name="T27" fmla="*/ 144 h 216"/>
                  <a:gd name="T28" fmla="*/ 45 w 125"/>
                  <a:gd name="T29" fmla="*/ 118 h 216"/>
                  <a:gd name="T30" fmla="*/ 33 w 125"/>
                  <a:gd name="T31" fmla="*/ 93 h 216"/>
                  <a:gd name="T32" fmla="*/ 21 w 125"/>
                  <a:gd name="T33" fmla="*/ 67 h 216"/>
                  <a:gd name="T34" fmla="*/ 11 w 125"/>
                  <a:gd name="T35" fmla="*/ 39 h 216"/>
                  <a:gd name="T36" fmla="*/ 0 w 125"/>
                  <a:gd name="T37" fmla="*/ 11 h 216"/>
                  <a:gd name="T38" fmla="*/ 31 w 125"/>
                  <a:gd name="T39" fmla="*/ 0 h 2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16"/>
                  <a:gd name="T62" fmla="*/ 125 w 125"/>
                  <a:gd name="T63" fmla="*/ 216 h 2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16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51" y="52"/>
                    </a:lnTo>
                    <a:lnTo>
                      <a:pt x="62" y="77"/>
                    </a:lnTo>
                    <a:lnTo>
                      <a:pt x="72" y="101"/>
                    </a:lnTo>
                    <a:lnTo>
                      <a:pt x="84" y="125"/>
                    </a:lnTo>
                    <a:lnTo>
                      <a:pt x="97" y="146"/>
                    </a:lnTo>
                    <a:lnTo>
                      <a:pt x="110" y="169"/>
                    </a:lnTo>
                    <a:lnTo>
                      <a:pt x="125" y="191"/>
                    </a:lnTo>
                    <a:lnTo>
                      <a:pt x="101" y="216"/>
                    </a:lnTo>
                    <a:lnTo>
                      <a:pt x="85" y="191"/>
                    </a:lnTo>
                    <a:lnTo>
                      <a:pt x="70" y="168"/>
                    </a:lnTo>
                    <a:lnTo>
                      <a:pt x="57" y="144"/>
                    </a:lnTo>
                    <a:lnTo>
                      <a:pt x="45" y="118"/>
                    </a:lnTo>
                    <a:lnTo>
                      <a:pt x="33" y="93"/>
                    </a:lnTo>
                    <a:lnTo>
                      <a:pt x="21" y="67"/>
                    </a:lnTo>
                    <a:lnTo>
                      <a:pt x="11" y="39"/>
                    </a:lnTo>
                    <a:lnTo>
                      <a:pt x="0" y="1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0" name="Freeform 323"/>
              <p:cNvSpPr>
                <a:spLocks/>
              </p:cNvSpPr>
              <p:nvPr/>
            </p:nvSpPr>
            <p:spPr bwMode="auto">
              <a:xfrm>
                <a:off x="2130" y="2430"/>
                <a:ext cx="83" cy="205"/>
              </a:xfrm>
              <a:custGeom>
                <a:avLst/>
                <a:gdLst>
                  <a:gd name="T0" fmla="*/ 33 w 83"/>
                  <a:gd name="T1" fmla="*/ 0 h 205"/>
                  <a:gd name="T2" fmla="*/ 36 w 83"/>
                  <a:gd name="T3" fmla="*/ 25 h 205"/>
                  <a:gd name="T4" fmla="*/ 41 w 83"/>
                  <a:gd name="T5" fmla="*/ 49 h 205"/>
                  <a:gd name="T6" fmla="*/ 47 w 83"/>
                  <a:gd name="T7" fmla="*/ 73 h 205"/>
                  <a:gd name="T8" fmla="*/ 52 w 83"/>
                  <a:gd name="T9" fmla="*/ 97 h 205"/>
                  <a:gd name="T10" fmla="*/ 59 w 83"/>
                  <a:gd name="T11" fmla="*/ 122 h 205"/>
                  <a:gd name="T12" fmla="*/ 66 w 83"/>
                  <a:gd name="T13" fmla="*/ 146 h 205"/>
                  <a:gd name="T14" fmla="*/ 75 w 83"/>
                  <a:gd name="T15" fmla="*/ 170 h 205"/>
                  <a:gd name="T16" fmla="*/ 83 w 83"/>
                  <a:gd name="T17" fmla="*/ 195 h 205"/>
                  <a:gd name="T18" fmla="*/ 54 w 83"/>
                  <a:gd name="T19" fmla="*/ 205 h 205"/>
                  <a:gd name="T20" fmla="*/ 45 w 83"/>
                  <a:gd name="T21" fmla="*/ 181 h 205"/>
                  <a:gd name="T22" fmla="*/ 35 w 83"/>
                  <a:gd name="T23" fmla="*/ 155 h 205"/>
                  <a:gd name="T24" fmla="*/ 29 w 83"/>
                  <a:gd name="T25" fmla="*/ 130 h 205"/>
                  <a:gd name="T26" fmla="*/ 21 w 83"/>
                  <a:gd name="T27" fmla="*/ 103 h 205"/>
                  <a:gd name="T28" fmla="*/ 15 w 83"/>
                  <a:gd name="T29" fmla="*/ 78 h 205"/>
                  <a:gd name="T30" fmla="*/ 9 w 83"/>
                  <a:gd name="T31" fmla="*/ 53 h 205"/>
                  <a:gd name="T32" fmla="*/ 4 w 83"/>
                  <a:gd name="T33" fmla="*/ 27 h 205"/>
                  <a:gd name="T34" fmla="*/ 0 w 83"/>
                  <a:gd name="T35" fmla="*/ 1 h 205"/>
                  <a:gd name="T36" fmla="*/ 33 w 83"/>
                  <a:gd name="T37" fmla="*/ 0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3"/>
                  <a:gd name="T58" fmla="*/ 0 h 205"/>
                  <a:gd name="T59" fmla="*/ 83 w 8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3" h="205">
                    <a:moveTo>
                      <a:pt x="33" y="0"/>
                    </a:moveTo>
                    <a:lnTo>
                      <a:pt x="36" y="25"/>
                    </a:lnTo>
                    <a:lnTo>
                      <a:pt x="41" y="49"/>
                    </a:lnTo>
                    <a:lnTo>
                      <a:pt x="47" y="73"/>
                    </a:lnTo>
                    <a:lnTo>
                      <a:pt x="52" y="97"/>
                    </a:lnTo>
                    <a:lnTo>
                      <a:pt x="59" y="122"/>
                    </a:lnTo>
                    <a:lnTo>
                      <a:pt x="66" y="146"/>
                    </a:lnTo>
                    <a:lnTo>
                      <a:pt x="75" y="170"/>
                    </a:lnTo>
                    <a:lnTo>
                      <a:pt x="83" y="195"/>
                    </a:lnTo>
                    <a:lnTo>
                      <a:pt x="54" y="205"/>
                    </a:lnTo>
                    <a:lnTo>
                      <a:pt x="45" y="181"/>
                    </a:lnTo>
                    <a:lnTo>
                      <a:pt x="35" y="155"/>
                    </a:lnTo>
                    <a:lnTo>
                      <a:pt x="29" y="130"/>
                    </a:lnTo>
                    <a:lnTo>
                      <a:pt x="21" y="103"/>
                    </a:lnTo>
                    <a:lnTo>
                      <a:pt x="15" y="78"/>
                    </a:lnTo>
                    <a:lnTo>
                      <a:pt x="9" y="53"/>
                    </a:lnTo>
                    <a:lnTo>
                      <a:pt x="4" y="27"/>
                    </a:lnTo>
                    <a:lnTo>
                      <a:pt x="0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1" name="Freeform 324"/>
              <p:cNvSpPr>
                <a:spLocks/>
              </p:cNvSpPr>
              <p:nvPr/>
            </p:nvSpPr>
            <p:spPr bwMode="auto">
              <a:xfrm>
                <a:off x="2125" y="2409"/>
                <a:ext cx="36" cy="23"/>
              </a:xfrm>
              <a:custGeom>
                <a:avLst/>
                <a:gdLst>
                  <a:gd name="T0" fmla="*/ 3 w 36"/>
                  <a:gd name="T1" fmla="*/ 23 h 23"/>
                  <a:gd name="T2" fmla="*/ 0 w 36"/>
                  <a:gd name="T3" fmla="*/ 0 h 23"/>
                  <a:gd name="T4" fmla="*/ 33 w 36"/>
                  <a:gd name="T5" fmla="*/ 0 h 23"/>
                  <a:gd name="T6" fmla="*/ 36 w 36"/>
                  <a:gd name="T7" fmla="*/ 23 h 23"/>
                  <a:gd name="T8" fmla="*/ 3 w 36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3"/>
                  <a:gd name="T17" fmla="*/ 36 w 3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3">
                    <a:moveTo>
                      <a:pt x="3" y="23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6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2" name="Freeform 325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3" name="Freeform 326"/>
              <p:cNvSpPr>
                <a:spLocks/>
              </p:cNvSpPr>
              <p:nvPr/>
            </p:nvSpPr>
            <p:spPr bwMode="auto">
              <a:xfrm>
                <a:off x="2294" y="2726"/>
                <a:ext cx="54" cy="176"/>
              </a:xfrm>
              <a:custGeom>
                <a:avLst/>
                <a:gdLst>
                  <a:gd name="T0" fmla="*/ 48 w 54"/>
                  <a:gd name="T1" fmla="*/ 158 h 176"/>
                  <a:gd name="T2" fmla="*/ 41 w 54"/>
                  <a:gd name="T3" fmla="*/ 164 h 176"/>
                  <a:gd name="T4" fmla="*/ 0 w 54"/>
                  <a:gd name="T5" fmla="*/ 3 h 176"/>
                  <a:gd name="T6" fmla="*/ 8 w 54"/>
                  <a:gd name="T7" fmla="*/ 0 h 176"/>
                  <a:gd name="T8" fmla="*/ 50 w 54"/>
                  <a:gd name="T9" fmla="*/ 162 h 176"/>
                  <a:gd name="T10" fmla="*/ 43 w 54"/>
                  <a:gd name="T11" fmla="*/ 167 h 176"/>
                  <a:gd name="T12" fmla="*/ 50 w 54"/>
                  <a:gd name="T13" fmla="*/ 162 h 176"/>
                  <a:gd name="T14" fmla="*/ 54 w 54"/>
                  <a:gd name="T15" fmla="*/ 176 h 176"/>
                  <a:gd name="T16" fmla="*/ 43 w 54"/>
                  <a:gd name="T17" fmla="*/ 167 h 176"/>
                  <a:gd name="T18" fmla="*/ 48 w 54"/>
                  <a:gd name="T19" fmla="*/ 15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"/>
                  <a:gd name="T31" fmla="*/ 0 h 176"/>
                  <a:gd name="T32" fmla="*/ 54 w 5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" h="176">
                    <a:moveTo>
                      <a:pt x="48" y="158"/>
                    </a:moveTo>
                    <a:lnTo>
                      <a:pt x="41" y="164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50" y="162"/>
                    </a:lnTo>
                    <a:lnTo>
                      <a:pt x="43" y="167"/>
                    </a:lnTo>
                    <a:lnTo>
                      <a:pt x="50" y="162"/>
                    </a:lnTo>
                    <a:lnTo>
                      <a:pt x="54" y="176"/>
                    </a:lnTo>
                    <a:lnTo>
                      <a:pt x="43" y="167"/>
                    </a:lnTo>
                    <a:lnTo>
                      <a:pt x="48" y="15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4" name="Freeform 327"/>
              <p:cNvSpPr>
                <a:spLocks/>
              </p:cNvSpPr>
              <p:nvPr/>
            </p:nvSpPr>
            <p:spPr bwMode="auto">
              <a:xfrm>
                <a:off x="2219" y="2784"/>
                <a:ext cx="122" cy="107"/>
              </a:xfrm>
              <a:custGeom>
                <a:avLst/>
                <a:gdLst>
                  <a:gd name="T0" fmla="*/ 12 w 122"/>
                  <a:gd name="T1" fmla="*/ 12 h 107"/>
                  <a:gd name="T2" fmla="*/ 10 w 122"/>
                  <a:gd name="T3" fmla="*/ 1 h 107"/>
                  <a:gd name="T4" fmla="*/ 122 w 122"/>
                  <a:gd name="T5" fmla="*/ 98 h 107"/>
                  <a:gd name="T6" fmla="*/ 118 w 122"/>
                  <a:gd name="T7" fmla="*/ 107 h 107"/>
                  <a:gd name="T8" fmla="*/ 6 w 122"/>
                  <a:gd name="T9" fmla="*/ 11 h 107"/>
                  <a:gd name="T10" fmla="*/ 4 w 122"/>
                  <a:gd name="T11" fmla="*/ 0 h 107"/>
                  <a:gd name="T12" fmla="*/ 6 w 122"/>
                  <a:gd name="T13" fmla="*/ 11 h 107"/>
                  <a:gd name="T14" fmla="*/ 0 w 122"/>
                  <a:gd name="T15" fmla="*/ 5 h 107"/>
                  <a:gd name="T16" fmla="*/ 4 w 122"/>
                  <a:gd name="T17" fmla="*/ 0 h 107"/>
                  <a:gd name="T18" fmla="*/ 12 w 122"/>
                  <a:gd name="T19" fmla="*/ 1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2"/>
                  <a:gd name="T31" fmla="*/ 0 h 107"/>
                  <a:gd name="T32" fmla="*/ 122 w 122"/>
                  <a:gd name="T33" fmla="*/ 107 h 10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2" h="107">
                    <a:moveTo>
                      <a:pt x="12" y="12"/>
                    </a:moveTo>
                    <a:lnTo>
                      <a:pt x="10" y="1"/>
                    </a:lnTo>
                    <a:lnTo>
                      <a:pt x="122" y="98"/>
                    </a:lnTo>
                    <a:lnTo>
                      <a:pt x="118" y="107"/>
                    </a:lnTo>
                    <a:lnTo>
                      <a:pt x="6" y="11"/>
                    </a:lnTo>
                    <a:lnTo>
                      <a:pt x="4" y="0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5" name="Freeform 328"/>
              <p:cNvSpPr>
                <a:spLocks/>
              </p:cNvSpPr>
              <p:nvPr/>
            </p:nvSpPr>
            <p:spPr bwMode="auto">
              <a:xfrm>
                <a:off x="2222" y="2717"/>
                <a:ext cx="78" cy="79"/>
              </a:xfrm>
              <a:custGeom>
                <a:avLst/>
                <a:gdLst>
                  <a:gd name="T0" fmla="*/ 69 w 78"/>
                  <a:gd name="T1" fmla="*/ 10 h 79"/>
                  <a:gd name="T2" fmla="*/ 77 w 78"/>
                  <a:gd name="T3" fmla="*/ 16 h 79"/>
                  <a:gd name="T4" fmla="*/ 6 w 78"/>
                  <a:gd name="T5" fmla="*/ 79 h 79"/>
                  <a:gd name="T6" fmla="*/ 0 w 78"/>
                  <a:gd name="T7" fmla="*/ 68 h 79"/>
                  <a:gd name="T8" fmla="*/ 69 w 78"/>
                  <a:gd name="T9" fmla="*/ 4 h 79"/>
                  <a:gd name="T10" fmla="*/ 78 w 78"/>
                  <a:gd name="T11" fmla="*/ 8 h 79"/>
                  <a:gd name="T12" fmla="*/ 69 w 78"/>
                  <a:gd name="T13" fmla="*/ 4 h 79"/>
                  <a:gd name="T14" fmla="*/ 75 w 78"/>
                  <a:gd name="T15" fmla="*/ 0 h 79"/>
                  <a:gd name="T16" fmla="*/ 78 w 78"/>
                  <a:gd name="T17" fmla="*/ 8 h 79"/>
                  <a:gd name="T18" fmla="*/ 69 w 78"/>
                  <a:gd name="T19" fmla="*/ 1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9"/>
                  <a:gd name="T32" fmla="*/ 78 w 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9">
                    <a:moveTo>
                      <a:pt x="69" y="10"/>
                    </a:moveTo>
                    <a:lnTo>
                      <a:pt x="77" y="16"/>
                    </a:lnTo>
                    <a:lnTo>
                      <a:pt x="6" y="79"/>
                    </a:lnTo>
                    <a:lnTo>
                      <a:pt x="0" y="68"/>
                    </a:lnTo>
                    <a:lnTo>
                      <a:pt x="69" y="4"/>
                    </a:lnTo>
                    <a:lnTo>
                      <a:pt x="78" y="8"/>
                    </a:lnTo>
                    <a:lnTo>
                      <a:pt x="69" y="4"/>
                    </a:lnTo>
                    <a:lnTo>
                      <a:pt x="75" y="0"/>
                    </a:lnTo>
                    <a:lnTo>
                      <a:pt x="78" y="8"/>
                    </a:lnTo>
                    <a:lnTo>
                      <a:pt x="69" y="1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6" name="Freeform 329"/>
              <p:cNvSpPr>
                <a:spLocks/>
              </p:cNvSpPr>
              <p:nvPr/>
            </p:nvSpPr>
            <p:spPr bwMode="auto">
              <a:xfrm>
                <a:off x="2290" y="2821"/>
                <a:ext cx="30" cy="37"/>
              </a:xfrm>
              <a:custGeom>
                <a:avLst/>
                <a:gdLst>
                  <a:gd name="T0" fmla="*/ 21 w 30"/>
                  <a:gd name="T1" fmla="*/ 0 h 37"/>
                  <a:gd name="T2" fmla="*/ 30 w 30"/>
                  <a:gd name="T3" fmla="*/ 16 h 37"/>
                  <a:gd name="T4" fmla="*/ 10 w 30"/>
                  <a:gd name="T5" fmla="*/ 37 h 37"/>
                  <a:gd name="T6" fmla="*/ 0 w 30"/>
                  <a:gd name="T7" fmla="*/ 22 h 37"/>
                  <a:gd name="T8" fmla="*/ 21 w 3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7"/>
                  <a:gd name="T17" fmla="*/ 30 w 30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7">
                    <a:moveTo>
                      <a:pt x="21" y="0"/>
                    </a:moveTo>
                    <a:lnTo>
                      <a:pt x="30" y="16"/>
                    </a:lnTo>
                    <a:lnTo>
                      <a:pt x="10" y="37"/>
                    </a:ln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7" name="Freeform 330"/>
              <p:cNvSpPr>
                <a:spLocks/>
              </p:cNvSpPr>
              <p:nvPr/>
            </p:nvSpPr>
            <p:spPr bwMode="auto">
              <a:xfrm>
                <a:off x="2190" y="2626"/>
                <a:ext cx="120" cy="213"/>
              </a:xfrm>
              <a:custGeom>
                <a:avLst/>
                <a:gdLst>
                  <a:gd name="T0" fmla="*/ 25 w 120"/>
                  <a:gd name="T1" fmla="*/ 0 h 213"/>
                  <a:gd name="T2" fmla="*/ 25 w 120"/>
                  <a:gd name="T3" fmla="*/ 0 h 213"/>
                  <a:gd name="T4" fmla="*/ 35 w 120"/>
                  <a:gd name="T5" fmla="*/ 28 h 213"/>
                  <a:gd name="T6" fmla="*/ 47 w 120"/>
                  <a:gd name="T7" fmla="*/ 54 h 213"/>
                  <a:gd name="T8" fmla="*/ 57 w 120"/>
                  <a:gd name="T9" fmla="*/ 78 h 213"/>
                  <a:gd name="T10" fmla="*/ 68 w 120"/>
                  <a:gd name="T11" fmla="*/ 102 h 213"/>
                  <a:gd name="T12" fmla="*/ 80 w 120"/>
                  <a:gd name="T13" fmla="*/ 125 h 213"/>
                  <a:gd name="T14" fmla="*/ 93 w 120"/>
                  <a:gd name="T15" fmla="*/ 147 h 213"/>
                  <a:gd name="T16" fmla="*/ 105 w 120"/>
                  <a:gd name="T17" fmla="*/ 171 h 213"/>
                  <a:gd name="T18" fmla="*/ 120 w 120"/>
                  <a:gd name="T19" fmla="*/ 193 h 213"/>
                  <a:gd name="T20" fmla="*/ 100 w 120"/>
                  <a:gd name="T21" fmla="*/ 213 h 213"/>
                  <a:gd name="T22" fmla="*/ 84 w 120"/>
                  <a:gd name="T23" fmla="*/ 188 h 213"/>
                  <a:gd name="T24" fmla="*/ 70 w 120"/>
                  <a:gd name="T25" fmla="*/ 164 h 213"/>
                  <a:gd name="T26" fmla="*/ 58 w 120"/>
                  <a:gd name="T27" fmla="*/ 141 h 213"/>
                  <a:gd name="T28" fmla="*/ 46 w 120"/>
                  <a:gd name="T29" fmla="*/ 116 h 213"/>
                  <a:gd name="T30" fmla="*/ 33 w 120"/>
                  <a:gd name="T31" fmla="*/ 92 h 213"/>
                  <a:gd name="T32" fmla="*/ 21 w 120"/>
                  <a:gd name="T33" fmla="*/ 65 h 213"/>
                  <a:gd name="T34" fmla="*/ 12 w 120"/>
                  <a:gd name="T35" fmla="*/ 38 h 213"/>
                  <a:gd name="T36" fmla="*/ 0 w 120"/>
                  <a:gd name="T37" fmla="*/ 10 h 213"/>
                  <a:gd name="T38" fmla="*/ 25 w 120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13"/>
                  <a:gd name="T62" fmla="*/ 120 w 120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13">
                    <a:moveTo>
                      <a:pt x="25" y="0"/>
                    </a:moveTo>
                    <a:lnTo>
                      <a:pt x="25" y="0"/>
                    </a:lnTo>
                    <a:lnTo>
                      <a:pt x="35" y="28"/>
                    </a:lnTo>
                    <a:lnTo>
                      <a:pt x="47" y="54"/>
                    </a:lnTo>
                    <a:lnTo>
                      <a:pt x="57" y="78"/>
                    </a:lnTo>
                    <a:lnTo>
                      <a:pt x="68" y="102"/>
                    </a:lnTo>
                    <a:lnTo>
                      <a:pt x="80" y="125"/>
                    </a:lnTo>
                    <a:lnTo>
                      <a:pt x="93" y="147"/>
                    </a:lnTo>
                    <a:lnTo>
                      <a:pt x="105" y="171"/>
                    </a:lnTo>
                    <a:lnTo>
                      <a:pt x="120" y="193"/>
                    </a:lnTo>
                    <a:lnTo>
                      <a:pt x="100" y="213"/>
                    </a:lnTo>
                    <a:lnTo>
                      <a:pt x="84" y="188"/>
                    </a:lnTo>
                    <a:lnTo>
                      <a:pt x="70" y="164"/>
                    </a:lnTo>
                    <a:lnTo>
                      <a:pt x="58" y="141"/>
                    </a:lnTo>
                    <a:lnTo>
                      <a:pt x="46" y="116"/>
                    </a:lnTo>
                    <a:lnTo>
                      <a:pt x="33" y="92"/>
                    </a:lnTo>
                    <a:lnTo>
                      <a:pt x="21" y="65"/>
                    </a:lnTo>
                    <a:lnTo>
                      <a:pt x="12" y="38"/>
                    </a:lnTo>
                    <a:lnTo>
                      <a:pt x="0" y="1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8" name="Freeform 331"/>
              <p:cNvSpPr>
                <a:spLocks/>
              </p:cNvSpPr>
              <p:nvPr/>
            </p:nvSpPr>
            <p:spPr bwMode="auto">
              <a:xfrm>
                <a:off x="2134" y="2432"/>
                <a:ext cx="77" cy="204"/>
              </a:xfrm>
              <a:custGeom>
                <a:avLst/>
                <a:gdLst>
                  <a:gd name="T0" fmla="*/ 27 w 77"/>
                  <a:gd name="T1" fmla="*/ 0 h 204"/>
                  <a:gd name="T2" fmla="*/ 31 w 77"/>
                  <a:gd name="T3" fmla="*/ 25 h 204"/>
                  <a:gd name="T4" fmla="*/ 36 w 77"/>
                  <a:gd name="T5" fmla="*/ 48 h 204"/>
                  <a:gd name="T6" fmla="*/ 42 w 77"/>
                  <a:gd name="T7" fmla="*/ 73 h 204"/>
                  <a:gd name="T8" fmla="*/ 47 w 77"/>
                  <a:gd name="T9" fmla="*/ 98 h 204"/>
                  <a:gd name="T10" fmla="*/ 54 w 77"/>
                  <a:gd name="T11" fmla="*/ 121 h 204"/>
                  <a:gd name="T12" fmla="*/ 61 w 77"/>
                  <a:gd name="T13" fmla="*/ 146 h 204"/>
                  <a:gd name="T14" fmla="*/ 69 w 77"/>
                  <a:gd name="T15" fmla="*/ 170 h 204"/>
                  <a:gd name="T16" fmla="*/ 77 w 77"/>
                  <a:gd name="T17" fmla="*/ 194 h 204"/>
                  <a:gd name="T18" fmla="*/ 52 w 77"/>
                  <a:gd name="T19" fmla="*/ 204 h 204"/>
                  <a:gd name="T20" fmla="*/ 44 w 77"/>
                  <a:gd name="T21" fmla="*/ 180 h 204"/>
                  <a:gd name="T22" fmla="*/ 35 w 77"/>
                  <a:gd name="T23" fmla="*/ 153 h 204"/>
                  <a:gd name="T24" fmla="*/ 28 w 77"/>
                  <a:gd name="T25" fmla="*/ 129 h 204"/>
                  <a:gd name="T26" fmla="*/ 21 w 77"/>
                  <a:gd name="T27" fmla="*/ 103 h 204"/>
                  <a:gd name="T28" fmla="*/ 14 w 77"/>
                  <a:gd name="T29" fmla="*/ 77 h 204"/>
                  <a:gd name="T30" fmla="*/ 9 w 77"/>
                  <a:gd name="T31" fmla="*/ 52 h 204"/>
                  <a:gd name="T32" fmla="*/ 5 w 77"/>
                  <a:gd name="T33" fmla="*/ 26 h 204"/>
                  <a:gd name="T34" fmla="*/ 0 w 77"/>
                  <a:gd name="T35" fmla="*/ 0 h 204"/>
                  <a:gd name="T36" fmla="*/ 27 w 77"/>
                  <a:gd name="T37" fmla="*/ 0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7"/>
                  <a:gd name="T58" fmla="*/ 0 h 204"/>
                  <a:gd name="T59" fmla="*/ 77 w 77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7" h="204">
                    <a:moveTo>
                      <a:pt x="27" y="0"/>
                    </a:moveTo>
                    <a:lnTo>
                      <a:pt x="31" y="25"/>
                    </a:lnTo>
                    <a:lnTo>
                      <a:pt x="36" y="48"/>
                    </a:lnTo>
                    <a:lnTo>
                      <a:pt x="42" y="73"/>
                    </a:lnTo>
                    <a:lnTo>
                      <a:pt x="47" y="98"/>
                    </a:lnTo>
                    <a:lnTo>
                      <a:pt x="54" y="121"/>
                    </a:lnTo>
                    <a:lnTo>
                      <a:pt x="61" y="146"/>
                    </a:lnTo>
                    <a:lnTo>
                      <a:pt x="69" y="170"/>
                    </a:lnTo>
                    <a:lnTo>
                      <a:pt x="77" y="194"/>
                    </a:lnTo>
                    <a:lnTo>
                      <a:pt x="52" y="204"/>
                    </a:lnTo>
                    <a:lnTo>
                      <a:pt x="44" y="180"/>
                    </a:lnTo>
                    <a:lnTo>
                      <a:pt x="35" y="153"/>
                    </a:lnTo>
                    <a:lnTo>
                      <a:pt x="28" y="129"/>
                    </a:lnTo>
                    <a:lnTo>
                      <a:pt x="21" y="103"/>
                    </a:lnTo>
                    <a:lnTo>
                      <a:pt x="14" y="77"/>
                    </a:lnTo>
                    <a:lnTo>
                      <a:pt x="9" y="52"/>
                    </a:lnTo>
                    <a:lnTo>
                      <a:pt x="5" y="26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989" name="Freeform 332"/>
              <p:cNvSpPr>
                <a:spLocks/>
              </p:cNvSpPr>
              <p:nvPr/>
            </p:nvSpPr>
            <p:spPr bwMode="auto">
              <a:xfrm>
                <a:off x="2127" y="2414"/>
                <a:ext cx="31" cy="18"/>
              </a:xfrm>
              <a:custGeom>
                <a:avLst/>
                <a:gdLst>
                  <a:gd name="T0" fmla="*/ 3 w 31"/>
                  <a:gd name="T1" fmla="*/ 18 h 18"/>
                  <a:gd name="T2" fmla="*/ 0 w 31"/>
                  <a:gd name="T3" fmla="*/ 0 h 18"/>
                  <a:gd name="T4" fmla="*/ 28 w 31"/>
                  <a:gd name="T5" fmla="*/ 0 h 18"/>
                  <a:gd name="T6" fmla="*/ 31 w 31"/>
                  <a:gd name="T7" fmla="*/ 18 h 18"/>
                  <a:gd name="T8" fmla="*/ 3 w 31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18"/>
                  <a:gd name="T17" fmla="*/ 31 w 3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18">
                    <a:moveTo>
                      <a:pt x="3" y="18"/>
                    </a:moveTo>
                    <a:lnTo>
                      <a:pt x="0" y="0"/>
                    </a:lnTo>
                    <a:lnTo>
                      <a:pt x="28" y="0"/>
                    </a:lnTo>
                    <a:lnTo>
                      <a:pt x="31" y="18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5437" name="Oval 333"/>
            <p:cNvSpPr>
              <a:spLocks noChangeArrowheads="1"/>
            </p:cNvSpPr>
            <p:nvPr/>
          </p:nvSpPr>
          <p:spPr bwMode="auto">
            <a:xfrm>
              <a:off x="2669" y="1927"/>
              <a:ext cx="1873" cy="184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5438" name="Oval 334"/>
            <p:cNvSpPr>
              <a:spLocks noChangeArrowheads="1"/>
            </p:cNvSpPr>
            <p:nvPr/>
          </p:nvSpPr>
          <p:spPr bwMode="auto">
            <a:xfrm>
              <a:off x="2741" y="1930"/>
              <a:ext cx="1823" cy="1763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5439" name="Rectangle 335"/>
            <p:cNvSpPr>
              <a:spLocks noChangeArrowheads="1"/>
            </p:cNvSpPr>
            <p:nvPr/>
          </p:nvSpPr>
          <p:spPr bwMode="auto">
            <a:xfrm>
              <a:off x="3952" y="2395"/>
              <a:ext cx="706" cy="3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5440" name="Rectangle 336"/>
            <p:cNvSpPr>
              <a:spLocks noChangeArrowheads="1"/>
            </p:cNvSpPr>
            <p:nvPr/>
          </p:nvSpPr>
          <p:spPr bwMode="auto">
            <a:xfrm>
              <a:off x="4022" y="2444"/>
              <a:ext cx="552" cy="2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5441" name="Rectangle 337"/>
            <p:cNvSpPr>
              <a:spLocks noChangeArrowheads="1"/>
            </p:cNvSpPr>
            <p:nvPr/>
          </p:nvSpPr>
          <p:spPr bwMode="auto">
            <a:xfrm>
              <a:off x="4002" y="2549"/>
              <a:ext cx="563" cy="24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2400" u="sng">
                  <a:solidFill>
                    <a:srgbClr val="000000"/>
                  </a:solidFill>
                  <a:latin typeface="Arial Narrow" pitchFamily="34" charset="0"/>
                </a:rPr>
                <a:t>CSMS</a:t>
              </a:r>
              <a:endParaRPr lang="en-US" sz="2700" b="0">
                <a:latin typeface="Times New Roman" pitchFamily="18" charset="0"/>
              </a:endParaRPr>
            </a:p>
          </p:txBody>
        </p:sp>
        <p:grpSp>
          <p:nvGrpSpPr>
            <p:cNvPr id="35442" name="Group 338"/>
            <p:cNvGrpSpPr>
              <a:grpSpLocks/>
            </p:cNvGrpSpPr>
            <p:nvPr/>
          </p:nvGrpSpPr>
          <p:grpSpPr bwMode="auto">
            <a:xfrm>
              <a:off x="3336" y="1604"/>
              <a:ext cx="731" cy="537"/>
              <a:chOff x="1254" y="3284"/>
              <a:chExt cx="592" cy="453"/>
            </a:xfrm>
          </p:grpSpPr>
          <p:grpSp>
            <p:nvGrpSpPr>
              <p:cNvPr id="35660" name="Group 339"/>
              <p:cNvGrpSpPr>
                <a:grpSpLocks/>
              </p:cNvGrpSpPr>
              <p:nvPr/>
            </p:nvGrpSpPr>
            <p:grpSpPr bwMode="auto">
              <a:xfrm>
                <a:off x="1428" y="3284"/>
                <a:ext cx="244" cy="332"/>
                <a:chOff x="3080" y="1174"/>
                <a:chExt cx="276" cy="366"/>
              </a:xfrm>
            </p:grpSpPr>
            <p:sp>
              <p:nvSpPr>
                <p:cNvPr id="35662" name="Rectangle 340"/>
                <p:cNvSpPr>
                  <a:spLocks noChangeArrowheads="1"/>
                </p:cNvSpPr>
                <p:nvPr/>
              </p:nvSpPr>
              <p:spPr bwMode="auto">
                <a:xfrm>
                  <a:off x="3129" y="1174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663" name="Rectangle 341"/>
                <p:cNvSpPr>
                  <a:spLocks noChangeArrowheads="1"/>
                </p:cNvSpPr>
                <p:nvPr/>
              </p:nvSpPr>
              <p:spPr bwMode="auto">
                <a:xfrm>
                  <a:off x="3101" y="1212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5664" name="Group 342"/>
                <p:cNvGrpSpPr>
                  <a:grpSpLocks/>
                </p:cNvGrpSpPr>
                <p:nvPr/>
              </p:nvGrpSpPr>
              <p:grpSpPr bwMode="auto">
                <a:xfrm>
                  <a:off x="3080" y="1247"/>
                  <a:ext cx="223" cy="293"/>
                  <a:chOff x="3080" y="1247"/>
                  <a:chExt cx="223" cy="293"/>
                </a:xfrm>
              </p:grpSpPr>
              <p:sp>
                <p:nvSpPr>
                  <p:cNvPr id="35665" name="Freeform 343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66" name="Freeform 344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w 91"/>
                      <a:gd name="T21" fmla="*/ 121 h 12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91"/>
                      <a:gd name="T34" fmla="*/ 0 h 121"/>
                      <a:gd name="T35" fmla="*/ 91 w 91"/>
                      <a:gd name="T36" fmla="*/ 121 h 12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67" name="Freeform 345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68" name="Freeform 346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91"/>
                      <a:gd name="T31" fmla="*/ 0 h 121"/>
                      <a:gd name="T32" fmla="*/ 91 w 91"/>
                      <a:gd name="T33" fmla="*/ 121 h 12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5661" name="Rectangle 347"/>
              <p:cNvSpPr>
                <a:spLocks noChangeArrowheads="1"/>
              </p:cNvSpPr>
              <p:nvPr/>
            </p:nvSpPr>
            <p:spPr bwMode="auto">
              <a:xfrm>
                <a:off x="1254" y="3633"/>
                <a:ext cx="592" cy="10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84238" eaLnBrk="0" hangingPunct="0"/>
                <a:r>
                  <a:rPr lang="en-US" b="0">
                    <a:latin typeface="Arial Narrow" pitchFamily="34" charset="0"/>
                  </a:rPr>
                  <a:t>Contracted Work</a:t>
                </a:r>
              </a:p>
            </p:txBody>
          </p:sp>
        </p:grpSp>
        <p:grpSp>
          <p:nvGrpSpPr>
            <p:cNvPr id="35443" name="Group 348"/>
            <p:cNvGrpSpPr>
              <a:grpSpLocks/>
            </p:cNvGrpSpPr>
            <p:nvPr/>
          </p:nvGrpSpPr>
          <p:grpSpPr bwMode="auto">
            <a:xfrm>
              <a:off x="4018" y="2903"/>
              <a:ext cx="457" cy="580"/>
              <a:chOff x="3543" y="2349"/>
              <a:chExt cx="420" cy="538"/>
            </a:xfrm>
          </p:grpSpPr>
          <p:grpSp>
            <p:nvGrpSpPr>
              <p:cNvPr id="35445" name="Group 349"/>
              <p:cNvGrpSpPr>
                <a:grpSpLocks/>
              </p:cNvGrpSpPr>
              <p:nvPr/>
            </p:nvGrpSpPr>
            <p:grpSpPr bwMode="auto">
              <a:xfrm>
                <a:off x="3551" y="2349"/>
                <a:ext cx="355" cy="388"/>
                <a:chOff x="3563" y="2349"/>
                <a:chExt cx="355" cy="388"/>
              </a:xfrm>
            </p:grpSpPr>
            <p:grpSp>
              <p:nvGrpSpPr>
                <p:cNvPr id="35447" name="Group 350"/>
                <p:cNvGrpSpPr>
                  <a:grpSpLocks/>
                </p:cNvGrpSpPr>
                <p:nvPr/>
              </p:nvGrpSpPr>
              <p:grpSpPr bwMode="auto">
                <a:xfrm>
                  <a:off x="3563" y="2349"/>
                  <a:ext cx="355" cy="388"/>
                  <a:chOff x="3563" y="2349"/>
                  <a:chExt cx="355" cy="388"/>
                </a:xfrm>
              </p:grpSpPr>
              <p:sp>
                <p:nvSpPr>
                  <p:cNvPr id="35460" name="Freeform 351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78 w 85"/>
                      <a:gd name="T121" fmla="*/ 65 h 75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85"/>
                      <a:gd name="T184" fmla="*/ 0 h 75"/>
                      <a:gd name="T185" fmla="*/ 85 w 85"/>
                      <a:gd name="T186" fmla="*/ 75 h 75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  <a:close/>
                      </a:path>
                    </a:pathLst>
                  </a:custGeom>
                  <a:solidFill>
                    <a:srgbClr val="FF27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1" name="Freeform 352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85"/>
                      <a:gd name="T181" fmla="*/ 0 h 75"/>
                      <a:gd name="T182" fmla="*/ 85 w 85"/>
                      <a:gd name="T183" fmla="*/ 75 h 75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2" name="Freeform 353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  <a:close/>
                      </a:path>
                    </a:pathLst>
                  </a:custGeom>
                  <a:solidFill>
                    <a:srgbClr val="FFC28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3" name="Freeform 354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4" name="Freeform 355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5" name="Freeform 356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6" name="Freeform 357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7" name="Freeform 358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8" name="Freeform 359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9" name="Freeform 360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0" name="Freeform 361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1" name="Freeform 362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2" name="Freeform 363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w 346"/>
                      <a:gd name="T65" fmla="*/ 105 h 10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346"/>
                      <a:gd name="T100" fmla="*/ 0 h 105"/>
                      <a:gd name="T101" fmla="*/ 346 w 346"/>
                      <a:gd name="T102" fmla="*/ 105 h 10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3" name="Freeform 364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346"/>
                      <a:gd name="T97" fmla="*/ 0 h 105"/>
                      <a:gd name="T98" fmla="*/ 346 w 346"/>
                      <a:gd name="T99" fmla="*/ 105 h 10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4" name="Freeform 365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5" name="Freeform 366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6" name="Freeform 367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7" name="Freeform 368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8" name="Freeform 369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9" name="Freeform 370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0" name="Freeform 371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1" name="Freeform 372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2" name="Rectangle 373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3" name="Rectangle 374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4" name="Rectangle 37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5" name="Rectangle 376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6" name="Freeform 377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7" name="Freeform 378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8" name="Rectangle 379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9" name="Rectangle 380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0" name="Freeform 381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1" name="Freeform 382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2" name="Freeform 383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3" name="Freeform 384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4" name="Rectangle 38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5" name="Rectangle 386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6" name="Freeform 387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7" name="Freeform 388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8" name="Freeform 389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9" name="Freeform 390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0" name="Freeform 391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1" name="Freeform 392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2" name="Freeform 393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3" name="Freeform 394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4" name="Freeform 395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5" name="Freeform 396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6" name="Freeform 397"/>
                  <p:cNvSpPr>
                    <a:spLocks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custGeom>
                    <a:avLst/>
                    <a:gdLst>
                      <a:gd name="T0" fmla="*/ 0 w 25"/>
                      <a:gd name="T1" fmla="*/ 0 h 3"/>
                      <a:gd name="T2" fmla="*/ 0 w 25"/>
                      <a:gd name="T3" fmla="*/ 3 h 3"/>
                      <a:gd name="T4" fmla="*/ 25 w 25"/>
                      <a:gd name="T5" fmla="*/ 3 h 3"/>
                      <a:gd name="T6" fmla="*/ 25 w 25"/>
                      <a:gd name="T7" fmla="*/ 0 h 3"/>
                      <a:gd name="T8" fmla="*/ 0 w 25"/>
                      <a:gd name="T9" fmla="*/ 0 h 3"/>
                      <a:gd name="T10" fmla="*/ 0 w 25"/>
                      <a:gd name="T11" fmla="*/ 0 h 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"/>
                      <a:gd name="T19" fmla="*/ 0 h 3"/>
                      <a:gd name="T20" fmla="*/ 25 w 25"/>
                      <a:gd name="T21" fmla="*/ 3 h 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25" y="3"/>
                        </a:lnTo>
                        <a:lnTo>
                          <a:pt x="2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7" name="Rectangle 398"/>
                  <p:cNvSpPr>
                    <a:spLocks noChangeArrowheads="1"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8" name="Freeform 399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9" name="Freeform 400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0" name="Freeform 401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1" name="Freeform 402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2" name="Freeform 403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3" name="Freeform 404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4" name="Freeform 405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27 w 27"/>
                      <a:gd name="T47" fmla="*/ 125 h 12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27"/>
                      <a:gd name="T73" fmla="*/ 0 h 128"/>
                      <a:gd name="T74" fmla="*/ 27 w 27"/>
                      <a:gd name="T75" fmla="*/ 128 h 128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5" name="Freeform 406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6" name="Freeform 407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w 27"/>
                      <a:gd name="T51" fmla="*/ 0 h 7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27"/>
                      <a:gd name="T79" fmla="*/ 0 h 7"/>
                      <a:gd name="T80" fmla="*/ 27 w 27"/>
                      <a:gd name="T81" fmla="*/ 7 h 7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7" name="Freeform 408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8" name="Freeform 409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9" name="Freeform 410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0" name="Rectangle 411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1" name="Rectangle 412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2" name="Freeform 413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3" name="Freeform 414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4" name="Freeform 415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5" name="Freeform 416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6" name="Freeform 417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7" name="Freeform 418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8" name="Freeform 419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9" name="Freeform 420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0" name="Freeform 421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1" name="Freeform 422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2" name="Freeform 423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w 6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3"/>
                      <a:gd name="T17" fmla="*/ 6 w 6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3" name="Freeform 424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4" name="Rectangle 425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5" name="Rectangle 426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6" name="Freeform 427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7" name="Freeform 428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8" name="Freeform 429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9" name="Freeform 430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0" name="Freeform 431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1" name="Freeform 432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2" name="Freeform 433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3" name="Freeform 434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4" name="Freeform 435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5" name="Freeform 436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6" name="Freeform 437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7" name="Freeform 438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8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9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0" name="Freeform 441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1" name="Freeform 442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2" name="Freeform 443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3" name="Freeform 444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4" name="Freeform 445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5" name="Freeform 446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6" name="Freeform 447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7" name="Freeform 448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8" name="Freeform 449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9" name="Freeform 450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0" name="Freeform 451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1" name="Freeform 452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2" name="Freeform 453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3" name="Freeform 454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4" name="Freeform 455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5" name="Freeform 456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6" name="Freeform 457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7" name="Freeform 458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8" name="Freeform 459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9" name="Freeform 460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0" name="Freeform 461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25 w 37"/>
                      <a:gd name="T35" fmla="*/ 2 h 3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7"/>
                      <a:gd name="T55" fmla="*/ 0 h 31"/>
                      <a:gd name="T56" fmla="*/ 37 w 37"/>
                      <a:gd name="T57" fmla="*/ 31 h 3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1" name="Freeform 462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37"/>
                      <a:gd name="T52" fmla="*/ 0 h 31"/>
                      <a:gd name="T53" fmla="*/ 37 w 37"/>
                      <a:gd name="T54" fmla="*/ 31 h 3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2" name="Freeform 463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3" name="Freeform 464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4" name="Freeform 465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w 11"/>
                      <a:gd name="T9" fmla="*/ 9 h 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"/>
                      <a:gd name="T16" fmla="*/ 0 h 9"/>
                      <a:gd name="T17" fmla="*/ 11 w 11"/>
                      <a:gd name="T18" fmla="*/ 9 h 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5" name="Freeform 466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1"/>
                      <a:gd name="T13" fmla="*/ 0 h 9"/>
                      <a:gd name="T14" fmla="*/ 11 w 11"/>
                      <a:gd name="T15" fmla="*/ 9 h 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6" name="Freeform 467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7" name="Freeform 468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8" name="Freeform 469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28 w 30"/>
                      <a:gd name="T37" fmla="*/ 0 h 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0"/>
                      <a:gd name="T58" fmla="*/ 0 h 6"/>
                      <a:gd name="T59" fmla="*/ 30 w 30"/>
                      <a:gd name="T60" fmla="*/ 6 h 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9" name="Freeform 470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0" name="Freeform 471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1" name="Freeform 472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2" name="Freeform 473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3" name="Freeform 474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4" name="Freeform 475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5 w 31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1"/>
                      <a:gd name="T25" fmla="*/ 0 h 6"/>
                      <a:gd name="T26" fmla="*/ 31 w 3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5" name="Freeform 476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1"/>
                      <a:gd name="T22" fmla="*/ 0 h 6"/>
                      <a:gd name="T23" fmla="*/ 31 w 3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6" name="Freeform 477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7" name="Freeform 478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8" name="Freeform 479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9" name="Freeform 480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0" name="Freeform 481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1" name="Freeform 482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2" name="Freeform 483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3" name="Freeform 484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4" name="Freeform 485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5" name="Freeform 486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6" name="Freeform 487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7" name="Freeform 488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8" name="Freeform 489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9" name="Freeform 490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0" name="Freeform 491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1" name="Freeform 492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2" name="Freeform 493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3" name="Freeform 494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4" name="Freeform 495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5" name="Freeform 496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6" name="Freeform 497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7" name="Freeform 498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8" name="Freeform 499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9" name="Freeform 500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0" name="Freeform 501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1" name="Freeform 502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2" name="Freeform 503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3" name="Freeform 504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4" name="Freeform 505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5" name="Freeform 506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6" name="Line 50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7" name="Line 50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8" name="Line 50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9" name="Line 51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0" name="Line 5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1" name="Line 51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2" name="Line 51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3" name="Line 5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4" name="Line 5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5" name="Line 51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6" name="Line 51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7" name="Line 51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8" name="Line 5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9" name="Line 5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0" name="Line 52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1" name="Line 5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2" name="Line 5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3" name="Line 5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4" name="Line 5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5" name="Line 5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6" name="Line 5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7" name="Line 5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8" name="Line 5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9" name="Line 53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0" name="Line 53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1" name="Line 5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2" name="Line 5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3" name="Line 53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4" name="Line 53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5" name="Line 53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6" name="Line 53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7" name="Line 53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8" name="Freeform 539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9" name="Freeform 540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0" name="Line 54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1" name="Line 54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2" name="Line 5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3" name="Line 54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4" name="Line 54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5" name="Line 5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6" name="Line 5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7" name="Line 5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8" name="Line 5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9" name="Line 55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5448" name="Line 551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49" name="Line 552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0" name="Line 553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1" name="Line 554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2" name="Line 555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3" name="Line 556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4" name="Line 557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5" name="Line 558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6" name="Line 559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7" name="Line 560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8" name="Line 561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59" name="Line 562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5446" name="Rectangle 563"/>
              <p:cNvSpPr>
                <a:spLocks noChangeArrowheads="1"/>
              </p:cNvSpPr>
              <p:nvPr/>
            </p:nvSpPr>
            <p:spPr bwMode="auto">
              <a:xfrm>
                <a:off x="3543" y="2773"/>
                <a:ext cx="420" cy="11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84238" eaLnBrk="0" hangingPunct="0"/>
                <a:r>
                  <a:rPr lang="en-US" b="0">
                    <a:solidFill>
                      <a:srgbClr val="000000"/>
                    </a:solidFill>
                    <a:latin typeface="Arial Narrow" pitchFamily="34" charset="0"/>
                  </a:rPr>
                  <a:t>Data Bank</a:t>
                </a:r>
                <a:endParaRPr lang="en-US" b="0">
                  <a:latin typeface="Times New Roman" pitchFamily="18" charset="0"/>
                </a:endParaRPr>
              </a:p>
            </p:txBody>
          </p:sp>
        </p:grpSp>
        <p:sp>
          <p:nvSpPr>
            <p:cNvPr id="35444" name="Rectangle 564"/>
            <p:cNvSpPr>
              <a:spLocks noChangeArrowheads="1"/>
            </p:cNvSpPr>
            <p:nvPr/>
          </p:nvSpPr>
          <p:spPr bwMode="auto">
            <a:xfrm>
              <a:off x="2944" y="2195"/>
              <a:ext cx="1025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34825" name="Group 565"/>
          <p:cNvGrpSpPr>
            <a:grpSpLocks/>
          </p:cNvGrpSpPr>
          <p:nvPr/>
        </p:nvGrpSpPr>
        <p:grpSpPr bwMode="auto">
          <a:xfrm>
            <a:off x="3314700" y="2987675"/>
            <a:ext cx="2403475" cy="2881313"/>
            <a:chOff x="2199" y="2195"/>
            <a:chExt cx="1817" cy="1936"/>
          </a:xfrm>
        </p:grpSpPr>
        <p:sp>
          <p:nvSpPr>
            <p:cNvPr id="34880" name="Rectangle 566"/>
            <p:cNvSpPr>
              <a:spLocks noChangeArrowheads="1"/>
            </p:cNvSpPr>
            <p:nvPr/>
          </p:nvSpPr>
          <p:spPr bwMode="auto">
            <a:xfrm>
              <a:off x="2199" y="2846"/>
              <a:ext cx="1720" cy="643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881" name="Oval 567"/>
            <p:cNvSpPr>
              <a:spLocks noChangeArrowheads="1"/>
            </p:cNvSpPr>
            <p:nvPr/>
          </p:nvSpPr>
          <p:spPr bwMode="auto">
            <a:xfrm>
              <a:off x="2954" y="3389"/>
              <a:ext cx="210" cy="94"/>
            </a:xfrm>
            <a:prstGeom prst="ellipse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882" name="Rectangle 568"/>
            <p:cNvSpPr>
              <a:spLocks noChangeArrowheads="1"/>
            </p:cNvSpPr>
            <p:nvPr/>
          </p:nvSpPr>
          <p:spPr bwMode="auto">
            <a:xfrm>
              <a:off x="3014" y="2820"/>
              <a:ext cx="90" cy="57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883" name="Rectangle 569"/>
            <p:cNvSpPr>
              <a:spLocks noChangeArrowheads="1"/>
            </p:cNvSpPr>
            <p:nvPr/>
          </p:nvSpPr>
          <p:spPr bwMode="auto">
            <a:xfrm>
              <a:off x="2199" y="2200"/>
              <a:ext cx="1720" cy="644"/>
            </a:xfrm>
            <a:prstGeom prst="rect">
              <a:avLst/>
            </a:prstGeom>
            <a:solidFill>
              <a:srgbClr val="99FFCC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4884" name="Group 570"/>
            <p:cNvGrpSpPr>
              <a:grpSpLocks/>
            </p:cNvGrpSpPr>
            <p:nvPr/>
          </p:nvGrpSpPr>
          <p:grpSpPr bwMode="auto">
            <a:xfrm>
              <a:off x="2911" y="2322"/>
              <a:ext cx="298" cy="272"/>
              <a:chOff x="2528" y="1791"/>
              <a:chExt cx="326" cy="334"/>
            </a:xfrm>
          </p:grpSpPr>
          <p:grpSp>
            <p:nvGrpSpPr>
              <p:cNvPr id="35100" name="Group 571"/>
              <p:cNvGrpSpPr>
                <a:grpSpLocks/>
              </p:cNvGrpSpPr>
              <p:nvPr/>
            </p:nvGrpSpPr>
            <p:grpSpPr bwMode="auto">
              <a:xfrm>
                <a:off x="2616" y="1878"/>
                <a:ext cx="150" cy="247"/>
                <a:chOff x="2616" y="1878"/>
                <a:chExt cx="150" cy="247"/>
              </a:xfrm>
            </p:grpSpPr>
            <p:sp>
              <p:nvSpPr>
                <p:cNvPr id="35236" name="Freeform 572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37" name="Freeform 573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21" cy="23"/>
                </a:xfrm>
                <a:custGeom>
                  <a:avLst/>
                  <a:gdLst>
                    <a:gd name="T0" fmla="*/ 0 w 21"/>
                    <a:gd name="T1" fmla="*/ 8 h 23"/>
                    <a:gd name="T2" fmla="*/ 0 w 21"/>
                    <a:gd name="T3" fmla="*/ 8 h 23"/>
                    <a:gd name="T4" fmla="*/ 0 w 21"/>
                    <a:gd name="T5" fmla="*/ 6 h 23"/>
                    <a:gd name="T6" fmla="*/ 2 w 21"/>
                    <a:gd name="T7" fmla="*/ 2 h 23"/>
                    <a:gd name="T8" fmla="*/ 5 w 21"/>
                    <a:gd name="T9" fmla="*/ 0 h 23"/>
                    <a:gd name="T10" fmla="*/ 7 w 21"/>
                    <a:gd name="T11" fmla="*/ 0 h 23"/>
                    <a:gd name="T12" fmla="*/ 7 w 21"/>
                    <a:gd name="T13" fmla="*/ 23 h 23"/>
                    <a:gd name="T14" fmla="*/ 11 w 21"/>
                    <a:gd name="T15" fmla="*/ 22 h 23"/>
                    <a:gd name="T16" fmla="*/ 17 w 21"/>
                    <a:gd name="T17" fmla="*/ 18 h 23"/>
                    <a:gd name="T18" fmla="*/ 20 w 21"/>
                    <a:gd name="T19" fmla="*/ 13 h 23"/>
                    <a:gd name="T20" fmla="*/ 21 w 21"/>
                    <a:gd name="T21" fmla="*/ 8 h 23"/>
                    <a:gd name="T22" fmla="*/ 0 w 21"/>
                    <a:gd name="T23" fmla="*/ 8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3"/>
                    <a:gd name="T38" fmla="*/ 21 w 21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3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3"/>
                      </a:lnTo>
                      <a:lnTo>
                        <a:pt x="11" y="22"/>
                      </a:lnTo>
                      <a:lnTo>
                        <a:pt x="17" y="18"/>
                      </a:lnTo>
                      <a:lnTo>
                        <a:pt x="20" y="13"/>
                      </a:lnTo>
                      <a:lnTo>
                        <a:pt x="21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38" name="Freeform 574"/>
                <p:cNvSpPr>
                  <a:spLocks/>
                </p:cNvSpPr>
                <p:nvPr/>
              </p:nvSpPr>
              <p:spPr bwMode="auto">
                <a:xfrm>
                  <a:off x="2685" y="2095"/>
                  <a:ext cx="21" cy="22"/>
                </a:xfrm>
                <a:custGeom>
                  <a:avLst/>
                  <a:gdLst>
                    <a:gd name="T0" fmla="*/ 7 w 21"/>
                    <a:gd name="T1" fmla="*/ 22 h 22"/>
                    <a:gd name="T2" fmla="*/ 7 w 21"/>
                    <a:gd name="T3" fmla="*/ 22 h 22"/>
                    <a:gd name="T4" fmla="*/ 5 w 21"/>
                    <a:gd name="T5" fmla="*/ 22 h 22"/>
                    <a:gd name="T6" fmla="*/ 2 w 21"/>
                    <a:gd name="T7" fmla="*/ 20 h 22"/>
                    <a:gd name="T8" fmla="*/ 0 w 21"/>
                    <a:gd name="T9" fmla="*/ 17 h 22"/>
                    <a:gd name="T10" fmla="*/ 0 w 21"/>
                    <a:gd name="T11" fmla="*/ 15 h 22"/>
                    <a:gd name="T12" fmla="*/ 21 w 21"/>
                    <a:gd name="T13" fmla="*/ 15 h 22"/>
                    <a:gd name="T14" fmla="*/ 20 w 21"/>
                    <a:gd name="T15" fmla="*/ 9 h 22"/>
                    <a:gd name="T16" fmla="*/ 17 w 21"/>
                    <a:gd name="T17" fmla="*/ 4 h 22"/>
                    <a:gd name="T18" fmla="*/ 11 w 21"/>
                    <a:gd name="T19" fmla="*/ 1 h 22"/>
                    <a:gd name="T20" fmla="*/ 7 w 21"/>
                    <a:gd name="T21" fmla="*/ 0 h 22"/>
                    <a:gd name="T22" fmla="*/ 7 w 21"/>
                    <a:gd name="T23" fmla="*/ 22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2"/>
                    <a:gd name="T38" fmla="*/ 21 w 21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2">
                      <a:moveTo>
                        <a:pt x="7" y="22"/>
                      </a:moveTo>
                      <a:lnTo>
                        <a:pt x="7" y="22"/>
                      </a:lnTo>
                      <a:lnTo>
                        <a:pt x="5" y="22"/>
                      </a:lnTo>
                      <a:lnTo>
                        <a:pt x="2" y="20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21" y="15"/>
                      </a:lnTo>
                      <a:lnTo>
                        <a:pt x="20" y="9"/>
                      </a:lnTo>
                      <a:lnTo>
                        <a:pt x="17" y="4"/>
                      </a:lnTo>
                      <a:lnTo>
                        <a:pt x="11" y="1"/>
                      </a:lnTo>
                      <a:lnTo>
                        <a:pt x="7" y="0"/>
                      </a:lnTo>
                      <a:lnTo>
                        <a:pt x="7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39" name="Freeform 575"/>
                <p:cNvSpPr>
                  <a:spLocks/>
                </p:cNvSpPr>
                <p:nvPr/>
              </p:nvSpPr>
              <p:spPr bwMode="auto">
                <a:xfrm>
                  <a:off x="2677" y="2095"/>
                  <a:ext cx="23" cy="22"/>
                </a:xfrm>
                <a:custGeom>
                  <a:avLst/>
                  <a:gdLst>
                    <a:gd name="T0" fmla="*/ 23 w 23"/>
                    <a:gd name="T1" fmla="*/ 15 h 22"/>
                    <a:gd name="T2" fmla="*/ 23 w 23"/>
                    <a:gd name="T3" fmla="*/ 15 h 22"/>
                    <a:gd name="T4" fmla="*/ 23 w 23"/>
                    <a:gd name="T5" fmla="*/ 17 h 22"/>
                    <a:gd name="T6" fmla="*/ 21 w 23"/>
                    <a:gd name="T7" fmla="*/ 19 h 22"/>
                    <a:gd name="T8" fmla="*/ 17 w 23"/>
                    <a:gd name="T9" fmla="*/ 22 h 22"/>
                    <a:gd name="T10" fmla="*/ 15 w 23"/>
                    <a:gd name="T11" fmla="*/ 22 h 22"/>
                    <a:gd name="T12" fmla="*/ 15 w 23"/>
                    <a:gd name="T13" fmla="*/ 0 h 22"/>
                    <a:gd name="T14" fmla="*/ 10 w 23"/>
                    <a:gd name="T15" fmla="*/ 1 h 22"/>
                    <a:gd name="T16" fmla="*/ 3 w 23"/>
                    <a:gd name="T17" fmla="*/ 5 h 22"/>
                    <a:gd name="T18" fmla="*/ 1 w 23"/>
                    <a:gd name="T19" fmla="*/ 9 h 22"/>
                    <a:gd name="T20" fmla="*/ 0 w 23"/>
                    <a:gd name="T21" fmla="*/ 15 h 22"/>
                    <a:gd name="T22" fmla="*/ 23 w 23"/>
                    <a:gd name="T23" fmla="*/ 15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2"/>
                    <a:gd name="T38" fmla="*/ 23 w 23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2">
                      <a:moveTo>
                        <a:pt x="23" y="15"/>
                      </a:move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1" y="19"/>
                      </a:lnTo>
                      <a:lnTo>
                        <a:pt x="17" y="22"/>
                      </a:lnTo>
                      <a:lnTo>
                        <a:pt x="15" y="22"/>
                      </a:lnTo>
                      <a:lnTo>
                        <a:pt x="15" y="0"/>
                      </a:lnTo>
                      <a:lnTo>
                        <a:pt x="10" y="1"/>
                      </a:lnTo>
                      <a:lnTo>
                        <a:pt x="3" y="5"/>
                      </a:lnTo>
                      <a:lnTo>
                        <a:pt x="1" y="9"/>
                      </a:lnTo>
                      <a:lnTo>
                        <a:pt x="0" y="15"/>
                      </a:lnTo>
                      <a:lnTo>
                        <a:pt x="23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0" name="Freeform 576"/>
                <p:cNvSpPr>
                  <a:spLocks/>
                </p:cNvSpPr>
                <p:nvPr/>
              </p:nvSpPr>
              <p:spPr bwMode="auto">
                <a:xfrm>
                  <a:off x="2677" y="2102"/>
                  <a:ext cx="23" cy="23"/>
                </a:xfrm>
                <a:custGeom>
                  <a:avLst/>
                  <a:gdLst>
                    <a:gd name="T0" fmla="*/ 15 w 23"/>
                    <a:gd name="T1" fmla="*/ 0 h 23"/>
                    <a:gd name="T2" fmla="*/ 15 w 23"/>
                    <a:gd name="T3" fmla="*/ 0 h 23"/>
                    <a:gd name="T4" fmla="*/ 17 w 23"/>
                    <a:gd name="T5" fmla="*/ 0 h 23"/>
                    <a:gd name="T6" fmla="*/ 21 w 23"/>
                    <a:gd name="T7" fmla="*/ 4 h 23"/>
                    <a:gd name="T8" fmla="*/ 23 w 23"/>
                    <a:gd name="T9" fmla="*/ 6 h 23"/>
                    <a:gd name="T10" fmla="*/ 23 w 23"/>
                    <a:gd name="T11" fmla="*/ 8 h 23"/>
                    <a:gd name="T12" fmla="*/ 0 w 23"/>
                    <a:gd name="T13" fmla="*/ 8 h 23"/>
                    <a:gd name="T14" fmla="*/ 1 w 23"/>
                    <a:gd name="T15" fmla="*/ 13 h 23"/>
                    <a:gd name="T16" fmla="*/ 3 w 23"/>
                    <a:gd name="T17" fmla="*/ 17 h 23"/>
                    <a:gd name="T18" fmla="*/ 10 w 23"/>
                    <a:gd name="T19" fmla="*/ 22 h 23"/>
                    <a:gd name="T20" fmla="*/ 15 w 23"/>
                    <a:gd name="T21" fmla="*/ 23 h 23"/>
                    <a:gd name="T22" fmla="*/ 15 w 23"/>
                    <a:gd name="T23" fmla="*/ 0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3"/>
                    <a:gd name="T38" fmla="*/ 23 w 23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3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21" y="4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0" y="8"/>
                      </a:lnTo>
                      <a:lnTo>
                        <a:pt x="1" y="13"/>
                      </a:lnTo>
                      <a:lnTo>
                        <a:pt x="3" y="17"/>
                      </a:lnTo>
                      <a:lnTo>
                        <a:pt x="10" y="22"/>
                      </a:lnTo>
                      <a:lnTo>
                        <a:pt x="15" y="2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1" name="Freeform 577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2" name="Freeform 578"/>
                <p:cNvSpPr>
                  <a:spLocks/>
                </p:cNvSpPr>
                <p:nvPr/>
              </p:nvSpPr>
              <p:spPr bwMode="auto">
                <a:xfrm>
                  <a:off x="2691" y="2110"/>
                  <a:ext cx="9" cy="7"/>
                </a:xfrm>
                <a:custGeom>
                  <a:avLst/>
                  <a:gdLst>
                    <a:gd name="T0" fmla="*/ 0 w 9"/>
                    <a:gd name="T1" fmla="*/ 0 h 7"/>
                    <a:gd name="T2" fmla="*/ 0 w 9"/>
                    <a:gd name="T3" fmla="*/ 0 h 7"/>
                    <a:gd name="T4" fmla="*/ 0 w 9"/>
                    <a:gd name="T5" fmla="*/ 0 h 7"/>
                    <a:gd name="T6" fmla="*/ 0 w 9"/>
                    <a:gd name="T7" fmla="*/ 0 h 7"/>
                    <a:gd name="T8" fmla="*/ 0 w 9"/>
                    <a:gd name="T9" fmla="*/ 7 h 7"/>
                    <a:gd name="T10" fmla="*/ 3 w 9"/>
                    <a:gd name="T11" fmla="*/ 6 h 7"/>
                    <a:gd name="T12" fmla="*/ 7 w 9"/>
                    <a:gd name="T13" fmla="*/ 5 h 7"/>
                    <a:gd name="T14" fmla="*/ 8 w 9"/>
                    <a:gd name="T15" fmla="*/ 3 h 7"/>
                    <a:gd name="T16" fmla="*/ 9 w 9"/>
                    <a:gd name="T17" fmla="*/ 0 h 7"/>
                    <a:gd name="T18" fmla="*/ 0 w 9"/>
                    <a:gd name="T19" fmla="*/ 0 h 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7"/>
                    <a:gd name="T32" fmla="*/ 9 w 9"/>
                    <a:gd name="T33" fmla="*/ 7 h 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" y="6"/>
                      </a:lnTo>
                      <a:lnTo>
                        <a:pt x="7" y="5"/>
                      </a:lnTo>
                      <a:lnTo>
                        <a:pt x="8" y="3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3" name="Freeform 579"/>
                <p:cNvSpPr>
                  <a:spLocks/>
                </p:cNvSpPr>
                <p:nvPr/>
              </p:nvSpPr>
              <p:spPr bwMode="auto">
                <a:xfrm>
                  <a:off x="2691" y="2102"/>
                  <a:ext cx="9" cy="8"/>
                </a:xfrm>
                <a:custGeom>
                  <a:avLst/>
                  <a:gdLst>
                    <a:gd name="T0" fmla="*/ 0 w 9"/>
                    <a:gd name="T1" fmla="*/ 8 h 8"/>
                    <a:gd name="T2" fmla="*/ 0 w 9"/>
                    <a:gd name="T3" fmla="*/ 8 h 8"/>
                    <a:gd name="T4" fmla="*/ 0 w 9"/>
                    <a:gd name="T5" fmla="*/ 8 h 8"/>
                    <a:gd name="T6" fmla="*/ 0 w 9"/>
                    <a:gd name="T7" fmla="*/ 8 h 8"/>
                    <a:gd name="T8" fmla="*/ 9 w 9"/>
                    <a:gd name="T9" fmla="*/ 8 h 8"/>
                    <a:gd name="T10" fmla="*/ 8 w 9"/>
                    <a:gd name="T11" fmla="*/ 5 h 8"/>
                    <a:gd name="T12" fmla="*/ 7 w 9"/>
                    <a:gd name="T13" fmla="*/ 2 h 8"/>
                    <a:gd name="T14" fmla="*/ 3 w 9"/>
                    <a:gd name="T15" fmla="*/ 1 h 8"/>
                    <a:gd name="T16" fmla="*/ 0 w 9"/>
                    <a:gd name="T17" fmla="*/ 0 h 8"/>
                    <a:gd name="T18" fmla="*/ 0 w 9"/>
                    <a:gd name="T19" fmla="*/ 8 h 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8"/>
                    <a:gd name="T32" fmla="*/ 9 w 9"/>
                    <a:gd name="T33" fmla="*/ 8 h 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9" y="8"/>
                      </a:lnTo>
                      <a:lnTo>
                        <a:pt x="8" y="5"/>
                      </a:lnTo>
                      <a:lnTo>
                        <a:pt x="7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4" name="Freeform 580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7" cy="8"/>
                </a:xfrm>
                <a:custGeom>
                  <a:avLst/>
                  <a:gdLst>
                    <a:gd name="T0" fmla="*/ 7 w 7"/>
                    <a:gd name="T1" fmla="*/ 8 h 8"/>
                    <a:gd name="T2" fmla="*/ 7 w 7"/>
                    <a:gd name="T3" fmla="*/ 8 h 8"/>
                    <a:gd name="T4" fmla="*/ 7 w 7"/>
                    <a:gd name="T5" fmla="*/ 7 h 8"/>
                    <a:gd name="T6" fmla="*/ 6 w 7"/>
                    <a:gd name="T7" fmla="*/ 8 h 8"/>
                    <a:gd name="T8" fmla="*/ 7 w 7"/>
                    <a:gd name="T9" fmla="*/ 8 h 8"/>
                    <a:gd name="T10" fmla="*/ 7 w 7"/>
                    <a:gd name="T11" fmla="*/ 0 h 8"/>
                    <a:gd name="T12" fmla="*/ 4 w 7"/>
                    <a:gd name="T13" fmla="*/ 1 h 8"/>
                    <a:gd name="T14" fmla="*/ 2 w 7"/>
                    <a:gd name="T15" fmla="*/ 2 h 8"/>
                    <a:gd name="T16" fmla="*/ 1 w 7"/>
                    <a:gd name="T17" fmla="*/ 5 h 8"/>
                    <a:gd name="T18" fmla="*/ 0 w 7"/>
                    <a:gd name="T19" fmla="*/ 8 h 8"/>
                    <a:gd name="T20" fmla="*/ 7 w 7"/>
                    <a:gd name="T21" fmla="*/ 8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8"/>
                    <a:gd name="T35" fmla="*/ 7 w 7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8">
                      <a:moveTo>
                        <a:pt x="7" y="8"/>
                      </a:moveTo>
                      <a:lnTo>
                        <a:pt x="7" y="8"/>
                      </a:lnTo>
                      <a:lnTo>
                        <a:pt x="7" y="7"/>
                      </a:lnTo>
                      <a:lnTo>
                        <a:pt x="6" y="8"/>
                      </a:lnTo>
                      <a:lnTo>
                        <a:pt x="7" y="8"/>
                      </a:lnTo>
                      <a:lnTo>
                        <a:pt x="7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5" name="Freeform 581"/>
                <p:cNvSpPr>
                  <a:spLocks/>
                </p:cNvSpPr>
                <p:nvPr/>
              </p:nvSpPr>
              <p:spPr bwMode="auto">
                <a:xfrm>
                  <a:off x="2685" y="2110"/>
                  <a:ext cx="7" cy="7"/>
                </a:xfrm>
                <a:custGeom>
                  <a:avLst/>
                  <a:gdLst>
                    <a:gd name="T0" fmla="*/ 7 w 7"/>
                    <a:gd name="T1" fmla="*/ 0 h 7"/>
                    <a:gd name="T2" fmla="*/ 7 w 7"/>
                    <a:gd name="T3" fmla="*/ 0 h 7"/>
                    <a:gd name="T4" fmla="*/ 6 w 7"/>
                    <a:gd name="T5" fmla="*/ 0 h 7"/>
                    <a:gd name="T6" fmla="*/ 7 w 7"/>
                    <a:gd name="T7" fmla="*/ 1 h 7"/>
                    <a:gd name="T8" fmla="*/ 7 w 7"/>
                    <a:gd name="T9" fmla="*/ 0 h 7"/>
                    <a:gd name="T10" fmla="*/ 0 w 7"/>
                    <a:gd name="T11" fmla="*/ 0 h 7"/>
                    <a:gd name="T12" fmla="*/ 1 w 7"/>
                    <a:gd name="T13" fmla="*/ 3 h 7"/>
                    <a:gd name="T14" fmla="*/ 2 w 7"/>
                    <a:gd name="T15" fmla="*/ 5 h 7"/>
                    <a:gd name="T16" fmla="*/ 4 w 7"/>
                    <a:gd name="T17" fmla="*/ 6 h 7"/>
                    <a:gd name="T18" fmla="*/ 7 w 7"/>
                    <a:gd name="T19" fmla="*/ 7 h 7"/>
                    <a:gd name="T20" fmla="*/ 7 w 7"/>
                    <a:gd name="T21" fmla="*/ 0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7"/>
                    <a:gd name="T35" fmla="*/ 7 w 7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7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7" y="7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6" name="Freeform 582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7" name="Freeform 583"/>
                <p:cNvSpPr>
                  <a:spLocks/>
                </p:cNvSpPr>
                <p:nvPr/>
              </p:nvSpPr>
              <p:spPr bwMode="auto">
                <a:xfrm>
                  <a:off x="2704" y="1992"/>
                  <a:ext cx="41" cy="61"/>
                </a:xfrm>
                <a:custGeom>
                  <a:avLst/>
                  <a:gdLst>
                    <a:gd name="T0" fmla="*/ 28 w 41"/>
                    <a:gd name="T1" fmla="*/ 0 h 61"/>
                    <a:gd name="T2" fmla="*/ 28 w 41"/>
                    <a:gd name="T3" fmla="*/ 0 h 61"/>
                    <a:gd name="T4" fmla="*/ 26 w 41"/>
                    <a:gd name="T5" fmla="*/ 3 h 61"/>
                    <a:gd name="T6" fmla="*/ 21 w 41"/>
                    <a:gd name="T7" fmla="*/ 7 h 61"/>
                    <a:gd name="T8" fmla="*/ 17 w 41"/>
                    <a:gd name="T9" fmla="*/ 12 h 61"/>
                    <a:gd name="T10" fmla="*/ 12 w 41"/>
                    <a:gd name="T11" fmla="*/ 18 h 61"/>
                    <a:gd name="T12" fmla="*/ 7 w 41"/>
                    <a:gd name="T13" fmla="*/ 27 h 61"/>
                    <a:gd name="T14" fmla="*/ 3 w 41"/>
                    <a:gd name="T15" fmla="*/ 37 h 61"/>
                    <a:gd name="T16" fmla="*/ 1 w 41"/>
                    <a:gd name="T17" fmla="*/ 48 h 61"/>
                    <a:gd name="T18" fmla="*/ 0 w 41"/>
                    <a:gd name="T19" fmla="*/ 61 h 61"/>
                    <a:gd name="T20" fmla="*/ 18 w 41"/>
                    <a:gd name="T21" fmla="*/ 61 h 61"/>
                    <a:gd name="T22" fmla="*/ 18 w 41"/>
                    <a:gd name="T23" fmla="*/ 50 h 61"/>
                    <a:gd name="T24" fmla="*/ 20 w 41"/>
                    <a:gd name="T25" fmla="*/ 41 h 61"/>
                    <a:gd name="T26" fmla="*/ 23 w 41"/>
                    <a:gd name="T27" fmla="*/ 34 h 61"/>
                    <a:gd name="T28" fmla="*/ 27 w 41"/>
                    <a:gd name="T29" fmla="*/ 28 h 61"/>
                    <a:gd name="T30" fmla="*/ 31 w 41"/>
                    <a:gd name="T31" fmla="*/ 23 h 61"/>
                    <a:gd name="T32" fmla="*/ 34 w 41"/>
                    <a:gd name="T33" fmla="*/ 20 h 61"/>
                    <a:gd name="T34" fmla="*/ 37 w 41"/>
                    <a:gd name="T35" fmla="*/ 15 h 61"/>
                    <a:gd name="T36" fmla="*/ 41 w 41"/>
                    <a:gd name="T37" fmla="*/ 13 h 61"/>
                    <a:gd name="T38" fmla="*/ 28 w 41"/>
                    <a:gd name="T39" fmla="*/ 0 h 6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41"/>
                    <a:gd name="T61" fmla="*/ 0 h 61"/>
                    <a:gd name="T62" fmla="*/ 41 w 41"/>
                    <a:gd name="T63" fmla="*/ 61 h 6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41" h="61">
                      <a:moveTo>
                        <a:pt x="28" y="0"/>
                      </a:moveTo>
                      <a:lnTo>
                        <a:pt x="28" y="0"/>
                      </a:lnTo>
                      <a:lnTo>
                        <a:pt x="26" y="3"/>
                      </a:lnTo>
                      <a:lnTo>
                        <a:pt x="21" y="7"/>
                      </a:lnTo>
                      <a:lnTo>
                        <a:pt x="17" y="12"/>
                      </a:lnTo>
                      <a:lnTo>
                        <a:pt x="12" y="18"/>
                      </a:lnTo>
                      <a:lnTo>
                        <a:pt x="7" y="27"/>
                      </a:lnTo>
                      <a:lnTo>
                        <a:pt x="3" y="37"/>
                      </a:lnTo>
                      <a:lnTo>
                        <a:pt x="1" y="48"/>
                      </a:lnTo>
                      <a:lnTo>
                        <a:pt x="0" y="61"/>
                      </a:lnTo>
                      <a:lnTo>
                        <a:pt x="18" y="61"/>
                      </a:lnTo>
                      <a:lnTo>
                        <a:pt x="18" y="50"/>
                      </a:lnTo>
                      <a:lnTo>
                        <a:pt x="20" y="41"/>
                      </a:lnTo>
                      <a:lnTo>
                        <a:pt x="23" y="34"/>
                      </a:lnTo>
                      <a:lnTo>
                        <a:pt x="27" y="28"/>
                      </a:lnTo>
                      <a:lnTo>
                        <a:pt x="31" y="23"/>
                      </a:lnTo>
                      <a:lnTo>
                        <a:pt x="34" y="20"/>
                      </a:lnTo>
                      <a:lnTo>
                        <a:pt x="37" y="15"/>
                      </a:lnTo>
                      <a:lnTo>
                        <a:pt x="41" y="13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8" name="Freeform 584"/>
                <p:cNvSpPr>
                  <a:spLocks/>
                </p:cNvSpPr>
                <p:nvPr/>
              </p:nvSpPr>
              <p:spPr bwMode="auto">
                <a:xfrm>
                  <a:off x="2733" y="1953"/>
                  <a:ext cx="33" cy="52"/>
                </a:xfrm>
                <a:custGeom>
                  <a:avLst/>
                  <a:gdLst>
                    <a:gd name="T0" fmla="*/ 15 w 33"/>
                    <a:gd name="T1" fmla="*/ 0 h 52"/>
                    <a:gd name="T2" fmla="*/ 15 w 33"/>
                    <a:gd name="T3" fmla="*/ 0 h 52"/>
                    <a:gd name="T4" fmla="*/ 15 w 33"/>
                    <a:gd name="T5" fmla="*/ 5 h 52"/>
                    <a:gd name="T6" fmla="*/ 14 w 33"/>
                    <a:gd name="T7" fmla="*/ 12 h 52"/>
                    <a:gd name="T8" fmla="*/ 13 w 33"/>
                    <a:gd name="T9" fmla="*/ 17 h 52"/>
                    <a:gd name="T10" fmla="*/ 10 w 33"/>
                    <a:gd name="T11" fmla="*/ 22 h 52"/>
                    <a:gd name="T12" fmla="*/ 9 w 33"/>
                    <a:gd name="T13" fmla="*/ 26 h 52"/>
                    <a:gd name="T14" fmla="*/ 6 w 33"/>
                    <a:gd name="T15" fmla="*/ 32 h 52"/>
                    <a:gd name="T16" fmla="*/ 3 w 33"/>
                    <a:gd name="T17" fmla="*/ 36 h 52"/>
                    <a:gd name="T18" fmla="*/ 0 w 33"/>
                    <a:gd name="T19" fmla="*/ 39 h 52"/>
                    <a:gd name="T20" fmla="*/ 12 w 33"/>
                    <a:gd name="T21" fmla="*/ 52 h 52"/>
                    <a:gd name="T22" fmla="*/ 17 w 33"/>
                    <a:gd name="T23" fmla="*/ 47 h 52"/>
                    <a:gd name="T24" fmla="*/ 21 w 33"/>
                    <a:gd name="T25" fmla="*/ 41 h 52"/>
                    <a:gd name="T26" fmla="*/ 24 w 33"/>
                    <a:gd name="T27" fmla="*/ 35 h 52"/>
                    <a:gd name="T28" fmla="*/ 28 w 33"/>
                    <a:gd name="T29" fmla="*/ 29 h 52"/>
                    <a:gd name="T30" fmla="*/ 30 w 33"/>
                    <a:gd name="T31" fmla="*/ 21 h 52"/>
                    <a:gd name="T32" fmla="*/ 31 w 33"/>
                    <a:gd name="T33" fmla="*/ 15 h 52"/>
                    <a:gd name="T34" fmla="*/ 32 w 33"/>
                    <a:gd name="T35" fmla="*/ 7 h 52"/>
                    <a:gd name="T36" fmla="*/ 33 w 33"/>
                    <a:gd name="T37" fmla="*/ 0 h 52"/>
                    <a:gd name="T38" fmla="*/ 15 w 33"/>
                    <a:gd name="T39" fmla="*/ 0 h 5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3"/>
                    <a:gd name="T61" fmla="*/ 0 h 52"/>
                    <a:gd name="T62" fmla="*/ 33 w 33"/>
                    <a:gd name="T63" fmla="*/ 52 h 5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3" h="52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4" y="12"/>
                      </a:lnTo>
                      <a:lnTo>
                        <a:pt x="13" y="17"/>
                      </a:lnTo>
                      <a:lnTo>
                        <a:pt x="10" y="22"/>
                      </a:lnTo>
                      <a:lnTo>
                        <a:pt x="9" y="26"/>
                      </a:lnTo>
                      <a:lnTo>
                        <a:pt x="6" y="32"/>
                      </a:lnTo>
                      <a:lnTo>
                        <a:pt x="3" y="36"/>
                      </a:lnTo>
                      <a:lnTo>
                        <a:pt x="0" y="39"/>
                      </a:lnTo>
                      <a:lnTo>
                        <a:pt x="12" y="52"/>
                      </a:lnTo>
                      <a:lnTo>
                        <a:pt x="17" y="47"/>
                      </a:lnTo>
                      <a:lnTo>
                        <a:pt x="21" y="41"/>
                      </a:lnTo>
                      <a:lnTo>
                        <a:pt x="24" y="35"/>
                      </a:lnTo>
                      <a:lnTo>
                        <a:pt x="28" y="29"/>
                      </a:lnTo>
                      <a:lnTo>
                        <a:pt x="30" y="21"/>
                      </a:lnTo>
                      <a:lnTo>
                        <a:pt x="31" y="15"/>
                      </a:lnTo>
                      <a:lnTo>
                        <a:pt x="32" y="7"/>
                      </a:lnTo>
                      <a:lnTo>
                        <a:pt x="33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49" name="Freeform 585"/>
                <p:cNvSpPr>
                  <a:spLocks/>
                </p:cNvSpPr>
                <p:nvPr/>
              </p:nvSpPr>
              <p:spPr bwMode="auto">
                <a:xfrm>
                  <a:off x="2691" y="1878"/>
                  <a:ext cx="75" cy="75"/>
                </a:xfrm>
                <a:custGeom>
                  <a:avLst/>
                  <a:gdLst>
                    <a:gd name="T0" fmla="*/ 0 w 75"/>
                    <a:gd name="T1" fmla="*/ 18 h 75"/>
                    <a:gd name="T2" fmla="*/ 0 w 75"/>
                    <a:gd name="T3" fmla="*/ 18 h 75"/>
                    <a:gd name="T4" fmla="*/ 7 w 75"/>
                    <a:gd name="T5" fmla="*/ 18 h 75"/>
                    <a:gd name="T6" fmla="*/ 12 w 75"/>
                    <a:gd name="T7" fmla="*/ 19 h 75"/>
                    <a:gd name="T8" fmla="*/ 17 w 75"/>
                    <a:gd name="T9" fmla="*/ 20 h 75"/>
                    <a:gd name="T10" fmla="*/ 21 w 75"/>
                    <a:gd name="T11" fmla="*/ 22 h 75"/>
                    <a:gd name="T12" fmla="*/ 27 w 75"/>
                    <a:gd name="T13" fmla="*/ 25 h 75"/>
                    <a:gd name="T14" fmla="*/ 32 w 75"/>
                    <a:gd name="T15" fmla="*/ 28 h 75"/>
                    <a:gd name="T16" fmla="*/ 36 w 75"/>
                    <a:gd name="T17" fmla="*/ 31 h 75"/>
                    <a:gd name="T18" fmla="*/ 41 w 75"/>
                    <a:gd name="T19" fmla="*/ 34 h 75"/>
                    <a:gd name="T20" fmla="*/ 44 w 75"/>
                    <a:gd name="T21" fmla="*/ 38 h 75"/>
                    <a:gd name="T22" fmla="*/ 47 w 75"/>
                    <a:gd name="T23" fmla="*/ 43 h 75"/>
                    <a:gd name="T24" fmla="*/ 50 w 75"/>
                    <a:gd name="T25" fmla="*/ 47 h 75"/>
                    <a:gd name="T26" fmla="*/ 52 w 75"/>
                    <a:gd name="T27" fmla="*/ 52 h 75"/>
                    <a:gd name="T28" fmla="*/ 55 w 75"/>
                    <a:gd name="T29" fmla="*/ 58 h 75"/>
                    <a:gd name="T30" fmla="*/ 56 w 75"/>
                    <a:gd name="T31" fmla="*/ 63 h 75"/>
                    <a:gd name="T32" fmla="*/ 57 w 75"/>
                    <a:gd name="T33" fmla="*/ 68 h 75"/>
                    <a:gd name="T34" fmla="*/ 57 w 75"/>
                    <a:gd name="T35" fmla="*/ 75 h 75"/>
                    <a:gd name="T36" fmla="*/ 75 w 75"/>
                    <a:gd name="T37" fmla="*/ 75 h 75"/>
                    <a:gd name="T38" fmla="*/ 74 w 75"/>
                    <a:gd name="T39" fmla="*/ 67 h 75"/>
                    <a:gd name="T40" fmla="*/ 73 w 75"/>
                    <a:gd name="T41" fmla="*/ 60 h 75"/>
                    <a:gd name="T42" fmla="*/ 72 w 75"/>
                    <a:gd name="T43" fmla="*/ 52 h 75"/>
                    <a:gd name="T44" fmla="*/ 69 w 75"/>
                    <a:gd name="T45" fmla="*/ 46 h 75"/>
                    <a:gd name="T46" fmla="*/ 65 w 75"/>
                    <a:gd name="T47" fmla="*/ 39 h 75"/>
                    <a:gd name="T48" fmla="*/ 62 w 75"/>
                    <a:gd name="T49" fmla="*/ 33 h 75"/>
                    <a:gd name="T50" fmla="*/ 58 w 75"/>
                    <a:gd name="T51" fmla="*/ 28 h 75"/>
                    <a:gd name="T52" fmla="*/ 52 w 75"/>
                    <a:gd name="T53" fmla="*/ 22 h 75"/>
                    <a:gd name="T54" fmla="*/ 47 w 75"/>
                    <a:gd name="T55" fmla="*/ 17 h 75"/>
                    <a:gd name="T56" fmla="*/ 42 w 75"/>
                    <a:gd name="T57" fmla="*/ 13 h 75"/>
                    <a:gd name="T58" fmla="*/ 35 w 75"/>
                    <a:gd name="T59" fmla="*/ 10 h 75"/>
                    <a:gd name="T60" fmla="*/ 29 w 75"/>
                    <a:gd name="T61" fmla="*/ 6 h 75"/>
                    <a:gd name="T62" fmla="*/ 23 w 75"/>
                    <a:gd name="T63" fmla="*/ 3 h 75"/>
                    <a:gd name="T64" fmla="*/ 15 w 75"/>
                    <a:gd name="T65" fmla="*/ 1 h 75"/>
                    <a:gd name="T66" fmla="*/ 8 w 75"/>
                    <a:gd name="T67" fmla="*/ 1 h 75"/>
                    <a:gd name="T68" fmla="*/ 0 w 75"/>
                    <a:gd name="T69" fmla="*/ 0 h 75"/>
                    <a:gd name="T70" fmla="*/ 0 w 75"/>
                    <a:gd name="T71" fmla="*/ 18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7" y="18"/>
                      </a:lnTo>
                      <a:lnTo>
                        <a:pt x="12" y="19"/>
                      </a:lnTo>
                      <a:lnTo>
                        <a:pt x="17" y="20"/>
                      </a:lnTo>
                      <a:lnTo>
                        <a:pt x="21" y="22"/>
                      </a:lnTo>
                      <a:lnTo>
                        <a:pt x="27" y="25"/>
                      </a:lnTo>
                      <a:lnTo>
                        <a:pt x="32" y="28"/>
                      </a:lnTo>
                      <a:lnTo>
                        <a:pt x="36" y="31"/>
                      </a:lnTo>
                      <a:lnTo>
                        <a:pt x="41" y="34"/>
                      </a:lnTo>
                      <a:lnTo>
                        <a:pt x="44" y="38"/>
                      </a:lnTo>
                      <a:lnTo>
                        <a:pt x="47" y="43"/>
                      </a:lnTo>
                      <a:lnTo>
                        <a:pt x="50" y="47"/>
                      </a:lnTo>
                      <a:lnTo>
                        <a:pt x="52" y="52"/>
                      </a:lnTo>
                      <a:lnTo>
                        <a:pt x="55" y="58"/>
                      </a:lnTo>
                      <a:lnTo>
                        <a:pt x="56" y="63"/>
                      </a:lnTo>
                      <a:lnTo>
                        <a:pt x="57" y="68"/>
                      </a:lnTo>
                      <a:lnTo>
                        <a:pt x="57" y="75"/>
                      </a:lnTo>
                      <a:lnTo>
                        <a:pt x="75" y="75"/>
                      </a:lnTo>
                      <a:lnTo>
                        <a:pt x="74" y="67"/>
                      </a:lnTo>
                      <a:lnTo>
                        <a:pt x="73" y="60"/>
                      </a:lnTo>
                      <a:lnTo>
                        <a:pt x="72" y="52"/>
                      </a:lnTo>
                      <a:lnTo>
                        <a:pt x="69" y="46"/>
                      </a:lnTo>
                      <a:lnTo>
                        <a:pt x="65" y="39"/>
                      </a:lnTo>
                      <a:lnTo>
                        <a:pt x="62" y="33"/>
                      </a:lnTo>
                      <a:lnTo>
                        <a:pt x="58" y="28"/>
                      </a:lnTo>
                      <a:lnTo>
                        <a:pt x="52" y="22"/>
                      </a:lnTo>
                      <a:lnTo>
                        <a:pt x="47" y="17"/>
                      </a:lnTo>
                      <a:lnTo>
                        <a:pt x="42" y="13"/>
                      </a:lnTo>
                      <a:lnTo>
                        <a:pt x="35" y="10"/>
                      </a:lnTo>
                      <a:lnTo>
                        <a:pt x="29" y="6"/>
                      </a:lnTo>
                      <a:lnTo>
                        <a:pt x="23" y="3"/>
                      </a:lnTo>
                      <a:lnTo>
                        <a:pt x="15" y="1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0" name="Freeform 586"/>
                <p:cNvSpPr>
                  <a:spLocks/>
                </p:cNvSpPr>
                <p:nvPr/>
              </p:nvSpPr>
              <p:spPr bwMode="auto">
                <a:xfrm>
                  <a:off x="2616" y="1878"/>
                  <a:ext cx="75" cy="75"/>
                </a:xfrm>
                <a:custGeom>
                  <a:avLst/>
                  <a:gdLst>
                    <a:gd name="T0" fmla="*/ 18 w 75"/>
                    <a:gd name="T1" fmla="*/ 75 h 75"/>
                    <a:gd name="T2" fmla="*/ 18 w 75"/>
                    <a:gd name="T3" fmla="*/ 75 h 75"/>
                    <a:gd name="T4" fmla="*/ 18 w 75"/>
                    <a:gd name="T5" fmla="*/ 68 h 75"/>
                    <a:gd name="T6" fmla="*/ 20 w 75"/>
                    <a:gd name="T7" fmla="*/ 63 h 75"/>
                    <a:gd name="T8" fmla="*/ 21 w 75"/>
                    <a:gd name="T9" fmla="*/ 58 h 75"/>
                    <a:gd name="T10" fmla="*/ 23 w 75"/>
                    <a:gd name="T11" fmla="*/ 52 h 75"/>
                    <a:gd name="T12" fmla="*/ 25 w 75"/>
                    <a:gd name="T13" fmla="*/ 47 h 75"/>
                    <a:gd name="T14" fmla="*/ 28 w 75"/>
                    <a:gd name="T15" fmla="*/ 43 h 75"/>
                    <a:gd name="T16" fmla="*/ 31 w 75"/>
                    <a:gd name="T17" fmla="*/ 38 h 75"/>
                    <a:gd name="T18" fmla="*/ 36 w 75"/>
                    <a:gd name="T19" fmla="*/ 34 h 75"/>
                    <a:gd name="T20" fmla="*/ 39 w 75"/>
                    <a:gd name="T21" fmla="*/ 31 h 75"/>
                    <a:gd name="T22" fmla="*/ 43 w 75"/>
                    <a:gd name="T23" fmla="*/ 28 h 75"/>
                    <a:gd name="T24" fmla="*/ 48 w 75"/>
                    <a:gd name="T25" fmla="*/ 25 h 75"/>
                    <a:gd name="T26" fmla="*/ 53 w 75"/>
                    <a:gd name="T27" fmla="*/ 22 h 75"/>
                    <a:gd name="T28" fmla="*/ 58 w 75"/>
                    <a:gd name="T29" fmla="*/ 20 h 75"/>
                    <a:gd name="T30" fmla="*/ 63 w 75"/>
                    <a:gd name="T31" fmla="*/ 19 h 75"/>
                    <a:gd name="T32" fmla="*/ 69 w 75"/>
                    <a:gd name="T33" fmla="*/ 18 h 75"/>
                    <a:gd name="T34" fmla="*/ 75 w 75"/>
                    <a:gd name="T35" fmla="*/ 18 h 75"/>
                    <a:gd name="T36" fmla="*/ 75 w 75"/>
                    <a:gd name="T37" fmla="*/ 0 h 75"/>
                    <a:gd name="T38" fmla="*/ 68 w 75"/>
                    <a:gd name="T39" fmla="*/ 1 h 75"/>
                    <a:gd name="T40" fmla="*/ 60 w 75"/>
                    <a:gd name="T41" fmla="*/ 1 h 75"/>
                    <a:gd name="T42" fmla="*/ 53 w 75"/>
                    <a:gd name="T43" fmla="*/ 3 h 75"/>
                    <a:gd name="T44" fmla="*/ 46 w 75"/>
                    <a:gd name="T45" fmla="*/ 6 h 75"/>
                    <a:gd name="T46" fmla="*/ 40 w 75"/>
                    <a:gd name="T47" fmla="*/ 10 h 75"/>
                    <a:gd name="T48" fmla="*/ 33 w 75"/>
                    <a:gd name="T49" fmla="*/ 13 h 75"/>
                    <a:gd name="T50" fmla="*/ 28 w 75"/>
                    <a:gd name="T51" fmla="*/ 17 h 75"/>
                    <a:gd name="T52" fmla="*/ 23 w 75"/>
                    <a:gd name="T53" fmla="*/ 22 h 75"/>
                    <a:gd name="T54" fmla="*/ 17 w 75"/>
                    <a:gd name="T55" fmla="*/ 28 h 75"/>
                    <a:gd name="T56" fmla="*/ 13 w 75"/>
                    <a:gd name="T57" fmla="*/ 33 h 75"/>
                    <a:gd name="T58" fmla="*/ 10 w 75"/>
                    <a:gd name="T59" fmla="*/ 39 h 75"/>
                    <a:gd name="T60" fmla="*/ 7 w 75"/>
                    <a:gd name="T61" fmla="*/ 46 h 75"/>
                    <a:gd name="T62" fmla="*/ 4 w 75"/>
                    <a:gd name="T63" fmla="*/ 52 h 75"/>
                    <a:gd name="T64" fmla="*/ 2 w 75"/>
                    <a:gd name="T65" fmla="*/ 60 h 75"/>
                    <a:gd name="T66" fmla="*/ 1 w 75"/>
                    <a:gd name="T67" fmla="*/ 67 h 75"/>
                    <a:gd name="T68" fmla="*/ 0 w 75"/>
                    <a:gd name="T69" fmla="*/ 75 h 75"/>
                    <a:gd name="T70" fmla="*/ 18 w 75"/>
                    <a:gd name="T71" fmla="*/ 75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18" y="75"/>
                      </a:moveTo>
                      <a:lnTo>
                        <a:pt x="18" y="75"/>
                      </a:lnTo>
                      <a:lnTo>
                        <a:pt x="18" y="68"/>
                      </a:lnTo>
                      <a:lnTo>
                        <a:pt x="20" y="63"/>
                      </a:lnTo>
                      <a:lnTo>
                        <a:pt x="21" y="58"/>
                      </a:lnTo>
                      <a:lnTo>
                        <a:pt x="23" y="52"/>
                      </a:lnTo>
                      <a:lnTo>
                        <a:pt x="25" y="47"/>
                      </a:lnTo>
                      <a:lnTo>
                        <a:pt x="28" y="43"/>
                      </a:lnTo>
                      <a:lnTo>
                        <a:pt x="31" y="38"/>
                      </a:lnTo>
                      <a:lnTo>
                        <a:pt x="36" y="34"/>
                      </a:lnTo>
                      <a:lnTo>
                        <a:pt x="39" y="31"/>
                      </a:lnTo>
                      <a:lnTo>
                        <a:pt x="43" y="28"/>
                      </a:lnTo>
                      <a:lnTo>
                        <a:pt x="48" y="25"/>
                      </a:lnTo>
                      <a:lnTo>
                        <a:pt x="53" y="22"/>
                      </a:lnTo>
                      <a:lnTo>
                        <a:pt x="58" y="20"/>
                      </a:lnTo>
                      <a:lnTo>
                        <a:pt x="63" y="19"/>
                      </a:lnTo>
                      <a:lnTo>
                        <a:pt x="69" y="18"/>
                      </a:lnTo>
                      <a:lnTo>
                        <a:pt x="75" y="18"/>
                      </a:lnTo>
                      <a:lnTo>
                        <a:pt x="75" y="0"/>
                      </a:lnTo>
                      <a:lnTo>
                        <a:pt x="68" y="1"/>
                      </a:lnTo>
                      <a:lnTo>
                        <a:pt x="60" y="1"/>
                      </a:lnTo>
                      <a:lnTo>
                        <a:pt x="53" y="3"/>
                      </a:lnTo>
                      <a:lnTo>
                        <a:pt x="46" y="6"/>
                      </a:lnTo>
                      <a:lnTo>
                        <a:pt x="40" y="10"/>
                      </a:lnTo>
                      <a:lnTo>
                        <a:pt x="33" y="13"/>
                      </a:lnTo>
                      <a:lnTo>
                        <a:pt x="28" y="17"/>
                      </a:lnTo>
                      <a:lnTo>
                        <a:pt x="23" y="22"/>
                      </a:lnTo>
                      <a:lnTo>
                        <a:pt x="17" y="28"/>
                      </a:lnTo>
                      <a:lnTo>
                        <a:pt x="13" y="33"/>
                      </a:lnTo>
                      <a:lnTo>
                        <a:pt x="10" y="39"/>
                      </a:lnTo>
                      <a:lnTo>
                        <a:pt x="7" y="46"/>
                      </a:lnTo>
                      <a:lnTo>
                        <a:pt x="4" y="52"/>
                      </a:lnTo>
                      <a:lnTo>
                        <a:pt x="2" y="60"/>
                      </a:lnTo>
                      <a:lnTo>
                        <a:pt x="1" y="67"/>
                      </a:lnTo>
                      <a:lnTo>
                        <a:pt x="0" y="75"/>
                      </a:lnTo>
                      <a:lnTo>
                        <a:pt x="18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1" name="Freeform 587"/>
                <p:cNvSpPr>
                  <a:spLocks/>
                </p:cNvSpPr>
                <p:nvPr/>
              </p:nvSpPr>
              <p:spPr bwMode="auto">
                <a:xfrm>
                  <a:off x="2616" y="1953"/>
                  <a:ext cx="35" cy="52"/>
                </a:xfrm>
                <a:custGeom>
                  <a:avLst/>
                  <a:gdLst>
                    <a:gd name="T0" fmla="*/ 35 w 35"/>
                    <a:gd name="T1" fmla="*/ 39 h 52"/>
                    <a:gd name="T2" fmla="*/ 35 w 35"/>
                    <a:gd name="T3" fmla="*/ 39 h 52"/>
                    <a:gd name="T4" fmla="*/ 31 w 35"/>
                    <a:gd name="T5" fmla="*/ 36 h 52"/>
                    <a:gd name="T6" fmla="*/ 28 w 35"/>
                    <a:gd name="T7" fmla="*/ 32 h 52"/>
                    <a:gd name="T8" fmla="*/ 25 w 35"/>
                    <a:gd name="T9" fmla="*/ 26 h 52"/>
                    <a:gd name="T10" fmla="*/ 23 w 35"/>
                    <a:gd name="T11" fmla="*/ 22 h 52"/>
                    <a:gd name="T12" fmla="*/ 21 w 35"/>
                    <a:gd name="T13" fmla="*/ 17 h 52"/>
                    <a:gd name="T14" fmla="*/ 20 w 35"/>
                    <a:gd name="T15" fmla="*/ 12 h 52"/>
                    <a:gd name="T16" fmla="*/ 18 w 35"/>
                    <a:gd name="T17" fmla="*/ 5 h 52"/>
                    <a:gd name="T18" fmla="*/ 18 w 35"/>
                    <a:gd name="T19" fmla="*/ 0 h 52"/>
                    <a:gd name="T20" fmla="*/ 0 w 35"/>
                    <a:gd name="T21" fmla="*/ 0 h 52"/>
                    <a:gd name="T22" fmla="*/ 1 w 35"/>
                    <a:gd name="T23" fmla="*/ 7 h 52"/>
                    <a:gd name="T24" fmla="*/ 2 w 35"/>
                    <a:gd name="T25" fmla="*/ 15 h 52"/>
                    <a:gd name="T26" fmla="*/ 4 w 35"/>
                    <a:gd name="T27" fmla="*/ 21 h 52"/>
                    <a:gd name="T28" fmla="*/ 7 w 35"/>
                    <a:gd name="T29" fmla="*/ 29 h 52"/>
                    <a:gd name="T30" fmla="*/ 10 w 35"/>
                    <a:gd name="T31" fmla="*/ 35 h 52"/>
                    <a:gd name="T32" fmla="*/ 13 w 35"/>
                    <a:gd name="T33" fmla="*/ 41 h 52"/>
                    <a:gd name="T34" fmla="*/ 17 w 35"/>
                    <a:gd name="T35" fmla="*/ 47 h 52"/>
                    <a:gd name="T36" fmla="*/ 22 w 35"/>
                    <a:gd name="T37" fmla="*/ 52 h 52"/>
                    <a:gd name="T38" fmla="*/ 22 w 35"/>
                    <a:gd name="T39" fmla="*/ 52 h 52"/>
                    <a:gd name="T40" fmla="*/ 35 w 35"/>
                    <a:gd name="T41" fmla="*/ 39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5"/>
                    <a:gd name="T64" fmla="*/ 0 h 52"/>
                    <a:gd name="T65" fmla="*/ 35 w 35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5" h="52">
                      <a:moveTo>
                        <a:pt x="35" y="39"/>
                      </a:moveTo>
                      <a:lnTo>
                        <a:pt x="35" y="39"/>
                      </a:lnTo>
                      <a:lnTo>
                        <a:pt x="31" y="36"/>
                      </a:lnTo>
                      <a:lnTo>
                        <a:pt x="28" y="32"/>
                      </a:lnTo>
                      <a:lnTo>
                        <a:pt x="25" y="26"/>
                      </a:lnTo>
                      <a:lnTo>
                        <a:pt x="23" y="22"/>
                      </a:lnTo>
                      <a:lnTo>
                        <a:pt x="21" y="17"/>
                      </a:lnTo>
                      <a:lnTo>
                        <a:pt x="20" y="12"/>
                      </a:lnTo>
                      <a:lnTo>
                        <a:pt x="18" y="5"/>
                      </a:lnTo>
                      <a:lnTo>
                        <a:pt x="18" y="0"/>
                      </a:lnTo>
                      <a:lnTo>
                        <a:pt x="0" y="0"/>
                      </a:lnTo>
                      <a:lnTo>
                        <a:pt x="1" y="7"/>
                      </a:lnTo>
                      <a:lnTo>
                        <a:pt x="2" y="15"/>
                      </a:lnTo>
                      <a:lnTo>
                        <a:pt x="4" y="21"/>
                      </a:lnTo>
                      <a:lnTo>
                        <a:pt x="7" y="29"/>
                      </a:lnTo>
                      <a:lnTo>
                        <a:pt x="10" y="35"/>
                      </a:lnTo>
                      <a:lnTo>
                        <a:pt x="13" y="41"/>
                      </a:lnTo>
                      <a:lnTo>
                        <a:pt x="17" y="47"/>
                      </a:lnTo>
                      <a:lnTo>
                        <a:pt x="22" y="52"/>
                      </a:lnTo>
                      <a:lnTo>
                        <a:pt x="35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2" name="Freeform 588"/>
                <p:cNvSpPr>
                  <a:spLocks/>
                </p:cNvSpPr>
                <p:nvPr/>
              </p:nvSpPr>
              <p:spPr bwMode="auto">
                <a:xfrm>
                  <a:off x="2638" y="1992"/>
                  <a:ext cx="40" cy="71"/>
                </a:xfrm>
                <a:custGeom>
                  <a:avLst/>
                  <a:gdLst>
                    <a:gd name="T0" fmla="*/ 31 w 40"/>
                    <a:gd name="T1" fmla="*/ 53 h 71"/>
                    <a:gd name="T2" fmla="*/ 40 w 40"/>
                    <a:gd name="T3" fmla="*/ 62 h 71"/>
                    <a:gd name="T4" fmla="*/ 39 w 40"/>
                    <a:gd name="T5" fmla="*/ 48 h 71"/>
                    <a:gd name="T6" fmla="*/ 37 w 40"/>
                    <a:gd name="T7" fmla="*/ 38 h 71"/>
                    <a:gd name="T8" fmla="*/ 33 w 40"/>
                    <a:gd name="T9" fmla="*/ 27 h 71"/>
                    <a:gd name="T10" fmla="*/ 29 w 40"/>
                    <a:gd name="T11" fmla="*/ 20 h 71"/>
                    <a:gd name="T12" fmla="*/ 23 w 40"/>
                    <a:gd name="T13" fmla="*/ 12 h 71"/>
                    <a:gd name="T14" fmla="*/ 19 w 40"/>
                    <a:gd name="T15" fmla="*/ 7 h 71"/>
                    <a:gd name="T16" fmla="*/ 15 w 40"/>
                    <a:gd name="T17" fmla="*/ 3 h 71"/>
                    <a:gd name="T18" fmla="*/ 13 w 40"/>
                    <a:gd name="T19" fmla="*/ 0 h 71"/>
                    <a:gd name="T20" fmla="*/ 0 w 40"/>
                    <a:gd name="T21" fmla="*/ 13 h 71"/>
                    <a:gd name="T22" fmla="*/ 3 w 40"/>
                    <a:gd name="T23" fmla="*/ 16 h 71"/>
                    <a:gd name="T24" fmla="*/ 6 w 40"/>
                    <a:gd name="T25" fmla="*/ 20 h 71"/>
                    <a:gd name="T26" fmla="*/ 9 w 40"/>
                    <a:gd name="T27" fmla="*/ 24 h 71"/>
                    <a:gd name="T28" fmla="*/ 14 w 40"/>
                    <a:gd name="T29" fmla="*/ 28 h 71"/>
                    <a:gd name="T30" fmla="*/ 17 w 40"/>
                    <a:gd name="T31" fmla="*/ 34 h 71"/>
                    <a:gd name="T32" fmla="*/ 20 w 40"/>
                    <a:gd name="T33" fmla="*/ 42 h 71"/>
                    <a:gd name="T34" fmla="*/ 22 w 40"/>
                    <a:gd name="T35" fmla="*/ 50 h 71"/>
                    <a:gd name="T36" fmla="*/ 22 w 40"/>
                    <a:gd name="T37" fmla="*/ 62 h 71"/>
                    <a:gd name="T38" fmla="*/ 31 w 40"/>
                    <a:gd name="T39" fmla="*/ 71 h 71"/>
                    <a:gd name="T40" fmla="*/ 22 w 40"/>
                    <a:gd name="T41" fmla="*/ 62 h 71"/>
                    <a:gd name="T42" fmla="*/ 22 w 40"/>
                    <a:gd name="T43" fmla="*/ 71 h 71"/>
                    <a:gd name="T44" fmla="*/ 31 w 40"/>
                    <a:gd name="T45" fmla="*/ 71 h 71"/>
                    <a:gd name="T46" fmla="*/ 31 w 40"/>
                    <a:gd name="T47" fmla="*/ 53 h 7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40"/>
                    <a:gd name="T73" fmla="*/ 0 h 71"/>
                    <a:gd name="T74" fmla="*/ 40 w 40"/>
                    <a:gd name="T75" fmla="*/ 71 h 7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40" h="71">
                      <a:moveTo>
                        <a:pt x="31" y="53"/>
                      </a:moveTo>
                      <a:lnTo>
                        <a:pt x="40" y="62"/>
                      </a:lnTo>
                      <a:lnTo>
                        <a:pt x="39" y="48"/>
                      </a:lnTo>
                      <a:lnTo>
                        <a:pt x="37" y="38"/>
                      </a:lnTo>
                      <a:lnTo>
                        <a:pt x="33" y="27"/>
                      </a:lnTo>
                      <a:lnTo>
                        <a:pt x="29" y="20"/>
                      </a:lnTo>
                      <a:lnTo>
                        <a:pt x="23" y="12"/>
                      </a:lnTo>
                      <a:lnTo>
                        <a:pt x="19" y="7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0" y="13"/>
                      </a:lnTo>
                      <a:lnTo>
                        <a:pt x="3" y="16"/>
                      </a:lnTo>
                      <a:lnTo>
                        <a:pt x="6" y="20"/>
                      </a:lnTo>
                      <a:lnTo>
                        <a:pt x="9" y="24"/>
                      </a:lnTo>
                      <a:lnTo>
                        <a:pt x="14" y="28"/>
                      </a:lnTo>
                      <a:lnTo>
                        <a:pt x="17" y="34"/>
                      </a:lnTo>
                      <a:lnTo>
                        <a:pt x="20" y="42"/>
                      </a:lnTo>
                      <a:lnTo>
                        <a:pt x="22" y="50"/>
                      </a:lnTo>
                      <a:lnTo>
                        <a:pt x="22" y="62"/>
                      </a:lnTo>
                      <a:lnTo>
                        <a:pt x="31" y="71"/>
                      </a:lnTo>
                      <a:lnTo>
                        <a:pt x="22" y="62"/>
                      </a:lnTo>
                      <a:lnTo>
                        <a:pt x="22" y="71"/>
                      </a:lnTo>
                      <a:lnTo>
                        <a:pt x="31" y="71"/>
                      </a:lnTo>
                      <a:lnTo>
                        <a:pt x="31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3" name="Freeform 589"/>
                <p:cNvSpPr>
                  <a:spLocks/>
                </p:cNvSpPr>
                <p:nvPr/>
              </p:nvSpPr>
              <p:spPr bwMode="auto">
                <a:xfrm>
                  <a:off x="2669" y="2045"/>
                  <a:ext cx="53" cy="18"/>
                </a:xfrm>
                <a:custGeom>
                  <a:avLst/>
                  <a:gdLst>
                    <a:gd name="T0" fmla="*/ 35 w 53"/>
                    <a:gd name="T1" fmla="*/ 9 h 18"/>
                    <a:gd name="T2" fmla="*/ 45 w 53"/>
                    <a:gd name="T3" fmla="*/ 0 h 18"/>
                    <a:gd name="T4" fmla="*/ 0 w 53"/>
                    <a:gd name="T5" fmla="*/ 0 h 18"/>
                    <a:gd name="T6" fmla="*/ 0 w 53"/>
                    <a:gd name="T7" fmla="*/ 18 h 18"/>
                    <a:gd name="T8" fmla="*/ 45 w 53"/>
                    <a:gd name="T9" fmla="*/ 18 h 18"/>
                    <a:gd name="T10" fmla="*/ 53 w 53"/>
                    <a:gd name="T11" fmla="*/ 9 h 18"/>
                    <a:gd name="T12" fmla="*/ 45 w 53"/>
                    <a:gd name="T13" fmla="*/ 18 h 18"/>
                    <a:gd name="T14" fmla="*/ 53 w 53"/>
                    <a:gd name="T15" fmla="*/ 18 h 18"/>
                    <a:gd name="T16" fmla="*/ 53 w 53"/>
                    <a:gd name="T17" fmla="*/ 9 h 18"/>
                    <a:gd name="T18" fmla="*/ 35 w 53"/>
                    <a:gd name="T19" fmla="*/ 9 h 1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3"/>
                    <a:gd name="T31" fmla="*/ 0 h 18"/>
                    <a:gd name="T32" fmla="*/ 53 w 53"/>
                    <a:gd name="T33" fmla="*/ 18 h 1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3" h="18">
                      <a:moveTo>
                        <a:pt x="35" y="9"/>
                      </a:moveTo>
                      <a:lnTo>
                        <a:pt x="45" y="0"/>
                      </a:lnTo>
                      <a:lnTo>
                        <a:pt x="0" y="0"/>
                      </a:lnTo>
                      <a:lnTo>
                        <a:pt x="0" y="18"/>
                      </a:lnTo>
                      <a:lnTo>
                        <a:pt x="45" y="18"/>
                      </a:lnTo>
                      <a:lnTo>
                        <a:pt x="53" y="9"/>
                      </a:lnTo>
                      <a:lnTo>
                        <a:pt x="45" y="18"/>
                      </a:lnTo>
                      <a:lnTo>
                        <a:pt x="53" y="18"/>
                      </a:lnTo>
                      <a:lnTo>
                        <a:pt x="53" y="9"/>
                      </a:lnTo>
                      <a:lnTo>
                        <a:pt x="35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4" name="Freeform 590"/>
                <p:cNvSpPr>
                  <a:spLocks/>
                </p:cNvSpPr>
                <p:nvPr/>
              </p:nvSpPr>
              <p:spPr bwMode="auto">
                <a:xfrm>
                  <a:off x="2653" y="2056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4 h 20"/>
                    <a:gd name="T6" fmla="*/ 1 w 10"/>
                    <a:gd name="T7" fmla="*/ 7 h 20"/>
                    <a:gd name="T8" fmla="*/ 0 w 10"/>
                    <a:gd name="T9" fmla="*/ 10 h 20"/>
                    <a:gd name="T10" fmla="*/ 1 w 10"/>
                    <a:gd name="T11" fmla="*/ 13 h 20"/>
                    <a:gd name="T12" fmla="*/ 3 w 10"/>
                    <a:gd name="T13" fmla="*/ 16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4"/>
                      </a:lnTo>
                      <a:lnTo>
                        <a:pt x="1" y="7"/>
                      </a:lnTo>
                      <a:lnTo>
                        <a:pt x="0" y="10"/>
                      </a:lnTo>
                      <a:lnTo>
                        <a:pt x="1" y="13"/>
                      </a:lnTo>
                      <a:lnTo>
                        <a:pt x="3" y="16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5" name="Freeform 591"/>
                <p:cNvSpPr>
                  <a:spLocks/>
                </p:cNvSpPr>
                <p:nvPr/>
              </p:nvSpPr>
              <p:spPr bwMode="auto">
                <a:xfrm>
                  <a:off x="2663" y="2056"/>
                  <a:ext cx="57" cy="20"/>
                </a:xfrm>
                <a:custGeom>
                  <a:avLst/>
                  <a:gdLst>
                    <a:gd name="T0" fmla="*/ 57 w 57"/>
                    <a:gd name="T1" fmla="*/ 10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0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0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6" name="Freeform 592"/>
                <p:cNvSpPr>
                  <a:spLocks/>
                </p:cNvSpPr>
                <p:nvPr/>
              </p:nvSpPr>
              <p:spPr bwMode="auto">
                <a:xfrm>
                  <a:off x="2720" y="2056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6 h 20"/>
                    <a:gd name="T6" fmla="*/ 9 w 10"/>
                    <a:gd name="T7" fmla="*/ 13 h 20"/>
                    <a:gd name="T8" fmla="*/ 10 w 10"/>
                    <a:gd name="T9" fmla="*/ 10 h 20"/>
                    <a:gd name="T10" fmla="*/ 9 w 10"/>
                    <a:gd name="T11" fmla="*/ 7 h 20"/>
                    <a:gd name="T12" fmla="*/ 7 w 10"/>
                    <a:gd name="T13" fmla="*/ 4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6"/>
                      </a:lnTo>
                      <a:lnTo>
                        <a:pt x="9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7" y="4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7" name="Freeform 593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8" name="Freeform 594"/>
                <p:cNvSpPr>
                  <a:spLocks/>
                </p:cNvSpPr>
                <p:nvPr/>
              </p:nvSpPr>
              <p:spPr bwMode="auto">
                <a:xfrm>
                  <a:off x="2653" y="2068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7 h 20"/>
                    <a:gd name="T8" fmla="*/ 0 w 10"/>
                    <a:gd name="T9" fmla="*/ 11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7"/>
                      </a:lnTo>
                      <a:lnTo>
                        <a:pt x="0" y="11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59" name="Freeform 595"/>
                <p:cNvSpPr>
                  <a:spLocks/>
                </p:cNvSpPr>
                <p:nvPr/>
              </p:nvSpPr>
              <p:spPr bwMode="auto">
                <a:xfrm>
                  <a:off x="2663" y="2068"/>
                  <a:ext cx="57" cy="20"/>
                </a:xfrm>
                <a:custGeom>
                  <a:avLst/>
                  <a:gdLst>
                    <a:gd name="T0" fmla="*/ 57 w 57"/>
                    <a:gd name="T1" fmla="*/ 11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1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1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0" name="Freeform 596"/>
                <p:cNvSpPr>
                  <a:spLocks/>
                </p:cNvSpPr>
                <p:nvPr/>
              </p:nvSpPr>
              <p:spPr bwMode="auto">
                <a:xfrm>
                  <a:off x="2720" y="2068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11 h 20"/>
                    <a:gd name="T10" fmla="*/ 9 w 10"/>
                    <a:gd name="T11" fmla="*/ 7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11"/>
                      </a:lnTo>
                      <a:lnTo>
                        <a:pt x="9" y="7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1" name="Freeform 597"/>
                <p:cNvSpPr>
                  <a:spLocks/>
                </p:cNvSpPr>
                <p:nvPr/>
              </p:nvSpPr>
              <p:spPr bwMode="auto">
                <a:xfrm>
                  <a:off x="2653" y="2080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2" name="Freeform 598"/>
                <p:cNvSpPr>
                  <a:spLocks/>
                </p:cNvSpPr>
                <p:nvPr/>
              </p:nvSpPr>
              <p:spPr bwMode="auto">
                <a:xfrm>
                  <a:off x="2663" y="2080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3" name="Freeform 599"/>
                <p:cNvSpPr>
                  <a:spLocks/>
                </p:cNvSpPr>
                <p:nvPr/>
              </p:nvSpPr>
              <p:spPr bwMode="auto">
                <a:xfrm>
                  <a:off x="2720" y="2080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4" name="Freeform 600"/>
                <p:cNvSpPr>
                  <a:spLocks/>
                </p:cNvSpPr>
                <p:nvPr/>
              </p:nvSpPr>
              <p:spPr bwMode="auto">
                <a:xfrm>
                  <a:off x="2653" y="2092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5" name="Freeform 601"/>
                <p:cNvSpPr>
                  <a:spLocks/>
                </p:cNvSpPr>
                <p:nvPr/>
              </p:nvSpPr>
              <p:spPr bwMode="auto">
                <a:xfrm>
                  <a:off x="2663" y="2092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6" name="Freeform 602"/>
                <p:cNvSpPr>
                  <a:spLocks/>
                </p:cNvSpPr>
                <p:nvPr/>
              </p:nvSpPr>
              <p:spPr bwMode="auto">
                <a:xfrm>
                  <a:off x="2720" y="2092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7" name="Freeform 603"/>
                <p:cNvSpPr>
                  <a:spLocks/>
                </p:cNvSpPr>
                <p:nvPr/>
              </p:nvSpPr>
              <p:spPr bwMode="auto">
                <a:xfrm>
                  <a:off x="2660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8" name="Freeform 604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69" name="Freeform 605"/>
                <p:cNvSpPr>
                  <a:spLocks/>
                </p:cNvSpPr>
                <p:nvPr/>
              </p:nvSpPr>
              <p:spPr bwMode="auto">
                <a:xfrm>
                  <a:off x="272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0" name="Freeform 606"/>
                <p:cNvSpPr>
                  <a:spLocks/>
                </p:cNvSpPr>
                <p:nvPr/>
              </p:nvSpPr>
              <p:spPr bwMode="auto">
                <a:xfrm>
                  <a:off x="266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1" name="Freeform 607"/>
                <p:cNvSpPr>
                  <a:spLocks/>
                </p:cNvSpPr>
                <p:nvPr/>
              </p:nvSpPr>
              <p:spPr bwMode="auto">
                <a:xfrm>
                  <a:off x="2663" y="2075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2" name="Freeform 608"/>
                <p:cNvSpPr>
                  <a:spLocks/>
                </p:cNvSpPr>
                <p:nvPr/>
              </p:nvSpPr>
              <p:spPr bwMode="auto">
                <a:xfrm>
                  <a:off x="272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3" name="Freeform 609"/>
                <p:cNvSpPr>
                  <a:spLocks/>
                </p:cNvSpPr>
                <p:nvPr/>
              </p:nvSpPr>
              <p:spPr bwMode="auto">
                <a:xfrm>
                  <a:off x="266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4" name="Freeform 610"/>
                <p:cNvSpPr>
                  <a:spLocks/>
                </p:cNvSpPr>
                <p:nvPr/>
              </p:nvSpPr>
              <p:spPr bwMode="auto">
                <a:xfrm>
                  <a:off x="2663" y="2087"/>
                  <a:ext cx="57" cy="6"/>
                </a:xfrm>
                <a:custGeom>
                  <a:avLst/>
                  <a:gdLst>
                    <a:gd name="T0" fmla="*/ 57 w 57"/>
                    <a:gd name="T1" fmla="*/ 2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5" name="Freeform 611"/>
                <p:cNvSpPr>
                  <a:spLocks/>
                </p:cNvSpPr>
                <p:nvPr/>
              </p:nvSpPr>
              <p:spPr bwMode="auto">
                <a:xfrm>
                  <a:off x="272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6" name="Freeform 612"/>
                <p:cNvSpPr>
                  <a:spLocks/>
                </p:cNvSpPr>
                <p:nvPr/>
              </p:nvSpPr>
              <p:spPr bwMode="auto">
                <a:xfrm>
                  <a:off x="266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7" name="Freeform 613"/>
                <p:cNvSpPr>
                  <a:spLocks/>
                </p:cNvSpPr>
                <p:nvPr/>
              </p:nvSpPr>
              <p:spPr bwMode="auto">
                <a:xfrm>
                  <a:off x="2663" y="2099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0 h 5"/>
                    <a:gd name="T4" fmla="*/ 0 w 57"/>
                    <a:gd name="T5" fmla="*/ 0 h 5"/>
                    <a:gd name="T6" fmla="*/ 0 w 57"/>
                    <a:gd name="T7" fmla="*/ 5 h 5"/>
                    <a:gd name="T8" fmla="*/ 57 w 57"/>
                    <a:gd name="T9" fmla="*/ 5 h 5"/>
                    <a:gd name="T10" fmla="*/ 57 w 5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5"/>
                    <a:gd name="T20" fmla="*/ 57 w 5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5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8" name="Freeform 614"/>
                <p:cNvSpPr>
                  <a:spLocks/>
                </p:cNvSpPr>
                <p:nvPr/>
              </p:nvSpPr>
              <p:spPr bwMode="auto">
                <a:xfrm>
                  <a:off x="2720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79" name="Freeform 615"/>
                <p:cNvSpPr>
                  <a:spLocks/>
                </p:cNvSpPr>
                <p:nvPr/>
              </p:nvSpPr>
              <p:spPr bwMode="auto">
                <a:xfrm>
                  <a:off x="2661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0" name="Freeform 616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54" cy="6"/>
                </a:xfrm>
                <a:custGeom>
                  <a:avLst/>
                  <a:gdLst>
                    <a:gd name="T0" fmla="*/ 54 w 54"/>
                    <a:gd name="T1" fmla="*/ 3 h 6"/>
                    <a:gd name="T2" fmla="*/ 54 w 54"/>
                    <a:gd name="T3" fmla="*/ 0 h 6"/>
                    <a:gd name="T4" fmla="*/ 0 w 54"/>
                    <a:gd name="T5" fmla="*/ 0 h 6"/>
                    <a:gd name="T6" fmla="*/ 0 w 54"/>
                    <a:gd name="T7" fmla="*/ 6 h 6"/>
                    <a:gd name="T8" fmla="*/ 54 w 54"/>
                    <a:gd name="T9" fmla="*/ 6 h 6"/>
                    <a:gd name="T10" fmla="*/ 54 w 5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4"/>
                    <a:gd name="T19" fmla="*/ 0 h 6"/>
                    <a:gd name="T20" fmla="*/ 54 w 5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4" h="6">
                      <a:moveTo>
                        <a:pt x="54" y="3"/>
                      </a:moveTo>
                      <a:lnTo>
                        <a:pt x="5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4" y="6"/>
                      </a:lnTo>
                      <a:lnTo>
                        <a:pt x="54" y="3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1" name="Freeform 617"/>
                <p:cNvSpPr>
                  <a:spLocks/>
                </p:cNvSpPr>
                <p:nvPr/>
              </p:nvSpPr>
              <p:spPr bwMode="auto">
                <a:xfrm>
                  <a:off x="271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2" name="Freeform 618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3" name="Freeform 619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50" cy="6"/>
                </a:xfrm>
                <a:custGeom>
                  <a:avLst/>
                  <a:gdLst>
                    <a:gd name="T0" fmla="*/ 50 w 50"/>
                    <a:gd name="T1" fmla="*/ 3 h 6"/>
                    <a:gd name="T2" fmla="*/ 50 w 50"/>
                    <a:gd name="T3" fmla="*/ 0 h 6"/>
                    <a:gd name="T4" fmla="*/ 0 w 50"/>
                    <a:gd name="T5" fmla="*/ 0 h 6"/>
                    <a:gd name="T6" fmla="*/ 0 w 50"/>
                    <a:gd name="T7" fmla="*/ 6 h 6"/>
                    <a:gd name="T8" fmla="*/ 50 w 50"/>
                    <a:gd name="T9" fmla="*/ 6 h 6"/>
                    <a:gd name="T10" fmla="*/ 50 w 50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0"/>
                    <a:gd name="T19" fmla="*/ 0 h 6"/>
                    <a:gd name="T20" fmla="*/ 50 w 50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0" h="6">
                      <a:moveTo>
                        <a:pt x="50" y="3"/>
                      </a:move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0" y="6"/>
                      </a:lnTo>
                      <a:lnTo>
                        <a:pt x="50" y="3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4" name="Freeform 620"/>
                <p:cNvSpPr>
                  <a:spLocks/>
                </p:cNvSpPr>
                <p:nvPr/>
              </p:nvSpPr>
              <p:spPr bwMode="auto">
                <a:xfrm>
                  <a:off x="2717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5" name="Freeform 621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6" name="Freeform 622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48" cy="6"/>
                </a:xfrm>
                <a:custGeom>
                  <a:avLst/>
                  <a:gdLst>
                    <a:gd name="T0" fmla="*/ 48 w 48"/>
                    <a:gd name="T1" fmla="*/ 3 h 6"/>
                    <a:gd name="T2" fmla="*/ 48 w 48"/>
                    <a:gd name="T3" fmla="*/ 0 h 6"/>
                    <a:gd name="T4" fmla="*/ 0 w 48"/>
                    <a:gd name="T5" fmla="*/ 0 h 6"/>
                    <a:gd name="T6" fmla="*/ 0 w 48"/>
                    <a:gd name="T7" fmla="*/ 6 h 6"/>
                    <a:gd name="T8" fmla="*/ 48 w 48"/>
                    <a:gd name="T9" fmla="*/ 6 h 6"/>
                    <a:gd name="T10" fmla="*/ 48 w 4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8"/>
                    <a:gd name="T19" fmla="*/ 0 h 6"/>
                    <a:gd name="T20" fmla="*/ 48 w 4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8" h="6">
                      <a:moveTo>
                        <a:pt x="48" y="3"/>
                      </a:moveTo>
                      <a:lnTo>
                        <a:pt x="4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8" y="6"/>
                      </a:lnTo>
                      <a:lnTo>
                        <a:pt x="48" y="3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7" name="Freeform 623"/>
                <p:cNvSpPr>
                  <a:spLocks/>
                </p:cNvSpPr>
                <p:nvPr/>
              </p:nvSpPr>
              <p:spPr bwMode="auto">
                <a:xfrm>
                  <a:off x="2716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8" name="Freeform 624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89" name="Freeform 625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0" name="Freeform 626"/>
                <p:cNvSpPr>
                  <a:spLocks/>
                </p:cNvSpPr>
                <p:nvPr/>
              </p:nvSpPr>
              <p:spPr bwMode="auto">
                <a:xfrm>
                  <a:off x="2715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1" name="Freeform 627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2" name="Freeform 628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3" name="Freeform 629"/>
                <p:cNvSpPr>
                  <a:spLocks/>
                </p:cNvSpPr>
                <p:nvPr/>
              </p:nvSpPr>
              <p:spPr bwMode="auto">
                <a:xfrm>
                  <a:off x="2712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4" name="Freeform 630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5" name="Freeform 631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39" cy="6"/>
                </a:xfrm>
                <a:custGeom>
                  <a:avLst/>
                  <a:gdLst>
                    <a:gd name="T0" fmla="*/ 39 w 39"/>
                    <a:gd name="T1" fmla="*/ 3 h 6"/>
                    <a:gd name="T2" fmla="*/ 39 w 39"/>
                    <a:gd name="T3" fmla="*/ 0 h 6"/>
                    <a:gd name="T4" fmla="*/ 0 w 39"/>
                    <a:gd name="T5" fmla="*/ 0 h 6"/>
                    <a:gd name="T6" fmla="*/ 0 w 39"/>
                    <a:gd name="T7" fmla="*/ 6 h 6"/>
                    <a:gd name="T8" fmla="*/ 39 w 39"/>
                    <a:gd name="T9" fmla="*/ 6 h 6"/>
                    <a:gd name="T10" fmla="*/ 39 w 3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"/>
                    <a:gd name="T19" fmla="*/ 0 h 6"/>
                    <a:gd name="T20" fmla="*/ 39 w 3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" h="6">
                      <a:moveTo>
                        <a:pt x="39" y="3"/>
                      </a:moveTo>
                      <a:lnTo>
                        <a:pt x="3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9" y="6"/>
                      </a:lnTo>
                      <a:lnTo>
                        <a:pt x="39" y="3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6" name="Freeform 632"/>
                <p:cNvSpPr>
                  <a:spLocks/>
                </p:cNvSpPr>
                <p:nvPr/>
              </p:nvSpPr>
              <p:spPr bwMode="auto">
                <a:xfrm>
                  <a:off x="2711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7" name="Freeform 633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8" name="Freeform 634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299" name="Freeform 635"/>
                <p:cNvSpPr>
                  <a:spLocks/>
                </p:cNvSpPr>
                <p:nvPr/>
              </p:nvSpPr>
              <p:spPr bwMode="auto">
                <a:xfrm>
                  <a:off x="271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0" name="Freeform 636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1" name="Freeform 637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5" cy="6"/>
                </a:xfrm>
                <a:custGeom>
                  <a:avLst/>
                  <a:gdLst>
                    <a:gd name="T0" fmla="*/ 35 w 35"/>
                    <a:gd name="T1" fmla="*/ 3 h 6"/>
                    <a:gd name="T2" fmla="*/ 35 w 35"/>
                    <a:gd name="T3" fmla="*/ 0 h 6"/>
                    <a:gd name="T4" fmla="*/ 0 w 35"/>
                    <a:gd name="T5" fmla="*/ 0 h 6"/>
                    <a:gd name="T6" fmla="*/ 0 w 35"/>
                    <a:gd name="T7" fmla="*/ 6 h 6"/>
                    <a:gd name="T8" fmla="*/ 35 w 35"/>
                    <a:gd name="T9" fmla="*/ 6 h 6"/>
                    <a:gd name="T10" fmla="*/ 35 w 3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5"/>
                    <a:gd name="T19" fmla="*/ 0 h 6"/>
                    <a:gd name="T20" fmla="*/ 35 w 3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5" h="6">
                      <a:moveTo>
                        <a:pt x="35" y="3"/>
                      </a:move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5" y="6"/>
                      </a:lnTo>
                      <a:lnTo>
                        <a:pt x="35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2" name="Freeform 638"/>
                <p:cNvSpPr>
                  <a:spLocks/>
                </p:cNvSpPr>
                <p:nvPr/>
              </p:nvSpPr>
              <p:spPr bwMode="auto">
                <a:xfrm>
                  <a:off x="2709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3" name="Freeform 639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4" name="Freeform 640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32" cy="6"/>
                </a:xfrm>
                <a:custGeom>
                  <a:avLst/>
                  <a:gdLst>
                    <a:gd name="T0" fmla="*/ 32 w 32"/>
                    <a:gd name="T1" fmla="*/ 3 h 6"/>
                    <a:gd name="T2" fmla="*/ 32 w 32"/>
                    <a:gd name="T3" fmla="*/ 0 h 6"/>
                    <a:gd name="T4" fmla="*/ 0 w 32"/>
                    <a:gd name="T5" fmla="*/ 0 h 6"/>
                    <a:gd name="T6" fmla="*/ 0 w 32"/>
                    <a:gd name="T7" fmla="*/ 6 h 6"/>
                    <a:gd name="T8" fmla="*/ 32 w 32"/>
                    <a:gd name="T9" fmla="*/ 6 h 6"/>
                    <a:gd name="T10" fmla="*/ 32 w 3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2"/>
                    <a:gd name="T19" fmla="*/ 0 h 6"/>
                    <a:gd name="T20" fmla="*/ 32 w 3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2" h="6">
                      <a:moveTo>
                        <a:pt x="32" y="3"/>
                      </a:moveTo>
                      <a:lnTo>
                        <a:pt x="3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2" y="6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5" name="Freeform 641"/>
                <p:cNvSpPr>
                  <a:spLocks/>
                </p:cNvSpPr>
                <p:nvPr/>
              </p:nvSpPr>
              <p:spPr bwMode="auto">
                <a:xfrm>
                  <a:off x="2708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6" name="Freeform 642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7" name="Freeform 643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29" cy="6"/>
                </a:xfrm>
                <a:custGeom>
                  <a:avLst/>
                  <a:gdLst>
                    <a:gd name="T0" fmla="*/ 29 w 29"/>
                    <a:gd name="T1" fmla="*/ 3 h 6"/>
                    <a:gd name="T2" fmla="*/ 29 w 29"/>
                    <a:gd name="T3" fmla="*/ 0 h 6"/>
                    <a:gd name="T4" fmla="*/ 0 w 29"/>
                    <a:gd name="T5" fmla="*/ 0 h 6"/>
                    <a:gd name="T6" fmla="*/ 0 w 29"/>
                    <a:gd name="T7" fmla="*/ 6 h 6"/>
                    <a:gd name="T8" fmla="*/ 29 w 29"/>
                    <a:gd name="T9" fmla="*/ 6 h 6"/>
                    <a:gd name="T10" fmla="*/ 29 w 2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9"/>
                    <a:gd name="T19" fmla="*/ 0 h 6"/>
                    <a:gd name="T20" fmla="*/ 29 w 2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9" h="6">
                      <a:moveTo>
                        <a:pt x="29" y="3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8" name="Freeform 644"/>
                <p:cNvSpPr>
                  <a:spLocks/>
                </p:cNvSpPr>
                <p:nvPr/>
              </p:nvSpPr>
              <p:spPr bwMode="auto">
                <a:xfrm>
                  <a:off x="2706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09" name="Freeform 645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0" name="Freeform 646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1" name="Freeform 647"/>
                <p:cNvSpPr>
                  <a:spLocks/>
                </p:cNvSpPr>
                <p:nvPr/>
              </p:nvSpPr>
              <p:spPr bwMode="auto">
                <a:xfrm>
                  <a:off x="270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2" name="Freeform 648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3" name="Freeform 649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4" name="Freeform 650"/>
                <p:cNvSpPr>
                  <a:spLocks/>
                </p:cNvSpPr>
                <p:nvPr/>
              </p:nvSpPr>
              <p:spPr bwMode="auto">
                <a:xfrm>
                  <a:off x="2704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5" name="Freeform 651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6" name="Freeform 652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21" cy="6"/>
                </a:xfrm>
                <a:custGeom>
                  <a:avLst/>
                  <a:gdLst>
                    <a:gd name="T0" fmla="*/ 21 w 21"/>
                    <a:gd name="T1" fmla="*/ 3 h 6"/>
                    <a:gd name="T2" fmla="*/ 21 w 21"/>
                    <a:gd name="T3" fmla="*/ 0 h 6"/>
                    <a:gd name="T4" fmla="*/ 0 w 21"/>
                    <a:gd name="T5" fmla="*/ 0 h 6"/>
                    <a:gd name="T6" fmla="*/ 0 w 21"/>
                    <a:gd name="T7" fmla="*/ 6 h 6"/>
                    <a:gd name="T8" fmla="*/ 21 w 21"/>
                    <a:gd name="T9" fmla="*/ 6 h 6"/>
                    <a:gd name="T10" fmla="*/ 21 w 2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6"/>
                    <a:gd name="T20" fmla="*/ 21 w 2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6">
                      <a:moveTo>
                        <a:pt x="21" y="3"/>
                      </a:move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1" y="6"/>
                      </a:lnTo>
                      <a:lnTo>
                        <a:pt x="21" y="3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7" name="Freeform 653"/>
                <p:cNvSpPr>
                  <a:spLocks/>
                </p:cNvSpPr>
                <p:nvPr/>
              </p:nvSpPr>
              <p:spPr bwMode="auto">
                <a:xfrm>
                  <a:off x="2702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8" name="Freeform 654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19" name="Freeform 655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17" cy="6"/>
                </a:xfrm>
                <a:custGeom>
                  <a:avLst/>
                  <a:gdLst>
                    <a:gd name="T0" fmla="*/ 17 w 17"/>
                    <a:gd name="T1" fmla="*/ 3 h 6"/>
                    <a:gd name="T2" fmla="*/ 17 w 17"/>
                    <a:gd name="T3" fmla="*/ 0 h 6"/>
                    <a:gd name="T4" fmla="*/ 0 w 17"/>
                    <a:gd name="T5" fmla="*/ 0 h 6"/>
                    <a:gd name="T6" fmla="*/ 0 w 17"/>
                    <a:gd name="T7" fmla="*/ 6 h 6"/>
                    <a:gd name="T8" fmla="*/ 17 w 17"/>
                    <a:gd name="T9" fmla="*/ 6 h 6"/>
                    <a:gd name="T10" fmla="*/ 17 w 1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6"/>
                    <a:gd name="T20" fmla="*/ 17 w 1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6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7" y="6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0" name="Freeform 656"/>
                <p:cNvSpPr>
                  <a:spLocks/>
                </p:cNvSpPr>
                <p:nvPr/>
              </p:nvSpPr>
              <p:spPr bwMode="auto">
                <a:xfrm>
                  <a:off x="2701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1" name="Freeform 657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2" name="Freeform 658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3" name="Freeform 659"/>
                <p:cNvSpPr>
                  <a:spLocks/>
                </p:cNvSpPr>
                <p:nvPr/>
              </p:nvSpPr>
              <p:spPr bwMode="auto">
                <a:xfrm>
                  <a:off x="270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4" name="Freeform 660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5" name="Freeform 661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6" name="Freeform 662"/>
                <p:cNvSpPr>
                  <a:spLocks/>
                </p:cNvSpPr>
                <p:nvPr/>
              </p:nvSpPr>
              <p:spPr bwMode="auto">
                <a:xfrm>
                  <a:off x="269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7" name="Freeform 663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8" name="Freeform 664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8" cy="6"/>
                </a:xfrm>
                <a:custGeom>
                  <a:avLst/>
                  <a:gdLst>
                    <a:gd name="T0" fmla="*/ 8 w 8"/>
                    <a:gd name="T1" fmla="*/ 3 h 6"/>
                    <a:gd name="T2" fmla="*/ 8 w 8"/>
                    <a:gd name="T3" fmla="*/ 0 h 6"/>
                    <a:gd name="T4" fmla="*/ 0 w 8"/>
                    <a:gd name="T5" fmla="*/ 0 h 6"/>
                    <a:gd name="T6" fmla="*/ 0 w 8"/>
                    <a:gd name="T7" fmla="*/ 6 h 6"/>
                    <a:gd name="T8" fmla="*/ 8 w 8"/>
                    <a:gd name="T9" fmla="*/ 6 h 6"/>
                    <a:gd name="T10" fmla="*/ 8 w 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6"/>
                    <a:gd name="T20" fmla="*/ 8 w 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6">
                      <a:moveTo>
                        <a:pt x="8" y="3"/>
                      </a:move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29" name="Freeform 665"/>
                <p:cNvSpPr>
                  <a:spLocks/>
                </p:cNvSpPr>
                <p:nvPr/>
              </p:nvSpPr>
              <p:spPr bwMode="auto">
                <a:xfrm>
                  <a:off x="2696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0" name="Freeform 666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1" name="Freeform 667"/>
                <p:cNvSpPr>
                  <a:spLocks/>
                </p:cNvSpPr>
                <p:nvPr/>
              </p:nvSpPr>
              <p:spPr bwMode="auto">
                <a:xfrm>
                  <a:off x="2689" y="2063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2" name="Freeform 668"/>
                <p:cNvSpPr>
                  <a:spLocks/>
                </p:cNvSpPr>
                <p:nvPr/>
              </p:nvSpPr>
              <p:spPr bwMode="auto">
                <a:xfrm>
                  <a:off x="269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3 w 3"/>
                    <a:gd name="T3" fmla="*/ 5 h 6"/>
                    <a:gd name="T4" fmla="*/ 3 w 3"/>
                    <a:gd name="T5" fmla="*/ 3 h 6"/>
                    <a:gd name="T6" fmla="*/ 3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3" name="Freeform 669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4" name="Freeform 670"/>
                <p:cNvSpPr>
                  <a:spLocks/>
                </p:cNvSpPr>
                <p:nvPr/>
              </p:nvSpPr>
              <p:spPr bwMode="auto">
                <a:xfrm>
                  <a:off x="2691" y="2063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5" name="Freeform 671"/>
                <p:cNvSpPr>
                  <a:spLocks/>
                </p:cNvSpPr>
                <p:nvPr/>
              </p:nvSpPr>
              <p:spPr bwMode="auto">
                <a:xfrm>
                  <a:off x="2693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6" name="Freeform 672"/>
                <p:cNvSpPr>
                  <a:spLocks/>
                </p:cNvSpPr>
                <p:nvPr/>
              </p:nvSpPr>
              <p:spPr bwMode="auto">
                <a:xfrm>
                  <a:off x="2662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7" name="Freeform 673"/>
                <p:cNvSpPr>
                  <a:spLocks/>
                </p:cNvSpPr>
                <p:nvPr/>
              </p:nvSpPr>
              <p:spPr bwMode="auto">
                <a:xfrm>
                  <a:off x="2665" y="2075"/>
                  <a:ext cx="53" cy="6"/>
                </a:xfrm>
                <a:custGeom>
                  <a:avLst/>
                  <a:gdLst>
                    <a:gd name="T0" fmla="*/ 53 w 53"/>
                    <a:gd name="T1" fmla="*/ 3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3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3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8" name="Freeform 674"/>
                <p:cNvSpPr>
                  <a:spLocks/>
                </p:cNvSpPr>
                <p:nvPr/>
              </p:nvSpPr>
              <p:spPr bwMode="auto">
                <a:xfrm>
                  <a:off x="271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39" name="Freeform 675"/>
                <p:cNvSpPr>
                  <a:spLocks/>
                </p:cNvSpPr>
                <p:nvPr/>
              </p:nvSpPr>
              <p:spPr bwMode="auto">
                <a:xfrm>
                  <a:off x="266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0" name="Freeform 676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49" cy="6"/>
                </a:xfrm>
                <a:custGeom>
                  <a:avLst/>
                  <a:gdLst>
                    <a:gd name="T0" fmla="*/ 49 w 49"/>
                    <a:gd name="T1" fmla="*/ 3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3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3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1" name="Freeform 677"/>
                <p:cNvSpPr>
                  <a:spLocks/>
                </p:cNvSpPr>
                <p:nvPr/>
              </p:nvSpPr>
              <p:spPr bwMode="auto">
                <a:xfrm>
                  <a:off x="2716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2" name="Freeform 678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3" name="Freeform 679"/>
                <p:cNvSpPr>
                  <a:spLocks/>
                </p:cNvSpPr>
                <p:nvPr/>
              </p:nvSpPr>
              <p:spPr bwMode="auto">
                <a:xfrm>
                  <a:off x="2669" y="2075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4" name="Freeform 680"/>
                <p:cNvSpPr>
                  <a:spLocks/>
                </p:cNvSpPr>
                <p:nvPr/>
              </p:nvSpPr>
              <p:spPr bwMode="auto">
                <a:xfrm>
                  <a:off x="2715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5" name="Freeform 681"/>
                <p:cNvSpPr>
                  <a:spLocks/>
                </p:cNvSpPr>
                <p:nvPr/>
              </p:nvSpPr>
              <p:spPr bwMode="auto">
                <a:xfrm>
                  <a:off x="266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6" name="Freeform 682"/>
                <p:cNvSpPr>
                  <a:spLocks/>
                </p:cNvSpPr>
                <p:nvPr/>
              </p:nvSpPr>
              <p:spPr bwMode="auto">
                <a:xfrm>
                  <a:off x="2671" y="2075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7" name="Freeform 683"/>
                <p:cNvSpPr>
                  <a:spLocks/>
                </p:cNvSpPr>
                <p:nvPr/>
              </p:nvSpPr>
              <p:spPr bwMode="auto">
                <a:xfrm>
                  <a:off x="2712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8" name="Freeform 684"/>
                <p:cNvSpPr>
                  <a:spLocks/>
                </p:cNvSpPr>
                <p:nvPr/>
              </p:nvSpPr>
              <p:spPr bwMode="auto">
                <a:xfrm>
                  <a:off x="267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49" name="Freeform 685"/>
                <p:cNvSpPr>
                  <a:spLocks/>
                </p:cNvSpPr>
                <p:nvPr/>
              </p:nvSpPr>
              <p:spPr bwMode="auto">
                <a:xfrm>
                  <a:off x="2673" y="2075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0" name="Freeform 686"/>
                <p:cNvSpPr>
                  <a:spLocks/>
                </p:cNvSpPr>
                <p:nvPr/>
              </p:nvSpPr>
              <p:spPr bwMode="auto">
                <a:xfrm>
                  <a:off x="2710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3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1" name="Freeform 687"/>
                <p:cNvSpPr>
                  <a:spLocks/>
                </p:cNvSpPr>
                <p:nvPr/>
              </p:nvSpPr>
              <p:spPr bwMode="auto">
                <a:xfrm>
                  <a:off x="2672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2" name="Freeform 688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34" cy="6"/>
                </a:xfrm>
                <a:custGeom>
                  <a:avLst/>
                  <a:gdLst>
                    <a:gd name="T0" fmla="*/ 34 w 34"/>
                    <a:gd name="T1" fmla="*/ 3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3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3" name="Freeform 689"/>
                <p:cNvSpPr>
                  <a:spLocks/>
                </p:cNvSpPr>
                <p:nvPr/>
              </p:nvSpPr>
              <p:spPr bwMode="auto">
                <a:xfrm>
                  <a:off x="270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4" name="Freeform 690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5" name="Freeform 691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31" cy="6"/>
                </a:xfrm>
                <a:custGeom>
                  <a:avLst/>
                  <a:gdLst>
                    <a:gd name="T0" fmla="*/ 31 w 31"/>
                    <a:gd name="T1" fmla="*/ 3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3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6" name="Freeform 692"/>
                <p:cNvSpPr>
                  <a:spLocks/>
                </p:cNvSpPr>
                <p:nvPr/>
              </p:nvSpPr>
              <p:spPr bwMode="auto">
                <a:xfrm>
                  <a:off x="2707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7" name="Freeform 693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8" name="Freeform 694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59" name="Freeform 695"/>
                <p:cNvSpPr>
                  <a:spLocks/>
                </p:cNvSpPr>
                <p:nvPr/>
              </p:nvSpPr>
              <p:spPr bwMode="auto">
                <a:xfrm>
                  <a:off x="2705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0" name="Freeform 696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1" name="Freeform 697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2" name="Freeform 698"/>
                <p:cNvSpPr>
                  <a:spLocks/>
                </p:cNvSpPr>
                <p:nvPr/>
              </p:nvSpPr>
              <p:spPr bwMode="auto">
                <a:xfrm>
                  <a:off x="2704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3" name="Freeform 699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4" name="Freeform 700"/>
                <p:cNvSpPr>
                  <a:spLocks/>
                </p:cNvSpPr>
                <p:nvPr/>
              </p:nvSpPr>
              <p:spPr bwMode="auto">
                <a:xfrm>
                  <a:off x="2683" y="2075"/>
                  <a:ext cx="19" cy="6"/>
                </a:xfrm>
                <a:custGeom>
                  <a:avLst/>
                  <a:gdLst>
                    <a:gd name="T0" fmla="*/ 19 w 19"/>
                    <a:gd name="T1" fmla="*/ 3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3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5" name="Freeform 701"/>
                <p:cNvSpPr>
                  <a:spLocks/>
                </p:cNvSpPr>
                <p:nvPr/>
              </p:nvSpPr>
              <p:spPr bwMode="auto">
                <a:xfrm>
                  <a:off x="2702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6" name="Freeform 702"/>
                <p:cNvSpPr>
                  <a:spLocks/>
                </p:cNvSpPr>
                <p:nvPr/>
              </p:nvSpPr>
              <p:spPr bwMode="auto">
                <a:xfrm>
                  <a:off x="2681" y="2075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7" name="Freeform 703"/>
                <p:cNvSpPr>
                  <a:spLocks/>
                </p:cNvSpPr>
                <p:nvPr/>
              </p:nvSpPr>
              <p:spPr bwMode="auto">
                <a:xfrm>
                  <a:off x="2685" y="2075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8" name="Freeform 704"/>
                <p:cNvSpPr>
                  <a:spLocks/>
                </p:cNvSpPr>
                <p:nvPr/>
              </p:nvSpPr>
              <p:spPr bwMode="auto">
                <a:xfrm>
                  <a:off x="270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69" name="Freeform 705"/>
                <p:cNvSpPr>
                  <a:spLocks/>
                </p:cNvSpPr>
                <p:nvPr/>
              </p:nvSpPr>
              <p:spPr bwMode="auto">
                <a:xfrm>
                  <a:off x="268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0" name="Freeform 706"/>
                <p:cNvSpPr>
                  <a:spLocks/>
                </p:cNvSpPr>
                <p:nvPr/>
              </p:nvSpPr>
              <p:spPr bwMode="auto">
                <a:xfrm>
                  <a:off x="2687" y="2075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1" name="Freeform 707"/>
                <p:cNvSpPr>
                  <a:spLocks/>
                </p:cNvSpPr>
                <p:nvPr/>
              </p:nvSpPr>
              <p:spPr bwMode="auto">
                <a:xfrm>
                  <a:off x="269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2" name="Freeform 708"/>
                <p:cNvSpPr>
                  <a:spLocks/>
                </p:cNvSpPr>
                <p:nvPr/>
              </p:nvSpPr>
              <p:spPr bwMode="auto">
                <a:xfrm>
                  <a:off x="2686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3" name="Freeform 709"/>
                <p:cNvSpPr>
                  <a:spLocks/>
                </p:cNvSpPr>
                <p:nvPr/>
              </p:nvSpPr>
              <p:spPr bwMode="auto">
                <a:xfrm>
                  <a:off x="2689" y="2075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4" name="Freeform 710"/>
                <p:cNvSpPr>
                  <a:spLocks/>
                </p:cNvSpPr>
                <p:nvPr/>
              </p:nvSpPr>
              <p:spPr bwMode="auto">
                <a:xfrm>
                  <a:off x="2695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5" name="Freeform 711"/>
                <p:cNvSpPr>
                  <a:spLocks/>
                </p:cNvSpPr>
                <p:nvPr/>
              </p:nvSpPr>
              <p:spPr bwMode="auto">
                <a:xfrm>
                  <a:off x="268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6" name="Freeform 712"/>
                <p:cNvSpPr>
                  <a:spLocks/>
                </p:cNvSpPr>
                <p:nvPr/>
              </p:nvSpPr>
              <p:spPr bwMode="auto">
                <a:xfrm>
                  <a:off x="2691" y="2075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7" name="Freeform 713"/>
                <p:cNvSpPr>
                  <a:spLocks/>
                </p:cNvSpPr>
                <p:nvPr/>
              </p:nvSpPr>
              <p:spPr bwMode="auto">
                <a:xfrm>
                  <a:off x="2693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8" name="Freeform 714"/>
                <p:cNvSpPr>
                  <a:spLocks/>
                </p:cNvSpPr>
                <p:nvPr/>
              </p:nvSpPr>
              <p:spPr bwMode="auto">
                <a:xfrm>
                  <a:off x="2662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79" name="Freeform 715"/>
                <p:cNvSpPr>
                  <a:spLocks/>
                </p:cNvSpPr>
                <p:nvPr/>
              </p:nvSpPr>
              <p:spPr bwMode="auto">
                <a:xfrm>
                  <a:off x="2665" y="2087"/>
                  <a:ext cx="53" cy="6"/>
                </a:xfrm>
                <a:custGeom>
                  <a:avLst/>
                  <a:gdLst>
                    <a:gd name="T0" fmla="*/ 53 w 53"/>
                    <a:gd name="T1" fmla="*/ 2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0" name="Freeform 716"/>
                <p:cNvSpPr>
                  <a:spLocks/>
                </p:cNvSpPr>
                <p:nvPr/>
              </p:nvSpPr>
              <p:spPr bwMode="auto">
                <a:xfrm>
                  <a:off x="271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1" name="Freeform 717"/>
                <p:cNvSpPr>
                  <a:spLocks/>
                </p:cNvSpPr>
                <p:nvPr/>
              </p:nvSpPr>
              <p:spPr bwMode="auto">
                <a:xfrm>
                  <a:off x="266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2" name="Freeform 718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49" cy="6"/>
                </a:xfrm>
                <a:custGeom>
                  <a:avLst/>
                  <a:gdLst>
                    <a:gd name="T0" fmla="*/ 49 w 49"/>
                    <a:gd name="T1" fmla="*/ 2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3" name="Freeform 719"/>
                <p:cNvSpPr>
                  <a:spLocks/>
                </p:cNvSpPr>
                <p:nvPr/>
              </p:nvSpPr>
              <p:spPr bwMode="auto">
                <a:xfrm>
                  <a:off x="2716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4" name="Freeform 720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5" name="Freeform 721"/>
                <p:cNvSpPr>
                  <a:spLocks/>
                </p:cNvSpPr>
                <p:nvPr/>
              </p:nvSpPr>
              <p:spPr bwMode="auto">
                <a:xfrm>
                  <a:off x="2669" y="2087"/>
                  <a:ext cx="46" cy="6"/>
                </a:xfrm>
                <a:custGeom>
                  <a:avLst/>
                  <a:gdLst>
                    <a:gd name="T0" fmla="*/ 46 w 46"/>
                    <a:gd name="T1" fmla="*/ 2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6" name="Freeform 722"/>
                <p:cNvSpPr>
                  <a:spLocks/>
                </p:cNvSpPr>
                <p:nvPr/>
              </p:nvSpPr>
              <p:spPr bwMode="auto">
                <a:xfrm>
                  <a:off x="2715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7" name="Freeform 723"/>
                <p:cNvSpPr>
                  <a:spLocks/>
                </p:cNvSpPr>
                <p:nvPr/>
              </p:nvSpPr>
              <p:spPr bwMode="auto">
                <a:xfrm>
                  <a:off x="266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8" name="Freeform 724"/>
                <p:cNvSpPr>
                  <a:spLocks/>
                </p:cNvSpPr>
                <p:nvPr/>
              </p:nvSpPr>
              <p:spPr bwMode="auto">
                <a:xfrm>
                  <a:off x="2671" y="2087"/>
                  <a:ext cx="41" cy="6"/>
                </a:xfrm>
                <a:custGeom>
                  <a:avLst/>
                  <a:gdLst>
                    <a:gd name="T0" fmla="*/ 41 w 41"/>
                    <a:gd name="T1" fmla="*/ 2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89" name="Freeform 725"/>
                <p:cNvSpPr>
                  <a:spLocks/>
                </p:cNvSpPr>
                <p:nvPr/>
              </p:nvSpPr>
              <p:spPr bwMode="auto">
                <a:xfrm>
                  <a:off x="2712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0" name="Freeform 726"/>
                <p:cNvSpPr>
                  <a:spLocks/>
                </p:cNvSpPr>
                <p:nvPr/>
              </p:nvSpPr>
              <p:spPr bwMode="auto">
                <a:xfrm>
                  <a:off x="267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1" name="Freeform 727"/>
                <p:cNvSpPr>
                  <a:spLocks/>
                </p:cNvSpPr>
                <p:nvPr/>
              </p:nvSpPr>
              <p:spPr bwMode="auto">
                <a:xfrm>
                  <a:off x="2673" y="2087"/>
                  <a:ext cx="37" cy="6"/>
                </a:xfrm>
                <a:custGeom>
                  <a:avLst/>
                  <a:gdLst>
                    <a:gd name="T0" fmla="*/ 37 w 37"/>
                    <a:gd name="T1" fmla="*/ 2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2" name="Freeform 728"/>
                <p:cNvSpPr>
                  <a:spLocks/>
                </p:cNvSpPr>
                <p:nvPr/>
              </p:nvSpPr>
              <p:spPr bwMode="auto">
                <a:xfrm>
                  <a:off x="2710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2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3" name="Freeform 729"/>
                <p:cNvSpPr>
                  <a:spLocks/>
                </p:cNvSpPr>
                <p:nvPr/>
              </p:nvSpPr>
              <p:spPr bwMode="auto">
                <a:xfrm>
                  <a:off x="2672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4" name="Freeform 730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34" cy="6"/>
                </a:xfrm>
                <a:custGeom>
                  <a:avLst/>
                  <a:gdLst>
                    <a:gd name="T0" fmla="*/ 34 w 34"/>
                    <a:gd name="T1" fmla="*/ 2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2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2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5" name="Freeform 731"/>
                <p:cNvSpPr>
                  <a:spLocks/>
                </p:cNvSpPr>
                <p:nvPr/>
              </p:nvSpPr>
              <p:spPr bwMode="auto">
                <a:xfrm>
                  <a:off x="270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6" name="Freeform 732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7" name="Freeform 733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31" cy="6"/>
                </a:xfrm>
                <a:custGeom>
                  <a:avLst/>
                  <a:gdLst>
                    <a:gd name="T0" fmla="*/ 31 w 31"/>
                    <a:gd name="T1" fmla="*/ 2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2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8" name="Freeform 734"/>
                <p:cNvSpPr>
                  <a:spLocks/>
                </p:cNvSpPr>
                <p:nvPr/>
              </p:nvSpPr>
              <p:spPr bwMode="auto">
                <a:xfrm>
                  <a:off x="2707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399" name="Freeform 735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0" name="Freeform 736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7" cy="6"/>
                </a:xfrm>
                <a:custGeom>
                  <a:avLst/>
                  <a:gdLst>
                    <a:gd name="T0" fmla="*/ 27 w 27"/>
                    <a:gd name="T1" fmla="*/ 2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2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2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1" name="Freeform 737"/>
                <p:cNvSpPr>
                  <a:spLocks/>
                </p:cNvSpPr>
                <p:nvPr/>
              </p:nvSpPr>
              <p:spPr bwMode="auto">
                <a:xfrm>
                  <a:off x="2705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2" name="Freeform 738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3" name="Freeform 739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24" cy="6"/>
                </a:xfrm>
                <a:custGeom>
                  <a:avLst/>
                  <a:gdLst>
                    <a:gd name="T0" fmla="*/ 24 w 24"/>
                    <a:gd name="T1" fmla="*/ 2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2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4" name="Freeform 740"/>
                <p:cNvSpPr>
                  <a:spLocks/>
                </p:cNvSpPr>
                <p:nvPr/>
              </p:nvSpPr>
              <p:spPr bwMode="auto">
                <a:xfrm>
                  <a:off x="2704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5" name="Freeform 741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6" name="Freeform 742"/>
                <p:cNvSpPr>
                  <a:spLocks/>
                </p:cNvSpPr>
                <p:nvPr/>
              </p:nvSpPr>
              <p:spPr bwMode="auto">
                <a:xfrm>
                  <a:off x="2683" y="2087"/>
                  <a:ext cx="19" cy="6"/>
                </a:xfrm>
                <a:custGeom>
                  <a:avLst/>
                  <a:gdLst>
                    <a:gd name="T0" fmla="*/ 19 w 19"/>
                    <a:gd name="T1" fmla="*/ 2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2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7" name="Freeform 743"/>
                <p:cNvSpPr>
                  <a:spLocks/>
                </p:cNvSpPr>
                <p:nvPr/>
              </p:nvSpPr>
              <p:spPr bwMode="auto">
                <a:xfrm>
                  <a:off x="2702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8" name="Freeform 744"/>
                <p:cNvSpPr>
                  <a:spLocks/>
                </p:cNvSpPr>
                <p:nvPr/>
              </p:nvSpPr>
              <p:spPr bwMode="auto">
                <a:xfrm>
                  <a:off x="2681" y="2087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2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09" name="Freeform 745"/>
                <p:cNvSpPr>
                  <a:spLocks/>
                </p:cNvSpPr>
                <p:nvPr/>
              </p:nvSpPr>
              <p:spPr bwMode="auto">
                <a:xfrm>
                  <a:off x="2685" y="2087"/>
                  <a:ext cx="15" cy="6"/>
                </a:xfrm>
                <a:custGeom>
                  <a:avLst/>
                  <a:gdLst>
                    <a:gd name="T0" fmla="*/ 15 w 15"/>
                    <a:gd name="T1" fmla="*/ 2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2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0" name="Freeform 746"/>
                <p:cNvSpPr>
                  <a:spLocks/>
                </p:cNvSpPr>
                <p:nvPr/>
              </p:nvSpPr>
              <p:spPr bwMode="auto">
                <a:xfrm>
                  <a:off x="270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1" name="Freeform 747"/>
                <p:cNvSpPr>
                  <a:spLocks/>
                </p:cNvSpPr>
                <p:nvPr/>
              </p:nvSpPr>
              <p:spPr bwMode="auto">
                <a:xfrm>
                  <a:off x="268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2" name="Freeform 748"/>
                <p:cNvSpPr>
                  <a:spLocks/>
                </p:cNvSpPr>
                <p:nvPr/>
              </p:nvSpPr>
              <p:spPr bwMode="auto">
                <a:xfrm>
                  <a:off x="2687" y="2087"/>
                  <a:ext cx="11" cy="6"/>
                </a:xfrm>
                <a:custGeom>
                  <a:avLst/>
                  <a:gdLst>
                    <a:gd name="T0" fmla="*/ 11 w 11"/>
                    <a:gd name="T1" fmla="*/ 2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2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3" name="Freeform 749"/>
                <p:cNvSpPr>
                  <a:spLocks/>
                </p:cNvSpPr>
                <p:nvPr/>
              </p:nvSpPr>
              <p:spPr bwMode="auto">
                <a:xfrm>
                  <a:off x="269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4" name="Freeform 750"/>
                <p:cNvSpPr>
                  <a:spLocks/>
                </p:cNvSpPr>
                <p:nvPr/>
              </p:nvSpPr>
              <p:spPr bwMode="auto">
                <a:xfrm>
                  <a:off x="2686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5" name="Freeform 751"/>
                <p:cNvSpPr>
                  <a:spLocks/>
                </p:cNvSpPr>
                <p:nvPr/>
              </p:nvSpPr>
              <p:spPr bwMode="auto">
                <a:xfrm>
                  <a:off x="2689" y="2087"/>
                  <a:ext cx="6" cy="6"/>
                </a:xfrm>
                <a:custGeom>
                  <a:avLst/>
                  <a:gdLst>
                    <a:gd name="T0" fmla="*/ 6 w 6"/>
                    <a:gd name="T1" fmla="*/ 2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6" name="Freeform 752"/>
                <p:cNvSpPr>
                  <a:spLocks/>
                </p:cNvSpPr>
                <p:nvPr/>
              </p:nvSpPr>
              <p:spPr bwMode="auto">
                <a:xfrm>
                  <a:off x="2695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7" name="Freeform 753"/>
                <p:cNvSpPr>
                  <a:spLocks/>
                </p:cNvSpPr>
                <p:nvPr/>
              </p:nvSpPr>
              <p:spPr bwMode="auto">
                <a:xfrm>
                  <a:off x="268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8" name="Freeform 754"/>
                <p:cNvSpPr>
                  <a:spLocks/>
                </p:cNvSpPr>
                <p:nvPr/>
              </p:nvSpPr>
              <p:spPr bwMode="auto">
                <a:xfrm>
                  <a:off x="2691" y="2087"/>
                  <a:ext cx="2" cy="6"/>
                </a:xfrm>
                <a:custGeom>
                  <a:avLst/>
                  <a:gdLst>
                    <a:gd name="T0" fmla="*/ 2 w 2"/>
                    <a:gd name="T1" fmla="*/ 2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19" name="Freeform 755"/>
                <p:cNvSpPr>
                  <a:spLocks/>
                </p:cNvSpPr>
                <p:nvPr/>
              </p:nvSpPr>
              <p:spPr bwMode="auto">
                <a:xfrm>
                  <a:off x="2693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0" name="Freeform 756"/>
                <p:cNvSpPr>
                  <a:spLocks/>
                </p:cNvSpPr>
                <p:nvPr/>
              </p:nvSpPr>
              <p:spPr bwMode="auto">
                <a:xfrm>
                  <a:off x="2662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1" name="Freeform 757"/>
                <p:cNvSpPr>
                  <a:spLocks/>
                </p:cNvSpPr>
                <p:nvPr/>
              </p:nvSpPr>
              <p:spPr bwMode="auto">
                <a:xfrm>
                  <a:off x="2665" y="2099"/>
                  <a:ext cx="53" cy="5"/>
                </a:xfrm>
                <a:custGeom>
                  <a:avLst/>
                  <a:gdLst>
                    <a:gd name="T0" fmla="*/ 53 w 53"/>
                    <a:gd name="T1" fmla="*/ 2 h 5"/>
                    <a:gd name="T2" fmla="*/ 53 w 53"/>
                    <a:gd name="T3" fmla="*/ 0 h 5"/>
                    <a:gd name="T4" fmla="*/ 0 w 53"/>
                    <a:gd name="T5" fmla="*/ 0 h 5"/>
                    <a:gd name="T6" fmla="*/ 0 w 53"/>
                    <a:gd name="T7" fmla="*/ 5 h 5"/>
                    <a:gd name="T8" fmla="*/ 53 w 53"/>
                    <a:gd name="T9" fmla="*/ 5 h 5"/>
                    <a:gd name="T10" fmla="*/ 53 w 53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5"/>
                    <a:gd name="T20" fmla="*/ 53 w 5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5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3" y="5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2" name="Freeform 758"/>
                <p:cNvSpPr>
                  <a:spLocks/>
                </p:cNvSpPr>
                <p:nvPr/>
              </p:nvSpPr>
              <p:spPr bwMode="auto">
                <a:xfrm>
                  <a:off x="2718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3" name="Freeform 759"/>
                <p:cNvSpPr>
                  <a:spLocks/>
                </p:cNvSpPr>
                <p:nvPr/>
              </p:nvSpPr>
              <p:spPr bwMode="auto">
                <a:xfrm>
                  <a:off x="2664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0 w 3"/>
                    <a:gd name="T3" fmla="*/ 1 h 5"/>
                    <a:gd name="T4" fmla="*/ 0 w 3"/>
                    <a:gd name="T5" fmla="*/ 2 h 5"/>
                    <a:gd name="T6" fmla="*/ 0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4" name="Freeform 760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49" cy="5"/>
                </a:xfrm>
                <a:custGeom>
                  <a:avLst/>
                  <a:gdLst>
                    <a:gd name="T0" fmla="*/ 49 w 49"/>
                    <a:gd name="T1" fmla="*/ 2 h 5"/>
                    <a:gd name="T2" fmla="*/ 49 w 49"/>
                    <a:gd name="T3" fmla="*/ 0 h 5"/>
                    <a:gd name="T4" fmla="*/ 0 w 49"/>
                    <a:gd name="T5" fmla="*/ 0 h 5"/>
                    <a:gd name="T6" fmla="*/ 0 w 49"/>
                    <a:gd name="T7" fmla="*/ 5 h 5"/>
                    <a:gd name="T8" fmla="*/ 49 w 49"/>
                    <a:gd name="T9" fmla="*/ 5 h 5"/>
                    <a:gd name="T10" fmla="*/ 49 w 49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5"/>
                    <a:gd name="T20" fmla="*/ 49 w 49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5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9" y="5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5" name="Freeform 761"/>
                <p:cNvSpPr>
                  <a:spLocks/>
                </p:cNvSpPr>
                <p:nvPr/>
              </p:nvSpPr>
              <p:spPr bwMode="auto">
                <a:xfrm>
                  <a:off x="2716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6" name="Freeform 762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7" name="Freeform 763"/>
                <p:cNvSpPr>
                  <a:spLocks/>
                </p:cNvSpPr>
                <p:nvPr/>
              </p:nvSpPr>
              <p:spPr bwMode="auto">
                <a:xfrm>
                  <a:off x="2669" y="2099"/>
                  <a:ext cx="46" cy="5"/>
                </a:xfrm>
                <a:custGeom>
                  <a:avLst/>
                  <a:gdLst>
                    <a:gd name="T0" fmla="*/ 46 w 46"/>
                    <a:gd name="T1" fmla="*/ 2 h 5"/>
                    <a:gd name="T2" fmla="*/ 46 w 46"/>
                    <a:gd name="T3" fmla="*/ 0 h 5"/>
                    <a:gd name="T4" fmla="*/ 0 w 46"/>
                    <a:gd name="T5" fmla="*/ 0 h 5"/>
                    <a:gd name="T6" fmla="*/ 0 w 46"/>
                    <a:gd name="T7" fmla="*/ 5 h 5"/>
                    <a:gd name="T8" fmla="*/ 46 w 46"/>
                    <a:gd name="T9" fmla="*/ 5 h 5"/>
                    <a:gd name="T10" fmla="*/ 46 w 46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5"/>
                    <a:gd name="T20" fmla="*/ 46 w 46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5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6" y="5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8" name="Freeform 764"/>
                <p:cNvSpPr>
                  <a:spLocks/>
                </p:cNvSpPr>
                <p:nvPr/>
              </p:nvSpPr>
              <p:spPr bwMode="auto">
                <a:xfrm>
                  <a:off x="2715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29" name="Freeform 765"/>
                <p:cNvSpPr>
                  <a:spLocks/>
                </p:cNvSpPr>
                <p:nvPr/>
              </p:nvSpPr>
              <p:spPr bwMode="auto">
                <a:xfrm>
                  <a:off x="2668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30" name="Freeform 766"/>
                <p:cNvSpPr>
                  <a:spLocks/>
                </p:cNvSpPr>
                <p:nvPr/>
              </p:nvSpPr>
              <p:spPr bwMode="auto">
                <a:xfrm>
                  <a:off x="2671" y="2099"/>
                  <a:ext cx="41" cy="5"/>
                </a:xfrm>
                <a:custGeom>
                  <a:avLst/>
                  <a:gdLst>
                    <a:gd name="T0" fmla="*/ 41 w 41"/>
                    <a:gd name="T1" fmla="*/ 2 h 5"/>
                    <a:gd name="T2" fmla="*/ 41 w 41"/>
                    <a:gd name="T3" fmla="*/ 0 h 5"/>
                    <a:gd name="T4" fmla="*/ 0 w 41"/>
                    <a:gd name="T5" fmla="*/ 0 h 5"/>
                    <a:gd name="T6" fmla="*/ 0 w 41"/>
                    <a:gd name="T7" fmla="*/ 5 h 5"/>
                    <a:gd name="T8" fmla="*/ 41 w 41"/>
                    <a:gd name="T9" fmla="*/ 5 h 5"/>
                    <a:gd name="T10" fmla="*/ 41 w 41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5"/>
                    <a:gd name="T20" fmla="*/ 41 w 41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5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1" y="5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31" name="Freeform 767"/>
                <p:cNvSpPr>
                  <a:spLocks/>
                </p:cNvSpPr>
                <p:nvPr/>
              </p:nvSpPr>
              <p:spPr bwMode="auto">
                <a:xfrm>
                  <a:off x="2712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3 w 4"/>
                    <a:gd name="T3" fmla="*/ 4 h 5"/>
                    <a:gd name="T4" fmla="*/ 4 w 4"/>
                    <a:gd name="T5" fmla="*/ 2 h 5"/>
                    <a:gd name="T6" fmla="*/ 3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3" y="4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32" name="Freeform 768"/>
                <p:cNvSpPr>
                  <a:spLocks/>
                </p:cNvSpPr>
                <p:nvPr/>
              </p:nvSpPr>
              <p:spPr bwMode="auto">
                <a:xfrm>
                  <a:off x="267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33" name="Freeform 769"/>
                <p:cNvSpPr>
                  <a:spLocks/>
                </p:cNvSpPr>
                <p:nvPr/>
              </p:nvSpPr>
              <p:spPr bwMode="auto">
                <a:xfrm>
                  <a:off x="2673" y="2099"/>
                  <a:ext cx="37" cy="5"/>
                </a:xfrm>
                <a:custGeom>
                  <a:avLst/>
                  <a:gdLst>
                    <a:gd name="T0" fmla="*/ 37 w 37"/>
                    <a:gd name="T1" fmla="*/ 2 h 5"/>
                    <a:gd name="T2" fmla="*/ 37 w 37"/>
                    <a:gd name="T3" fmla="*/ 0 h 5"/>
                    <a:gd name="T4" fmla="*/ 0 w 37"/>
                    <a:gd name="T5" fmla="*/ 0 h 5"/>
                    <a:gd name="T6" fmla="*/ 0 w 37"/>
                    <a:gd name="T7" fmla="*/ 5 h 5"/>
                    <a:gd name="T8" fmla="*/ 37 w 37"/>
                    <a:gd name="T9" fmla="*/ 5 h 5"/>
                    <a:gd name="T10" fmla="*/ 37 w 3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5"/>
                    <a:gd name="T20" fmla="*/ 37 w 3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5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37" y="5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34" name="Freeform 770"/>
                <p:cNvSpPr>
                  <a:spLocks/>
                </p:cNvSpPr>
                <p:nvPr/>
              </p:nvSpPr>
              <p:spPr bwMode="auto">
                <a:xfrm>
                  <a:off x="2710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2 w 4"/>
                    <a:gd name="T3" fmla="*/ 4 h 5"/>
                    <a:gd name="T4" fmla="*/ 4 w 4"/>
                    <a:gd name="T5" fmla="*/ 2 h 5"/>
                    <a:gd name="T6" fmla="*/ 2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5435" name="Freeform 771"/>
                <p:cNvSpPr>
                  <a:spLocks/>
                </p:cNvSpPr>
                <p:nvPr/>
              </p:nvSpPr>
              <p:spPr bwMode="auto">
                <a:xfrm>
                  <a:off x="2672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5101" name="Freeform 772"/>
              <p:cNvSpPr>
                <a:spLocks/>
              </p:cNvSpPr>
              <p:nvPr/>
            </p:nvSpPr>
            <p:spPr bwMode="auto">
              <a:xfrm>
                <a:off x="2674" y="2099"/>
                <a:ext cx="34" cy="5"/>
              </a:xfrm>
              <a:custGeom>
                <a:avLst/>
                <a:gdLst>
                  <a:gd name="T0" fmla="*/ 34 w 34"/>
                  <a:gd name="T1" fmla="*/ 2 h 5"/>
                  <a:gd name="T2" fmla="*/ 34 w 34"/>
                  <a:gd name="T3" fmla="*/ 0 h 5"/>
                  <a:gd name="T4" fmla="*/ 0 w 34"/>
                  <a:gd name="T5" fmla="*/ 0 h 5"/>
                  <a:gd name="T6" fmla="*/ 0 w 34"/>
                  <a:gd name="T7" fmla="*/ 5 h 5"/>
                  <a:gd name="T8" fmla="*/ 34 w 34"/>
                  <a:gd name="T9" fmla="*/ 5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5"/>
                  <a:gd name="T20" fmla="*/ 34 w 3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5">
                    <a:moveTo>
                      <a:pt x="34" y="2"/>
                    </a:moveTo>
                    <a:lnTo>
                      <a:pt x="3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4" y="5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2" name="Freeform 773"/>
              <p:cNvSpPr>
                <a:spLocks/>
              </p:cNvSpPr>
              <p:nvPr/>
            </p:nvSpPr>
            <p:spPr bwMode="auto">
              <a:xfrm>
                <a:off x="270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3" name="Freeform 774"/>
              <p:cNvSpPr>
                <a:spLocks/>
              </p:cNvSpPr>
              <p:nvPr/>
            </p:nvSpPr>
            <p:spPr bwMode="auto">
              <a:xfrm>
                <a:off x="2674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4" name="Freeform 775"/>
              <p:cNvSpPr>
                <a:spLocks/>
              </p:cNvSpPr>
              <p:nvPr/>
            </p:nvSpPr>
            <p:spPr bwMode="auto">
              <a:xfrm>
                <a:off x="2676" y="2099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0 h 5"/>
                  <a:gd name="T4" fmla="*/ 0 w 31"/>
                  <a:gd name="T5" fmla="*/ 0 h 5"/>
                  <a:gd name="T6" fmla="*/ 0 w 31"/>
                  <a:gd name="T7" fmla="*/ 5 h 5"/>
                  <a:gd name="T8" fmla="*/ 31 w 31"/>
                  <a:gd name="T9" fmla="*/ 5 h 5"/>
                  <a:gd name="T10" fmla="*/ 31 w 3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5"/>
                  <a:gd name="T20" fmla="*/ 31 w 3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5">
                    <a:moveTo>
                      <a:pt x="31" y="2"/>
                    </a:moveTo>
                    <a:lnTo>
                      <a:pt x="3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5" name="Freeform 776"/>
              <p:cNvSpPr>
                <a:spLocks/>
              </p:cNvSpPr>
              <p:nvPr/>
            </p:nvSpPr>
            <p:spPr bwMode="auto">
              <a:xfrm>
                <a:off x="2707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6" name="Freeform 777"/>
              <p:cNvSpPr>
                <a:spLocks/>
              </p:cNvSpPr>
              <p:nvPr/>
            </p:nvSpPr>
            <p:spPr bwMode="auto">
              <a:xfrm>
                <a:off x="2676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7" name="Freeform 778"/>
              <p:cNvSpPr>
                <a:spLocks/>
              </p:cNvSpPr>
              <p:nvPr/>
            </p:nvSpPr>
            <p:spPr bwMode="auto">
              <a:xfrm>
                <a:off x="2678" y="2099"/>
                <a:ext cx="27" cy="5"/>
              </a:xfrm>
              <a:custGeom>
                <a:avLst/>
                <a:gdLst>
                  <a:gd name="T0" fmla="*/ 27 w 27"/>
                  <a:gd name="T1" fmla="*/ 2 h 5"/>
                  <a:gd name="T2" fmla="*/ 27 w 27"/>
                  <a:gd name="T3" fmla="*/ 0 h 5"/>
                  <a:gd name="T4" fmla="*/ 0 w 27"/>
                  <a:gd name="T5" fmla="*/ 0 h 5"/>
                  <a:gd name="T6" fmla="*/ 0 w 27"/>
                  <a:gd name="T7" fmla="*/ 5 h 5"/>
                  <a:gd name="T8" fmla="*/ 27 w 27"/>
                  <a:gd name="T9" fmla="*/ 5 h 5"/>
                  <a:gd name="T10" fmla="*/ 27 w 27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5"/>
                  <a:gd name="T20" fmla="*/ 27 w 27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5">
                    <a:moveTo>
                      <a:pt x="27" y="2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5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8" name="Freeform 779"/>
              <p:cNvSpPr>
                <a:spLocks/>
              </p:cNvSpPr>
              <p:nvPr/>
            </p:nvSpPr>
            <p:spPr bwMode="auto">
              <a:xfrm>
                <a:off x="2705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09" name="Freeform 780"/>
              <p:cNvSpPr>
                <a:spLocks/>
              </p:cNvSpPr>
              <p:nvPr/>
            </p:nvSpPr>
            <p:spPr bwMode="auto">
              <a:xfrm>
                <a:off x="2678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0" name="Freeform 781"/>
              <p:cNvSpPr>
                <a:spLocks/>
              </p:cNvSpPr>
              <p:nvPr/>
            </p:nvSpPr>
            <p:spPr bwMode="auto">
              <a:xfrm>
                <a:off x="2680" y="2099"/>
                <a:ext cx="23" cy="5"/>
              </a:xfrm>
              <a:custGeom>
                <a:avLst/>
                <a:gdLst>
                  <a:gd name="T0" fmla="*/ 23 w 23"/>
                  <a:gd name="T1" fmla="*/ 2 h 5"/>
                  <a:gd name="T2" fmla="*/ 23 w 23"/>
                  <a:gd name="T3" fmla="*/ 0 h 5"/>
                  <a:gd name="T4" fmla="*/ 0 w 23"/>
                  <a:gd name="T5" fmla="*/ 0 h 5"/>
                  <a:gd name="T6" fmla="*/ 0 w 23"/>
                  <a:gd name="T7" fmla="*/ 5 h 5"/>
                  <a:gd name="T8" fmla="*/ 23 w 23"/>
                  <a:gd name="T9" fmla="*/ 5 h 5"/>
                  <a:gd name="T10" fmla="*/ 23 w 23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"/>
                  <a:gd name="T20" fmla="*/ 23 w 2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">
                    <a:moveTo>
                      <a:pt x="23" y="2"/>
                    </a:moveTo>
                    <a:lnTo>
                      <a:pt x="23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3" y="5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1" name="Freeform 782"/>
              <p:cNvSpPr>
                <a:spLocks/>
              </p:cNvSpPr>
              <p:nvPr/>
            </p:nvSpPr>
            <p:spPr bwMode="auto">
              <a:xfrm>
                <a:off x="270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2" name="Freeform 783"/>
              <p:cNvSpPr>
                <a:spLocks/>
              </p:cNvSpPr>
              <p:nvPr/>
            </p:nvSpPr>
            <p:spPr bwMode="auto">
              <a:xfrm>
                <a:off x="2680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0 w 3"/>
                  <a:gd name="T5" fmla="*/ 2 h 5"/>
                  <a:gd name="T6" fmla="*/ 0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3" name="Freeform 784"/>
              <p:cNvSpPr>
                <a:spLocks/>
              </p:cNvSpPr>
              <p:nvPr/>
            </p:nvSpPr>
            <p:spPr bwMode="auto">
              <a:xfrm>
                <a:off x="2683" y="2099"/>
                <a:ext cx="18" cy="5"/>
              </a:xfrm>
              <a:custGeom>
                <a:avLst/>
                <a:gdLst>
                  <a:gd name="T0" fmla="*/ 18 w 18"/>
                  <a:gd name="T1" fmla="*/ 2 h 5"/>
                  <a:gd name="T2" fmla="*/ 18 w 18"/>
                  <a:gd name="T3" fmla="*/ 0 h 5"/>
                  <a:gd name="T4" fmla="*/ 0 w 18"/>
                  <a:gd name="T5" fmla="*/ 0 h 5"/>
                  <a:gd name="T6" fmla="*/ 0 w 18"/>
                  <a:gd name="T7" fmla="*/ 5 h 5"/>
                  <a:gd name="T8" fmla="*/ 18 w 18"/>
                  <a:gd name="T9" fmla="*/ 5 h 5"/>
                  <a:gd name="T10" fmla="*/ 18 w 18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5"/>
                  <a:gd name="T20" fmla="*/ 18 w 18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5">
                    <a:moveTo>
                      <a:pt x="18" y="2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8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4" name="Freeform 785"/>
              <p:cNvSpPr>
                <a:spLocks/>
              </p:cNvSpPr>
              <p:nvPr/>
            </p:nvSpPr>
            <p:spPr bwMode="auto">
              <a:xfrm>
                <a:off x="2701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5" name="Freeform 786"/>
              <p:cNvSpPr>
                <a:spLocks/>
              </p:cNvSpPr>
              <p:nvPr/>
            </p:nvSpPr>
            <p:spPr bwMode="auto">
              <a:xfrm>
                <a:off x="2681" y="2099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1 h 5"/>
                  <a:gd name="T4" fmla="*/ 0 w 4"/>
                  <a:gd name="T5" fmla="*/ 2 h 5"/>
                  <a:gd name="T6" fmla="*/ 2 w 4"/>
                  <a:gd name="T7" fmla="*/ 4 h 5"/>
                  <a:gd name="T8" fmla="*/ 4 w 4"/>
                  <a:gd name="T9" fmla="*/ 5 h 5"/>
                  <a:gd name="T10" fmla="*/ 4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4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6" name="Freeform 787"/>
              <p:cNvSpPr>
                <a:spLocks/>
              </p:cNvSpPr>
              <p:nvPr/>
            </p:nvSpPr>
            <p:spPr bwMode="auto">
              <a:xfrm>
                <a:off x="2685" y="2099"/>
                <a:ext cx="14" cy="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0 h 5"/>
                  <a:gd name="T4" fmla="*/ 0 w 14"/>
                  <a:gd name="T5" fmla="*/ 0 h 5"/>
                  <a:gd name="T6" fmla="*/ 0 w 14"/>
                  <a:gd name="T7" fmla="*/ 5 h 5"/>
                  <a:gd name="T8" fmla="*/ 14 w 14"/>
                  <a:gd name="T9" fmla="*/ 5 h 5"/>
                  <a:gd name="T10" fmla="*/ 14 w 1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"/>
                  <a:gd name="T20" fmla="*/ 14 w 1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">
                    <a:moveTo>
                      <a:pt x="14" y="2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7" name="Freeform 788"/>
              <p:cNvSpPr>
                <a:spLocks/>
              </p:cNvSpPr>
              <p:nvPr/>
            </p:nvSpPr>
            <p:spPr bwMode="auto">
              <a:xfrm>
                <a:off x="2699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8" name="Freeform 789"/>
              <p:cNvSpPr>
                <a:spLocks/>
              </p:cNvSpPr>
              <p:nvPr/>
            </p:nvSpPr>
            <p:spPr bwMode="auto">
              <a:xfrm>
                <a:off x="2684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19" name="Freeform 790"/>
              <p:cNvSpPr>
                <a:spLocks/>
              </p:cNvSpPr>
              <p:nvPr/>
            </p:nvSpPr>
            <p:spPr bwMode="auto">
              <a:xfrm>
                <a:off x="2687" y="2099"/>
                <a:ext cx="11" cy="5"/>
              </a:xfrm>
              <a:custGeom>
                <a:avLst/>
                <a:gdLst>
                  <a:gd name="T0" fmla="*/ 11 w 11"/>
                  <a:gd name="T1" fmla="*/ 2 h 5"/>
                  <a:gd name="T2" fmla="*/ 11 w 11"/>
                  <a:gd name="T3" fmla="*/ 0 h 5"/>
                  <a:gd name="T4" fmla="*/ 0 w 11"/>
                  <a:gd name="T5" fmla="*/ 0 h 5"/>
                  <a:gd name="T6" fmla="*/ 0 w 11"/>
                  <a:gd name="T7" fmla="*/ 5 h 5"/>
                  <a:gd name="T8" fmla="*/ 11 w 11"/>
                  <a:gd name="T9" fmla="*/ 5 h 5"/>
                  <a:gd name="T10" fmla="*/ 11 w 1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5"/>
                  <a:gd name="T20" fmla="*/ 11 w 1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5">
                    <a:moveTo>
                      <a:pt x="11" y="2"/>
                    </a:moveTo>
                    <a:lnTo>
                      <a:pt x="1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0" name="Freeform 791"/>
              <p:cNvSpPr>
                <a:spLocks/>
              </p:cNvSpPr>
              <p:nvPr/>
            </p:nvSpPr>
            <p:spPr bwMode="auto">
              <a:xfrm>
                <a:off x="269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1" name="Freeform 792"/>
              <p:cNvSpPr>
                <a:spLocks/>
              </p:cNvSpPr>
              <p:nvPr/>
            </p:nvSpPr>
            <p:spPr bwMode="auto">
              <a:xfrm>
                <a:off x="2686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2" name="Freeform 793"/>
              <p:cNvSpPr>
                <a:spLocks/>
              </p:cNvSpPr>
              <p:nvPr/>
            </p:nvSpPr>
            <p:spPr bwMode="auto">
              <a:xfrm>
                <a:off x="2689" y="2099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6 w 6"/>
                  <a:gd name="T3" fmla="*/ 0 h 5"/>
                  <a:gd name="T4" fmla="*/ 0 w 6"/>
                  <a:gd name="T5" fmla="*/ 0 h 5"/>
                  <a:gd name="T6" fmla="*/ 0 w 6"/>
                  <a:gd name="T7" fmla="*/ 5 h 5"/>
                  <a:gd name="T8" fmla="*/ 6 w 6"/>
                  <a:gd name="T9" fmla="*/ 5 h 5"/>
                  <a:gd name="T10" fmla="*/ 6 w 6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5"/>
                  <a:gd name="T20" fmla="*/ 6 w 6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5">
                    <a:moveTo>
                      <a:pt x="6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3" name="Freeform 794"/>
              <p:cNvSpPr>
                <a:spLocks/>
              </p:cNvSpPr>
              <p:nvPr/>
            </p:nvSpPr>
            <p:spPr bwMode="auto">
              <a:xfrm>
                <a:off x="2695" y="2099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3 w 4"/>
                  <a:gd name="T3" fmla="*/ 4 h 5"/>
                  <a:gd name="T4" fmla="*/ 4 w 4"/>
                  <a:gd name="T5" fmla="*/ 2 h 5"/>
                  <a:gd name="T6" fmla="*/ 3 w 4"/>
                  <a:gd name="T7" fmla="*/ 1 h 5"/>
                  <a:gd name="T8" fmla="*/ 0 w 4"/>
                  <a:gd name="T9" fmla="*/ 0 h 5"/>
                  <a:gd name="T10" fmla="*/ 0 w 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0" y="5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4" name="Freeform 795"/>
              <p:cNvSpPr>
                <a:spLocks/>
              </p:cNvSpPr>
              <p:nvPr/>
            </p:nvSpPr>
            <p:spPr bwMode="auto">
              <a:xfrm>
                <a:off x="2688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5" name="Freeform 796"/>
              <p:cNvSpPr>
                <a:spLocks/>
              </p:cNvSpPr>
              <p:nvPr/>
            </p:nvSpPr>
            <p:spPr bwMode="auto">
              <a:xfrm>
                <a:off x="2691" y="2099"/>
                <a:ext cx="2" cy="5"/>
              </a:xfrm>
              <a:custGeom>
                <a:avLst/>
                <a:gdLst>
                  <a:gd name="T0" fmla="*/ 2 w 2"/>
                  <a:gd name="T1" fmla="*/ 2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5 h 5"/>
                  <a:gd name="T8" fmla="*/ 2 w 2"/>
                  <a:gd name="T9" fmla="*/ 5 h 5"/>
                  <a:gd name="T10" fmla="*/ 2 w 2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6" name="Freeform 797"/>
              <p:cNvSpPr>
                <a:spLocks/>
              </p:cNvSpPr>
              <p:nvPr/>
            </p:nvSpPr>
            <p:spPr bwMode="auto">
              <a:xfrm>
                <a:off x="269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7" name="Freeform 798"/>
              <p:cNvSpPr>
                <a:spLocks/>
              </p:cNvSpPr>
              <p:nvPr/>
            </p:nvSpPr>
            <p:spPr bwMode="auto">
              <a:xfrm>
                <a:off x="2676" y="1794"/>
                <a:ext cx="29" cy="75"/>
              </a:xfrm>
              <a:custGeom>
                <a:avLst/>
                <a:gdLst>
                  <a:gd name="T0" fmla="*/ 5 w 29"/>
                  <a:gd name="T1" fmla="*/ 0 h 75"/>
                  <a:gd name="T2" fmla="*/ 16 w 29"/>
                  <a:gd name="T3" fmla="*/ 41 h 75"/>
                  <a:gd name="T4" fmla="*/ 0 w 29"/>
                  <a:gd name="T5" fmla="*/ 38 h 75"/>
                  <a:gd name="T6" fmla="*/ 17 w 29"/>
                  <a:gd name="T7" fmla="*/ 75 h 75"/>
                  <a:gd name="T8" fmla="*/ 13 w 29"/>
                  <a:gd name="T9" fmla="*/ 49 h 75"/>
                  <a:gd name="T10" fmla="*/ 29 w 29"/>
                  <a:gd name="T11" fmla="*/ 51 h 75"/>
                  <a:gd name="T12" fmla="*/ 5 w 29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75"/>
                  <a:gd name="T23" fmla="*/ 29 w 29"/>
                  <a:gd name="T24" fmla="*/ 75 h 7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75">
                    <a:moveTo>
                      <a:pt x="5" y="0"/>
                    </a:moveTo>
                    <a:lnTo>
                      <a:pt x="16" y="41"/>
                    </a:lnTo>
                    <a:lnTo>
                      <a:pt x="0" y="38"/>
                    </a:lnTo>
                    <a:lnTo>
                      <a:pt x="17" y="75"/>
                    </a:lnTo>
                    <a:lnTo>
                      <a:pt x="13" y="49"/>
                    </a:lnTo>
                    <a:lnTo>
                      <a:pt x="29" y="5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8" name="Freeform 799"/>
              <p:cNvSpPr>
                <a:spLocks/>
              </p:cNvSpPr>
              <p:nvPr/>
            </p:nvSpPr>
            <p:spPr bwMode="auto">
              <a:xfrm>
                <a:off x="2678" y="1794"/>
                <a:ext cx="16" cy="43"/>
              </a:xfrm>
              <a:custGeom>
                <a:avLst/>
                <a:gdLst>
                  <a:gd name="T0" fmla="*/ 13 w 16"/>
                  <a:gd name="T1" fmla="*/ 43 h 43"/>
                  <a:gd name="T2" fmla="*/ 16 w 16"/>
                  <a:gd name="T3" fmla="*/ 40 h 43"/>
                  <a:gd name="T4" fmla="*/ 6 w 16"/>
                  <a:gd name="T5" fmla="*/ 0 h 43"/>
                  <a:gd name="T6" fmla="*/ 0 w 16"/>
                  <a:gd name="T7" fmla="*/ 1 h 43"/>
                  <a:gd name="T8" fmla="*/ 11 w 16"/>
                  <a:gd name="T9" fmla="*/ 41 h 43"/>
                  <a:gd name="T10" fmla="*/ 14 w 16"/>
                  <a:gd name="T11" fmla="*/ 38 h 43"/>
                  <a:gd name="T12" fmla="*/ 11 w 16"/>
                  <a:gd name="T13" fmla="*/ 41 h 43"/>
                  <a:gd name="T14" fmla="*/ 12 w 16"/>
                  <a:gd name="T15" fmla="*/ 43 h 43"/>
                  <a:gd name="T16" fmla="*/ 14 w 16"/>
                  <a:gd name="T17" fmla="*/ 43 h 43"/>
                  <a:gd name="T18" fmla="*/ 16 w 16"/>
                  <a:gd name="T19" fmla="*/ 42 h 43"/>
                  <a:gd name="T20" fmla="*/ 16 w 16"/>
                  <a:gd name="T21" fmla="*/ 40 h 43"/>
                  <a:gd name="T22" fmla="*/ 13 w 16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43"/>
                  <a:gd name="T38" fmla="*/ 16 w 16"/>
                  <a:gd name="T39" fmla="*/ 43 h 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43">
                    <a:moveTo>
                      <a:pt x="13" y="43"/>
                    </a:moveTo>
                    <a:lnTo>
                      <a:pt x="16" y="40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11" y="41"/>
                    </a:lnTo>
                    <a:lnTo>
                      <a:pt x="14" y="38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3" y="4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29" name="Freeform 800"/>
              <p:cNvSpPr>
                <a:spLocks/>
              </p:cNvSpPr>
              <p:nvPr/>
            </p:nvSpPr>
            <p:spPr bwMode="auto">
              <a:xfrm>
                <a:off x="2674" y="1830"/>
                <a:ext cx="18" cy="7"/>
              </a:xfrm>
              <a:custGeom>
                <a:avLst/>
                <a:gdLst>
                  <a:gd name="T0" fmla="*/ 4 w 18"/>
                  <a:gd name="T1" fmla="*/ 2 h 7"/>
                  <a:gd name="T2" fmla="*/ 2 w 18"/>
                  <a:gd name="T3" fmla="*/ 5 h 7"/>
                  <a:gd name="T4" fmla="*/ 17 w 18"/>
                  <a:gd name="T5" fmla="*/ 7 h 7"/>
                  <a:gd name="T6" fmla="*/ 18 w 18"/>
                  <a:gd name="T7" fmla="*/ 2 h 7"/>
                  <a:gd name="T8" fmla="*/ 3 w 18"/>
                  <a:gd name="T9" fmla="*/ 0 h 7"/>
                  <a:gd name="T10" fmla="*/ 0 w 18"/>
                  <a:gd name="T11" fmla="*/ 3 h 7"/>
                  <a:gd name="T12" fmla="*/ 3 w 18"/>
                  <a:gd name="T13" fmla="*/ 0 h 7"/>
                  <a:gd name="T14" fmla="*/ 1 w 18"/>
                  <a:gd name="T15" fmla="*/ 1 h 7"/>
                  <a:gd name="T16" fmla="*/ 0 w 18"/>
                  <a:gd name="T17" fmla="*/ 2 h 7"/>
                  <a:gd name="T18" fmla="*/ 0 w 18"/>
                  <a:gd name="T19" fmla="*/ 4 h 7"/>
                  <a:gd name="T20" fmla="*/ 2 w 18"/>
                  <a:gd name="T21" fmla="*/ 5 h 7"/>
                  <a:gd name="T22" fmla="*/ 4 w 18"/>
                  <a:gd name="T23" fmla="*/ 2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4" y="2"/>
                    </a:moveTo>
                    <a:lnTo>
                      <a:pt x="2" y="5"/>
                    </a:lnTo>
                    <a:lnTo>
                      <a:pt x="17" y="7"/>
                    </a:lnTo>
                    <a:lnTo>
                      <a:pt x="18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0" name="Freeform 801"/>
              <p:cNvSpPr>
                <a:spLocks/>
              </p:cNvSpPr>
              <p:nvPr/>
            </p:nvSpPr>
            <p:spPr bwMode="auto">
              <a:xfrm>
                <a:off x="2674" y="1832"/>
                <a:ext cx="21" cy="40"/>
              </a:xfrm>
              <a:custGeom>
                <a:avLst/>
                <a:gdLst>
                  <a:gd name="T0" fmla="*/ 16 w 21"/>
                  <a:gd name="T1" fmla="*/ 37 h 40"/>
                  <a:gd name="T2" fmla="*/ 21 w 21"/>
                  <a:gd name="T3" fmla="*/ 36 h 40"/>
                  <a:gd name="T4" fmla="*/ 4 w 21"/>
                  <a:gd name="T5" fmla="*/ 0 h 40"/>
                  <a:gd name="T6" fmla="*/ 0 w 21"/>
                  <a:gd name="T7" fmla="*/ 2 h 40"/>
                  <a:gd name="T8" fmla="*/ 16 w 21"/>
                  <a:gd name="T9" fmla="*/ 38 h 40"/>
                  <a:gd name="T10" fmla="*/ 21 w 21"/>
                  <a:gd name="T11" fmla="*/ 37 h 40"/>
                  <a:gd name="T12" fmla="*/ 16 w 21"/>
                  <a:gd name="T13" fmla="*/ 38 h 40"/>
                  <a:gd name="T14" fmla="*/ 18 w 21"/>
                  <a:gd name="T15" fmla="*/ 40 h 40"/>
                  <a:gd name="T16" fmla="*/ 19 w 21"/>
                  <a:gd name="T17" fmla="*/ 40 h 40"/>
                  <a:gd name="T18" fmla="*/ 21 w 21"/>
                  <a:gd name="T19" fmla="*/ 38 h 40"/>
                  <a:gd name="T20" fmla="*/ 21 w 21"/>
                  <a:gd name="T21" fmla="*/ 36 h 40"/>
                  <a:gd name="T22" fmla="*/ 16 w 21"/>
                  <a:gd name="T23" fmla="*/ 37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40"/>
                  <a:gd name="T38" fmla="*/ 21 w 21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40">
                    <a:moveTo>
                      <a:pt x="16" y="37"/>
                    </a:moveTo>
                    <a:lnTo>
                      <a:pt x="21" y="3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6" y="38"/>
                    </a:lnTo>
                    <a:lnTo>
                      <a:pt x="21" y="37"/>
                    </a:lnTo>
                    <a:lnTo>
                      <a:pt x="16" y="38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16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1" name="Freeform 802"/>
              <p:cNvSpPr>
                <a:spLocks/>
              </p:cNvSpPr>
              <p:nvPr/>
            </p:nvSpPr>
            <p:spPr bwMode="auto">
              <a:xfrm>
                <a:off x="2687" y="1841"/>
                <a:ext cx="8" cy="28"/>
              </a:xfrm>
              <a:custGeom>
                <a:avLst/>
                <a:gdLst>
                  <a:gd name="T0" fmla="*/ 3 w 8"/>
                  <a:gd name="T1" fmla="*/ 0 h 28"/>
                  <a:gd name="T2" fmla="*/ 0 w 8"/>
                  <a:gd name="T3" fmla="*/ 3 h 28"/>
                  <a:gd name="T4" fmla="*/ 3 w 8"/>
                  <a:gd name="T5" fmla="*/ 28 h 28"/>
                  <a:gd name="T6" fmla="*/ 8 w 8"/>
                  <a:gd name="T7" fmla="*/ 27 h 28"/>
                  <a:gd name="T8" fmla="*/ 4 w 8"/>
                  <a:gd name="T9" fmla="*/ 2 h 28"/>
                  <a:gd name="T10" fmla="*/ 2 w 8"/>
                  <a:gd name="T11" fmla="*/ 5 h 28"/>
                  <a:gd name="T12" fmla="*/ 4 w 8"/>
                  <a:gd name="T13" fmla="*/ 2 h 28"/>
                  <a:gd name="T14" fmla="*/ 4 w 8"/>
                  <a:gd name="T15" fmla="*/ 1 h 28"/>
                  <a:gd name="T16" fmla="*/ 2 w 8"/>
                  <a:gd name="T17" fmla="*/ 0 h 28"/>
                  <a:gd name="T18" fmla="*/ 1 w 8"/>
                  <a:gd name="T19" fmla="*/ 1 h 28"/>
                  <a:gd name="T20" fmla="*/ 0 w 8"/>
                  <a:gd name="T21" fmla="*/ 3 h 28"/>
                  <a:gd name="T22" fmla="*/ 3 w 8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28"/>
                  <a:gd name="T38" fmla="*/ 8 w 8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28">
                    <a:moveTo>
                      <a:pt x="3" y="0"/>
                    </a:moveTo>
                    <a:lnTo>
                      <a:pt x="0" y="3"/>
                    </a:lnTo>
                    <a:lnTo>
                      <a:pt x="3" y="28"/>
                    </a:lnTo>
                    <a:lnTo>
                      <a:pt x="8" y="27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2" name="Freeform 803"/>
              <p:cNvSpPr>
                <a:spLocks/>
              </p:cNvSpPr>
              <p:nvPr/>
            </p:nvSpPr>
            <p:spPr bwMode="auto">
              <a:xfrm>
                <a:off x="2689" y="1841"/>
                <a:ext cx="18" cy="7"/>
              </a:xfrm>
              <a:custGeom>
                <a:avLst/>
                <a:gdLst>
                  <a:gd name="T0" fmla="*/ 14 w 18"/>
                  <a:gd name="T1" fmla="*/ 5 h 7"/>
                  <a:gd name="T2" fmla="*/ 16 w 18"/>
                  <a:gd name="T3" fmla="*/ 2 h 7"/>
                  <a:gd name="T4" fmla="*/ 1 w 18"/>
                  <a:gd name="T5" fmla="*/ 0 h 7"/>
                  <a:gd name="T6" fmla="*/ 0 w 18"/>
                  <a:gd name="T7" fmla="*/ 5 h 7"/>
                  <a:gd name="T8" fmla="*/ 15 w 18"/>
                  <a:gd name="T9" fmla="*/ 7 h 7"/>
                  <a:gd name="T10" fmla="*/ 18 w 18"/>
                  <a:gd name="T11" fmla="*/ 4 h 7"/>
                  <a:gd name="T12" fmla="*/ 15 w 18"/>
                  <a:gd name="T13" fmla="*/ 7 h 7"/>
                  <a:gd name="T14" fmla="*/ 17 w 18"/>
                  <a:gd name="T15" fmla="*/ 6 h 7"/>
                  <a:gd name="T16" fmla="*/ 18 w 18"/>
                  <a:gd name="T17" fmla="*/ 5 h 7"/>
                  <a:gd name="T18" fmla="*/ 17 w 18"/>
                  <a:gd name="T19" fmla="*/ 3 h 7"/>
                  <a:gd name="T20" fmla="*/ 16 w 18"/>
                  <a:gd name="T21" fmla="*/ 2 h 7"/>
                  <a:gd name="T22" fmla="*/ 14 w 18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14" y="5"/>
                    </a:moveTo>
                    <a:lnTo>
                      <a:pt x="16" y="2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5" y="7"/>
                    </a:lnTo>
                    <a:lnTo>
                      <a:pt x="18" y="4"/>
                    </a:lnTo>
                    <a:lnTo>
                      <a:pt x="15" y="7"/>
                    </a:lnTo>
                    <a:lnTo>
                      <a:pt x="17" y="6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3" name="Freeform 804"/>
              <p:cNvSpPr>
                <a:spLocks/>
              </p:cNvSpPr>
              <p:nvPr/>
            </p:nvSpPr>
            <p:spPr bwMode="auto">
              <a:xfrm>
                <a:off x="2678" y="1791"/>
                <a:ext cx="29" cy="55"/>
              </a:xfrm>
              <a:custGeom>
                <a:avLst/>
                <a:gdLst>
                  <a:gd name="T0" fmla="*/ 6 w 29"/>
                  <a:gd name="T1" fmla="*/ 2 h 55"/>
                  <a:gd name="T2" fmla="*/ 0 w 29"/>
                  <a:gd name="T3" fmla="*/ 4 h 55"/>
                  <a:gd name="T4" fmla="*/ 25 w 29"/>
                  <a:gd name="T5" fmla="*/ 55 h 55"/>
                  <a:gd name="T6" fmla="*/ 29 w 29"/>
                  <a:gd name="T7" fmla="*/ 53 h 55"/>
                  <a:gd name="T8" fmla="*/ 6 w 29"/>
                  <a:gd name="T9" fmla="*/ 2 h 55"/>
                  <a:gd name="T10" fmla="*/ 0 w 29"/>
                  <a:gd name="T11" fmla="*/ 4 h 55"/>
                  <a:gd name="T12" fmla="*/ 6 w 29"/>
                  <a:gd name="T13" fmla="*/ 2 h 55"/>
                  <a:gd name="T14" fmla="*/ 5 w 29"/>
                  <a:gd name="T15" fmla="*/ 0 h 55"/>
                  <a:gd name="T16" fmla="*/ 1 w 29"/>
                  <a:gd name="T17" fmla="*/ 0 h 55"/>
                  <a:gd name="T18" fmla="*/ 0 w 29"/>
                  <a:gd name="T19" fmla="*/ 2 h 55"/>
                  <a:gd name="T20" fmla="*/ 0 w 29"/>
                  <a:gd name="T21" fmla="*/ 4 h 55"/>
                  <a:gd name="T22" fmla="*/ 6 w 29"/>
                  <a:gd name="T23" fmla="*/ 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55"/>
                  <a:gd name="T38" fmla="*/ 29 w 29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55">
                    <a:moveTo>
                      <a:pt x="6" y="2"/>
                    </a:moveTo>
                    <a:lnTo>
                      <a:pt x="0" y="4"/>
                    </a:lnTo>
                    <a:lnTo>
                      <a:pt x="25" y="55"/>
                    </a:lnTo>
                    <a:lnTo>
                      <a:pt x="29" y="53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4" name="Freeform 805"/>
              <p:cNvSpPr>
                <a:spLocks/>
              </p:cNvSpPr>
              <p:nvPr/>
            </p:nvSpPr>
            <p:spPr bwMode="auto">
              <a:xfrm>
                <a:off x="2677" y="1797"/>
                <a:ext cx="27" cy="70"/>
              </a:xfrm>
              <a:custGeom>
                <a:avLst/>
                <a:gdLst>
                  <a:gd name="T0" fmla="*/ 6 w 27"/>
                  <a:gd name="T1" fmla="*/ 0 h 70"/>
                  <a:gd name="T2" fmla="*/ 27 w 27"/>
                  <a:gd name="T3" fmla="*/ 48 h 70"/>
                  <a:gd name="T4" fmla="*/ 11 w 27"/>
                  <a:gd name="T5" fmla="*/ 46 h 70"/>
                  <a:gd name="T6" fmla="*/ 15 w 27"/>
                  <a:gd name="T7" fmla="*/ 70 h 70"/>
                  <a:gd name="T8" fmla="*/ 0 w 27"/>
                  <a:gd name="T9" fmla="*/ 36 h 70"/>
                  <a:gd name="T10" fmla="*/ 15 w 27"/>
                  <a:gd name="T11" fmla="*/ 38 h 70"/>
                  <a:gd name="T12" fmla="*/ 6 w 27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70"/>
                  <a:gd name="T23" fmla="*/ 27 w 27"/>
                  <a:gd name="T24" fmla="*/ 70 h 7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70">
                    <a:moveTo>
                      <a:pt x="6" y="0"/>
                    </a:moveTo>
                    <a:lnTo>
                      <a:pt x="27" y="48"/>
                    </a:lnTo>
                    <a:lnTo>
                      <a:pt x="11" y="46"/>
                    </a:lnTo>
                    <a:lnTo>
                      <a:pt x="15" y="70"/>
                    </a:lnTo>
                    <a:lnTo>
                      <a:pt x="0" y="36"/>
                    </a:lnTo>
                    <a:lnTo>
                      <a:pt x="15" y="3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5" name="Freeform 806"/>
              <p:cNvSpPr>
                <a:spLocks/>
              </p:cNvSpPr>
              <p:nvPr/>
            </p:nvSpPr>
            <p:spPr bwMode="auto">
              <a:xfrm>
                <a:off x="2677" y="1800"/>
                <a:ext cx="27" cy="65"/>
              </a:xfrm>
              <a:custGeom>
                <a:avLst/>
                <a:gdLst>
                  <a:gd name="T0" fmla="*/ 7 w 27"/>
                  <a:gd name="T1" fmla="*/ 0 h 65"/>
                  <a:gd name="T2" fmla="*/ 27 w 27"/>
                  <a:gd name="T3" fmla="*/ 44 h 65"/>
                  <a:gd name="T4" fmla="*/ 11 w 27"/>
                  <a:gd name="T5" fmla="*/ 42 h 65"/>
                  <a:gd name="T6" fmla="*/ 14 w 27"/>
                  <a:gd name="T7" fmla="*/ 65 h 65"/>
                  <a:gd name="T8" fmla="*/ 0 w 27"/>
                  <a:gd name="T9" fmla="*/ 33 h 65"/>
                  <a:gd name="T10" fmla="*/ 16 w 27"/>
                  <a:gd name="T11" fmla="*/ 35 h 65"/>
                  <a:gd name="T12" fmla="*/ 7 w 27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65"/>
                  <a:gd name="T23" fmla="*/ 27 w 27"/>
                  <a:gd name="T24" fmla="*/ 65 h 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65">
                    <a:moveTo>
                      <a:pt x="7" y="0"/>
                    </a:moveTo>
                    <a:lnTo>
                      <a:pt x="27" y="44"/>
                    </a:lnTo>
                    <a:lnTo>
                      <a:pt x="11" y="42"/>
                    </a:lnTo>
                    <a:lnTo>
                      <a:pt x="14" y="65"/>
                    </a:lnTo>
                    <a:lnTo>
                      <a:pt x="0" y="33"/>
                    </a:lnTo>
                    <a:lnTo>
                      <a:pt x="16" y="3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6" name="Freeform 807"/>
              <p:cNvSpPr>
                <a:spLocks/>
              </p:cNvSpPr>
              <p:nvPr/>
            </p:nvSpPr>
            <p:spPr bwMode="auto">
              <a:xfrm>
                <a:off x="2678" y="1804"/>
                <a:ext cx="25" cy="59"/>
              </a:xfrm>
              <a:custGeom>
                <a:avLst/>
                <a:gdLst>
                  <a:gd name="T0" fmla="*/ 8 w 25"/>
                  <a:gd name="T1" fmla="*/ 0 h 59"/>
                  <a:gd name="T2" fmla="*/ 25 w 25"/>
                  <a:gd name="T3" fmla="*/ 40 h 59"/>
                  <a:gd name="T4" fmla="*/ 10 w 25"/>
                  <a:gd name="T5" fmla="*/ 38 h 59"/>
                  <a:gd name="T6" fmla="*/ 13 w 25"/>
                  <a:gd name="T7" fmla="*/ 59 h 59"/>
                  <a:gd name="T8" fmla="*/ 0 w 25"/>
                  <a:gd name="T9" fmla="*/ 30 h 59"/>
                  <a:gd name="T10" fmla="*/ 15 w 25"/>
                  <a:gd name="T11" fmla="*/ 32 h 59"/>
                  <a:gd name="T12" fmla="*/ 8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9"/>
                  <a:gd name="T23" fmla="*/ 25 w 25"/>
                  <a:gd name="T24" fmla="*/ 59 h 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9">
                    <a:moveTo>
                      <a:pt x="8" y="0"/>
                    </a:moveTo>
                    <a:lnTo>
                      <a:pt x="25" y="40"/>
                    </a:lnTo>
                    <a:lnTo>
                      <a:pt x="10" y="38"/>
                    </a:lnTo>
                    <a:lnTo>
                      <a:pt x="13" y="59"/>
                    </a:lnTo>
                    <a:lnTo>
                      <a:pt x="0" y="30"/>
                    </a:lnTo>
                    <a:lnTo>
                      <a:pt x="15" y="3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7" name="Freeform 808"/>
              <p:cNvSpPr>
                <a:spLocks/>
              </p:cNvSpPr>
              <p:nvPr/>
            </p:nvSpPr>
            <p:spPr bwMode="auto">
              <a:xfrm>
                <a:off x="2678" y="1807"/>
                <a:ext cx="25" cy="54"/>
              </a:xfrm>
              <a:custGeom>
                <a:avLst/>
                <a:gdLst>
                  <a:gd name="T0" fmla="*/ 9 w 25"/>
                  <a:gd name="T1" fmla="*/ 0 h 54"/>
                  <a:gd name="T2" fmla="*/ 25 w 25"/>
                  <a:gd name="T3" fmla="*/ 37 h 54"/>
                  <a:gd name="T4" fmla="*/ 9 w 25"/>
                  <a:gd name="T5" fmla="*/ 35 h 54"/>
                  <a:gd name="T6" fmla="*/ 12 w 25"/>
                  <a:gd name="T7" fmla="*/ 54 h 54"/>
                  <a:gd name="T8" fmla="*/ 0 w 25"/>
                  <a:gd name="T9" fmla="*/ 27 h 54"/>
                  <a:gd name="T10" fmla="*/ 16 w 25"/>
                  <a:gd name="T11" fmla="*/ 29 h 54"/>
                  <a:gd name="T12" fmla="*/ 9 w 2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4"/>
                  <a:gd name="T23" fmla="*/ 25 w 25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4">
                    <a:moveTo>
                      <a:pt x="9" y="0"/>
                    </a:moveTo>
                    <a:lnTo>
                      <a:pt x="25" y="37"/>
                    </a:lnTo>
                    <a:lnTo>
                      <a:pt x="9" y="35"/>
                    </a:lnTo>
                    <a:lnTo>
                      <a:pt x="12" y="54"/>
                    </a:lnTo>
                    <a:lnTo>
                      <a:pt x="0" y="27"/>
                    </a:lnTo>
                    <a:lnTo>
                      <a:pt x="16" y="2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8" name="Freeform 809"/>
              <p:cNvSpPr>
                <a:spLocks/>
              </p:cNvSpPr>
              <p:nvPr/>
            </p:nvSpPr>
            <p:spPr bwMode="auto">
              <a:xfrm>
                <a:off x="2678" y="1811"/>
                <a:ext cx="24" cy="48"/>
              </a:xfrm>
              <a:custGeom>
                <a:avLst/>
                <a:gdLst>
                  <a:gd name="T0" fmla="*/ 9 w 24"/>
                  <a:gd name="T1" fmla="*/ 0 h 48"/>
                  <a:gd name="T2" fmla="*/ 24 w 24"/>
                  <a:gd name="T3" fmla="*/ 32 h 48"/>
                  <a:gd name="T4" fmla="*/ 8 w 24"/>
                  <a:gd name="T5" fmla="*/ 30 h 48"/>
                  <a:gd name="T6" fmla="*/ 11 w 24"/>
                  <a:gd name="T7" fmla="*/ 48 h 48"/>
                  <a:gd name="T8" fmla="*/ 0 w 24"/>
                  <a:gd name="T9" fmla="*/ 23 h 48"/>
                  <a:gd name="T10" fmla="*/ 16 w 24"/>
                  <a:gd name="T11" fmla="*/ 26 h 48"/>
                  <a:gd name="T12" fmla="*/ 9 w 24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48"/>
                  <a:gd name="T23" fmla="*/ 24 w 24"/>
                  <a:gd name="T24" fmla="*/ 48 h 4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48">
                    <a:moveTo>
                      <a:pt x="9" y="0"/>
                    </a:moveTo>
                    <a:lnTo>
                      <a:pt x="24" y="32"/>
                    </a:lnTo>
                    <a:lnTo>
                      <a:pt x="8" y="30"/>
                    </a:lnTo>
                    <a:lnTo>
                      <a:pt x="11" y="48"/>
                    </a:lnTo>
                    <a:lnTo>
                      <a:pt x="0" y="23"/>
                    </a:lnTo>
                    <a:lnTo>
                      <a:pt x="16" y="2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39" name="Freeform 810"/>
              <p:cNvSpPr>
                <a:spLocks/>
              </p:cNvSpPr>
              <p:nvPr/>
            </p:nvSpPr>
            <p:spPr bwMode="auto">
              <a:xfrm>
                <a:off x="2679" y="1814"/>
                <a:ext cx="23" cy="44"/>
              </a:xfrm>
              <a:custGeom>
                <a:avLst/>
                <a:gdLst>
                  <a:gd name="T0" fmla="*/ 10 w 23"/>
                  <a:gd name="T1" fmla="*/ 0 h 44"/>
                  <a:gd name="T2" fmla="*/ 23 w 23"/>
                  <a:gd name="T3" fmla="*/ 30 h 44"/>
                  <a:gd name="T4" fmla="*/ 7 w 23"/>
                  <a:gd name="T5" fmla="*/ 27 h 44"/>
                  <a:gd name="T6" fmla="*/ 10 w 23"/>
                  <a:gd name="T7" fmla="*/ 44 h 44"/>
                  <a:gd name="T8" fmla="*/ 0 w 23"/>
                  <a:gd name="T9" fmla="*/ 21 h 44"/>
                  <a:gd name="T10" fmla="*/ 16 w 23"/>
                  <a:gd name="T11" fmla="*/ 24 h 44"/>
                  <a:gd name="T12" fmla="*/ 10 w 23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44"/>
                  <a:gd name="T23" fmla="*/ 23 w 23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44">
                    <a:moveTo>
                      <a:pt x="10" y="0"/>
                    </a:moveTo>
                    <a:lnTo>
                      <a:pt x="23" y="30"/>
                    </a:lnTo>
                    <a:lnTo>
                      <a:pt x="7" y="27"/>
                    </a:lnTo>
                    <a:lnTo>
                      <a:pt x="10" y="44"/>
                    </a:lnTo>
                    <a:lnTo>
                      <a:pt x="0" y="21"/>
                    </a:lnTo>
                    <a:lnTo>
                      <a:pt x="16" y="2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0" name="Freeform 811"/>
              <p:cNvSpPr>
                <a:spLocks/>
              </p:cNvSpPr>
              <p:nvPr/>
            </p:nvSpPr>
            <p:spPr bwMode="auto">
              <a:xfrm>
                <a:off x="2679" y="1817"/>
                <a:ext cx="23" cy="39"/>
              </a:xfrm>
              <a:custGeom>
                <a:avLst/>
                <a:gdLst>
                  <a:gd name="T0" fmla="*/ 11 w 23"/>
                  <a:gd name="T1" fmla="*/ 0 h 39"/>
                  <a:gd name="T2" fmla="*/ 23 w 23"/>
                  <a:gd name="T3" fmla="*/ 26 h 39"/>
                  <a:gd name="T4" fmla="*/ 7 w 23"/>
                  <a:gd name="T5" fmla="*/ 24 h 39"/>
                  <a:gd name="T6" fmla="*/ 10 w 23"/>
                  <a:gd name="T7" fmla="*/ 39 h 39"/>
                  <a:gd name="T8" fmla="*/ 0 w 23"/>
                  <a:gd name="T9" fmla="*/ 19 h 39"/>
                  <a:gd name="T10" fmla="*/ 16 w 23"/>
                  <a:gd name="T11" fmla="*/ 21 h 39"/>
                  <a:gd name="T12" fmla="*/ 11 w 2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9"/>
                  <a:gd name="T23" fmla="*/ 23 w 23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9">
                    <a:moveTo>
                      <a:pt x="11" y="0"/>
                    </a:moveTo>
                    <a:lnTo>
                      <a:pt x="23" y="26"/>
                    </a:lnTo>
                    <a:lnTo>
                      <a:pt x="7" y="24"/>
                    </a:lnTo>
                    <a:lnTo>
                      <a:pt x="10" y="39"/>
                    </a:lnTo>
                    <a:lnTo>
                      <a:pt x="0" y="19"/>
                    </a:lnTo>
                    <a:lnTo>
                      <a:pt x="16" y="2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1" name="Freeform 812"/>
              <p:cNvSpPr>
                <a:spLocks/>
              </p:cNvSpPr>
              <p:nvPr/>
            </p:nvSpPr>
            <p:spPr bwMode="auto">
              <a:xfrm>
                <a:off x="2680" y="1820"/>
                <a:ext cx="21" cy="33"/>
              </a:xfrm>
              <a:custGeom>
                <a:avLst/>
                <a:gdLst>
                  <a:gd name="T0" fmla="*/ 11 w 21"/>
                  <a:gd name="T1" fmla="*/ 0 h 33"/>
                  <a:gd name="T2" fmla="*/ 21 w 21"/>
                  <a:gd name="T3" fmla="*/ 23 h 33"/>
                  <a:gd name="T4" fmla="*/ 6 w 21"/>
                  <a:gd name="T5" fmla="*/ 21 h 33"/>
                  <a:gd name="T6" fmla="*/ 8 w 21"/>
                  <a:gd name="T7" fmla="*/ 33 h 33"/>
                  <a:gd name="T8" fmla="*/ 0 w 21"/>
                  <a:gd name="T9" fmla="*/ 16 h 33"/>
                  <a:gd name="T10" fmla="*/ 15 w 21"/>
                  <a:gd name="T11" fmla="*/ 18 h 33"/>
                  <a:gd name="T12" fmla="*/ 11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3"/>
                  <a:gd name="T23" fmla="*/ 21 w 21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3">
                    <a:moveTo>
                      <a:pt x="11" y="0"/>
                    </a:moveTo>
                    <a:lnTo>
                      <a:pt x="21" y="23"/>
                    </a:lnTo>
                    <a:lnTo>
                      <a:pt x="6" y="21"/>
                    </a:lnTo>
                    <a:lnTo>
                      <a:pt x="8" y="33"/>
                    </a:lnTo>
                    <a:lnTo>
                      <a:pt x="0" y="16"/>
                    </a:lnTo>
                    <a:lnTo>
                      <a:pt x="15" y="18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2" name="Freeform 813"/>
              <p:cNvSpPr>
                <a:spLocks/>
              </p:cNvSpPr>
              <p:nvPr/>
            </p:nvSpPr>
            <p:spPr bwMode="auto">
              <a:xfrm>
                <a:off x="2680" y="1823"/>
                <a:ext cx="21" cy="28"/>
              </a:xfrm>
              <a:custGeom>
                <a:avLst/>
                <a:gdLst>
                  <a:gd name="T0" fmla="*/ 12 w 21"/>
                  <a:gd name="T1" fmla="*/ 0 h 28"/>
                  <a:gd name="T2" fmla="*/ 21 w 21"/>
                  <a:gd name="T3" fmla="*/ 19 h 28"/>
                  <a:gd name="T4" fmla="*/ 5 w 21"/>
                  <a:gd name="T5" fmla="*/ 17 h 28"/>
                  <a:gd name="T6" fmla="*/ 7 w 21"/>
                  <a:gd name="T7" fmla="*/ 28 h 28"/>
                  <a:gd name="T8" fmla="*/ 0 w 21"/>
                  <a:gd name="T9" fmla="*/ 13 h 28"/>
                  <a:gd name="T10" fmla="*/ 16 w 21"/>
                  <a:gd name="T11" fmla="*/ 17 h 28"/>
                  <a:gd name="T12" fmla="*/ 12 w 2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28"/>
                  <a:gd name="T23" fmla="*/ 21 w 21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28">
                    <a:moveTo>
                      <a:pt x="12" y="0"/>
                    </a:moveTo>
                    <a:lnTo>
                      <a:pt x="21" y="19"/>
                    </a:lnTo>
                    <a:lnTo>
                      <a:pt x="5" y="17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16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3" name="Freeform 814"/>
              <p:cNvSpPr>
                <a:spLocks/>
              </p:cNvSpPr>
              <p:nvPr/>
            </p:nvSpPr>
            <p:spPr bwMode="auto">
              <a:xfrm>
                <a:off x="2680" y="1827"/>
                <a:ext cx="20" cy="22"/>
              </a:xfrm>
              <a:custGeom>
                <a:avLst/>
                <a:gdLst>
                  <a:gd name="T0" fmla="*/ 13 w 20"/>
                  <a:gd name="T1" fmla="*/ 0 h 22"/>
                  <a:gd name="T2" fmla="*/ 16 w 20"/>
                  <a:gd name="T3" fmla="*/ 13 h 22"/>
                  <a:gd name="T4" fmla="*/ 0 w 20"/>
                  <a:gd name="T5" fmla="*/ 10 h 22"/>
                  <a:gd name="T6" fmla="*/ 6 w 20"/>
                  <a:gd name="T7" fmla="*/ 22 h 22"/>
                  <a:gd name="T8" fmla="*/ 4 w 20"/>
                  <a:gd name="T9" fmla="*/ 13 h 22"/>
                  <a:gd name="T10" fmla="*/ 20 w 20"/>
                  <a:gd name="T11" fmla="*/ 15 h 22"/>
                  <a:gd name="T12" fmla="*/ 13 w 2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22"/>
                  <a:gd name="T23" fmla="*/ 20 w 20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22">
                    <a:moveTo>
                      <a:pt x="13" y="0"/>
                    </a:moveTo>
                    <a:lnTo>
                      <a:pt x="16" y="13"/>
                    </a:lnTo>
                    <a:lnTo>
                      <a:pt x="0" y="10"/>
                    </a:lnTo>
                    <a:lnTo>
                      <a:pt x="6" y="22"/>
                    </a:lnTo>
                    <a:lnTo>
                      <a:pt x="4" y="13"/>
                    </a:lnTo>
                    <a:lnTo>
                      <a:pt x="20" y="1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4" name="Freeform 815"/>
              <p:cNvSpPr>
                <a:spLocks/>
              </p:cNvSpPr>
              <p:nvPr/>
            </p:nvSpPr>
            <p:spPr bwMode="auto">
              <a:xfrm>
                <a:off x="2570" y="1845"/>
                <a:ext cx="61" cy="46"/>
              </a:xfrm>
              <a:custGeom>
                <a:avLst/>
                <a:gdLst>
                  <a:gd name="T0" fmla="*/ 0 w 61"/>
                  <a:gd name="T1" fmla="*/ 0 h 46"/>
                  <a:gd name="T2" fmla="*/ 37 w 61"/>
                  <a:gd name="T3" fmla="*/ 22 h 46"/>
                  <a:gd name="T4" fmla="*/ 24 w 61"/>
                  <a:gd name="T5" fmla="*/ 31 h 46"/>
                  <a:gd name="T6" fmla="*/ 61 w 61"/>
                  <a:gd name="T7" fmla="*/ 46 h 46"/>
                  <a:gd name="T8" fmla="*/ 40 w 61"/>
                  <a:gd name="T9" fmla="*/ 30 h 46"/>
                  <a:gd name="T10" fmla="*/ 53 w 61"/>
                  <a:gd name="T11" fmla="*/ 20 h 46"/>
                  <a:gd name="T12" fmla="*/ 0 w 61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1"/>
                  <a:gd name="T22" fmla="*/ 0 h 46"/>
                  <a:gd name="T23" fmla="*/ 61 w 6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1" h="46">
                    <a:moveTo>
                      <a:pt x="0" y="0"/>
                    </a:moveTo>
                    <a:lnTo>
                      <a:pt x="37" y="22"/>
                    </a:lnTo>
                    <a:lnTo>
                      <a:pt x="24" y="31"/>
                    </a:lnTo>
                    <a:lnTo>
                      <a:pt x="61" y="46"/>
                    </a:lnTo>
                    <a:lnTo>
                      <a:pt x="40" y="30"/>
                    </a:lnTo>
                    <a:lnTo>
                      <a:pt x="5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5" name="Freeform 816"/>
              <p:cNvSpPr>
                <a:spLocks/>
              </p:cNvSpPr>
              <p:nvPr/>
            </p:nvSpPr>
            <p:spPr bwMode="auto">
              <a:xfrm>
                <a:off x="2569" y="1842"/>
                <a:ext cx="41" cy="26"/>
              </a:xfrm>
              <a:custGeom>
                <a:avLst/>
                <a:gdLst>
                  <a:gd name="T0" fmla="*/ 40 w 41"/>
                  <a:gd name="T1" fmla="*/ 25 h 26"/>
                  <a:gd name="T2" fmla="*/ 40 w 41"/>
                  <a:gd name="T3" fmla="*/ 21 h 26"/>
                  <a:gd name="T4" fmla="*/ 2 w 41"/>
                  <a:gd name="T5" fmla="*/ 0 h 26"/>
                  <a:gd name="T6" fmla="*/ 0 w 41"/>
                  <a:gd name="T7" fmla="*/ 4 h 26"/>
                  <a:gd name="T8" fmla="*/ 37 w 41"/>
                  <a:gd name="T9" fmla="*/ 26 h 26"/>
                  <a:gd name="T10" fmla="*/ 37 w 41"/>
                  <a:gd name="T11" fmla="*/ 22 h 26"/>
                  <a:gd name="T12" fmla="*/ 37 w 41"/>
                  <a:gd name="T13" fmla="*/ 26 h 26"/>
                  <a:gd name="T14" fmla="*/ 39 w 41"/>
                  <a:gd name="T15" fmla="*/ 26 h 26"/>
                  <a:gd name="T16" fmla="*/ 41 w 41"/>
                  <a:gd name="T17" fmla="*/ 25 h 26"/>
                  <a:gd name="T18" fmla="*/ 41 w 41"/>
                  <a:gd name="T19" fmla="*/ 23 h 26"/>
                  <a:gd name="T20" fmla="*/ 40 w 41"/>
                  <a:gd name="T21" fmla="*/ 21 h 26"/>
                  <a:gd name="T22" fmla="*/ 40 w 41"/>
                  <a:gd name="T23" fmla="*/ 25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26"/>
                  <a:gd name="T38" fmla="*/ 41 w 4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26">
                    <a:moveTo>
                      <a:pt x="40" y="25"/>
                    </a:moveTo>
                    <a:lnTo>
                      <a:pt x="40" y="2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1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6" name="Freeform 817"/>
              <p:cNvSpPr>
                <a:spLocks/>
              </p:cNvSpPr>
              <p:nvPr/>
            </p:nvSpPr>
            <p:spPr bwMode="auto">
              <a:xfrm>
                <a:off x="2592" y="1864"/>
                <a:ext cx="16" cy="14"/>
              </a:xfrm>
              <a:custGeom>
                <a:avLst/>
                <a:gdLst>
                  <a:gd name="T0" fmla="*/ 3 w 16"/>
                  <a:gd name="T1" fmla="*/ 10 h 14"/>
                  <a:gd name="T2" fmla="*/ 3 w 16"/>
                  <a:gd name="T3" fmla="*/ 14 h 14"/>
                  <a:gd name="T4" fmla="*/ 16 w 16"/>
                  <a:gd name="T5" fmla="*/ 4 h 14"/>
                  <a:gd name="T6" fmla="*/ 13 w 16"/>
                  <a:gd name="T7" fmla="*/ 0 h 14"/>
                  <a:gd name="T8" fmla="*/ 1 w 16"/>
                  <a:gd name="T9" fmla="*/ 10 h 14"/>
                  <a:gd name="T10" fmla="*/ 1 w 16"/>
                  <a:gd name="T11" fmla="*/ 14 h 14"/>
                  <a:gd name="T12" fmla="*/ 1 w 16"/>
                  <a:gd name="T13" fmla="*/ 10 h 14"/>
                  <a:gd name="T14" fmla="*/ 0 w 16"/>
                  <a:gd name="T15" fmla="*/ 12 h 14"/>
                  <a:gd name="T16" fmla="*/ 0 w 16"/>
                  <a:gd name="T17" fmla="*/ 13 h 14"/>
                  <a:gd name="T18" fmla="*/ 1 w 16"/>
                  <a:gd name="T19" fmla="*/ 14 h 14"/>
                  <a:gd name="T20" fmla="*/ 3 w 16"/>
                  <a:gd name="T21" fmla="*/ 14 h 14"/>
                  <a:gd name="T22" fmla="*/ 3 w 16"/>
                  <a:gd name="T23" fmla="*/ 1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14"/>
                  <a:gd name="T38" fmla="*/ 16 w 16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14">
                    <a:moveTo>
                      <a:pt x="3" y="10"/>
                    </a:moveTo>
                    <a:lnTo>
                      <a:pt x="3" y="14"/>
                    </a:lnTo>
                    <a:lnTo>
                      <a:pt x="16" y="4"/>
                    </a:lnTo>
                    <a:lnTo>
                      <a:pt x="13" y="0"/>
                    </a:lnTo>
                    <a:lnTo>
                      <a:pt x="1" y="10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7" name="Freeform 818"/>
              <p:cNvSpPr>
                <a:spLocks/>
              </p:cNvSpPr>
              <p:nvPr/>
            </p:nvSpPr>
            <p:spPr bwMode="auto">
              <a:xfrm>
                <a:off x="2593" y="1874"/>
                <a:ext cx="40" cy="19"/>
              </a:xfrm>
              <a:custGeom>
                <a:avLst/>
                <a:gdLst>
                  <a:gd name="T0" fmla="*/ 36 w 40"/>
                  <a:gd name="T1" fmla="*/ 19 h 19"/>
                  <a:gd name="T2" fmla="*/ 39 w 40"/>
                  <a:gd name="T3" fmla="*/ 15 h 19"/>
                  <a:gd name="T4" fmla="*/ 2 w 40"/>
                  <a:gd name="T5" fmla="*/ 0 h 19"/>
                  <a:gd name="T6" fmla="*/ 0 w 40"/>
                  <a:gd name="T7" fmla="*/ 4 h 19"/>
                  <a:gd name="T8" fmla="*/ 37 w 40"/>
                  <a:gd name="T9" fmla="*/ 19 h 19"/>
                  <a:gd name="T10" fmla="*/ 39 w 40"/>
                  <a:gd name="T11" fmla="*/ 15 h 19"/>
                  <a:gd name="T12" fmla="*/ 37 w 40"/>
                  <a:gd name="T13" fmla="*/ 19 h 19"/>
                  <a:gd name="T14" fmla="*/ 39 w 40"/>
                  <a:gd name="T15" fmla="*/ 19 h 19"/>
                  <a:gd name="T16" fmla="*/ 40 w 40"/>
                  <a:gd name="T17" fmla="*/ 18 h 19"/>
                  <a:gd name="T18" fmla="*/ 40 w 40"/>
                  <a:gd name="T19" fmla="*/ 16 h 19"/>
                  <a:gd name="T20" fmla="*/ 39 w 40"/>
                  <a:gd name="T21" fmla="*/ 15 h 19"/>
                  <a:gd name="T22" fmla="*/ 36 w 40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19"/>
                  <a:gd name="T38" fmla="*/ 40 w 40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19">
                    <a:moveTo>
                      <a:pt x="36" y="19"/>
                    </a:moveTo>
                    <a:lnTo>
                      <a:pt x="39" y="15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19"/>
                    </a:lnTo>
                    <a:lnTo>
                      <a:pt x="39" y="15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40" y="18"/>
                    </a:lnTo>
                    <a:lnTo>
                      <a:pt x="40" y="16"/>
                    </a:lnTo>
                    <a:lnTo>
                      <a:pt x="39" y="15"/>
                    </a:lnTo>
                    <a:lnTo>
                      <a:pt x="36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8" name="Freeform 819"/>
              <p:cNvSpPr>
                <a:spLocks/>
              </p:cNvSpPr>
              <p:nvPr/>
            </p:nvSpPr>
            <p:spPr bwMode="auto">
              <a:xfrm>
                <a:off x="2608" y="1872"/>
                <a:ext cx="25" cy="21"/>
              </a:xfrm>
              <a:custGeom>
                <a:avLst/>
                <a:gdLst>
                  <a:gd name="T0" fmla="*/ 1 w 25"/>
                  <a:gd name="T1" fmla="*/ 1 h 21"/>
                  <a:gd name="T2" fmla="*/ 1 w 25"/>
                  <a:gd name="T3" fmla="*/ 5 h 21"/>
                  <a:gd name="T4" fmla="*/ 22 w 25"/>
                  <a:gd name="T5" fmla="*/ 21 h 21"/>
                  <a:gd name="T6" fmla="*/ 25 w 25"/>
                  <a:gd name="T7" fmla="*/ 17 h 21"/>
                  <a:gd name="T8" fmla="*/ 4 w 25"/>
                  <a:gd name="T9" fmla="*/ 1 h 21"/>
                  <a:gd name="T10" fmla="*/ 4 w 25"/>
                  <a:gd name="T11" fmla="*/ 5 h 21"/>
                  <a:gd name="T12" fmla="*/ 4 w 25"/>
                  <a:gd name="T13" fmla="*/ 1 h 21"/>
                  <a:gd name="T14" fmla="*/ 2 w 25"/>
                  <a:gd name="T15" fmla="*/ 0 h 21"/>
                  <a:gd name="T16" fmla="*/ 1 w 25"/>
                  <a:gd name="T17" fmla="*/ 1 h 21"/>
                  <a:gd name="T18" fmla="*/ 0 w 25"/>
                  <a:gd name="T19" fmla="*/ 3 h 21"/>
                  <a:gd name="T20" fmla="*/ 1 w 25"/>
                  <a:gd name="T21" fmla="*/ 5 h 21"/>
                  <a:gd name="T22" fmla="*/ 1 w 25"/>
                  <a:gd name="T23" fmla="*/ 1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21"/>
                  <a:gd name="T38" fmla="*/ 25 w 25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21">
                    <a:moveTo>
                      <a:pt x="1" y="1"/>
                    </a:moveTo>
                    <a:lnTo>
                      <a:pt x="1" y="5"/>
                    </a:lnTo>
                    <a:lnTo>
                      <a:pt x="22" y="21"/>
                    </a:lnTo>
                    <a:lnTo>
                      <a:pt x="25" y="17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49" name="Freeform 820"/>
              <p:cNvSpPr>
                <a:spLocks/>
              </p:cNvSpPr>
              <p:nvPr/>
            </p:nvSpPr>
            <p:spPr bwMode="auto">
              <a:xfrm>
                <a:off x="2608" y="1862"/>
                <a:ext cx="17" cy="15"/>
              </a:xfrm>
              <a:custGeom>
                <a:avLst/>
                <a:gdLst>
                  <a:gd name="T0" fmla="*/ 14 w 17"/>
                  <a:gd name="T1" fmla="*/ 5 h 15"/>
                  <a:gd name="T2" fmla="*/ 13 w 17"/>
                  <a:gd name="T3" fmla="*/ 1 h 15"/>
                  <a:gd name="T4" fmla="*/ 0 w 17"/>
                  <a:gd name="T5" fmla="*/ 11 h 15"/>
                  <a:gd name="T6" fmla="*/ 3 w 17"/>
                  <a:gd name="T7" fmla="*/ 15 h 15"/>
                  <a:gd name="T8" fmla="*/ 16 w 17"/>
                  <a:gd name="T9" fmla="*/ 4 h 15"/>
                  <a:gd name="T10" fmla="*/ 15 w 17"/>
                  <a:gd name="T11" fmla="*/ 0 h 15"/>
                  <a:gd name="T12" fmla="*/ 16 w 17"/>
                  <a:gd name="T13" fmla="*/ 4 h 15"/>
                  <a:gd name="T14" fmla="*/ 17 w 17"/>
                  <a:gd name="T15" fmla="*/ 3 h 15"/>
                  <a:gd name="T16" fmla="*/ 16 w 17"/>
                  <a:gd name="T17" fmla="*/ 1 h 15"/>
                  <a:gd name="T18" fmla="*/ 15 w 17"/>
                  <a:gd name="T19" fmla="*/ 0 h 15"/>
                  <a:gd name="T20" fmla="*/ 13 w 17"/>
                  <a:gd name="T21" fmla="*/ 1 h 15"/>
                  <a:gd name="T22" fmla="*/ 14 w 17"/>
                  <a:gd name="T23" fmla="*/ 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"/>
                  <a:gd name="T37" fmla="*/ 0 h 15"/>
                  <a:gd name="T38" fmla="*/ 17 w 1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" h="15">
                    <a:moveTo>
                      <a:pt x="14" y="5"/>
                    </a:moveTo>
                    <a:lnTo>
                      <a:pt x="13" y="1"/>
                    </a:lnTo>
                    <a:lnTo>
                      <a:pt x="0" y="11"/>
                    </a:lnTo>
                    <a:lnTo>
                      <a:pt x="3" y="15"/>
                    </a:lnTo>
                    <a:lnTo>
                      <a:pt x="16" y="4"/>
                    </a:lnTo>
                    <a:lnTo>
                      <a:pt x="15" y="0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0" name="Freeform 821"/>
              <p:cNvSpPr>
                <a:spLocks/>
              </p:cNvSpPr>
              <p:nvPr/>
            </p:nvSpPr>
            <p:spPr bwMode="auto">
              <a:xfrm>
                <a:off x="2568" y="1842"/>
                <a:ext cx="56" cy="25"/>
              </a:xfrm>
              <a:custGeom>
                <a:avLst/>
                <a:gdLst>
                  <a:gd name="T0" fmla="*/ 3 w 56"/>
                  <a:gd name="T1" fmla="*/ 0 h 25"/>
                  <a:gd name="T2" fmla="*/ 1 w 56"/>
                  <a:gd name="T3" fmla="*/ 5 h 25"/>
                  <a:gd name="T4" fmla="*/ 54 w 56"/>
                  <a:gd name="T5" fmla="*/ 25 h 25"/>
                  <a:gd name="T6" fmla="*/ 56 w 56"/>
                  <a:gd name="T7" fmla="*/ 21 h 25"/>
                  <a:gd name="T8" fmla="*/ 3 w 56"/>
                  <a:gd name="T9" fmla="*/ 0 h 25"/>
                  <a:gd name="T10" fmla="*/ 1 w 56"/>
                  <a:gd name="T11" fmla="*/ 5 h 25"/>
                  <a:gd name="T12" fmla="*/ 3 w 56"/>
                  <a:gd name="T13" fmla="*/ 0 h 25"/>
                  <a:gd name="T14" fmla="*/ 1 w 56"/>
                  <a:gd name="T15" fmla="*/ 0 h 25"/>
                  <a:gd name="T16" fmla="*/ 0 w 56"/>
                  <a:gd name="T17" fmla="*/ 1 h 25"/>
                  <a:gd name="T18" fmla="*/ 0 w 56"/>
                  <a:gd name="T19" fmla="*/ 3 h 25"/>
                  <a:gd name="T20" fmla="*/ 1 w 56"/>
                  <a:gd name="T21" fmla="*/ 5 h 25"/>
                  <a:gd name="T22" fmla="*/ 3 w 56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6"/>
                  <a:gd name="T37" fmla="*/ 0 h 25"/>
                  <a:gd name="T38" fmla="*/ 56 w 56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6" h="25">
                    <a:moveTo>
                      <a:pt x="3" y="0"/>
                    </a:moveTo>
                    <a:lnTo>
                      <a:pt x="1" y="5"/>
                    </a:lnTo>
                    <a:lnTo>
                      <a:pt x="54" y="25"/>
                    </a:lnTo>
                    <a:lnTo>
                      <a:pt x="56" y="21"/>
                    </a:lnTo>
                    <a:lnTo>
                      <a:pt x="3" y="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1" name="Freeform 822"/>
              <p:cNvSpPr>
                <a:spLocks/>
              </p:cNvSpPr>
              <p:nvPr/>
            </p:nvSpPr>
            <p:spPr bwMode="auto">
              <a:xfrm>
                <a:off x="2574" y="1846"/>
                <a:ext cx="55" cy="44"/>
              </a:xfrm>
              <a:custGeom>
                <a:avLst/>
                <a:gdLst>
                  <a:gd name="T0" fmla="*/ 0 w 55"/>
                  <a:gd name="T1" fmla="*/ 0 h 44"/>
                  <a:gd name="T2" fmla="*/ 48 w 55"/>
                  <a:gd name="T3" fmla="*/ 19 h 44"/>
                  <a:gd name="T4" fmla="*/ 36 w 55"/>
                  <a:gd name="T5" fmla="*/ 29 h 44"/>
                  <a:gd name="T6" fmla="*/ 55 w 55"/>
                  <a:gd name="T7" fmla="*/ 44 h 44"/>
                  <a:gd name="T8" fmla="*/ 21 w 55"/>
                  <a:gd name="T9" fmla="*/ 30 h 44"/>
                  <a:gd name="T10" fmla="*/ 34 w 55"/>
                  <a:gd name="T11" fmla="*/ 20 h 44"/>
                  <a:gd name="T12" fmla="*/ 0 w 55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44"/>
                  <a:gd name="T23" fmla="*/ 55 w 55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44">
                    <a:moveTo>
                      <a:pt x="0" y="0"/>
                    </a:moveTo>
                    <a:lnTo>
                      <a:pt x="48" y="19"/>
                    </a:lnTo>
                    <a:lnTo>
                      <a:pt x="36" y="29"/>
                    </a:lnTo>
                    <a:lnTo>
                      <a:pt x="55" y="44"/>
                    </a:lnTo>
                    <a:lnTo>
                      <a:pt x="21" y="30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2" name="Freeform 823"/>
              <p:cNvSpPr>
                <a:spLocks/>
              </p:cNvSpPr>
              <p:nvPr/>
            </p:nvSpPr>
            <p:spPr bwMode="auto">
              <a:xfrm>
                <a:off x="2577" y="1847"/>
                <a:ext cx="51" cy="42"/>
              </a:xfrm>
              <a:custGeom>
                <a:avLst/>
                <a:gdLst>
                  <a:gd name="T0" fmla="*/ 0 w 51"/>
                  <a:gd name="T1" fmla="*/ 0 h 42"/>
                  <a:gd name="T2" fmla="*/ 45 w 51"/>
                  <a:gd name="T3" fmla="*/ 18 h 42"/>
                  <a:gd name="T4" fmla="*/ 32 w 51"/>
                  <a:gd name="T5" fmla="*/ 28 h 42"/>
                  <a:gd name="T6" fmla="*/ 51 w 51"/>
                  <a:gd name="T7" fmla="*/ 42 h 42"/>
                  <a:gd name="T8" fmla="*/ 18 w 51"/>
                  <a:gd name="T9" fmla="*/ 29 h 42"/>
                  <a:gd name="T10" fmla="*/ 32 w 51"/>
                  <a:gd name="T11" fmla="*/ 19 h 42"/>
                  <a:gd name="T12" fmla="*/ 0 w 5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2"/>
                  <a:gd name="T23" fmla="*/ 51 w 51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2">
                    <a:moveTo>
                      <a:pt x="0" y="0"/>
                    </a:moveTo>
                    <a:lnTo>
                      <a:pt x="45" y="18"/>
                    </a:lnTo>
                    <a:lnTo>
                      <a:pt x="32" y="28"/>
                    </a:lnTo>
                    <a:lnTo>
                      <a:pt x="51" y="42"/>
                    </a:lnTo>
                    <a:lnTo>
                      <a:pt x="18" y="29"/>
                    </a:lnTo>
                    <a:lnTo>
                      <a:pt x="32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3" name="Freeform 824"/>
              <p:cNvSpPr>
                <a:spLocks/>
              </p:cNvSpPr>
              <p:nvPr/>
            </p:nvSpPr>
            <p:spPr bwMode="auto">
              <a:xfrm>
                <a:off x="2580" y="1849"/>
                <a:ext cx="46" cy="39"/>
              </a:xfrm>
              <a:custGeom>
                <a:avLst/>
                <a:gdLst>
                  <a:gd name="T0" fmla="*/ 0 w 46"/>
                  <a:gd name="T1" fmla="*/ 0 h 39"/>
                  <a:gd name="T2" fmla="*/ 42 w 46"/>
                  <a:gd name="T3" fmla="*/ 16 h 39"/>
                  <a:gd name="T4" fmla="*/ 29 w 46"/>
                  <a:gd name="T5" fmla="*/ 26 h 39"/>
                  <a:gd name="T6" fmla="*/ 46 w 46"/>
                  <a:gd name="T7" fmla="*/ 39 h 39"/>
                  <a:gd name="T8" fmla="*/ 16 w 46"/>
                  <a:gd name="T9" fmla="*/ 27 h 39"/>
                  <a:gd name="T10" fmla="*/ 29 w 46"/>
                  <a:gd name="T11" fmla="*/ 17 h 39"/>
                  <a:gd name="T12" fmla="*/ 0 w 46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"/>
                  <a:gd name="T22" fmla="*/ 0 h 39"/>
                  <a:gd name="T23" fmla="*/ 46 w 46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" h="39">
                    <a:moveTo>
                      <a:pt x="0" y="0"/>
                    </a:moveTo>
                    <a:lnTo>
                      <a:pt x="42" y="16"/>
                    </a:lnTo>
                    <a:lnTo>
                      <a:pt x="29" y="26"/>
                    </a:lnTo>
                    <a:lnTo>
                      <a:pt x="46" y="39"/>
                    </a:lnTo>
                    <a:lnTo>
                      <a:pt x="16" y="27"/>
                    </a:lnTo>
                    <a:lnTo>
                      <a:pt x="29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4" name="Freeform 825"/>
              <p:cNvSpPr>
                <a:spLocks/>
              </p:cNvSpPr>
              <p:nvPr/>
            </p:nvSpPr>
            <p:spPr bwMode="auto">
              <a:xfrm>
                <a:off x="2583" y="1850"/>
                <a:ext cx="41" cy="37"/>
              </a:xfrm>
              <a:custGeom>
                <a:avLst/>
                <a:gdLst>
                  <a:gd name="T0" fmla="*/ 0 w 41"/>
                  <a:gd name="T1" fmla="*/ 0 h 37"/>
                  <a:gd name="T2" fmla="*/ 38 w 41"/>
                  <a:gd name="T3" fmla="*/ 15 h 37"/>
                  <a:gd name="T4" fmla="*/ 25 w 41"/>
                  <a:gd name="T5" fmla="*/ 25 h 37"/>
                  <a:gd name="T6" fmla="*/ 41 w 41"/>
                  <a:gd name="T7" fmla="*/ 37 h 37"/>
                  <a:gd name="T8" fmla="*/ 14 w 41"/>
                  <a:gd name="T9" fmla="*/ 26 h 37"/>
                  <a:gd name="T10" fmla="*/ 27 w 41"/>
                  <a:gd name="T11" fmla="*/ 16 h 37"/>
                  <a:gd name="T12" fmla="*/ 0 w 4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37"/>
                  <a:gd name="T23" fmla="*/ 41 w 41"/>
                  <a:gd name="T24" fmla="*/ 37 h 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37">
                    <a:moveTo>
                      <a:pt x="0" y="0"/>
                    </a:moveTo>
                    <a:lnTo>
                      <a:pt x="38" y="15"/>
                    </a:lnTo>
                    <a:lnTo>
                      <a:pt x="25" y="25"/>
                    </a:lnTo>
                    <a:lnTo>
                      <a:pt x="41" y="37"/>
                    </a:lnTo>
                    <a:lnTo>
                      <a:pt x="14" y="26"/>
                    </a:lnTo>
                    <a:lnTo>
                      <a:pt x="27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5" name="Freeform 826"/>
              <p:cNvSpPr>
                <a:spLocks/>
              </p:cNvSpPr>
              <p:nvPr/>
            </p:nvSpPr>
            <p:spPr bwMode="auto">
              <a:xfrm>
                <a:off x="2586" y="1852"/>
                <a:ext cx="36" cy="33"/>
              </a:xfrm>
              <a:custGeom>
                <a:avLst/>
                <a:gdLst>
                  <a:gd name="T0" fmla="*/ 0 w 36"/>
                  <a:gd name="T1" fmla="*/ 0 h 33"/>
                  <a:gd name="T2" fmla="*/ 34 w 36"/>
                  <a:gd name="T3" fmla="*/ 13 h 33"/>
                  <a:gd name="T4" fmla="*/ 21 w 36"/>
                  <a:gd name="T5" fmla="*/ 23 h 33"/>
                  <a:gd name="T6" fmla="*/ 36 w 36"/>
                  <a:gd name="T7" fmla="*/ 33 h 33"/>
                  <a:gd name="T8" fmla="*/ 11 w 36"/>
                  <a:gd name="T9" fmla="*/ 24 h 33"/>
                  <a:gd name="T10" fmla="*/ 24 w 36"/>
                  <a:gd name="T11" fmla="*/ 14 h 33"/>
                  <a:gd name="T12" fmla="*/ 0 w 3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33"/>
                  <a:gd name="T23" fmla="*/ 36 w 36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33">
                    <a:moveTo>
                      <a:pt x="0" y="0"/>
                    </a:moveTo>
                    <a:lnTo>
                      <a:pt x="34" y="13"/>
                    </a:lnTo>
                    <a:lnTo>
                      <a:pt x="21" y="23"/>
                    </a:lnTo>
                    <a:lnTo>
                      <a:pt x="36" y="33"/>
                    </a:lnTo>
                    <a:lnTo>
                      <a:pt x="11" y="24"/>
                    </a:lnTo>
                    <a:lnTo>
                      <a:pt x="2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6" name="Freeform 827"/>
              <p:cNvSpPr>
                <a:spLocks/>
              </p:cNvSpPr>
              <p:nvPr/>
            </p:nvSpPr>
            <p:spPr bwMode="auto">
              <a:xfrm>
                <a:off x="2590" y="1853"/>
                <a:ext cx="31" cy="31"/>
              </a:xfrm>
              <a:custGeom>
                <a:avLst/>
                <a:gdLst>
                  <a:gd name="T0" fmla="*/ 0 w 31"/>
                  <a:gd name="T1" fmla="*/ 0 h 31"/>
                  <a:gd name="T2" fmla="*/ 30 w 31"/>
                  <a:gd name="T3" fmla="*/ 12 h 31"/>
                  <a:gd name="T4" fmla="*/ 17 w 31"/>
                  <a:gd name="T5" fmla="*/ 22 h 31"/>
                  <a:gd name="T6" fmla="*/ 31 w 31"/>
                  <a:gd name="T7" fmla="*/ 31 h 31"/>
                  <a:gd name="T8" fmla="*/ 8 w 31"/>
                  <a:gd name="T9" fmla="*/ 23 h 31"/>
                  <a:gd name="T10" fmla="*/ 21 w 31"/>
                  <a:gd name="T11" fmla="*/ 13 h 31"/>
                  <a:gd name="T12" fmla="*/ 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31"/>
                  <a:gd name="T23" fmla="*/ 31 w 3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31">
                    <a:moveTo>
                      <a:pt x="0" y="0"/>
                    </a:moveTo>
                    <a:lnTo>
                      <a:pt x="30" y="12"/>
                    </a:lnTo>
                    <a:lnTo>
                      <a:pt x="17" y="22"/>
                    </a:lnTo>
                    <a:lnTo>
                      <a:pt x="31" y="31"/>
                    </a:lnTo>
                    <a:lnTo>
                      <a:pt x="8" y="23"/>
                    </a:lnTo>
                    <a:lnTo>
                      <a:pt x="2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7" name="Freeform 828"/>
              <p:cNvSpPr>
                <a:spLocks/>
              </p:cNvSpPr>
              <p:nvPr/>
            </p:nvSpPr>
            <p:spPr bwMode="auto">
              <a:xfrm>
                <a:off x="2593" y="1856"/>
                <a:ext cx="25" cy="27"/>
              </a:xfrm>
              <a:custGeom>
                <a:avLst/>
                <a:gdLst>
                  <a:gd name="T0" fmla="*/ 0 w 25"/>
                  <a:gd name="T1" fmla="*/ 0 h 27"/>
                  <a:gd name="T2" fmla="*/ 25 w 25"/>
                  <a:gd name="T3" fmla="*/ 9 h 27"/>
                  <a:gd name="T4" fmla="*/ 13 w 25"/>
                  <a:gd name="T5" fmla="*/ 19 h 27"/>
                  <a:gd name="T6" fmla="*/ 24 w 25"/>
                  <a:gd name="T7" fmla="*/ 27 h 27"/>
                  <a:gd name="T8" fmla="*/ 5 w 25"/>
                  <a:gd name="T9" fmla="*/ 20 h 27"/>
                  <a:gd name="T10" fmla="*/ 18 w 25"/>
                  <a:gd name="T11" fmla="*/ 10 h 27"/>
                  <a:gd name="T12" fmla="*/ 0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7"/>
                  <a:gd name="T23" fmla="*/ 25 w 2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7">
                    <a:moveTo>
                      <a:pt x="0" y="0"/>
                    </a:moveTo>
                    <a:lnTo>
                      <a:pt x="25" y="9"/>
                    </a:lnTo>
                    <a:lnTo>
                      <a:pt x="13" y="19"/>
                    </a:lnTo>
                    <a:lnTo>
                      <a:pt x="24" y="27"/>
                    </a:lnTo>
                    <a:lnTo>
                      <a:pt x="5" y="20"/>
                    </a:lnTo>
                    <a:lnTo>
                      <a:pt x="18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8" name="Freeform 829"/>
              <p:cNvSpPr>
                <a:spLocks/>
              </p:cNvSpPr>
              <p:nvPr/>
            </p:nvSpPr>
            <p:spPr bwMode="auto">
              <a:xfrm>
                <a:off x="2596" y="1857"/>
                <a:ext cx="22" cy="25"/>
              </a:xfrm>
              <a:custGeom>
                <a:avLst/>
                <a:gdLst>
                  <a:gd name="T0" fmla="*/ 0 w 22"/>
                  <a:gd name="T1" fmla="*/ 0 h 25"/>
                  <a:gd name="T2" fmla="*/ 22 w 22"/>
                  <a:gd name="T3" fmla="*/ 8 h 25"/>
                  <a:gd name="T4" fmla="*/ 10 w 22"/>
                  <a:gd name="T5" fmla="*/ 18 h 25"/>
                  <a:gd name="T6" fmla="*/ 20 w 22"/>
                  <a:gd name="T7" fmla="*/ 25 h 25"/>
                  <a:gd name="T8" fmla="*/ 3 w 22"/>
                  <a:gd name="T9" fmla="*/ 19 h 25"/>
                  <a:gd name="T10" fmla="*/ 16 w 22"/>
                  <a:gd name="T11" fmla="*/ 9 h 25"/>
                  <a:gd name="T12" fmla="*/ 0 w 22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5"/>
                  <a:gd name="T23" fmla="*/ 22 w 22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5">
                    <a:moveTo>
                      <a:pt x="0" y="0"/>
                    </a:moveTo>
                    <a:lnTo>
                      <a:pt x="22" y="8"/>
                    </a:lnTo>
                    <a:lnTo>
                      <a:pt x="10" y="18"/>
                    </a:lnTo>
                    <a:lnTo>
                      <a:pt x="20" y="25"/>
                    </a:lnTo>
                    <a:lnTo>
                      <a:pt x="3" y="19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59" name="Freeform 830"/>
              <p:cNvSpPr>
                <a:spLocks/>
              </p:cNvSpPr>
              <p:nvPr/>
            </p:nvSpPr>
            <p:spPr bwMode="auto">
              <a:xfrm>
                <a:off x="2599" y="1858"/>
                <a:ext cx="18" cy="23"/>
              </a:xfrm>
              <a:custGeom>
                <a:avLst/>
                <a:gdLst>
                  <a:gd name="T0" fmla="*/ 0 w 18"/>
                  <a:gd name="T1" fmla="*/ 0 h 23"/>
                  <a:gd name="T2" fmla="*/ 18 w 18"/>
                  <a:gd name="T3" fmla="*/ 7 h 23"/>
                  <a:gd name="T4" fmla="*/ 7 w 18"/>
                  <a:gd name="T5" fmla="*/ 17 h 23"/>
                  <a:gd name="T6" fmla="*/ 15 w 18"/>
                  <a:gd name="T7" fmla="*/ 23 h 23"/>
                  <a:gd name="T8" fmla="*/ 1 w 18"/>
                  <a:gd name="T9" fmla="*/ 18 h 23"/>
                  <a:gd name="T10" fmla="*/ 13 w 18"/>
                  <a:gd name="T11" fmla="*/ 8 h 23"/>
                  <a:gd name="T12" fmla="*/ 0 w 18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23"/>
                  <a:gd name="T23" fmla="*/ 18 w 18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23">
                    <a:moveTo>
                      <a:pt x="0" y="0"/>
                    </a:moveTo>
                    <a:lnTo>
                      <a:pt x="18" y="7"/>
                    </a:lnTo>
                    <a:lnTo>
                      <a:pt x="7" y="17"/>
                    </a:lnTo>
                    <a:lnTo>
                      <a:pt x="15" y="23"/>
                    </a:lnTo>
                    <a:lnTo>
                      <a:pt x="1" y="18"/>
                    </a:lnTo>
                    <a:lnTo>
                      <a:pt x="1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0" name="Freeform 831"/>
              <p:cNvSpPr>
                <a:spLocks/>
              </p:cNvSpPr>
              <p:nvPr/>
            </p:nvSpPr>
            <p:spPr bwMode="auto">
              <a:xfrm>
                <a:off x="2600" y="1860"/>
                <a:ext cx="17" cy="20"/>
              </a:xfrm>
              <a:custGeom>
                <a:avLst/>
                <a:gdLst>
                  <a:gd name="T0" fmla="*/ 2 w 17"/>
                  <a:gd name="T1" fmla="*/ 0 h 20"/>
                  <a:gd name="T2" fmla="*/ 13 w 17"/>
                  <a:gd name="T3" fmla="*/ 6 h 20"/>
                  <a:gd name="T4" fmla="*/ 0 w 17"/>
                  <a:gd name="T5" fmla="*/ 16 h 20"/>
                  <a:gd name="T6" fmla="*/ 13 w 17"/>
                  <a:gd name="T7" fmla="*/ 20 h 20"/>
                  <a:gd name="T8" fmla="*/ 5 w 17"/>
                  <a:gd name="T9" fmla="*/ 15 h 20"/>
                  <a:gd name="T10" fmla="*/ 17 w 17"/>
                  <a:gd name="T11" fmla="*/ 5 h 20"/>
                  <a:gd name="T12" fmla="*/ 2 w 17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0"/>
                  <a:gd name="T23" fmla="*/ 17 w 1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0">
                    <a:moveTo>
                      <a:pt x="2" y="0"/>
                    </a:moveTo>
                    <a:lnTo>
                      <a:pt x="13" y="6"/>
                    </a:lnTo>
                    <a:lnTo>
                      <a:pt x="0" y="16"/>
                    </a:lnTo>
                    <a:lnTo>
                      <a:pt x="13" y="20"/>
                    </a:lnTo>
                    <a:lnTo>
                      <a:pt x="5" y="15"/>
                    </a:lnTo>
                    <a:lnTo>
                      <a:pt x="17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1" name="Freeform 832"/>
              <p:cNvSpPr>
                <a:spLocks/>
              </p:cNvSpPr>
              <p:nvPr/>
            </p:nvSpPr>
            <p:spPr bwMode="auto">
              <a:xfrm>
                <a:off x="2530" y="1939"/>
                <a:ext cx="76" cy="29"/>
              </a:xfrm>
              <a:custGeom>
                <a:avLst/>
                <a:gdLst>
                  <a:gd name="T0" fmla="*/ 0 w 76"/>
                  <a:gd name="T1" fmla="*/ 23 h 29"/>
                  <a:gd name="T2" fmla="*/ 41 w 76"/>
                  <a:gd name="T3" fmla="*/ 13 h 29"/>
                  <a:gd name="T4" fmla="*/ 39 w 76"/>
                  <a:gd name="T5" fmla="*/ 29 h 29"/>
                  <a:gd name="T6" fmla="*/ 76 w 76"/>
                  <a:gd name="T7" fmla="*/ 13 h 29"/>
                  <a:gd name="T8" fmla="*/ 49 w 76"/>
                  <a:gd name="T9" fmla="*/ 16 h 29"/>
                  <a:gd name="T10" fmla="*/ 52 w 76"/>
                  <a:gd name="T11" fmla="*/ 0 h 29"/>
                  <a:gd name="T12" fmla="*/ 0 w 76"/>
                  <a:gd name="T13" fmla="*/ 2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29"/>
                  <a:gd name="T23" fmla="*/ 76 w 76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29">
                    <a:moveTo>
                      <a:pt x="0" y="23"/>
                    </a:moveTo>
                    <a:lnTo>
                      <a:pt x="41" y="13"/>
                    </a:lnTo>
                    <a:lnTo>
                      <a:pt x="39" y="29"/>
                    </a:lnTo>
                    <a:lnTo>
                      <a:pt x="76" y="13"/>
                    </a:lnTo>
                    <a:lnTo>
                      <a:pt x="49" y="16"/>
                    </a:lnTo>
                    <a:lnTo>
                      <a:pt x="52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2" name="Freeform 833"/>
              <p:cNvSpPr>
                <a:spLocks/>
              </p:cNvSpPr>
              <p:nvPr/>
            </p:nvSpPr>
            <p:spPr bwMode="auto">
              <a:xfrm>
                <a:off x="2529" y="1948"/>
                <a:ext cx="45" cy="17"/>
              </a:xfrm>
              <a:custGeom>
                <a:avLst/>
                <a:gdLst>
                  <a:gd name="T0" fmla="*/ 45 w 45"/>
                  <a:gd name="T1" fmla="*/ 4 h 17"/>
                  <a:gd name="T2" fmla="*/ 41 w 45"/>
                  <a:gd name="T3" fmla="*/ 0 h 17"/>
                  <a:gd name="T4" fmla="*/ 0 w 45"/>
                  <a:gd name="T5" fmla="*/ 11 h 17"/>
                  <a:gd name="T6" fmla="*/ 1 w 45"/>
                  <a:gd name="T7" fmla="*/ 17 h 17"/>
                  <a:gd name="T8" fmla="*/ 42 w 45"/>
                  <a:gd name="T9" fmla="*/ 6 h 17"/>
                  <a:gd name="T10" fmla="*/ 39 w 45"/>
                  <a:gd name="T11" fmla="*/ 3 h 17"/>
                  <a:gd name="T12" fmla="*/ 42 w 45"/>
                  <a:gd name="T13" fmla="*/ 6 h 17"/>
                  <a:gd name="T14" fmla="*/ 45 w 45"/>
                  <a:gd name="T15" fmla="*/ 5 h 17"/>
                  <a:gd name="T16" fmla="*/ 45 w 45"/>
                  <a:gd name="T17" fmla="*/ 3 h 17"/>
                  <a:gd name="T18" fmla="*/ 44 w 45"/>
                  <a:gd name="T19" fmla="*/ 0 h 17"/>
                  <a:gd name="T20" fmla="*/ 41 w 45"/>
                  <a:gd name="T21" fmla="*/ 0 h 17"/>
                  <a:gd name="T22" fmla="*/ 45 w 45"/>
                  <a:gd name="T23" fmla="*/ 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17"/>
                  <a:gd name="T38" fmla="*/ 45 w 45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17">
                    <a:moveTo>
                      <a:pt x="45" y="4"/>
                    </a:moveTo>
                    <a:lnTo>
                      <a:pt x="41" y="0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42" y="6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5" y="5"/>
                    </a:lnTo>
                    <a:lnTo>
                      <a:pt x="45" y="3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3" name="Freeform 834"/>
              <p:cNvSpPr>
                <a:spLocks/>
              </p:cNvSpPr>
              <p:nvPr/>
            </p:nvSpPr>
            <p:spPr bwMode="auto">
              <a:xfrm>
                <a:off x="2566" y="1951"/>
                <a:ext cx="8" cy="19"/>
              </a:xfrm>
              <a:custGeom>
                <a:avLst/>
                <a:gdLst>
                  <a:gd name="T0" fmla="*/ 1 w 8"/>
                  <a:gd name="T1" fmla="*/ 15 h 19"/>
                  <a:gd name="T2" fmla="*/ 5 w 8"/>
                  <a:gd name="T3" fmla="*/ 17 h 19"/>
                  <a:gd name="T4" fmla="*/ 8 w 8"/>
                  <a:gd name="T5" fmla="*/ 1 h 19"/>
                  <a:gd name="T6" fmla="*/ 2 w 8"/>
                  <a:gd name="T7" fmla="*/ 0 h 19"/>
                  <a:gd name="T8" fmla="*/ 0 w 8"/>
                  <a:gd name="T9" fmla="*/ 16 h 19"/>
                  <a:gd name="T10" fmla="*/ 3 w 8"/>
                  <a:gd name="T11" fmla="*/ 19 h 19"/>
                  <a:gd name="T12" fmla="*/ 0 w 8"/>
                  <a:gd name="T13" fmla="*/ 16 h 19"/>
                  <a:gd name="T14" fmla="*/ 1 w 8"/>
                  <a:gd name="T15" fmla="*/ 18 h 19"/>
                  <a:gd name="T16" fmla="*/ 2 w 8"/>
                  <a:gd name="T17" fmla="*/ 19 h 19"/>
                  <a:gd name="T18" fmla="*/ 4 w 8"/>
                  <a:gd name="T19" fmla="*/ 19 h 19"/>
                  <a:gd name="T20" fmla="*/ 5 w 8"/>
                  <a:gd name="T21" fmla="*/ 17 h 19"/>
                  <a:gd name="T22" fmla="*/ 1 w 8"/>
                  <a:gd name="T23" fmla="*/ 1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9"/>
                  <a:gd name="T38" fmla="*/ 8 w 8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9">
                    <a:moveTo>
                      <a:pt x="1" y="15"/>
                    </a:moveTo>
                    <a:lnTo>
                      <a:pt x="5" y="17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5" y="17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4" name="Freeform 835"/>
              <p:cNvSpPr>
                <a:spLocks/>
              </p:cNvSpPr>
              <p:nvPr/>
            </p:nvSpPr>
            <p:spPr bwMode="auto">
              <a:xfrm>
                <a:off x="2568" y="1948"/>
                <a:ext cx="40" cy="22"/>
              </a:xfrm>
              <a:custGeom>
                <a:avLst/>
                <a:gdLst>
                  <a:gd name="T0" fmla="*/ 38 w 40"/>
                  <a:gd name="T1" fmla="*/ 6 h 22"/>
                  <a:gd name="T2" fmla="*/ 37 w 40"/>
                  <a:gd name="T3" fmla="*/ 0 h 22"/>
                  <a:gd name="T4" fmla="*/ 0 w 40"/>
                  <a:gd name="T5" fmla="*/ 18 h 22"/>
                  <a:gd name="T6" fmla="*/ 2 w 40"/>
                  <a:gd name="T7" fmla="*/ 22 h 22"/>
                  <a:gd name="T8" fmla="*/ 39 w 40"/>
                  <a:gd name="T9" fmla="*/ 5 h 22"/>
                  <a:gd name="T10" fmla="*/ 38 w 40"/>
                  <a:gd name="T11" fmla="*/ 0 h 22"/>
                  <a:gd name="T12" fmla="*/ 39 w 40"/>
                  <a:gd name="T13" fmla="*/ 5 h 22"/>
                  <a:gd name="T14" fmla="*/ 40 w 40"/>
                  <a:gd name="T15" fmla="*/ 4 h 22"/>
                  <a:gd name="T16" fmla="*/ 40 w 40"/>
                  <a:gd name="T17" fmla="*/ 2 h 22"/>
                  <a:gd name="T18" fmla="*/ 39 w 40"/>
                  <a:gd name="T19" fmla="*/ 0 h 22"/>
                  <a:gd name="T20" fmla="*/ 37 w 40"/>
                  <a:gd name="T21" fmla="*/ 0 h 22"/>
                  <a:gd name="T22" fmla="*/ 38 w 40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2"/>
                  <a:gd name="T38" fmla="*/ 40 w 40"/>
                  <a:gd name="T39" fmla="*/ 22 h 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2">
                    <a:moveTo>
                      <a:pt x="38" y="6"/>
                    </a:moveTo>
                    <a:lnTo>
                      <a:pt x="37" y="0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39" y="5"/>
                    </a:lnTo>
                    <a:lnTo>
                      <a:pt x="38" y="0"/>
                    </a:lnTo>
                    <a:lnTo>
                      <a:pt x="39" y="5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5" name="Freeform 836"/>
              <p:cNvSpPr>
                <a:spLocks/>
              </p:cNvSpPr>
              <p:nvPr/>
            </p:nvSpPr>
            <p:spPr bwMode="auto">
              <a:xfrm>
                <a:off x="2577" y="1948"/>
                <a:ext cx="29" cy="9"/>
              </a:xfrm>
              <a:custGeom>
                <a:avLst/>
                <a:gdLst>
                  <a:gd name="T0" fmla="*/ 0 w 29"/>
                  <a:gd name="T1" fmla="*/ 6 h 9"/>
                  <a:gd name="T2" fmla="*/ 3 w 29"/>
                  <a:gd name="T3" fmla="*/ 9 h 9"/>
                  <a:gd name="T4" fmla="*/ 29 w 29"/>
                  <a:gd name="T5" fmla="*/ 6 h 9"/>
                  <a:gd name="T6" fmla="*/ 28 w 29"/>
                  <a:gd name="T7" fmla="*/ 0 h 9"/>
                  <a:gd name="T8" fmla="*/ 2 w 29"/>
                  <a:gd name="T9" fmla="*/ 4 h 9"/>
                  <a:gd name="T10" fmla="*/ 5 w 29"/>
                  <a:gd name="T11" fmla="*/ 7 h 9"/>
                  <a:gd name="T12" fmla="*/ 2 w 29"/>
                  <a:gd name="T13" fmla="*/ 4 h 9"/>
                  <a:gd name="T14" fmla="*/ 1 w 29"/>
                  <a:gd name="T15" fmla="*/ 5 h 9"/>
                  <a:gd name="T16" fmla="*/ 0 w 29"/>
                  <a:gd name="T17" fmla="*/ 7 h 9"/>
                  <a:gd name="T18" fmla="*/ 1 w 29"/>
                  <a:gd name="T19" fmla="*/ 8 h 9"/>
                  <a:gd name="T20" fmla="*/ 3 w 29"/>
                  <a:gd name="T21" fmla="*/ 9 h 9"/>
                  <a:gd name="T22" fmla="*/ 0 w 29"/>
                  <a:gd name="T23" fmla="*/ 6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9"/>
                  <a:gd name="T38" fmla="*/ 29 w 2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9">
                    <a:moveTo>
                      <a:pt x="0" y="6"/>
                    </a:moveTo>
                    <a:lnTo>
                      <a:pt x="3" y="9"/>
                    </a:lnTo>
                    <a:lnTo>
                      <a:pt x="29" y="6"/>
                    </a:lnTo>
                    <a:lnTo>
                      <a:pt x="28" y="0"/>
                    </a:lnTo>
                    <a:lnTo>
                      <a:pt x="2" y="4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6" name="Freeform 837"/>
              <p:cNvSpPr>
                <a:spLocks/>
              </p:cNvSpPr>
              <p:nvPr/>
            </p:nvSpPr>
            <p:spPr bwMode="auto">
              <a:xfrm>
                <a:off x="2577" y="1937"/>
                <a:ext cx="7" cy="18"/>
              </a:xfrm>
              <a:custGeom>
                <a:avLst/>
                <a:gdLst>
                  <a:gd name="T0" fmla="*/ 5 w 7"/>
                  <a:gd name="T1" fmla="*/ 4 h 18"/>
                  <a:gd name="T2" fmla="*/ 2 w 7"/>
                  <a:gd name="T3" fmla="*/ 2 h 18"/>
                  <a:gd name="T4" fmla="*/ 0 w 7"/>
                  <a:gd name="T5" fmla="*/ 17 h 18"/>
                  <a:gd name="T6" fmla="*/ 5 w 7"/>
                  <a:gd name="T7" fmla="*/ 18 h 18"/>
                  <a:gd name="T8" fmla="*/ 7 w 7"/>
                  <a:gd name="T9" fmla="*/ 3 h 18"/>
                  <a:gd name="T10" fmla="*/ 4 w 7"/>
                  <a:gd name="T11" fmla="*/ 0 h 18"/>
                  <a:gd name="T12" fmla="*/ 7 w 7"/>
                  <a:gd name="T13" fmla="*/ 3 h 18"/>
                  <a:gd name="T14" fmla="*/ 6 w 7"/>
                  <a:gd name="T15" fmla="*/ 1 h 18"/>
                  <a:gd name="T16" fmla="*/ 5 w 7"/>
                  <a:gd name="T17" fmla="*/ 0 h 18"/>
                  <a:gd name="T18" fmla="*/ 3 w 7"/>
                  <a:gd name="T19" fmla="*/ 1 h 18"/>
                  <a:gd name="T20" fmla="*/ 2 w 7"/>
                  <a:gd name="T21" fmla="*/ 2 h 18"/>
                  <a:gd name="T22" fmla="*/ 5 w 7"/>
                  <a:gd name="T23" fmla="*/ 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5" y="4"/>
                    </a:moveTo>
                    <a:lnTo>
                      <a:pt x="2" y="2"/>
                    </a:lnTo>
                    <a:lnTo>
                      <a:pt x="0" y="17"/>
                    </a:lnTo>
                    <a:lnTo>
                      <a:pt x="5" y="18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7" name="Freeform 838"/>
              <p:cNvSpPr>
                <a:spLocks/>
              </p:cNvSpPr>
              <p:nvPr/>
            </p:nvSpPr>
            <p:spPr bwMode="auto">
              <a:xfrm>
                <a:off x="2528" y="1937"/>
                <a:ext cx="54" cy="28"/>
              </a:xfrm>
              <a:custGeom>
                <a:avLst/>
                <a:gdLst>
                  <a:gd name="T0" fmla="*/ 2 w 54"/>
                  <a:gd name="T1" fmla="*/ 22 h 28"/>
                  <a:gd name="T2" fmla="*/ 3 w 54"/>
                  <a:gd name="T3" fmla="*/ 28 h 28"/>
                  <a:gd name="T4" fmla="*/ 54 w 54"/>
                  <a:gd name="T5" fmla="*/ 4 h 28"/>
                  <a:gd name="T6" fmla="*/ 52 w 54"/>
                  <a:gd name="T7" fmla="*/ 0 h 28"/>
                  <a:gd name="T8" fmla="*/ 1 w 54"/>
                  <a:gd name="T9" fmla="*/ 22 h 28"/>
                  <a:gd name="T10" fmla="*/ 3 w 54"/>
                  <a:gd name="T11" fmla="*/ 28 h 28"/>
                  <a:gd name="T12" fmla="*/ 1 w 54"/>
                  <a:gd name="T13" fmla="*/ 22 h 28"/>
                  <a:gd name="T14" fmla="*/ 0 w 54"/>
                  <a:gd name="T15" fmla="*/ 24 h 28"/>
                  <a:gd name="T16" fmla="*/ 0 w 54"/>
                  <a:gd name="T17" fmla="*/ 25 h 28"/>
                  <a:gd name="T18" fmla="*/ 1 w 54"/>
                  <a:gd name="T19" fmla="*/ 28 h 28"/>
                  <a:gd name="T20" fmla="*/ 3 w 54"/>
                  <a:gd name="T21" fmla="*/ 28 h 28"/>
                  <a:gd name="T22" fmla="*/ 2 w 54"/>
                  <a:gd name="T23" fmla="*/ 22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4"/>
                  <a:gd name="T37" fmla="*/ 0 h 28"/>
                  <a:gd name="T38" fmla="*/ 54 w 54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4" h="28">
                    <a:moveTo>
                      <a:pt x="2" y="22"/>
                    </a:moveTo>
                    <a:lnTo>
                      <a:pt x="3" y="28"/>
                    </a:lnTo>
                    <a:lnTo>
                      <a:pt x="54" y="4"/>
                    </a:lnTo>
                    <a:lnTo>
                      <a:pt x="52" y="0"/>
                    </a:lnTo>
                    <a:lnTo>
                      <a:pt x="1" y="22"/>
                    </a:lnTo>
                    <a:lnTo>
                      <a:pt x="3" y="28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8" name="Freeform 839"/>
              <p:cNvSpPr>
                <a:spLocks/>
              </p:cNvSpPr>
              <p:nvPr/>
            </p:nvSpPr>
            <p:spPr bwMode="auto">
              <a:xfrm>
                <a:off x="2533" y="1940"/>
                <a:ext cx="70" cy="27"/>
              </a:xfrm>
              <a:custGeom>
                <a:avLst/>
                <a:gdLst>
                  <a:gd name="T0" fmla="*/ 0 w 70"/>
                  <a:gd name="T1" fmla="*/ 20 h 27"/>
                  <a:gd name="T2" fmla="*/ 48 w 70"/>
                  <a:gd name="T3" fmla="*/ 0 h 27"/>
                  <a:gd name="T4" fmla="*/ 46 w 70"/>
                  <a:gd name="T5" fmla="*/ 15 h 27"/>
                  <a:gd name="T6" fmla="*/ 70 w 70"/>
                  <a:gd name="T7" fmla="*/ 12 h 27"/>
                  <a:gd name="T8" fmla="*/ 36 w 70"/>
                  <a:gd name="T9" fmla="*/ 27 h 27"/>
                  <a:gd name="T10" fmla="*/ 38 w 70"/>
                  <a:gd name="T11" fmla="*/ 12 h 27"/>
                  <a:gd name="T12" fmla="*/ 0 w 70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0" y="20"/>
                    </a:moveTo>
                    <a:lnTo>
                      <a:pt x="48" y="0"/>
                    </a:lnTo>
                    <a:lnTo>
                      <a:pt x="46" y="15"/>
                    </a:lnTo>
                    <a:lnTo>
                      <a:pt x="70" y="12"/>
                    </a:lnTo>
                    <a:lnTo>
                      <a:pt x="36" y="27"/>
                    </a:lnTo>
                    <a:lnTo>
                      <a:pt x="38" y="12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69" name="Freeform 840"/>
              <p:cNvSpPr>
                <a:spLocks/>
              </p:cNvSpPr>
              <p:nvPr/>
            </p:nvSpPr>
            <p:spPr bwMode="auto">
              <a:xfrm>
                <a:off x="2536" y="1940"/>
                <a:ext cx="65" cy="27"/>
              </a:xfrm>
              <a:custGeom>
                <a:avLst/>
                <a:gdLst>
                  <a:gd name="T0" fmla="*/ 0 w 65"/>
                  <a:gd name="T1" fmla="*/ 20 h 27"/>
                  <a:gd name="T2" fmla="*/ 44 w 65"/>
                  <a:gd name="T3" fmla="*/ 0 h 27"/>
                  <a:gd name="T4" fmla="*/ 42 w 65"/>
                  <a:gd name="T5" fmla="*/ 16 h 27"/>
                  <a:gd name="T6" fmla="*/ 65 w 65"/>
                  <a:gd name="T7" fmla="*/ 13 h 27"/>
                  <a:gd name="T8" fmla="*/ 33 w 65"/>
                  <a:gd name="T9" fmla="*/ 27 h 27"/>
                  <a:gd name="T10" fmla="*/ 35 w 65"/>
                  <a:gd name="T11" fmla="*/ 11 h 27"/>
                  <a:gd name="T12" fmla="*/ 0 w 65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0" y="20"/>
                    </a:moveTo>
                    <a:lnTo>
                      <a:pt x="44" y="0"/>
                    </a:lnTo>
                    <a:lnTo>
                      <a:pt x="42" y="16"/>
                    </a:lnTo>
                    <a:lnTo>
                      <a:pt x="65" y="13"/>
                    </a:lnTo>
                    <a:lnTo>
                      <a:pt x="33" y="27"/>
                    </a:lnTo>
                    <a:lnTo>
                      <a:pt x="35" y="1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0" name="Freeform 841"/>
              <p:cNvSpPr>
                <a:spLocks/>
              </p:cNvSpPr>
              <p:nvPr/>
            </p:nvSpPr>
            <p:spPr bwMode="auto">
              <a:xfrm>
                <a:off x="2540" y="1940"/>
                <a:ext cx="59" cy="26"/>
              </a:xfrm>
              <a:custGeom>
                <a:avLst/>
                <a:gdLst>
                  <a:gd name="T0" fmla="*/ 0 w 59"/>
                  <a:gd name="T1" fmla="*/ 18 h 26"/>
                  <a:gd name="T2" fmla="*/ 40 w 59"/>
                  <a:gd name="T3" fmla="*/ 0 h 26"/>
                  <a:gd name="T4" fmla="*/ 38 w 59"/>
                  <a:gd name="T5" fmla="*/ 16 h 26"/>
                  <a:gd name="T6" fmla="*/ 59 w 59"/>
                  <a:gd name="T7" fmla="*/ 13 h 26"/>
                  <a:gd name="T8" fmla="*/ 30 w 59"/>
                  <a:gd name="T9" fmla="*/ 26 h 26"/>
                  <a:gd name="T10" fmla="*/ 33 w 59"/>
                  <a:gd name="T11" fmla="*/ 10 h 26"/>
                  <a:gd name="T12" fmla="*/ 0 w 59"/>
                  <a:gd name="T13" fmla="*/ 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0" y="18"/>
                    </a:moveTo>
                    <a:lnTo>
                      <a:pt x="40" y="0"/>
                    </a:lnTo>
                    <a:lnTo>
                      <a:pt x="38" y="16"/>
                    </a:lnTo>
                    <a:lnTo>
                      <a:pt x="59" y="13"/>
                    </a:lnTo>
                    <a:lnTo>
                      <a:pt x="30" y="26"/>
                    </a:lnTo>
                    <a:lnTo>
                      <a:pt x="33" y="1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1" name="Freeform 842"/>
              <p:cNvSpPr>
                <a:spLocks/>
              </p:cNvSpPr>
              <p:nvPr/>
            </p:nvSpPr>
            <p:spPr bwMode="auto">
              <a:xfrm>
                <a:off x="2543" y="1941"/>
                <a:ext cx="54" cy="25"/>
              </a:xfrm>
              <a:custGeom>
                <a:avLst/>
                <a:gdLst>
                  <a:gd name="T0" fmla="*/ 0 w 54"/>
                  <a:gd name="T1" fmla="*/ 16 h 25"/>
                  <a:gd name="T2" fmla="*/ 37 w 54"/>
                  <a:gd name="T3" fmla="*/ 0 h 25"/>
                  <a:gd name="T4" fmla="*/ 34 w 54"/>
                  <a:gd name="T5" fmla="*/ 16 h 25"/>
                  <a:gd name="T6" fmla="*/ 54 w 54"/>
                  <a:gd name="T7" fmla="*/ 12 h 25"/>
                  <a:gd name="T8" fmla="*/ 27 w 54"/>
                  <a:gd name="T9" fmla="*/ 25 h 25"/>
                  <a:gd name="T10" fmla="*/ 30 w 54"/>
                  <a:gd name="T11" fmla="*/ 9 h 25"/>
                  <a:gd name="T12" fmla="*/ 0 w 54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0" y="16"/>
                    </a:moveTo>
                    <a:lnTo>
                      <a:pt x="37" y="0"/>
                    </a:lnTo>
                    <a:lnTo>
                      <a:pt x="34" y="16"/>
                    </a:lnTo>
                    <a:lnTo>
                      <a:pt x="54" y="12"/>
                    </a:lnTo>
                    <a:lnTo>
                      <a:pt x="27" y="25"/>
                    </a:lnTo>
                    <a:lnTo>
                      <a:pt x="30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2" name="Freeform 843"/>
              <p:cNvSpPr>
                <a:spLocks/>
              </p:cNvSpPr>
              <p:nvPr/>
            </p:nvSpPr>
            <p:spPr bwMode="auto">
              <a:xfrm>
                <a:off x="2547" y="1941"/>
                <a:ext cx="48" cy="25"/>
              </a:xfrm>
              <a:custGeom>
                <a:avLst/>
                <a:gdLst>
                  <a:gd name="T0" fmla="*/ 0 w 48"/>
                  <a:gd name="T1" fmla="*/ 16 h 25"/>
                  <a:gd name="T2" fmla="*/ 32 w 48"/>
                  <a:gd name="T3" fmla="*/ 0 h 25"/>
                  <a:gd name="T4" fmla="*/ 30 w 48"/>
                  <a:gd name="T5" fmla="*/ 17 h 25"/>
                  <a:gd name="T6" fmla="*/ 48 w 48"/>
                  <a:gd name="T7" fmla="*/ 13 h 25"/>
                  <a:gd name="T8" fmla="*/ 24 w 48"/>
                  <a:gd name="T9" fmla="*/ 25 h 25"/>
                  <a:gd name="T10" fmla="*/ 27 w 48"/>
                  <a:gd name="T11" fmla="*/ 9 h 25"/>
                  <a:gd name="T12" fmla="*/ 0 w 48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5"/>
                  <a:gd name="T23" fmla="*/ 48 w 48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5">
                    <a:moveTo>
                      <a:pt x="0" y="16"/>
                    </a:moveTo>
                    <a:lnTo>
                      <a:pt x="32" y="0"/>
                    </a:lnTo>
                    <a:lnTo>
                      <a:pt x="30" y="17"/>
                    </a:lnTo>
                    <a:lnTo>
                      <a:pt x="48" y="13"/>
                    </a:lnTo>
                    <a:lnTo>
                      <a:pt x="24" y="25"/>
                    </a:lnTo>
                    <a:lnTo>
                      <a:pt x="27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3" name="Freeform 844"/>
              <p:cNvSpPr>
                <a:spLocks/>
              </p:cNvSpPr>
              <p:nvPr/>
            </p:nvSpPr>
            <p:spPr bwMode="auto">
              <a:xfrm>
                <a:off x="2550" y="1942"/>
                <a:ext cx="43" cy="23"/>
              </a:xfrm>
              <a:custGeom>
                <a:avLst/>
                <a:gdLst>
                  <a:gd name="T0" fmla="*/ 0 w 43"/>
                  <a:gd name="T1" fmla="*/ 13 h 23"/>
                  <a:gd name="T2" fmla="*/ 29 w 43"/>
                  <a:gd name="T3" fmla="*/ 0 h 23"/>
                  <a:gd name="T4" fmla="*/ 27 w 43"/>
                  <a:gd name="T5" fmla="*/ 15 h 23"/>
                  <a:gd name="T6" fmla="*/ 43 w 43"/>
                  <a:gd name="T7" fmla="*/ 13 h 23"/>
                  <a:gd name="T8" fmla="*/ 21 w 43"/>
                  <a:gd name="T9" fmla="*/ 23 h 23"/>
                  <a:gd name="T10" fmla="*/ 24 w 43"/>
                  <a:gd name="T11" fmla="*/ 6 h 23"/>
                  <a:gd name="T12" fmla="*/ 0 w 43"/>
                  <a:gd name="T13" fmla="*/ 1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3"/>
                  <a:gd name="T23" fmla="*/ 43 w 43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3">
                    <a:moveTo>
                      <a:pt x="0" y="13"/>
                    </a:moveTo>
                    <a:lnTo>
                      <a:pt x="29" y="0"/>
                    </a:lnTo>
                    <a:lnTo>
                      <a:pt x="27" y="15"/>
                    </a:lnTo>
                    <a:lnTo>
                      <a:pt x="43" y="13"/>
                    </a:lnTo>
                    <a:lnTo>
                      <a:pt x="21" y="23"/>
                    </a:lnTo>
                    <a:lnTo>
                      <a:pt x="24" y="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4" name="Freeform 845"/>
              <p:cNvSpPr>
                <a:spLocks/>
              </p:cNvSpPr>
              <p:nvPr/>
            </p:nvSpPr>
            <p:spPr bwMode="auto">
              <a:xfrm>
                <a:off x="2553" y="1942"/>
                <a:ext cx="38" cy="21"/>
              </a:xfrm>
              <a:custGeom>
                <a:avLst/>
                <a:gdLst>
                  <a:gd name="T0" fmla="*/ 0 w 38"/>
                  <a:gd name="T1" fmla="*/ 12 h 21"/>
                  <a:gd name="T2" fmla="*/ 26 w 38"/>
                  <a:gd name="T3" fmla="*/ 0 h 21"/>
                  <a:gd name="T4" fmla="*/ 24 w 38"/>
                  <a:gd name="T5" fmla="*/ 15 h 21"/>
                  <a:gd name="T6" fmla="*/ 38 w 38"/>
                  <a:gd name="T7" fmla="*/ 13 h 21"/>
                  <a:gd name="T8" fmla="*/ 18 w 38"/>
                  <a:gd name="T9" fmla="*/ 21 h 21"/>
                  <a:gd name="T10" fmla="*/ 21 w 38"/>
                  <a:gd name="T11" fmla="*/ 6 h 21"/>
                  <a:gd name="T12" fmla="*/ 0 w 38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0" y="12"/>
                    </a:moveTo>
                    <a:lnTo>
                      <a:pt x="26" y="0"/>
                    </a:lnTo>
                    <a:lnTo>
                      <a:pt x="24" y="15"/>
                    </a:lnTo>
                    <a:lnTo>
                      <a:pt x="38" y="13"/>
                    </a:lnTo>
                    <a:lnTo>
                      <a:pt x="18" y="21"/>
                    </a:lnTo>
                    <a:lnTo>
                      <a:pt x="21" y="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5" name="Freeform 846"/>
              <p:cNvSpPr>
                <a:spLocks/>
              </p:cNvSpPr>
              <p:nvPr/>
            </p:nvSpPr>
            <p:spPr bwMode="auto">
              <a:xfrm>
                <a:off x="2556" y="1942"/>
                <a:ext cx="34" cy="21"/>
              </a:xfrm>
              <a:custGeom>
                <a:avLst/>
                <a:gdLst>
                  <a:gd name="T0" fmla="*/ 0 w 34"/>
                  <a:gd name="T1" fmla="*/ 10 h 21"/>
                  <a:gd name="T2" fmla="*/ 23 w 34"/>
                  <a:gd name="T3" fmla="*/ 0 h 21"/>
                  <a:gd name="T4" fmla="*/ 21 w 34"/>
                  <a:gd name="T5" fmla="*/ 16 h 21"/>
                  <a:gd name="T6" fmla="*/ 34 w 34"/>
                  <a:gd name="T7" fmla="*/ 14 h 21"/>
                  <a:gd name="T8" fmla="*/ 17 w 34"/>
                  <a:gd name="T9" fmla="*/ 21 h 21"/>
                  <a:gd name="T10" fmla="*/ 19 w 34"/>
                  <a:gd name="T11" fmla="*/ 5 h 21"/>
                  <a:gd name="T12" fmla="*/ 0 w 34"/>
                  <a:gd name="T13" fmla="*/ 1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21"/>
                  <a:gd name="T23" fmla="*/ 34 w 34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21">
                    <a:moveTo>
                      <a:pt x="0" y="10"/>
                    </a:moveTo>
                    <a:lnTo>
                      <a:pt x="23" y="0"/>
                    </a:lnTo>
                    <a:lnTo>
                      <a:pt x="21" y="16"/>
                    </a:lnTo>
                    <a:lnTo>
                      <a:pt x="34" y="14"/>
                    </a:lnTo>
                    <a:lnTo>
                      <a:pt x="17" y="21"/>
                    </a:lnTo>
                    <a:lnTo>
                      <a:pt x="19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6" name="Freeform 847"/>
              <p:cNvSpPr>
                <a:spLocks/>
              </p:cNvSpPr>
              <p:nvPr/>
            </p:nvSpPr>
            <p:spPr bwMode="auto">
              <a:xfrm>
                <a:off x="2560" y="1943"/>
                <a:ext cx="27" cy="20"/>
              </a:xfrm>
              <a:custGeom>
                <a:avLst/>
                <a:gdLst>
                  <a:gd name="T0" fmla="*/ 0 w 27"/>
                  <a:gd name="T1" fmla="*/ 9 h 20"/>
                  <a:gd name="T2" fmla="*/ 18 w 27"/>
                  <a:gd name="T3" fmla="*/ 0 h 20"/>
                  <a:gd name="T4" fmla="*/ 16 w 27"/>
                  <a:gd name="T5" fmla="*/ 16 h 20"/>
                  <a:gd name="T6" fmla="*/ 27 w 27"/>
                  <a:gd name="T7" fmla="*/ 14 h 20"/>
                  <a:gd name="T8" fmla="*/ 13 w 27"/>
                  <a:gd name="T9" fmla="*/ 20 h 20"/>
                  <a:gd name="T10" fmla="*/ 16 w 27"/>
                  <a:gd name="T11" fmla="*/ 4 h 20"/>
                  <a:gd name="T12" fmla="*/ 0 w 27"/>
                  <a:gd name="T13" fmla="*/ 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0" y="9"/>
                    </a:moveTo>
                    <a:lnTo>
                      <a:pt x="18" y="0"/>
                    </a:lnTo>
                    <a:lnTo>
                      <a:pt x="16" y="16"/>
                    </a:lnTo>
                    <a:lnTo>
                      <a:pt x="27" y="14"/>
                    </a:lnTo>
                    <a:lnTo>
                      <a:pt x="13" y="20"/>
                    </a:lnTo>
                    <a:lnTo>
                      <a:pt x="16" y="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7" name="Freeform 848"/>
              <p:cNvSpPr>
                <a:spLocks/>
              </p:cNvSpPr>
              <p:nvPr/>
            </p:nvSpPr>
            <p:spPr bwMode="auto">
              <a:xfrm>
                <a:off x="2564" y="1943"/>
                <a:ext cx="21" cy="19"/>
              </a:xfrm>
              <a:custGeom>
                <a:avLst/>
                <a:gdLst>
                  <a:gd name="T0" fmla="*/ 0 w 21"/>
                  <a:gd name="T1" fmla="*/ 7 h 19"/>
                  <a:gd name="T2" fmla="*/ 12 w 21"/>
                  <a:gd name="T3" fmla="*/ 3 h 19"/>
                  <a:gd name="T4" fmla="*/ 10 w 21"/>
                  <a:gd name="T5" fmla="*/ 19 h 19"/>
                  <a:gd name="T6" fmla="*/ 21 w 21"/>
                  <a:gd name="T7" fmla="*/ 14 h 19"/>
                  <a:gd name="T8" fmla="*/ 12 w 21"/>
                  <a:gd name="T9" fmla="*/ 16 h 19"/>
                  <a:gd name="T10" fmla="*/ 14 w 21"/>
                  <a:gd name="T11" fmla="*/ 0 h 19"/>
                  <a:gd name="T12" fmla="*/ 0 w 21"/>
                  <a:gd name="T13" fmla="*/ 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0" y="7"/>
                    </a:moveTo>
                    <a:lnTo>
                      <a:pt x="12" y="3"/>
                    </a:lnTo>
                    <a:lnTo>
                      <a:pt x="10" y="19"/>
                    </a:lnTo>
                    <a:lnTo>
                      <a:pt x="21" y="14"/>
                    </a:lnTo>
                    <a:lnTo>
                      <a:pt x="12" y="16"/>
                    </a:lnTo>
                    <a:lnTo>
                      <a:pt x="1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8" name="Freeform 849"/>
              <p:cNvSpPr>
                <a:spLocks/>
              </p:cNvSpPr>
              <p:nvPr/>
            </p:nvSpPr>
            <p:spPr bwMode="auto">
              <a:xfrm>
                <a:off x="2752" y="1830"/>
                <a:ext cx="45" cy="62"/>
              </a:xfrm>
              <a:custGeom>
                <a:avLst/>
                <a:gdLst>
                  <a:gd name="T0" fmla="*/ 45 w 45"/>
                  <a:gd name="T1" fmla="*/ 0 h 62"/>
                  <a:gd name="T2" fmla="*/ 24 w 45"/>
                  <a:gd name="T3" fmla="*/ 37 h 62"/>
                  <a:gd name="T4" fmla="*/ 14 w 45"/>
                  <a:gd name="T5" fmla="*/ 24 h 62"/>
                  <a:gd name="T6" fmla="*/ 0 w 45"/>
                  <a:gd name="T7" fmla="*/ 62 h 62"/>
                  <a:gd name="T8" fmla="*/ 16 w 45"/>
                  <a:gd name="T9" fmla="*/ 40 h 62"/>
                  <a:gd name="T10" fmla="*/ 26 w 45"/>
                  <a:gd name="T11" fmla="*/ 52 h 62"/>
                  <a:gd name="T12" fmla="*/ 45 w 45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"/>
                  <a:gd name="T22" fmla="*/ 0 h 62"/>
                  <a:gd name="T23" fmla="*/ 45 w 45"/>
                  <a:gd name="T24" fmla="*/ 62 h 6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" h="62">
                    <a:moveTo>
                      <a:pt x="45" y="0"/>
                    </a:moveTo>
                    <a:lnTo>
                      <a:pt x="24" y="37"/>
                    </a:lnTo>
                    <a:lnTo>
                      <a:pt x="14" y="24"/>
                    </a:lnTo>
                    <a:lnTo>
                      <a:pt x="0" y="62"/>
                    </a:lnTo>
                    <a:lnTo>
                      <a:pt x="16" y="40"/>
                    </a:lnTo>
                    <a:lnTo>
                      <a:pt x="26" y="5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79" name="Freeform 850"/>
              <p:cNvSpPr>
                <a:spLocks/>
              </p:cNvSpPr>
              <p:nvPr/>
            </p:nvSpPr>
            <p:spPr bwMode="auto">
              <a:xfrm>
                <a:off x="2773" y="1829"/>
                <a:ext cx="26" cy="40"/>
              </a:xfrm>
              <a:custGeom>
                <a:avLst/>
                <a:gdLst>
                  <a:gd name="T0" fmla="*/ 1 w 26"/>
                  <a:gd name="T1" fmla="*/ 39 h 40"/>
                  <a:gd name="T2" fmla="*/ 5 w 26"/>
                  <a:gd name="T3" fmla="*/ 39 h 40"/>
                  <a:gd name="T4" fmla="*/ 26 w 26"/>
                  <a:gd name="T5" fmla="*/ 2 h 40"/>
                  <a:gd name="T6" fmla="*/ 22 w 26"/>
                  <a:gd name="T7" fmla="*/ 0 h 40"/>
                  <a:gd name="T8" fmla="*/ 0 w 26"/>
                  <a:gd name="T9" fmla="*/ 36 h 40"/>
                  <a:gd name="T10" fmla="*/ 5 w 26"/>
                  <a:gd name="T11" fmla="*/ 36 h 40"/>
                  <a:gd name="T12" fmla="*/ 0 w 26"/>
                  <a:gd name="T13" fmla="*/ 36 h 40"/>
                  <a:gd name="T14" fmla="*/ 0 w 26"/>
                  <a:gd name="T15" fmla="*/ 38 h 40"/>
                  <a:gd name="T16" fmla="*/ 1 w 26"/>
                  <a:gd name="T17" fmla="*/ 40 h 40"/>
                  <a:gd name="T18" fmla="*/ 4 w 26"/>
                  <a:gd name="T19" fmla="*/ 40 h 40"/>
                  <a:gd name="T20" fmla="*/ 5 w 26"/>
                  <a:gd name="T21" fmla="*/ 39 h 40"/>
                  <a:gd name="T22" fmla="*/ 1 w 26"/>
                  <a:gd name="T23" fmla="*/ 39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40"/>
                  <a:gd name="T38" fmla="*/ 26 w 26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40">
                    <a:moveTo>
                      <a:pt x="1" y="39"/>
                    </a:moveTo>
                    <a:lnTo>
                      <a:pt x="5" y="39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0" y="36"/>
                    </a:lnTo>
                    <a:lnTo>
                      <a:pt x="5" y="36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0" name="Freeform 851"/>
              <p:cNvSpPr>
                <a:spLocks/>
              </p:cNvSpPr>
              <p:nvPr/>
            </p:nvSpPr>
            <p:spPr bwMode="auto">
              <a:xfrm>
                <a:off x="2764" y="1851"/>
                <a:ext cx="14" cy="17"/>
              </a:xfrm>
              <a:custGeom>
                <a:avLst/>
                <a:gdLst>
                  <a:gd name="T0" fmla="*/ 4 w 14"/>
                  <a:gd name="T1" fmla="*/ 3 h 17"/>
                  <a:gd name="T2" fmla="*/ 0 w 14"/>
                  <a:gd name="T3" fmla="*/ 5 h 17"/>
                  <a:gd name="T4" fmla="*/ 9 w 14"/>
                  <a:gd name="T5" fmla="*/ 17 h 17"/>
                  <a:gd name="T6" fmla="*/ 14 w 14"/>
                  <a:gd name="T7" fmla="*/ 14 h 17"/>
                  <a:gd name="T8" fmla="*/ 4 w 14"/>
                  <a:gd name="T9" fmla="*/ 1 h 17"/>
                  <a:gd name="T10" fmla="*/ 0 w 14"/>
                  <a:gd name="T11" fmla="*/ 2 h 17"/>
                  <a:gd name="T12" fmla="*/ 4 w 14"/>
                  <a:gd name="T13" fmla="*/ 1 h 17"/>
                  <a:gd name="T14" fmla="*/ 2 w 14"/>
                  <a:gd name="T15" fmla="*/ 0 h 17"/>
                  <a:gd name="T16" fmla="*/ 1 w 14"/>
                  <a:gd name="T17" fmla="*/ 1 h 17"/>
                  <a:gd name="T18" fmla="*/ 0 w 14"/>
                  <a:gd name="T19" fmla="*/ 2 h 17"/>
                  <a:gd name="T20" fmla="*/ 0 w 14"/>
                  <a:gd name="T21" fmla="*/ 5 h 17"/>
                  <a:gd name="T22" fmla="*/ 4 w 14"/>
                  <a:gd name="T23" fmla="*/ 3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4" y="3"/>
                    </a:moveTo>
                    <a:lnTo>
                      <a:pt x="0" y="5"/>
                    </a:lnTo>
                    <a:lnTo>
                      <a:pt x="9" y="17"/>
                    </a:lnTo>
                    <a:lnTo>
                      <a:pt x="14" y="14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1" name="Freeform 852"/>
              <p:cNvSpPr>
                <a:spLocks/>
              </p:cNvSpPr>
              <p:nvPr/>
            </p:nvSpPr>
            <p:spPr bwMode="auto">
              <a:xfrm>
                <a:off x="2750" y="1853"/>
                <a:ext cx="18" cy="41"/>
              </a:xfrm>
              <a:custGeom>
                <a:avLst/>
                <a:gdLst>
                  <a:gd name="T0" fmla="*/ 0 w 18"/>
                  <a:gd name="T1" fmla="*/ 37 h 41"/>
                  <a:gd name="T2" fmla="*/ 4 w 18"/>
                  <a:gd name="T3" fmla="*/ 39 h 41"/>
                  <a:gd name="T4" fmla="*/ 18 w 18"/>
                  <a:gd name="T5" fmla="*/ 1 h 41"/>
                  <a:gd name="T6" fmla="*/ 14 w 18"/>
                  <a:gd name="T7" fmla="*/ 0 h 41"/>
                  <a:gd name="T8" fmla="*/ 0 w 18"/>
                  <a:gd name="T9" fmla="*/ 38 h 41"/>
                  <a:gd name="T10" fmla="*/ 4 w 18"/>
                  <a:gd name="T11" fmla="*/ 40 h 41"/>
                  <a:gd name="T12" fmla="*/ 0 w 18"/>
                  <a:gd name="T13" fmla="*/ 38 h 41"/>
                  <a:gd name="T14" fmla="*/ 0 w 18"/>
                  <a:gd name="T15" fmla="*/ 40 h 41"/>
                  <a:gd name="T16" fmla="*/ 2 w 18"/>
                  <a:gd name="T17" fmla="*/ 41 h 41"/>
                  <a:gd name="T18" fmla="*/ 3 w 18"/>
                  <a:gd name="T19" fmla="*/ 41 h 41"/>
                  <a:gd name="T20" fmla="*/ 4 w 18"/>
                  <a:gd name="T21" fmla="*/ 39 h 41"/>
                  <a:gd name="T22" fmla="*/ 0 w 18"/>
                  <a:gd name="T23" fmla="*/ 3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41"/>
                  <a:gd name="T38" fmla="*/ 18 w 18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41">
                    <a:moveTo>
                      <a:pt x="0" y="37"/>
                    </a:moveTo>
                    <a:lnTo>
                      <a:pt x="4" y="39"/>
                    </a:lnTo>
                    <a:lnTo>
                      <a:pt x="18" y="1"/>
                    </a:lnTo>
                    <a:lnTo>
                      <a:pt x="14" y="0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2" name="Freeform 853"/>
              <p:cNvSpPr>
                <a:spLocks/>
              </p:cNvSpPr>
              <p:nvPr/>
            </p:nvSpPr>
            <p:spPr bwMode="auto">
              <a:xfrm>
                <a:off x="2750" y="1867"/>
                <a:ext cx="21" cy="26"/>
              </a:xfrm>
              <a:custGeom>
                <a:avLst/>
                <a:gdLst>
                  <a:gd name="T0" fmla="*/ 20 w 21"/>
                  <a:gd name="T1" fmla="*/ 1 h 26"/>
                  <a:gd name="T2" fmla="*/ 17 w 21"/>
                  <a:gd name="T3" fmla="*/ 1 h 26"/>
                  <a:gd name="T4" fmla="*/ 0 w 21"/>
                  <a:gd name="T5" fmla="*/ 23 h 26"/>
                  <a:gd name="T6" fmla="*/ 4 w 21"/>
                  <a:gd name="T7" fmla="*/ 26 h 26"/>
                  <a:gd name="T8" fmla="*/ 20 w 21"/>
                  <a:gd name="T9" fmla="*/ 5 h 26"/>
                  <a:gd name="T10" fmla="*/ 17 w 21"/>
                  <a:gd name="T11" fmla="*/ 5 h 26"/>
                  <a:gd name="T12" fmla="*/ 20 w 21"/>
                  <a:gd name="T13" fmla="*/ 5 h 26"/>
                  <a:gd name="T14" fmla="*/ 21 w 21"/>
                  <a:gd name="T15" fmla="*/ 2 h 26"/>
                  <a:gd name="T16" fmla="*/ 20 w 21"/>
                  <a:gd name="T17" fmla="*/ 1 h 26"/>
                  <a:gd name="T18" fmla="*/ 18 w 21"/>
                  <a:gd name="T19" fmla="*/ 0 h 26"/>
                  <a:gd name="T20" fmla="*/ 17 w 21"/>
                  <a:gd name="T21" fmla="*/ 1 h 26"/>
                  <a:gd name="T22" fmla="*/ 20 w 21"/>
                  <a:gd name="T23" fmla="*/ 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26"/>
                  <a:gd name="T38" fmla="*/ 21 w 2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26">
                    <a:moveTo>
                      <a:pt x="20" y="1"/>
                    </a:moveTo>
                    <a:lnTo>
                      <a:pt x="17" y="1"/>
                    </a:lnTo>
                    <a:lnTo>
                      <a:pt x="0" y="23"/>
                    </a:lnTo>
                    <a:lnTo>
                      <a:pt x="4" y="26"/>
                    </a:lnTo>
                    <a:lnTo>
                      <a:pt x="20" y="5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3" name="Freeform 854"/>
              <p:cNvSpPr>
                <a:spLocks/>
              </p:cNvSpPr>
              <p:nvPr/>
            </p:nvSpPr>
            <p:spPr bwMode="auto">
              <a:xfrm>
                <a:off x="2766" y="1868"/>
                <a:ext cx="14" cy="17"/>
              </a:xfrm>
              <a:custGeom>
                <a:avLst/>
                <a:gdLst>
                  <a:gd name="T0" fmla="*/ 8 w 14"/>
                  <a:gd name="T1" fmla="*/ 14 h 17"/>
                  <a:gd name="T2" fmla="*/ 13 w 14"/>
                  <a:gd name="T3" fmla="*/ 13 h 17"/>
                  <a:gd name="T4" fmla="*/ 4 w 14"/>
                  <a:gd name="T5" fmla="*/ 0 h 17"/>
                  <a:gd name="T6" fmla="*/ 0 w 14"/>
                  <a:gd name="T7" fmla="*/ 4 h 17"/>
                  <a:gd name="T8" fmla="*/ 10 w 14"/>
                  <a:gd name="T9" fmla="*/ 16 h 17"/>
                  <a:gd name="T10" fmla="*/ 14 w 14"/>
                  <a:gd name="T11" fmla="*/ 15 h 17"/>
                  <a:gd name="T12" fmla="*/ 10 w 14"/>
                  <a:gd name="T13" fmla="*/ 16 h 17"/>
                  <a:gd name="T14" fmla="*/ 11 w 14"/>
                  <a:gd name="T15" fmla="*/ 17 h 17"/>
                  <a:gd name="T16" fmla="*/ 13 w 14"/>
                  <a:gd name="T17" fmla="*/ 16 h 17"/>
                  <a:gd name="T18" fmla="*/ 14 w 14"/>
                  <a:gd name="T19" fmla="*/ 15 h 17"/>
                  <a:gd name="T20" fmla="*/ 13 w 14"/>
                  <a:gd name="T21" fmla="*/ 13 h 17"/>
                  <a:gd name="T22" fmla="*/ 8 w 14"/>
                  <a:gd name="T23" fmla="*/ 1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8" y="14"/>
                    </a:moveTo>
                    <a:lnTo>
                      <a:pt x="13" y="13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10" y="16"/>
                    </a:lnTo>
                    <a:lnTo>
                      <a:pt x="14" y="15"/>
                    </a:lnTo>
                    <a:lnTo>
                      <a:pt x="10" y="16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4" name="Freeform 855"/>
              <p:cNvSpPr>
                <a:spLocks/>
              </p:cNvSpPr>
              <p:nvPr/>
            </p:nvSpPr>
            <p:spPr bwMode="auto">
              <a:xfrm>
                <a:off x="2776" y="1828"/>
                <a:ext cx="23" cy="55"/>
              </a:xfrm>
              <a:custGeom>
                <a:avLst/>
                <a:gdLst>
                  <a:gd name="T0" fmla="*/ 23 w 23"/>
                  <a:gd name="T1" fmla="*/ 3 h 55"/>
                  <a:gd name="T2" fmla="*/ 19 w 23"/>
                  <a:gd name="T3" fmla="*/ 1 h 55"/>
                  <a:gd name="T4" fmla="*/ 0 w 23"/>
                  <a:gd name="T5" fmla="*/ 54 h 55"/>
                  <a:gd name="T6" fmla="*/ 4 w 23"/>
                  <a:gd name="T7" fmla="*/ 55 h 55"/>
                  <a:gd name="T8" fmla="*/ 23 w 23"/>
                  <a:gd name="T9" fmla="*/ 3 h 55"/>
                  <a:gd name="T10" fmla="*/ 19 w 23"/>
                  <a:gd name="T11" fmla="*/ 1 h 55"/>
                  <a:gd name="T12" fmla="*/ 23 w 23"/>
                  <a:gd name="T13" fmla="*/ 3 h 55"/>
                  <a:gd name="T14" fmla="*/ 23 w 23"/>
                  <a:gd name="T15" fmla="*/ 1 h 55"/>
                  <a:gd name="T16" fmla="*/ 21 w 23"/>
                  <a:gd name="T17" fmla="*/ 0 h 55"/>
                  <a:gd name="T18" fmla="*/ 20 w 23"/>
                  <a:gd name="T19" fmla="*/ 0 h 55"/>
                  <a:gd name="T20" fmla="*/ 19 w 23"/>
                  <a:gd name="T21" fmla="*/ 1 h 55"/>
                  <a:gd name="T22" fmla="*/ 23 w 23"/>
                  <a:gd name="T23" fmla="*/ 3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5"/>
                  <a:gd name="T38" fmla="*/ 23 w 23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5">
                    <a:moveTo>
                      <a:pt x="23" y="3"/>
                    </a:moveTo>
                    <a:lnTo>
                      <a:pt x="19" y="1"/>
                    </a:lnTo>
                    <a:lnTo>
                      <a:pt x="0" y="54"/>
                    </a:lnTo>
                    <a:lnTo>
                      <a:pt x="4" y="55"/>
                    </a:lnTo>
                    <a:lnTo>
                      <a:pt x="23" y="3"/>
                    </a:lnTo>
                    <a:lnTo>
                      <a:pt x="19" y="1"/>
                    </a:lnTo>
                    <a:lnTo>
                      <a:pt x="23" y="3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19" y="1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5" name="Freeform 856"/>
              <p:cNvSpPr>
                <a:spLocks/>
              </p:cNvSpPr>
              <p:nvPr/>
            </p:nvSpPr>
            <p:spPr bwMode="auto">
              <a:xfrm>
                <a:off x="2753" y="1833"/>
                <a:ext cx="43" cy="57"/>
              </a:xfrm>
              <a:custGeom>
                <a:avLst/>
                <a:gdLst>
                  <a:gd name="T0" fmla="*/ 43 w 43"/>
                  <a:gd name="T1" fmla="*/ 0 h 57"/>
                  <a:gd name="T2" fmla="*/ 25 w 43"/>
                  <a:gd name="T3" fmla="*/ 49 h 57"/>
                  <a:gd name="T4" fmla="*/ 15 w 43"/>
                  <a:gd name="T5" fmla="*/ 36 h 57"/>
                  <a:gd name="T6" fmla="*/ 0 w 43"/>
                  <a:gd name="T7" fmla="*/ 57 h 57"/>
                  <a:gd name="T8" fmla="*/ 13 w 43"/>
                  <a:gd name="T9" fmla="*/ 21 h 57"/>
                  <a:gd name="T10" fmla="*/ 23 w 43"/>
                  <a:gd name="T11" fmla="*/ 34 h 57"/>
                  <a:gd name="T12" fmla="*/ 43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7"/>
                  <a:gd name="T23" fmla="*/ 43 w 43"/>
                  <a:gd name="T24" fmla="*/ 57 h 5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7">
                    <a:moveTo>
                      <a:pt x="43" y="0"/>
                    </a:moveTo>
                    <a:lnTo>
                      <a:pt x="25" y="49"/>
                    </a:lnTo>
                    <a:lnTo>
                      <a:pt x="15" y="36"/>
                    </a:lnTo>
                    <a:lnTo>
                      <a:pt x="0" y="57"/>
                    </a:lnTo>
                    <a:lnTo>
                      <a:pt x="13" y="21"/>
                    </a:lnTo>
                    <a:lnTo>
                      <a:pt x="23" y="34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6" name="Freeform 857"/>
              <p:cNvSpPr>
                <a:spLocks/>
              </p:cNvSpPr>
              <p:nvPr/>
            </p:nvSpPr>
            <p:spPr bwMode="auto">
              <a:xfrm>
                <a:off x="2754" y="1836"/>
                <a:ext cx="41" cy="52"/>
              </a:xfrm>
              <a:custGeom>
                <a:avLst/>
                <a:gdLst>
                  <a:gd name="T0" fmla="*/ 41 w 41"/>
                  <a:gd name="T1" fmla="*/ 0 h 52"/>
                  <a:gd name="T2" fmla="*/ 24 w 41"/>
                  <a:gd name="T3" fmla="*/ 45 h 52"/>
                  <a:gd name="T4" fmla="*/ 14 w 41"/>
                  <a:gd name="T5" fmla="*/ 32 h 52"/>
                  <a:gd name="T6" fmla="*/ 0 w 41"/>
                  <a:gd name="T7" fmla="*/ 52 h 52"/>
                  <a:gd name="T8" fmla="*/ 12 w 41"/>
                  <a:gd name="T9" fmla="*/ 20 h 52"/>
                  <a:gd name="T10" fmla="*/ 23 w 41"/>
                  <a:gd name="T11" fmla="*/ 31 h 52"/>
                  <a:gd name="T12" fmla="*/ 41 w 4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52"/>
                  <a:gd name="T23" fmla="*/ 41 w 41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52">
                    <a:moveTo>
                      <a:pt x="41" y="0"/>
                    </a:moveTo>
                    <a:lnTo>
                      <a:pt x="24" y="45"/>
                    </a:lnTo>
                    <a:lnTo>
                      <a:pt x="14" y="32"/>
                    </a:lnTo>
                    <a:lnTo>
                      <a:pt x="0" y="52"/>
                    </a:lnTo>
                    <a:lnTo>
                      <a:pt x="12" y="20"/>
                    </a:lnTo>
                    <a:lnTo>
                      <a:pt x="23" y="3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7" name="Freeform 858"/>
              <p:cNvSpPr>
                <a:spLocks/>
              </p:cNvSpPr>
              <p:nvPr/>
            </p:nvSpPr>
            <p:spPr bwMode="auto">
              <a:xfrm>
                <a:off x="2755" y="1840"/>
                <a:ext cx="38" cy="47"/>
              </a:xfrm>
              <a:custGeom>
                <a:avLst/>
                <a:gdLst>
                  <a:gd name="T0" fmla="*/ 38 w 38"/>
                  <a:gd name="T1" fmla="*/ 0 h 47"/>
                  <a:gd name="T2" fmla="*/ 23 w 38"/>
                  <a:gd name="T3" fmla="*/ 41 h 47"/>
                  <a:gd name="T4" fmla="*/ 13 w 38"/>
                  <a:gd name="T5" fmla="*/ 28 h 47"/>
                  <a:gd name="T6" fmla="*/ 0 w 38"/>
                  <a:gd name="T7" fmla="*/ 47 h 47"/>
                  <a:gd name="T8" fmla="*/ 11 w 38"/>
                  <a:gd name="T9" fmla="*/ 16 h 47"/>
                  <a:gd name="T10" fmla="*/ 21 w 38"/>
                  <a:gd name="T11" fmla="*/ 28 h 47"/>
                  <a:gd name="T12" fmla="*/ 38 w 3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47"/>
                  <a:gd name="T23" fmla="*/ 38 w 38"/>
                  <a:gd name="T24" fmla="*/ 47 h 4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47">
                    <a:moveTo>
                      <a:pt x="38" y="0"/>
                    </a:moveTo>
                    <a:lnTo>
                      <a:pt x="23" y="41"/>
                    </a:lnTo>
                    <a:lnTo>
                      <a:pt x="13" y="28"/>
                    </a:lnTo>
                    <a:lnTo>
                      <a:pt x="0" y="47"/>
                    </a:lnTo>
                    <a:lnTo>
                      <a:pt x="11" y="16"/>
                    </a:lnTo>
                    <a:lnTo>
                      <a:pt x="21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8" name="Freeform 859"/>
              <p:cNvSpPr>
                <a:spLocks/>
              </p:cNvSpPr>
              <p:nvPr/>
            </p:nvSpPr>
            <p:spPr bwMode="auto">
              <a:xfrm>
                <a:off x="2756" y="1843"/>
                <a:ext cx="36" cy="41"/>
              </a:xfrm>
              <a:custGeom>
                <a:avLst/>
                <a:gdLst>
                  <a:gd name="T0" fmla="*/ 36 w 36"/>
                  <a:gd name="T1" fmla="*/ 0 h 41"/>
                  <a:gd name="T2" fmla="*/ 22 w 36"/>
                  <a:gd name="T3" fmla="*/ 38 h 41"/>
                  <a:gd name="T4" fmla="*/ 12 w 36"/>
                  <a:gd name="T5" fmla="*/ 24 h 41"/>
                  <a:gd name="T6" fmla="*/ 0 w 36"/>
                  <a:gd name="T7" fmla="*/ 41 h 41"/>
                  <a:gd name="T8" fmla="*/ 11 w 36"/>
                  <a:gd name="T9" fmla="*/ 14 h 41"/>
                  <a:gd name="T10" fmla="*/ 21 w 36"/>
                  <a:gd name="T11" fmla="*/ 26 h 41"/>
                  <a:gd name="T12" fmla="*/ 36 w 3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1"/>
                  <a:gd name="T23" fmla="*/ 36 w 3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1">
                    <a:moveTo>
                      <a:pt x="36" y="0"/>
                    </a:moveTo>
                    <a:lnTo>
                      <a:pt x="22" y="38"/>
                    </a:lnTo>
                    <a:lnTo>
                      <a:pt x="12" y="24"/>
                    </a:lnTo>
                    <a:lnTo>
                      <a:pt x="0" y="41"/>
                    </a:lnTo>
                    <a:lnTo>
                      <a:pt x="11" y="14"/>
                    </a:lnTo>
                    <a:lnTo>
                      <a:pt x="21" y="2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89" name="Freeform 860"/>
              <p:cNvSpPr>
                <a:spLocks/>
              </p:cNvSpPr>
              <p:nvPr/>
            </p:nvSpPr>
            <p:spPr bwMode="auto">
              <a:xfrm>
                <a:off x="2756" y="1846"/>
                <a:ext cx="34" cy="36"/>
              </a:xfrm>
              <a:custGeom>
                <a:avLst/>
                <a:gdLst>
                  <a:gd name="T0" fmla="*/ 34 w 34"/>
                  <a:gd name="T1" fmla="*/ 0 h 36"/>
                  <a:gd name="T2" fmla="*/ 22 w 34"/>
                  <a:gd name="T3" fmla="*/ 34 h 36"/>
                  <a:gd name="T4" fmla="*/ 11 w 34"/>
                  <a:gd name="T5" fmla="*/ 21 h 36"/>
                  <a:gd name="T6" fmla="*/ 0 w 34"/>
                  <a:gd name="T7" fmla="*/ 36 h 36"/>
                  <a:gd name="T8" fmla="*/ 10 w 34"/>
                  <a:gd name="T9" fmla="*/ 12 h 36"/>
                  <a:gd name="T10" fmla="*/ 20 w 34"/>
                  <a:gd name="T11" fmla="*/ 23 h 36"/>
                  <a:gd name="T12" fmla="*/ 34 w 3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36"/>
                  <a:gd name="T23" fmla="*/ 34 w 3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36">
                    <a:moveTo>
                      <a:pt x="34" y="0"/>
                    </a:moveTo>
                    <a:lnTo>
                      <a:pt x="22" y="34"/>
                    </a:lnTo>
                    <a:lnTo>
                      <a:pt x="11" y="21"/>
                    </a:lnTo>
                    <a:lnTo>
                      <a:pt x="0" y="36"/>
                    </a:lnTo>
                    <a:lnTo>
                      <a:pt x="10" y="12"/>
                    </a:lnTo>
                    <a:lnTo>
                      <a:pt x="20" y="2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0" name="Freeform 861"/>
              <p:cNvSpPr>
                <a:spLocks/>
              </p:cNvSpPr>
              <p:nvPr/>
            </p:nvSpPr>
            <p:spPr bwMode="auto">
              <a:xfrm>
                <a:off x="2758" y="1849"/>
                <a:ext cx="30" cy="31"/>
              </a:xfrm>
              <a:custGeom>
                <a:avLst/>
                <a:gdLst>
                  <a:gd name="T0" fmla="*/ 30 w 30"/>
                  <a:gd name="T1" fmla="*/ 0 h 31"/>
                  <a:gd name="T2" fmla="*/ 20 w 30"/>
                  <a:gd name="T3" fmla="*/ 30 h 31"/>
                  <a:gd name="T4" fmla="*/ 10 w 30"/>
                  <a:gd name="T5" fmla="*/ 17 h 31"/>
                  <a:gd name="T6" fmla="*/ 0 w 30"/>
                  <a:gd name="T7" fmla="*/ 31 h 31"/>
                  <a:gd name="T8" fmla="*/ 9 w 30"/>
                  <a:gd name="T9" fmla="*/ 9 h 31"/>
                  <a:gd name="T10" fmla="*/ 18 w 30"/>
                  <a:gd name="T11" fmla="*/ 21 h 31"/>
                  <a:gd name="T12" fmla="*/ 30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30" y="0"/>
                    </a:moveTo>
                    <a:lnTo>
                      <a:pt x="20" y="30"/>
                    </a:lnTo>
                    <a:lnTo>
                      <a:pt x="10" y="17"/>
                    </a:lnTo>
                    <a:lnTo>
                      <a:pt x="0" y="31"/>
                    </a:lnTo>
                    <a:lnTo>
                      <a:pt x="9" y="9"/>
                    </a:lnTo>
                    <a:lnTo>
                      <a:pt x="18" y="2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1" name="Freeform 862"/>
              <p:cNvSpPr>
                <a:spLocks/>
              </p:cNvSpPr>
              <p:nvPr/>
            </p:nvSpPr>
            <p:spPr bwMode="auto">
              <a:xfrm>
                <a:off x="2758" y="1852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20 w 29"/>
                  <a:gd name="T3" fmla="*/ 27 h 27"/>
                  <a:gd name="T4" fmla="*/ 9 w 29"/>
                  <a:gd name="T5" fmla="*/ 14 h 27"/>
                  <a:gd name="T6" fmla="*/ 0 w 29"/>
                  <a:gd name="T7" fmla="*/ 27 h 27"/>
                  <a:gd name="T8" fmla="*/ 8 w 29"/>
                  <a:gd name="T9" fmla="*/ 7 h 27"/>
                  <a:gd name="T10" fmla="*/ 18 w 29"/>
                  <a:gd name="T11" fmla="*/ 20 h 27"/>
                  <a:gd name="T12" fmla="*/ 29 w 2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27"/>
                  <a:gd name="T23" fmla="*/ 29 w 2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27">
                    <a:moveTo>
                      <a:pt x="29" y="0"/>
                    </a:moveTo>
                    <a:lnTo>
                      <a:pt x="20" y="27"/>
                    </a:lnTo>
                    <a:lnTo>
                      <a:pt x="9" y="14"/>
                    </a:lnTo>
                    <a:lnTo>
                      <a:pt x="0" y="27"/>
                    </a:lnTo>
                    <a:lnTo>
                      <a:pt x="8" y="7"/>
                    </a:lnTo>
                    <a:lnTo>
                      <a:pt x="18" y="2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2" name="Freeform 863"/>
              <p:cNvSpPr>
                <a:spLocks/>
              </p:cNvSpPr>
              <p:nvPr/>
            </p:nvSpPr>
            <p:spPr bwMode="auto">
              <a:xfrm>
                <a:off x="2760" y="1856"/>
                <a:ext cx="25" cy="22"/>
              </a:xfrm>
              <a:custGeom>
                <a:avLst/>
                <a:gdLst>
                  <a:gd name="T0" fmla="*/ 25 w 25"/>
                  <a:gd name="T1" fmla="*/ 0 h 22"/>
                  <a:gd name="T2" fmla="*/ 17 w 25"/>
                  <a:gd name="T3" fmla="*/ 22 h 22"/>
                  <a:gd name="T4" fmla="*/ 7 w 25"/>
                  <a:gd name="T5" fmla="*/ 9 h 22"/>
                  <a:gd name="T6" fmla="*/ 0 w 25"/>
                  <a:gd name="T7" fmla="*/ 20 h 22"/>
                  <a:gd name="T8" fmla="*/ 6 w 25"/>
                  <a:gd name="T9" fmla="*/ 3 h 22"/>
                  <a:gd name="T10" fmla="*/ 16 w 25"/>
                  <a:gd name="T11" fmla="*/ 16 h 22"/>
                  <a:gd name="T12" fmla="*/ 25 w 2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2"/>
                  <a:gd name="T23" fmla="*/ 25 w 25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2">
                    <a:moveTo>
                      <a:pt x="25" y="0"/>
                    </a:moveTo>
                    <a:lnTo>
                      <a:pt x="17" y="22"/>
                    </a:lnTo>
                    <a:lnTo>
                      <a:pt x="7" y="9"/>
                    </a:lnTo>
                    <a:lnTo>
                      <a:pt x="0" y="20"/>
                    </a:lnTo>
                    <a:lnTo>
                      <a:pt x="6" y="3"/>
                    </a:lnTo>
                    <a:lnTo>
                      <a:pt x="16" y="1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3" name="Freeform 864"/>
              <p:cNvSpPr>
                <a:spLocks/>
              </p:cNvSpPr>
              <p:nvPr/>
            </p:nvSpPr>
            <p:spPr bwMode="auto">
              <a:xfrm>
                <a:off x="2761" y="1859"/>
                <a:ext cx="23" cy="19"/>
              </a:xfrm>
              <a:custGeom>
                <a:avLst/>
                <a:gdLst>
                  <a:gd name="T0" fmla="*/ 23 w 23"/>
                  <a:gd name="T1" fmla="*/ 0 h 19"/>
                  <a:gd name="T2" fmla="*/ 16 w 23"/>
                  <a:gd name="T3" fmla="*/ 19 h 19"/>
                  <a:gd name="T4" fmla="*/ 6 w 23"/>
                  <a:gd name="T5" fmla="*/ 6 h 19"/>
                  <a:gd name="T6" fmla="*/ 0 w 23"/>
                  <a:gd name="T7" fmla="*/ 16 h 19"/>
                  <a:gd name="T8" fmla="*/ 5 w 23"/>
                  <a:gd name="T9" fmla="*/ 1 h 19"/>
                  <a:gd name="T10" fmla="*/ 15 w 23"/>
                  <a:gd name="T11" fmla="*/ 14 h 19"/>
                  <a:gd name="T12" fmla="*/ 23 w 2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19"/>
                  <a:gd name="T23" fmla="*/ 23 w 23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19">
                    <a:moveTo>
                      <a:pt x="23" y="0"/>
                    </a:moveTo>
                    <a:lnTo>
                      <a:pt x="16" y="19"/>
                    </a:lnTo>
                    <a:lnTo>
                      <a:pt x="6" y="6"/>
                    </a:lnTo>
                    <a:lnTo>
                      <a:pt x="0" y="16"/>
                    </a:lnTo>
                    <a:lnTo>
                      <a:pt x="5" y="1"/>
                    </a:lnTo>
                    <a:lnTo>
                      <a:pt x="15" y="1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4" name="Freeform 865"/>
              <p:cNvSpPr>
                <a:spLocks/>
              </p:cNvSpPr>
              <p:nvPr/>
            </p:nvSpPr>
            <p:spPr bwMode="auto">
              <a:xfrm>
                <a:off x="2762" y="1861"/>
                <a:ext cx="20" cy="16"/>
              </a:xfrm>
              <a:custGeom>
                <a:avLst/>
                <a:gdLst>
                  <a:gd name="T0" fmla="*/ 20 w 20"/>
                  <a:gd name="T1" fmla="*/ 2 h 16"/>
                  <a:gd name="T2" fmla="*/ 14 w 20"/>
                  <a:gd name="T3" fmla="*/ 12 h 16"/>
                  <a:gd name="T4" fmla="*/ 4 w 20"/>
                  <a:gd name="T5" fmla="*/ 0 h 16"/>
                  <a:gd name="T6" fmla="*/ 0 w 20"/>
                  <a:gd name="T7" fmla="*/ 12 h 16"/>
                  <a:gd name="T8" fmla="*/ 5 w 20"/>
                  <a:gd name="T9" fmla="*/ 3 h 16"/>
                  <a:gd name="T10" fmla="*/ 15 w 20"/>
                  <a:gd name="T11" fmla="*/ 16 h 16"/>
                  <a:gd name="T12" fmla="*/ 20 w 20"/>
                  <a:gd name="T13" fmla="*/ 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20" y="2"/>
                    </a:moveTo>
                    <a:lnTo>
                      <a:pt x="14" y="12"/>
                    </a:lnTo>
                    <a:lnTo>
                      <a:pt x="4" y="0"/>
                    </a:lnTo>
                    <a:lnTo>
                      <a:pt x="0" y="12"/>
                    </a:lnTo>
                    <a:lnTo>
                      <a:pt x="5" y="3"/>
                    </a:lnTo>
                    <a:lnTo>
                      <a:pt x="15" y="16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5" name="Freeform 866"/>
              <p:cNvSpPr>
                <a:spLocks/>
              </p:cNvSpPr>
              <p:nvPr/>
            </p:nvSpPr>
            <p:spPr bwMode="auto">
              <a:xfrm>
                <a:off x="2776" y="1938"/>
                <a:ext cx="75" cy="29"/>
              </a:xfrm>
              <a:custGeom>
                <a:avLst/>
                <a:gdLst>
                  <a:gd name="T0" fmla="*/ 75 w 75"/>
                  <a:gd name="T1" fmla="*/ 5 h 29"/>
                  <a:gd name="T2" fmla="*/ 34 w 75"/>
                  <a:gd name="T3" fmla="*/ 16 h 29"/>
                  <a:gd name="T4" fmla="*/ 36 w 75"/>
                  <a:gd name="T5" fmla="*/ 0 h 29"/>
                  <a:gd name="T6" fmla="*/ 0 w 75"/>
                  <a:gd name="T7" fmla="*/ 16 h 29"/>
                  <a:gd name="T8" fmla="*/ 26 w 75"/>
                  <a:gd name="T9" fmla="*/ 13 h 29"/>
                  <a:gd name="T10" fmla="*/ 24 w 75"/>
                  <a:gd name="T11" fmla="*/ 29 h 29"/>
                  <a:gd name="T12" fmla="*/ 75 w 75"/>
                  <a:gd name="T13" fmla="*/ 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29"/>
                  <a:gd name="T23" fmla="*/ 75 w 75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29">
                    <a:moveTo>
                      <a:pt x="75" y="5"/>
                    </a:moveTo>
                    <a:lnTo>
                      <a:pt x="34" y="16"/>
                    </a:lnTo>
                    <a:lnTo>
                      <a:pt x="36" y="0"/>
                    </a:lnTo>
                    <a:lnTo>
                      <a:pt x="0" y="16"/>
                    </a:lnTo>
                    <a:lnTo>
                      <a:pt x="26" y="13"/>
                    </a:lnTo>
                    <a:lnTo>
                      <a:pt x="24" y="29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6" name="Freeform 867"/>
              <p:cNvSpPr>
                <a:spLocks/>
              </p:cNvSpPr>
              <p:nvPr/>
            </p:nvSpPr>
            <p:spPr bwMode="auto">
              <a:xfrm>
                <a:off x="2808" y="1941"/>
                <a:ext cx="43" cy="16"/>
              </a:xfrm>
              <a:custGeom>
                <a:avLst/>
                <a:gdLst>
                  <a:gd name="T0" fmla="*/ 0 w 43"/>
                  <a:gd name="T1" fmla="*/ 13 h 16"/>
                  <a:gd name="T2" fmla="*/ 3 w 43"/>
                  <a:gd name="T3" fmla="*/ 16 h 16"/>
                  <a:gd name="T4" fmla="*/ 43 w 43"/>
                  <a:gd name="T5" fmla="*/ 5 h 16"/>
                  <a:gd name="T6" fmla="*/ 42 w 43"/>
                  <a:gd name="T7" fmla="*/ 0 h 16"/>
                  <a:gd name="T8" fmla="*/ 2 w 43"/>
                  <a:gd name="T9" fmla="*/ 11 h 16"/>
                  <a:gd name="T10" fmla="*/ 5 w 43"/>
                  <a:gd name="T11" fmla="*/ 14 h 16"/>
                  <a:gd name="T12" fmla="*/ 2 w 43"/>
                  <a:gd name="T13" fmla="*/ 11 h 16"/>
                  <a:gd name="T14" fmla="*/ 0 w 43"/>
                  <a:gd name="T15" fmla="*/ 12 h 16"/>
                  <a:gd name="T16" fmla="*/ 0 w 43"/>
                  <a:gd name="T17" fmla="*/ 14 h 16"/>
                  <a:gd name="T18" fmla="*/ 1 w 43"/>
                  <a:gd name="T19" fmla="*/ 16 h 16"/>
                  <a:gd name="T20" fmla="*/ 3 w 43"/>
                  <a:gd name="T21" fmla="*/ 16 h 16"/>
                  <a:gd name="T22" fmla="*/ 0 w 43"/>
                  <a:gd name="T23" fmla="*/ 1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3"/>
                  <a:gd name="T37" fmla="*/ 0 h 16"/>
                  <a:gd name="T38" fmla="*/ 43 w 43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3" h="16">
                    <a:moveTo>
                      <a:pt x="0" y="13"/>
                    </a:moveTo>
                    <a:lnTo>
                      <a:pt x="3" y="16"/>
                    </a:lnTo>
                    <a:lnTo>
                      <a:pt x="43" y="5"/>
                    </a:lnTo>
                    <a:lnTo>
                      <a:pt x="42" y="0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7" name="Freeform 868"/>
              <p:cNvSpPr>
                <a:spLocks/>
              </p:cNvSpPr>
              <p:nvPr/>
            </p:nvSpPr>
            <p:spPr bwMode="auto">
              <a:xfrm>
                <a:off x="2808" y="1936"/>
                <a:ext cx="7" cy="19"/>
              </a:xfrm>
              <a:custGeom>
                <a:avLst/>
                <a:gdLst>
                  <a:gd name="T0" fmla="*/ 5 w 7"/>
                  <a:gd name="T1" fmla="*/ 5 h 19"/>
                  <a:gd name="T2" fmla="*/ 2 w 7"/>
                  <a:gd name="T3" fmla="*/ 2 h 19"/>
                  <a:gd name="T4" fmla="*/ 0 w 7"/>
                  <a:gd name="T5" fmla="*/ 18 h 19"/>
                  <a:gd name="T6" fmla="*/ 5 w 7"/>
                  <a:gd name="T7" fmla="*/ 19 h 19"/>
                  <a:gd name="T8" fmla="*/ 7 w 7"/>
                  <a:gd name="T9" fmla="*/ 3 h 19"/>
                  <a:gd name="T10" fmla="*/ 4 w 7"/>
                  <a:gd name="T11" fmla="*/ 0 h 19"/>
                  <a:gd name="T12" fmla="*/ 7 w 7"/>
                  <a:gd name="T13" fmla="*/ 3 h 19"/>
                  <a:gd name="T14" fmla="*/ 6 w 7"/>
                  <a:gd name="T15" fmla="*/ 1 h 19"/>
                  <a:gd name="T16" fmla="*/ 5 w 7"/>
                  <a:gd name="T17" fmla="*/ 0 h 19"/>
                  <a:gd name="T18" fmla="*/ 3 w 7"/>
                  <a:gd name="T19" fmla="*/ 1 h 19"/>
                  <a:gd name="T20" fmla="*/ 2 w 7"/>
                  <a:gd name="T21" fmla="*/ 2 h 19"/>
                  <a:gd name="T22" fmla="*/ 5 w 7"/>
                  <a:gd name="T23" fmla="*/ 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9"/>
                  <a:gd name="T38" fmla="*/ 7 w 7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9">
                    <a:moveTo>
                      <a:pt x="5" y="5"/>
                    </a:moveTo>
                    <a:lnTo>
                      <a:pt x="2" y="2"/>
                    </a:lnTo>
                    <a:lnTo>
                      <a:pt x="0" y="18"/>
                    </a:lnTo>
                    <a:lnTo>
                      <a:pt x="5" y="19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8" name="Freeform 869"/>
              <p:cNvSpPr>
                <a:spLocks/>
              </p:cNvSpPr>
              <p:nvPr/>
            </p:nvSpPr>
            <p:spPr bwMode="auto">
              <a:xfrm>
                <a:off x="2773" y="1936"/>
                <a:ext cx="40" cy="21"/>
              </a:xfrm>
              <a:custGeom>
                <a:avLst/>
                <a:gdLst>
                  <a:gd name="T0" fmla="*/ 3 w 40"/>
                  <a:gd name="T1" fmla="*/ 16 h 21"/>
                  <a:gd name="T2" fmla="*/ 4 w 40"/>
                  <a:gd name="T3" fmla="*/ 21 h 21"/>
                  <a:gd name="T4" fmla="*/ 40 w 40"/>
                  <a:gd name="T5" fmla="*/ 4 h 21"/>
                  <a:gd name="T6" fmla="*/ 38 w 40"/>
                  <a:gd name="T7" fmla="*/ 0 h 21"/>
                  <a:gd name="T8" fmla="*/ 1 w 40"/>
                  <a:gd name="T9" fmla="*/ 16 h 21"/>
                  <a:gd name="T10" fmla="*/ 3 w 40"/>
                  <a:gd name="T11" fmla="*/ 21 h 21"/>
                  <a:gd name="T12" fmla="*/ 1 w 40"/>
                  <a:gd name="T13" fmla="*/ 16 h 21"/>
                  <a:gd name="T14" fmla="*/ 0 w 40"/>
                  <a:gd name="T15" fmla="*/ 18 h 21"/>
                  <a:gd name="T16" fmla="*/ 0 w 40"/>
                  <a:gd name="T17" fmla="*/ 19 h 21"/>
                  <a:gd name="T18" fmla="*/ 1 w 40"/>
                  <a:gd name="T19" fmla="*/ 21 h 21"/>
                  <a:gd name="T20" fmla="*/ 4 w 40"/>
                  <a:gd name="T21" fmla="*/ 21 h 21"/>
                  <a:gd name="T22" fmla="*/ 3 w 40"/>
                  <a:gd name="T23" fmla="*/ 16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1"/>
                  <a:gd name="T38" fmla="*/ 40 w 40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1">
                    <a:moveTo>
                      <a:pt x="3" y="16"/>
                    </a:moveTo>
                    <a:lnTo>
                      <a:pt x="4" y="21"/>
                    </a:lnTo>
                    <a:lnTo>
                      <a:pt x="40" y="4"/>
                    </a:lnTo>
                    <a:lnTo>
                      <a:pt x="38" y="0"/>
                    </a:lnTo>
                    <a:lnTo>
                      <a:pt x="1" y="16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1" y="21"/>
                    </a:lnTo>
                    <a:lnTo>
                      <a:pt x="4" y="21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199" name="Freeform 870"/>
              <p:cNvSpPr>
                <a:spLocks/>
              </p:cNvSpPr>
              <p:nvPr/>
            </p:nvSpPr>
            <p:spPr bwMode="auto">
              <a:xfrm>
                <a:off x="2776" y="1948"/>
                <a:ext cx="28" cy="9"/>
              </a:xfrm>
              <a:custGeom>
                <a:avLst/>
                <a:gdLst>
                  <a:gd name="T0" fmla="*/ 28 w 28"/>
                  <a:gd name="T1" fmla="*/ 4 h 9"/>
                  <a:gd name="T2" fmla="*/ 25 w 28"/>
                  <a:gd name="T3" fmla="*/ 0 h 9"/>
                  <a:gd name="T4" fmla="*/ 0 w 28"/>
                  <a:gd name="T5" fmla="*/ 4 h 9"/>
                  <a:gd name="T6" fmla="*/ 1 w 28"/>
                  <a:gd name="T7" fmla="*/ 9 h 9"/>
                  <a:gd name="T8" fmla="*/ 26 w 28"/>
                  <a:gd name="T9" fmla="*/ 5 h 9"/>
                  <a:gd name="T10" fmla="*/ 23 w 28"/>
                  <a:gd name="T11" fmla="*/ 3 h 9"/>
                  <a:gd name="T12" fmla="*/ 26 w 28"/>
                  <a:gd name="T13" fmla="*/ 5 h 9"/>
                  <a:gd name="T14" fmla="*/ 27 w 28"/>
                  <a:gd name="T15" fmla="*/ 5 h 9"/>
                  <a:gd name="T16" fmla="*/ 28 w 28"/>
                  <a:gd name="T17" fmla="*/ 3 h 9"/>
                  <a:gd name="T18" fmla="*/ 27 w 28"/>
                  <a:gd name="T19" fmla="*/ 2 h 9"/>
                  <a:gd name="T20" fmla="*/ 25 w 28"/>
                  <a:gd name="T21" fmla="*/ 0 h 9"/>
                  <a:gd name="T22" fmla="*/ 28 w 28"/>
                  <a:gd name="T23" fmla="*/ 4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9"/>
                  <a:gd name="T38" fmla="*/ 28 w 28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9">
                    <a:moveTo>
                      <a:pt x="28" y="4"/>
                    </a:moveTo>
                    <a:lnTo>
                      <a:pt x="25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26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0" name="Freeform 871"/>
              <p:cNvSpPr>
                <a:spLocks/>
              </p:cNvSpPr>
              <p:nvPr/>
            </p:nvSpPr>
            <p:spPr bwMode="auto">
              <a:xfrm>
                <a:off x="2797" y="1951"/>
                <a:ext cx="7" cy="18"/>
              </a:xfrm>
              <a:custGeom>
                <a:avLst/>
                <a:gdLst>
                  <a:gd name="T0" fmla="*/ 2 w 7"/>
                  <a:gd name="T1" fmla="*/ 14 h 18"/>
                  <a:gd name="T2" fmla="*/ 5 w 7"/>
                  <a:gd name="T3" fmla="*/ 16 h 18"/>
                  <a:gd name="T4" fmla="*/ 7 w 7"/>
                  <a:gd name="T5" fmla="*/ 1 h 18"/>
                  <a:gd name="T6" fmla="*/ 2 w 7"/>
                  <a:gd name="T7" fmla="*/ 0 h 18"/>
                  <a:gd name="T8" fmla="*/ 0 w 7"/>
                  <a:gd name="T9" fmla="*/ 16 h 18"/>
                  <a:gd name="T10" fmla="*/ 3 w 7"/>
                  <a:gd name="T11" fmla="*/ 18 h 18"/>
                  <a:gd name="T12" fmla="*/ 0 w 7"/>
                  <a:gd name="T13" fmla="*/ 16 h 18"/>
                  <a:gd name="T14" fmla="*/ 1 w 7"/>
                  <a:gd name="T15" fmla="*/ 17 h 18"/>
                  <a:gd name="T16" fmla="*/ 2 w 7"/>
                  <a:gd name="T17" fmla="*/ 18 h 18"/>
                  <a:gd name="T18" fmla="*/ 4 w 7"/>
                  <a:gd name="T19" fmla="*/ 18 h 18"/>
                  <a:gd name="T20" fmla="*/ 5 w 7"/>
                  <a:gd name="T21" fmla="*/ 16 h 18"/>
                  <a:gd name="T22" fmla="*/ 2 w 7"/>
                  <a:gd name="T23" fmla="*/ 1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2" y="14"/>
                    </a:moveTo>
                    <a:lnTo>
                      <a:pt x="5" y="16"/>
                    </a:lnTo>
                    <a:lnTo>
                      <a:pt x="7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6"/>
                    </a:ln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1" name="Freeform 872"/>
              <p:cNvSpPr>
                <a:spLocks/>
              </p:cNvSpPr>
              <p:nvPr/>
            </p:nvSpPr>
            <p:spPr bwMode="auto">
              <a:xfrm>
                <a:off x="2799" y="1941"/>
                <a:ext cx="55" cy="28"/>
              </a:xfrm>
              <a:custGeom>
                <a:avLst/>
                <a:gdLst>
                  <a:gd name="T0" fmla="*/ 53 w 55"/>
                  <a:gd name="T1" fmla="*/ 5 h 28"/>
                  <a:gd name="T2" fmla="*/ 51 w 55"/>
                  <a:gd name="T3" fmla="*/ 0 h 28"/>
                  <a:gd name="T4" fmla="*/ 0 w 55"/>
                  <a:gd name="T5" fmla="*/ 24 h 28"/>
                  <a:gd name="T6" fmla="*/ 2 w 55"/>
                  <a:gd name="T7" fmla="*/ 28 h 28"/>
                  <a:gd name="T8" fmla="*/ 53 w 55"/>
                  <a:gd name="T9" fmla="*/ 4 h 28"/>
                  <a:gd name="T10" fmla="*/ 51 w 55"/>
                  <a:gd name="T11" fmla="*/ 0 h 28"/>
                  <a:gd name="T12" fmla="*/ 53 w 55"/>
                  <a:gd name="T13" fmla="*/ 4 h 28"/>
                  <a:gd name="T14" fmla="*/ 55 w 55"/>
                  <a:gd name="T15" fmla="*/ 3 h 28"/>
                  <a:gd name="T16" fmla="*/ 55 w 55"/>
                  <a:gd name="T17" fmla="*/ 1 h 28"/>
                  <a:gd name="T18" fmla="*/ 53 w 55"/>
                  <a:gd name="T19" fmla="*/ 0 h 28"/>
                  <a:gd name="T20" fmla="*/ 51 w 55"/>
                  <a:gd name="T21" fmla="*/ 0 h 28"/>
                  <a:gd name="T22" fmla="*/ 53 w 55"/>
                  <a:gd name="T23" fmla="*/ 5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"/>
                  <a:gd name="T37" fmla="*/ 0 h 28"/>
                  <a:gd name="T38" fmla="*/ 55 w 55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" h="28">
                    <a:moveTo>
                      <a:pt x="53" y="5"/>
                    </a:moveTo>
                    <a:lnTo>
                      <a:pt x="51" y="0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53" y="4"/>
                    </a:lnTo>
                    <a:lnTo>
                      <a:pt x="51" y="0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2" name="Freeform 873"/>
              <p:cNvSpPr>
                <a:spLocks/>
              </p:cNvSpPr>
              <p:nvPr/>
            </p:nvSpPr>
            <p:spPr bwMode="auto">
              <a:xfrm>
                <a:off x="2778" y="1939"/>
                <a:ext cx="70" cy="27"/>
              </a:xfrm>
              <a:custGeom>
                <a:avLst/>
                <a:gdLst>
                  <a:gd name="T0" fmla="*/ 70 w 70"/>
                  <a:gd name="T1" fmla="*/ 6 h 27"/>
                  <a:gd name="T2" fmla="*/ 22 w 70"/>
                  <a:gd name="T3" fmla="*/ 27 h 27"/>
                  <a:gd name="T4" fmla="*/ 25 w 70"/>
                  <a:gd name="T5" fmla="*/ 12 h 27"/>
                  <a:gd name="T6" fmla="*/ 0 w 70"/>
                  <a:gd name="T7" fmla="*/ 15 h 27"/>
                  <a:gd name="T8" fmla="*/ 34 w 70"/>
                  <a:gd name="T9" fmla="*/ 0 h 27"/>
                  <a:gd name="T10" fmla="*/ 32 w 70"/>
                  <a:gd name="T11" fmla="*/ 15 h 27"/>
                  <a:gd name="T12" fmla="*/ 70 w 70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70" y="6"/>
                    </a:moveTo>
                    <a:lnTo>
                      <a:pt x="22" y="27"/>
                    </a:lnTo>
                    <a:lnTo>
                      <a:pt x="25" y="12"/>
                    </a:lnTo>
                    <a:lnTo>
                      <a:pt x="0" y="15"/>
                    </a:lnTo>
                    <a:lnTo>
                      <a:pt x="34" y="0"/>
                    </a:lnTo>
                    <a:lnTo>
                      <a:pt x="32" y="15"/>
                    </a:lnTo>
                    <a:lnTo>
                      <a:pt x="70" y="6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3" name="Freeform 874"/>
              <p:cNvSpPr>
                <a:spLocks/>
              </p:cNvSpPr>
              <p:nvPr/>
            </p:nvSpPr>
            <p:spPr bwMode="auto">
              <a:xfrm>
                <a:off x="2780" y="1939"/>
                <a:ext cx="65" cy="27"/>
              </a:xfrm>
              <a:custGeom>
                <a:avLst/>
                <a:gdLst>
                  <a:gd name="T0" fmla="*/ 65 w 65"/>
                  <a:gd name="T1" fmla="*/ 7 h 27"/>
                  <a:gd name="T2" fmla="*/ 21 w 65"/>
                  <a:gd name="T3" fmla="*/ 27 h 27"/>
                  <a:gd name="T4" fmla="*/ 23 w 65"/>
                  <a:gd name="T5" fmla="*/ 11 h 27"/>
                  <a:gd name="T6" fmla="*/ 0 w 65"/>
                  <a:gd name="T7" fmla="*/ 14 h 27"/>
                  <a:gd name="T8" fmla="*/ 32 w 65"/>
                  <a:gd name="T9" fmla="*/ 0 h 27"/>
                  <a:gd name="T10" fmla="*/ 30 w 65"/>
                  <a:gd name="T11" fmla="*/ 16 h 27"/>
                  <a:gd name="T12" fmla="*/ 65 w 65"/>
                  <a:gd name="T13" fmla="*/ 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65" y="7"/>
                    </a:moveTo>
                    <a:lnTo>
                      <a:pt x="21" y="27"/>
                    </a:lnTo>
                    <a:lnTo>
                      <a:pt x="23" y="11"/>
                    </a:lnTo>
                    <a:lnTo>
                      <a:pt x="0" y="14"/>
                    </a:lnTo>
                    <a:lnTo>
                      <a:pt x="32" y="0"/>
                    </a:lnTo>
                    <a:lnTo>
                      <a:pt x="30" y="16"/>
                    </a:lnTo>
                    <a:lnTo>
                      <a:pt x="65" y="7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4" name="Freeform 875"/>
              <p:cNvSpPr>
                <a:spLocks/>
              </p:cNvSpPr>
              <p:nvPr/>
            </p:nvSpPr>
            <p:spPr bwMode="auto">
              <a:xfrm>
                <a:off x="2782" y="1940"/>
                <a:ext cx="59" cy="26"/>
              </a:xfrm>
              <a:custGeom>
                <a:avLst/>
                <a:gdLst>
                  <a:gd name="T0" fmla="*/ 59 w 59"/>
                  <a:gd name="T1" fmla="*/ 7 h 26"/>
                  <a:gd name="T2" fmla="*/ 19 w 59"/>
                  <a:gd name="T3" fmla="*/ 26 h 26"/>
                  <a:gd name="T4" fmla="*/ 21 w 59"/>
                  <a:gd name="T5" fmla="*/ 10 h 26"/>
                  <a:gd name="T6" fmla="*/ 0 w 59"/>
                  <a:gd name="T7" fmla="*/ 13 h 26"/>
                  <a:gd name="T8" fmla="*/ 29 w 59"/>
                  <a:gd name="T9" fmla="*/ 0 h 26"/>
                  <a:gd name="T10" fmla="*/ 27 w 59"/>
                  <a:gd name="T11" fmla="*/ 16 h 26"/>
                  <a:gd name="T12" fmla="*/ 59 w 59"/>
                  <a:gd name="T13" fmla="*/ 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59" y="7"/>
                    </a:moveTo>
                    <a:lnTo>
                      <a:pt x="19" y="26"/>
                    </a:lnTo>
                    <a:lnTo>
                      <a:pt x="21" y="10"/>
                    </a:lnTo>
                    <a:lnTo>
                      <a:pt x="0" y="13"/>
                    </a:lnTo>
                    <a:lnTo>
                      <a:pt x="29" y="0"/>
                    </a:lnTo>
                    <a:lnTo>
                      <a:pt x="27" y="16"/>
                    </a:lnTo>
                    <a:lnTo>
                      <a:pt x="59" y="7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5" name="Freeform 876"/>
              <p:cNvSpPr>
                <a:spLocks/>
              </p:cNvSpPr>
              <p:nvPr/>
            </p:nvSpPr>
            <p:spPr bwMode="auto">
              <a:xfrm>
                <a:off x="2784" y="1940"/>
                <a:ext cx="54" cy="25"/>
              </a:xfrm>
              <a:custGeom>
                <a:avLst/>
                <a:gdLst>
                  <a:gd name="T0" fmla="*/ 54 w 54"/>
                  <a:gd name="T1" fmla="*/ 8 h 25"/>
                  <a:gd name="T2" fmla="*/ 17 w 54"/>
                  <a:gd name="T3" fmla="*/ 25 h 25"/>
                  <a:gd name="T4" fmla="*/ 19 w 54"/>
                  <a:gd name="T5" fmla="*/ 8 h 25"/>
                  <a:gd name="T6" fmla="*/ 0 w 54"/>
                  <a:gd name="T7" fmla="*/ 12 h 25"/>
                  <a:gd name="T8" fmla="*/ 27 w 54"/>
                  <a:gd name="T9" fmla="*/ 0 h 25"/>
                  <a:gd name="T10" fmla="*/ 25 w 54"/>
                  <a:gd name="T11" fmla="*/ 16 h 25"/>
                  <a:gd name="T12" fmla="*/ 54 w 54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54" y="8"/>
                    </a:moveTo>
                    <a:lnTo>
                      <a:pt x="17" y="25"/>
                    </a:lnTo>
                    <a:lnTo>
                      <a:pt x="19" y="8"/>
                    </a:lnTo>
                    <a:lnTo>
                      <a:pt x="0" y="12"/>
                    </a:lnTo>
                    <a:lnTo>
                      <a:pt x="27" y="0"/>
                    </a:lnTo>
                    <a:lnTo>
                      <a:pt x="25" y="1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6" name="Freeform 877"/>
              <p:cNvSpPr>
                <a:spLocks/>
              </p:cNvSpPr>
              <p:nvPr/>
            </p:nvSpPr>
            <p:spPr bwMode="auto">
              <a:xfrm>
                <a:off x="2786" y="1941"/>
                <a:ext cx="48" cy="24"/>
              </a:xfrm>
              <a:custGeom>
                <a:avLst/>
                <a:gdLst>
                  <a:gd name="T0" fmla="*/ 48 w 48"/>
                  <a:gd name="T1" fmla="*/ 9 h 24"/>
                  <a:gd name="T2" fmla="*/ 16 w 48"/>
                  <a:gd name="T3" fmla="*/ 24 h 24"/>
                  <a:gd name="T4" fmla="*/ 18 w 48"/>
                  <a:gd name="T5" fmla="*/ 7 h 24"/>
                  <a:gd name="T6" fmla="*/ 0 w 48"/>
                  <a:gd name="T7" fmla="*/ 11 h 24"/>
                  <a:gd name="T8" fmla="*/ 24 w 48"/>
                  <a:gd name="T9" fmla="*/ 0 h 24"/>
                  <a:gd name="T10" fmla="*/ 22 w 48"/>
                  <a:gd name="T11" fmla="*/ 16 h 24"/>
                  <a:gd name="T12" fmla="*/ 48 w 48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4"/>
                  <a:gd name="T23" fmla="*/ 48 w 4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4">
                    <a:moveTo>
                      <a:pt x="48" y="9"/>
                    </a:moveTo>
                    <a:lnTo>
                      <a:pt x="16" y="24"/>
                    </a:lnTo>
                    <a:lnTo>
                      <a:pt x="18" y="7"/>
                    </a:lnTo>
                    <a:lnTo>
                      <a:pt x="0" y="11"/>
                    </a:lnTo>
                    <a:lnTo>
                      <a:pt x="24" y="0"/>
                    </a:lnTo>
                    <a:lnTo>
                      <a:pt x="22" y="1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7" name="Freeform 878"/>
              <p:cNvSpPr>
                <a:spLocks/>
              </p:cNvSpPr>
              <p:nvPr/>
            </p:nvSpPr>
            <p:spPr bwMode="auto">
              <a:xfrm>
                <a:off x="2788" y="1941"/>
                <a:ext cx="43" cy="22"/>
              </a:xfrm>
              <a:custGeom>
                <a:avLst/>
                <a:gdLst>
                  <a:gd name="T0" fmla="*/ 43 w 43"/>
                  <a:gd name="T1" fmla="*/ 10 h 22"/>
                  <a:gd name="T2" fmla="*/ 14 w 43"/>
                  <a:gd name="T3" fmla="*/ 22 h 22"/>
                  <a:gd name="T4" fmla="*/ 16 w 43"/>
                  <a:gd name="T5" fmla="*/ 7 h 22"/>
                  <a:gd name="T6" fmla="*/ 0 w 43"/>
                  <a:gd name="T7" fmla="*/ 10 h 22"/>
                  <a:gd name="T8" fmla="*/ 22 w 43"/>
                  <a:gd name="T9" fmla="*/ 0 h 22"/>
                  <a:gd name="T10" fmla="*/ 20 w 43"/>
                  <a:gd name="T11" fmla="*/ 16 h 22"/>
                  <a:gd name="T12" fmla="*/ 43 w 43"/>
                  <a:gd name="T13" fmla="*/ 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2"/>
                  <a:gd name="T23" fmla="*/ 43 w 43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2">
                    <a:moveTo>
                      <a:pt x="43" y="10"/>
                    </a:moveTo>
                    <a:lnTo>
                      <a:pt x="14" y="22"/>
                    </a:lnTo>
                    <a:lnTo>
                      <a:pt x="16" y="7"/>
                    </a:lnTo>
                    <a:lnTo>
                      <a:pt x="0" y="10"/>
                    </a:lnTo>
                    <a:lnTo>
                      <a:pt x="22" y="0"/>
                    </a:lnTo>
                    <a:lnTo>
                      <a:pt x="20" y="16"/>
                    </a:lnTo>
                    <a:lnTo>
                      <a:pt x="43" y="1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8" name="Freeform 879"/>
              <p:cNvSpPr>
                <a:spLocks/>
              </p:cNvSpPr>
              <p:nvPr/>
            </p:nvSpPr>
            <p:spPr bwMode="auto">
              <a:xfrm>
                <a:off x="2790" y="1942"/>
                <a:ext cx="38" cy="21"/>
              </a:xfrm>
              <a:custGeom>
                <a:avLst/>
                <a:gdLst>
                  <a:gd name="T0" fmla="*/ 38 w 38"/>
                  <a:gd name="T1" fmla="*/ 11 h 21"/>
                  <a:gd name="T2" fmla="*/ 12 w 38"/>
                  <a:gd name="T3" fmla="*/ 21 h 21"/>
                  <a:gd name="T4" fmla="*/ 14 w 38"/>
                  <a:gd name="T5" fmla="*/ 5 h 21"/>
                  <a:gd name="T6" fmla="*/ 0 w 38"/>
                  <a:gd name="T7" fmla="*/ 9 h 21"/>
                  <a:gd name="T8" fmla="*/ 20 w 38"/>
                  <a:gd name="T9" fmla="*/ 0 h 21"/>
                  <a:gd name="T10" fmla="*/ 17 w 38"/>
                  <a:gd name="T11" fmla="*/ 15 h 21"/>
                  <a:gd name="T12" fmla="*/ 38 w 38"/>
                  <a:gd name="T13" fmla="*/ 1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38" y="11"/>
                    </a:moveTo>
                    <a:lnTo>
                      <a:pt x="12" y="21"/>
                    </a:lnTo>
                    <a:lnTo>
                      <a:pt x="14" y="5"/>
                    </a:lnTo>
                    <a:lnTo>
                      <a:pt x="0" y="9"/>
                    </a:lnTo>
                    <a:lnTo>
                      <a:pt x="20" y="0"/>
                    </a:lnTo>
                    <a:lnTo>
                      <a:pt x="17" y="15"/>
                    </a:lnTo>
                    <a:lnTo>
                      <a:pt x="38" y="11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09" name="Freeform 880"/>
              <p:cNvSpPr>
                <a:spLocks/>
              </p:cNvSpPr>
              <p:nvPr/>
            </p:nvSpPr>
            <p:spPr bwMode="auto">
              <a:xfrm>
                <a:off x="2792" y="1942"/>
                <a:ext cx="33" cy="21"/>
              </a:xfrm>
              <a:custGeom>
                <a:avLst/>
                <a:gdLst>
                  <a:gd name="T0" fmla="*/ 33 w 33"/>
                  <a:gd name="T1" fmla="*/ 12 h 21"/>
                  <a:gd name="T2" fmla="*/ 10 w 33"/>
                  <a:gd name="T3" fmla="*/ 21 h 21"/>
                  <a:gd name="T4" fmla="*/ 12 w 33"/>
                  <a:gd name="T5" fmla="*/ 5 h 21"/>
                  <a:gd name="T6" fmla="*/ 0 w 33"/>
                  <a:gd name="T7" fmla="*/ 8 h 21"/>
                  <a:gd name="T8" fmla="*/ 17 w 33"/>
                  <a:gd name="T9" fmla="*/ 0 h 21"/>
                  <a:gd name="T10" fmla="*/ 15 w 33"/>
                  <a:gd name="T11" fmla="*/ 16 h 21"/>
                  <a:gd name="T12" fmla="*/ 33 w 33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21"/>
                  <a:gd name="T23" fmla="*/ 33 w 33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21">
                    <a:moveTo>
                      <a:pt x="33" y="12"/>
                    </a:moveTo>
                    <a:lnTo>
                      <a:pt x="10" y="21"/>
                    </a:lnTo>
                    <a:lnTo>
                      <a:pt x="12" y="5"/>
                    </a:lnTo>
                    <a:lnTo>
                      <a:pt x="0" y="8"/>
                    </a:lnTo>
                    <a:lnTo>
                      <a:pt x="17" y="0"/>
                    </a:lnTo>
                    <a:lnTo>
                      <a:pt x="15" y="16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0" name="Freeform 881"/>
              <p:cNvSpPr>
                <a:spLocks/>
              </p:cNvSpPr>
              <p:nvPr/>
            </p:nvSpPr>
            <p:spPr bwMode="auto">
              <a:xfrm>
                <a:off x="2794" y="1942"/>
                <a:ext cx="27" cy="20"/>
              </a:xfrm>
              <a:custGeom>
                <a:avLst/>
                <a:gdLst>
                  <a:gd name="T0" fmla="*/ 27 w 27"/>
                  <a:gd name="T1" fmla="*/ 12 h 20"/>
                  <a:gd name="T2" fmla="*/ 9 w 27"/>
                  <a:gd name="T3" fmla="*/ 20 h 20"/>
                  <a:gd name="T4" fmla="*/ 11 w 27"/>
                  <a:gd name="T5" fmla="*/ 4 h 20"/>
                  <a:gd name="T6" fmla="*/ 0 w 27"/>
                  <a:gd name="T7" fmla="*/ 6 h 20"/>
                  <a:gd name="T8" fmla="*/ 15 w 27"/>
                  <a:gd name="T9" fmla="*/ 0 h 20"/>
                  <a:gd name="T10" fmla="*/ 11 w 27"/>
                  <a:gd name="T11" fmla="*/ 16 h 20"/>
                  <a:gd name="T12" fmla="*/ 27 w 27"/>
                  <a:gd name="T13" fmla="*/ 1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27" y="12"/>
                    </a:moveTo>
                    <a:lnTo>
                      <a:pt x="9" y="20"/>
                    </a:lnTo>
                    <a:lnTo>
                      <a:pt x="11" y="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1" y="16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1" name="Freeform 882"/>
              <p:cNvSpPr>
                <a:spLocks/>
              </p:cNvSpPr>
              <p:nvPr/>
            </p:nvSpPr>
            <p:spPr bwMode="auto">
              <a:xfrm>
                <a:off x="2796" y="1943"/>
                <a:ext cx="21" cy="19"/>
              </a:xfrm>
              <a:custGeom>
                <a:avLst/>
                <a:gdLst>
                  <a:gd name="T0" fmla="*/ 21 w 21"/>
                  <a:gd name="T1" fmla="*/ 13 h 19"/>
                  <a:gd name="T2" fmla="*/ 9 w 21"/>
                  <a:gd name="T3" fmla="*/ 16 h 19"/>
                  <a:gd name="T4" fmla="*/ 12 w 21"/>
                  <a:gd name="T5" fmla="*/ 0 h 19"/>
                  <a:gd name="T6" fmla="*/ 0 w 21"/>
                  <a:gd name="T7" fmla="*/ 5 h 19"/>
                  <a:gd name="T8" fmla="*/ 9 w 21"/>
                  <a:gd name="T9" fmla="*/ 3 h 19"/>
                  <a:gd name="T10" fmla="*/ 7 w 21"/>
                  <a:gd name="T11" fmla="*/ 19 h 19"/>
                  <a:gd name="T12" fmla="*/ 21 w 21"/>
                  <a:gd name="T13" fmla="*/ 1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21" y="13"/>
                    </a:moveTo>
                    <a:lnTo>
                      <a:pt x="9" y="16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7" y="1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2" name="Freeform 883"/>
              <p:cNvSpPr>
                <a:spLocks/>
              </p:cNvSpPr>
              <p:nvPr/>
            </p:nvSpPr>
            <p:spPr bwMode="auto">
              <a:xfrm>
                <a:off x="2627" y="1888"/>
                <a:ext cx="128" cy="165"/>
              </a:xfrm>
              <a:custGeom>
                <a:avLst/>
                <a:gdLst>
                  <a:gd name="T0" fmla="*/ 71 w 128"/>
                  <a:gd name="T1" fmla="*/ 0 h 165"/>
                  <a:gd name="T2" fmla="*/ 83 w 128"/>
                  <a:gd name="T3" fmla="*/ 3 h 165"/>
                  <a:gd name="T4" fmla="*/ 95 w 128"/>
                  <a:gd name="T5" fmla="*/ 7 h 165"/>
                  <a:gd name="T6" fmla="*/ 105 w 128"/>
                  <a:gd name="T7" fmla="*/ 15 h 165"/>
                  <a:gd name="T8" fmla="*/ 113 w 128"/>
                  <a:gd name="T9" fmla="*/ 23 h 165"/>
                  <a:gd name="T10" fmla="*/ 121 w 128"/>
                  <a:gd name="T11" fmla="*/ 34 h 165"/>
                  <a:gd name="T12" fmla="*/ 125 w 128"/>
                  <a:gd name="T13" fmla="*/ 46 h 165"/>
                  <a:gd name="T14" fmla="*/ 128 w 128"/>
                  <a:gd name="T15" fmla="*/ 58 h 165"/>
                  <a:gd name="T16" fmla="*/ 128 w 128"/>
                  <a:gd name="T17" fmla="*/ 71 h 165"/>
                  <a:gd name="T18" fmla="*/ 125 w 128"/>
                  <a:gd name="T19" fmla="*/ 85 h 165"/>
                  <a:gd name="T20" fmla="*/ 121 w 128"/>
                  <a:gd name="T21" fmla="*/ 96 h 165"/>
                  <a:gd name="T22" fmla="*/ 113 w 128"/>
                  <a:gd name="T23" fmla="*/ 106 h 165"/>
                  <a:gd name="T24" fmla="*/ 107 w 128"/>
                  <a:gd name="T25" fmla="*/ 114 h 165"/>
                  <a:gd name="T26" fmla="*/ 99 w 128"/>
                  <a:gd name="T27" fmla="*/ 122 h 165"/>
                  <a:gd name="T28" fmla="*/ 92 w 128"/>
                  <a:gd name="T29" fmla="*/ 135 h 165"/>
                  <a:gd name="T30" fmla="*/ 87 w 128"/>
                  <a:gd name="T31" fmla="*/ 153 h 165"/>
                  <a:gd name="T32" fmla="*/ 43 w 128"/>
                  <a:gd name="T33" fmla="*/ 165 h 165"/>
                  <a:gd name="T34" fmla="*/ 40 w 128"/>
                  <a:gd name="T35" fmla="*/ 144 h 165"/>
                  <a:gd name="T36" fmla="*/ 33 w 128"/>
                  <a:gd name="T37" fmla="*/ 128 h 165"/>
                  <a:gd name="T38" fmla="*/ 25 w 128"/>
                  <a:gd name="T39" fmla="*/ 118 h 165"/>
                  <a:gd name="T40" fmla="*/ 18 w 128"/>
                  <a:gd name="T41" fmla="*/ 111 h 165"/>
                  <a:gd name="T42" fmla="*/ 11 w 128"/>
                  <a:gd name="T43" fmla="*/ 101 h 165"/>
                  <a:gd name="T44" fmla="*/ 5 w 128"/>
                  <a:gd name="T45" fmla="*/ 90 h 165"/>
                  <a:gd name="T46" fmla="*/ 1 w 128"/>
                  <a:gd name="T47" fmla="*/ 79 h 165"/>
                  <a:gd name="T48" fmla="*/ 0 w 128"/>
                  <a:gd name="T49" fmla="*/ 65 h 165"/>
                  <a:gd name="T50" fmla="*/ 1 w 128"/>
                  <a:gd name="T51" fmla="*/ 52 h 165"/>
                  <a:gd name="T52" fmla="*/ 5 w 128"/>
                  <a:gd name="T53" fmla="*/ 40 h 165"/>
                  <a:gd name="T54" fmla="*/ 11 w 128"/>
                  <a:gd name="T55" fmla="*/ 28 h 165"/>
                  <a:gd name="T56" fmla="*/ 19 w 128"/>
                  <a:gd name="T57" fmla="*/ 19 h 165"/>
                  <a:gd name="T58" fmla="*/ 28 w 128"/>
                  <a:gd name="T59" fmla="*/ 11 h 165"/>
                  <a:gd name="T60" fmla="*/ 40 w 128"/>
                  <a:gd name="T61" fmla="*/ 5 h 165"/>
                  <a:gd name="T62" fmla="*/ 51 w 128"/>
                  <a:gd name="T63" fmla="*/ 1 h 165"/>
                  <a:gd name="T64" fmla="*/ 64 w 128"/>
                  <a:gd name="T65" fmla="*/ 0 h 1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165"/>
                  <a:gd name="T101" fmla="*/ 128 w 128"/>
                  <a:gd name="T102" fmla="*/ 165 h 1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165">
                    <a:moveTo>
                      <a:pt x="64" y="0"/>
                    </a:moveTo>
                    <a:lnTo>
                      <a:pt x="71" y="0"/>
                    </a:lnTo>
                    <a:lnTo>
                      <a:pt x="77" y="1"/>
                    </a:lnTo>
                    <a:lnTo>
                      <a:pt x="83" y="3"/>
                    </a:lnTo>
                    <a:lnTo>
                      <a:pt x="89" y="5"/>
                    </a:lnTo>
                    <a:lnTo>
                      <a:pt x="95" y="7"/>
                    </a:lnTo>
                    <a:lnTo>
                      <a:pt x="100" y="11"/>
                    </a:lnTo>
                    <a:lnTo>
                      <a:pt x="105" y="15"/>
                    </a:lnTo>
                    <a:lnTo>
                      <a:pt x="109" y="19"/>
                    </a:lnTo>
                    <a:lnTo>
                      <a:pt x="113" y="23"/>
                    </a:lnTo>
                    <a:lnTo>
                      <a:pt x="118" y="28"/>
                    </a:lnTo>
                    <a:lnTo>
                      <a:pt x="121" y="34"/>
                    </a:lnTo>
                    <a:lnTo>
                      <a:pt x="123" y="40"/>
                    </a:lnTo>
                    <a:lnTo>
                      <a:pt x="125" y="46"/>
                    </a:lnTo>
                    <a:lnTo>
                      <a:pt x="127" y="52"/>
                    </a:lnTo>
                    <a:lnTo>
                      <a:pt x="128" y="58"/>
                    </a:lnTo>
                    <a:lnTo>
                      <a:pt x="128" y="65"/>
                    </a:lnTo>
                    <a:lnTo>
                      <a:pt x="128" y="71"/>
                    </a:lnTo>
                    <a:lnTo>
                      <a:pt x="127" y="79"/>
                    </a:lnTo>
                    <a:lnTo>
                      <a:pt x="125" y="85"/>
                    </a:lnTo>
                    <a:lnTo>
                      <a:pt x="123" y="90"/>
                    </a:lnTo>
                    <a:lnTo>
                      <a:pt x="121" y="96"/>
                    </a:lnTo>
                    <a:lnTo>
                      <a:pt x="118" y="101"/>
                    </a:lnTo>
                    <a:lnTo>
                      <a:pt x="113" y="106"/>
                    </a:lnTo>
                    <a:lnTo>
                      <a:pt x="110" y="111"/>
                    </a:lnTo>
                    <a:lnTo>
                      <a:pt x="107" y="114"/>
                    </a:lnTo>
                    <a:lnTo>
                      <a:pt x="104" y="118"/>
                    </a:lnTo>
                    <a:lnTo>
                      <a:pt x="99" y="122"/>
                    </a:lnTo>
                    <a:lnTo>
                      <a:pt x="95" y="128"/>
                    </a:lnTo>
                    <a:lnTo>
                      <a:pt x="92" y="135"/>
                    </a:lnTo>
                    <a:lnTo>
                      <a:pt x="89" y="144"/>
                    </a:lnTo>
                    <a:lnTo>
                      <a:pt x="87" y="153"/>
                    </a:lnTo>
                    <a:lnTo>
                      <a:pt x="85" y="165"/>
                    </a:lnTo>
                    <a:lnTo>
                      <a:pt x="43" y="165"/>
                    </a:lnTo>
                    <a:lnTo>
                      <a:pt x="42" y="153"/>
                    </a:lnTo>
                    <a:lnTo>
                      <a:pt x="40" y="144"/>
                    </a:lnTo>
                    <a:lnTo>
                      <a:pt x="36" y="135"/>
                    </a:lnTo>
                    <a:lnTo>
                      <a:pt x="33" y="128"/>
                    </a:lnTo>
                    <a:lnTo>
                      <a:pt x="29" y="122"/>
                    </a:lnTo>
                    <a:lnTo>
                      <a:pt x="25" y="118"/>
                    </a:lnTo>
                    <a:lnTo>
                      <a:pt x="21" y="114"/>
                    </a:lnTo>
                    <a:lnTo>
                      <a:pt x="18" y="111"/>
                    </a:lnTo>
                    <a:lnTo>
                      <a:pt x="15" y="106"/>
                    </a:lnTo>
                    <a:lnTo>
                      <a:pt x="11" y="101"/>
                    </a:lnTo>
                    <a:lnTo>
                      <a:pt x="7" y="96"/>
                    </a:lnTo>
                    <a:lnTo>
                      <a:pt x="5" y="90"/>
                    </a:lnTo>
                    <a:lnTo>
                      <a:pt x="3" y="85"/>
                    </a:lnTo>
                    <a:lnTo>
                      <a:pt x="1" y="79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33" y="7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1" y="1"/>
                    </a:lnTo>
                    <a:lnTo>
                      <a:pt x="58" y="0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3" name="Freeform 884"/>
              <p:cNvSpPr>
                <a:spLocks/>
              </p:cNvSpPr>
              <p:nvPr/>
            </p:nvSpPr>
            <p:spPr bwMode="auto">
              <a:xfrm>
                <a:off x="2628" y="1889"/>
                <a:ext cx="126" cy="164"/>
              </a:xfrm>
              <a:custGeom>
                <a:avLst/>
                <a:gdLst>
                  <a:gd name="T0" fmla="*/ 70 w 126"/>
                  <a:gd name="T1" fmla="*/ 0 h 164"/>
                  <a:gd name="T2" fmla="*/ 82 w 126"/>
                  <a:gd name="T3" fmla="*/ 3 h 164"/>
                  <a:gd name="T4" fmla="*/ 93 w 126"/>
                  <a:gd name="T5" fmla="*/ 8 h 164"/>
                  <a:gd name="T6" fmla="*/ 103 w 126"/>
                  <a:gd name="T7" fmla="*/ 15 h 164"/>
                  <a:gd name="T8" fmla="*/ 112 w 126"/>
                  <a:gd name="T9" fmla="*/ 24 h 164"/>
                  <a:gd name="T10" fmla="*/ 119 w 126"/>
                  <a:gd name="T11" fmla="*/ 34 h 164"/>
                  <a:gd name="T12" fmla="*/ 123 w 126"/>
                  <a:gd name="T13" fmla="*/ 47 h 164"/>
                  <a:gd name="T14" fmla="*/ 126 w 126"/>
                  <a:gd name="T15" fmla="*/ 58 h 164"/>
                  <a:gd name="T16" fmla="*/ 126 w 126"/>
                  <a:gd name="T17" fmla="*/ 72 h 164"/>
                  <a:gd name="T18" fmla="*/ 123 w 126"/>
                  <a:gd name="T19" fmla="*/ 84 h 164"/>
                  <a:gd name="T20" fmla="*/ 119 w 126"/>
                  <a:gd name="T21" fmla="*/ 96 h 164"/>
                  <a:gd name="T22" fmla="*/ 111 w 126"/>
                  <a:gd name="T23" fmla="*/ 105 h 164"/>
                  <a:gd name="T24" fmla="*/ 105 w 126"/>
                  <a:gd name="T25" fmla="*/ 113 h 164"/>
                  <a:gd name="T26" fmla="*/ 97 w 126"/>
                  <a:gd name="T27" fmla="*/ 121 h 164"/>
                  <a:gd name="T28" fmla="*/ 90 w 126"/>
                  <a:gd name="T29" fmla="*/ 134 h 164"/>
                  <a:gd name="T30" fmla="*/ 84 w 126"/>
                  <a:gd name="T31" fmla="*/ 152 h 164"/>
                  <a:gd name="T32" fmla="*/ 43 w 126"/>
                  <a:gd name="T33" fmla="*/ 164 h 164"/>
                  <a:gd name="T34" fmla="*/ 40 w 126"/>
                  <a:gd name="T35" fmla="*/ 143 h 164"/>
                  <a:gd name="T36" fmla="*/ 33 w 126"/>
                  <a:gd name="T37" fmla="*/ 127 h 164"/>
                  <a:gd name="T38" fmla="*/ 25 w 126"/>
                  <a:gd name="T39" fmla="*/ 117 h 164"/>
                  <a:gd name="T40" fmla="*/ 18 w 126"/>
                  <a:gd name="T41" fmla="*/ 111 h 164"/>
                  <a:gd name="T42" fmla="*/ 11 w 126"/>
                  <a:gd name="T43" fmla="*/ 101 h 164"/>
                  <a:gd name="T44" fmla="*/ 5 w 126"/>
                  <a:gd name="T45" fmla="*/ 90 h 164"/>
                  <a:gd name="T46" fmla="*/ 1 w 126"/>
                  <a:gd name="T47" fmla="*/ 78 h 164"/>
                  <a:gd name="T48" fmla="*/ 0 w 126"/>
                  <a:gd name="T49" fmla="*/ 65 h 164"/>
                  <a:gd name="T50" fmla="*/ 1 w 126"/>
                  <a:gd name="T51" fmla="*/ 52 h 164"/>
                  <a:gd name="T52" fmla="*/ 5 w 126"/>
                  <a:gd name="T53" fmla="*/ 40 h 164"/>
                  <a:gd name="T54" fmla="*/ 11 w 126"/>
                  <a:gd name="T55" fmla="*/ 28 h 164"/>
                  <a:gd name="T56" fmla="*/ 18 w 126"/>
                  <a:gd name="T57" fmla="*/ 19 h 164"/>
                  <a:gd name="T58" fmla="*/ 28 w 126"/>
                  <a:gd name="T59" fmla="*/ 11 h 164"/>
                  <a:gd name="T60" fmla="*/ 39 w 126"/>
                  <a:gd name="T61" fmla="*/ 5 h 164"/>
                  <a:gd name="T62" fmla="*/ 50 w 126"/>
                  <a:gd name="T63" fmla="*/ 1 h 164"/>
                  <a:gd name="T64" fmla="*/ 63 w 126"/>
                  <a:gd name="T65" fmla="*/ 0 h 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6"/>
                  <a:gd name="T100" fmla="*/ 0 h 164"/>
                  <a:gd name="T101" fmla="*/ 126 w 126"/>
                  <a:gd name="T102" fmla="*/ 164 h 16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6" h="164">
                    <a:moveTo>
                      <a:pt x="63" y="0"/>
                    </a:moveTo>
                    <a:lnTo>
                      <a:pt x="70" y="0"/>
                    </a:lnTo>
                    <a:lnTo>
                      <a:pt x="76" y="1"/>
                    </a:lnTo>
                    <a:lnTo>
                      <a:pt x="82" y="3"/>
                    </a:lnTo>
                    <a:lnTo>
                      <a:pt x="88" y="5"/>
                    </a:lnTo>
                    <a:lnTo>
                      <a:pt x="93" y="8"/>
                    </a:lnTo>
                    <a:lnTo>
                      <a:pt x="98" y="11"/>
                    </a:lnTo>
                    <a:lnTo>
                      <a:pt x="103" y="15"/>
                    </a:lnTo>
                    <a:lnTo>
                      <a:pt x="108" y="19"/>
                    </a:lnTo>
                    <a:lnTo>
                      <a:pt x="112" y="24"/>
                    </a:lnTo>
                    <a:lnTo>
                      <a:pt x="115" y="28"/>
                    </a:lnTo>
                    <a:lnTo>
                      <a:pt x="119" y="34"/>
                    </a:lnTo>
                    <a:lnTo>
                      <a:pt x="121" y="40"/>
                    </a:lnTo>
                    <a:lnTo>
                      <a:pt x="123" y="47"/>
                    </a:lnTo>
                    <a:lnTo>
                      <a:pt x="125" y="52"/>
                    </a:lnTo>
                    <a:lnTo>
                      <a:pt x="126" y="58"/>
                    </a:lnTo>
                    <a:lnTo>
                      <a:pt x="126" y="65"/>
                    </a:lnTo>
                    <a:lnTo>
                      <a:pt x="126" y="72"/>
                    </a:lnTo>
                    <a:lnTo>
                      <a:pt x="125" y="78"/>
                    </a:lnTo>
                    <a:lnTo>
                      <a:pt x="123" y="84"/>
                    </a:lnTo>
                    <a:lnTo>
                      <a:pt x="121" y="90"/>
                    </a:lnTo>
                    <a:lnTo>
                      <a:pt x="119" y="96"/>
                    </a:lnTo>
                    <a:lnTo>
                      <a:pt x="115" y="101"/>
                    </a:lnTo>
                    <a:lnTo>
                      <a:pt x="111" y="105"/>
                    </a:lnTo>
                    <a:lnTo>
                      <a:pt x="108" y="111"/>
                    </a:lnTo>
                    <a:lnTo>
                      <a:pt x="105" y="113"/>
                    </a:lnTo>
                    <a:lnTo>
                      <a:pt x="102" y="117"/>
                    </a:lnTo>
                    <a:lnTo>
                      <a:pt x="97" y="121"/>
                    </a:lnTo>
                    <a:lnTo>
                      <a:pt x="93" y="127"/>
                    </a:lnTo>
                    <a:lnTo>
                      <a:pt x="90" y="134"/>
                    </a:lnTo>
                    <a:lnTo>
                      <a:pt x="87" y="143"/>
                    </a:lnTo>
                    <a:lnTo>
                      <a:pt x="84" y="152"/>
                    </a:lnTo>
                    <a:lnTo>
                      <a:pt x="83" y="164"/>
                    </a:lnTo>
                    <a:lnTo>
                      <a:pt x="43" y="164"/>
                    </a:lnTo>
                    <a:lnTo>
                      <a:pt x="42" y="152"/>
                    </a:lnTo>
                    <a:lnTo>
                      <a:pt x="40" y="143"/>
                    </a:lnTo>
                    <a:lnTo>
                      <a:pt x="36" y="134"/>
                    </a:lnTo>
                    <a:lnTo>
                      <a:pt x="33" y="127"/>
                    </a:lnTo>
                    <a:lnTo>
                      <a:pt x="29" y="121"/>
                    </a:lnTo>
                    <a:lnTo>
                      <a:pt x="25" y="117"/>
                    </a:lnTo>
                    <a:lnTo>
                      <a:pt x="21" y="113"/>
                    </a:lnTo>
                    <a:lnTo>
                      <a:pt x="18" y="111"/>
                    </a:lnTo>
                    <a:lnTo>
                      <a:pt x="15" y="105"/>
                    </a:lnTo>
                    <a:lnTo>
                      <a:pt x="11" y="101"/>
                    </a:lnTo>
                    <a:lnTo>
                      <a:pt x="8" y="96"/>
                    </a:lnTo>
                    <a:lnTo>
                      <a:pt x="5" y="90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8" y="11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50" y="1"/>
                    </a:lnTo>
                    <a:lnTo>
                      <a:pt x="57" y="0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4" name="Freeform 885"/>
              <p:cNvSpPr>
                <a:spLocks/>
              </p:cNvSpPr>
              <p:nvPr/>
            </p:nvSpPr>
            <p:spPr bwMode="auto">
              <a:xfrm>
                <a:off x="2629" y="1890"/>
                <a:ext cx="124" cy="163"/>
              </a:xfrm>
              <a:custGeom>
                <a:avLst/>
                <a:gdLst>
                  <a:gd name="T0" fmla="*/ 69 w 124"/>
                  <a:gd name="T1" fmla="*/ 0 h 163"/>
                  <a:gd name="T2" fmla="*/ 81 w 124"/>
                  <a:gd name="T3" fmla="*/ 3 h 163"/>
                  <a:gd name="T4" fmla="*/ 92 w 124"/>
                  <a:gd name="T5" fmla="*/ 8 h 163"/>
                  <a:gd name="T6" fmla="*/ 102 w 124"/>
                  <a:gd name="T7" fmla="*/ 15 h 163"/>
                  <a:gd name="T8" fmla="*/ 110 w 124"/>
                  <a:gd name="T9" fmla="*/ 23 h 163"/>
                  <a:gd name="T10" fmla="*/ 117 w 124"/>
                  <a:gd name="T11" fmla="*/ 34 h 163"/>
                  <a:gd name="T12" fmla="*/ 121 w 124"/>
                  <a:gd name="T13" fmla="*/ 46 h 163"/>
                  <a:gd name="T14" fmla="*/ 124 w 124"/>
                  <a:gd name="T15" fmla="*/ 58 h 163"/>
                  <a:gd name="T16" fmla="*/ 124 w 124"/>
                  <a:gd name="T17" fmla="*/ 71 h 163"/>
                  <a:gd name="T18" fmla="*/ 121 w 124"/>
                  <a:gd name="T19" fmla="*/ 84 h 163"/>
                  <a:gd name="T20" fmla="*/ 116 w 124"/>
                  <a:gd name="T21" fmla="*/ 95 h 163"/>
                  <a:gd name="T22" fmla="*/ 109 w 124"/>
                  <a:gd name="T23" fmla="*/ 105 h 163"/>
                  <a:gd name="T24" fmla="*/ 103 w 124"/>
                  <a:gd name="T25" fmla="*/ 113 h 163"/>
                  <a:gd name="T26" fmla="*/ 95 w 124"/>
                  <a:gd name="T27" fmla="*/ 120 h 163"/>
                  <a:gd name="T28" fmla="*/ 88 w 124"/>
                  <a:gd name="T29" fmla="*/ 133 h 163"/>
                  <a:gd name="T30" fmla="*/ 83 w 124"/>
                  <a:gd name="T31" fmla="*/ 151 h 163"/>
                  <a:gd name="T32" fmla="*/ 42 w 124"/>
                  <a:gd name="T33" fmla="*/ 163 h 163"/>
                  <a:gd name="T34" fmla="*/ 39 w 124"/>
                  <a:gd name="T35" fmla="*/ 142 h 163"/>
                  <a:gd name="T36" fmla="*/ 32 w 124"/>
                  <a:gd name="T37" fmla="*/ 127 h 163"/>
                  <a:gd name="T38" fmla="*/ 25 w 124"/>
                  <a:gd name="T39" fmla="*/ 116 h 163"/>
                  <a:gd name="T40" fmla="*/ 18 w 124"/>
                  <a:gd name="T41" fmla="*/ 110 h 163"/>
                  <a:gd name="T42" fmla="*/ 12 w 124"/>
                  <a:gd name="T43" fmla="*/ 100 h 163"/>
                  <a:gd name="T44" fmla="*/ 5 w 124"/>
                  <a:gd name="T45" fmla="*/ 89 h 163"/>
                  <a:gd name="T46" fmla="*/ 1 w 124"/>
                  <a:gd name="T47" fmla="*/ 78 h 163"/>
                  <a:gd name="T48" fmla="*/ 0 w 124"/>
                  <a:gd name="T49" fmla="*/ 65 h 163"/>
                  <a:gd name="T50" fmla="*/ 1 w 124"/>
                  <a:gd name="T51" fmla="*/ 52 h 163"/>
                  <a:gd name="T52" fmla="*/ 5 w 124"/>
                  <a:gd name="T53" fmla="*/ 40 h 163"/>
                  <a:gd name="T54" fmla="*/ 11 w 124"/>
                  <a:gd name="T55" fmla="*/ 29 h 163"/>
                  <a:gd name="T56" fmla="*/ 18 w 124"/>
                  <a:gd name="T57" fmla="*/ 19 h 163"/>
                  <a:gd name="T58" fmla="*/ 27 w 124"/>
                  <a:gd name="T59" fmla="*/ 11 h 163"/>
                  <a:gd name="T60" fmla="*/ 38 w 124"/>
                  <a:gd name="T61" fmla="*/ 5 h 163"/>
                  <a:gd name="T62" fmla="*/ 49 w 124"/>
                  <a:gd name="T63" fmla="*/ 1 h 163"/>
                  <a:gd name="T64" fmla="*/ 62 w 124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4"/>
                  <a:gd name="T100" fmla="*/ 0 h 163"/>
                  <a:gd name="T101" fmla="*/ 124 w 124"/>
                  <a:gd name="T102" fmla="*/ 163 h 1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4" h="163">
                    <a:moveTo>
                      <a:pt x="62" y="0"/>
                    </a:moveTo>
                    <a:lnTo>
                      <a:pt x="69" y="0"/>
                    </a:lnTo>
                    <a:lnTo>
                      <a:pt x="75" y="1"/>
                    </a:lnTo>
                    <a:lnTo>
                      <a:pt x="81" y="3"/>
                    </a:lnTo>
                    <a:lnTo>
                      <a:pt x="87" y="5"/>
                    </a:lnTo>
                    <a:lnTo>
                      <a:pt x="92" y="8"/>
                    </a:lnTo>
                    <a:lnTo>
                      <a:pt x="96" y="11"/>
                    </a:lnTo>
                    <a:lnTo>
                      <a:pt x="102" y="15"/>
                    </a:lnTo>
                    <a:lnTo>
                      <a:pt x="106" y="19"/>
                    </a:lnTo>
                    <a:lnTo>
                      <a:pt x="110" y="23"/>
                    </a:lnTo>
                    <a:lnTo>
                      <a:pt x="113" y="29"/>
                    </a:lnTo>
                    <a:lnTo>
                      <a:pt x="117" y="34"/>
                    </a:lnTo>
                    <a:lnTo>
                      <a:pt x="119" y="40"/>
                    </a:lnTo>
                    <a:lnTo>
                      <a:pt x="121" y="46"/>
                    </a:lnTo>
                    <a:lnTo>
                      <a:pt x="123" y="52"/>
                    </a:lnTo>
                    <a:lnTo>
                      <a:pt x="124" y="58"/>
                    </a:lnTo>
                    <a:lnTo>
                      <a:pt x="124" y="65"/>
                    </a:lnTo>
                    <a:lnTo>
                      <a:pt x="124" y="71"/>
                    </a:lnTo>
                    <a:lnTo>
                      <a:pt x="123" y="78"/>
                    </a:lnTo>
                    <a:lnTo>
                      <a:pt x="121" y="84"/>
                    </a:lnTo>
                    <a:lnTo>
                      <a:pt x="119" y="89"/>
                    </a:lnTo>
                    <a:lnTo>
                      <a:pt x="116" y="95"/>
                    </a:lnTo>
                    <a:lnTo>
                      <a:pt x="112" y="100"/>
                    </a:lnTo>
                    <a:lnTo>
                      <a:pt x="109" y="105"/>
                    </a:lnTo>
                    <a:lnTo>
                      <a:pt x="106" y="110"/>
                    </a:lnTo>
                    <a:lnTo>
                      <a:pt x="103" y="113"/>
                    </a:lnTo>
                    <a:lnTo>
                      <a:pt x="100" y="116"/>
                    </a:lnTo>
                    <a:lnTo>
                      <a:pt x="95" y="120"/>
                    </a:lnTo>
                    <a:lnTo>
                      <a:pt x="92" y="127"/>
                    </a:lnTo>
                    <a:lnTo>
                      <a:pt x="88" y="133"/>
                    </a:lnTo>
                    <a:lnTo>
                      <a:pt x="86" y="142"/>
                    </a:lnTo>
                    <a:lnTo>
                      <a:pt x="83" y="151"/>
                    </a:lnTo>
                    <a:lnTo>
                      <a:pt x="82" y="163"/>
                    </a:lnTo>
                    <a:lnTo>
                      <a:pt x="42" y="163"/>
                    </a:lnTo>
                    <a:lnTo>
                      <a:pt x="41" y="151"/>
                    </a:lnTo>
                    <a:lnTo>
                      <a:pt x="39" y="142"/>
                    </a:lnTo>
                    <a:lnTo>
                      <a:pt x="36" y="133"/>
                    </a:lnTo>
                    <a:lnTo>
                      <a:pt x="32" y="127"/>
                    </a:lnTo>
                    <a:lnTo>
                      <a:pt x="29" y="120"/>
                    </a:lnTo>
                    <a:lnTo>
                      <a:pt x="25" y="116"/>
                    </a:lnTo>
                    <a:lnTo>
                      <a:pt x="22" y="113"/>
                    </a:lnTo>
                    <a:lnTo>
                      <a:pt x="18" y="110"/>
                    </a:lnTo>
                    <a:lnTo>
                      <a:pt x="15" y="105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5" y="89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7" y="11"/>
                    </a:lnTo>
                    <a:lnTo>
                      <a:pt x="32" y="8"/>
                    </a:lnTo>
                    <a:lnTo>
                      <a:pt x="38" y="5"/>
                    </a:lnTo>
                    <a:lnTo>
                      <a:pt x="43" y="3"/>
                    </a:lnTo>
                    <a:lnTo>
                      <a:pt x="49" y="1"/>
                    </a:lnTo>
                    <a:lnTo>
                      <a:pt x="56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5" name="Freeform 886"/>
              <p:cNvSpPr>
                <a:spLocks/>
              </p:cNvSpPr>
              <p:nvPr/>
            </p:nvSpPr>
            <p:spPr bwMode="auto">
              <a:xfrm>
                <a:off x="2630" y="1891"/>
                <a:ext cx="122" cy="162"/>
              </a:xfrm>
              <a:custGeom>
                <a:avLst/>
                <a:gdLst>
                  <a:gd name="T0" fmla="*/ 68 w 122"/>
                  <a:gd name="T1" fmla="*/ 0 h 162"/>
                  <a:gd name="T2" fmla="*/ 79 w 122"/>
                  <a:gd name="T3" fmla="*/ 3 h 162"/>
                  <a:gd name="T4" fmla="*/ 90 w 122"/>
                  <a:gd name="T5" fmla="*/ 8 h 162"/>
                  <a:gd name="T6" fmla="*/ 100 w 122"/>
                  <a:gd name="T7" fmla="*/ 15 h 162"/>
                  <a:gd name="T8" fmla="*/ 108 w 122"/>
                  <a:gd name="T9" fmla="*/ 23 h 162"/>
                  <a:gd name="T10" fmla="*/ 115 w 122"/>
                  <a:gd name="T11" fmla="*/ 34 h 162"/>
                  <a:gd name="T12" fmla="*/ 119 w 122"/>
                  <a:gd name="T13" fmla="*/ 46 h 162"/>
                  <a:gd name="T14" fmla="*/ 122 w 122"/>
                  <a:gd name="T15" fmla="*/ 59 h 162"/>
                  <a:gd name="T16" fmla="*/ 122 w 122"/>
                  <a:gd name="T17" fmla="*/ 71 h 162"/>
                  <a:gd name="T18" fmla="*/ 119 w 122"/>
                  <a:gd name="T19" fmla="*/ 83 h 162"/>
                  <a:gd name="T20" fmla="*/ 113 w 122"/>
                  <a:gd name="T21" fmla="*/ 95 h 162"/>
                  <a:gd name="T22" fmla="*/ 107 w 122"/>
                  <a:gd name="T23" fmla="*/ 104 h 162"/>
                  <a:gd name="T24" fmla="*/ 101 w 122"/>
                  <a:gd name="T25" fmla="*/ 112 h 162"/>
                  <a:gd name="T26" fmla="*/ 93 w 122"/>
                  <a:gd name="T27" fmla="*/ 121 h 162"/>
                  <a:gd name="T28" fmla="*/ 87 w 122"/>
                  <a:gd name="T29" fmla="*/ 132 h 162"/>
                  <a:gd name="T30" fmla="*/ 81 w 122"/>
                  <a:gd name="T31" fmla="*/ 150 h 162"/>
                  <a:gd name="T32" fmla="*/ 42 w 122"/>
                  <a:gd name="T33" fmla="*/ 162 h 162"/>
                  <a:gd name="T34" fmla="*/ 39 w 122"/>
                  <a:gd name="T35" fmla="*/ 141 h 162"/>
                  <a:gd name="T36" fmla="*/ 32 w 122"/>
                  <a:gd name="T37" fmla="*/ 126 h 162"/>
                  <a:gd name="T38" fmla="*/ 25 w 122"/>
                  <a:gd name="T39" fmla="*/ 115 h 162"/>
                  <a:gd name="T40" fmla="*/ 18 w 122"/>
                  <a:gd name="T41" fmla="*/ 110 h 162"/>
                  <a:gd name="T42" fmla="*/ 12 w 122"/>
                  <a:gd name="T43" fmla="*/ 100 h 162"/>
                  <a:gd name="T44" fmla="*/ 6 w 122"/>
                  <a:gd name="T45" fmla="*/ 90 h 162"/>
                  <a:gd name="T46" fmla="*/ 2 w 122"/>
                  <a:gd name="T47" fmla="*/ 78 h 162"/>
                  <a:gd name="T48" fmla="*/ 0 w 122"/>
                  <a:gd name="T49" fmla="*/ 65 h 162"/>
                  <a:gd name="T50" fmla="*/ 1 w 122"/>
                  <a:gd name="T51" fmla="*/ 52 h 162"/>
                  <a:gd name="T52" fmla="*/ 4 w 122"/>
                  <a:gd name="T53" fmla="*/ 39 h 162"/>
                  <a:gd name="T54" fmla="*/ 11 w 122"/>
                  <a:gd name="T55" fmla="*/ 29 h 162"/>
                  <a:gd name="T56" fmla="*/ 17 w 122"/>
                  <a:gd name="T57" fmla="*/ 19 h 162"/>
                  <a:gd name="T58" fmla="*/ 26 w 122"/>
                  <a:gd name="T59" fmla="*/ 12 h 162"/>
                  <a:gd name="T60" fmla="*/ 37 w 122"/>
                  <a:gd name="T61" fmla="*/ 5 h 162"/>
                  <a:gd name="T62" fmla="*/ 48 w 122"/>
                  <a:gd name="T63" fmla="*/ 1 h 162"/>
                  <a:gd name="T64" fmla="*/ 61 w 122"/>
                  <a:gd name="T65" fmla="*/ 0 h 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2"/>
                  <a:gd name="T100" fmla="*/ 0 h 162"/>
                  <a:gd name="T101" fmla="*/ 122 w 122"/>
                  <a:gd name="T102" fmla="*/ 162 h 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2" h="162">
                    <a:moveTo>
                      <a:pt x="61" y="0"/>
                    </a:moveTo>
                    <a:lnTo>
                      <a:pt x="68" y="0"/>
                    </a:lnTo>
                    <a:lnTo>
                      <a:pt x="74" y="1"/>
                    </a:lnTo>
                    <a:lnTo>
                      <a:pt x="79" y="3"/>
                    </a:lnTo>
                    <a:lnTo>
                      <a:pt x="85" y="5"/>
                    </a:lnTo>
                    <a:lnTo>
                      <a:pt x="90" y="8"/>
                    </a:lnTo>
                    <a:lnTo>
                      <a:pt x="95" y="12"/>
                    </a:lnTo>
                    <a:lnTo>
                      <a:pt x="100" y="15"/>
                    </a:lnTo>
                    <a:lnTo>
                      <a:pt x="104" y="19"/>
                    </a:lnTo>
                    <a:lnTo>
                      <a:pt x="108" y="23"/>
                    </a:lnTo>
                    <a:lnTo>
                      <a:pt x="111" y="29"/>
                    </a:lnTo>
                    <a:lnTo>
                      <a:pt x="115" y="34"/>
                    </a:lnTo>
                    <a:lnTo>
                      <a:pt x="117" y="39"/>
                    </a:lnTo>
                    <a:lnTo>
                      <a:pt x="119" y="46"/>
                    </a:lnTo>
                    <a:lnTo>
                      <a:pt x="121" y="52"/>
                    </a:lnTo>
                    <a:lnTo>
                      <a:pt x="122" y="59"/>
                    </a:lnTo>
                    <a:lnTo>
                      <a:pt x="122" y="65"/>
                    </a:lnTo>
                    <a:lnTo>
                      <a:pt x="122" y="71"/>
                    </a:lnTo>
                    <a:lnTo>
                      <a:pt x="120" y="78"/>
                    </a:lnTo>
                    <a:lnTo>
                      <a:pt x="119" y="83"/>
                    </a:lnTo>
                    <a:lnTo>
                      <a:pt x="117" y="90"/>
                    </a:lnTo>
                    <a:lnTo>
                      <a:pt x="113" y="95"/>
                    </a:lnTo>
                    <a:lnTo>
                      <a:pt x="110" y="100"/>
                    </a:lnTo>
                    <a:lnTo>
                      <a:pt x="107" y="104"/>
                    </a:lnTo>
                    <a:lnTo>
                      <a:pt x="104" y="110"/>
                    </a:lnTo>
                    <a:lnTo>
                      <a:pt x="101" y="112"/>
                    </a:lnTo>
                    <a:lnTo>
                      <a:pt x="97" y="115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7" y="132"/>
                    </a:lnTo>
                    <a:lnTo>
                      <a:pt x="84" y="141"/>
                    </a:lnTo>
                    <a:lnTo>
                      <a:pt x="81" y="150"/>
                    </a:lnTo>
                    <a:lnTo>
                      <a:pt x="80" y="162"/>
                    </a:lnTo>
                    <a:lnTo>
                      <a:pt x="42" y="162"/>
                    </a:lnTo>
                    <a:lnTo>
                      <a:pt x="41" y="150"/>
                    </a:lnTo>
                    <a:lnTo>
                      <a:pt x="39" y="141"/>
                    </a:lnTo>
                    <a:lnTo>
                      <a:pt x="35" y="132"/>
                    </a:lnTo>
                    <a:lnTo>
                      <a:pt x="32" y="126"/>
                    </a:lnTo>
                    <a:lnTo>
                      <a:pt x="29" y="121"/>
                    </a:lnTo>
                    <a:lnTo>
                      <a:pt x="25" y="115"/>
                    </a:lnTo>
                    <a:lnTo>
                      <a:pt x="22" y="112"/>
                    </a:lnTo>
                    <a:lnTo>
                      <a:pt x="18" y="110"/>
                    </a:lnTo>
                    <a:lnTo>
                      <a:pt x="15" y="104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6" y="90"/>
                    </a:lnTo>
                    <a:lnTo>
                      <a:pt x="3" y="83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4" y="39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22" y="15"/>
                    </a:lnTo>
                    <a:lnTo>
                      <a:pt x="26" y="12"/>
                    </a:lnTo>
                    <a:lnTo>
                      <a:pt x="31" y="8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1"/>
                    </a:lnTo>
                    <a:lnTo>
                      <a:pt x="5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6" name="Freeform 887"/>
              <p:cNvSpPr>
                <a:spLocks/>
              </p:cNvSpPr>
              <p:nvPr/>
            </p:nvSpPr>
            <p:spPr bwMode="auto">
              <a:xfrm>
                <a:off x="2631" y="1892"/>
                <a:ext cx="119" cy="161"/>
              </a:xfrm>
              <a:custGeom>
                <a:avLst/>
                <a:gdLst>
                  <a:gd name="T0" fmla="*/ 65 w 119"/>
                  <a:gd name="T1" fmla="*/ 0 h 161"/>
                  <a:gd name="T2" fmla="*/ 77 w 119"/>
                  <a:gd name="T3" fmla="*/ 3 h 161"/>
                  <a:gd name="T4" fmla="*/ 88 w 119"/>
                  <a:gd name="T5" fmla="*/ 8 h 161"/>
                  <a:gd name="T6" fmla="*/ 98 w 119"/>
                  <a:gd name="T7" fmla="*/ 15 h 161"/>
                  <a:gd name="T8" fmla="*/ 106 w 119"/>
                  <a:gd name="T9" fmla="*/ 23 h 161"/>
                  <a:gd name="T10" fmla="*/ 111 w 119"/>
                  <a:gd name="T11" fmla="*/ 34 h 161"/>
                  <a:gd name="T12" fmla="*/ 117 w 119"/>
                  <a:gd name="T13" fmla="*/ 46 h 161"/>
                  <a:gd name="T14" fmla="*/ 119 w 119"/>
                  <a:gd name="T15" fmla="*/ 59 h 161"/>
                  <a:gd name="T16" fmla="*/ 119 w 119"/>
                  <a:gd name="T17" fmla="*/ 71 h 161"/>
                  <a:gd name="T18" fmla="*/ 116 w 119"/>
                  <a:gd name="T19" fmla="*/ 83 h 161"/>
                  <a:gd name="T20" fmla="*/ 110 w 119"/>
                  <a:gd name="T21" fmla="*/ 95 h 161"/>
                  <a:gd name="T22" fmla="*/ 104 w 119"/>
                  <a:gd name="T23" fmla="*/ 105 h 161"/>
                  <a:gd name="T24" fmla="*/ 98 w 119"/>
                  <a:gd name="T25" fmla="*/ 111 h 161"/>
                  <a:gd name="T26" fmla="*/ 91 w 119"/>
                  <a:gd name="T27" fmla="*/ 120 h 161"/>
                  <a:gd name="T28" fmla="*/ 84 w 119"/>
                  <a:gd name="T29" fmla="*/ 132 h 161"/>
                  <a:gd name="T30" fmla="*/ 79 w 119"/>
                  <a:gd name="T31" fmla="*/ 149 h 161"/>
                  <a:gd name="T32" fmla="*/ 41 w 119"/>
                  <a:gd name="T33" fmla="*/ 161 h 161"/>
                  <a:gd name="T34" fmla="*/ 38 w 119"/>
                  <a:gd name="T35" fmla="*/ 140 h 161"/>
                  <a:gd name="T36" fmla="*/ 32 w 119"/>
                  <a:gd name="T37" fmla="*/ 125 h 161"/>
                  <a:gd name="T38" fmla="*/ 25 w 119"/>
                  <a:gd name="T39" fmla="*/ 115 h 161"/>
                  <a:gd name="T40" fmla="*/ 18 w 119"/>
                  <a:gd name="T41" fmla="*/ 109 h 161"/>
                  <a:gd name="T42" fmla="*/ 12 w 119"/>
                  <a:gd name="T43" fmla="*/ 99 h 161"/>
                  <a:gd name="T44" fmla="*/ 6 w 119"/>
                  <a:gd name="T45" fmla="*/ 89 h 161"/>
                  <a:gd name="T46" fmla="*/ 1 w 119"/>
                  <a:gd name="T47" fmla="*/ 78 h 161"/>
                  <a:gd name="T48" fmla="*/ 0 w 119"/>
                  <a:gd name="T49" fmla="*/ 65 h 161"/>
                  <a:gd name="T50" fmla="*/ 1 w 119"/>
                  <a:gd name="T51" fmla="*/ 52 h 161"/>
                  <a:gd name="T52" fmla="*/ 5 w 119"/>
                  <a:gd name="T53" fmla="*/ 40 h 161"/>
                  <a:gd name="T54" fmla="*/ 10 w 119"/>
                  <a:gd name="T55" fmla="*/ 29 h 161"/>
                  <a:gd name="T56" fmla="*/ 16 w 119"/>
                  <a:gd name="T57" fmla="*/ 19 h 161"/>
                  <a:gd name="T58" fmla="*/ 26 w 119"/>
                  <a:gd name="T59" fmla="*/ 12 h 161"/>
                  <a:gd name="T60" fmla="*/ 36 w 119"/>
                  <a:gd name="T61" fmla="*/ 5 h 161"/>
                  <a:gd name="T62" fmla="*/ 47 w 119"/>
                  <a:gd name="T63" fmla="*/ 1 h 161"/>
                  <a:gd name="T64" fmla="*/ 60 w 119"/>
                  <a:gd name="T65" fmla="*/ 0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9"/>
                  <a:gd name="T100" fmla="*/ 0 h 161"/>
                  <a:gd name="T101" fmla="*/ 119 w 119"/>
                  <a:gd name="T102" fmla="*/ 161 h 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9" h="161">
                    <a:moveTo>
                      <a:pt x="60" y="0"/>
                    </a:moveTo>
                    <a:lnTo>
                      <a:pt x="65" y="0"/>
                    </a:lnTo>
                    <a:lnTo>
                      <a:pt x="72" y="1"/>
                    </a:lnTo>
                    <a:lnTo>
                      <a:pt x="77" y="3"/>
                    </a:lnTo>
                    <a:lnTo>
                      <a:pt x="83" y="5"/>
                    </a:lnTo>
                    <a:lnTo>
                      <a:pt x="88" y="8"/>
                    </a:lnTo>
                    <a:lnTo>
                      <a:pt x="93" y="12"/>
                    </a:lnTo>
                    <a:lnTo>
                      <a:pt x="98" y="15"/>
                    </a:lnTo>
                    <a:lnTo>
                      <a:pt x="102" y="19"/>
                    </a:lnTo>
                    <a:lnTo>
                      <a:pt x="106" y="23"/>
                    </a:lnTo>
                    <a:lnTo>
                      <a:pt x="109" y="29"/>
                    </a:lnTo>
                    <a:lnTo>
                      <a:pt x="111" y="34"/>
                    </a:lnTo>
                    <a:lnTo>
                      <a:pt x="115" y="40"/>
                    </a:lnTo>
                    <a:lnTo>
                      <a:pt x="117" y="46"/>
                    </a:lnTo>
                    <a:lnTo>
                      <a:pt x="118" y="52"/>
                    </a:lnTo>
                    <a:lnTo>
                      <a:pt x="119" y="59"/>
                    </a:lnTo>
                    <a:lnTo>
                      <a:pt x="119" y="65"/>
                    </a:lnTo>
                    <a:lnTo>
                      <a:pt x="119" y="71"/>
                    </a:lnTo>
                    <a:lnTo>
                      <a:pt x="118" y="78"/>
                    </a:lnTo>
                    <a:lnTo>
                      <a:pt x="116" y="83"/>
                    </a:lnTo>
                    <a:lnTo>
                      <a:pt x="114" y="89"/>
                    </a:lnTo>
                    <a:lnTo>
                      <a:pt x="110" y="95"/>
                    </a:lnTo>
                    <a:lnTo>
                      <a:pt x="107" y="99"/>
                    </a:lnTo>
                    <a:lnTo>
                      <a:pt x="104" y="105"/>
                    </a:lnTo>
                    <a:lnTo>
                      <a:pt x="101" y="109"/>
                    </a:lnTo>
                    <a:lnTo>
                      <a:pt x="98" y="111"/>
                    </a:lnTo>
                    <a:lnTo>
                      <a:pt x="94" y="115"/>
                    </a:lnTo>
                    <a:lnTo>
                      <a:pt x="91" y="120"/>
                    </a:lnTo>
                    <a:lnTo>
                      <a:pt x="87" y="125"/>
                    </a:lnTo>
                    <a:lnTo>
                      <a:pt x="84" y="132"/>
                    </a:lnTo>
                    <a:lnTo>
                      <a:pt x="81" y="140"/>
                    </a:lnTo>
                    <a:lnTo>
                      <a:pt x="79" y="149"/>
                    </a:lnTo>
                    <a:lnTo>
                      <a:pt x="78" y="161"/>
                    </a:lnTo>
                    <a:lnTo>
                      <a:pt x="41" y="161"/>
                    </a:lnTo>
                    <a:lnTo>
                      <a:pt x="40" y="149"/>
                    </a:lnTo>
                    <a:lnTo>
                      <a:pt x="38" y="140"/>
                    </a:lnTo>
                    <a:lnTo>
                      <a:pt x="36" y="132"/>
                    </a:lnTo>
                    <a:lnTo>
                      <a:pt x="32" y="125"/>
                    </a:lnTo>
                    <a:lnTo>
                      <a:pt x="28" y="120"/>
                    </a:lnTo>
                    <a:lnTo>
                      <a:pt x="25" y="115"/>
                    </a:lnTo>
                    <a:lnTo>
                      <a:pt x="22" y="111"/>
                    </a:lnTo>
                    <a:lnTo>
                      <a:pt x="18" y="109"/>
                    </a:lnTo>
                    <a:lnTo>
                      <a:pt x="15" y="105"/>
                    </a:lnTo>
                    <a:lnTo>
                      <a:pt x="12" y="99"/>
                    </a:lnTo>
                    <a:lnTo>
                      <a:pt x="9" y="95"/>
                    </a:lnTo>
                    <a:lnTo>
                      <a:pt x="6" y="89"/>
                    </a:lnTo>
                    <a:lnTo>
                      <a:pt x="3" y="83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3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6" y="12"/>
                    </a:lnTo>
                    <a:lnTo>
                      <a:pt x="30" y="8"/>
                    </a:lnTo>
                    <a:lnTo>
                      <a:pt x="36" y="5"/>
                    </a:lnTo>
                    <a:lnTo>
                      <a:pt x="41" y="3"/>
                    </a:lnTo>
                    <a:lnTo>
                      <a:pt x="47" y="1"/>
                    </a:lnTo>
                    <a:lnTo>
                      <a:pt x="54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7" name="Freeform 888"/>
              <p:cNvSpPr>
                <a:spLocks/>
              </p:cNvSpPr>
              <p:nvPr/>
            </p:nvSpPr>
            <p:spPr bwMode="auto">
              <a:xfrm>
                <a:off x="2633" y="1893"/>
                <a:ext cx="116" cy="160"/>
              </a:xfrm>
              <a:custGeom>
                <a:avLst/>
                <a:gdLst>
                  <a:gd name="T0" fmla="*/ 65 w 116"/>
                  <a:gd name="T1" fmla="*/ 0 h 160"/>
                  <a:gd name="T2" fmla="*/ 75 w 116"/>
                  <a:gd name="T3" fmla="*/ 3 h 160"/>
                  <a:gd name="T4" fmla="*/ 86 w 116"/>
                  <a:gd name="T5" fmla="*/ 8 h 160"/>
                  <a:gd name="T6" fmla="*/ 96 w 116"/>
                  <a:gd name="T7" fmla="*/ 15 h 160"/>
                  <a:gd name="T8" fmla="*/ 103 w 116"/>
                  <a:gd name="T9" fmla="*/ 24 h 160"/>
                  <a:gd name="T10" fmla="*/ 109 w 116"/>
                  <a:gd name="T11" fmla="*/ 34 h 160"/>
                  <a:gd name="T12" fmla="*/ 114 w 116"/>
                  <a:gd name="T13" fmla="*/ 46 h 160"/>
                  <a:gd name="T14" fmla="*/ 116 w 116"/>
                  <a:gd name="T15" fmla="*/ 59 h 160"/>
                  <a:gd name="T16" fmla="*/ 116 w 116"/>
                  <a:gd name="T17" fmla="*/ 72 h 160"/>
                  <a:gd name="T18" fmla="*/ 113 w 116"/>
                  <a:gd name="T19" fmla="*/ 83 h 160"/>
                  <a:gd name="T20" fmla="*/ 107 w 116"/>
                  <a:gd name="T21" fmla="*/ 94 h 160"/>
                  <a:gd name="T22" fmla="*/ 101 w 116"/>
                  <a:gd name="T23" fmla="*/ 104 h 160"/>
                  <a:gd name="T24" fmla="*/ 94 w 116"/>
                  <a:gd name="T25" fmla="*/ 111 h 160"/>
                  <a:gd name="T26" fmla="*/ 88 w 116"/>
                  <a:gd name="T27" fmla="*/ 119 h 160"/>
                  <a:gd name="T28" fmla="*/ 82 w 116"/>
                  <a:gd name="T29" fmla="*/ 131 h 160"/>
                  <a:gd name="T30" fmla="*/ 77 w 116"/>
                  <a:gd name="T31" fmla="*/ 148 h 160"/>
                  <a:gd name="T32" fmla="*/ 40 w 116"/>
                  <a:gd name="T33" fmla="*/ 160 h 160"/>
                  <a:gd name="T34" fmla="*/ 38 w 116"/>
                  <a:gd name="T35" fmla="*/ 139 h 160"/>
                  <a:gd name="T36" fmla="*/ 31 w 116"/>
                  <a:gd name="T37" fmla="*/ 124 h 160"/>
                  <a:gd name="T38" fmla="*/ 24 w 116"/>
                  <a:gd name="T39" fmla="*/ 114 h 160"/>
                  <a:gd name="T40" fmla="*/ 19 w 116"/>
                  <a:gd name="T41" fmla="*/ 109 h 160"/>
                  <a:gd name="T42" fmla="*/ 12 w 116"/>
                  <a:gd name="T43" fmla="*/ 99 h 160"/>
                  <a:gd name="T44" fmla="*/ 6 w 116"/>
                  <a:gd name="T45" fmla="*/ 89 h 160"/>
                  <a:gd name="T46" fmla="*/ 1 w 116"/>
                  <a:gd name="T47" fmla="*/ 77 h 160"/>
                  <a:gd name="T48" fmla="*/ 0 w 116"/>
                  <a:gd name="T49" fmla="*/ 65 h 160"/>
                  <a:gd name="T50" fmla="*/ 1 w 116"/>
                  <a:gd name="T51" fmla="*/ 52 h 160"/>
                  <a:gd name="T52" fmla="*/ 5 w 116"/>
                  <a:gd name="T53" fmla="*/ 41 h 160"/>
                  <a:gd name="T54" fmla="*/ 10 w 116"/>
                  <a:gd name="T55" fmla="*/ 29 h 160"/>
                  <a:gd name="T56" fmla="*/ 16 w 116"/>
                  <a:gd name="T57" fmla="*/ 19 h 160"/>
                  <a:gd name="T58" fmla="*/ 25 w 116"/>
                  <a:gd name="T59" fmla="*/ 12 h 160"/>
                  <a:gd name="T60" fmla="*/ 35 w 116"/>
                  <a:gd name="T61" fmla="*/ 5 h 160"/>
                  <a:gd name="T62" fmla="*/ 46 w 116"/>
                  <a:gd name="T63" fmla="*/ 1 h 160"/>
                  <a:gd name="T64" fmla="*/ 58 w 116"/>
                  <a:gd name="T65" fmla="*/ 0 h 1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6"/>
                  <a:gd name="T100" fmla="*/ 0 h 160"/>
                  <a:gd name="T101" fmla="*/ 116 w 116"/>
                  <a:gd name="T102" fmla="*/ 160 h 1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6" h="160">
                    <a:moveTo>
                      <a:pt x="58" y="0"/>
                    </a:moveTo>
                    <a:lnTo>
                      <a:pt x="65" y="0"/>
                    </a:lnTo>
                    <a:lnTo>
                      <a:pt x="70" y="1"/>
                    </a:lnTo>
                    <a:lnTo>
                      <a:pt x="75" y="3"/>
                    </a:lnTo>
                    <a:lnTo>
                      <a:pt x="81" y="5"/>
                    </a:lnTo>
                    <a:lnTo>
                      <a:pt x="86" y="8"/>
                    </a:lnTo>
                    <a:lnTo>
                      <a:pt x="90" y="12"/>
                    </a:lnTo>
                    <a:lnTo>
                      <a:pt x="96" y="15"/>
                    </a:lnTo>
                    <a:lnTo>
                      <a:pt x="99" y="19"/>
                    </a:lnTo>
                    <a:lnTo>
                      <a:pt x="103" y="24"/>
                    </a:lnTo>
                    <a:lnTo>
                      <a:pt x="106" y="29"/>
                    </a:lnTo>
                    <a:lnTo>
                      <a:pt x="109" y="34"/>
                    </a:lnTo>
                    <a:lnTo>
                      <a:pt x="112" y="41"/>
                    </a:lnTo>
                    <a:lnTo>
                      <a:pt x="114" y="46"/>
                    </a:lnTo>
                    <a:lnTo>
                      <a:pt x="115" y="52"/>
                    </a:lnTo>
                    <a:lnTo>
                      <a:pt x="116" y="59"/>
                    </a:lnTo>
                    <a:lnTo>
                      <a:pt x="116" y="65"/>
                    </a:lnTo>
                    <a:lnTo>
                      <a:pt x="116" y="72"/>
                    </a:lnTo>
                    <a:lnTo>
                      <a:pt x="115" y="77"/>
                    </a:lnTo>
                    <a:lnTo>
                      <a:pt x="113" y="83"/>
                    </a:lnTo>
                    <a:lnTo>
                      <a:pt x="110" y="89"/>
                    </a:lnTo>
                    <a:lnTo>
                      <a:pt x="107" y="94"/>
                    </a:lnTo>
                    <a:lnTo>
                      <a:pt x="104" y="99"/>
                    </a:lnTo>
                    <a:lnTo>
                      <a:pt x="101" y="104"/>
                    </a:lnTo>
                    <a:lnTo>
                      <a:pt x="98" y="109"/>
                    </a:lnTo>
                    <a:lnTo>
                      <a:pt x="94" y="111"/>
                    </a:lnTo>
                    <a:lnTo>
                      <a:pt x="92" y="114"/>
                    </a:lnTo>
                    <a:lnTo>
                      <a:pt x="88" y="119"/>
                    </a:lnTo>
                    <a:lnTo>
                      <a:pt x="85" y="124"/>
                    </a:lnTo>
                    <a:lnTo>
                      <a:pt x="82" y="131"/>
                    </a:lnTo>
                    <a:lnTo>
                      <a:pt x="78" y="139"/>
                    </a:lnTo>
                    <a:lnTo>
                      <a:pt x="77" y="148"/>
                    </a:lnTo>
                    <a:lnTo>
                      <a:pt x="76" y="160"/>
                    </a:lnTo>
                    <a:lnTo>
                      <a:pt x="40" y="160"/>
                    </a:lnTo>
                    <a:lnTo>
                      <a:pt x="39" y="148"/>
                    </a:lnTo>
                    <a:lnTo>
                      <a:pt x="38" y="139"/>
                    </a:lnTo>
                    <a:lnTo>
                      <a:pt x="35" y="131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4" y="114"/>
                    </a:lnTo>
                    <a:lnTo>
                      <a:pt x="22" y="111"/>
                    </a:lnTo>
                    <a:lnTo>
                      <a:pt x="19" y="109"/>
                    </a:lnTo>
                    <a:lnTo>
                      <a:pt x="15" y="104"/>
                    </a:lnTo>
                    <a:lnTo>
                      <a:pt x="12" y="99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3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5" y="12"/>
                    </a:lnTo>
                    <a:lnTo>
                      <a:pt x="29" y="8"/>
                    </a:lnTo>
                    <a:lnTo>
                      <a:pt x="35" y="5"/>
                    </a:lnTo>
                    <a:lnTo>
                      <a:pt x="40" y="3"/>
                    </a:lnTo>
                    <a:lnTo>
                      <a:pt x="46" y="1"/>
                    </a:lnTo>
                    <a:lnTo>
                      <a:pt x="52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8" name="Freeform 889"/>
              <p:cNvSpPr>
                <a:spLocks/>
              </p:cNvSpPr>
              <p:nvPr/>
            </p:nvSpPr>
            <p:spPr bwMode="auto">
              <a:xfrm>
                <a:off x="2634" y="1894"/>
                <a:ext cx="114" cy="159"/>
              </a:xfrm>
              <a:custGeom>
                <a:avLst/>
                <a:gdLst>
                  <a:gd name="T0" fmla="*/ 64 w 114"/>
                  <a:gd name="T1" fmla="*/ 0 h 159"/>
                  <a:gd name="T2" fmla="*/ 74 w 114"/>
                  <a:gd name="T3" fmla="*/ 3 h 159"/>
                  <a:gd name="T4" fmla="*/ 84 w 114"/>
                  <a:gd name="T5" fmla="*/ 9 h 159"/>
                  <a:gd name="T6" fmla="*/ 93 w 114"/>
                  <a:gd name="T7" fmla="*/ 15 h 159"/>
                  <a:gd name="T8" fmla="*/ 101 w 114"/>
                  <a:gd name="T9" fmla="*/ 23 h 159"/>
                  <a:gd name="T10" fmla="*/ 107 w 114"/>
                  <a:gd name="T11" fmla="*/ 34 h 159"/>
                  <a:gd name="T12" fmla="*/ 112 w 114"/>
                  <a:gd name="T13" fmla="*/ 46 h 159"/>
                  <a:gd name="T14" fmla="*/ 114 w 114"/>
                  <a:gd name="T15" fmla="*/ 58 h 159"/>
                  <a:gd name="T16" fmla="*/ 114 w 114"/>
                  <a:gd name="T17" fmla="*/ 71 h 159"/>
                  <a:gd name="T18" fmla="*/ 111 w 114"/>
                  <a:gd name="T19" fmla="*/ 82 h 159"/>
                  <a:gd name="T20" fmla="*/ 105 w 114"/>
                  <a:gd name="T21" fmla="*/ 94 h 159"/>
                  <a:gd name="T22" fmla="*/ 99 w 114"/>
                  <a:gd name="T23" fmla="*/ 104 h 159"/>
                  <a:gd name="T24" fmla="*/ 92 w 114"/>
                  <a:gd name="T25" fmla="*/ 110 h 159"/>
                  <a:gd name="T26" fmla="*/ 86 w 114"/>
                  <a:gd name="T27" fmla="*/ 119 h 159"/>
                  <a:gd name="T28" fmla="*/ 80 w 114"/>
                  <a:gd name="T29" fmla="*/ 130 h 159"/>
                  <a:gd name="T30" fmla="*/ 75 w 114"/>
                  <a:gd name="T31" fmla="*/ 147 h 159"/>
                  <a:gd name="T32" fmla="*/ 39 w 114"/>
                  <a:gd name="T33" fmla="*/ 159 h 159"/>
                  <a:gd name="T34" fmla="*/ 37 w 114"/>
                  <a:gd name="T35" fmla="*/ 138 h 159"/>
                  <a:gd name="T36" fmla="*/ 31 w 114"/>
                  <a:gd name="T37" fmla="*/ 124 h 159"/>
                  <a:gd name="T38" fmla="*/ 25 w 114"/>
                  <a:gd name="T39" fmla="*/ 114 h 159"/>
                  <a:gd name="T40" fmla="*/ 19 w 114"/>
                  <a:gd name="T41" fmla="*/ 108 h 159"/>
                  <a:gd name="T42" fmla="*/ 12 w 114"/>
                  <a:gd name="T43" fmla="*/ 98 h 159"/>
                  <a:gd name="T44" fmla="*/ 6 w 114"/>
                  <a:gd name="T45" fmla="*/ 89 h 159"/>
                  <a:gd name="T46" fmla="*/ 2 w 114"/>
                  <a:gd name="T47" fmla="*/ 77 h 159"/>
                  <a:gd name="T48" fmla="*/ 0 w 114"/>
                  <a:gd name="T49" fmla="*/ 64 h 159"/>
                  <a:gd name="T50" fmla="*/ 2 w 114"/>
                  <a:gd name="T51" fmla="*/ 52 h 159"/>
                  <a:gd name="T52" fmla="*/ 5 w 114"/>
                  <a:gd name="T53" fmla="*/ 41 h 159"/>
                  <a:gd name="T54" fmla="*/ 9 w 114"/>
                  <a:gd name="T55" fmla="*/ 29 h 159"/>
                  <a:gd name="T56" fmla="*/ 17 w 114"/>
                  <a:gd name="T57" fmla="*/ 19 h 159"/>
                  <a:gd name="T58" fmla="*/ 24 w 114"/>
                  <a:gd name="T59" fmla="*/ 12 h 159"/>
                  <a:gd name="T60" fmla="*/ 34 w 114"/>
                  <a:gd name="T61" fmla="*/ 5 h 159"/>
                  <a:gd name="T62" fmla="*/ 45 w 114"/>
                  <a:gd name="T63" fmla="*/ 1 h 159"/>
                  <a:gd name="T64" fmla="*/ 57 w 114"/>
                  <a:gd name="T65" fmla="*/ 0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4"/>
                  <a:gd name="T100" fmla="*/ 0 h 159"/>
                  <a:gd name="T101" fmla="*/ 114 w 114"/>
                  <a:gd name="T102" fmla="*/ 159 h 1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4" h="159">
                    <a:moveTo>
                      <a:pt x="57" y="0"/>
                    </a:moveTo>
                    <a:lnTo>
                      <a:pt x="64" y="0"/>
                    </a:lnTo>
                    <a:lnTo>
                      <a:pt x="69" y="1"/>
                    </a:lnTo>
                    <a:lnTo>
                      <a:pt x="74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9" y="12"/>
                    </a:lnTo>
                    <a:lnTo>
                      <a:pt x="93" y="15"/>
                    </a:lnTo>
                    <a:lnTo>
                      <a:pt x="97" y="19"/>
                    </a:lnTo>
                    <a:lnTo>
                      <a:pt x="101" y="23"/>
                    </a:lnTo>
                    <a:lnTo>
                      <a:pt x="104" y="29"/>
                    </a:lnTo>
                    <a:lnTo>
                      <a:pt x="107" y="34"/>
                    </a:lnTo>
                    <a:lnTo>
                      <a:pt x="109" y="41"/>
                    </a:lnTo>
                    <a:lnTo>
                      <a:pt x="112" y="46"/>
                    </a:lnTo>
                    <a:lnTo>
                      <a:pt x="113" y="52"/>
                    </a:lnTo>
                    <a:lnTo>
                      <a:pt x="114" y="58"/>
                    </a:lnTo>
                    <a:lnTo>
                      <a:pt x="114" y="64"/>
                    </a:lnTo>
                    <a:lnTo>
                      <a:pt x="114" y="71"/>
                    </a:lnTo>
                    <a:lnTo>
                      <a:pt x="113" y="77"/>
                    </a:lnTo>
                    <a:lnTo>
                      <a:pt x="111" y="82"/>
                    </a:lnTo>
                    <a:lnTo>
                      <a:pt x="108" y="89"/>
                    </a:lnTo>
                    <a:lnTo>
                      <a:pt x="105" y="94"/>
                    </a:lnTo>
                    <a:lnTo>
                      <a:pt x="102" y="98"/>
                    </a:lnTo>
                    <a:lnTo>
                      <a:pt x="99" y="104"/>
                    </a:lnTo>
                    <a:lnTo>
                      <a:pt x="96" y="108"/>
                    </a:lnTo>
                    <a:lnTo>
                      <a:pt x="92" y="110"/>
                    </a:lnTo>
                    <a:lnTo>
                      <a:pt x="89" y="114"/>
                    </a:lnTo>
                    <a:lnTo>
                      <a:pt x="86" y="119"/>
                    </a:lnTo>
                    <a:lnTo>
                      <a:pt x="83" y="124"/>
                    </a:lnTo>
                    <a:lnTo>
                      <a:pt x="80" y="130"/>
                    </a:lnTo>
                    <a:lnTo>
                      <a:pt x="77" y="138"/>
                    </a:lnTo>
                    <a:lnTo>
                      <a:pt x="75" y="147"/>
                    </a:lnTo>
                    <a:lnTo>
                      <a:pt x="75" y="159"/>
                    </a:lnTo>
                    <a:lnTo>
                      <a:pt x="39" y="159"/>
                    </a:lnTo>
                    <a:lnTo>
                      <a:pt x="39" y="147"/>
                    </a:lnTo>
                    <a:lnTo>
                      <a:pt x="37" y="138"/>
                    </a:lnTo>
                    <a:lnTo>
                      <a:pt x="35" y="130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5" y="114"/>
                    </a:lnTo>
                    <a:lnTo>
                      <a:pt x="22" y="110"/>
                    </a:lnTo>
                    <a:lnTo>
                      <a:pt x="19" y="108"/>
                    </a:lnTo>
                    <a:lnTo>
                      <a:pt x="15" y="104"/>
                    </a:lnTo>
                    <a:lnTo>
                      <a:pt x="12" y="98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2"/>
                    </a:lnTo>
                    <a:lnTo>
                      <a:pt x="2" y="77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2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9" y="29"/>
                    </a:lnTo>
                    <a:lnTo>
                      <a:pt x="12" y="23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4" y="12"/>
                    </a:lnTo>
                    <a:lnTo>
                      <a:pt x="29" y="9"/>
                    </a:lnTo>
                    <a:lnTo>
                      <a:pt x="34" y="5"/>
                    </a:lnTo>
                    <a:lnTo>
                      <a:pt x="39" y="3"/>
                    </a:lnTo>
                    <a:lnTo>
                      <a:pt x="45" y="1"/>
                    </a:lnTo>
                    <a:lnTo>
                      <a:pt x="5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19" name="Freeform 890"/>
              <p:cNvSpPr>
                <a:spLocks/>
              </p:cNvSpPr>
              <p:nvPr/>
            </p:nvSpPr>
            <p:spPr bwMode="auto">
              <a:xfrm>
                <a:off x="2636" y="1895"/>
                <a:ext cx="110" cy="158"/>
              </a:xfrm>
              <a:custGeom>
                <a:avLst/>
                <a:gdLst>
                  <a:gd name="T0" fmla="*/ 60 w 110"/>
                  <a:gd name="T1" fmla="*/ 0 h 158"/>
                  <a:gd name="T2" fmla="*/ 71 w 110"/>
                  <a:gd name="T3" fmla="*/ 3 h 158"/>
                  <a:gd name="T4" fmla="*/ 81 w 110"/>
                  <a:gd name="T5" fmla="*/ 9 h 158"/>
                  <a:gd name="T6" fmla="*/ 90 w 110"/>
                  <a:gd name="T7" fmla="*/ 15 h 158"/>
                  <a:gd name="T8" fmla="*/ 97 w 110"/>
                  <a:gd name="T9" fmla="*/ 24 h 158"/>
                  <a:gd name="T10" fmla="*/ 103 w 110"/>
                  <a:gd name="T11" fmla="*/ 34 h 158"/>
                  <a:gd name="T12" fmla="*/ 107 w 110"/>
                  <a:gd name="T13" fmla="*/ 46 h 158"/>
                  <a:gd name="T14" fmla="*/ 110 w 110"/>
                  <a:gd name="T15" fmla="*/ 58 h 158"/>
                  <a:gd name="T16" fmla="*/ 110 w 110"/>
                  <a:gd name="T17" fmla="*/ 71 h 158"/>
                  <a:gd name="T18" fmla="*/ 106 w 110"/>
                  <a:gd name="T19" fmla="*/ 82 h 158"/>
                  <a:gd name="T20" fmla="*/ 101 w 110"/>
                  <a:gd name="T21" fmla="*/ 93 h 158"/>
                  <a:gd name="T22" fmla="*/ 95 w 110"/>
                  <a:gd name="T23" fmla="*/ 104 h 158"/>
                  <a:gd name="T24" fmla="*/ 89 w 110"/>
                  <a:gd name="T25" fmla="*/ 110 h 158"/>
                  <a:gd name="T26" fmla="*/ 83 w 110"/>
                  <a:gd name="T27" fmla="*/ 118 h 158"/>
                  <a:gd name="T28" fmla="*/ 76 w 110"/>
                  <a:gd name="T29" fmla="*/ 129 h 158"/>
                  <a:gd name="T30" fmla="*/ 72 w 110"/>
                  <a:gd name="T31" fmla="*/ 147 h 158"/>
                  <a:gd name="T32" fmla="*/ 37 w 110"/>
                  <a:gd name="T33" fmla="*/ 158 h 158"/>
                  <a:gd name="T34" fmla="*/ 35 w 110"/>
                  <a:gd name="T35" fmla="*/ 138 h 158"/>
                  <a:gd name="T36" fmla="*/ 29 w 110"/>
                  <a:gd name="T37" fmla="*/ 123 h 158"/>
                  <a:gd name="T38" fmla="*/ 23 w 110"/>
                  <a:gd name="T39" fmla="*/ 113 h 158"/>
                  <a:gd name="T40" fmla="*/ 18 w 110"/>
                  <a:gd name="T41" fmla="*/ 107 h 158"/>
                  <a:gd name="T42" fmla="*/ 11 w 110"/>
                  <a:gd name="T43" fmla="*/ 98 h 158"/>
                  <a:gd name="T44" fmla="*/ 5 w 110"/>
                  <a:gd name="T45" fmla="*/ 88 h 158"/>
                  <a:gd name="T46" fmla="*/ 1 w 110"/>
                  <a:gd name="T47" fmla="*/ 76 h 158"/>
                  <a:gd name="T48" fmla="*/ 0 w 110"/>
                  <a:gd name="T49" fmla="*/ 64 h 158"/>
                  <a:gd name="T50" fmla="*/ 1 w 110"/>
                  <a:gd name="T51" fmla="*/ 52 h 158"/>
                  <a:gd name="T52" fmla="*/ 4 w 110"/>
                  <a:gd name="T53" fmla="*/ 40 h 158"/>
                  <a:gd name="T54" fmla="*/ 8 w 110"/>
                  <a:gd name="T55" fmla="*/ 29 h 158"/>
                  <a:gd name="T56" fmla="*/ 15 w 110"/>
                  <a:gd name="T57" fmla="*/ 19 h 158"/>
                  <a:gd name="T58" fmla="*/ 22 w 110"/>
                  <a:gd name="T59" fmla="*/ 12 h 158"/>
                  <a:gd name="T60" fmla="*/ 32 w 110"/>
                  <a:gd name="T61" fmla="*/ 5 h 158"/>
                  <a:gd name="T62" fmla="*/ 42 w 110"/>
                  <a:gd name="T63" fmla="*/ 1 h 158"/>
                  <a:gd name="T64" fmla="*/ 55 w 110"/>
                  <a:gd name="T65" fmla="*/ 0 h 15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0"/>
                  <a:gd name="T100" fmla="*/ 0 h 158"/>
                  <a:gd name="T101" fmla="*/ 110 w 110"/>
                  <a:gd name="T102" fmla="*/ 158 h 15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0" h="158">
                    <a:moveTo>
                      <a:pt x="55" y="0"/>
                    </a:moveTo>
                    <a:lnTo>
                      <a:pt x="60" y="0"/>
                    </a:lnTo>
                    <a:lnTo>
                      <a:pt x="66" y="1"/>
                    </a:lnTo>
                    <a:lnTo>
                      <a:pt x="71" y="3"/>
                    </a:lnTo>
                    <a:lnTo>
                      <a:pt x="76" y="5"/>
                    </a:lnTo>
                    <a:lnTo>
                      <a:pt x="81" y="9"/>
                    </a:lnTo>
                    <a:lnTo>
                      <a:pt x="86" y="12"/>
                    </a:lnTo>
                    <a:lnTo>
                      <a:pt x="90" y="15"/>
                    </a:lnTo>
                    <a:lnTo>
                      <a:pt x="94" y="19"/>
                    </a:lnTo>
                    <a:lnTo>
                      <a:pt x="97" y="24"/>
                    </a:lnTo>
                    <a:lnTo>
                      <a:pt x="100" y="29"/>
                    </a:lnTo>
                    <a:lnTo>
                      <a:pt x="103" y="34"/>
                    </a:lnTo>
                    <a:lnTo>
                      <a:pt x="105" y="40"/>
                    </a:lnTo>
                    <a:lnTo>
                      <a:pt x="107" y="46"/>
                    </a:lnTo>
                    <a:lnTo>
                      <a:pt x="109" y="52"/>
                    </a:lnTo>
                    <a:lnTo>
                      <a:pt x="110" y="58"/>
                    </a:lnTo>
                    <a:lnTo>
                      <a:pt x="110" y="64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6" y="82"/>
                    </a:lnTo>
                    <a:lnTo>
                      <a:pt x="103" y="88"/>
                    </a:lnTo>
                    <a:lnTo>
                      <a:pt x="101" y="93"/>
                    </a:lnTo>
                    <a:lnTo>
                      <a:pt x="98" y="98"/>
                    </a:lnTo>
                    <a:lnTo>
                      <a:pt x="95" y="104"/>
                    </a:lnTo>
                    <a:lnTo>
                      <a:pt x="91" y="107"/>
                    </a:lnTo>
                    <a:lnTo>
                      <a:pt x="89" y="110"/>
                    </a:lnTo>
                    <a:lnTo>
                      <a:pt x="86" y="113"/>
                    </a:lnTo>
                    <a:lnTo>
                      <a:pt x="83" y="118"/>
                    </a:lnTo>
                    <a:lnTo>
                      <a:pt x="80" y="123"/>
                    </a:lnTo>
                    <a:lnTo>
                      <a:pt x="76" y="129"/>
                    </a:lnTo>
                    <a:lnTo>
                      <a:pt x="74" y="138"/>
                    </a:lnTo>
                    <a:lnTo>
                      <a:pt x="72" y="147"/>
                    </a:lnTo>
                    <a:lnTo>
                      <a:pt x="71" y="158"/>
                    </a:lnTo>
                    <a:lnTo>
                      <a:pt x="37" y="158"/>
                    </a:lnTo>
                    <a:lnTo>
                      <a:pt x="37" y="147"/>
                    </a:lnTo>
                    <a:lnTo>
                      <a:pt x="35" y="138"/>
                    </a:lnTo>
                    <a:lnTo>
                      <a:pt x="33" y="129"/>
                    </a:lnTo>
                    <a:lnTo>
                      <a:pt x="29" y="123"/>
                    </a:lnTo>
                    <a:lnTo>
                      <a:pt x="26" y="118"/>
                    </a:lnTo>
                    <a:lnTo>
                      <a:pt x="23" y="113"/>
                    </a:lnTo>
                    <a:lnTo>
                      <a:pt x="20" y="110"/>
                    </a:lnTo>
                    <a:lnTo>
                      <a:pt x="18" y="107"/>
                    </a:lnTo>
                    <a:lnTo>
                      <a:pt x="15" y="104"/>
                    </a:lnTo>
                    <a:lnTo>
                      <a:pt x="11" y="98"/>
                    </a:lnTo>
                    <a:lnTo>
                      <a:pt x="8" y="93"/>
                    </a:lnTo>
                    <a:lnTo>
                      <a:pt x="5" y="88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4" y="40"/>
                    </a:lnTo>
                    <a:lnTo>
                      <a:pt x="6" y="34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42" y="1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0" name="Freeform 891"/>
              <p:cNvSpPr>
                <a:spLocks/>
              </p:cNvSpPr>
              <p:nvPr/>
            </p:nvSpPr>
            <p:spPr bwMode="auto">
              <a:xfrm>
                <a:off x="2638" y="1896"/>
                <a:ext cx="107" cy="157"/>
              </a:xfrm>
              <a:custGeom>
                <a:avLst/>
                <a:gdLst>
                  <a:gd name="T0" fmla="*/ 70 w 107"/>
                  <a:gd name="T1" fmla="*/ 146 h 157"/>
                  <a:gd name="T2" fmla="*/ 74 w 107"/>
                  <a:gd name="T3" fmla="*/ 128 h 157"/>
                  <a:gd name="T4" fmla="*/ 80 w 107"/>
                  <a:gd name="T5" fmla="*/ 118 h 157"/>
                  <a:gd name="T6" fmla="*/ 86 w 107"/>
                  <a:gd name="T7" fmla="*/ 109 h 157"/>
                  <a:gd name="T8" fmla="*/ 92 w 107"/>
                  <a:gd name="T9" fmla="*/ 103 h 157"/>
                  <a:gd name="T10" fmla="*/ 98 w 107"/>
                  <a:gd name="T11" fmla="*/ 93 h 157"/>
                  <a:gd name="T12" fmla="*/ 103 w 107"/>
                  <a:gd name="T13" fmla="*/ 82 h 157"/>
                  <a:gd name="T14" fmla="*/ 107 w 107"/>
                  <a:gd name="T15" fmla="*/ 71 h 157"/>
                  <a:gd name="T16" fmla="*/ 107 w 107"/>
                  <a:gd name="T17" fmla="*/ 58 h 157"/>
                  <a:gd name="T18" fmla="*/ 104 w 107"/>
                  <a:gd name="T19" fmla="*/ 46 h 157"/>
                  <a:gd name="T20" fmla="*/ 100 w 107"/>
                  <a:gd name="T21" fmla="*/ 34 h 157"/>
                  <a:gd name="T22" fmla="*/ 95 w 107"/>
                  <a:gd name="T23" fmla="*/ 25 h 157"/>
                  <a:gd name="T24" fmla="*/ 87 w 107"/>
                  <a:gd name="T25" fmla="*/ 15 h 157"/>
                  <a:gd name="T26" fmla="*/ 79 w 107"/>
                  <a:gd name="T27" fmla="*/ 9 h 157"/>
                  <a:gd name="T28" fmla="*/ 69 w 107"/>
                  <a:gd name="T29" fmla="*/ 3 h 157"/>
                  <a:gd name="T30" fmla="*/ 58 w 107"/>
                  <a:gd name="T31" fmla="*/ 0 h 157"/>
                  <a:gd name="T32" fmla="*/ 47 w 107"/>
                  <a:gd name="T33" fmla="*/ 0 h 157"/>
                  <a:gd name="T34" fmla="*/ 36 w 107"/>
                  <a:gd name="T35" fmla="*/ 3 h 157"/>
                  <a:gd name="T36" fmla="*/ 26 w 107"/>
                  <a:gd name="T37" fmla="*/ 9 h 157"/>
                  <a:gd name="T38" fmla="*/ 18 w 107"/>
                  <a:gd name="T39" fmla="*/ 15 h 157"/>
                  <a:gd name="T40" fmla="*/ 10 w 107"/>
                  <a:gd name="T41" fmla="*/ 25 h 157"/>
                  <a:gd name="T42" fmla="*/ 6 w 107"/>
                  <a:gd name="T43" fmla="*/ 34 h 157"/>
                  <a:gd name="T44" fmla="*/ 2 w 107"/>
                  <a:gd name="T45" fmla="*/ 46 h 157"/>
                  <a:gd name="T46" fmla="*/ 0 w 107"/>
                  <a:gd name="T47" fmla="*/ 58 h 157"/>
                  <a:gd name="T48" fmla="*/ 0 w 107"/>
                  <a:gd name="T49" fmla="*/ 71 h 157"/>
                  <a:gd name="T50" fmla="*/ 3 w 107"/>
                  <a:gd name="T51" fmla="*/ 82 h 157"/>
                  <a:gd name="T52" fmla="*/ 8 w 107"/>
                  <a:gd name="T53" fmla="*/ 93 h 157"/>
                  <a:gd name="T54" fmla="*/ 15 w 107"/>
                  <a:gd name="T55" fmla="*/ 103 h 157"/>
                  <a:gd name="T56" fmla="*/ 20 w 107"/>
                  <a:gd name="T57" fmla="*/ 109 h 157"/>
                  <a:gd name="T58" fmla="*/ 26 w 107"/>
                  <a:gd name="T59" fmla="*/ 118 h 157"/>
                  <a:gd name="T60" fmla="*/ 32 w 107"/>
                  <a:gd name="T61" fmla="*/ 128 h 157"/>
                  <a:gd name="T62" fmla="*/ 36 w 107"/>
                  <a:gd name="T63" fmla="*/ 146 h 157"/>
                  <a:gd name="T64" fmla="*/ 70 w 107"/>
                  <a:gd name="T65" fmla="*/ 157 h 1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157"/>
                  <a:gd name="T101" fmla="*/ 107 w 107"/>
                  <a:gd name="T102" fmla="*/ 157 h 15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157">
                    <a:moveTo>
                      <a:pt x="70" y="157"/>
                    </a:moveTo>
                    <a:lnTo>
                      <a:pt x="70" y="146"/>
                    </a:lnTo>
                    <a:lnTo>
                      <a:pt x="72" y="137"/>
                    </a:lnTo>
                    <a:lnTo>
                      <a:pt x="74" y="128"/>
                    </a:lnTo>
                    <a:lnTo>
                      <a:pt x="78" y="122"/>
                    </a:lnTo>
                    <a:lnTo>
                      <a:pt x="80" y="118"/>
                    </a:lnTo>
                    <a:lnTo>
                      <a:pt x="83" y="112"/>
                    </a:lnTo>
                    <a:lnTo>
                      <a:pt x="86" y="109"/>
                    </a:lnTo>
                    <a:lnTo>
                      <a:pt x="88" y="107"/>
                    </a:lnTo>
                    <a:lnTo>
                      <a:pt x="92" y="103"/>
                    </a:lnTo>
                    <a:lnTo>
                      <a:pt x="95" y="97"/>
                    </a:lnTo>
                    <a:lnTo>
                      <a:pt x="98" y="93"/>
                    </a:lnTo>
                    <a:lnTo>
                      <a:pt x="100" y="88"/>
                    </a:lnTo>
                    <a:lnTo>
                      <a:pt x="103" y="82"/>
                    </a:lnTo>
                    <a:lnTo>
                      <a:pt x="104" y="77"/>
                    </a:lnTo>
                    <a:lnTo>
                      <a:pt x="107" y="71"/>
                    </a:lnTo>
                    <a:lnTo>
                      <a:pt x="107" y="64"/>
                    </a:lnTo>
                    <a:lnTo>
                      <a:pt x="107" y="58"/>
                    </a:lnTo>
                    <a:lnTo>
                      <a:pt x="105" y="52"/>
                    </a:lnTo>
                    <a:lnTo>
                      <a:pt x="104" y="46"/>
                    </a:lnTo>
                    <a:lnTo>
                      <a:pt x="102" y="40"/>
                    </a:lnTo>
                    <a:lnTo>
                      <a:pt x="100" y="34"/>
                    </a:lnTo>
                    <a:lnTo>
                      <a:pt x="98" y="29"/>
                    </a:lnTo>
                    <a:lnTo>
                      <a:pt x="95" y="25"/>
                    </a:lnTo>
                    <a:lnTo>
                      <a:pt x="91" y="19"/>
                    </a:lnTo>
                    <a:lnTo>
                      <a:pt x="87" y="15"/>
                    </a:lnTo>
                    <a:lnTo>
                      <a:pt x="83" y="12"/>
                    </a:lnTo>
                    <a:lnTo>
                      <a:pt x="79" y="9"/>
                    </a:lnTo>
                    <a:lnTo>
                      <a:pt x="74" y="5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8" y="0"/>
                    </a:lnTo>
                    <a:lnTo>
                      <a:pt x="53" y="0"/>
                    </a:lnTo>
                    <a:lnTo>
                      <a:pt x="47" y="0"/>
                    </a:lnTo>
                    <a:lnTo>
                      <a:pt x="41" y="1"/>
                    </a:lnTo>
                    <a:lnTo>
                      <a:pt x="36" y="3"/>
                    </a:lnTo>
                    <a:lnTo>
                      <a:pt x="31" y="5"/>
                    </a:lnTo>
                    <a:lnTo>
                      <a:pt x="26" y="9"/>
                    </a:lnTo>
                    <a:lnTo>
                      <a:pt x="22" y="12"/>
                    </a:lnTo>
                    <a:lnTo>
                      <a:pt x="18" y="15"/>
                    </a:lnTo>
                    <a:lnTo>
                      <a:pt x="14" y="19"/>
                    </a:lnTo>
                    <a:lnTo>
                      <a:pt x="10" y="25"/>
                    </a:lnTo>
                    <a:lnTo>
                      <a:pt x="8" y="29"/>
                    </a:lnTo>
                    <a:lnTo>
                      <a:pt x="6" y="34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1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2" y="77"/>
                    </a:lnTo>
                    <a:lnTo>
                      <a:pt x="3" y="82"/>
                    </a:lnTo>
                    <a:lnTo>
                      <a:pt x="6" y="88"/>
                    </a:lnTo>
                    <a:lnTo>
                      <a:pt x="8" y="93"/>
                    </a:lnTo>
                    <a:lnTo>
                      <a:pt x="11" y="97"/>
                    </a:lnTo>
                    <a:lnTo>
                      <a:pt x="15" y="103"/>
                    </a:lnTo>
                    <a:lnTo>
                      <a:pt x="18" y="107"/>
                    </a:lnTo>
                    <a:lnTo>
                      <a:pt x="20" y="109"/>
                    </a:lnTo>
                    <a:lnTo>
                      <a:pt x="23" y="112"/>
                    </a:lnTo>
                    <a:lnTo>
                      <a:pt x="26" y="118"/>
                    </a:lnTo>
                    <a:lnTo>
                      <a:pt x="29" y="122"/>
                    </a:lnTo>
                    <a:lnTo>
                      <a:pt x="32" y="128"/>
                    </a:lnTo>
                    <a:lnTo>
                      <a:pt x="34" y="137"/>
                    </a:lnTo>
                    <a:lnTo>
                      <a:pt x="36" y="146"/>
                    </a:lnTo>
                    <a:lnTo>
                      <a:pt x="36" y="157"/>
                    </a:lnTo>
                    <a:lnTo>
                      <a:pt x="70" y="15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1" name="Freeform 892"/>
              <p:cNvSpPr>
                <a:spLocks/>
              </p:cNvSpPr>
              <p:nvPr/>
            </p:nvSpPr>
            <p:spPr bwMode="auto">
              <a:xfrm>
                <a:off x="2654" y="1913"/>
                <a:ext cx="72" cy="52"/>
              </a:xfrm>
              <a:custGeom>
                <a:avLst/>
                <a:gdLst>
                  <a:gd name="T0" fmla="*/ 61 w 72"/>
                  <a:gd name="T1" fmla="*/ 52 h 52"/>
                  <a:gd name="T2" fmla="*/ 72 w 72"/>
                  <a:gd name="T3" fmla="*/ 19 h 52"/>
                  <a:gd name="T4" fmla="*/ 46 w 72"/>
                  <a:gd name="T5" fmla="*/ 35 h 52"/>
                  <a:gd name="T6" fmla="*/ 35 w 72"/>
                  <a:gd name="T7" fmla="*/ 0 h 52"/>
                  <a:gd name="T8" fmla="*/ 26 w 72"/>
                  <a:gd name="T9" fmla="*/ 35 h 52"/>
                  <a:gd name="T10" fmla="*/ 0 w 72"/>
                  <a:gd name="T11" fmla="*/ 21 h 52"/>
                  <a:gd name="T12" fmla="*/ 10 w 72"/>
                  <a:gd name="T13" fmla="*/ 52 h 52"/>
                  <a:gd name="T14" fmla="*/ 19 w 72"/>
                  <a:gd name="T15" fmla="*/ 52 h 52"/>
                  <a:gd name="T16" fmla="*/ 13 w 72"/>
                  <a:gd name="T17" fmla="*/ 33 h 52"/>
                  <a:gd name="T18" fmla="*/ 27 w 72"/>
                  <a:gd name="T19" fmla="*/ 41 h 52"/>
                  <a:gd name="T20" fmla="*/ 35 w 72"/>
                  <a:gd name="T21" fmla="*/ 23 h 52"/>
                  <a:gd name="T22" fmla="*/ 44 w 72"/>
                  <a:gd name="T23" fmla="*/ 41 h 52"/>
                  <a:gd name="T24" fmla="*/ 58 w 72"/>
                  <a:gd name="T25" fmla="*/ 33 h 52"/>
                  <a:gd name="T26" fmla="*/ 53 w 72"/>
                  <a:gd name="T27" fmla="*/ 52 h 52"/>
                  <a:gd name="T28" fmla="*/ 61 w 72"/>
                  <a:gd name="T29" fmla="*/ 52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2"/>
                  <a:gd name="T46" fmla="*/ 0 h 52"/>
                  <a:gd name="T47" fmla="*/ 72 w 72"/>
                  <a:gd name="T48" fmla="*/ 52 h 5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2" h="52">
                    <a:moveTo>
                      <a:pt x="61" y="52"/>
                    </a:moveTo>
                    <a:lnTo>
                      <a:pt x="72" y="19"/>
                    </a:lnTo>
                    <a:lnTo>
                      <a:pt x="46" y="35"/>
                    </a:lnTo>
                    <a:lnTo>
                      <a:pt x="35" y="0"/>
                    </a:lnTo>
                    <a:lnTo>
                      <a:pt x="26" y="35"/>
                    </a:lnTo>
                    <a:lnTo>
                      <a:pt x="0" y="21"/>
                    </a:lnTo>
                    <a:lnTo>
                      <a:pt x="10" y="52"/>
                    </a:lnTo>
                    <a:lnTo>
                      <a:pt x="19" y="52"/>
                    </a:lnTo>
                    <a:lnTo>
                      <a:pt x="13" y="33"/>
                    </a:lnTo>
                    <a:lnTo>
                      <a:pt x="27" y="41"/>
                    </a:lnTo>
                    <a:lnTo>
                      <a:pt x="35" y="23"/>
                    </a:lnTo>
                    <a:lnTo>
                      <a:pt x="44" y="41"/>
                    </a:lnTo>
                    <a:lnTo>
                      <a:pt x="58" y="33"/>
                    </a:lnTo>
                    <a:lnTo>
                      <a:pt x="53" y="52"/>
                    </a:lnTo>
                    <a:lnTo>
                      <a:pt x="61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2" name="Freeform 893"/>
              <p:cNvSpPr>
                <a:spLocks/>
              </p:cNvSpPr>
              <p:nvPr/>
            </p:nvSpPr>
            <p:spPr bwMode="auto">
              <a:xfrm>
                <a:off x="2655" y="1914"/>
                <a:ext cx="71" cy="49"/>
              </a:xfrm>
              <a:custGeom>
                <a:avLst/>
                <a:gdLst>
                  <a:gd name="T0" fmla="*/ 35 w 71"/>
                  <a:gd name="T1" fmla="*/ 0 h 49"/>
                  <a:gd name="T2" fmla="*/ 45 w 71"/>
                  <a:gd name="T3" fmla="*/ 34 h 49"/>
                  <a:gd name="T4" fmla="*/ 71 w 71"/>
                  <a:gd name="T5" fmla="*/ 20 h 49"/>
                  <a:gd name="T6" fmla="*/ 61 w 71"/>
                  <a:gd name="T7" fmla="*/ 49 h 49"/>
                  <a:gd name="T8" fmla="*/ 52 w 71"/>
                  <a:gd name="T9" fmla="*/ 49 h 49"/>
                  <a:gd name="T10" fmla="*/ 59 w 71"/>
                  <a:gd name="T11" fmla="*/ 32 h 49"/>
                  <a:gd name="T12" fmla="*/ 44 w 71"/>
                  <a:gd name="T13" fmla="*/ 40 h 49"/>
                  <a:gd name="T14" fmla="*/ 35 w 71"/>
                  <a:gd name="T15" fmla="*/ 22 h 49"/>
                  <a:gd name="T16" fmla="*/ 26 w 71"/>
                  <a:gd name="T17" fmla="*/ 40 h 49"/>
                  <a:gd name="T18" fmla="*/ 12 w 71"/>
                  <a:gd name="T19" fmla="*/ 32 h 49"/>
                  <a:gd name="T20" fmla="*/ 18 w 71"/>
                  <a:gd name="T21" fmla="*/ 49 h 49"/>
                  <a:gd name="T22" fmla="*/ 9 w 71"/>
                  <a:gd name="T23" fmla="*/ 49 h 49"/>
                  <a:gd name="T24" fmla="*/ 0 w 71"/>
                  <a:gd name="T25" fmla="*/ 21 h 49"/>
                  <a:gd name="T26" fmla="*/ 25 w 71"/>
                  <a:gd name="T27" fmla="*/ 34 h 49"/>
                  <a:gd name="T28" fmla="*/ 35 w 71"/>
                  <a:gd name="T29" fmla="*/ 0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1"/>
                  <a:gd name="T46" fmla="*/ 0 h 49"/>
                  <a:gd name="T47" fmla="*/ 71 w 71"/>
                  <a:gd name="T48" fmla="*/ 49 h 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1" h="49">
                    <a:moveTo>
                      <a:pt x="35" y="0"/>
                    </a:moveTo>
                    <a:lnTo>
                      <a:pt x="45" y="34"/>
                    </a:lnTo>
                    <a:lnTo>
                      <a:pt x="71" y="20"/>
                    </a:lnTo>
                    <a:lnTo>
                      <a:pt x="61" y="49"/>
                    </a:lnTo>
                    <a:lnTo>
                      <a:pt x="52" y="49"/>
                    </a:lnTo>
                    <a:lnTo>
                      <a:pt x="59" y="32"/>
                    </a:lnTo>
                    <a:lnTo>
                      <a:pt x="44" y="40"/>
                    </a:lnTo>
                    <a:lnTo>
                      <a:pt x="35" y="22"/>
                    </a:lnTo>
                    <a:lnTo>
                      <a:pt x="26" y="40"/>
                    </a:lnTo>
                    <a:lnTo>
                      <a:pt x="12" y="32"/>
                    </a:lnTo>
                    <a:lnTo>
                      <a:pt x="18" y="49"/>
                    </a:lnTo>
                    <a:lnTo>
                      <a:pt x="9" y="49"/>
                    </a:lnTo>
                    <a:lnTo>
                      <a:pt x="0" y="21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3" name="Freeform 894"/>
              <p:cNvSpPr>
                <a:spLocks/>
              </p:cNvSpPr>
              <p:nvPr/>
            </p:nvSpPr>
            <p:spPr bwMode="auto">
              <a:xfrm>
                <a:off x="2655" y="1916"/>
                <a:ext cx="70" cy="46"/>
              </a:xfrm>
              <a:custGeom>
                <a:avLst/>
                <a:gdLst>
                  <a:gd name="T0" fmla="*/ 35 w 70"/>
                  <a:gd name="T1" fmla="*/ 0 h 46"/>
                  <a:gd name="T2" fmla="*/ 45 w 70"/>
                  <a:gd name="T3" fmla="*/ 34 h 46"/>
                  <a:gd name="T4" fmla="*/ 70 w 70"/>
                  <a:gd name="T5" fmla="*/ 18 h 46"/>
                  <a:gd name="T6" fmla="*/ 61 w 70"/>
                  <a:gd name="T7" fmla="*/ 46 h 46"/>
                  <a:gd name="T8" fmla="*/ 52 w 70"/>
                  <a:gd name="T9" fmla="*/ 46 h 46"/>
                  <a:gd name="T10" fmla="*/ 59 w 70"/>
                  <a:gd name="T11" fmla="*/ 30 h 46"/>
                  <a:gd name="T12" fmla="*/ 44 w 70"/>
                  <a:gd name="T13" fmla="*/ 38 h 46"/>
                  <a:gd name="T14" fmla="*/ 35 w 70"/>
                  <a:gd name="T15" fmla="*/ 20 h 46"/>
                  <a:gd name="T16" fmla="*/ 26 w 70"/>
                  <a:gd name="T17" fmla="*/ 38 h 46"/>
                  <a:gd name="T18" fmla="*/ 10 w 70"/>
                  <a:gd name="T19" fmla="*/ 30 h 46"/>
                  <a:gd name="T20" fmla="*/ 17 w 70"/>
                  <a:gd name="T21" fmla="*/ 46 h 46"/>
                  <a:gd name="T22" fmla="*/ 9 w 70"/>
                  <a:gd name="T23" fmla="*/ 46 h 46"/>
                  <a:gd name="T24" fmla="*/ 0 w 70"/>
                  <a:gd name="T25" fmla="*/ 20 h 46"/>
                  <a:gd name="T26" fmla="*/ 25 w 70"/>
                  <a:gd name="T27" fmla="*/ 34 h 46"/>
                  <a:gd name="T28" fmla="*/ 35 w 70"/>
                  <a:gd name="T29" fmla="*/ 0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"/>
                  <a:gd name="T46" fmla="*/ 0 h 46"/>
                  <a:gd name="T47" fmla="*/ 70 w 70"/>
                  <a:gd name="T48" fmla="*/ 46 h 4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" h="46">
                    <a:moveTo>
                      <a:pt x="35" y="0"/>
                    </a:moveTo>
                    <a:lnTo>
                      <a:pt x="45" y="34"/>
                    </a:lnTo>
                    <a:lnTo>
                      <a:pt x="70" y="18"/>
                    </a:lnTo>
                    <a:lnTo>
                      <a:pt x="61" y="46"/>
                    </a:lnTo>
                    <a:lnTo>
                      <a:pt x="52" y="46"/>
                    </a:lnTo>
                    <a:lnTo>
                      <a:pt x="59" y="30"/>
                    </a:lnTo>
                    <a:lnTo>
                      <a:pt x="44" y="38"/>
                    </a:lnTo>
                    <a:lnTo>
                      <a:pt x="35" y="20"/>
                    </a:lnTo>
                    <a:lnTo>
                      <a:pt x="26" y="38"/>
                    </a:lnTo>
                    <a:lnTo>
                      <a:pt x="10" y="30"/>
                    </a:lnTo>
                    <a:lnTo>
                      <a:pt x="17" y="46"/>
                    </a:lnTo>
                    <a:lnTo>
                      <a:pt x="9" y="46"/>
                    </a:lnTo>
                    <a:lnTo>
                      <a:pt x="0" y="20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8E8E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4" name="Freeform 895"/>
              <p:cNvSpPr>
                <a:spLocks/>
              </p:cNvSpPr>
              <p:nvPr/>
            </p:nvSpPr>
            <p:spPr bwMode="auto">
              <a:xfrm>
                <a:off x="2656" y="1917"/>
                <a:ext cx="68" cy="44"/>
              </a:xfrm>
              <a:custGeom>
                <a:avLst/>
                <a:gdLst>
                  <a:gd name="T0" fmla="*/ 33 w 68"/>
                  <a:gd name="T1" fmla="*/ 0 h 44"/>
                  <a:gd name="T2" fmla="*/ 44 w 68"/>
                  <a:gd name="T3" fmla="*/ 33 h 44"/>
                  <a:gd name="T4" fmla="*/ 68 w 68"/>
                  <a:gd name="T5" fmla="*/ 18 h 44"/>
                  <a:gd name="T6" fmla="*/ 59 w 68"/>
                  <a:gd name="T7" fmla="*/ 44 h 44"/>
                  <a:gd name="T8" fmla="*/ 52 w 68"/>
                  <a:gd name="T9" fmla="*/ 44 h 44"/>
                  <a:gd name="T10" fmla="*/ 56 w 68"/>
                  <a:gd name="T11" fmla="*/ 29 h 44"/>
                  <a:gd name="T12" fmla="*/ 42 w 68"/>
                  <a:gd name="T13" fmla="*/ 37 h 44"/>
                  <a:gd name="T14" fmla="*/ 33 w 68"/>
                  <a:gd name="T15" fmla="*/ 19 h 44"/>
                  <a:gd name="T16" fmla="*/ 25 w 68"/>
                  <a:gd name="T17" fmla="*/ 37 h 44"/>
                  <a:gd name="T18" fmla="*/ 9 w 68"/>
                  <a:gd name="T19" fmla="*/ 29 h 44"/>
                  <a:gd name="T20" fmla="*/ 16 w 68"/>
                  <a:gd name="T21" fmla="*/ 44 h 44"/>
                  <a:gd name="T22" fmla="*/ 8 w 68"/>
                  <a:gd name="T23" fmla="*/ 44 h 44"/>
                  <a:gd name="T24" fmla="*/ 0 w 68"/>
                  <a:gd name="T25" fmla="*/ 19 h 44"/>
                  <a:gd name="T26" fmla="*/ 24 w 68"/>
                  <a:gd name="T27" fmla="*/ 33 h 44"/>
                  <a:gd name="T28" fmla="*/ 33 w 68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8"/>
                  <a:gd name="T46" fmla="*/ 0 h 44"/>
                  <a:gd name="T47" fmla="*/ 68 w 68"/>
                  <a:gd name="T48" fmla="*/ 44 h 4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8" h="44">
                    <a:moveTo>
                      <a:pt x="33" y="0"/>
                    </a:moveTo>
                    <a:lnTo>
                      <a:pt x="44" y="33"/>
                    </a:lnTo>
                    <a:lnTo>
                      <a:pt x="68" y="18"/>
                    </a:lnTo>
                    <a:lnTo>
                      <a:pt x="59" y="44"/>
                    </a:lnTo>
                    <a:lnTo>
                      <a:pt x="52" y="44"/>
                    </a:lnTo>
                    <a:lnTo>
                      <a:pt x="56" y="29"/>
                    </a:lnTo>
                    <a:lnTo>
                      <a:pt x="42" y="37"/>
                    </a:lnTo>
                    <a:lnTo>
                      <a:pt x="33" y="19"/>
                    </a:lnTo>
                    <a:lnTo>
                      <a:pt x="25" y="37"/>
                    </a:lnTo>
                    <a:lnTo>
                      <a:pt x="9" y="29"/>
                    </a:lnTo>
                    <a:lnTo>
                      <a:pt x="16" y="44"/>
                    </a:lnTo>
                    <a:lnTo>
                      <a:pt x="8" y="44"/>
                    </a:lnTo>
                    <a:lnTo>
                      <a:pt x="0" y="19"/>
                    </a:lnTo>
                    <a:lnTo>
                      <a:pt x="24" y="3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BDBDB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5" name="Freeform 896"/>
              <p:cNvSpPr>
                <a:spLocks/>
              </p:cNvSpPr>
              <p:nvPr/>
            </p:nvSpPr>
            <p:spPr bwMode="auto">
              <a:xfrm>
                <a:off x="2657" y="1919"/>
                <a:ext cx="66" cy="41"/>
              </a:xfrm>
              <a:custGeom>
                <a:avLst/>
                <a:gdLst>
                  <a:gd name="T0" fmla="*/ 33 w 66"/>
                  <a:gd name="T1" fmla="*/ 0 h 41"/>
                  <a:gd name="T2" fmla="*/ 43 w 66"/>
                  <a:gd name="T3" fmla="*/ 31 h 41"/>
                  <a:gd name="T4" fmla="*/ 66 w 66"/>
                  <a:gd name="T5" fmla="*/ 17 h 41"/>
                  <a:gd name="T6" fmla="*/ 58 w 66"/>
                  <a:gd name="T7" fmla="*/ 41 h 41"/>
                  <a:gd name="T8" fmla="*/ 51 w 66"/>
                  <a:gd name="T9" fmla="*/ 41 h 41"/>
                  <a:gd name="T10" fmla="*/ 55 w 66"/>
                  <a:gd name="T11" fmla="*/ 27 h 41"/>
                  <a:gd name="T12" fmla="*/ 41 w 66"/>
                  <a:gd name="T13" fmla="*/ 35 h 41"/>
                  <a:gd name="T14" fmla="*/ 33 w 66"/>
                  <a:gd name="T15" fmla="*/ 17 h 41"/>
                  <a:gd name="T16" fmla="*/ 24 w 66"/>
                  <a:gd name="T17" fmla="*/ 35 h 41"/>
                  <a:gd name="T18" fmla="*/ 10 w 66"/>
                  <a:gd name="T19" fmla="*/ 27 h 41"/>
                  <a:gd name="T20" fmla="*/ 15 w 66"/>
                  <a:gd name="T21" fmla="*/ 41 h 41"/>
                  <a:gd name="T22" fmla="*/ 7 w 66"/>
                  <a:gd name="T23" fmla="*/ 41 h 41"/>
                  <a:gd name="T24" fmla="*/ 0 w 66"/>
                  <a:gd name="T25" fmla="*/ 18 h 41"/>
                  <a:gd name="T26" fmla="*/ 23 w 66"/>
                  <a:gd name="T27" fmla="*/ 31 h 41"/>
                  <a:gd name="T28" fmla="*/ 33 w 66"/>
                  <a:gd name="T29" fmla="*/ 0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6"/>
                  <a:gd name="T46" fmla="*/ 0 h 41"/>
                  <a:gd name="T47" fmla="*/ 66 w 66"/>
                  <a:gd name="T48" fmla="*/ 41 h 4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6" h="41">
                    <a:moveTo>
                      <a:pt x="33" y="0"/>
                    </a:moveTo>
                    <a:lnTo>
                      <a:pt x="43" y="31"/>
                    </a:lnTo>
                    <a:lnTo>
                      <a:pt x="66" y="17"/>
                    </a:lnTo>
                    <a:lnTo>
                      <a:pt x="58" y="41"/>
                    </a:lnTo>
                    <a:lnTo>
                      <a:pt x="51" y="41"/>
                    </a:lnTo>
                    <a:lnTo>
                      <a:pt x="55" y="27"/>
                    </a:lnTo>
                    <a:lnTo>
                      <a:pt x="41" y="35"/>
                    </a:lnTo>
                    <a:lnTo>
                      <a:pt x="33" y="17"/>
                    </a:lnTo>
                    <a:lnTo>
                      <a:pt x="24" y="35"/>
                    </a:lnTo>
                    <a:lnTo>
                      <a:pt x="10" y="27"/>
                    </a:lnTo>
                    <a:lnTo>
                      <a:pt x="15" y="41"/>
                    </a:lnTo>
                    <a:lnTo>
                      <a:pt x="7" y="41"/>
                    </a:lnTo>
                    <a:lnTo>
                      <a:pt x="0" y="18"/>
                    </a:lnTo>
                    <a:lnTo>
                      <a:pt x="23" y="3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1D1D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6" name="Freeform 897"/>
              <p:cNvSpPr>
                <a:spLocks/>
              </p:cNvSpPr>
              <p:nvPr/>
            </p:nvSpPr>
            <p:spPr bwMode="auto">
              <a:xfrm>
                <a:off x="2657" y="1921"/>
                <a:ext cx="65" cy="38"/>
              </a:xfrm>
              <a:custGeom>
                <a:avLst/>
                <a:gdLst>
                  <a:gd name="T0" fmla="*/ 32 w 65"/>
                  <a:gd name="T1" fmla="*/ 0 h 38"/>
                  <a:gd name="T2" fmla="*/ 42 w 65"/>
                  <a:gd name="T3" fmla="*/ 29 h 38"/>
                  <a:gd name="T4" fmla="*/ 65 w 65"/>
                  <a:gd name="T5" fmla="*/ 16 h 38"/>
                  <a:gd name="T6" fmla="*/ 58 w 65"/>
                  <a:gd name="T7" fmla="*/ 38 h 38"/>
                  <a:gd name="T8" fmla="*/ 51 w 65"/>
                  <a:gd name="T9" fmla="*/ 38 h 38"/>
                  <a:gd name="T10" fmla="*/ 55 w 65"/>
                  <a:gd name="T11" fmla="*/ 25 h 38"/>
                  <a:gd name="T12" fmla="*/ 41 w 65"/>
                  <a:gd name="T13" fmla="*/ 33 h 38"/>
                  <a:gd name="T14" fmla="*/ 32 w 65"/>
                  <a:gd name="T15" fmla="*/ 15 h 38"/>
                  <a:gd name="T16" fmla="*/ 24 w 65"/>
                  <a:gd name="T17" fmla="*/ 33 h 38"/>
                  <a:gd name="T18" fmla="*/ 8 w 65"/>
                  <a:gd name="T19" fmla="*/ 25 h 38"/>
                  <a:gd name="T20" fmla="*/ 14 w 65"/>
                  <a:gd name="T21" fmla="*/ 38 h 38"/>
                  <a:gd name="T22" fmla="*/ 6 w 65"/>
                  <a:gd name="T23" fmla="*/ 38 h 38"/>
                  <a:gd name="T24" fmla="*/ 0 w 65"/>
                  <a:gd name="T25" fmla="*/ 17 h 38"/>
                  <a:gd name="T26" fmla="*/ 22 w 65"/>
                  <a:gd name="T27" fmla="*/ 30 h 38"/>
                  <a:gd name="T28" fmla="*/ 32 w 65"/>
                  <a:gd name="T29" fmla="*/ 0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5"/>
                  <a:gd name="T46" fmla="*/ 0 h 38"/>
                  <a:gd name="T47" fmla="*/ 65 w 65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5" h="38">
                    <a:moveTo>
                      <a:pt x="32" y="0"/>
                    </a:moveTo>
                    <a:lnTo>
                      <a:pt x="42" y="29"/>
                    </a:lnTo>
                    <a:lnTo>
                      <a:pt x="65" y="16"/>
                    </a:lnTo>
                    <a:lnTo>
                      <a:pt x="58" y="38"/>
                    </a:lnTo>
                    <a:lnTo>
                      <a:pt x="51" y="38"/>
                    </a:lnTo>
                    <a:lnTo>
                      <a:pt x="55" y="25"/>
                    </a:lnTo>
                    <a:lnTo>
                      <a:pt x="41" y="33"/>
                    </a:lnTo>
                    <a:lnTo>
                      <a:pt x="32" y="15"/>
                    </a:lnTo>
                    <a:lnTo>
                      <a:pt x="24" y="33"/>
                    </a:lnTo>
                    <a:lnTo>
                      <a:pt x="8" y="25"/>
                    </a:lnTo>
                    <a:lnTo>
                      <a:pt x="14" y="38"/>
                    </a:lnTo>
                    <a:lnTo>
                      <a:pt x="6" y="38"/>
                    </a:lnTo>
                    <a:lnTo>
                      <a:pt x="0" y="17"/>
                    </a:lnTo>
                    <a:lnTo>
                      <a:pt x="22" y="3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C4C4C4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7" name="Freeform 898"/>
              <p:cNvSpPr>
                <a:spLocks/>
              </p:cNvSpPr>
              <p:nvPr/>
            </p:nvSpPr>
            <p:spPr bwMode="auto">
              <a:xfrm>
                <a:off x="2658" y="1922"/>
                <a:ext cx="64" cy="36"/>
              </a:xfrm>
              <a:custGeom>
                <a:avLst/>
                <a:gdLst>
                  <a:gd name="T0" fmla="*/ 32 w 64"/>
                  <a:gd name="T1" fmla="*/ 0 h 36"/>
                  <a:gd name="T2" fmla="*/ 42 w 64"/>
                  <a:gd name="T3" fmla="*/ 28 h 36"/>
                  <a:gd name="T4" fmla="*/ 64 w 64"/>
                  <a:gd name="T5" fmla="*/ 16 h 36"/>
                  <a:gd name="T6" fmla="*/ 58 w 64"/>
                  <a:gd name="T7" fmla="*/ 36 h 36"/>
                  <a:gd name="T8" fmla="*/ 51 w 64"/>
                  <a:gd name="T9" fmla="*/ 36 h 36"/>
                  <a:gd name="T10" fmla="*/ 56 w 64"/>
                  <a:gd name="T11" fmla="*/ 24 h 36"/>
                  <a:gd name="T12" fmla="*/ 41 w 64"/>
                  <a:gd name="T13" fmla="*/ 32 h 36"/>
                  <a:gd name="T14" fmla="*/ 32 w 64"/>
                  <a:gd name="T15" fmla="*/ 14 h 36"/>
                  <a:gd name="T16" fmla="*/ 23 w 64"/>
                  <a:gd name="T17" fmla="*/ 32 h 36"/>
                  <a:gd name="T18" fmla="*/ 9 w 64"/>
                  <a:gd name="T19" fmla="*/ 24 h 36"/>
                  <a:gd name="T20" fmla="*/ 13 w 64"/>
                  <a:gd name="T21" fmla="*/ 36 h 36"/>
                  <a:gd name="T22" fmla="*/ 6 w 64"/>
                  <a:gd name="T23" fmla="*/ 36 h 36"/>
                  <a:gd name="T24" fmla="*/ 0 w 64"/>
                  <a:gd name="T25" fmla="*/ 16 h 36"/>
                  <a:gd name="T26" fmla="*/ 22 w 64"/>
                  <a:gd name="T27" fmla="*/ 29 h 36"/>
                  <a:gd name="T28" fmla="*/ 32 w 64"/>
                  <a:gd name="T29" fmla="*/ 0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4"/>
                  <a:gd name="T46" fmla="*/ 0 h 36"/>
                  <a:gd name="T47" fmla="*/ 64 w 64"/>
                  <a:gd name="T48" fmla="*/ 36 h 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4" h="36">
                    <a:moveTo>
                      <a:pt x="32" y="0"/>
                    </a:moveTo>
                    <a:lnTo>
                      <a:pt x="42" y="28"/>
                    </a:lnTo>
                    <a:lnTo>
                      <a:pt x="64" y="16"/>
                    </a:lnTo>
                    <a:lnTo>
                      <a:pt x="58" y="36"/>
                    </a:lnTo>
                    <a:lnTo>
                      <a:pt x="51" y="36"/>
                    </a:lnTo>
                    <a:lnTo>
                      <a:pt x="56" y="24"/>
                    </a:lnTo>
                    <a:lnTo>
                      <a:pt x="41" y="32"/>
                    </a:lnTo>
                    <a:lnTo>
                      <a:pt x="32" y="14"/>
                    </a:lnTo>
                    <a:lnTo>
                      <a:pt x="23" y="32"/>
                    </a:lnTo>
                    <a:lnTo>
                      <a:pt x="9" y="24"/>
                    </a:lnTo>
                    <a:lnTo>
                      <a:pt x="13" y="36"/>
                    </a:lnTo>
                    <a:lnTo>
                      <a:pt x="6" y="36"/>
                    </a:lnTo>
                    <a:lnTo>
                      <a:pt x="0" y="16"/>
                    </a:lnTo>
                    <a:lnTo>
                      <a:pt x="22" y="2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7B7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8" name="Freeform 899"/>
              <p:cNvSpPr>
                <a:spLocks/>
              </p:cNvSpPr>
              <p:nvPr/>
            </p:nvSpPr>
            <p:spPr bwMode="auto">
              <a:xfrm>
                <a:off x="2659" y="1923"/>
                <a:ext cx="62" cy="34"/>
              </a:xfrm>
              <a:custGeom>
                <a:avLst/>
                <a:gdLst>
                  <a:gd name="T0" fmla="*/ 31 w 62"/>
                  <a:gd name="T1" fmla="*/ 0 h 34"/>
                  <a:gd name="T2" fmla="*/ 41 w 62"/>
                  <a:gd name="T3" fmla="*/ 28 h 34"/>
                  <a:gd name="T4" fmla="*/ 62 w 62"/>
                  <a:gd name="T5" fmla="*/ 15 h 34"/>
                  <a:gd name="T6" fmla="*/ 56 w 62"/>
                  <a:gd name="T7" fmla="*/ 34 h 34"/>
                  <a:gd name="T8" fmla="*/ 50 w 62"/>
                  <a:gd name="T9" fmla="*/ 34 h 34"/>
                  <a:gd name="T10" fmla="*/ 55 w 62"/>
                  <a:gd name="T11" fmla="*/ 23 h 34"/>
                  <a:gd name="T12" fmla="*/ 40 w 62"/>
                  <a:gd name="T13" fmla="*/ 31 h 34"/>
                  <a:gd name="T14" fmla="*/ 31 w 62"/>
                  <a:gd name="T15" fmla="*/ 13 h 34"/>
                  <a:gd name="T16" fmla="*/ 22 w 62"/>
                  <a:gd name="T17" fmla="*/ 31 h 34"/>
                  <a:gd name="T18" fmla="*/ 8 w 62"/>
                  <a:gd name="T19" fmla="*/ 23 h 34"/>
                  <a:gd name="T20" fmla="*/ 12 w 62"/>
                  <a:gd name="T21" fmla="*/ 34 h 34"/>
                  <a:gd name="T22" fmla="*/ 6 w 62"/>
                  <a:gd name="T23" fmla="*/ 34 h 34"/>
                  <a:gd name="T24" fmla="*/ 0 w 62"/>
                  <a:gd name="T25" fmla="*/ 16 h 34"/>
                  <a:gd name="T26" fmla="*/ 21 w 62"/>
                  <a:gd name="T27" fmla="*/ 28 h 34"/>
                  <a:gd name="T28" fmla="*/ 31 w 62"/>
                  <a:gd name="T29" fmla="*/ 0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2"/>
                  <a:gd name="T46" fmla="*/ 0 h 34"/>
                  <a:gd name="T47" fmla="*/ 62 w 62"/>
                  <a:gd name="T48" fmla="*/ 34 h 3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2" h="34">
                    <a:moveTo>
                      <a:pt x="31" y="0"/>
                    </a:moveTo>
                    <a:lnTo>
                      <a:pt x="41" y="28"/>
                    </a:lnTo>
                    <a:lnTo>
                      <a:pt x="62" y="15"/>
                    </a:lnTo>
                    <a:lnTo>
                      <a:pt x="56" y="34"/>
                    </a:lnTo>
                    <a:lnTo>
                      <a:pt x="50" y="34"/>
                    </a:lnTo>
                    <a:lnTo>
                      <a:pt x="55" y="23"/>
                    </a:lnTo>
                    <a:lnTo>
                      <a:pt x="40" y="31"/>
                    </a:lnTo>
                    <a:lnTo>
                      <a:pt x="31" y="13"/>
                    </a:lnTo>
                    <a:lnTo>
                      <a:pt x="22" y="31"/>
                    </a:lnTo>
                    <a:lnTo>
                      <a:pt x="8" y="23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0" y="16"/>
                    </a:lnTo>
                    <a:lnTo>
                      <a:pt x="21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AAAAA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29" name="Freeform 900"/>
              <p:cNvSpPr>
                <a:spLocks/>
              </p:cNvSpPr>
              <p:nvPr/>
            </p:nvSpPr>
            <p:spPr bwMode="auto">
              <a:xfrm>
                <a:off x="2659" y="1925"/>
                <a:ext cx="61" cy="32"/>
              </a:xfrm>
              <a:custGeom>
                <a:avLst/>
                <a:gdLst>
                  <a:gd name="T0" fmla="*/ 30 w 61"/>
                  <a:gd name="T1" fmla="*/ 0 h 32"/>
                  <a:gd name="T2" fmla="*/ 40 w 61"/>
                  <a:gd name="T3" fmla="*/ 27 h 32"/>
                  <a:gd name="T4" fmla="*/ 61 w 61"/>
                  <a:gd name="T5" fmla="*/ 15 h 32"/>
                  <a:gd name="T6" fmla="*/ 56 w 61"/>
                  <a:gd name="T7" fmla="*/ 32 h 32"/>
                  <a:gd name="T8" fmla="*/ 50 w 61"/>
                  <a:gd name="T9" fmla="*/ 32 h 32"/>
                  <a:gd name="T10" fmla="*/ 53 w 61"/>
                  <a:gd name="T11" fmla="*/ 21 h 32"/>
                  <a:gd name="T12" fmla="*/ 39 w 61"/>
                  <a:gd name="T13" fmla="*/ 29 h 32"/>
                  <a:gd name="T14" fmla="*/ 30 w 61"/>
                  <a:gd name="T15" fmla="*/ 12 h 32"/>
                  <a:gd name="T16" fmla="*/ 21 w 61"/>
                  <a:gd name="T17" fmla="*/ 29 h 32"/>
                  <a:gd name="T18" fmla="*/ 6 w 61"/>
                  <a:gd name="T19" fmla="*/ 21 h 32"/>
                  <a:gd name="T20" fmla="*/ 10 w 61"/>
                  <a:gd name="T21" fmla="*/ 32 h 32"/>
                  <a:gd name="T22" fmla="*/ 5 w 61"/>
                  <a:gd name="T23" fmla="*/ 32 h 32"/>
                  <a:gd name="T24" fmla="*/ 0 w 61"/>
                  <a:gd name="T25" fmla="*/ 15 h 32"/>
                  <a:gd name="T26" fmla="*/ 20 w 61"/>
                  <a:gd name="T27" fmla="*/ 27 h 32"/>
                  <a:gd name="T28" fmla="*/ 30 w 61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1"/>
                  <a:gd name="T46" fmla="*/ 0 h 32"/>
                  <a:gd name="T47" fmla="*/ 61 w 61"/>
                  <a:gd name="T48" fmla="*/ 32 h 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1" h="32">
                    <a:moveTo>
                      <a:pt x="30" y="0"/>
                    </a:moveTo>
                    <a:lnTo>
                      <a:pt x="40" y="27"/>
                    </a:lnTo>
                    <a:lnTo>
                      <a:pt x="61" y="15"/>
                    </a:lnTo>
                    <a:lnTo>
                      <a:pt x="56" y="32"/>
                    </a:lnTo>
                    <a:lnTo>
                      <a:pt x="50" y="32"/>
                    </a:lnTo>
                    <a:lnTo>
                      <a:pt x="53" y="21"/>
                    </a:lnTo>
                    <a:lnTo>
                      <a:pt x="39" y="29"/>
                    </a:lnTo>
                    <a:lnTo>
                      <a:pt x="30" y="12"/>
                    </a:lnTo>
                    <a:lnTo>
                      <a:pt x="21" y="29"/>
                    </a:lnTo>
                    <a:lnTo>
                      <a:pt x="6" y="21"/>
                    </a:lnTo>
                    <a:lnTo>
                      <a:pt x="10" y="32"/>
                    </a:lnTo>
                    <a:lnTo>
                      <a:pt x="5" y="32"/>
                    </a:lnTo>
                    <a:lnTo>
                      <a:pt x="0" y="15"/>
                    </a:lnTo>
                    <a:lnTo>
                      <a:pt x="20" y="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A0A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30" name="Freeform 901"/>
              <p:cNvSpPr>
                <a:spLocks/>
              </p:cNvSpPr>
              <p:nvPr/>
            </p:nvSpPr>
            <p:spPr bwMode="auto">
              <a:xfrm>
                <a:off x="2660" y="1926"/>
                <a:ext cx="59" cy="29"/>
              </a:xfrm>
              <a:custGeom>
                <a:avLst/>
                <a:gdLst>
                  <a:gd name="T0" fmla="*/ 29 w 59"/>
                  <a:gd name="T1" fmla="*/ 0 h 29"/>
                  <a:gd name="T2" fmla="*/ 39 w 59"/>
                  <a:gd name="T3" fmla="*/ 25 h 29"/>
                  <a:gd name="T4" fmla="*/ 59 w 59"/>
                  <a:gd name="T5" fmla="*/ 14 h 29"/>
                  <a:gd name="T6" fmla="*/ 55 w 59"/>
                  <a:gd name="T7" fmla="*/ 29 h 29"/>
                  <a:gd name="T8" fmla="*/ 49 w 59"/>
                  <a:gd name="T9" fmla="*/ 29 h 29"/>
                  <a:gd name="T10" fmla="*/ 52 w 59"/>
                  <a:gd name="T11" fmla="*/ 20 h 29"/>
                  <a:gd name="T12" fmla="*/ 38 w 59"/>
                  <a:gd name="T13" fmla="*/ 27 h 29"/>
                  <a:gd name="T14" fmla="*/ 29 w 59"/>
                  <a:gd name="T15" fmla="*/ 10 h 29"/>
                  <a:gd name="T16" fmla="*/ 21 w 59"/>
                  <a:gd name="T17" fmla="*/ 27 h 29"/>
                  <a:gd name="T18" fmla="*/ 5 w 59"/>
                  <a:gd name="T19" fmla="*/ 20 h 29"/>
                  <a:gd name="T20" fmla="*/ 10 w 59"/>
                  <a:gd name="T21" fmla="*/ 29 h 29"/>
                  <a:gd name="T22" fmla="*/ 4 w 59"/>
                  <a:gd name="T23" fmla="*/ 29 h 29"/>
                  <a:gd name="T24" fmla="*/ 0 w 59"/>
                  <a:gd name="T25" fmla="*/ 14 h 29"/>
                  <a:gd name="T26" fmla="*/ 20 w 59"/>
                  <a:gd name="T27" fmla="*/ 25 h 29"/>
                  <a:gd name="T28" fmla="*/ 29 w 59"/>
                  <a:gd name="T29" fmla="*/ 0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9"/>
                  <a:gd name="T46" fmla="*/ 0 h 29"/>
                  <a:gd name="T47" fmla="*/ 59 w 59"/>
                  <a:gd name="T48" fmla="*/ 29 h 2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9" h="29">
                    <a:moveTo>
                      <a:pt x="29" y="0"/>
                    </a:moveTo>
                    <a:lnTo>
                      <a:pt x="39" y="25"/>
                    </a:lnTo>
                    <a:lnTo>
                      <a:pt x="59" y="14"/>
                    </a:lnTo>
                    <a:lnTo>
                      <a:pt x="55" y="29"/>
                    </a:lnTo>
                    <a:lnTo>
                      <a:pt x="49" y="29"/>
                    </a:lnTo>
                    <a:lnTo>
                      <a:pt x="52" y="20"/>
                    </a:lnTo>
                    <a:lnTo>
                      <a:pt x="38" y="27"/>
                    </a:lnTo>
                    <a:lnTo>
                      <a:pt x="29" y="10"/>
                    </a:lnTo>
                    <a:lnTo>
                      <a:pt x="21" y="27"/>
                    </a:lnTo>
                    <a:lnTo>
                      <a:pt x="5" y="20"/>
                    </a:lnTo>
                    <a:lnTo>
                      <a:pt x="10" y="29"/>
                    </a:lnTo>
                    <a:lnTo>
                      <a:pt x="4" y="29"/>
                    </a:lnTo>
                    <a:lnTo>
                      <a:pt x="0" y="14"/>
                    </a:lnTo>
                    <a:lnTo>
                      <a:pt x="20" y="25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93939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31" name="Freeform 902"/>
              <p:cNvSpPr>
                <a:spLocks/>
              </p:cNvSpPr>
              <p:nvPr/>
            </p:nvSpPr>
            <p:spPr bwMode="auto">
              <a:xfrm>
                <a:off x="2661" y="1927"/>
                <a:ext cx="57" cy="28"/>
              </a:xfrm>
              <a:custGeom>
                <a:avLst/>
                <a:gdLst>
                  <a:gd name="T0" fmla="*/ 28 w 57"/>
                  <a:gd name="T1" fmla="*/ 0 h 28"/>
                  <a:gd name="T2" fmla="*/ 39 w 57"/>
                  <a:gd name="T3" fmla="*/ 25 h 28"/>
                  <a:gd name="T4" fmla="*/ 57 w 57"/>
                  <a:gd name="T5" fmla="*/ 14 h 28"/>
                  <a:gd name="T6" fmla="*/ 54 w 57"/>
                  <a:gd name="T7" fmla="*/ 28 h 28"/>
                  <a:gd name="T8" fmla="*/ 49 w 57"/>
                  <a:gd name="T9" fmla="*/ 28 h 28"/>
                  <a:gd name="T10" fmla="*/ 51 w 57"/>
                  <a:gd name="T11" fmla="*/ 19 h 28"/>
                  <a:gd name="T12" fmla="*/ 37 w 57"/>
                  <a:gd name="T13" fmla="*/ 27 h 28"/>
                  <a:gd name="T14" fmla="*/ 28 w 57"/>
                  <a:gd name="T15" fmla="*/ 9 h 28"/>
                  <a:gd name="T16" fmla="*/ 20 w 57"/>
                  <a:gd name="T17" fmla="*/ 27 h 28"/>
                  <a:gd name="T18" fmla="*/ 6 w 57"/>
                  <a:gd name="T19" fmla="*/ 19 h 28"/>
                  <a:gd name="T20" fmla="*/ 9 w 57"/>
                  <a:gd name="T21" fmla="*/ 28 h 28"/>
                  <a:gd name="T22" fmla="*/ 3 w 57"/>
                  <a:gd name="T23" fmla="*/ 28 h 28"/>
                  <a:gd name="T24" fmla="*/ 0 w 57"/>
                  <a:gd name="T25" fmla="*/ 14 h 28"/>
                  <a:gd name="T26" fmla="*/ 19 w 57"/>
                  <a:gd name="T27" fmla="*/ 25 h 28"/>
                  <a:gd name="T28" fmla="*/ 28 w 57"/>
                  <a:gd name="T29" fmla="*/ 0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8"/>
                  <a:gd name="T47" fmla="*/ 57 w 57"/>
                  <a:gd name="T48" fmla="*/ 28 h 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8">
                    <a:moveTo>
                      <a:pt x="28" y="0"/>
                    </a:moveTo>
                    <a:lnTo>
                      <a:pt x="39" y="25"/>
                    </a:lnTo>
                    <a:lnTo>
                      <a:pt x="57" y="14"/>
                    </a:lnTo>
                    <a:lnTo>
                      <a:pt x="54" y="28"/>
                    </a:lnTo>
                    <a:lnTo>
                      <a:pt x="49" y="28"/>
                    </a:lnTo>
                    <a:lnTo>
                      <a:pt x="51" y="19"/>
                    </a:lnTo>
                    <a:lnTo>
                      <a:pt x="37" y="27"/>
                    </a:lnTo>
                    <a:lnTo>
                      <a:pt x="28" y="9"/>
                    </a:lnTo>
                    <a:lnTo>
                      <a:pt x="20" y="27"/>
                    </a:lnTo>
                    <a:lnTo>
                      <a:pt x="6" y="19"/>
                    </a:lnTo>
                    <a:lnTo>
                      <a:pt x="9" y="28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19" y="2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89898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32" name="Freeform 903"/>
              <p:cNvSpPr>
                <a:spLocks/>
              </p:cNvSpPr>
              <p:nvPr/>
            </p:nvSpPr>
            <p:spPr bwMode="auto">
              <a:xfrm>
                <a:off x="2661" y="1928"/>
                <a:ext cx="57" cy="26"/>
              </a:xfrm>
              <a:custGeom>
                <a:avLst/>
                <a:gdLst>
                  <a:gd name="T0" fmla="*/ 28 w 57"/>
                  <a:gd name="T1" fmla="*/ 0 h 26"/>
                  <a:gd name="T2" fmla="*/ 39 w 57"/>
                  <a:gd name="T3" fmla="*/ 24 h 26"/>
                  <a:gd name="T4" fmla="*/ 57 w 57"/>
                  <a:gd name="T5" fmla="*/ 13 h 26"/>
                  <a:gd name="T6" fmla="*/ 54 w 57"/>
                  <a:gd name="T7" fmla="*/ 25 h 26"/>
                  <a:gd name="T8" fmla="*/ 50 w 57"/>
                  <a:gd name="T9" fmla="*/ 25 h 26"/>
                  <a:gd name="T10" fmla="*/ 53 w 57"/>
                  <a:gd name="T11" fmla="*/ 18 h 26"/>
                  <a:gd name="T12" fmla="*/ 38 w 57"/>
                  <a:gd name="T13" fmla="*/ 26 h 26"/>
                  <a:gd name="T14" fmla="*/ 28 w 57"/>
                  <a:gd name="T15" fmla="*/ 8 h 26"/>
                  <a:gd name="T16" fmla="*/ 20 w 57"/>
                  <a:gd name="T17" fmla="*/ 26 h 26"/>
                  <a:gd name="T18" fmla="*/ 4 w 57"/>
                  <a:gd name="T19" fmla="*/ 18 h 26"/>
                  <a:gd name="T20" fmla="*/ 8 w 57"/>
                  <a:gd name="T21" fmla="*/ 25 h 26"/>
                  <a:gd name="T22" fmla="*/ 3 w 57"/>
                  <a:gd name="T23" fmla="*/ 25 h 26"/>
                  <a:gd name="T24" fmla="*/ 0 w 57"/>
                  <a:gd name="T25" fmla="*/ 14 h 26"/>
                  <a:gd name="T26" fmla="*/ 19 w 57"/>
                  <a:gd name="T27" fmla="*/ 24 h 26"/>
                  <a:gd name="T28" fmla="*/ 28 w 57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6"/>
                  <a:gd name="T47" fmla="*/ 57 w 57"/>
                  <a:gd name="T48" fmla="*/ 26 h 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6">
                    <a:moveTo>
                      <a:pt x="28" y="0"/>
                    </a:moveTo>
                    <a:lnTo>
                      <a:pt x="39" y="24"/>
                    </a:lnTo>
                    <a:lnTo>
                      <a:pt x="57" y="13"/>
                    </a:lnTo>
                    <a:lnTo>
                      <a:pt x="54" y="25"/>
                    </a:lnTo>
                    <a:lnTo>
                      <a:pt x="50" y="25"/>
                    </a:lnTo>
                    <a:lnTo>
                      <a:pt x="53" y="18"/>
                    </a:lnTo>
                    <a:lnTo>
                      <a:pt x="38" y="26"/>
                    </a:lnTo>
                    <a:lnTo>
                      <a:pt x="28" y="8"/>
                    </a:lnTo>
                    <a:lnTo>
                      <a:pt x="20" y="26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3" y="25"/>
                    </a:lnTo>
                    <a:lnTo>
                      <a:pt x="0" y="14"/>
                    </a:lnTo>
                    <a:lnTo>
                      <a:pt x="19" y="2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C7C7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33" name="Freeform 904"/>
              <p:cNvSpPr>
                <a:spLocks/>
              </p:cNvSpPr>
              <p:nvPr/>
            </p:nvSpPr>
            <p:spPr bwMode="auto">
              <a:xfrm>
                <a:off x="2662" y="1929"/>
                <a:ext cx="55" cy="25"/>
              </a:xfrm>
              <a:custGeom>
                <a:avLst/>
                <a:gdLst>
                  <a:gd name="T0" fmla="*/ 28 w 55"/>
                  <a:gd name="T1" fmla="*/ 0 h 25"/>
                  <a:gd name="T2" fmla="*/ 38 w 55"/>
                  <a:gd name="T3" fmla="*/ 23 h 25"/>
                  <a:gd name="T4" fmla="*/ 55 w 55"/>
                  <a:gd name="T5" fmla="*/ 13 h 25"/>
                  <a:gd name="T6" fmla="*/ 53 w 55"/>
                  <a:gd name="T7" fmla="*/ 23 h 25"/>
                  <a:gd name="T8" fmla="*/ 49 w 55"/>
                  <a:gd name="T9" fmla="*/ 23 h 25"/>
                  <a:gd name="T10" fmla="*/ 52 w 55"/>
                  <a:gd name="T11" fmla="*/ 17 h 25"/>
                  <a:gd name="T12" fmla="*/ 37 w 55"/>
                  <a:gd name="T13" fmla="*/ 25 h 25"/>
                  <a:gd name="T14" fmla="*/ 28 w 55"/>
                  <a:gd name="T15" fmla="*/ 7 h 25"/>
                  <a:gd name="T16" fmla="*/ 19 w 55"/>
                  <a:gd name="T17" fmla="*/ 25 h 25"/>
                  <a:gd name="T18" fmla="*/ 5 w 55"/>
                  <a:gd name="T19" fmla="*/ 17 h 25"/>
                  <a:gd name="T20" fmla="*/ 7 w 55"/>
                  <a:gd name="T21" fmla="*/ 24 h 25"/>
                  <a:gd name="T22" fmla="*/ 2 w 55"/>
                  <a:gd name="T23" fmla="*/ 24 h 25"/>
                  <a:gd name="T24" fmla="*/ 0 w 55"/>
                  <a:gd name="T25" fmla="*/ 13 h 25"/>
                  <a:gd name="T26" fmla="*/ 18 w 55"/>
                  <a:gd name="T27" fmla="*/ 23 h 25"/>
                  <a:gd name="T28" fmla="*/ 28 w 55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25"/>
                  <a:gd name="T47" fmla="*/ 55 w 55"/>
                  <a:gd name="T48" fmla="*/ 25 h 2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25">
                    <a:moveTo>
                      <a:pt x="28" y="0"/>
                    </a:moveTo>
                    <a:lnTo>
                      <a:pt x="38" y="23"/>
                    </a:lnTo>
                    <a:lnTo>
                      <a:pt x="55" y="13"/>
                    </a:lnTo>
                    <a:lnTo>
                      <a:pt x="53" y="23"/>
                    </a:lnTo>
                    <a:lnTo>
                      <a:pt x="49" y="23"/>
                    </a:lnTo>
                    <a:lnTo>
                      <a:pt x="52" y="17"/>
                    </a:lnTo>
                    <a:lnTo>
                      <a:pt x="37" y="25"/>
                    </a:lnTo>
                    <a:lnTo>
                      <a:pt x="28" y="7"/>
                    </a:lnTo>
                    <a:lnTo>
                      <a:pt x="19" y="25"/>
                    </a:lnTo>
                    <a:lnTo>
                      <a:pt x="5" y="17"/>
                    </a:lnTo>
                    <a:lnTo>
                      <a:pt x="7" y="24"/>
                    </a:lnTo>
                    <a:lnTo>
                      <a:pt x="2" y="24"/>
                    </a:lnTo>
                    <a:lnTo>
                      <a:pt x="0" y="13"/>
                    </a:lnTo>
                    <a:lnTo>
                      <a:pt x="18" y="2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0707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34" name="Freeform 905"/>
              <p:cNvSpPr>
                <a:spLocks/>
              </p:cNvSpPr>
              <p:nvPr/>
            </p:nvSpPr>
            <p:spPr bwMode="auto">
              <a:xfrm>
                <a:off x="2663" y="1931"/>
                <a:ext cx="53" cy="23"/>
              </a:xfrm>
              <a:custGeom>
                <a:avLst/>
                <a:gdLst>
                  <a:gd name="T0" fmla="*/ 26 w 53"/>
                  <a:gd name="T1" fmla="*/ 0 h 23"/>
                  <a:gd name="T2" fmla="*/ 37 w 53"/>
                  <a:gd name="T3" fmla="*/ 21 h 23"/>
                  <a:gd name="T4" fmla="*/ 53 w 53"/>
                  <a:gd name="T5" fmla="*/ 12 h 23"/>
                  <a:gd name="T6" fmla="*/ 51 w 53"/>
                  <a:gd name="T7" fmla="*/ 20 h 23"/>
                  <a:gd name="T8" fmla="*/ 48 w 53"/>
                  <a:gd name="T9" fmla="*/ 20 h 23"/>
                  <a:gd name="T10" fmla="*/ 49 w 53"/>
                  <a:gd name="T11" fmla="*/ 15 h 23"/>
                  <a:gd name="T12" fmla="*/ 35 w 53"/>
                  <a:gd name="T13" fmla="*/ 23 h 23"/>
                  <a:gd name="T14" fmla="*/ 26 w 53"/>
                  <a:gd name="T15" fmla="*/ 5 h 23"/>
                  <a:gd name="T16" fmla="*/ 18 w 53"/>
                  <a:gd name="T17" fmla="*/ 23 h 23"/>
                  <a:gd name="T18" fmla="*/ 4 w 53"/>
                  <a:gd name="T19" fmla="*/ 15 h 23"/>
                  <a:gd name="T20" fmla="*/ 5 w 53"/>
                  <a:gd name="T21" fmla="*/ 21 h 23"/>
                  <a:gd name="T22" fmla="*/ 1 w 53"/>
                  <a:gd name="T23" fmla="*/ 21 h 23"/>
                  <a:gd name="T24" fmla="*/ 0 w 53"/>
                  <a:gd name="T25" fmla="*/ 12 h 23"/>
                  <a:gd name="T26" fmla="*/ 17 w 53"/>
                  <a:gd name="T27" fmla="*/ 22 h 23"/>
                  <a:gd name="T28" fmla="*/ 26 w 5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3"/>
                  <a:gd name="T46" fmla="*/ 0 h 23"/>
                  <a:gd name="T47" fmla="*/ 53 w 53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3" h="23">
                    <a:moveTo>
                      <a:pt x="26" y="0"/>
                    </a:moveTo>
                    <a:lnTo>
                      <a:pt x="37" y="21"/>
                    </a:lnTo>
                    <a:lnTo>
                      <a:pt x="53" y="12"/>
                    </a:lnTo>
                    <a:lnTo>
                      <a:pt x="51" y="20"/>
                    </a:lnTo>
                    <a:lnTo>
                      <a:pt x="48" y="20"/>
                    </a:lnTo>
                    <a:lnTo>
                      <a:pt x="49" y="15"/>
                    </a:lnTo>
                    <a:lnTo>
                      <a:pt x="35" y="23"/>
                    </a:lnTo>
                    <a:lnTo>
                      <a:pt x="26" y="5"/>
                    </a:lnTo>
                    <a:lnTo>
                      <a:pt x="18" y="23"/>
                    </a:lnTo>
                    <a:lnTo>
                      <a:pt x="4" y="15"/>
                    </a:lnTo>
                    <a:lnTo>
                      <a:pt x="5" y="21"/>
                    </a:lnTo>
                    <a:lnTo>
                      <a:pt x="1" y="21"/>
                    </a:lnTo>
                    <a:lnTo>
                      <a:pt x="0" y="12"/>
                    </a:lnTo>
                    <a:lnTo>
                      <a:pt x="17" y="2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235" name="Freeform 906"/>
              <p:cNvSpPr>
                <a:spLocks/>
              </p:cNvSpPr>
              <p:nvPr/>
            </p:nvSpPr>
            <p:spPr bwMode="auto">
              <a:xfrm>
                <a:off x="2663" y="1932"/>
                <a:ext cx="52" cy="22"/>
              </a:xfrm>
              <a:custGeom>
                <a:avLst/>
                <a:gdLst>
                  <a:gd name="T0" fmla="*/ 51 w 52"/>
                  <a:gd name="T1" fmla="*/ 18 h 22"/>
                  <a:gd name="T2" fmla="*/ 52 w 52"/>
                  <a:gd name="T3" fmla="*/ 12 h 22"/>
                  <a:gd name="T4" fmla="*/ 36 w 52"/>
                  <a:gd name="T5" fmla="*/ 21 h 22"/>
                  <a:gd name="T6" fmla="*/ 26 w 52"/>
                  <a:gd name="T7" fmla="*/ 0 h 22"/>
                  <a:gd name="T8" fmla="*/ 16 w 52"/>
                  <a:gd name="T9" fmla="*/ 21 h 22"/>
                  <a:gd name="T10" fmla="*/ 0 w 52"/>
                  <a:gd name="T11" fmla="*/ 12 h 22"/>
                  <a:gd name="T12" fmla="*/ 1 w 52"/>
                  <a:gd name="T13" fmla="*/ 19 h 22"/>
                  <a:gd name="T14" fmla="*/ 4 w 52"/>
                  <a:gd name="T15" fmla="*/ 19 h 22"/>
                  <a:gd name="T16" fmla="*/ 2 w 52"/>
                  <a:gd name="T17" fmla="*/ 14 h 22"/>
                  <a:gd name="T18" fmla="*/ 17 w 52"/>
                  <a:gd name="T19" fmla="*/ 22 h 22"/>
                  <a:gd name="T20" fmla="*/ 26 w 52"/>
                  <a:gd name="T21" fmla="*/ 4 h 22"/>
                  <a:gd name="T22" fmla="*/ 35 w 52"/>
                  <a:gd name="T23" fmla="*/ 22 h 22"/>
                  <a:gd name="T24" fmla="*/ 49 w 52"/>
                  <a:gd name="T25" fmla="*/ 14 h 22"/>
                  <a:gd name="T26" fmla="*/ 48 w 52"/>
                  <a:gd name="T27" fmla="*/ 18 h 22"/>
                  <a:gd name="T28" fmla="*/ 51 w 52"/>
                  <a:gd name="T29" fmla="*/ 18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2"/>
                  <a:gd name="T46" fmla="*/ 0 h 22"/>
                  <a:gd name="T47" fmla="*/ 52 w 52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2" h="22">
                    <a:moveTo>
                      <a:pt x="51" y="18"/>
                    </a:moveTo>
                    <a:lnTo>
                      <a:pt x="52" y="12"/>
                    </a:lnTo>
                    <a:lnTo>
                      <a:pt x="36" y="21"/>
                    </a:lnTo>
                    <a:lnTo>
                      <a:pt x="26" y="0"/>
                    </a:lnTo>
                    <a:lnTo>
                      <a:pt x="16" y="21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19"/>
                    </a:lnTo>
                    <a:lnTo>
                      <a:pt x="2" y="14"/>
                    </a:lnTo>
                    <a:lnTo>
                      <a:pt x="17" y="22"/>
                    </a:lnTo>
                    <a:lnTo>
                      <a:pt x="26" y="4"/>
                    </a:lnTo>
                    <a:lnTo>
                      <a:pt x="35" y="22"/>
                    </a:lnTo>
                    <a:lnTo>
                      <a:pt x="49" y="14"/>
                    </a:lnTo>
                    <a:lnTo>
                      <a:pt x="48" y="18"/>
                    </a:lnTo>
                    <a:lnTo>
                      <a:pt x="51" y="18"/>
                    </a:lnTo>
                    <a:close/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4885" name="Rectangle 907"/>
            <p:cNvSpPr>
              <a:spLocks noChangeArrowheads="1"/>
            </p:cNvSpPr>
            <p:nvPr/>
          </p:nvSpPr>
          <p:spPr bwMode="auto">
            <a:xfrm>
              <a:off x="2794" y="2595"/>
              <a:ext cx="581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Pre-Qualification</a:t>
              </a:r>
              <a:endParaRPr lang="en-US" sz="1000" b="0">
                <a:latin typeface="Times New Roman" pitchFamily="18" charset="0"/>
              </a:endParaRPr>
            </a:p>
          </p:txBody>
        </p:sp>
        <p:grpSp>
          <p:nvGrpSpPr>
            <p:cNvPr id="34886" name="Group 908"/>
            <p:cNvGrpSpPr>
              <a:grpSpLocks/>
            </p:cNvGrpSpPr>
            <p:nvPr/>
          </p:nvGrpSpPr>
          <p:grpSpPr bwMode="auto">
            <a:xfrm>
              <a:off x="3433" y="2349"/>
              <a:ext cx="422" cy="323"/>
              <a:chOff x="2997" y="1867"/>
              <a:chExt cx="387" cy="300"/>
            </a:xfrm>
          </p:grpSpPr>
          <p:sp>
            <p:nvSpPr>
              <p:cNvPr id="35018" name="Freeform 909"/>
              <p:cNvSpPr>
                <a:spLocks/>
              </p:cNvSpPr>
              <p:nvPr/>
            </p:nvSpPr>
            <p:spPr bwMode="auto">
              <a:xfrm>
                <a:off x="2998" y="2056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3 h 110"/>
                  <a:gd name="T12" fmla="*/ 86 w 252"/>
                  <a:gd name="T13" fmla="*/ 5 h 110"/>
                  <a:gd name="T14" fmla="*/ 118 w 252"/>
                  <a:gd name="T15" fmla="*/ 7 h 110"/>
                  <a:gd name="T16" fmla="*/ 149 w 252"/>
                  <a:gd name="T17" fmla="*/ 9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20 h 110"/>
                  <a:gd name="T26" fmla="*/ 245 w 252"/>
                  <a:gd name="T27" fmla="*/ 38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8 h 110"/>
                  <a:gd name="T36" fmla="*/ 238 w 252"/>
                  <a:gd name="T37" fmla="*/ 70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5 h 110"/>
                  <a:gd name="T44" fmla="*/ 193 w 252"/>
                  <a:gd name="T45" fmla="*/ 90 h 110"/>
                  <a:gd name="T46" fmla="*/ 180 w 252"/>
                  <a:gd name="T47" fmla="*/ 95 h 110"/>
                  <a:gd name="T48" fmla="*/ 170 w 252"/>
                  <a:gd name="T49" fmla="*/ 101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8 h 110"/>
                  <a:gd name="T66" fmla="*/ 101 w 252"/>
                  <a:gd name="T67" fmla="*/ 91 h 110"/>
                  <a:gd name="T68" fmla="*/ 87 w 252"/>
                  <a:gd name="T69" fmla="*/ 84 h 110"/>
                  <a:gd name="T70" fmla="*/ 72 w 252"/>
                  <a:gd name="T71" fmla="*/ 75 h 110"/>
                  <a:gd name="T72" fmla="*/ 58 w 252"/>
                  <a:gd name="T73" fmla="*/ 68 h 110"/>
                  <a:gd name="T74" fmla="*/ 44 w 252"/>
                  <a:gd name="T75" fmla="*/ 60 h 110"/>
                  <a:gd name="T76" fmla="*/ 33 w 252"/>
                  <a:gd name="T77" fmla="*/ 54 h 110"/>
                  <a:gd name="T78" fmla="*/ 23 w 252"/>
                  <a:gd name="T79" fmla="*/ 50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8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8"/>
                    </a:moveTo>
                    <a:lnTo>
                      <a:pt x="3" y="35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3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76" y="4"/>
                    </a:lnTo>
                    <a:lnTo>
                      <a:pt x="86" y="5"/>
                    </a:lnTo>
                    <a:lnTo>
                      <a:pt x="96" y="7"/>
                    </a:lnTo>
                    <a:lnTo>
                      <a:pt x="107" y="7"/>
                    </a:lnTo>
                    <a:lnTo>
                      <a:pt x="118" y="7"/>
                    </a:lnTo>
                    <a:lnTo>
                      <a:pt x="128" y="9"/>
                    </a:lnTo>
                    <a:lnTo>
                      <a:pt x="140" y="9"/>
                    </a:lnTo>
                    <a:lnTo>
                      <a:pt x="149" y="9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7"/>
                    </a:lnTo>
                    <a:lnTo>
                      <a:pt x="228" y="17"/>
                    </a:lnTo>
                    <a:lnTo>
                      <a:pt x="234" y="19"/>
                    </a:lnTo>
                    <a:lnTo>
                      <a:pt x="237" y="19"/>
                    </a:lnTo>
                    <a:lnTo>
                      <a:pt x="241" y="20"/>
                    </a:lnTo>
                    <a:lnTo>
                      <a:pt x="243" y="20"/>
                    </a:lnTo>
                    <a:lnTo>
                      <a:pt x="245" y="29"/>
                    </a:lnTo>
                    <a:lnTo>
                      <a:pt x="245" y="38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1" y="64"/>
                    </a:lnTo>
                    <a:lnTo>
                      <a:pt x="249" y="66"/>
                    </a:lnTo>
                    <a:lnTo>
                      <a:pt x="248" y="67"/>
                    </a:lnTo>
                    <a:lnTo>
                      <a:pt x="247" y="68"/>
                    </a:lnTo>
                    <a:lnTo>
                      <a:pt x="245" y="68"/>
                    </a:lnTo>
                    <a:lnTo>
                      <a:pt x="241" y="69"/>
                    </a:lnTo>
                    <a:lnTo>
                      <a:pt x="238" y="70"/>
                    </a:lnTo>
                    <a:lnTo>
                      <a:pt x="236" y="71"/>
                    </a:lnTo>
                    <a:lnTo>
                      <a:pt x="233" y="73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2"/>
                    </a:lnTo>
                    <a:lnTo>
                      <a:pt x="210" y="82"/>
                    </a:lnTo>
                    <a:lnTo>
                      <a:pt x="205" y="85"/>
                    </a:lnTo>
                    <a:lnTo>
                      <a:pt x="202" y="86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5"/>
                    </a:lnTo>
                    <a:lnTo>
                      <a:pt x="177" y="98"/>
                    </a:lnTo>
                    <a:lnTo>
                      <a:pt x="173" y="98"/>
                    </a:lnTo>
                    <a:lnTo>
                      <a:pt x="170" y="101"/>
                    </a:lnTo>
                    <a:lnTo>
                      <a:pt x="165" y="102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2"/>
                    </a:lnTo>
                    <a:lnTo>
                      <a:pt x="118" y="101"/>
                    </a:lnTo>
                    <a:lnTo>
                      <a:pt x="113" y="98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4"/>
                    </a:lnTo>
                    <a:lnTo>
                      <a:pt x="82" y="82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71"/>
                    </a:lnTo>
                    <a:lnTo>
                      <a:pt x="58" y="68"/>
                    </a:lnTo>
                    <a:lnTo>
                      <a:pt x="53" y="66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4"/>
                    </a:lnTo>
                    <a:lnTo>
                      <a:pt x="30" y="53"/>
                    </a:lnTo>
                    <a:lnTo>
                      <a:pt x="25" y="51"/>
                    </a:lnTo>
                    <a:lnTo>
                      <a:pt x="23" y="50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9"/>
                    </a:ln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9" name="Freeform 910"/>
              <p:cNvSpPr>
                <a:spLocks/>
              </p:cNvSpPr>
              <p:nvPr/>
            </p:nvSpPr>
            <p:spPr bwMode="auto">
              <a:xfrm>
                <a:off x="2997" y="2056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5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6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3 h 38"/>
                  <a:gd name="T24" fmla="*/ 4 w 14"/>
                  <a:gd name="T25" fmla="*/ 30 h 38"/>
                  <a:gd name="T26" fmla="*/ 2 w 14"/>
                  <a:gd name="T27" fmla="*/ 26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6 h 38"/>
                  <a:gd name="T36" fmla="*/ 14 w 14"/>
                  <a:gd name="T37" fmla="*/ 1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5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0" name="Freeform 911"/>
              <p:cNvSpPr>
                <a:spLocks/>
              </p:cNvSpPr>
              <p:nvPr/>
            </p:nvSpPr>
            <p:spPr bwMode="auto">
              <a:xfrm>
                <a:off x="3010" y="2056"/>
                <a:ext cx="231" cy="22"/>
              </a:xfrm>
              <a:custGeom>
                <a:avLst/>
                <a:gdLst>
                  <a:gd name="T0" fmla="*/ 231 w 231"/>
                  <a:gd name="T1" fmla="*/ 21 h 22"/>
                  <a:gd name="T2" fmla="*/ 228 w 231"/>
                  <a:gd name="T3" fmla="*/ 20 h 22"/>
                  <a:gd name="T4" fmla="*/ 221 w 231"/>
                  <a:gd name="T5" fmla="*/ 19 h 22"/>
                  <a:gd name="T6" fmla="*/ 210 w 231"/>
                  <a:gd name="T7" fmla="*/ 17 h 22"/>
                  <a:gd name="T8" fmla="*/ 195 w 231"/>
                  <a:gd name="T9" fmla="*/ 15 h 22"/>
                  <a:gd name="T10" fmla="*/ 178 w 231"/>
                  <a:gd name="T11" fmla="*/ 13 h 22"/>
                  <a:gd name="T12" fmla="*/ 158 w 231"/>
                  <a:gd name="T13" fmla="*/ 11 h 22"/>
                  <a:gd name="T14" fmla="*/ 137 w 231"/>
                  <a:gd name="T15" fmla="*/ 9 h 22"/>
                  <a:gd name="T16" fmla="*/ 116 w 231"/>
                  <a:gd name="T17" fmla="*/ 8 h 22"/>
                  <a:gd name="T18" fmla="*/ 96 w 231"/>
                  <a:gd name="T19" fmla="*/ 6 h 22"/>
                  <a:gd name="T20" fmla="*/ 74 w 231"/>
                  <a:gd name="T21" fmla="*/ 5 h 22"/>
                  <a:gd name="T22" fmla="*/ 55 w 231"/>
                  <a:gd name="T23" fmla="*/ 4 h 22"/>
                  <a:gd name="T24" fmla="*/ 38 w 231"/>
                  <a:gd name="T25" fmla="*/ 3 h 22"/>
                  <a:gd name="T26" fmla="*/ 22 w 231"/>
                  <a:gd name="T27" fmla="*/ 1 h 22"/>
                  <a:gd name="T28" fmla="*/ 10 w 231"/>
                  <a:gd name="T29" fmla="*/ 0 h 22"/>
                  <a:gd name="T30" fmla="*/ 3 w 231"/>
                  <a:gd name="T31" fmla="*/ 0 h 22"/>
                  <a:gd name="T32" fmla="*/ 0 w 231"/>
                  <a:gd name="T33" fmla="*/ 0 h 22"/>
                  <a:gd name="T34" fmla="*/ 3 w 231"/>
                  <a:gd name="T35" fmla="*/ 3 h 22"/>
                  <a:gd name="T36" fmla="*/ 10 w 231"/>
                  <a:gd name="T37" fmla="*/ 3 h 22"/>
                  <a:gd name="T38" fmla="*/ 22 w 231"/>
                  <a:gd name="T39" fmla="*/ 3 h 22"/>
                  <a:gd name="T40" fmla="*/ 38 w 231"/>
                  <a:gd name="T41" fmla="*/ 4 h 22"/>
                  <a:gd name="T42" fmla="*/ 55 w 231"/>
                  <a:gd name="T43" fmla="*/ 5 h 22"/>
                  <a:gd name="T44" fmla="*/ 74 w 231"/>
                  <a:gd name="T45" fmla="*/ 7 h 22"/>
                  <a:gd name="T46" fmla="*/ 96 w 231"/>
                  <a:gd name="T47" fmla="*/ 8 h 22"/>
                  <a:gd name="T48" fmla="*/ 116 w 231"/>
                  <a:gd name="T49" fmla="*/ 9 h 22"/>
                  <a:gd name="T50" fmla="*/ 137 w 231"/>
                  <a:gd name="T51" fmla="*/ 11 h 22"/>
                  <a:gd name="T52" fmla="*/ 158 w 231"/>
                  <a:gd name="T53" fmla="*/ 13 h 22"/>
                  <a:gd name="T54" fmla="*/ 178 w 231"/>
                  <a:gd name="T55" fmla="*/ 15 h 22"/>
                  <a:gd name="T56" fmla="*/ 195 w 231"/>
                  <a:gd name="T57" fmla="*/ 17 h 22"/>
                  <a:gd name="T58" fmla="*/ 210 w 231"/>
                  <a:gd name="T59" fmla="*/ 19 h 22"/>
                  <a:gd name="T60" fmla="*/ 221 w 231"/>
                  <a:gd name="T61" fmla="*/ 21 h 22"/>
                  <a:gd name="T62" fmla="*/ 228 w 231"/>
                  <a:gd name="T63" fmla="*/ 22 h 22"/>
                  <a:gd name="T64" fmla="*/ 229 w 231"/>
                  <a:gd name="T65" fmla="*/ 21 h 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2"/>
                  <a:gd name="T101" fmla="*/ 231 w 231"/>
                  <a:gd name="T102" fmla="*/ 22 h 2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2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5" y="19"/>
                    </a:lnTo>
                    <a:lnTo>
                      <a:pt x="221" y="19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9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6"/>
                    </a:lnTo>
                    <a:lnTo>
                      <a:pt x="84" y="6"/>
                    </a:lnTo>
                    <a:lnTo>
                      <a:pt x="74" y="5"/>
                    </a:lnTo>
                    <a:lnTo>
                      <a:pt x="65" y="4"/>
                    </a:lnTo>
                    <a:lnTo>
                      <a:pt x="55" y="4"/>
                    </a:lnTo>
                    <a:lnTo>
                      <a:pt x="46" y="3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29" y="4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6"/>
                    </a:lnTo>
                    <a:lnTo>
                      <a:pt x="74" y="7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9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9"/>
                    </a:lnTo>
                    <a:lnTo>
                      <a:pt x="210" y="19"/>
                    </a:lnTo>
                    <a:lnTo>
                      <a:pt x="215" y="20"/>
                    </a:lnTo>
                    <a:lnTo>
                      <a:pt x="221" y="21"/>
                    </a:lnTo>
                    <a:lnTo>
                      <a:pt x="225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1" name="Freeform 912"/>
              <p:cNvSpPr>
                <a:spLocks/>
              </p:cNvSpPr>
              <p:nvPr/>
            </p:nvSpPr>
            <p:spPr bwMode="auto">
              <a:xfrm>
                <a:off x="3239" y="2076"/>
                <a:ext cx="5" cy="37"/>
              </a:xfrm>
              <a:custGeom>
                <a:avLst/>
                <a:gdLst>
                  <a:gd name="T0" fmla="*/ 4 w 5"/>
                  <a:gd name="T1" fmla="*/ 36 h 37"/>
                  <a:gd name="T2" fmla="*/ 5 w 5"/>
                  <a:gd name="T3" fmla="*/ 36 h 37"/>
                  <a:gd name="T4" fmla="*/ 4 w 5"/>
                  <a:gd name="T5" fmla="*/ 27 h 37"/>
                  <a:gd name="T6" fmla="*/ 4 w 5"/>
                  <a:gd name="T7" fmla="*/ 17 h 37"/>
                  <a:gd name="T8" fmla="*/ 2 w 5"/>
                  <a:gd name="T9" fmla="*/ 8 h 37"/>
                  <a:gd name="T10" fmla="*/ 2 w 5"/>
                  <a:gd name="T11" fmla="*/ 0 h 37"/>
                  <a:gd name="T12" fmla="*/ 0 w 5"/>
                  <a:gd name="T13" fmla="*/ 0 h 37"/>
                  <a:gd name="T14" fmla="*/ 0 w 5"/>
                  <a:gd name="T15" fmla="*/ 8 h 37"/>
                  <a:gd name="T16" fmla="*/ 1 w 5"/>
                  <a:gd name="T17" fmla="*/ 17 h 37"/>
                  <a:gd name="T18" fmla="*/ 1 w 5"/>
                  <a:gd name="T19" fmla="*/ 27 h 37"/>
                  <a:gd name="T20" fmla="*/ 2 w 5"/>
                  <a:gd name="T21" fmla="*/ 36 h 37"/>
                  <a:gd name="T22" fmla="*/ 4 w 5"/>
                  <a:gd name="T23" fmla="*/ 37 h 37"/>
                  <a:gd name="T24" fmla="*/ 2 w 5"/>
                  <a:gd name="T25" fmla="*/ 36 h 37"/>
                  <a:gd name="T26" fmla="*/ 2 w 5"/>
                  <a:gd name="T27" fmla="*/ 37 h 37"/>
                  <a:gd name="T28" fmla="*/ 4 w 5"/>
                  <a:gd name="T29" fmla="*/ 37 h 37"/>
                  <a:gd name="T30" fmla="*/ 4 w 5"/>
                  <a:gd name="T31" fmla="*/ 36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7"/>
                  <a:gd name="T50" fmla="*/ 5 w 5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7">
                    <a:moveTo>
                      <a:pt x="4" y="36"/>
                    </a:moveTo>
                    <a:lnTo>
                      <a:pt x="5" y="36"/>
                    </a:lnTo>
                    <a:lnTo>
                      <a:pt x="4" y="27"/>
                    </a:lnTo>
                    <a:lnTo>
                      <a:pt x="4" y="17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" y="17"/>
                    </a:lnTo>
                    <a:lnTo>
                      <a:pt x="1" y="27"/>
                    </a:lnTo>
                    <a:lnTo>
                      <a:pt x="2" y="36"/>
                    </a:lnTo>
                    <a:lnTo>
                      <a:pt x="4" y="37"/>
                    </a:lnTo>
                    <a:lnTo>
                      <a:pt x="2" y="36"/>
                    </a:lnTo>
                    <a:lnTo>
                      <a:pt x="2" y="37"/>
                    </a:lnTo>
                    <a:lnTo>
                      <a:pt x="4" y="37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2" name="Freeform 913"/>
              <p:cNvSpPr>
                <a:spLocks/>
              </p:cNvSpPr>
              <p:nvPr/>
            </p:nvSpPr>
            <p:spPr bwMode="auto">
              <a:xfrm>
                <a:off x="3241" y="2111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8 h 12"/>
                  <a:gd name="T8" fmla="*/ 9 w 9"/>
                  <a:gd name="T9" fmla="*/ 7 h 12"/>
                  <a:gd name="T10" fmla="*/ 8 w 9"/>
                  <a:gd name="T11" fmla="*/ 5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1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5 h 12"/>
                  <a:gd name="T28" fmla="*/ 7 w 9"/>
                  <a:gd name="T29" fmla="*/ 5 h 12"/>
                  <a:gd name="T30" fmla="*/ 7 w 9"/>
                  <a:gd name="T31" fmla="*/ 7 h 12"/>
                  <a:gd name="T32" fmla="*/ 7 w 9"/>
                  <a:gd name="T33" fmla="*/ 8 h 12"/>
                  <a:gd name="T34" fmla="*/ 7 w 9"/>
                  <a:gd name="T35" fmla="*/ 9 h 12"/>
                  <a:gd name="T36" fmla="*/ 4 w 9"/>
                  <a:gd name="T37" fmla="*/ 11 h 12"/>
                  <a:gd name="T38" fmla="*/ 5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3" name="Freeform 914"/>
              <p:cNvSpPr>
                <a:spLocks/>
              </p:cNvSpPr>
              <p:nvPr/>
            </p:nvSpPr>
            <p:spPr bwMode="auto">
              <a:xfrm>
                <a:off x="3143" y="2122"/>
                <a:ext cx="103" cy="45"/>
              </a:xfrm>
              <a:custGeom>
                <a:avLst/>
                <a:gdLst>
                  <a:gd name="T0" fmla="*/ 1 w 103"/>
                  <a:gd name="T1" fmla="*/ 45 h 45"/>
                  <a:gd name="T2" fmla="*/ 3 w 103"/>
                  <a:gd name="T3" fmla="*/ 44 h 45"/>
                  <a:gd name="T4" fmla="*/ 9 w 103"/>
                  <a:gd name="T5" fmla="*/ 42 h 45"/>
                  <a:gd name="T6" fmla="*/ 14 w 103"/>
                  <a:gd name="T7" fmla="*/ 40 h 45"/>
                  <a:gd name="T8" fmla="*/ 20 w 103"/>
                  <a:gd name="T9" fmla="*/ 37 h 45"/>
                  <a:gd name="T10" fmla="*/ 27 w 103"/>
                  <a:gd name="T11" fmla="*/ 35 h 45"/>
                  <a:gd name="T12" fmla="*/ 35 w 103"/>
                  <a:gd name="T13" fmla="*/ 31 h 45"/>
                  <a:gd name="T14" fmla="*/ 44 w 103"/>
                  <a:gd name="T15" fmla="*/ 27 h 45"/>
                  <a:gd name="T16" fmla="*/ 52 w 103"/>
                  <a:gd name="T17" fmla="*/ 23 h 45"/>
                  <a:gd name="T18" fmla="*/ 60 w 103"/>
                  <a:gd name="T19" fmla="*/ 20 h 45"/>
                  <a:gd name="T20" fmla="*/ 70 w 103"/>
                  <a:gd name="T21" fmla="*/ 17 h 45"/>
                  <a:gd name="T22" fmla="*/ 77 w 103"/>
                  <a:gd name="T23" fmla="*/ 12 h 45"/>
                  <a:gd name="T24" fmla="*/ 83 w 103"/>
                  <a:gd name="T25" fmla="*/ 9 h 45"/>
                  <a:gd name="T26" fmla="*/ 90 w 103"/>
                  <a:gd name="T27" fmla="*/ 6 h 45"/>
                  <a:gd name="T28" fmla="*/ 96 w 103"/>
                  <a:gd name="T29" fmla="*/ 4 h 45"/>
                  <a:gd name="T30" fmla="*/ 100 w 103"/>
                  <a:gd name="T31" fmla="*/ 3 h 45"/>
                  <a:gd name="T32" fmla="*/ 103 w 103"/>
                  <a:gd name="T33" fmla="*/ 1 h 45"/>
                  <a:gd name="T34" fmla="*/ 101 w 103"/>
                  <a:gd name="T35" fmla="*/ 0 h 45"/>
                  <a:gd name="T36" fmla="*/ 97 w 103"/>
                  <a:gd name="T37" fmla="*/ 2 h 45"/>
                  <a:gd name="T38" fmla="*/ 92 w 103"/>
                  <a:gd name="T39" fmla="*/ 4 h 45"/>
                  <a:gd name="T40" fmla="*/ 86 w 103"/>
                  <a:gd name="T41" fmla="*/ 6 h 45"/>
                  <a:gd name="T42" fmla="*/ 79 w 103"/>
                  <a:gd name="T43" fmla="*/ 9 h 45"/>
                  <a:gd name="T44" fmla="*/ 73 w 103"/>
                  <a:gd name="T45" fmla="*/ 12 h 45"/>
                  <a:gd name="T46" fmla="*/ 64 w 103"/>
                  <a:gd name="T47" fmla="*/ 17 h 45"/>
                  <a:gd name="T48" fmla="*/ 56 w 103"/>
                  <a:gd name="T49" fmla="*/ 20 h 45"/>
                  <a:gd name="T50" fmla="*/ 47 w 103"/>
                  <a:gd name="T51" fmla="*/ 23 h 45"/>
                  <a:gd name="T52" fmla="*/ 39 w 103"/>
                  <a:gd name="T53" fmla="*/ 27 h 45"/>
                  <a:gd name="T54" fmla="*/ 31 w 103"/>
                  <a:gd name="T55" fmla="*/ 31 h 45"/>
                  <a:gd name="T56" fmla="*/ 23 w 103"/>
                  <a:gd name="T57" fmla="*/ 35 h 45"/>
                  <a:gd name="T58" fmla="*/ 16 w 103"/>
                  <a:gd name="T59" fmla="*/ 37 h 45"/>
                  <a:gd name="T60" fmla="*/ 11 w 103"/>
                  <a:gd name="T61" fmla="*/ 40 h 45"/>
                  <a:gd name="T62" fmla="*/ 5 w 103"/>
                  <a:gd name="T63" fmla="*/ 42 h 45"/>
                  <a:gd name="T64" fmla="*/ 1 w 103"/>
                  <a:gd name="T65" fmla="*/ 43 h 45"/>
                  <a:gd name="T66" fmla="*/ 1 w 103"/>
                  <a:gd name="T67" fmla="*/ 45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5"/>
                  <a:gd name="T104" fmla="*/ 103 w 103"/>
                  <a:gd name="T105" fmla="*/ 45 h 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5">
                    <a:moveTo>
                      <a:pt x="1" y="45"/>
                    </a:move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9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8"/>
                    </a:lnTo>
                    <a:lnTo>
                      <a:pt x="44" y="27"/>
                    </a:lnTo>
                    <a:lnTo>
                      <a:pt x="47" y="25"/>
                    </a:lnTo>
                    <a:lnTo>
                      <a:pt x="52" y="23"/>
                    </a:lnTo>
                    <a:lnTo>
                      <a:pt x="57" y="21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4"/>
                    </a:lnTo>
                    <a:lnTo>
                      <a:pt x="77" y="12"/>
                    </a:lnTo>
                    <a:lnTo>
                      <a:pt x="80" y="10"/>
                    </a:lnTo>
                    <a:lnTo>
                      <a:pt x="83" y="9"/>
                    </a:lnTo>
                    <a:lnTo>
                      <a:pt x="87" y="7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7"/>
                    </a:lnTo>
                    <a:lnTo>
                      <a:pt x="79" y="9"/>
                    </a:lnTo>
                    <a:lnTo>
                      <a:pt x="76" y="10"/>
                    </a:lnTo>
                    <a:lnTo>
                      <a:pt x="73" y="12"/>
                    </a:lnTo>
                    <a:lnTo>
                      <a:pt x="67" y="14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5"/>
                    </a:lnTo>
                    <a:lnTo>
                      <a:pt x="39" y="27"/>
                    </a:lnTo>
                    <a:lnTo>
                      <a:pt x="35" y="28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1" y="40"/>
                    </a:lnTo>
                    <a:lnTo>
                      <a:pt x="9" y="41"/>
                    </a:lnTo>
                    <a:lnTo>
                      <a:pt x="5" y="42"/>
                    </a:lnTo>
                    <a:lnTo>
                      <a:pt x="3" y="42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1" y="45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4" name="Freeform 915"/>
              <p:cNvSpPr>
                <a:spLocks/>
              </p:cNvSpPr>
              <p:nvPr/>
            </p:nvSpPr>
            <p:spPr bwMode="auto">
              <a:xfrm>
                <a:off x="3129" y="2163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5" name="Freeform 916"/>
              <p:cNvSpPr>
                <a:spLocks/>
              </p:cNvSpPr>
              <p:nvPr/>
            </p:nvSpPr>
            <p:spPr bwMode="auto">
              <a:xfrm>
                <a:off x="3015" y="2102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5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1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7 h 62"/>
                  <a:gd name="T20" fmla="*/ 75 w 115"/>
                  <a:gd name="T21" fmla="*/ 41 h 62"/>
                  <a:gd name="T22" fmla="*/ 83 w 115"/>
                  <a:gd name="T23" fmla="*/ 46 h 62"/>
                  <a:gd name="T24" fmla="*/ 93 w 115"/>
                  <a:gd name="T25" fmla="*/ 52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2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3 h 62"/>
                  <a:gd name="T58" fmla="*/ 16 w 115"/>
                  <a:gd name="T59" fmla="*/ 8 h 62"/>
                  <a:gd name="T60" fmla="*/ 8 w 115"/>
                  <a:gd name="T61" fmla="*/ 5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11" y="8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6"/>
                    </a:lnTo>
                    <a:lnTo>
                      <a:pt x="61" y="32"/>
                    </a:lnTo>
                    <a:lnTo>
                      <a:pt x="55" y="29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20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6" name="Freeform 917"/>
              <p:cNvSpPr>
                <a:spLocks/>
              </p:cNvSpPr>
              <p:nvPr/>
            </p:nvSpPr>
            <p:spPr bwMode="auto">
              <a:xfrm>
                <a:off x="3003" y="2093"/>
                <a:ext cx="13" cy="10"/>
              </a:xfrm>
              <a:custGeom>
                <a:avLst/>
                <a:gdLst>
                  <a:gd name="T0" fmla="*/ 0 w 13"/>
                  <a:gd name="T1" fmla="*/ 1 h 10"/>
                  <a:gd name="T2" fmla="*/ 0 w 13"/>
                  <a:gd name="T3" fmla="*/ 1 h 10"/>
                  <a:gd name="T4" fmla="*/ 1 w 13"/>
                  <a:gd name="T5" fmla="*/ 3 h 10"/>
                  <a:gd name="T6" fmla="*/ 2 w 13"/>
                  <a:gd name="T7" fmla="*/ 4 h 10"/>
                  <a:gd name="T8" fmla="*/ 5 w 13"/>
                  <a:gd name="T9" fmla="*/ 5 h 10"/>
                  <a:gd name="T10" fmla="*/ 7 w 13"/>
                  <a:gd name="T11" fmla="*/ 7 h 10"/>
                  <a:gd name="T12" fmla="*/ 8 w 13"/>
                  <a:gd name="T13" fmla="*/ 7 h 10"/>
                  <a:gd name="T14" fmla="*/ 9 w 13"/>
                  <a:gd name="T15" fmla="*/ 7 h 10"/>
                  <a:gd name="T16" fmla="*/ 11 w 13"/>
                  <a:gd name="T17" fmla="*/ 9 h 10"/>
                  <a:gd name="T18" fmla="*/ 12 w 13"/>
                  <a:gd name="T19" fmla="*/ 10 h 10"/>
                  <a:gd name="T20" fmla="*/ 13 w 13"/>
                  <a:gd name="T21" fmla="*/ 9 h 10"/>
                  <a:gd name="T22" fmla="*/ 11 w 13"/>
                  <a:gd name="T23" fmla="*/ 7 h 10"/>
                  <a:gd name="T24" fmla="*/ 10 w 13"/>
                  <a:gd name="T25" fmla="*/ 7 h 10"/>
                  <a:gd name="T26" fmla="*/ 9 w 13"/>
                  <a:gd name="T27" fmla="*/ 5 h 10"/>
                  <a:gd name="T28" fmla="*/ 8 w 13"/>
                  <a:gd name="T29" fmla="*/ 4 h 10"/>
                  <a:gd name="T30" fmla="*/ 7 w 13"/>
                  <a:gd name="T31" fmla="*/ 4 h 10"/>
                  <a:gd name="T32" fmla="*/ 5 w 13"/>
                  <a:gd name="T33" fmla="*/ 3 h 10"/>
                  <a:gd name="T34" fmla="*/ 2 w 13"/>
                  <a:gd name="T35" fmla="*/ 1 h 10"/>
                  <a:gd name="T36" fmla="*/ 1 w 13"/>
                  <a:gd name="T37" fmla="*/ 0 h 10"/>
                  <a:gd name="T38" fmla="*/ 0 w 13"/>
                  <a:gd name="T39" fmla="*/ 1 h 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0"/>
                  <a:gd name="T62" fmla="*/ 13 w 13"/>
                  <a:gd name="T63" fmla="*/ 10 h 1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0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7" name="Freeform 918"/>
              <p:cNvSpPr>
                <a:spLocks/>
              </p:cNvSpPr>
              <p:nvPr/>
            </p:nvSpPr>
            <p:spPr bwMode="auto">
              <a:xfrm>
                <a:off x="3132" y="2125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8 h 41"/>
                  <a:gd name="T8" fmla="*/ 4 w 10"/>
                  <a:gd name="T9" fmla="*/ 36 h 41"/>
                  <a:gd name="T10" fmla="*/ 4 w 10"/>
                  <a:gd name="T11" fmla="*/ 34 h 41"/>
                  <a:gd name="T12" fmla="*/ 2 w 10"/>
                  <a:gd name="T13" fmla="*/ 31 h 41"/>
                  <a:gd name="T14" fmla="*/ 0 w 10"/>
                  <a:gd name="T15" fmla="*/ 29 h 41"/>
                  <a:gd name="T16" fmla="*/ 0 w 10"/>
                  <a:gd name="T17" fmla="*/ 25 h 41"/>
                  <a:gd name="T18" fmla="*/ 0 w 10"/>
                  <a:gd name="T19" fmla="*/ 21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8 h 41"/>
                  <a:gd name="T26" fmla="*/ 4 w 10"/>
                  <a:gd name="T27" fmla="*/ 6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8" name="Freeform 919"/>
              <p:cNvSpPr>
                <a:spLocks/>
              </p:cNvSpPr>
              <p:nvPr/>
            </p:nvSpPr>
            <p:spPr bwMode="auto">
              <a:xfrm>
                <a:off x="3132" y="2150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7 h 17"/>
                  <a:gd name="T8" fmla="*/ 2 w 10"/>
                  <a:gd name="T9" fmla="*/ 9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7 h 17"/>
                  <a:gd name="T34" fmla="*/ 3 w 10"/>
                  <a:gd name="T35" fmla="*/ 3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29" name="Freeform 920"/>
              <p:cNvSpPr>
                <a:spLocks/>
              </p:cNvSpPr>
              <p:nvPr/>
            </p:nvSpPr>
            <p:spPr bwMode="auto">
              <a:xfrm>
                <a:off x="3132" y="2125"/>
                <a:ext cx="9" cy="25"/>
              </a:xfrm>
              <a:custGeom>
                <a:avLst/>
                <a:gdLst>
                  <a:gd name="T0" fmla="*/ 8 w 9"/>
                  <a:gd name="T1" fmla="*/ 0 h 25"/>
                  <a:gd name="T2" fmla="*/ 6 w 9"/>
                  <a:gd name="T3" fmla="*/ 1 h 25"/>
                  <a:gd name="T4" fmla="*/ 4 w 9"/>
                  <a:gd name="T5" fmla="*/ 3 h 25"/>
                  <a:gd name="T6" fmla="*/ 3 w 9"/>
                  <a:gd name="T7" fmla="*/ 6 h 25"/>
                  <a:gd name="T8" fmla="*/ 2 w 9"/>
                  <a:gd name="T9" fmla="*/ 9 h 25"/>
                  <a:gd name="T10" fmla="*/ 0 w 9"/>
                  <a:gd name="T11" fmla="*/ 13 h 25"/>
                  <a:gd name="T12" fmla="*/ 0 w 9"/>
                  <a:gd name="T13" fmla="*/ 17 h 25"/>
                  <a:gd name="T14" fmla="*/ 0 w 9"/>
                  <a:gd name="T15" fmla="*/ 21 h 25"/>
                  <a:gd name="T16" fmla="*/ 0 w 9"/>
                  <a:gd name="T17" fmla="*/ 25 h 25"/>
                  <a:gd name="T18" fmla="*/ 3 w 9"/>
                  <a:gd name="T19" fmla="*/ 25 h 25"/>
                  <a:gd name="T20" fmla="*/ 3 w 9"/>
                  <a:gd name="T21" fmla="*/ 21 h 25"/>
                  <a:gd name="T22" fmla="*/ 3 w 9"/>
                  <a:gd name="T23" fmla="*/ 17 h 25"/>
                  <a:gd name="T24" fmla="*/ 3 w 9"/>
                  <a:gd name="T25" fmla="*/ 13 h 25"/>
                  <a:gd name="T26" fmla="*/ 4 w 9"/>
                  <a:gd name="T27" fmla="*/ 9 h 25"/>
                  <a:gd name="T28" fmla="*/ 4 w 9"/>
                  <a:gd name="T29" fmla="*/ 6 h 25"/>
                  <a:gd name="T30" fmla="*/ 6 w 9"/>
                  <a:gd name="T31" fmla="*/ 4 h 25"/>
                  <a:gd name="T32" fmla="*/ 7 w 9"/>
                  <a:gd name="T33" fmla="*/ 3 h 25"/>
                  <a:gd name="T34" fmla="*/ 9 w 9"/>
                  <a:gd name="T35" fmla="*/ 1 h 25"/>
                  <a:gd name="T36" fmla="*/ 8 w 9"/>
                  <a:gd name="T37" fmla="*/ 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5"/>
                  <a:gd name="T59" fmla="*/ 9 w 9"/>
                  <a:gd name="T60" fmla="*/ 25 h 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5">
                    <a:moveTo>
                      <a:pt x="8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0" name="Freeform 921"/>
              <p:cNvSpPr>
                <a:spLocks/>
              </p:cNvSpPr>
              <p:nvPr/>
            </p:nvSpPr>
            <p:spPr bwMode="auto">
              <a:xfrm>
                <a:off x="3011" y="2010"/>
                <a:ext cx="239" cy="115"/>
              </a:xfrm>
              <a:custGeom>
                <a:avLst/>
                <a:gdLst>
                  <a:gd name="T0" fmla="*/ 8 w 239"/>
                  <a:gd name="T1" fmla="*/ 42 h 115"/>
                  <a:gd name="T2" fmla="*/ 24 w 239"/>
                  <a:gd name="T3" fmla="*/ 35 h 115"/>
                  <a:gd name="T4" fmla="*/ 45 w 239"/>
                  <a:gd name="T5" fmla="*/ 24 h 115"/>
                  <a:gd name="T6" fmla="*/ 67 w 239"/>
                  <a:gd name="T7" fmla="*/ 14 h 115"/>
                  <a:gd name="T8" fmla="*/ 85 w 239"/>
                  <a:gd name="T9" fmla="*/ 5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2 h 115"/>
                  <a:gd name="T16" fmla="*/ 108 w 239"/>
                  <a:gd name="T17" fmla="*/ 4 h 115"/>
                  <a:gd name="T18" fmla="*/ 114 w 239"/>
                  <a:gd name="T19" fmla="*/ 7 h 115"/>
                  <a:gd name="T20" fmla="*/ 126 w 239"/>
                  <a:gd name="T21" fmla="*/ 12 h 115"/>
                  <a:gd name="T22" fmla="*/ 140 w 239"/>
                  <a:gd name="T23" fmla="*/ 19 h 115"/>
                  <a:gd name="T24" fmla="*/ 155 w 239"/>
                  <a:gd name="T25" fmla="*/ 25 h 115"/>
                  <a:gd name="T26" fmla="*/ 172 w 239"/>
                  <a:gd name="T27" fmla="*/ 34 h 115"/>
                  <a:gd name="T28" fmla="*/ 188 w 239"/>
                  <a:gd name="T29" fmla="*/ 40 h 115"/>
                  <a:gd name="T30" fmla="*/ 204 w 239"/>
                  <a:gd name="T31" fmla="*/ 47 h 115"/>
                  <a:gd name="T32" fmla="*/ 217 w 239"/>
                  <a:gd name="T33" fmla="*/ 54 h 115"/>
                  <a:gd name="T34" fmla="*/ 226 w 239"/>
                  <a:gd name="T35" fmla="*/ 58 h 115"/>
                  <a:gd name="T36" fmla="*/ 233 w 239"/>
                  <a:gd name="T37" fmla="*/ 60 h 115"/>
                  <a:gd name="T38" fmla="*/ 237 w 239"/>
                  <a:gd name="T39" fmla="*/ 63 h 115"/>
                  <a:gd name="T40" fmla="*/ 239 w 239"/>
                  <a:gd name="T41" fmla="*/ 68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2 h 115"/>
                  <a:gd name="T50" fmla="*/ 197 w 239"/>
                  <a:gd name="T51" fmla="*/ 87 h 115"/>
                  <a:gd name="T52" fmla="*/ 184 w 239"/>
                  <a:gd name="T53" fmla="*/ 92 h 115"/>
                  <a:gd name="T54" fmla="*/ 172 w 239"/>
                  <a:gd name="T55" fmla="*/ 98 h 115"/>
                  <a:gd name="T56" fmla="*/ 160 w 239"/>
                  <a:gd name="T57" fmla="*/ 103 h 115"/>
                  <a:gd name="T58" fmla="*/ 149 w 239"/>
                  <a:gd name="T59" fmla="*/ 108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08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3 h 115"/>
                  <a:gd name="T80" fmla="*/ 51 w 239"/>
                  <a:gd name="T81" fmla="*/ 75 h 115"/>
                  <a:gd name="T82" fmla="*/ 36 w 239"/>
                  <a:gd name="T83" fmla="*/ 68 h 115"/>
                  <a:gd name="T84" fmla="*/ 23 w 239"/>
                  <a:gd name="T85" fmla="*/ 60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7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24" y="35"/>
                    </a:lnTo>
                    <a:lnTo>
                      <a:pt x="31" y="30"/>
                    </a:lnTo>
                    <a:lnTo>
                      <a:pt x="37" y="27"/>
                    </a:lnTo>
                    <a:lnTo>
                      <a:pt x="45" y="24"/>
                    </a:lnTo>
                    <a:lnTo>
                      <a:pt x="52" y="21"/>
                    </a:lnTo>
                    <a:lnTo>
                      <a:pt x="61" y="18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7"/>
                    </a:lnTo>
                    <a:lnTo>
                      <a:pt x="85" y="5"/>
                    </a:lnTo>
                    <a:lnTo>
                      <a:pt x="89" y="3"/>
                    </a:lnTo>
                    <a:lnTo>
                      <a:pt x="93" y="2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2"/>
                    </a:lnTo>
                    <a:lnTo>
                      <a:pt x="104" y="2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0" y="4"/>
                    </a:lnTo>
                    <a:lnTo>
                      <a:pt x="112" y="5"/>
                    </a:lnTo>
                    <a:lnTo>
                      <a:pt x="114" y="7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9"/>
                    </a:lnTo>
                    <a:lnTo>
                      <a:pt x="145" y="21"/>
                    </a:lnTo>
                    <a:lnTo>
                      <a:pt x="149" y="23"/>
                    </a:lnTo>
                    <a:lnTo>
                      <a:pt x="155" y="25"/>
                    </a:lnTo>
                    <a:lnTo>
                      <a:pt x="161" y="27"/>
                    </a:lnTo>
                    <a:lnTo>
                      <a:pt x="166" y="30"/>
                    </a:lnTo>
                    <a:lnTo>
                      <a:pt x="172" y="34"/>
                    </a:lnTo>
                    <a:lnTo>
                      <a:pt x="178" y="36"/>
                    </a:lnTo>
                    <a:lnTo>
                      <a:pt x="183" y="38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4"/>
                    </a:lnTo>
                    <a:lnTo>
                      <a:pt x="220" y="55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6"/>
                    </a:lnTo>
                    <a:lnTo>
                      <a:pt x="239" y="66"/>
                    </a:lnTo>
                    <a:lnTo>
                      <a:pt x="239" y="68"/>
                    </a:lnTo>
                    <a:lnTo>
                      <a:pt x="238" y="68"/>
                    </a:lnTo>
                    <a:lnTo>
                      <a:pt x="236" y="70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5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2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0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100"/>
                    </a:lnTo>
                    <a:lnTo>
                      <a:pt x="164" y="101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8"/>
                    </a:lnTo>
                    <a:lnTo>
                      <a:pt x="143" y="110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0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5"/>
                    </a:lnTo>
                    <a:lnTo>
                      <a:pt x="66" y="83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6" y="68"/>
                    </a:lnTo>
                    <a:lnTo>
                      <a:pt x="32" y="66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1" name="Freeform 922"/>
              <p:cNvSpPr>
                <a:spLocks/>
              </p:cNvSpPr>
              <p:nvPr/>
            </p:nvSpPr>
            <p:spPr bwMode="auto">
              <a:xfrm>
                <a:off x="3014" y="2010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2 h 44"/>
                  <a:gd name="T6" fmla="*/ 81 w 90"/>
                  <a:gd name="T7" fmla="*/ 4 h 44"/>
                  <a:gd name="T8" fmla="*/ 77 w 90"/>
                  <a:gd name="T9" fmla="*/ 6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20 h 44"/>
                  <a:gd name="T18" fmla="*/ 42 w 90"/>
                  <a:gd name="T19" fmla="*/ 23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4 h 44"/>
                  <a:gd name="T26" fmla="*/ 15 w 90"/>
                  <a:gd name="T27" fmla="*/ 36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3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8 h 44"/>
                  <a:gd name="T46" fmla="*/ 21 w 90"/>
                  <a:gd name="T47" fmla="*/ 34 h 44"/>
                  <a:gd name="T48" fmla="*/ 28 w 90"/>
                  <a:gd name="T49" fmla="*/ 31 h 44"/>
                  <a:gd name="T50" fmla="*/ 35 w 90"/>
                  <a:gd name="T51" fmla="*/ 28 h 44"/>
                  <a:gd name="T52" fmla="*/ 42 w 90"/>
                  <a:gd name="T53" fmla="*/ 24 h 44"/>
                  <a:gd name="T54" fmla="*/ 50 w 90"/>
                  <a:gd name="T55" fmla="*/ 21 h 44"/>
                  <a:gd name="T56" fmla="*/ 56 w 90"/>
                  <a:gd name="T57" fmla="*/ 18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6 h 44"/>
                  <a:gd name="T66" fmla="*/ 86 w 90"/>
                  <a:gd name="T67" fmla="*/ 4 h 44"/>
                  <a:gd name="T68" fmla="*/ 90 w 90"/>
                  <a:gd name="T69" fmla="*/ 2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2"/>
                    </a:lnTo>
                    <a:lnTo>
                      <a:pt x="81" y="4"/>
                    </a:lnTo>
                    <a:lnTo>
                      <a:pt x="77" y="6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20"/>
                    </a:lnTo>
                    <a:lnTo>
                      <a:pt x="42" y="23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3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4"/>
                    </a:lnTo>
                    <a:lnTo>
                      <a:pt x="28" y="31"/>
                    </a:lnTo>
                    <a:lnTo>
                      <a:pt x="35" y="28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6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2" name="Freeform 923"/>
              <p:cNvSpPr>
                <a:spLocks/>
              </p:cNvSpPr>
              <p:nvPr/>
            </p:nvSpPr>
            <p:spPr bwMode="auto">
              <a:xfrm>
                <a:off x="3103" y="2009"/>
                <a:ext cx="13" cy="4"/>
              </a:xfrm>
              <a:custGeom>
                <a:avLst/>
                <a:gdLst>
                  <a:gd name="T0" fmla="*/ 13 w 13"/>
                  <a:gd name="T1" fmla="*/ 3 h 4"/>
                  <a:gd name="T2" fmla="*/ 13 w 13"/>
                  <a:gd name="T3" fmla="*/ 3 h 4"/>
                  <a:gd name="T4" fmla="*/ 12 w 13"/>
                  <a:gd name="T5" fmla="*/ 1 h 4"/>
                  <a:gd name="T6" fmla="*/ 10 w 13"/>
                  <a:gd name="T7" fmla="*/ 1 h 4"/>
                  <a:gd name="T8" fmla="*/ 9 w 13"/>
                  <a:gd name="T9" fmla="*/ 0 h 4"/>
                  <a:gd name="T10" fmla="*/ 6 w 13"/>
                  <a:gd name="T11" fmla="*/ 0 h 4"/>
                  <a:gd name="T12" fmla="*/ 5 w 13"/>
                  <a:gd name="T13" fmla="*/ 0 h 4"/>
                  <a:gd name="T14" fmla="*/ 3 w 13"/>
                  <a:gd name="T15" fmla="*/ 0 h 4"/>
                  <a:gd name="T16" fmla="*/ 2 w 13"/>
                  <a:gd name="T17" fmla="*/ 0 h 4"/>
                  <a:gd name="T18" fmla="*/ 0 w 13"/>
                  <a:gd name="T19" fmla="*/ 1 h 4"/>
                  <a:gd name="T20" fmla="*/ 0 w 13"/>
                  <a:gd name="T21" fmla="*/ 3 h 4"/>
                  <a:gd name="T22" fmla="*/ 2 w 13"/>
                  <a:gd name="T23" fmla="*/ 3 h 4"/>
                  <a:gd name="T24" fmla="*/ 3 w 13"/>
                  <a:gd name="T25" fmla="*/ 3 h 4"/>
                  <a:gd name="T26" fmla="*/ 5 w 13"/>
                  <a:gd name="T27" fmla="*/ 3 h 4"/>
                  <a:gd name="T28" fmla="*/ 6 w 13"/>
                  <a:gd name="T29" fmla="*/ 3 h 4"/>
                  <a:gd name="T30" fmla="*/ 9 w 13"/>
                  <a:gd name="T31" fmla="*/ 3 h 4"/>
                  <a:gd name="T32" fmla="*/ 10 w 13"/>
                  <a:gd name="T33" fmla="*/ 3 h 4"/>
                  <a:gd name="T34" fmla="*/ 11 w 13"/>
                  <a:gd name="T35" fmla="*/ 3 h 4"/>
                  <a:gd name="T36" fmla="*/ 12 w 13"/>
                  <a:gd name="T37" fmla="*/ 4 h 4"/>
                  <a:gd name="T38" fmla="*/ 13 w 13"/>
                  <a:gd name="T39" fmla="*/ 3 h 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4"/>
                  <a:gd name="T62" fmla="*/ 13 w 13"/>
                  <a:gd name="T63" fmla="*/ 4 h 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4">
                    <a:moveTo>
                      <a:pt x="13" y="3"/>
                    </a:moveTo>
                    <a:lnTo>
                      <a:pt x="13" y="3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3" name="Freeform 924"/>
              <p:cNvSpPr>
                <a:spLocks/>
              </p:cNvSpPr>
              <p:nvPr/>
            </p:nvSpPr>
            <p:spPr bwMode="auto">
              <a:xfrm>
                <a:off x="3115" y="2012"/>
                <a:ext cx="128" cy="59"/>
              </a:xfrm>
              <a:custGeom>
                <a:avLst/>
                <a:gdLst>
                  <a:gd name="T0" fmla="*/ 128 w 128"/>
                  <a:gd name="T1" fmla="*/ 58 h 59"/>
                  <a:gd name="T2" fmla="*/ 124 w 128"/>
                  <a:gd name="T3" fmla="*/ 56 h 59"/>
                  <a:gd name="T4" fmla="*/ 119 w 128"/>
                  <a:gd name="T5" fmla="*/ 53 h 59"/>
                  <a:gd name="T6" fmla="*/ 111 w 128"/>
                  <a:gd name="T7" fmla="*/ 51 h 59"/>
                  <a:gd name="T8" fmla="*/ 104 w 128"/>
                  <a:gd name="T9" fmla="*/ 47 h 59"/>
                  <a:gd name="T10" fmla="*/ 94 w 128"/>
                  <a:gd name="T11" fmla="*/ 42 h 59"/>
                  <a:gd name="T12" fmla="*/ 84 w 128"/>
                  <a:gd name="T13" fmla="*/ 38 h 59"/>
                  <a:gd name="T14" fmla="*/ 73 w 128"/>
                  <a:gd name="T15" fmla="*/ 32 h 59"/>
                  <a:gd name="T16" fmla="*/ 62 w 128"/>
                  <a:gd name="T17" fmla="*/ 27 h 59"/>
                  <a:gd name="T18" fmla="*/ 51 w 128"/>
                  <a:gd name="T19" fmla="*/ 22 h 59"/>
                  <a:gd name="T20" fmla="*/ 41 w 128"/>
                  <a:gd name="T21" fmla="*/ 18 h 59"/>
                  <a:gd name="T22" fmla="*/ 30 w 128"/>
                  <a:gd name="T23" fmla="*/ 12 h 59"/>
                  <a:gd name="T24" fmla="*/ 22 w 128"/>
                  <a:gd name="T25" fmla="*/ 8 h 59"/>
                  <a:gd name="T26" fmla="*/ 14 w 128"/>
                  <a:gd name="T27" fmla="*/ 5 h 59"/>
                  <a:gd name="T28" fmla="*/ 8 w 128"/>
                  <a:gd name="T29" fmla="*/ 3 h 59"/>
                  <a:gd name="T30" fmla="*/ 4 w 128"/>
                  <a:gd name="T31" fmla="*/ 1 h 59"/>
                  <a:gd name="T32" fmla="*/ 0 w 128"/>
                  <a:gd name="T33" fmla="*/ 2 h 59"/>
                  <a:gd name="T34" fmla="*/ 2 w 128"/>
                  <a:gd name="T35" fmla="*/ 2 h 59"/>
                  <a:gd name="T36" fmla="*/ 7 w 128"/>
                  <a:gd name="T37" fmla="*/ 4 h 59"/>
                  <a:gd name="T38" fmla="*/ 13 w 128"/>
                  <a:gd name="T39" fmla="*/ 7 h 59"/>
                  <a:gd name="T40" fmla="*/ 21 w 128"/>
                  <a:gd name="T41" fmla="*/ 10 h 59"/>
                  <a:gd name="T42" fmla="*/ 29 w 128"/>
                  <a:gd name="T43" fmla="*/ 14 h 59"/>
                  <a:gd name="T44" fmla="*/ 40 w 128"/>
                  <a:gd name="T45" fmla="*/ 20 h 59"/>
                  <a:gd name="T46" fmla="*/ 50 w 128"/>
                  <a:gd name="T47" fmla="*/ 24 h 59"/>
                  <a:gd name="T48" fmla="*/ 61 w 128"/>
                  <a:gd name="T49" fmla="*/ 28 h 59"/>
                  <a:gd name="T50" fmla="*/ 72 w 128"/>
                  <a:gd name="T51" fmla="*/ 35 h 59"/>
                  <a:gd name="T52" fmla="*/ 83 w 128"/>
                  <a:gd name="T53" fmla="*/ 39 h 59"/>
                  <a:gd name="T54" fmla="*/ 94 w 128"/>
                  <a:gd name="T55" fmla="*/ 43 h 59"/>
                  <a:gd name="T56" fmla="*/ 103 w 128"/>
                  <a:gd name="T57" fmla="*/ 48 h 59"/>
                  <a:gd name="T58" fmla="*/ 110 w 128"/>
                  <a:gd name="T59" fmla="*/ 53 h 59"/>
                  <a:gd name="T60" fmla="*/ 119 w 128"/>
                  <a:gd name="T61" fmla="*/ 55 h 59"/>
                  <a:gd name="T62" fmla="*/ 123 w 128"/>
                  <a:gd name="T63" fmla="*/ 58 h 59"/>
                  <a:gd name="T64" fmla="*/ 126 w 128"/>
                  <a:gd name="T65" fmla="*/ 59 h 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59"/>
                  <a:gd name="T101" fmla="*/ 128 w 128"/>
                  <a:gd name="T102" fmla="*/ 59 h 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59">
                    <a:moveTo>
                      <a:pt x="128" y="58"/>
                    </a:moveTo>
                    <a:lnTo>
                      <a:pt x="128" y="58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3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49"/>
                    </a:lnTo>
                    <a:lnTo>
                      <a:pt x="104" y="47"/>
                    </a:lnTo>
                    <a:lnTo>
                      <a:pt x="99" y="44"/>
                    </a:lnTo>
                    <a:lnTo>
                      <a:pt x="94" y="42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68" y="29"/>
                    </a:lnTo>
                    <a:lnTo>
                      <a:pt x="62" y="27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2"/>
                    </a:lnTo>
                    <a:lnTo>
                      <a:pt x="29" y="14"/>
                    </a:lnTo>
                    <a:lnTo>
                      <a:pt x="36" y="17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8"/>
                    </a:lnTo>
                    <a:lnTo>
                      <a:pt x="67" y="32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3"/>
                    </a:lnTo>
                    <a:lnTo>
                      <a:pt x="99" y="45"/>
                    </a:lnTo>
                    <a:lnTo>
                      <a:pt x="103" y="48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3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8"/>
                    </a:lnTo>
                    <a:lnTo>
                      <a:pt x="125" y="58"/>
                    </a:lnTo>
                    <a:lnTo>
                      <a:pt x="126" y="59"/>
                    </a:lnTo>
                    <a:lnTo>
                      <a:pt x="128" y="5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4" name="Freeform 925"/>
              <p:cNvSpPr>
                <a:spLocks/>
              </p:cNvSpPr>
              <p:nvPr/>
            </p:nvSpPr>
            <p:spPr bwMode="auto">
              <a:xfrm>
                <a:off x="3241" y="2070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6 h 11"/>
                  <a:gd name="T10" fmla="*/ 8 w 9"/>
                  <a:gd name="T11" fmla="*/ 6 h 11"/>
                  <a:gd name="T12" fmla="*/ 7 w 9"/>
                  <a:gd name="T13" fmla="*/ 2 h 11"/>
                  <a:gd name="T14" fmla="*/ 5 w 9"/>
                  <a:gd name="T15" fmla="*/ 1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6 h 11"/>
                  <a:gd name="T28" fmla="*/ 7 w 9"/>
                  <a:gd name="T29" fmla="*/ 6 h 11"/>
                  <a:gd name="T30" fmla="*/ 7 w 9"/>
                  <a:gd name="T31" fmla="*/ 6 h 11"/>
                  <a:gd name="T32" fmla="*/ 7 w 9"/>
                  <a:gd name="T33" fmla="*/ 8 h 11"/>
                  <a:gd name="T34" fmla="*/ 7 w 9"/>
                  <a:gd name="T35" fmla="*/ 8 h 11"/>
                  <a:gd name="T36" fmla="*/ 4 w 9"/>
                  <a:gd name="T37" fmla="*/ 10 h 11"/>
                  <a:gd name="T38" fmla="*/ 5 w 9"/>
                  <a:gd name="T39" fmla="*/ 1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1"/>
                  <a:gd name="T62" fmla="*/ 9 w 9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5" name="Freeform 926"/>
              <p:cNvSpPr>
                <a:spLocks/>
              </p:cNvSpPr>
              <p:nvPr/>
            </p:nvSpPr>
            <p:spPr bwMode="auto">
              <a:xfrm>
                <a:off x="3143" y="2080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0 h 46"/>
                  <a:gd name="T8" fmla="*/ 20 w 103"/>
                  <a:gd name="T9" fmla="*/ 37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3 h 46"/>
                  <a:gd name="T18" fmla="*/ 60 w 103"/>
                  <a:gd name="T19" fmla="*/ 20 h 46"/>
                  <a:gd name="T20" fmla="*/ 70 w 103"/>
                  <a:gd name="T21" fmla="*/ 17 h 46"/>
                  <a:gd name="T22" fmla="*/ 77 w 103"/>
                  <a:gd name="T23" fmla="*/ 14 h 46"/>
                  <a:gd name="T24" fmla="*/ 83 w 103"/>
                  <a:gd name="T25" fmla="*/ 11 h 46"/>
                  <a:gd name="T26" fmla="*/ 90 w 103"/>
                  <a:gd name="T27" fmla="*/ 6 h 46"/>
                  <a:gd name="T28" fmla="*/ 95 w 103"/>
                  <a:gd name="T29" fmla="*/ 4 h 46"/>
                  <a:gd name="T30" fmla="*/ 100 w 103"/>
                  <a:gd name="T31" fmla="*/ 3 h 46"/>
                  <a:gd name="T32" fmla="*/ 103 w 103"/>
                  <a:gd name="T33" fmla="*/ 2 h 46"/>
                  <a:gd name="T34" fmla="*/ 101 w 103"/>
                  <a:gd name="T35" fmla="*/ 1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6 h 46"/>
                  <a:gd name="T42" fmla="*/ 79 w 103"/>
                  <a:gd name="T43" fmla="*/ 11 h 46"/>
                  <a:gd name="T44" fmla="*/ 72 w 103"/>
                  <a:gd name="T45" fmla="*/ 14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3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7 h 46"/>
                  <a:gd name="T60" fmla="*/ 11 w 103"/>
                  <a:gd name="T61" fmla="*/ 40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3"/>
                    </a:lnTo>
                    <a:lnTo>
                      <a:pt x="57" y="22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8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5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2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9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7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6" name="Freeform 927"/>
              <p:cNvSpPr>
                <a:spLocks/>
              </p:cNvSpPr>
              <p:nvPr/>
            </p:nvSpPr>
            <p:spPr bwMode="auto">
              <a:xfrm>
                <a:off x="3129" y="2122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7" name="Freeform 928"/>
              <p:cNvSpPr>
                <a:spLocks/>
              </p:cNvSpPr>
              <p:nvPr/>
            </p:nvSpPr>
            <p:spPr bwMode="auto">
              <a:xfrm>
                <a:off x="3015" y="2061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5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0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7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59 h 62"/>
                  <a:gd name="T36" fmla="*/ 110 w 115"/>
                  <a:gd name="T37" fmla="*/ 57 h 62"/>
                  <a:gd name="T38" fmla="*/ 104 w 115"/>
                  <a:gd name="T39" fmla="*/ 54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1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5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8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0"/>
                    </a:lnTo>
                    <a:lnTo>
                      <a:pt x="79" y="43"/>
                    </a:lnTo>
                    <a:lnTo>
                      <a:pt x="83" y="46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6"/>
                    </a:lnTo>
                    <a:lnTo>
                      <a:pt x="107" y="57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59"/>
                    </a:lnTo>
                    <a:lnTo>
                      <a:pt x="112" y="58"/>
                    </a:lnTo>
                    <a:lnTo>
                      <a:pt x="110" y="57"/>
                    </a:lnTo>
                    <a:lnTo>
                      <a:pt x="107" y="56"/>
                    </a:lnTo>
                    <a:lnTo>
                      <a:pt x="104" y="54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6"/>
                    </a:lnTo>
                    <a:lnTo>
                      <a:pt x="84" y="43"/>
                    </a:lnTo>
                    <a:lnTo>
                      <a:pt x="80" y="41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8" name="Freeform 929"/>
              <p:cNvSpPr>
                <a:spLocks/>
              </p:cNvSpPr>
              <p:nvPr/>
            </p:nvSpPr>
            <p:spPr bwMode="auto">
              <a:xfrm>
                <a:off x="3010" y="2053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2 w 6"/>
                  <a:gd name="T5" fmla="*/ 1 h 9"/>
                  <a:gd name="T6" fmla="*/ 1 w 6"/>
                  <a:gd name="T7" fmla="*/ 3 h 9"/>
                  <a:gd name="T8" fmla="*/ 0 w 6"/>
                  <a:gd name="T9" fmla="*/ 3 h 9"/>
                  <a:gd name="T10" fmla="*/ 0 w 6"/>
                  <a:gd name="T11" fmla="*/ 6 h 9"/>
                  <a:gd name="T12" fmla="*/ 1 w 6"/>
                  <a:gd name="T13" fmla="*/ 7 h 9"/>
                  <a:gd name="T14" fmla="*/ 2 w 6"/>
                  <a:gd name="T15" fmla="*/ 8 h 9"/>
                  <a:gd name="T16" fmla="*/ 4 w 6"/>
                  <a:gd name="T17" fmla="*/ 8 h 9"/>
                  <a:gd name="T18" fmla="*/ 5 w 6"/>
                  <a:gd name="T19" fmla="*/ 9 h 9"/>
                  <a:gd name="T20" fmla="*/ 6 w 6"/>
                  <a:gd name="T21" fmla="*/ 8 h 9"/>
                  <a:gd name="T22" fmla="*/ 4 w 6"/>
                  <a:gd name="T23" fmla="*/ 7 h 9"/>
                  <a:gd name="T24" fmla="*/ 3 w 6"/>
                  <a:gd name="T25" fmla="*/ 6 h 9"/>
                  <a:gd name="T26" fmla="*/ 2 w 6"/>
                  <a:gd name="T27" fmla="*/ 6 h 9"/>
                  <a:gd name="T28" fmla="*/ 2 w 6"/>
                  <a:gd name="T29" fmla="*/ 3 h 9"/>
                  <a:gd name="T30" fmla="*/ 3 w 6"/>
                  <a:gd name="T31" fmla="*/ 3 h 9"/>
                  <a:gd name="T32" fmla="*/ 5 w 6"/>
                  <a:gd name="T33" fmla="*/ 1 h 9"/>
                  <a:gd name="T34" fmla="*/ 4 w 6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9"/>
                  <a:gd name="T56" fmla="*/ 6 w 6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39" name="Freeform 930"/>
              <p:cNvSpPr>
                <a:spLocks/>
              </p:cNvSpPr>
              <p:nvPr/>
            </p:nvSpPr>
            <p:spPr bwMode="auto">
              <a:xfrm>
                <a:off x="3137" y="2112"/>
                <a:ext cx="106" cy="49"/>
              </a:xfrm>
              <a:custGeom>
                <a:avLst/>
                <a:gdLst>
                  <a:gd name="T0" fmla="*/ 106 w 106"/>
                  <a:gd name="T1" fmla="*/ 0 h 49"/>
                  <a:gd name="T2" fmla="*/ 104 w 106"/>
                  <a:gd name="T3" fmla="*/ 0 h 49"/>
                  <a:gd name="T4" fmla="*/ 102 w 106"/>
                  <a:gd name="T5" fmla="*/ 1 h 49"/>
                  <a:gd name="T6" fmla="*/ 100 w 106"/>
                  <a:gd name="T7" fmla="*/ 2 h 49"/>
                  <a:gd name="T8" fmla="*/ 98 w 106"/>
                  <a:gd name="T9" fmla="*/ 3 h 49"/>
                  <a:gd name="T10" fmla="*/ 95 w 106"/>
                  <a:gd name="T11" fmla="*/ 4 h 49"/>
                  <a:gd name="T12" fmla="*/ 92 w 106"/>
                  <a:gd name="T13" fmla="*/ 5 h 49"/>
                  <a:gd name="T14" fmla="*/ 88 w 106"/>
                  <a:gd name="T15" fmla="*/ 7 h 49"/>
                  <a:gd name="T16" fmla="*/ 85 w 106"/>
                  <a:gd name="T17" fmla="*/ 10 h 49"/>
                  <a:gd name="T18" fmla="*/ 82 w 106"/>
                  <a:gd name="T19" fmla="*/ 10 h 49"/>
                  <a:gd name="T20" fmla="*/ 79 w 106"/>
                  <a:gd name="T21" fmla="*/ 13 h 49"/>
                  <a:gd name="T22" fmla="*/ 75 w 106"/>
                  <a:gd name="T23" fmla="*/ 15 h 49"/>
                  <a:gd name="T24" fmla="*/ 70 w 106"/>
                  <a:gd name="T25" fmla="*/ 16 h 49"/>
                  <a:gd name="T26" fmla="*/ 66 w 106"/>
                  <a:gd name="T27" fmla="*/ 18 h 49"/>
                  <a:gd name="T28" fmla="*/ 62 w 106"/>
                  <a:gd name="T29" fmla="*/ 20 h 49"/>
                  <a:gd name="T30" fmla="*/ 57 w 106"/>
                  <a:gd name="T31" fmla="*/ 22 h 49"/>
                  <a:gd name="T32" fmla="*/ 53 w 106"/>
                  <a:gd name="T33" fmla="*/ 23 h 49"/>
                  <a:gd name="T34" fmla="*/ 50 w 106"/>
                  <a:gd name="T35" fmla="*/ 26 h 49"/>
                  <a:gd name="T36" fmla="*/ 45 w 106"/>
                  <a:gd name="T37" fmla="*/ 29 h 49"/>
                  <a:gd name="T38" fmla="*/ 40 w 106"/>
                  <a:gd name="T39" fmla="*/ 31 h 49"/>
                  <a:gd name="T40" fmla="*/ 36 w 106"/>
                  <a:gd name="T41" fmla="*/ 32 h 49"/>
                  <a:gd name="T42" fmla="*/ 31 w 106"/>
                  <a:gd name="T43" fmla="*/ 34 h 49"/>
                  <a:gd name="T44" fmla="*/ 28 w 106"/>
                  <a:gd name="T45" fmla="*/ 36 h 49"/>
                  <a:gd name="T46" fmla="*/ 23 w 106"/>
                  <a:gd name="T47" fmla="*/ 37 h 49"/>
                  <a:gd name="T48" fmla="*/ 20 w 106"/>
                  <a:gd name="T49" fmla="*/ 39 h 49"/>
                  <a:gd name="T50" fmla="*/ 17 w 106"/>
                  <a:gd name="T51" fmla="*/ 42 h 49"/>
                  <a:gd name="T52" fmla="*/ 14 w 106"/>
                  <a:gd name="T53" fmla="*/ 42 h 49"/>
                  <a:gd name="T54" fmla="*/ 10 w 106"/>
                  <a:gd name="T55" fmla="*/ 45 h 49"/>
                  <a:gd name="T56" fmla="*/ 8 w 106"/>
                  <a:gd name="T57" fmla="*/ 46 h 49"/>
                  <a:gd name="T58" fmla="*/ 5 w 106"/>
                  <a:gd name="T59" fmla="*/ 47 h 49"/>
                  <a:gd name="T60" fmla="*/ 3 w 106"/>
                  <a:gd name="T61" fmla="*/ 48 h 49"/>
                  <a:gd name="T62" fmla="*/ 1 w 106"/>
                  <a:gd name="T63" fmla="*/ 48 h 49"/>
                  <a:gd name="T64" fmla="*/ 0 w 106"/>
                  <a:gd name="T65" fmla="*/ 49 h 49"/>
                  <a:gd name="T66" fmla="*/ 106 w 106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9"/>
                  <a:gd name="T104" fmla="*/ 106 w 106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9">
                    <a:moveTo>
                      <a:pt x="106" y="0"/>
                    </a:moveTo>
                    <a:lnTo>
                      <a:pt x="104" y="0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6"/>
                    </a:lnTo>
                    <a:lnTo>
                      <a:pt x="45" y="29"/>
                    </a:lnTo>
                    <a:lnTo>
                      <a:pt x="40" y="31"/>
                    </a:lnTo>
                    <a:lnTo>
                      <a:pt x="36" y="32"/>
                    </a:lnTo>
                    <a:lnTo>
                      <a:pt x="31" y="34"/>
                    </a:lnTo>
                    <a:lnTo>
                      <a:pt x="28" y="36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2"/>
                    </a:lnTo>
                    <a:lnTo>
                      <a:pt x="14" y="42"/>
                    </a:lnTo>
                    <a:lnTo>
                      <a:pt x="10" y="45"/>
                    </a:lnTo>
                    <a:lnTo>
                      <a:pt x="8" y="46"/>
                    </a:lnTo>
                    <a:lnTo>
                      <a:pt x="5" y="47"/>
                    </a:lnTo>
                    <a:lnTo>
                      <a:pt x="3" y="48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0" name="Freeform 931"/>
              <p:cNvSpPr>
                <a:spLocks/>
              </p:cNvSpPr>
              <p:nvPr/>
            </p:nvSpPr>
            <p:spPr bwMode="auto">
              <a:xfrm>
                <a:off x="3136" y="2112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6 h 50"/>
                  <a:gd name="T6" fmla="*/ 18 w 107"/>
                  <a:gd name="T7" fmla="*/ 42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8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3 h 50"/>
                  <a:gd name="T24" fmla="*/ 89 w 107"/>
                  <a:gd name="T25" fmla="*/ 10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10 h 50"/>
                  <a:gd name="T42" fmla="*/ 79 w 107"/>
                  <a:gd name="T43" fmla="*/ 13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9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2 h 50"/>
                  <a:gd name="T60" fmla="*/ 7 w 107"/>
                  <a:gd name="T61" fmla="*/ 45 h 50"/>
                  <a:gd name="T62" fmla="*/ 3 w 107"/>
                  <a:gd name="T63" fmla="*/ 47 h 50"/>
                  <a:gd name="T64" fmla="*/ 0 w 107"/>
                  <a:gd name="T65" fmla="*/ 49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6"/>
                    </a:lnTo>
                    <a:lnTo>
                      <a:pt x="15" y="44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30"/>
                    </a:lnTo>
                    <a:lnTo>
                      <a:pt x="49" y="28"/>
                    </a:lnTo>
                    <a:lnTo>
                      <a:pt x="54" y="26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3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2"/>
                    </a:lnTo>
                    <a:lnTo>
                      <a:pt x="105" y="0"/>
                    </a:lnTo>
                    <a:lnTo>
                      <a:pt x="104" y="1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6"/>
                    </a:lnTo>
                    <a:lnTo>
                      <a:pt x="45" y="29"/>
                    </a:lnTo>
                    <a:lnTo>
                      <a:pt x="40" y="30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7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1" name="Freeform 932"/>
              <p:cNvSpPr>
                <a:spLocks/>
              </p:cNvSpPr>
              <p:nvPr/>
            </p:nvSpPr>
            <p:spPr bwMode="auto">
              <a:xfrm>
                <a:off x="2998" y="2015"/>
                <a:ext cx="252" cy="110"/>
              </a:xfrm>
              <a:custGeom>
                <a:avLst/>
                <a:gdLst>
                  <a:gd name="T0" fmla="*/ 2 w 252"/>
                  <a:gd name="T1" fmla="*/ 29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8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6 h 110"/>
                  <a:gd name="T28" fmla="*/ 247 w 252"/>
                  <a:gd name="T29" fmla="*/ 56 h 110"/>
                  <a:gd name="T30" fmla="*/ 251 w 252"/>
                  <a:gd name="T31" fmla="*/ 60 h 110"/>
                  <a:gd name="T32" fmla="*/ 251 w 252"/>
                  <a:gd name="T33" fmla="*/ 63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3 h 110"/>
                  <a:gd name="T40" fmla="*/ 218 w 252"/>
                  <a:gd name="T41" fmla="*/ 78 h 110"/>
                  <a:gd name="T42" fmla="*/ 205 w 252"/>
                  <a:gd name="T43" fmla="*/ 83 h 110"/>
                  <a:gd name="T44" fmla="*/ 193 w 252"/>
                  <a:gd name="T45" fmla="*/ 89 h 110"/>
                  <a:gd name="T46" fmla="*/ 180 w 252"/>
                  <a:gd name="T47" fmla="*/ 94 h 110"/>
                  <a:gd name="T48" fmla="*/ 170 w 252"/>
                  <a:gd name="T49" fmla="*/ 99 h 110"/>
                  <a:gd name="T50" fmla="*/ 159 w 252"/>
                  <a:gd name="T51" fmla="*/ 103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1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2 h 110"/>
                  <a:gd name="T70" fmla="*/ 72 w 252"/>
                  <a:gd name="T71" fmla="*/ 74 h 110"/>
                  <a:gd name="T72" fmla="*/ 58 w 252"/>
                  <a:gd name="T73" fmla="*/ 66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8 h 110"/>
                  <a:gd name="T80" fmla="*/ 18 w 252"/>
                  <a:gd name="T81" fmla="*/ 46 h 110"/>
                  <a:gd name="T82" fmla="*/ 15 w 252"/>
                  <a:gd name="T83" fmla="*/ 44 h 110"/>
                  <a:gd name="T84" fmla="*/ 10 w 252"/>
                  <a:gd name="T85" fmla="*/ 40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29"/>
                    </a:lnTo>
                    <a:lnTo>
                      <a:pt x="1" y="24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8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5"/>
                    </a:lnTo>
                    <a:lnTo>
                      <a:pt x="107" y="5"/>
                    </a:lnTo>
                    <a:lnTo>
                      <a:pt x="118" y="6"/>
                    </a:lnTo>
                    <a:lnTo>
                      <a:pt x="128" y="7"/>
                    </a:lnTo>
                    <a:lnTo>
                      <a:pt x="140" y="8"/>
                    </a:lnTo>
                    <a:lnTo>
                      <a:pt x="149" y="8"/>
                    </a:lnTo>
                    <a:lnTo>
                      <a:pt x="160" y="9"/>
                    </a:lnTo>
                    <a:lnTo>
                      <a:pt x="170" y="10"/>
                    </a:lnTo>
                    <a:lnTo>
                      <a:pt x="180" y="13"/>
                    </a:lnTo>
                    <a:lnTo>
                      <a:pt x="189" y="13"/>
                    </a:lnTo>
                    <a:lnTo>
                      <a:pt x="199" y="13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6"/>
                    </a:lnTo>
                    <a:lnTo>
                      <a:pt x="245" y="45"/>
                    </a:lnTo>
                    <a:lnTo>
                      <a:pt x="246" y="55"/>
                    </a:lnTo>
                    <a:lnTo>
                      <a:pt x="247" y="56"/>
                    </a:lnTo>
                    <a:lnTo>
                      <a:pt x="249" y="57"/>
                    </a:lnTo>
                    <a:lnTo>
                      <a:pt x="250" y="58"/>
                    </a:lnTo>
                    <a:lnTo>
                      <a:pt x="251" y="60"/>
                    </a:lnTo>
                    <a:lnTo>
                      <a:pt x="252" y="61"/>
                    </a:lnTo>
                    <a:lnTo>
                      <a:pt x="252" y="62"/>
                    </a:lnTo>
                    <a:lnTo>
                      <a:pt x="251" y="63"/>
                    </a:lnTo>
                    <a:lnTo>
                      <a:pt x="249" y="64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6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1"/>
                    </a:lnTo>
                    <a:lnTo>
                      <a:pt x="230" y="73"/>
                    </a:lnTo>
                    <a:lnTo>
                      <a:pt x="226" y="74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0"/>
                    </a:lnTo>
                    <a:lnTo>
                      <a:pt x="210" y="81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3" y="89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6"/>
                    </a:lnTo>
                    <a:lnTo>
                      <a:pt x="173" y="98"/>
                    </a:lnTo>
                    <a:lnTo>
                      <a:pt x="170" y="99"/>
                    </a:lnTo>
                    <a:lnTo>
                      <a:pt x="165" y="101"/>
                    </a:lnTo>
                    <a:lnTo>
                      <a:pt x="162" y="103"/>
                    </a:lnTo>
                    <a:lnTo>
                      <a:pt x="159" y="103"/>
                    </a:lnTo>
                    <a:lnTo>
                      <a:pt x="156" y="105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5"/>
                    </a:lnTo>
                    <a:lnTo>
                      <a:pt x="127" y="103"/>
                    </a:lnTo>
                    <a:lnTo>
                      <a:pt x="124" y="101"/>
                    </a:lnTo>
                    <a:lnTo>
                      <a:pt x="122" y="101"/>
                    </a:lnTo>
                    <a:lnTo>
                      <a:pt x="118" y="99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8"/>
                    </a:lnTo>
                    <a:lnTo>
                      <a:pt x="92" y="85"/>
                    </a:lnTo>
                    <a:lnTo>
                      <a:pt x="87" y="82"/>
                    </a:lnTo>
                    <a:lnTo>
                      <a:pt x="82" y="80"/>
                    </a:lnTo>
                    <a:lnTo>
                      <a:pt x="77" y="78"/>
                    </a:lnTo>
                    <a:lnTo>
                      <a:pt x="72" y="74"/>
                    </a:lnTo>
                    <a:lnTo>
                      <a:pt x="67" y="72"/>
                    </a:lnTo>
                    <a:lnTo>
                      <a:pt x="63" y="70"/>
                    </a:lnTo>
                    <a:lnTo>
                      <a:pt x="58" y="66"/>
                    </a:lnTo>
                    <a:lnTo>
                      <a:pt x="53" y="64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7"/>
                    </a:lnTo>
                    <a:lnTo>
                      <a:pt x="36" y="55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7" y="45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2"/>
                    </a:lnTo>
                    <a:lnTo>
                      <a:pt x="12" y="41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2" name="Freeform 933"/>
              <p:cNvSpPr>
                <a:spLocks/>
              </p:cNvSpPr>
              <p:nvPr/>
            </p:nvSpPr>
            <p:spPr bwMode="auto">
              <a:xfrm>
                <a:off x="2997" y="2014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4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5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4 h 38"/>
                  <a:gd name="T24" fmla="*/ 4 w 14"/>
                  <a:gd name="T25" fmla="*/ 30 h 38"/>
                  <a:gd name="T26" fmla="*/ 2 w 14"/>
                  <a:gd name="T27" fmla="*/ 25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5 h 38"/>
                  <a:gd name="T36" fmla="*/ 14 w 14"/>
                  <a:gd name="T37" fmla="*/ 2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3" name="Freeform 934"/>
              <p:cNvSpPr>
                <a:spLocks/>
              </p:cNvSpPr>
              <p:nvPr/>
            </p:nvSpPr>
            <p:spPr bwMode="auto">
              <a:xfrm>
                <a:off x="3010" y="2014"/>
                <a:ext cx="231" cy="21"/>
              </a:xfrm>
              <a:custGeom>
                <a:avLst/>
                <a:gdLst>
                  <a:gd name="T0" fmla="*/ 231 w 231"/>
                  <a:gd name="T1" fmla="*/ 20 h 21"/>
                  <a:gd name="T2" fmla="*/ 228 w 231"/>
                  <a:gd name="T3" fmla="*/ 18 h 21"/>
                  <a:gd name="T4" fmla="*/ 221 w 231"/>
                  <a:gd name="T5" fmla="*/ 18 h 21"/>
                  <a:gd name="T6" fmla="*/ 210 w 231"/>
                  <a:gd name="T7" fmla="*/ 16 h 21"/>
                  <a:gd name="T8" fmla="*/ 195 w 231"/>
                  <a:gd name="T9" fmla="*/ 15 h 21"/>
                  <a:gd name="T10" fmla="*/ 178 w 231"/>
                  <a:gd name="T11" fmla="*/ 12 h 21"/>
                  <a:gd name="T12" fmla="*/ 158 w 231"/>
                  <a:gd name="T13" fmla="*/ 11 h 21"/>
                  <a:gd name="T14" fmla="*/ 137 w 231"/>
                  <a:gd name="T15" fmla="*/ 9 h 21"/>
                  <a:gd name="T16" fmla="*/ 116 w 231"/>
                  <a:gd name="T17" fmla="*/ 8 h 21"/>
                  <a:gd name="T18" fmla="*/ 96 w 231"/>
                  <a:gd name="T19" fmla="*/ 5 h 21"/>
                  <a:gd name="T20" fmla="*/ 74 w 231"/>
                  <a:gd name="T21" fmla="*/ 5 h 21"/>
                  <a:gd name="T22" fmla="*/ 55 w 231"/>
                  <a:gd name="T23" fmla="*/ 2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2 h 21"/>
                  <a:gd name="T40" fmla="*/ 38 w 231"/>
                  <a:gd name="T41" fmla="*/ 3 h 21"/>
                  <a:gd name="T42" fmla="*/ 55 w 231"/>
                  <a:gd name="T43" fmla="*/ 5 h 21"/>
                  <a:gd name="T44" fmla="*/ 74 w 231"/>
                  <a:gd name="T45" fmla="*/ 5 h 21"/>
                  <a:gd name="T46" fmla="*/ 96 w 231"/>
                  <a:gd name="T47" fmla="*/ 8 h 21"/>
                  <a:gd name="T48" fmla="*/ 116 w 231"/>
                  <a:gd name="T49" fmla="*/ 9 h 21"/>
                  <a:gd name="T50" fmla="*/ 137 w 231"/>
                  <a:gd name="T51" fmla="*/ 11 h 21"/>
                  <a:gd name="T52" fmla="*/ 158 w 231"/>
                  <a:gd name="T53" fmla="*/ 12 h 21"/>
                  <a:gd name="T54" fmla="*/ 178 w 231"/>
                  <a:gd name="T55" fmla="*/ 15 h 21"/>
                  <a:gd name="T56" fmla="*/ 195 w 231"/>
                  <a:gd name="T57" fmla="*/ 16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29 w 231"/>
                  <a:gd name="T65" fmla="*/ 20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0"/>
                    </a:moveTo>
                    <a:lnTo>
                      <a:pt x="231" y="20"/>
                    </a:lnTo>
                    <a:lnTo>
                      <a:pt x="230" y="18"/>
                    </a:lnTo>
                    <a:lnTo>
                      <a:pt x="228" y="18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6"/>
                    </a:lnTo>
                    <a:lnTo>
                      <a:pt x="210" y="16"/>
                    </a:lnTo>
                    <a:lnTo>
                      <a:pt x="202" y="15"/>
                    </a:lnTo>
                    <a:lnTo>
                      <a:pt x="195" y="15"/>
                    </a:lnTo>
                    <a:lnTo>
                      <a:pt x="187" y="14"/>
                    </a:lnTo>
                    <a:lnTo>
                      <a:pt x="178" y="12"/>
                    </a:lnTo>
                    <a:lnTo>
                      <a:pt x="167" y="11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8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5"/>
                    </a:lnTo>
                    <a:lnTo>
                      <a:pt x="65" y="3"/>
                    </a:lnTo>
                    <a:lnTo>
                      <a:pt x="55" y="2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2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5"/>
                    </a:lnTo>
                    <a:lnTo>
                      <a:pt x="74" y="5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8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1"/>
                    </a:lnTo>
                    <a:lnTo>
                      <a:pt x="158" y="12"/>
                    </a:lnTo>
                    <a:lnTo>
                      <a:pt x="167" y="14"/>
                    </a:lnTo>
                    <a:lnTo>
                      <a:pt x="178" y="15"/>
                    </a:lnTo>
                    <a:lnTo>
                      <a:pt x="187" y="15"/>
                    </a:lnTo>
                    <a:lnTo>
                      <a:pt x="195" y="16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8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29" y="20"/>
                    </a:lnTo>
                    <a:lnTo>
                      <a:pt x="23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4" name="Freeform 935"/>
              <p:cNvSpPr>
                <a:spLocks/>
              </p:cNvSpPr>
              <p:nvPr/>
            </p:nvSpPr>
            <p:spPr bwMode="auto">
              <a:xfrm>
                <a:off x="3239" y="2035"/>
                <a:ext cx="5" cy="35"/>
              </a:xfrm>
              <a:custGeom>
                <a:avLst/>
                <a:gdLst>
                  <a:gd name="T0" fmla="*/ 4 w 5"/>
                  <a:gd name="T1" fmla="*/ 33 h 35"/>
                  <a:gd name="T2" fmla="*/ 5 w 5"/>
                  <a:gd name="T3" fmla="*/ 34 h 35"/>
                  <a:gd name="T4" fmla="*/ 4 w 5"/>
                  <a:gd name="T5" fmla="*/ 26 h 35"/>
                  <a:gd name="T6" fmla="*/ 4 w 5"/>
                  <a:gd name="T7" fmla="*/ 16 h 35"/>
                  <a:gd name="T8" fmla="*/ 2 w 5"/>
                  <a:gd name="T9" fmla="*/ 9 h 35"/>
                  <a:gd name="T10" fmla="*/ 2 w 5"/>
                  <a:gd name="T11" fmla="*/ 0 h 35"/>
                  <a:gd name="T12" fmla="*/ 0 w 5"/>
                  <a:gd name="T13" fmla="*/ 0 h 35"/>
                  <a:gd name="T14" fmla="*/ 0 w 5"/>
                  <a:gd name="T15" fmla="*/ 9 h 35"/>
                  <a:gd name="T16" fmla="*/ 1 w 5"/>
                  <a:gd name="T17" fmla="*/ 16 h 35"/>
                  <a:gd name="T18" fmla="*/ 1 w 5"/>
                  <a:gd name="T19" fmla="*/ 26 h 35"/>
                  <a:gd name="T20" fmla="*/ 2 w 5"/>
                  <a:gd name="T21" fmla="*/ 34 h 35"/>
                  <a:gd name="T22" fmla="*/ 4 w 5"/>
                  <a:gd name="T23" fmla="*/ 35 h 35"/>
                  <a:gd name="T24" fmla="*/ 2 w 5"/>
                  <a:gd name="T25" fmla="*/ 34 h 35"/>
                  <a:gd name="T26" fmla="*/ 2 w 5"/>
                  <a:gd name="T27" fmla="*/ 35 h 35"/>
                  <a:gd name="T28" fmla="*/ 4 w 5"/>
                  <a:gd name="T29" fmla="*/ 35 h 35"/>
                  <a:gd name="T30" fmla="*/ 4 w 5"/>
                  <a:gd name="T31" fmla="*/ 33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5"/>
                  <a:gd name="T50" fmla="*/ 5 w 5"/>
                  <a:gd name="T51" fmla="*/ 35 h 3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5">
                    <a:moveTo>
                      <a:pt x="4" y="33"/>
                    </a:moveTo>
                    <a:lnTo>
                      <a:pt x="5" y="34"/>
                    </a:lnTo>
                    <a:lnTo>
                      <a:pt x="4" y="26"/>
                    </a:lnTo>
                    <a:lnTo>
                      <a:pt x="4" y="16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1" y="26"/>
                    </a:lnTo>
                    <a:lnTo>
                      <a:pt x="2" y="34"/>
                    </a:lnTo>
                    <a:lnTo>
                      <a:pt x="4" y="35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5" name="Freeform 936"/>
              <p:cNvSpPr>
                <a:spLocks/>
              </p:cNvSpPr>
              <p:nvPr/>
            </p:nvSpPr>
            <p:spPr bwMode="auto">
              <a:xfrm>
                <a:off x="3241" y="2069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9 h 12"/>
                  <a:gd name="T8" fmla="*/ 9 w 9"/>
                  <a:gd name="T9" fmla="*/ 8 h 12"/>
                  <a:gd name="T10" fmla="*/ 8 w 9"/>
                  <a:gd name="T11" fmla="*/ 4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2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4 h 12"/>
                  <a:gd name="T28" fmla="*/ 7 w 9"/>
                  <a:gd name="T29" fmla="*/ 7 h 12"/>
                  <a:gd name="T30" fmla="*/ 7 w 9"/>
                  <a:gd name="T31" fmla="*/ 8 h 12"/>
                  <a:gd name="T32" fmla="*/ 7 w 9"/>
                  <a:gd name="T33" fmla="*/ 9 h 12"/>
                  <a:gd name="T34" fmla="*/ 4 w 9"/>
                  <a:gd name="T35" fmla="*/ 11 h 12"/>
                  <a:gd name="T36" fmla="*/ 5 w 9"/>
                  <a:gd name="T37" fmla="*/ 12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2"/>
                  <a:gd name="T59" fmla="*/ 9 w 9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6" name="Freeform 937"/>
              <p:cNvSpPr>
                <a:spLocks/>
              </p:cNvSpPr>
              <p:nvPr/>
            </p:nvSpPr>
            <p:spPr bwMode="auto">
              <a:xfrm>
                <a:off x="3143" y="2078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0 h 47"/>
                  <a:gd name="T8" fmla="*/ 20 w 103"/>
                  <a:gd name="T9" fmla="*/ 38 h 47"/>
                  <a:gd name="T10" fmla="*/ 27 w 103"/>
                  <a:gd name="T11" fmla="*/ 35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4 h 47"/>
                  <a:gd name="T18" fmla="*/ 61 w 103"/>
                  <a:gd name="T19" fmla="*/ 20 h 47"/>
                  <a:gd name="T20" fmla="*/ 70 w 103"/>
                  <a:gd name="T21" fmla="*/ 17 h 47"/>
                  <a:gd name="T22" fmla="*/ 77 w 103"/>
                  <a:gd name="T23" fmla="*/ 14 h 47"/>
                  <a:gd name="T24" fmla="*/ 83 w 103"/>
                  <a:gd name="T25" fmla="*/ 10 h 47"/>
                  <a:gd name="T26" fmla="*/ 90 w 103"/>
                  <a:gd name="T27" fmla="*/ 6 h 47"/>
                  <a:gd name="T28" fmla="*/ 96 w 103"/>
                  <a:gd name="T29" fmla="*/ 4 h 47"/>
                  <a:gd name="T30" fmla="*/ 100 w 103"/>
                  <a:gd name="T31" fmla="*/ 3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2 h 47"/>
                  <a:gd name="T38" fmla="*/ 92 w 103"/>
                  <a:gd name="T39" fmla="*/ 4 h 47"/>
                  <a:gd name="T40" fmla="*/ 86 w 103"/>
                  <a:gd name="T41" fmla="*/ 6 h 47"/>
                  <a:gd name="T42" fmla="*/ 79 w 103"/>
                  <a:gd name="T43" fmla="*/ 10 h 47"/>
                  <a:gd name="T44" fmla="*/ 72 w 103"/>
                  <a:gd name="T45" fmla="*/ 14 h 47"/>
                  <a:gd name="T46" fmla="*/ 64 w 103"/>
                  <a:gd name="T47" fmla="*/ 17 h 47"/>
                  <a:gd name="T48" fmla="*/ 56 w 103"/>
                  <a:gd name="T49" fmla="*/ 20 h 47"/>
                  <a:gd name="T50" fmla="*/ 47 w 103"/>
                  <a:gd name="T51" fmla="*/ 24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5 h 47"/>
                  <a:gd name="T58" fmla="*/ 16 w 103"/>
                  <a:gd name="T59" fmla="*/ 38 h 47"/>
                  <a:gd name="T60" fmla="*/ 11 w 103"/>
                  <a:gd name="T61" fmla="*/ 40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2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7" y="9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6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0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2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7" name="Freeform 938"/>
              <p:cNvSpPr>
                <a:spLocks/>
              </p:cNvSpPr>
              <p:nvPr/>
            </p:nvSpPr>
            <p:spPr bwMode="auto">
              <a:xfrm>
                <a:off x="3129" y="2120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4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4 h 6"/>
                  <a:gd name="T22" fmla="*/ 11 w 14"/>
                  <a:gd name="T23" fmla="*/ 4 h 6"/>
                  <a:gd name="T24" fmla="*/ 10 w 14"/>
                  <a:gd name="T25" fmla="*/ 4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2 h 6"/>
                  <a:gd name="T32" fmla="*/ 2 w 14"/>
                  <a:gd name="T33" fmla="*/ 2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8" name="Freeform 939"/>
              <p:cNvSpPr>
                <a:spLocks/>
              </p:cNvSpPr>
              <p:nvPr/>
            </p:nvSpPr>
            <p:spPr bwMode="auto">
              <a:xfrm>
                <a:off x="3015" y="2060"/>
                <a:ext cx="115" cy="63"/>
              </a:xfrm>
              <a:custGeom>
                <a:avLst/>
                <a:gdLst>
                  <a:gd name="T0" fmla="*/ 0 w 115"/>
                  <a:gd name="T1" fmla="*/ 2 h 63"/>
                  <a:gd name="T2" fmla="*/ 2 w 115"/>
                  <a:gd name="T3" fmla="*/ 3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2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5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1 h 63"/>
                  <a:gd name="T22" fmla="*/ 83 w 115"/>
                  <a:gd name="T23" fmla="*/ 47 h 63"/>
                  <a:gd name="T24" fmla="*/ 93 w 115"/>
                  <a:gd name="T25" fmla="*/ 52 h 63"/>
                  <a:gd name="T26" fmla="*/ 99 w 115"/>
                  <a:gd name="T27" fmla="*/ 55 h 63"/>
                  <a:gd name="T28" fmla="*/ 107 w 115"/>
                  <a:gd name="T29" fmla="*/ 58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0 h 63"/>
                  <a:gd name="T36" fmla="*/ 110 w 115"/>
                  <a:gd name="T37" fmla="*/ 58 h 63"/>
                  <a:gd name="T38" fmla="*/ 104 w 115"/>
                  <a:gd name="T39" fmla="*/ 55 h 63"/>
                  <a:gd name="T40" fmla="*/ 97 w 115"/>
                  <a:gd name="T41" fmla="*/ 52 h 63"/>
                  <a:gd name="T42" fmla="*/ 90 w 115"/>
                  <a:gd name="T43" fmla="*/ 47 h 63"/>
                  <a:gd name="T44" fmla="*/ 80 w 115"/>
                  <a:gd name="T45" fmla="*/ 42 h 63"/>
                  <a:gd name="T46" fmla="*/ 70 w 115"/>
                  <a:gd name="T47" fmla="*/ 37 h 63"/>
                  <a:gd name="T48" fmla="*/ 61 w 115"/>
                  <a:gd name="T49" fmla="*/ 33 h 63"/>
                  <a:gd name="T50" fmla="*/ 51 w 115"/>
                  <a:gd name="T51" fmla="*/ 26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2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3"/>
                    </a:lnTo>
                    <a:lnTo>
                      <a:pt x="83" y="47"/>
                    </a:lnTo>
                    <a:lnTo>
                      <a:pt x="88" y="50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50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3"/>
                    </a:lnTo>
                    <a:lnTo>
                      <a:pt x="55" y="28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9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49" name="Freeform 940"/>
              <p:cNvSpPr>
                <a:spLocks/>
              </p:cNvSpPr>
              <p:nvPr/>
            </p:nvSpPr>
            <p:spPr bwMode="auto">
              <a:xfrm>
                <a:off x="3003" y="2051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3 h 11"/>
                  <a:gd name="T6" fmla="*/ 2 w 13"/>
                  <a:gd name="T7" fmla="*/ 5 h 11"/>
                  <a:gd name="T8" fmla="*/ 5 w 13"/>
                  <a:gd name="T9" fmla="*/ 5 h 11"/>
                  <a:gd name="T10" fmla="*/ 7 w 13"/>
                  <a:gd name="T11" fmla="*/ 8 h 11"/>
                  <a:gd name="T12" fmla="*/ 8 w 13"/>
                  <a:gd name="T13" fmla="*/ 9 h 11"/>
                  <a:gd name="T14" fmla="*/ 9 w 13"/>
                  <a:gd name="T15" fmla="*/ 9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9 h 11"/>
                  <a:gd name="T22" fmla="*/ 11 w 13"/>
                  <a:gd name="T23" fmla="*/ 9 h 11"/>
                  <a:gd name="T24" fmla="*/ 10 w 13"/>
                  <a:gd name="T25" fmla="*/ 8 h 11"/>
                  <a:gd name="T26" fmla="*/ 9 w 13"/>
                  <a:gd name="T27" fmla="*/ 5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3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0" name="Freeform 941"/>
              <p:cNvSpPr>
                <a:spLocks/>
              </p:cNvSpPr>
              <p:nvPr/>
            </p:nvSpPr>
            <p:spPr bwMode="auto">
              <a:xfrm>
                <a:off x="3132" y="2083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9 h 41"/>
                  <a:gd name="T8" fmla="*/ 4 w 10"/>
                  <a:gd name="T9" fmla="*/ 36 h 41"/>
                  <a:gd name="T10" fmla="*/ 4 w 10"/>
                  <a:gd name="T11" fmla="*/ 33 h 41"/>
                  <a:gd name="T12" fmla="*/ 2 w 10"/>
                  <a:gd name="T13" fmla="*/ 30 h 41"/>
                  <a:gd name="T14" fmla="*/ 0 w 10"/>
                  <a:gd name="T15" fmla="*/ 27 h 41"/>
                  <a:gd name="T16" fmla="*/ 0 w 10"/>
                  <a:gd name="T17" fmla="*/ 25 h 41"/>
                  <a:gd name="T18" fmla="*/ 0 w 10"/>
                  <a:gd name="T19" fmla="*/ 20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9 h 41"/>
                  <a:gd name="T26" fmla="*/ 4 w 10"/>
                  <a:gd name="T27" fmla="*/ 5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3"/>
                    </a:lnTo>
                    <a:lnTo>
                      <a:pt x="2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1" name="Freeform 942"/>
              <p:cNvSpPr>
                <a:spLocks/>
              </p:cNvSpPr>
              <p:nvPr/>
            </p:nvSpPr>
            <p:spPr bwMode="auto">
              <a:xfrm>
                <a:off x="3132" y="2108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2 h 17"/>
                  <a:gd name="T6" fmla="*/ 2 w 10"/>
                  <a:gd name="T7" fmla="*/ 5 h 17"/>
                  <a:gd name="T8" fmla="*/ 2 w 10"/>
                  <a:gd name="T9" fmla="*/ 8 h 17"/>
                  <a:gd name="T10" fmla="*/ 3 w 10"/>
                  <a:gd name="T11" fmla="*/ 10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4 h 17"/>
                  <a:gd name="T26" fmla="*/ 6 w 10"/>
                  <a:gd name="T27" fmla="*/ 12 h 17"/>
                  <a:gd name="T28" fmla="*/ 5 w 10"/>
                  <a:gd name="T29" fmla="*/ 10 h 17"/>
                  <a:gd name="T30" fmla="*/ 4 w 10"/>
                  <a:gd name="T31" fmla="*/ 8 h 17"/>
                  <a:gd name="T32" fmla="*/ 3 w 10"/>
                  <a:gd name="T33" fmla="*/ 5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2" name="Freeform 943"/>
              <p:cNvSpPr>
                <a:spLocks/>
              </p:cNvSpPr>
              <p:nvPr/>
            </p:nvSpPr>
            <p:spPr bwMode="auto">
              <a:xfrm>
                <a:off x="3132" y="2082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2 h 26"/>
                  <a:gd name="T4" fmla="*/ 4 w 9"/>
                  <a:gd name="T5" fmla="*/ 3 h 26"/>
                  <a:gd name="T6" fmla="*/ 3 w 9"/>
                  <a:gd name="T7" fmla="*/ 6 h 26"/>
                  <a:gd name="T8" fmla="*/ 2 w 9"/>
                  <a:gd name="T9" fmla="*/ 10 h 26"/>
                  <a:gd name="T10" fmla="*/ 0 w 9"/>
                  <a:gd name="T11" fmla="*/ 14 h 26"/>
                  <a:gd name="T12" fmla="*/ 0 w 9"/>
                  <a:gd name="T13" fmla="*/ 17 h 26"/>
                  <a:gd name="T14" fmla="*/ 0 w 9"/>
                  <a:gd name="T15" fmla="*/ 21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1 h 26"/>
                  <a:gd name="T22" fmla="*/ 3 w 9"/>
                  <a:gd name="T23" fmla="*/ 17 h 26"/>
                  <a:gd name="T24" fmla="*/ 3 w 9"/>
                  <a:gd name="T25" fmla="*/ 14 h 26"/>
                  <a:gd name="T26" fmla="*/ 4 w 9"/>
                  <a:gd name="T27" fmla="*/ 10 h 26"/>
                  <a:gd name="T28" fmla="*/ 4 w 9"/>
                  <a:gd name="T29" fmla="*/ 6 h 26"/>
                  <a:gd name="T30" fmla="*/ 6 w 9"/>
                  <a:gd name="T31" fmla="*/ 4 h 26"/>
                  <a:gd name="T32" fmla="*/ 7 w 9"/>
                  <a:gd name="T33" fmla="*/ 3 h 26"/>
                  <a:gd name="T34" fmla="*/ 9 w 9"/>
                  <a:gd name="T35" fmla="*/ 2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3" name="Freeform 944"/>
              <p:cNvSpPr>
                <a:spLocks/>
              </p:cNvSpPr>
              <p:nvPr/>
            </p:nvSpPr>
            <p:spPr bwMode="auto">
              <a:xfrm>
                <a:off x="3011" y="1968"/>
                <a:ext cx="239" cy="115"/>
              </a:xfrm>
              <a:custGeom>
                <a:avLst/>
                <a:gdLst>
                  <a:gd name="T0" fmla="*/ 8 w 239"/>
                  <a:gd name="T1" fmla="*/ 41 h 115"/>
                  <a:gd name="T2" fmla="*/ 24 w 239"/>
                  <a:gd name="T3" fmla="*/ 34 h 115"/>
                  <a:gd name="T4" fmla="*/ 45 w 239"/>
                  <a:gd name="T5" fmla="*/ 23 h 115"/>
                  <a:gd name="T6" fmla="*/ 67 w 239"/>
                  <a:gd name="T7" fmla="*/ 14 h 115"/>
                  <a:gd name="T8" fmla="*/ 85 w 239"/>
                  <a:gd name="T9" fmla="*/ 4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1 h 115"/>
                  <a:gd name="T16" fmla="*/ 108 w 239"/>
                  <a:gd name="T17" fmla="*/ 2 h 115"/>
                  <a:gd name="T18" fmla="*/ 114 w 239"/>
                  <a:gd name="T19" fmla="*/ 5 h 115"/>
                  <a:gd name="T20" fmla="*/ 126 w 239"/>
                  <a:gd name="T21" fmla="*/ 10 h 115"/>
                  <a:gd name="T22" fmla="*/ 140 w 239"/>
                  <a:gd name="T23" fmla="*/ 18 h 115"/>
                  <a:gd name="T24" fmla="*/ 155 w 239"/>
                  <a:gd name="T25" fmla="*/ 24 h 115"/>
                  <a:gd name="T26" fmla="*/ 172 w 239"/>
                  <a:gd name="T27" fmla="*/ 33 h 115"/>
                  <a:gd name="T28" fmla="*/ 188 w 239"/>
                  <a:gd name="T29" fmla="*/ 40 h 115"/>
                  <a:gd name="T30" fmla="*/ 204 w 239"/>
                  <a:gd name="T31" fmla="*/ 48 h 115"/>
                  <a:gd name="T32" fmla="*/ 217 w 239"/>
                  <a:gd name="T33" fmla="*/ 53 h 115"/>
                  <a:gd name="T34" fmla="*/ 226 w 239"/>
                  <a:gd name="T35" fmla="*/ 57 h 115"/>
                  <a:gd name="T36" fmla="*/ 233 w 239"/>
                  <a:gd name="T37" fmla="*/ 61 h 115"/>
                  <a:gd name="T38" fmla="*/ 237 w 239"/>
                  <a:gd name="T39" fmla="*/ 63 h 115"/>
                  <a:gd name="T40" fmla="*/ 239 w 239"/>
                  <a:gd name="T41" fmla="*/ 67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1 h 115"/>
                  <a:gd name="T50" fmla="*/ 197 w 239"/>
                  <a:gd name="T51" fmla="*/ 87 h 115"/>
                  <a:gd name="T52" fmla="*/ 184 w 239"/>
                  <a:gd name="T53" fmla="*/ 93 h 115"/>
                  <a:gd name="T54" fmla="*/ 172 w 239"/>
                  <a:gd name="T55" fmla="*/ 98 h 115"/>
                  <a:gd name="T56" fmla="*/ 160 w 239"/>
                  <a:gd name="T57" fmla="*/ 104 h 115"/>
                  <a:gd name="T58" fmla="*/ 149 w 239"/>
                  <a:gd name="T59" fmla="*/ 109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10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2 h 115"/>
                  <a:gd name="T80" fmla="*/ 51 w 239"/>
                  <a:gd name="T81" fmla="*/ 74 h 115"/>
                  <a:gd name="T82" fmla="*/ 36 w 239"/>
                  <a:gd name="T83" fmla="*/ 67 h 115"/>
                  <a:gd name="T84" fmla="*/ 23 w 239"/>
                  <a:gd name="T85" fmla="*/ 61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8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4"/>
                    </a:lnTo>
                    <a:lnTo>
                      <a:pt x="8" y="41"/>
                    </a:lnTo>
                    <a:lnTo>
                      <a:pt x="14" y="39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2"/>
                    </a:lnTo>
                    <a:lnTo>
                      <a:pt x="37" y="27"/>
                    </a:lnTo>
                    <a:lnTo>
                      <a:pt x="45" y="23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0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7"/>
                    </a:lnTo>
                    <a:lnTo>
                      <a:pt x="123" y="8"/>
                    </a:lnTo>
                    <a:lnTo>
                      <a:pt x="126" y="10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4"/>
                    </a:lnTo>
                    <a:lnTo>
                      <a:pt x="161" y="26"/>
                    </a:lnTo>
                    <a:lnTo>
                      <a:pt x="166" y="31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8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3"/>
                    </a:lnTo>
                    <a:lnTo>
                      <a:pt x="220" y="55"/>
                    </a:lnTo>
                    <a:lnTo>
                      <a:pt x="223" y="56"/>
                    </a:lnTo>
                    <a:lnTo>
                      <a:pt x="226" y="57"/>
                    </a:lnTo>
                    <a:lnTo>
                      <a:pt x="228" y="58"/>
                    </a:lnTo>
                    <a:lnTo>
                      <a:pt x="232" y="60"/>
                    </a:lnTo>
                    <a:lnTo>
                      <a:pt x="233" y="61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69"/>
                    </a:lnTo>
                    <a:lnTo>
                      <a:pt x="235" y="71"/>
                    </a:lnTo>
                    <a:lnTo>
                      <a:pt x="234" y="71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9"/>
                    </a:lnTo>
                    <a:lnTo>
                      <a:pt x="213" y="80"/>
                    </a:lnTo>
                    <a:lnTo>
                      <a:pt x="209" y="81"/>
                    </a:lnTo>
                    <a:lnTo>
                      <a:pt x="205" y="83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3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99"/>
                    </a:lnTo>
                    <a:lnTo>
                      <a:pt x="164" y="101"/>
                    </a:lnTo>
                    <a:lnTo>
                      <a:pt x="160" y="104"/>
                    </a:lnTo>
                    <a:lnTo>
                      <a:pt x="157" y="104"/>
                    </a:lnTo>
                    <a:lnTo>
                      <a:pt x="152" y="107"/>
                    </a:lnTo>
                    <a:lnTo>
                      <a:pt x="149" y="109"/>
                    </a:lnTo>
                    <a:lnTo>
                      <a:pt x="146" y="110"/>
                    </a:lnTo>
                    <a:lnTo>
                      <a:pt x="143" y="111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1"/>
                    </a:lnTo>
                    <a:lnTo>
                      <a:pt x="114" y="110"/>
                    </a:lnTo>
                    <a:lnTo>
                      <a:pt x="112" y="108"/>
                    </a:lnTo>
                    <a:lnTo>
                      <a:pt x="109" y="107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4"/>
                    </a:lnTo>
                    <a:lnTo>
                      <a:pt x="80" y="91"/>
                    </a:lnTo>
                    <a:lnTo>
                      <a:pt x="74" y="88"/>
                    </a:lnTo>
                    <a:lnTo>
                      <a:pt x="70" y="85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8"/>
                    </a:lnTo>
                    <a:lnTo>
                      <a:pt x="51" y="74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3"/>
                    </a:lnTo>
                    <a:lnTo>
                      <a:pt x="23" y="61"/>
                    </a:lnTo>
                    <a:lnTo>
                      <a:pt x="20" y="58"/>
                    </a:lnTo>
                    <a:lnTo>
                      <a:pt x="17" y="56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50"/>
                    </a:lnTo>
                    <a:lnTo>
                      <a:pt x="2" y="48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4" name="Freeform 945"/>
              <p:cNvSpPr>
                <a:spLocks/>
              </p:cNvSpPr>
              <p:nvPr/>
            </p:nvSpPr>
            <p:spPr bwMode="auto">
              <a:xfrm>
                <a:off x="3014" y="1968"/>
                <a:ext cx="90" cy="45"/>
              </a:xfrm>
              <a:custGeom>
                <a:avLst/>
                <a:gdLst>
                  <a:gd name="T0" fmla="*/ 89 w 90"/>
                  <a:gd name="T1" fmla="*/ 0 h 45"/>
                  <a:gd name="T2" fmla="*/ 89 w 90"/>
                  <a:gd name="T3" fmla="*/ 0 h 45"/>
                  <a:gd name="T4" fmla="*/ 85 w 90"/>
                  <a:gd name="T5" fmla="*/ 1 h 45"/>
                  <a:gd name="T6" fmla="*/ 81 w 90"/>
                  <a:gd name="T7" fmla="*/ 3 h 45"/>
                  <a:gd name="T8" fmla="*/ 77 w 90"/>
                  <a:gd name="T9" fmla="*/ 5 h 45"/>
                  <a:gd name="T10" fmla="*/ 69 w 90"/>
                  <a:gd name="T11" fmla="*/ 8 h 45"/>
                  <a:gd name="T12" fmla="*/ 63 w 90"/>
                  <a:gd name="T13" fmla="*/ 13 h 45"/>
                  <a:gd name="T14" fmla="*/ 55 w 90"/>
                  <a:gd name="T15" fmla="*/ 16 h 45"/>
                  <a:gd name="T16" fmla="*/ 49 w 90"/>
                  <a:gd name="T17" fmla="*/ 19 h 45"/>
                  <a:gd name="T18" fmla="*/ 42 w 90"/>
                  <a:gd name="T19" fmla="*/ 22 h 45"/>
                  <a:gd name="T20" fmla="*/ 34 w 90"/>
                  <a:gd name="T21" fmla="*/ 26 h 45"/>
                  <a:gd name="T22" fmla="*/ 28 w 90"/>
                  <a:gd name="T23" fmla="*/ 30 h 45"/>
                  <a:gd name="T24" fmla="*/ 20 w 90"/>
                  <a:gd name="T25" fmla="*/ 34 h 45"/>
                  <a:gd name="T26" fmla="*/ 15 w 90"/>
                  <a:gd name="T27" fmla="*/ 36 h 45"/>
                  <a:gd name="T28" fmla="*/ 8 w 90"/>
                  <a:gd name="T29" fmla="*/ 39 h 45"/>
                  <a:gd name="T30" fmla="*/ 4 w 90"/>
                  <a:gd name="T31" fmla="*/ 40 h 45"/>
                  <a:gd name="T32" fmla="*/ 2 w 90"/>
                  <a:gd name="T33" fmla="*/ 42 h 45"/>
                  <a:gd name="T34" fmla="*/ 0 w 90"/>
                  <a:gd name="T35" fmla="*/ 42 h 45"/>
                  <a:gd name="T36" fmla="*/ 1 w 90"/>
                  <a:gd name="T37" fmla="*/ 45 h 45"/>
                  <a:gd name="T38" fmla="*/ 2 w 90"/>
                  <a:gd name="T39" fmla="*/ 44 h 45"/>
                  <a:gd name="T40" fmla="*/ 5 w 90"/>
                  <a:gd name="T41" fmla="*/ 42 h 45"/>
                  <a:gd name="T42" fmla="*/ 11 w 90"/>
                  <a:gd name="T43" fmla="*/ 40 h 45"/>
                  <a:gd name="T44" fmla="*/ 15 w 90"/>
                  <a:gd name="T45" fmla="*/ 38 h 45"/>
                  <a:gd name="T46" fmla="*/ 21 w 90"/>
                  <a:gd name="T47" fmla="*/ 35 h 45"/>
                  <a:gd name="T48" fmla="*/ 28 w 90"/>
                  <a:gd name="T49" fmla="*/ 32 h 45"/>
                  <a:gd name="T50" fmla="*/ 35 w 90"/>
                  <a:gd name="T51" fmla="*/ 27 h 45"/>
                  <a:gd name="T52" fmla="*/ 42 w 90"/>
                  <a:gd name="T53" fmla="*/ 24 h 45"/>
                  <a:gd name="T54" fmla="*/ 50 w 90"/>
                  <a:gd name="T55" fmla="*/ 21 h 45"/>
                  <a:gd name="T56" fmla="*/ 56 w 90"/>
                  <a:gd name="T57" fmla="*/ 18 h 45"/>
                  <a:gd name="T58" fmla="*/ 63 w 90"/>
                  <a:gd name="T59" fmla="*/ 15 h 45"/>
                  <a:gd name="T60" fmla="*/ 70 w 90"/>
                  <a:gd name="T61" fmla="*/ 10 h 45"/>
                  <a:gd name="T62" fmla="*/ 77 w 90"/>
                  <a:gd name="T63" fmla="*/ 7 h 45"/>
                  <a:gd name="T64" fmla="*/ 82 w 90"/>
                  <a:gd name="T65" fmla="*/ 5 h 45"/>
                  <a:gd name="T66" fmla="*/ 86 w 90"/>
                  <a:gd name="T67" fmla="*/ 3 h 45"/>
                  <a:gd name="T68" fmla="*/ 90 w 90"/>
                  <a:gd name="T69" fmla="*/ 1 h 45"/>
                  <a:gd name="T70" fmla="*/ 89 w 90"/>
                  <a:gd name="T71" fmla="*/ 0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5"/>
                  <a:gd name="T110" fmla="*/ 90 w 90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5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8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30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5"/>
                    </a:lnTo>
                    <a:lnTo>
                      <a:pt x="28" y="32"/>
                    </a:lnTo>
                    <a:lnTo>
                      <a:pt x="35" y="27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5"/>
                    </a:lnTo>
                    <a:lnTo>
                      <a:pt x="70" y="10"/>
                    </a:lnTo>
                    <a:lnTo>
                      <a:pt x="77" y="7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5" name="Freeform 946"/>
              <p:cNvSpPr>
                <a:spLocks/>
              </p:cNvSpPr>
              <p:nvPr/>
            </p:nvSpPr>
            <p:spPr bwMode="auto">
              <a:xfrm>
                <a:off x="3103" y="1967"/>
                <a:ext cx="13" cy="3"/>
              </a:xfrm>
              <a:custGeom>
                <a:avLst/>
                <a:gdLst>
                  <a:gd name="T0" fmla="*/ 13 w 13"/>
                  <a:gd name="T1" fmla="*/ 1 h 3"/>
                  <a:gd name="T2" fmla="*/ 13 w 13"/>
                  <a:gd name="T3" fmla="*/ 1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1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1"/>
                    </a:moveTo>
                    <a:lnTo>
                      <a:pt x="13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6" name="Freeform 947"/>
              <p:cNvSpPr>
                <a:spLocks/>
              </p:cNvSpPr>
              <p:nvPr/>
            </p:nvSpPr>
            <p:spPr bwMode="auto">
              <a:xfrm>
                <a:off x="3115" y="1969"/>
                <a:ext cx="128" cy="60"/>
              </a:xfrm>
              <a:custGeom>
                <a:avLst/>
                <a:gdLst>
                  <a:gd name="T0" fmla="*/ 128 w 128"/>
                  <a:gd name="T1" fmla="*/ 59 h 60"/>
                  <a:gd name="T2" fmla="*/ 124 w 128"/>
                  <a:gd name="T3" fmla="*/ 56 h 60"/>
                  <a:gd name="T4" fmla="*/ 119 w 128"/>
                  <a:gd name="T5" fmla="*/ 54 h 60"/>
                  <a:gd name="T6" fmla="*/ 111 w 128"/>
                  <a:gd name="T7" fmla="*/ 51 h 60"/>
                  <a:gd name="T8" fmla="*/ 104 w 128"/>
                  <a:gd name="T9" fmla="*/ 47 h 60"/>
                  <a:gd name="T10" fmla="*/ 94 w 128"/>
                  <a:gd name="T11" fmla="*/ 43 h 60"/>
                  <a:gd name="T12" fmla="*/ 84 w 128"/>
                  <a:gd name="T13" fmla="*/ 38 h 60"/>
                  <a:gd name="T14" fmla="*/ 73 w 128"/>
                  <a:gd name="T15" fmla="*/ 33 h 60"/>
                  <a:gd name="T16" fmla="*/ 62 w 128"/>
                  <a:gd name="T17" fmla="*/ 28 h 60"/>
                  <a:gd name="T18" fmla="*/ 51 w 128"/>
                  <a:gd name="T19" fmla="*/ 22 h 60"/>
                  <a:gd name="T20" fmla="*/ 41 w 128"/>
                  <a:gd name="T21" fmla="*/ 18 h 60"/>
                  <a:gd name="T22" fmla="*/ 30 w 128"/>
                  <a:gd name="T23" fmla="*/ 13 h 60"/>
                  <a:gd name="T24" fmla="*/ 22 w 128"/>
                  <a:gd name="T25" fmla="*/ 8 h 60"/>
                  <a:gd name="T26" fmla="*/ 14 w 128"/>
                  <a:gd name="T27" fmla="*/ 5 h 60"/>
                  <a:gd name="T28" fmla="*/ 8 w 128"/>
                  <a:gd name="T29" fmla="*/ 3 h 60"/>
                  <a:gd name="T30" fmla="*/ 4 w 128"/>
                  <a:gd name="T31" fmla="*/ 1 h 60"/>
                  <a:gd name="T32" fmla="*/ 0 w 128"/>
                  <a:gd name="T33" fmla="*/ 2 h 60"/>
                  <a:gd name="T34" fmla="*/ 2 w 128"/>
                  <a:gd name="T35" fmla="*/ 3 h 60"/>
                  <a:gd name="T36" fmla="*/ 7 w 128"/>
                  <a:gd name="T37" fmla="*/ 4 h 60"/>
                  <a:gd name="T38" fmla="*/ 13 w 128"/>
                  <a:gd name="T39" fmla="*/ 7 h 60"/>
                  <a:gd name="T40" fmla="*/ 21 w 128"/>
                  <a:gd name="T41" fmla="*/ 10 h 60"/>
                  <a:gd name="T42" fmla="*/ 29 w 128"/>
                  <a:gd name="T43" fmla="*/ 16 h 60"/>
                  <a:gd name="T44" fmla="*/ 40 w 128"/>
                  <a:gd name="T45" fmla="*/ 20 h 60"/>
                  <a:gd name="T46" fmla="*/ 50 w 128"/>
                  <a:gd name="T47" fmla="*/ 24 h 60"/>
                  <a:gd name="T48" fmla="*/ 61 w 128"/>
                  <a:gd name="T49" fmla="*/ 29 h 60"/>
                  <a:gd name="T50" fmla="*/ 72 w 128"/>
                  <a:gd name="T51" fmla="*/ 35 h 60"/>
                  <a:gd name="T52" fmla="*/ 83 w 128"/>
                  <a:gd name="T53" fmla="*/ 39 h 60"/>
                  <a:gd name="T54" fmla="*/ 94 w 128"/>
                  <a:gd name="T55" fmla="*/ 44 h 60"/>
                  <a:gd name="T56" fmla="*/ 103 w 128"/>
                  <a:gd name="T57" fmla="*/ 49 h 60"/>
                  <a:gd name="T58" fmla="*/ 110 w 128"/>
                  <a:gd name="T59" fmla="*/ 53 h 60"/>
                  <a:gd name="T60" fmla="*/ 119 w 128"/>
                  <a:gd name="T61" fmla="*/ 55 h 60"/>
                  <a:gd name="T62" fmla="*/ 123 w 128"/>
                  <a:gd name="T63" fmla="*/ 59 h 60"/>
                  <a:gd name="T64" fmla="*/ 126 w 128"/>
                  <a:gd name="T65" fmla="*/ 6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0"/>
                  <a:gd name="T101" fmla="*/ 128 w 128"/>
                  <a:gd name="T102" fmla="*/ 60 h 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0">
                    <a:moveTo>
                      <a:pt x="128" y="59"/>
                    </a:moveTo>
                    <a:lnTo>
                      <a:pt x="128" y="59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4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50"/>
                    </a:lnTo>
                    <a:lnTo>
                      <a:pt x="104" y="47"/>
                    </a:lnTo>
                    <a:lnTo>
                      <a:pt x="99" y="45"/>
                    </a:lnTo>
                    <a:lnTo>
                      <a:pt x="94" y="43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3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3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9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4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4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9"/>
                    </a:lnTo>
                    <a:lnTo>
                      <a:pt x="125" y="59"/>
                    </a:lnTo>
                    <a:lnTo>
                      <a:pt x="126" y="60"/>
                    </a:lnTo>
                    <a:lnTo>
                      <a:pt x="128" y="5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7" name="Freeform 948"/>
              <p:cNvSpPr>
                <a:spLocks/>
              </p:cNvSpPr>
              <p:nvPr/>
            </p:nvSpPr>
            <p:spPr bwMode="auto">
              <a:xfrm>
                <a:off x="3241" y="2028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4 h 11"/>
                  <a:gd name="T12" fmla="*/ 7 w 9"/>
                  <a:gd name="T13" fmla="*/ 3 h 11"/>
                  <a:gd name="T14" fmla="*/ 5 w 9"/>
                  <a:gd name="T15" fmla="*/ 2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4 h 11"/>
                  <a:gd name="T28" fmla="*/ 7 w 9"/>
                  <a:gd name="T29" fmla="*/ 5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8" name="Freeform 949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0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2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0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2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59" name="Freeform 950"/>
              <p:cNvSpPr>
                <a:spLocks/>
              </p:cNvSpPr>
              <p:nvPr/>
            </p:nvSpPr>
            <p:spPr bwMode="auto">
              <a:xfrm>
                <a:off x="3129" y="2078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3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3 h 6"/>
                  <a:gd name="T22" fmla="*/ 11 w 14"/>
                  <a:gd name="T23" fmla="*/ 3 h 6"/>
                  <a:gd name="T24" fmla="*/ 10 w 14"/>
                  <a:gd name="T25" fmla="*/ 3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1 h 6"/>
                  <a:gd name="T32" fmla="*/ 2 w 14"/>
                  <a:gd name="T33" fmla="*/ 1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0" name="Freeform 951"/>
              <p:cNvSpPr>
                <a:spLocks/>
              </p:cNvSpPr>
              <p:nvPr/>
            </p:nvSpPr>
            <p:spPr bwMode="auto">
              <a:xfrm>
                <a:off x="3015" y="2018"/>
                <a:ext cx="115" cy="63"/>
              </a:xfrm>
              <a:custGeom>
                <a:avLst/>
                <a:gdLst>
                  <a:gd name="T0" fmla="*/ 0 w 115"/>
                  <a:gd name="T1" fmla="*/ 1 h 63"/>
                  <a:gd name="T2" fmla="*/ 2 w 115"/>
                  <a:gd name="T3" fmla="*/ 2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1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6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2 h 63"/>
                  <a:gd name="T22" fmla="*/ 83 w 115"/>
                  <a:gd name="T23" fmla="*/ 47 h 63"/>
                  <a:gd name="T24" fmla="*/ 93 w 115"/>
                  <a:gd name="T25" fmla="*/ 51 h 63"/>
                  <a:gd name="T26" fmla="*/ 99 w 115"/>
                  <a:gd name="T27" fmla="*/ 54 h 63"/>
                  <a:gd name="T28" fmla="*/ 107 w 115"/>
                  <a:gd name="T29" fmla="*/ 59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1 h 63"/>
                  <a:gd name="T36" fmla="*/ 110 w 115"/>
                  <a:gd name="T37" fmla="*/ 59 h 63"/>
                  <a:gd name="T38" fmla="*/ 104 w 115"/>
                  <a:gd name="T39" fmla="*/ 54 h 63"/>
                  <a:gd name="T40" fmla="*/ 97 w 115"/>
                  <a:gd name="T41" fmla="*/ 51 h 63"/>
                  <a:gd name="T42" fmla="*/ 90 w 115"/>
                  <a:gd name="T43" fmla="*/ 47 h 63"/>
                  <a:gd name="T44" fmla="*/ 80 w 115"/>
                  <a:gd name="T45" fmla="*/ 43 h 63"/>
                  <a:gd name="T46" fmla="*/ 70 w 115"/>
                  <a:gd name="T47" fmla="*/ 37 h 63"/>
                  <a:gd name="T48" fmla="*/ 61 w 115"/>
                  <a:gd name="T49" fmla="*/ 32 h 63"/>
                  <a:gd name="T50" fmla="*/ 51 w 115"/>
                  <a:gd name="T51" fmla="*/ 27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3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3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4"/>
                    </a:lnTo>
                    <a:lnTo>
                      <a:pt x="102" y="58"/>
                    </a:lnTo>
                    <a:lnTo>
                      <a:pt x="107" y="59"/>
                    </a:lnTo>
                    <a:lnTo>
                      <a:pt x="110" y="61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1"/>
                    </a:lnTo>
                    <a:lnTo>
                      <a:pt x="112" y="60"/>
                    </a:lnTo>
                    <a:lnTo>
                      <a:pt x="110" y="59"/>
                    </a:lnTo>
                    <a:lnTo>
                      <a:pt x="107" y="58"/>
                    </a:lnTo>
                    <a:lnTo>
                      <a:pt x="104" y="54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5"/>
                    </a:lnTo>
                    <a:lnTo>
                      <a:pt x="80" y="43"/>
                    </a:lnTo>
                    <a:lnTo>
                      <a:pt x="76" y="41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7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1" name="Freeform 952"/>
              <p:cNvSpPr>
                <a:spLocks/>
              </p:cNvSpPr>
              <p:nvPr/>
            </p:nvSpPr>
            <p:spPr bwMode="auto">
              <a:xfrm>
                <a:off x="3010" y="20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2 w 6"/>
                  <a:gd name="T5" fmla="*/ 1 h 8"/>
                  <a:gd name="T6" fmla="*/ 1 w 6"/>
                  <a:gd name="T7" fmla="*/ 2 h 8"/>
                  <a:gd name="T8" fmla="*/ 0 w 6"/>
                  <a:gd name="T9" fmla="*/ 4 h 8"/>
                  <a:gd name="T10" fmla="*/ 0 w 6"/>
                  <a:gd name="T11" fmla="*/ 4 h 8"/>
                  <a:gd name="T12" fmla="*/ 1 w 6"/>
                  <a:gd name="T13" fmla="*/ 6 h 8"/>
                  <a:gd name="T14" fmla="*/ 2 w 6"/>
                  <a:gd name="T15" fmla="*/ 7 h 8"/>
                  <a:gd name="T16" fmla="*/ 4 w 6"/>
                  <a:gd name="T17" fmla="*/ 7 h 8"/>
                  <a:gd name="T18" fmla="*/ 5 w 6"/>
                  <a:gd name="T19" fmla="*/ 8 h 8"/>
                  <a:gd name="T20" fmla="*/ 6 w 6"/>
                  <a:gd name="T21" fmla="*/ 7 h 8"/>
                  <a:gd name="T22" fmla="*/ 4 w 6"/>
                  <a:gd name="T23" fmla="*/ 6 h 8"/>
                  <a:gd name="T24" fmla="*/ 3 w 6"/>
                  <a:gd name="T25" fmla="*/ 4 h 8"/>
                  <a:gd name="T26" fmla="*/ 2 w 6"/>
                  <a:gd name="T27" fmla="*/ 4 h 8"/>
                  <a:gd name="T28" fmla="*/ 2 w 6"/>
                  <a:gd name="T29" fmla="*/ 4 h 8"/>
                  <a:gd name="T30" fmla="*/ 3 w 6"/>
                  <a:gd name="T31" fmla="*/ 2 h 8"/>
                  <a:gd name="T32" fmla="*/ 5 w 6"/>
                  <a:gd name="T33" fmla="*/ 2 h 8"/>
                  <a:gd name="T34" fmla="*/ 4 w 6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8"/>
                  <a:gd name="T56" fmla="*/ 6 w 6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2" name="Freeform 953"/>
              <p:cNvSpPr>
                <a:spLocks/>
              </p:cNvSpPr>
              <p:nvPr/>
            </p:nvSpPr>
            <p:spPr bwMode="auto">
              <a:xfrm>
                <a:off x="3137" y="2070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5 h 48"/>
                  <a:gd name="T12" fmla="*/ 92 w 106"/>
                  <a:gd name="T13" fmla="*/ 6 h 48"/>
                  <a:gd name="T14" fmla="*/ 88 w 106"/>
                  <a:gd name="T15" fmla="*/ 8 h 48"/>
                  <a:gd name="T16" fmla="*/ 85 w 106"/>
                  <a:gd name="T17" fmla="*/ 9 h 48"/>
                  <a:gd name="T18" fmla="*/ 82 w 106"/>
                  <a:gd name="T19" fmla="*/ 11 h 48"/>
                  <a:gd name="T20" fmla="*/ 79 w 106"/>
                  <a:gd name="T21" fmla="*/ 13 h 48"/>
                  <a:gd name="T22" fmla="*/ 75 w 106"/>
                  <a:gd name="T23" fmla="*/ 15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1 h 48"/>
                  <a:gd name="T30" fmla="*/ 57 w 106"/>
                  <a:gd name="T31" fmla="*/ 23 h 48"/>
                  <a:gd name="T32" fmla="*/ 53 w 106"/>
                  <a:gd name="T33" fmla="*/ 24 h 48"/>
                  <a:gd name="T34" fmla="*/ 50 w 106"/>
                  <a:gd name="T35" fmla="*/ 26 h 48"/>
                  <a:gd name="T36" fmla="*/ 45 w 106"/>
                  <a:gd name="T37" fmla="*/ 28 h 48"/>
                  <a:gd name="T38" fmla="*/ 40 w 106"/>
                  <a:gd name="T39" fmla="*/ 30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6 h 48"/>
                  <a:gd name="T46" fmla="*/ 23 w 106"/>
                  <a:gd name="T47" fmla="*/ 38 h 48"/>
                  <a:gd name="T48" fmla="*/ 20 w 106"/>
                  <a:gd name="T49" fmla="*/ 40 h 48"/>
                  <a:gd name="T50" fmla="*/ 17 w 106"/>
                  <a:gd name="T51" fmla="*/ 41 h 48"/>
                  <a:gd name="T52" fmla="*/ 14 w 106"/>
                  <a:gd name="T53" fmla="*/ 42 h 48"/>
                  <a:gd name="T54" fmla="*/ 10 w 106"/>
                  <a:gd name="T55" fmla="*/ 44 h 48"/>
                  <a:gd name="T56" fmla="*/ 8 w 106"/>
                  <a:gd name="T57" fmla="*/ 45 h 48"/>
                  <a:gd name="T58" fmla="*/ 5 w 106"/>
                  <a:gd name="T59" fmla="*/ 46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5"/>
                    </a:lnTo>
                    <a:lnTo>
                      <a:pt x="92" y="6"/>
                    </a:lnTo>
                    <a:lnTo>
                      <a:pt x="88" y="8"/>
                    </a:lnTo>
                    <a:lnTo>
                      <a:pt x="85" y="9"/>
                    </a:lnTo>
                    <a:lnTo>
                      <a:pt x="82" y="11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1"/>
                    </a:lnTo>
                    <a:lnTo>
                      <a:pt x="57" y="23"/>
                    </a:lnTo>
                    <a:lnTo>
                      <a:pt x="53" y="24"/>
                    </a:lnTo>
                    <a:lnTo>
                      <a:pt x="50" y="26"/>
                    </a:lnTo>
                    <a:lnTo>
                      <a:pt x="45" y="28"/>
                    </a:lnTo>
                    <a:lnTo>
                      <a:pt x="40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6"/>
                    </a:lnTo>
                    <a:lnTo>
                      <a:pt x="23" y="38"/>
                    </a:lnTo>
                    <a:lnTo>
                      <a:pt x="20" y="40"/>
                    </a:lnTo>
                    <a:lnTo>
                      <a:pt x="17" y="41"/>
                    </a:lnTo>
                    <a:lnTo>
                      <a:pt x="14" y="42"/>
                    </a:lnTo>
                    <a:lnTo>
                      <a:pt x="10" y="44"/>
                    </a:lnTo>
                    <a:lnTo>
                      <a:pt x="8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3" name="Freeform 954"/>
              <p:cNvSpPr>
                <a:spLocks/>
              </p:cNvSpPr>
              <p:nvPr/>
            </p:nvSpPr>
            <p:spPr bwMode="auto">
              <a:xfrm>
                <a:off x="3136" y="2069"/>
                <a:ext cx="107" cy="49"/>
              </a:xfrm>
              <a:custGeom>
                <a:avLst/>
                <a:gdLst>
                  <a:gd name="T0" fmla="*/ 2 w 107"/>
                  <a:gd name="T1" fmla="*/ 48 h 49"/>
                  <a:gd name="T2" fmla="*/ 6 w 107"/>
                  <a:gd name="T3" fmla="*/ 47 h 49"/>
                  <a:gd name="T4" fmla="*/ 10 w 107"/>
                  <a:gd name="T5" fmla="*/ 45 h 49"/>
                  <a:gd name="T6" fmla="*/ 18 w 107"/>
                  <a:gd name="T7" fmla="*/ 42 h 49"/>
                  <a:gd name="T8" fmla="*/ 24 w 107"/>
                  <a:gd name="T9" fmla="*/ 39 h 49"/>
                  <a:gd name="T10" fmla="*/ 32 w 107"/>
                  <a:gd name="T11" fmla="*/ 35 h 49"/>
                  <a:gd name="T12" fmla="*/ 41 w 107"/>
                  <a:gd name="T13" fmla="*/ 31 h 49"/>
                  <a:gd name="T14" fmla="*/ 50 w 107"/>
                  <a:gd name="T15" fmla="*/ 27 h 49"/>
                  <a:gd name="T16" fmla="*/ 58 w 107"/>
                  <a:gd name="T17" fmla="*/ 24 h 49"/>
                  <a:gd name="T18" fmla="*/ 67 w 107"/>
                  <a:gd name="T19" fmla="*/ 19 h 49"/>
                  <a:gd name="T20" fmla="*/ 76 w 107"/>
                  <a:gd name="T21" fmla="*/ 16 h 49"/>
                  <a:gd name="T22" fmla="*/ 83 w 107"/>
                  <a:gd name="T23" fmla="*/ 12 h 49"/>
                  <a:gd name="T24" fmla="*/ 89 w 107"/>
                  <a:gd name="T25" fmla="*/ 9 h 49"/>
                  <a:gd name="T26" fmla="*/ 96 w 107"/>
                  <a:gd name="T27" fmla="*/ 7 h 49"/>
                  <a:gd name="T28" fmla="*/ 101 w 107"/>
                  <a:gd name="T29" fmla="*/ 4 h 49"/>
                  <a:gd name="T30" fmla="*/ 105 w 107"/>
                  <a:gd name="T31" fmla="*/ 2 h 49"/>
                  <a:gd name="T32" fmla="*/ 105 w 107"/>
                  <a:gd name="T33" fmla="*/ 0 h 49"/>
                  <a:gd name="T34" fmla="*/ 103 w 107"/>
                  <a:gd name="T35" fmla="*/ 1 h 49"/>
                  <a:gd name="T36" fmla="*/ 99 w 107"/>
                  <a:gd name="T37" fmla="*/ 3 h 49"/>
                  <a:gd name="T38" fmla="*/ 93 w 107"/>
                  <a:gd name="T39" fmla="*/ 7 h 49"/>
                  <a:gd name="T40" fmla="*/ 86 w 107"/>
                  <a:gd name="T41" fmla="*/ 9 h 49"/>
                  <a:gd name="T42" fmla="*/ 79 w 107"/>
                  <a:gd name="T43" fmla="*/ 12 h 49"/>
                  <a:gd name="T44" fmla="*/ 70 w 107"/>
                  <a:gd name="T45" fmla="*/ 16 h 49"/>
                  <a:gd name="T46" fmla="*/ 62 w 107"/>
                  <a:gd name="T47" fmla="*/ 20 h 49"/>
                  <a:gd name="T48" fmla="*/ 52 w 107"/>
                  <a:gd name="T49" fmla="*/ 24 h 49"/>
                  <a:gd name="T50" fmla="*/ 45 w 107"/>
                  <a:gd name="T51" fmla="*/ 28 h 49"/>
                  <a:gd name="T52" fmla="*/ 35 w 107"/>
                  <a:gd name="T53" fmla="*/ 31 h 49"/>
                  <a:gd name="T54" fmla="*/ 27 w 107"/>
                  <a:gd name="T55" fmla="*/ 35 h 49"/>
                  <a:gd name="T56" fmla="*/ 20 w 107"/>
                  <a:gd name="T57" fmla="*/ 39 h 49"/>
                  <a:gd name="T58" fmla="*/ 12 w 107"/>
                  <a:gd name="T59" fmla="*/ 42 h 49"/>
                  <a:gd name="T60" fmla="*/ 7 w 107"/>
                  <a:gd name="T61" fmla="*/ 44 h 49"/>
                  <a:gd name="T62" fmla="*/ 3 w 107"/>
                  <a:gd name="T63" fmla="*/ 46 h 49"/>
                  <a:gd name="T64" fmla="*/ 0 w 107"/>
                  <a:gd name="T65" fmla="*/ 48 h 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49"/>
                  <a:gd name="T101" fmla="*/ 107 w 107"/>
                  <a:gd name="T102" fmla="*/ 49 h 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49">
                    <a:moveTo>
                      <a:pt x="1" y="49"/>
                    </a:moveTo>
                    <a:lnTo>
                      <a:pt x="2" y="48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8" y="46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9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1"/>
                    </a:lnTo>
                    <a:lnTo>
                      <a:pt x="46" y="29"/>
                    </a:lnTo>
                    <a:lnTo>
                      <a:pt x="50" y="27"/>
                    </a:lnTo>
                    <a:lnTo>
                      <a:pt x="54" y="25"/>
                    </a:lnTo>
                    <a:lnTo>
                      <a:pt x="58" y="24"/>
                    </a:lnTo>
                    <a:lnTo>
                      <a:pt x="63" y="22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2"/>
                    </a:lnTo>
                    <a:lnTo>
                      <a:pt x="86" y="11"/>
                    </a:lnTo>
                    <a:lnTo>
                      <a:pt x="89" y="9"/>
                    </a:lnTo>
                    <a:lnTo>
                      <a:pt x="93" y="9"/>
                    </a:lnTo>
                    <a:lnTo>
                      <a:pt x="96" y="7"/>
                    </a:lnTo>
                    <a:lnTo>
                      <a:pt x="99" y="4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3" y="7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11"/>
                    </a:lnTo>
                    <a:lnTo>
                      <a:pt x="79" y="12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49" y="26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1"/>
                    </a:lnTo>
                    <a:lnTo>
                      <a:pt x="32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9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6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4" name="Freeform 955"/>
              <p:cNvSpPr>
                <a:spLocks/>
              </p:cNvSpPr>
              <p:nvPr/>
            </p:nvSpPr>
            <p:spPr bwMode="auto">
              <a:xfrm>
                <a:off x="2998" y="1972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10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7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4 h 110"/>
                  <a:gd name="T44" fmla="*/ 193 w 252"/>
                  <a:gd name="T45" fmla="*/ 90 h 110"/>
                  <a:gd name="T46" fmla="*/ 180 w 252"/>
                  <a:gd name="T47" fmla="*/ 94 h 110"/>
                  <a:gd name="T48" fmla="*/ 170 w 252"/>
                  <a:gd name="T49" fmla="*/ 100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3 h 110"/>
                  <a:gd name="T70" fmla="*/ 72 w 252"/>
                  <a:gd name="T71" fmla="*/ 75 h 110"/>
                  <a:gd name="T72" fmla="*/ 58 w 252"/>
                  <a:gd name="T73" fmla="*/ 67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9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6"/>
                    </a:lnTo>
                    <a:lnTo>
                      <a:pt x="107" y="6"/>
                    </a:lnTo>
                    <a:lnTo>
                      <a:pt x="118" y="6"/>
                    </a:lnTo>
                    <a:lnTo>
                      <a:pt x="128" y="9"/>
                    </a:lnTo>
                    <a:lnTo>
                      <a:pt x="140" y="10"/>
                    </a:lnTo>
                    <a:lnTo>
                      <a:pt x="149" y="10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7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2" y="63"/>
                    </a:lnTo>
                    <a:lnTo>
                      <a:pt x="251" y="64"/>
                    </a:lnTo>
                    <a:lnTo>
                      <a:pt x="249" y="65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7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2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1"/>
                    </a:lnTo>
                    <a:lnTo>
                      <a:pt x="210" y="81"/>
                    </a:lnTo>
                    <a:lnTo>
                      <a:pt x="205" y="84"/>
                    </a:lnTo>
                    <a:lnTo>
                      <a:pt x="202" y="85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7"/>
                    </a:lnTo>
                    <a:lnTo>
                      <a:pt x="173" y="99"/>
                    </a:lnTo>
                    <a:lnTo>
                      <a:pt x="170" y="100"/>
                    </a:lnTo>
                    <a:lnTo>
                      <a:pt x="165" y="101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1"/>
                    </a:lnTo>
                    <a:lnTo>
                      <a:pt x="118" y="100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3"/>
                    </a:lnTo>
                    <a:lnTo>
                      <a:pt x="82" y="81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69"/>
                    </a:lnTo>
                    <a:lnTo>
                      <a:pt x="58" y="67"/>
                    </a:lnTo>
                    <a:lnTo>
                      <a:pt x="53" y="65"/>
                    </a:lnTo>
                    <a:lnTo>
                      <a:pt x="49" y="63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5" name="Freeform 956"/>
              <p:cNvSpPr>
                <a:spLocks/>
              </p:cNvSpPr>
              <p:nvPr/>
            </p:nvSpPr>
            <p:spPr bwMode="auto">
              <a:xfrm>
                <a:off x="2997" y="1972"/>
                <a:ext cx="14" cy="37"/>
              </a:xfrm>
              <a:custGeom>
                <a:avLst/>
                <a:gdLst>
                  <a:gd name="T0" fmla="*/ 13 w 14"/>
                  <a:gd name="T1" fmla="*/ 0 h 37"/>
                  <a:gd name="T2" fmla="*/ 13 w 14"/>
                  <a:gd name="T3" fmla="*/ 0 h 37"/>
                  <a:gd name="T4" fmla="*/ 6 w 14"/>
                  <a:gd name="T5" fmla="*/ 4 h 37"/>
                  <a:gd name="T6" fmla="*/ 2 w 14"/>
                  <a:gd name="T7" fmla="*/ 10 h 37"/>
                  <a:gd name="T8" fmla="*/ 0 w 14"/>
                  <a:gd name="T9" fmla="*/ 15 h 37"/>
                  <a:gd name="T10" fmla="*/ 0 w 14"/>
                  <a:gd name="T11" fmla="*/ 20 h 37"/>
                  <a:gd name="T12" fmla="*/ 0 w 14"/>
                  <a:gd name="T13" fmla="*/ 25 h 37"/>
                  <a:gd name="T14" fmla="*/ 2 w 14"/>
                  <a:gd name="T15" fmla="*/ 31 h 37"/>
                  <a:gd name="T16" fmla="*/ 4 w 14"/>
                  <a:gd name="T17" fmla="*/ 34 h 37"/>
                  <a:gd name="T18" fmla="*/ 6 w 14"/>
                  <a:gd name="T19" fmla="*/ 37 h 37"/>
                  <a:gd name="T20" fmla="*/ 8 w 14"/>
                  <a:gd name="T21" fmla="*/ 36 h 37"/>
                  <a:gd name="T22" fmla="*/ 6 w 14"/>
                  <a:gd name="T23" fmla="*/ 34 h 37"/>
                  <a:gd name="T24" fmla="*/ 4 w 14"/>
                  <a:gd name="T25" fmla="*/ 29 h 37"/>
                  <a:gd name="T26" fmla="*/ 2 w 14"/>
                  <a:gd name="T27" fmla="*/ 25 h 37"/>
                  <a:gd name="T28" fmla="*/ 2 w 14"/>
                  <a:gd name="T29" fmla="*/ 20 h 37"/>
                  <a:gd name="T30" fmla="*/ 2 w 14"/>
                  <a:gd name="T31" fmla="*/ 15 h 37"/>
                  <a:gd name="T32" fmla="*/ 4 w 14"/>
                  <a:gd name="T33" fmla="*/ 11 h 37"/>
                  <a:gd name="T34" fmla="*/ 8 w 14"/>
                  <a:gd name="T35" fmla="*/ 6 h 37"/>
                  <a:gd name="T36" fmla="*/ 14 w 14"/>
                  <a:gd name="T37" fmla="*/ 1 h 37"/>
                  <a:gd name="T38" fmla="*/ 13 w 14"/>
                  <a:gd name="T39" fmla="*/ 0 h 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7"/>
                  <a:gd name="T62" fmla="*/ 14 w 14"/>
                  <a:gd name="T63" fmla="*/ 37 h 3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7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1"/>
                    </a:lnTo>
                    <a:lnTo>
                      <a:pt x="4" y="3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4" y="11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6" name="Freeform 957"/>
              <p:cNvSpPr>
                <a:spLocks/>
              </p:cNvSpPr>
              <p:nvPr/>
            </p:nvSpPr>
            <p:spPr bwMode="auto">
              <a:xfrm>
                <a:off x="3010" y="1971"/>
                <a:ext cx="231" cy="21"/>
              </a:xfrm>
              <a:custGeom>
                <a:avLst/>
                <a:gdLst>
                  <a:gd name="T0" fmla="*/ 231 w 231"/>
                  <a:gd name="T1" fmla="*/ 21 h 21"/>
                  <a:gd name="T2" fmla="*/ 228 w 231"/>
                  <a:gd name="T3" fmla="*/ 19 h 21"/>
                  <a:gd name="T4" fmla="*/ 221 w 231"/>
                  <a:gd name="T5" fmla="*/ 18 h 21"/>
                  <a:gd name="T6" fmla="*/ 210 w 231"/>
                  <a:gd name="T7" fmla="*/ 17 h 21"/>
                  <a:gd name="T8" fmla="*/ 195 w 231"/>
                  <a:gd name="T9" fmla="*/ 15 h 21"/>
                  <a:gd name="T10" fmla="*/ 178 w 231"/>
                  <a:gd name="T11" fmla="*/ 13 h 21"/>
                  <a:gd name="T12" fmla="*/ 158 w 231"/>
                  <a:gd name="T13" fmla="*/ 11 h 21"/>
                  <a:gd name="T14" fmla="*/ 137 w 231"/>
                  <a:gd name="T15" fmla="*/ 11 h 21"/>
                  <a:gd name="T16" fmla="*/ 116 w 231"/>
                  <a:gd name="T17" fmla="*/ 7 h 21"/>
                  <a:gd name="T18" fmla="*/ 96 w 231"/>
                  <a:gd name="T19" fmla="*/ 5 h 21"/>
                  <a:gd name="T20" fmla="*/ 74 w 231"/>
                  <a:gd name="T21" fmla="*/ 4 h 21"/>
                  <a:gd name="T22" fmla="*/ 55 w 231"/>
                  <a:gd name="T23" fmla="*/ 3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3 h 21"/>
                  <a:gd name="T40" fmla="*/ 38 w 231"/>
                  <a:gd name="T41" fmla="*/ 3 h 21"/>
                  <a:gd name="T42" fmla="*/ 55 w 231"/>
                  <a:gd name="T43" fmla="*/ 4 h 21"/>
                  <a:gd name="T44" fmla="*/ 74 w 231"/>
                  <a:gd name="T45" fmla="*/ 6 h 21"/>
                  <a:gd name="T46" fmla="*/ 96 w 231"/>
                  <a:gd name="T47" fmla="*/ 7 h 21"/>
                  <a:gd name="T48" fmla="*/ 116 w 231"/>
                  <a:gd name="T49" fmla="*/ 11 h 21"/>
                  <a:gd name="T50" fmla="*/ 137 w 231"/>
                  <a:gd name="T51" fmla="*/ 11 h 21"/>
                  <a:gd name="T52" fmla="*/ 158 w 231"/>
                  <a:gd name="T53" fmla="*/ 13 h 21"/>
                  <a:gd name="T54" fmla="*/ 178 w 231"/>
                  <a:gd name="T55" fmla="*/ 15 h 21"/>
                  <a:gd name="T56" fmla="*/ 195 w 231"/>
                  <a:gd name="T57" fmla="*/ 17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31 w 231"/>
                  <a:gd name="T65" fmla="*/ 21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19"/>
                    </a:lnTo>
                    <a:lnTo>
                      <a:pt x="228" y="19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1"/>
                    </a:lnTo>
                    <a:lnTo>
                      <a:pt x="137" y="11"/>
                    </a:lnTo>
                    <a:lnTo>
                      <a:pt x="127" y="8"/>
                    </a:lnTo>
                    <a:lnTo>
                      <a:pt x="116" y="7"/>
                    </a:lnTo>
                    <a:lnTo>
                      <a:pt x="106" y="6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4"/>
                    </a:lnTo>
                    <a:lnTo>
                      <a:pt x="65" y="3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3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5" y="5"/>
                    </a:lnTo>
                    <a:lnTo>
                      <a:pt x="74" y="6"/>
                    </a:lnTo>
                    <a:lnTo>
                      <a:pt x="84" y="6"/>
                    </a:lnTo>
                    <a:lnTo>
                      <a:pt x="96" y="7"/>
                    </a:lnTo>
                    <a:lnTo>
                      <a:pt x="106" y="8"/>
                    </a:lnTo>
                    <a:lnTo>
                      <a:pt x="116" y="11"/>
                    </a:lnTo>
                    <a:lnTo>
                      <a:pt x="127" y="11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9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7" name="Freeform 958"/>
              <p:cNvSpPr>
                <a:spLocks/>
              </p:cNvSpPr>
              <p:nvPr/>
            </p:nvSpPr>
            <p:spPr bwMode="auto">
              <a:xfrm>
                <a:off x="3239" y="1991"/>
                <a:ext cx="5" cy="38"/>
              </a:xfrm>
              <a:custGeom>
                <a:avLst/>
                <a:gdLst>
                  <a:gd name="T0" fmla="*/ 4 w 5"/>
                  <a:gd name="T1" fmla="*/ 37 h 38"/>
                  <a:gd name="T2" fmla="*/ 5 w 5"/>
                  <a:gd name="T3" fmla="*/ 37 h 38"/>
                  <a:gd name="T4" fmla="*/ 4 w 5"/>
                  <a:gd name="T5" fmla="*/ 28 h 38"/>
                  <a:gd name="T6" fmla="*/ 4 w 5"/>
                  <a:gd name="T7" fmla="*/ 17 h 38"/>
                  <a:gd name="T8" fmla="*/ 2 w 5"/>
                  <a:gd name="T9" fmla="*/ 9 h 38"/>
                  <a:gd name="T10" fmla="*/ 2 w 5"/>
                  <a:gd name="T11" fmla="*/ 0 h 38"/>
                  <a:gd name="T12" fmla="*/ 0 w 5"/>
                  <a:gd name="T13" fmla="*/ 0 h 38"/>
                  <a:gd name="T14" fmla="*/ 0 w 5"/>
                  <a:gd name="T15" fmla="*/ 9 h 38"/>
                  <a:gd name="T16" fmla="*/ 1 w 5"/>
                  <a:gd name="T17" fmla="*/ 17 h 38"/>
                  <a:gd name="T18" fmla="*/ 1 w 5"/>
                  <a:gd name="T19" fmla="*/ 28 h 38"/>
                  <a:gd name="T20" fmla="*/ 2 w 5"/>
                  <a:gd name="T21" fmla="*/ 37 h 38"/>
                  <a:gd name="T22" fmla="*/ 4 w 5"/>
                  <a:gd name="T23" fmla="*/ 38 h 38"/>
                  <a:gd name="T24" fmla="*/ 2 w 5"/>
                  <a:gd name="T25" fmla="*/ 37 h 38"/>
                  <a:gd name="T26" fmla="*/ 2 w 5"/>
                  <a:gd name="T27" fmla="*/ 38 h 38"/>
                  <a:gd name="T28" fmla="*/ 4 w 5"/>
                  <a:gd name="T29" fmla="*/ 38 h 38"/>
                  <a:gd name="T30" fmla="*/ 4 w 5"/>
                  <a:gd name="T31" fmla="*/ 37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8"/>
                  <a:gd name="T50" fmla="*/ 5 w 5"/>
                  <a:gd name="T51" fmla="*/ 38 h 3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8">
                    <a:moveTo>
                      <a:pt x="4" y="37"/>
                    </a:moveTo>
                    <a:lnTo>
                      <a:pt x="5" y="37"/>
                    </a:lnTo>
                    <a:lnTo>
                      <a:pt x="4" y="28"/>
                    </a:lnTo>
                    <a:lnTo>
                      <a:pt x="4" y="17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7"/>
                    </a:lnTo>
                    <a:lnTo>
                      <a:pt x="1" y="28"/>
                    </a:lnTo>
                    <a:lnTo>
                      <a:pt x="2" y="37"/>
                    </a:lnTo>
                    <a:lnTo>
                      <a:pt x="4" y="38"/>
                    </a:lnTo>
                    <a:lnTo>
                      <a:pt x="2" y="37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4" y="3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8" name="Freeform 959"/>
              <p:cNvSpPr>
                <a:spLocks/>
              </p:cNvSpPr>
              <p:nvPr/>
            </p:nvSpPr>
            <p:spPr bwMode="auto">
              <a:xfrm>
                <a:off x="3241" y="2026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5 h 11"/>
                  <a:gd name="T12" fmla="*/ 7 w 9"/>
                  <a:gd name="T13" fmla="*/ 4 h 11"/>
                  <a:gd name="T14" fmla="*/ 5 w 9"/>
                  <a:gd name="T15" fmla="*/ 3 h 11"/>
                  <a:gd name="T16" fmla="*/ 3 w 9"/>
                  <a:gd name="T17" fmla="*/ 2 h 11"/>
                  <a:gd name="T18" fmla="*/ 2 w 9"/>
                  <a:gd name="T19" fmla="*/ 0 h 11"/>
                  <a:gd name="T20" fmla="*/ 0 w 9"/>
                  <a:gd name="T21" fmla="*/ 2 h 11"/>
                  <a:gd name="T22" fmla="*/ 2 w 9"/>
                  <a:gd name="T23" fmla="*/ 3 h 11"/>
                  <a:gd name="T24" fmla="*/ 4 w 9"/>
                  <a:gd name="T25" fmla="*/ 4 h 11"/>
                  <a:gd name="T26" fmla="*/ 5 w 9"/>
                  <a:gd name="T27" fmla="*/ 5 h 11"/>
                  <a:gd name="T28" fmla="*/ 7 w 9"/>
                  <a:gd name="T29" fmla="*/ 6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69" name="Freeform 960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0" name="Freeform 961"/>
              <p:cNvSpPr>
                <a:spLocks/>
              </p:cNvSpPr>
              <p:nvPr/>
            </p:nvSpPr>
            <p:spPr bwMode="auto">
              <a:xfrm>
                <a:off x="3129" y="2078"/>
                <a:ext cx="14" cy="5"/>
              </a:xfrm>
              <a:custGeom>
                <a:avLst/>
                <a:gdLst>
                  <a:gd name="T0" fmla="*/ 0 w 14"/>
                  <a:gd name="T1" fmla="*/ 1 h 5"/>
                  <a:gd name="T2" fmla="*/ 0 w 14"/>
                  <a:gd name="T3" fmla="*/ 1 h 5"/>
                  <a:gd name="T4" fmla="*/ 1 w 14"/>
                  <a:gd name="T5" fmla="*/ 3 h 5"/>
                  <a:gd name="T6" fmla="*/ 3 w 14"/>
                  <a:gd name="T7" fmla="*/ 3 h 5"/>
                  <a:gd name="T8" fmla="*/ 7 w 14"/>
                  <a:gd name="T9" fmla="*/ 4 h 5"/>
                  <a:gd name="T10" fmla="*/ 7 w 14"/>
                  <a:gd name="T11" fmla="*/ 4 h 5"/>
                  <a:gd name="T12" fmla="*/ 10 w 14"/>
                  <a:gd name="T13" fmla="*/ 5 h 5"/>
                  <a:gd name="T14" fmla="*/ 11 w 14"/>
                  <a:gd name="T15" fmla="*/ 5 h 5"/>
                  <a:gd name="T16" fmla="*/ 13 w 14"/>
                  <a:gd name="T17" fmla="*/ 5 h 5"/>
                  <a:gd name="T18" fmla="*/ 14 w 14"/>
                  <a:gd name="T19" fmla="*/ 5 h 5"/>
                  <a:gd name="T20" fmla="*/ 13 w 14"/>
                  <a:gd name="T21" fmla="*/ 3 h 5"/>
                  <a:gd name="T22" fmla="*/ 11 w 14"/>
                  <a:gd name="T23" fmla="*/ 3 h 5"/>
                  <a:gd name="T24" fmla="*/ 10 w 14"/>
                  <a:gd name="T25" fmla="*/ 3 h 5"/>
                  <a:gd name="T26" fmla="*/ 9 w 14"/>
                  <a:gd name="T27" fmla="*/ 3 h 5"/>
                  <a:gd name="T28" fmla="*/ 7 w 14"/>
                  <a:gd name="T29" fmla="*/ 3 h 5"/>
                  <a:gd name="T30" fmla="*/ 3 w 14"/>
                  <a:gd name="T31" fmla="*/ 1 h 5"/>
                  <a:gd name="T32" fmla="*/ 2 w 14"/>
                  <a:gd name="T33" fmla="*/ 1 h 5"/>
                  <a:gd name="T34" fmla="*/ 1 w 14"/>
                  <a:gd name="T35" fmla="*/ 0 h 5"/>
                  <a:gd name="T36" fmla="*/ 0 w 14"/>
                  <a:gd name="T37" fmla="*/ 1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5"/>
                  <a:gd name="T59" fmla="*/ 14 w 14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5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4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1" name="Freeform 962"/>
              <p:cNvSpPr>
                <a:spLocks/>
              </p:cNvSpPr>
              <p:nvPr/>
            </p:nvSpPr>
            <p:spPr bwMode="auto">
              <a:xfrm>
                <a:off x="3015" y="2018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7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2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1 h 62"/>
                  <a:gd name="T58" fmla="*/ 16 w 115"/>
                  <a:gd name="T59" fmla="*/ 7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2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0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6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1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2" name="Freeform 963"/>
              <p:cNvSpPr>
                <a:spLocks/>
              </p:cNvSpPr>
              <p:nvPr/>
            </p:nvSpPr>
            <p:spPr bwMode="auto">
              <a:xfrm>
                <a:off x="3003" y="2008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4 h 11"/>
                  <a:gd name="T6" fmla="*/ 3 w 13"/>
                  <a:gd name="T7" fmla="*/ 5 h 11"/>
                  <a:gd name="T8" fmla="*/ 5 w 13"/>
                  <a:gd name="T9" fmla="*/ 6 h 11"/>
                  <a:gd name="T10" fmla="*/ 7 w 13"/>
                  <a:gd name="T11" fmla="*/ 8 h 11"/>
                  <a:gd name="T12" fmla="*/ 8 w 13"/>
                  <a:gd name="T13" fmla="*/ 8 h 11"/>
                  <a:gd name="T14" fmla="*/ 9 w 13"/>
                  <a:gd name="T15" fmla="*/ 8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10 h 11"/>
                  <a:gd name="T22" fmla="*/ 11 w 13"/>
                  <a:gd name="T23" fmla="*/ 8 h 11"/>
                  <a:gd name="T24" fmla="*/ 10 w 13"/>
                  <a:gd name="T25" fmla="*/ 8 h 11"/>
                  <a:gd name="T26" fmla="*/ 9 w 13"/>
                  <a:gd name="T27" fmla="*/ 6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4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3" name="Freeform 964"/>
              <p:cNvSpPr>
                <a:spLocks/>
              </p:cNvSpPr>
              <p:nvPr/>
            </p:nvSpPr>
            <p:spPr bwMode="auto">
              <a:xfrm>
                <a:off x="3132" y="2040"/>
                <a:ext cx="10" cy="42"/>
              </a:xfrm>
              <a:custGeom>
                <a:avLst/>
                <a:gdLst>
                  <a:gd name="T0" fmla="*/ 10 w 10"/>
                  <a:gd name="T1" fmla="*/ 42 h 42"/>
                  <a:gd name="T2" fmla="*/ 8 w 10"/>
                  <a:gd name="T3" fmla="*/ 42 h 42"/>
                  <a:gd name="T4" fmla="*/ 7 w 10"/>
                  <a:gd name="T5" fmla="*/ 41 h 42"/>
                  <a:gd name="T6" fmla="*/ 6 w 10"/>
                  <a:gd name="T7" fmla="*/ 40 h 42"/>
                  <a:gd name="T8" fmla="*/ 4 w 10"/>
                  <a:gd name="T9" fmla="*/ 37 h 42"/>
                  <a:gd name="T10" fmla="*/ 4 w 10"/>
                  <a:gd name="T11" fmla="*/ 35 h 42"/>
                  <a:gd name="T12" fmla="*/ 2 w 10"/>
                  <a:gd name="T13" fmla="*/ 32 h 42"/>
                  <a:gd name="T14" fmla="*/ 0 w 10"/>
                  <a:gd name="T15" fmla="*/ 29 h 42"/>
                  <a:gd name="T16" fmla="*/ 0 w 10"/>
                  <a:gd name="T17" fmla="*/ 26 h 42"/>
                  <a:gd name="T18" fmla="*/ 0 w 10"/>
                  <a:gd name="T19" fmla="*/ 22 h 42"/>
                  <a:gd name="T20" fmla="*/ 0 w 10"/>
                  <a:gd name="T21" fmla="*/ 17 h 42"/>
                  <a:gd name="T22" fmla="*/ 0 w 10"/>
                  <a:gd name="T23" fmla="*/ 13 h 42"/>
                  <a:gd name="T24" fmla="*/ 2 w 10"/>
                  <a:gd name="T25" fmla="*/ 9 h 42"/>
                  <a:gd name="T26" fmla="*/ 4 w 10"/>
                  <a:gd name="T27" fmla="*/ 7 h 42"/>
                  <a:gd name="T28" fmla="*/ 4 w 10"/>
                  <a:gd name="T29" fmla="*/ 4 h 42"/>
                  <a:gd name="T30" fmla="*/ 6 w 10"/>
                  <a:gd name="T31" fmla="*/ 1 h 42"/>
                  <a:gd name="T32" fmla="*/ 8 w 10"/>
                  <a:gd name="T33" fmla="*/ 0 h 42"/>
                  <a:gd name="T34" fmla="*/ 10 w 10"/>
                  <a:gd name="T35" fmla="*/ 4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2"/>
                  <a:gd name="T56" fmla="*/ 10 w 10"/>
                  <a:gd name="T57" fmla="*/ 42 h 4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2">
                    <a:moveTo>
                      <a:pt x="10" y="42"/>
                    </a:moveTo>
                    <a:lnTo>
                      <a:pt x="8" y="42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2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4" name="Freeform 965"/>
              <p:cNvSpPr>
                <a:spLocks/>
              </p:cNvSpPr>
              <p:nvPr/>
            </p:nvSpPr>
            <p:spPr bwMode="auto">
              <a:xfrm>
                <a:off x="3132" y="2066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6 h 17"/>
                  <a:gd name="T8" fmla="*/ 2 w 10"/>
                  <a:gd name="T9" fmla="*/ 10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6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5" name="Freeform 966"/>
              <p:cNvSpPr>
                <a:spLocks/>
              </p:cNvSpPr>
              <p:nvPr/>
            </p:nvSpPr>
            <p:spPr bwMode="auto">
              <a:xfrm>
                <a:off x="3132" y="2040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1 h 26"/>
                  <a:gd name="T4" fmla="*/ 4 w 9"/>
                  <a:gd name="T5" fmla="*/ 4 h 26"/>
                  <a:gd name="T6" fmla="*/ 3 w 9"/>
                  <a:gd name="T7" fmla="*/ 7 h 26"/>
                  <a:gd name="T8" fmla="*/ 2 w 9"/>
                  <a:gd name="T9" fmla="*/ 10 h 26"/>
                  <a:gd name="T10" fmla="*/ 0 w 9"/>
                  <a:gd name="T11" fmla="*/ 13 h 26"/>
                  <a:gd name="T12" fmla="*/ 0 w 9"/>
                  <a:gd name="T13" fmla="*/ 17 h 26"/>
                  <a:gd name="T14" fmla="*/ 0 w 9"/>
                  <a:gd name="T15" fmla="*/ 22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2 h 26"/>
                  <a:gd name="T22" fmla="*/ 3 w 9"/>
                  <a:gd name="T23" fmla="*/ 17 h 26"/>
                  <a:gd name="T24" fmla="*/ 3 w 9"/>
                  <a:gd name="T25" fmla="*/ 13 h 26"/>
                  <a:gd name="T26" fmla="*/ 4 w 9"/>
                  <a:gd name="T27" fmla="*/ 10 h 26"/>
                  <a:gd name="T28" fmla="*/ 4 w 9"/>
                  <a:gd name="T29" fmla="*/ 7 h 26"/>
                  <a:gd name="T30" fmla="*/ 6 w 9"/>
                  <a:gd name="T31" fmla="*/ 5 h 26"/>
                  <a:gd name="T32" fmla="*/ 7 w 9"/>
                  <a:gd name="T33" fmla="*/ 4 h 26"/>
                  <a:gd name="T34" fmla="*/ 9 w 9"/>
                  <a:gd name="T35" fmla="*/ 1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6" name="Freeform 967"/>
              <p:cNvSpPr>
                <a:spLocks/>
              </p:cNvSpPr>
              <p:nvPr/>
            </p:nvSpPr>
            <p:spPr bwMode="auto">
              <a:xfrm>
                <a:off x="3011" y="1926"/>
                <a:ext cx="239" cy="114"/>
              </a:xfrm>
              <a:custGeom>
                <a:avLst/>
                <a:gdLst>
                  <a:gd name="T0" fmla="*/ 8 w 239"/>
                  <a:gd name="T1" fmla="*/ 42 h 114"/>
                  <a:gd name="T2" fmla="*/ 24 w 239"/>
                  <a:gd name="T3" fmla="*/ 34 h 114"/>
                  <a:gd name="T4" fmla="*/ 45 w 239"/>
                  <a:gd name="T5" fmla="*/ 24 h 114"/>
                  <a:gd name="T6" fmla="*/ 67 w 239"/>
                  <a:gd name="T7" fmla="*/ 14 h 114"/>
                  <a:gd name="T8" fmla="*/ 85 w 239"/>
                  <a:gd name="T9" fmla="*/ 4 h 114"/>
                  <a:gd name="T10" fmla="*/ 94 w 239"/>
                  <a:gd name="T11" fmla="*/ 0 h 114"/>
                  <a:gd name="T12" fmla="*/ 99 w 239"/>
                  <a:gd name="T13" fmla="*/ 0 h 114"/>
                  <a:gd name="T14" fmla="*/ 104 w 239"/>
                  <a:gd name="T15" fmla="*/ 1 h 114"/>
                  <a:gd name="T16" fmla="*/ 108 w 239"/>
                  <a:gd name="T17" fmla="*/ 2 h 114"/>
                  <a:gd name="T18" fmla="*/ 114 w 239"/>
                  <a:gd name="T19" fmla="*/ 5 h 114"/>
                  <a:gd name="T20" fmla="*/ 126 w 239"/>
                  <a:gd name="T21" fmla="*/ 12 h 114"/>
                  <a:gd name="T22" fmla="*/ 140 w 239"/>
                  <a:gd name="T23" fmla="*/ 18 h 114"/>
                  <a:gd name="T24" fmla="*/ 155 w 239"/>
                  <a:gd name="T25" fmla="*/ 25 h 114"/>
                  <a:gd name="T26" fmla="*/ 172 w 239"/>
                  <a:gd name="T27" fmla="*/ 33 h 114"/>
                  <a:gd name="T28" fmla="*/ 188 w 239"/>
                  <a:gd name="T29" fmla="*/ 40 h 114"/>
                  <a:gd name="T30" fmla="*/ 204 w 239"/>
                  <a:gd name="T31" fmla="*/ 47 h 114"/>
                  <a:gd name="T32" fmla="*/ 217 w 239"/>
                  <a:gd name="T33" fmla="*/ 53 h 114"/>
                  <a:gd name="T34" fmla="*/ 226 w 239"/>
                  <a:gd name="T35" fmla="*/ 58 h 114"/>
                  <a:gd name="T36" fmla="*/ 233 w 239"/>
                  <a:gd name="T37" fmla="*/ 60 h 114"/>
                  <a:gd name="T38" fmla="*/ 237 w 239"/>
                  <a:gd name="T39" fmla="*/ 63 h 114"/>
                  <a:gd name="T40" fmla="*/ 239 w 239"/>
                  <a:gd name="T41" fmla="*/ 67 h 114"/>
                  <a:gd name="T42" fmla="*/ 235 w 239"/>
                  <a:gd name="T43" fmla="*/ 71 h 114"/>
                  <a:gd name="T44" fmla="*/ 228 w 239"/>
                  <a:gd name="T45" fmla="*/ 73 h 114"/>
                  <a:gd name="T46" fmla="*/ 220 w 239"/>
                  <a:gd name="T47" fmla="*/ 77 h 114"/>
                  <a:gd name="T48" fmla="*/ 209 w 239"/>
                  <a:gd name="T49" fmla="*/ 81 h 114"/>
                  <a:gd name="T50" fmla="*/ 197 w 239"/>
                  <a:gd name="T51" fmla="*/ 87 h 114"/>
                  <a:gd name="T52" fmla="*/ 184 w 239"/>
                  <a:gd name="T53" fmla="*/ 92 h 114"/>
                  <a:gd name="T54" fmla="*/ 172 w 239"/>
                  <a:gd name="T55" fmla="*/ 97 h 114"/>
                  <a:gd name="T56" fmla="*/ 160 w 239"/>
                  <a:gd name="T57" fmla="*/ 103 h 114"/>
                  <a:gd name="T58" fmla="*/ 149 w 239"/>
                  <a:gd name="T59" fmla="*/ 108 h 114"/>
                  <a:gd name="T60" fmla="*/ 141 w 239"/>
                  <a:gd name="T61" fmla="*/ 111 h 114"/>
                  <a:gd name="T62" fmla="*/ 134 w 239"/>
                  <a:gd name="T63" fmla="*/ 113 h 114"/>
                  <a:gd name="T64" fmla="*/ 130 w 239"/>
                  <a:gd name="T65" fmla="*/ 114 h 114"/>
                  <a:gd name="T66" fmla="*/ 125 w 239"/>
                  <a:gd name="T67" fmla="*/ 113 h 114"/>
                  <a:gd name="T68" fmla="*/ 120 w 239"/>
                  <a:gd name="T69" fmla="*/ 111 h 114"/>
                  <a:gd name="T70" fmla="*/ 114 w 239"/>
                  <a:gd name="T71" fmla="*/ 109 h 114"/>
                  <a:gd name="T72" fmla="*/ 105 w 239"/>
                  <a:gd name="T73" fmla="*/ 104 h 114"/>
                  <a:gd name="T74" fmla="*/ 94 w 239"/>
                  <a:gd name="T75" fmla="*/ 97 h 114"/>
                  <a:gd name="T76" fmla="*/ 80 w 239"/>
                  <a:gd name="T77" fmla="*/ 91 h 114"/>
                  <a:gd name="T78" fmla="*/ 66 w 239"/>
                  <a:gd name="T79" fmla="*/ 82 h 114"/>
                  <a:gd name="T80" fmla="*/ 51 w 239"/>
                  <a:gd name="T81" fmla="*/ 75 h 114"/>
                  <a:gd name="T82" fmla="*/ 36 w 239"/>
                  <a:gd name="T83" fmla="*/ 67 h 114"/>
                  <a:gd name="T84" fmla="*/ 23 w 239"/>
                  <a:gd name="T85" fmla="*/ 60 h 114"/>
                  <a:gd name="T86" fmla="*/ 14 w 239"/>
                  <a:gd name="T87" fmla="*/ 56 h 114"/>
                  <a:gd name="T88" fmla="*/ 8 w 239"/>
                  <a:gd name="T89" fmla="*/ 52 h 114"/>
                  <a:gd name="T90" fmla="*/ 3 w 239"/>
                  <a:gd name="T91" fmla="*/ 49 h 114"/>
                  <a:gd name="T92" fmla="*/ 0 w 239"/>
                  <a:gd name="T93" fmla="*/ 47 h 114"/>
                  <a:gd name="T94" fmla="*/ 4 w 239"/>
                  <a:gd name="T95" fmla="*/ 44 h 1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4"/>
                  <a:gd name="T146" fmla="*/ 239 w 239"/>
                  <a:gd name="T147" fmla="*/ 114 h 1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4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0"/>
                    </a:lnTo>
                    <a:lnTo>
                      <a:pt x="37" y="28"/>
                    </a:lnTo>
                    <a:lnTo>
                      <a:pt x="45" y="24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0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5"/>
                    </a:lnTo>
                    <a:lnTo>
                      <a:pt x="161" y="28"/>
                    </a:lnTo>
                    <a:lnTo>
                      <a:pt x="166" y="30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3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49"/>
                    </a:lnTo>
                    <a:lnTo>
                      <a:pt x="213" y="51"/>
                    </a:lnTo>
                    <a:lnTo>
                      <a:pt x="217" y="53"/>
                    </a:lnTo>
                    <a:lnTo>
                      <a:pt x="220" y="56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5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71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1"/>
                    </a:lnTo>
                    <a:lnTo>
                      <a:pt x="205" y="82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5"/>
                    </a:lnTo>
                    <a:lnTo>
                      <a:pt x="172" y="97"/>
                    </a:lnTo>
                    <a:lnTo>
                      <a:pt x="167" y="99"/>
                    </a:lnTo>
                    <a:lnTo>
                      <a:pt x="164" y="100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9"/>
                    </a:lnTo>
                    <a:lnTo>
                      <a:pt x="143" y="110"/>
                    </a:lnTo>
                    <a:lnTo>
                      <a:pt x="141" y="111"/>
                    </a:lnTo>
                    <a:lnTo>
                      <a:pt x="137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0" y="114"/>
                    </a:lnTo>
                    <a:lnTo>
                      <a:pt x="128" y="114"/>
                    </a:lnTo>
                    <a:lnTo>
                      <a:pt x="127" y="113"/>
                    </a:lnTo>
                    <a:lnTo>
                      <a:pt x="125" y="113"/>
                    </a:lnTo>
                    <a:lnTo>
                      <a:pt x="124" y="112"/>
                    </a:lnTo>
                    <a:lnTo>
                      <a:pt x="121" y="112"/>
                    </a:lnTo>
                    <a:lnTo>
                      <a:pt x="120" y="111"/>
                    </a:lnTo>
                    <a:lnTo>
                      <a:pt x="118" y="111"/>
                    </a:lnTo>
                    <a:lnTo>
                      <a:pt x="116" y="110"/>
                    </a:lnTo>
                    <a:lnTo>
                      <a:pt x="114" y="109"/>
                    </a:lnTo>
                    <a:lnTo>
                      <a:pt x="112" y="106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99"/>
                    </a:lnTo>
                    <a:lnTo>
                      <a:pt x="94" y="97"/>
                    </a:lnTo>
                    <a:lnTo>
                      <a:pt x="89" y="95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4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6"/>
                    </a:lnTo>
                    <a:lnTo>
                      <a:pt x="11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7" name="Freeform 968"/>
              <p:cNvSpPr>
                <a:spLocks/>
              </p:cNvSpPr>
              <p:nvPr/>
            </p:nvSpPr>
            <p:spPr bwMode="auto">
              <a:xfrm>
                <a:off x="3014" y="1926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1 h 44"/>
                  <a:gd name="T6" fmla="*/ 81 w 90"/>
                  <a:gd name="T7" fmla="*/ 3 h 44"/>
                  <a:gd name="T8" fmla="*/ 77 w 90"/>
                  <a:gd name="T9" fmla="*/ 5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19 h 44"/>
                  <a:gd name="T18" fmla="*/ 42 w 90"/>
                  <a:gd name="T19" fmla="*/ 22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3 h 44"/>
                  <a:gd name="T26" fmla="*/ 15 w 90"/>
                  <a:gd name="T27" fmla="*/ 35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2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7 h 44"/>
                  <a:gd name="T46" fmla="*/ 21 w 90"/>
                  <a:gd name="T47" fmla="*/ 33 h 44"/>
                  <a:gd name="T48" fmla="*/ 28 w 90"/>
                  <a:gd name="T49" fmla="*/ 31 h 44"/>
                  <a:gd name="T50" fmla="*/ 35 w 90"/>
                  <a:gd name="T51" fmla="*/ 27 h 44"/>
                  <a:gd name="T52" fmla="*/ 42 w 90"/>
                  <a:gd name="T53" fmla="*/ 25 h 44"/>
                  <a:gd name="T54" fmla="*/ 50 w 90"/>
                  <a:gd name="T55" fmla="*/ 20 h 44"/>
                  <a:gd name="T56" fmla="*/ 56 w 90"/>
                  <a:gd name="T57" fmla="*/ 17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5 h 44"/>
                  <a:gd name="T66" fmla="*/ 86 w 90"/>
                  <a:gd name="T67" fmla="*/ 3 h 44"/>
                  <a:gd name="T68" fmla="*/ 90 w 90"/>
                  <a:gd name="T69" fmla="*/ 1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3"/>
                    </a:lnTo>
                    <a:lnTo>
                      <a:pt x="15" y="35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7"/>
                    </a:lnTo>
                    <a:lnTo>
                      <a:pt x="21" y="33"/>
                    </a:lnTo>
                    <a:lnTo>
                      <a:pt x="28" y="31"/>
                    </a:lnTo>
                    <a:lnTo>
                      <a:pt x="35" y="27"/>
                    </a:lnTo>
                    <a:lnTo>
                      <a:pt x="42" y="25"/>
                    </a:lnTo>
                    <a:lnTo>
                      <a:pt x="50" y="20"/>
                    </a:lnTo>
                    <a:lnTo>
                      <a:pt x="56" y="17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8" name="Freeform 969"/>
              <p:cNvSpPr>
                <a:spLocks/>
              </p:cNvSpPr>
              <p:nvPr/>
            </p:nvSpPr>
            <p:spPr bwMode="auto">
              <a:xfrm>
                <a:off x="3103" y="1925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3 w 13"/>
                  <a:gd name="T3" fmla="*/ 2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2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2"/>
                    </a:moveTo>
                    <a:lnTo>
                      <a:pt x="13" y="2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79" name="Freeform 970"/>
              <p:cNvSpPr>
                <a:spLocks/>
              </p:cNvSpPr>
              <p:nvPr/>
            </p:nvSpPr>
            <p:spPr bwMode="auto">
              <a:xfrm>
                <a:off x="3115" y="1926"/>
                <a:ext cx="128" cy="61"/>
              </a:xfrm>
              <a:custGeom>
                <a:avLst/>
                <a:gdLst>
                  <a:gd name="T0" fmla="*/ 128 w 128"/>
                  <a:gd name="T1" fmla="*/ 60 h 61"/>
                  <a:gd name="T2" fmla="*/ 124 w 128"/>
                  <a:gd name="T3" fmla="*/ 58 h 61"/>
                  <a:gd name="T4" fmla="*/ 119 w 128"/>
                  <a:gd name="T5" fmla="*/ 56 h 61"/>
                  <a:gd name="T6" fmla="*/ 111 w 128"/>
                  <a:gd name="T7" fmla="*/ 52 h 61"/>
                  <a:gd name="T8" fmla="*/ 104 w 128"/>
                  <a:gd name="T9" fmla="*/ 48 h 61"/>
                  <a:gd name="T10" fmla="*/ 94 w 128"/>
                  <a:gd name="T11" fmla="*/ 44 h 61"/>
                  <a:gd name="T12" fmla="*/ 84 w 128"/>
                  <a:gd name="T13" fmla="*/ 39 h 61"/>
                  <a:gd name="T14" fmla="*/ 73 w 128"/>
                  <a:gd name="T15" fmla="*/ 33 h 61"/>
                  <a:gd name="T16" fmla="*/ 62 w 128"/>
                  <a:gd name="T17" fmla="*/ 28 h 61"/>
                  <a:gd name="T18" fmla="*/ 51 w 128"/>
                  <a:gd name="T19" fmla="*/ 24 h 61"/>
                  <a:gd name="T20" fmla="*/ 41 w 128"/>
                  <a:gd name="T21" fmla="*/ 18 h 61"/>
                  <a:gd name="T22" fmla="*/ 30 w 128"/>
                  <a:gd name="T23" fmla="*/ 14 h 61"/>
                  <a:gd name="T24" fmla="*/ 22 w 128"/>
                  <a:gd name="T25" fmla="*/ 9 h 61"/>
                  <a:gd name="T26" fmla="*/ 14 w 128"/>
                  <a:gd name="T27" fmla="*/ 5 h 61"/>
                  <a:gd name="T28" fmla="*/ 8 w 128"/>
                  <a:gd name="T29" fmla="*/ 3 h 61"/>
                  <a:gd name="T30" fmla="*/ 4 w 128"/>
                  <a:gd name="T31" fmla="*/ 1 h 61"/>
                  <a:gd name="T32" fmla="*/ 0 w 128"/>
                  <a:gd name="T33" fmla="*/ 1 h 61"/>
                  <a:gd name="T34" fmla="*/ 2 w 128"/>
                  <a:gd name="T35" fmla="*/ 2 h 61"/>
                  <a:gd name="T36" fmla="*/ 7 w 128"/>
                  <a:gd name="T37" fmla="*/ 4 h 61"/>
                  <a:gd name="T38" fmla="*/ 13 w 128"/>
                  <a:gd name="T39" fmla="*/ 9 h 61"/>
                  <a:gd name="T40" fmla="*/ 21 w 128"/>
                  <a:gd name="T41" fmla="*/ 12 h 61"/>
                  <a:gd name="T42" fmla="*/ 29 w 128"/>
                  <a:gd name="T43" fmla="*/ 16 h 61"/>
                  <a:gd name="T44" fmla="*/ 40 w 128"/>
                  <a:gd name="T45" fmla="*/ 20 h 61"/>
                  <a:gd name="T46" fmla="*/ 50 w 128"/>
                  <a:gd name="T47" fmla="*/ 25 h 61"/>
                  <a:gd name="T48" fmla="*/ 61 w 128"/>
                  <a:gd name="T49" fmla="*/ 30 h 61"/>
                  <a:gd name="T50" fmla="*/ 72 w 128"/>
                  <a:gd name="T51" fmla="*/ 35 h 61"/>
                  <a:gd name="T52" fmla="*/ 83 w 128"/>
                  <a:gd name="T53" fmla="*/ 41 h 61"/>
                  <a:gd name="T54" fmla="*/ 94 w 128"/>
                  <a:gd name="T55" fmla="*/ 45 h 61"/>
                  <a:gd name="T56" fmla="*/ 103 w 128"/>
                  <a:gd name="T57" fmla="*/ 49 h 61"/>
                  <a:gd name="T58" fmla="*/ 110 w 128"/>
                  <a:gd name="T59" fmla="*/ 55 h 61"/>
                  <a:gd name="T60" fmla="*/ 119 w 128"/>
                  <a:gd name="T61" fmla="*/ 57 h 61"/>
                  <a:gd name="T62" fmla="*/ 123 w 128"/>
                  <a:gd name="T63" fmla="*/ 60 h 61"/>
                  <a:gd name="T64" fmla="*/ 126 w 128"/>
                  <a:gd name="T65" fmla="*/ 6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1"/>
                  <a:gd name="T101" fmla="*/ 128 w 128"/>
                  <a:gd name="T102" fmla="*/ 61 h 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1">
                    <a:moveTo>
                      <a:pt x="128" y="60"/>
                    </a:moveTo>
                    <a:lnTo>
                      <a:pt x="128" y="60"/>
                    </a:lnTo>
                    <a:lnTo>
                      <a:pt x="126" y="59"/>
                    </a:lnTo>
                    <a:lnTo>
                      <a:pt x="124" y="58"/>
                    </a:lnTo>
                    <a:lnTo>
                      <a:pt x="122" y="57"/>
                    </a:lnTo>
                    <a:lnTo>
                      <a:pt x="119" y="56"/>
                    </a:lnTo>
                    <a:lnTo>
                      <a:pt x="115" y="55"/>
                    </a:lnTo>
                    <a:lnTo>
                      <a:pt x="111" y="52"/>
                    </a:lnTo>
                    <a:lnTo>
                      <a:pt x="108" y="49"/>
                    </a:lnTo>
                    <a:lnTo>
                      <a:pt x="104" y="48"/>
                    </a:lnTo>
                    <a:lnTo>
                      <a:pt x="99" y="46"/>
                    </a:lnTo>
                    <a:lnTo>
                      <a:pt x="94" y="44"/>
                    </a:lnTo>
                    <a:lnTo>
                      <a:pt x="89" y="41"/>
                    </a:lnTo>
                    <a:lnTo>
                      <a:pt x="84" y="39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6"/>
                    </a:lnTo>
                    <a:lnTo>
                      <a:pt x="51" y="24"/>
                    </a:lnTo>
                    <a:lnTo>
                      <a:pt x="45" y="21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17" y="9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9"/>
                    </a:lnTo>
                    <a:lnTo>
                      <a:pt x="17" y="9"/>
                    </a:lnTo>
                    <a:lnTo>
                      <a:pt x="21" y="12"/>
                    </a:lnTo>
                    <a:lnTo>
                      <a:pt x="25" y="14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5"/>
                    </a:lnTo>
                    <a:lnTo>
                      <a:pt x="56" y="28"/>
                    </a:lnTo>
                    <a:lnTo>
                      <a:pt x="61" y="30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9"/>
                    </a:lnTo>
                    <a:lnTo>
                      <a:pt x="83" y="41"/>
                    </a:lnTo>
                    <a:lnTo>
                      <a:pt x="88" y="43"/>
                    </a:lnTo>
                    <a:lnTo>
                      <a:pt x="94" y="45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2"/>
                    </a:lnTo>
                    <a:lnTo>
                      <a:pt x="110" y="55"/>
                    </a:lnTo>
                    <a:lnTo>
                      <a:pt x="115" y="56"/>
                    </a:lnTo>
                    <a:lnTo>
                      <a:pt x="119" y="57"/>
                    </a:lnTo>
                    <a:lnTo>
                      <a:pt x="121" y="59"/>
                    </a:lnTo>
                    <a:lnTo>
                      <a:pt x="123" y="60"/>
                    </a:lnTo>
                    <a:lnTo>
                      <a:pt x="125" y="60"/>
                    </a:lnTo>
                    <a:lnTo>
                      <a:pt x="126" y="61"/>
                    </a:lnTo>
                    <a:lnTo>
                      <a:pt x="128" y="6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0" name="Freeform 971"/>
              <p:cNvSpPr>
                <a:spLocks/>
              </p:cNvSpPr>
              <p:nvPr/>
            </p:nvSpPr>
            <p:spPr bwMode="auto">
              <a:xfrm>
                <a:off x="3241" y="1986"/>
                <a:ext cx="9" cy="9"/>
              </a:xfrm>
              <a:custGeom>
                <a:avLst/>
                <a:gdLst>
                  <a:gd name="T0" fmla="*/ 5 w 9"/>
                  <a:gd name="T1" fmla="*/ 9 h 9"/>
                  <a:gd name="T2" fmla="*/ 5 w 9"/>
                  <a:gd name="T3" fmla="*/ 9 h 9"/>
                  <a:gd name="T4" fmla="*/ 8 w 9"/>
                  <a:gd name="T5" fmla="*/ 8 h 9"/>
                  <a:gd name="T6" fmla="*/ 9 w 9"/>
                  <a:gd name="T7" fmla="*/ 7 h 9"/>
                  <a:gd name="T8" fmla="*/ 9 w 9"/>
                  <a:gd name="T9" fmla="*/ 5 h 9"/>
                  <a:gd name="T10" fmla="*/ 8 w 9"/>
                  <a:gd name="T11" fmla="*/ 4 h 9"/>
                  <a:gd name="T12" fmla="*/ 7 w 9"/>
                  <a:gd name="T13" fmla="*/ 2 h 9"/>
                  <a:gd name="T14" fmla="*/ 5 w 9"/>
                  <a:gd name="T15" fmla="*/ 1 h 9"/>
                  <a:gd name="T16" fmla="*/ 3 w 9"/>
                  <a:gd name="T17" fmla="*/ 1 h 9"/>
                  <a:gd name="T18" fmla="*/ 2 w 9"/>
                  <a:gd name="T19" fmla="*/ 0 h 9"/>
                  <a:gd name="T20" fmla="*/ 0 w 9"/>
                  <a:gd name="T21" fmla="*/ 1 h 9"/>
                  <a:gd name="T22" fmla="*/ 2 w 9"/>
                  <a:gd name="T23" fmla="*/ 2 h 9"/>
                  <a:gd name="T24" fmla="*/ 4 w 9"/>
                  <a:gd name="T25" fmla="*/ 3 h 9"/>
                  <a:gd name="T26" fmla="*/ 5 w 9"/>
                  <a:gd name="T27" fmla="*/ 4 h 9"/>
                  <a:gd name="T28" fmla="*/ 7 w 9"/>
                  <a:gd name="T29" fmla="*/ 5 h 9"/>
                  <a:gd name="T30" fmla="*/ 7 w 9"/>
                  <a:gd name="T31" fmla="*/ 6 h 9"/>
                  <a:gd name="T32" fmla="*/ 7 w 9"/>
                  <a:gd name="T33" fmla="*/ 7 h 9"/>
                  <a:gd name="T34" fmla="*/ 4 w 9"/>
                  <a:gd name="T35" fmla="*/ 8 h 9"/>
                  <a:gd name="T36" fmla="*/ 5 w 9"/>
                  <a:gd name="T37" fmla="*/ 9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9"/>
                  <a:gd name="T59" fmla="*/ 9 w 9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9">
                    <a:moveTo>
                      <a:pt x="5" y="9"/>
                    </a:moveTo>
                    <a:lnTo>
                      <a:pt x="5" y="9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1" name="Freeform 972"/>
              <p:cNvSpPr>
                <a:spLocks/>
              </p:cNvSpPr>
              <p:nvPr/>
            </p:nvSpPr>
            <p:spPr bwMode="auto">
              <a:xfrm>
                <a:off x="3143" y="1994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2 h 47"/>
                  <a:gd name="T8" fmla="*/ 20 w 103"/>
                  <a:gd name="T9" fmla="*/ 38 h 47"/>
                  <a:gd name="T10" fmla="*/ 27 w 103"/>
                  <a:gd name="T11" fmla="*/ 36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5 h 47"/>
                  <a:gd name="T18" fmla="*/ 60 w 103"/>
                  <a:gd name="T19" fmla="*/ 22 h 47"/>
                  <a:gd name="T20" fmla="*/ 70 w 103"/>
                  <a:gd name="T21" fmla="*/ 18 h 47"/>
                  <a:gd name="T22" fmla="*/ 77 w 103"/>
                  <a:gd name="T23" fmla="*/ 14 h 47"/>
                  <a:gd name="T24" fmla="*/ 83 w 103"/>
                  <a:gd name="T25" fmla="*/ 11 h 47"/>
                  <a:gd name="T26" fmla="*/ 90 w 103"/>
                  <a:gd name="T27" fmla="*/ 8 h 47"/>
                  <a:gd name="T28" fmla="*/ 96 w 103"/>
                  <a:gd name="T29" fmla="*/ 5 h 47"/>
                  <a:gd name="T30" fmla="*/ 100 w 103"/>
                  <a:gd name="T31" fmla="*/ 4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3 h 47"/>
                  <a:gd name="T38" fmla="*/ 92 w 103"/>
                  <a:gd name="T39" fmla="*/ 5 h 47"/>
                  <a:gd name="T40" fmla="*/ 86 w 103"/>
                  <a:gd name="T41" fmla="*/ 8 h 47"/>
                  <a:gd name="T42" fmla="*/ 79 w 103"/>
                  <a:gd name="T43" fmla="*/ 11 h 47"/>
                  <a:gd name="T44" fmla="*/ 73 w 103"/>
                  <a:gd name="T45" fmla="*/ 14 h 47"/>
                  <a:gd name="T46" fmla="*/ 64 w 103"/>
                  <a:gd name="T47" fmla="*/ 18 h 47"/>
                  <a:gd name="T48" fmla="*/ 56 w 103"/>
                  <a:gd name="T49" fmla="*/ 22 h 47"/>
                  <a:gd name="T50" fmla="*/ 47 w 103"/>
                  <a:gd name="T51" fmla="*/ 25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6 h 47"/>
                  <a:gd name="T58" fmla="*/ 16 w 103"/>
                  <a:gd name="T59" fmla="*/ 38 h 47"/>
                  <a:gd name="T60" fmla="*/ 11 w 103"/>
                  <a:gd name="T61" fmla="*/ 42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4" y="42"/>
                    </a:lnTo>
                    <a:lnTo>
                      <a:pt x="17" y="41"/>
                    </a:lnTo>
                    <a:lnTo>
                      <a:pt x="20" y="38"/>
                    </a:lnTo>
                    <a:lnTo>
                      <a:pt x="24" y="38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7" y="24"/>
                    </a:lnTo>
                    <a:lnTo>
                      <a:pt x="60" y="22"/>
                    </a:lnTo>
                    <a:lnTo>
                      <a:pt x="64" y="19"/>
                    </a:lnTo>
                    <a:lnTo>
                      <a:pt x="70" y="18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2"/>
                    </a:lnTo>
                    <a:lnTo>
                      <a:pt x="83" y="11"/>
                    </a:lnTo>
                    <a:lnTo>
                      <a:pt x="87" y="10"/>
                    </a:lnTo>
                    <a:lnTo>
                      <a:pt x="90" y="8"/>
                    </a:lnTo>
                    <a:lnTo>
                      <a:pt x="92" y="6"/>
                    </a:lnTo>
                    <a:lnTo>
                      <a:pt x="96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3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6" y="8"/>
                    </a:lnTo>
                    <a:lnTo>
                      <a:pt x="82" y="9"/>
                    </a:lnTo>
                    <a:lnTo>
                      <a:pt x="79" y="11"/>
                    </a:lnTo>
                    <a:lnTo>
                      <a:pt x="76" y="12"/>
                    </a:lnTo>
                    <a:lnTo>
                      <a:pt x="73" y="14"/>
                    </a:lnTo>
                    <a:lnTo>
                      <a:pt x="67" y="15"/>
                    </a:lnTo>
                    <a:lnTo>
                      <a:pt x="64" y="18"/>
                    </a:lnTo>
                    <a:lnTo>
                      <a:pt x="60" y="19"/>
                    </a:lnTo>
                    <a:lnTo>
                      <a:pt x="56" y="22"/>
                    </a:lnTo>
                    <a:lnTo>
                      <a:pt x="50" y="24"/>
                    </a:lnTo>
                    <a:lnTo>
                      <a:pt x="47" y="25"/>
                    </a:lnTo>
                    <a:lnTo>
                      <a:pt x="43" y="27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4"/>
                    </a:lnTo>
                    <a:lnTo>
                      <a:pt x="23" y="36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4" y="40"/>
                    </a:lnTo>
                    <a:lnTo>
                      <a:pt x="11" y="42"/>
                    </a:lnTo>
                    <a:lnTo>
                      <a:pt x="9" y="43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2" name="Freeform 973"/>
              <p:cNvSpPr>
                <a:spLocks/>
              </p:cNvSpPr>
              <p:nvPr/>
            </p:nvSpPr>
            <p:spPr bwMode="auto">
              <a:xfrm>
                <a:off x="3129" y="2037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3" name="Freeform 974"/>
              <p:cNvSpPr>
                <a:spLocks/>
              </p:cNvSpPr>
              <p:nvPr/>
            </p:nvSpPr>
            <p:spPr bwMode="auto">
              <a:xfrm>
                <a:off x="3015" y="1975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9 h 62"/>
                  <a:gd name="T8" fmla="*/ 18 w 115"/>
                  <a:gd name="T9" fmla="*/ 12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1 h 62"/>
                  <a:gd name="T18" fmla="*/ 64 w 115"/>
                  <a:gd name="T19" fmla="*/ 37 h 62"/>
                  <a:gd name="T20" fmla="*/ 75 w 115"/>
                  <a:gd name="T21" fmla="*/ 42 h 62"/>
                  <a:gd name="T22" fmla="*/ 83 w 115"/>
                  <a:gd name="T23" fmla="*/ 47 h 62"/>
                  <a:gd name="T24" fmla="*/ 93 w 115"/>
                  <a:gd name="T25" fmla="*/ 51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7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8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9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8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19" y="11"/>
                    </a:lnTo>
                    <a:lnTo>
                      <a:pt x="16" y="9"/>
                    </a:lnTo>
                    <a:lnTo>
                      <a:pt x="13" y="7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4" name="Freeform 975"/>
              <p:cNvSpPr>
                <a:spLocks/>
              </p:cNvSpPr>
              <p:nvPr/>
            </p:nvSpPr>
            <p:spPr bwMode="auto">
              <a:xfrm>
                <a:off x="3010" y="196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2 w 6"/>
                  <a:gd name="T5" fmla="*/ 1 h 7"/>
                  <a:gd name="T6" fmla="*/ 1 w 6"/>
                  <a:gd name="T7" fmla="*/ 2 h 7"/>
                  <a:gd name="T8" fmla="*/ 0 w 6"/>
                  <a:gd name="T9" fmla="*/ 3 h 7"/>
                  <a:gd name="T10" fmla="*/ 0 w 6"/>
                  <a:gd name="T11" fmla="*/ 4 h 7"/>
                  <a:gd name="T12" fmla="*/ 1 w 6"/>
                  <a:gd name="T13" fmla="*/ 5 h 7"/>
                  <a:gd name="T14" fmla="*/ 2 w 6"/>
                  <a:gd name="T15" fmla="*/ 5 h 7"/>
                  <a:gd name="T16" fmla="*/ 4 w 6"/>
                  <a:gd name="T17" fmla="*/ 6 h 7"/>
                  <a:gd name="T18" fmla="*/ 5 w 6"/>
                  <a:gd name="T19" fmla="*/ 7 h 7"/>
                  <a:gd name="T20" fmla="*/ 6 w 6"/>
                  <a:gd name="T21" fmla="*/ 6 h 7"/>
                  <a:gd name="T22" fmla="*/ 4 w 6"/>
                  <a:gd name="T23" fmla="*/ 5 h 7"/>
                  <a:gd name="T24" fmla="*/ 3 w 6"/>
                  <a:gd name="T25" fmla="*/ 4 h 7"/>
                  <a:gd name="T26" fmla="*/ 2 w 6"/>
                  <a:gd name="T27" fmla="*/ 4 h 7"/>
                  <a:gd name="T28" fmla="*/ 2 w 6"/>
                  <a:gd name="T29" fmla="*/ 3 h 7"/>
                  <a:gd name="T30" fmla="*/ 3 w 6"/>
                  <a:gd name="T31" fmla="*/ 3 h 7"/>
                  <a:gd name="T32" fmla="*/ 5 w 6"/>
                  <a:gd name="T33" fmla="*/ 1 h 7"/>
                  <a:gd name="T34" fmla="*/ 4 w 6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7"/>
                  <a:gd name="T56" fmla="*/ 6 w 6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5" name="Freeform 976"/>
              <p:cNvSpPr>
                <a:spLocks/>
              </p:cNvSpPr>
              <p:nvPr/>
            </p:nvSpPr>
            <p:spPr bwMode="auto">
              <a:xfrm>
                <a:off x="3137" y="2028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4 h 48"/>
                  <a:gd name="T12" fmla="*/ 92 w 106"/>
                  <a:gd name="T13" fmla="*/ 5 h 48"/>
                  <a:gd name="T14" fmla="*/ 88 w 106"/>
                  <a:gd name="T15" fmla="*/ 7 h 48"/>
                  <a:gd name="T16" fmla="*/ 85 w 106"/>
                  <a:gd name="T17" fmla="*/ 8 h 48"/>
                  <a:gd name="T18" fmla="*/ 82 w 106"/>
                  <a:gd name="T19" fmla="*/ 10 h 48"/>
                  <a:gd name="T20" fmla="*/ 79 w 106"/>
                  <a:gd name="T21" fmla="*/ 12 h 48"/>
                  <a:gd name="T22" fmla="*/ 75 w 106"/>
                  <a:gd name="T23" fmla="*/ 14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0 h 48"/>
                  <a:gd name="T30" fmla="*/ 57 w 106"/>
                  <a:gd name="T31" fmla="*/ 22 h 48"/>
                  <a:gd name="T32" fmla="*/ 53 w 106"/>
                  <a:gd name="T33" fmla="*/ 23 h 48"/>
                  <a:gd name="T34" fmla="*/ 50 w 106"/>
                  <a:gd name="T35" fmla="*/ 25 h 48"/>
                  <a:gd name="T36" fmla="*/ 45 w 106"/>
                  <a:gd name="T37" fmla="*/ 27 h 48"/>
                  <a:gd name="T38" fmla="*/ 40 w 106"/>
                  <a:gd name="T39" fmla="*/ 29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5 h 48"/>
                  <a:gd name="T46" fmla="*/ 23 w 106"/>
                  <a:gd name="T47" fmla="*/ 37 h 48"/>
                  <a:gd name="T48" fmla="*/ 20 w 106"/>
                  <a:gd name="T49" fmla="*/ 39 h 48"/>
                  <a:gd name="T50" fmla="*/ 17 w 106"/>
                  <a:gd name="T51" fmla="*/ 40 h 48"/>
                  <a:gd name="T52" fmla="*/ 14 w 106"/>
                  <a:gd name="T53" fmla="*/ 41 h 48"/>
                  <a:gd name="T54" fmla="*/ 10 w 106"/>
                  <a:gd name="T55" fmla="*/ 43 h 48"/>
                  <a:gd name="T56" fmla="*/ 8 w 106"/>
                  <a:gd name="T57" fmla="*/ 44 h 48"/>
                  <a:gd name="T58" fmla="*/ 5 w 106"/>
                  <a:gd name="T59" fmla="*/ 45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8"/>
                    </a:lnTo>
                    <a:lnTo>
                      <a:pt x="82" y="10"/>
                    </a:lnTo>
                    <a:lnTo>
                      <a:pt x="79" y="12"/>
                    </a:lnTo>
                    <a:lnTo>
                      <a:pt x="75" y="14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5" y="27"/>
                    </a:lnTo>
                    <a:lnTo>
                      <a:pt x="40" y="29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5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0"/>
                    </a:lnTo>
                    <a:lnTo>
                      <a:pt x="14" y="41"/>
                    </a:lnTo>
                    <a:lnTo>
                      <a:pt x="10" y="43"/>
                    </a:lnTo>
                    <a:lnTo>
                      <a:pt x="8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6" name="Freeform 977"/>
              <p:cNvSpPr>
                <a:spLocks/>
              </p:cNvSpPr>
              <p:nvPr/>
            </p:nvSpPr>
            <p:spPr bwMode="auto">
              <a:xfrm>
                <a:off x="3136" y="2028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5 h 50"/>
                  <a:gd name="T6" fmla="*/ 18 w 107"/>
                  <a:gd name="T7" fmla="*/ 41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7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2 h 50"/>
                  <a:gd name="T24" fmla="*/ 89 w 107"/>
                  <a:gd name="T25" fmla="*/ 9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9 h 50"/>
                  <a:gd name="T42" fmla="*/ 79 w 107"/>
                  <a:gd name="T43" fmla="*/ 12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8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1 h 50"/>
                  <a:gd name="T60" fmla="*/ 7 w 107"/>
                  <a:gd name="T61" fmla="*/ 44 h 50"/>
                  <a:gd name="T62" fmla="*/ 3 w 107"/>
                  <a:gd name="T63" fmla="*/ 47 h 50"/>
                  <a:gd name="T64" fmla="*/ 0 w 107"/>
                  <a:gd name="T65" fmla="*/ 48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29"/>
                    </a:lnTo>
                    <a:lnTo>
                      <a:pt x="49" y="27"/>
                    </a:lnTo>
                    <a:lnTo>
                      <a:pt x="54" y="24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3"/>
                    </a:lnTo>
                    <a:lnTo>
                      <a:pt x="83" y="12"/>
                    </a:lnTo>
                    <a:lnTo>
                      <a:pt x="86" y="9"/>
                    </a:lnTo>
                    <a:lnTo>
                      <a:pt x="89" y="9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9"/>
                    </a:lnTo>
                    <a:lnTo>
                      <a:pt x="79" y="12"/>
                    </a:lnTo>
                    <a:lnTo>
                      <a:pt x="73" y="13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5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0"/>
                    </a:lnTo>
                    <a:lnTo>
                      <a:pt x="12" y="41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7" name="Freeform 978"/>
              <p:cNvSpPr>
                <a:spLocks/>
              </p:cNvSpPr>
              <p:nvPr/>
            </p:nvSpPr>
            <p:spPr bwMode="auto">
              <a:xfrm>
                <a:off x="3075" y="1868"/>
                <a:ext cx="80" cy="127"/>
              </a:xfrm>
              <a:custGeom>
                <a:avLst/>
                <a:gdLst>
                  <a:gd name="T0" fmla="*/ 68 w 80"/>
                  <a:gd name="T1" fmla="*/ 105 h 127"/>
                  <a:gd name="T2" fmla="*/ 67 w 80"/>
                  <a:gd name="T3" fmla="*/ 108 h 127"/>
                  <a:gd name="T4" fmla="*/ 69 w 80"/>
                  <a:gd name="T5" fmla="*/ 109 h 127"/>
                  <a:gd name="T6" fmla="*/ 73 w 80"/>
                  <a:gd name="T7" fmla="*/ 111 h 127"/>
                  <a:gd name="T8" fmla="*/ 73 w 80"/>
                  <a:gd name="T9" fmla="*/ 114 h 127"/>
                  <a:gd name="T10" fmla="*/ 71 w 80"/>
                  <a:gd name="T11" fmla="*/ 117 h 127"/>
                  <a:gd name="T12" fmla="*/ 69 w 80"/>
                  <a:gd name="T13" fmla="*/ 119 h 127"/>
                  <a:gd name="T14" fmla="*/ 66 w 80"/>
                  <a:gd name="T15" fmla="*/ 122 h 127"/>
                  <a:gd name="T16" fmla="*/ 62 w 80"/>
                  <a:gd name="T17" fmla="*/ 124 h 127"/>
                  <a:gd name="T18" fmla="*/ 55 w 80"/>
                  <a:gd name="T19" fmla="*/ 125 h 127"/>
                  <a:gd name="T20" fmla="*/ 50 w 80"/>
                  <a:gd name="T21" fmla="*/ 126 h 127"/>
                  <a:gd name="T22" fmla="*/ 44 w 80"/>
                  <a:gd name="T23" fmla="*/ 127 h 127"/>
                  <a:gd name="T24" fmla="*/ 36 w 80"/>
                  <a:gd name="T25" fmla="*/ 127 h 127"/>
                  <a:gd name="T26" fmla="*/ 30 w 80"/>
                  <a:gd name="T27" fmla="*/ 126 h 127"/>
                  <a:gd name="T28" fmla="*/ 24 w 80"/>
                  <a:gd name="T29" fmla="*/ 125 h 127"/>
                  <a:gd name="T30" fmla="*/ 19 w 80"/>
                  <a:gd name="T31" fmla="*/ 124 h 127"/>
                  <a:gd name="T32" fmla="*/ 14 w 80"/>
                  <a:gd name="T33" fmla="*/ 122 h 127"/>
                  <a:gd name="T34" fmla="*/ 10 w 80"/>
                  <a:gd name="T35" fmla="*/ 119 h 127"/>
                  <a:gd name="T36" fmla="*/ 8 w 80"/>
                  <a:gd name="T37" fmla="*/ 117 h 127"/>
                  <a:gd name="T38" fmla="*/ 6 w 80"/>
                  <a:gd name="T39" fmla="*/ 114 h 127"/>
                  <a:gd name="T40" fmla="*/ 6 w 80"/>
                  <a:gd name="T41" fmla="*/ 110 h 127"/>
                  <a:gd name="T42" fmla="*/ 8 w 80"/>
                  <a:gd name="T43" fmla="*/ 107 h 127"/>
                  <a:gd name="T44" fmla="*/ 12 w 80"/>
                  <a:gd name="T45" fmla="*/ 105 h 127"/>
                  <a:gd name="T46" fmla="*/ 10 w 80"/>
                  <a:gd name="T47" fmla="*/ 102 h 127"/>
                  <a:gd name="T48" fmla="*/ 3 w 80"/>
                  <a:gd name="T49" fmla="*/ 94 h 127"/>
                  <a:gd name="T50" fmla="*/ 1 w 80"/>
                  <a:gd name="T51" fmla="*/ 75 h 127"/>
                  <a:gd name="T52" fmla="*/ 0 w 80"/>
                  <a:gd name="T53" fmla="*/ 51 h 127"/>
                  <a:gd name="T54" fmla="*/ 3 w 80"/>
                  <a:gd name="T55" fmla="*/ 32 h 127"/>
                  <a:gd name="T56" fmla="*/ 8 w 80"/>
                  <a:gd name="T57" fmla="*/ 25 h 127"/>
                  <a:gd name="T58" fmla="*/ 12 w 80"/>
                  <a:gd name="T59" fmla="*/ 22 h 127"/>
                  <a:gd name="T60" fmla="*/ 8 w 80"/>
                  <a:gd name="T61" fmla="*/ 20 h 127"/>
                  <a:gd name="T62" fmla="*/ 6 w 80"/>
                  <a:gd name="T63" fmla="*/ 17 h 127"/>
                  <a:gd name="T64" fmla="*/ 6 w 80"/>
                  <a:gd name="T65" fmla="*/ 13 h 127"/>
                  <a:gd name="T66" fmla="*/ 8 w 80"/>
                  <a:gd name="T67" fmla="*/ 10 h 127"/>
                  <a:gd name="T68" fmla="*/ 10 w 80"/>
                  <a:gd name="T69" fmla="*/ 8 h 127"/>
                  <a:gd name="T70" fmla="*/ 14 w 80"/>
                  <a:gd name="T71" fmla="*/ 6 h 127"/>
                  <a:gd name="T72" fmla="*/ 19 w 80"/>
                  <a:gd name="T73" fmla="*/ 4 h 127"/>
                  <a:gd name="T74" fmla="*/ 24 w 80"/>
                  <a:gd name="T75" fmla="*/ 1 h 127"/>
                  <a:gd name="T76" fmla="*/ 30 w 80"/>
                  <a:gd name="T77" fmla="*/ 1 h 127"/>
                  <a:gd name="T78" fmla="*/ 36 w 80"/>
                  <a:gd name="T79" fmla="*/ 0 h 127"/>
                  <a:gd name="T80" fmla="*/ 44 w 80"/>
                  <a:gd name="T81" fmla="*/ 0 h 127"/>
                  <a:gd name="T82" fmla="*/ 50 w 80"/>
                  <a:gd name="T83" fmla="*/ 1 h 127"/>
                  <a:gd name="T84" fmla="*/ 55 w 80"/>
                  <a:gd name="T85" fmla="*/ 1 h 127"/>
                  <a:gd name="T86" fmla="*/ 62 w 80"/>
                  <a:gd name="T87" fmla="*/ 4 h 127"/>
                  <a:gd name="T88" fmla="*/ 66 w 80"/>
                  <a:gd name="T89" fmla="*/ 6 h 127"/>
                  <a:gd name="T90" fmla="*/ 69 w 80"/>
                  <a:gd name="T91" fmla="*/ 8 h 127"/>
                  <a:gd name="T92" fmla="*/ 71 w 80"/>
                  <a:gd name="T93" fmla="*/ 10 h 127"/>
                  <a:gd name="T94" fmla="*/ 73 w 80"/>
                  <a:gd name="T95" fmla="*/ 13 h 127"/>
                  <a:gd name="T96" fmla="*/ 73 w 80"/>
                  <a:gd name="T97" fmla="*/ 17 h 127"/>
                  <a:gd name="T98" fmla="*/ 70 w 80"/>
                  <a:gd name="T99" fmla="*/ 20 h 127"/>
                  <a:gd name="T100" fmla="*/ 68 w 80"/>
                  <a:gd name="T101" fmla="*/ 21 h 127"/>
                  <a:gd name="T102" fmla="*/ 70 w 80"/>
                  <a:gd name="T103" fmla="*/ 24 h 127"/>
                  <a:gd name="T104" fmla="*/ 77 w 80"/>
                  <a:gd name="T105" fmla="*/ 32 h 127"/>
                  <a:gd name="T106" fmla="*/ 80 w 80"/>
                  <a:gd name="T107" fmla="*/ 54 h 127"/>
                  <a:gd name="T108" fmla="*/ 79 w 80"/>
                  <a:gd name="T109" fmla="*/ 80 h 127"/>
                  <a:gd name="T110" fmla="*/ 73 w 80"/>
                  <a:gd name="T111" fmla="*/ 100 h 12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"/>
                  <a:gd name="T169" fmla="*/ 0 h 127"/>
                  <a:gd name="T170" fmla="*/ 80 w 80"/>
                  <a:gd name="T171" fmla="*/ 127 h 12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" h="127">
                    <a:moveTo>
                      <a:pt x="70" y="103"/>
                    </a:moveTo>
                    <a:lnTo>
                      <a:pt x="68" y="105"/>
                    </a:lnTo>
                    <a:lnTo>
                      <a:pt x="67" y="107"/>
                    </a:lnTo>
                    <a:lnTo>
                      <a:pt x="67" y="108"/>
                    </a:lnTo>
                    <a:lnTo>
                      <a:pt x="68" y="109"/>
                    </a:lnTo>
                    <a:lnTo>
                      <a:pt x="69" y="109"/>
                    </a:lnTo>
                    <a:lnTo>
                      <a:pt x="71" y="110"/>
                    </a:lnTo>
                    <a:lnTo>
                      <a:pt x="73" y="111"/>
                    </a:lnTo>
                    <a:lnTo>
                      <a:pt x="73" y="113"/>
                    </a:lnTo>
                    <a:lnTo>
                      <a:pt x="73" y="114"/>
                    </a:lnTo>
                    <a:lnTo>
                      <a:pt x="73" y="116"/>
                    </a:lnTo>
                    <a:lnTo>
                      <a:pt x="71" y="117"/>
                    </a:lnTo>
                    <a:lnTo>
                      <a:pt x="70" y="119"/>
                    </a:lnTo>
                    <a:lnTo>
                      <a:pt x="69" y="119"/>
                    </a:lnTo>
                    <a:lnTo>
                      <a:pt x="68" y="121"/>
                    </a:lnTo>
                    <a:lnTo>
                      <a:pt x="66" y="122"/>
                    </a:lnTo>
                    <a:lnTo>
                      <a:pt x="64" y="123"/>
                    </a:lnTo>
                    <a:lnTo>
                      <a:pt x="62" y="124"/>
                    </a:lnTo>
                    <a:lnTo>
                      <a:pt x="60" y="125"/>
                    </a:lnTo>
                    <a:lnTo>
                      <a:pt x="55" y="125"/>
                    </a:lnTo>
                    <a:lnTo>
                      <a:pt x="53" y="126"/>
                    </a:lnTo>
                    <a:lnTo>
                      <a:pt x="50" y="126"/>
                    </a:lnTo>
                    <a:lnTo>
                      <a:pt x="47" y="127"/>
                    </a:lnTo>
                    <a:lnTo>
                      <a:pt x="44" y="127"/>
                    </a:lnTo>
                    <a:lnTo>
                      <a:pt x="39" y="127"/>
                    </a:lnTo>
                    <a:lnTo>
                      <a:pt x="36" y="127"/>
                    </a:lnTo>
                    <a:lnTo>
                      <a:pt x="33" y="127"/>
                    </a:lnTo>
                    <a:lnTo>
                      <a:pt x="30" y="126"/>
                    </a:lnTo>
                    <a:lnTo>
                      <a:pt x="28" y="126"/>
                    </a:lnTo>
                    <a:lnTo>
                      <a:pt x="24" y="125"/>
                    </a:lnTo>
                    <a:lnTo>
                      <a:pt x="22" y="125"/>
                    </a:lnTo>
                    <a:lnTo>
                      <a:pt x="19" y="124"/>
                    </a:lnTo>
                    <a:lnTo>
                      <a:pt x="16" y="123"/>
                    </a:lnTo>
                    <a:lnTo>
                      <a:pt x="14" y="122"/>
                    </a:lnTo>
                    <a:lnTo>
                      <a:pt x="13" y="121"/>
                    </a:lnTo>
                    <a:lnTo>
                      <a:pt x="10" y="119"/>
                    </a:lnTo>
                    <a:lnTo>
                      <a:pt x="8" y="119"/>
                    </a:lnTo>
                    <a:lnTo>
                      <a:pt x="8" y="117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0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12" y="106"/>
                    </a:lnTo>
                    <a:lnTo>
                      <a:pt x="12" y="105"/>
                    </a:lnTo>
                    <a:lnTo>
                      <a:pt x="12" y="104"/>
                    </a:lnTo>
                    <a:lnTo>
                      <a:pt x="10" y="102"/>
                    </a:lnTo>
                    <a:lnTo>
                      <a:pt x="6" y="100"/>
                    </a:lnTo>
                    <a:lnTo>
                      <a:pt x="3" y="94"/>
                    </a:lnTo>
                    <a:lnTo>
                      <a:pt x="2" y="87"/>
                    </a:lnTo>
                    <a:lnTo>
                      <a:pt x="1" y="75"/>
                    </a:lnTo>
                    <a:lnTo>
                      <a:pt x="0" y="63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3" y="32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2" y="23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4"/>
                    </a:lnTo>
                    <a:lnTo>
                      <a:pt x="22" y="2"/>
                    </a:lnTo>
                    <a:lnTo>
                      <a:pt x="24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4" y="5"/>
                    </a:lnTo>
                    <a:lnTo>
                      <a:pt x="66" y="6"/>
                    </a:lnTo>
                    <a:lnTo>
                      <a:pt x="68" y="7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1" y="10"/>
                    </a:lnTo>
                    <a:lnTo>
                      <a:pt x="73" y="11"/>
                    </a:lnTo>
                    <a:lnTo>
                      <a:pt x="73" y="13"/>
                    </a:lnTo>
                    <a:lnTo>
                      <a:pt x="73" y="15"/>
                    </a:lnTo>
                    <a:lnTo>
                      <a:pt x="73" y="17"/>
                    </a:lnTo>
                    <a:lnTo>
                      <a:pt x="71" y="19"/>
                    </a:lnTo>
                    <a:lnTo>
                      <a:pt x="70" y="20"/>
                    </a:lnTo>
                    <a:lnTo>
                      <a:pt x="69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70" y="24"/>
                    </a:lnTo>
                    <a:lnTo>
                      <a:pt x="73" y="26"/>
                    </a:lnTo>
                    <a:lnTo>
                      <a:pt x="77" y="32"/>
                    </a:lnTo>
                    <a:lnTo>
                      <a:pt x="79" y="42"/>
                    </a:lnTo>
                    <a:lnTo>
                      <a:pt x="80" y="54"/>
                    </a:lnTo>
                    <a:lnTo>
                      <a:pt x="80" y="67"/>
                    </a:lnTo>
                    <a:lnTo>
                      <a:pt x="79" y="80"/>
                    </a:lnTo>
                    <a:lnTo>
                      <a:pt x="77" y="90"/>
                    </a:lnTo>
                    <a:lnTo>
                      <a:pt x="73" y="100"/>
                    </a:lnTo>
                    <a:lnTo>
                      <a:pt x="70" y="103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8" name="Freeform 979"/>
              <p:cNvSpPr>
                <a:spLocks/>
              </p:cNvSpPr>
              <p:nvPr/>
            </p:nvSpPr>
            <p:spPr bwMode="auto">
              <a:xfrm>
                <a:off x="3141" y="1970"/>
                <a:ext cx="9" cy="12"/>
              </a:xfrm>
              <a:custGeom>
                <a:avLst/>
                <a:gdLst>
                  <a:gd name="T0" fmla="*/ 9 w 9"/>
                  <a:gd name="T1" fmla="*/ 12 h 12"/>
                  <a:gd name="T2" fmla="*/ 9 w 9"/>
                  <a:gd name="T3" fmla="*/ 12 h 12"/>
                  <a:gd name="T4" fmla="*/ 7 w 9"/>
                  <a:gd name="T5" fmla="*/ 9 h 12"/>
                  <a:gd name="T6" fmla="*/ 6 w 9"/>
                  <a:gd name="T7" fmla="*/ 8 h 12"/>
                  <a:gd name="T8" fmla="*/ 4 w 9"/>
                  <a:gd name="T9" fmla="*/ 7 h 12"/>
                  <a:gd name="T10" fmla="*/ 3 w 9"/>
                  <a:gd name="T11" fmla="*/ 5 h 12"/>
                  <a:gd name="T12" fmla="*/ 2 w 9"/>
                  <a:gd name="T13" fmla="*/ 5 h 12"/>
                  <a:gd name="T14" fmla="*/ 2 w 9"/>
                  <a:gd name="T15" fmla="*/ 4 h 12"/>
                  <a:gd name="T16" fmla="*/ 3 w 9"/>
                  <a:gd name="T17" fmla="*/ 3 h 12"/>
                  <a:gd name="T18" fmla="*/ 5 w 9"/>
                  <a:gd name="T19" fmla="*/ 2 h 12"/>
                  <a:gd name="T20" fmla="*/ 4 w 9"/>
                  <a:gd name="T21" fmla="*/ 0 h 12"/>
                  <a:gd name="T22" fmla="*/ 1 w 9"/>
                  <a:gd name="T23" fmla="*/ 2 h 12"/>
                  <a:gd name="T24" fmla="*/ 0 w 9"/>
                  <a:gd name="T25" fmla="*/ 4 h 12"/>
                  <a:gd name="T26" fmla="*/ 0 w 9"/>
                  <a:gd name="T27" fmla="*/ 7 h 12"/>
                  <a:gd name="T28" fmla="*/ 2 w 9"/>
                  <a:gd name="T29" fmla="*/ 8 h 12"/>
                  <a:gd name="T30" fmla="*/ 3 w 9"/>
                  <a:gd name="T31" fmla="*/ 9 h 12"/>
                  <a:gd name="T32" fmla="*/ 5 w 9"/>
                  <a:gd name="T33" fmla="*/ 11 h 12"/>
                  <a:gd name="T34" fmla="*/ 6 w 9"/>
                  <a:gd name="T35" fmla="*/ 11 h 12"/>
                  <a:gd name="T36" fmla="*/ 6 w 9"/>
                  <a:gd name="T37" fmla="*/ 12 h 12"/>
                  <a:gd name="T38" fmla="*/ 9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9" y="12"/>
                    </a:move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89" name="Freeform 980"/>
              <p:cNvSpPr>
                <a:spLocks/>
              </p:cNvSpPr>
              <p:nvPr/>
            </p:nvSpPr>
            <p:spPr bwMode="auto">
              <a:xfrm>
                <a:off x="3115" y="1982"/>
                <a:ext cx="35" cy="13"/>
              </a:xfrm>
              <a:custGeom>
                <a:avLst/>
                <a:gdLst>
                  <a:gd name="T0" fmla="*/ 0 w 35"/>
                  <a:gd name="T1" fmla="*/ 13 h 13"/>
                  <a:gd name="T2" fmla="*/ 0 w 35"/>
                  <a:gd name="T3" fmla="*/ 13 h 13"/>
                  <a:gd name="T4" fmla="*/ 4 w 35"/>
                  <a:gd name="T5" fmla="*/ 13 h 13"/>
                  <a:gd name="T6" fmla="*/ 7 w 35"/>
                  <a:gd name="T7" fmla="*/ 13 h 13"/>
                  <a:gd name="T8" fmla="*/ 10 w 35"/>
                  <a:gd name="T9" fmla="*/ 12 h 13"/>
                  <a:gd name="T10" fmla="*/ 13 w 35"/>
                  <a:gd name="T11" fmla="*/ 12 h 13"/>
                  <a:gd name="T12" fmla="*/ 17 w 35"/>
                  <a:gd name="T13" fmla="*/ 12 h 13"/>
                  <a:gd name="T14" fmla="*/ 20 w 35"/>
                  <a:gd name="T15" fmla="*/ 11 h 13"/>
                  <a:gd name="T16" fmla="*/ 22 w 35"/>
                  <a:gd name="T17" fmla="*/ 10 h 13"/>
                  <a:gd name="T18" fmla="*/ 25 w 35"/>
                  <a:gd name="T19" fmla="*/ 9 h 13"/>
                  <a:gd name="T20" fmla="*/ 27 w 35"/>
                  <a:gd name="T21" fmla="*/ 8 h 13"/>
                  <a:gd name="T22" fmla="*/ 28 w 35"/>
                  <a:gd name="T23" fmla="*/ 8 h 13"/>
                  <a:gd name="T24" fmla="*/ 30 w 35"/>
                  <a:gd name="T25" fmla="*/ 6 h 13"/>
                  <a:gd name="T26" fmla="*/ 31 w 35"/>
                  <a:gd name="T27" fmla="*/ 5 h 13"/>
                  <a:gd name="T28" fmla="*/ 32 w 35"/>
                  <a:gd name="T29" fmla="*/ 4 h 13"/>
                  <a:gd name="T30" fmla="*/ 33 w 35"/>
                  <a:gd name="T31" fmla="*/ 3 h 13"/>
                  <a:gd name="T32" fmla="*/ 35 w 35"/>
                  <a:gd name="T33" fmla="*/ 1 h 13"/>
                  <a:gd name="T34" fmla="*/ 35 w 35"/>
                  <a:gd name="T35" fmla="*/ 0 h 13"/>
                  <a:gd name="T36" fmla="*/ 32 w 35"/>
                  <a:gd name="T37" fmla="*/ 0 h 13"/>
                  <a:gd name="T38" fmla="*/ 32 w 35"/>
                  <a:gd name="T39" fmla="*/ 1 h 13"/>
                  <a:gd name="T40" fmla="*/ 32 w 35"/>
                  <a:gd name="T41" fmla="*/ 2 h 13"/>
                  <a:gd name="T42" fmla="*/ 31 w 35"/>
                  <a:gd name="T43" fmla="*/ 3 h 13"/>
                  <a:gd name="T44" fmla="*/ 30 w 35"/>
                  <a:gd name="T45" fmla="*/ 4 h 13"/>
                  <a:gd name="T46" fmla="*/ 29 w 35"/>
                  <a:gd name="T47" fmla="*/ 5 h 13"/>
                  <a:gd name="T48" fmla="*/ 27 w 35"/>
                  <a:gd name="T49" fmla="*/ 6 h 13"/>
                  <a:gd name="T50" fmla="*/ 26 w 35"/>
                  <a:gd name="T51" fmla="*/ 7 h 13"/>
                  <a:gd name="T52" fmla="*/ 24 w 35"/>
                  <a:gd name="T53" fmla="*/ 8 h 13"/>
                  <a:gd name="T54" fmla="*/ 22 w 35"/>
                  <a:gd name="T55" fmla="*/ 9 h 13"/>
                  <a:gd name="T56" fmla="*/ 20 w 35"/>
                  <a:gd name="T57" fmla="*/ 9 h 13"/>
                  <a:gd name="T58" fmla="*/ 15 w 35"/>
                  <a:gd name="T59" fmla="*/ 10 h 13"/>
                  <a:gd name="T60" fmla="*/ 13 w 35"/>
                  <a:gd name="T61" fmla="*/ 10 h 13"/>
                  <a:gd name="T62" fmla="*/ 10 w 35"/>
                  <a:gd name="T63" fmla="*/ 11 h 13"/>
                  <a:gd name="T64" fmla="*/ 7 w 35"/>
                  <a:gd name="T65" fmla="*/ 11 h 13"/>
                  <a:gd name="T66" fmla="*/ 4 w 35"/>
                  <a:gd name="T67" fmla="*/ 11 h 13"/>
                  <a:gd name="T68" fmla="*/ 0 w 35"/>
                  <a:gd name="T69" fmla="*/ 11 h 13"/>
                  <a:gd name="T70" fmla="*/ 0 w 35"/>
                  <a:gd name="T71" fmla="*/ 13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13"/>
                    </a:moveTo>
                    <a:lnTo>
                      <a:pt x="0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3" y="12"/>
                    </a:lnTo>
                    <a:lnTo>
                      <a:pt x="17" y="12"/>
                    </a:lnTo>
                    <a:lnTo>
                      <a:pt x="20" y="11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30" y="6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3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1" y="3"/>
                    </a:lnTo>
                    <a:lnTo>
                      <a:pt x="30" y="4"/>
                    </a:lnTo>
                    <a:lnTo>
                      <a:pt x="29" y="5"/>
                    </a:lnTo>
                    <a:lnTo>
                      <a:pt x="27" y="6"/>
                    </a:lnTo>
                    <a:lnTo>
                      <a:pt x="26" y="7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0" name="Freeform 981"/>
              <p:cNvSpPr>
                <a:spLocks/>
              </p:cNvSpPr>
              <p:nvPr/>
            </p:nvSpPr>
            <p:spPr bwMode="auto">
              <a:xfrm>
                <a:off x="3080" y="1982"/>
                <a:ext cx="35" cy="13"/>
              </a:xfrm>
              <a:custGeom>
                <a:avLst/>
                <a:gdLst>
                  <a:gd name="T0" fmla="*/ 0 w 35"/>
                  <a:gd name="T1" fmla="*/ 0 h 13"/>
                  <a:gd name="T2" fmla="*/ 0 w 35"/>
                  <a:gd name="T3" fmla="*/ 0 h 13"/>
                  <a:gd name="T4" fmla="*/ 0 w 35"/>
                  <a:gd name="T5" fmla="*/ 1 h 13"/>
                  <a:gd name="T6" fmla="*/ 1 w 35"/>
                  <a:gd name="T7" fmla="*/ 3 h 13"/>
                  <a:gd name="T8" fmla="*/ 1 w 35"/>
                  <a:gd name="T9" fmla="*/ 4 h 13"/>
                  <a:gd name="T10" fmla="*/ 3 w 35"/>
                  <a:gd name="T11" fmla="*/ 5 h 13"/>
                  <a:gd name="T12" fmla="*/ 4 w 35"/>
                  <a:gd name="T13" fmla="*/ 6 h 13"/>
                  <a:gd name="T14" fmla="*/ 7 w 35"/>
                  <a:gd name="T15" fmla="*/ 8 h 13"/>
                  <a:gd name="T16" fmla="*/ 8 w 35"/>
                  <a:gd name="T17" fmla="*/ 8 h 13"/>
                  <a:gd name="T18" fmla="*/ 11 w 35"/>
                  <a:gd name="T19" fmla="*/ 9 h 13"/>
                  <a:gd name="T20" fmla="*/ 14 w 35"/>
                  <a:gd name="T21" fmla="*/ 10 h 13"/>
                  <a:gd name="T22" fmla="*/ 16 w 35"/>
                  <a:gd name="T23" fmla="*/ 11 h 13"/>
                  <a:gd name="T24" fmla="*/ 19 w 35"/>
                  <a:gd name="T25" fmla="*/ 12 h 13"/>
                  <a:gd name="T26" fmla="*/ 21 w 35"/>
                  <a:gd name="T27" fmla="*/ 12 h 13"/>
                  <a:gd name="T28" fmla="*/ 25 w 35"/>
                  <a:gd name="T29" fmla="*/ 12 h 13"/>
                  <a:gd name="T30" fmla="*/ 29 w 35"/>
                  <a:gd name="T31" fmla="*/ 13 h 13"/>
                  <a:gd name="T32" fmla="*/ 32 w 35"/>
                  <a:gd name="T33" fmla="*/ 13 h 13"/>
                  <a:gd name="T34" fmla="*/ 35 w 35"/>
                  <a:gd name="T35" fmla="*/ 13 h 13"/>
                  <a:gd name="T36" fmla="*/ 35 w 35"/>
                  <a:gd name="T37" fmla="*/ 11 h 13"/>
                  <a:gd name="T38" fmla="*/ 32 w 35"/>
                  <a:gd name="T39" fmla="*/ 11 h 13"/>
                  <a:gd name="T40" fmla="*/ 29 w 35"/>
                  <a:gd name="T41" fmla="*/ 11 h 13"/>
                  <a:gd name="T42" fmla="*/ 25 w 35"/>
                  <a:gd name="T43" fmla="*/ 11 h 13"/>
                  <a:gd name="T44" fmla="*/ 21 w 35"/>
                  <a:gd name="T45" fmla="*/ 10 h 13"/>
                  <a:gd name="T46" fmla="*/ 19 w 35"/>
                  <a:gd name="T47" fmla="*/ 10 h 13"/>
                  <a:gd name="T48" fmla="*/ 16 w 35"/>
                  <a:gd name="T49" fmla="*/ 9 h 13"/>
                  <a:gd name="T50" fmla="*/ 14 w 35"/>
                  <a:gd name="T51" fmla="*/ 9 h 13"/>
                  <a:gd name="T52" fmla="*/ 11 w 35"/>
                  <a:gd name="T53" fmla="*/ 8 h 13"/>
                  <a:gd name="T54" fmla="*/ 9 w 35"/>
                  <a:gd name="T55" fmla="*/ 7 h 13"/>
                  <a:gd name="T56" fmla="*/ 8 w 35"/>
                  <a:gd name="T57" fmla="*/ 6 h 13"/>
                  <a:gd name="T58" fmla="*/ 5 w 35"/>
                  <a:gd name="T59" fmla="*/ 5 h 13"/>
                  <a:gd name="T60" fmla="*/ 4 w 35"/>
                  <a:gd name="T61" fmla="*/ 4 h 13"/>
                  <a:gd name="T62" fmla="*/ 3 w 35"/>
                  <a:gd name="T63" fmla="*/ 3 h 13"/>
                  <a:gd name="T64" fmla="*/ 2 w 35"/>
                  <a:gd name="T65" fmla="*/ 2 h 13"/>
                  <a:gd name="T66" fmla="*/ 2 w 35"/>
                  <a:gd name="T67" fmla="*/ 1 h 13"/>
                  <a:gd name="T68" fmla="*/ 2 w 35"/>
                  <a:gd name="T69" fmla="*/ 0 h 13"/>
                  <a:gd name="T70" fmla="*/ 0 w 35"/>
                  <a:gd name="T71" fmla="*/ 0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5" y="12"/>
                    </a:lnTo>
                    <a:lnTo>
                      <a:pt x="29" y="13"/>
                    </a:lnTo>
                    <a:lnTo>
                      <a:pt x="32" y="13"/>
                    </a:lnTo>
                    <a:lnTo>
                      <a:pt x="35" y="13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1" name="Freeform 982"/>
              <p:cNvSpPr>
                <a:spLocks/>
              </p:cNvSpPr>
              <p:nvPr/>
            </p:nvSpPr>
            <p:spPr bwMode="auto">
              <a:xfrm>
                <a:off x="3080" y="1967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0 w 8"/>
                  <a:gd name="T3" fmla="*/ 2 h 15"/>
                  <a:gd name="T4" fmla="*/ 3 w 8"/>
                  <a:gd name="T5" fmla="*/ 4 h 15"/>
                  <a:gd name="T6" fmla="*/ 5 w 8"/>
                  <a:gd name="T7" fmla="*/ 5 h 15"/>
                  <a:gd name="T8" fmla="*/ 5 w 8"/>
                  <a:gd name="T9" fmla="*/ 6 h 15"/>
                  <a:gd name="T10" fmla="*/ 5 w 8"/>
                  <a:gd name="T11" fmla="*/ 8 h 15"/>
                  <a:gd name="T12" fmla="*/ 3 w 8"/>
                  <a:gd name="T13" fmla="*/ 8 h 15"/>
                  <a:gd name="T14" fmla="*/ 2 w 8"/>
                  <a:gd name="T15" fmla="*/ 10 h 15"/>
                  <a:gd name="T16" fmla="*/ 1 w 8"/>
                  <a:gd name="T17" fmla="*/ 12 h 15"/>
                  <a:gd name="T18" fmla="*/ 0 w 8"/>
                  <a:gd name="T19" fmla="*/ 15 h 15"/>
                  <a:gd name="T20" fmla="*/ 2 w 8"/>
                  <a:gd name="T21" fmla="*/ 15 h 15"/>
                  <a:gd name="T22" fmla="*/ 2 w 8"/>
                  <a:gd name="T23" fmla="*/ 12 h 15"/>
                  <a:gd name="T24" fmla="*/ 3 w 8"/>
                  <a:gd name="T25" fmla="*/ 11 h 15"/>
                  <a:gd name="T26" fmla="*/ 5 w 8"/>
                  <a:gd name="T27" fmla="*/ 10 h 15"/>
                  <a:gd name="T28" fmla="*/ 7 w 8"/>
                  <a:gd name="T29" fmla="*/ 8 h 15"/>
                  <a:gd name="T30" fmla="*/ 8 w 8"/>
                  <a:gd name="T31" fmla="*/ 6 h 15"/>
                  <a:gd name="T32" fmla="*/ 8 w 8"/>
                  <a:gd name="T33" fmla="*/ 5 h 15"/>
                  <a:gd name="T34" fmla="*/ 5 w 8"/>
                  <a:gd name="T35" fmla="*/ 3 h 15"/>
                  <a:gd name="T36" fmla="*/ 1 w 8"/>
                  <a:gd name="T37" fmla="*/ 0 h 15"/>
                  <a:gd name="T38" fmla="*/ 0 w 8"/>
                  <a:gd name="T39" fmla="*/ 1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15"/>
                  <a:gd name="T62" fmla="*/ 8 w 8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15">
                    <a:moveTo>
                      <a:pt x="0" y="1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2" name="Freeform 983"/>
              <p:cNvSpPr>
                <a:spLocks/>
              </p:cNvSpPr>
              <p:nvPr/>
            </p:nvSpPr>
            <p:spPr bwMode="auto">
              <a:xfrm>
                <a:off x="3074" y="1894"/>
                <a:ext cx="8" cy="74"/>
              </a:xfrm>
              <a:custGeom>
                <a:avLst/>
                <a:gdLst>
                  <a:gd name="T0" fmla="*/ 7 w 8"/>
                  <a:gd name="T1" fmla="*/ 0 h 74"/>
                  <a:gd name="T2" fmla="*/ 7 w 8"/>
                  <a:gd name="T3" fmla="*/ 0 h 74"/>
                  <a:gd name="T4" fmla="*/ 3 w 8"/>
                  <a:gd name="T5" fmla="*/ 6 h 74"/>
                  <a:gd name="T6" fmla="*/ 1 w 8"/>
                  <a:gd name="T7" fmla="*/ 14 h 74"/>
                  <a:gd name="T8" fmla="*/ 0 w 8"/>
                  <a:gd name="T9" fmla="*/ 25 h 74"/>
                  <a:gd name="T10" fmla="*/ 0 w 8"/>
                  <a:gd name="T11" fmla="*/ 37 h 74"/>
                  <a:gd name="T12" fmla="*/ 1 w 8"/>
                  <a:gd name="T13" fmla="*/ 50 h 74"/>
                  <a:gd name="T14" fmla="*/ 2 w 8"/>
                  <a:gd name="T15" fmla="*/ 60 h 74"/>
                  <a:gd name="T16" fmla="*/ 3 w 8"/>
                  <a:gd name="T17" fmla="*/ 69 h 74"/>
                  <a:gd name="T18" fmla="*/ 7 w 8"/>
                  <a:gd name="T19" fmla="*/ 74 h 74"/>
                  <a:gd name="T20" fmla="*/ 8 w 8"/>
                  <a:gd name="T21" fmla="*/ 73 h 74"/>
                  <a:gd name="T22" fmla="*/ 6 w 8"/>
                  <a:gd name="T23" fmla="*/ 68 h 74"/>
                  <a:gd name="T24" fmla="*/ 4 w 8"/>
                  <a:gd name="T25" fmla="*/ 60 h 74"/>
                  <a:gd name="T26" fmla="*/ 2 w 8"/>
                  <a:gd name="T27" fmla="*/ 50 h 74"/>
                  <a:gd name="T28" fmla="*/ 2 w 8"/>
                  <a:gd name="T29" fmla="*/ 37 h 74"/>
                  <a:gd name="T30" fmla="*/ 2 w 8"/>
                  <a:gd name="T31" fmla="*/ 25 h 74"/>
                  <a:gd name="T32" fmla="*/ 3 w 8"/>
                  <a:gd name="T33" fmla="*/ 15 h 74"/>
                  <a:gd name="T34" fmla="*/ 4 w 8"/>
                  <a:gd name="T35" fmla="*/ 6 h 74"/>
                  <a:gd name="T36" fmla="*/ 8 w 8"/>
                  <a:gd name="T37" fmla="*/ 2 h 74"/>
                  <a:gd name="T38" fmla="*/ 7 w 8"/>
                  <a:gd name="T39" fmla="*/ 0 h 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74"/>
                  <a:gd name="T62" fmla="*/ 8 w 8"/>
                  <a:gd name="T63" fmla="*/ 74 h 7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7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1" y="14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1" y="50"/>
                    </a:lnTo>
                    <a:lnTo>
                      <a:pt x="2" y="60"/>
                    </a:lnTo>
                    <a:lnTo>
                      <a:pt x="3" y="69"/>
                    </a:lnTo>
                    <a:lnTo>
                      <a:pt x="7" y="74"/>
                    </a:lnTo>
                    <a:lnTo>
                      <a:pt x="8" y="73"/>
                    </a:lnTo>
                    <a:lnTo>
                      <a:pt x="6" y="68"/>
                    </a:lnTo>
                    <a:lnTo>
                      <a:pt x="4" y="60"/>
                    </a:lnTo>
                    <a:lnTo>
                      <a:pt x="2" y="50"/>
                    </a:lnTo>
                    <a:lnTo>
                      <a:pt x="2" y="37"/>
                    </a:lnTo>
                    <a:lnTo>
                      <a:pt x="2" y="25"/>
                    </a:lnTo>
                    <a:lnTo>
                      <a:pt x="3" y="15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3" name="Freeform 984"/>
              <p:cNvSpPr>
                <a:spLocks/>
              </p:cNvSpPr>
              <p:nvPr/>
            </p:nvSpPr>
            <p:spPr bwMode="auto">
              <a:xfrm>
                <a:off x="3080" y="1883"/>
                <a:ext cx="8" cy="14"/>
              </a:xfrm>
              <a:custGeom>
                <a:avLst/>
                <a:gdLst>
                  <a:gd name="T0" fmla="*/ 0 w 8"/>
                  <a:gd name="T1" fmla="*/ 0 h 14"/>
                  <a:gd name="T2" fmla="*/ 0 w 8"/>
                  <a:gd name="T3" fmla="*/ 0 h 14"/>
                  <a:gd name="T4" fmla="*/ 1 w 8"/>
                  <a:gd name="T5" fmla="*/ 2 h 14"/>
                  <a:gd name="T6" fmla="*/ 2 w 8"/>
                  <a:gd name="T7" fmla="*/ 5 h 14"/>
                  <a:gd name="T8" fmla="*/ 4 w 8"/>
                  <a:gd name="T9" fmla="*/ 6 h 14"/>
                  <a:gd name="T10" fmla="*/ 5 w 8"/>
                  <a:gd name="T11" fmla="*/ 7 h 14"/>
                  <a:gd name="T12" fmla="*/ 5 w 8"/>
                  <a:gd name="T13" fmla="*/ 8 h 14"/>
                  <a:gd name="T14" fmla="*/ 4 w 8"/>
                  <a:gd name="T15" fmla="*/ 10 h 14"/>
                  <a:gd name="T16" fmla="*/ 0 w 8"/>
                  <a:gd name="T17" fmla="*/ 12 h 14"/>
                  <a:gd name="T18" fmla="*/ 1 w 8"/>
                  <a:gd name="T19" fmla="*/ 14 h 14"/>
                  <a:gd name="T20" fmla="*/ 5 w 8"/>
                  <a:gd name="T21" fmla="*/ 12 h 14"/>
                  <a:gd name="T22" fmla="*/ 8 w 8"/>
                  <a:gd name="T23" fmla="*/ 10 h 14"/>
                  <a:gd name="T24" fmla="*/ 8 w 8"/>
                  <a:gd name="T25" fmla="*/ 7 h 14"/>
                  <a:gd name="T26" fmla="*/ 7 w 8"/>
                  <a:gd name="T27" fmla="*/ 6 h 14"/>
                  <a:gd name="T28" fmla="*/ 5 w 8"/>
                  <a:gd name="T29" fmla="*/ 5 h 14"/>
                  <a:gd name="T30" fmla="*/ 3 w 8"/>
                  <a:gd name="T31" fmla="*/ 4 h 14"/>
                  <a:gd name="T32" fmla="*/ 2 w 8"/>
                  <a:gd name="T33" fmla="*/ 2 h 14"/>
                  <a:gd name="T34" fmla="*/ 2 w 8"/>
                  <a:gd name="T35" fmla="*/ 0 h 14"/>
                  <a:gd name="T36" fmla="*/ 0 w 8"/>
                  <a:gd name="T37" fmla="*/ 0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4"/>
                  <a:gd name="T59" fmla="*/ 8 w 8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5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4" name="Freeform 985"/>
              <p:cNvSpPr>
                <a:spLocks/>
              </p:cNvSpPr>
              <p:nvPr/>
            </p:nvSpPr>
            <p:spPr bwMode="auto">
              <a:xfrm>
                <a:off x="3080" y="1867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35 w 35"/>
                  <a:gd name="T3" fmla="*/ 0 h 16"/>
                  <a:gd name="T4" fmla="*/ 32 w 35"/>
                  <a:gd name="T5" fmla="*/ 0 h 16"/>
                  <a:gd name="T6" fmla="*/ 29 w 35"/>
                  <a:gd name="T7" fmla="*/ 0 h 16"/>
                  <a:gd name="T8" fmla="*/ 25 w 35"/>
                  <a:gd name="T9" fmla="*/ 1 h 16"/>
                  <a:gd name="T10" fmla="*/ 21 w 35"/>
                  <a:gd name="T11" fmla="*/ 1 h 16"/>
                  <a:gd name="T12" fmla="*/ 19 w 35"/>
                  <a:gd name="T13" fmla="*/ 2 h 16"/>
                  <a:gd name="T14" fmla="*/ 16 w 35"/>
                  <a:gd name="T15" fmla="*/ 2 h 16"/>
                  <a:gd name="T16" fmla="*/ 14 w 35"/>
                  <a:gd name="T17" fmla="*/ 3 h 16"/>
                  <a:gd name="T18" fmla="*/ 11 w 35"/>
                  <a:gd name="T19" fmla="*/ 5 h 16"/>
                  <a:gd name="T20" fmla="*/ 8 w 35"/>
                  <a:gd name="T21" fmla="*/ 6 h 16"/>
                  <a:gd name="T22" fmla="*/ 7 w 35"/>
                  <a:gd name="T23" fmla="*/ 7 h 16"/>
                  <a:gd name="T24" fmla="*/ 4 w 35"/>
                  <a:gd name="T25" fmla="*/ 9 h 16"/>
                  <a:gd name="T26" fmla="*/ 3 w 35"/>
                  <a:gd name="T27" fmla="*/ 10 h 16"/>
                  <a:gd name="T28" fmla="*/ 1 w 35"/>
                  <a:gd name="T29" fmla="*/ 12 h 16"/>
                  <a:gd name="T30" fmla="*/ 1 w 35"/>
                  <a:gd name="T31" fmla="*/ 13 h 16"/>
                  <a:gd name="T32" fmla="*/ 0 w 35"/>
                  <a:gd name="T33" fmla="*/ 15 h 16"/>
                  <a:gd name="T34" fmla="*/ 0 w 35"/>
                  <a:gd name="T35" fmla="*/ 16 h 16"/>
                  <a:gd name="T36" fmla="*/ 2 w 35"/>
                  <a:gd name="T37" fmla="*/ 16 h 16"/>
                  <a:gd name="T38" fmla="*/ 2 w 35"/>
                  <a:gd name="T39" fmla="*/ 15 h 16"/>
                  <a:gd name="T40" fmla="*/ 2 w 35"/>
                  <a:gd name="T41" fmla="*/ 14 h 16"/>
                  <a:gd name="T42" fmla="*/ 3 w 35"/>
                  <a:gd name="T43" fmla="*/ 13 h 16"/>
                  <a:gd name="T44" fmla="*/ 4 w 35"/>
                  <a:gd name="T45" fmla="*/ 11 h 16"/>
                  <a:gd name="T46" fmla="*/ 5 w 35"/>
                  <a:gd name="T47" fmla="*/ 10 h 16"/>
                  <a:gd name="T48" fmla="*/ 8 w 35"/>
                  <a:gd name="T49" fmla="*/ 9 h 16"/>
                  <a:gd name="T50" fmla="*/ 9 w 35"/>
                  <a:gd name="T51" fmla="*/ 7 h 16"/>
                  <a:gd name="T52" fmla="*/ 11 w 35"/>
                  <a:gd name="T53" fmla="*/ 7 h 16"/>
                  <a:gd name="T54" fmla="*/ 14 w 35"/>
                  <a:gd name="T55" fmla="*/ 6 h 16"/>
                  <a:gd name="T56" fmla="*/ 16 w 35"/>
                  <a:gd name="T57" fmla="*/ 5 h 16"/>
                  <a:gd name="T58" fmla="*/ 19 w 35"/>
                  <a:gd name="T59" fmla="*/ 3 h 16"/>
                  <a:gd name="T60" fmla="*/ 21 w 35"/>
                  <a:gd name="T61" fmla="*/ 3 h 16"/>
                  <a:gd name="T62" fmla="*/ 25 w 35"/>
                  <a:gd name="T63" fmla="*/ 2 h 16"/>
                  <a:gd name="T64" fmla="*/ 29 w 35"/>
                  <a:gd name="T65" fmla="*/ 2 h 16"/>
                  <a:gd name="T66" fmla="*/ 32 w 35"/>
                  <a:gd name="T67" fmla="*/ 2 h 16"/>
                  <a:gd name="T68" fmla="*/ 35 w 35"/>
                  <a:gd name="T69" fmla="*/ 2 h 16"/>
                  <a:gd name="T70" fmla="*/ 35 w 35"/>
                  <a:gd name="T71" fmla="*/ 0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1" y="1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3"/>
                    </a:lnTo>
                    <a:lnTo>
                      <a:pt x="11" y="5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5" name="Freeform 986"/>
              <p:cNvSpPr>
                <a:spLocks/>
              </p:cNvSpPr>
              <p:nvPr/>
            </p:nvSpPr>
            <p:spPr bwMode="auto">
              <a:xfrm>
                <a:off x="3115" y="1867"/>
                <a:ext cx="35" cy="16"/>
              </a:xfrm>
              <a:custGeom>
                <a:avLst/>
                <a:gdLst>
                  <a:gd name="T0" fmla="*/ 35 w 35"/>
                  <a:gd name="T1" fmla="*/ 16 h 16"/>
                  <a:gd name="T2" fmla="*/ 35 w 35"/>
                  <a:gd name="T3" fmla="*/ 16 h 16"/>
                  <a:gd name="T4" fmla="*/ 35 w 35"/>
                  <a:gd name="T5" fmla="*/ 15 h 16"/>
                  <a:gd name="T6" fmla="*/ 33 w 35"/>
                  <a:gd name="T7" fmla="*/ 13 h 16"/>
                  <a:gd name="T8" fmla="*/ 32 w 35"/>
                  <a:gd name="T9" fmla="*/ 12 h 16"/>
                  <a:gd name="T10" fmla="*/ 31 w 35"/>
                  <a:gd name="T11" fmla="*/ 10 h 16"/>
                  <a:gd name="T12" fmla="*/ 30 w 35"/>
                  <a:gd name="T13" fmla="*/ 9 h 16"/>
                  <a:gd name="T14" fmla="*/ 28 w 35"/>
                  <a:gd name="T15" fmla="*/ 7 h 16"/>
                  <a:gd name="T16" fmla="*/ 27 w 35"/>
                  <a:gd name="T17" fmla="*/ 6 h 16"/>
                  <a:gd name="T18" fmla="*/ 25 w 35"/>
                  <a:gd name="T19" fmla="*/ 5 h 16"/>
                  <a:gd name="T20" fmla="*/ 22 w 35"/>
                  <a:gd name="T21" fmla="*/ 3 h 16"/>
                  <a:gd name="T22" fmla="*/ 20 w 35"/>
                  <a:gd name="T23" fmla="*/ 2 h 16"/>
                  <a:gd name="T24" fmla="*/ 17 w 35"/>
                  <a:gd name="T25" fmla="*/ 2 h 16"/>
                  <a:gd name="T26" fmla="*/ 13 w 35"/>
                  <a:gd name="T27" fmla="*/ 1 h 16"/>
                  <a:gd name="T28" fmla="*/ 10 w 35"/>
                  <a:gd name="T29" fmla="*/ 1 h 16"/>
                  <a:gd name="T30" fmla="*/ 7 w 35"/>
                  <a:gd name="T31" fmla="*/ 0 h 16"/>
                  <a:gd name="T32" fmla="*/ 4 w 35"/>
                  <a:gd name="T33" fmla="*/ 0 h 16"/>
                  <a:gd name="T34" fmla="*/ 0 w 35"/>
                  <a:gd name="T35" fmla="*/ 0 h 16"/>
                  <a:gd name="T36" fmla="*/ 0 w 35"/>
                  <a:gd name="T37" fmla="*/ 2 h 16"/>
                  <a:gd name="T38" fmla="*/ 4 w 35"/>
                  <a:gd name="T39" fmla="*/ 2 h 16"/>
                  <a:gd name="T40" fmla="*/ 7 w 35"/>
                  <a:gd name="T41" fmla="*/ 2 h 16"/>
                  <a:gd name="T42" fmla="*/ 10 w 35"/>
                  <a:gd name="T43" fmla="*/ 2 h 16"/>
                  <a:gd name="T44" fmla="*/ 13 w 35"/>
                  <a:gd name="T45" fmla="*/ 3 h 16"/>
                  <a:gd name="T46" fmla="*/ 15 w 35"/>
                  <a:gd name="T47" fmla="*/ 3 h 16"/>
                  <a:gd name="T48" fmla="*/ 20 w 35"/>
                  <a:gd name="T49" fmla="*/ 5 h 16"/>
                  <a:gd name="T50" fmla="*/ 22 w 35"/>
                  <a:gd name="T51" fmla="*/ 6 h 16"/>
                  <a:gd name="T52" fmla="*/ 24 w 35"/>
                  <a:gd name="T53" fmla="*/ 7 h 16"/>
                  <a:gd name="T54" fmla="*/ 26 w 35"/>
                  <a:gd name="T55" fmla="*/ 7 h 16"/>
                  <a:gd name="T56" fmla="*/ 27 w 35"/>
                  <a:gd name="T57" fmla="*/ 9 h 16"/>
                  <a:gd name="T58" fmla="*/ 29 w 35"/>
                  <a:gd name="T59" fmla="*/ 10 h 16"/>
                  <a:gd name="T60" fmla="*/ 30 w 35"/>
                  <a:gd name="T61" fmla="*/ 11 h 16"/>
                  <a:gd name="T62" fmla="*/ 31 w 35"/>
                  <a:gd name="T63" fmla="*/ 13 h 16"/>
                  <a:gd name="T64" fmla="*/ 32 w 35"/>
                  <a:gd name="T65" fmla="*/ 14 h 16"/>
                  <a:gd name="T66" fmla="*/ 32 w 35"/>
                  <a:gd name="T67" fmla="*/ 15 h 16"/>
                  <a:gd name="T68" fmla="*/ 32 w 35"/>
                  <a:gd name="T69" fmla="*/ 16 h 16"/>
                  <a:gd name="T70" fmla="*/ 35 w 35"/>
                  <a:gd name="T71" fmla="*/ 16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16"/>
                    </a:moveTo>
                    <a:lnTo>
                      <a:pt x="35" y="16"/>
                    </a:lnTo>
                    <a:lnTo>
                      <a:pt x="35" y="15"/>
                    </a:lnTo>
                    <a:lnTo>
                      <a:pt x="33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6"/>
                    </a:lnTo>
                    <a:lnTo>
                      <a:pt x="25" y="5"/>
                    </a:lnTo>
                    <a:lnTo>
                      <a:pt x="22" y="3"/>
                    </a:lnTo>
                    <a:lnTo>
                      <a:pt x="20" y="2"/>
                    </a:lnTo>
                    <a:lnTo>
                      <a:pt x="17" y="2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2" y="6"/>
                    </a:lnTo>
                    <a:lnTo>
                      <a:pt x="24" y="7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1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6" name="Freeform 987"/>
              <p:cNvSpPr>
                <a:spLocks/>
              </p:cNvSpPr>
              <p:nvPr/>
            </p:nvSpPr>
            <p:spPr bwMode="auto">
              <a:xfrm>
                <a:off x="3142" y="1883"/>
                <a:ext cx="8" cy="12"/>
              </a:xfrm>
              <a:custGeom>
                <a:avLst/>
                <a:gdLst>
                  <a:gd name="T0" fmla="*/ 6 w 8"/>
                  <a:gd name="T1" fmla="*/ 11 h 12"/>
                  <a:gd name="T2" fmla="*/ 6 w 8"/>
                  <a:gd name="T3" fmla="*/ 11 h 12"/>
                  <a:gd name="T4" fmla="*/ 3 w 8"/>
                  <a:gd name="T5" fmla="*/ 8 h 12"/>
                  <a:gd name="T6" fmla="*/ 2 w 8"/>
                  <a:gd name="T7" fmla="*/ 7 h 12"/>
                  <a:gd name="T8" fmla="*/ 2 w 8"/>
                  <a:gd name="T9" fmla="*/ 6 h 12"/>
                  <a:gd name="T10" fmla="*/ 3 w 8"/>
                  <a:gd name="T11" fmla="*/ 6 h 12"/>
                  <a:gd name="T12" fmla="*/ 5 w 8"/>
                  <a:gd name="T13" fmla="*/ 5 h 12"/>
                  <a:gd name="T14" fmla="*/ 6 w 8"/>
                  <a:gd name="T15" fmla="*/ 2 h 12"/>
                  <a:gd name="T16" fmla="*/ 8 w 8"/>
                  <a:gd name="T17" fmla="*/ 0 h 12"/>
                  <a:gd name="T18" fmla="*/ 5 w 8"/>
                  <a:gd name="T19" fmla="*/ 0 h 12"/>
                  <a:gd name="T20" fmla="*/ 5 w 8"/>
                  <a:gd name="T21" fmla="*/ 2 h 12"/>
                  <a:gd name="T22" fmla="*/ 4 w 8"/>
                  <a:gd name="T23" fmla="*/ 4 h 12"/>
                  <a:gd name="T24" fmla="*/ 2 w 8"/>
                  <a:gd name="T25" fmla="*/ 4 h 12"/>
                  <a:gd name="T26" fmla="*/ 1 w 8"/>
                  <a:gd name="T27" fmla="*/ 5 h 12"/>
                  <a:gd name="T28" fmla="*/ 0 w 8"/>
                  <a:gd name="T29" fmla="*/ 6 h 12"/>
                  <a:gd name="T30" fmla="*/ 0 w 8"/>
                  <a:gd name="T31" fmla="*/ 7 h 12"/>
                  <a:gd name="T32" fmla="*/ 2 w 8"/>
                  <a:gd name="T33" fmla="*/ 9 h 12"/>
                  <a:gd name="T34" fmla="*/ 5 w 8"/>
                  <a:gd name="T35" fmla="*/ 12 h 12"/>
                  <a:gd name="T36" fmla="*/ 6 w 8"/>
                  <a:gd name="T37" fmla="*/ 11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2"/>
                  <a:gd name="T59" fmla="*/ 8 w 8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2">
                    <a:moveTo>
                      <a:pt x="6" y="11"/>
                    </a:moveTo>
                    <a:lnTo>
                      <a:pt x="6" y="11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12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7" name="Freeform 988"/>
              <p:cNvSpPr>
                <a:spLocks/>
              </p:cNvSpPr>
              <p:nvPr/>
            </p:nvSpPr>
            <p:spPr bwMode="auto">
              <a:xfrm>
                <a:off x="3145" y="1894"/>
                <a:ext cx="11" cy="78"/>
              </a:xfrm>
              <a:custGeom>
                <a:avLst/>
                <a:gdLst>
                  <a:gd name="T0" fmla="*/ 1 w 11"/>
                  <a:gd name="T1" fmla="*/ 78 h 78"/>
                  <a:gd name="T2" fmla="*/ 1 w 11"/>
                  <a:gd name="T3" fmla="*/ 78 h 78"/>
                  <a:gd name="T4" fmla="*/ 6 w 11"/>
                  <a:gd name="T5" fmla="*/ 74 h 78"/>
                  <a:gd name="T6" fmla="*/ 8 w 11"/>
                  <a:gd name="T7" fmla="*/ 65 h 78"/>
                  <a:gd name="T8" fmla="*/ 10 w 11"/>
                  <a:gd name="T9" fmla="*/ 53 h 78"/>
                  <a:gd name="T10" fmla="*/ 11 w 11"/>
                  <a:gd name="T11" fmla="*/ 41 h 78"/>
                  <a:gd name="T12" fmla="*/ 11 w 11"/>
                  <a:gd name="T13" fmla="*/ 28 h 78"/>
                  <a:gd name="T14" fmla="*/ 10 w 11"/>
                  <a:gd name="T15" fmla="*/ 16 h 78"/>
                  <a:gd name="T16" fmla="*/ 8 w 11"/>
                  <a:gd name="T17" fmla="*/ 6 h 78"/>
                  <a:gd name="T18" fmla="*/ 3 w 11"/>
                  <a:gd name="T19" fmla="*/ 0 h 78"/>
                  <a:gd name="T20" fmla="*/ 2 w 11"/>
                  <a:gd name="T21" fmla="*/ 1 h 78"/>
                  <a:gd name="T22" fmla="*/ 6 w 11"/>
                  <a:gd name="T23" fmla="*/ 6 h 78"/>
                  <a:gd name="T24" fmla="*/ 8 w 11"/>
                  <a:gd name="T25" fmla="*/ 17 h 78"/>
                  <a:gd name="T26" fmla="*/ 9 w 11"/>
                  <a:gd name="T27" fmla="*/ 28 h 78"/>
                  <a:gd name="T28" fmla="*/ 9 w 11"/>
                  <a:gd name="T29" fmla="*/ 41 h 78"/>
                  <a:gd name="T30" fmla="*/ 8 w 11"/>
                  <a:gd name="T31" fmla="*/ 53 h 78"/>
                  <a:gd name="T32" fmla="*/ 6 w 11"/>
                  <a:gd name="T33" fmla="*/ 65 h 78"/>
                  <a:gd name="T34" fmla="*/ 2 w 11"/>
                  <a:gd name="T35" fmla="*/ 73 h 78"/>
                  <a:gd name="T36" fmla="*/ 0 w 11"/>
                  <a:gd name="T37" fmla="*/ 77 h 78"/>
                  <a:gd name="T38" fmla="*/ 1 w 11"/>
                  <a:gd name="T39" fmla="*/ 78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78"/>
                  <a:gd name="T62" fmla="*/ 11 w 11"/>
                  <a:gd name="T63" fmla="*/ 78 h 7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78">
                    <a:moveTo>
                      <a:pt x="1" y="78"/>
                    </a:moveTo>
                    <a:lnTo>
                      <a:pt x="1" y="78"/>
                    </a:lnTo>
                    <a:lnTo>
                      <a:pt x="6" y="74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1" y="41"/>
                    </a:lnTo>
                    <a:lnTo>
                      <a:pt x="11" y="28"/>
                    </a:lnTo>
                    <a:lnTo>
                      <a:pt x="10" y="16"/>
                    </a:lnTo>
                    <a:lnTo>
                      <a:pt x="8" y="6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6" y="6"/>
                    </a:lnTo>
                    <a:lnTo>
                      <a:pt x="8" y="17"/>
                    </a:lnTo>
                    <a:lnTo>
                      <a:pt x="9" y="28"/>
                    </a:lnTo>
                    <a:lnTo>
                      <a:pt x="9" y="41"/>
                    </a:lnTo>
                    <a:lnTo>
                      <a:pt x="8" y="53"/>
                    </a:lnTo>
                    <a:lnTo>
                      <a:pt x="6" y="65"/>
                    </a:lnTo>
                    <a:lnTo>
                      <a:pt x="2" y="73"/>
                    </a:lnTo>
                    <a:lnTo>
                      <a:pt x="0" y="77"/>
                    </a:lnTo>
                    <a:lnTo>
                      <a:pt x="1" y="7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8" name="Freeform 989"/>
              <p:cNvSpPr>
                <a:spLocks/>
              </p:cNvSpPr>
              <p:nvPr/>
            </p:nvSpPr>
            <p:spPr bwMode="auto">
              <a:xfrm>
                <a:off x="3348" y="1912"/>
                <a:ext cx="36" cy="34"/>
              </a:xfrm>
              <a:custGeom>
                <a:avLst/>
                <a:gdLst>
                  <a:gd name="T0" fmla="*/ 17 w 36"/>
                  <a:gd name="T1" fmla="*/ 34 h 34"/>
                  <a:gd name="T2" fmla="*/ 22 w 36"/>
                  <a:gd name="T3" fmla="*/ 34 h 34"/>
                  <a:gd name="T4" fmla="*/ 24 w 36"/>
                  <a:gd name="T5" fmla="*/ 33 h 34"/>
                  <a:gd name="T6" fmla="*/ 27 w 36"/>
                  <a:gd name="T7" fmla="*/ 31 h 34"/>
                  <a:gd name="T8" fmla="*/ 29 w 36"/>
                  <a:gd name="T9" fmla="*/ 30 h 34"/>
                  <a:gd name="T10" fmla="*/ 32 w 36"/>
                  <a:gd name="T11" fmla="*/ 26 h 34"/>
                  <a:gd name="T12" fmla="*/ 35 w 36"/>
                  <a:gd name="T13" fmla="*/ 24 h 34"/>
                  <a:gd name="T14" fmla="*/ 36 w 36"/>
                  <a:gd name="T15" fmla="*/ 20 h 34"/>
                  <a:gd name="T16" fmla="*/ 36 w 36"/>
                  <a:gd name="T17" fmla="*/ 17 h 34"/>
                  <a:gd name="T18" fmla="*/ 36 w 36"/>
                  <a:gd name="T19" fmla="*/ 14 h 34"/>
                  <a:gd name="T20" fmla="*/ 35 w 36"/>
                  <a:gd name="T21" fmla="*/ 10 h 34"/>
                  <a:gd name="T22" fmla="*/ 32 w 36"/>
                  <a:gd name="T23" fmla="*/ 8 h 34"/>
                  <a:gd name="T24" fmla="*/ 29 w 36"/>
                  <a:gd name="T25" fmla="*/ 4 h 34"/>
                  <a:gd name="T26" fmla="*/ 27 w 36"/>
                  <a:gd name="T27" fmla="*/ 3 h 34"/>
                  <a:gd name="T28" fmla="*/ 24 w 36"/>
                  <a:gd name="T29" fmla="*/ 1 h 34"/>
                  <a:gd name="T30" fmla="*/ 22 w 36"/>
                  <a:gd name="T31" fmla="*/ 0 h 34"/>
                  <a:gd name="T32" fmla="*/ 17 w 36"/>
                  <a:gd name="T33" fmla="*/ 0 h 34"/>
                  <a:gd name="T34" fmla="*/ 13 w 36"/>
                  <a:gd name="T35" fmla="*/ 0 h 34"/>
                  <a:gd name="T36" fmla="*/ 11 w 36"/>
                  <a:gd name="T37" fmla="*/ 1 h 34"/>
                  <a:gd name="T38" fmla="*/ 8 w 36"/>
                  <a:gd name="T39" fmla="*/ 3 h 34"/>
                  <a:gd name="T40" fmla="*/ 6 w 36"/>
                  <a:gd name="T41" fmla="*/ 4 h 34"/>
                  <a:gd name="T42" fmla="*/ 4 w 36"/>
                  <a:gd name="T43" fmla="*/ 8 h 34"/>
                  <a:gd name="T44" fmla="*/ 1 w 36"/>
                  <a:gd name="T45" fmla="*/ 10 h 34"/>
                  <a:gd name="T46" fmla="*/ 0 w 36"/>
                  <a:gd name="T47" fmla="*/ 14 h 34"/>
                  <a:gd name="T48" fmla="*/ 0 w 36"/>
                  <a:gd name="T49" fmla="*/ 17 h 34"/>
                  <a:gd name="T50" fmla="*/ 0 w 36"/>
                  <a:gd name="T51" fmla="*/ 20 h 34"/>
                  <a:gd name="T52" fmla="*/ 1 w 36"/>
                  <a:gd name="T53" fmla="*/ 24 h 34"/>
                  <a:gd name="T54" fmla="*/ 4 w 36"/>
                  <a:gd name="T55" fmla="*/ 26 h 34"/>
                  <a:gd name="T56" fmla="*/ 6 w 36"/>
                  <a:gd name="T57" fmla="*/ 30 h 34"/>
                  <a:gd name="T58" fmla="*/ 8 w 36"/>
                  <a:gd name="T59" fmla="*/ 31 h 34"/>
                  <a:gd name="T60" fmla="*/ 11 w 36"/>
                  <a:gd name="T61" fmla="*/ 33 h 34"/>
                  <a:gd name="T62" fmla="*/ 13 w 36"/>
                  <a:gd name="T63" fmla="*/ 34 h 34"/>
                  <a:gd name="T64" fmla="*/ 17 w 36"/>
                  <a:gd name="T65" fmla="*/ 34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6"/>
                  <a:gd name="T100" fmla="*/ 0 h 34"/>
                  <a:gd name="T101" fmla="*/ 36 w 36"/>
                  <a:gd name="T102" fmla="*/ 34 h 3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6" h="34">
                    <a:moveTo>
                      <a:pt x="17" y="34"/>
                    </a:moveTo>
                    <a:lnTo>
                      <a:pt x="22" y="34"/>
                    </a:lnTo>
                    <a:lnTo>
                      <a:pt x="24" y="33"/>
                    </a:lnTo>
                    <a:lnTo>
                      <a:pt x="27" y="31"/>
                    </a:lnTo>
                    <a:lnTo>
                      <a:pt x="29" y="30"/>
                    </a:lnTo>
                    <a:lnTo>
                      <a:pt x="32" y="26"/>
                    </a:lnTo>
                    <a:lnTo>
                      <a:pt x="35" y="24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6" y="14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4" y="26"/>
                    </a:lnTo>
                    <a:lnTo>
                      <a:pt x="6" y="30"/>
                    </a:lnTo>
                    <a:lnTo>
                      <a:pt x="8" y="31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99" name="Freeform 990"/>
              <p:cNvSpPr>
                <a:spLocks/>
              </p:cNvSpPr>
              <p:nvPr/>
            </p:nvSpPr>
            <p:spPr bwMode="auto">
              <a:xfrm>
                <a:off x="3156" y="1912"/>
                <a:ext cx="209" cy="34"/>
              </a:xfrm>
              <a:custGeom>
                <a:avLst/>
                <a:gdLst>
                  <a:gd name="T0" fmla="*/ 209 w 209"/>
                  <a:gd name="T1" fmla="*/ 0 h 34"/>
                  <a:gd name="T2" fmla="*/ 0 w 209"/>
                  <a:gd name="T3" fmla="*/ 10 h 34"/>
                  <a:gd name="T4" fmla="*/ 0 w 209"/>
                  <a:gd name="T5" fmla="*/ 26 h 34"/>
                  <a:gd name="T6" fmla="*/ 209 w 209"/>
                  <a:gd name="T7" fmla="*/ 34 h 34"/>
                  <a:gd name="T8" fmla="*/ 209 w 20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34"/>
                  <a:gd name="T17" fmla="*/ 209 w 20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34">
                    <a:moveTo>
                      <a:pt x="209" y="0"/>
                    </a:moveTo>
                    <a:lnTo>
                      <a:pt x="0" y="10"/>
                    </a:lnTo>
                    <a:lnTo>
                      <a:pt x="0" y="26"/>
                    </a:lnTo>
                    <a:lnTo>
                      <a:pt x="209" y="34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4887" name="Rectangle 991"/>
            <p:cNvSpPr>
              <a:spLocks noChangeArrowheads="1"/>
            </p:cNvSpPr>
            <p:nvPr/>
          </p:nvSpPr>
          <p:spPr bwMode="auto">
            <a:xfrm>
              <a:off x="3440" y="2687"/>
              <a:ext cx="323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Selection</a:t>
              </a:r>
              <a:endParaRPr lang="en-US" sz="1000" b="0">
                <a:latin typeface="Times New Roman" pitchFamily="18" charset="0"/>
              </a:endParaRPr>
            </a:p>
          </p:txBody>
        </p:sp>
        <p:sp>
          <p:nvSpPr>
            <p:cNvPr id="34888" name="Rectangle 992"/>
            <p:cNvSpPr>
              <a:spLocks noChangeArrowheads="1"/>
            </p:cNvSpPr>
            <p:nvPr/>
          </p:nvSpPr>
          <p:spPr bwMode="auto">
            <a:xfrm>
              <a:off x="2258" y="2721"/>
              <a:ext cx="603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Risk Assessment</a:t>
              </a:r>
              <a:endParaRPr lang="en-US" sz="1000" b="0">
                <a:latin typeface="Times New Roman" pitchFamily="18" charset="0"/>
              </a:endParaRPr>
            </a:p>
          </p:txBody>
        </p:sp>
        <p:grpSp>
          <p:nvGrpSpPr>
            <p:cNvPr id="34889" name="Group 993"/>
            <p:cNvGrpSpPr>
              <a:grpSpLocks/>
            </p:cNvGrpSpPr>
            <p:nvPr/>
          </p:nvGrpSpPr>
          <p:grpSpPr bwMode="auto">
            <a:xfrm>
              <a:off x="2372" y="2391"/>
              <a:ext cx="312" cy="302"/>
              <a:chOff x="2028" y="1892"/>
              <a:chExt cx="263" cy="282"/>
            </a:xfrm>
          </p:grpSpPr>
          <p:sp>
            <p:nvSpPr>
              <p:cNvPr id="34991" name="Freeform 994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24 w 263"/>
                  <a:gd name="T27" fmla="*/ 282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3"/>
                  <a:gd name="T43" fmla="*/ 0 h 282"/>
                  <a:gd name="T44" fmla="*/ 263 w 263"/>
                  <a:gd name="T45" fmla="*/ 282 h 28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2" name="Freeform 995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3"/>
                  <a:gd name="T40" fmla="*/ 0 h 282"/>
                  <a:gd name="T41" fmla="*/ 263 w 263"/>
                  <a:gd name="T42" fmla="*/ 282 h 28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3" name="Line 996"/>
              <p:cNvSpPr>
                <a:spLocks noChangeShapeType="1"/>
              </p:cNvSpPr>
              <p:nvPr/>
            </p:nvSpPr>
            <p:spPr bwMode="auto">
              <a:xfrm>
                <a:off x="2086" y="1914"/>
                <a:ext cx="17" cy="32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4" name="Line 997"/>
              <p:cNvSpPr>
                <a:spLocks noChangeShapeType="1"/>
              </p:cNvSpPr>
              <p:nvPr/>
            </p:nvSpPr>
            <p:spPr bwMode="auto">
              <a:xfrm>
                <a:off x="2053" y="1942"/>
                <a:ext cx="29" cy="2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5" name="Line 998"/>
              <p:cNvSpPr>
                <a:spLocks noChangeShapeType="1"/>
              </p:cNvSpPr>
              <p:nvPr/>
            </p:nvSpPr>
            <p:spPr bwMode="auto">
              <a:xfrm flipV="1">
                <a:off x="2041" y="2030"/>
                <a:ext cx="34" cy="3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6" name="Line 999"/>
              <p:cNvSpPr>
                <a:spLocks noChangeShapeType="1"/>
              </p:cNvSpPr>
              <p:nvPr/>
            </p:nvSpPr>
            <p:spPr bwMode="auto">
              <a:xfrm flipH="1">
                <a:off x="2054" y="2069"/>
                <a:ext cx="37" cy="3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7" name="Line 1000"/>
              <p:cNvSpPr>
                <a:spLocks noChangeShapeType="1"/>
              </p:cNvSpPr>
              <p:nvPr/>
            </p:nvSpPr>
            <p:spPr bwMode="auto">
              <a:xfrm flipH="1">
                <a:off x="2169" y="1903"/>
                <a:ext cx="2" cy="28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8" name="Line 1001"/>
              <p:cNvSpPr>
                <a:spLocks noChangeShapeType="1"/>
              </p:cNvSpPr>
              <p:nvPr/>
            </p:nvSpPr>
            <p:spPr bwMode="auto">
              <a:xfrm flipH="1">
                <a:off x="2218" y="1916"/>
                <a:ext cx="28" cy="3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99" name="Line 1002"/>
              <p:cNvSpPr>
                <a:spLocks noChangeShapeType="1"/>
              </p:cNvSpPr>
              <p:nvPr/>
            </p:nvSpPr>
            <p:spPr bwMode="auto">
              <a:xfrm flipV="1">
                <a:off x="2241" y="2006"/>
                <a:ext cx="40" cy="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0" name="Line 1003"/>
              <p:cNvSpPr>
                <a:spLocks noChangeShapeType="1"/>
              </p:cNvSpPr>
              <p:nvPr/>
            </p:nvSpPr>
            <p:spPr bwMode="auto">
              <a:xfrm>
                <a:off x="2231" y="2061"/>
                <a:ext cx="34" cy="40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1" name="Line 1004"/>
              <p:cNvSpPr>
                <a:spLocks noChangeShapeType="1"/>
              </p:cNvSpPr>
              <p:nvPr/>
            </p:nvSpPr>
            <p:spPr bwMode="auto">
              <a:xfrm>
                <a:off x="2241" y="2037"/>
                <a:ext cx="25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2" name="Line 1005"/>
              <p:cNvSpPr>
                <a:spLocks noChangeShapeType="1"/>
              </p:cNvSpPr>
              <p:nvPr/>
            </p:nvSpPr>
            <p:spPr bwMode="auto">
              <a:xfrm flipH="1">
                <a:off x="2060" y="2049"/>
                <a:ext cx="16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3" name="Line 1006"/>
              <p:cNvSpPr>
                <a:spLocks noChangeShapeType="1"/>
              </p:cNvSpPr>
              <p:nvPr/>
            </p:nvSpPr>
            <p:spPr bwMode="auto">
              <a:xfrm flipV="1">
                <a:off x="2192" y="1917"/>
                <a:ext cx="6" cy="1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4" name="Freeform 1007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5" name="Freeform 1008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6" name="Freeform 1009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7" name="Freeform 1010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8" name="Freeform 1011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09" name="Freeform 1012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0" name="Freeform 1013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71 w 140"/>
                  <a:gd name="T83" fmla="*/ 150 h 1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0"/>
                  <a:gd name="T127" fmla="*/ 0 h 150"/>
                  <a:gd name="T128" fmla="*/ 140 w 140"/>
                  <a:gd name="T129" fmla="*/ 150 h 15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1" name="Freeform 1014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0"/>
                  <a:gd name="T124" fmla="*/ 0 h 150"/>
                  <a:gd name="T125" fmla="*/ 140 w 140"/>
                  <a:gd name="T126" fmla="*/ 150 h 15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2" name="Freeform 1015"/>
              <p:cNvSpPr>
                <a:spLocks/>
              </p:cNvSpPr>
              <p:nvPr/>
            </p:nvSpPr>
            <p:spPr bwMode="auto">
              <a:xfrm>
                <a:off x="2120" y="2023"/>
                <a:ext cx="25" cy="31"/>
              </a:xfrm>
              <a:custGeom>
                <a:avLst/>
                <a:gdLst>
                  <a:gd name="T0" fmla="*/ 0 w 25"/>
                  <a:gd name="T1" fmla="*/ 0 h 31"/>
                  <a:gd name="T2" fmla="*/ 0 w 25"/>
                  <a:gd name="T3" fmla="*/ 5 h 31"/>
                  <a:gd name="T4" fmla="*/ 2 w 25"/>
                  <a:gd name="T5" fmla="*/ 10 h 31"/>
                  <a:gd name="T6" fmla="*/ 4 w 25"/>
                  <a:gd name="T7" fmla="*/ 14 h 31"/>
                  <a:gd name="T8" fmla="*/ 6 w 25"/>
                  <a:gd name="T9" fmla="*/ 17 h 31"/>
                  <a:gd name="T10" fmla="*/ 8 w 25"/>
                  <a:gd name="T11" fmla="*/ 22 h 31"/>
                  <a:gd name="T12" fmla="*/ 11 w 25"/>
                  <a:gd name="T13" fmla="*/ 25 h 31"/>
                  <a:gd name="T14" fmla="*/ 14 w 25"/>
                  <a:gd name="T15" fmla="*/ 27 h 31"/>
                  <a:gd name="T16" fmla="*/ 18 w 25"/>
                  <a:gd name="T17" fmla="*/ 29 h 31"/>
                  <a:gd name="T18" fmla="*/ 22 w 25"/>
                  <a:gd name="T19" fmla="*/ 30 h 31"/>
                  <a:gd name="T20" fmla="*/ 25 w 25"/>
                  <a:gd name="T21" fmla="*/ 31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"/>
                  <a:gd name="T34" fmla="*/ 0 h 31"/>
                  <a:gd name="T35" fmla="*/ 25 w 25"/>
                  <a:gd name="T36" fmla="*/ 31 h 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" h="31">
                    <a:moveTo>
                      <a:pt x="0" y="0"/>
                    </a:moveTo>
                    <a:lnTo>
                      <a:pt x="0" y="5"/>
                    </a:lnTo>
                    <a:lnTo>
                      <a:pt x="2" y="10"/>
                    </a:lnTo>
                    <a:lnTo>
                      <a:pt x="4" y="14"/>
                    </a:lnTo>
                    <a:lnTo>
                      <a:pt x="6" y="17"/>
                    </a:lnTo>
                    <a:lnTo>
                      <a:pt x="8" y="22"/>
                    </a:lnTo>
                    <a:lnTo>
                      <a:pt x="11" y="25"/>
                    </a:lnTo>
                    <a:lnTo>
                      <a:pt x="14" y="27"/>
                    </a:lnTo>
                    <a:lnTo>
                      <a:pt x="18" y="29"/>
                    </a:lnTo>
                    <a:lnTo>
                      <a:pt x="22" y="30"/>
                    </a:lnTo>
                    <a:lnTo>
                      <a:pt x="25" y="31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3" name="Freeform 1016"/>
              <p:cNvSpPr>
                <a:spLocks/>
              </p:cNvSpPr>
              <p:nvPr/>
            </p:nvSpPr>
            <p:spPr bwMode="auto">
              <a:xfrm>
                <a:off x="2144" y="2016"/>
                <a:ext cx="45" cy="45"/>
              </a:xfrm>
              <a:custGeom>
                <a:avLst/>
                <a:gdLst>
                  <a:gd name="T0" fmla="*/ 22 w 45"/>
                  <a:gd name="T1" fmla="*/ 0 h 45"/>
                  <a:gd name="T2" fmla="*/ 28 w 45"/>
                  <a:gd name="T3" fmla="*/ 17 h 45"/>
                  <a:gd name="T4" fmla="*/ 45 w 45"/>
                  <a:gd name="T5" fmla="*/ 17 h 45"/>
                  <a:gd name="T6" fmla="*/ 31 w 45"/>
                  <a:gd name="T7" fmla="*/ 28 h 45"/>
                  <a:gd name="T8" fmla="*/ 36 w 45"/>
                  <a:gd name="T9" fmla="*/ 45 h 45"/>
                  <a:gd name="T10" fmla="*/ 22 w 45"/>
                  <a:gd name="T11" fmla="*/ 35 h 45"/>
                  <a:gd name="T12" fmla="*/ 9 w 45"/>
                  <a:gd name="T13" fmla="*/ 45 h 45"/>
                  <a:gd name="T14" fmla="*/ 14 w 45"/>
                  <a:gd name="T15" fmla="*/ 28 h 45"/>
                  <a:gd name="T16" fmla="*/ 0 w 45"/>
                  <a:gd name="T17" fmla="*/ 17 h 45"/>
                  <a:gd name="T18" fmla="*/ 17 w 45"/>
                  <a:gd name="T19" fmla="*/ 17 h 45"/>
                  <a:gd name="T20" fmla="*/ 22 w 45"/>
                  <a:gd name="T21" fmla="*/ 0 h 45"/>
                  <a:gd name="T22" fmla="*/ 22 w 45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45"/>
                  <a:gd name="T38" fmla="*/ 45 w 45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45">
                    <a:moveTo>
                      <a:pt x="22" y="0"/>
                    </a:moveTo>
                    <a:lnTo>
                      <a:pt x="28" y="17"/>
                    </a:lnTo>
                    <a:lnTo>
                      <a:pt x="45" y="17"/>
                    </a:lnTo>
                    <a:lnTo>
                      <a:pt x="31" y="28"/>
                    </a:lnTo>
                    <a:lnTo>
                      <a:pt x="36" y="45"/>
                    </a:lnTo>
                    <a:lnTo>
                      <a:pt x="22" y="35"/>
                    </a:lnTo>
                    <a:lnTo>
                      <a:pt x="9" y="45"/>
                    </a:lnTo>
                    <a:lnTo>
                      <a:pt x="14" y="28"/>
                    </a:lnTo>
                    <a:lnTo>
                      <a:pt x="0" y="17"/>
                    </a:lnTo>
                    <a:lnTo>
                      <a:pt x="17" y="17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4" name="Freeform 1017"/>
              <p:cNvSpPr>
                <a:spLocks/>
              </p:cNvSpPr>
              <p:nvPr/>
            </p:nvSpPr>
            <p:spPr bwMode="auto">
              <a:xfrm>
                <a:off x="2036" y="1968"/>
                <a:ext cx="42" cy="41"/>
              </a:xfrm>
              <a:custGeom>
                <a:avLst/>
                <a:gdLst>
                  <a:gd name="T0" fmla="*/ 20 w 42"/>
                  <a:gd name="T1" fmla="*/ 0 h 41"/>
                  <a:gd name="T2" fmla="*/ 26 w 42"/>
                  <a:gd name="T3" fmla="*/ 16 h 41"/>
                  <a:gd name="T4" fmla="*/ 42 w 42"/>
                  <a:gd name="T5" fmla="*/ 16 h 41"/>
                  <a:gd name="T6" fmla="*/ 29 w 42"/>
                  <a:gd name="T7" fmla="*/ 25 h 41"/>
                  <a:gd name="T8" fmla="*/ 34 w 42"/>
                  <a:gd name="T9" fmla="*/ 41 h 41"/>
                  <a:gd name="T10" fmla="*/ 21 w 42"/>
                  <a:gd name="T11" fmla="*/ 32 h 41"/>
                  <a:gd name="T12" fmla="*/ 8 w 42"/>
                  <a:gd name="T13" fmla="*/ 41 h 41"/>
                  <a:gd name="T14" fmla="*/ 13 w 42"/>
                  <a:gd name="T15" fmla="*/ 25 h 41"/>
                  <a:gd name="T16" fmla="*/ 0 w 42"/>
                  <a:gd name="T17" fmla="*/ 16 h 41"/>
                  <a:gd name="T18" fmla="*/ 16 w 42"/>
                  <a:gd name="T19" fmla="*/ 16 h 41"/>
                  <a:gd name="T20" fmla="*/ 21 w 42"/>
                  <a:gd name="T21" fmla="*/ 0 h 41"/>
                  <a:gd name="T22" fmla="*/ 20 w 42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1"/>
                  <a:gd name="T38" fmla="*/ 42 w 42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1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5"/>
                    </a:lnTo>
                    <a:lnTo>
                      <a:pt x="34" y="41"/>
                    </a:lnTo>
                    <a:lnTo>
                      <a:pt x="21" y="32"/>
                    </a:lnTo>
                    <a:lnTo>
                      <a:pt x="8" y="41"/>
                    </a:lnTo>
                    <a:lnTo>
                      <a:pt x="13" y="25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1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5" name="Freeform 1018"/>
              <p:cNvSpPr>
                <a:spLocks/>
              </p:cNvSpPr>
              <p:nvPr/>
            </p:nvSpPr>
            <p:spPr bwMode="auto">
              <a:xfrm>
                <a:off x="2110" y="1897"/>
                <a:ext cx="41" cy="42"/>
              </a:xfrm>
              <a:custGeom>
                <a:avLst/>
                <a:gdLst>
                  <a:gd name="T0" fmla="*/ 20 w 41"/>
                  <a:gd name="T1" fmla="*/ 0 h 42"/>
                  <a:gd name="T2" fmla="*/ 25 w 41"/>
                  <a:gd name="T3" fmla="*/ 15 h 42"/>
                  <a:gd name="T4" fmla="*/ 41 w 41"/>
                  <a:gd name="T5" fmla="*/ 16 h 42"/>
                  <a:gd name="T6" fmla="*/ 29 w 41"/>
                  <a:gd name="T7" fmla="*/ 26 h 42"/>
                  <a:gd name="T8" fmla="*/ 34 w 41"/>
                  <a:gd name="T9" fmla="*/ 42 h 42"/>
                  <a:gd name="T10" fmla="*/ 20 w 41"/>
                  <a:gd name="T11" fmla="*/ 32 h 42"/>
                  <a:gd name="T12" fmla="*/ 7 w 41"/>
                  <a:gd name="T13" fmla="*/ 42 h 42"/>
                  <a:gd name="T14" fmla="*/ 13 w 41"/>
                  <a:gd name="T15" fmla="*/ 26 h 42"/>
                  <a:gd name="T16" fmla="*/ 0 w 41"/>
                  <a:gd name="T17" fmla="*/ 16 h 42"/>
                  <a:gd name="T18" fmla="*/ 16 w 41"/>
                  <a:gd name="T19" fmla="*/ 15 h 42"/>
                  <a:gd name="T20" fmla="*/ 20 w 41"/>
                  <a:gd name="T21" fmla="*/ 0 h 42"/>
                  <a:gd name="T22" fmla="*/ 20 w 41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42"/>
                  <a:gd name="T38" fmla="*/ 41 w 41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42">
                    <a:moveTo>
                      <a:pt x="20" y="0"/>
                    </a:moveTo>
                    <a:lnTo>
                      <a:pt x="25" y="15"/>
                    </a:lnTo>
                    <a:lnTo>
                      <a:pt x="41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7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6" name="Freeform 1019"/>
              <p:cNvSpPr>
                <a:spLocks/>
              </p:cNvSpPr>
              <p:nvPr/>
            </p:nvSpPr>
            <p:spPr bwMode="auto">
              <a:xfrm>
                <a:off x="2240" y="1944"/>
                <a:ext cx="42" cy="42"/>
              </a:xfrm>
              <a:custGeom>
                <a:avLst/>
                <a:gdLst>
                  <a:gd name="T0" fmla="*/ 20 w 42"/>
                  <a:gd name="T1" fmla="*/ 0 h 42"/>
                  <a:gd name="T2" fmla="*/ 26 w 42"/>
                  <a:gd name="T3" fmla="*/ 16 h 42"/>
                  <a:gd name="T4" fmla="*/ 42 w 42"/>
                  <a:gd name="T5" fmla="*/ 16 h 42"/>
                  <a:gd name="T6" fmla="*/ 29 w 42"/>
                  <a:gd name="T7" fmla="*/ 26 h 42"/>
                  <a:gd name="T8" fmla="*/ 34 w 42"/>
                  <a:gd name="T9" fmla="*/ 42 h 42"/>
                  <a:gd name="T10" fmla="*/ 20 w 42"/>
                  <a:gd name="T11" fmla="*/ 32 h 42"/>
                  <a:gd name="T12" fmla="*/ 8 w 42"/>
                  <a:gd name="T13" fmla="*/ 42 h 42"/>
                  <a:gd name="T14" fmla="*/ 13 w 42"/>
                  <a:gd name="T15" fmla="*/ 26 h 42"/>
                  <a:gd name="T16" fmla="*/ 0 w 42"/>
                  <a:gd name="T17" fmla="*/ 16 h 42"/>
                  <a:gd name="T18" fmla="*/ 16 w 42"/>
                  <a:gd name="T19" fmla="*/ 16 h 42"/>
                  <a:gd name="T20" fmla="*/ 20 w 42"/>
                  <a:gd name="T21" fmla="*/ 0 h 42"/>
                  <a:gd name="T22" fmla="*/ 20 w 42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2"/>
                  <a:gd name="T38" fmla="*/ 42 w 42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2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8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5017" name="Freeform 1020"/>
              <p:cNvSpPr>
                <a:spLocks/>
              </p:cNvSpPr>
              <p:nvPr/>
            </p:nvSpPr>
            <p:spPr bwMode="auto">
              <a:xfrm>
                <a:off x="2101" y="1975"/>
                <a:ext cx="44" cy="47"/>
              </a:xfrm>
              <a:custGeom>
                <a:avLst/>
                <a:gdLst>
                  <a:gd name="T0" fmla="*/ 18 w 44"/>
                  <a:gd name="T1" fmla="*/ 0 h 47"/>
                  <a:gd name="T2" fmla="*/ 28 w 44"/>
                  <a:gd name="T3" fmla="*/ 15 h 47"/>
                  <a:gd name="T4" fmla="*/ 44 w 44"/>
                  <a:gd name="T5" fmla="*/ 12 h 47"/>
                  <a:gd name="T6" fmla="*/ 33 w 44"/>
                  <a:gd name="T7" fmla="*/ 26 h 47"/>
                  <a:gd name="T8" fmla="*/ 41 w 44"/>
                  <a:gd name="T9" fmla="*/ 41 h 47"/>
                  <a:gd name="T10" fmla="*/ 26 w 44"/>
                  <a:gd name="T11" fmla="*/ 34 h 47"/>
                  <a:gd name="T12" fmla="*/ 14 w 44"/>
                  <a:gd name="T13" fmla="*/ 47 h 47"/>
                  <a:gd name="T14" fmla="*/ 15 w 44"/>
                  <a:gd name="T15" fmla="*/ 29 h 47"/>
                  <a:gd name="T16" fmla="*/ 0 w 44"/>
                  <a:gd name="T17" fmla="*/ 22 h 47"/>
                  <a:gd name="T18" fmla="*/ 16 w 44"/>
                  <a:gd name="T19" fmla="*/ 17 h 47"/>
                  <a:gd name="T20" fmla="*/ 18 w 44"/>
                  <a:gd name="T21" fmla="*/ 0 h 47"/>
                  <a:gd name="T22" fmla="*/ 18 w 44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4"/>
                  <a:gd name="T37" fmla="*/ 0 h 47"/>
                  <a:gd name="T38" fmla="*/ 44 w 44"/>
                  <a:gd name="T39" fmla="*/ 47 h 4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4" h="47">
                    <a:moveTo>
                      <a:pt x="18" y="0"/>
                    </a:moveTo>
                    <a:lnTo>
                      <a:pt x="28" y="15"/>
                    </a:lnTo>
                    <a:lnTo>
                      <a:pt x="44" y="12"/>
                    </a:lnTo>
                    <a:lnTo>
                      <a:pt x="33" y="26"/>
                    </a:lnTo>
                    <a:lnTo>
                      <a:pt x="41" y="41"/>
                    </a:lnTo>
                    <a:lnTo>
                      <a:pt x="26" y="34"/>
                    </a:lnTo>
                    <a:lnTo>
                      <a:pt x="14" y="47"/>
                    </a:lnTo>
                    <a:lnTo>
                      <a:pt x="15" y="29"/>
                    </a:lnTo>
                    <a:lnTo>
                      <a:pt x="0" y="22"/>
                    </a:lnTo>
                    <a:lnTo>
                      <a:pt x="16" y="1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4890" name="Rectangle 1021"/>
            <p:cNvSpPr>
              <a:spLocks noChangeArrowheads="1"/>
            </p:cNvSpPr>
            <p:nvPr/>
          </p:nvSpPr>
          <p:spPr bwMode="auto">
            <a:xfrm>
              <a:off x="2998" y="2789"/>
              <a:ext cx="123" cy="57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891" name="Oval 1022"/>
            <p:cNvSpPr>
              <a:spLocks noChangeArrowheads="1"/>
            </p:cNvSpPr>
            <p:nvPr/>
          </p:nvSpPr>
          <p:spPr bwMode="auto">
            <a:xfrm>
              <a:off x="2954" y="2717"/>
              <a:ext cx="210" cy="94"/>
            </a:xfrm>
            <a:prstGeom prst="ellipse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892" name="Rectangle 1023"/>
            <p:cNvSpPr>
              <a:spLocks noChangeArrowheads="1"/>
            </p:cNvSpPr>
            <p:nvPr/>
          </p:nvSpPr>
          <p:spPr bwMode="auto">
            <a:xfrm>
              <a:off x="3012" y="2789"/>
              <a:ext cx="95" cy="71"/>
            </a:xfrm>
            <a:prstGeom prst="rect">
              <a:avLst/>
            </a:prstGeom>
            <a:solidFill>
              <a:srgbClr val="FFFF66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893" name="Rectangle 1024"/>
            <p:cNvSpPr>
              <a:spLocks noChangeArrowheads="1"/>
            </p:cNvSpPr>
            <p:nvPr/>
          </p:nvSpPr>
          <p:spPr bwMode="auto">
            <a:xfrm>
              <a:off x="2292" y="2195"/>
              <a:ext cx="682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894" name="Rectangle 1025"/>
            <p:cNvSpPr>
              <a:spLocks noChangeArrowheads="1"/>
            </p:cNvSpPr>
            <p:nvPr/>
          </p:nvSpPr>
          <p:spPr bwMode="auto">
            <a:xfrm>
              <a:off x="2261" y="2230"/>
              <a:ext cx="1755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Administration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Select A Qualified Contractor</a:t>
              </a:r>
              <a:endParaRPr lang="en-US" sz="1000">
                <a:solidFill>
                  <a:srgbClr val="000000"/>
                </a:solidFill>
                <a:latin typeface="Arial Narrow" pitchFamily="34" charset="0"/>
              </a:endParaRPr>
            </a:p>
          </p:txBody>
        </p:sp>
        <p:grpSp>
          <p:nvGrpSpPr>
            <p:cNvPr id="34895" name="Group 1026"/>
            <p:cNvGrpSpPr>
              <a:grpSpLocks/>
            </p:cNvGrpSpPr>
            <p:nvPr/>
          </p:nvGrpSpPr>
          <p:grpSpPr bwMode="auto">
            <a:xfrm>
              <a:off x="2800" y="2908"/>
              <a:ext cx="539" cy="468"/>
              <a:chOff x="2736" y="2379"/>
              <a:chExt cx="436" cy="399"/>
            </a:xfrm>
          </p:grpSpPr>
          <p:sp>
            <p:nvSpPr>
              <p:cNvPr id="34943" name="Rectangle 1027"/>
              <p:cNvSpPr>
                <a:spLocks noChangeArrowheads="1"/>
              </p:cNvSpPr>
              <p:nvPr/>
            </p:nvSpPr>
            <p:spPr bwMode="auto">
              <a:xfrm>
                <a:off x="2736" y="2690"/>
                <a:ext cx="436" cy="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84238" eaLnBrk="0" hangingPunct="0"/>
                <a:r>
                  <a:rPr lang="en-US" sz="1000" b="0">
                    <a:solidFill>
                      <a:srgbClr val="000000"/>
                    </a:solidFill>
                    <a:latin typeface="Arial Narrow" pitchFamily="34" charset="0"/>
                  </a:rPr>
                  <a:t>Contract Award</a:t>
                </a:r>
                <a:endParaRPr lang="en-US" sz="1000" b="0">
                  <a:latin typeface="Times New Roman" pitchFamily="18" charset="0"/>
                </a:endParaRPr>
              </a:p>
            </p:txBody>
          </p:sp>
          <p:grpSp>
            <p:nvGrpSpPr>
              <p:cNvPr id="34944" name="Group 1028"/>
              <p:cNvGrpSpPr>
                <a:grpSpLocks/>
              </p:cNvGrpSpPr>
              <p:nvPr/>
            </p:nvGrpSpPr>
            <p:grpSpPr bwMode="auto">
              <a:xfrm>
                <a:off x="2814" y="2379"/>
                <a:ext cx="252" cy="268"/>
                <a:chOff x="2509" y="2443"/>
                <a:chExt cx="286" cy="292"/>
              </a:xfrm>
            </p:grpSpPr>
            <p:sp>
              <p:nvSpPr>
                <p:cNvPr id="34945" name="Freeform 1029"/>
                <p:cNvSpPr>
                  <a:spLocks/>
                </p:cNvSpPr>
                <p:nvPr/>
              </p:nvSpPr>
              <p:spPr bwMode="auto">
                <a:xfrm>
                  <a:off x="2509" y="2443"/>
                  <a:ext cx="286" cy="292"/>
                </a:xfrm>
                <a:custGeom>
                  <a:avLst/>
                  <a:gdLst>
                    <a:gd name="T0" fmla="*/ 28 w 286"/>
                    <a:gd name="T1" fmla="*/ 0 h 292"/>
                    <a:gd name="T2" fmla="*/ 23 w 286"/>
                    <a:gd name="T3" fmla="*/ 1 h 292"/>
                    <a:gd name="T4" fmla="*/ 18 w 286"/>
                    <a:gd name="T5" fmla="*/ 2 h 292"/>
                    <a:gd name="T6" fmla="*/ 8 w 286"/>
                    <a:gd name="T7" fmla="*/ 9 h 292"/>
                    <a:gd name="T8" fmla="*/ 3 w 286"/>
                    <a:gd name="T9" fmla="*/ 17 h 292"/>
                    <a:gd name="T10" fmla="*/ 2 w 286"/>
                    <a:gd name="T11" fmla="*/ 23 h 292"/>
                    <a:gd name="T12" fmla="*/ 0 w 286"/>
                    <a:gd name="T13" fmla="*/ 28 h 292"/>
                    <a:gd name="T14" fmla="*/ 0 w 286"/>
                    <a:gd name="T15" fmla="*/ 264 h 292"/>
                    <a:gd name="T16" fmla="*/ 2 w 286"/>
                    <a:gd name="T17" fmla="*/ 269 h 292"/>
                    <a:gd name="T18" fmla="*/ 3 w 286"/>
                    <a:gd name="T19" fmla="*/ 275 h 292"/>
                    <a:gd name="T20" fmla="*/ 8 w 286"/>
                    <a:gd name="T21" fmla="*/ 284 h 292"/>
                    <a:gd name="T22" fmla="*/ 18 w 286"/>
                    <a:gd name="T23" fmla="*/ 290 h 292"/>
                    <a:gd name="T24" fmla="*/ 23 w 286"/>
                    <a:gd name="T25" fmla="*/ 292 h 292"/>
                    <a:gd name="T26" fmla="*/ 28 w 286"/>
                    <a:gd name="T27" fmla="*/ 292 h 292"/>
                    <a:gd name="T28" fmla="*/ 258 w 286"/>
                    <a:gd name="T29" fmla="*/ 292 h 292"/>
                    <a:gd name="T30" fmla="*/ 263 w 286"/>
                    <a:gd name="T31" fmla="*/ 292 h 292"/>
                    <a:gd name="T32" fmla="*/ 269 w 286"/>
                    <a:gd name="T33" fmla="*/ 290 h 292"/>
                    <a:gd name="T34" fmla="*/ 278 w 286"/>
                    <a:gd name="T35" fmla="*/ 284 h 292"/>
                    <a:gd name="T36" fmla="*/ 284 w 286"/>
                    <a:gd name="T37" fmla="*/ 275 h 292"/>
                    <a:gd name="T38" fmla="*/ 286 w 286"/>
                    <a:gd name="T39" fmla="*/ 269 h 292"/>
                    <a:gd name="T40" fmla="*/ 286 w 286"/>
                    <a:gd name="T41" fmla="*/ 264 h 292"/>
                    <a:gd name="T42" fmla="*/ 286 w 286"/>
                    <a:gd name="T43" fmla="*/ 28 h 292"/>
                    <a:gd name="T44" fmla="*/ 286 w 286"/>
                    <a:gd name="T45" fmla="*/ 23 h 292"/>
                    <a:gd name="T46" fmla="*/ 284 w 286"/>
                    <a:gd name="T47" fmla="*/ 17 h 292"/>
                    <a:gd name="T48" fmla="*/ 278 w 286"/>
                    <a:gd name="T49" fmla="*/ 9 h 292"/>
                    <a:gd name="T50" fmla="*/ 269 w 286"/>
                    <a:gd name="T51" fmla="*/ 2 h 292"/>
                    <a:gd name="T52" fmla="*/ 263 w 286"/>
                    <a:gd name="T53" fmla="*/ 1 h 292"/>
                    <a:gd name="T54" fmla="*/ 258 w 286"/>
                    <a:gd name="T55" fmla="*/ 0 h 292"/>
                    <a:gd name="T56" fmla="*/ 28 w 286"/>
                    <a:gd name="T57" fmla="*/ 0 h 29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86"/>
                    <a:gd name="T88" fmla="*/ 0 h 292"/>
                    <a:gd name="T89" fmla="*/ 286 w 286"/>
                    <a:gd name="T90" fmla="*/ 292 h 29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86" h="292">
                      <a:moveTo>
                        <a:pt x="28" y="0"/>
                      </a:moveTo>
                      <a:lnTo>
                        <a:pt x="23" y="1"/>
                      </a:lnTo>
                      <a:lnTo>
                        <a:pt x="18" y="2"/>
                      </a:lnTo>
                      <a:lnTo>
                        <a:pt x="8" y="9"/>
                      </a:lnTo>
                      <a:lnTo>
                        <a:pt x="3" y="17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0" y="264"/>
                      </a:lnTo>
                      <a:lnTo>
                        <a:pt x="2" y="269"/>
                      </a:lnTo>
                      <a:lnTo>
                        <a:pt x="3" y="275"/>
                      </a:lnTo>
                      <a:lnTo>
                        <a:pt x="8" y="284"/>
                      </a:lnTo>
                      <a:lnTo>
                        <a:pt x="18" y="290"/>
                      </a:lnTo>
                      <a:lnTo>
                        <a:pt x="23" y="292"/>
                      </a:lnTo>
                      <a:lnTo>
                        <a:pt x="28" y="292"/>
                      </a:lnTo>
                      <a:lnTo>
                        <a:pt x="258" y="292"/>
                      </a:lnTo>
                      <a:lnTo>
                        <a:pt x="263" y="292"/>
                      </a:lnTo>
                      <a:lnTo>
                        <a:pt x="269" y="290"/>
                      </a:lnTo>
                      <a:lnTo>
                        <a:pt x="278" y="284"/>
                      </a:lnTo>
                      <a:lnTo>
                        <a:pt x="284" y="275"/>
                      </a:lnTo>
                      <a:lnTo>
                        <a:pt x="286" y="269"/>
                      </a:lnTo>
                      <a:lnTo>
                        <a:pt x="286" y="264"/>
                      </a:lnTo>
                      <a:lnTo>
                        <a:pt x="286" y="28"/>
                      </a:lnTo>
                      <a:lnTo>
                        <a:pt x="286" y="23"/>
                      </a:lnTo>
                      <a:lnTo>
                        <a:pt x="284" y="17"/>
                      </a:lnTo>
                      <a:lnTo>
                        <a:pt x="278" y="9"/>
                      </a:lnTo>
                      <a:lnTo>
                        <a:pt x="269" y="2"/>
                      </a:lnTo>
                      <a:lnTo>
                        <a:pt x="263" y="1"/>
                      </a:lnTo>
                      <a:lnTo>
                        <a:pt x="25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46" name="Freeform 1030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47" name="Freeform 1031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48" name="Freeform 1032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49" name="Freeform 1033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50" name="Freeform 1034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51" name="Freeform 1035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52" name="Freeform 1036"/>
                <p:cNvSpPr>
                  <a:spLocks/>
                </p:cNvSpPr>
                <p:nvPr/>
              </p:nvSpPr>
              <p:spPr bwMode="auto">
                <a:xfrm>
                  <a:off x="2603" y="2498"/>
                  <a:ext cx="162" cy="107"/>
                </a:xfrm>
                <a:custGeom>
                  <a:avLst/>
                  <a:gdLst>
                    <a:gd name="T0" fmla="*/ 102 w 162"/>
                    <a:gd name="T1" fmla="*/ 12 h 107"/>
                    <a:gd name="T2" fmla="*/ 104 w 162"/>
                    <a:gd name="T3" fmla="*/ 10 h 107"/>
                    <a:gd name="T4" fmla="*/ 106 w 162"/>
                    <a:gd name="T5" fmla="*/ 8 h 107"/>
                    <a:gd name="T6" fmla="*/ 108 w 162"/>
                    <a:gd name="T7" fmla="*/ 7 h 107"/>
                    <a:gd name="T8" fmla="*/ 111 w 162"/>
                    <a:gd name="T9" fmla="*/ 6 h 107"/>
                    <a:gd name="T10" fmla="*/ 162 w 162"/>
                    <a:gd name="T11" fmla="*/ 94 h 107"/>
                    <a:gd name="T12" fmla="*/ 158 w 162"/>
                    <a:gd name="T13" fmla="*/ 96 h 107"/>
                    <a:gd name="T14" fmla="*/ 153 w 162"/>
                    <a:gd name="T15" fmla="*/ 99 h 107"/>
                    <a:gd name="T16" fmla="*/ 149 w 162"/>
                    <a:gd name="T17" fmla="*/ 103 h 107"/>
                    <a:gd name="T18" fmla="*/ 145 w 162"/>
                    <a:gd name="T19" fmla="*/ 105 h 107"/>
                    <a:gd name="T20" fmla="*/ 140 w 162"/>
                    <a:gd name="T21" fmla="*/ 107 h 107"/>
                    <a:gd name="T22" fmla="*/ 128 w 162"/>
                    <a:gd name="T23" fmla="*/ 94 h 107"/>
                    <a:gd name="T24" fmla="*/ 116 w 162"/>
                    <a:gd name="T25" fmla="*/ 80 h 107"/>
                    <a:gd name="T26" fmla="*/ 104 w 162"/>
                    <a:gd name="T27" fmla="*/ 67 h 107"/>
                    <a:gd name="T28" fmla="*/ 91 w 162"/>
                    <a:gd name="T29" fmla="*/ 53 h 107"/>
                    <a:gd name="T30" fmla="*/ 78 w 162"/>
                    <a:gd name="T31" fmla="*/ 41 h 107"/>
                    <a:gd name="T32" fmla="*/ 73 w 162"/>
                    <a:gd name="T33" fmla="*/ 38 h 107"/>
                    <a:gd name="T34" fmla="*/ 66 w 162"/>
                    <a:gd name="T35" fmla="*/ 36 h 107"/>
                    <a:gd name="T36" fmla="*/ 60 w 162"/>
                    <a:gd name="T37" fmla="*/ 33 h 107"/>
                    <a:gd name="T38" fmla="*/ 55 w 162"/>
                    <a:gd name="T39" fmla="*/ 31 h 107"/>
                    <a:gd name="T40" fmla="*/ 48 w 162"/>
                    <a:gd name="T41" fmla="*/ 28 h 107"/>
                    <a:gd name="T42" fmla="*/ 50 w 162"/>
                    <a:gd name="T43" fmla="*/ 26 h 107"/>
                    <a:gd name="T44" fmla="*/ 50 w 162"/>
                    <a:gd name="T45" fmla="*/ 23 h 107"/>
                    <a:gd name="T46" fmla="*/ 44 w 162"/>
                    <a:gd name="T47" fmla="*/ 28 h 107"/>
                    <a:gd name="T48" fmla="*/ 36 w 162"/>
                    <a:gd name="T49" fmla="*/ 37 h 107"/>
                    <a:gd name="T50" fmla="*/ 26 w 162"/>
                    <a:gd name="T51" fmla="*/ 46 h 107"/>
                    <a:gd name="T52" fmla="*/ 18 w 162"/>
                    <a:gd name="T53" fmla="*/ 51 h 107"/>
                    <a:gd name="T54" fmla="*/ 6 w 162"/>
                    <a:gd name="T55" fmla="*/ 52 h 107"/>
                    <a:gd name="T56" fmla="*/ 11 w 162"/>
                    <a:gd name="T57" fmla="*/ 24 h 107"/>
                    <a:gd name="T58" fmla="*/ 13 w 162"/>
                    <a:gd name="T59" fmla="*/ 26 h 107"/>
                    <a:gd name="T60" fmla="*/ 15 w 162"/>
                    <a:gd name="T61" fmla="*/ 26 h 107"/>
                    <a:gd name="T62" fmla="*/ 17 w 162"/>
                    <a:gd name="T63" fmla="*/ 28 h 107"/>
                    <a:gd name="T64" fmla="*/ 17 w 162"/>
                    <a:gd name="T65" fmla="*/ 31 h 107"/>
                    <a:gd name="T66" fmla="*/ 18 w 162"/>
                    <a:gd name="T67" fmla="*/ 34 h 107"/>
                    <a:gd name="T68" fmla="*/ 17 w 162"/>
                    <a:gd name="T69" fmla="*/ 37 h 107"/>
                    <a:gd name="T70" fmla="*/ 14 w 162"/>
                    <a:gd name="T71" fmla="*/ 40 h 107"/>
                    <a:gd name="T72" fmla="*/ 13 w 162"/>
                    <a:gd name="T73" fmla="*/ 42 h 107"/>
                    <a:gd name="T74" fmla="*/ 11 w 162"/>
                    <a:gd name="T75" fmla="*/ 46 h 107"/>
                    <a:gd name="T76" fmla="*/ 14 w 162"/>
                    <a:gd name="T77" fmla="*/ 46 h 107"/>
                    <a:gd name="T78" fmla="*/ 15 w 162"/>
                    <a:gd name="T79" fmla="*/ 41 h 107"/>
                    <a:gd name="T80" fmla="*/ 18 w 162"/>
                    <a:gd name="T81" fmla="*/ 38 h 107"/>
                    <a:gd name="T82" fmla="*/ 19 w 162"/>
                    <a:gd name="T83" fmla="*/ 35 h 107"/>
                    <a:gd name="T84" fmla="*/ 20 w 162"/>
                    <a:gd name="T85" fmla="*/ 32 h 107"/>
                    <a:gd name="T86" fmla="*/ 19 w 162"/>
                    <a:gd name="T87" fmla="*/ 29 h 107"/>
                    <a:gd name="T88" fmla="*/ 18 w 162"/>
                    <a:gd name="T89" fmla="*/ 26 h 107"/>
                    <a:gd name="T90" fmla="*/ 17 w 162"/>
                    <a:gd name="T91" fmla="*/ 24 h 107"/>
                    <a:gd name="T92" fmla="*/ 14 w 162"/>
                    <a:gd name="T93" fmla="*/ 23 h 107"/>
                    <a:gd name="T94" fmla="*/ 19 w 162"/>
                    <a:gd name="T95" fmla="*/ 10 h 107"/>
                    <a:gd name="T96" fmla="*/ 101 w 162"/>
                    <a:gd name="T97" fmla="*/ 12 h 1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62"/>
                    <a:gd name="T148" fmla="*/ 0 h 107"/>
                    <a:gd name="T149" fmla="*/ 162 w 162"/>
                    <a:gd name="T150" fmla="*/ 107 h 1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62" h="107">
                      <a:moveTo>
                        <a:pt x="101" y="12"/>
                      </a:moveTo>
                      <a:lnTo>
                        <a:pt x="102" y="12"/>
                      </a:lnTo>
                      <a:lnTo>
                        <a:pt x="103" y="10"/>
                      </a:lnTo>
                      <a:lnTo>
                        <a:pt x="104" y="10"/>
                      </a:lnTo>
                      <a:lnTo>
                        <a:pt x="105" y="10"/>
                      </a:lnTo>
                      <a:lnTo>
                        <a:pt x="106" y="8"/>
                      </a:lnTo>
                      <a:lnTo>
                        <a:pt x="107" y="8"/>
                      </a:lnTo>
                      <a:lnTo>
                        <a:pt x="108" y="7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62" y="94"/>
                      </a:lnTo>
                      <a:lnTo>
                        <a:pt x="160" y="95"/>
                      </a:lnTo>
                      <a:lnTo>
                        <a:pt x="158" y="96"/>
                      </a:lnTo>
                      <a:lnTo>
                        <a:pt x="155" y="97"/>
                      </a:lnTo>
                      <a:lnTo>
                        <a:pt x="153" y="99"/>
                      </a:lnTo>
                      <a:lnTo>
                        <a:pt x="151" y="101"/>
                      </a:lnTo>
                      <a:lnTo>
                        <a:pt x="149" y="103"/>
                      </a:lnTo>
                      <a:lnTo>
                        <a:pt x="147" y="104"/>
                      </a:lnTo>
                      <a:lnTo>
                        <a:pt x="145" y="105"/>
                      </a:lnTo>
                      <a:lnTo>
                        <a:pt x="143" y="106"/>
                      </a:lnTo>
                      <a:lnTo>
                        <a:pt x="140" y="107"/>
                      </a:lnTo>
                      <a:lnTo>
                        <a:pt x="134" y="101"/>
                      </a:lnTo>
                      <a:lnTo>
                        <a:pt x="128" y="94"/>
                      </a:lnTo>
                      <a:lnTo>
                        <a:pt x="122" y="87"/>
                      </a:lnTo>
                      <a:lnTo>
                        <a:pt x="116" y="80"/>
                      </a:lnTo>
                      <a:lnTo>
                        <a:pt x="111" y="73"/>
                      </a:lnTo>
                      <a:lnTo>
                        <a:pt x="104" y="67"/>
                      </a:lnTo>
                      <a:lnTo>
                        <a:pt x="98" y="59"/>
                      </a:lnTo>
                      <a:lnTo>
                        <a:pt x="91" y="53"/>
                      </a:lnTo>
                      <a:lnTo>
                        <a:pt x="85" y="48"/>
                      </a:lnTo>
                      <a:lnTo>
                        <a:pt x="78" y="41"/>
                      </a:lnTo>
                      <a:lnTo>
                        <a:pt x="75" y="40"/>
                      </a:lnTo>
                      <a:lnTo>
                        <a:pt x="73" y="38"/>
                      </a:lnTo>
                      <a:lnTo>
                        <a:pt x="69" y="37"/>
                      </a:lnTo>
                      <a:lnTo>
                        <a:pt x="66" y="36"/>
                      </a:lnTo>
                      <a:lnTo>
                        <a:pt x="64" y="35"/>
                      </a:lnTo>
                      <a:lnTo>
                        <a:pt x="60" y="33"/>
                      </a:lnTo>
                      <a:lnTo>
                        <a:pt x="57" y="32"/>
                      </a:lnTo>
                      <a:lnTo>
                        <a:pt x="55" y="31"/>
                      </a:lnTo>
                      <a:lnTo>
                        <a:pt x="52" y="29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44" y="28"/>
                      </a:lnTo>
                      <a:lnTo>
                        <a:pt x="40" y="33"/>
                      </a:lnTo>
                      <a:lnTo>
                        <a:pt x="36" y="37"/>
                      </a:lnTo>
                      <a:lnTo>
                        <a:pt x="30" y="40"/>
                      </a:lnTo>
                      <a:lnTo>
                        <a:pt x="26" y="46"/>
                      </a:lnTo>
                      <a:lnTo>
                        <a:pt x="22" y="48"/>
                      </a:lnTo>
                      <a:lnTo>
                        <a:pt x="18" y="51"/>
                      </a:lnTo>
                      <a:lnTo>
                        <a:pt x="11" y="52"/>
                      </a:lnTo>
                      <a:lnTo>
                        <a:pt x="6" y="52"/>
                      </a:lnTo>
                      <a:lnTo>
                        <a:pt x="0" y="48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8" y="32"/>
                      </a:lnTo>
                      <a:lnTo>
                        <a:pt x="18" y="34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5" y="38"/>
                      </a:lnTo>
                      <a:lnTo>
                        <a:pt x="14" y="40"/>
                      </a:lnTo>
                      <a:lnTo>
                        <a:pt x="13" y="41"/>
                      </a:lnTo>
                      <a:lnTo>
                        <a:pt x="13" y="42"/>
                      </a:lnTo>
                      <a:lnTo>
                        <a:pt x="11" y="43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5" y="42"/>
                      </a:lnTo>
                      <a:lnTo>
                        <a:pt x="15" y="41"/>
                      </a:lnTo>
                      <a:lnTo>
                        <a:pt x="17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4"/>
                      </a:lnTo>
                      <a:lnTo>
                        <a:pt x="20" y="32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8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9" y="10"/>
                      </a:lnTo>
                      <a:lnTo>
                        <a:pt x="48" y="0"/>
                      </a:lnTo>
                      <a:lnTo>
                        <a:pt x="101" y="12"/>
                      </a:lnTo>
                      <a:close/>
                    </a:path>
                  </a:pathLst>
                </a:custGeom>
                <a:solidFill>
                  <a:srgbClr val="4A29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953" name="Group 1037"/>
                <p:cNvGrpSpPr>
                  <a:grpSpLocks/>
                </p:cNvGrpSpPr>
                <p:nvPr/>
              </p:nvGrpSpPr>
              <p:grpSpPr bwMode="auto">
                <a:xfrm>
                  <a:off x="2603" y="2498"/>
                  <a:ext cx="162" cy="107"/>
                  <a:chOff x="2603" y="2498"/>
                  <a:chExt cx="162" cy="107"/>
                </a:xfrm>
              </p:grpSpPr>
              <p:sp>
                <p:nvSpPr>
                  <p:cNvPr id="34989" name="Freeform 1038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90" name="Freeform 1039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954" name="Freeform 1040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63 w 207"/>
                    <a:gd name="T113" fmla="*/ 40 h 17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07"/>
                    <a:gd name="T172" fmla="*/ 0 h 175"/>
                    <a:gd name="T173" fmla="*/ 207 w 207"/>
                    <a:gd name="T174" fmla="*/ 175 h 17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  <a:lnTo>
                        <a:pt x="63" y="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955" name="Freeform 1041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07"/>
                    <a:gd name="T169" fmla="*/ 0 h 175"/>
                    <a:gd name="T170" fmla="*/ 207 w 207"/>
                    <a:gd name="T171" fmla="*/ 175 h 17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956" name="Group 1042"/>
                <p:cNvGrpSpPr>
                  <a:grpSpLocks/>
                </p:cNvGrpSpPr>
                <p:nvPr/>
              </p:nvGrpSpPr>
              <p:grpSpPr bwMode="auto">
                <a:xfrm>
                  <a:off x="2547" y="2599"/>
                  <a:ext cx="95" cy="88"/>
                  <a:chOff x="2547" y="2599"/>
                  <a:chExt cx="95" cy="88"/>
                </a:xfrm>
              </p:grpSpPr>
              <p:sp>
                <p:nvSpPr>
                  <p:cNvPr id="34957" name="Freeform 1043"/>
                  <p:cNvSpPr>
                    <a:spLocks/>
                  </p:cNvSpPr>
                  <p:nvPr/>
                </p:nvSpPr>
                <p:spPr bwMode="auto">
                  <a:xfrm>
                    <a:off x="2547" y="2599"/>
                    <a:ext cx="32" cy="36"/>
                  </a:xfrm>
                  <a:custGeom>
                    <a:avLst/>
                    <a:gdLst>
                      <a:gd name="T0" fmla="*/ 28 w 32"/>
                      <a:gd name="T1" fmla="*/ 3 h 36"/>
                      <a:gd name="T2" fmla="*/ 29 w 32"/>
                      <a:gd name="T3" fmla="*/ 3 h 36"/>
                      <a:gd name="T4" fmla="*/ 30 w 32"/>
                      <a:gd name="T5" fmla="*/ 6 h 36"/>
                      <a:gd name="T6" fmla="*/ 31 w 32"/>
                      <a:gd name="T7" fmla="*/ 6 h 36"/>
                      <a:gd name="T8" fmla="*/ 31 w 32"/>
                      <a:gd name="T9" fmla="*/ 9 h 36"/>
                      <a:gd name="T10" fmla="*/ 31 w 32"/>
                      <a:gd name="T11" fmla="*/ 10 h 36"/>
                      <a:gd name="T12" fmla="*/ 32 w 32"/>
                      <a:gd name="T13" fmla="*/ 12 h 36"/>
                      <a:gd name="T14" fmla="*/ 32 w 32"/>
                      <a:gd name="T15" fmla="*/ 13 h 36"/>
                      <a:gd name="T16" fmla="*/ 32 w 32"/>
                      <a:gd name="T17" fmla="*/ 15 h 36"/>
                      <a:gd name="T18" fmla="*/ 32 w 32"/>
                      <a:gd name="T19" fmla="*/ 16 h 36"/>
                      <a:gd name="T20" fmla="*/ 32 w 32"/>
                      <a:gd name="T21" fmla="*/ 17 h 36"/>
                      <a:gd name="T22" fmla="*/ 31 w 32"/>
                      <a:gd name="T23" fmla="*/ 19 h 36"/>
                      <a:gd name="T24" fmla="*/ 30 w 32"/>
                      <a:gd name="T25" fmla="*/ 21 h 36"/>
                      <a:gd name="T26" fmla="*/ 29 w 32"/>
                      <a:gd name="T27" fmla="*/ 24 h 36"/>
                      <a:gd name="T28" fmla="*/ 28 w 32"/>
                      <a:gd name="T29" fmla="*/ 26 h 36"/>
                      <a:gd name="T30" fmla="*/ 26 w 32"/>
                      <a:gd name="T31" fmla="*/ 28 h 36"/>
                      <a:gd name="T32" fmla="*/ 24 w 32"/>
                      <a:gd name="T33" fmla="*/ 31 h 36"/>
                      <a:gd name="T34" fmla="*/ 22 w 32"/>
                      <a:gd name="T35" fmla="*/ 32 h 36"/>
                      <a:gd name="T36" fmla="*/ 20 w 32"/>
                      <a:gd name="T37" fmla="*/ 34 h 36"/>
                      <a:gd name="T38" fmla="*/ 18 w 32"/>
                      <a:gd name="T39" fmla="*/ 35 h 36"/>
                      <a:gd name="T40" fmla="*/ 16 w 32"/>
                      <a:gd name="T41" fmla="*/ 35 h 36"/>
                      <a:gd name="T42" fmla="*/ 15 w 32"/>
                      <a:gd name="T43" fmla="*/ 36 h 36"/>
                      <a:gd name="T44" fmla="*/ 14 w 32"/>
                      <a:gd name="T45" fmla="*/ 36 h 36"/>
                      <a:gd name="T46" fmla="*/ 13 w 32"/>
                      <a:gd name="T47" fmla="*/ 36 h 36"/>
                      <a:gd name="T48" fmla="*/ 12 w 32"/>
                      <a:gd name="T49" fmla="*/ 36 h 36"/>
                      <a:gd name="T50" fmla="*/ 11 w 32"/>
                      <a:gd name="T51" fmla="*/ 36 h 36"/>
                      <a:gd name="T52" fmla="*/ 9 w 32"/>
                      <a:gd name="T53" fmla="*/ 35 h 36"/>
                      <a:gd name="T54" fmla="*/ 8 w 32"/>
                      <a:gd name="T55" fmla="*/ 35 h 36"/>
                      <a:gd name="T56" fmla="*/ 6 w 32"/>
                      <a:gd name="T57" fmla="*/ 34 h 36"/>
                      <a:gd name="T58" fmla="*/ 6 w 32"/>
                      <a:gd name="T59" fmla="*/ 34 h 36"/>
                      <a:gd name="T60" fmla="*/ 4 w 32"/>
                      <a:gd name="T61" fmla="*/ 33 h 36"/>
                      <a:gd name="T62" fmla="*/ 3 w 32"/>
                      <a:gd name="T63" fmla="*/ 32 h 36"/>
                      <a:gd name="T64" fmla="*/ 2 w 32"/>
                      <a:gd name="T65" fmla="*/ 31 h 36"/>
                      <a:gd name="T66" fmla="*/ 2 w 32"/>
                      <a:gd name="T67" fmla="*/ 30 h 36"/>
                      <a:gd name="T68" fmla="*/ 1 w 32"/>
                      <a:gd name="T69" fmla="*/ 28 h 36"/>
                      <a:gd name="T70" fmla="*/ 1 w 32"/>
                      <a:gd name="T71" fmla="*/ 28 h 36"/>
                      <a:gd name="T72" fmla="*/ 0 w 32"/>
                      <a:gd name="T73" fmla="*/ 26 h 36"/>
                      <a:gd name="T74" fmla="*/ 0 w 32"/>
                      <a:gd name="T75" fmla="*/ 24 h 36"/>
                      <a:gd name="T76" fmla="*/ 0 w 32"/>
                      <a:gd name="T77" fmla="*/ 23 h 36"/>
                      <a:gd name="T78" fmla="*/ 0 w 32"/>
                      <a:gd name="T79" fmla="*/ 21 h 36"/>
                      <a:gd name="T80" fmla="*/ 1 w 32"/>
                      <a:gd name="T81" fmla="*/ 18 h 36"/>
                      <a:gd name="T82" fmla="*/ 1 w 32"/>
                      <a:gd name="T83" fmla="*/ 16 h 36"/>
                      <a:gd name="T84" fmla="*/ 2 w 32"/>
                      <a:gd name="T85" fmla="*/ 14 h 36"/>
                      <a:gd name="T86" fmla="*/ 4 w 32"/>
                      <a:gd name="T87" fmla="*/ 12 h 36"/>
                      <a:gd name="T88" fmla="*/ 6 w 32"/>
                      <a:gd name="T89" fmla="*/ 10 h 36"/>
                      <a:gd name="T90" fmla="*/ 6 w 32"/>
                      <a:gd name="T91" fmla="*/ 6 h 36"/>
                      <a:gd name="T92" fmla="*/ 9 w 32"/>
                      <a:gd name="T93" fmla="*/ 4 h 36"/>
                      <a:gd name="T94" fmla="*/ 12 w 32"/>
                      <a:gd name="T95" fmla="*/ 2 h 36"/>
                      <a:gd name="T96" fmla="*/ 13 w 32"/>
                      <a:gd name="T97" fmla="*/ 1 h 36"/>
                      <a:gd name="T98" fmla="*/ 16 w 32"/>
                      <a:gd name="T99" fmla="*/ 0 h 36"/>
                      <a:gd name="T100" fmla="*/ 17 w 32"/>
                      <a:gd name="T101" fmla="*/ 0 h 36"/>
                      <a:gd name="T102" fmla="*/ 18 w 32"/>
                      <a:gd name="T103" fmla="*/ 0 h 36"/>
                      <a:gd name="T104" fmla="*/ 19 w 32"/>
                      <a:gd name="T105" fmla="*/ 0 h 36"/>
                      <a:gd name="T106" fmla="*/ 20 w 32"/>
                      <a:gd name="T107" fmla="*/ 0 h 36"/>
                      <a:gd name="T108" fmla="*/ 22 w 32"/>
                      <a:gd name="T109" fmla="*/ 0 h 36"/>
                      <a:gd name="T110" fmla="*/ 22 w 32"/>
                      <a:gd name="T111" fmla="*/ 1 h 36"/>
                      <a:gd name="T112" fmla="*/ 24 w 32"/>
                      <a:gd name="T113" fmla="*/ 1 h 36"/>
                      <a:gd name="T114" fmla="*/ 26 w 32"/>
                      <a:gd name="T115" fmla="*/ 1 h 36"/>
                      <a:gd name="T116" fmla="*/ 27 w 32"/>
                      <a:gd name="T117" fmla="*/ 2 h 36"/>
                      <a:gd name="T118" fmla="*/ 28 w 32"/>
                      <a:gd name="T119" fmla="*/ 3 h 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32"/>
                      <a:gd name="T181" fmla="*/ 0 h 36"/>
                      <a:gd name="T182" fmla="*/ 32 w 32"/>
                      <a:gd name="T183" fmla="*/ 36 h 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32" h="36">
                        <a:moveTo>
                          <a:pt x="28" y="3"/>
                        </a:moveTo>
                        <a:lnTo>
                          <a:pt x="29" y="3"/>
                        </a:lnTo>
                        <a:lnTo>
                          <a:pt x="30" y="6"/>
                        </a:lnTo>
                        <a:lnTo>
                          <a:pt x="31" y="6"/>
                        </a:lnTo>
                        <a:lnTo>
                          <a:pt x="31" y="9"/>
                        </a:lnTo>
                        <a:lnTo>
                          <a:pt x="31" y="10"/>
                        </a:lnTo>
                        <a:lnTo>
                          <a:pt x="32" y="12"/>
                        </a:lnTo>
                        <a:lnTo>
                          <a:pt x="32" y="13"/>
                        </a:lnTo>
                        <a:lnTo>
                          <a:pt x="32" y="15"/>
                        </a:lnTo>
                        <a:lnTo>
                          <a:pt x="32" y="16"/>
                        </a:lnTo>
                        <a:lnTo>
                          <a:pt x="32" y="17"/>
                        </a:lnTo>
                        <a:lnTo>
                          <a:pt x="31" y="19"/>
                        </a:lnTo>
                        <a:lnTo>
                          <a:pt x="30" y="21"/>
                        </a:lnTo>
                        <a:lnTo>
                          <a:pt x="29" y="24"/>
                        </a:lnTo>
                        <a:lnTo>
                          <a:pt x="28" y="26"/>
                        </a:lnTo>
                        <a:lnTo>
                          <a:pt x="26" y="28"/>
                        </a:lnTo>
                        <a:lnTo>
                          <a:pt x="24" y="31"/>
                        </a:lnTo>
                        <a:lnTo>
                          <a:pt x="22" y="32"/>
                        </a:lnTo>
                        <a:lnTo>
                          <a:pt x="20" y="34"/>
                        </a:lnTo>
                        <a:lnTo>
                          <a:pt x="18" y="35"/>
                        </a:lnTo>
                        <a:lnTo>
                          <a:pt x="16" y="35"/>
                        </a:lnTo>
                        <a:lnTo>
                          <a:pt x="15" y="36"/>
                        </a:lnTo>
                        <a:lnTo>
                          <a:pt x="14" y="36"/>
                        </a:lnTo>
                        <a:lnTo>
                          <a:pt x="13" y="36"/>
                        </a:lnTo>
                        <a:lnTo>
                          <a:pt x="12" y="36"/>
                        </a:lnTo>
                        <a:lnTo>
                          <a:pt x="11" y="36"/>
                        </a:lnTo>
                        <a:lnTo>
                          <a:pt x="9" y="35"/>
                        </a:lnTo>
                        <a:lnTo>
                          <a:pt x="8" y="35"/>
                        </a:lnTo>
                        <a:lnTo>
                          <a:pt x="6" y="34"/>
                        </a:lnTo>
                        <a:lnTo>
                          <a:pt x="4" y="33"/>
                        </a:lnTo>
                        <a:lnTo>
                          <a:pt x="3" y="32"/>
                        </a:lnTo>
                        <a:lnTo>
                          <a:pt x="2" y="31"/>
                        </a:lnTo>
                        <a:lnTo>
                          <a:pt x="2" y="30"/>
                        </a:lnTo>
                        <a:lnTo>
                          <a:pt x="1" y="28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1" y="18"/>
                        </a:lnTo>
                        <a:lnTo>
                          <a:pt x="1" y="16"/>
                        </a:lnTo>
                        <a:lnTo>
                          <a:pt x="2" y="14"/>
                        </a:lnTo>
                        <a:lnTo>
                          <a:pt x="4" y="12"/>
                        </a:lnTo>
                        <a:lnTo>
                          <a:pt x="6" y="10"/>
                        </a:lnTo>
                        <a:lnTo>
                          <a:pt x="6" y="6"/>
                        </a:lnTo>
                        <a:lnTo>
                          <a:pt x="9" y="4"/>
                        </a:lnTo>
                        <a:lnTo>
                          <a:pt x="12" y="2"/>
                        </a:lnTo>
                        <a:lnTo>
                          <a:pt x="13" y="1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8" y="0"/>
                        </a:lnTo>
                        <a:lnTo>
                          <a:pt x="19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2" y="1"/>
                        </a:lnTo>
                        <a:lnTo>
                          <a:pt x="24" y="1"/>
                        </a:lnTo>
                        <a:lnTo>
                          <a:pt x="26" y="1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58" name="Group 1044"/>
                  <p:cNvGrpSpPr>
                    <a:grpSpLocks/>
                  </p:cNvGrpSpPr>
                  <p:nvPr/>
                </p:nvGrpSpPr>
                <p:grpSpPr bwMode="auto">
                  <a:xfrm>
                    <a:off x="2547" y="2599"/>
                    <a:ext cx="32" cy="36"/>
                    <a:chOff x="2547" y="2599"/>
                    <a:chExt cx="32" cy="36"/>
                  </a:xfrm>
                </p:grpSpPr>
                <p:sp>
                  <p:nvSpPr>
                    <p:cNvPr id="34987" name="Freeform 1045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88" name="Freeform 1046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4959" name="Freeform 1047"/>
                  <p:cNvSpPr>
                    <a:spLocks/>
                  </p:cNvSpPr>
                  <p:nvPr/>
                </p:nvSpPr>
                <p:spPr bwMode="auto">
                  <a:xfrm>
                    <a:off x="2560" y="2603"/>
                    <a:ext cx="15" cy="14"/>
                  </a:xfrm>
                  <a:custGeom>
                    <a:avLst/>
                    <a:gdLst>
                      <a:gd name="T0" fmla="*/ 15 w 15"/>
                      <a:gd name="T1" fmla="*/ 14 h 14"/>
                      <a:gd name="T2" fmla="*/ 15 w 15"/>
                      <a:gd name="T3" fmla="*/ 14 h 14"/>
                      <a:gd name="T4" fmla="*/ 13 w 15"/>
                      <a:gd name="T5" fmla="*/ 13 h 14"/>
                      <a:gd name="T6" fmla="*/ 11 w 15"/>
                      <a:gd name="T7" fmla="*/ 12 h 14"/>
                      <a:gd name="T8" fmla="*/ 10 w 15"/>
                      <a:gd name="T9" fmla="*/ 11 h 14"/>
                      <a:gd name="T10" fmla="*/ 8 w 15"/>
                      <a:gd name="T11" fmla="*/ 10 h 14"/>
                      <a:gd name="T12" fmla="*/ 6 w 15"/>
                      <a:gd name="T13" fmla="*/ 7 h 14"/>
                      <a:gd name="T14" fmla="*/ 6 w 15"/>
                      <a:gd name="T15" fmla="*/ 6 h 14"/>
                      <a:gd name="T16" fmla="*/ 3 w 15"/>
                      <a:gd name="T17" fmla="*/ 5 h 14"/>
                      <a:gd name="T18" fmla="*/ 2 w 15"/>
                      <a:gd name="T19" fmla="*/ 4 h 14"/>
                      <a:gd name="T20" fmla="*/ 1 w 15"/>
                      <a:gd name="T21" fmla="*/ 1 h 14"/>
                      <a:gd name="T22" fmla="*/ 0 w 15"/>
                      <a:gd name="T23" fmla="*/ 0 h 14"/>
                      <a:gd name="T24" fmla="*/ 1 w 15"/>
                      <a:gd name="T25" fmla="*/ 1 h 14"/>
                      <a:gd name="T26" fmla="*/ 3 w 15"/>
                      <a:gd name="T27" fmla="*/ 2 h 14"/>
                      <a:gd name="T28" fmla="*/ 4 w 15"/>
                      <a:gd name="T29" fmla="*/ 4 h 14"/>
                      <a:gd name="T30" fmla="*/ 6 w 15"/>
                      <a:gd name="T31" fmla="*/ 5 h 14"/>
                      <a:gd name="T32" fmla="*/ 8 w 15"/>
                      <a:gd name="T33" fmla="*/ 7 h 14"/>
                      <a:gd name="T34" fmla="*/ 9 w 15"/>
                      <a:gd name="T35" fmla="*/ 9 h 14"/>
                      <a:gd name="T36" fmla="*/ 10 w 15"/>
                      <a:gd name="T37" fmla="*/ 10 h 14"/>
                      <a:gd name="T38" fmla="*/ 11 w 15"/>
                      <a:gd name="T39" fmla="*/ 11 h 14"/>
                      <a:gd name="T40" fmla="*/ 14 w 15"/>
                      <a:gd name="T41" fmla="*/ 13 h 14"/>
                      <a:gd name="T42" fmla="*/ 15 w 15"/>
                      <a:gd name="T43" fmla="*/ 14 h 14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5"/>
                      <a:gd name="T67" fmla="*/ 0 h 14"/>
                      <a:gd name="T68" fmla="*/ 15 w 15"/>
                      <a:gd name="T69" fmla="*/ 14 h 14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5" h="14">
                        <a:moveTo>
                          <a:pt x="15" y="14"/>
                        </a:moveTo>
                        <a:lnTo>
                          <a:pt x="15" y="14"/>
                        </a:lnTo>
                        <a:lnTo>
                          <a:pt x="13" y="13"/>
                        </a:lnTo>
                        <a:lnTo>
                          <a:pt x="11" y="12"/>
                        </a:lnTo>
                        <a:lnTo>
                          <a:pt x="10" y="11"/>
                        </a:lnTo>
                        <a:lnTo>
                          <a:pt x="8" y="10"/>
                        </a:lnTo>
                        <a:lnTo>
                          <a:pt x="6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2" y="4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8" y="7"/>
                        </a:lnTo>
                        <a:lnTo>
                          <a:pt x="9" y="9"/>
                        </a:lnTo>
                        <a:lnTo>
                          <a:pt x="10" y="10"/>
                        </a:lnTo>
                        <a:lnTo>
                          <a:pt x="11" y="11"/>
                        </a:lnTo>
                        <a:lnTo>
                          <a:pt x="14" y="13"/>
                        </a:ln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60" name="Group 1048"/>
                  <p:cNvGrpSpPr>
                    <a:grpSpLocks/>
                  </p:cNvGrpSpPr>
                  <p:nvPr/>
                </p:nvGrpSpPr>
                <p:grpSpPr bwMode="auto">
                  <a:xfrm>
                    <a:off x="2560" y="2603"/>
                    <a:ext cx="15" cy="14"/>
                    <a:chOff x="2560" y="2603"/>
                    <a:chExt cx="15" cy="14"/>
                  </a:xfrm>
                </p:grpSpPr>
                <p:sp>
                  <p:nvSpPr>
                    <p:cNvPr id="34985" name="Freeform 1049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86" name="Freeform 1050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4961" name="Freeform 1051"/>
                  <p:cNvSpPr>
                    <a:spLocks/>
                  </p:cNvSpPr>
                  <p:nvPr/>
                </p:nvSpPr>
                <p:spPr bwMode="auto">
                  <a:xfrm>
                    <a:off x="2569" y="2619"/>
                    <a:ext cx="30" cy="33"/>
                  </a:xfrm>
                  <a:custGeom>
                    <a:avLst/>
                    <a:gdLst>
                      <a:gd name="T0" fmla="*/ 29 w 30"/>
                      <a:gd name="T1" fmla="*/ 8 h 33"/>
                      <a:gd name="T2" fmla="*/ 30 w 30"/>
                      <a:gd name="T3" fmla="*/ 11 h 33"/>
                      <a:gd name="T4" fmla="*/ 30 w 30"/>
                      <a:gd name="T5" fmla="*/ 13 h 33"/>
                      <a:gd name="T6" fmla="*/ 30 w 30"/>
                      <a:gd name="T7" fmla="*/ 16 h 33"/>
                      <a:gd name="T8" fmla="*/ 29 w 30"/>
                      <a:gd name="T9" fmla="*/ 19 h 33"/>
                      <a:gd name="T10" fmla="*/ 29 w 30"/>
                      <a:gd name="T11" fmla="*/ 21 h 33"/>
                      <a:gd name="T12" fmla="*/ 28 w 30"/>
                      <a:gd name="T13" fmla="*/ 24 h 33"/>
                      <a:gd name="T14" fmla="*/ 27 w 30"/>
                      <a:gd name="T15" fmla="*/ 24 h 33"/>
                      <a:gd name="T16" fmla="*/ 25 w 30"/>
                      <a:gd name="T17" fmla="*/ 27 h 33"/>
                      <a:gd name="T18" fmla="*/ 24 w 30"/>
                      <a:gd name="T19" fmla="*/ 29 h 33"/>
                      <a:gd name="T20" fmla="*/ 23 w 30"/>
                      <a:gd name="T21" fmla="*/ 31 h 33"/>
                      <a:gd name="T22" fmla="*/ 21 w 30"/>
                      <a:gd name="T23" fmla="*/ 31 h 33"/>
                      <a:gd name="T24" fmla="*/ 20 w 30"/>
                      <a:gd name="T25" fmla="*/ 32 h 33"/>
                      <a:gd name="T26" fmla="*/ 18 w 30"/>
                      <a:gd name="T27" fmla="*/ 32 h 33"/>
                      <a:gd name="T28" fmla="*/ 17 w 30"/>
                      <a:gd name="T29" fmla="*/ 33 h 33"/>
                      <a:gd name="T30" fmla="*/ 16 w 30"/>
                      <a:gd name="T31" fmla="*/ 33 h 33"/>
                      <a:gd name="T32" fmla="*/ 14 w 30"/>
                      <a:gd name="T33" fmla="*/ 33 h 33"/>
                      <a:gd name="T34" fmla="*/ 13 w 30"/>
                      <a:gd name="T35" fmla="*/ 33 h 33"/>
                      <a:gd name="T36" fmla="*/ 12 w 30"/>
                      <a:gd name="T37" fmla="*/ 33 h 33"/>
                      <a:gd name="T38" fmla="*/ 11 w 30"/>
                      <a:gd name="T39" fmla="*/ 33 h 33"/>
                      <a:gd name="T40" fmla="*/ 10 w 30"/>
                      <a:gd name="T41" fmla="*/ 33 h 33"/>
                      <a:gd name="T42" fmla="*/ 9 w 30"/>
                      <a:gd name="T43" fmla="*/ 32 h 33"/>
                      <a:gd name="T44" fmla="*/ 7 w 30"/>
                      <a:gd name="T45" fmla="*/ 32 h 33"/>
                      <a:gd name="T46" fmla="*/ 7 w 30"/>
                      <a:gd name="T47" fmla="*/ 31 h 33"/>
                      <a:gd name="T48" fmla="*/ 5 w 30"/>
                      <a:gd name="T49" fmla="*/ 30 h 33"/>
                      <a:gd name="T50" fmla="*/ 4 w 30"/>
                      <a:gd name="T51" fmla="*/ 29 h 33"/>
                      <a:gd name="T52" fmla="*/ 2 w 30"/>
                      <a:gd name="T53" fmla="*/ 29 h 33"/>
                      <a:gd name="T54" fmla="*/ 2 w 30"/>
                      <a:gd name="T55" fmla="*/ 28 h 33"/>
                      <a:gd name="T56" fmla="*/ 1 w 30"/>
                      <a:gd name="T57" fmla="*/ 27 h 33"/>
                      <a:gd name="T58" fmla="*/ 1 w 30"/>
                      <a:gd name="T59" fmla="*/ 26 h 33"/>
                      <a:gd name="T60" fmla="*/ 0 w 30"/>
                      <a:gd name="T61" fmla="*/ 24 h 33"/>
                      <a:gd name="T62" fmla="*/ 0 w 30"/>
                      <a:gd name="T63" fmla="*/ 20 h 33"/>
                      <a:gd name="T64" fmla="*/ 0 w 30"/>
                      <a:gd name="T65" fmla="*/ 17 h 33"/>
                      <a:gd name="T66" fmla="*/ 1 w 30"/>
                      <a:gd name="T67" fmla="*/ 16 h 33"/>
                      <a:gd name="T68" fmla="*/ 1 w 30"/>
                      <a:gd name="T69" fmla="*/ 14 h 33"/>
                      <a:gd name="T70" fmla="*/ 2 w 30"/>
                      <a:gd name="T71" fmla="*/ 12 h 33"/>
                      <a:gd name="T72" fmla="*/ 4 w 30"/>
                      <a:gd name="T73" fmla="*/ 10 h 33"/>
                      <a:gd name="T74" fmla="*/ 7 w 30"/>
                      <a:gd name="T75" fmla="*/ 8 h 33"/>
                      <a:gd name="T76" fmla="*/ 7 w 30"/>
                      <a:gd name="T77" fmla="*/ 6 h 33"/>
                      <a:gd name="T78" fmla="*/ 9 w 30"/>
                      <a:gd name="T79" fmla="*/ 4 h 33"/>
                      <a:gd name="T80" fmla="*/ 11 w 30"/>
                      <a:gd name="T81" fmla="*/ 3 h 33"/>
                      <a:gd name="T82" fmla="*/ 13 w 30"/>
                      <a:gd name="T83" fmla="*/ 1 h 33"/>
                      <a:gd name="T84" fmla="*/ 15 w 30"/>
                      <a:gd name="T85" fmla="*/ 0 h 33"/>
                      <a:gd name="T86" fmla="*/ 17 w 30"/>
                      <a:gd name="T87" fmla="*/ 0 h 33"/>
                      <a:gd name="T88" fmla="*/ 20 w 30"/>
                      <a:gd name="T89" fmla="*/ 0 h 33"/>
                      <a:gd name="T90" fmla="*/ 23 w 30"/>
                      <a:gd name="T91" fmla="*/ 1 h 33"/>
                      <a:gd name="T92" fmla="*/ 25 w 30"/>
                      <a:gd name="T93" fmla="*/ 3 h 33"/>
                      <a:gd name="T94" fmla="*/ 27 w 30"/>
                      <a:gd name="T95" fmla="*/ 4 h 33"/>
                      <a:gd name="T96" fmla="*/ 28 w 30"/>
                      <a:gd name="T97" fmla="*/ 6 h 33"/>
                      <a:gd name="T98" fmla="*/ 29 w 30"/>
                      <a:gd name="T99" fmla="*/ 8 h 33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30"/>
                      <a:gd name="T151" fmla="*/ 0 h 33"/>
                      <a:gd name="T152" fmla="*/ 30 w 30"/>
                      <a:gd name="T153" fmla="*/ 33 h 33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30" h="33">
                        <a:moveTo>
                          <a:pt x="29" y="8"/>
                        </a:moveTo>
                        <a:lnTo>
                          <a:pt x="30" y="11"/>
                        </a:lnTo>
                        <a:lnTo>
                          <a:pt x="30" y="13"/>
                        </a:lnTo>
                        <a:lnTo>
                          <a:pt x="30" y="16"/>
                        </a:lnTo>
                        <a:lnTo>
                          <a:pt x="29" y="19"/>
                        </a:lnTo>
                        <a:lnTo>
                          <a:pt x="29" y="21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5" y="27"/>
                        </a:lnTo>
                        <a:lnTo>
                          <a:pt x="24" y="29"/>
                        </a:lnTo>
                        <a:lnTo>
                          <a:pt x="23" y="31"/>
                        </a:lnTo>
                        <a:lnTo>
                          <a:pt x="21" y="31"/>
                        </a:lnTo>
                        <a:lnTo>
                          <a:pt x="20" y="32"/>
                        </a:lnTo>
                        <a:lnTo>
                          <a:pt x="18" y="32"/>
                        </a:lnTo>
                        <a:lnTo>
                          <a:pt x="17" y="33"/>
                        </a:lnTo>
                        <a:lnTo>
                          <a:pt x="16" y="33"/>
                        </a:lnTo>
                        <a:lnTo>
                          <a:pt x="14" y="33"/>
                        </a:lnTo>
                        <a:lnTo>
                          <a:pt x="13" y="33"/>
                        </a:lnTo>
                        <a:lnTo>
                          <a:pt x="12" y="33"/>
                        </a:lnTo>
                        <a:lnTo>
                          <a:pt x="11" y="33"/>
                        </a:lnTo>
                        <a:lnTo>
                          <a:pt x="10" y="33"/>
                        </a:lnTo>
                        <a:lnTo>
                          <a:pt x="9" y="32"/>
                        </a:lnTo>
                        <a:lnTo>
                          <a:pt x="7" y="32"/>
                        </a:lnTo>
                        <a:lnTo>
                          <a:pt x="7" y="31"/>
                        </a:lnTo>
                        <a:lnTo>
                          <a:pt x="5" y="30"/>
                        </a:lnTo>
                        <a:lnTo>
                          <a:pt x="4" y="29"/>
                        </a:lnTo>
                        <a:lnTo>
                          <a:pt x="2" y="29"/>
                        </a:lnTo>
                        <a:lnTo>
                          <a:pt x="2" y="28"/>
                        </a:lnTo>
                        <a:lnTo>
                          <a:pt x="1" y="27"/>
                        </a:lnTo>
                        <a:lnTo>
                          <a:pt x="1" y="26"/>
                        </a:lnTo>
                        <a:lnTo>
                          <a:pt x="0" y="24"/>
                        </a:lnTo>
                        <a:lnTo>
                          <a:pt x="0" y="20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13" y="1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20" y="0"/>
                        </a:lnTo>
                        <a:lnTo>
                          <a:pt x="23" y="1"/>
                        </a:lnTo>
                        <a:lnTo>
                          <a:pt x="25" y="3"/>
                        </a:lnTo>
                        <a:lnTo>
                          <a:pt x="27" y="4"/>
                        </a:lnTo>
                        <a:lnTo>
                          <a:pt x="28" y="6"/>
                        </a:lnTo>
                        <a:lnTo>
                          <a:pt x="29" y="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62" name="Group 1052"/>
                  <p:cNvGrpSpPr>
                    <a:grpSpLocks/>
                  </p:cNvGrpSpPr>
                  <p:nvPr/>
                </p:nvGrpSpPr>
                <p:grpSpPr bwMode="auto">
                  <a:xfrm>
                    <a:off x="2569" y="2619"/>
                    <a:ext cx="30" cy="33"/>
                    <a:chOff x="2569" y="2619"/>
                    <a:chExt cx="30" cy="33"/>
                  </a:xfrm>
                </p:grpSpPr>
                <p:sp>
                  <p:nvSpPr>
                    <p:cNvPr id="34983" name="Freeform 1053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84" name="Freeform 1054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4963" name="Freeform 1055"/>
                  <p:cNvSpPr>
                    <a:spLocks/>
                  </p:cNvSpPr>
                  <p:nvPr/>
                </p:nvSpPr>
                <p:spPr bwMode="auto">
                  <a:xfrm>
                    <a:off x="2582" y="2625"/>
                    <a:ext cx="13" cy="11"/>
                  </a:xfrm>
                  <a:custGeom>
                    <a:avLst/>
                    <a:gdLst>
                      <a:gd name="T0" fmla="*/ 13 w 13"/>
                      <a:gd name="T1" fmla="*/ 11 h 11"/>
                      <a:gd name="T2" fmla="*/ 13 w 13"/>
                      <a:gd name="T3" fmla="*/ 11 h 11"/>
                      <a:gd name="T4" fmla="*/ 0 w 13"/>
                      <a:gd name="T5" fmla="*/ 1 h 11"/>
                      <a:gd name="T6" fmla="*/ 1 w 13"/>
                      <a:gd name="T7" fmla="*/ 0 h 11"/>
                      <a:gd name="T8" fmla="*/ 2 w 13"/>
                      <a:gd name="T9" fmla="*/ 1 h 11"/>
                      <a:gd name="T10" fmla="*/ 3 w 13"/>
                      <a:gd name="T11" fmla="*/ 2 h 11"/>
                      <a:gd name="T12" fmla="*/ 4 w 13"/>
                      <a:gd name="T13" fmla="*/ 3 h 11"/>
                      <a:gd name="T14" fmla="*/ 5 w 13"/>
                      <a:gd name="T15" fmla="*/ 4 h 11"/>
                      <a:gd name="T16" fmla="*/ 7 w 13"/>
                      <a:gd name="T17" fmla="*/ 5 h 11"/>
                      <a:gd name="T18" fmla="*/ 9 w 13"/>
                      <a:gd name="T19" fmla="*/ 6 h 11"/>
                      <a:gd name="T20" fmla="*/ 10 w 13"/>
                      <a:gd name="T21" fmla="*/ 7 h 11"/>
                      <a:gd name="T22" fmla="*/ 11 w 13"/>
                      <a:gd name="T23" fmla="*/ 9 h 11"/>
                      <a:gd name="T24" fmla="*/ 12 w 13"/>
                      <a:gd name="T25" fmla="*/ 10 h 11"/>
                      <a:gd name="T26" fmla="*/ 13 w 13"/>
                      <a:gd name="T27" fmla="*/ 11 h 1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1"/>
                      <a:gd name="T44" fmla="*/ 13 w 13"/>
                      <a:gd name="T45" fmla="*/ 11 h 1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1">
                        <a:moveTo>
                          <a:pt x="13" y="11"/>
                        </a:moveTo>
                        <a:lnTo>
                          <a:pt x="13" y="1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0" y="7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64" name="Group 1056"/>
                  <p:cNvGrpSpPr>
                    <a:grpSpLocks/>
                  </p:cNvGrpSpPr>
                  <p:nvPr/>
                </p:nvGrpSpPr>
                <p:grpSpPr bwMode="auto">
                  <a:xfrm>
                    <a:off x="2582" y="2625"/>
                    <a:ext cx="13" cy="11"/>
                    <a:chOff x="2582" y="2625"/>
                    <a:chExt cx="13" cy="11"/>
                  </a:xfrm>
                </p:grpSpPr>
                <p:sp>
                  <p:nvSpPr>
                    <p:cNvPr id="34981" name="Freeform 1057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82" name="Freeform 1058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4965" name="Freeform 1059"/>
                  <p:cNvSpPr>
                    <a:spLocks/>
                  </p:cNvSpPr>
                  <p:nvPr/>
                </p:nvSpPr>
                <p:spPr bwMode="auto">
                  <a:xfrm>
                    <a:off x="2592" y="2639"/>
                    <a:ext cx="29" cy="31"/>
                  </a:xfrm>
                  <a:custGeom>
                    <a:avLst/>
                    <a:gdLst>
                      <a:gd name="T0" fmla="*/ 25 w 29"/>
                      <a:gd name="T1" fmla="*/ 4 h 31"/>
                      <a:gd name="T2" fmla="*/ 26 w 29"/>
                      <a:gd name="T3" fmla="*/ 5 h 31"/>
                      <a:gd name="T4" fmla="*/ 28 w 29"/>
                      <a:gd name="T5" fmla="*/ 7 h 31"/>
                      <a:gd name="T6" fmla="*/ 28 w 29"/>
                      <a:gd name="T7" fmla="*/ 7 h 31"/>
                      <a:gd name="T8" fmla="*/ 29 w 29"/>
                      <a:gd name="T9" fmla="*/ 9 h 31"/>
                      <a:gd name="T10" fmla="*/ 29 w 29"/>
                      <a:gd name="T11" fmla="*/ 10 h 31"/>
                      <a:gd name="T12" fmla="*/ 29 w 29"/>
                      <a:gd name="T13" fmla="*/ 12 h 31"/>
                      <a:gd name="T14" fmla="*/ 29 w 29"/>
                      <a:gd name="T15" fmla="*/ 13 h 31"/>
                      <a:gd name="T16" fmla="*/ 29 w 29"/>
                      <a:gd name="T17" fmla="*/ 15 h 31"/>
                      <a:gd name="T18" fmla="*/ 29 w 29"/>
                      <a:gd name="T19" fmla="*/ 17 h 31"/>
                      <a:gd name="T20" fmla="*/ 29 w 29"/>
                      <a:gd name="T21" fmla="*/ 18 h 31"/>
                      <a:gd name="T22" fmla="*/ 28 w 29"/>
                      <a:gd name="T23" fmla="*/ 19 h 31"/>
                      <a:gd name="T24" fmla="*/ 26 w 29"/>
                      <a:gd name="T25" fmla="*/ 21 h 31"/>
                      <a:gd name="T26" fmla="*/ 25 w 29"/>
                      <a:gd name="T27" fmla="*/ 23 h 31"/>
                      <a:gd name="T28" fmla="*/ 24 w 29"/>
                      <a:gd name="T29" fmla="*/ 23 h 31"/>
                      <a:gd name="T30" fmla="*/ 23 w 29"/>
                      <a:gd name="T31" fmla="*/ 25 h 31"/>
                      <a:gd name="T32" fmla="*/ 23 w 29"/>
                      <a:gd name="T33" fmla="*/ 27 h 31"/>
                      <a:gd name="T34" fmla="*/ 21 w 29"/>
                      <a:gd name="T35" fmla="*/ 28 h 31"/>
                      <a:gd name="T36" fmla="*/ 19 w 29"/>
                      <a:gd name="T37" fmla="*/ 30 h 31"/>
                      <a:gd name="T38" fmla="*/ 19 w 29"/>
                      <a:gd name="T39" fmla="*/ 30 h 31"/>
                      <a:gd name="T40" fmla="*/ 16 w 29"/>
                      <a:gd name="T41" fmla="*/ 31 h 31"/>
                      <a:gd name="T42" fmla="*/ 15 w 29"/>
                      <a:gd name="T43" fmla="*/ 31 h 31"/>
                      <a:gd name="T44" fmla="*/ 14 w 29"/>
                      <a:gd name="T45" fmla="*/ 31 h 31"/>
                      <a:gd name="T46" fmla="*/ 13 w 29"/>
                      <a:gd name="T47" fmla="*/ 31 h 31"/>
                      <a:gd name="T48" fmla="*/ 11 w 29"/>
                      <a:gd name="T49" fmla="*/ 31 h 31"/>
                      <a:gd name="T50" fmla="*/ 9 w 29"/>
                      <a:gd name="T51" fmla="*/ 30 h 31"/>
                      <a:gd name="T52" fmla="*/ 8 w 29"/>
                      <a:gd name="T53" fmla="*/ 30 h 31"/>
                      <a:gd name="T54" fmla="*/ 7 w 29"/>
                      <a:gd name="T55" fmla="*/ 28 h 31"/>
                      <a:gd name="T56" fmla="*/ 6 w 29"/>
                      <a:gd name="T57" fmla="*/ 28 h 31"/>
                      <a:gd name="T58" fmla="*/ 6 w 29"/>
                      <a:gd name="T59" fmla="*/ 27 h 31"/>
                      <a:gd name="T60" fmla="*/ 3 w 29"/>
                      <a:gd name="T61" fmla="*/ 27 h 31"/>
                      <a:gd name="T62" fmla="*/ 3 w 29"/>
                      <a:gd name="T63" fmla="*/ 26 h 31"/>
                      <a:gd name="T64" fmla="*/ 2 w 29"/>
                      <a:gd name="T65" fmla="*/ 25 h 31"/>
                      <a:gd name="T66" fmla="*/ 2 w 29"/>
                      <a:gd name="T67" fmla="*/ 23 h 31"/>
                      <a:gd name="T68" fmla="*/ 1 w 29"/>
                      <a:gd name="T69" fmla="*/ 23 h 31"/>
                      <a:gd name="T70" fmla="*/ 1 w 29"/>
                      <a:gd name="T71" fmla="*/ 21 h 31"/>
                      <a:gd name="T72" fmla="*/ 0 w 29"/>
                      <a:gd name="T73" fmla="*/ 20 h 31"/>
                      <a:gd name="T74" fmla="*/ 0 w 29"/>
                      <a:gd name="T75" fmla="*/ 19 h 31"/>
                      <a:gd name="T76" fmla="*/ 0 w 29"/>
                      <a:gd name="T77" fmla="*/ 18 h 31"/>
                      <a:gd name="T78" fmla="*/ 0 w 29"/>
                      <a:gd name="T79" fmla="*/ 17 h 31"/>
                      <a:gd name="T80" fmla="*/ 0 w 29"/>
                      <a:gd name="T81" fmla="*/ 16 h 31"/>
                      <a:gd name="T82" fmla="*/ 1 w 29"/>
                      <a:gd name="T83" fmla="*/ 13 h 31"/>
                      <a:gd name="T84" fmla="*/ 1 w 29"/>
                      <a:gd name="T85" fmla="*/ 11 h 31"/>
                      <a:gd name="T86" fmla="*/ 2 w 29"/>
                      <a:gd name="T87" fmla="*/ 9 h 31"/>
                      <a:gd name="T88" fmla="*/ 3 w 29"/>
                      <a:gd name="T89" fmla="*/ 7 h 31"/>
                      <a:gd name="T90" fmla="*/ 4 w 29"/>
                      <a:gd name="T91" fmla="*/ 5 h 31"/>
                      <a:gd name="T92" fmla="*/ 6 w 29"/>
                      <a:gd name="T93" fmla="*/ 4 h 31"/>
                      <a:gd name="T94" fmla="*/ 7 w 29"/>
                      <a:gd name="T95" fmla="*/ 2 h 31"/>
                      <a:gd name="T96" fmla="*/ 9 w 29"/>
                      <a:gd name="T97" fmla="*/ 2 h 31"/>
                      <a:gd name="T98" fmla="*/ 11 w 29"/>
                      <a:gd name="T99" fmla="*/ 1 h 31"/>
                      <a:gd name="T100" fmla="*/ 14 w 29"/>
                      <a:gd name="T101" fmla="*/ 0 h 31"/>
                      <a:gd name="T102" fmla="*/ 15 w 29"/>
                      <a:gd name="T103" fmla="*/ 0 h 31"/>
                      <a:gd name="T104" fmla="*/ 16 w 29"/>
                      <a:gd name="T105" fmla="*/ 0 h 31"/>
                      <a:gd name="T106" fmla="*/ 17 w 29"/>
                      <a:gd name="T107" fmla="*/ 0 h 31"/>
                      <a:gd name="T108" fmla="*/ 19 w 29"/>
                      <a:gd name="T109" fmla="*/ 0 h 31"/>
                      <a:gd name="T110" fmla="*/ 19 w 29"/>
                      <a:gd name="T111" fmla="*/ 1 h 31"/>
                      <a:gd name="T112" fmla="*/ 22 w 29"/>
                      <a:gd name="T113" fmla="*/ 1 h 31"/>
                      <a:gd name="T114" fmla="*/ 23 w 29"/>
                      <a:gd name="T115" fmla="*/ 2 h 31"/>
                      <a:gd name="T116" fmla="*/ 24 w 29"/>
                      <a:gd name="T117" fmla="*/ 2 h 31"/>
                      <a:gd name="T118" fmla="*/ 25 w 29"/>
                      <a:gd name="T119" fmla="*/ 3 h 31"/>
                      <a:gd name="T120" fmla="*/ 25 w 29"/>
                      <a:gd name="T121" fmla="*/ 4 h 31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9"/>
                      <a:gd name="T184" fmla="*/ 0 h 31"/>
                      <a:gd name="T185" fmla="*/ 29 w 29"/>
                      <a:gd name="T186" fmla="*/ 31 h 31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9" h="31">
                        <a:moveTo>
                          <a:pt x="25" y="4"/>
                        </a:moveTo>
                        <a:lnTo>
                          <a:pt x="26" y="5"/>
                        </a:lnTo>
                        <a:lnTo>
                          <a:pt x="28" y="7"/>
                        </a:lnTo>
                        <a:lnTo>
                          <a:pt x="29" y="9"/>
                        </a:lnTo>
                        <a:lnTo>
                          <a:pt x="29" y="10"/>
                        </a:lnTo>
                        <a:lnTo>
                          <a:pt x="29" y="12"/>
                        </a:lnTo>
                        <a:lnTo>
                          <a:pt x="29" y="13"/>
                        </a:lnTo>
                        <a:lnTo>
                          <a:pt x="29" y="15"/>
                        </a:lnTo>
                        <a:lnTo>
                          <a:pt x="29" y="17"/>
                        </a:lnTo>
                        <a:lnTo>
                          <a:pt x="29" y="18"/>
                        </a:lnTo>
                        <a:lnTo>
                          <a:pt x="28" y="19"/>
                        </a:lnTo>
                        <a:lnTo>
                          <a:pt x="26" y="21"/>
                        </a:lnTo>
                        <a:lnTo>
                          <a:pt x="25" y="23"/>
                        </a:lnTo>
                        <a:lnTo>
                          <a:pt x="24" y="23"/>
                        </a:lnTo>
                        <a:lnTo>
                          <a:pt x="23" y="25"/>
                        </a:lnTo>
                        <a:lnTo>
                          <a:pt x="23" y="27"/>
                        </a:lnTo>
                        <a:lnTo>
                          <a:pt x="21" y="28"/>
                        </a:lnTo>
                        <a:lnTo>
                          <a:pt x="19" y="30"/>
                        </a:lnTo>
                        <a:lnTo>
                          <a:pt x="16" y="31"/>
                        </a:lnTo>
                        <a:lnTo>
                          <a:pt x="15" y="31"/>
                        </a:lnTo>
                        <a:lnTo>
                          <a:pt x="14" y="31"/>
                        </a:lnTo>
                        <a:lnTo>
                          <a:pt x="13" y="31"/>
                        </a:lnTo>
                        <a:lnTo>
                          <a:pt x="11" y="31"/>
                        </a:lnTo>
                        <a:lnTo>
                          <a:pt x="9" y="30"/>
                        </a:lnTo>
                        <a:lnTo>
                          <a:pt x="8" y="30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6" y="27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1" y="23"/>
                        </a:lnTo>
                        <a:lnTo>
                          <a:pt x="1" y="21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9"/>
                        </a:lnTo>
                        <a:lnTo>
                          <a:pt x="3" y="7"/>
                        </a:lnTo>
                        <a:lnTo>
                          <a:pt x="4" y="5"/>
                        </a:lnTo>
                        <a:lnTo>
                          <a:pt x="6" y="4"/>
                        </a:lnTo>
                        <a:lnTo>
                          <a:pt x="7" y="2"/>
                        </a:lnTo>
                        <a:lnTo>
                          <a:pt x="9" y="2"/>
                        </a:lnTo>
                        <a:lnTo>
                          <a:pt x="11" y="1"/>
                        </a:lnTo>
                        <a:lnTo>
                          <a:pt x="14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9" y="1"/>
                        </a:lnTo>
                        <a:lnTo>
                          <a:pt x="22" y="1"/>
                        </a:lnTo>
                        <a:lnTo>
                          <a:pt x="23" y="2"/>
                        </a:lnTo>
                        <a:lnTo>
                          <a:pt x="24" y="2"/>
                        </a:lnTo>
                        <a:lnTo>
                          <a:pt x="25" y="3"/>
                        </a:lnTo>
                        <a:lnTo>
                          <a:pt x="25" y="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66" name="Group 1060"/>
                  <p:cNvGrpSpPr>
                    <a:grpSpLocks/>
                  </p:cNvGrpSpPr>
                  <p:nvPr/>
                </p:nvGrpSpPr>
                <p:grpSpPr bwMode="auto">
                  <a:xfrm>
                    <a:off x="2592" y="2639"/>
                    <a:ext cx="29" cy="31"/>
                    <a:chOff x="2592" y="2639"/>
                    <a:chExt cx="29" cy="31"/>
                  </a:xfrm>
                </p:grpSpPr>
                <p:sp>
                  <p:nvSpPr>
                    <p:cNvPr id="34979" name="Freeform 1061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80" name="Freeform 1062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4967" name="Freeform 1063"/>
                  <p:cNvSpPr>
                    <a:spLocks/>
                  </p:cNvSpPr>
                  <p:nvPr/>
                </p:nvSpPr>
                <p:spPr bwMode="auto">
                  <a:xfrm>
                    <a:off x="2603" y="2643"/>
                    <a:ext cx="13" cy="12"/>
                  </a:xfrm>
                  <a:custGeom>
                    <a:avLst/>
                    <a:gdLst>
                      <a:gd name="T0" fmla="*/ 13 w 13"/>
                      <a:gd name="T1" fmla="*/ 11 h 12"/>
                      <a:gd name="T2" fmla="*/ 13 w 13"/>
                      <a:gd name="T3" fmla="*/ 12 h 12"/>
                      <a:gd name="T4" fmla="*/ 0 w 13"/>
                      <a:gd name="T5" fmla="*/ 1 h 12"/>
                      <a:gd name="T6" fmla="*/ 0 w 13"/>
                      <a:gd name="T7" fmla="*/ 0 h 12"/>
                      <a:gd name="T8" fmla="*/ 2 w 13"/>
                      <a:gd name="T9" fmla="*/ 1 h 12"/>
                      <a:gd name="T10" fmla="*/ 4 w 13"/>
                      <a:gd name="T11" fmla="*/ 2 h 12"/>
                      <a:gd name="T12" fmla="*/ 5 w 13"/>
                      <a:gd name="T13" fmla="*/ 3 h 12"/>
                      <a:gd name="T14" fmla="*/ 6 w 13"/>
                      <a:gd name="T15" fmla="*/ 3 h 12"/>
                      <a:gd name="T16" fmla="*/ 8 w 13"/>
                      <a:gd name="T17" fmla="*/ 4 h 12"/>
                      <a:gd name="T18" fmla="*/ 8 w 13"/>
                      <a:gd name="T19" fmla="*/ 6 h 12"/>
                      <a:gd name="T20" fmla="*/ 10 w 13"/>
                      <a:gd name="T21" fmla="*/ 7 h 12"/>
                      <a:gd name="T22" fmla="*/ 11 w 13"/>
                      <a:gd name="T23" fmla="*/ 8 h 12"/>
                      <a:gd name="T24" fmla="*/ 12 w 13"/>
                      <a:gd name="T25" fmla="*/ 9 h 12"/>
                      <a:gd name="T26" fmla="*/ 13 w 13"/>
                      <a:gd name="T27" fmla="*/ 12 h 12"/>
                      <a:gd name="T28" fmla="*/ 13 w 13"/>
                      <a:gd name="T29" fmla="*/ 11 h 1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3"/>
                      <a:gd name="T46" fmla="*/ 0 h 12"/>
                      <a:gd name="T47" fmla="*/ 13 w 13"/>
                      <a:gd name="T48" fmla="*/ 12 h 1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3" h="12">
                        <a:moveTo>
                          <a:pt x="13" y="11"/>
                        </a:moveTo>
                        <a:lnTo>
                          <a:pt x="13" y="1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8" y="6"/>
                        </a:lnTo>
                        <a:lnTo>
                          <a:pt x="10" y="7"/>
                        </a:lnTo>
                        <a:lnTo>
                          <a:pt x="11" y="8"/>
                        </a:lnTo>
                        <a:lnTo>
                          <a:pt x="12" y="9"/>
                        </a:lnTo>
                        <a:lnTo>
                          <a:pt x="13" y="12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68" name="Group 1064"/>
                  <p:cNvGrpSpPr>
                    <a:grpSpLocks/>
                  </p:cNvGrpSpPr>
                  <p:nvPr/>
                </p:nvGrpSpPr>
                <p:grpSpPr bwMode="auto">
                  <a:xfrm>
                    <a:off x="2603" y="2643"/>
                    <a:ext cx="13" cy="12"/>
                    <a:chOff x="2603" y="2643"/>
                    <a:chExt cx="13" cy="12"/>
                  </a:xfrm>
                </p:grpSpPr>
                <p:sp>
                  <p:nvSpPr>
                    <p:cNvPr id="34977" name="Freeform 1065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13 w 13"/>
                        <a:gd name="T29" fmla="*/ 11 h 12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13"/>
                        <a:gd name="T46" fmla="*/ 0 h 12"/>
                        <a:gd name="T47" fmla="*/ 13 w 13"/>
                        <a:gd name="T48" fmla="*/ 12 h 12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78" name="Freeform 1066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2"/>
                        <a:gd name="T44" fmla="*/ 13 w 13"/>
                        <a:gd name="T45" fmla="*/ 12 h 12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4969" name="Freeform 1067"/>
                  <p:cNvSpPr>
                    <a:spLocks/>
                  </p:cNvSpPr>
                  <p:nvPr/>
                </p:nvSpPr>
                <p:spPr bwMode="auto">
                  <a:xfrm>
                    <a:off x="2616" y="2658"/>
                    <a:ext cx="26" cy="29"/>
                  </a:xfrm>
                  <a:custGeom>
                    <a:avLst/>
                    <a:gdLst>
                      <a:gd name="T0" fmla="*/ 22 w 26"/>
                      <a:gd name="T1" fmla="*/ 2 h 29"/>
                      <a:gd name="T2" fmla="*/ 22 w 26"/>
                      <a:gd name="T3" fmla="*/ 3 h 29"/>
                      <a:gd name="T4" fmla="*/ 23 w 26"/>
                      <a:gd name="T5" fmla="*/ 4 h 29"/>
                      <a:gd name="T6" fmla="*/ 24 w 26"/>
                      <a:gd name="T7" fmla="*/ 5 h 29"/>
                      <a:gd name="T8" fmla="*/ 24 w 26"/>
                      <a:gd name="T9" fmla="*/ 7 h 29"/>
                      <a:gd name="T10" fmla="*/ 25 w 26"/>
                      <a:gd name="T11" fmla="*/ 7 h 29"/>
                      <a:gd name="T12" fmla="*/ 25 w 26"/>
                      <a:gd name="T13" fmla="*/ 9 h 29"/>
                      <a:gd name="T14" fmla="*/ 26 w 26"/>
                      <a:gd name="T15" fmla="*/ 9 h 29"/>
                      <a:gd name="T16" fmla="*/ 26 w 26"/>
                      <a:gd name="T17" fmla="*/ 12 h 29"/>
                      <a:gd name="T18" fmla="*/ 26 w 26"/>
                      <a:gd name="T19" fmla="*/ 13 h 29"/>
                      <a:gd name="T20" fmla="*/ 26 w 26"/>
                      <a:gd name="T21" fmla="*/ 15 h 29"/>
                      <a:gd name="T22" fmla="*/ 26 w 26"/>
                      <a:gd name="T23" fmla="*/ 16 h 29"/>
                      <a:gd name="T24" fmla="*/ 26 w 26"/>
                      <a:gd name="T25" fmla="*/ 18 h 29"/>
                      <a:gd name="T26" fmla="*/ 25 w 26"/>
                      <a:gd name="T27" fmla="*/ 19 h 29"/>
                      <a:gd name="T28" fmla="*/ 24 w 26"/>
                      <a:gd name="T29" fmla="*/ 21 h 29"/>
                      <a:gd name="T30" fmla="*/ 24 w 26"/>
                      <a:gd name="T31" fmla="*/ 22 h 29"/>
                      <a:gd name="T32" fmla="*/ 23 w 26"/>
                      <a:gd name="T33" fmla="*/ 23 h 29"/>
                      <a:gd name="T34" fmla="*/ 22 w 26"/>
                      <a:gd name="T35" fmla="*/ 25 h 29"/>
                      <a:gd name="T36" fmla="*/ 21 w 26"/>
                      <a:gd name="T37" fmla="*/ 27 h 29"/>
                      <a:gd name="T38" fmla="*/ 18 w 26"/>
                      <a:gd name="T39" fmla="*/ 28 h 29"/>
                      <a:gd name="T40" fmla="*/ 17 w 26"/>
                      <a:gd name="T41" fmla="*/ 29 h 29"/>
                      <a:gd name="T42" fmla="*/ 16 w 26"/>
                      <a:gd name="T43" fmla="*/ 29 h 29"/>
                      <a:gd name="T44" fmla="*/ 14 w 26"/>
                      <a:gd name="T45" fmla="*/ 29 h 29"/>
                      <a:gd name="T46" fmla="*/ 14 w 26"/>
                      <a:gd name="T47" fmla="*/ 29 h 29"/>
                      <a:gd name="T48" fmla="*/ 12 w 26"/>
                      <a:gd name="T49" fmla="*/ 29 h 29"/>
                      <a:gd name="T50" fmla="*/ 11 w 26"/>
                      <a:gd name="T51" fmla="*/ 29 h 29"/>
                      <a:gd name="T52" fmla="*/ 10 w 26"/>
                      <a:gd name="T53" fmla="*/ 29 h 29"/>
                      <a:gd name="T54" fmla="*/ 9 w 26"/>
                      <a:gd name="T55" fmla="*/ 29 h 29"/>
                      <a:gd name="T56" fmla="*/ 7 w 26"/>
                      <a:gd name="T57" fmla="*/ 28 h 29"/>
                      <a:gd name="T58" fmla="*/ 6 w 26"/>
                      <a:gd name="T59" fmla="*/ 28 h 29"/>
                      <a:gd name="T60" fmla="*/ 5 w 26"/>
                      <a:gd name="T61" fmla="*/ 27 h 29"/>
                      <a:gd name="T62" fmla="*/ 4 w 26"/>
                      <a:gd name="T63" fmla="*/ 25 h 29"/>
                      <a:gd name="T64" fmla="*/ 2 w 26"/>
                      <a:gd name="T65" fmla="*/ 23 h 29"/>
                      <a:gd name="T66" fmla="*/ 1 w 26"/>
                      <a:gd name="T67" fmla="*/ 21 h 29"/>
                      <a:gd name="T68" fmla="*/ 1 w 26"/>
                      <a:gd name="T69" fmla="*/ 20 h 29"/>
                      <a:gd name="T70" fmla="*/ 0 w 26"/>
                      <a:gd name="T71" fmla="*/ 18 h 29"/>
                      <a:gd name="T72" fmla="*/ 0 w 26"/>
                      <a:gd name="T73" fmla="*/ 17 h 29"/>
                      <a:gd name="T74" fmla="*/ 0 w 26"/>
                      <a:gd name="T75" fmla="*/ 15 h 29"/>
                      <a:gd name="T76" fmla="*/ 0 w 26"/>
                      <a:gd name="T77" fmla="*/ 14 h 29"/>
                      <a:gd name="T78" fmla="*/ 0 w 26"/>
                      <a:gd name="T79" fmla="*/ 12 h 29"/>
                      <a:gd name="T80" fmla="*/ 0 w 26"/>
                      <a:gd name="T81" fmla="*/ 9 h 29"/>
                      <a:gd name="T82" fmla="*/ 1 w 26"/>
                      <a:gd name="T83" fmla="*/ 7 h 29"/>
                      <a:gd name="T84" fmla="*/ 2 w 26"/>
                      <a:gd name="T85" fmla="*/ 7 h 29"/>
                      <a:gd name="T86" fmla="*/ 2 w 26"/>
                      <a:gd name="T87" fmla="*/ 5 h 29"/>
                      <a:gd name="T88" fmla="*/ 4 w 26"/>
                      <a:gd name="T89" fmla="*/ 4 h 29"/>
                      <a:gd name="T90" fmla="*/ 5 w 26"/>
                      <a:gd name="T91" fmla="*/ 3 h 29"/>
                      <a:gd name="T92" fmla="*/ 6 w 26"/>
                      <a:gd name="T93" fmla="*/ 3 h 29"/>
                      <a:gd name="T94" fmla="*/ 7 w 26"/>
                      <a:gd name="T95" fmla="*/ 2 h 29"/>
                      <a:gd name="T96" fmla="*/ 8 w 26"/>
                      <a:gd name="T97" fmla="*/ 1 h 29"/>
                      <a:gd name="T98" fmla="*/ 9 w 26"/>
                      <a:gd name="T99" fmla="*/ 1 h 29"/>
                      <a:gd name="T100" fmla="*/ 10 w 26"/>
                      <a:gd name="T101" fmla="*/ 0 h 29"/>
                      <a:gd name="T102" fmla="*/ 11 w 26"/>
                      <a:gd name="T103" fmla="*/ 0 h 29"/>
                      <a:gd name="T104" fmla="*/ 12 w 26"/>
                      <a:gd name="T105" fmla="*/ 0 h 29"/>
                      <a:gd name="T106" fmla="*/ 14 w 26"/>
                      <a:gd name="T107" fmla="*/ 0 h 29"/>
                      <a:gd name="T108" fmla="*/ 14 w 26"/>
                      <a:gd name="T109" fmla="*/ 0 h 29"/>
                      <a:gd name="T110" fmla="*/ 16 w 26"/>
                      <a:gd name="T111" fmla="*/ 0 h 29"/>
                      <a:gd name="T112" fmla="*/ 17 w 26"/>
                      <a:gd name="T113" fmla="*/ 1 h 29"/>
                      <a:gd name="T114" fmla="*/ 18 w 26"/>
                      <a:gd name="T115" fmla="*/ 1 h 29"/>
                      <a:gd name="T116" fmla="*/ 20 w 26"/>
                      <a:gd name="T117" fmla="*/ 1 h 29"/>
                      <a:gd name="T118" fmla="*/ 21 w 26"/>
                      <a:gd name="T119" fmla="*/ 2 h 29"/>
                      <a:gd name="T120" fmla="*/ 22 w 26"/>
                      <a:gd name="T121" fmla="*/ 2 h 2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6"/>
                      <a:gd name="T184" fmla="*/ 0 h 29"/>
                      <a:gd name="T185" fmla="*/ 26 w 26"/>
                      <a:gd name="T186" fmla="*/ 29 h 2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6" h="29">
                        <a:moveTo>
                          <a:pt x="22" y="2"/>
                        </a:moveTo>
                        <a:lnTo>
                          <a:pt x="22" y="3"/>
                        </a:lnTo>
                        <a:lnTo>
                          <a:pt x="23" y="4"/>
                        </a:lnTo>
                        <a:lnTo>
                          <a:pt x="24" y="5"/>
                        </a:lnTo>
                        <a:lnTo>
                          <a:pt x="24" y="7"/>
                        </a:lnTo>
                        <a:lnTo>
                          <a:pt x="25" y="7"/>
                        </a:lnTo>
                        <a:lnTo>
                          <a:pt x="25" y="9"/>
                        </a:lnTo>
                        <a:lnTo>
                          <a:pt x="26" y="9"/>
                        </a:lnTo>
                        <a:lnTo>
                          <a:pt x="26" y="12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6"/>
                        </a:lnTo>
                        <a:lnTo>
                          <a:pt x="26" y="18"/>
                        </a:lnTo>
                        <a:lnTo>
                          <a:pt x="25" y="19"/>
                        </a:lnTo>
                        <a:lnTo>
                          <a:pt x="24" y="21"/>
                        </a:lnTo>
                        <a:lnTo>
                          <a:pt x="24" y="22"/>
                        </a:lnTo>
                        <a:lnTo>
                          <a:pt x="23" y="23"/>
                        </a:lnTo>
                        <a:lnTo>
                          <a:pt x="22" y="25"/>
                        </a:lnTo>
                        <a:lnTo>
                          <a:pt x="21" y="27"/>
                        </a:lnTo>
                        <a:lnTo>
                          <a:pt x="18" y="28"/>
                        </a:lnTo>
                        <a:lnTo>
                          <a:pt x="17" y="29"/>
                        </a:lnTo>
                        <a:lnTo>
                          <a:pt x="16" y="29"/>
                        </a:lnTo>
                        <a:lnTo>
                          <a:pt x="14" y="29"/>
                        </a:lnTo>
                        <a:lnTo>
                          <a:pt x="12" y="29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9" y="29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5" y="27"/>
                        </a:lnTo>
                        <a:lnTo>
                          <a:pt x="4" y="25"/>
                        </a:lnTo>
                        <a:lnTo>
                          <a:pt x="2" y="23"/>
                        </a:lnTo>
                        <a:lnTo>
                          <a:pt x="1" y="21"/>
                        </a:lnTo>
                        <a:lnTo>
                          <a:pt x="1" y="20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9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5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2"/>
                        </a:lnTo>
                        <a:lnTo>
                          <a:pt x="8" y="1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20" y="1"/>
                        </a:lnTo>
                        <a:lnTo>
                          <a:pt x="21" y="2"/>
                        </a:lnTo>
                        <a:lnTo>
                          <a:pt x="22" y="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70" name="Group 1068"/>
                  <p:cNvGrpSpPr>
                    <a:grpSpLocks/>
                  </p:cNvGrpSpPr>
                  <p:nvPr/>
                </p:nvGrpSpPr>
                <p:grpSpPr bwMode="auto">
                  <a:xfrm>
                    <a:off x="2616" y="2658"/>
                    <a:ext cx="26" cy="29"/>
                    <a:chOff x="2616" y="2658"/>
                    <a:chExt cx="26" cy="29"/>
                  </a:xfrm>
                </p:grpSpPr>
                <p:sp>
                  <p:nvSpPr>
                    <p:cNvPr id="34975" name="Freeform 1069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76" name="Freeform 1070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4971" name="Freeform 1071"/>
                  <p:cNvSpPr>
                    <a:spLocks/>
                  </p:cNvSpPr>
                  <p:nvPr/>
                </p:nvSpPr>
                <p:spPr bwMode="auto">
                  <a:xfrm>
                    <a:off x="2625" y="2662"/>
                    <a:ext cx="14" cy="12"/>
                  </a:xfrm>
                  <a:custGeom>
                    <a:avLst/>
                    <a:gdLst>
                      <a:gd name="T0" fmla="*/ 14 w 14"/>
                      <a:gd name="T1" fmla="*/ 12 h 12"/>
                      <a:gd name="T2" fmla="*/ 13 w 14"/>
                      <a:gd name="T3" fmla="*/ 12 h 12"/>
                      <a:gd name="T4" fmla="*/ 12 w 14"/>
                      <a:gd name="T5" fmla="*/ 11 h 12"/>
                      <a:gd name="T6" fmla="*/ 9 w 14"/>
                      <a:gd name="T7" fmla="*/ 10 h 12"/>
                      <a:gd name="T8" fmla="*/ 8 w 14"/>
                      <a:gd name="T9" fmla="*/ 9 h 12"/>
                      <a:gd name="T10" fmla="*/ 6 w 14"/>
                      <a:gd name="T11" fmla="*/ 8 h 12"/>
                      <a:gd name="T12" fmla="*/ 5 w 14"/>
                      <a:gd name="T13" fmla="*/ 5 h 12"/>
                      <a:gd name="T14" fmla="*/ 4 w 14"/>
                      <a:gd name="T15" fmla="*/ 4 h 12"/>
                      <a:gd name="T16" fmla="*/ 2 w 14"/>
                      <a:gd name="T17" fmla="*/ 3 h 12"/>
                      <a:gd name="T18" fmla="*/ 1 w 14"/>
                      <a:gd name="T19" fmla="*/ 2 h 12"/>
                      <a:gd name="T20" fmla="*/ 0 w 14"/>
                      <a:gd name="T21" fmla="*/ 1 h 12"/>
                      <a:gd name="T22" fmla="*/ 0 w 14"/>
                      <a:gd name="T23" fmla="*/ 0 h 12"/>
                      <a:gd name="T24" fmla="*/ 2 w 14"/>
                      <a:gd name="T25" fmla="*/ 1 h 12"/>
                      <a:gd name="T26" fmla="*/ 3 w 14"/>
                      <a:gd name="T27" fmla="*/ 2 h 12"/>
                      <a:gd name="T28" fmla="*/ 4 w 14"/>
                      <a:gd name="T29" fmla="*/ 3 h 12"/>
                      <a:gd name="T30" fmla="*/ 5 w 14"/>
                      <a:gd name="T31" fmla="*/ 4 h 12"/>
                      <a:gd name="T32" fmla="*/ 8 w 14"/>
                      <a:gd name="T33" fmla="*/ 5 h 12"/>
                      <a:gd name="T34" fmla="*/ 9 w 14"/>
                      <a:gd name="T35" fmla="*/ 8 h 12"/>
                      <a:gd name="T36" fmla="*/ 11 w 14"/>
                      <a:gd name="T37" fmla="*/ 9 h 12"/>
                      <a:gd name="T38" fmla="*/ 12 w 14"/>
                      <a:gd name="T39" fmla="*/ 10 h 12"/>
                      <a:gd name="T40" fmla="*/ 13 w 14"/>
                      <a:gd name="T41" fmla="*/ 11 h 12"/>
                      <a:gd name="T42" fmla="*/ 14 w 14"/>
                      <a:gd name="T43" fmla="*/ 12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4"/>
                      <a:gd name="T67" fmla="*/ 0 h 12"/>
                      <a:gd name="T68" fmla="*/ 14 w 14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4" h="12">
                        <a:moveTo>
                          <a:pt x="14" y="12"/>
                        </a:moveTo>
                        <a:lnTo>
                          <a:pt x="13" y="12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5"/>
                        </a:lnTo>
                        <a:lnTo>
                          <a:pt x="4" y="4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8" y="5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4972" name="Group 1072"/>
                  <p:cNvGrpSpPr>
                    <a:grpSpLocks/>
                  </p:cNvGrpSpPr>
                  <p:nvPr/>
                </p:nvGrpSpPr>
                <p:grpSpPr bwMode="auto">
                  <a:xfrm>
                    <a:off x="2625" y="2662"/>
                    <a:ext cx="14" cy="12"/>
                    <a:chOff x="2625" y="2662"/>
                    <a:chExt cx="14" cy="12"/>
                  </a:xfrm>
                </p:grpSpPr>
                <p:sp>
                  <p:nvSpPr>
                    <p:cNvPr id="34973" name="Freeform 1073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974" name="Freeform 1074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34896" name="Rectangle 1075"/>
            <p:cNvSpPr>
              <a:spLocks noChangeArrowheads="1"/>
            </p:cNvSpPr>
            <p:nvPr/>
          </p:nvSpPr>
          <p:spPr bwMode="auto">
            <a:xfrm>
              <a:off x="2199" y="3488"/>
              <a:ext cx="1720" cy="643"/>
            </a:xfrm>
            <a:prstGeom prst="rect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4897" name="Group 1076"/>
            <p:cNvGrpSpPr>
              <a:grpSpLocks/>
            </p:cNvGrpSpPr>
            <p:nvPr/>
          </p:nvGrpSpPr>
          <p:grpSpPr bwMode="auto">
            <a:xfrm>
              <a:off x="2329" y="3692"/>
              <a:ext cx="301" cy="274"/>
              <a:chOff x="1983" y="3136"/>
              <a:chExt cx="306" cy="300"/>
            </a:xfrm>
          </p:grpSpPr>
          <p:sp>
            <p:nvSpPr>
              <p:cNvPr id="34923" name="Freeform 1077"/>
              <p:cNvSpPr>
                <a:spLocks/>
              </p:cNvSpPr>
              <p:nvPr/>
            </p:nvSpPr>
            <p:spPr bwMode="auto">
              <a:xfrm>
                <a:off x="1983" y="3136"/>
                <a:ext cx="300" cy="300"/>
              </a:xfrm>
              <a:custGeom>
                <a:avLst/>
                <a:gdLst>
                  <a:gd name="T0" fmla="*/ 171 w 300"/>
                  <a:gd name="T1" fmla="*/ 298 h 300"/>
                  <a:gd name="T2" fmla="*/ 199 w 300"/>
                  <a:gd name="T3" fmla="*/ 292 h 300"/>
                  <a:gd name="T4" fmla="*/ 225 w 300"/>
                  <a:gd name="T5" fmla="*/ 280 h 300"/>
                  <a:gd name="T6" fmla="*/ 249 w 300"/>
                  <a:gd name="T7" fmla="*/ 264 h 300"/>
                  <a:gd name="T8" fmla="*/ 268 w 300"/>
                  <a:gd name="T9" fmla="*/ 243 h 300"/>
                  <a:gd name="T10" fmla="*/ 283 w 300"/>
                  <a:gd name="T11" fmla="*/ 219 h 300"/>
                  <a:gd name="T12" fmla="*/ 293 w 300"/>
                  <a:gd name="T13" fmla="*/ 192 h 300"/>
                  <a:gd name="T14" fmla="*/ 299 w 300"/>
                  <a:gd name="T15" fmla="*/ 163 h 300"/>
                  <a:gd name="T16" fmla="*/ 299 w 300"/>
                  <a:gd name="T17" fmla="*/ 133 h 300"/>
                  <a:gd name="T18" fmla="*/ 293 w 300"/>
                  <a:gd name="T19" fmla="*/ 104 h 300"/>
                  <a:gd name="T20" fmla="*/ 282 w 300"/>
                  <a:gd name="T21" fmla="*/ 77 h 300"/>
                  <a:gd name="T22" fmla="*/ 266 w 300"/>
                  <a:gd name="T23" fmla="*/ 54 h 300"/>
                  <a:gd name="T24" fmla="*/ 245 w 300"/>
                  <a:gd name="T25" fmla="*/ 35 h 300"/>
                  <a:gd name="T26" fmla="*/ 222 w 300"/>
                  <a:gd name="T27" fmla="*/ 19 h 300"/>
                  <a:gd name="T28" fmla="*/ 195 w 300"/>
                  <a:gd name="T29" fmla="*/ 7 h 300"/>
                  <a:gd name="T30" fmla="*/ 166 w 300"/>
                  <a:gd name="T31" fmla="*/ 1 h 300"/>
                  <a:gd name="T32" fmla="*/ 136 w 300"/>
                  <a:gd name="T33" fmla="*/ 1 h 300"/>
                  <a:gd name="T34" fmla="*/ 108 w 300"/>
                  <a:gd name="T35" fmla="*/ 6 h 300"/>
                  <a:gd name="T36" fmla="*/ 81 w 300"/>
                  <a:gd name="T37" fmla="*/ 16 h 300"/>
                  <a:gd name="T38" fmla="*/ 56 w 300"/>
                  <a:gd name="T39" fmla="*/ 30 h 300"/>
                  <a:gd name="T40" fmla="*/ 36 w 300"/>
                  <a:gd name="T41" fmla="*/ 50 h 300"/>
                  <a:gd name="T42" fmla="*/ 19 w 300"/>
                  <a:gd name="T43" fmla="*/ 73 h 300"/>
                  <a:gd name="T44" fmla="*/ 7 w 300"/>
                  <a:gd name="T45" fmla="*/ 101 h 300"/>
                  <a:gd name="T46" fmla="*/ 1 w 300"/>
                  <a:gd name="T47" fmla="*/ 131 h 300"/>
                  <a:gd name="T48" fmla="*/ 1 w 300"/>
                  <a:gd name="T49" fmla="*/ 164 h 300"/>
                  <a:gd name="T50" fmla="*/ 7 w 300"/>
                  <a:gd name="T51" fmla="*/ 195 h 300"/>
                  <a:gd name="T52" fmla="*/ 19 w 300"/>
                  <a:gd name="T53" fmla="*/ 223 h 300"/>
                  <a:gd name="T54" fmla="*/ 36 w 300"/>
                  <a:gd name="T55" fmla="*/ 246 h 300"/>
                  <a:gd name="T56" fmla="*/ 58 w 300"/>
                  <a:gd name="T57" fmla="*/ 266 h 300"/>
                  <a:gd name="T58" fmla="*/ 83 w 300"/>
                  <a:gd name="T59" fmla="*/ 282 h 300"/>
                  <a:gd name="T60" fmla="*/ 111 w 300"/>
                  <a:gd name="T61" fmla="*/ 293 h 300"/>
                  <a:gd name="T62" fmla="*/ 141 w 300"/>
                  <a:gd name="T63" fmla="*/ 298 h 3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0"/>
                  <a:gd name="T97" fmla="*/ 0 h 300"/>
                  <a:gd name="T98" fmla="*/ 300 w 300"/>
                  <a:gd name="T99" fmla="*/ 300 h 3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0" h="300">
                    <a:moveTo>
                      <a:pt x="156" y="300"/>
                    </a:moveTo>
                    <a:lnTo>
                      <a:pt x="171" y="298"/>
                    </a:lnTo>
                    <a:lnTo>
                      <a:pt x="186" y="296"/>
                    </a:lnTo>
                    <a:lnTo>
                      <a:pt x="199" y="292"/>
                    </a:lnTo>
                    <a:lnTo>
                      <a:pt x="213" y="288"/>
                    </a:lnTo>
                    <a:lnTo>
                      <a:pt x="225" y="280"/>
                    </a:lnTo>
                    <a:lnTo>
                      <a:pt x="237" y="273"/>
                    </a:lnTo>
                    <a:lnTo>
                      <a:pt x="249" y="264"/>
                    </a:lnTo>
                    <a:lnTo>
                      <a:pt x="258" y="254"/>
                    </a:lnTo>
                    <a:lnTo>
                      <a:pt x="268" y="243"/>
                    </a:lnTo>
                    <a:lnTo>
                      <a:pt x="276" y="231"/>
                    </a:lnTo>
                    <a:lnTo>
                      <a:pt x="283" y="219"/>
                    </a:lnTo>
                    <a:lnTo>
                      <a:pt x="289" y="206"/>
                    </a:lnTo>
                    <a:lnTo>
                      <a:pt x="293" y="192"/>
                    </a:lnTo>
                    <a:lnTo>
                      <a:pt x="297" y="178"/>
                    </a:lnTo>
                    <a:lnTo>
                      <a:pt x="299" y="163"/>
                    </a:lnTo>
                    <a:lnTo>
                      <a:pt x="300" y="148"/>
                    </a:lnTo>
                    <a:lnTo>
                      <a:pt x="299" y="133"/>
                    </a:lnTo>
                    <a:lnTo>
                      <a:pt x="297" y="118"/>
                    </a:lnTo>
                    <a:lnTo>
                      <a:pt x="293" y="104"/>
                    </a:lnTo>
                    <a:lnTo>
                      <a:pt x="288" y="90"/>
                    </a:lnTo>
                    <a:lnTo>
                      <a:pt x="282" y="77"/>
                    </a:lnTo>
                    <a:lnTo>
                      <a:pt x="274" y="66"/>
                    </a:lnTo>
                    <a:lnTo>
                      <a:pt x="266" y="54"/>
                    </a:lnTo>
                    <a:lnTo>
                      <a:pt x="256" y="43"/>
                    </a:lnTo>
                    <a:lnTo>
                      <a:pt x="245" y="35"/>
                    </a:lnTo>
                    <a:lnTo>
                      <a:pt x="235" y="25"/>
                    </a:lnTo>
                    <a:lnTo>
                      <a:pt x="222" y="19"/>
                    </a:lnTo>
                    <a:lnTo>
                      <a:pt x="209" y="12"/>
                    </a:lnTo>
                    <a:lnTo>
                      <a:pt x="195" y="7"/>
                    </a:lnTo>
                    <a:lnTo>
                      <a:pt x="181" y="4"/>
                    </a:lnTo>
                    <a:lnTo>
                      <a:pt x="166" y="1"/>
                    </a:lnTo>
                    <a:lnTo>
                      <a:pt x="151" y="0"/>
                    </a:lnTo>
                    <a:lnTo>
                      <a:pt x="136" y="1"/>
                    </a:lnTo>
                    <a:lnTo>
                      <a:pt x="121" y="3"/>
                    </a:lnTo>
                    <a:lnTo>
                      <a:pt x="108" y="6"/>
                    </a:lnTo>
                    <a:lnTo>
                      <a:pt x="94" y="10"/>
                    </a:lnTo>
                    <a:lnTo>
                      <a:pt x="81" y="16"/>
                    </a:lnTo>
                    <a:lnTo>
                      <a:pt x="68" y="23"/>
                    </a:lnTo>
                    <a:lnTo>
                      <a:pt x="56" y="30"/>
                    </a:lnTo>
                    <a:lnTo>
                      <a:pt x="46" y="40"/>
                    </a:lnTo>
                    <a:lnTo>
                      <a:pt x="36" y="50"/>
                    </a:lnTo>
                    <a:lnTo>
                      <a:pt x="26" y="61"/>
                    </a:lnTo>
                    <a:lnTo>
                      <a:pt x="19" y="73"/>
                    </a:lnTo>
                    <a:lnTo>
                      <a:pt x="12" y="86"/>
                    </a:lnTo>
                    <a:lnTo>
                      <a:pt x="7" y="101"/>
                    </a:lnTo>
                    <a:lnTo>
                      <a:pt x="3" y="116"/>
                    </a:lnTo>
                    <a:lnTo>
                      <a:pt x="1" y="131"/>
                    </a:lnTo>
                    <a:lnTo>
                      <a:pt x="0" y="148"/>
                    </a:lnTo>
                    <a:lnTo>
                      <a:pt x="1" y="164"/>
                    </a:lnTo>
                    <a:lnTo>
                      <a:pt x="3" y="180"/>
                    </a:lnTo>
                    <a:lnTo>
                      <a:pt x="7" y="195"/>
                    </a:lnTo>
                    <a:lnTo>
                      <a:pt x="12" y="209"/>
                    </a:lnTo>
                    <a:lnTo>
                      <a:pt x="19" y="223"/>
                    </a:lnTo>
                    <a:lnTo>
                      <a:pt x="27" y="234"/>
                    </a:lnTo>
                    <a:lnTo>
                      <a:pt x="36" y="246"/>
                    </a:lnTo>
                    <a:lnTo>
                      <a:pt x="47" y="257"/>
                    </a:lnTo>
                    <a:lnTo>
                      <a:pt x="58" y="266"/>
                    </a:lnTo>
                    <a:lnTo>
                      <a:pt x="70" y="275"/>
                    </a:lnTo>
                    <a:lnTo>
                      <a:pt x="83" y="282"/>
                    </a:lnTo>
                    <a:lnTo>
                      <a:pt x="97" y="288"/>
                    </a:lnTo>
                    <a:lnTo>
                      <a:pt x="111" y="293"/>
                    </a:lnTo>
                    <a:lnTo>
                      <a:pt x="126" y="296"/>
                    </a:lnTo>
                    <a:lnTo>
                      <a:pt x="141" y="298"/>
                    </a:lnTo>
                    <a:lnTo>
                      <a:pt x="156" y="30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4" name="Freeform 1078"/>
              <p:cNvSpPr>
                <a:spLocks/>
              </p:cNvSpPr>
              <p:nvPr/>
            </p:nvSpPr>
            <p:spPr bwMode="auto">
              <a:xfrm>
                <a:off x="2140" y="3136"/>
                <a:ext cx="149" cy="300"/>
              </a:xfrm>
              <a:custGeom>
                <a:avLst/>
                <a:gdLst>
                  <a:gd name="T0" fmla="*/ 146 w 149"/>
                  <a:gd name="T1" fmla="*/ 116 h 300"/>
                  <a:gd name="T2" fmla="*/ 147 w 149"/>
                  <a:gd name="T3" fmla="*/ 179 h 300"/>
                  <a:gd name="T4" fmla="*/ 123 w 149"/>
                  <a:gd name="T5" fmla="*/ 235 h 300"/>
                  <a:gd name="T6" fmla="*/ 106 w 149"/>
                  <a:gd name="T7" fmla="*/ 256 h 300"/>
                  <a:gd name="T8" fmla="*/ 85 w 149"/>
                  <a:gd name="T9" fmla="*/ 273 h 300"/>
                  <a:gd name="T10" fmla="*/ 63 w 149"/>
                  <a:gd name="T11" fmla="*/ 286 h 300"/>
                  <a:gd name="T12" fmla="*/ 38 w 149"/>
                  <a:gd name="T13" fmla="*/ 294 h 300"/>
                  <a:gd name="T14" fmla="*/ 13 w 149"/>
                  <a:gd name="T15" fmla="*/ 298 h 300"/>
                  <a:gd name="T16" fmla="*/ 6 w 149"/>
                  <a:gd name="T17" fmla="*/ 292 h 300"/>
                  <a:gd name="T18" fmla="*/ 13 w 149"/>
                  <a:gd name="T19" fmla="*/ 282 h 300"/>
                  <a:gd name="T20" fmla="*/ 23 w 149"/>
                  <a:gd name="T21" fmla="*/ 277 h 300"/>
                  <a:gd name="T22" fmla="*/ 25 w 149"/>
                  <a:gd name="T23" fmla="*/ 265 h 300"/>
                  <a:gd name="T24" fmla="*/ 29 w 149"/>
                  <a:gd name="T25" fmla="*/ 254 h 300"/>
                  <a:gd name="T26" fmla="*/ 37 w 149"/>
                  <a:gd name="T27" fmla="*/ 247 h 300"/>
                  <a:gd name="T28" fmla="*/ 50 w 149"/>
                  <a:gd name="T29" fmla="*/ 246 h 300"/>
                  <a:gd name="T30" fmla="*/ 63 w 149"/>
                  <a:gd name="T31" fmla="*/ 246 h 300"/>
                  <a:gd name="T32" fmla="*/ 75 w 149"/>
                  <a:gd name="T33" fmla="*/ 245 h 300"/>
                  <a:gd name="T34" fmla="*/ 87 w 149"/>
                  <a:gd name="T35" fmla="*/ 243 h 300"/>
                  <a:gd name="T36" fmla="*/ 99 w 149"/>
                  <a:gd name="T37" fmla="*/ 240 h 300"/>
                  <a:gd name="T38" fmla="*/ 102 w 149"/>
                  <a:gd name="T39" fmla="*/ 224 h 300"/>
                  <a:gd name="T40" fmla="*/ 99 w 149"/>
                  <a:gd name="T41" fmla="*/ 213 h 300"/>
                  <a:gd name="T42" fmla="*/ 100 w 149"/>
                  <a:gd name="T43" fmla="*/ 206 h 300"/>
                  <a:gd name="T44" fmla="*/ 103 w 149"/>
                  <a:gd name="T45" fmla="*/ 198 h 300"/>
                  <a:gd name="T46" fmla="*/ 98 w 149"/>
                  <a:gd name="T47" fmla="*/ 196 h 300"/>
                  <a:gd name="T48" fmla="*/ 100 w 149"/>
                  <a:gd name="T49" fmla="*/ 193 h 300"/>
                  <a:gd name="T50" fmla="*/ 101 w 149"/>
                  <a:gd name="T51" fmla="*/ 186 h 300"/>
                  <a:gd name="T52" fmla="*/ 97 w 149"/>
                  <a:gd name="T53" fmla="*/ 172 h 300"/>
                  <a:gd name="T54" fmla="*/ 107 w 149"/>
                  <a:gd name="T55" fmla="*/ 168 h 300"/>
                  <a:gd name="T56" fmla="*/ 114 w 149"/>
                  <a:gd name="T57" fmla="*/ 162 h 300"/>
                  <a:gd name="T58" fmla="*/ 85 w 149"/>
                  <a:gd name="T59" fmla="*/ 119 h 300"/>
                  <a:gd name="T60" fmla="*/ 87 w 149"/>
                  <a:gd name="T61" fmla="*/ 96 h 300"/>
                  <a:gd name="T62" fmla="*/ 76 w 149"/>
                  <a:gd name="T63" fmla="*/ 69 h 300"/>
                  <a:gd name="T64" fmla="*/ 61 w 149"/>
                  <a:gd name="T65" fmla="*/ 44 h 300"/>
                  <a:gd name="T66" fmla="*/ 63 w 149"/>
                  <a:gd name="T67" fmla="*/ 40 h 300"/>
                  <a:gd name="T68" fmla="*/ 67 w 149"/>
                  <a:gd name="T69" fmla="*/ 37 h 300"/>
                  <a:gd name="T70" fmla="*/ 66 w 149"/>
                  <a:gd name="T71" fmla="*/ 31 h 300"/>
                  <a:gd name="T72" fmla="*/ 53 w 149"/>
                  <a:gd name="T73" fmla="*/ 27 h 300"/>
                  <a:gd name="T74" fmla="*/ 40 w 149"/>
                  <a:gd name="T75" fmla="*/ 24 h 300"/>
                  <a:gd name="T76" fmla="*/ 28 w 149"/>
                  <a:gd name="T77" fmla="*/ 21 h 300"/>
                  <a:gd name="T78" fmla="*/ 14 w 149"/>
                  <a:gd name="T79" fmla="*/ 20 h 300"/>
                  <a:gd name="T80" fmla="*/ 0 w 149"/>
                  <a:gd name="T81" fmla="*/ 19 h 300"/>
                  <a:gd name="T82" fmla="*/ 0 w 149"/>
                  <a:gd name="T83" fmla="*/ 4 h 300"/>
                  <a:gd name="T84" fmla="*/ 21 w 149"/>
                  <a:gd name="T85" fmla="*/ 3 h 300"/>
                  <a:gd name="T86" fmla="*/ 50 w 149"/>
                  <a:gd name="T87" fmla="*/ 10 h 300"/>
                  <a:gd name="T88" fmla="*/ 77 w 149"/>
                  <a:gd name="T89" fmla="*/ 23 h 300"/>
                  <a:gd name="T90" fmla="*/ 100 w 149"/>
                  <a:gd name="T91" fmla="*/ 40 h 300"/>
                  <a:gd name="T92" fmla="*/ 120 w 149"/>
                  <a:gd name="T93" fmla="*/ 61 h 3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49"/>
                  <a:gd name="T142" fmla="*/ 0 h 300"/>
                  <a:gd name="T143" fmla="*/ 149 w 149"/>
                  <a:gd name="T144" fmla="*/ 300 h 3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49" h="300">
                    <a:moveTo>
                      <a:pt x="131" y="78"/>
                    </a:moveTo>
                    <a:lnTo>
                      <a:pt x="140" y="97"/>
                    </a:lnTo>
                    <a:lnTo>
                      <a:pt x="146" y="116"/>
                    </a:lnTo>
                    <a:lnTo>
                      <a:pt x="149" y="137"/>
                    </a:lnTo>
                    <a:lnTo>
                      <a:pt x="149" y="159"/>
                    </a:lnTo>
                    <a:lnTo>
                      <a:pt x="147" y="179"/>
                    </a:lnTo>
                    <a:lnTo>
                      <a:pt x="142" y="200"/>
                    </a:lnTo>
                    <a:lnTo>
                      <a:pt x="134" y="218"/>
                    </a:lnTo>
                    <a:lnTo>
                      <a:pt x="123" y="235"/>
                    </a:lnTo>
                    <a:lnTo>
                      <a:pt x="117" y="243"/>
                    </a:lnTo>
                    <a:lnTo>
                      <a:pt x="112" y="249"/>
                    </a:lnTo>
                    <a:lnTo>
                      <a:pt x="106" y="256"/>
                    </a:lnTo>
                    <a:lnTo>
                      <a:pt x="99" y="262"/>
                    </a:lnTo>
                    <a:lnTo>
                      <a:pt x="93" y="267"/>
                    </a:lnTo>
                    <a:lnTo>
                      <a:pt x="85" y="273"/>
                    </a:lnTo>
                    <a:lnTo>
                      <a:pt x="78" y="277"/>
                    </a:lnTo>
                    <a:lnTo>
                      <a:pt x="70" y="281"/>
                    </a:lnTo>
                    <a:lnTo>
                      <a:pt x="63" y="286"/>
                    </a:lnTo>
                    <a:lnTo>
                      <a:pt x="55" y="289"/>
                    </a:lnTo>
                    <a:lnTo>
                      <a:pt x="47" y="292"/>
                    </a:lnTo>
                    <a:lnTo>
                      <a:pt x="38" y="294"/>
                    </a:lnTo>
                    <a:lnTo>
                      <a:pt x="30" y="296"/>
                    </a:lnTo>
                    <a:lnTo>
                      <a:pt x="21" y="297"/>
                    </a:lnTo>
                    <a:lnTo>
                      <a:pt x="13" y="298"/>
                    </a:lnTo>
                    <a:lnTo>
                      <a:pt x="3" y="300"/>
                    </a:lnTo>
                    <a:lnTo>
                      <a:pt x="5" y="295"/>
                    </a:lnTo>
                    <a:lnTo>
                      <a:pt x="6" y="292"/>
                    </a:lnTo>
                    <a:lnTo>
                      <a:pt x="8" y="289"/>
                    </a:lnTo>
                    <a:lnTo>
                      <a:pt x="10" y="286"/>
                    </a:lnTo>
                    <a:lnTo>
                      <a:pt x="13" y="282"/>
                    </a:lnTo>
                    <a:lnTo>
                      <a:pt x="16" y="280"/>
                    </a:lnTo>
                    <a:lnTo>
                      <a:pt x="19" y="278"/>
                    </a:lnTo>
                    <a:lnTo>
                      <a:pt x="23" y="277"/>
                    </a:lnTo>
                    <a:lnTo>
                      <a:pt x="23" y="273"/>
                    </a:lnTo>
                    <a:lnTo>
                      <a:pt x="24" y="270"/>
                    </a:lnTo>
                    <a:lnTo>
                      <a:pt x="25" y="265"/>
                    </a:lnTo>
                    <a:lnTo>
                      <a:pt x="25" y="261"/>
                    </a:lnTo>
                    <a:lnTo>
                      <a:pt x="26" y="258"/>
                    </a:lnTo>
                    <a:lnTo>
                      <a:pt x="29" y="254"/>
                    </a:lnTo>
                    <a:lnTo>
                      <a:pt x="31" y="250"/>
                    </a:lnTo>
                    <a:lnTo>
                      <a:pt x="33" y="248"/>
                    </a:lnTo>
                    <a:lnTo>
                      <a:pt x="37" y="247"/>
                    </a:lnTo>
                    <a:lnTo>
                      <a:pt x="41" y="247"/>
                    </a:lnTo>
                    <a:lnTo>
                      <a:pt x="46" y="247"/>
                    </a:lnTo>
                    <a:lnTo>
                      <a:pt x="50" y="246"/>
                    </a:lnTo>
                    <a:lnTo>
                      <a:pt x="54" y="246"/>
                    </a:lnTo>
                    <a:lnTo>
                      <a:pt x="58" y="246"/>
                    </a:lnTo>
                    <a:lnTo>
                      <a:pt x="63" y="246"/>
                    </a:lnTo>
                    <a:lnTo>
                      <a:pt x="67" y="246"/>
                    </a:lnTo>
                    <a:lnTo>
                      <a:pt x="71" y="245"/>
                    </a:lnTo>
                    <a:lnTo>
                      <a:pt x="75" y="245"/>
                    </a:lnTo>
                    <a:lnTo>
                      <a:pt x="79" y="244"/>
                    </a:lnTo>
                    <a:lnTo>
                      <a:pt x="83" y="244"/>
                    </a:lnTo>
                    <a:lnTo>
                      <a:pt x="87" y="243"/>
                    </a:lnTo>
                    <a:lnTo>
                      <a:pt x="91" y="242"/>
                    </a:lnTo>
                    <a:lnTo>
                      <a:pt x="95" y="241"/>
                    </a:lnTo>
                    <a:lnTo>
                      <a:pt x="99" y="240"/>
                    </a:lnTo>
                    <a:lnTo>
                      <a:pt x="102" y="234"/>
                    </a:lnTo>
                    <a:lnTo>
                      <a:pt x="102" y="229"/>
                    </a:lnTo>
                    <a:lnTo>
                      <a:pt x="102" y="224"/>
                    </a:lnTo>
                    <a:lnTo>
                      <a:pt x="100" y="218"/>
                    </a:lnTo>
                    <a:lnTo>
                      <a:pt x="99" y="215"/>
                    </a:lnTo>
                    <a:lnTo>
                      <a:pt x="99" y="213"/>
                    </a:lnTo>
                    <a:lnTo>
                      <a:pt x="99" y="211"/>
                    </a:lnTo>
                    <a:lnTo>
                      <a:pt x="99" y="208"/>
                    </a:lnTo>
                    <a:lnTo>
                      <a:pt x="100" y="206"/>
                    </a:lnTo>
                    <a:lnTo>
                      <a:pt x="101" y="203"/>
                    </a:lnTo>
                    <a:lnTo>
                      <a:pt x="102" y="200"/>
                    </a:lnTo>
                    <a:lnTo>
                      <a:pt x="103" y="198"/>
                    </a:lnTo>
                    <a:lnTo>
                      <a:pt x="101" y="197"/>
                    </a:lnTo>
                    <a:lnTo>
                      <a:pt x="100" y="197"/>
                    </a:lnTo>
                    <a:lnTo>
                      <a:pt x="98" y="196"/>
                    </a:lnTo>
                    <a:lnTo>
                      <a:pt x="98" y="194"/>
                    </a:lnTo>
                    <a:lnTo>
                      <a:pt x="99" y="193"/>
                    </a:lnTo>
                    <a:lnTo>
                      <a:pt x="100" y="193"/>
                    </a:lnTo>
                    <a:lnTo>
                      <a:pt x="102" y="192"/>
                    </a:lnTo>
                    <a:lnTo>
                      <a:pt x="103" y="191"/>
                    </a:lnTo>
                    <a:lnTo>
                      <a:pt x="101" y="186"/>
                    </a:lnTo>
                    <a:lnTo>
                      <a:pt x="100" y="182"/>
                    </a:lnTo>
                    <a:lnTo>
                      <a:pt x="99" y="177"/>
                    </a:lnTo>
                    <a:lnTo>
                      <a:pt x="97" y="172"/>
                    </a:lnTo>
                    <a:lnTo>
                      <a:pt x="100" y="170"/>
                    </a:lnTo>
                    <a:lnTo>
                      <a:pt x="103" y="169"/>
                    </a:lnTo>
                    <a:lnTo>
                      <a:pt x="107" y="168"/>
                    </a:lnTo>
                    <a:lnTo>
                      <a:pt x="109" y="166"/>
                    </a:lnTo>
                    <a:lnTo>
                      <a:pt x="112" y="164"/>
                    </a:lnTo>
                    <a:lnTo>
                      <a:pt x="114" y="162"/>
                    </a:lnTo>
                    <a:lnTo>
                      <a:pt x="115" y="160"/>
                    </a:lnTo>
                    <a:lnTo>
                      <a:pt x="115" y="155"/>
                    </a:lnTo>
                    <a:lnTo>
                      <a:pt x="85" y="119"/>
                    </a:lnTo>
                    <a:lnTo>
                      <a:pt x="93" y="114"/>
                    </a:lnTo>
                    <a:lnTo>
                      <a:pt x="91" y="105"/>
                    </a:lnTo>
                    <a:lnTo>
                      <a:pt x="87" y="96"/>
                    </a:lnTo>
                    <a:lnTo>
                      <a:pt x="84" y="86"/>
                    </a:lnTo>
                    <a:lnTo>
                      <a:pt x="81" y="77"/>
                    </a:lnTo>
                    <a:lnTo>
                      <a:pt x="76" y="69"/>
                    </a:lnTo>
                    <a:lnTo>
                      <a:pt x="71" y="60"/>
                    </a:lnTo>
                    <a:lnTo>
                      <a:pt x="66" y="52"/>
                    </a:lnTo>
                    <a:lnTo>
                      <a:pt x="61" y="44"/>
                    </a:lnTo>
                    <a:lnTo>
                      <a:pt x="62" y="43"/>
                    </a:lnTo>
                    <a:lnTo>
                      <a:pt x="63" y="41"/>
                    </a:lnTo>
                    <a:lnTo>
                      <a:pt x="63" y="40"/>
                    </a:lnTo>
                    <a:lnTo>
                      <a:pt x="65" y="39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9" y="35"/>
                    </a:lnTo>
                    <a:lnTo>
                      <a:pt x="70" y="34"/>
                    </a:lnTo>
                    <a:lnTo>
                      <a:pt x="66" y="31"/>
                    </a:lnTo>
                    <a:lnTo>
                      <a:pt x="62" y="30"/>
                    </a:lnTo>
                    <a:lnTo>
                      <a:pt x="57" y="28"/>
                    </a:lnTo>
                    <a:lnTo>
                      <a:pt x="53" y="27"/>
                    </a:lnTo>
                    <a:lnTo>
                      <a:pt x="49" y="26"/>
                    </a:lnTo>
                    <a:lnTo>
                      <a:pt x="45" y="25"/>
                    </a:lnTo>
                    <a:lnTo>
                      <a:pt x="40" y="24"/>
                    </a:lnTo>
                    <a:lnTo>
                      <a:pt x="36" y="23"/>
                    </a:lnTo>
                    <a:lnTo>
                      <a:pt x="32" y="22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8" y="20"/>
                    </a:lnTo>
                    <a:lnTo>
                      <a:pt x="14" y="20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1"/>
                    </a:lnTo>
                    <a:lnTo>
                      <a:pt x="21" y="3"/>
                    </a:lnTo>
                    <a:lnTo>
                      <a:pt x="31" y="5"/>
                    </a:lnTo>
                    <a:lnTo>
                      <a:pt x="40" y="7"/>
                    </a:lnTo>
                    <a:lnTo>
                      <a:pt x="50" y="10"/>
                    </a:lnTo>
                    <a:lnTo>
                      <a:pt x="58" y="14"/>
                    </a:lnTo>
                    <a:lnTo>
                      <a:pt x="68" y="18"/>
                    </a:lnTo>
                    <a:lnTo>
                      <a:pt x="77" y="23"/>
                    </a:lnTo>
                    <a:lnTo>
                      <a:pt x="85" y="28"/>
                    </a:lnTo>
                    <a:lnTo>
                      <a:pt x="93" y="34"/>
                    </a:lnTo>
                    <a:lnTo>
                      <a:pt x="100" y="40"/>
                    </a:lnTo>
                    <a:lnTo>
                      <a:pt x="108" y="46"/>
                    </a:lnTo>
                    <a:lnTo>
                      <a:pt x="114" y="54"/>
                    </a:lnTo>
                    <a:lnTo>
                      <a:pt x="120" y="61"/>
                    </a:lnTo>
                    <a:lnTo>
                      <a:pt x="126" y="70"/>
                    </a:lnTo>
                    <a:lnTo>
                      <a:pt x="131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5" name="Freeform 1079"/>
              <p:cNvSpPr>
                <a:spLocks/>
              </p:cNvSpPr>
              <p:nvPr/>
            </p:nvSpPr>
            <p:spPr bwMode="auto">
              <a:xfrm>
                <a:off x="2114" y="3137"/>
                <a:ext cx="21" cy="23"/>
              </a:xfrm>
              <a:custGeom>
                <a:avLst/>
                <a:gdLst>
                  <a:gd name="T0" fmla="*/ 20 w 21"/>
                  <a:gd name="T1" fmla="*/ 23 h 23"/>
                  <a:gd name="T2" fmla="*/ 12 w 21"/>
                  <a:gd name="T3" fmla="*/ 23 h 23"/>
                  <a:gd name="T4" fmla="*/ 13 w 21"/>
                  <a:gd name="T5" fmla="*/ 20 h 23"/>
                  <a:gd name="T6" fmla="*/ 13 w 21"/>
                  <a:gd name="T7" fmla="*/ 17 h 23"/>
                  <a:gd name="T8" fmla="*/ 12 w 21"/>
                  <a:gd name="T9" fmla="*/ 13 h 23"/>
                  <a:gd name="T10" fmla="*/ 11 w 21"/>
                  <a:gd name="T11" fmla="*/ 11 h 23"/>
                  <a:gd name="T12" fmla="*/ 9 w 21"/>
                  <a:gd name="T13" fmla="*/ 9 h 23"/>
                  <a:gd name="T14" fmla="*/ 8 w 21"/>
                  <a:gd name="T15" fmla="*/ 7 h 23"/>
                  <a:gd name="T16" fmla="*/ 4 w 21"/>
                  <a:gd name="T17" fmla="*/ 5 h 23"/>
                  <a:gd name="T18" fmla="*/ 2 w 21"/>
                  <a:gd name="T19" fmla="*/ 4 h 23"/>
                  <a:gd name="T20" fmla="*/ 0 w 21"/>
                  <a:gd name="T21" fmla="*/ 2 h 23"/>
                  <a:gd name="T22" fmla="*/ 2 w 21"/>
                  <a:gd name="T23" fmla="*/ 2 h 23"/>
                  <a:gd name="T24" fmla="*/ 4 w 21"/>
                  <a:gd name="T25" fmla="*/ 2 h 23"/>
                  <a:gd name="T26" fmla="*/ 8 w 21"/>
                  <a:gd name="T27" fmla="*/ 0 h 23"/>
                  <a:gd name="T28" fmla="*/ 10 w 21"/>
                  <a:gd name="T29" fmla="*/ 0 h 23"/>
                  <a:gd name="T30" fmla="*/ 13 w 21"/>
                  <a:gd name="T31" fmla="*/ 0 h 23"/>
                  <a:gd name="T32" fmla="*/ 16 w 21"/>
                  <a:gd name="T33" fmla="*/ 0 h 23"/>
                  <a:gd name="T34" fmla="*/ 19 w 21"/>
                  <a:gd name="T35" fmla="*/ 0 h 23"/>
                  <a:gd name="T36" fmla="*/ 21 w 21"/>
                  <a:gd name="T37" fmla="*/ 2 h 23"/>
                  <a:gd name="T38" fmla="*/ 20 w 21"/>
                  <a:gd name="T39" fmla="*/ 23 h 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"/>
                  <a:gd name="T61" fmla="*/ 0 h 23"/>
                  <a:gd name="T62" fmla="*/ 21 w 21"/>
                  <a:gd name="T63" fmla="*/ 23 h 2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" h="23">
                    <a:moveTo>
                      <a:pt x="20" y="23"/>
                    </a:moveTo>
                    <a:lnTo>
                      <a:pt x="12" y="23"/>
                    </a:lnTo>
                    <a:lnTo>
                      <a:pt x="13" y="20"/>
                    </a:lnTo>
                    <a:lnTo>
                      <a:pt x="13" y="17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2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6" name="Freeform 1080"/>
              <p:cNvSpPr>
                <a:spLocks/>
              </p:cNvSpPr>
              <p:nvPr/>
            </p:nvSpPr>
            <p:spPr bwMode="auto">
              <a:xfrm>
                <a:off x="2018" y="3141"/>
                <a:ext cx="104" cy="270"/>
              </a:xfrm>
              <a:custGeom>
                <a:avLst/>
                <a:gdLst>
                  <a:gd name="T0" fmla="*/ 104 w 104"/>
                  <a:gd name="T1" fmla="*/ 19 h 270"/>
                  <a:gd name="T2" fmla="*/ 102 w 104"/>
                  <a:gd name="T3" fmla="*/ 33 h 270"/>
                  <a:gd name="T4" fmla="*/ 97 w 104"/>
                  <a:gd name="T5" fmla="*/ 45 h 270"/>
                  <a:gd name="T6" fmla="*/ 92 w 104"/>
                  <a:gd name="T7" fmla="*/ 48 h 270"/>
                  <a:gd name="T8" fmla="*/ 85 w 104"/>
                  <a:gd name="T9" fmla="*/ 52 h 270"/>
                  <a:gd name="T10" fmla="*/ 83 w 104"/>
                  <a:gd name="T11" fmla="*/ 57 h 270"/>
                  <a:gd name="T12" fmla="*/ 83 w 104"/>
                  <a:gd name="T13" fmla="*/ 66 h 270"/>
                  <a:gd name="T14" fmla="*/ 85 w 104"/>
                  <a:gd name="T15" fmla="*/ 71 h 270"/>
                  <a:gd name="T16" fmla="*/ 91 w 104"/>
                  <a:gd name="T17" fmla="*/ 68 h 270"/>
                  <a:gd name="T18" fmla="*/ 93 w 104"/>
                  <a:gd name="T19" fmla="*/ 62 h 270"/>
                  <a:gd name="T20" fmla="*/ 98 w 104"/>
                  <a:gd name="T21" fmla="*/ 60 h 270"/>
                  <a:gd name="T22" fmla="*/ 96 w 104"/>
                  <a:gd name="T23" fmla="*/ 80 h 270"/>
                  <a:gd name="T24" fmla="*/ 91 w 104"/>
                  <a:gd name="T25" fmla="*/ 91 h 270"/>
                  <a:gd name="T26" fmla="*/ 85 w 104"/>
                  <a:gd name="T27" fmla="*/ 101 h 270"/>
                  <a:gd name="T28" fmla="*/ 88 w 104"/>
                  <a:gd name="T29" fmla="*/ 127 h 270"/>
                  <a:gd name="T30" fmla="*/ 86 w 104"/>
                  <a:gd name="T31" fmla="*/ 120 h 270"/>
                  <a:gd name="T32" fmla="*/ 85 w 104"/>
                  <a:gd name="T33" fmla="*/ 114 h 270"/>
                  <a:gd name="T34" fmla="*/ 73 w 104"/>
                  <a:gd name="T35" fmla="*/ 103 h 270"/>
                  <a:gd name="T36" fmla="*/ 66 w 104"/>
                  <a:gd name="T37" fmla="*/ 107 h 270"/>
                  <a:gd name="T38" fmla="*/ 62 w 104"/>
                  <a:gd name="T39" fmla="*/ 112 h 270"/>
                  <a:gd name="T40" fmla="*/ 55 w 104"/>
                  <a:gd name="T41" fmla="*/ 107 h 270"/>
                  <a:gd name="T42" fmla="*/ 46 w 104"/>
                  <a:gd name="T43" fmla="*/ 105 h 270"/>
                  <a:gd name="T44" fmla="*/ 38 w 104"/>
                  <a:gd name="T45" fmla="*/ 109 h 270"/>
                  <a:gd name="T46" fmla="*/ 39 w 104"/>
                  <a:gd name="T47" fmla="*/ 121 h 270"/>
                  <a:gd name="T48" fmla="*/ 38 w 104"/>
                  <a:gd name="T49" fmla="*/ 127 h 270"/>
                  <a:gd name="T50" fmla="*/ 32 w 104"/>
                  <a:gd name="T51" fmla="*/ 134 h 270"/>
                  <a:gd name="T52" fmla="*/ 26 w 104"/>
                  <a:gd name="T53" fmla="*/ 143 h 270"/>
                  <a:gd name="T54" fmla="*/ 34 w 104"/>
                  <a:gd name="T55" fmla="*/ 166 h 270"/>
                  <a:gd name="T56" fmla="*/ 47 w 104"/>
                  <a:gd name="T57" fmla="*/ 186 h 270"/>
                  <a:gd name="T58" fmla="*/ 65 w 104"/>
                  <a:gd name="T59" fmla="*/ 194 h 270"/>
                  <a:gd name="T60" fmla="*/ 74 w 104"/>
                  <a:gd name="T61" fmla="*/ 203 h 270"/>
                  <a:gd name="T62" fmla="*/ 77 w 104"/>
                  <a:gd name="T63" fmla="*/ 213 h 270"/>
                  <a:gd name="T64" fmla="*/ 63 w 104"/>
                  <a:gd name="T65" fmla="*/ 226 h 270"/>
                  <a:gd name="T66" fmla="*/ 61 w 104"/>
                  <a:gd name="T67" fmla="*/ 248 h 270"/>
                  <a:gd name="T68" fmla="*/ 60 w 104"/>
                  <a:gd name="T69" fmla="*/ 270 h 270"/>
                  <a:gd name="T70" fmla="*/ 47 w 104"/>
                  <a:gd name="T71" fmla="*/ 261 h 270"/>
                  <a:gd name="T72" fmla="*/ 37 w 104"/>
                  <a:gd name="T73" fmla="*/ 248 h 270"/>
                  <a:gd name="T74" fmla="*/ 30 w 104"/>
                  <a:gd name="T75" fmla="*/ 234 h 270"/>
                  <a:gd name="T76" fmla="*/ 24 w 104"/>
                  <a:gd name="T77" fmla="*/ 221 h 270"/>
                  <a:gd name="T78" fmla="*/ 14 w 104"/>
                  <a:gd name="T79" fmla="*/ 213 h 270"/>
                  <a:gd name="T80" fmla="*/ 4 w 104"/>
                  <a:gd name="T81" fmla="*/ 170 h 270"/>
                  <a:gd name="T82" fmla="*/ 13 w 104"/>
                  <a:gd name="T83" fmla="*/ 162 h 270"/>
                  <a:gd name="T84" fmla="*/ 21 w 104"/>
                  <a:gd name="T85" fmla="*/ 151 h 270"/>
                  <a:gd name="T86" fmla="*/ 24 w 104"/>
                  <a:gd name="T87" fmla="*/ 112 h 270"/>
                  <a:gd name="T88" fmla="*/ 19 w 104"/>
                  <a:gd name="T89" fmla="*/ 111 h 270"/>
                  <a:gd name="T90" fmla="*/ 14 w 104"/>
                  <a:gd name="T91" fmla="*/ 110 h 270"/>
                  <a:gd name="T92" fmla="*/ 13 w 104"/>
                  <a:gd name="T93" fmla="*/ 60 h 270"/>
                  <a:gd name="T94" fmla="*/ 7 w 104"/>
                  <a:gd name="T95" fmla="*/ 56 h 270"/>
                  <a:gd name="T96" fmla="*/ 4 w 104"/>
                  <a:gd name="T97" fmla="*/ 53 h 270"/>
                  <a:gd name="T98" fmla="*/ 6 w 104"/>
                  <a:gd name="T99" fmla="*/ 45 h 270"/>
                  <a:gd name="T100" fmla="*/ 20 w 104"/>
                  <a:gd name="T101" fmla="*/ 32 h 270"/>
                  <a:gd name="T102" fmla="*/ 35 w 104"/>
                  <a:gd name="T103" fmla="*/ 21 h 270"/>
                  <a:gd name="T104" fmla="*/ 51 w 104"/>
                  <a:gd name="T105" fmla="*/ 13 h 270"/>
                  <a:gd name="T106" fmla="*/ 69 w 104"/>
                  <a:gd name="T107" fmla="*/ 5 h 270"/>
                  <a:gd name="T108" fmla="*/ 86 w 104"/>
                  <a:gd name="T109" fmla="*/ 0 h 270"/>
                  <a:gd name="T110" fmla="*/ 94 w 104"/>
                  <a:gd name="T111" fmla="*/ 2 h 270"/>
                  <a:gd name="T112" fmla="*/ 99 w 104"/>
                  <a:gd name="T113" fmla="*/ 7 h 2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4"/>
                  <a:gd name="T172" fmla="*/ 0 h 270"/>
                  <a:gd name="T173" fmla="*/ 104 w 104"/>
                  <a:gd name="T174" fmla="*/ 270 h 27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4" h="270">
                    <a:moveTo>
                      <a:pt x="104" y="10"/>
                    </a:moveTo>
                    <a:lnTo>
                      <a:pt x="104" y="15"/>
                    </a:lnTo>
                    <a:lnTo>
                      <a:pt x="104" y="19"/>
                    </a:lnTo>
                    <a:lnTo>
                      <a:pt x="104" y="24"/>
                    </a:lnTo>
                    <a:lnTo>
                      <a:pt x="102" y="29"/>
                    </a:lnTo>
                    <a:lnTo>
                      <a:pt x="102" y="33"/>
                    </a:lnTo>
                    <a:lnTo>
                      <a:pt x="101" y="37"/>
                    </a:lnTo>
                    <a:lnTo>
                      <a:pt x="99" y="40"/>
                    </a:lnTo>
                    <a:lnTo>
                      <a:pt x="97" y="45"/>
                    </a:lnTo>
                    <a:lnTo>
                      <a:pt x="95" y="46"/>
                    </a:lnTo>
                    <a:lnTo>
                      <a:pt x="94" y="47"/>
                    </a:lnTo>
                    <a:lnTo>
                      <a:pt x="92" y="48"/>
                    </a:lnTo>
                    <a:lnTo>
                      <a:pt x="90" y="49"/>
                    </a:lnTo>
                    <a:lnTo>
                      <a:pt x="88" y="50"/>
                    </a:lnTo>
                    <a:lnTo>
                      <a:pt x="85" y="52"/>
                    </a:lnTo>
                    <a:lnTo>
                      <a:pt x="84" y="53"/>
                    </a:lnTo>
                    <a:lnTo>
                      <a:pt x="82" y="55"/>
                    </a:lnTo>
                    <a:lnTo>
                      <a:pt x="83" y="57"/>
                    </a:lnTo>
                    <a:lnTo>
                      <a:pt x="83" y="60"/>
                    </a:lnTo>
                    <a:lnTo>
                      <a:pt x="83" y="63"/>
                    </a:lnTo>
                    <a:lnTo>
                      <a:pt x="83" y="66"/>
                    </a:lnTo>
                    <a:lnTo>
                      <a:pt x="83" y="68"/>
                    </a:lnTo>
                    <a:lnTo>
                      <a:pt x="84" y="70"/>
                    </a:lnTo>
                    <a:lnTo>
                      <a:pt x="85" y="71"/>
                    </a:lnTo>
                    <a:lnTo>
                      <a:pt x="89" y="72"/>
                    </a:lnTo>
                    <a:lnTo>
                      <a:pt x="90" y="70"/>
                    </a:lnTo>
                    <a:lnTo>
                      <a:pt x="91" y="68"/>
                    </a:lnTo>
                    <a:lnTo>
                      <a:pt x="91" y="66"/>
                    </a:lnTo>
                    <a:lnTo>
                      <a:pt x="92" y="64"/>
                    </a:lnTo>
                    <a:lnTo>
                      <a:pt x="93" y="62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8" y="60"/>
                    </a:lnTo>
                    <a:lnTo>
                      <a:pt x="102" y="73"/>
                    </a:lnTo>
                    <a:lnTo>
                      <a:pt x="99" y="77"/>
                    </a:lnTo>
                    <a:lnTo>
                      <a:pt x="96" y="80"/>
                    </a:lnTo>
                    <a:lnTo>
                      <a:pt x="94" y="83"/>
                    </a:lnTo>
                    <a:lnTo>
                      <a:pt x="92" y="87"/>
                    </a:lnTo>
                    <a:lnTo>
                      <a:pt x="91" y="91"/>
                    </a:lnTo>
                    <a:lnTo>
                      <a:pt x="89" y="95"/>
                    </a:lnTo>
                    <a:lnTo>
                      <a:pt x="88" y="98"/>
                    </a:lnTo>
                    <a:lnTo>
                      <a:pt x="85" y="101"/>
                    </a:lnTo>
                    <a:lnTo>
                      <a:pt x="92" y="126"/>
                    </a:lnTo>
                    <a:lnTo>
                      <a:pt x="90" y="127"/>
                    </a:lnTo>
                    <a:lnTo>
                      <a:pt x="88" y="127"/>
                    </a:lnTo>
                    <a:lnTo>
                      <a:pt x="86" y="126"/>
                    </a:lnTo>
                    <a:lnTo>
                      <a:pt x="86" y="124"/>
                    </a:lnTo>
                    <a:lnTo>
                      <a:pt x="86" y="120"/>
                    </a:lnTo>
                    <a:lnTo>
                      <a:pt x="86" y="118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78" y="101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0" y="103"/>
                    </a:lnTo>
                    <a:lnTo>
                      <a:pt x="68" y="104"/>
                    </a:lnTo>
                    <a:lnTo>
                      <a:pt x="66" y="107"/>
                    </a:lnTo>
                    <a:lnTo>
                      <a:pt x="64" y="108"/>
                    </a:lnTo>
                    <a:lnTo>
                      <a:pt x="63" y="110"/>
                    </a:lnTo>
                    <a:lnTo>
                      <a:pt x="62" y="112"/>
                    </a:lnTo>
                    <a:lnTo>
                      <a:pt x="61" y="109"/>
                    </a:lnTo>
                    <a:lnTo>
                      <a:pt x="59" y="108"/>
                    </a:lnTo>
                    <a:lnTo>
                      <a:pt x="55" y="107"/>
                    </a:lnTo>
                    <a:lnTo>
                      <a:pt x="52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3" y="105"/>
                    </a:lnTo>
                    <a:lnTo>
                      <a:pt x="41" y="105"/>
                    </a:lnTo>
                    <a:lnTo>
                      <a:pt x="38" y="109"/>
                    </a:lnTo>
                    <a:lnTo>
                      <a:pt x="38" y="113"/>
                    </a:lnTo>
                    <a:lnTo>
                      <a:pt x="38" y="117"/>
                    </a:lnTo>
                    <a:lnTo>
                      <a:pt x="39" y="121"/>
                    </a:lnTo>
                    <a:lnTo>
                      <a:pt x="46" y="126"/>
                    </a:lnTo>
                    <a:lnTo>
                      <a:pt x="42" y="126"/>
                    </a:lnTo>
                    <a:lnTo>
                      <a:pt x="38" y="127"/>
                    </a:lnTo>
                    <a:lnTo>
                      <a:pt x="36" y="129"/>
                    </a:lnTo>
                    <a:lnTo>
                      <a:pt x="34" y="131"/>
                    </a:lnTo>
                    <a:lnTo>
                      <a:pt x="32" y="134"/>
                    </a:lnTo>
                    <a:lnTo>
                      <a:pt x="30" y="136"/>
                    </a:lnTo>
                    <a:lnTo>
                      <a:pt x="28" y="141"/>
                    </a:lnTo>
                    <a:lnTo>
                      <a:pt x="26" y="143"/>
                    </a:lnTo>
                    <a:lnTo>
                      <a:pt x="29" y="150"/>
                    </a:lnTo>
                    <a:lnTo>
                      <a:pt x="32" y="158"/>
                    </a:lnTo>
                    <a:lnTo>
                      <a:pt x="34" y="166"/>
                    </a:lnTo>
                    <a:lnTo>
                      <a:pt x="37" y="174"/>
                    </a:lnTo>
                    <a:lnTo>
                      <a:pt x="42" y="180"/>
                    </a:lnTo>
                    <a:lnTo>
                      <a:pt x="47" y="186"/>
                    </a:lnTo>
                    <a:lnTo>
                      <a:pt x="54" y="189"/>
                    </a:lnTo>
                    <a:lnTo>
                      <a:pt x="64" y="191"/>
                    </a:lnTo>
                    <a:lnTo>
                      <a:pt x="65" y="194"/>
                    </a:lnTo>
                    <a:lnTo>
                      <a:pt x="68" y="197"/>
                    </a:lnTo>
                    <a:lnTo>
                      <a:pt x="71" y="199"/>
                    </a:lnTo>
                    <a:lnTo>
                      <a:pt x="74" y="203"/>
                    </a:lnTo>
                    <a:lnTo>
                      <a:pt x="76" y="206"/>
                    </a:lnTo>
                    <a:lnTo>
                      <a:pt x="77" y="210"/>
                    </a:lnTo>
                    <a:lnTo>
                      <a:pt x="77" y="213"/>
                    </a:lnTo>
                    <a:lnTo>
                      <a:pt x="74" y="217"/>
                    </a:lnTo>
                    <a:lnTo>
                      <a:pt x="67" y="221"/>
                    </a:lnTo>
                    <a:lnTo>
                      <a:pt x="63" y="226"/>
                    </a:lnTo>
                    <a:lnTo>
                      <a:pt x="61" y="233"/>
                    </a:lnTo>
                    <a:lnTo>
                      <a:pt x="61" y="240"/>
                    </a:lnTo>
                    <a:lnTo>
                      <a:pt x="61" y="248"/>
                    </a:lnTo>
                    <a:lnTo>
                      <a:pt x="61" y="255"/>
                    </a:lnTo>
                    <a:lnTo>
                      <a:pt x="61" y="262"/>
                    </a:lnTo>
                    <a:lnTo>
                      <a:pt x="60" y="270"/>
                    </a:lnTo>
                    <a:lnTo>
                      <a:pt x="55" y="268"/>
                    </a:lnTo>
                    <a:lnTo>
                      <a:pt x="51" y="265"/>
                    </a:lnTo>
                    <a:lnTo>
                      <a:pt x="47" y="261"/>
                    </a:lnTo>
                    <a:lnTo>
                      <a:pt x="44" y="257"/>
                    </a:lnTo>
                    <a:lnTo>
                      <a:pt x="41" y="252"/>
                    </a:lnTo>
                    <a:lnTo>
                      <a:pt x="37" y="248"/>
                    </a:lnTo>
                    <a:lnTo>
                      <a:pt x="34" y="242"/>
                    </a:lnTo>
                    <a:lnTo>
                      <a:pt x="32" y="238"/>
                    </a:lnTo>
                    <a:lnTo>
                      <a:pt x="30" y="234"/>
                    </a:lnTo>
                    <a:lnTo>
                      <a:pt x="29" y="229"/>
                    </a:lnTo>
                    <a:lnTo>
                      <a:pt x="27" y="225"/>
                    </a:lnTo>
                    <a:lnTo>
                      <a:pt x="24" y="221"/>
                    </a:lnTo>
                    <a:lnTo>
                      <a:pt x="21" y="218"/>
                    </a:lnTo>
                    <a:lnTo>
                      <a:pt x="18" y="215"/>
                    </a:lnTo>
                    <a:lnTo>
                      <a:pt x="14" y="213"/>
                    </a:lnTo>
                    <a:lnTo>
                      <a:pt x="10" y="212"/>
                    </a:lnTo>
                    <a:lnTo>
                      <a:pt x="0" y="172"/>
                    </a:lnTo>
                    <a:lnTo>
                      <a:pt x="4" y="170"/>
                    </a:lnTo>
                    <a:lnTo>
                      <a:pt x="7" y="167"/>
                    </a:lnTo>
                    <a:lnTo>
                      <a:pt x="11" y="165"/>
                    </a:lnTo>
                    <a:lnTo>
                      <a:pt x="13" y="162"/>
                    </a:lnTo>
                    <a:lnTo>
                      <a:pt x="16" y="159"/>
                    </a:lnTo>
                    <a:lnTo>
                      <a:pt x="18" y="155"/>
                    </a:lnTo>
                    <a:lnTo>
                      <a:pt x="21" y="151"/>
                    </a:lnTo>
                    <a:lnTo>
                      <a:pt x="23" y="148"/>
                    </a:lnTo>
                    <a:lnTo>
                      <a:pt x="27" y="113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1" y="111"/>
                    </a:lnTo>
                    <a:lnTo>
                      <a:pt x="19" y="111"/>
                    </a:lnTo>
                    <a:lnTo>
                      <a:pt x="17" y="111"/>
                    </a:lnTo>
                    <a:lnTo>
                      <a:pt x="16" y="110"/>
                    </a:lnTo>
                    <a:lnTo>
                      <a:pt x="14" y="110"/>
                    </a:lnTo>
                    <a:lnTo>
                      <a:pt x="12" y="110"/>
                    </a:lnTo>
                    <a:lnTo>
                      <a:pt x="4" y="81"/>
                    </a:lnTo>
                    <a:lnTo>
                      <a:pt x="13" y="60"/>
                    </a:lnTo>
                    <a:lnTo>
                      <a:pt x="11" y="58"/>
                    </a:lnTo>
                    <a:lnTo>
                      <a:pt x="10" y="57"/>
                    </a:lnTo>
                    <a:lnTo>
                      <a:pt x="7" y="56"/>
                    </a:lnTo>
                    <a:lnTo>
                      <a:pt x="6" y="55"/>
                    </a:lnTo>
                    <a:lnTo>
                      <a:pt x="5" y="54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6" y="45"/>
                    </a:lnTo>
                    <a:lnTo>
                      <a:pt x="11" y="40"/>
                    </a:lnTo>
                    <a:lnTo>
                      <a:pt x="15" y="36"/>
                    </a:lnTo>
                    <a:lnTo>
                      <a:pt x="20" y="32"/>
                    </a:lnTo>
                    <a:lnTo>
                      <a:pt x="24" y="29"/>
                    </a:lnTo>
                    <a:lnTo>
                      <a:pt x="30" y="24"/>
                    </a:lnTo>
                    <a:lnTo>
                      <a:pt x="35" y="21"/>
                    </a:lnTo>
                    <a:lnTo>
                      <a:pt x="41" y="18"/>
                    </a:lnTo>
                    <a:lnTo>
                      <a:pt x="46" y="15"/>
                    </a:lnTo>
                    <a:lnTo>
                      <a:pt x="51" y="13"/>
                    </a:lnTo>
                    <a:lnTo>
                      <a:pt x="58" y="9"/>
                    </a:lnTo>
                    <a:lnTo>
                      <a:pt x="63" y="7"/>
                    </a:lnTo>
                    <a:lnTo>
                      <a:pt x="69" y="5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2" y="1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4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7" name="Freeform 1081"/>
              <p:cNvSpPr>
                <a:spLocks/>
              </p:cNvSpPr>
              <p:nvPr/>
            </p:nvSpPr>
            <p:spPr bwMode="auto">
              <a:xfrm>
                <a:off x="2107" y="3164"/>
                <a:ext cx="26" cy="38"/>
              </a:xfrm>
              <a:custGeom>
                <a:avLst/>
                <a:gdLst>
                  <a:gd name="T0" fmla="*/ 26 w 26"/>
                  <a:gd name="T1" fmla="*/ 38 h 38"/>
                  <a:gd name="T2" fmla="*/ 24 w 26"/>
                  <a:gd name="T3" fmla="*/ 37 h 38"/>
                  <a:gd name="T4" fmla="*/ 23 w 26"/>
                  <a:gd name="T5" fmla="*/ 37 h 38"/>
                  <a:gd name="T6" fmla="*/ 21 w 26"/>
                  <a:gd name="T7" fmla="*/ 38 h 38"/>
                  <a:gd name="T8" fmla="*/ 19 w 26"/>
                  <a:gd name="T9" fmla="*/ 38 h 38"/>
                  <a:gd name="T10" fmla="*/ 17 w 26"/>
                  <a:gd name="T11" fmla="*/ 38 h 38"/>
                  <a:gd name="T12" fmla="*/ 16 w 26"/>
                  <a:gd name="T13" fmla="*/ 37 h 38"/>
                  <a:gd name="T14" fmla="*/ 15 w 26"/>
                  <a:gd name="T15" fmla="*/ 35 h 38"/>
                  <a:gd name="T16" fmla="*/ 15 w 26"/>
                  <a:gd name="T17" fmla="*/ 34 h 38"/>
                  <a:gd name="T18" fmla="*/ 13 w 26"/>
                  <a:gd name="T19" fmla="*/ 32 h 38"/>
                  <a:gd name="T20" fmla="*/ 12 w 26"/>
                  <a:gd name="T21" fmla="*/ 31 h 38"/>
                  <a:gd name="T22" fmla="*/ 10 w 26"/>
                  <a:gd name="T23" fmla="*/ 30 h 38"/>
                  <a:gd name="T24" fmla="*/ 9 w 26"/>
                  <a:gd name="T25" fmla="*/ 31 h 38"/>
                  <a:gd name="T26" fmla="*/ 7 w 26"/>
                  <a:gd name="T27" fmla="*/ 31 h 38"/>
                  <a:gd name="T28" fmla="*/ 6 w 26"/>
                  <a:gd name="T29" fmla="*/ 32 h 38"/>
                  <a:gd name="T30" fmla="*/ 4 w 26"/>
                  <a:gd name="T31" fmla="*/ 32 h 38"/>
                  <a:gd name="T32" fmla="*/ 2 w 26"/>
                  <a:gd name="T33" fmla="*/ 32 h 38"/>
                  <a:gd name="T34" fmla="*/ 0 w 26"/>
                  <a:gd name="T35" fmla="*/ 35 h 38"/>
                  <a:gd name="T36" fmla="*/ 1 w 26"/>
                  <a:gd name="T37" fmla="*/ 33 h 38"/>
                  <a:gd name="T38" fmla="*/ 3 w 26"/>
                  <a:gd name="T39" fmla="*/ 30 h 38"/>
                  <a:gd name="T40" fmla="*/ 6 w 26"/>
                  <a:gd name="T41" fmla="*/ 27 h 38"/>
                  <a:gd name="T42" fmla="*/ 9 w 26"/>
                  <a:gd name="T43" fmla="*/ 25 h 38"/>
                  <a:gd name="T44" fmla="*/ 12 w 26"/>
                  <a:gd name="T45" fmla="*/ 22 h 38"/>
                  <a:gd name="T46" fmla="*/ 16 w 26"/>
                  <a:gd name="T47" fmla="*/ 18 h 38"/>
                  <a:gd name="T48" fmla="*/ 18 w 26"/>
                  <a:gd name="T49" fmla="*/ 14 h 38"/>
                  <a:gd name="T50" fmla="*/ 19 w 26"/>
                  <a:gd name="T51" fmla="*/ 10 h 38"/>
                  <a:gd name="T52" fmla="*/ 19 w 26"/>
                  <a:gd name="T53" fmla="*/ 7 h 38"/>
                  <a:gd name="T54" fmla="*/ 19 w 26"/>
                  <a:gd name="T55" fmla="*/ 4 h 38"/>
                  <a:gd name="T56" fmla="*/ 19 w 26"/>
                  <a:gd name="T57" fmla="*/ 1 h 38"/>
                  <a:gd name="T58" fmla="*/ 21 w 26"/>
                  <a:gd name="T59" fmla="*/ 0 h 38"/>
                  <a:gd name="T60" fmla="*/ 26 w 26"/>
                  <a:gd name="T61" fmla="*/ 1 h 38"/>
                  <a:gd name="T62" fmla="*/ 26 w 26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"/>
                  <a:gd name="T97" fmla="*/ 0 h 38"/>
                  <a:gd name="T98" fmla="*/ 26 w 26"/>
                  <a:gd name="T99" fmla="*/ 38 h 3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" h="38">
                    <a:moveTo>
                      <a:pt x="26" y="38"/>
                    </a:moveTo>
                    <a:lnTo>
                      <a:pt x="24" y="37"/>
                    </a:lnTo>
                    <a:lnTo>
                      <a:pt x="23" y="37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3" y="32"/>
                    </a:lnTo>
                    <a:lnTo>
                      <a:pt x="12" y="31"/>
                    </a:lnTo>
                    <a:lnTo>
                      <a:pt x="10" y="30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5"/>
                    </a:lnTo>
                    <a:lnTo>
                      <a:pt x="1" y="33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6" y="18"/>
                    </a:lnTo>
                    <a:lnTo>
                      <a:pt x="18" y="14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9" y="4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6" y="1"/>
                    </a:lnTo>
                    <a:lnTo>
                      <a:pt x="26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8" name="Freeform 1082"/>
              <p:cNvSpPr>
                <a:spLocks/>
              </p:cNvSpPr>
              <p:nvPr/>
            </p:nvSpPr>
            <p:spPr bwMode="auto">
              <a:xfrm>
                <a:off x="2140" y="3173"/>
                <a:ext cx="37" cy="68"/>
              </a:xfrm>
              <a:custGeom>
                <a:avLst/>
                <a:gdLst>
                  <a:gd name="T0" fmla="*/ 11 w 37"/>
                  <a:gd name="T1" fmla="*/ 5 h 68"/>
                  <a:gd name="T2" fmla="*/ 16 w 37"/>
                  <a:gd name="T3" fmla="*/ 3 h 68"/>
                  <a:gd name="T4" fmla="*/ 20 w 37"/>
                  <a:gd name="T5" fmla="*/ 3 h 68"/>
                  <a:gd name="T6" fmla="*/ 22 w 37"/>
                  <a:gd name="T7" fmla="*/ 5 h 68"/>
                  <a:gd name="T8" fmla="*/ 25 w 37"/>
                  <a:gd name="T9" fmla="*/ 7 h 68"/>
                  <a:gd name="T10" fmla="*/ 28 w 37"/>
                  <a:gd name="T11" fmla="*/ 10 h 68"/>
                  <a:gd name="T12" fmla="*/ 30 w 37"/>
                  <a:gd name="T13" fmla="*/ 13 h 68"/>
                  <a:gd name="T14" fmla="*/ 33 w 37"/>
                  <a:gd name="T15" fmla="*/ 15 h 68"/>
                  <a:gd name="T16" fmla="*/ 37 w 37"/>
                  <a:gd name="T17" fmla="*/ 15 h 68"/>
                  <a:gd name="T18" fmla="*/ 37 w 37"/>
                  <a:gd name="T19" fmla="*/ 20 h 68"/>
                  <a:gd name="T20" fmla="*/ 35 w 37"/>
                  <a:gd name="T21" fmla="*/ 23 h 68"/>
                  <a:gd name="T22" fmla="*/ 32 w 37"/>
                  <a:gd name="T23" fmla="*/ 25 h 68"/>
                  <a:gd name="T24" fmla="*/ 28 w 37"/>
                  <a:gd name="T25" fmla="*/ 28 h 68"/>
                  <a:gd name="T26" fmla="*/ 23 w 37"/>
                  <a:gd name="T27" fmla="*/ 29 h 68"/>
                  <a:gd name="T28" fmla="*/ 19 w 37"/>
                  <a:gd name="T29" fmla="*/ 31 h 68"/>
                  <a:gd name="T30" fmla="*/ 16 w 37"/>
                  <a:gd name="T31" fmla="*/ 34 h 68"/>
                  <a:gd name="T32" fmla="*/ 13 w 37"/>
                  <a:gd name="T33" fmla="*/ 38 h 68"/>
                  <a:gd name="T34" fmla="*/ 11 w 37"/>
                  <a:gd name="T35" fmla="*/ 42 h 68"/>
                  <a:gd name="T36" fmla="*/ 11 w 37"/>
                  <a:gd name="T37" fmla="*/ 46 h 68"/>
                  <a:gd name="T38" fmla="*/ 10 w 37"/>
                  <a:gd name="T39" fmla="*/ 50 h 68"/>
                  <a:gd name="T40" fmla="*/ 9 w 37"/>
                  <a:gd name="T41" fmla="*/ 54 h 68"/>
                  <a:gd name="T42" fmla="*/ 8 w 37"/>
                  <a:gd name="T43" fmla="*/ 59 h 68"/>
                  <a:gd name="T44" fmla="*/ 7 w 37"/>
                  <a:gd name="T45" fmla="*/ 63 h 68"/>
                  <a:gd name="T46" fmla="*/ 4 w 37"/>
                  <a:gd name="T47" fmla="*/ 66 h 68"/>
                  <a:gd name="T48" fmla="*/ 1 w 37"/>
                  <a:gd name="T49" fmla="*/ 68 h 68"/>
                  <a:gd name="T50" fmla="*/ 0 w 37"/>
                  <a:gd name="T51" fmla="*/ 0 h 68"/>
                  <a:gd name="T52" fmla="*/ 2 w 37"/>
                  <a:gd name="T53" fmla="*/ 0 h 68"/>
                  <a:gd name="T54" fmla="*/ 4 w 37"/>
                  <a:gd name="T55" fmla="*/ 0 h 68"/>
                  <a:gd name="T56" fmla="*/ 5 w 37"/>
                  <a:gd name="T57" fmla="*/ 0 h 68"/>
                  <a:gd name="T58" fmla="*/ 6 w 37"/>
                  <a:gd name="T59" fmla="*/ 1 h 68"/>
                  <a:gd name="T60" fmla="*/ 7 w 37"/>
                  <a:gd name="T61" fmla="*/ 2 h 68"/>
                  <a:gd name="T62" fmla="*/ 9 w 37"/>
                  <a:gd name="T63" fmla="*/ 3 h 68"/>
                  <a:gd name="T64" fmla="*/ 10 w 37"/>
                  <a:gd name="T65" fmla="*/ 3 h 68"/>
                  <a:gd name="T66" fmla="*/ 11 w 37"/>
                  <a:gd name="T67" fmla="*/ 5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"/>
                  <a:gd name="T103" fmla="*/ 0 h 68"/>
                  <a:gd name="T104" fmla="*/ 37 w 37"/>
                  <a:gd name="T105" fmla="*/ 68 h 6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" h="68">
                    <a:moveTo>
                      <a:pt x="11" y="5"/>
                    </a:moveTo>
                    <a:lnTo>
                      <a:pt x="16" y="3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25" y="7"/>
                    </a:lnTo>
                    <a:lnTo>
                      <a:pt x="28" y="10"/>
                    </a:lnTo>
                    <a:lnTo>
                      <a:pt x="30" y="13"/>
                    </a:lnTo>
                    <a:lnTo>
                      <a:pt x="33" y="15"/>
                    </a:lnTo>
                    <a:lnTo>
                      <a:pt x="37" y="15"/>
                    </a:lnTo>
                    <a:lnTo>
                      <a:pt x="37" y="20"/>
                    </a:lnTo>
                    <a:lnTo>
                      <a:pt x="35" y="23"/>
                    </a:lnTo>
                    <a:lnTo>
                      <a:pt x="32" y="25"/>
                    </a:lnTo>
                    <a:lnTo>
                      <a:pt x="28" y="28"/>
                    </a:lnTo>
                    <a:lnTo>
                      <a:pt x="23" y="29"/>
                    </a:lnTo>
                    <a:lnTo>
                      <a:pt x="19" y="31"/>
                    </a:lnTo>
                    <a:lnTo>
                      <a:pt x="16" y="34"/>
                    </a:lnTo>
                    <a:lnTo>
                      <a:pt x="13" y="38"/>
                    </a:lnTo>
                    <a:lnTo>
                      <a:pt x="11" y="42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9" y="54"/>
                    </a:lnTo>
                    <a:lnTo>
                      <a:pt x="8" y="59"/>
                    </a:lnTo>
                    <a:lnTo>
                      <a:pt x="7" y="63"/>
                    </a:lnTo>
                    <a:lnTo>
                      <a:pt x="4" y="66"/>
                    </a:lnTo>
                    <a:lnTo>
                      <a:pt x="1" y="6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9" name="Freeform 1083"/>
              <p:cNvSpPr>
                <a:spLocks/>
              </p:cNvSpPr>
              <p:nvPr/>
            </p:nvSpPr>
            <p:spPr bwMode="auto">
              <a:xfrm>
                <a:off x="2013" y="3194"/>
                <a:ext cx="6" cy="8"/>
              </a:xfrm>
              <a:custGeom>
                <a:avLst/>
                <a:gdLst>
                  <a:gd name="T0" fmla="*/ 5 w 6"/>
                  <a:gd name="T1" fmla="*/ 8 h 8"/>
                  <a:gd name="T2" fmla="*/ 0 w 6"/>
                  <a:gd name="T3" fmla="*/ 7 h 8"/>
                  <a:gd name="T4" fmla="*/ 3 w 6"/>
                  <a:gd name="T5" fmla="*/ 0 h 8"/>
                  <a:gd name="T6" fmla="*/ 5 w 6"/>
                  <a:gd name="T7" fmla="*/ 2 h 8"/>
                  <a:gd name="T8" fmla="*/ 6 w 6"/>
                  <a:gd name="T9" fmla="*/ 3 h 8"/>
                  <a:gd name="T10" fmla="*/ 6 w 6"/>
                  <a:gd name="T11" fmla="*/ 7 h 8"/>
                  <a:gd name="T12" fmla="*/ 5 w 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8"/>
                  <a:gd name="T23" fmla="*/ 6 w 6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8">
                    <a:moveTo>
                      <a:pt x="5" y="8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0" name="Freeform 1084"/>
              <p:cNvSpPr>
                <a:spLocks/>
              </p:cNvSpPr>
              <p:nvPr/>
            </p:nvSpPr>
            <p:spPr bwMode="auto">
              <a:xfrm>
                <a:off x="2140" y="3203"/>
                <a:ext cx="77" cy="202"/>
              </a:xfrm>
              <a:custGeom>
                <a:avLst/>
                <a:gdLst>
                  <a:gd name="T0" fmla="*/ 44 w 77"/>
                  <a:gd name="T1" fmla="*/ 5 h 202"/>
                  <a:gd name="T2" fmla="*/ 51 w 77"/>
                  <a:gd name="T3" fmla="*/ 17 h 202"/>
                  <a:gd name="T4" fmla="*/ 56 w 77"/>
                  <a:gd name="T5" fmla="*/ 30 h 202"/>
                  <a:gd name="T6" fmla="*/ 60 w 77"/>
                  <a:gd name="T7" fmla="*/ 45 h 202"/>
                  <a:gd name="T8" fmla="*/ 55 w 77"/>
                  <a:gd name="T9" fmla="*/ 57 h 202"/>
                  <a:gd name="T10" fmla="*/ 60 w 77"/>
                  <a:gd name="T11" fmla="*/ 66 h 202"/>
                  <a:gd name="T12" fmla="*/ 65 w 77"/>
                  <a:gd name="T13" fmla="*/ 73 h 202"/>
                  <a:gd name="T14" fmla="*/ 70 w 77"/>
                  <a:gd name="T15" fmla="*/ 81 h 202"/>
                  <a:gd name="T16" fmla="*/ 77 w 77"/>
                  <a:gd name="T17" fmla="*/ 88 h 202"/>
                  <a:gd name="T18" fmla="*/ 76 w 77"/>
                  <a:gd name="T19" fmla="*/ 95 h 202"/>
                  <a:gd name="T20" fmla="*/ 70 w 77"/>
                  <a:gd name="T21" fmla="*/ 99 h 202"/>
                  <a:gd name="T22" fmla="*/ 67 w 77"/>
                  <a:gd name="T23" fmla="*/ 100 h 202"/>
                  <a:gd name="T24" fmla="*/ 64 w 77"/>
                  <a:gd name="T25" fmla="*/ 101 h 202"/>
                  <a:gd name="T26" fmla="*/ 67 w 77"/>
                  <a:gd name="T27" fmla="*/ 114 h 202"/>
                  <a:gd name="T28" fmla="*/ 64 w 77"/>
                  <a:gd name="T29" fmla="*/ 115 h 202"/>
                  <a:gd name="T30" fmla="*/ 63 w 77"/>
                  <a:gd name="T31" fmla="*/ 117 h 202"/>
                  <a:gd name="T32" fmla="*/ 65 w 77"/>
                  <a:gd name="T33" fmla="*/ 118 h 202"/>
                  <a:gd name="T34" fmla="*/ 67 w 77"/>
                  <a:gd name="T35" fmla="*/ 119 h 202"/>
                  <a:gd name="T36" fmla="*/ 67 w 77"/>
                  <a:gd name="T37" fmla="*/ 121 h 202"/>
                  <a:gd name="T38" fmla="*/ 63 w 77"/>
                  <a:gd name="T39" fmla="*/ 126 h 202"/>
                  <a:gd name="T40" fmla="*/ 63 w 77"/>
                  <a:gd name="T41" fmla="*/ 133 h 202"/>
                  <a:gd name="T42" fmla="*/ 65 w 77"/>
                  <a:gd name="T43" fmla="*/ 141 h 202"/>
                  <a:gd name="T44" fmla="*/ 64 w 77"/>
                  <a:gd name="T45" fmla="*/ 148 h 202"/>
                  <a:gd name="T46" fmla="*/ 55 w 77"/>
                  <a:gd name="T47" fmla="*/ 151 h 202"/>
                  <a:gd name="T48" fmla="*/ 46 w 77"/>
                  <a:gd name="T49" fmla="*/ 153 h 202"/>
                  <a:gd name="T50" fmla="*/ 37 w 77"/>
                  <a:gd name="T51" fmla="*/ 155 h 202"/>
                  <a:gd name="T52" fmla="*/ 29 w 77"/>
                  <a:gd name="T53" fmla="*/ 158 h 202"/>
                  <a:gd name="T54" fmla="*/ 20 w 77"/>
                  <a:gd name="T55" fmla="*/ 165 h 202"/>
                  <a:gd name="T56" fmla="*/ 14 w 77"/>
                  <a:gd name="T57" fmla="*/ 175 h 202"/>
                  <a:gd name="T58" fmla="*/ 8 w 77"/>
                  <a:gd name="T59" fmla="*/ 186 h 202"/>
                  <a:gd name="T60" fmla="*/ 3 w 77"/>
                  <a:gd name="T61" fmla="*/ 196 h 202"/>
                  <a:gd name="T62" fmla="*/ 0 w 77"/>
                  <a:gd name="T63" fmla="*/ 64 h 202"/>
                  <a:gd name="T64" fmla="*/ 5 w 77"/>
                  <a:gd name="T65" fmla="*/ 59 h 202"/>
                  <a:gd name="T66" fmla="*/ 11 w 77"/>
                  <a:gd name="T67" fmla="*/ 54 h 202"/>
                  <a:gd name="T68" fmla="*/ 16 w 77"/>
                  <a:gd name="T69" fmla="*/ 48 h 202"/>
                  <a:gd name="T70" fmla="*/ 18 w 77"/>
                  <a:gd name="T71" fmla="*/ 41 h 202"/>
                  <a:gd name="T72" fmla="*/ 16 w 77"/>
                  <a:gd name="T73" fmla="*/ 24 h 202"/>
                  <a:gd name="T74" fmla="*/ 19 w 77"/>
                  <a:gd name="T75" fmla="*/ 8 h 202"/>
                  <a:gd name="T76" fmla="*/ 23 w 77"/>
                  <a:gd name="T77" fmla="*/ 5 h 202"/>
                  <a:gd name="T78" fmla="*/ 28 w 77"/>
                  <a:gd name="T79" fmla="*/ 2 h 202"/>
                  <a:gd name="T80" fmla="*/ 33 w 77"/>
                  <a:gd name="T81" fmla="*/ 0 h 202"/>
                  <a:gd name="T82" fmla="*/ 39 w 77"/>
                  <a:gd name="T83" fmla="*/ 0 h 20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7"/>
                  <a:gd name="T127" fmla="*/ 0 h 202"/>
                  <a:gd name="T128" fmla="*/ 77 w 77"/>
                  <a:gd name="T129" fmla="*/ 202 h 20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7" h="202">
                    <a:moveTo>
                      <a:pt x="39" y="0"/>
                    </a:moveTo>
                    <a:lnTo>
                      <a:pt x="44" y="5"/>
                    </a:lnTo>
                    <a:lnTo>
                      <a:pt x="48" y="11"/>
                    </a:lnTo>
                    <a:lnTo>
                      <a:pt x="51" y="17"/>
                    </a:lnTo>
                    <a:lnTo>
                      <a:pt x="54" y="23"/>
                    </a:lnTo>
                    <a:lnTo>
                      <a:pt x="56" y="30"/>
                    </a:lnTo>
                    <a:lnTo>
                      <a:pt x="58" y="37"/>
                    </a:lnTo>
                    <a:lnTo>
                      <a:pt x="60" y="45"/>
                    </a:lnTo>
                    <a:lnTo>
                      <a:pt x="60" y="52"/>
                    </a:lnTo>
                    <a:lnTo>
                      <a:pt x="55" y="57"/>
                    </a:lnTo>
                    <a:lnTo>
                      <a:pt x="56" y="62"/>
                    </a:lnTo>
                    <a:lnTo>
                      <a:pt x="60" y="66"/>
                    </a:lnTo>
                    <a:lnTo>
                      <a:pt x="62" y="70"/>
                    </a:lnTo>
                    <a:lnTo>
                      <a:pt x="65" y="73"/>
                    </a:lnTo>
                    <a:lnTo>
                      <a:pt x="67" y="77"/>
                    </a:lnTo>
                    <a:lnTo>
                      <a:pt x="70" y="81"/>
                    </a:lnTo>
                    <a:lnTo>
                      <a:pt x="73" y="84"/>
                    </a:lnTo>
                    <a:lnTo>
                      <a:pt x="77" y="88"/>
                    </a:lnTo>
                    <a:lnTo>
                      <a:pt x="77" y="92"/>
                    </a:lnTo>
                    <a:lnTo>
                      <a:pt x="76" y="95"/>
                    </a:lnTo>
                    <a:lnTo>
                      <a:pt x="73" y="97"/>
                    </a:lnTo>
                    <a:lnTo>
                      <a:pt x="70" y="99"/>
                    </a:lnTo>
                    <a:lnTo>
                      <a:pt x="69" y="99"/>
                    </a:lnTo>
                    <a:lnTo>
                      <a:pt x="67" y="100"/>
                    </a:lnTo>
                    <a:lnTo>
                      <a:pt x="65" y="100"/>
                    </a:lnTo>
                    <a:lnTo>
                      <a:pt x="64" y="101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5" y="115"/>
                    </a:lnTo>
                    <a:lnTo>
                      <a:pt x="64" y="115"/>
                    </a:lnTo>
                    <a:lnTo>
                      <a:pt x="62" y="117"/>
                    </a:lnTo>
                    <a:lnTo>
                      <a:pt x="63" y="117"/>
                    </a:lnTo>
                    <a:lnTo>
                      <a:pt x="64" y="118"/>
                    </a:lnTo>
                    <a:lnTo>
                      <a:pt x="65" y="118"/>
                    </a:lnTo>
                    <a:lnTo>
                      <a:pt x="66" y="119"/>
                    </a:lnTo>
                    <a:lnTo>
                      <a:pt x="67" y="119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6" y="123"/>
                    </a:lnTo>
                    <a:lnTo>
                      <a:pt x="63" y="126"/>
                    </a:lnTo>
                    <a:lnTo>
                      <a:pt x="62" y="129"/>
                    </a:lnTo>
                    <a:lnTo>
                      <a:pt x="63" y="133"/>
                    </a:lnTo>
                    <a:lnTo>
                      <a:pt x="64" y="137"/>
                    </a:lnTo>
                    <a:lnTo>
                      <a:pt x="65" y="141"/>
                    </a:lnTo>
                    <a:lnTo>
                      <a:pt x="65" y="145"/>
                    </a:lnTo>
                    <a:lnTo>
                      <a:pt x="64" y="148"/>
                    </a:lnTo>
                    <a:lnTo>
                      <a:pt x="60" y="151"/>
                    </a:lnTo>
                    <a:lnTo>
                      <a:pt x="55" y="151"/>
                    </a:lnTo>
                    <a:lnTo>
                      <a:pt x="51" y="152"/>
                    </a:lnTo>
                    <a:lnTo>
                      <a:pt x="46" y="153"/>
                    </a:lnTo>
                    <a:lnTo>
                      <a:pt x="41" y="155"/>
                    </a:lnTo>
                    <a:lnTo>
                      <a:pt x="37" y="155"/>
                    </a:lnTo>
                    <a:lnTo>
                      <a:pt x="33" y="157"/>
                    </a:lnTo>
                    <a:lnTo>
                      <a:pt x="29" y="158"/>
                    </a:lnTo>
                    <a:lnTo>
                      <a:pt x="24" y="161"/>
                    </a:lnTo>
                    <a:lnTo>
                      <a:pt x="20" y="165"/>
                    </a:lnTo>
                    <a:lnTo>
                      <a:pt x="17" y="170"/>
                    </a:lnTo>
                    <a:lnTo>
                      <a:pt x="14" y="175"/>
                    </a:lnTo>
                    <a:lnTo>
                      <a:pt x="10" y="180"/>
                    </a:lnTo>
                    <a:lnTo>
                      <a:pt x="8" y="186"/>
                    </a:lnTo>
                    <a:lnTo>
                      <a:pt x="5" y="191"/>
                    </a:lnTo>
                    <a:lnTo>
                      <a:pt x="3" y="196"/>
                    </a:lnTo>
                    <a:lnTo>
                      <a:pt x="0" y="202"/>
                    </a:lnTo>
                    <a:lnTo>
                      <a:pt x="0" y="64"/>
                    </a:lnTo>
                    <a:lnTo>
                      <a:pt x="3" y="62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4"/>
                    </a:lnTo>
                    <a:lnTo>
                      <a:pt x="14" y="51"/>
                    </a:lnTo>
                    <a:lnTo>
                      <a:pt x="16" y="48"/>
                    </a:lnTo>
                    <a:lnTo>
                      <a:pt x="17" y="45"/>
                    </a:lnTo>
                    <a:lnTo>
                      <a:pt x="18" y="41"/>
                    </a:lnTo>
                    <a:lnTo>
                      <a:pt x="17" y="33"/>
                    </a:lnTo>
                    <a:lnTo>
                      <a:pt x="16" y="24"/>
                    </a:lnTo>
                    <a:lnTo>
                      <a:pt x="17" y="17"/>
                    </a:lnTo>
                    <a:lnTo>
                      <a:pt x="19" y="8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31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1" name="Freeform 1085"/>
              <p:cNvSpPr>
                <a:spLocks/>
              </p:cNvSpPr>
              <p:nvPr/>
            </p:nvSpPr>
            <p:spPr bwMode="auto">
              <a:xfrm>
                <a:off x="1991" y="3205"/>
                <a:ext cx="32" cy="37"/>
              </a:xfrm>
              <a:custGeom>
                <a:avLst/>
                <a:gdLst>
                  <a:gd name="T0" fmla="*/ 32 w 32"/>
                  <a:gd name="T1" fmla="*/ 0 h 37"/>
                  <a:gd name="T2" fmla="*/ 30 w 32"/>
                  <a:gd name="T3" fmla="*/ 5 h 37"/>
                  <a:gd name="T4" fmla="*/ 28 w 32"/>
                  <a:gd name="T5" fmla="*/ 9 h 37"/>
                  <a:gd name="T6" fmla="*/ 28 w 32"/>
                  <a:gd name="T7" fmla="*/ 14 h 37"/>
                  <a:gd name="T8" fmla="*/ 28 w 32"/>
                  <a:gd name="T9" fmla="*/ 18 h 37"/>
                  <a:gd name="T10" fmla="*/ 28 w 32"/>
                  <a:gd name="T11" fmla="*/ 23 h 37"/>
                  <a:gd name="T12" fmla="*/ 29 w 32"/>
                  <a:gd name="T13" fmla="*/ 28 h 37"/>
                  <a:gd name="T14" fmla="*/ 30 w 32"/>
                  <a:gd name="T15" fmla="*/ 33 h 37"/>
                  <a:gd name="T16" fmla="*/ 31 w 32"/>
                  <a:gd name="T17" fmla="*/ 37 h 37"/>
                  <a:gd name="T18" fmla="*/ 0 w 32"/>
                  <a:gd name="T19" fmla="*/ 37 h 37"/>
                  <a:gd name="T20" fmla="*/ 2 w 32"/>
                  <a:gd name="T21" fmla="*/ 31 h 37"/>
                  <a:gd name="T22" fmla="*/ 4 w 32"/>
                  <a:gd name="T23" fmla="*/ 24 h 37"/>
                  <a:gd name="T24" fmla="*/ 7 w 32"/>
                  <a:gd name="T25" fmla="*/ 18 h 37"/>
                  <a:gd name="T26" fmla="*/ 10 w 32"/>
                  <a:gd name="T27" fmla="*/ 12 h 37"/>
                  <a:gd name="T28" fmla="*/ 13 w 32"/>
                  <a:gd name="T29" fmla="*/ 6 h 37"/>
                  <a:gd name="T30" fmla="*/ 18 w 32"/>
                  <a:gd name="T31" fmla="*/ 2 h 37"/>
                  <a:gd name="T32" fmla="*/ 24 w 32"/>
                  <a:gd name="T33" fmla="*/ 0 h 37"/>
                  <a:gd name="T34" fmla="*/ 32 w 3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2"/>
                  <a:gd name="T55" fmla="*/ 0 h 37"/>
                  <a:gd name="T56" fmla="*/ 32 w 32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2" h="37">
                    <a:moveTo>
                      <a:pt x="32" y="0"/>
                    </a:moveTo>
                    <a:lnTo>
                      <a:pt x="30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18"/>
                    </a:lnTo>
                    <a:lnTo>
                      <a:pt x="28" y="23"/>
                    </a:lnTo>
                    <a:lnTo>
                      <a:pt x="29" y="28"/>
                    </a:lnTo>
                    <a:lnTo>
                      <a:pt x="30" y="33"/>
                    </a:lnTo>
                    <a:lnTo>
                      <a:pt x="31" y="37"/>
                    </a:lnTo>
                    <a:lnTo>
                      <a:pt x="0" y="37"/>
                    </a:lnTo>
                    <a:lnTo>
                      <a:pt x="2" y="31"/>
                    </a:lnTo>
                    <a:lnTo>
                      <a:pt x="4" y="24"/>
                    </a:lnTo>
                    <a:lnTo>
                      <a:pt x="7" y="18"/>
                    </a:lnTo>
                    <a:lnTo>
                      <a:pt x="10" y="12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2" name="Freeform 1086"/>
              <p:cNvSpPr>
                <a:spLocks/>
              </p:cNvSpPr>
              <p:nvPr/>
            </p:nvSpPr>
            <p:spPr bwMode="auto">
              <a:xfrm>
                <a:off x="2109" y="3205"/>
                <a:ext cx="24" cy="37"/>
              </a:xfrm>
              <a:custGeom>
                <a:avLst/>
                <a:gdLst>
                  <a:gd name="T0" fmla="*/ 24 w 24"/>
                  <a:gd name="T1" fmla="*/ 37 h 37"/>
                  <a:gd name="T2" fmla="*/ 0 w 24"/>
                  <a:gd name="T3" fmla="*/ 37 h 37"/>
                  <a:gd name="T4" fmla="*/ 2 w 24"/>
                  <a:gd name="T5" fmla="*/ 34 h 37"/>
                  <a:gd name="T6" fmla="*/ 3 w 24"/>
                  <a:gd name="T7" fmla="*/ 31 h 37"/>
                  <a:gd name="T8" fmla="*/ 4 w 24"/>
                  <a:gd name="T9" fmla="*/ 27 h 37"/>
                  <a:gd name="T10" fmla="*/ 6 w 24"/>
                  <a:gd name="T11" fmla="*/ 23 h 37"/>
                  <a:gd name="T12" fmla="*/ 7 w 24"/>
                  <a:gd name="T13" fmla="*/ 20 h 37"/>
                  <a:gd name="T14" fmla="*/ 9 w 24"/>
                  <a:gd name="T15" fmla="*/ 17 h 37"/>
                  <a:gd name="T16" fmla="*/ 13 w 24"/>
                  <a:gd name="T17" fmla="*/ 14 h 37"/>
                  <a:gd name="T18" fmla="*/ 16 w 24"/>
                  <a:gd name="T19" fmla="*/ 12 h 37"/>
                  <a:gd name="T20" fmla="*/ 15 w 24"/>
                  <a:gd name="T21" fmla="*/ 0 h 37"/>
                  <a:gd name="T22" fmla="*/ 24 w 24"/>
                  <a:gd name="T23" fmla="*/ 0 h 37"/>
                  <a:gd name="T24" fmla="*/ 24 w 24"/>
                  <a:gd name="T25" fmla="*/ 37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37"/>
                  <a:gd name="T41" fmla="*/ 24 w 24"/>
                  <a:gd name="T42" fmla="*/ 37 h 3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37">
                    <a:moveTo>
                      <a:pt x="24" y="37"/>
                    </a:moveTo>
                    <a:lnTo>
                      <a:pt x="0" y="37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4" y="27"/>
                    </a:lnTo>
                    <a:lnTo>
                      <a:pt x="6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6" y="1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24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3" name="Freeform 1087"/>
              <p:cNvSpPr>
                <a:spLocks/>
              </p:cNvSpPr>
              <p:nvPr/>
            </p:nvSpPr>
            <p:spPr bwMode="auto">
              <a:xfrm>
                <a:off x="2140" y="3236"/>
                <a:ext cx="11" cy="25"/>
              </a:xfrm>
              <a:custGeom>
                <a:avLst/>
                <a:gdLst>
                  <a:gd name="T0" fmla="*/ 0 w 11"/>
                  <a:gd name="T1" fmla="*/ 25 h 25"/>
                  <a:gd name="T2" fmla="*/ 0 w 11"/>
                  <a:gd name="T3" fmla="*/ 10 h 25"/>
                  <a:gd name="T4" fmla="*/ 10 w 11"/>
                  <a:gd name="T5" fmla="*/ 0 h 25"/>
                  <a:gd name="T6" fmla="*/ 11 w 11"/>
                  <a:gd name="T7" fmla="*/ 4 h 25"/>
                  <a:gd name="T8" fmla="*/ 11 w 11"/>
                  <a:gd name="T9" fmla="*/ 8 h 25"/>
                  <a:gd name="T10" fmla="*/ 10 w 11"/>
                  <a:gd name="T11" fmla="*/ 12 h 25"/>
                  <a:gd name="T12" fmla="*/ 9 w 11"/>
                  <a:gd name="T13" fmla="*/ 15 h 25"/>
                  <a:gd name="T14" fmla="*/ 7 w 11"/>
                  <a:gd name="T15" fmla="*/ 18 h 25"/>
                  <a:gd name="T16" fmla="*/ 5 w 11"/>
                  <a:gd name="T17" fmla="*/ 20 h 25"/>
                  <a:gd name="T18" fmla="*/ 2 w 11"/>
                  <a:gd name="T19" fmla="*/ 23 h 25"/>
                  <a:gd name="T20" fmla="*/ 0 w 1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25"/>
                  <a:gd name="T35" fmla="*/ 11 w 11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25">
                    <a:moveTo>
                      <a:pt x="0" y="25"/>
                    </a:moveTo>
                    <a:lnTo>
                      <a:pt x="0" y="10"/>
                    </a:lnTo>
                    <a:lnTo>
                      <a:pt x="10" y="0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8"/>
                    </a:lnTo>
                    <a:lnTo>
                      <a:pt x="5" y="20"/>
                    </a:lnTo>
                    <a:lnTo>
                      <a:pt x="2" y="2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4" name="Freeform 1088"/>
              <p:cNvSpPr>
                <a:spLocks/>
              </p:cNvSpPr>
              <p:nvPr/>
            </p:nvSpPr>
            <p:spPr bwMode="auto">
              <a:xfrm>
                <a:off x="1984" y="3246"/>
                <a:ext cx="54" cy="38"/>
              </a:xfrm>
              <a:custGeom>
                <a:avLst/>
                <a:gdLst>
                  <a:gd name="T0" fmla="*/ 38 w 54"/>
                  <a:gd name="T1" fmla="*/ 0 h 38"/>
                  <a:gd name="T2" fmla="*/ 38 w 54"/>
                  <a:gd name="T3" fmla="*/ 4 h 38"/>
                  <a:gd name="T4" fmla="*/ 39 w 54"/>
                  <a:gd name="T5" fmla="*/ 6 h 38"/>
                  <a:gd name="T6" fmla="*/ 41 w 54"/>
                  <a:gd name="T7" fmla="*/ 7 h 38"/>
                  <a:gd name="T8" fmla="*/ 44 w 54"/>
                  <a:gd name="T9" fmla="*/ 8 h 38"/>
                  <a:gd name="T10" fmla="*/ 47 w 54"/>
                  <a:gd name="T11" fmla="*/ 9 h 38"/>
                  <a:gd name="T12" fmla="*/ 49 w 54"/>
                  <a:gd name="T13" fmla="*/ 9 h 38"/>
                  <a:gd name="T14" fmla="*/ 52 w 54"/>
                  <a:gd name="T15" fmla="*/ 10 h 38"/>
                  <a:gd name="T16" fmla="*/ 54 w 54"/>
                  <a:gd name="T17" fmla="*/ 10 h 38"/>
                  <a:gd name="T18" fmla="*/ 53 w 54"/>
                  <a:gd name="T19" fmla="*/ 37 h 38"/>
                  <a:gd name="T20" fmla="*/ 49 w 54"/>
                  <a:gd name="T21" fmla="*/ 37 h 38"/>
                  <a:gd name="T22" fmla="*/ 46 w 54"/>
                  <a:gd name="T23" fmla="*/ 37 h 38"/>
                  <a:gd name="T24" fmla="*/ 42 w 54"/>
                  <a:gd name="T25" fmla="*/ 37 h 38"/>
                  <a:gd name="T26" fmla="*/ 39 w 54"/>
                  <a:gd name="T27" fmla="*/ 38 h 38"/>
                  <a:gd name="T28" fmla="*/ 36 w 54"/>
                  <a:gd name="T29" fmla="*/ 38 h 38"/>
                  <a:gd name="T30" fmla="*/ 32 w 54"/>
                  <a:gd name="T31" fmla="*/ 38 h 38"/>
                  <a:gd name="T32" fmla="*/ 29 w 54"/>
                  <a:gd name="T33" fmla="*/ 38 h 38"/>
                  <a:gd name="T34" fmla="*/ 25 w 54"/>
                  <a:gd name="T35" fmla="*/ 38 h 38"/>
                  <a:gd name="T36" fmla="*/ 22 w 54"/>
                  <a:gd name="T37" fmla="*/ 38 h 38"/>
                  <a:gd name="T38" fmla="*/ 18 w 54"/>
                  <a:gd name="T39" fmla="*/ 38 h 38"/>
                  <a:gd name="T40" fmla="*/ 15 w 54"/>
                  <a:gd name="T41" fmla="*/ 38 h 38"/>
                  <a:gd name="T42" fmla="*/ 11 w 54"/>
                  <a:gd name="T43" fmla="*/ 38 h 38"/>
                  <a:gd name="T44" fmla="*/ 8 w 54"/>
                  <a:gd name="T45" fmla="*/ 37 h 38"/>
                  <a:gd name="T46" fmla="*/ 5 w 54"/>
                  <a:gd name="T47" fmla="*/ 37 h 38"/>
                  <a:gd name="T48" fmla="*/ 3 w 54"/>
                  <a:gd name="T49" fmla="*/ 37 h 38"/>
                  <a:gd name="T50" fmla="*/ 0 w 54"/>
                  <a:gd name="T51" fmla="*/ 36 h 38"/>
                  <a:gd name="T52" fmla="*/ 5 w 54"/>
                  <a:gd name="T53" fmla="*/ 0 h 38"/>
                  <a:gd name="T54" fmla="*/ 38 w 54"/>
                  <a:gd name="T55" fmla="*/ 0 h 3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4"/>
                  <a:gd name="T85" fmla="*/ 0 h 38"/>
                  <a:gd name="T86" fmla="*/ 54 w 54"/>
                  <a:gd name="T87" fmla="*/ 38 h 3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4" h="38">
                    <a:moveTo>
                      <a:pt x="38" y="0"/>
                    </a:moveTo>
                    <a:lnTo>
                      <a:pt x="38" y="4"/>
                    </a:lnTo>
                    <a:lnTo>
                      <a:pt x="39" y="6"/>
                    </a:lnTo>
                    <a:lnTo>
                      <a:pt x="41" y="7"/>
                    </a:lnTo>
                    <a:lnTo>
                      <a:pt x="44" y="8"/>
                    </a:lnTo>
                    <a:lnTo>
                      <a:pt x="47" y="9"/>
                    </a:lnTo>
                    <a:lnTo>
                      <a:pt x="49" y="9"/>
                    </a:lnTo>
                    <a:lnTo>
                      <a:pt x="52" y="10"/>
                    </a:lnTo>
                    <a:lnTo>
                      <a:pt x="54" y="10"/>
                    </a:lnTo>
                    <a:lnTo>
                      <a:pt x="53" y="37"/>
                    </a:lnTo>
                    <a:lnTo>
                      <a:pt x="49" y="37"/>
                    </a:lnTo>
                    <a:lnTo>
                      <a:pt x="46" y="37"/>
                    </a:lnTo>
                    <a:lnTo>
                      <a:pt x="42" y="37"/>
                    </a:lnTo>
                    <a:lnTo>
                      <a:pt x="39" y="38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5" y="38"/>
                    </a:lnTo>
                    <a:lnTo>
                      <a:pt x="22" y="38"/>
                    </a:lnTo>
                    <a:lnTo>
                      <a:pt x="18" y="38"/>
                    </a:lnTo>
                    <a:lnTo>
                      <a:pt x="15" y="38"/>
                    </a:lnTo>
                    <a:lnTo>
                      <a:pt x="11" y="38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0" y="36"/>
                    </a:lnTo>
                    <a:lnTo>
                      <a:pt x="5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5" name="Freeform 1089"/>
              <p:cNvSpPr>
                <a:spLocks/>
              </p:cNvSpPr>
              <p:nvPr/>
            </p:nvSpPr>
            <p:spPr bwMode="auto">
              <a:xfrm>
                <a:off x="2050" y="3246"/>
                <a:ext cx="84" cy="38"/>
              </a:xfrm>
              <a:custGeom>
                <a:avLst/>
                <a:gdLst>
                  <a:gd name="T0" fmla="*/ 84 w 84"/>
                  <a:gd name="T1" fmla="*/ 2 h 38"/>
                  <a:gd name="T2" fmla="*/ 84 w 84"/>
                  <a:gd name="T3" fmla="*/ 38 h 38"/>
                  <a:gd name="T4" fmla="*/ 0 w 84"/>
                  <a:gd name="T5" fmla="*/ 38 h 38"/>
                  <a:gd name="T6" fmla="*/ 2 w 84"/>
                  <a:gd name="T7" fmla="*/ 34 h 38"/>
                  <a:gd name="T8" fmla="*/ 4 w 84"/>
                  <a:gd name="T9" fmla="*/ 30 h 38"/>
                  <a:gd name="T10" fmla="*/ 7 w 84"/>
                  <a:gd name="T11" fmla="*/ 27 h 38"/>
                  <a:gd name="T12" fmla="*/ 11 w 84"/>
                  <a:gd name="T13" fmla="*/ 26 h 38"/>
                  <a:gd name="T14" fmla="*/ 15 w 84"/>
                  <a:gd name="T15" fmla="*/ 24 h 38"/>
                  <a:gd name="T16" fmla="*/ 19 w 84"/>
                  <a:gd name="T17" fmla="*/ 23 h 38"/>
                  <a:gd name="T18" fmla="*/ 23 w 84"/>
                  <a:gd name="T19" fmla="*/ 22 h 38"/>
                  <a:gd name="T20" fmla="*/ 27 w 84"/>
                  <a:gd name="T21" fmla="*/ 21 h 38"/>
                  <a:gd name="T22" fmla="*/ 25 w 84"/>
                  <a:gd name="T23" fmla="*/ 19 h 38"/>
                  <a:gd name="T24" fmla="*/ 21 w 84"/>
                  <a:gd name="T25" fmla="*/ 18 h 38"/>
                  <a:gd name="T26" fmla="*/ 19 w 84"/>
                  <a:gd name="T27" fmla="*/ 16 h 38"/>
                  <a:gd name="T28" fmla="*/ 16 w 84"/>
                  <a:gd name="T29" fmla="*/ 15 h 38"/>
                  <a:gd name="T30" fmla="*/ 14 w 84"/>
                  <a:gd name="T31" fmla="*/ 14 h 38"/>
                  <a:gd name="T32" fmla="*/ 12 w 84"/>
                  <a:gd name="T33" fmla="*/ 12 h 38"/>
                  <a:gd name="T34" fmla="*/ 12 w 84"/>
                  <a:gd name="T35" fmla="*/ 9 h 38"/>
                  <a:gd name="T36" fmla="*/ 13 w 84"/>
                  <a:gd name="T37" fmla="*/ 5 h 38"/>
                  <a:gd name="T38" fmla="*/ 15 w 84"/>
                  <a:gd name="T39" fmla="*/ 5 h 38"/>
                  <a:gd name="T40" fmla="*/ 17 w 84"/>
                  <a:gd name="T41" fmla="*/ 5 h 38"/>
                  <a:gd name="T42" fmla="*/ 20 w 84"/>
                  <a:gd name="T43" fmla="*/ 6 h 38"/>
                  <a:gd name="T44" fmla="*/ 23 w 84"/>
                  <a:gd name="T45" fmla="*/ 7 h 38"/>
                  <a:gd name="T46" fmla="*/ 26 w 84"/>
                  <a:gd name="T47" fmla="*/ 8 h 38"/>
                  <a:gd name="T48" fmla="*/ 27 w 84"/>
                  <a:gd name="T49" fmla="*/ 10 h 38"/>
                  <a:gd name="T50" fmla="*/ 28 w 84"/>
                  <a:gd name="T51" fmla="*/ 12 h 38"/>
                  <a:gd name="T52" fmla="*/ 29 w 84"/>
                  <a:gd name="T53" fmla="*/ 15 h 38"/>
                  <a:gd name="T54" fmla="*/ 30 w 84"/>
                  <a:gd name="T55" fmla="*/ 16 h 38"/>
                  <a:gd name="T56" fmla="*/ 32 w 84"/>
                  <a:gd name="T57" fmla="*/ 14 h 38"/>
                  <a:gd name="T58" fmla="*/ 33 w 84"/>
                  <a:gd name="T59" fmla="*/ 12 h 38"/>
                  <a:gd name="T60" fmla="*/ 34 w 84"/>
                  <a:gd name="T61" fmla="*/ 10 h 38"/>
                  <a:gd name="T62" fmla="*/ 35 w 84"/>
                  <a:gd name="T63" fmla="*/ 7 h 38"/>
                  <a:gd name="T64" fmla="*/ 36 w 84"/>
                  <a:gd name="T65" fmla="*/ 5 h 38"/>
                  <a:gd name="T66" fmla="*/ 37 w 84"/>
                  <a:gd name="T67" fmla="*/ 4 h 38"/>
                  <a:gd name="T68" fmla="*/ 39 w 84"/>
                  <a:gd name="T69" fmla="*/ 2 h 38"/>
                  <a:gd name="T70" fmla="*/ 43 w 84"/>
                  <a:gd name="T71" fmla="*/ 2 h 38"/>
                  <a:gd name="T72" fmla="*/ 47 w 84"/>
                  <a:gd name="T73" fmla="*/ 7 h 38"/>
                  <a:gd name="T74" fmla="*/ 48 w 84"/>
                  <a:gd name="T75" fmla="*/ 12 h 38"/>
                  <a:gd name="T76" fmla="*/ 49 w 84"/>
                  <a:gd name="T77" fmla="*/ 19 h 38"/>
                  <a:gd name="T78" fmla="*/ 50 w 84"/>
                  <a:gd name="T79" fmla="*/ 25 h 38"/>
                  <a:gd name="T80" fmla="*/ 64 w 84"/>
                  <a:gd name="T81" fmla="*/ 25 h 38"/>
                  <a:gd name="T82" fmla="*/ 64 w 84"/>
                  <a:gd name="T83" fmla="*/ 19 h 38"/>
                  <a:gd name="T84" fmla="*/ 62 w 84"/>
                  <a:gd name="T85" fmla="*/ 13 h 38"/>
                  <a:gd name="T86" fmla="*/ 61 w 84"/>
                  <a:gd name="T87" fmla="*/ 7 h 38"/>
                  <a:gd name="T88" fmla="*/ 60 w 84"/>
                  <a:gd name="T89" fmla="*/ 0 h 38"/>
                  <a:gd name="T90" fmla="*/ 63 w 84"/>
                  <a:gd name="T91" fmla="*/ 0 h 38"/>
                  <a:gd name="T92" fmla="*/ 66 w 84"/>
                  <a:gd name="T93" fmla="*/ 2 h 38"/>
                  <a:gd name="T94" fmla="*/ 69 w 84"/>
                  <a:gd name="T95" fmla="*/ 2 h 38"/>
                  <a:gd name="T96" fmla="*/ 72 w 84"/>
                  <a:gd name="T97" fmla="*/ 2 h 38"/>
                  <a:gd name="T98" fmla="*/ 75 w 84"/>
                  <a:gd name="T99" fmla="*/ 2 h 38"/>
                  <a:gd name="T100" fmla="*/ 78 w 84"/>
                  <a:gd name="T101" fmla="*/ 2 h 38"/>
                  <a:gd name="T102" fmla="*/ 81 w 84"/>
                  <a:gd name="T103" fmla="*/ 2 h 38"/>
                  <a:gd name="T104" fmla="*/ 84 w 84"/>
                  <a:gd name="T105" fmla="*/ 2 h 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38"/>
                  <a:gd name="T161" fmla="*/ 84 w 84"/>
                  <a:gd name="T162" fmla="*/ 38 h 3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38">
                    <a:moveTo>
                      <a:pt x="84" y="2"/>
                    </a:moveTo>
                    <a:lnTo>
                      <a:pt x="84" y="38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7" y="27"/>
                    </a:lnTo>
                    <a:lnTo>
                      <a:pt x="11" y="26"/>
                    </a:lnTo>
                    <a:lnTo>
                      <a:pt x="15" y="24"/>
                    </a:lnTo>
                    <a:lnTo>
                      <a:pt x="19" y="23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25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6" y="15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20" y="6"/>
                    </a:lnTo>
                    <a:lnTo>
                      <a:pt x="23" y="7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28" y="12"/>
                    </a:lnTo>
                    <a:lnTo>
                      <a:pt x="29" y="15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4" y="10"/>
                    </a:lnTo>
                    <a:lnTo>
                      <a:pt x="35" y="7"/>
                    </a:lnTo>
                    <a:lnTo>
                      <a:pt x="36" y="5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3" y="2"/>
                    </a:lnTo>
                    <a:lnTo>
                      <a:pt x="47" y="7"/>
                    </a:lnTo>
                    <a:lnTo>
                      <a:pt x="48" y="12"/>
                    </a:lnTo>
                    <a:lnTo>
                      <a:pt x="49" y="19"/>
                    </a:lnTo>
                    <a:lnTo>
                      <a:pt x="50" y="25"/>
                    </a:lnTo>
                    <a:lnTo>
                      <a:pt x="64" y="25"/>
                    </a:lnTo>
                    <a:lnTo>
                      <a:pt x="64" y="19"/>
                    </a:lnTo>
                    <a:lnTo>
                      <a:pt x="62" y="13"/>
                    </a:lnTo>
                    <a:lnTo>
                      <a:pt x="61" y="7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6" y="2"/>
                    </a:lnTo>
                    <a:lnTo>
                      <a:pt x="69" y="2"/>
                    </a:lnTo>
                    <a:lnTo>
                      <a:pt x="72" y="2"/>
                    </a:lnTo>
                    <a:lnTo>
                      <a:pt x="75" y="2"/>
                    </a:lnTo>
                    <a:lnTo>
                      <a:pt x="78" y="2"/>
                    </a:lnTo>
                    <a:lnTo>
                      <a:pt x="81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6" name="Freeform 1090"/>
              <p:cNvSpPr>
                <a:spLocks/>
              </p:cNvSpPr>
              <p:nvPr/>
            </p:nvSpPr>
            <p:spPr bwMode="auto">
              <a:xfrm>
                <a:off x="1984" y="3288"/>
                <a:ext cx="51" cy="38"/>
              </a:xfrm>
              <a:custGeom>
                <a:avLst/>
                <a:gdLst>
                  <a:gd name="T0" fmla="*/ 51 w 51"/>
                  <a:gd name="T1" fmla="*/ 1 h 38"/>
                  <a:gd name="T2" fmla="*/ 49 w 51"/>
                  <a:gd name="T3" fmla="*/ 8 h 38"/>
                  <a:gd name="T4" fmla="*/ 46 w 51"/>
                  <a:gd name="T5" fmla="*/ 12 h 38"/>
                  <a:gd name="T6" fmla="*/ 40 w 51"/>
                  <a:gd name="T7" fmla="*/ 15 h 38"/>
                  <a:gd name="T8" fmla="*/ 35 w 51"/>
                  <a:gd name="T9" fmla="*/ 17 h 38"/>
                  <a:gd name="T10" fmla="*/ 30 w 51"/>
                  <a:gd name="T11" fmla="*/ 20 h 38"/>
                  <a:gd name="T12" fmla="*/ 26 w 51"/>
                  <a:gd name="T13" fmla="*/ 25 h 38"/>
                  <a:gd name="T14" fmla="*/ 26 w 51"/>
                  <a:gd name="T15" fmla="*/ 30 h 38"/>
                  <a:gd name="T16" fmla="*/ 30 w 51"/>
                  <a:gd name="T17" fmla="*/ 38 h 38"/>
                  <a:gd name="T18" fmla="*/ 5 w 51"/>
                  <a:gd name="T19" fmla="*/ 38 h 38"/>
                  <a:gd name="T20" fmla="*/ 3 w 51"/>
                  <a:gd name="T21" fmla="*/ 28 h 38"/>
                  <a:gd name="T22" fmla="*/ 1 w 51"/>
                  <a:gd name="T23" fmla="*/ 19 h 38"/>
                  <a:gd name="T24" fmla="*/ 0 w 51"/>
                  <a:gd name="T25" fmla="*/ 10 h 38"/>
                  <a:gd name="T26" fmla="*/ 1 w 51"/>
                  <a:gd name="T27" fmla="*/ 0 h 38"/>
                  <a:gd name="T28" fmla="*/ 51 w 51"/>
                  <a:gd name="T29" fmla="*/ 1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1"/>
                  <a:gd name="T46" fmla="*/ 0 h 38"/>
                  <a:gd name="T47" fmla="*/ 51 w 51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1" h="38">
                    <a:moveTo>
                      <a:pt x="51" y="1"/>
                    </a:moveTo>
                    <a:lnTo>
                      <a:pt x="49" y="8"/>
                    </a:lnTo>
                    <a:lnTo>
                      <a:pt x="46" y="12"/>
                    </a:lnTo>
                    <a:lnTo>
                      <a:pt x="40" y="15"/>
                    </a:lnTo>
                    <a:lnTo>
                      <a:pt x="35" y="17"/>
                    </a:lnTo>
                    <a:lnTo>
                      <a:pt x="30" y="20"/>
                    </a:lnTo>
                    <a:lnTo>
                      <a:pt x="26" y="25"/>
                    </a:lnTo>
                    <a:lnTo>
                      <a:pt x="26" y="30"/>
                    </a:lnTo>
                    <a:lnTo>
                      <a:pt x="30" y="38"/>
                    </a:lnTo>
                    <a:lnTo>
                      <a:pt x="5" y="38"/>
                    </a:lnTo>
                    <a:lnTo>
                      <a:pt x="3" y="28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5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7" name="Freeform 1091"/>
              <p:cNvSpPr>
                <a:spLocks/>
              </p:cNvSpPr>
              <p:nvPr/>
            </p:nvSpPr>
            <p:spPr bwMode="auto">
              <a:xfrm>
                <a:off x="2052" y="3288"/>
                <a:ext cx="82" cy="38"/>
              </a:xfrm>
              <a:custGeom>
                <a:avLst/>
                <a:gdLst>
                  <a:gd name="T0" fmla="*/ 82 w 82"/>
                  <a:gd name="T1" fmla="*/ 38 h 38"/>
                  <a:gd name="T2" fmla="*/ 21 w 82"/>
                  <a:gd name="T3" fmla="*/ 38 h 38"/>
                  <a:gd name="T4" fmla="*/ 17 w 82"/>
                  <a:gd name="T5" fmla="*/ 35 h 38"/>
                  <a:gd name="T6" fmla="*/ 13 w 82"/>
                  <a:gd name="T7" fmla="*/ 32 h 38"/>
                  <a:gd name="T8" fmla="*/ 9 w 82"/>
                  <a:gd name="T9" fmla="*/ 28 h 38"/>
                  <a:gd name="T10" fmla="*/ 7 w 82"/>
                  <a:gd name="T11" fmla="*/ 23 h 38"/>
                  <a:gd name="T12" fmla="*/ 4 w 82"/>
                  <a:gd name="T13" fmla="*/ 17 h 38"/>
                  <a:gd name="T14" fmla="*/ 2 w 82"/>
                  <a:gd name="T15" fmla="*/ 11 h 38"/>
                  <a:gd name="T16" fmla="*/ 1 w 82"/>
                  <a:gd name="T17" fmla="*/ 5 h 38"/>
                  <a:gd name="T18" fmla="*/ 0 w 82"/>
                  <a:gd name="T19" fmla="*/ 0 h 38"/>
                  <a:gd name="T20" fmla="*/ 82 w 82"/>
                  <a:gd name="T21" fmla="*/ 1 h 38"/>
                  <a:gd name="T22" fmla="*/ 82 w 82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2"/>
                  <a:gd name="T37" fmla="*/ 0 h 38"/>
                  <a:gd name="T38" fmla="*/ 82 w 82"/>
                  <a:gd name="T39" fmla="*/ 38 h 3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2" h="38">
                    <a:moveTo>
                      <a:pt x="82" y="38"/>
                    </a:moveTo>
                    <a:lnTo>
                      <a:pt x="21" y="38"/>
                    </a:lnTo>
                    <a:lnTo>
                      <a:pt x="17" y="35"/>
                    </a:lnTo>
                    <a:lnTo>
                      <a:pt x="13" y="32"/>
                    </a:lnTo>
                    <a:lnTo>
                      <a:pt x="9" y="28"/>
                    </a:lnTo>
                    <a:lnTo>
                      <a:pt x="7" y="23"/>
                    </a:lnTo>
                    <a:lnTo>
                      <a:pt x="4" y="17"/>
                    </a:lnTo>
                    <a:lnTo>
                      <a:pt x="2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82" y="1"/>
                    </a:lnTo>
                    <a:lnTo>
                      <a:pt x="82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8" name="Freeform 1092"/>
              <p:cNvSpPr>
                <a:spLocks/>
              </p:cNvSpPr>
              <p:nvPr/>
            </p:nvSpPr>
            <p:spPr bwMode="auto">
              <a:xfrm>
                <a:off x="1991" y="3330"/>
                <a:ext cx="47" cy="36"/>
              </a:xfrm>
              <a:custGeom>
                <a:avLst/>
                <a:gdLst>
                  <a:gd name="T0" fmla="*/ 24 w 47"/>
                  <a:gd name="T1" fmla="*/ 1 h 36"/>
                  <a:gd name="T2" fmla="*/ 26 w 47"/>
                  <a:gd name="T3" fmla="*/ 5 h 36"/>
                  <a:gd name="T4" fmla="*/ 27 w 47"/>
                  <a:gd name="T5" fmla="*/ 10 h 36"/>
                  <a:gd name="T6" fmla="*/ 28 w 47"/>
                  <a:gd name="T7" fmla="*/ 15 h 36"/>
                  <a:gd name="T8" fmla="*/ 29 w 47"/>
                  <a:gd name="T9" fmla="*/ 20 h 36"/>
                  <a:gd name="T10" fmla="*/ 30 w 47"/>
                  <a:gd name="T11" fmla="*/ 24 h 36"/>
                  <a:gd name="T12" fmla="*/ 32 w 47"/>
                  <a:gd name="T13" fmla="*/ 29 h 36"/>
                  <a:gd name="T14" fmla="*/ 37 w 47"/>
                  <a:gd name="T15" fmla="*/ 31 h 36"/>
                  <a:gd name="T16" fmla="*/ 42 w 47"/>
                  <a:gd name="T17" fmla="*/ 32 h 36"/>
                  <a:gd name="T18" fmla="*/ 44 w 47"/>
                  <a:gd name="T19" fmla="*/ 32 h 36"/>
                  <a:gd name="T20" fmla="*/ 45 w 47"/>
                  <a:gd name="T21" fmla="*/ 32 h 36"/>
                  <a:gd name="T22" fmla="*/ 46 w 47"/>
                  <a:gd name="T23" fmla="*/ 33 h 36"/>
                  <a:gd name="T24" fmla="*/ 47 w 47"/>
                  <a:gd name="T25" fmla="*/ 34 h 36"/>
                  <a:gd name="T26" fmla="*/ 47 w 47"/>
                  <a:gd name="T27" fmla="*/ 36 h 36"/>
                  <a:gd name="T28" fmla="*/ 17 w 47"/>
                  <a:gd name="T29" fmla="*/ 36 h 36"/>
                  <a:gd name="T30" fmla="*/ 14 w 47"/>
                  <a:gd name="T31" fmla="*/ 32 h 36"/>
                  <a:gd name="T32" fmla="*/ 12 w 47"/>
                  <a:gd name="T33" fmla="*/ 28 h 36"/>
                  <a:gd name="T34" fmla="*/ 9 w 47"/>
                  <a:gd name="T35" fmla="*/ 23 h 36"/>
                  <a:gd name="T36" fmla="*/ 8 w 47"/>
                  <a:gd name="T37" fmla="*/ 19 h 36"/>
                  <a:gd name="T38" fmla="*/ 4 w 47"/>
                  <a:gd name="T39" fmla="*/ 14 h 36"/>
                  <a:gd name="T40" fmla="*/ 3 w 47"/>
                  <a:gd name="T41" fmla="*/ 9 h 36"/>
                  <a:gd name="T42" fmla="*/ 1 w 47"/>
                  <a:gd name="T43" fmla="*/ 5 h 36"/>
                  <a:gd name="T44" fmla="*/ 0 w 47"/>
                  <a:gd name="T45" fmla="*/ 0 h 36"/>
                  <a:gd name="T46" fmla="*/ 24 w 47"/>
                  <a:gd name="T47" fmla="*/ 1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7"/>
                  <a:gd name="T73" fmla="*/ 0 h 36"/>
                  <a:gd name="T74" fmla="*/ 47 w 47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7" h="36">
                    <a:moveTo>
                      <a:pt x="24" y="1"/>
                    </a:moveTo>
                    <a:lnTo>
                      <a:pt x="26" y="5"/>
                    </a:lnTo>
                    <a:lnTo>
                      <a:pt x="27" y="10"/>
                    </a:lnTo>
                    <a:lnTo>
                      <a:pt x="28" y="15"/>
                    </a:lnTo>
                    <a:lnTo>
                      <a:pt x="29" y="20"/>
                    </a:lnTo>
                    <a:lnTo>
                      <a:pt x="30" y="24"/>
                    </a:lnTo>
                    <a:lnTo>
                      <a:pt x="32" y="29"/>
                    </a:lnTo>
                    <a:lnTo>
                      <a:pt x="37" y="31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6" y="33"/>
                    </a:lnTo>
                    <a:lnTo>
                      <a:pt x="47" y="34"/>
                    </a:lnTo>
                    <a:lnTo>
                      <a:pt x="47" y="36"/>
                    </a:lnTo>
                    <a:lnTo>
                      <a:pt x="17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9" y="23"/>
                    </a:lnTo>
                    <a:lnTo>
                      <a:pt x="8" y="19"/>
                    </a:lnTo>
                    <a:lnTo>
                      <a:pt x="4" y="14"/>
                    </a:lnTo>
                    <a:lnTo>
                      <a:pt x="3" y="9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39" name="Freeform 1093"/>
              <p:cNvSpPr>
                <a:spLocks/>
              </p:cNvSpPr>
              <p:nvPr/>
            </p:nvSpPr>
            <p:spPr bwMode="auto">
              <a:xfrm>
                <a:off x="2086" y="3330"/>
                <a:ext cx="47" cy="37"/>
              </a:xfrm>
              <a:custGeom>
                <a:avLst/>
                <a:gdLst>
                  <a:gd name="T0" fmla="*/ 47 w 47"/>
                  <a:gd name="T1" fmla="*/ 36 h 37"/>
                  <a:gd name="T2" fmla="*/ 45 w 47"/>
                  <a:gd name="T3" fmla="*/ 36 h 37"/>
                  <a:gd name="T4" fmla="*/ 42 w 47"/>
                  <a:gd name="T5" fmla="*/ 36 h 37"/>
                  <a:gd name="T6" fmla="*/ 40 w 47"/>
                  <a:gd name="T7" fmla="*/ 37 h 37"/>
                  <a:gd name="T8" fmla="*/ 37 w 47"/>
                  <a:gd name="T9" fmla="*/ 37 h 37"/>
                  <a:gd name="T10" fmla="*/ 33 w 47"/>
                  <a:gd name="T11" fmla="*/ 37 h 37"/>
                  <a:gd name="T12" fmla="*/ 30 w 47"/>
                  <a:gd name="T13" fmla="*/ 37 h 37"/>
                  <a:gd name="T14" fmla="*/ 28 w 47"/>
                  <a:gd name="T15" fmla="*/ 37 h 37"/>
                  <a:gd name="T16" fmla="*/ 25 w 47"/>
                  <a:gd name="T17" fmla="*/ 37 h 37"/>
                  <a:gd name="T18" fmla="*/ 22 w 47"/>
                  <a:gd name="T19" fmla="*/ 37 h 37"/>
                  <a:gd name="T20" fmla="*/ 20 w 47"/>
                  <a:gd name="T21" fmla="*/ 37 h 37"/>
                  <a:gd name="T22" fmla="*/ 16 w 47"/>
                  <a:gd name="T23" fmla="*/ 37 h 37"/>
                  <a:gd name="T24" fmla="*/ 13 w 47"/>
                  <a:gd name="T25" fmla="*/ 37 h 37"/>
                  <a:gd name="T26" fmla="*/ 11 w 47"/>
                  <a:gd name="T27" fmla="*/ 37 h 37"/>
                  <a:gd name="T28" fmla="*/ 9 w 47"/>
                  <a:gd name="T29" fmla="*/ 37 h 37"/>
                  <a:gd name="T30" fmla="*/ 7 w 47"/>
                  <a:gd name="T31" fmla="*/ 37 h 37"/>
                  <a:gd name="T32" fmla="*/ 5 w 47"/>
                  <a:gd name="T33" fmla="*/ 36 h 37"/>
                  <a:gd name="T34" fmla="*/ 6 w 47"/>
                  <a:gd name="T35" fmla="*/ 35 h 37"/>
                  <a:gd name="T36" fmla="*/ 7 w 47"/>
                  <a:gd name="T37" fmla="*/ 34 h 37"/>
                  <a:gd name="T38" fmla="*/ 9 w 47"/>
                  <a:gd name="T39" fmla="*/ 31 h 37"/>
                  <a:gd name="T40" fmla="*/ 10 w 47"/>
                  <a:gd name="T41" fmla="*/ 29 h 37"/>
                  <a:gd name="T42" fmla="*/ 11 w 47"/>
                  <a:gd name="T43" fmla="*/ 26 h 37"/>
                  <a:gd name="T44" fmla="*/ 12 w 47"/>
                  <a:gd name="T45" fmla="*/ 23 h 37"/>
                  <a:gd name="T46" fmla="*/ 13 w 47"/>
                  <a:gd name="T47" fmla="*/ 20 h 37"/>
                  <a:gd name="T48" fmla="*/ 14 w 47"/>
                  <a:gd name="T49" fmla="*/ 18 h 37"/>
                  <a:gd name="T50" fmla="*/ 12 w 47"/>
                  <a:gd name="T51" fmla="*/ 16 h 37"/>
                  <a:gd name="T52" fmla="*/ 10 w 47"/>
                  <a:gd name="T53" fmla="*/ 14 h 37"/>
                  <a:gd name="T54" fmla="*/ 8 w 47"/>
                  <a:gd name="T55" fmla="*/ 12 h 37"/>
                  <a:gd name="T56" fmla="*/ 7 w 47"/>
                  <a:gd name="T57" fmla="*/ 9 h 37"/>
                  <a:gd name="T58" fmla="*/ 5 w 47"/>
                  <a:gd name="T59" fmla="*/ 7 h 37"/>
                  <a:gd name="T60" fmla="*/ 2 w 47"/>
                  <a:gd name="T61" fmla="*/ 5 h 37"/>
                  <a:gd name="T62" fmla="*/ 1 w 47"/>
                  <a:gd name="T63" fmla="*/ 2 h 37"/>
                  <a:gd name="T64" fmla="*/ 0 w 47"/>
                  <a:gd name="T65" fmla="*/ 0 h 37"/>
                  <a:gd name="T66" fmla="*/ 47 w 47"/>
                  <a:gd name="T67" fmla="*/ 1 h 37"/>
                  <a:gd name="T68" fmla="*/ 47 w 47"/>
                  <a:gd name="T69" fmla="*/ 36 h 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"/>
                  <a:gd name="T106" fmla="*/ 0 h 37"/>
                  <a:gd name="T107" fmla="*/ 47 w 47"/>
                  <a:gd name="T108" fmla="*/ 37 h 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" h="37">
                    <a:moveTo>
                      <a:pt x="47" y="36"/>
                    </a:moveTo>
                    <a:lnTo>
                      <a:pt x="45" y="36"/>
                    </a:lnTo>
                    <a:lnTo>
                      <a:pt x="42" y="36"/>
                    </a:lnTo>
                    <a:lnTo>
                      <a:pt x="40" y="37"/>
                    </a:lnTo>
                    <a:lnTo>
                      <a:pt x="37" y="37"/>
                    </a:lnTo>
                    <a:lnTo>
                      <a:pt x="33" y="37"/>
                    </a:lnTo>
                    <a:lnTo>
                      <a:pt x="30" y="37"/>
                    </a:lnTo>
                    <a:lnTo>
                      <a:pt x="28" y="37"/>
                    </a:lnTo>
                    <a:lnTo>
                      <a:pt x="25" y="37"/>
                    </a:lnTo>
                    <a:lnTo>
                      <a:pt x="22" y="37"/>
                    </a:lnTo>
                    <a:lnTo>
                      <a:pt x="20" y="37"/>
                    </a:lnTo>
                    <a:lnTo>
                      <a:pt x="16" y="37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9" y="31"/>
                    </a:lnTo>
                    <a:lnTo>
                      <a:pt x="10" y="29"/>
                    </a:lnTo>
                    <a:lnTo>
                      <a:pt x="11" y="26"/>
                    </a:lnTo>
                    <a:lnTo>
                      <a:pt x="12" y="23"/>
                    </a:lnTo>
                    <a:lnTo>
                      <a:pt x="13" y="20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47" y="1"/>
                    </a:lnTo>
                    <a:lnTo>
                      <a:pt x="47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40" name="Freeform 1094"/>
              <p:cNvSpPr>
                <a:spLocks/>
              </p:cNvSpPr>
              <p:nvPr/>
            </p:nvSpPr>
            <p:spPr bwMode="auto">
              <a:xfrm>
                <a:off x="2013" y="3370"/>
                <a:ext cx="50" cy="38"/>
              </a:xfrm>
              <a:custGeom>
                <a:avLst/>
                <a:gdLst>
                  <a:gd name="T0" fmla="*/ 28 w 50"/>
                  <a:gd name="T1" fmla="*/ 1 h 38"/>
                  <a:gd name="T2" fmla="*/ 31 w 50"/>
                  <a:gd name="T3" fmla="*/ 7 h 38"/>
                  <a:gd name="T4" fmla="*/ 33 w 50"/>
                  <a:gd name="T5" fmla="*/ 11 h 38"/>
                  <a:gd name="T6" fmla="*/ 35 w 50"/>
                  <a:gd name="T7" fmla="*/ 15 h 38"/>
                  <a:gd name="T8" fmla="*/ 38 w 50"/>
                  <a:gd name="T9" fmla="*/ 20 h 38"/>
                  <a:gd name="T10" fmla="*/ 41 w 50"/>
                  <a:gd name="T11" fmla="*/ 24 h 38"/>
                  <a:gd name="T12" fmla="*/ 44 w 50"/>
                  <a:gd name="T13" fmla="*/ 28 h 38"/>
                  <a:gd name="T14" fmla="*/ 47 w 50"/>
                  <a:gd name="T15" fmla="*/ 32 h 38"/>
                  <a:gd name="T16" fmla="*/ 50 w 50"/>
                  <a:gd name="T17" fmla="*/ 38 h 38"/>
                  <a:gd name="T18" fmla="*/ 46 w 50"/>
                  <a:gd name="T19" fmla="*/ 38 h 38"/>
                  <a:gd name="T20" fmla="*/ 41 w 50"/>
                  <a:gd name="T21" fmla="*/ 37 h 38"/>
                  <a:gd name="T22" fmla="*/ 37 w 50"/>
                  <a:gd name="T23" fmla="*/ 37 h 38"/>
                  <a:gd name="T24" fmla="*/ 33 w 50"/>
                  <a:gd name="T25" fmla="*/ 35 h 38"/>
                  <a:gd name="T26" fmla="*/ 29 w 50"/>
                  <a:gd name="T27" fmla="*/ 33 h 38"/>
                  <a:gd name="T28" fmla="*/ 26 w 50"/>
                  <a:gd name="T29" fmla="*/ 31 h 38"/>
                  <a:gd name="T30" fmla="*/ 23 w 50"/>
                  <a:gd name="T31" fmla="*/ 29 h 38"/>
                  <a:gd name="T32" fmla="*/ 20 w 50"/>
                  <a:gd name="T33" fmla="*/ 26 h 38"/>
                  <a:gd name="T34" fmla="*/ 18 w 50"/>
                  <a:gd name="T35" fmla="*/ 23 h 38"/>
                  <a:gd name="T36" fmla="*/ 15 w 50"/>
                  <a:gd name="T37" fmla="*/ 20 h 38"/>
                  <a:gd name="T38" fmla="*/ 12 w 50"/>
                  <a:gd name="T39" fmla="*/ 16 h 38"/>
                  <a:gd name="T40" fmla="*/ 9 w 50"/>
                  <a:gd name="T41" fmla="*/ 13 h 38"/>
                  <a:gd name="T42" fmla="*/ 7 w 50"/>
                  <a:gd name="T43" fmla="*/ 10 h 38"/>
                  <a:gd name="T44" fmla="*/ 5 w 50"/>
                  <a:gd name="T45" fmla="*/ 7 h 38"/>
                  <a:gd name="T46" fmla="*/ 2 w 50"/>
                  <a:gd name="T47" fmla="*/ 4 h 38"/>
                  <a:gd name="T48" fmla="*/ 0 w 50"/>
                  <a:gd name="T49" fmla="*/ 0 h 38"/>
                  <a:gd name="T50" fmla="*/ 28 w 50"/>
                  <a:gd name="T51" fmla="*/ 1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0"/>
                  <a:gd name="T79" fmla="*/ 0 h 38"/>
                  <a:gd name="T80" fmla="*/ 50 w 50"/>
                  <a:gd name="T81" fmla="*/ 38 h 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0" h="38">
                    <a:moveTo>
                      <a:pt x="28" y="1"/>
                    </a:moveTo>
                    <a:lnTo>
                      <a:pt x="31" y="7"/>
                    </a:lnTo>
                    <a:lnTo>
                      <a:pt x="33" y="11"/>
                    </a:lnTo>
                    <a:lnTo>
                      <a:pt x="35" y="15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50" y="38"/>
                    </a:lnTo>
                    <a:lnTo>
                      <a:pt x="46" y="38"/>
                    </a:lnTo>
                    <a:lnTo>
                      <a:pt x="41" y="37"/>
                    </a:lnTo>
                    <a:lnTo>
                      <a:pt x="37" y="37"/>
                    </a:lnTo>
                    <a:lnTo>
                      <a:pt x="33" y="35"/>
                    </a:lnTo>
                    <a:lnTo>
                      <a:pt x="29" y="33"/>
                    </a:lnTo>
                    <a:lnTo>
                      <a:pt x="26" y="31"/>
                    </a:lnTo>
                    <a:lnTo>
                      <a:pt x="23" y="29"/>
                    </a:lnTo>
                    <a:lnTo>
                      <a:pt x="20" y="26"/>
                    </a:lnTo>
                    <a:lnTo>
                      <a:pt x="18" y="23"/>
                    </a:lnTo>
                    <a:lnTo>
                      <a:pt x="15" y="20"/>
                    </a:lnTo>
                    <a:lnTo>
                      <a:pt x="12" y="16"/>
                    </a:lnTo>
                    <a:lnTo>
                      <a:pt x="9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41" name="Freeform 1095"/>
              <p:cNvSpPr>
                <a:spLocks/>
              </p:cNvSpPr>
              <p:nvPr/>
            </p:nvSpPr>
            <p:spPr bwMode="auto">
              <a:xfrm>
                <a:off x="2083" y="3370"/>
                <a:ext cx="50" cy="38"/>
              </a:xfrm>
              <a:custGeom>
                <a:avLst/>
                <a:gdLst>
                  <a:gd name="T0" fmla="*/ 50 w 50"/>
                  <a:gd name="T1" fmla="*/ 1 h 38"/>
                  <a:gd name="T2" fmla="*/ 50 w 50"/>
                  <a:gd name="T3" fmla="*/ 10 h 38"/>
                  <a:gd name="T4" fmla="*/ 50 w 50"/>
                  <a:gd name="T5" fmla="*/ 19 h 38"/>
                  <a:gd name="T6" fmla="*/ 50 w 50"/>
                  <a:gd name="T7" fmla="*/ 29 h 38"/>
                  <a:gd name="T8" fmla="*/ 50 w 50"/>
                  <a:gd name="T9" fmla="*/ 38 h 38"/>
                  <a:gd name="T10" fmla="*/ 0 w 50"/>
                  <a:gd name="T11" fmla="*/ 38 h 38"/>
                  <a:gd name="T12" fmla="*/ 2 w 50"/>
                  <a:gd name="T13" fmla="*/ 0 h 38"/>
                  <a:gd name="T14" fmla="*/ 4 w 50"/>
                  <a:gd name="T15" fmla="*/ 0 h 38"/>
                  <a:gd name="T16" fmla="*/ 8 w 50"/>
                  <a:gd name="T17" fmla="*/ 0 h 38"/>
                  <a:gd name="T18" fmla="*/ 11 w 50"/>
                  <a:gd name="T19" fmla="*/ 1 h 38"/>
                  <a:gd name="T20" fmla="*/ 13 w 50"/>
                  <a:gd name="T21" fmla="*/ 1 h 38"/>
                  <a:gd name="T22" fmla="*/ 16 w 50"/>
                  <a:gd name="T23" fmla="*/ 1 h 38"/>
                  <a:gd name="T24" fmla="*/ 19 w 50"/>
                  <a:gd name="T25" fmla="*/ 1 h 38"/>
                  <a:gd name="T26" fmla="*/ 23 w 50"/>
                  <a:gd name="T27" fmla="*/ 1 h 38"/>
                  <a:gd name="T28" fmla="*/ 26 w 50"/>
                  <a:gd name="T29" fmla="*/ 1 h 38"/>
                  <a:gd name="T30" fmla="*/ 29 w 50"/>
                  <a:gd name="T31" fmla="*/ 1 h 38"/>
                  <a:gd name="T32" fmla="*/ 32 w 50"/>
                  <a:gd name="T33" fmla="*/ 1 h 38"/>
                  <a:gd name="T34" fmla="*/ 35 w 50"/>
                  <a:gd name="T35" fmla="*/ 1 h 38"/>
                  <a:gd name="T36" fmla="*/ 39 w 50"/>
                  <a:gd name="T37" fmla="*/ 1 h 38"/>
                  <a:gd name="T38" fmla="*/ 41 w 50"/>
                  <a:gd name="T39" fmla="*/ 1 h 38"/>
                  <a:gd name="T40" fmla="*/ 44 w 50"/>
                  <a:gd name="T41" fmla="*/ 1 h 38"/>
                  <a:gd name="T42" fmla="*/ 47 w 50"/>
                  <a:gd name="T43" fmla="*/ 1 h 38"/>
                  <a:gd name="T44" fmla="*/ 50 w 50"/>
                  <a:gd name="T45" fmla="*/ 1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0"/>
                  <a:gd name="T70" fmla="*/ 0 h 38"/>
                  <a:gd name="T71" fmla="*/ 50 w 50"/>
                  <a:gd name="T72" fmla="*/ 38 h 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0" h="38">
                    <a:moveTo>
                      <a:pt x="50" y="1"/>
                    </a:moveTo>
                    <a:lnTo>
                      <a:pt x="50" y="10"/>
                    </a:lnTo>
                    <a:lnTo>
                      <a:pt x="50" y="19"/>
                    </a:lnTo>
                    <a:lnTo>
                      <a:pt x="50" y="29"/>
                    </a:lnTo>
                    <a:lnTo>
                      <a:pt x="50" y="38"/>
                    </a:lnTo>
                    <a:lnTo>
                      <a:pt x="0" y="38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1" y="1"/>
                    </a:lnTo>
                    <a:lnTo>
                      <a:pt x="44" y="1"/>
                    </a:lnTo>
                    <a:lnTo>
                      <a:pt x="47" y="1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42" name="Freeform 1096"/>
              <p:cNvSpPr>
                <a:spLocks/>
              </p:cNvSpPr>
              <p:nvPr/>
            </p:nvSpPr>
            <p:spPr bwMode="auto">
              <a:xfrm>
                <a:off x="2056" y="3412"/>
                <a:ext cx="77" cy="24"/>
              </a:xfrm>
              <a:custGeom>
                <a:avLst/>
                <a:gdLst>
                  <a:gd name="T0" fmla="*/ 27 w 77"/>
                  <a:gd name="T1" fmla="*/ 5 h 24"/>
                  <a:gd name="T2" fmla="*/ 28 w 77"/>
                  <a:gd name="T3" fmla="*/ 4 h 24"/>
                  <a:gd name="T4" fmla="*/ 28 w 77"/>
                  <a:gd name="T5" fmla="*/ 3 h 24"/>
                  <a:gd name="T6" fmla="*/ 28 w 77"/>
                  <a:gd name="T7" fmla="*/ 2 h 24"/>
                  <a:gd name="T8" fmla="*/ 28 w 77"/>
                  <a:gd name="T9" fmla="*/ 1 h 24"/>
                  <a:gd name="T10" fmla="*/ 77 w 77"/>
                  <a:gd name="T11" fmla="*/ 1 h 24"/>
                  <a:gd name="T12" fmla="*/ 77 w 77"/>
                  <a:gd name="T13" fmla="*/ 24 h 24"/>
                  <a:gd name="T14" fmla="*/ 72 w 77"/>
                  <a:gd name="T15" fmla="*/ 24 h 24"/>
                  <a:gd name="T16" fmla="*/ 67 w 77"/>
                  <a:gd name="T17" fmla="*/ 22 h 24"/>
                  <a:gd name="T18" fmla="*/ 62 w 77"/>
                  <a:gd name="T19" fmla="*/ 22 h 24"/>
                  <a:gd name="T20" fmla="*/ 57 w 77"/>
                  <a:gd name="T21" fmla="*/ 21 h 24"/>
                  <a:gd name="T22" fmla="*/ 52 w 77"/>
                  <a:gd name="T23" fmla="*/ 20 h 24"/>
                  <a:gd name="T24" fmla="*/ 47 w 77"/>
                  <a:gd name="T25" fmla="*/ 19 h 24"/>
                  <a:gd name="T26" fmla="*/ 42 w 77"/>
                  <a:gd name="T27" fmla="*/ 18 h 24"/>
                  <a:gd name="T28" fmla="*/ 38 w 77"/>
                  <a:gd name="T29" fmla="*/ 17 h 24"/>
                  <a:gd name="T30" fmla="*/ 32 w 77"/>
                  <a:gd name="T31" fmla="*/ 16 h 24"/>
                  <a:gd name="T32" fmla="*/ 27 w 77"/>
                  <a:gd name="T33" fmla="*/ 14 h 24"/>
                  <a:gd name="T34" fmla="*/ 23 w 77"/>
                  <a:gd name="T35" fmla="*/ 13 h 24"/>
                  <a:gd name="T36" fmla="*/ 19 w 77"/>
                  <a:gd name="T37" fmla="*/ 11 h 24"/>
                  <a:gd name="T38" fmla="*/ 13 w 77"/>
                  <a:gd name="T39" fmla="*/ 9 h 24"/>
                  <a:gd name="T40" fmla="*/ 9 w 77"/>
                  <a:gd name="T41" fmla="*/ 6 h 24"/>
                  <a:gd name="T42" fmla="*/ 5 w 77"/>
                  <a:gd name="T43" fmla="*/ 3 h 24"/>
                  <a:gd name="T44" fmla="*/ 0 w 77"/>
                  <a:gd name="T45" fmla="*/ 1 h 24"/>
                  <a:gd name="T46" fmla="*/ 4 w 77"/>
                  <a:gd name="T47" fmla="*/ 0 h 24"/>
                  <a:gd name="T48" fmla="*/ 7 w 77"/>
                  <a:gd name="T49" fmla="*/ 0 h 24"/>
                  <a:gd name="T50" fmla="*/ 10 w 77"/>
                  <a:gd name="T51" fmla="*/ 0 h 24"/>
                  <a:gd name="T52" fmla="*/ 13 w 77"/>
                  <a:gd name="T53" fmla="*/ 1 h 24"/>
                  <a:gd name="T54" fmla="*/ 16 w 77"/>
                  <a:gd name="T55" fmla="*/ 2 h 24"/>
                  <a:gd name="T56" fmla="*/ 20 w 77"/>
                  <a:gd name="T57" fmla="*/ 3 h 24"/>
                  <a:gd name="T58" fmla="*/ 24 w 77"/>
                  <a:gd name="T59" fmla="*/ 4 h 24"/>
                  <a:gd name="T60" fmla="*/ 27 w 77"/>
                  <a:gd name="T61" fmla="*/ 5 h 2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24"/>
                  <a:gd name="T95" fmla="*/ 77 w 77"/>
                  <a:gd name="T96" fmla="*/ 24 h 2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24">
                    <a:moveTo>
                      <a:pt x="27" y="5"/>
                    </a:moveTo>
                    <a:lnTo>
                      <a:pt x="28" y="4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8" y="1"/>
                    </a:lnTo>
                    <a:lnTo>
                      <a:pt x="77" y="1"/>
                    </a:lnTo>
                    <a:lnTo>
                      <a:pt x="77" y="24"/>
                    </a:lnTo>
                    <a:lnTo>
                      <a:pt x="72" y="24"/>
                    </a:lnTo>
                    <a:lnTo>
                      <a:pt x="67" y="22"/>
                    </a:lnTo>
                    <a:lnTo>
                      <a:pt x="62" y="22"/>
                    </a:lnTo>
                    <a:lnTo>
                      <a:pt x="57" y="21"/>
                    </a:lnTo>
                    <a:lnTo>
                      <a:pt x="52" y="20"/>
                    </a:lnTo>
                    <a:lnTo>
                      <a:pt x="47" y="19"/>
                    </a:lnTo>
                    <a:lnTo>
                      <a:pt x="42" y="18"/>
                    </a:lnTo>
                    <a:lnTo>
                      <a:pt x="38" y="17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2"/>
                    </a:lnTo>
                    <a:lnTo>
                      <a:pt x="20" y="3"/>
                    </a:lnTo>
                    <a:lnTo>
                      <a:pt x="24" y="4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4898" name="Rectangle 1097"/>
            <p:cNvSpPr>
              <a:spLocks noChangeArrowheads="1"/>
            </p:cNvSpPr>
            <p:nvPr/>
          </p:nvSpPr>
          <p:spPr bwMode="auto">
            <a:xfrm>
              <a:off x="2258" y="4007"/>
              <a:ext cx="542" cy="1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Pre Job Activity</a:t>
              </a:r>
              <a:endParaRPr lang="en-US" sz="1000" b="0">
                <a:latin typeface="Times New Roman" pitchFamily="18" charset="0"/>
              </a:endParaRPr>
            </a:p>
          </p:txBody>
        </p:sp>
        <p:sp>
          <p:nvSpPr>
            <p:cNvPr id="34899" name="Rectangle 1098"/>
            <p:cNvSpPr>
              <a:spLocks noChangeArrowheads="1"/>
            </p:cNvSpPr>
            <p:nvPr/>
          </p:nvSpPr>
          <p:spPr bwMode="auto">
            <a:xfrm>
              <a:off x="2704" y="3740"/>
              <a:ext cx="719" cy="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4900" name="Group 1099"/>
            <p:cNvGrpSpPr>
              <a:grpSpLocks/>
            </p:cNvGrpSpPr>
            <p:nvPr/>
          </p:nvGrpSpPr>
          <p:grpSpPr bwMode="auto">
            <a:xfrm>
              <a:off x="2872" y="3695"/>
              <a:ext cx="326" cy="268"/>
              <a:chOff x="2492" y="3139"/>
              <a:chExt cx="331" cy="295"/>
            </a:xfrm>
          </p:grpSpPr>
          <p:sp>
            <p:nvSpPr>
              <p:cNvPr id="34918" name="Freeform 1100"/>
              <p:cNvSpPr>
                <a:spLocks/>
              </p:cNvSpPr>
              <p:nvPr/>
            </p:nvSpPr>
            <p:spPr bwMode="auto">
              <a:xfrm>
                <a:off x="2514" y="3139"/>
                <a:ext cx="285" cy="295"/>
              </a:xfrm>
              <a:custGeom>
                <a:avLst/>
                <a:gdLst>
                  <a:gd name="T0" fmla="*/ 227 w 285"/>
                  <a:gd name="T1" fmla="*/ 295 h 295"/>
                  <a:gd name="T2" fmla="*/ 238 w 285"/>
                  <a:gd name="T3" fmla="*/ 295 h 295"/>
                  <a:gd name="T4" fmla="*/ 247 w 285"/>
                  <a:gd name="T5" fmla="*/ 292 h 295"/>
                  <a:gd name="T6" fmla="*/ 254 w 285"/>
                  <a:gd name="T7" fmla="*/ 289 h 295"/>
                  <a:gd name="T8" fmla="*/ 262 w 285"/>
                  <a:gd name="T9" fmla="*/ 284 h 295"/>
                  <a:gd name="T10" fmla="*/ 268 w 285"/>
                  <a:gd name="T11" fmla="*/ 278 h 295"/>
                  <a:gd name="T12" fmla="*/ 274 w 285"/>
                  <a:gd name="T13" fmla="*/ 272 h 295"/>
                  <a:gd name="T14" fmla="*/ 279 w 285"/>
                  <a:gd name="T15" fmla="*/ 263 h 295"/>
                  <a:gd name="T16" fmla="*/ 282 w 285"/>
                  <a:gd name="T17" fmla="*/ 255 h 295"/>
                  <a:gd name="T18" fmla="*/ 285 w 285"/>
                  <a:gd name="T19" fmla="*/ 246 h 295"/>
                  <a:gd name="T20" fmla="*/ 285 w 285"/>
                  <a:gd name="T21" fmla="*/ 236 h 295"/>
                  <a:gd name="T22" fmla="*/ 285 w 285"/>
                  <a:gd name="T23" fmla="*/ 58 h 295"/>
                  <a:gd name="T24" fmla="*/ 285 w 285"/>
                  <a:gd name="T25" fmla="*/ 49 h 295"/>
                  <a:gd name="T26" fmla="*/ 282 w 285"/>
                  <a:gd name="T27" fmla="*/ 40 h 295"/>
                  <a:gd name="T28" fmla="*/ 279 w 285"/>
                  <a:gd name="T29" fmla="*/ 32 h 295"/>
                  <a:gd name="T30" fmla="*/ 274 w 285"/>
                  <a:gd name="T31" fmla="*/ 23 h 295"/>
                  <a:gd name="T32" fmla="*/ 268 w 285"/>
                  <a:gd name="T33" fmla="*/ 17 h 295"/>
                  <a:gd name="T34" fmla="*/ 262 w 285"/>
                  <a:gd name="T35" fmla="*/ 11 h 295"/>
                  <a:gd name="T36" fmla="*/ 254 w 285"/>
                  <a:gd name="T37" fmla="*/ 6 h 295"/>
                  <a:gd name="T38" fmla="*/ 247 w 285"/>
                  <a:gd name="T39" fmla="*/ 3 h 295"/>
                  <a:gd name="T40" fmla="*/ 238 w 285"/>
                  <a:gd name="T41" fmla="*/ 0 h 295"/>
                  <a:gd name="T42" fmla="*/ 227 w 285"/>
                  <a:gd name="T43" fmla="*/ 0 h 295"/>
                  <a:gd name="T44" fmla="*/ 57 w 285"/>
                  <a:gd name="T45" fmla="*/ 0 h 295"/>
                  <a:gd name="T46" fmla="*/ 48 w 285"/>
                  <a:gd name="T47" fmla="*/ 0 h 295"/>
                  <a:gd name="T48" fmla="*/ 39 w 285"/>
                  <a:gd name="T49" fmla="*/ 3 h 295"/>
                  <a:gd name="T50" fmla="*/ 31 w 285"/>
                  <a:gd name="T51" fmla="*/ 6 h 295"/>
                  <a:gd name="T52" fmla="*/ 23 w 285"/>
                  <a:gd name="T53" fmla="*/ 11 h 295"/>
                  <a:gd name="T54" fmla="*/ 17 w 285"/>
                  <a:gd name="T55" fmla="*/ 17 h 295"/>
                  <a:gd name="T56" fmla="*/ 11 w 285"/>
                  <a:gd name="T57" fmla="*/ 23 h 295"/>
                  <a:gd name="T58" fmla="*/ 6 w 285"/>
                  <a:gd name="T59" fmla="*/ 32 h 295"/>
                  <a:gd name="T60" fmla="*/ 3 w 285"/>
                  <a:gd name="T61" fmla="*/ 40 h 295"/>
                  <a:gd name="T62" fmla="*/ 1 w 285"/>
                  <a:gd name="T63" fmla="*/ 49 h 295"/>
                  <a:gd name="T64" fmla="*/ 0 w 285"/>
                  <a:gd name="T65" fmla="*/ 58 h 295"/>
                  <a:gd name="T66" fmla="*/ 0 w 285"/>
                  <a:gd name="T67" fmla="*/ 236 h 295"/>
                  <a:gd name="T68" fmla="*/ 1 w 285"/>
                  <a:gd name="T69" fmla="*/ 246 h 295"/>
                  <a:gd name="T70" fmla="*/ 3 w 285"/>
                  <a:gd name="T71" fmla="*/ 255 h 295"/>
                  <a:gd name="T72" fmla="*/ 6 w 285"/>
                  <a:gd name="T73" fmla="*/ 263 h 295"/>
                  <a:gd name="T74" fmla="*/ 11 w 285"/>
                  <a:gd name="T75" fmla="*/ 272 h 295"/>
                  <a:gd name="T76" fmla="*/ 17 w 285"/>
                  <a:gd name="T77" fmla="*/ 278 h 295"/>
                  <a:gd name="T78" fmla="*/ 23 w 285"/>
                  <a:gd name="T79" fmla="*/ 284 h 295"/>
                  <a:gd name="T80" fmla="*/ 31 w 285"/>
                  <a:gd name="T81" fmla="*/ 289 h 295"/>
                  <a:gd name="T82" fmla="*/ 39 w 285"/>
                  <a:gd name="T83" fmla="*/ 292 h 295"/>
                  <a:gd name="T84" fmla="*/ 48 w 285"/>
                  <a:gd name="T85" fmla="*/ 295 h 295"/>
                  <a:gd name="T86" fmla="*/ 57 w 285"/>
                  <a:gd name="T87" fmla="*/ 295 h 295"/>
                  <a:gd name="T88" fmla="*/ 227 w 285"/>
                  <a:gd name="T89" fmla="*/ 295 h 295"/>
                  <a:gd name="T90" fmla="*/ 227 w 285"/>
                  <a:gd name="T91" fmla="*/ 295 h 29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85"/>
                  <a:gd name="T139" fmla="*/ 0 h 295"/>
                  <a:gd name="T140" fmla="*/ 285 w 285"/>
                  <a:gd name="T141" fmla="*/ 295 h 29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85" h="295">
                    <a:moveTo>
                      <a:pt x="227" y="295"/>
                    </a:moveTo>
                    <a:lnTo>
                      <a:pt x="238" y="295"/>
                    </a:lnTo>
                    <a:lnTo>
                      <a:pt x="247" y="292"/>
                    </a:lnTo>
                    <a:lnTo>
                      <a:pt x="254" y="289"/>
                    </a:lnTo>
                    <a:lnTo>
                      <a:pt x="262" y="284"/>
                    </a:lnTo>
                    <a:lnTo>
                      <a:pt x="268" y="278"/>
                    </a:lnTo>
                    <a:lnTo>
                      <a:pt x="274" y="272"/>
                    </a:lnTo>
                    <a:lnTo>
                      <a:pt x="279" y="263"/>
                    </a:lnTo>
                    <a:lnTo>
                      <a:pt x="282" y="255"/>
                    </a:lnTo>
                    <a:lnTo>
                      <a:pt x="285" y="246"/>
                    </a:lnTo>
                    <a:lnTo>
                      <a:pt x="285" y="236"/>
                    </a:lnTo>
                    <a:lnTo>
                      <a:pt x="285" y="58"/>
                    </a:lnTo>
                    <a:lnTo>
                      <a:pt x="285" y="49"/>
                    </a:lnTo>
                    <a:lnTo>
                      <a:pt x="282" y="40"/>
                    </a:lnTo>
                    <a:lnTo>
                      <a:pt x="279" y="32"/>
                    </a:lnTo>
                    <a:lnTo>
                      <a:pt x="274" y="23"/>
                    </a:lnTo>
                    <a:lnTo>
                      <a:pt x="268" y="17"/>
                    </a:lnTo>
                    <a:lnTo>
                      <a:pt x="262" y="11"/>
                    </a:lnTo>
                    <a:lnTo>
                      <a:pt x="254" y="6"/>
                    </a:lnTo>
                    <a:lnTo>
                      <a:pt x="247" y="3"/>
                    </a:lnTo>
                    <a:lnTo>
                      <a:pt x="238" y="0"/>
                    </a:lnTo>
                    <a:lnTo>
                      <a:pt x="227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39" y="3"/>
                    </a:lnTo>
                    <a:lnTo>
                      <a:pt x="31" y="6"/>
                    </a:lnTo>
                    <a:lnTo>
                      <a:pt x="23" y="11"/>
                    </a:lnTo>
                    <a:lnTo>
                      <a:pt x="17" y="17"/>
                    </a:lnTo>
                    <a:lnTo>
                      <a:pt x="11" y="23"/>
                    </a:lnTo>
                    <a:lnTo>
                      <a:pt x="6" y="32"/>
                    </a:lnTo>
                    <a:lnTo>
                      <a:pt x="3" y="40"/>
                    </a:lnTo>
                    <a:lnTo>
                      <a:pt x="1" y="49"/>
                    </a:lnTo>
                    <a:lnTo>
                      <a:pt x="0" y="58"/>
                    </a:lnTo>
                    <a:lnTo>
                      <a:pt x="0" y="236"/>
                    </a:lnTo>
                    <a:lnTo>
                      <a:pt x="1" y="246"/>
                    </a:lnTo>
                    <a:lnTo>
                      <a:pt x="3" y="255"/>
                    </a:lnTo>
                    <a:lnTo>
                      <a:pt x="6" y="263"/>
                    </a:lnTo>
                    <a:lnTo>
                      <a:pt x="11" y="272"/>
                    </a:lnTo>
                    <a:lnTo>
                      <a:pt x="17" y="278"/>
                    </a:lnTo>
                    <a:lnTo>
                      <a:pt x="23" y="284"/>
                    </a:lnTo>
                    <a:lnTo>
                      <a:pt x="31" y="289"/>
                    </a:lnTo>
                    <a:lnTo>
                      <a:pt x="39" y="292"/>
                    </a:lnTo>
                    <a:lnTo>
                      <a:pt x="48" y="295"/>
                    </a:lnTo>
                    <a:lnTo>
                      <a:pt x="57" y="295"/>
                    </a:lnTo>
                    <a:lnTo>
                      <a:pt x="227" y="29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9" name="Freeform 1101"/>
              <p:cNvSpPr>
                <a:spLocks/>
              </p:cNvSpPr>
              <p:nvPr/>
            </p:nvSpPr>
            <p:spPr bwMode="auto">
              <a:xfrm>
                <a:off x="2492" y="3152"/>
                <a:ext cx="178" cy="185"/>
              </a:xfrm>
              <a:custGeom>
                <a:avLst/>
                <a:gdLst>
                  <a:gd name="T0" fmla="*/ 156 w 178"/>
                  <a:gd name="T1" fmla="*/ 103 h 185"/>
                  <a:gd name="T2" fmla="*/ 156 w 178"/>
                  <a:gd name="T3" fmla="*/ 100 h 185"/>
                  <a:gd name="T4" fmla="*/ 156 w 178"/>
                  <a:gd name="T5" fmla="*/ 97 h 185"/>
                  <a:gd name="T6" fmla="*/ 156 w 178"/>
                  <a:gd name="T7" fmla="*/ 94 h 185"/>
                  <a:gd name="T8" fmla="*/ 156 w 178"/>
                  <a:gd name="T9" fmla="*/ 91 h 185"/>
                  <a:gd name="T10" fmla="*/ 156 w 178"/>
                  <a:gd name="T11" fmla="*/ 88 h 185"/>
                  <a:gd name="T12" fmla="*/ 156 w 178"/>
                  <a:gd name="T13" fmla="*/ 85 h 185"/>
                  <a:gd name="T14" fmla="*/ 178 w 178"/>
                  <a:gd name="T15" fmla="*/ 76 h 185"/>
                  <a:gd name="T16" fmla="*/ 148 w 178"/>
                  <a:gd name="T17" fmla="*/ 58 h 185"/>
                  <a:gd name="T18" fmla="*/ 145 w 178"/>
                  <a:gd name="T19" fmla="*/ 54 h 185"/>
                  <a:gd name="T20" fmla="*/ 141 w 178"/>
                  <a:gd name="T21" fmla="*/ 49 h 185"/>
                  <a:gd name="T22" fmla="*/ 137 w 178"/>
                  <a:gd name="T23" fmla="*/ 44 h 185"/>
                  <a:gd name="T24" fmla="*/ 119 w 178"/>
                  <a:gd name="T25" fmla="*/ 30 h 185"/>
                  <a:gd name="T26" fmla="*/ 114 w 178"/>
                  <a:gd name="T27" fmla="*/ 28 h 185"/>
                  <a:gd name="T28" fmla="*/ 108 w 178"/>
                  <a:gd name="T29" fmla="*/ 26 h 185"/>
                  <a:gd name="T30" fmla="*/ 103 w 178"/>
                  <a:gd name="T31" fmla="*/ 24 h 185"/>
                  <a:gd name="T32" fmla="*/ 77 w 178"/>
                  <a:gd name="T33" fmla="*/ 0 h 185"/>
                  <a:gd name="T34" fmla="*/ 74 w 178"/>
                  <a:gd name="T35" fmla="*/ 25 h 185"/>
                  <a:gd name="T36" fmla="*/ 69 w 178"/>
                  <a:gd name="T37" fmla="*/ 26 h 185"/>
                  <a:gd name="T38" fmla="*/ 63 w 178"/>
                  <a:gd name="T39" fmla="*/ 28 h 185"/>
                  <a:gd name="T40" fmla="*/ 46 w 178"/>
                  <a:gd name="T41" fmla="*/ 11 h 185"/>
                  <a:gd name="T42" fmla="*/ 39 w 178"/>
                  <a:gd name="T43" fmla="*/ 46 h 185"/>
                  <a:gd name="T44" fmla="*/ 36 w 178"/>
                  <a:gd name="T45" fmla="*/ 51 h 185"/>
                  <a:gd name="T46" fmla="*/ 32 w 178"/>
                  <a:gd name="T47" fmla="*/ 55 h 185"/>
                  <a:gd name="T48" fmla="*/ 30 w 178"/>
                  <a:gd name="T49" fmla="*/ 60 h 185"/>
                  <a:gd name="T50" fmla="*/ 23 w 178"/>
                  <a:gd name="T51" fmla="*/ 83 h 185"/>
                  <a:gd name="T52" fmla="*/ 23 w 178"/>
                  <a:gd name="T53" fmla="*/ 87 h 185"/>
                  <a:gd name="T54" fmla="*/ 22 w 178"/>
                  <a:gd name="T55" fmla="*/ 89 h 185"/>
                  <a:gd name="T56" fmla="*/ 22 w 178"/>
                  <a:gd name="T57" fmla="*/ 92 h 185"/>
                  <a:gd name="T58" fmla="*/ 22 w 178"/>
                  <a:gd name="T59" fmla="*/ 94 h 185"/>
                  <a:gd name="T60" fmla="*/ 22 w 178"/>
                  <a:gd name="T61" fmla="*/ 98 h 185"/>
                  <a:gd name="T62" fmla="*/ 23 w 178"/>
                  <a:gd name="T63" fmla="*/ 101 h 185"/>
                  <a:gd name="T64" fmla="*/ 0 w 178"/>
                  <a:gd name="T65" fmla="*/ 109 h 185"/>
                  <a:gd name="T66" fmla="*/ 31 w 178"/>
                  <a:gd name="T67" fmla="*/ 128 h 185"/>
                  <a:gd name="T68" fmla="*/ 35 w 178"/>
                  <a:gd name="T69" fmla="*/ 132 h 185"/>
                  <a:gd name="T70" fmla="*/ 37 w 178"/>
                  <a:gd name="T71" fmla="*/ 137 h 185"/>
                  <a:gd name="T72" fmla="*/ 41 w 178"/>
                  <a:gd name="T73" fmla="*/ 141 h 185"/>
                  <a:gd name="T74" fmla="*/ 60 w 178"/>
                  <a:gd name="T75" fmla="*/ 155 h 185"/>
                  <a:gd name="T76" fmla="*/ 64 w 178"/>
                  <a:gd name="T77" fmla="*/ 159 h 185"/>
                  <a:gd name="T78" fmla="*/ 71 w 178"/>
                  <a:gd name="T79" fmla="*/ 160 h 185"/>
                  <a:gd name="T80" fmla="*/ 75 w 178"/>
                  <a:gd name="T81" fmla="*/ 162 h 185"/>
                  <a:gd name="T82" fmla="*/ 101 w 178"/>
                  <a:gd name="T83" fmla="*/ 185 h 185"/>
                  <a:gd name="T84" fmla="*/ 105 w 178"/>
                  <a:gd name="T85" fmla="*/ 161 h 185"/>
                  <a:gd name="T86" fmla="*/ 110 w 178"/>
                  <a:gd name="T87" fmla="*/ 160 h 185"/>
                  <a:gd name="T88" fmla="*/ 115 w 178"/>
                  <a:gd name="T89" fmla="*/ 157 h 185"/>
                  <a:gd name="T90" fmla="*/ 133 w 178"/>
                  <a:gd name="T91" fmla="*/ 175 h 185"/>
                  <a:gd name="T92" fmla="*/ 139 w 178"/>
                  <a:gd name="T93" fmla="*/ 139 h 185"/>
                  <a:gd name="T94" fmla="*/ 142 w 178"/>
                  <a:gd name="T95" fmla="*/ 135 h 185"/>
                  <a:gd name="T96" fmla="*/ 146 w 178"/>
                  <a:gd name="T97" fmla="*/ 131 h 185"/>
                  <a:gd name="T98" fmla="*/ 148 w 178"/>
                  <a:gd name="T99" fmla="*/ 127 h 1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5"/>
                  <a:gd name="T152" fmla="*/ 178 w 178"/>
                  <a:gd name="T153" fmla="*/ 185 h 1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5">
                    <a:moveTo>
                      <a:pt x="170" y="133"/>
                    </a:moveTo>
                    <a:lnTo>
                      <a:pt x="178" y="109"/>
                    </a:lnTo>
                    <a:lnTo>
                      <a:pt x="156" y="103"/>
                    </a:lnTo>
                    <a:lnTo>
                      <a:pt x="156" y="101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91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5"/>
                    </a:lnTo>
                    <a:lnTo>
                      <a:pt x="156" y="83"/>
                    </a:lnTo>
                    <a:lnTo>
                      <a:pt x="178" y="76"/>
                    </a:lnTo>
                    <a:lnTo>
                      <a:pt x="170" y="53"/>
                    </a:lnTo>
                    <a:lnTo>
                      <a:pt x="148" y="60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6" y="55"/>
                    </a:lnTo>
                    <a:lnTo>
                      <a:pt x="145" y="54"/>
                    </a:lnTo>
                    <a:lnTo>
                      <a:pt x="144" y="52"/>
                    </a:lnTo>
                    <a:lnTo>
                      <a:pt x="142" y="51"/>
                    </a:lnTo>
                    <a:lnTo>
                      <a:pt x="141" y="49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4"/>
                    </a:lnTo>
                    <a:lnTo>
                      <a:pt x="151" y="25"/>
                    </a:lnTo>
                    <a:lnTo>
                      <a:pt x="133" y="11"/>
                    </a:lnTo>
                    <a:lnTo>
                      <a:pt x="119" y="30"/>
                    </a:lnTo>
                    <a:lnTo>
                      <a:pt x="117" y="29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1" y="27"/>
                    </a:lnTo>
                    <a:lnTo>
                      <a:pt x="110" y="26"/>
                    </a:lnTo>
                    <a:lnTo>
                      <a:pt x="108" y="26"/>
                    </a:lnTo>
                    <a:lnTo>
                      <a:pt x="107" y="25"/>
                    </a:lnTo>
                    <a:lnTo>
                      <a:pt x="105" y="25"/>
                    </a:lnTo>
                    <a:lnTo>
                      <a:pt x="103" y="24"/>
                    </a:lnTo>
                    <a:lnTo>
                      <a:pt x="101" y="24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4"/>
                    </a:lnTo>
                    <a:lnTo>
                      <a:pt x="75" y="24"/>
                    </a:lnTo>
                    <a:lnTo>
                      <a:pt x="74" y="25"/>
                    </a:lnTo>
                    <a:lnTo>
                      <a:pt x="72" y="25"/>
                    </a:lnTo>
                    <a:lnTo>
                      <a:pt x="71" y="26"/>
                    </a:lnTo>
                    <a:lnTo>
                      <a:pt x="69" y="26"/>
                    </a:lnTo>
                    <a:lnTo>
                      <a:pt x="67" y="27"/>
                    </a:lnTo>
                    <a:lnTo>
                      <a:pt x="64" y="28"/>
                    </a:lnTo>
                    <a:lnTo>
                      <a:pt x="63" y="28"/>
                    </a:lnTo>
                    <a:lnTo>
                      <a:pt x="61" y="29"/>
                    </a:lnTo>
                    <a:lnTo>
                      <a:pt x="60" y="30"/>
                    </a:lnTo>
                    <a:lnTo>
                      <a:pt x="46" y="11"/>
                    </a:lnTo>
                    <a:lnTo>
                      <a:pt x="27" y="25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5" y="52"/>
                    </a:lnTo>
                    <a:lnTo>
                      <a:pt x="35" y="54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9" y="53"/>
                    </a:lnTo>
                    <a:lnTo>
                      <a:pt x="0" y="76"/>
                    </a:lnTo>
                    <a:lnTo>
                      <a:pt x="23" y="83"/>
                    </a:lnTo>
                    <a:lnTo>
                      <a:pt x="23" y="85"/>
                    </a:lnTo>
                    <a:lnTo>
                      <a:pt x="23" y="87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1"/>
                    </a:lnTo>
                    <a:lnTo>
                      <a:pt x="22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3"/>
                    </a:lnTo>
                    <a:lnTo>
                      <a:pt x="0" y="109"/>
                    </a:lnTo>
                    <a:lnTo>
                      <a:pt x="9" y="133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2" y="131"/>
                    </a:lnTo>
                    <a:lnTo>
                      <a:pt x="35" y="132"/>
                    </a:lnTo>
                    <a:lnTo>
                      <a:pt x="35" y="134"/>
                    </a:lnTo>
                    <a:lnTo>
                      <a:pt x="36" y="135"/>
                    </a:lnTo>
                    <a:lnTo>
                      <a:pt x="37" y="137"/>
                    </a:lnTo>
                    <a:lnTo>
                      <a:pt x="38" y="138"/>
                    </a:lnTo>
                    <a:lnTo>
                      <a:pt x="39" y="139"/>
                    </a:lnTo>
                    <a:lnTo>
                      <a:pt x="41" y="141"/>
                    </a:lnTo>
                    <a:lnTo>
                      <a:pt x="27" y="161"/>
                    </a:lnTo>
                    <a:lnTo>
                      <a:pt x="46" y="175"/>
                    </a:lnTo>
                    <a:lnTo>
                      <a:pt x="60" y="155"/>
                    </a:lnTo>
                    <a:lnTo>
                      <a:pt x="61" y="156"/>
                    </a:lnTo>
                    <a:lnTo>
                      <a:pt x="63" y="157"/>
                    </a:lnTo>
                    <a:lnTo>
                      <a:pt x="64" y="159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1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85"/>
                    </a:lnTo>
                    <a:lnTo>
                      <a:pt x="101" y="185"/>
                    </a:lnTo>
                    <a:lnTo>
                      <a:pt x="101" y="162"/>
                    </a:lnTo>
                    <a:lnTo>
                      <a:pt x="103" y="162"/>
                    </a:lnTo>
                    <a:lnTo>
                      <a:pt x="105" y="161"/>
                    </a:lnTo>
                    <a:lnTo>
                      <a:pt x="107" y="160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59"/>
                    </a:lnTo>
                    <a:lnTo>
                      <a:pt x="114" y="157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5"/>
                    </a:lnTo>
                    <a:lnTo>
                      <a:pt x="151" y="161"/>
                    </a:lnTo>
                    <a:lnTo>
                      <a:pt x="137" y="141"/>
                    </a:lnTo>
                    <a:lnTo>
                      <a:pt x="139" y="139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2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6" y="131"/>
                    </a:lnTo>
                    <a:lnTo>
                      <a:pt x="147" y="129"/>
                    </a:lnTo>
                    <a:lnTo>
                      <a:pt x="148" y="128"/>
                    </a:lnTo>
                    <a:lnTo>
                      <a:pt x="148" y="127"/>
                    </a:lnTo>
                    <a:lnTo>
                      <a:pt x="170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0" name="Freeform 1102"/>
              <p:cNvSpPr>
                <a:spLocks/>
              </p:cNvSpPr>
              <p:nvPr/>
            </p:nvSpPr>
            <p:spPr bwMode="auto">
              <a:xfrm>
                <a:off x="2645" y="3234"/>
                <a:ext cx="178" cy="184"/>
              </a:xfrm>
              <a:custGeom>
                <a:avLst/>
                <a:gdLst>
                  <a:gd name="T0" fmla="*/ 156 w 178"/>
                  <a:gd name="T1" fmla="*/ 102 h 184"/>
                  <a:gd name="T2" fmla="*/ 156 w 178"/>
                  <a:gd name="T3" fmla="*/ 99 h 184"/>
                  <a:gd name="T4" fmla="*/ 156 w 178"/>
                  <a:gd name="T5" fmla="*/ 96 h 184"/>
                  <a:gd name="T6" fmla="*/ 156 w 178"/>
                  <a:gd name="T7" fmla="*/ 94 h 184"/>
                  <a:gd name="T8" fmla="*/ 156 w 178"/>
                  <a:gd name="T9" fmla="*/ 90 h 184"/>
                  <a:gd name="T10" fmla="*/ 156 w 178"/>
                  <a:gd name="T11" fmla="*/ 87 h 184"/>
                  <a:gd name="T12" fmla="*/ 156 w 178"/>
                  <a:gd name="T13" fmla="*/ 84 h 184"/>
                  <a:gd name="T14" fmla="*/ 178 w 178"/>
                  <a:gd name="T15" fmla="*/ 75 h 184"/>
                  <a:gd name="T16" fmla="*/ 148 w 178"/>
                  <a:gd name="T17" fmla="*/ 58 h 184"/>
                  <a:gd name="T18" fmla="*/ 144 w 178"/>
                  <a:gd name="T19" fmla="*/ 53 h 184"/>
                  <a:gd name="T20" fmla="*/ 141 w 178"/>
                  <a:gd name="T21" fmla="*/ 48 h 184"/>
                  <a:gd name="T22" fmla="*/ 137 w 178"/>
                  <a:gd name="T23" fmla="*/ 45 h 184"/>
                  <a:gd name="T24" fmla="*/ 119 w 178"/>
                  <a:gd name="T25" fmla="*/ 30 h 184"/>
                  <a:gd name="T26" fmla="*/ 113 w 178"/>
                  <a:gd name="T27" fmla="*/ 27 h 184"/>
                  <a:gd name="T28" fmla="*/ 108 w 178"/>
                  <a:gd name="T29" fmla="*/ 25 h 184"/>
                  <a:gd name="T30" fmla="*/ 103 w 178"/>
                  <a:gd name="T31" fmla="*/ 23 h 184"/>
                  <a:gd name="T32" fmla="*/ 77 w 178"/>
                  <a:gd name="T33" fmla="*/ 0 h 184"/>
                  <a:gd name="T34" fmla="*/ 74 w 178"/>
                  <a:gd name="T35" fmla="*/ 24 h 184"/>
                  <a:gd name="T36" fmla="*/ 69 w 178"/>
                  <a:gd name="T37" fmla="*/ 25 h 184"/>
                  <a:gd name="T38" fmla="*/ 63 w 178"/>
                  <a:gd name="T39" fmla="*/ 27 h 184"/>
                  <a:gd name="T40" fmla="*/ 46 w 178"/>
                  <a:gd name="T41" fmla="*/ 10 h 184"/>
                  <a:gd name="T42" fmla="*/ 39 w 178"/>
                  <a:gd name="T43" fmla="*/ 46 h 184"/>
                  <a:gd name="T44" fmla="*/ 35 w 178"/>
                  <a:gd name="T45" fmla="*/ 50 h 184"/>
                  <a:gd name="T46" fmla="*/ 32 w 178"/>
                  <a:gd name="T47" fmla="*/ 54 h 184"/>
                  <a:gd name="T48" fmla="*/ 30 w 178"/>
                  <a:gd name="T49" fmla="*/ 59 h 184"/>
                  <a:gd name="T50" fmla="*/ 23 w 178"/>
                  <a:gd name="T51" fmla="*/ 82 h 184"/>
                  <a:gd name="T52" fmla="*/ 23 w 178"/>
                  <a:gd name="T53" fmla="*/ 86 h 184"/>
                  <a:gd name="T54" fmla="*/ 22 w 178"/>
                  <a:gd name="T55" fmla="*/ 88 h 184"/>
                  <a:gd name="T56" fmla="*/ 22 w 178"/>
                  <a:gd name="T57" fmla="*/ 92 h 184"/>
                  <a:gd name="T58" fmla="*/ 22 w 178"/>
                  <a:gd name="T59" fmla="*/ 95 h 184"/>
                  <a:gd name="T60" fmla="*/ 22 w 178"/>
                  <a:gd name="T61" fmla="*/ 97 h 184"/>
                  <a:gd name="T62" fmla="*/ 23 w 178"/>
                  <a:gd name="T63" fmla="*/ 100 h 184"/>
                  <a:gd name="T64" fmla="*/ 0 w 178"/>
                  <a:gd name="T65" fmla="*/ 109 h 184"/>
                  <a:gd name="T66" fmla="*/ 31 w 178"/>
                  <a:gd name="T67" fmla="*/ 127 h 184"/>
                  <a:gd name="T68" fmla="*/ 34 w 178"/>
                  <a:gd name="T69" fmla="*/ 132 h 184"/>
                  <a:gd name="T70" fmla="*/ 36 w 178"/>
                  <a:gd name="T71" fmla="*/ 136 h 184"/>
                  <a:gd name="T72" fmla="*/ 41 w 178"/>
                  <a:gd name="T73" fmla="*/ 141 h 184"/>
                  <a:gd name="T74" fmla="*/ 60 w 178"/>
                  <a:gd name="T75" fmla="*/ 155 h 184"/>
                  <a:gd name="T76" fmla="*/ 64 w 178"/>
                  <a:gd name="T77" fmla="*/ 158 h 184"/>
                  <a:gd name="T78" fmla="*/ 71 w 178"/>
                  <a:gd name="T79" fmla="*/ 159 h 184"/>
                  <a:gd name="T80" fmla="*/ 75 w 178"/>
                  <a:gd name="T81" fmla="*/ 161 h 184"/>
                  <a:gd name="T82" fmla="*/ 101 w 178"/>
                  <a:gd name="T83" fmla="*/ 184 h 184"/>
                  <a:gd name="T84" fmla="*/ 105 w 178"/>
                  <a:gd name="T85" fmla="*/ 160 h 184"/>
                  <a:gd name="T86" fmla="*/ 110 w 178"/>
                  <a:gd name="T87" fmla="*/ 159 h 184"/>
                  <a:gd name="T88" fmla="*/ 115 w 178"/>
                  <a:gd name="T89" fmla="*/ 157 h 184"/>
                  <a:gd name="T90" fmla="*/ 133 w 178"/>
                  <a:gd name="T91" fmla="*/ 174 h 184"/>
                  <a:gd name="T92" fmla="*/ 139 w 178"/>
                  <a:gd name="T93" fmla="*/ 140 h 184"/>
                  <a:gd name="T94" fmla="*/ 142 w 178"/>
                  <a:gd name="T95" fmla="*/ 134 h 184"/>
                  <a:gd name="T96" fmla="*/ 145 w 178"/>
                  <a:gd name="T97" fmla="*/ 130 h 184"/>
                  <a:gd name="T98" fmla="*/ 148 w 178"/>
                  <a:gd name="T99" fmla="*/ 126 h 1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4"/>
                  <a:gd name="T152" fmla="*/ 178 w 178"/>
                  <a:gd name="T153" fmla="*/ 184 h 18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4">
                    <a:moveTo>
                      <a:pt x="170" y="132"/>
                    </a:moveTo>
                    <a:lnTo>
                      <a:pt x="178" y="109"/>
                    </a:lnTo>
                    <a:lnTo>
                      <a:pt x="156" y="102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5"/>
                    </a:lnTo>
                    <a:lnTo>
                      <a:pt x="156" y="94"/>
                    </a:lnTo>
                    <a:lnTo>
                      <a:pt x="156" y="93"/>
                    </a:lnTo>
                    <a:lnTo>
                      <a:pt x="156" y="92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6"/>
                    </a:lnTo>
                    <a:lnTo>
                      <a:pt x="156" y="84"/>
                    </a:lnTo>
                    <a:lnTo>
                      <a:pt x="156" y="82"/>
                    </a:lnTo>
                    <a:lnTo>
                      <a:pt x="178" y="75"/>
                    </a:lnTo>
                    <a:lnTo>
                      <a:pt x="170" y="52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7" y="56"/>
                    </a:lnTo>
                    <a:lnTo>
                      <a:pt x="145" y="54"/>
                    </a:lnTo>
                    <a:lnTo>
                      <a:pt x="144" y="53"/>
                    </a:lnTo>
                    <a:lnTo>
                      <a:pt x="143" y="51"/>
                    </a:lnTo>
                    <a:lnTo>
                      <a:pt x="142" y="50"/>
                    </a:lnTo>
                    <a:lnTo>
                      <a:pt x="141" y="48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5"/>
                    </a:lnTo>
                    <a:lnTo>
                      <a:pt x="151" y="24"/>
                    </a:lnTo>
                    <a:lnTo>
                      <a:pt x="133" y="10"/>
                    </a:lnTo>
                    <a:lnTo>
                      <a:pt x="119" y="30"/>
                    </a:lnTo>
                    <a:lnTo>
                      <a:pt x="117" y="28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5" y="24"/>
                    </a:lnTo>
                    <a:lnTo>
                      <a:pt x="103" y="23"/>
                    </a:lnTo>
                    <a:lnTo>
                      <a:pt x="101" y="23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3"/>
                    </a:lnTo>
                    <a:lnTo>
                      <a:pt x="75" y="23"/>
                    </a:lnTo>
                    <a:lnTo>
                      <a:pt x="74" y="24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6" y="26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0" y="30"/>
                    </a:lnTo>
                    <a:lnTo>
                      <a:pt x="46" y="10"/>
                    </a:lnTo>
                    <a:lnTo>
                      <a:pt x="27" y="24"/>
                    </a:lnTo>
                    <a:lnTo>
                      <a:pt x="41" y="45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6" y="49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4" y="53"/>
                    </a:lnTo>
                    <a:lnTo>
                      <a:pt x="32" y="54"/>
                    </a:lnTo>
                    <a:lnTo>
                      <a:pt x="31" y="56"/>
                    </a:lnTo>
                    <a:lnTo>
                      <a:pt x="31" y="58"/>
                    </a:lnTo>
                    <a:lnTo>
                      <a:pt x="30" y="59"/>
                    </a:lnTo>
                    <a:lnTo>
                      <a:pt x="9" y="52"/>
                    </a:lnTo>
                    <a:lnTo>
                      <a:pt x="0" y="75"/>
                    </a:lnTo>
                    <a:lnTo>
                      <a:pt x="23" y="82"/>
                    </a:lnTo>
                    <a:lnTo>
                      <a:pt x="23" y="84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2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2"/>
                    </a:lnTo>
                    <a:lnTo>
                      <a:pt x="0" y="109"/>
                    </a:lnTo>
                    <a:lnTo>
                      <a:pt x="9" y="132"/>
                    </a:lnTo>
                    <a:lnTo>
                      <a:pt x="30" y="126"/>
                    </a:lnTo>
                    <a:lnTo>
                      <a:pt x="31" y="127"/>
                    </a:lnTo>
                    <a:lnTo>
                      <a:pt x="31" y="128"/>
                    </a:lnTo>
                    <a:lnTo>
                      <a:pt x="32" y="130"/>
                    </a:lnTo>
                    <a:lnTo>
                      <a:pt x="34" y="132"/>
                    </a:lnTo>
                    <a:lnTo>
                      <a:pt x="34" y="133"/>
                    </a:lnTo>
                    <a:lnTo>
                      <a:pt x="35" y="134"/>
                    </a:lnTo>
                    <a:lnTo>
                      <a:pt x="36" y="136"/>
                    </a:lnTo>
                    <a:lnTo>
                      <a:pt x="38" y="137"/>
                    </a:lnTo>
                    <a:lnTo>
                      <a:pt x="39" y="140"/>
                    </a:lnTo>
                    <a:lnTo>
                      <a:pt x="41" y="141"/>
                    </a:lnTo>
                    <a:lnTo>
                      <a:pt x="27" y="160"/>
                    </a:lnTo>
                    <a:lnTo>
                      <a:pt x="46" y="174"/>
                    </a:lnTo>
                    <a:lnTo>
                      <a:pt x="60" y="155"/>
                    </a:lnTo>
                    <a:lnTo>
                      <a:pt x="62" y="156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6" y="158"/>
                    </a:lnTo>
                    <a:lnTo>
                      <a:pt x="69" y="159"/>
                    </a:lnTo>
                    <a:lnTo>
                      <a:pt x="71" y="159"/>
                    </a:lnTo>
                    <a:lnTo>
                      <a:pt x="72" y="160"/>
                    </a:lnTo>
                    <a:lnTo>
                      <a:pt x="74" y="160"/>
                    </a:lnTo>
                    <a:lnTo>
                      <a:pt x="75" y="161"/>
                    </a:lnTo>
                    <a:lnTo>
                      <a:pt x="77" y="161"/>
                    </a:lnTo>
                    <a:lnTo>
                      <a:pt x="77" y="184"/>
                    </a:lnTo>
                    <a:lnTo>
                      <a:pt x="101" y="184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5" y="160"/>
                    </a:lnTo>
                    <a:lnTo>
                      <a:pt x="107" y="160"/>
                    </a:lnTo>
                    <a:lnTo>
                      <a:pt x="108" y="159"/>
                    </a:lnTo>
                    <a:lnTo>
                      <a:pt x="110" y="159"/>
                    </a:lnTo>
                    <a:lnTo>
                      <a:pt x="111" y="158"/>
                    </a:lnTo>
                    <a:lnTo>
                      <a:pt x="113" y="158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4"/>
                    </a:lnTo>
                    <a:lnTo>
                      <a:pt x="151" y="160"/>
                    </a:lnTo>
                    <a:lnTo>
                      <a:pt x="137" y="141"/>
                    </a:lnTo>
                    <a:lnTo>
                      <a:pt x="139" y="140"/>
                    </a:lnTo>
                    <a:lnTo>
                      <a:pt x="140" y="137"/>
                    </a:lnTo>
                    <a:lnTo>
                      <a:pt x="141" y="136"/>
                    </a:lnTo>
                    <a:lnTo>
                      <a:pt x="142" y="134"/>
                    </a:lnTo>
                    <a:lnTo>
                      <a:pt x="143" y="133"/>
                    </a:lnTo>
                    <a:lnTo>
                      <a:pt x="144" y="131"/>
                    </a:lnTo>
                    <a:lnTo>
                      <a:pt x="145" y="130"/>
                    </a:lnTo>
                    <a:lnTo>
                      <a:pt x="147" y="128"/>
                    </a:lnTo>
                    <a:lnTo>
                      <a:pt x="148" y="127"/>
                    </a:lnTo>
                    <a:lnTo>
                      <a:pt x="148" y="126"/>
                    </a:lnTo>
                    <a:lnTo>
                      <a:pt x="170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1" name="Freeform 1103"/>
              <p:cNvSpPr>
                <a:spLocks/>
              </p:cNvSpPr>
              <p:nvPr/>
            </p:nvSpPr>
            <p:spPr bwMode="auto">
              <a:xfrm>
                <a:off x="2545" y="3207"/>
                <a:ext cx="72" cy="76"/>
              </a:xfrm>
              <a:custGeom>
                <a:avLst/>
                <a:gdLst>
                  <a:gd name="T0" fmla="*/ 0 w 72"/>
                  <a:gd name="T1" fmla="*/ 37 h 76"/>
                  <a:gd name="T2" fmla="*/ 0 w 72"/>
                  <a:gd name="T3" fmla="*/ 32 h 76"/>
                  <a:gd name="T4" fmla="*/ 2 w 72"/>
                  <a:gd name="T5" fmla="*/ 27 h 76"/>
                  <a:gd name="T6" fmla="*/ 4 w 72"/>
                  <a:gd name="T7" fmla="*/ 20 h 76"/>
                  <a:gd name="T8" fmla="*/ 6 w 72"/>
                  <a:gd name="T9" fmla="*/ 16 h 76"/>
                  <a:gd name="T10" fmla="*/ 10 w 72"/>
                  <a:gd name="T11" fmla="*/ 11 h 76"/>
                  <a:gd name="T12" fmla="*/ 15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7 h 76"/>
                  <a:gd name="T38" fmla="*/ 72 w 72"/>
                  <a:gd name="T39" fmla="*/ 32 h 76"/>
                  <a:gd name="T40" fmla="*/ 72 w 72"/>
                  <a:gd name="T41" fmla="*/ 37 h 76"/>
                  <a:gd name="T42" fmla="*/ 72 w 72"/>
                  <a:gd name="T43" fmla="*/ 44 h 76"/>
                  <a:gd name="T44" fmla="*/ 70 w 72"/>
                  <a:gd name="T45" fmla="*/ 50 h 76"/>
                  <a:gd name="T46" fmla="*/ 68 w 72"/>
                  <a:gd name="T47" fmla="*/ 55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9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5 w 72"/>
                  <a:gd name="T69" fmla="*/ 69 h 76"/>
                  <a:gd name="T70" fmla="*/ 10 w 72"/>
                  <a:gd name="T71" fmla="*/ 65 h 76"/>
                  <a:gd name="T72" fmla="*/ 6 w 72"/>
                  <a:gd name="T73" fmla="*/ 60 h 76"/>
                  <a:gd name="T74" fmla="*/ 4 w 72"/>
                  <a:gd name="T75" fmla="*/ 55 h 76"/>
                  <a:gd name="T76" fmla="*/ 2 w 72"/>
                  <a:gd name="T77" fmla="*/ 50 h 76"/>
                  <a:gd name="T78" fmla="*/ 0 w 72"/>
                  <a:gd name="T79" fmla="*/ 44 h 76"/>
                  <a:gd name="T80" fmla="*/ 0 w 72"/>
                  <a:gd name="T81" fmla="*/ 37 h 76"/>
                  <a:gd name="T82" fmla="*/ 0 w 72"/>
                  <a:gd name="T83" fmla="*/ 37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7"/>
                    </a:moveTo>
                    <a:lnTo>
                      <a:pt x="0" y="32"/>
                    </a:lnTo>
                    <a:lnTo>
                      <a:pt x="2" y="27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10" y="11"/>
                    </a:lnTo>
                    <a:lnTo>
                      <a:pt x="15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7"/>
                    </a:lnTo>
                    <a:lnTo>
                      <a:pt x="72" y="32"/>
                    </a:lnTo>
                    <a:lnTo>
                      <a:pt x="72" y="37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5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9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5" y="69"/>
                    </a:lnTo>
                    <a:lnTo>
                      <a:pt x="10" y="65"/>
                    </a:lnTo>
                    <a:lnTo>
                      <a:pt x="6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22" name="Freeform 1104"/>
              <p:cNvSpPr>
                <a:spLocks/>
              </p:cNvSpPr>
              <p:nvPr/>
            </p:nvSpPr>
            <p:spPr bwMode="auto">
              <a:xfrm>
                <a:off x="2698" y="3288"/>
                <a:ext cx="72" cy="76"/>
              </a:xfrm>
              <a:custGeom>
                <a:avLst/>
                <a:gdLst>
                  <a:gd name="T0" fmla="*/ 0 w 72"/>
                  <a:gd name="T1" fmla="*/ 38 h 76"/>
                  <a:gd name="T2" fmla="*/ 1 w 72"/>
                  <a:gd name="T3" fmla="*/ 32 h 76"/>
                  <a:gd name="T4" fmla="*/ 2 w 72"/>
                  <a:gd name="T5" fmla="*/ 26 h 76"/>
                  <a:gd name="T6" fmla="*/ 4 w 72"/>
                  <a:gd name="T7" fmla="*/ 20 h 76"/>
                  <a:gd name="T8" fmla="*/ 7 w 72"/>
                  <a:gd name="T9" fmla="*/ 16 h 76"/>
                  <a:gd name="T10" fmla="*/ 10 w 72"/>
                  <a:gd name="T11" fmla="*/ 11 h 76"/>
                  <a:gd name="T12" fmla="*/ 14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6 h 76"/>
                  <a:gd name="T38" fmla="*/ 72 w 72"/>
                  <a:gd name="T39" fmla="*/ 32 h 76"/>
                  <a:gd name="T40" fmla="*/ 72 w 72"/>
                  <a:gd name="T41" fmla="*/ 38 h 76"/>
                  <a:gd name="T42" fmla="*/ 72 w 72"/>
                  <a:gd name="T43" fmla="*/ 45 h 76"/>
                  <a:gd name="T44" fmla="*/ 70 w 72"/>
                  <a:gd name="T45" fmla="*/ 50 h 76"/>
                  <a:gd name="T46" fmla="*/ 68 w 72"/>
                  <a:gd name="T47" fmla="*/ 56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8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4 w 72"/>
                  <a:gd name="T69" fmla="*/ 68 h 76"/>
                  <a:gd name="T70" fmla="*/ 10 w 72"/>
                  <a:gd name="T71" fmla="*/ 65 h 76"/>
                  <a:gd name="T72" fmla="*/ 7 w 72"/>
                  <a:gd name="T73" fmla="*/ 60 h 76"/>
                  <a:gd name="T74" fmla="*/ 4 w 72"/>
                  <a:gd name="T75" fmla="*/ 56 h 76"/>
                  <a:gd name="T76" fmla="*/ 2 w 72"/>
                  <a:gd name="T77" fmla="*/ 50 h 76"/>
                  <a:gd name="T78" fmla="*/ 1 w 72"/>
                  <a:gd name="T79" fmla="*/ 45 h 76"/>
                  <a:gd name="T80" fmla="*/ 0 w 72"/>
                  <a:gd name="T81" fmla="*/ 38 h 76"/>
                  <a:gd name="T82" fmla="*/ 0 w 72"/>
                  <a:gd name="T83" fmla="*/ 38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8"/>
                    </a:moveTo>
                    <a:lnTo>
                      <a:pt x="1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4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2" y="38"/>
                    </a:lnTo>
                    <a:lnTo>
                      <a:pt x="72" y="45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8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4" y="68"/>
                    </a:lnTo>
                    <a:lnTo>
                      <a:pt x="10" y="65"/>
                    </a:lnTo>
                    <a:lnTo>
                      <a:pt x="7" y="60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1" y="45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4901" name="Rectangle 1105"/>
            <p:cNvSpPr>
              <a:spLocks noChangeArrowheads="1"/>
            </p:cNvSpPr>
            <p:nvPr/>
          </p:nvSpPr>
          <p:spPr bwMode="auto">
            <a:xfrm>
              <a:off x="2780" y="4010"/>
              <a:ext cx="606" cy="1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Work In Progress</a:t>
              </a:r>
              <a:endParaRPr lang="en-US" sz="1000" b="0">
                <a:latin typeface="Times New Roman" pitchFamily="18" charset="0"/>
              </a:endParaRPr>
            </a:p>
          </p:txBody>
        </p:sp>
        <p:grpSp>
          <p:nvGrpSpPr>
            <p:cNvPr id="34902" name="Group 1106"/>
            <p:cNvGrpSpPr>
              <a:grpSpLocks/>
            </p:cNvGrpSpPr>
            <p:nvPr/>
          </p:nvGrpSpPr>
          <p:grpSpPr bwMode="auto">
            <a:xfrm>
              <a:off x="3434" y="3698"/>
              <a:ext cx="304" cy="261"/>
              <a:chOff x="3034" y="3151"/>
              <a:chExt cx="294" cy="277"/>
            </a:xfrm>
          </p:grpSpPr>
          <p:sp>
            <p:nvSpPr>
              <p:cNvPr id="34908" name="Freeform 1107"/>
              <p:cNvSpPr>
                <a:spLocks/>
              </p:cNvSpPr>
              <p:nvPr/>
            </p:nvSpPr>
            <p:spPr bwMode="auto">
              <a:xfrm>
                <a:off x="3041" y="3155"/>
                <a:ext cx="274" cy="273"/>
              </a:xfrm>
              <a:custGeom>
                <a:avLst/>
                <a:gdLst>
                  <a:gd name="T0" fmla="*/ 219 w 274"/>
                  <a:gd name="T1" fmla="*/ 273 h 273"/>
                  <a:gd name="T2" fmla="*/ 228 w 274"/>
                  <a:gd name="T3" fmla="*/ 273 h 273"/>
                  <a:gd name="T4" fmla="*/ 237 w 274"/>
                  <a:gd name="T5" fmla="*/ 271 h 273"/>
                  <a:gd name="T6" fmla="*/ 245 w 274"/>
                  <a:gd name="T7" fmla="*/ 267 h 273"/>
                  <a:gd name="T8" fmla="*/ 252 w 274"/>
                  <a:gd name="T9" fmla="*/ 262 h 273"/>
                  <a:gd name="T10" fmla="*/ 258 w 274"/>
                  <a:gd name="T11" fmla="*/ 257 h 273"/>
                  <a:gd name="T12" fmla="*/ 263 w 274"/>
                  <a:gd name="T13" fmla="*/ 251 h 273"/>
                  <a:gd name="T14" fmla="*/ 269 w 274"/>
                  <a:gd name="T15" fmla="*/ 243 h 273"/>
                  <a:gd name="T16" fmla="*/ 271 w 274"/>
                  <a:gd name="T17" fmla="*/ 236 h 273"/>
                  <a:gd name="T18" fmla="*/ 274 w 274"/>
                  <a:gd name="T19" fmla="*/ 227 h 273"/>
                  <a:gd name="T20" fmla="*/ 274 w 274"/>
                  <a:gd name="T21" fmla="*/ 219 h 273"/>
                  <a:gd name="T22" fmla="*/ 274 w 274"/>
                  <a:gd name="T23" fmla="*/ 54 h 273"/>
                  <a:gd name="T24" fmla="*/ 274 w 274"/>
                  <a:gd name="T25" fmla="*/ 46 h 273"/>
                  <a:gd name="T26" fmla="*/ 271 w 274"/>
                  <a:gd name="T27" fmla="*/ 37 h 273"/>
                  <a:gd name="T28" fmla="*/ 269 w 274"/>
                  <a:gd name="T29" fmla="*/ 29 h 273"/>
                  <a:gd name="T30" fmla="*/ 263 w 274"/>
                  <a:gd name="T31" fmla="*/ 22 h 273"/>
                  <a:gd name="T32" fmla="*/ 258 w 274"/>
                  <a:gd name="T33" fmla="*/ 16 h 273"/>
                  <a:gd name="T34" fmla="*/ 252 w 274"/>
                  <a:gd name="T35" fmla="*/ 10 h 273"/>
                  <a:gd name="T36" fmla="*/ 245 w 274"/>
                  <a:gd name="T37" fmla="*/ 6 h 273"/>
                  <a:gd name="T38" fmla="*/ 237 w 274"/>
                  <a:gd name="T39" fmla="*/ 2 h 273"/>
                  <a:gd name="T40" fmla="*/ 228 w 274"/>
                  <a:gd name="T41" fmla="*/ 0 h 273"/>
                  <a:gd name="T42" fmla="*/ 220 w 274"/>
                  <a:gd name="T43" fmla="*/ 0 h 273"/>
                  <a:gd name="T44" fmla="*/ 55 w 274"/>
                  <a:gd name="T45" fmla="*/ 0 h 273"/>
                  <a:gd name="T46" fmla="*/ 46 w 274"/>
                  <a:gd name="T47" fmla="*/ 0 h 273"/>
                  <a:gd name="T48" fmla="*/ 37 w 274"/>
                  <a:gd name="T49" fmla="*/ 2 h 273"/>
                  <a:gd name="T50" fmla="*/ 29 w 274"/>
                  <a:gd name="T51" fmla="*/ 6 h 273"/>
                  <a:gd name="T52" fmla="*/ 22 w 274"/>
                  <a:gd name="T53" fmla="*/ 10 h 273"/>
                  <a:gd name="T54" fmla="*/ 17 w 274"/>
                  <a:gd name="T55" fmla="*/ 16 h 273"/>
                  <a:gd name="T56" fmla="*/ 10 w 274"/>
                  <a:gd name="T57" fmla="*/ 22 h 273"/>
                  <a:gd name="T58" fmla="*/ 6 w 274"/>
                  <a:gd name="T59" fmla="*/ 29 h 273"/>
                  <a:gd name="T60" fmla="*/ 2 w 274"/>
                  <a:gd name="T61" fmla="*/ 37 h 273"/>
                  <a:gd name="T62" fmla="*/ 1 w 274"/>
                  <a:gd name="T63" fmla="*/ 46 h 273"/>
                  <a:gd name="T64" fmla="*/ 0 w 274"/>
                  <a:gd name="T65" fmla="*/ 54 h 273"/>
                  <a:gd name="T66" fmla="*/ 0 w 274"/>
                  <a:gd name="T67" fmla="*/ 219 h 273"/>
                  <a:gd name="T68" fmla="*/ 1 w 274"/>
                  <a:gd name="T69" fmla="*/ 227 h 273"/>
                  <a:gd name="T70" fmla="*/ 2 w 274"/>
                  <a:gd name="T71" fmla="*/ 236 h 273"/>
                  <a:gd name="T72" fmla="*/ 6 w 274"/>
                  <a:gd name="T73" fmla="*/ 243 h 273"/>
                  <a:gd name="T74" fmla="*/ 10 w 274"/>
                  <a:gd name="T75" fmla="*/ 251 h 273"/>
                  <a:gd name="T76" fmla="*/ 17 w 274"/>
                  <a:gd name="T77" fmla="*/ 257 h 273"/>
                  <a:gd name="T78" fmla="*/ 22 w 274"/>
                  <a:gd name="T79" fmla="*/ 262 h 273"/>
                  <a:gd name="T80" fmla="*/ 29 w 274"/>
                  <a:gd name="T81" fmla="*/ 267 h 273"/>
                  <a:gd name="T82" fmla="*/ 37 w 274"/>
                  <a:gd name="T83" fmla="*/ 271 h 273"/>
                  <a:gd name="T84" fmla="*/ 46 w 274"/>
                  <a:gd name="T85" fmla="*/ 273 h 273"/>
                  <a:gd name="T86" fmla="*/ 55 w 274"/>
                  <a:gd name="T87" fmla="*/ 273 h 273"/>
                  <a:gd name="T88" fmla="*/ 220 w 274"/>
                  <a:gd name="T89" fmla="*/ 273 h 273"/>
                  <a:gd name="T90" fmla="*/ 219 w 274"/>
                  <a:gd name="T91" fmla="*/ 273 h 2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4"/>
                  <a:gd name="T139" fmla="*/ 0 h 273"/>
                  <a:gd name="T140" fmla="*/ 274 w 274"/>
                  <a:gd name="T141" fmla="*/ 273 h 27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4" h="273">
                    <a:moveTo>
                      <a:pt x="219" y="273"/>
                    </a:moveTo>
                    <a:lnTo>
                      <a:pt x="228" y="273"/>
                    </a:lnTo>
                    <a:lnTo>
                      <a:pt x="237" y="271"/>
                    </a:lnTo>
                    <a:lnTo>
                      <a:pt x="245" y="267"/>
                    </a:lnTo>
                    <a:lnTo>
                      <a:pt x="252" y="262"/>
                    </a:lnTo>
                    <a:lnTo>
                      <a:pt x="258" y="257"/>
                    </a:lnTo>
                    <a:lnTo>
                      <a:pt x="263" y="251"/>
                    </a:lnTo>
                    <a:lnTo>
                      <a:pt x="269" y="243"/>
                    </a:lnTo>
                    <a:lnTo>
                      <a:pt x="271" y="236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54"/>
                    </a:lnTo>
                    <a:lnTo>
                      <a:pt x="274" y="46"/>
                    </a:lnTo>
                    <a:lnTo>
                      <a:pt x="271" y="37"/>
                    </a:lnTo>
                    <a:lnTo>
                      <a:pt x="269" y="29"/>
                    </a:lnTo>
                    <a:lnTo>
                      <a:pt x="263" y="22"/>
                    </a:lnTo>
                    <a:lnTo>
                      <a:pt x="258" y="16"/>
                    </a:lnTo>
                    <a:lnTo>
                      <a:pt x="252" y="10"/>
                    </a:lnTo>
                    <a:lnTo>
                      <a:pt x="245" y="6"/>
                    </a:lnTo>
                    <a:lnTo>
                      <a:pt x="237" y="2"/>
                    </a:lnTo>
                    <a:lnTo>
                      <a:pt x="228" y="0"/>
                    </a:lnTo>
                    <a:lnTo>
                      <a:pt x="220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9" y="6"/>
                    </a:lnTo>
                    <a:lnTo>
                      <a:pt x="22" y="10"/>
                    </a:lnTo>
                    <a:lnTo>
                      <a:pt x="17" y="16"/>
                    </a:lnTo>
                    <a:lnTo>
                      <a:pt x="10" y="22"/>
                    </a:lnTo>
                    <a:lnTo>
                      <a:pt x="6" y="29"/>
                    </a:lnTo>
                    <a:lnTo>
                      <a:pt x="2" y="37"/>
                    </a:lnTo>
                    <a:lnTo>
                      <a:pt x="1" y="46"/>
                    </a:lnTo>
                    <a:lnTo>
                      <a:pt x="0" y="54"/>
                    </a:lnTo>
                    <a:lnTo>
                      <a:pt x="0" y="219"/>
                    </a:lnTo>
                    <a:lnTo>
                      <a:pt x="1" y="227"/>
                    </a:lnTo>
                    <a:lnTo>
                      <a:pt x="2" y="236"/>
                    </a:lnTo>
                    <a:lnTo>
                      <a:pt x="6" y="243"/>
                    </a:lnTo>
                    <a:lnTo>
                      <a:pt x="10" y="251"/>
                    </a:lnTo>
                    <a:lnTo>
                      <a:pt x="17" y="257"/>
                    </a:lnTo>
                    <a:lnTo>
                      <a:pt x="22" y="262"/>
                    </a:lnTo>
                    <a:lnTo>
                      <a:pt x="29" y="267"/>
                    </a:lnTo>
                    <a:lnTo>
                      <a:pt x="37" y="271"/>
                    </a:lnTo>
                    <a:lnTo>
                      <a:pt x="46" y="273"/>
                    </a:lnTo>
                    <a:lnTo>
                      <a:pt x="55" y="273"/>
                    </a:lnTo>
                    <a:lnTo>
                      <a:pt x="220" y="273"/>
                    </a:lnTo>
                    <a:lnTo>
                      <a:pt x="219" y="27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09" name="Line 1108"/>
              <p:cNvSpPr>
                <a:spLocks noChangeShapeType="1"/>
              </p:cNvSpPr>
              <p:nvPr/>
            </p:nvSpPr>
            <p:spPr bwMode="auto">
              <a:xfrm>
                <a:off x="3034" y="3180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0" name="Line 1109"/>
              <p:cNvSpPr>
                <a:spLocks noChangeShapeType="1"/>
              </p:cNvSpPr>
              <p:nvPr/>
            </p:nvSpPr>
            <p:spPr bwMode="auto">
              <a:xfrm>
                <a:off x="3034" y="3254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1" name="Line 1110"/>
              <p:cNvSpPr>
                <a:spLocks noChangeShapeType="1"/>
              </p:cNvSpPr>
              <p:nvPr/>
            </p:nvSpPr>
            <p:spPr bwMode="auto">
              <a:xfrm>
                <a:off x="3034" y="3328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2" name="Line 1111"/>
              <p:cNvSpPr>
                <a:spLocks noChangeShapeType="1"/>
              </p:cNvSpPr>
              <p:nvPr/>
            </p:nvSpPr>
            <p:spPr bwMode="auto">
              <a:xfrm>
                <a:off x="3034" y="3401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3" name="Freeform 1112"/>
              <p:cNvSpPr>
                <a:spLocks/>
              </p:cNvSpPr>
              <p:nvPr/>
            </p:nvSpPr>
            <p:spPr bwMode="auto">
              <a:xfrm>
                <a:off x="3136" y="3194"/>
                <a:ext cx="84" cy="218"/>
              </a:xfrm>
              <a:custGeom>
                <a:avLst/>
                <a:gdLst>
                  <a:gd name="T0" fmla="*/ 46 w 84"/>
                  <a:gd name="T1" fmla="*/ 218 h 218"/>
                  <a:gd name="T2" fmla="*/ 47 w 84"/>
                  <a:gd name="T3" fmla="*/ 201 h 218"/>
                  <a:gd name="T4" fmla="*/ 50 w 84"/>
                  <a:gd name="T5" fmla="*/ 185 h 218"/>
                  <a:gd name="T6" fmla="*/ 54 w 84"/>
                  <a:gd name="T7" fmla="*/ 169 h 218"/>
                  <a:gd name="T8" fmla="*/ 59 w 84"/>
                  <a:gd name="T9" fmla="*/ 155 h 218"/>
                  <a:gd name="T10" fmla="*/ 65 w 84"/>
                  <a:gd name="T11" fmla="*/ 142 h 218"/>
                  <a:gd name="T12" fmla="*/ 71 w 84"/>
                  <a:gd name="T13" fmla="*/ 132 h 218"/>
                  <a:gd name="T14" fmla="*/ 77 w 84"/>
                  <a:gd name="T15" fmla="*/ 123 h 218"/>
                  <a:gd name="T16" fmla="*/ 80 w 84"/>
                  <a:gd name="T17" fmla="*/ 117 h 218"/>
                  <a:gd name="T18" fmla="*/ 83 w 84"/>
                  <a:gd name="T19" fmla="*/ 112 h 218"/>
                  <a:gd name="T20" fmla="*/ 84 w 84"/>
                  <a:gd name="T21" fmla="*/ 110 h 218"/>
                  <a:gd name="T22" fmla="*/ 74 w 84"/>
                  <a:gd name="T23" fmla="*/ 0 h 218"/>
                  <a:gd name="T24" fmla="*/ 41 w 84"/>
                  <a:gd name="T25" fmla="*/ 0 h 218"/>
                  <a:gd name="T26" fmla="*/ 9 w 84"/>
                  <a:gd name="T27" fmla="*/ 0 h 218"/>
                  <a:gd name="T28" fmla="*/ 0 w 84"/>
                  <a:gd name="T29" fmla="*/ 110 h 218"/>
                  <a:gd name="T30" fmla="*/ 1 w 84"/>
                  <a:gd name="T31" fmla="*/ 112 h 218"/>
                  <a:gd name="T32" fmla="*/ 4 w 84"/>
                  <a:gd name="T33" fmla="*/ 117 h 218"/>
                  <a:gd name="T34" fmla="*/ 7 w 84"/>
                  <a:gd name="T35" fmla="*/ 123 h 218"/>
                  <a:gd name="T36" fmla="*/ 12 w 84"/>
                  <a:gd name="T37" fmla="*/ 132 h 218"/>
                  <a:gd name="T38" fmla="*/ 19 w 84"/>
                  <a:gd name="T39" fmla="*/ 142 h 218"/>
                  <a:gd name="T40" fmla="*/ 24 w 84"/>
                  <a:gd name="T41" fmla="*/ 155 h 218"/>
                  <a:gd name="T42" fmla="*/ 30 w 84"/>
                  <a:gd name="T43" fmla="*/ 169 h 218"/>
                  <a:gd name="T44" fmla="*/ 34 w 84"/>
                  <a:gd name="T45" fmla="*/ 185 h 218"/>
                  <a:gd name="T46" fmla="*/ 37 w 84"/>
                  <a:gd name="T47" fmla="*/ 201 h 218"/>
                  <a:gd name="T48" fmla="*/ 38 w 84"/>
                  <a:gd name="T49" fmla="*/ 218 h 218"/>
                  <a:gd name="T50" fmla="*/ 46 w 84"/>
                  <a:gd name="T51" fmla="*/ 218 h 218"/>
                  <a:gd name="T52" fmla="*/ 46 w 84"/>
                  <a:gd name="T53" fmla="*/ 218 h 2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84"/>
                  <a:gd name="T82" fmla="*/ 0 h 218"/>
                  <a:gd name="T83" fmla="*/ 84 w 84"/>
                  <a:gd name="T84" fmla="*/ 218 h 2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84" h="218">
                    <a:moveTo>
                      <a:pt x="46" y="218"/>
                    </a:moveTo>
                    <a:lnTo>
                      <a:pt x="47" y="201"/>
                    </a:lnTo>
                    <a:lnTo>
                      <a:pt x="50" y="185"/>
                    </a:lnTo>
                    <a:lnTo>
                      <a:pt x="54" y="169"/>
                    </a:lnTo>
                    <a:lnTo>
                      <a:pt x="59" y="155"/>
                    </a:lnTo>
                    <a:lnTo>
                      <a:pt x="65" y="142"/>
                    </a:lnTo>
                    <a:lnTo>
                      <a:pt x="71" y="132"/>
                    </a:lnTo>
                    <a:lnTo>
                      <a:pt x="77" y="123"/>
                    </a:lnTo>
                    <a:lnTo>
                      <a:pt x="80" y="117"/>
                    </a:lnTo>
                    <a:lnTo>
                      <a:pt x="83" y="112"/>
                    </a:lnTo>
                    <a:lnTo>
                      <a:pt x="84" y="110"/>
                    </a:lnTo>
                    <a:lnTo>
                      <a:pt x="74" y="0"/>
                    </a:lnTo>
                    <a:lnTo>
                      <a:pt x="41" y="0"/>
                    </a:lnTo>
                    <a:lnTo>
                      <a:pt x="9" y="0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4" y="117"/>
                    </a:lnTo>
                    <a:lnTo>
                      <a:pt x="7" y="123"/>
                    </a:lnTo>
                    <a:lnTo>
                      <a:pt x="12" y="132"/>
                    </a:lnTo>
                    <a:lnTo>
                      <a:pt x="19" y="142"/>
                    </a:lnTo>
                    <a:lnTo>
                      <a:pt x="24" y="155"/>
                    </a:lnTo>
                    <a:lnTo>
                      <a:pt x="30" y="169"/>
                    </a:lnTo>
                    <a:lnTo>
                      <a:pt x="34" y="185"/>
                    </a:lnTo>
                    <a:lnTo>
                      <a:pt x="37" y="201"/>
                    </a:lnTo>
                    <a:lnTo>
                      <a:pt x="38" y="218"/>
                    </a:lnTo>
                    <a:lnTo>
                      <a:pt x="46" y="2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4" name="Freeform 1113"/>
              <p:cNvSpPr>
                <a:spLocks/>
              </p:cNvSpPr>
              <p:nvPr/>
            </p:nvSpPr>
            <p:spPr bwMode="auto">
              <a:xfrm>
                <a:off x="3130" y="3189"/>
                <a:ext cx="96" cy="229"/>
              </a:xfrm>
              <a:custGeom>
                <a:avLst/>
                <a:gdLst>
                  <a:gd name="T0" fmla="*/ 59 w 96"/>
                  <a:gd name="T1" fmla="*/ 207 h 229"/>
                  <a:gd name="T2" fmla="*/ 61 w 96"/>
                  <a:gd name="T3" fmla="*/ 191 h 229"/>
                  <a:gd name="T4" fmla="*/ 65 w 96"/>
                  <a:gd name="T5" fmla="*/ 176 h 229"/>
                  <a:gd name="T6" fmla="*/ 71 w 96"/>
                  <a:gd name="T7" fmla="*/ 162 h 229"/>
                  <a:gd name="T8" fmla="*/ 76 w 96"/>
                  <a:gd name="T9" fmla="*/ 150 h 229"/>
                  <a:gd name="T10" fmla="*/ 83 w 96"/>
                  <a:gd name="T11" fmla="*/ 140 h 229"/>
                  <a:gd name="T12" fmla="*/ 91 w 96"/>
                  <a:gd name="T13" fmla="*/ 125 h 229"/>
                  <a:gd name="T14" fmla="*/ 93 w 96"/>
                  <a:gd name="T15" fmla="*/ 120 h 229"/>
                  <a:gd name="T16" fmla="*/ 95 w 96"/>
                  <a:gd name="T17" fmla="*/ 115 h 229"/>
                  <a:gd name="T18" fmla="*/ 85 w 96"/>
                  <a:gd name="T19" fmla="*/ 1 h 229"/>
                  <a:gd name="T20" fmla="*/ 15 w 96"/>
                  <a:gd name="T21" fmla="*/ 0 h 229"/>
                  <a:gd name="T22" fmla="*/ 10 w 96"/>
                  <a:gd name="T23" fmla="*/ 5 h 229"/>
                  <a:gd name="T24" fmla="*/ 1 w 96"/>
                  <a:gd name="T25" fmla="*/ 118 h 229"/>
                  <a:gd name="T26" fmla="*/ 6 w 96"/>
                  <a:gd name="T27" fmla="*/ 125 h 229"/>
                  <a:gd name="T28" fmla="*/ 9 w 96"/>
                  <a:gd name="T29" fmla="*/ 131 h 229"/>
                  <a:gd name="T30" fmla="*/ 18 w 96"/>
                  <a:gd name="T31" fmla="*/ 137 h 229"/>
                  <a:gd name="T32" fmla="*/ 25 w 96"/>
                  <a:gd name="T33" fmla="*/ 147 h 229"/>
                  <a:gd name="T34" fmla="*/ 31 w 96"/>
                  <a:gd name="T35" fmla="*/ 176 h 229"/>
                  <a:gd name="T36" fmla="*/ 35 w 96"/>
                  <a:gd name="T37" fmla="*/ 192 h 229"/>
                  <a:gd name="T38" fmla="*/ 38 w 96"/>
                  <a:gd name="T39" fmla="*/ 207 h 229"/>
                  <a:gd name="T40" fmla="*/ 39 w 96"/>
                  <a:gd name="T41" fmla="*/ 224 h 229"/>
                  <a:gd name="T42" fmla="*/ 52 w 96"/>
                  <a:gd name="T43" fmla="*/ 229 h 229"/>
                  <a:gd name="T44" fmla="*/ 48 w 96"/>
                  <a:gd name="T45" fmla="*/ 219 h 229"/>
                  <a:gd name="T46" fmla="*/ 49 w 96"/>
                  <a:gd name="T47" fmla="*/ 206 h 229"/>
                  <a:gd name="T48" fmla="*/ 45 w 96"/>
                  <a:gd name="T49" fmla="*/ 189 h 229"/>
                  <a:gd name="T50" fmla="*/ 36 w 96"/>
                  <a:gd name="T51" fmla="*/ 158 h 229"/>
                  <a:gd name="T52" fmla="*/ 24 w 96"/>
                  <a:gd name="T53" fmla="*/ 134 h 229"/>
                  <a:gd name="T54" fmla="*/ 13 w 96"/>
                  <a:gd name="T55" fmla="*/ 128 h 229"/>
                  <a:gd name="T56" fmla="*/ 14 w 96"/>
                  <a:gd name="T57" fmla="*/ 118 h 229"/>
                  <a:gd name="T58" fmla="*/ 12 w 96"/>
                  <a:gd name="T59" fmla="*/ 115 h 229"/>
                  <a:gd name="T60" fmla="*/ 12 w 96"/>
                  <a:gd name="T61" fmla="*/ 116 h 229"/>
                  <a:gd name="T62" fmla="*/ 20 w 96"/>
                  <a:gd name="T63" fmla="*/ 9 h 229"/>
                  <a:gd name="T64" fmla="*/ 15 w 96"/>
                  <a:gd name="T65" fmla="*/ 12 h 229"/>
                  <a:gd name="T66" fmla="*/ 76 w 96"/>
                  <a:gd name="T67" fmla="*/ 9 h 229"/>
                  <a:gd name="T68" fmla="*/ 85 w 96"/>
                  <a:gd name="T69" fmla="*/ 116 h 229"/>
                  <a:gd name="T70" fmla="*/ 85 w 96"/>
                  <a:gd name="T71" fmla="*/ 115 h 229"/>
                  <a:gd name="T72" fmla="*/ 82 w 96"/>
                  <a:gd name="T73" fmla="*/ 118 h 229"/>
                  <a:gd name="T74" fmla="*/ 83 w 96"/>
                  <a:gd name="T75" fmla="*/ 128 h 229"/>
                  <a:gd name="T76" fmla="*/ 73 w 96"/>
                  <a:gd name="T77" fmla="*/ 134 h 229"/>
                  <a:gd name="T78" fmla="*/ 67 w 96"/>
                  <a:gd name="T79" fmla="*/ 145 h 229"/>
                  <a:gd name="T80" fmla="*/ 55 w 96"/>
                  <a:gd name="T81" fmla="*/ 173 h 229"/>
                  <a:gd name="T82" fmla="*/ 47 w 96"/>
                  <a:gd name="T83" fmla="*/ 205 h 2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6"/>
                  <a:gd name="T127" fmla="*/ 0 h 229"/>
                  <a:gd name="T128" fmla="*/ 96 w 96"/>
                  <a:gd name="T129" fmla="*/ 229 h 22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6" h="229">
                    <a:moveTo>
                      <a:pt x="46" y="223"/>
                    </a:moveTo>
                    <a:lnTo>
                      <a:pt x="58" y="224"/>
                    </a:lnTo>
                    <a:lnTo>
                      <a:pt x="59" y="207"/>
                    </a:lnTo>
                    <a:lnTo>
                      <a:pt x="53" y="206"/>
                    </a:lnTo>
                    <a:lnTo>
                      <a:pt x="58" y="207"/>
                    </a:lnTo>
                    <a:lnTo>
                      <a:pt x="61" y="191"/>
                    </a:lnTo>
                    <a:lnTo>
                      <a:pt x="56" y="190"/>
                    </a:lnTo>
                    <a:lnTo>
                      <a:pt x="61" y="192"/>
                    </a:lnTo>
                    <a:lnTo>
                      <a:pt x="65" y="176"/>
                    </a:lnTo>
                    <a:lnTo>
                      <a:pt x="60" y="174"/>
                    </a:lnTo>
                    <a:lnTo>
                      <a:pt x="65" y="176"/>
                    </a:lnTo>
                    <a:lnTo>
                      <a:pt x="71" y="162"/>
                    </a:lnTo>
                    <a:lnTo>
                      <a:pt x="76" y="149"/>
                    </a:lnTo>
                    <a:lnTo>
                      <a:pt x="71" y="147"/>
                    </a:lnTo>
                    <a:lnTo>
                      <a:pt x="76" y="150"/>
                    </a:lnTo>
                    <a:lnTo>
                      <a:pt x="83" y="140"/>
                    </a:lnTo>
                    <a:lnTo>
                      <a:pt x="77" y="137"/>
                    </a:lnTo>
                    <a:lnTo>
                      <a:pt x="83" y="140"/>
                    </a:lnTo>
                    <a:lnTo>
                      <a:pt x="88" y="131"/>
                    </a:lnTo>
                    <a:lnTo>
                      <a:pt x="91" y="125"/>
                    </a:lnTo>
                    <a:lnTo>
                      <a:pt x="86" y="122"/>
                    </a:lnTo>
                    <a:lnTo>
                      <a:pt x="90" y="125"/>
                    </a:lnTo>
                    <a:lnTo>
                      <a:pt x="93" y="120"/>
                    </a:lnTo>
                    <a:lnTo>
                      <a:pt x="94" y="120"/>
                    </a:lnTo>
                    <a:lnTo>
                      <a:pt x="95" y="118"/>
                    </a:lnTo>
                    <a:lnTo>
                      <a:pt x="95" y="115"/>
                    </a:lnTo>
                    <a:lnTo>
                      <a:pt x="96" y="115"/>
                    </a:lnTo>
                    <a:lnTo>
                      <a:pt x="87" y="5"/>
                    </a:lnTo>
                    <a:lnTo>
                      <a:pt x="85" y="1"/>
                    </a:lnTo>
                    <a:lnTo>
                      <a:pt x="80" y="0"/>
                    </a:lnTo>
                    <a:lnTo>
                      <a:pt x="47" y="0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10" y="5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2" y="120"/>
                    </a:lnTo>
                    <a:lnTo>
                      <a:pt x="6" y="125"/>
                    </a:lnTo>
                    <a:lnTo>
                      <a:pt x="10" y="122"/>
                    </a:lnTo>
                    <a:lnTo>
                      <a:pt x="6" y="125"/>
                    </a:lnTo>
                    <a:lnTo>
                      <a:pt x="9" y="131"/>
                    </a:lnTo>
                    <a:lnTo>
                      <a:pt x="14" y="140"/>
                    </a:lnTo>
                    <a:lnTo>
                      <a:pt x="18" y="137"/>
                    </a:lnTo>
                    <a:lnTo>
                      <a:pt x="14" y="140"/>
                    </a:lnTo>
                    <a:lnTo>
                      <a:pt x="21" y="150"/>
                    </a:lnTo>
                    <a:lnTo>
                      <a:pt x="25" y="147"/>
                    </a:lnTo>
                    <a:lnTo>
                      <a:pt x="21" y="149"/>
                    </a:lnTo>
                    <a:lnTo>
                      <a:pt x="26" y="162"/>
                    </a:lnTo>
                    <a:lnTo>
                      <a:pt x="31" y="176"/>
                    </a:lnTo>
                    <a:lnTo>
                      <a:pt x="36" y="174"/>
                    </a:lnTo>
                    <a:lnTo>
                      <a:pt x="30" y="176"/>
                    </a:lnTo>
                    <a:lnTo>
                      <a:pt x="35" y="192"/>
                    </a:lnTo>
                    <a:lnTo>
                      <a:pt x="40" y="190"/>
                    </a:lnTo>
                    <a:lnTo>
                      <a:pt x="35" y="191"/>
                    </a:lnTo>
                    <a:lnTo>
                      <a:pt x="38" y="207"/>
                    </a:lnTo>
                    <a:lnTo>
                      <a:pt x="43" y="206"/>
                    </a:lnTo>
                    <a:lnTo>
                      <a:pt x="38" y="207"/>
                    </a:lnTo>
                    <a:lnTo>
                      <a:pt x="39" y="224"/>
                    </a:lnTo>
                    <a:lnTo>
                      <a:pt x="40" y="227"/>
                    </a:lnTo>
                    <a:lnTo>
                      <a:pt x="44" y="229"/>
                    </a:lnTo>
                    <a:lnTo>
                      <a:pt x="52" y="229"/>
                    </a:lnTo>
                    <a:lnTo>
                      <a:pt x="52" y="218"/>
                    </a:lnTo>
                    <a:lnTo>
                      <a:pt x="44" y="218"/>
                    </a:lnTo>
                    <a:lnTo>
                      <a:pt x="48" y="219"/>
                    </a:lnTo>
                    <a:lnTo>
                      <a:pt x="44" y="223"/>
                    </a:lnTo>
                    <a:lnTo>
                      <a:pt x="51" y="223"/>
                    </a:lnTo>
                    <a:lnTo>
                      <a:pt x="49" y="206"/>
                    </a:lnTo>
                    <a:lnTo>
                      <a:pt x="48" y="205"/>
                    </a:lnTo>
                    <a:lnTo>
                      <a:pt x="45" y="189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36" y="158"/>
                    </a:lnTo>
                    <a:lnTo>
                      <a:pt x="30" y="14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18" y="125"/>
                    </a:lnTo>
                    <a:lnTo>
                      <a:pt x="13" y="128"/>
                    </a:lnTo>
                    <a:lnTo>
                      <a:pt x="18" y="126"/>
                    </a:lnTo>
                    <a:lnTo>
                      <a:pt x="15" y="119"/>
                    </a:lnTo>
                    <a:lnTo>
                      <a:pt x="14" y="118"/>
                    </a:lnTo>
                    <a:lnTo>
                      <a:pt x="11" y="114"/>
                    </a:lnTo>
                    <a:lnTo>
                      <a:pt x="7" y="117"/>
                    </a:lnTo>
                    <a:lnTo>
                      <a:pt x="12" y="115"/>
                    </a:lnTo>
                    <a:lnTo>
                      <a:pt x="11" y="113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22" y="6"/>
                    </a:lnTo>
                    <a:lnTo>
                      <a:pt x="15" y="10"/>
                    </a:lnTo>
                    <a:lnTo>
                      <a:pt x="20" y="9"/>
                    </a:lnTo>
                    <a:lnTo>
                      <a:pt x="21" y="5"/>
                    </a:lnTo>
                    <a:lnTo>
                      <a:pt x="15" y="5"/>
                    </a:lnTo>
                    <a:lnTo>
                      <a:pt x="15" y="12"/>
                    </a:lnTo>
                    <a:lnTo>
                      <a:pt x="47" y="12"/>
                    </a:lnTo>
                    <a:lnTo>
                      <a:pt x="80" y="12"/>
                    </a:lnTo>
                    <a:lnTo>
                      <a:pt x="76" y="9"/>
                    </a:lnTo>
                    <a:lnTo>
                      <a:pt x="80" y="5"/>
                    </a:lnTo>
                    <a:lnTo>
                      <a:pt x="75" y="6"/>
                    </a:lnTo>
                    <a:lnTo>
                      <a:pt x="85" y="116"/>
                    </a:lnTo>
                    <a:lnTo>
                      <a:pt x="90" y="115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9" y="117"/>
                    </a:lnTo>
                    <a:lnTo>
                      <a:pt x="85" y="114"/>
                    </a:lnTo>
                    <a:lnTo>
                      <a:pt x="82" y="118"/>
                    </a:lnTo>
                    <a:lnTo>
                      <a:pt x="82" y="119"/>
                    </a:lnTo>
                    <a:lnTo>
                      <a:pt x="78" y="126"/>
                    </a:lnTo>
                    <a:lnTo>
                      <a:pt x="83" y="128"/>
                    </a:lnTo>
                    <a:lnTo>
                      <a:pt x="78" y="125"/>
                    </a:lnTo>
                    <a:lnTo>
                      <a:pt x="73" y="133"/>
                    </a:lnTo>
                    <a:lnTo>
                      <a:pt x="73" y="134"/>
                    </a:lnTo>
                    <a:lnTo>
                      <a:pt x="67" y="145"/>
                    </a:lnTo>
                    <a:lnTo>
                      <a:pt x="65" y="147"/>
                    </a:lnTo>
                    <a:lnTo>
                      <a:pt x="67" y="145"/>
                    </a:lnTo>
                    <a:lnTo>
                      <a:pt x="61" y="158"/>
                    </a:lnTo>
                    <a:lnTo>
                      <a:pt x="56" y="172"/>
                    </a:lnTo>
                    <a:lnTo>
                      <a:pt x="55" y="173"/>
                    </a:lnTo>
                    <a:lnTo>
                      <a:pt x="51" y="189"/>
                    </a:lnTo>
                    <a:lnTo>
                      <a:pt x="47" y="205"/>
                    </a:lnTo>
                    <a:lnTo>
                      <a:pt x="47" y="206"/>
                    </a:lnTo>
                    <a:lnTo>
                      <a:pt x="46" y="22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5" name="Line 1114"/>
              <p:cNvSpPr>
                <a:spLocks noChangeShapeType="1"/>
              </p:cNvSpPr>
              <p:nvPr/>
            </p:nvSpPr>
            <p:spPr bwMode="auto">
              <a:xfrm flipV="1">
                <a:off x="3177" y="3308"/>
                <a:ext cx="1" cy="103"/>
              </a:xfrm>
              <a:prstGeom prst="line">
                <a:avLst/>
              </a:prstGeom>
              <a:noFill/>
              <a:ln w="11113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6" name="Freeform 1115"/>
              <p:cNvSpPr>
                <a:spLocks/>
              </p:cNvSpPr>
              <p:nvPr/>
            </p:nvSpPr>
            <p:spPr bwMode="auto">
              <a:xfrm>
                <a:off x="3168" y="3298"/>
                <a:ext cx="21" cy="21"/>
              </a:xfrm>
              <a:custGeom>
                <a:avLst/>
                <a:gdLst>
                  <a:gd name="T0" fmla="*/ 9 w 21"/>
                  <a:gd name="T1" fmla="*/ 21 h 21"/>
                  <a:gd name="T2" fmla="*/ 11 w 21"/>
                  <a:gd name="T3" fmla="*/ 21 h 21"/>
                  <a:gd name="T4" fmla="*/ 14 w 21"/>
                  <a:gd name="T5" fmla="*/ 20 h 21"/>
                  <a:gd name="T6" fmla="*/ 15 w 21"/>
                  <a:gd name="T7" fmla="*/ 20 h 21"/>
                  <a:gd name="T8" fmla="*/ 17 w 21"/>
                  <a:gd name="T9" fmla="*/ 19 h 21"/>
                  <a:gd name="T10" fmla="*/ 17 w 21"/>
                  <a:gd name="T11" fmla="*/ 18 h 21"/>
                  <a:gd name="T12" fmla="*/ 19 w 21"/>
                  <a:gd name="T13" fmla="*/ 17 h 21"/>
                  <a:gd name="T14" fmla="*/ 20 w 21"/>
                  <a:gd name="T15" fmla="*/ 16 h 21"/>
                  <a:gd name="T16" fmla="*/ 20 w 21"/>
                  <a:gd name="T17" fmla="*/ 14 h 21"/>
                  <a:gd name="T18" fmla="*/ 20 w 21"/>
                  <a:gd name="T19" fmla="*/ 11 h 21"/>
                  <a:gd name="T20" fmla="*/ 21 w 21"/>
                  <a:gd name="T21" fmla="*/ 10 h 21"/>
                  <a:gd name="T22" fmla="*/ 20 w 21"/>
                  <a:gd name="T23" fmla="*/ 8 h 21"/>
                  <a:gd name="T24" fmla="*/ 20 w 21"/>
                  <a:gd name="T25" fmla="*/ 7 h 21"/>
                  <a:gd name="T26" fmla="*/ 20 w 21"/>
                  <a:gd name="T27" fmla="*/ 5 h 21"/>
                  <a:gd name="T28" fmla="*/ 19 w 21"/>
                  <a:gd name="T29" fmla="*/ 4 h 21"/>
                  <a:gd name="T30" fmla="*/ 17 w 21"/>
                  <a:gd name="T31" fmla="*/ 3 h 21"/>
                  <a:gd name="T32" fmla="*/ 17 w 21"/>
                  <a:gd name="T33" fmla="*/ 2 h 21"/>
                  <a:gd name="T34" fmla="*/ 15 w 21"/>
                  <a:gd name="T35" fmla="*/ 2 h 21"/>
                  <a:gd name="T36" fmla="*/ 14 w 21"/>
                  <a:gd name="T37" fmla="*/ 0 h 21"/>
                  <a:gd name="T38" fmla="*/ 11 w 21"/>
                  <a:gd name="T39" fmla="*/ 0 h 21"/>
                  <a:gd name="T40" fmla="*/ 10 w 21"/>
                  <a:gd name="T41" fmla="*/ 0 h 21"/>
                  <a:gd name="T42" fmla="*/ 8 w 21"/>
                  <a:gd name="T43" fmla="*/ 0 h 21"/>
                  <a:gd name="T44" fmla="*/ 7 w 21"/>
                  <a:gd name="T45" fmla="*/ 0 h 21"/>
                  <a:gd name="T46" fmla="*/ 5 w 21"/>
                  <a:gd name="T47" fmla="*/ 2 h 21"/>
                  <a:gd name="T48" fmla="*/ 4 w 21"/>
                  <a:gd name="T49" fmla="*/ 2 h 21"/>
                  <a:gd name="T50" fmla="*/ 3 w 21"/>
                  <a:gd name="T51" fmla="*/ 3 h 21"/>
                  <a:gd name="T52" fmla="*/ 2 w 21"/>
                  <a:gd name="T53" fmla="*/ 4 h 21"/>
                  <a:gd name="T54" fmla="*/ 1 w 21"/>
                  <a:gd name="T55" fmla="*/ 5 h 21"/>
                  <a:gd name="T56" fmla="*/ 0 w 21"/>
                  <a:gd name="T57" fmla="*/ 7 h 21"/>
                  <a:gd name="T58" fmla="*/ 0 w 21"/>
                  <a:gd name="T59" fmla="*/ 8 h 21"/>
                  <a:gd name="T60" fmla="*/ 0 w 21"/>
                  <a:gd name="T61" fmla="*/ 10 h 21"/>
                  <a:gd name="T62" fmla="*/ 0 w 21"/>
                  <a:gd name="T63" fmla="*/ 11 h 21"/>
                  <a:gd name="T64" fmla="*/ 0 w 21"/>
                  <a:gd name="T65" fmla="*/ 14 h 21"/>
                  <a:gd name="T66" fmla="*/ 1 w 21"/>
                  <a:gd name="T67" fmla="*/ 16 h 21"/>
                  <a:gd name="T68" fmla="*/ 2 w 21"/>
                  <a:gd name="T69" fmla="*/ 17 h 21"/>
                  <a:gd name="T70" fmla="*/ 3 w 21"/>
                  <a:gd name="T71" fmla="*/ 18 h 21"/>
                  <a:gd name="T72" fmla="*/ 4 w 21"/>
                  <a:gd name="T73" fmla="*/ 19 h 21"/>
                  <a:gd name="T74" fmla="*/ 5 w 21"/>
                  <a:gd name="T75" fmla="*/ 20 h 21"/>
                  <a:gd name="T76" fmla="*/ 7 w 21"/>
                  <a:gd name="T77" fmla="*/ 20 h 21"/>
                  <a:gd name="T78" fmla="*/ 8 w 21"/>
                  <a:gd name="T79" fmla="*/ 21 h 21"/>
                  <a:gd name="T80" fmla="*/ 10 w 21"/>
                  <a:gd name="T81" fmla="*/ 21 h 21"/>
                  <a:gd name="T82" fmla="*/ 9 w 21"/>
                  <a:gd name="T83" fmla="*/ 21 h 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1"/>
                  <a:gd name="T127" fmla="*/ 0 h 21"/>
                  <a:gd name="T128" fmla="*/ 21 w 21"/>
                  <a:gd name="T129" fmla="*/ 21 h 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1" h="21">
                    <a:moveTo>
                      <a:pt x="9" y="21"/>
                    </a:moveTo>
                    <a:lnTo>
                      <a:pt x="11" y="21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2" y="17"/>
                    </a:lnTo>
                    <a:lnTo>
                      <a:pt x="3" y="18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8" y="21"/>
                    </a:lnTo>
                    <a:lnTo>
                      <a:pt x="10" y="21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917" name="Freeform 1116"/>
              <p:cNvSpPr>
                <a:spLocks/>
              </p:cNvSpPr>
              <p:nvPr/>
            </p:nvSpPr>
            <p:spPr bwMode="auto">
              <a:xfrm>
                <a:off x="3136" y="3151"/>
                <a:ext cx="84" cy="42"/>
              </a:xfrm>
              <a:custGeom>
                <a:avLst/>
                <a:gdLst>
                  <a:gd name="T0" fmla="*/ 0 w 84"/>
                  <a:gd name="T1" fmla="*/ 0 h 42"/>
                  <a:gd name="T2" fmla="*/ 0 w 84"/>
                  <a:gd name="T3" fmla="*/ 42 h 42"/>
                  <a:gd name="T4" fmla="*/ 84 w 84"/>
                  <a:gd name="T5" fmla="*/ 42 h 42"/>
                  <a:gd name="T6" fmla="*/ 84 w 84"/>
                  <a:gd name="T7" fmla="*/ 0 h 42"/>
                  <a:gd name="T8" fmla="*/ 0 w 84"/>
                  <a:gd name="T9" fmla="*/ 0 h 42"/>
                  <a:gd name="T10" fmla="*/ 0 w 84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"/>
                  <a:gd name="T19" fmla="*/ 0 h 42"/>
                  <a:gd name="T20" fmla="*/ 84 w 84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" h="42">
                    <a:moveTo>
                      <a:pt x="0" y="0"/>
                    </a:moveTo>
                    <a:lnTo>
                      <a:pt x="0" y="42"/>
                    </a:lnTo>
                    <a:lnTo>
                      <a:pt x="84" y="42"/>
                    </a:lnTo>
                    <a:lnTo>
                      <a:pt x="8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4903" name="Rectangle 1117"/>
            <p:cNvSpPr>
              <a:spLocks noChangeArrowheads="1"/>
            </p:cNvSpPr>
            <p:nvPr/>
          </p:nvSpPr>
          <p:spPr bwMode="auto">
            <a:xfrm>
              <a:off x="3358" y="4004"/>
              <a:ext cx="558" cy="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1000" b="0">
                  <a:solidFill>
                    <a:srgbClr val="000000"/>
                  </a:solidFill>
                  <a:latin typeface="Arial Narrow" pitchFamily="34" charset="0"/>
                </a:rPr>
                <a:t>Final Evaluation</a:t>
              </a:r>
              <a:endParaRPr lang="en-US" sz="1000" b="0">
                <a:latin typeface="Times New Roman" pitchFamily="18" charset="0"/>
              </a:endParaRPr>
            </a:p>
          </p:txBody>
        </p:sp>
        <p:sp>
          <p:nvSpPr>
            <p:cNvPr id="34904" name="Rectangle 1118"/>
            <p:cNvSpPr>
              <a:spLocks noChangeArrowheads="1"/>
            </p:cNvSpPr>
            <p:nvPr/>
          </p:nvSpPr>
          <p:spPr bwMode="auto">
            <a:xfrm>
              <a:off x="2249" y="3543"/>
              <a:ext cx="1767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84238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Field Implementation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Ensure Field Safe Work</a:t>
              </a:r>
              <a:endParaRPr lang="en-US" sz="1000">
                <a:solidFill>
                  <a:srgbClr val="000000"/>
                </a:solidFill>
                <a:latin typeface="Arial Narrow" pitchFamily="34" charset="0"/>
              </a:endParaRPr>
            </a:p>
          </p:txBody>
        </p:sp>
        <p:sp>
          <p:nvSpPr>
            <p:cNvPr id="34905" name="Rectangle 1119"/>
            <p:cNvSpPr>
              <a:spLocks noChangeArrowheads="1"/>
            </p:cNvSpPr>
            <p:nvPr/>
          </p:nvSpPr>
          <p:spPr bwMode="auto">
            <a:xfrm>
              <a:off x="3012" y="3461"/>
              <a:ext cx="95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906" name="Rectangle 1120"/>
            <p:cNvSpPr>
              <a:spLocks noChangeArrowheads="1"/>
            </p:cNvSpPr>
            <p:nvPr/>
          </p:nvSpPr>
          <p:spPr bwMode="auto">
            <a:xfrm>
              <a:off x="3018" y="3456"/>
              <a:ext cx="92" cy="50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907" name="Rectangle 1121"/>
            <p:cNvSpPr>
              <a:spLocks noChangeArrowheads="1"/>
            </p:cNvSpPr>
            <p:nvPr/>
          </p:nvSpPr>
          <p:spPr bwMode="auto">
            <a:xfrm>
              <a:off x="3015" y="2833"/>
              <a:ext cx="88" cy="54"/>
            </a:xfrm>
            <a:prstGeom prst="rect">
              <a:avLst/>
            </a:prstGeom>
            <a:solidFill>
              <a:srgbClr val="FFFF66"/>
            </a:solidFill>
            <a:ln w="9525">
              <a:solidFill>
                <a:srgbClr val="FFFF66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sp>
        <p:nvSpPr>
          <p:cNvPr id="222306" name="AutoShape 1122"/>
          <p:cNvSpPr>
            <a:spLocks noChangeArrowheads="1"/>
          </p:cNvSpPr>
          <p:nvPr/>
        </p:nvSpPr>
        <p:spPr bwMode="auto">
          <a:xfrm>
            <a:off x="2124075" y="996950"/>
            <a:ext cx="2476500" cy="2355850"/>
          </a:xfrm>
          <a:prstGeom prst="irregularSeal1">
            <a:avLst/>
          </a:prstGeom>
          <a:gradFill rotWithShape="0">
            <a:gsLst>
              <a:gs pos="0">
                <a:srgbClr val="FF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4827" name="Group 1123"/>
          <p:cNvGrpSpPr>
            <a:grpSpLocks/>
          </p:cNvGrpSpPr>
          <p:nvPr/>
        </p:nvGrpSpPr>
        <p:grpSpPr bwMode="auto">
          <a:xfrm>
            <a:off x="2763838" y="1630363"/>
            <a:ext cx="1163637" cy="1050925"/>
            <a:chOff x="268" y="1392"/>
            <a:chExt cx="807" cy="705"/>
          </a:xfrm>
        </p:grpSpPr>
        <p:sp>
          <p:nvSpPr>
            <p:cNvPr id="34832" name="Rectangle 1124"/>
            <p:cNvSpPr>
              <a:spLocks noChangeArrowheads="1"/>
            </p:cNvSpPr>
            <p:nvPr/>
          </p:nvSpPr>
          <p:spPr bwMode="auto">
            <a:xfrm>
              <a:off x="268" y="1944"/>
              <a:ext cx="807" cy="15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19150" eaLnBrk="0" hangingPunct="0"/>
              <a:r>
                <a:rPr lang="en-US" sz="1500">
                  <a:solidFill>
                    <a:srgbClr val="000000"/>
                  </a:solidFill>
                  <a:latin typeface="Arial Narrow" pitchFamily="34" charset="0"/>
                </a:rPr>
                <a:t>Contract Award</a:t>
              </a:r>
              <a:endParaRPr lang="en-US">
                <a:latin typeface="Times New Roman" pitchFamily="18" charset="0"/>
              </a:endParaRPr>
            </a:p>
          </p:txBody>
        </p:sp>
        <p:grpSp>
          <p:nvGrpSpPr>
            <p:cNvPr id="34833" name="Group 1125"/>
            <p:cNvGrpSpPr>
              <a:grpSpLocks/>
            </p:cNvGrpSpPr>
            <p:nvPr/>
          </p:nvGrpSpPr>
          <p:grpSpPr bwMode="auto">
            <a:xfrm>
              <a:off x="410" y="1392"/>
              <a:ext cx="482" cy="508"/>
              <a:chOff x="2509" y="2443"/>
              <a:chExt cx="286" cy="292"/>
            </a:xfrm>
          </p:grpSpPr>
          <p:sp>
            <p:nvSpPr>
              <p:cNvPr id="34834" name="Freeform 1126"/>
              <p:cNvSpPr>
                <a:spLocks/>
              </p:cNvSpPr>
              <p:nvPr/>
            </p:nvSpPr>
            <p:spPr bwMode="auto">
              <a:xfrm>
                <a:off x="2509" y="2443"/>
                <a:ext cx="286" cy="292"/>
              </a:xfrm>
              <a:custGeom>
                <a:avLst/>
                <a:gdLst>
                  <a:gd name="T0" fmla="*/ 28 w 286"/>
                  <a:gd name="T1" fmla="*/ 0 h 292"/>
                  <a:gd name="T2" fmla="*/ 23 w 286"/>
                  <a:gd name="T3" fmla="*/ 1 h 292"/>
                  <a:gd name="T4" fmla="*/ 18 w 286"/>
                  <a:gd name="T5" fmla="*/ 2 h 292"/>
                  <a:gd name="T6" fmla="*/ 8 w 286"/>
                  <a:gd name="T7" fmla="*/ 9 h 292"/>
                  <a:gd name="T8" fmla="*/ 3 w 286"/>
                  <a:gd name="T9" fmla="*/ 17 h 292"/>
                  <a:gd name="T10" fmla="*/ 2 w 286"/>
                  <a:gd name="T11" fmla="*/ 23 h 292"/>
                  <a:gd name="T12" fmla="*/ 0 w 286"/>
                  <a:gd name="T13" fmla="*/ 28 h 292"/>
                  <a:gd name="T14" fmla="*/ 0 w 286"/>
                  <a:gd name="T15" fmla="*/ 264 h 292"/>
                  <a:gd name="T16" fmla="*/ 2 w 286"/>
                  <a:gd name="T17" fmla="*/ 269 h 292"/>
                  <a:gd name="T18" fmla="*/ 3 w 286"/>
                  <a:gd name="T19" fmla="*/ 275 h 292"/>
                  <a:gd name="T20" fmla="*/ 8 w 286"/>
                  <a:gd name="T21" fmla="*/ 284 h 292"/>
                  <a:gd name="T22" fmla="*/ 18 w 286"/>
                  <a:gd name="T23" fmla="*/ 290 h 292"/>
                  <a:gd name="T24" fmla="*/ 23 w 286"/>
                  <a:gd name="T25" fmla="*/ 292 h 292"/>
                  <a:gd name="T26" fmla="*/ 28 w 286"/>
                  <a:gd name="T27" fmla="*/ 292 h 292"/>
                  <a:gd name="T28" fmla="*/ 258 w 286"/>
                  <a:gd name="T29" fmla="*/ 292 h 292"/>
                  <a:gd name="T30" fmla="*/ 263 w 286"/>
                  <a:gd name="T31" fmla="*/ 292 h 292"/>
                  <a:gd name="T32" fmla="*/ 269 w 286"/>
                  <a:gd name="T33" fmla="*/ 290 h 292"/>
                  <a:gd name="T34" fmla="*/ 278 w 286"/>
                  <a:gd name="T35" fmla="*/ 284 h 292"/>
                  <a:gd name="T36" fmla="*/ 284 w 286"/>
                  <a:gd name="T37" fmla="*/ 275 h 292"/>
                  <a:gd name="T38" fmla="*/ 286 w 286"/>
                  <a:gd name="T39" fmla="*/ 269 h 292"/>
                  <a:gd name="T40" fmla="*/ 286 w 286"/>
                  <a:gd name="T41" fmla="*/ 264 h 292"/>
                  <a:gd name="T42" fmla="*/ 286 w 286"/>
                  <a:gd name="T43" fmla="*/ 28 h 292"/>
                  <a:gd name="T44" fmla="*/ 286 w 286"/>
                  <a:gd name="T45" fmla="*/ 23 h 292"/>
                  <a:gd name="T46" fmla="*/ 284 w 286"/>
                  <a:gd name="T47" fmla="*/ 17 h 292"/>
                  <a:gd name="T48" fmla="*/ 278 w 286"/>
                  <a:gd name="T49" fmla="*/ 9 h 292"/>
                  <a:gd name="T50" fmla="*/ 269 w 286"/>
                  <a:gd name="T51" fmla="*/ 2 h 292"/>
                  <a:gd name="T52" fmla="*/ 263 w 286"/>
                  <a:gd name="T53" fmla="*/ 1 h 292"/>
                  <a:gd name="T54" fmla="*/ 258 w 286"/>
                  <a:gd name="T55" fmla="*/ 0 h 292"/>
                  <a:gd name="T56" fmla="*/ 28 w 286"/>
                  <a:gd name="T57" fmla="*/ 0 h 29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86"/>
                  <a:gd name="T88" fmla="*/ 0 h 292"/>
                  <a:gd name="T89" fmla="*/ 286 w 286"/>
                  <a:gd name="T90" fmla="*/ 292 h 29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86" h="292">
                    <a:moveTo>
                      <a:pt x="28" y="0"/>
                    </a:moveTo>
                    <a:lnTo>
                      <a:pt x="23" y="1"/>
                    </a:lnTo>
                    <a:lnTo>
                      <a:pt x="18" y="2"/>
                    </a:lnTo>
                    <a:lnTo>
                      <a:pt x="8" y="9"/>
                    </a:lnTo>
                    <a:lnTo>
                      <a:pt x="3" y="17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264"/>
                    </a:lnTo>
                    <a:lnTo>
                      <a:pt x="2" y="269"/>
                    </a:lnTo>
                    <a:lnTo>
                      <a:pt x="3" y="275"/>
                    </a:lnTo>
                    <a:lnTo>
                      <a:pt x="8" y="284"/>
                    </a:lnTo>
                    <a:lnTo>
                      <a:pt x="18" y="290"/>
                    </a:lnTo>
                    <a:lnTo>
                      <a:pt x="23" y="292"/>
                    </a:lnTo>
                    <a:lnTo>
                      <a:pt x="28" y="292"/>
                    </a:lnTo>
                    <a:lnTo>
                      <a:pt x="258" y="292"/>
                    </a:lnTo>
                    <a:lnTo>
                      <a:pt x="263" y="292"/>
                    </a:lnTo>
                    <a:lnTo>
                      <a:pt x="269" y="290"/>
                    </a:lnTo>
                    <a:lnTo>
                      <a:pt x="278" y="284"/>
                    </a:lnTo>
                    <a:lnTo>
                      <a:pt x="284" y="275"/>
                    </a:lnTo>
                    <a:lnTo>
                      <a:pt x="286" y="269"/>
                    </a:lnTo>
                    <a:lnTo>
                      <a:pt x="286" y="264"/>
                    </a:lnTo>
                    <a:lnTo>
                      <a:pt x="286" y="28"/>
                    </a:lnTo>
                    <a:lnTo>
                      <a:pt x="286" y="23"/>
                    </a:lnTo>
                    <a:lnTo>
                      <a:pt x="284" y="17"/>
                    </a:lnTo>
                    <a:lnTo>
                      <a:pt x="278" y="9"/>
                    </a:lnTo>
                    <a:lnTo>
                      <a:pt x="269" y="2"/>
                    </a:lnTo>
                    <a:lnTo>
                      <a:pt x="263" y="1"/>
                    </a:lnTo>
                    <a:lnTo>
                      <a:pt x="258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35" name="Freeform 1127"/>
              <p:cNvSpPr>
                <a:spLocks/>
              </p:cNvSpPr>
              <p:nvPr/>
            </p:nvSpPr>
            <p:spPr bwMode="auto">
              <a:xfrm>
                <a:off x="2524" y="2483"/>
                <a:ext cx="256" cy="213"/>
              </a:xfrm>
              <a:custGeom>
                <a:avLst/>
                <a:gdLst>
                  <a:gd name="T0" fmla="*/ 253 w 256"/>
                  <a:gd name="T1" fmla="*/ 118 h 213"/>
                  <a:gd name="T2" fmla="*/ 249 w 256"/>
                  <a:gd name="T3" fmla="*/ 120 h 213"/>
                  <a:gd name="T4" fmla="*/ 245 w 256"/>
                  <a:gd name="T5" fmla="*/ 120 h 213"/>
                  <a:gd name="T6" fmla="*/ 243 w 256"/>
                  <a:gd name="T7" fmla="*/ 117 h 213"/>
                  <a:gd name="T8" fmla="*/ 228 w 256"/>
                  <a:gd name="T9" fmla="*/ 130 h 213"/>
                  <a:gd name="T10" fmla="*/ 228 w 256"/>
                  <a:gd name="T11" fmla="*/ 137 h 213"/>
                  <a:gd name="T12" fmla="*/ 228 w 256"/>
                  <a:gd name="T13" fmla="*/ 144 h 213"/>
                  <a:gd name="T14" fmla="*/ 223 w 256"/>
                  <a:gd name="T15" fmla="*/ 151 h 213"/>
                  <a:gd name="T16" fmla="*/ 217 w 256"/>
                  <a:gd name="T17" fmla="*/ 156 h 213"/>
                  <a:gd name="T18" fmla="*/ 203 w 256"/>
                  <a:gd name="T19" fmla="*/ 159 h 213"/>
                  <a:gd name="T20" fmla="*/ 200 w 256"/>
                  <a:gd name="T21" fmla="*/ 166 h 213"/>
                  <a:gd name="T22" fmla="*/ 196 w 256"/>
                  <a:gd name="T23" fmla="*/ 172 h 213"/>
                  <a:gd name="T24" fmla="*/ 191 w 256"/>
                  <a:gd name="T25" fmla="*/ 174 h 213"/>
                  <a:gd name="T26" fmla="*/ 184 w 256"/>
                  <a:gd name="T27" fmla="*/ 175 h 213"/>
                  <a:gd name="T28" fmla="*/ 180 w 256"/>
                  <a:gd name="T29" fmla="*/ 176 h 213"/>
                  <a:gd name="T30" fmla="*/ 174 w 256"/>
                  <a:gd name="T31" fmla="*/ 184 h 213"/>
                  <a:gd name="T32" fmla="*/ 164 w 256"/>
                  <a:gd name="T33" fmla="*/ 191 h 213"/>
                  <a:gd name="T34" fmla="*/ 154 w 256"/>
                  <a:gd name="T35" fmla="*/ 194 h 213"/>
                  <a:gd name="T36" fmla="*/ 151 w 256"/>
                  <a:gd name="T37" fmla="*/ 200 h 213"/>
                  <a:gd name="T38" fmla="*/ 145 w 256"/>
                  <a:gd name="T39" fmla="*/ 206 h 213"/>
                  <a:gd name="T40" fmla="*/ 135 w 256"/>
                  <a:gd name="T41" fmla="*/ 208 h 213"/>
                  <a:gd name="T42" fmla="*/ 125 w 256"/>
                  <a:gd name="T43" fmla="*/ 207 h 213"/>
                  <a:gd name="T44" fmla="*/ 119 w 256"/>
                  <a:gd name="T45" fmla="*/ 207 h 213"/>
                  <a:gd name="T46" fmla="*/ 113 w 256"/>
                  <a:gd name="T47" fmla="*/ 211 h 213"/>
                  <a:gd name="T48" fmla="*/ 104 w 256"/>
                  <a:gd name="T49" fmla="*/ 213 h 213"/>
                  <a:gd name="T50" fmla="*/ 96 w 256"/>
                  <a:gd name="T51" fmla="*/ 212 h 213"/>
                  <a:gd name="T52" fmla="*/ 89 w 256"/>
                  <a:gd name="T53" fmla="*/ 207 h 213"/>
                  <a:gd name="T54" fmla="*/ 81 w 256"/>
                  <a:gd name="T55" fmla="*/ 195 h 213"/>
                  <a:gd name="T56" fmla="*/ 71 w 256"/>
                  <a:gd name="T57" fmla="*/ 193 h 213"/>
                  <a:gd name="T58" fmla="*/ 62 w 256"/>
                  <a:gd name="T59" fmla="*/ 187 h 213"/>
                  <a:gd name="T60" fmla="*/ 59 w 256"/>
                  <a:gd name="T61" fmla="*/ 179 h 213"/>
                  <a:gd name="T62" fmla="*/ 54 w 256"/>
                  <a:gd name="T63" fmla="*/ 178 h 213"/>
                  <a:gd name="T64" fmla="*/ 49 w 256"/>
                  <a:gd name="T65" fmla="*/ 176 h 213"/>
                  <a:gd name="T66" fmla="*/ 42 w 256"/>
                  <a:gd name="T67" fmla="*/ 171 h 213"/>
                  <a:gd name="T68" fmla="*/ 39 w 256"/>
                  <a:gd name="T69" fmla="*/ 163 h 213"/>
                  <a:gd name="T70" fmla="*/ 31 w 256"/>
                  <a:gd name="T71" fmla="*/ 160 h 213"/>
                  <a:gd name="T72" fmla="*/ 22 w 256"/>
                  <a:gd name="T73" fmla="*/ 156 h 213"/>
                  <a:gd name="T74" fmla="*/ 15 w 256"/>
                  <a:gd name="T75" fmla="*/ 147 h 213"/>
                  <a:gd name="T76" fmla="*/ 14 w 256"/>
                  <a:gd name="T77" fmla="*/ 135 h 213"/>
                  <a:gd name="T78" fmla="*/ 18 w 256"/>
                  <a:gd name="T79" fmla="*/ 126 h 213"/>
                  <a:gd name="T80" fmla="*/ 9 w 256"/>
                  <a:gd name="T81" fmla="*/ 124 h 213"/>
                  <a:gd name="T82" fmla="*/ 5 w 256"/>
                  <a:gd name="T83" fmla="*/ 121 h 213"/>
                  <a:gd name="T84" fmla="*/ 1 w 256"/>
                  <a:gd name="T85" fmla="*/ 118 h 213"/>
                  <a:gd name="T86" fmla="*/ 7 w 256"/>
                  <a:gd name="T87" fmla="*/ 77 h 213"/>
                  <a:gd name="T88" fmla="*/ 29 w 256"/>
                  <a:gd name="T89" fmla="*/ 28 h 213"/>
                  <a:gd name="T90" fmla="*/ 76 w 256"/>
                  <a:gd name="T91" fmla="*/ 12 h 213"/>
                  <a:gd name="T92" fmla="*/ 77 w 256"/>
                  <a:gd name="T93" fmla="*/ 20 h 213"/>
                  <a:gd name="T94" fmla="*/ 84 w 256"/>
                  <a:gd name="T95" fmla="*/ 21 h 213"/>
                  <a:gd name="T96" fmla="*/ 91 w 256"/>
                  <a:gd name="T97" fmla="*/ 18 h 213"/>
                  <a:gd name="T98" fmla="*/ 183 w 256"/>
                  <a:gd name="T99" fmla="*/ 18 h 213"/>
                  <a:gd name="T100" fmla="*/ 209 w 256"/>
                  <a:gd name="T101" fmla="*/ 7 h 213"/>
                  <a:gd name="T102" fmla="*/ 241 w 256"/>
                  <a:gd name="T103" fmla="*/ 50 h 213"/>
                  <a:gd name="T104" fmla="*/ 256 w 256"/>
                  <a:gd name="T105" fmla="*/ 101 h 21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6"/>
                  <a:gd name="T160" fmla="*/ 0 h 213"/>
                  <a:gd name="T161" fmla="*/ 256 w 256"/>
                  <a:gd name="T162" fmla="*/ 213 h 21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6" h="213">
                    <a:moveTo>
                      <a:pt x="256" y="116"/>
                    </a:moveTo>
                    <a:lnTo>
                      <a:pt x="255" y="116"/>
                    </a:lnTo>
                    <a:lnTo>
                      <a:pt x="254" y="117"/>
                    </a:lnTo>
                    <a:lnTo>
                      <a:pt x="253" y="118"/>
                    </a:lnTo>
                    <a:lnTo>
                      <a:pt x="252" y="118"/>
                    </a:lnTo>
                    <a:lnTo>
                      <a:pt x="252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7" y="121"/>
                    </a:lnTo>
                    <a:lnTo>
                      <a:pt x="245" y="121"/>
                    </a:lnTo>
                    <a:lnTo>
                      <a:pt x="245" y="120"/>
                    </a:lnTo>
                    <a:lnTo>
                      <a:pt x="244" y="120"/>
                    </a:lnTo>
                    <a:lnTo>
                      <a:pt x="244" y="119"/>
                    </a:lnTo>
                    <a:lnTo>
                      <a:pt x="243" y="118"/>
                    </a:lnTo>
                    <a:lnTo>
                      <a:pt x="243" y="117"/>
                    </a:lnTo>
                    <a:lnTo>
                      <a:pt x="242" y="116"/>
                    </a:lnTo>
                    <a:lnTo>
                      <a:pt x="228" y="126"/>
                    </a:lnTo>
                    <a:lnTo>
                      <a:pt x="228" y="128"/>
                    </a:lnTo>
                    <a:lnTo>
                      <a:pt x="228" y="130"/>
                    </a:lnTo>
                    <a:lnTo>
                      <a:pt x="228" y="131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228" y="137"/>
                    </a:lnTo>
                    <a:lnTo>
                      <a:pt x="228" y="139"/>
                    </a:lnTo>
                    <a:lnTo>
                      <a:pt x="228" y="142"/>
                    </a:lnTo>
                    <a:lnTo>
                      <a:pt x="228" y="144"/>
                    </a:lnTo>
                    <a:lnTo>
                      <a:pt x="226" y="147"/>
                    </a:lnTo>
                    <a:lnTo>
                      <a:pt x="225" y="148"/>
                    </a:lnTo>
                    <a:lnTo>
                      <a:pt x="224" y="150"/>
                    </a:lnTo>
                    <a:lnTo>
                      <a:pt x="223" y="151"/>
                    </a:lnTo>
                    <a:lnTo>
                      <a:pt x="222" y="152"/>
                    </a:lnTo>
                    <a:lnTo>
                      <a:pt x="219" y="153"/>
                    </a:lnTo>
                    <a:lnTo>
                      <a:pt x="218" y="156"/>
                    </a:lnTo>
                    <a:lnTo>
                      <a:pt x="217" y="156"/>
                    </a:lnTo>
                    <a:lnTo>
                      <a:pt x="215" y="157"/>
                    </a:lnTo>
                    <a:lnTo>
                      <a:pt x="213" y="158"/>
                    </a:lnTo>
                    <a:lnTo>
                      <a:pt x="206" y="158"/>
                    </a:lnTo>
                    <a:lnTo>
                      <a:pt x="203" y="159"/>
                    </a:lnTo>
                    <a:lnTo>
                      <a:pt x="203" y="161"/>
                    </a:lnTo>
                    <a:lnTo>
                      <a:pt x="202" y="163"/>
                    </a:lnTo>
                    <a:lnTo>
                      <a:pt x="201" y="165"/>
                    </a:lnTo>
                    <a:lnTo>
                      <a:pt x="200" y="166"/>
                    </a:lnTo>
                    <a:lnTo>
                      <a:pt x="199" y="167"/>
                    </a:lnTo>
                    <a:lnTo>
                      <a:pt x="198" y="169"/>
                    </a:lnTo>
                    <a:lnTo>
                      <a:pt x="197" y="171"/>
                    </a:lnTo>
                    <a:lnTo>
                      <a:pt x="196" y="172"/>
                    </a:lnTo>
                    <a:lnTo>
                      <a:pt x="194" y="173"/>
                    </a:lnTo>
                    <a:lnTo>
                      <a:pt x="193" y="173"/>
                    </a:lnTo>
                    <a:lnTo>
                      <a:pt x="192" y="174"/>
                    </a:lnTo>
                    <a:lnTo>
                      <a:pt x="191" y="174"/>
                    </a:lnTo>
                    <a:lnTo>
                      <a:pt x="190" y="174"/>
                    </a:lnTo>
                    <a:lnTo>
                      <a:pt x="188" y="174"/>
                    </a:lnTo>
                    <a:lnTo>
                      <a:pt x="186" y="175"/>
                    </a:lnTo>
                    <a:lnTo>
                      <a:pt x="184" y="175"/>
                    </a:lnTo>
                    <a:lnTo>
                      <a:pt x="183" y="175"/>
                    </a:lnTo>
                    <a:lnTo>
                      <a:pt x="182" y="174"/>
                    </a:lnTo>
                    <a:lnTo>
                      <a:pt x="181" y="174"/>
                    </a:lnTo>
                    <a:lnTo>
                      <a:pt x="180" y="176"/>
                    </a:lnTo>
                    <a:lnTo>
                      <a:pt x="179" y="179"/>
                    </a:lnTo>
                    <a:lnTo>
                      <a:pt x="177" y="182"/>
                    </a:lnTo>
                    <a:lnTo>
                      <a:pt x="176" y="184"/>
                    </a:lnTo>
                    <a:lnTo>
                      <a:pt x="174" y="184"/>
                    </a:lnTo>
                    <a:lnTo>
                      <a:pt x="171" y="188"/>
                    </a:lnTo>
                    <a:lnTo>
                      <a:pt x="170" y="189"/>
                    </a:lnTo>
                    <a:lnTo>
                      <a:pt x="167" y="190"/>
                    </a:lnTo>
                    <a:lnTo>
                      <a:pt x="164" y="191"/>
                    </a:lnTo>
                    <a:lnTo>
                      <a:pt x="162" y="191"/>
                    </a:lnTo>
                    <a:lnTo>
                      <a:pt x="155" y="191"/>
                    </a:lnTo>
                    <a:lnTo>
                      <a:pt x="155" y="192"/>
                    </a:lnTo>
                    <a:lnTo>
                      <a:pt x="154" y="194"/>
                    </a:lnTo>
                    <a:lnTo>
                      <a:pt x="154" y="195"/>
                    </a:lnTo>
                    <a:lnTo>
                      <a:pt x="153" y="197"/>
                    </a:lnTo>
                    <a:lnTo>
                      <a:pt x="152" y="198"/>
                    </a:lnTo>
                    <a:lnTo>
                      <a:pt x="151" y="200"/>
                    </a:lnTo>
                    <a:lnTo>
                      <a:pt x="150" y="203"/>
                    </a:lnTo>
                    <a:lnTo>
                      <a:pt x="148" y="204"/>
                    </a:lnTo>
                    <a:lnTo>
                      <a:pt x="146" y="205"/>
                    </a:lnTo>
                    <a:lnTo>
                      <a:pt x="145" y="206"/>
                    </a:lnTo>
                    <a:lnTo>
                      <a:pt x="143" y="207"/>
                    </a:lnTo>
                    <a:lnTo>
                      <a:pt x="140" y="208"/>
                    </a:lnTo>
                    <a:lnTo>
                      <a:pt x="137" y="208"/>
                    </a:lnTo>
                    <a:lnTo>
                      <a:pt x="135" y="208"/>
                    </a:lnTo>
                    <a:lnTo>
                      <a:pt x="133" y="208"/>
                    </a:lnTo>
                    <a:lnTo>
                      <a:pt x="131" y="208"/>
                    </a:lnTo>
                    <a:lnTo>
                      <a:pt x="129" y="207"/>
                    </a:lnTo>
                    <a:lnTo>
                      <a:pt x="125" y="207"/>
                    </a:lnTo>
                    <a:lnTo>
                      <a:pt x="123" y="205"/>
                    </a:lnTo>
                    <a:lnTo>
                      <a:pt x="121" y="204"/>
                    </a:lnTo>
                    <a:lnTo>
                      <a:pt x="120" y="206"/>
                    </a:lnTo>
                    <a:lnTo>
                      <a:pt x="119" y="207"/>
                    </a:lnTo>
                    <a:lnTo>
                      <a:pt x="117" y="208"/>
                    </a:lnTo>
                    <a:lnTo>
                      <a:pt x="116" y="210"/>
                    </a:lnTo>
                    <a:lnTo>
                      <a:pt x="115" y="210"/>
                    </a:lnTo>
                    <a:lnTo>
                      <a:pt x="113" y="211"/>
                    </a:lnTo>
                    <a:lnTo>
                      <a:pt x="110" y="212"/>
                    </a:lnTo>
                    <a:lnTo>
                      <a:pt x="109" y="213"/>
                    </a:lnTo>
                    <a:lnTo>
                      <a:pt x="106" y="213"/>
                    </a:lnTo>
                    <a:lnTo>
                      <a:pt x="104" y="213"/>
                    </a:lnTo>
                    <a:lnTo>
                      <a:pt x="102" y="213"/>
                    </a:lnTo>
                    <a:lnTo>
                      <a:pt x="100" y="213"/>
                    </a:lnTo>
                    <a:lnTo>
                      <a:pt x="98" y="213"/>
                    </a:lnTo>
                    <a:lnTo>
                      <a:pt x="96" y="212"/>
                    </a:lnTo>
                    <a:lnTo>
                      <a:pt x="93" y="211"/>
                    </a:lnTo>
                    <a:lnTo>
                      <a:pt x="92" y="210"/>
                    </a:lnTo>
                    <a:lnTo>
                      <a:pt x="90" y="209"/>
                    </a:lnTo>
                    <a:lnTo>
                      <a:pt x="89" y="207"/>
                    </a:lnTo>
                    <a:lnTo>
                      <a:pt x="87" y="206"/>
                    </a:lnTo>
                    <a:lnTo>
                      <a:pt x="85" y="204"/>
                    </a:lnTo>
                    <a:lnTo>
                      <a:pt x="83" y="196"/>
                    </a:lnTo>
                    <a:lnTo>
                      <a:pt x="81" y="195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3" y="194"/>
                    </a:lnTo>
                    <a:lnTo>
                      <a:pt x="71" y="193"/>
                    </a:lnTo>
                    <a:lnTo>
                      <a:pt x="68" y="192"/>
                    </a:lnTo>
                    <a:lnTo>
                      <a:pt x="66" y="190"/>
                    </a:lnTo>
                    <a:lnTo>
                      <a:pt x="63" y="189"/>
                    </a:lnTo>
                    <a:lnTo>
                      <a:pt x="62" y="187"/>
                    </a:lnTo>
                    <a:lnTo>
                      <a:pt x="61" y="182"/>
                    </a:lnTo>
                    <a:lnTo>
                      <a:pt x="60" y="180"/>
                    </a:lnTo>
                    <a:lnTo>
                      <a:pt x="59" y="179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2" y="178"/>
                    </a:lnTo>
                    <a:lnTo>
                      <a:pt x="51" y="177"/>
                    </a:lnTo>
                    <a:lnTo>
                      <a:pt x="49" y="177"/>
                    </a:lnTo>
                    <a:lnTo>
                      <a:pt x="49" y="176"/>
                    </a:lnTo>
                    <a:lnTo>
                      <a:pt x="45" y="175"/>
                    </a:lnTo>
                    <a:lnTo>
                      <a:pt x="44" y="174"/>
                    </a:lnTo>
                    <a:lnTo>
                      <a:pt x="43" y="173"/>
                    </a:lnTo>
                    <a:lnTo>
                      <a:pt x="42" y="171"/>
                    </a:lnTo>
                    <a:lnTo>
                      <a:pt x="41" y="169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3"/>
                    </a:lnTo>
                    <a:lnTo>
                      <a:pt x="38" y="161"/>
                    </a:lnTo>
                    <a:lnTo>
                      <a:pt x="36" y="161"/>
                    </a:lnTo>
                    <a:lnTo>
                      <a:pt x="34" y="161"/>
                    </a:lnTo>
                    <a:lnTo>
                      <a:pt x="31" y="160"/>
                    </a:lnTo>
                    <a:lnTo>
                      <a:pt x="28" y="159"/>
                    </a:lnTo>
                    <a:lnTo>
                      <a:pt x="26" y="159"/>
                    </a:lnTo>
                    <a:lnTo>
                      <a:pt x="23" y="158"/>
                    </a:lnTo>
                    <a:lnTo>
                      <a:pt x="22" y="156"/>
                    </a:lnTo>
                    <a:lnTo>
                      <a:pt x="20" y="153"/>
                    </a:lnTo>
                    <a:lnTo>
                      <a:pt x="18" y="152"/>
                    </a:lnTo>
                    <a:lnTo>
                      <a:pt x="16" y="149"/>
                    </a:lnTo>
                    <a:lnTo>
                      <a:pt x="15" y="147"/>
                    </a:lnTo>
                    <a:lnTo>
                      <a:pt x="15" y="144"/>
                    </a:lnTo>
                    <a:lnTo>
                      <a:pt x="14" y="142"/>
                    </a:lnTo>
                    <a:lnTo>
                      <a:pt x="14" y="139"/>
                    </a:lnTo>
                    <a:lnTo>
                      <a:pt x="14" y="135"/>
                    </a:lnTo>
                    <a:lnTo>
                      <a:pt x="15" y="133"/>
                    </a:lnTo>
                    <a:lnTo>
                      <a:pt x="15" y="130"/>
                    </a:lnTo>
                    <a:lnTo>
                      <a:pt x="16" y="128"/>
                    </a:lnTo>
                    <a:lnTo>
                      <a:pt x="18" y="126"/>
                    </a:lnTo>
                    <a:lnTo>
                      <a:pt x="19" y="122"/>
                    </a:lnTo>
                    <a:lnTo>
                      <a:pt x="13" y="118"/>
                    </a:lnTo>
                    <a:lnTo>
                      <a:pt x="10" y="124"/>
                    </a:lnTo>
                    <a:lnTo>
                      <a:pt x="9" y="124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5" y="121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1" y="119"/>
                    </a:lnTo>
                    <a:lnTo>
                      <a:pt x="1" y="118"/>
                    </a:lnTo>
                    <a:lnTo>
                      <a:pt x="0" y="117"/>
                    </a:lnTo>
                    <a:lnTo>
                      <a:pt x="0" y="103"/>
                    </a:lnTo>
                    <a:lnTo>
                      <a:pt x="3" y="90"/>
                    </a:lnTo>
                    <a:lnTo>
                      <a:pt x="7" y="77"/>
                    </a:lnTo>
                    <a:lnTo>
                      <a:pt x="10" y="63"/>
                    </a:lnTo>
                    <a:lnTo>
                      <a:pt x="15" y="52"/>
                    </a:lnTo>
                    <a:lnTo>
                      <a:pt x="22" y="39"/>
                    </a:lnTo>
                    <a:lnTo>
                      <a:pt x="29" y="28"/>
                    </a:lnTo>
                    <a:lnTo>
                      <a:pt x="38" y="19"/>
                    </a:lnTo>
                    <a:lnTo>
                      <a:pt x="49" y="8"/>
                    </a:lnTo>
                    <a:lnTo>
                      <a:pt x="58" y="1"/>
                    </a:lnTo>
                    <a:lnTo>
                      <a:pt x="76" y="12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6" y="19"/>
                    </a:lnTo>
                    <a:lnTo>
                      <a:pt x="77" y="20"/>
                    </a:lnTo>
                    <a:lnTo>
                      <a:pt x="79" y="20"/>
                    </a:lnTo>
                    <a:lnTo>
                      <a:pt x="81" y="21"/>
                    </a:lnTo>
                    <a:lnTo>
                      <a:pt x="82" y="21"/>
                    </a:lnTo>
                    <a:lnTo>
                      <a:pt x="84" y="21"/>
                    </a:lnTo>
                    <a:lnTo>
                      <a:pt x="85" y="22"/>
                    </a:lnTo>
                    <a:lnTo>
                      <a:pt x="87" y="22"/>
                    </a:lnTo>
                    <a:lnTo>
                      <a:pt x="89" y="23"/>
                    </a:lnTo>
                    <a:lnTo>
                      <a:pt x="91" y="18"/>
                    </a:lnTo>
                    <a:lnTo>
                      <a:pt x="128" y="6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3" y="17"/>
                    </a:lnTo>
                    <a:lnTo>
                      <a:pt x="180" y="10"/>
                    </a:lnTo>
                    <a:lnTo>
                      <a:pt x="197" y="0"/>
                    </a:lnTo>
                    <a:lnTo>
                      <a:pt x="209" y="7"/>
                    </a:lnTo>
                    <a:lnTo>
                      <a:pt x="218" y="17"/>
                    </a:lnTo>
                    <a:lnTo>
                      <a:pt x="226" y="26"/>
                    </a:lnTo>
                    <a:lnTo>
                      <a:pt x="234" y="38"/>
                    </a:lnTo>
                    <a:lnTo>
                      <a:pt x="241" y="50"/>
                    </a:lnTo>
                    <a:lnTo>
                      <a:pt x="247" y="62"/>
                    </a:lnTo>
                    <a:lnTo>
                      <a:pt x="250" y="74"/>
                    </a:lnTo>
                    <a:lnTo>
                      <a:pt x="254" y="88"/>
                    </a:lnTo>
                    <a:lnTo>
                      <a:pt x="256" y="101"/>
                    </a:lnTo>
                    <a:lnTo>
                      <a:pt x="256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36" name="Freeform 1128"/>
              <p:cNvSpPr>
                <a:spLocks/>
              </p:cNvSpPr>
              <p:nvPr/>
            </p:nvSpPr>
            <p:spPr bwMode="auto">
              <a:xfrm>
                <a:off x="2524" y="2483"/>
                <a:ext cx="256" cy="213"/>
              </a:xfrm>
              <a:custGeom>
                <a:avLst/>
                <a:gdLst>
                  <a:gd name="T0" fmla="*/ 253 w 256"/>
                  <a:gd name="T1" fmla="*/ 118 h 213"/>
                  <a:gd name="T2" fmla="*/ 249 w 256"/>
                  <a:gd name="T3" fmla="*/ 120 h 213"/>
                  <a:gd name="T4" fmla="*/ 245 w 256"/>
                  <a:gd name="T5" fmla="*/ 120 h 213"/>
                  <a:gd name="T6" fmla="*/ 243 w 256"/>
                  <a:gd name="T7" fmla="*/ 117 h 213"/>
                  <a:gd name="T8" fmla="*/ 228 w 256"/>
                  <a:gd name="T9" fmla="*/ 130 h 213"/>
                  <a:gd name="T10" fmla="*/ 228 w 256"/>
                  <a:gd name="T11" fmla="*/ 137 h 213"/>
                  <a:gd name="T12" fmla="*/ 228 w 256"/>
                  <a:gd name="T13" fmla="*/ 144 h 213"/>
                  <a:gd name="T14" fmla="*/ 223 w 256"/>
                  <a:gd name="T15" fmla="*/ 151 h 213"/>
                  <a:gd name="T16" fmla="*/ 217 w 256"/>
                  <a:gd name="T17" fmla="*/ 156 h 213"/>
                  <a:gd name="T18" fmla="*/ 203 w 256"/>
                  <a:gd name="T19" fmla="*/ 159 h 213"/>
                  <a:gd name="T20" fmla="*/ 200 w 256"/>
                  <a:gd name="T21" fmla="*/ 166 h 213"/>
                  <a:gd name="T22" fmla="*/ 196 w 256"/>
                  <a:gd name="T23" fmla="*/ 172 h 213"/>
                  <a:gd name="T24" fmla="*/ 191 w 256"/>
                  <a:gd name="T25" fmla="*/ 174 h 213"/>
                  <a:gd name="T26" fmla="*/ 184 w 256"/>
                  <a:gd name="T27" fmla="*/ 175 h 213"/>
                  <a:gd name="T28" fmla="*/ 180 w 256"/>
                  <a:gd name="T29" fmla="*/ 176 h 213"/>
                  <a:gd name="T30" fmla="*/ 174 w 256"/>
                  <a:gd name="T31" fmla="*/ 184 h 213"/>
                  <a:gd name="T32" fmla="*/ 164 w 256"/>
                  <a:gd name="T33" fmla="*/ 191 h 213"/>
                  <a:gd name="T34" fmla="*/ 154 w 256"/>
                  <a:gd name="T35" fmla="*/ 194 h 213"/>
                  <a:gd name="T36" fmla="*/ 151 w 256"/>
                  <a:gd name="T37" fmla="*/ 200 h 213"/>
                  <a:gd name="T38" fmla="*/ 145 w 256"/>
                  <a:gd name="T39" fmla="*/ 206 h 213"/>
                  <a:gd name="T40" fmla="*/ 135 w 256"/>
                  <a:gd name="T41" fmla="*/ 208 h 213"/>
                  <a:gd name="T42" fmla="*/ 125 w 256"/>
                  <a:gd name="T43" fmla="*/ 207 h 213"/>
                  <a:gd name="T44" fmla="*/ 119 w 256"/>
                  <a:gd name="T45" fmla="*/ 207 h 213"/>
                  <a:gd name="T46" fmla="*/ 113 w 256"/>
                  <a:gd name="T47" fmla="*/ 211 h 213"/>
                  <a:gd name="T48" fmla="*/ 104 w 256"/>
                  <a:gd name="T49" fmla="*/ 213 h 213"/>
                  <a:gd name="T50" fmla="*/ 96 w 256"/>
                  <a:gd name="T51" fmla="*/ 212 h 213"/>
                  <a:gd name="T52" fmla="*/ 89 w 256"/>
                  <a:gd name="T53" fmla="*/ 207 h 213"/>
                  <a:gd name="T54" fmla="*/ 81 w 256"/>
                  <a:gd name="T55" fmla="*/ 195 h 213"/>
                  <a:gd name="T56" fmla="*/ 71 w 256"/>
                  <a:gd name="T57" fmla="*/ 193 h 213"/>
                  <a:gd name="T58" fmla="*/ 62 w 256"/>
                  <a:gd name="T59" fmla="*/ 187 h 213"/>
                  <a:gd name="T60" fmla="*/ 59 w 256"/>
                  <a:gd name="T61" fmla="*/ 179 h 213"/>
                  <a:gd name="T62" fmla="*/ 54 w 256"/>
                  <a:gd name="T63" fmla="*/ 178 h 213"/>
                  <a:gd name="T64" fmla="*/ 49 w 256"/>
                  <a:gd name="T65" fmla="*/ 176 h 213"/>
                  <a:gd name="T66" fmla="*/ 42 w 256"/>
                  <a:gd name="T67" fmla="*/ 171 h 213"/>
                  <a:gd name="T68" fmla="*/ 39 w 256"/>
                  <a:gd name="T69" fmla="*/ 163 h 213"/>
                  <a:gd name="T70" fmla="*/ 31 w 256"/>
                  <a:gd name="T71" fmla="*/ 160 h 213"/>
                  <a:gd name="T72" fmla="*/ 22 w 256"/>
                  <a:gd name="T73" fmla="*/ 156 h 213"/>
                  <a:gd name="T74" fmla="*/ 15 w 256"/>
                  <a:gd name="T75" fmla="*/ 147 h 213"/>
                  <a:gd name="T76" fmla="*/ 14 w 256"/>
                  <a:gd name="T77" fmla="*/ 135 h 213"/>
                  <a:gd name="T78" fmla="*/ 18 w 256"/>
                  <a:gd name="T79" fmla="*/ 126 h 213"/>
                  <a:gd name="T80" fmla="*/ 9 w 256"/>
                  <a:gd name="T81" fmla="*/ 124 h 213"/>
                  <a:gd name="T82" fmla="*/ 5 w 256"/>
                  <a:gd name="T83" fmla="*/ 121 h 213"/>
                  <a:gd name="T84" fmla="*/ 1 w 256"/>
                  <a:gd name="T85" fmla="*/ 118 h 213"/>
                  <a:gd name="T86" fmla="*/ 7 w 256"/>
                  <a:gd name="T87" fmla="*/ 77 h 213"/>
                  <a:gd name="T88" fmla="*/ 29 w 256"/>
                  <a:gd name="T89" fmla="*/ 28 h 213"/>
                  <a:gd name="T90" fmla="*/ 76 w 256"/>
                  <a:gd name="T91" fmla="*/ 12 h 213"/>
                  <a:gd name="T92" fmla="*/ 77 w 256"/>
                  <a:gd name="T93" fmla="*/ 20 h 213"/>
                  <a:gd name="T94" fmla="*/ 84 w 256"/>
                  <a:gd name="T95" fmla="*/ 21 h 213"/>
                  <a:gd name="T96" fmla="*/ 91 w 256"/>
                  <a:gd name="T97" fmla="*/ 18 h 213"/>
                  <a:gd name="T98" fmla="*/ 183 w 256"/>
                  <a:gd name="T99" fmla="*/ 18 h 213"/>
                  <a:gd name="T100" fmla="*/ 209 w 256"/>
                  <a:gd name="T101" fmla="*/ 7 h 213"/>
                  <a:gd name="T102" fmla="*/ 241 w 256"/>
                  <a:gd name="T103" fmla="*/ 50 h 213"/>
                  <a:gd name="T104" fmla="*/ 256 w 256"/>
                  <a:gd name="T105" fmla="*/ 101 h 21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6"/>
                  <a:gd name="T160" fmla="*/ 0 h 213"/>
                  <a:gd name="T161" fmla="*/ 256 w 256"/>
                  <a:gd name="T162" fmla="*/ 213 h 21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6" h="213">
                    <a:moveTo>
                      <a:pt x="256" y="116"/>
                    </a:moveTo>
                    <a:lnTo>
                      <a:pt x="255" y="116"/>
                    </a:lnTo>
                    <a:lnTo>
                      <a:pt x="254" y="117"/>
                    </a:lnTo>
                    <a:lnTo>
                      <a:pt x="253" y="118"/>
                    </a:lnTo>
                    <a:lnTo>
                      <a:pt x="252" y="118"/>
                    </a:lnTo>
                    <a:lnTo>
                      <a:pt x="252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7" y="121"/>
                    </a:lnTo>
                    <a:lnTo>
                      <a:pt x="245" y="121"/>
                    </a:lnTo>
                    <a:lnTo>
                      <a:pt x="245" y="120"/>
                    </a:lnTo>
                    <a:lnTo>
                      <a:pt x="244" y="120"/>
                    </a:lnTo>
                    <a:lnTo>
                      <a:pt x="244" y="119"/>
                    </a:lnTo>
                    <a:lnTo>
                      <a:pt x="243" y="118"/>
                    </a:lnTo>
                    <a:lnTo>
                      <a:pt x="243" y="117"/>
                    </a:lnTo>
                    <a:lnTo>
                      <a:pt x="242" y="116"/>
                    </a:lnTo>
                    <a:lnTo>
                      <a:pt x="228" y="126"/>
                    </a:lnTo>
                    <a:lnTo>
                      <a:pt x="228" y="128"/>
                    </a:lnTo>
                    <a:lnTo>
                      <a:pt x="228" y="130"/>
                    </a:lnTo>
                    <a:lnTo>
                      <a:pt x="228" y="131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228" y="137"/>
                    </a:lnTo>
                    <a:lnTo>
                      <a:pt x="228" y="139"/>
                    </a:lnTo>
                    <a:lnTo>
                      <a:pt x="228" y="142"/>
                    </a:lnTo>
                    <a:lnTo>
                      <a:pt x="228" y="144"/>
                    </a:lnTo>
                    <a:lnTo>
                      <a:pt x="226" y="147"/>
                    </a:lnTo>
                    <a:lnTo>
                      <a:pt x="225" y="148"/>
                    </a:lnTo>
                    <a:lnTo>
                      <a:pt x="224" y="150"/>
                    </a:lnTo>
                    <a:lnTo>
                      <a:pt x="223" y="151"/>
                    </a:lnTo>
                    <a:lnTo>
                      <a:pt x="222" y="152"/>
                    </a:lnTo>
                    <a:lnTo>
                      <a:pt x="219" y="153"/>
                    </a:lnTo>
                    <a:lnTo>
                      <a:pt x="218" y="156"/>
                    </a:lnTo>
                    <a:lnTo>
                      <a:pt x="217" y="156"/>
                    </a:lnTo>
                    <a:lnTo>
                      <a:pt x="215" y="157"/>
                    </a:lnTo>
                    <a:lnTo>
                      <a:pt x="213" y="158"/>
                    </a:lnTo>
                    <a:lnTo>
                      <a:pt x="206" y="158"/>
                    </a:lnTo>
                    <a:lnTo>
                      <a:pt x="203" y="159"/>
                    </a:lnTo>
                    <a:lnTo>
                      <a:pt x="203" y="161"/>
                    </a:lnTo>
                    <a:lnTo>
                      <a:pt x="202" y="163"/>
                    </a:lnTo>
                    <a:lnTo>
                      <a:pt x="201" y="165"/>
                    </a:lnTo>
                    <a:lnTo>
                      <a:pt x="200" y="166"/>
                    </a:lnTo>
                    <a:lnTo>
                      <a:pt x="199" y="167"/>
                    </a:lnTo>
                    <a:lnTo>
                      <a:pt x="198" y="169"/>
                    </a:lnTo>
                    <a:lnTo>
                      <a:pt x="197" y="171"/>
                    </a:lnTo>
                    <a:lnTo>
                      <a:pt x="196" y="172"/>
                    </a:lnTo>
                    <a:lnTo>
                      <a:pt x="194" y="173"/>
                    </a:lnTo>
                    <a:lnTo>
                      <a:pt x="193" y="173"/>
                    </a:lnTo>
                    <a:lnTo>
                      <a:pt x="192" y="174"/>
                    </a:lnTo>
                    <a:lnTo>
                      <a:pt x="191" y="174"/>
                    </a:lnTo>
                    <a:lnTo>
                      <a:pt x="190" y="174"/>
                    </a:lnTo>
                    <a:lnTo>
                      <a:pt x="188" y="174"/>
                    </a:lnTo>
                    <a:lnTo>
                      <a:pt x="186" y="175"/>
                    </a:lnTo>
                    <a:lnTo>
                      <a:pt x="184" y="175"/>
                    </a:lnTo>
                    <a:lnTo>
                      <a:pt x="183" y="175"/>
                    </a:lnTo>
                    <a:lnTo>
                      <a:pt x="182" y="174"/>
                    </a:lnTo>
                    <a:lnTo>
                      <a:pt x="181" y="174"/>
                    </a:lnTo>
                    <a:lnTo>
                      <a:pt x="180" y="176"/>
                    </a:lnTo>
                    <a:lnTo>
                      <a:pt x="179" y="179"/>
                    </a:lnTo>
                    <a:lnTo>
                      <a:pt x="177" y="182"/>
                    </a:lnTo>
                    <a:lnTo>
                      <a:pt x="176" y="184"/>
                    </a:lnTo>
                    <a:lnTo>
                      <a:pt x="174" y="184"/>
                    </a:lnTo>
                    <a:lnTo>
                      <a:pt x="171" y="188"/>
                    </a:lnTo>
                    <a:lnTo>
                      <a:pt x="170" y="189"/>
                    </a:lnTo>
                    <a:lnTo>
                      <a:pt x="167" y="190"/>
                    </a:lnTo>
                    <a:lnTo>
                      <a:pt x="164" y="191"/>
                    </a:lnTo>
                    <a:lnTo>
                      <a:pt x="162" y="191"/>
                    </a:lnTo>
                    <a:lnTo>
                      <a:pt x="155" y="191"/>
                    </a:lnTo>
                    <a:lnTo>
                      <a:pt x="155" y="192"/>
                    </a:lnTo>
                    <a:lnTo>
                      <a:pt x="154" y="194"/>
                    </a:lnTo>
                    <a:lnTo>
                      <a:pt x="154" y="195"/>
                    </a:lnTo>
                    <a:lnTo>
                      <a:pt x="153" y="197"/>
                    </a:lnTo>
                    <a:lnTo>
                      <a:pt x="152" y="198"/>
                    </a:lnTo>
                    <a:lnTo>
                      <a:pt x="151" y="200"/>
                    </a:lnTo>
                    <a:lnTo>
                      <a:pt x="150" y="203"/>
                    </a:lnTo>
                    <a:lnTo>
                      <a:pt x="148" y="204"/>
                    </a:lnTo>
                    <a:lnTo>
                      <a:pt x="146" y="205"/>
                    </a:lnTo>
                    <a:lnTo>
                      <a:pt x="145" y="206"/>
                    </a:lnTo>
                    <a:lnTo>
                      <a:pt x="143" y="207"/>
                    </a:lnTo>
                    <a:lnTo>
                      <a:pt x="140" y="208"/>
                    </a:lnTo>
                    <a:lnTo>
                      <a:pt x="137" y="208"/>
                    </a:lnTo>
                    <a:lnTo>
                      <a:pt x="135" y="208"/>
                    </a:lnTo>
                    <a:lnTo>
                      <a:pt x="133" y="208"/>
                    </a:lnTo>
                    <a:lnTo>
                      <a:pt x="131" y="208"/>
                    </a:lnTo>
                    <a:lnTo>
                      <a:pt x="129" y="207"/>
                    </a:lnTo>
                    <a:lnTo>
                      <a:pt x="125" y="207"/>
                    </a:lnTo>
                    <a:lnTo>
                      <a:pt x="123" y="205"/>
                    </a:lnTo>
                    <a:lnTo>
                      <a:pt x="121" y="204"/>
                    </a:lnTo>
                    <a:lnTo>
                      <a:pt x="120" y="206"/>
                    </a:lnTo>
                    <a:lnTo>
                      <a:pt x="119" y="207"/>
                    </a:lnTo>
                    <a:lnTo>
                      <a:pt x="117" y="208"/>
                    </a:lnTo>
                    <a:lnTo>
                      <a:pt x="116" y="210"/>
                    </a:lnTo>
                    <a:lnTo>
                      <a:pt x="115" y="210"/>
                    </a:lnTo>
                    <a:lnTo>
                      <a:pt x="113" y="211"/>
                    </a:lnTo>
                    <a:lnTo>
                      <a:pt x="110" y="212"/>
                    </a:lnTo>
                    <a:lnTo>
                      <a:pt x="109" y="213"/>
                    </a:lnTo>
                    <a:lnTo>
                      <a:pt x="106" y="213"/>
                    </a:lnTo>
                    <a:lnTo>
                      <a:pt x="104" y="213"/>
                    </a:lnTo>
                    <a:lnTo>
                      <a:pt x="102" y="213"/>
                    </a:lnTo>
                    <a:lnTo>
                      <a:pt x="100" y="213"/>
                    </a:lnTo>
                    <a:lnTo>
                      <a:pt x="98" y="213"/>
                    </a:lnTo>
                    <a:lnTo>
                      <a:pt x="96" y="212"/>
                    </a:lnTo>
                    <a:lnTo>
                      <a:pt x="93" y="211"/>
                    </a:lnTo>
                    <a:lnTo>
                      <a:pt x="92" y="210"/>
                    </a:lnTo>
                    <a:lnTo>
                      <a:pt x="90" y="209"/>
                    </a:lnTo>
                    <a:lnTo>
                      <a:pt x="89" y="207"/>
                    </a:lnTo>
                    <a:lnTo>
                      <a:pt x="87" y="206"/>
                    </a:lnTo>
                    <a:lnTo>
                      <a:pt x="85" y="204"/>
                    </a:lnTo>
                    <a:lnTo>
                      <a:pt x="83" y="196"/>
                    </a:lnTo>
                    <a:lnTo>
                      <a:pt x="81" y="195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3" y="194"/>
                    </a:lnTo>
                    <a:lnTo>
                      <a:pt x="71" y="193"/>
                    </a:lnTo>
                    <a:lnTo>
                      <a:pt x="68" y="192"/>
                    </a:lnTo>
                    <a:lnTo>
                      <a:pt x="66" y="190"/>
                    </a:lnTo>
                    <a:lnTo>
                      <a:pt x="63" y="189"/>
                    </a:lnTo>
                    <a:lnTo>
                      <a:pt x="62" y="187"/>
                    </a:lnTo>
                    <a:lnTo>
                      <a:pt x="61" y="182"/>
                    </a:lnTo>
                    <a:lnTo>
                      <a:pt x="60" y="180"/>
                    </a:lnTo>
                    <a:lnTo>
                      <a:pt x="59" y="179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2" y="178"/>
                    </a:lnTo>
                    <a:lnTo>
                      <a:pt x="51" y="177"/>
                    </a:lnTo>
                    <a:lnTo>
                      <a:pt x="49" y="177"/>
                    </a:lnTo>
                    <a:lnTo>
                      <a:pt x="49" y="176"/>
                    </a:lnTo>
                    <a:lnTo>
                      <a:pt x="45" y="175"/>
                    </a:lnTo>
                    <a:lnTo>
                      <a:pt x="44" y="174"/>
                    </a:lnTo>
                    <a:lnTo>
                      <a:pt x="43" y="173"/>
                    </a:lnTo>
                    <a:lnTo>
                      <a:pt x="42" y="171"/>
                    </a:lnTo>
                    <a:lnTo>
                      <a:pt x="41" y="169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3"/>
                    </a:lnTo>
                    <a:lnTo>
                      <a:pt x="38" y="161"/>
                    </a:lnTo>
                    <a:lnTo>
                      <a:pt x="36" y="161"/>
                    </a:lnTo>
                    <a:lnTo>
                      <a:pt x="34" y="161"/>
                    </a:lnTo>
                    <a:lnTo>
                      <a:pt x="31" y="160"/>
                    </a:lnTo>
                    <a:lnTo>
                      <a:pt x="28" y="159"/>
                    </a:lnTo>
                    <a:lnTo>
                      <a:pt x="26" y="159"/>
                    </a:lnTo>
                    <a:lnTo>
                      <a:pt x="23" y="158"/>
                    </a:lnTo>
                    <a:lnTo>
                      <a:pt x="22" y="156"/>
                    </a:lnTo>
                    <a:lnTo>
                      <a:pt x="20" y="153"/>
                    </a:lnTo>
                    <a:lnTo>
                      <a:pt x="18" y="152"/>
                    </a:lnTo>
                    <a:lnTo>
                      <a:pt x="16" y="149"/>
                    </a:lnTo>
                    <a:lnTo>
                      <a:pt x="15" y="147"/>
                    </a:lnTo>
                    <a:lnTo>
                      <a:pt x="15" y="144"/>
                    </a:lnTo>
                    <a:lnTo>
                      <a:pt x="14" y="142"/>
                    </a:lnTo>
                    <a:lnTo>
                      <a:pt x="14" y="139"/>
                    </a:lnTo>
                    <a:lnTo>
                      <a:pt x="14" y="135"/>
                    </a:lnTo>
                    <a:lnTo>
                      <a:pt x="15" y="133"/>
                    </a:lnTo>
                    <a:lnTo>
                      <a:pt x="15" y="130"/>
                    </a:lnTo>
                    <a:lnTo>
                      <a:pt x="16" y="128"/>
                    </a:lnTo>
                    <a:lnTo>
                      <a:pt x="18" y="126"/>
                    </a:lnTo>
                    <a:lnTo>
                      <a:pt x="19" y="122"/>
                    </a:lnTo>
                    <a:lnTo>
                      <a:pt x="13" y="118"/>
                    </a:lnTo>
                    <a:lnTo>
                      <a:pt x="10" y="124"/>
                    </a:lnTo>
                    <a:lnTo>
                      <a:pt x="9" y="124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5" y="121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1" y="119"/>
                    </a:lnTo>
                    <a:lnTo>
                      <a:pt x="1" y="118"/>
                    </a:lnTo>
                    <a:lnTo>
                      <a:pt x="0" y="117"/>
                    </a:lnTo>
                    <a:lnTo>
                      <a:pt x="0" y="103"/>
                    </a:lnTo>
                    <a:lnTo>
                      <a:pt x="3" y="90"/>
                    </a:lnTo>
                    <a:lnTo>
                      <a:pt x="7" y="77"/>
                    </a:lnTo>
                    <a:lnTo>
                      <a:pt x="10" y="63"/>
                    </a:lnTo>
                    <a:lnTo>
                      <a:pt x="15" y="52"/>
                    </a:lnTo>
                    <a:lnTo>
                      <a:pt x="22" y="39"/>
                    </a:lnTo>
                    <a:lnTo>
                      <a:pt x="29" y="28"/>
                    </a:lnTo>
                    <a:lnTo>
                      <a:pt x="38" y="19"/>
                    </a:lnTo>
                    <a:lnTo>
                      <a:pt x="49" y="8"/>
                    </a:lnTo>
                    <a:lnTo>
                      <a:pt x="58" y="1"/>
                    </a:lnTo>
                    <a:lnTo>
                      <a:pt x="76" y="12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6" y="19"/>
                    </a:lnTo>
                    <a:lnTo>
                      <a:pt x="77" y="20"/>
                    </a:lnTo>
                    <a:lnTo>
                      <a:pt x="79" y="20"/>
                    </a:lnTo>
                    <a:lnTo>
                      <a:pt x="81" y="21"/>
                    </a:lnTo>
                    <a:lnTo>
                      <a:pt x="82" y="21"/>
                    </a:lnTo>
                    <a:lnTo>
                      <a:pt x="84" y="21"/>
                    </a:lnTo>
                    <a:lnTo>
                      <a:pt x="85" y="22"/>
                    </a:lnTo>
                    <a:lnTo>
                      <a:pt x="87" y="22"/>
                    </a:lnTo>
                    <a:lnTo>
                      <a:pt x="89" y="23"/>
                    </a:lnTo>
                    <a:lnTo>
                      <a:pt x="91" y="18"/>
                    </a:lnTo>
                    <a:lnTo>
                      <a:pt x="128" y="6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3" y="17"/>
                    </a:lnTo>
                    <a:lnTo>
                      <a:pt x="180" y="10"/>
                    </a:lnTo>
                    <a:lnTo>
                      <a:pt x="197" y="0"/>
                    </a:lnTo>
                    <a:lnTo>
                      <a:pt x="209" y="7"/>
                    </a:lnTo>
                    <a:lnTo>
                      <a:pt x="218" y="17"/>
                    </a:lnTo>
                    <a:lnTo>
                      <a:pt x="226" y="26"/>
                    </a:lnTo>
                    <a:lnTo>
                      <a:pt x="234" y="38"/>
                    </a:lnTo>
                    <a:lnTo>
                      <a:pt x="241" y="50"/>
                    </a:lnTo>
                    <a:lnTo>
                      <a:pt x="247" y="62"/>
                    </a:lnTo>
                    <a:lnTo>
                      <a:pt x="250" y="74"/>
                    </a:lnTo>
                    <a:lnTo>
                      <a:pt x="254" y="88"/>
                    </a:lnTo>
                    <a:lnTo>
                      <a:pt x="256" y="101"/>
                    </a:lnTo>
                    <a:lnTo>
                      <a:pt x="256" y="116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37" name="Freeform 1129"/>
              <p:cNvSpPr>
                <a:spLocks/>
              </p:cNvSpPr>
              <p:nvPr/>
            </p:nvSpPr>
            <p:spPr bwMode="auto">
              <a:xfrm>
                <a:off x="2715" y="2488"/>
                <a:ext cx="63" cy="107"/>
              </a:xfrm>
              <a:custGeom>
                <a:avLst/>
                <a:gdLst>
                  <a:gd name="T0" fmla="*/ 63 w 63"/>
                  <a:gd name="T1" fmla="*/ 104 h 107"/>
                  <a:gd name="T2" fmla="*/ 56 w 63"/>
                  <a:gd name="T3" fmla="*/ 107 h 107"/>
                  <a:gd name="T4" fmla="*/ 0 w 63"/>
                  <a:gd name="T5" fmla="*/ 7 h 107"/>
                  <a:gd name="T6" fmla="*/ 11 w 63"/>
                  <a:gd name="T7" fmla="*/ 0 h 107"/>
                  <a:gd name="T8" fmla="*/ 21 w 63"/>
                  <a:gd name="T9" fmla="*/ 7 h 107"/>
                  <a:gd name="T10" fmla="*/ 28 w 63"/>
                  <a:gd name="T11" fmla="*/ 16 h 107"/>
                  <a:gd name="T12" fmla="*/ 36 w 63"/>
                  <a:gd name="T13" fmla="*/ 25 h 107"/>
                  <a:gd name="T14" fmla="*/ 42 w 63"/>
                  <a:gd name="T15" fmla="*/ 35 h 107"/>
                  <a:gd name="T16" fmla="*/ 48 w 63"/>
                  <a:gd name="T17" fmla="*/ 45 h 107"/>
                  <a:gd name="T18" fmla="*/ 53 w 63"/>
                  <a:gd name="T19" fmla="*/ 56 h 107"/>
                  <a:gd name="T20" fmla="*/ 56 w 63"/>
                  <a:gd name="T21" fmla="*/ 67 h 107"/>
                  <a:gd name="T22" fmla="*/ 61 w 63"/>
                  <a:gd name="T23" fmla="*/ 78 h 107"/>
                  <a:gd name="T24" fmla="*/ 62 w 63"/>
                  <a:gd name="T25" fmla="*/ 91 h 107"/>
                  <a:gd name="T26" fmla="*/ 63 w 63"/>
                  <a:gd name="T27" fmla="*/ 104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3"/>
                  <a:gd name="T43" fmla="*/ 0 h 107"/>
                  <a:gd name="T44" fmla="*/ 63 w 63"/>
                  <a:gd name="T45" fmla="*/ 107 h 10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3" h="107">
                    <a:moveTo>
                      <a:pt x="63" y="104"/>
                    </a:moveTo>
                    <a:lnTo>
                      <a:pt x="56" y="107"/>
                    </a:lnTo>
                    <a:lnTo>
                      <a:pt x="0" y="7"/>
                    </a:lnTo>
                    <a:lnTo>
                      <a:pt x="11" y="0"/>
                    </a:lnTo>
                    <a:lnTo>
                      <a:pt x="21" y="7"/>
                    </a:lnTo>
                    <a:lnTo>
                      <a:pt x="28" y="16"/>
                    </a:lnTo>
                    <a:lnTo>
                      <a:pt x="36" y="25"/>
                    </a:lnTo>
                    <a:lnTo>
                      <a:pt x="42" y="35"/>
                    </a:lnTo>
                    <a:lnTo>
                      <a:pt x="48" y="45"/>
                    </a:lnTo>
                    <a:lnTo>
                      <a:pt x="53" y="56"/>
                    </a:lnTo>
                    <a:lnTo>
                      <a:pt x="56" y="67"/>
                    </a:lnTo>
                    <a:lnTo>
                      <a:pt x="61" y="78"/>
                    </a:lnTo>
                    <a:lnTo>
                      <a:pt x="62" y="91"/>
                    </a:lnTo>
                    <a:lnTo>
                      <a:pt x="63" y="104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38" name="Freeform 1130"/>
              <p:cNvSpPr>
                <a:spLocks/>
              </p:cNvSpPr>
              <p:nvPr/>
            </p:nvSpPr>
            <p:spPr bwMode="auto">
              <a:xfrm>
                <a:off x="2715" y="2488"/>
                <a:ext cx="63" cy="107"/>
              </a:xfrm>
              <a:custGeom>
                <a:avLst/>
                <a:gdLst>
                  <a:gd name="T0" fmla="*/ 63 w 63"/>
                  <a:gd name="T1" fmla="*/ 104 h 107"/>
                  <a:gd name="T2" fmla="*/ 56 w 63"/>
                  <a:gd name="T3" fmla="*/ 107 h 107"/>
                  <a:gd name="T4" fmla="*/ 0 w 63"/>
                  <a:gd name="T5" fmla="*/ 7 h 107"/>
                  <a:gd name="T6" fmla="*/ 11 w 63"/>
                  <a:gd name="T7" fmla="*/ 0 h 107"/>
                  <a:gd name="T8" fmla="*/ 21 w 63"/>
                  <a:gd name="T9" fmla="*/ 7 h 107"/>
                  <a:gd name="T10" fmla="*/ 28 w 63"/>
                  <a:gd name="T11" fmla="*/ 16 h 107"/>
                  <a:gd name="T12" fmla="*/ 36 w 63"/>
                  <a:gd name="T13" fmla="*/ 25 h 107"/>
                  <a:gd name="T14" fmla="*/ 42 w 63"/>
                  <a:gd name="T15" fmla="*/ 35 h 107"/>
                  <a:gd name="T16" fmla="*/ 48 w 63"/>
                  <a:gd name="T17" fmla="*/ 45 h 107"/>
                  <a:gd name="T18" fmla="*/ 53 w 63"/>
                  <a:gd name="T19" fmla="*/ 56 h 107"/>
                  <a:gd name="T20" fmla="*/ 56 w 63"/>
                  <a:gd name="T21" fmla="*/ 67 h 107"/>
                  <a:gd name="T22" fmla="*/ 61 w 63"/>
                  <a:gd name="T23" fmla="*/ 78 h 107"/>
                  <a:gd name="T24" fmla="*/ 62 w 63"/>
                  <a:gd name="T25" fmla="*/ 91 h 107"/>
                  <a:gd name="T26" fmla="*/ 63 w 63"/>
                  <a:gd name="T27" fmla="*/ 104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3"/>
                  <a:gd name="T43" fmla="*/ 0 h 107"/>
                  <a:gd name="T44" fmla="*/ 63 w 63"/>
                  <a:gd name="T45" fmla="*/ 107 h 10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3" h="107">
                    <a:moveTo>
                      <a:pt x="63" y="104"/>
                    </a:moveTo>
                    <a:lnTo>
                      <a:pt x="56" y="107"/>
                    </a:lnTo>
                    <a:lnTo>
                      <a:pt x="0" y="7"/>
                    </a:lnTo>
                    <a:lnTo>
                      <a:pt x="11" y="0"/>
                    </a:lnTo>
                    <a:lnTo>
                      <a:pt x="21" y="7"/>
                    </a:lnTo>
                    <a:lnTo>
                      <a:pt x="28" y="16"/>
                    </a:lnTo>
                    <a:lnTo>
                      <a:pt x="36" y="25"/>
                    </a:lnTo>
                    <a:lnTo>
                      <a:pt x="42" y="35"/>
                    </a:lnTo>
                    <a:lnTo>
                      <a:pt x="48" y="45"/>
                    </a:lnTo>
                    <a:lnTo>
                      <a:pt x="53" y="56"/>
                    </a:lnTo>
                    <a:lnTo>
                      <a:pt x="56" y="67"/>
                    </a:lnTo>
                    <a:lnTo>
                      <a:pt x="61" y="78"/>
                    </a:lnTo>
                    <a:lnTo>
                      <a:pt x="62" y="91"/>
                    </a:lnTo>
                    <a:lnTo>
                      <a:pt x="63" y="104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39" name="Freeform 1131"/>
              <p:cNvSpPr>
                <a:spLocks/>
              </p:cNvSpPr>
              <p:nvPr/>
            </p:nvSpPr>
            <p:spPr bwMode="auto">
              <a:xfrm>
                <a:off x="2527" y="2490"/>
                <a:ext cx="63" cy="107"/>
              </a:xfrm>
              <a:custGeom>
                <a:avLst/>
                <a:gdLst>
                  <a:gd name="T0" fmla="*/ 63 w 63"/>
                  <a:gd name="T1" fmla="*/ 9 h 107"/>
                  <a:gd name="T2" fmla="*/ 5 w 63"/>
                  <a:gd name="T3" fmla="*/ 107 h 107"/>
                  <a:gd name="T4" fmla="*/ 4 w 63"/>
                  <a:gd name="T5" fmla="*/ 107 h 107"/>
                  <a:gd name="T6" fmla="*/ 3 w 63"/>
                  <a:gd name="T7" fmla="*/ 107 h 107"/>
                  <a:gd name="T8" fmla="*/ 2 w 63"/>
                  <a:gd name="T9" fmla="*/ 106 h 107"/>
                  <a:gd name="T10" fmla="*/ 1 w 63"/>
                  <a:gd name="T11" fmla="*/ 106 h 107"/>
                  <a:gd name="T12" fmla="*/ 1 w 63"/>
                  <a:gd name="T13" fmla="*/ 105 h 107"/>
                  <a:gd name="T14" fmla="*/ 0 w 63"/>
                  <a:gd name="T15" fmla="*/ 104 h 107"/>
                  <a:gd name="T16" fmla="*/ 1 w 63"/>
                  <a:gd name="T17" fmla="*/ 92 h 107"/>
                  <a:gd name="T18" fmla="*/ 2 w 63"/>
                  <a:gd name="T19" fmla="*/ 80 h 107"/>
                  <a:gd name="T20" fmla="*/ 5 w 63"/>
                  <a:gd name="T21" fmla="*/ 68 h 107"/>
                  <a:gd name="T22" fmla="*/ 8 w 63"/>
                  <a:gd name="T23" fmla="*/ 57 h 107"/>
                  <a:gd name="T24" fmla="*/ 12 w 63"/>
                  <a:gd name="T25" fmla="*/ 46 h 107"/>
                  <a:gd name="T26" fmla="*/ 19 w 63"/>
                  <a:gd name="T27" fmla="*/ 35 h 107"/>
                  <a:gd name="T28" fmla="*/ 25 w 63"/>
                  <a:gd name="T29" fmla="*/ 27 h 107"/>
                  <a:gd name="T30" fmla="*/ 32 w 63"/>
                  <a:gd name="T31" fmla="*/ 17 h 107"/>
                  <a:gd name="T32" fmla="*/ 40 w 63"/>
                  <a:gd name="T33" fmla="*/ 9 h 107"/>
                  <a:gd name="T34" fmla="*/ 49 w 63"/>
                  <a:gd name="T35" fmla="*/ 0 h 107"/>
                  <a:gd name="T36" fmla="*/ 50 w 63"/>
                  <a:gd name="T37" fmla="*/ 0 h 107"/>
                  <a:gd name="T38" fmla="*/ 52 w 63"/>
                  <a:gd name="T39" fmla="*/ 1 h 107"/>
                  <a:gd name="T40" fmla="*/ 54 w 63"/>
                  <a:gd name="T41" fmla="*/ 2 h 107"/>
                  <a:gd name="T42" fmla="*/ 54 w 63"/>
                  <a:gd name="T43" fmla="*/ 3 h 107"/>
                  <a:gd name="T44" fmla="*/ 56 w 63"/>
                  <a:gd name="T45" fmla="*/ 3 h 107"/>
                  <a:gd name="T46" fmla="*/ 57 w 63"/>
                  <a:gd name="T47" fmla="*/ 4 h 107"/>
                  <a:gd name="T48" fmla="*/ 58 w 63"/>
                  <a:gd name="T49" fmla="*/ 5 h 107"/>
                  <a:gd name="T50" fmla="*/ 60 w 63"/>
                  <a:gd name="T51" fmla="*/ 7 h 107"/>
                  <a:gd name="T52" fmla="*/ 62 w 63"/>
                  <a:gd name="T53" fmla="*/ 9 h 107"/>
                  <a:gd name="T54" fmla="*/ 63 w 63"/>
                  <a:gd name="T55" fmla="*/ 9 h 10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63"/>
                  <a:gd name="T85" fmla="*/ 0 h 107"/>
                  <a:gd name="T86" fmla="*/ 63 w 63"/>
                  <a:gd name="T87" fmla="*/ 107 h 10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63" h="107">
                    <a:moveTo>
                      <a:pt x="63" y="9"/>
                    </a:moveTo>
                    <a:lnTo>
                      <a:pt x="5" y="107"/>
                    </a:lnTo>
                    <a:lnTo>
                      <a:pt x="4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0" y="104"/>
                    </a:lnTo>
                    <a:lnTo>
                      <a:pt x="1" y="92"/>
                    </a:lnTo>
                    <a:lnTo>
                      <a:pt x="2" y="80"/>
                    </a:lnTo>
                    <a:lnTo>
                      <a:pt x="5" y="68"/>
                    </a:lnTo>
                    <a:lnTo>
                      <a:pt x="8" y="57"/>
                    </a:lnTo>
                    <a:lnTo>
                      <a:pt x="12" y="46"/>
                    </a:lnTo>
                    <a:lnTo>
                      <a:pt x="19" y="35"/>
                    </a:lnTo>
                    <a:lnTo>
                      <a:pt x="25" y="27"/>
                    </a:lnTo>
                    <a:lnTo>
                      <a:pt x="32" y="17"/>
                    </a:lnTo>
                    <a:lnTo>
                      <a:pt x="40" y="9"/>
                    </a:lnTo>
                    <a:lnTo>
                      <a:pt x="49" y="0"/>
                    </a:lnTo>
                    <a:lnTo>
                      <a:pt x="50" y="0"/>
                    </a:lnTo>
                    <a:lnTo>
                      <a:pt x="52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7" y="4"/>
                    </a:lnTo>
                    <a:lnTo>
                      <a:pt x="58" y="5"/>
                    </a:lnTo>
                    <a:lnTo>
                      <a:pt x="60" y="7"/>
                    </a:lnTo>
                    <a:lnTo>
                      <a:pt x="62" y="9"/>
                    </a:lnTo>
                    <a:lnTo>
                      <a:pt x="63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40" name="Freeform 1132"/>
              <p:cNvSpPr>
                <a:spLocks/>
              </p:cNvSpPr>
              <p:nvPr/>
            </p:nvSpPr>
            <p:spPr bwMode="auto">
              <a:xfrm>
                <a:off x="2527" y="2490"/>
                <a:ext cx="63" cy="107"/>
              </a:xfrm>
              <a:custGeom>
                <a:avLst/>
                <a:gdLst>
                  <a:gd name="T0" fmla="*/ 63 w 63"/>
                  <a:gd name="T1" fmla="*/ 9 h 107"/>
                  <a:gd name="T2" fmla="*/ 5 w 63"/>
                  <a:gd name="T3" fmla="*/ 107 h 107"/>
                  <a:gd name="T4" fmla="*/ 4 w 63"/>
                  <a:gd name="T5" fmla="*/ 107 h 107"/>
                  <a:gd name="T6" fmla="*/ 3 w 63"/>
                  <a:gd name="T7" fmla="*/ 107 h 107"/>
                  <a:gd name="T8" fmla="*/ 2 w 63"/>
                  <a:gd name="T9" fmla="*/ 106 h 107"/>
                  <a:gd name="T10" fmla="*/ 1 w 63"/>
                  <a:gd name="T11" fmla="*/ 106 h 107"/>
                  <a:gd name="T12" fmla="*/ 1 w 63"/>
                  <a:gd name="T13" fmla="*/ 105 h 107"/>
                  <a:gd name="T14" fmla="*/ 0 w 63"/>
                  <a:gd name="T15" fmla="*/ 104 h 107"/>
                  <a:gd name="T16" fmla="*/ 1 w 63"/>
                  <a:gd name="T17" fmla="*/ 92 h 107"/>
                  <a:gd name="T18" fmla="*/ 2 w 63"/>
                  <a:gd name="T19" fmla="*/ 80 h 107"/>
                  <a:gd name="T20" fmla="*/ 5 w 63"/>
                  <a:gd name="T21" fmla="*/ 68 h 107"/>
                  <a:gd name="T22" fmla="*/ 8 w 63"/>
                  <a:gd name="T23" fmla="*/ 57 h 107"/>
                  <a:gd name="T24" fmla="*/ 12 w 63"/>
                  <a:gd name="T25" fmla="*/ 46 h 107"/>
                  <a:gd name="T26" fmla="*/ 19 w 63"/>
                  <a:gd name="T27" fmla="*/ 35 h 107"/>
                  <a:gd name="T28" fmla="*/ 25 w 63"/>
                  <a:gd name="T29" fmla="*/ 27 h 107"/>
                  <a:gd name="T30" fmla="*/ 32 w 63"/>
                  <a:gd name="T31" fmla="*/ 17 h 107"/>
                  <a:gd name="T32" fmla="*/ 40 w 63"/>
                  <a:gd name="T33" fmla="*/ 9 h 107"/>
                  <a:gd name="T34" fmla="*/ 49 w 63"/>
                  <a:gd name="T35" fmla="*/ 0 h 107"/>
                  <a:gd name="T36" fmla="*/ 50 w 63"/>
                  <a:gd name="T37" fmla="*/ 0 h 107"/>
                  <a:gd name="T38" fmla="*/ 52 w 63"/>
                  <a:gd name="T39" fmla="*/ 1 h 107"/>
                  <a:gd name="T40" fmla="*/ 54 w 63"/>
                  <a:gd name="T41" fmla="*/ 2 h 107"/>
                  <a:gd name="T42" fmla="*/ 54 w 63"/>
                  <a:gd name="T43" fmla="*/ 3 h 107"/>
                  <a:gd name="T44" fmla="*/ 56 w 63"/>
                  <a:gd name="T45" fmla="*/ 3 h 107"/>
                  <a:gd name="T46" fmla="*/ 57 w 63"/>
                  <a:gd name="T47" fmla="*/ 4 h 107"/>
                  <a:gd name="T48" fmla="*/ 58 w 63"/>
                  <a:gd name="T49" fmla="*/ 5 h 107"/>
                  <a:gd name="T50" fmla="*/ 60 w 63"/>
                  <a:gd name="T51" fmla="*/ 7 h 107"/>
                  <a:gd name="T52" fmla="*/ 62 w 63"/>
                  <a:gd name="T53" fmla="*/ 9 h 107"/>
                  <a:gd name="T54" fmla="*/ 63 w 63"/>
                  <a:gd name="T55" fmla="*/ 9 h 10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63"/>
                  <a:gd name="T85" fmla="*/ 0 h 107"/>
                  <a:gd name="T86" fmla="*/ 63 w 63"/>
                  <a:gd name="T87" fmla="*/ 107 h 10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63" h="107">
                    <a:moveTo>
                      <a:pt x="63" y="9"/>
                    </a:moveTo>
                    <a:lnTo>
                      <a:pt x="5" y="107"/>
                    </a:lnTo>
                    <a:lnTo>
                      <a:pt x="4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0" y="104"/>
                    </a:lnTo>
                    <a:lnTo>
                      <a:pt x="1" y="92"/>
                    </a:lnTo>
                    <a:lnTo>
                      <a:pt x="2" y="80"/>
                    </a:lnTo>
                    <a:lnTo>
                      <a:pt x="5" y="68"/>
                    </a:lnTo>
                    <a:lnTo>
                      <a:pt x="8" y="57"/>
                    </a:lnTo>
                    <a:lnTo>
                      <a:pt x="12" y="46"/>
                    </a:lnTo>
                    <a:lnTo>
                      <a:pt x="19" y="35"/>
                    </a:lnTo>
                    <a:lnTo>
                      <a:pt x="25" y="27"/>
                    </a:lnTo>
                    <a:lnTo>
                      <a:pt x="32" y="17"/>
                    </a:lnTo>
                    <a:lnTo>
                      <a:pt x="40" y="9"/>
                    </a:lnTo>
                    <a:lnTo>
                      <a:pt x="49" y="0"/>
                    </a:lnTo>
                    <a:lnTo>
                      <a:pt x="50" y="0"/>
                    </a:lnTo>
                    <a:lnTo>
                      <a:pt x="52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7" y="4"/>
                    </a:lnTo>
                    <a:lnTo>
                      <a:pt x="58" y="5"/>
                    </a:lnTo>
                    <a:lnTo>
                      <a:pt x="60" y="7"/>
                    </a:lnTo>
                    <a:lnTo>
                      <a:pt x="62" y="9"/>
                    </a:lnTo>
                    <a:lnTo>
                      <a:pt x="63" y="9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41" name="Freeform 1133"/>
              <p:cNvSpPr>
                <a:spLocks/>
              </p:cNvSpPr>
              <p:nvPr/>
            </p:nvSpPr>
            <p:spPr bwMode="auto">
              <a:xfrm>
                <a:off x="2603" y="2498"/>
                <a:ext cx="162" cy="107"/>
              </a:xfrm>
              <a:custGeom>
                <a:avLst/>
                <a:gdLst>
                  <a:gd name="T0" fmla="*/ 102 w 162"/>
                  <a:gd name="T1" fmla="*/ 12 h 107"/>
                  <a:gd name="T2" fmla="*/ 104 w 162"/>
                  <a:gd name="T3" fmla="*/ 10 h 107"/>
                  <a:gd name="T4" fmla="*/ 106 w 162"/>
                  <a:gd name="T5" fmla="*/ 8 h 107"/>
                  <a:gd name="T6" fmla="*/ 108 w 162"/>
                  <a:gd name="T7" fmla="*/ 7 h 107"/>
                  <a:gd name="T8" fmla="*/ 111 w 162"/>
                  <a:gd name="T9" fmla="*/ 6 h 107"/>
                  <a:gd name="T10" fmla="*/ 162 w 162"/>
                  <a:gd name="T11" fmla="*/ 94 h 107"/>
                  <a:gd name="T12" fmla="*/ 158 w 162"/>
                  <a:gd name="T13" fmla="*/ 96 h 107"/>
                  <a:gd name="T14" fmla="*/ 153 w 162"/>
                  <a:gd name="T15" fmla="*/ 99 h 107"/>
                  <a:gd name="T16" fmla="*/ 149 w 162"/>
                  <a:gd name="T17" fmla="*/ 103 h 107"/>
                  <a:gd name="T18" fmla="*/ 145 w 162"/>
                  <a:gd name="T19" fmla="*/ 105 h 107"/>
                  <a:gd name="T20" fmla="*/ 140 w 162"/>
                  <a:gd name="T21" fmla="*/ 107 h 107"/>
                  <a:gd name="T22" fmla="*/ 128 w 162"/>
                  <a:gd name="T23" fmla="*/ 94 h 107"/>
                  <a:gd name="T24" fmla="*/ 116 w 162"/>
                  <a:gd name="T25" fmla="*/ 80 h 107"/>
                  <a:gd name="T26" fmla="*/ 104 w 162"/>
                  <a:gd name="T27" fmla="*/ 67 h 107"/>
                  <a:gd name="T28" fmla="*/ 91 w 162"/>
                  <a:gd name="T29" fmla="*/ 53 h 107"/>
                  <a:gd name="T30" fmla="*/ 78 w 162"/>
                  <a:gd name="T31" fmla="*/ 41 h 107"/>
                  <a:gd name="T32" fmla="*/ 73 w 162"/>
                  <a:gd name="T33" fmla="*/ 38 h 107"/>
                  <a:gd name="T34" fmla="*/ 66 w 162"/>
                  <a:gd name="T35" fmla="*/ 36 h 107"/>
                  <a:gd name="T36" fmla="*/ 60 w 162"/>
                  <a:gd name="T37" fmla="*/ 33 h 107"/>
                  <a:gd name="T38" fmla="*/ 55 w 162"/>
                  <a:gd name="T39" fmla="*/ 31 h 107"/>
                  <a:gd name="T40" fmla="*/ 48 w 162"/>
                  <a:gd name="T41" fmla="*/ 28 h 107"/>
                  <a:gd name="T42" fmla="*/ 50 w 162"/>
                  <a:gd name="T43" fmla="*/ 26 h 107"/>
                  <a:gd name="T44" fmla="*/ 50 w 162"/>
                  <a:gd name="T45" fmla="*/ 23 h 107"/>
                  <a:gd name="T46" fmla="*/ 44 w 162"/>
                  <a:gd name="T47" fmla="*/ 28 h 107"/>
                  <a:gd name="T48" fmla="*/ 36 w 162"/>
                  <a:gd name="T49" fmla="*/ 37 h 107"/>
                  <a:gd name="T50" fmla="*/ 26 w 162"/>
                  <a:gd name="T51" fmla="*/ 46 h 107"/>
                  <a:gd name="T52" fmla="*/ 18 w 162"/>
                  <a:gd name="T53" fmla="*/ 51 h 107"/>
                  <a:gd name="T54" fmla="*/ 6 w 162"/>
                  <a:gd name="T55" fmla="*/ 52 h 107"/>
                  <a:gd name="T56" fmla="*/ 11 w 162"/>
                  <a:gd name="T57" fmla="*/ 24 h 107"/>
                  <a:gd name="T58" fmla="*/ 13 w 162"/>
                  <a:gd name="T59" fmla="*/ 26 h 107"/>
                  <a:gd name="T60" fmla="*/ 15 w 162"/>
                  <a:gd name="T61" fmla="*/ 26 h 107"/>
                  <a:gd name="T62" fmla="*/ 17 w 162"/>
                  <a:gd name="T63" fmla="*/ 28 h 107"/>
                  <a:gd name="T64" fmla="*/ 17 w 162"/>
                  <a:gd name="T65" fmla="*/ 31 h 107"/>
                  <a:gd name="T66" fmla="*/ 18 w 162"/>
                  <a:gd name="T67" fmla="*/ 34 h 107"/>
                  <a:gd name="T68" fmla="*/ 17 w 162"/>
                  <a:gd name="T69" fmla="*/ 37 h 107"/>
                  <a:gd name="T70" fmla="*/ 14 w 162"/>
                  <a:gd name="T71" fmla="*/ 40 h 107"/>
                  <a:gd name="T72" fmla="*/ 13 w 162"/>
                  <a:gd name="T73" fmla="*/ 42 h 107"/>
                  <a:gd name="T74" fmla="*/ 11 w 162"/>
                  <a:gd name="T75" fmla="*/ 46 h 107"/>
                  <a:gd name="T76" fmla="*/ 14 w 162"/>
                  <a:gd name="T77" fmla="*/ 46 h 107"/>
                  <a:gd name="T78" fmla="*/ 15 w 162"/>
                  <a:gd name="T79" fmla="*/ 41 h 107"/>
                  <a:gd name="T80" fmla="*/ 18 w 162"/>
                  <a:gd name="T81" fmla="*/ 38 h 107"/>
                  <a:gd name="T82" fmla="*/ 19 w 162"/>
                  <a:gd name="T83" fmla="*/ 35 h 107"/>
                  <a:gd name="T84" fmla="*/ 20 w 162"/>
                  <a:gd name="T85" fmla="*/ 32 h 107"/>
                  <a:gd name="T86" fmla="*/ 19 w 162"/>
                  <a:gd name="T87" fmla="*/ 29 h 107"/>
                  <a:gd name="T88" fmla="*/ 18 w 162"/>
                  <a:gd name="T89" fmla="*/ 26 h 107"/>
                  <a:gd name="T90" fmla="*/ 17 w 162"/>
                  <a:gd name="T91" fmla="*/ 24 h 107"/>
                  <a:gd name="T92" fmla="*/ 14 w 162"/>
                  <a:gd name="T93" fmla="*/ 23 h 107"/>
                  <a:gd name="T94" fmla="*/ 19 w 162"/>
                  <a:gd name="T95" fmla="*/ 10 h 107"/>
                  <a:gd name="T96" fmla="*/ 101 w 162"/>
                  <a:gd name="T97" fmla="*/ 12 h 10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62"/>
                  <a:gd name="T148" fmla="*/ 0 h 107"/>
                  <a:gd name="T149" fmla="*/ 162 w 162"/>
                  <a:gd name="T150" fmla="*/ 107 h 10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62" h="107">
                    <a:moveTo>
                      <a:pt x="101" y="12"/>
                    </a:moveTo>
                    <a:lnTo>
                      <a:pt x="102" y="12"/>
                    </a:lnTo>
                    <a:lnTo>
                      <a:pt x="103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7"/>
                    </a:lnTo>
                    <a:lnTo>
                      <a:pt x="111" y="6"/>
                    </a:lnTo>
                    <a:lnTo>
                      <a:pt x="113" y="6"/>
                    </a:lnTo>
                    <a:lnTo>
                      <a:pt x="162" y="94"/>
                    </a:lnTo>
                    <a:lnTo>
                      <a:pt x="160" y="95"/>
                    </a:lnTo>
                    <a:lnTo>
                      <a:pt x="158" y="96"/>
                    </a:lnTo>
                    <a:lnTo>
                      <a:pt x="155" y="97"/>
                    </a:lnTo>
                    <a:lnTo>
                      <a:pt x="153" y="99"/>
                    </a:lnTo>
                    <a:lnTo>
                      <a:pt x="151" y="101"/>
                    </a:lnTo>
                    <a:lnTo>
                      <a:pt x="149" y="103"/>
                    </a:lnTo>
                    <a:lnTo>
                      <a:pt x="147" y="104"/>
                    </a:lnTo>
                    <a:lnTo>
                      <a:pt x="145" y="105"/>
                    </a:lnTo>
                    <a:lnTo>
                      <a:pt x="143" y="106"/>
                    </a:lnTo>
                    <a:lnTo>
                      <a:pt x="140" y="107"/>
                    </a:lnTo>
                    <a:lnTo>
                      <a:pt x="134" y="101"/>
                    </a:lnTo>
                    <a:lnTo>
                      <a:pt x="128" y="94"/>
                    </a:lnTo>
                    <a:lnTo>
                      <a:pt x="122" y="87"/>
                    </a:lnTo>
                    <a:lnTo>
                      <a:pt x="116" y="80"/>
                    </a:lnTo>
                    <a:lnTo>
                      <a:pt x="111" y="73"/>
                    </a:lnTo>
                    <a:lnTo>
                      <a:pt x="104" y="67"/>
                    </a:lnTo>
                    <a:lnTo>
                      <a:pt x="98" y="59"/>
                    </a:lnTo>
                    <a:lnTo>
                      <a:pt x="91" y="53"/>
                    </a:lnTo>
                    <a:lnTo>
                      <a:pt x="85" y="48"/>
                    </a:lnTo>
                    <a:lnTo>
                      <a:pt x="78" y="41"/>
                    </a:lnTo>
                    <a:lnTo>
                      <a:pt x="75" y="40"/>
                    </a:lnTo>
                    <a:lnTo>
                      <a:pt x="73" y="38"/>
                    </a:lnTo>
                    <a:lnTo>
                      <a:pt x="69" y="37"/>
                    </a:lnTo>
                    <a:lnTo>
                      <a:pt x="66" y="36"/>
                    </a:lnTo>
                    <a:lnTo>
                      <a:pt x="64" y="35"/>
                    </a:lnTo>
                    <a:lnTo>
                      <a:pt x="60" y="33"/>
                    </a:lnTo>
                    <a:lnTo>
                      <a:pt x="57" y="32"/>
                    </a:lnTo>
                    <a:lnTo>
                      <a:pt x="55" y="31"/>
                    </a:lnTo>
                    <a:lnTo>
                      <a:pt x="52" y="29"/>
                    </a:lnTo>
                    <a:lnTo>
                      <a:pt x="48" y="28"/>
                    </a:lnTo>
                    <a:lnTo>
                      <a:pt x="50" y="26"/>
                    </a:lnTo>
                    <a:lnTo>
                      <a:pt x="50" y="24"/>
                    </a:lnTo>
                    <a:lnTo>
                      <a:pt x="50" y="23"/>
                    </a:lnTo>
                    <a:lnTo>
                      <a:pt x="44" y="28"/>
                    </a:lnTo>
                    <a:lnTo>
                      <a:pt x="40" y="33"/>
                    </a:lnTo>
                    <a:lnTo>
                      <a:pt x="36" y="37"/>
                    </a:lnTo>
                    <a:lnTo>
                      <a:pt x="30" y="40"/>
                    </a:lnTo>
                    <a:lnTo>
                      <a:pt x="26" y="46"/>
                    </a:lnTo>
                    <a:lnTo>
                      <a:pt x="22" y="48"/>
                    </a:lnTo>
                    <a:lnTo>
                      <a:pt x="18" y="51"/>
                    </a:lnTo>
                    <a:lnTo>
                      <a:pt x="11" y="52"/>
                    </a:lnTo>
                    <a:lnTo>
                      <a:pt x="6" y="52"/>
                    </a:lnTo>
                    <a:lnTo>
                      <a:pt x="0" y="48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8" y="32"/>
                    </a:lnTo>
                    <a:lnTo>
                      <a:pt x="18" y="34"/>
                    </a:lnTo>
                    <a:lnTo>
                      <a:pt x="17" y="35"/>
                    </a:lnTo>
                    <a:lnTo>
                      <a:pt x="17" y="37"/>
                    </a:lnTo>
                    <a:lnTo>
                      <a:pt x="15" y="38"/>
                    </a:lnTo>
                    <a:lnTo>
                      <a:pt x="14" y="40"/>
                    </a:lnTo>
                    <a:lnTo>
                      <a:pt x="13" y="41"/>
                    </a:lnTo>
                    <a:lnTo>
                      <a:pt x="13" y="42"/>
                    </a:lnTo>
                    <a:lnTo>
                      <a:pt x="11" y="43"/>
                    </a:lnTo>
                    <a:lnTo>
                      <a:pt x="11" y="46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7" y="40"/>
                    </a:lnTo>
                    <a:lnTo>
                      <a:pt x="18" y="38"/>
                    </a:lnTo>
                    <a:lnTo>
                      <a:pt x="19" y="37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20" y="32"/>
                    </a:lnTo>
                    <a:lnTo>
                      <a:pt x="19" y="31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8" y="26"/>
                    </a:lnTo>
                    <a:lnTo>
                      <a:pt x="17" y="26"/>
                    </a:lnTo>
                    <a:lnTo>
                      <a:pt x="17" y="24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3" y="22"/>
                    </a:lnTo>
                    <a:lnTo>
                      <a:pt x="19" y="10"/>
                    </a:lnTo>
                    <a:lnTo>
                      <a:pt x="48" y="0"/>
                    </a:lnTo>
                    <a:lnTo>
                      <a:pt x="101" y="12"/>
                    </a:lnTo>
                    <a:close/>
                  </a:path>
                </a:pathLst>
              </a:custGeom>
              <a:solidFill>
                <a:srgbClr val="4A29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grpSp>
            <p:nvGrpSpPr>
              <p:cNvPr id="34842" name="Group 1134"/>
              <p:cNvGrpSpPr>
                <a:grpSpLocks/>
              </p:cNvGrpSpPr>
              <p:nvPr/>
            </p:nvGrpSpPr>
            <p:grpSpPr bwMode="auto">
              <a:xfrm>
                <a:off x="2603" y="2498"/>
                <a:ext cx="162" cy="107"/>
                <a:chOff x="2603" y="2498"/>
                <a:chExt cx="162" cy="107"/>
              </a:xfrm>
            </p:grpSpPr>
            <p:sp>
              <p:nvSpPr>
                <p:cNvPr id="34878" name="Freeform 1135"/>
                <p:cNvSpPr>
                  <a:spLocks/>
                </p:cNvSpPr>
                <p:nvPr/>
              </p:nvSpPr>
              <p:spPr bwMode="auto">
                <a:xfrm>
                  <a:off x="2603" y="2498"/>
                  <a:ext cx="162" cy="107"/>
                </a:xfrm>
                <a:custGeom>
                  <a:avLst/>
                  <a:gdLst>
                    <a:gd name="T0" fmla="*/ 102 w 162"/>
                    <a:gd name="T1" fmla="*/ 12 h 107"/>
                    <a:gd name="T2" fmla="*/ 104 w 162"/>
                    <a:gd name="T3" fmla="*/ 10 h 107"/>
                    <a:gd name="T4" fmla="*/ 106 w 162"/>
                    <a:gd name="T5" fmla="*/ 8 h 107"/>
                    <a:gd name="T6" fmla="*/ 108 w 162"/>
                    <a:gd name="T7" fmla="*/ 7 h 107"/>
                    <a:gd name="T8" fmla="*/ 111 w 162"/>
                    <a:gd name="T9" fmla="*/ 6 h 107"/>
                    <a:gd name="T10" fmla="*/ 162 w 162"/>
                    <a:gd name="T11" fmla="*/ 94 h 107"/>
                    <a:gd name="T12" fmla="*/ 158 w 162"/>
                    <a:gd name="T13" fmla="*/ 96 h 107"/>
                    <a:gd name="T14" fmla="*/ 153 w 162"/>
                    <a:gd name="T15" fmla="*/ 99 h 107"/>
                    <a:gd name="T16" fmla="*/ 149 w 162"/>
                    <a:gd name="T17" fmla="*/ 103 h 107"/>
                    <a:gd name="T18" fmla="*/ 145 w 162"/>
                    <a:gd name="T19" fmla="*/ 105 h 107"/>
                    <a:gd name="T20" fmla="*/ 140 w 162"/>
                    <a:gd name="T21" fmla="*/ 107 h 107"/>
                    <a:gd name="T22" fmla="*/ 128 w 162"/>
                    <a:gd name="T23" fmla="*/ 94 h 107"/>
                    <a:gd name="T24" fmla="*/ 116 w 162"/>
                    <a:gd name="T25" fmla="*/ 80 h 107"/>
                    <a:gd name="T26" fmla="*/ 104 w 162"/>
                    <a:gd name="T27" fmla="*/ 67 h 107"/>
                    <a:gd name="T28" fmla="*/ 91 w 162"/>
                    <a:gd name="T29" fmla="*/ 53 h 107"/>
                    <a:gd name="T30" fmla="*/ 78 w 162"/>
                    <a:gd name="T31" fmla="*/ 41 h 107"/>
                    <a:gd name="T32" fmla="*/ 73 w 162"/>
                    <a:gd name="T33" fmla="*/ 38 h 107"/>
                    <a:gd name="T34" fmla="*/ 66 w 162"/>
                    <a:gd name="T35" fmla="*/ 36 h 107"/>
                    <a:gd name="T36" fmla="*/ 60 w 162"/>
                    <a:gd name="T37" fmla="*/ 33 h 107"/>
                    <a:gd name="T38" fmla="*/ 55 w 162"/>
                    <a:gd name="T39" fmla="*/ 31 h 107"/>
                    <a:gd name="T40" fmla="*/ 48 w 162"/>
                    <a:gd name="T41" fmla="*/ 28 h 107"/>
                    <a:gd name="T42" fmla="*/ 50 w 162"/>
                    <a:gd name="T43" fmla="*/ 26 h 107"/>
                    <a:gd name="T44" fmla="*/ 50 w 162"/>
                    <a:gd name="T45" fmla="*/ 23 h 107"/>
                    <a:gd name="T46" fmla="*/ 44 w 162"/>
                    <a:gd name="T47" fmla="*/ 28 h 107"/>
                    <a:gd name="T48" fmla="*/ 36 w 162"/>
                    <a:gd name="T49" fmla="*/ 37 h 107"/>
                    <a:gd name="T50" fmla="*/ 26 w 162"/>
                    <a:gd name="T51" fmla="*/ 46 h 107"/>
                    <a:gd name="T52" fmla="*/ 18 w 162"/>
                    <a:gd name="T53" fmla="*/ 51 h 107"/>
                    <a:gd name="T54" fmla="*/ 6 w 162"/>
                    <a:gd name="T55" fmla="*/ 52 h 107"/>
                    <a:gd name="T56" fmla="*/ 11 w 162"/>
                    <a:gd name="T57" fmla="*/ 24 h 107"/>
                    <a:gd name="T58" fmla="*/ 13 w 162"/>
                    <a:gd name="T59" fmla="*/ 26 h 107"/>
                    <a:gd name="T60" fmla="*/ 15 w 162"/>
                    <a:gd name="T61" fmla="*/ 26 h 107"/>
                    <a:gd name="T62" fmla="*/ 17 w 162"/>
                    <a:gd name="T63" fmla="*/ 28 h 107"/>
                    <a:gd name="T64" fmla="*/ 17 w 162"/>
                    <a:gd name="T65" fmla="*/ 31 h 107"/>
                    <a:gd name="T66" fmla="*/ 18 w 162"/>
                    <a:gd name="T67" fmla="*/ 34 h 107"/>
                    <a:gd name="T68" fmla="*/ 17 w 162"/>
                    <a:gd name="T69" fmla="*/ 37 h 107"/>
                    <a:gd name="T70" fmla="*/ 14 w 162"/>
                    <a:gd name="T71" fmla="*/ 40 h 107"/>
                    <a:gd name="T72" fmla="*/ 13 w 162"/>
                    <a:gd name="T73" fmla="*/ 42 h 107"/>
                    <a:gd name="T74" fmla="*/ 11 w 162"/>
                    <a:gd name="T75" fmla="*/ 46 h 107"/>
                    <a:gd name="T76" fmla="*/ 14 w 162"/>
                    <a:gd name="T77" fmla="*/ 46 h 107"/>
                    <a:gd name="T78" fmla="*/ 15 w 162"/>
                    <a:gd name="T79" fmla="*/ 41 h 107"/>
                    <a:gd name="T80" fmla="*/ 18 w 162"/>
                    <a:gd name="T81" fmla="*/ 38 h 107"/>
                    <a:gd name="T82" fmla="*/ 19 w 162"/>
                    <a:gd name="T83" fmla="*/ 35 h 107"/>
                    <a:gd name="T84" fmla="*/ 20 w 162"/>
                    <a:gd name="T85" fmla="*/ 32 h 107"/>
                    <a:gd name="T86" fmla="*/ 19 w 162"/>
                    <a:gd name="T87" fmla="*/ 29 h 107"/>
                    <a:gd name="T88" fmla="*/ 18 w 162"/>
                    <a:gd name="T89" fmla="*/ 26 h 107"/>
                    <a:gd name="T90" fmla="*/ 17 w 162"/>
                    <a:gd name="T91" fmla="*/ 24 h 107"/>
                    <a:gd name="T92" fmla="*/ 14 w 162"/>
                    <a:gd name="T93" fmla="*/ 23 h 107"/>
                    <a:gd name="T94" fmla="*/ 19 w 162"/>
                    <a:gd name="T95" fmla="*/ 10 h 107"/>
                    <a:gd name="T96" fmla="*/ 101 w 162"/>
                    <a:gd name="T97" fmla="*/ 12 h 1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62"/>
                    <a:gd name="T148" fmla="*/ 0 h 107"/>
                    <a:gd name="T149" fmla="*/ 162 w 162"/>
                    <a:gd name="T150" fmla="*/ 107 h 1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62" h="107">
                      <a:moveTo>
                        <a:pt x="101" y="12"/>
                      </a:moveTo>
                      <a:lnTo>
                        <a:pt x="102" y="12"/>
                      </a:lnTo>
                      <a:lnTo>
                        <a:pt x="103" y="10"/>
                      </a:lnTo>
                      <a:lnTo>
                        <a:pt x="104" y="10"/>
                      </a:lnTo>
                      <a:lnTo>
                        <a:pt x="105" y="10"/>
                      </a:lnTo>
                      <a:lnTo>
                        <a:pt x="106" y="8"/>
                      </a:lnTo>
                      <a:lnTo>
                        <a:pt x="107" y="8"/>
                      </a:lnTo>
                      <a:lnTo>
                        <a:pt x="108" y="7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62" y="94"/>
                      </a:lnTo>
                      <a:lnTo>
                        <a:pt x="160" y="95"/>
                      </a:lnTo>
                      <a:lnTo>
                        <a:pt x="158" y="96"/>
                      </a:lnTo>
                      <a:lnTo>
                        <a:pt x="155" y="97"/>
                      </a:lnTo>
                      <a:lnTo>
                        <a:pt x="153" y="99"/>
                      </a:lnTo>
                      <a:lnTo>
                        <a:pt x="151" y="101"/>
                      </a:lnTo>
                      <a:lnTo>
                        <a:pt x="149" y="103"/>
                      </a:lnTo>
                      <a:lnTo>
                        <a:pt x="147" y="104"/>
                      </a:lnTo>
                      <a:lnTo>
                        <a:pt x="145" y="105"/>
                      </a:lnTo>
                      <a:lnTo>
                        <a:pt x="143" y="106"/>
                      </a:lnTo>
                      <a:lnTo>
                        <a:pt x="140" y="107"/>
                      </a:lnTo>
                      <a:lnTo>
                        <a:pt x="134" y="101"/>
                      </a:lnTo>
                      <a:lnTo>
                        <a:pt x="128" y="94"/>
                      </a:lnTo>
                      <a:lnTo>
                        <a:pt x="122" y="87"/>
                      </a:lnTo>
                      <a:lnTo>
                        <a:pt x="116" y="80"/>
                      </a:lnTo>
                      <a:lnTo>
                        <a:pt x="111" y="73"/>
                      </a:lnTo>
                      <a:lnTo>
                        <a:pt x="104" y="67"/>
                      </a:lnTo>
                      <a:lnTo>
                        <a:pt x="98" y="59"/>
                      </a:lnTo>
                      <a:lnTo>
                        <a:pt x="91" y="53"/>
                      </a:lnTo>
                      <a:lnTo>
                        <a:pt x="85" y="48"/>
                      </a:lnTo>
                      <a:lnTo>
                        <a:pt x="78" y="41"/>
                      </a:lnTo>
                      <a:lnTo>
                        <a:pt x="75" y="40"/>
                      </a:lnTo>
                      <a:lnTo>
                        <a:pt x="73" y="38"/>
                      </a:lnTo>
                      <a:lnTo>
                        <a:pt x="69" y="37"/>
                      </a:lnTo>
                      <a:lnTo>
                        <a:pt x="66" y="36"/>
                      </a:lnTo>
                      <a:lnTo>
                        <a:pt x="64" y="35"/>
                      </a:lnTo>
                      <a:lnTo>
                        <a:pt x="60" y="33"/>
                      </a:lnTo>
                      <a:lnTo>
                        <a:pt x="57" y="32"/>
                      </a:lnTo>
                      <a:lnTo>
                        <a:pt x="55" y="31"/>
                      </a:lnTo>
                      <a:lnTo>
                        <a:pt x="52" y="29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44" y="28"/>
                      </a:lnTo>
                      <a:lnTo>
                        <a:pt x="40" y="33"/>
                      </a:lnTo>
                      <a:lnTo>
                        <a:pt x="36" y="37"/>
                      </a:lnTo>
                      <a:lnTo>
                        <a:pt x="30" y="40"/>
                      </a:lnTo>
                      <a:lnTo>
                        <a:pt x="26" y="46"/>
                      </a:lnTo>
                      <a:lnTo>
                        <a:pt x="22" y="48"/>
                      </a:lnTo>
                      <a:lnTo>
                        <a:pt x="18" y="51"/>
                      </a:lnTo>
                      <a:lnTo>
                        <a:pt x="11" y="52"/>
                      </a:lnTo>
                      <a:lnTo>
                        <a:pt x="6" y="52"/>
                      </a:lnTo>
                      <a:lnTo>
                        <a:pt x="0" y="48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8" y="32"/>
                      </a:lnTo>
                      <a:lnTo>
                        <a:pt x="18" y="34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5" y="38"/>
                      </a:lnTo>
                      <a:lnTo>
                        <a:pt x="14" y="40"/>
                      </a:lnTo>
                      <a:lnTo>
                        <a:pt x="13" y="41"/>
                      </a:lnTo>
                      <a:lnTo>
                        <a:pt x="13" y="42"/>
                      </a:lnTo>
                      <a:lnTo>
                        <a:pt x="11" y="43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5" y="42"/>
                      </a:lnTo>
                      <a:lnTo>
                        <a:pt x="15" y="41"/>
                      </a:lnTo>
                      <a:lnTo>
                        <a:pt x="17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4"/>
                      </a:lnTo>
                      <a:lnTo>
                        <a:pt x="20" y="32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8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9" y="10"/>
                      </a:lnTo>
                      <a:lnTo>
                        <a:pt x="48" y="0"/>
                      </a:lnTo>
                      <a:lnTo>
                        <a:pt x="101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879" name="Freeform 1136"/>
                <p:cNvSpPr>
                  <a:spLocks/>
                </p:cNvSpPr>
                <p:nvPr/>
              </p:nvSpPr>
              <p:spPr bwMode="auto">
                <a:xfrm>
                  <a:off x="2603" y="2498"/>
                  <a:ext cx="162" cy="107"/>
                </a:xfrm>
                <a:custGeom>
                  <a:avLst/>
                  <a:gdLst>
                    <a:gd name="T0" fmla="*/ 102 w 162"/>
                    <a:gd name="T1" fmla="*/ 12 h 107"/>
                    <a:gd name="T2" fmla="*/ 104 w 162"/>
                    <a:gd name="T3" fmla="*/ 10 h 107"/>
                    <a:gd name="T4" fmla="*/ 106 w 162"/>
                    <a:gd name="T5" fmla="*/ 8 h 107"/>
                    <a:gd name="T6" fmla="*/ 108 w 162"/>
                    <a:gd name="T7" fmla="*/ 7 h 107"/>
                    <a:gd name="T8" fmla="*/ 111 w 162"/>
                    <a:gd name="T9" fmla="*/ 6 h 107"/>
                    <a:gd name="T10" fmla="*/ 162 w 162"/>
                    <a:gd name="T11" fmla="*/ 94 h 107"/>
                    <a:gd name="T12" fmla="*/ 158 w 162"/>
                    <a:gd name="T13" fmla="*/ 96 h 107"/>
                    <a:gd name="T14" fmla="*/ 153 w 162"/>
                    <a:gd name="T15" fmla="*/ 99 h 107"/>
                    <a:gd name="T16" fmla="*/ 149 w 162"/>
                    <a:gd name="T17" fmla="*/ 103 h 107"/>
                    <a:gd name="T18" fmla="*/ 145 w 162"/>
                    <a:gd name="T19" fmla="*/ 105 h 107"/>
                    <a:gd name="T20" fmla="*/ 140 w 162"/>
                    <a:gd name="T21" fmla="*/ 107 h 107"/>
                    <a:gd name="T22" fmla="*/ 128 w 162"/>
                    <a:gd name="T23" fmla="*/ 94 h 107"/>
                    <a:gd name="T24" fmla="*/ 116 w 162"/>
                    <a:gd name="T25" fmla="*/ 80 h 107"/>
                    <a:gd name="T26" fmla="*/ 104 w 162"/>
                    <a:gd name="T27" fmla="*/ 67 h 107"/>
                    <a:gd name="T28" fmla="*/ 91 w 162"/>
                    <a:gd name="T29" fmla="*/ 53 h 107"/>
                    <a:gd name="T30" fmla="*/ 78 w 162"/>
                    <a:gd name="T31" fmla="*/ 41 h 107"/>
                    <a:gd name="T32" fmla="*/ 73 w 162"/>
                    <a:gd name="T33" fmla="*/ 38 h 107"/>
                    <a:gd name="T34" fmla="*/ 66 w 162"/>
                    <a:gd name="T35" fmla="*/ 36 h 107"/>
                    <a:gd name="T36" fmla="*/ 60 w 162"/>
                    <a:gd name="T37" fmla="*/ 33 h 107"/>
                    <a:gd name="T38" fmla="*/ 55 w 162"/>
                    <a:gd name="T39" fmla="*/ 31 h 107"/>
                    <a:gd name="T40" fmla="*/ 48 w 162"/>
                    <a:gd name="T41" fmla="*/ 28 h 107"/>
                    <a:gd name="T42" fmla="*/ 50 w 162"/>
                    <a:gd name="T43" fmla="*/ 26 h 107"/>
                    <a:gd name="T44" fmla="*/ 50 w 162"/>
                    <a:gd name="T45" fmla="*/ 23 h 107"/>
                    <a:gd name="T46" fmla="*/ 44 w 162"/>
                    <a:gd name="T47" fmla="*/ 28 h 107"/>
                    <a:gd name="T48" fmla="*/ 36 w 162"/>
                    <a:gd name="T49" fmla="*/ 37 h 107"/>
                    <a:gd name="T50" fmla="*/ 26 w 162"/>
                    <a:gd name="T51" fmla="*/ 46 h 107"/>
                    <a:gd name="T52" fmla="*/ 18 w 162"/>
                    <a:gd name="T53" fmla="*/ 51 h 107"/>
                    <a:gd name="T54" fmla="*/ 6 w 162"/>
                    <a:gd name="T55" fmla="*/ 52 h 107"/>
                    <a:gd name="T56" fmla="*/ 11 w 162"/>
                    <a:gd name="T57" fmla="*/ 24 h 107"/>
                    <a:gd name="T58" fmla="*/ 13 w 162"/>
                    <a:gd name="T59" fmla="*/ 26 h 107"/>
                    <a:gd name="T60" fmla="*/ 15 w 162"/>
                    <a:gd name="T61" fmla="*/ 26 h 107"/>
                    <a:gd name="T62" fmla="*/ 17 w 162"/>
                    <a:gd name="T63" fmla="*/ 28 h 107"/>
                    <a:gd name="T64" fmla="*/ 17 w 162"/>
                    <a:gd name="T65" fmla="*/ 31 h 107"/>
                    <a:gd name="T66" fmla="*/ 18 w 162"/>
                    <a:gd name="T67" fmla="*/ 34 h 107"/>
                    <a:gd name="T68" fmla="*/ 17 w 162"/>
                    <a:gd name="T69" fmla="*/ 37 h 107"/>
                    <a:gd name="T70" fmla="*/ 14 w 162"/>
                    <a:gd name="T71" fmla="*/ 40 h 107"/>
                    <a:gd name="T72" fmla="*/ 13 w 162"/>
                    <a:gd name="T73" fmla="*/ 42 h 107"/>
                    <a:gd name="T74" fmla="*/ 11 w 162"/>
                    <a:gd name="T75" fmla="*/ 46 h 107"/>
                    <a:gd name="T76" fmla="*/ 14 w 162"/>
                    <a:gd name="T77" fmla="*/ 46 h 107"/>
                    <a:gd name="T78" fmla="*/ 15 w 162"/>
                    <a:gd name="T79" fmla="*/ 41 h 107"/>
                    <a:gd name="T80" fmla="*/ 18 w 162"/>
                    <a:gd name="T81" fmla="*/ 38 h 107"/>
                    <a:gd name="T82" fmla="*/ 19 w 162"/>
                    <a:gd name="T83" fmla="*/ 35 h 107"/>
                    <a:gd name="T84" fmla="*/ 20 w 162"/>
                    <a:gd name="T85" fmla="*/ 32 h 107"/>
                    <a:gd name="T86" fmla="*/ 19 w 162"/>
                    <a:gd name="T87" fmla="*/ 29 h 107"/>
                    <a:gd name="T88" fmla="*/ 18 w 162"/>
                    <a:gd name="T89" fmla="*/ 26 h 107"/>
                    <a:gd name="T90" fmla="*/ 17 w 162"/>
                    <a:gd name="T91" fmla="*/ 24 h 107"/>
                    <a:gd name="T92" fmla="*/ 14 w 162"/>
                    <a:gd name="T93" fmla="*/ 23 h 107"/>
                    <a:gd name="T94" fmla="*/ 19 w 162"/>
                    <a:gd name="T95" fmla="*/ 10 h 107"/>
                    <a:gd name="T96" fmla="*/ 101 w 162"/>
                    <a:gd name="T97" fmla="*/ 12 h 1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62"/>
                    <a:gd name="T148" fmla="*/ 0 h 107"/>
                    <a:gd name="T149" fmla="*/ 162 w 162"/>
                    <a:gd name="T150" fmla="*/ 107 h 1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62" h="107">
                      <a:moveTo>
                        <a:pt x="101" y="12"/>
                      </a:moveTo>
                      <a:lnTo>
                        <a:pt x="102" y="12"/>
                      </a:lnTo>
                      <a:lnTo>
                        <a:pt x="103" y="10"/>
                      </a:lnTo>
                      <a:lnTo>
                        <a:pt x="104" y="10"/>
                      </a:lnTo>
                      <a:lnTo>
                        <a:pt x="105" y="10"/>
                      </a:lnTo>
                      <a:lnTo>
                        <a:pt x="106" y="8"/>
                      </a:lnTo>
                      <a:lnTo>
                        <a:pt x="107" y="8"/>
                      </a:lnTo>
                      <a:lnTo>
                        <a:pt x="108" y="7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62" y="94"/>
                      </a:lnTo>
                      <a:lnTo>
                        <a:pt x="160" y="95"/>
                      </a:lnTo>
                      <a:lnTo>
                        <a:pt x="158" y="96"/>
                      </a:lnTo>
                      <a:lnTo>
                        <a:pt x="155" y="97"/>
                      </a:lnTo>
                      <a:lnTo>
                        <a:pt x="153" y="99"/>
                      </a:lnTo>
                      <a:lnTo>
                        <a:pt x="151" y="101"/>
                      </a:lnTo>
                      <a:lnTo>
                        <a:pt x="149" y="103"/>
                      </a:lnTo>
                      <a:lnTo>
                        <a:pt x="147" y="104"/>
                      </a:lnTo>
                      <a:lnTo>
                        <a:pt x="145" y="105"/>
                      </a:lnTo>
                      <a:lnTo>
                        <a:pt x="143" y="106"/>
                      </a:lnTo>
                      <a:lnTo>
                        <a:pt x="140" y="107"/>
                      </a:lnTo>
                      <a:lnTo>
                        <a:pt x="134" y="101"/>
                      </a:lnTo>
                      <a:lnTo>
                        <a:pt x="128" y="94"/>
                      </a:lnTo>
                      <a:lnTo>
                        <a:pt x="122" y="87"/>
                      </a:lnTo>
                      <a:lnTo>
                        <a:pt x="116" y="80"/>
                      </a:lnTo>
                      <a:lnTo>
                        <a:pt x="111" y="73"/>
                      </a:lnTo>
                      <a:lnTo>
                        <a:pt x="104" y="67"/>
                      </a:lnTo>
                      <a:lnTo>
                        <a:pt x="98" y="59"/>
                      </a:lnTo>
                      <a:lnTo>
                        <a:pt x="91" y="53"/>
                      </a:lnTo>
                      <a:lnTo>
                        <a:pt x="85" y="48"/>
                      </a:lnTo>
                      <a:lnTo>
                        <a:pt x="78" y="41"/>
                      </a:lnTo>
                      <a:lnTo>
                        <a:pt x="75" y="40"/>
                      </a:lnTo>
                      <a:lnTo>
                        <a:pt x="73" y="38"/>
                      </a:lnTo>
                      <a:lnTo>
                        <a:pt x="69" y="37"/>
                      </a:lnTo>
                      <a:lnTo>
                        <a:pt x="66" y="36"/>
                      </a:lnTo>
                      <a:lnTo>
                        <a:pt x="64" y="35"/>
                      </a:lnTo>
                      <a:lnTo>
                        <a:pt x="60" y="33"/>
                      </a:lnTo>
                      <a:lnTo>
                        <a:pt x="57" y="32"/>
                      </a:lnTo>
                      <a:lnTo>
                        <a:pt x="55" y="31"/>
                      </a:lnTo>
                      <a:lnTo>
                        <a:pt x="52" y="29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44" y="28"/>
                      </a:lnTo>
                      <a:lnTo>
                        <a:pt x="40" y="33"/>
                      </a:lnTo>
                      <a:lnTo>
                        <a:pt x="36" y="37"/>
                      </a:lnTo>
                      <a:lnTo>
                        <a:pt x="30" y="40"/>
                      </a:lnTo>
                      <a:lnTo>
                        <a:pt x="26" y="46"/>
                      </a:lnTo>
                      <a:lnTo>
                        <a:pt x="22" y="48"/>
                      </a:lnTo>
                      <a:lnTo>
                        <a:pt x="18" y="51"/>
                      </a:lnTo>
                      <a:lnTo>
                        <a:pt x="11" y="52"/>
                      </a:lnTo>
                      <a:lnTo>
                        <a:pt x="6" y="52"/>
                      </a:lnTo>
                      <a:lnTo>
                        <a:pt x="0" y="48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8" y="32"/>
                      </a:lnTo>
                      <a:lnTo>
                        <a:pt x="18" y="34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5" y="38"/>
                      </a:lnTo>
                      <a:lnTo>
                        <a:pt x="14" y="40"/>
                      </a:lnTo>
                      <a:lnTo>
                        <a:pt x="13" y="41"/>
                      </a:lnTo>
                      <a:lnTo>
                        <a:pt x="13" y="42"/>
                      </a:lnTo>
                      <a:lnTo>
                        <a:pt x="11" y="43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5" y="42"/>
                      </a:lnTo>
                      <a:lnTo>
                        <a:pt x="15" y="41"/>
                      </a:lnTo>
                      <a:lnTo>
                        <a:pt x="17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4"/>
                      </a:lnTo>
                      <a:lnTo>
                        <a:pt x="20" y="32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8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9" y="10"/>
                      </a:lnTo>
                      <a:lnTo>
                        <a:pt x="48" y="0"/>
                      </a:lnTo>
                      <a:lnTo>
                        <a:pt x="101" y="12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4843" name="Freeform 1137"/>
              <p:cNvSpPr>
                <a:spLocks/>
              </p:cNvSpPr>
              <p:nvPr/>
            </p:nvSpPr>
            <p:spPr bwMode="auto">
              <a:xfrm>
                <a:off x="2539" y="2506"/>
                <a:ext cx="207" cy="175"/>
              </a:xfrm>
              <a:custGeom>
                <a:avLst/>
                <a:gdLst>
                  <a:gd name="T0" fmla="*/ 69 w 207"/>
                  <a:gd name="T1" fmla="*/ 44 h 175"/>
                  <a:gd name="T2" fmla="*/ 76 w 207"/>
                  <a:gd name="T3" fmla="*/ 46 h 175"/>
                  <a:gd name="T4" fmla="*/ 94 w 207"/>
                  <a:gd name="T5" fmla="*/ 39 h 175"/>
                  <a:gd name="T6" fmla="*/ 112 w 207"/>
                  <a:gd name="T7" fmla="*/ 24 h 175"/>
                  <a:gd name="T8" fmla="*/ 132 w 207"/>
                  <a:gd name="T9" fmla="*/ 30 h 175"/>
                  <a:gd name="T10" fmla="*/ 151 w 207"/>
                  <a:gd name="T11" fmla="*/ 41 h 175"/>
                  <a:gd name="T12" fmla="*/ 175 w 207"/>
                  <a:gd name="T13" fmla="*/ 67 h 175"/>
                  <a:gd name="T14" fmla="*/ 201 w 207"/>
                  <a:gd name="T15" fmla="*/ 99 h 175"/>
                  <a:gd name="T16" fmla="*/ 207 w 207"/>
                  <a:gd name="T17" fmla="*/ 111 h 175"/>
                  <a:gd name="T18" fmla="*/ 206 w 207"/>
                  <a:gd name="T19" fmla="*/ 117 h 175"/>
                  <a:gd name="T20" fmla="*/ 203 w 207"/>
                  <a:gd name="T21" fmla="*/ 122 h 175"/>
                  <a:gd name="T22" fmla="*/ 198 w 207"/>
                  <a:gd name="T23" fmla="*/ 125 h 175"/>
                  <a:gd name="T24" fmla="*/ 192 w 207"/>
                  <a:gd name="T25" fmla="*/ 127 h 175"/>
                  <a:gd name="T26" fmla="*/ 186 w 207"/>
                  <a:gd name="T27" fmla="*/ 123 h 175"/>
                  <a:gd name="T28" fmla="*/ 182 w 207"/>
                  <a:gd name="T29" fmla="*/ 123 h 175"/>
                  <a:gd name="T30" fmla="*/ 182 w 207"/>
                  <a:gd name="T31" fmla="*/ 133 h 175"/>
                  <a:gd name="T32" fmla="*/ 179 w 207"/>
                  <a:gd name="T33" fmla="*/ 139 h 175"/>
                  <a:gd name="T34" fmla="*/ 171 w 207"/>
                  <a:gd name="T35" fmla="*/ 143 h 175"/>
                  <a:gd name="T36" fmla="*/ 165 w 207"/>
                  <a:gd name="T37" fmla="*/ 143 h 175"/>
                  <a:gd name="T38" fmla="*/ 148 w 207"/>
                  <a:gd name="T39" fmla="*/ 123 h 175"/>
                  <a:gd name="T40" fmla="*/ 131 w 207"/>
                  <a:gd name="T41" fmla="*/ 104 h 175"/>
                  <a:gd name="T42" fmla="*/ 157 w 207"/>
                  <a:gd name="T43" fmla="*/ 140 h 175"/>
                  <a:gd name="T44" fmla="*/ 157 w 207"/>
                  <a:gd name="T45" fmla="*/ 148 h 175"/>
                  <a:gd name="T46" fmla="*/ 155 w 207"/>
                  <a:gd name="T47" fmla="*/ 155 h 175"/>
                  <a:gd name="T48" fmla="*/ 150 w 207"/>
                  <a:gd name="T49" fmla="*/ 158 h 175"/>
                  <a:gd name="T50" fmla="*/ 142 w 207"/>
                  <a:gd name="T51" fmla="*/ 159 h 175"/>
                  <a:gd name="T52" fmla="*/ 134 w 207"/>
                  <a:gd name="T53" fmla="*/ 154 h 175"/>
                  <a:gd name="T54" fmla="*/ 126 w 207"/>
                  <a:gd name="T55" fmla="*/ 145 h 175"/>
                  <a:gd name="T56" fmla="*/ 116 w 207"/>
                  <a:gd name="T57" fmla="*/ 133 h 175"/>
                  <a:gd name="T58" fmla="*/ 107 w 207"/>
                  <a:gd name="T59" fmla="*/ 123 h 175"/>
                  <a:gd name="T60" fmla="*/ 134 w 207"/>
                  <a:gd name="T61" fmla="*/ 163 h 175"/>
                  <a:gd name="T62" fmla="*/ 132 w 207"/>
                  <a:gd name="T63" fmla="*/ 170 h 175"/>
                  <a:gd name="T64" fmla="*/ 125 w 207"/>
                  <a:gd name="T65" fmla="*/ 175 h 175"/>
                  <a:gd name="T66" fmla="*/ 116 w 207"/>
                  <a:gd name="T67" fmla="*/ 174 h 175"/>
                  <a:gd name="T68" fmla="*/ 109 w 207"/>
                  <a:gd name="T69" fmla="*/ 170 h 175"/>
                  <a:gd name="T70" fmla="*/ 104 w 207"/>
                  <a:gd name="T71" fmla="*/ 161 h 175"/>
                  <a:gd name="T72" fmla="*/ 100 w 207"/>
                  <a:gd name="T73" fmla="*/ 154 h 175"/>
                  <a:gd name="T74" fmla="*/ 92 w 207"/>
                  <a:gd name="T75" fmla="*/ 151 h 175"/>
                  <a:gd name="T76" fmla="*/ 84 w 207"/>
                  <a:gd name="T77" fmla="*/ 149 h 175"/>
                  <a:gd name="T78" fmla="*/ 84 w 207"/>
                  <a:gd name="T79" fmla="*/ 141 h 175"/>
                  <a:gd name="T80" fmla="*/ 81 w 207"/>
                  <a:gd name="T81" fmla="*/ 136 h 175"/>
                  <a:gd name="T82" fmla="*/ 75 w 207"/>
                  <a:gd name="T83" fmla="*/ 132 h 175"/>
                  <a:gd name="T84" fmla="*/ 69 w 207"/>
                  <a:gd name="T85" fmla="*/ 130 h 175"/>
                  <a:gd name="T86" fmla="*/ 63 w 207"/>
                  <a:gd name="T87" fmla="*/ 132 h 175"/>
                  <a:gd name="T88" fmla="*/ 63 w 207"/>
                  <a:gd name="T89" fmla="*/ 127 h 175"/>
                  <a:gd name="T90" fmla="*/ 61 w 207"/>
                  <a:gd name="T91" fmla="*/ 120 h 175"/>
                  <a:gd name="T92" fmla="*/ 58 w 207"/>
                  <a:gd name="T93" fmla="*/ 114 h 175"/>
                  <a:gd name="T94" fmla="*/ 53 w 207"/>
                  <a:gd name="T95" fmla="*/ 111 h 175"/>
                  <a:gd name="T96" fmla="*/ 46 w 207"/>
                  <a:gd name="T97" fmla="*/ 111 h 175"/>
                  <a:gd name="T98" fmla="*/ 41 w 207"/>
                  <a:gd name="T99" fmla="*/ 113 h 175"/>
                  <a:gd name="T100" fmla="*/ 42 w 207"/>
                  <a:gd name="T101" fmla="*/ 106 h 175"/>
                  <a:gd name="T102" fmla="*/ 41 w 207"/>
                  <a:gd name="T103" fmla="*/ 99 h 175"/>
                  <a:gd name="T104" fmla="*/ 37 w 207"/>
                  <a:gd name="T105" fmla="*/ 94 h 175"/>
                  <a:gd name="T106" fmla="*/ 30 w 207"/>
                  <a:gd name="T107" fmla="*/ 91 h 175"/>
                  <a:gd name="T108" fmla="*/ 22 w 207"/>
                  <a:gd name="T109" fmla="*/ 92 h 175"/>
                  <a:gd name="T110" fmla="*/ 15 w 207"/>
                  <a:gd name="T111" fmla="*/ 97 h 175"/>
                  <a:gd name="T112" fmla="*/ 63 w 207"/>
                  <a:gd name="T113" fmla="*/ 40 h 17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7"/>
                  <a:gd name="T172" fmla="*/ 0 h 175"/>
                  <a:gd name="T173" fmla="*/ 207 w 207"/>
                  <a:gd name="T174" fmla="*/ 175 h 17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7" h="175">
                    <a:moveTo>
                      <a:pt x="63" y="40"/>
                    </a:moveTo>
                    <a:lnTo>
                      <a:pt x="64" y="41"/>
                    </a:lnTo>
                    <a:lnTo>
                      <a:pt x="66" y="42"/>
                    </a:lnTo>
                    <a:lnTo>
                      <a:pt x="67" y="43"/>
                    </a:lnTo>
                    <a:lnTo>
                      <a:pt x="69" y="44"/>
                    </a:lnTo>
                    <a:lnTo>
                      <a:pt x="71" y="44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5" y="46"/>
                    </a:lnTo>
                    <a:lnTo>
                      <a:pt x="76" y="46"/>
                    </a:lnTo>
                    <a:lnTo>
                      <a:pt x="78" y="46"/>
                    </a:lnTo>
                    <a:lnTo>
                      <a:pt x="83" y="44"/>
                    </a:lnTo>
                    <a:lnTo>
                      <a:pt x="86" y="43"/>
                    </a:lnTo>
                    <a:lnTo>
                      <a:pt x="90" y="41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0" y="33"/>
                    </a:lnTo>
                    <a:lnTo>
                      <a:pt x="104" y="30"/>
                    </a:lnTo>
                    <a:lnTo>
                      <a:pt x="108" y="27"/>
                    </a:lnTo>
                    <a:lnTo>
                      <a:pt x="112" y="24"/>
                    </a:lnTo>
                    <a:lnTo>
                      <a:pt x="115" y="21"/>
                    </a:lnTo>
                    <a:lnTo>
                      <a:pt x="118" y="24"/>
                    </a:lnTo>
                    <a:lnTo>
                      <a:pt x="123" y="26"/>
                    </a:lnTo>
                    <a:lnTo>
                      <a:pt x="128" y="27"/>
                    </a:lnTo>
                    <a:lnTo>
                      <a:pt x="132" y="30"/>
                    </a:lnTo>
                    <a:lnTo>
                      <a:pt x="135" y="32"/>
                    </a:lnTo>
                    <a:lnTo>
                      <a:pt x="140" y="34"/>
                    </a:lnTo>
                    <a:lnTo>
                      <a:pt x="142" y="36"/>
                    </a:lnTo>
                    <a:lnTo>
                      <a:pt x="148" y="39"/>
                    </a:lnTo>
                    <a:lnTo>
                      <a:pt x="151" y="41"/>
                    </a:lnTo>
                    <a:lnTo>
                      <a:pt x="154" y="44"/>
                    </a:lnTo>
                    <a:lnTo>
                      <a:pt x="160" y="50"/>
                    </a:lnTo>
                    <a:lnTo>
                      <a:pt x="165" y="56"/>
                    </a:lnTo>
                    <a:lnTo>
                      <a:pt x="170" y="62"/>
                    </a:lnTo>
                    <a:lnTo>
                      <a:pt x="175" y="67"/>
                    </a:lnTo>
                    <a:lnTo>
                      <a:pt x="181" y="75"/>
                    </a:lnTo>
                    <a:lnTo>
                      <a:pt x="185" y="80"/>
                    </a:lnTo>
                    <a:lnTo>
                      <a:pt x="191" y="87"/>
                    </a:lnTo>
                    <a:lnTo>
                      <a:pt x="195" y="94"/>
                    </a:lnTo>
                    <a:lnTo>
                      <a:pt x="201" y="99"/>
                    </a:lnTo>
                    <a:lnTo>
                      <a:pt x="206" y="106"/>
                    </a:lnTo>
                    <a:lnTo>
                      <a:pt x="206" y="108"/>
                    </a:lnTo>
                    <a:lnTo>
                      <a:pt x="207" y="108"/>
                    </a:lnTo>
                    <a:lnTo>
                      <a:pt x="207" y="110"/>
                    </a:lnTo>
                    <a:lnTo>
                      <a:pt x="207" y="111"/>
                    </a:lnTo>
                    <a:lnTo>
                      <a:pt x="207" y="112"/>
                    </a:lnTo>
                    <a:lnTo>
                      <a:pt x="207" y="113"/>
                    </a:lnTo>
                    <a:lnTo>
                      <a:pt x="207" y="114"/>
                    </a:lnTo>
                    <a:lnTo>
                      <a:pt x="207" y="116"/>
                    </a:lnTo>
                    <a:lnTo>
                      <a:pt x="206" y="117"/>
                    </a:lnTo>
                    <a:lnTo>
                      <a:pt x="206" y="118"/>
                    </a:lnTo>
                    <a:lnTo>
                      <a:pt x="206" y="119"/>
                    </a:lnTo>
                    <a:lnTo>
                      <a:pt x="204" y="120"/>
                    </a:lnTo>
                    <a:lnTo>
                      <a:pt x="203" y="121"/>
                    </a:lnTo>
                    <a:lnTo>
                      <a:pt x="203" y="122"/>
                    </a:lnTo>
                    <a:lnTo>
                      <a:pt x="202" y="123"/>
                    </a:lnTo>
                    <a:lnTo>
                      <a:pt x="201" y="123"/>
                    </a:lnTo>
                    <a:lnTo>
                      <a:pt x="200" y="124"/>
                    </a:lnTo>
                    <a:lnTo>
                      <a:pt x="198" y="124"/>
                    </a:lnTo>
                    <a:lnTo>
                      <a:pt x="198" y="125"/>
                    </a:lnTo>
                    <a:lnTo>
                      <a:pt x="196" y="125"/>
                    </a:lnTo>
                    <a:lnTo>
                      <a:pt x="195" y="127"/>
                    </a:lnTo>
                    <a:lnTo>
                      <a:pt x="194" y="127"/>
                    </a:lnTo>
                    <a:lnTo>
                      <a:pt x="193" y="127"/>
                    </a:lnTo>
                    <a:lnTo>
                      <a:pt x="192" y="127"/>
                    </a:lnTo>
                    <a:lnTo>
                      <a:pt x="191" y="125"/>
                    </a:lnTo>
                    <a:lnTo>
                      <a:pt x="190" y="125"/>
                    </a:lnTo>
                    <a:lnTo>
                      <a:pt x="188" y="124"/>
                    </a:lnTo>
                    <a:lnTo>
                      <a:pt x="187" y="124"/>
                    </a:lnTo>
                    <a:lnTo>
                      <a:pt x="186" y="123"/>
                    </a:lnTo>
                    <a:lnTo>
                      <a:pt x="185" y="123"/>
                    </a:lnTo>
                    <a:lnTo>
                      <a:pt x="151" y="82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82" y="123"/>
                    </a:lnTo>
                    <a:lnTo>
                      <a:pt x="182" y="124"/>
                    </a:lnTo>
                    <a:lnTo>
                      <a:pt x="183" y="127"/>
                    </a:lnTo>
                    <a:lnTo>
                      <a:pt x="183" y="129"/>
                    </a:lnTo>
                    <a:lnTo>
                      <a:pt x="183" y="130"/>
                    </a:lnTo>
                    <a:lnTo>
                      <a:pt x="182" y="133"/>
                    </a:lnTo>
                    <a:lnTo>
                      <a:pt x="182" y="134"/>
                    </a:lnTo>
                    <a:lnTo>
                      <a:pt x="182" y="136"/>
                    </a:lnTo>
                    <a:lnTo>
                      <a:pt x="181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7" y="140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3" y="143"/>
                    </a:lnTo>
                    <a:lnTo>
                      <a:pt x="171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2" y="139"/>
                    </a:lnTo>
                    <a:lnTo>
                      <a:pt x="156" y="136"/>
                    </a:lnTo>
                    <a:lnTo>
                      <a:pt x="153" y="132"/>
                    </a:lnTo>
                    <a:lnTo>
                      <a:pt x="150" y="127"/>
                    </a:lnTo>
                    <a:lnTo>
                      <a:pt x="148" y="123"/>
                    </a:lnTo>
                    <a:lnTo>
                      <a:pt x="145" y="120"/>
                    </a:lnTo>
                    <a:lnTo>
                      <a:pt x="140" y="116"/>
                    </a:lnTo>
                    <a:lnTo>
                      <a:pt x="137" y="112"/>
                    </a:lnTo>
                    <a:lnTo>
                      <a:pt x="134" y="108"/>
                    </a:lnTo>
                    <a:lnTo>
                      <a:pt x="131" y="104"/>
                    </a:lnTo>
                    <a:lnTo>
                      <a:pt x="131" y="103"/>
                    </a:lnTo>
                    <a:lnTo>
                      <a:pt x="130" y="103"/>
                    </a:lnTo>
                    <a:lnTo>
                      <a:pt x="130" y="102"/>
                    </a:lnTo>
                    <a:lnTo>
                      <a:pt x="129" y="103"/>
                    </a:lnTo>
                    <a:lnTo>
                      <a:pt x="157" y="140"/>
                    </a:lnTo>
                    <a:lnTo>
                      <a:pt x="157" y="141"/>
                    </a:lnTo>
                    <a:lnTo>
                      <a:pt x="160" y="143"/>
                    </a:lnTo>
                    <a:lnTo>
                      <a:pt x="160" y="145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6" y="152"/>
                    </a:lnTo>
                    <a:lnTo>
                      <a:pt x="155" y="153"/>
                    </a:lnTo>
                    <a:lnTo>
                      <a:pt x="155" y="155"/>
                    </a:lnTo>
                    <a:lnTo>
                      <a:pt x="154" y="155"/>
                    </a:lnTo>
                    <a:lnTo>
                      <a:pt x="153" y="156"/>
                    </a:lnTo>
                    <a:lnTo>
                      <a:pt x="152" y="157"/>
                    </a:lnTo>
                    <a:lnTo>
                      <a:pt x="151" y="157"/>
                    </a:lnTo>
                    <a:lnTo>
                      <a:pt x="150" y="158"/>
                    </a:lnTo>
                    <a:lnTo>
                      <a:pt x="149" y="158"/>
                    </a:lnTo>
                    <a:lnTo>
                      <a:pt x="148" y="158"/>
                    </a:lnTo>
                    <a:lnTo>
                      <a:pt x="147" y="158"/>
                    </a:lnTo>
                    <a:lnTo>
                      <a:pt x="146" y="159"/>
                    </a:lnTo>
                    <a:lnTo>
                      <a:pt x="142" y="159"/>
                    </a:lnTo>
                    <a:lnTo>
                      <a:pt x="140" y="158"/>
                    </a:lnTo>
                    <a:lnTo>
                      <a:pt x="137" y="157"/>
                    </a:lnTo>
                    <a:lnTo>
                      <a:pt x="136" y="155"/>
                    </a:lnTo>
                    <a:lnTo>
                      <a:pt x="134" y="154"/>
                    </a:lnTo>
                    <a:lnTo>
                      <a:pt x="133" y="152"/>
                    </a:lnTo>
                    <a:lnTo>
                      <a:pt x="132" y="151"/>
                    </a:lnTo>
                    <a:lnTo>
                      <a:pt x="130" y="149"/>
                    </a:lnTo>
                    <a:lnTo>
                      <a:pt x="129" y="148"/>
                    </a:lnTo>
                    <a:lnTo>
                      <a:pt x="126" y="145"/>
                    </a:lnTo>
                    <a:lnTo>
                      <a:pt x="125" y="143"/>
                    </a:lnTo>
                    <a:lnTo>
                      <a:pt x="123" y="140"/>
                    </a:lnTo>
                    <a:lnTo>
                      <a:pt x="121" y="137"/>
                    </a:lnTo>
                    <a:lnTo>
                      <a:pt x="118" y="135"/>
                    </a:lnTo>
                    <a:lnTo>
                      <a:pt x="116" y="133"/>
                    </a:lnTo>
                    <a:lnTo>
                      <a:pt x="115" y="130"/>
                    </a:lnTo>
                    <a:lnTo>
                      <a:pt x="113" y="127"/>
                    </a:lnTo>
                    <a:lnTo>
                      <a:pt x="110" y="124"/>
                    </a:lnTo>
                    <a:lnTo>
                      <a:pt x="108" y="122"/>
                    </a:lnTo>
                    <a:lnTo>
                      <a:pt x="107" y="123"/>
                    </a:lnTo>
                    <a:lnTo>
                      <a:pt x="134" y="156"/>
                    </a:lnTo>
                    <a:lnTo>
                      <a:pt x="134" y="157"/>
                    </a:lnTo>
                    <a:lnTo>
                      <a:pt x="134" y="159"/>
                    </a:lnTo>
                    <a:lnTo>
                      <a:pt x="134" y="160"/>
                    </a:lnTo>
                    <a:lnTo>
                      <a:pt x="134" y="163"/>
                    </a:lnTo>
                    <a:lnTo>
                      <a:pt x="134" y="165"/>
                    </a:lnTo>
                    <a:lnTo>
                      <a:pt x="133" y="168"/>
                    </a:lnTo>
                    <a:lnTo>
                      <a:pt x="133" y="169"/>
                    </a:lnTo>
                    <a:lnTo>
                      <a:pt x="132" y="170"/>
                    </a:lnTo>
                    <a:lnTo>
                      <a:pt x="131" y="171"/>
                    </a:lnTo>
                    <a:lnTo>
                      <a:pt x="130" y="172"/>
                    </a:lnTo>
                    <a:lnTo>
                      <a:pt x="129" y="173"/>
                    </a:lnTo>
                    <a:lnTo>
                      <a:pt x="126" y="174"/>
                    </a:lnTo>
                    <a:lnTo>
                      <a:pt x="125" y="175"/>
                    </a:lnTo>
                    <a:lnTo>
                      <a:pt x="123" y="175"/>
                    </a:lnTo>
                    <a:lnTo>
                      <a:pt x="121" y="175"/>
                    </a:lnTo>
                    <a:lnTo>
                      <a:pt x="119" y="175"/>
                    </a:lnTo>
                    <a:lnTo>
                      <a:pt x="118" y="175"/>
                    </a:lnTo>
                    <a:lnTo>
                      <a:pt x="116" y="174"/>
                    </a:lnTo>
                    <a:lnTo>
                      <a:pt x="115" y="174"/>
                    </a:lnTo>
                    <a:lnTo>
                      <a:pt x="114" y="173"/>
                    </a:lnTo>
                    <a:lnTo>
                      <a:pt x="112" y="172"/>
                    </a:lnTo>
                    <a:lnTo>
                      <a:pt x="110" y="171"/>
                    </a:lnTo>
                    <a:lnTo>
                      <a:pt x="109" y="170"/>
                    </a:lnTo>
                    <a:lnTo>
                      <a:pt x="108" y="169"/>
                    </a:lnTo>
                    <a:lnTo>
                      <a:pt x="106" y="167"/>
                    </a:lnTo>
                    <a:lnTo>
                      <a:pt x="106" y="165"/>
                    </a:lnTo>
                    <a:lnTo>
                      <a:pt x="104" y="165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3" y="158"/>
                    </a:lnTo>
                    <a:lnTo>
                      <a:pt x="102" y="157"/>
                    </a:lnTo>
                    <a:lnTo>
                      <a:pt x="101" y="155"/>
                    </a:lnTo>
                    <a:lnTo>
                      <a:pt x="100" y="154"/>
                    </a:lnTo>
                    <a:lnTo>
                      <a:pt x="99" y="153"/>
                    </a:lnTo>
                    <a:lnTo>
                      <a:pt x="97" y="152"/>
                    </a:lnTo>
                    <a:lnTo>
                      <a:pt x="95" y="152"/>
                    </a:lnTo>
                    <a:lnTo>
                      <a:pt x="93" y="152"/>
                    </a:lnTo>
                    <a:lnTo>
                      <a:pt x="92" y="151"/>
                    </a:lnTo>
                    <a:lnTo>
                      <a:pt x="90" y="151"/>
                    </a:lnTo>
                    <a:lnTo>
                      <a:pt x="83" y="152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4" y="149"/>
                    </a:lnTo>
                    <a:lnTo>
                      <a:pt x="84" y="148"/>
                    </a:lnTo>
                    <a:lnTo>
                      <a:pt x="84" y="145"/>
                    </a:lnTo>
                    <a:lnTo>
                      <a:pt x="84" y="143"/>
                    </a:lnTo>
                    <a:lnTo>
                      <a:pt x="84" y="141"/>
                    </a:lnTo>
                    <a:lnTo>
                      <a:pt x="83" y="140"/>
                    </a:lnTo>
                    <a:lnTo>
                      <a:pt x="83" y="139"/>
                    </a:lnTo>
                    <a:lnTo>
                      <a:pt x="82" y="138"/>
                    </a:lnTo>
                    <a:lnTo>
                      <a:pt x="82" y="137"/>
                    </a:lnTo>
                    <a:lnTo>
                      <a:pt x="81" y="136"/>
                    </a:lnTo>
                    <a:lnTo>
                      <a:pt x="79" y="135"/>
                    </a:lnTo>
                    <a:lnTo>
                      <a:pt x="78" y="134"/>
                    </a:lnTo>
                    <a:lnTo>
                      <a:pt x="77" y="133"/>
                    </a:lnTo>
                    <a:lnTo>
                      <a:pt x="76" y="133"/>
                    </a:lnTo>
                    <a:lnTo>
                      <a:pt x="75" y="132"/>
                    </a:lnTo>
                    <a:lnTo>
                      <a:pt x="74" y="132"/>
                    </a:lnTo>
                    <a:lnTo>
                      <a:pt x="73" y="130"/>
                    </a:lnTo>
                    <a:lnTo>
                      <a:pt x="72" y="130"/>
                    </a:lnTo>
                    <a:lnTo>
                      <a:pt x="71" y="130"/>
                    </a:lnTo>
                    <a:lnTo>
                      <a:pt x="69" y="130"/>
                    </a:lnTo>
                    <a:lnTo>
                      <a:pt x="67" y="130"/>
                    </a:lnTo>
                    <a:lnTo>
                      <a:pt x="66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3"/>
                    </a:lnTo>
                    <a:lnTo>
                      <a:pt x="62" y="132"/>
                    </a:lnTo>
                    <a:lnTo>
                      <a:pt x="62" y="130"/>
                    </a:lnTo>
                    <a:lnTo>
                      <a:pt x="62" y="127"/>
                    </a:lnTo>
                    <a:lnTo>
                      <a:pt x="63" y="127"/>
                    </a:lnTo>
                    <a:lnTo>
                      <a:pt x="62" y="125"/>
                    </a:lnTo>
                    <a:lnTo>
                      <a:pt x="62" y="124"/>
                    </a:lnTo>
                    <a:lnTo>
                      <a:pt x="62" y="123"/>
                    </a:lnTo>
                    <a:lnTo>
                      <a:pt x="62" y="121"/>
                    </a:lnTo>
                    <a:lnTo>
                      <a:pt x="61" y="120"/>
                    </a:lnTo>
                    <a:lnTo>
                      <a:pt x="61" y="119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59" y="116"/>
                    </a:lnTo>
                    <a:lnTo>
                      <a:pt x="58" y="114"/>
                    </a:lnTo>
                    <a:lnTo>
                      <a:pt x="57" y="114"/>
                    </a:lnTo>
                    <a:lnTo>
                      <a:pt x="56" y="113"/>
                    </a:lnTo>
                    <a:lnTo>
                      <a:pt x="55" y="112"/>
                    </a:lnTo>
                    <a:lnTo>
                      <a:pt x="54" y="112"/>
                    </a:lnTo>
                    <a:lnTo>
                      <a:pt x="53" y="111"/>
                    </a:lnTo>
                    <a:lnTo>
                      <a:pt x="52" y="111"/>
                    </a:lnTo>
                    <a:lnTo>
                      <a:pt x="50" y="111"/>
                    </a:lnTo>
                    <a:lnTo>
                      <a:pt x="47" y="111"/>
                    </a:lnTo>
                    <a:lnTo>
                      <a:pt x="46" y="111"/>
                    </a:lnTo>
                    <a:lnTo>
                      <a:pt x="45" y="111"/>
                    </a:lnTo>
                    <a:lnTo>
                      <a:pt x="44" y="111"/>
                    </a:lnTo>
                    <a:lnTo>
                      <a:pt x="43" y="111"/>
                    </a:lnTo>
                    <a:lnTo>
                      <a:pt x="42" y="112"/>
                    </a:lnTo>
                    <a:lnTo>
                      <a:pt x="41" y="113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8"/>
                    </a:lnTo>
                    <a:lnTo>
                      <a:pt x="42" y="106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99"/>
                    </a:lnTo>
                    <a:lnTo>
                      <a:pt x="40" y="98"/>
                    </a:lnTo>
                    <a:lnTo>
                      <a:pt x="39" y="97"/>
                    </a:lnTo>
                    <a:lnTo>
                      <a:pt x="39" y="96"/>
                    </a:lnTo>
                    <a:lnTo>
                      <a:pt x="38" y="94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2" y="91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2"/>
                    </a:lnTo>
                    <a:lnTo>
                      <a:pt x="20" y="92"/>
                    </a:lnTo>
                    <a:lnTo>
                      <a:pt x="19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7"/>
                    </a:lnTo>
                    <a:lnTo>
                      <a:pt x="0" y="87"/>
                    </a:lnTo>
                    <a:lnTo>
                      <a:pt x="50" y="0"/>
                    </a:lnTo>
                    <a:lnTo>
                      <a:pt x="77" y="9"/>
                    </a:lnTo>
                    <a:lnTo>
                      <a:pt x="63" y="41"/>
                    </a:lnTo>
                    <a:lnTo>
                      <a:pt x="63" y="4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4844" name="Freeform 1138"/>
              <p:cNvSpPr>
                <a:spLocks/>
              </p:cNvSpPr>
              <p:nvPr/>
            </p:nvSpPr>
            <p:spPr bwMode="auto">
              <a:xfrm>
                <a:off x="2539" y="2506"/>
                <a:ext cx="207" cy="175"/>
              </a:xfrm>
              <a:custGeom>
                <a:avLst/>
                <a:gdLst>
                  <a:gd name="T0" fmla="*/ 69 w 207"/>
                  <a:gd name="T1" fmla="*/ 44 h 175"/>
                  <a:gd name="T2" fmla="*/ 76 w 207"/>
                  <a:gd name="T3" fmla="*/ 46 h 175"/>
                  <a:gd name="T4" fmla="*/ 94 w 207"/>
                  <a:gd name="T5" fmla="*/ 39 h 175"/>
                  <a:gd name="T6" fmla="*/ 112 w 207"/>
                  <a:gd name="T7" fmla="*/ 24 h 175"/>
                  <a:gd name="T8" fmla="*/ 132 w 207"/>
                  <a:gd name="T9" fmla="*/ 30 h 175"/>
                  <a:gd name="T10" fmla="*/ 151 w 207"/>
                  <a:gd name="T11" fmla="*/ 41 h 175"/>
                  <a:gd name="T12" fmla="*/ 175 w 207"/>
                  <a:gd name="T13" fmla="*/ 67 h 175"/>
                  <a:gd name="T14" fmla="*/ 201 w 207"/>
                  <a:gd name="T15" fmla="*/ 99 h 175"/>
                  <a:gd name="T16" fmla="*/ 207 w 207"/>
                  <a:gd name="T17" fmla="*/ 111 h 175"/>
                  <a:gd name="T18" fmla="*/ 206 w 207"/>
                  <a:gd name="T19" fmla="*/ 117 h 175"/>
                  <a:gd name="T20" fmla="*/ 203 w 207"/>
                  <a:gd name="T21" fmla="*/ 122 h 175"/>
                  <a:gd name="T22" fmla="*/ 198 w 207"/>
                  <a:gd name="T23" fmla="*/ 125 h 175"/>
                  <a:gd name="T24" fmla="*/ 192 w 207"/>
                  <a:gd name="T25" fmla="*/ 127 h 175"/>
                  <a:gd name="T26" fmla="*/ 186 w 207"/>
                  <a:gd name="T27" fmla="*/ 123 h 175"/>
                  <a:gd name="T28" fmla="*/ 182 w 207"/>
                  <a:gd name="T29" fmla="*/ 123 h 175"/>
                  <a:gd name="T30" fmla="*/ 182 w 207"/>
                  <a:gd name="T31" fmla="*/ 133 h 175"/>
                  <a:gd name="T32" fmla="*/ 179 w 207"/>
                  <a:gd name="T33" fmla="*/ 139 h 175"/>
                  <a:gd name="T34" fmla="*/ 171 w 207"/>
                  <a:gd name="T35" fmla="*/ 143 h 175"/>
                  <a:gd name="T36" fmla="*/ 165 w 207"/>
                  <a:gd name="T37" fmla="*/ 143 h 175"/>
                  <a:gd name="T38" fmla="*/ 148 w 207"/>
                  <a:gd name="T39" fmla="*/ 123 h 175"/>
                  <a:gd name="T40" fmla="*/ 131 w 207"/>
                  <a:gd name="T41" fmla="*/ 104 h 175"/>
                  <a:gd name="T42" fmla="*/ 157 w 207"/>
                  <a:gd name="T43" fmla="*/ 140 h 175"/>
                  <a:gd name="T44" fmla="*/ 157 w 207"/>
                  <a:gd name="T45" fmla="*/ 148 h 175"/>
                  <a:gd name="T46" fmla="*/ 155 w 207"/>
                  <a:gd name="T47" fmla="*/ 155 h 175"/>
                  <a:gd name="T48" fmla="*/ 150 w 207"/>
                  <a:gd name="T49" fmla="*/ 158 h 175"/>
                  <a:gd name="T50" fmla="*/ 142 w 207"/>
                  <a:gd name="T51" fmla="*/ 159 h 175"/>
                  <a:gd name="T52" fmla="*/ 134 w 207"/>
                  <a:gd name="T53" fmla="*/ 154 h 175"/>
                  <a:gd name="T54" fmla="*/ 126 w 207"/>
                  <a:gd name="T55" fmla="*/ 145 h 175"/>
                  <a:gd name="T56" fmla="*/ 116 w 207"/>
                  <a:gd name="T57" fmla="*/ 133 h 175"/>
                  <a:gd name="T58" fmla="*/ 107 w 207"/>
                  <a:gd name="T59" fmla="*/ 123 h 175"/>
                  <a:gd name="T60" fmla="*/ 134 w 207"/>
                  <a:gd name="T61" fmla="*/ 163 h 175"/>
                  <a:gd name="T62" fmla="*/ 132 w 207"/>
                  <a:gd name="T63" fmla="*/ 170 h 175"/>
                  <a:gd name="T64" fmla="*/ 125 w 207"/>
                  <a:gd name="T65" fmla="*/ 175 h 175"/>
                  <a:gd name="T66" fmla="*/ 116 w 207"/>
                  <a:gd name="T67" fmla="*/ 174 h 175"/>
                  <a:gd name="T68" fmla="*/ 109 w 207"/>
                  <a:gd name="T69" fmla="*/ 170 h 175"/>
                  <a:gd name="T70" fmla="*/ 104 w 207"/>
                  <a:gd name="T71" fmla="*/ 161 h 175"/>
                  <a:gd name="T72" fmla="*/ 100 w 207"/>
                  <a:gd name="T73" fmla="*/ 154 h 175"/>
                  <a:gd name="T74" fmla="*/ 92 w 207"/>
                  <a:gd name="T75" fmla="*/ 151 h 175"/>
                  <a:gd name="T76" fmla="*/ 84 w 207"/>
                  <a:gd name="T77" fmla="*/ 149 h 175"/>
                  <a:gd name="T78" fmla="*/ 84 w 207"/>
                  <a:gd name="T79" fmla="*/ 141 h 175"/>
                  <a:gd name="T80" fmla="*/ 81 w 207"/>
                  <a:gd name="T81" fmla="*/ 136 h 175"/>
                  <a:gd name="T82" fmla="*/ 75 w 207"/>
                  <a:gd name="T83" fmla="*/ 132 h 175"/>
                  <a:gd name="T84" fmla="*/ 69 w 207"/>
                  <a:gd name="T85" fmla="*/ 130 h 175"/>
                  <a:gd name="T86" fmla="*/ 63 w 207"/>
                  <a:gd name="T87" fmla="*/ 132 h 175"/>
                  <a:gd name="T88" fmla="*/ 63 w 207"/>
                  <a:gd name="T89" fmla="*/ 127 h 175"/>
                  <a:gd name="T90" fmla="*/ 61 w 207"/>
                  <a:gd name="T91" fmla="*/ 120 h 175"/>
                  <a:gd name="T92" fmla="*/ 58 w 207"/>
                  <a:gd name="T93" fmla="*/ 114 h 175"/>
                  <a:gd name="T94" fmla="*/ 53 w 207"/>
                  <a:gd name="T95" fmla="*/ 111 h 175"/>
                  <a:gd name="T96" fmla="*/ 46 w 207"/>
                  <a:gd name="T97" fmla="*/ 111 h 175"/>
                  <a:gd name="T98" fmla="*/ 41 w 207"/>
                  <a:gd name="T99" fmla="*/ 113 h 175"/>
                  <a:gd name="T100" fmla="*/ 42 w 207"/>
                  <a:gd name="T101" fmla="*/ 106 h 175"/>
                  <a:gd name="T102" fmla="*/ 41 w 207"/>
                  <a:gd name="T103" fmla="*/ 99 h 175"/>
                  <a:gd name="T104" fmla="*/ 37 w 207"/>
                  <a:gd name="T105" fmla="*/ 94 h 175"/>
                  <a:gd name="T106" fmla="*/ 30 w 207"/>
                  <a:gd name="T107" fmla="*/ 91 h 175"/>
                  <a:gd name="T108" fmla="*/ 22 w 207"/>
                  <a:gd name="T109" fmla="*/ 92 h 175"/>
                  <a:gd name="T110" fmla="*/ 15 w 207"/>
                  <a:gd name="T111" fmla="*/ 97 h 17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07"/>
                  <a:gd name="T169" fmla="*/ 0 h 175"/>
                  <a:gd name="T170" fmla="*/ 207 w 207"/>
                  <a:gd name="T171" fmla="*/ 175 h 17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07" h="175">
                    <a:moveTo>
                      <a:pt x="63" y="40"/>
                    </a:moveTo>
                    <a:lnTo>
                      <a:pt x="64" y="41"/>
                    </a:lnTo>
                    <a:lnTo>
                      <a:pt x="66" y="42"/>
                    </a:lnTo>
                    <a:lnTo>
                      <a:pt x="67" y="43"/>
                    </a:lnTo>
                    <a:lnTo>
                      <a:pt x="69" y="44"/>
                    </a:lnTo>
                    <a:lnTo>
                      <a:pt x="71" y="44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5" y="46"/>
                    </a:lnTo>
                    <a:lnTo>
                      <a:pt x="76" y="46"/>
                    </a:lnTo>
                    <a:lnTo>
                      <a:pt x="78" y="46"/>
                    </a:lnTo>
                    <a:lnTo>
                      <a:pt x="83" y="44"/>
                    </a:lnTo>
                    <a:lnTo>
                      <a:pt x="86" y="43"/>
                    </a:lnTo>
                    <a:lnTo>
                      <a:pt x="90" y="41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0" y="33"/>
                    </a:lnTo>
                    <a:lnTo>
                      <a:pt x="104" y="30"/>
                    </a:lnTo>
                    <a:lnTo>
                      <a:pt x="108" y="27"/>
                    </a:lnTo>
                    <a:lnTo>
                      <a:pt x="112" y="24"/>
                    </a:lnTo>
                    <a:lnTo>
                      <a:pt x="115" y="21"/>
                    </a:lnTo>
                    <a:lnTo>
                      <a:pt x="118" y="24"/>
                    </a:lnTo>
                    <a:lnTo>
                      <a:pt x="123" y="26"/>
                    </a:lnTo>
                    <a:lnTo>
                      <a:pt x="128" y="27"/>
                    </a:lnTo>
                    <a:lnTo>
                      <a:pt x="132" y="30"/>
                    </a:lnTo>
                    <a:lnTo>
                      <a:pt x="135" y="32"/>
                    </a:lnTo>
                    <a:lnTo>
                      <a:pt x="140" y="34"/>
                    </a:lnTo>
                    <a:lnTo>
                      <a:pt x="142" y="36"/>
                    </a:lnTo>
                    <a:lnTo>
                      <a:pt x="148" y="39"/>
                    </a:lnTo>
                    <a:lnTo>
                      <a:pt x="151" y="41"/>
                    </a:lnTo>
                    <a:lnTo>
                      <a:pt x="154" y="44"/>
                    </a:lnTo>
                    <a:lnTo>
                      <a:pt x="160" y="50"/>
                    </a:lnTo>
                    <a:lnTo>
                      <a:pt x="165" y="56"/>
                    </a:lnTo>
                    <a:lnTo>
                      <a:pt x="170" y="62"/>
                    </a:lnTo>
                    <a:lnTo>
                      <a:pt x="175" y="67"/>
                    </a:lnTo>
                    <a:lnTo>
                      <a:pt x="181" y="75"/>
                    </a:lnTo>
                    <a:lnTo>
                      <a:pt x="185" y="80"/>
                    </a:lnTo>
                    <a:lnTo>
                      <a:pt x="191" y="87"/>
                    </a:lnTo>
                    <a:lnTo>
                      <a:pt x="195" y="94"/>
                    </a:lnTo>
                    <a:lnTo>
                      <a:pt x="201" y="99"/>
                    </a:lnTo>
                    <a:lnTo>
                      <a:pt x="206" y="106"/>
                    </a:lnTo>
                    <a:lnTo>
                      <a:pt x="206" y="108"/>
                    </a:lnTo>
                    <a:lnTo>
                      <a:pt x="207" y="108"/>
                    </a:lnTo>
                    <a:lnTo>
                      <a:pt x="207" y="110"/>
                    </a:lnTo>
                    <a:lnTo>
                      <a:pt x="207" y="111"/>
                    </a:lnTo>
                    <a:lnTo>
                      <a:pt x="207" y="112"/>
                    </a:lnTo>
                    <a:lnTo>
                      <a:pt x="207" y="113"/>
                    </a:lnTo>
                    <a:lnTo>
                      <a:pt x="207" y="114"/>
                    </a:lnTo>
                    <a:lnTo>
                      <a:pt x="207" y="116"/>
                    </a:lnTo>
                    <a:lnTo>
                      <a:pt x="206" y="117"/>
                    </a:lnTo>
                    <a:lnTo>
                      <a:pt x="206" y="118"/>
                    </a:lnTo>
                    <a:lnTo>
                      <a:pt x="206" y="119"/>
                    </a:lnTo>
                    <a:lnTo>
                      <a:pt x="204" y="120"/>
                    </a:lnTo>
                    <a:lnTo>
                      <a:pt x="203" y="121"/>
                    </a:lnTo>
                    <a:lnTo>
                      <a:pt x="203" y="122"/>
                    </a:lnTo>
                    <a:lnTo>
                      <a:pt x="202" y="123"/>
                    </a:lnTo>
                    <a:lnTo>
                      <a:pt x="201" y="123"/>
                    </a:lnTo>
                    <a:lnTo>
                      <a:pt x="200" y="124"/>
                    </a:lnTo>
                    <a:lnTo>
                      <a:pt x="198" y="124"/>
                    </a:lnTo>
                    <a:lnTo>
                      <a:pt x="198" y="125"/>
                    </a:lnTo>
                    <a:lnTo>
                      <a:pt x="196" y="125"/>
                    </a:lnTo>
                    <a:lnTo>
                      <a:pt x="195" y="127"/>
                    </a:lnTo>
                    <a:lnTo>
                      <a:pt x="194" y="127"/>
                    </a:lnTo>
                    <a:lnTo>
                      <a:pt x="193" y="127"/>
                    </a:lnTo>
                    <a:lnTo>
                      <a:pt x="192" y="127"/>
                    </a:lnTo>
                    <a:lnTo>
                      <a:pt x="191" y="125"/>
                    </a:lnTo>
                    <a:lnTo>
                      <a:pt x="190" y="125"/>
                    </a:lnTo>
                    <a:lnTo>
                      <a:pt x="188" y="124"/>
                    </a:lnTo>
                    <a:lnTo>
                      <a:pt x="187" y="124"/>
                    </a:lnTo>
                    <a:lnTo>
                      <a:pt x="186" y="123"/>
                    </a:lnTo>
                    <a:lnTo>
                      <a:pt x="185" y="123"/>
                    </a:lnTo>
                    <a:lnTo>
                      <a:pt x="151" y="82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82" y="123"/>
                    </a:lnTo>
                    <a:lnTo>
                      <a:pt x="182" y="124"/>
                    </a:lnTo>
                    <a:lnTo>
                      <a:pt x="183" y="127"/>
                    </a:lnTo>
                    <a:lnTo>
                      <a:pt x="183" y="129"/>
                    </a:lnTo>
                    <a:lnTo>
                      <a:pt x="183" y="130"/>
                    </a:lnTo>
                    <a:lnTo>
                      <a:pt x="182" y="133"/>
                    </a:lnTo>
                    <a:lnTo>
                      <a:pt x="182" y="134"/>
                    </a:lnTo>
                    <a:lnTo>
                      <a:pt x="182" y="136"/>
                    </a:lnTo>
                    <a:lnTo>
                      <a:pt x="181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7" y="140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3" y="143"/>
                    </a:lnTo>
                    <a:lnTo>
                      <a:pt x="171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2" y="139"/>
                    </a:lnTo>
                    <a:lnTo>
                      <a:pt x="156" y="136"/>
                    </a:lnTo>
                    <a:lnTo>
                      <a:pt x="153" y="132"/>
                    </a:lnTo>
                    <a:lnTo>
                      <a:pt x="150" y="127"/>
                    </a:lnTo>
                    <a:lnTo>
                      <a:pt x="148" y="123"/>
                    </a:lnTo>
                    <a:lnTo>
                      <a:pt x="145" y="120"/>
                    </a:lnTo>
                    <a:lnTo>
                      <a:pt x="140" y="116"/>
                    </a:lnTo>
                    <a:lnTo>
                      <a:pt x="137" y="112"/>
                    </a:lnTo>
                    <a:lnTo>
                      <a:pt x="134" y="108"/>
                    </a:lnTo>
                    <a:lnTo>
                      <a:pt x="131" y="104"/>
                    </a:lnTo>
                    <a:lnTo>
                      <a:pt x="131" y="103"/>
                    </a:lnTo>
                    <a:lnTo>
                      <a:pt x="130" y="103"/>
                    </a:lnTo>
                    <a:lnTo>
                      <a:pt x="130" y="102"/>
                    </a:lnTo>
                    <a:lnTo>
                      <a:pt x="129" y="103"/>
                    </a:lnTo>
                    <a:lnTo>
                      <a:pt x="157" y="140"/>
                    </a:lnTo>
                    <a:lnTo>
                      <a:pt x="157" y="141"/>
                    </a:lnTo>
                    <a:lnTo>
                      <a:pt x="160" y="143"/>
                    </a:lnTo>
                    <a:lnTo>
                      <a:pt x="160" y="145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6" y="152"/>
                    </a:lnTo>
                    <a:lnTo>
                      <a:pt x="155" y="153"/>
                    </a:lnTo>
                    <a:lnTo>
                      <a:pt x="155" y="155"/>
                    </a:lnTo>
                    <a:lnTo>
                      <a:pt x="154" y="155"/>
                    </a:lnTo>
                    <a:lnTo>
                      <a:pt x="153" y="156"/>
                    </a:lnTo>
                    <a:lnTo>
                      <a:pt x="152" y="157"/>
                    </a:lnTo>
                    <a:lnTo>
                      <a:pt x="151" y="157"/>
                    </a:lnTo>
                    <a:lnTo>
                      <a:pt x="150" y="158"/>
                    </a:lnTo>
                    <a:lnTo>
                      <a:pt x="149" y="158"/>
                    </a:lnTo>
                    <a:lnTo>
                      <a:pt x="148" y="158"/>
                    </a:lnTo>
                    <a:lnTo>
                      <a:pt x="147" y="158"/>
                    </a:lnTo>
                    <a:lnTo>
                      <a:pt x="146" y="159"/>
                    </a:lnTo>
                    <a:lnTo>
                      <a:pt x="142" y="159"/>
                    </a:lnTo>
                    <a:lnTo>
                      <a:pt x="140" y="158"/>
                    </a:lnTo>
                    <a:lnTo>
                      <a:pt x="137" y="157"/>
                    </a:lnTo>
                    <a:lnTo>
                      <a:pt x="136" y="155"/>
                    </a:lnTo>
                    <a:lnTo>
                      <a:pt x="134" y="154"/>
                    </a:lnTo>
                    <a:lnTo>
                      <a:pt x="133" y="152"/>
                    </a:lnTo>
                    <a:lnTo>
                      <a:pt x="132" y="151"/>
                    </a:lnTo>
                    <a:lnTo>
                      <a:pt x="130" y="149"/>
                    </a:lnTo>
                    <a:lnTo>
                      <a:pt x="129" y="148"/>
                    </a:lnTo>
                    <a:lnTo>
                      <a:pt x="126" y="145"/>
                    </a:lnTo>
                    <a:lnTo>
                      <a:pt x="125" y="143"/>
                    </a:lnTo>
                    <a:lnTo>
                      <a:pt x="123" y="140"/>
                    </a:lnTo>
                    <a:lnTo>
                      <a:pt x="121" y="137"/>
                    </a:lnTo>
                    <a:lnTo>
                      <a:pt x="118" y="135"/>
                    </a:lnTo>
                    <a:lnTo>
                      <a:pt x="116" y="133"/>
                    </a:lnTo>
                    <a:lnTo>
                      <a:pt x="115" y="130"/>
                    </a:lnTo>
                    <a:lnTo>
                      <a:pt x="113" y="127"/>
                    </a:lnTo>
                    <a:lnTo>
                      <a:pt x="110" y="124"/>
                    </a:lnTo>
                    <a:lnTo>
                      <a:pt x="108" y="122"/>
                    </a:lnTo>
                    <a:lnTo>
                      <a:pt x="107" y="123"/>
                    </a:lnTo>
                    <a:lnTo>
                      <a:pt x="134" y="156"/>
                    </a:lnTo>
                    <a:lnTo>
                      <a:pt x="134" y="157"/>
                    </a:lnTo>
                    <a:lnTo>
                      <a:pt x="134" y="159"/>
                    </a:lnTo>
                    <a:lnTo>
                      <a:pt x="134" y="160"/>
                    </a:lnTo>
                    <a:lnTo>
                      <a:pt x="134" y="163"/>
                    </a:lnTo>
                    <a:lnTo>
                      <a:pt x="134" y="165"/>
                    </a:lnTo>
                    <a:lnTo>
                      <a:pt x="133" y="168"/>
                    </a:lnTo>
                    <a:lnTo>
                      <a:pt x="133" y="169"/>
                    </a:lnTo>
                    <a:lnTo>
                      <a:pt x="132" y="170"/>
                    </a:lnTo>
                    <a:lnTo>
                      <a:pt x="131" y="171"/>
                    </a:lnTo>
                    <a:lnTo>
                      <a:pt x="130" y="172"/>
                    </a:lnTo>
                    <a:lnTo>
                      <a:pt x="129" y="173"/>
                    </a:lnTo>
                    <a:lnTo>
                      <a:pt x="126" y="174"/>
                    </a:lnTo>
                    <a:lnTo>
                      <a:pt x="125" y="175"/>
                    </a:lnTo>
                    <a:lnTo>
                      <a:pt x="123" y="175"/>
                    </a:lnTo>
                    <a:lnTo>
                      <a:pt x="121" y="175"/>
                    </a:lnTo>
                    <a:lnTo>
                      <a:pt x="119" y="175"/>
                    </a:lnTo>
                    <a:lnTo>
                      <a:pt x="118" y="175"/>
                    </a:lnTo>
                    <a:lnTo>
                      <a:pt x="116" y="174"/>
                    </a:lnTo>
                    <a:lnTo>
                      <a:pt x="115" y="174"/>
                    </a:lnTo>
                    <a:lnTo>
                      <a:pt x="114" y="173"/>
                    </a:lnTo>
                    <a:lnTo>
                      <a:pt x="112" y="172"/>
                    </a:lnTo>
                    <a:lnTo>
                      <a:pt x="110" y="171"/>
                    </a:lnTo>
                    <a:lnTo>
                      <a:pt x="109" y="170"/>
                    </a:lnTo>
                    <a:lnTo>
                      <a:pt x="108" y="169"/>
                    </a:lnTo>
                    <a:lnTo>
                      <a:pt x="106" y="167"/>
                    </a:lnTo>
                    <a:lnTo>
                      <a:pt x="106" y="165"/>
                    </a:lnTo>
                    <a:lnTo>
                      <a:pt x="104" y="165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3" y="158"/>
                    </a:lnTo>
                    <a:lnTo>
                      <a:pt x="102" y="157"/>
                    </a:lnTo>
                    <a:lnTo>
                      <a:pt x="101" y="155"/>
                    </a:lnTo>
                    <a:lnTo>
                      <a:pt x="100" y="154"/>
                    </a:lnTo>
                    <a:lnTo>
                      <a:pt x="99" y="153"/>
                    </a:lnTo>
                    <a:lnTo>
                      <a:pt x="97" y="152"/>
                    </a:lnTo>
                    <a:lnTo>
                      <a:pt x="95" y="152"/>
                    </a:lnTo>
                    <a:lnTo>
                      <a:pt x="93" y="152"/>
                    </a:lnTo>
                    <a:lnTo>
                      <a:pt x="92" y="151"/>
                    </a:lnTo>
                    <a:lnTo>
                      <a:pt x="90" y="151"/>
                    </a:lnTo>
                    <a:lnTo>
                      <a:pt x="83" y="152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4" y="149"/>
                    </a:lnTo>
                    <a:lnTo>
                      <a:pt x="84" y="148"/>
                    </a:lnTo>
                    <a:lnTo>
                      <a:pt x="84" y="145"/>
                    </a:lnTo>
                    <a:lnTo>
                      <a:pt x="84" y="143"/>
                    </a:lnTo>
                    <a:lnTo>
                      <a:pt x="84" y="141"/>
                    </a:lnTo>
                    <a:lnTo>
                      <a:pt x="83" y="140"/>
                    </a:lnTo>
                    <a:lnTo>
                      <a:pt x="83" y="139"/>
                    </a:lnTo>
                    <a:lnTo>
                      <a:pt x="82" y="138"/>
                    </a:lnTo>
                    <a:lnTo>
                      <a:pt x="82" y="137"/>
                    </a:lnTo>
                    <a:lnTo>
                      <a:pt x="81" y="136"/>
                    </a:lnTo>
                    <a:lnTo>
                      <a:pt x="79" y="135"/>
                    </a:lnTo>
                    <a:lnTo>
                      <a:pt x="78" y="134"/>
                    </a:lnTo>
                    <a:lnTo>
                      <a:pt x="77" y="133"/>
                    </a:lnTo>
                    <a:lnTo>
                      <a:pt x="76" y="133"/>
                    </a:lnTo>
                    <a:lnTo>
                      <a:pt x="75" y="132"/>
                    </a:lnTo>
                    <a:lnTo>
                      <a:pt x="74" y="132"/>
                    </a:lnTo>
                    <a:lnTo>
                      <a:pt x="73" y="130"/>
                    </a:lnTo>
                    <a:lnTo>
                      <a:pt x="72" y="130"/>
                    </a:lnTo>
                    <a:lnTo>
                      <a:pt x="71" y="130"/>
                    </a:lnTo>
                    <a:lnTo>
                      <a:pt x="69" y="130"/>
                    </a:lnTo>
                    <a:lnTo>
                      <a:pt x="67" y="130"/>
                    </a:lnTo>
                    <a:lnTo>
                      <a:pt x="66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3"/>
                    </a:lnTo>
                    <a:lnTo>
                      <a:pt x="62" y="132"/>
                    </a:lnTo>
                    <a:lnTo>
                      <a:pt x="62" y="130"/>
                    </a:lnTo>
                    <a:lnTo>
                      <a:pt x="62" y="127"/>
                    </a:lnTo>
                    <a:lnTo>
                      <a:pt x="63" y="127"/>
                    </a:lnTo>
                    <a:lnTo>
                      <a:pt x="62" y="125"/>
                    </a:lnTo>
                    <a:lnTo>
                      <a:pt x="62" y="124"/>
                    </a:lnTo>
                    <a:lnTo>
                      <a:pt x="62" y="123"/>
                    </a:lnTo>
                    <a:lnTo>
                      <a:pt x="62" y="121"/>
                    </a:lnTo>
                    <a:lnTo>
                      <a:pt x="61" y="120"/>
                    </a:lnTo>
                    <a:lnTo>
                      <a:pt x="61" y="119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59" y="116"/>
                    </a:lnTo>
                    <a:lnTo>
                      <a:pt x="58" y="114"/>
                    </a:lnTo>
                    <a:lnTo>
                      <a:pt x="57" y="114"/>
                    </a:lnTo>
                    <a:lnTo>
                      <a:pt x="56" y="113"/>
                    </a:lnTo>
                    <a:lnTo>
                      <a:pt x="55" y="112"/>
                    </a:lnTo>
                    <a:lnTo>
                      <a:pt x="54" y="112"/>
                    </a:lnTo>
                    <a:lnTo>
                      <a:pt x="53" y="111"/>
                    </a:lnTo>
                    <a:lnTo>
                      <a:pt x="52" y="111"/>
                    </a:lnTo>
                    <a:lnTo>
                      <a:pt x="50" y="111"/>
                    </a:lnTo>
                    <a:lnTo>
                      <a:pt x="47" y="111"/>
                    </a:lnTo>
                    <a:lnTo>
                      <a:pt x="46" y="111"/>
                    </a:lnTo>
                    <a:lnTo>
                      <a:pt x="45" y="111"/>
                    </a:lnTo>
                    <a:lnTo>
                      <a:pt x="44" y="111"/>
                    </a:lnTo>
                    <a:lnTo>
                      <a:pt x="43" y="111"/>
                    </a:lnTo>
                    <a:lnTo>
                      <a:pt x="42" y="112"/>
                    </a:lnTo>
                    <a:lnTo>
                      <a:pt x="41" y="113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8"/>
                    </a:lnTo>
                    <a:lnTo>
                      <a:pt x="42" y="106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99"/>
                    </a:lnTo>
                    <a:lnTo>
                      <a:pt x="40" y="98"/>
                    </a:lnTo>
                    <a:lnTo>
                      <a:pt x="39" y="97"/>
                    </a:lnTo>
                    <a:lnTo>
                      <a:pt x="39" y="96"/>
                    </a:lnTo>
                    <a:lnTo>
                      <a:pt x="38" y="94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2" y="91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2"/>
                    </a:lnTo>
                    <a:lnTo>
                      <a:pt x="20" y="92"/>
                    </a:lnTo>
                    <a:lnTo>
                      <a:pt x="19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7"/>
                    </a:lnTo>
                    <a:lnTo>
                      <a:pt x="0" y="87"/>
                    </a:lnTo>
                    <a:lnTo>
                      <a:pt x="50" y="0"/>
                    </a:lnTo>
                    <a:lnTo>
                      <a:pt x="77" y="9"/>
                    </a:lnTo>
                    <a:lnTo>
                      <a:pt x="63" y="41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grpSp>
            <p:nvGrpSpPr>
              <p:cNvPr id="34845" name="Group 1139"/>
              <p:cNvGrpSpPr>
                <a:grpSpLocks/>
              </p:cNvGrpSpPr>
              <p:nvPr/>
            </p:nvGrpSpPr>
            <p:grpSpPr bwMode="auto">
              <a:xfrm>
                <a:off x="2547" y="2599"/>
                <a:ext cx="95" cy="88"/>
                <a:chOff x="2547" y="2599"/>
                <a:chExt cx="95" cy="88"/>
              </a:xfrm>
            </p:grpSpPr>
            <p:sp>
              <p:nvSpPr>
                <p:cNvPr id="34846" name="Freeform 1140"/>
                <p:cNvSpPr>
                  <a:spLocks/>
                </p:cNvSpPr>
                <p:nvPr/>
              </p:nvSpPr>
              <p:spPr bwMode="auto">
                <a:xfrm>
                  <a:off x="2547" y="2599"/>
                  <a:ext cx="32" cy="36"/>
                </a:xfrm>
                <a:custGeom>
                  <a:avLst/>
                  <a:gdLst>
                    <a:gd name="T0" fmla="*/ 28 w 32"/>
                    <a:gd name="T1" fmla="*/ 3 h 36"/>
                    <a:gd name="T2" fmla="*/ 29 w 32"/>
                    <a:gd name="T3" fmla="*/ 3 h 36"/>
                    <a:gd name="T4" fmla="*/ 30 w 32"/>
                    <a:gd name="T5" fmla="*/ 6 h 36"/>
                    <a:gd name="T6" fmla="*/ 31 w 32"/>
                    <a:gd name="T7" fmla="*/ 6 h 36"/>
                    <a:gd name="T8" fmla="*/ 31 w 32"/>
                    <a:gd name="T9" fmla="*/ 9 h 36"/>
                    <a:gd name="T10" fmla="*/ 31 w 32"/>
                    <a:gd name="T11" fmla="*/ 10 h 36"/>
                    <a:gd name="T12" fmla="*/ 32 w 32"/>
                    <a:gd name="T13" fmla="*/ 12 h 36"/>
                    <a:gd name="T14" fmla="*/ 32 w 32"/>
                    <a:gd name="T15" fmla="*/ 13 h 36"/>
                    <a:gd name="T16" fmla="*/ 32 w 32"/>
                    <a:gd name="T17" fmla="*/ 15 h 36"/>
                    <a:gd name="T18" fmla="*/ 32 w 32"/>
                    <a:gd name="T19" fmla="*/ 16 h 36"/>
                    <a:gd name="T20" fmla="*/ 32 w 32"/>
                    <a:gd name="T21" fmla="*/ 17 h 36"/>
                    <a:gd name="T22" fmla="*/ 31 w 32"/>
                    <a:gd name="T23" fmla="*/ 19 h 36"/>
                    <a:gd name="T24" fmla="*/ 30 w 32"/>
                    <a:gd name="T25" fmla="*/ 21 h 36"/>
                    <a:gd name="T26" fmla="*/ 29 w 32"/>
                    <a:gd name="T27" fmla="*/ 24 h 36"/>
                    <a:gd name="T28" fmla="*/ 28 w 32"/>
                    <a:gd name="T29" fmla="*/ 26 h 36"/>
                    <a:gd name="T30" fmla="*/ 26 w 32"/>
                    <a:gd name="T31" fmla="*/ 28 h 36"/>
                    <a:gd name="T32" fmla="*/ 24 w 32"/>
                    <a:gd name="T33" fmla="*/ 31 h 36"/>
                    <a:gd name="T34" fmla="*/ 22 w 32"/>
                    <a:gd name="T35" fmla="*/ 32 h 36"/>
                    <a:gd name="T36" fmla="*/ 20 w 32"/>
                    <a:gd name="T37" fmla="*/ 34 h 36"/>
                    <a:gd name="T38" fmla="*/ 18 w 32"/>
                    <a:gd name="T39" fmla="*/ 35 h 36"/>
                    <a:gd name="T40" fmla="*/ 16 w 32"/>
                    <a:gd name="T41" fmla="*/ 35 h 36"/>
                    <a:gd name="T42" fmla="*/ 15 w 32"/>
                    <a:gd name="T43" fmla="*/ 36 h 36"/>
                    <a:gd name="T44" fmla="*/ 14 w 32"/>
                    <a:gd name="T45" fmla="*/ 36 h 36"/>
                    <a:gd name="T46" fmla="*/ 13 w 32"/>
                    <a:gd name="T47" fmla="*/ 36 h 36"/>
                    <a:gd name="T48" fmla="*/ 12 w 32"/>
                    <a:gd name="T49" fmla="*/ 36 h 36"/>
                    <a:gd name="T50" fmla="*/ 11 w 32"/>
                    <a:gd name="T51" fmla="*/ 36 h 36"/>
                    <a:gd name="T52" fmla="*/ 9 w 32"/>
                    <a:gd name="T53" fmla="*/ 35 h 36"/>
                    <a:gd name="T54" fmla="*/ 8 w 32"/>
                    <a:gd name="T55" fmla="*/ 35 h 36"/>
                    <a:gd name="T56" fmla="*/ 6 w 32"/>
                    <a:gd name="T57" fmla="*/ 34 h 36"/>
                    <a:gd name="T58" fmla="*/ 6 w 32"/>
                    <a:gd name="T59" fmla="*/ 34 h 36"/>
                    <a:gd name="T60" fmla="*/ 4 w 32"/>
                    <a:gd name="T61" fmla="*/ 33 h 36"/>
                    <a:gd name="T62" fmla="*/ 3 w 32"/>
                    <a:gd name="T63" fmla="*/ 32 h 36"/>
                    <a:gd name="T64" fmla="*/ 2 w 32"/>
                    <a:gd name="T65" fmla="*/ 31 h 36"/>
                    <a:gd name="T66" fmla="*/ 2 w 32"/>
                    <a:gd name="T67" fmla="*/ 30 h 36"/>
                    <a:gd name="T68" fmla="*/ 1 w 32"/>
                    <a:gd name="T69" fmla="*/ 28 h 36"/>
                    <a:gd name="T70" fmla="*/ 1 w 32"/>
                    <a:gd name="T71" fmla="*/ 28 h 36"/>
                    <a:gd name="T72" fmla="*/ 0 w 32"/>
                    <a:gd name="T73" fmla="*/ 26 h 36"/>
                    <a:gd name="T74" fmla="*/ 0 w 32"/>
                    <a:gd name="T75" fmla="*/ 24 h 36"/>
                    <a:gd name="T76" fmla="*/ 0 w 32"/>
                    <a:gd name="T77" fmla="*/ 23 h 36"/>
                    <a:gd name="T78" fmla="*/ 0 w 32"/>
                    <a:gd name="T79" fmla="*/ 21 h 36"/>
                    <a:gd name="T80" fmla="*/ 1 w 32"/>
                    <a:gd name="T81" fmla="*/ 18 h 36"/>
                    <a:gd name="T82" fmla="*/ 1 w 32"/>
                    <a:gd name="T83" fmla="*/ 16 h 36"/>
                    <a:gd name="T84" fmla="*/ 2 w 32"/>
                    <a:gd name="T85" fmla="*/ 14 h 36"/>
                    <a:gd name="T86" fmla="*/ 4 w 32"/>
                    <a:gd name="T87" fmla="*/ 12 h 36"/>
                    <a:gd name="T88" fmla="*/ 6 w 32"/>
                    <a:gd name="T89" fmla="*/ 10 h 36"/>
                    <a:gd name="T90" fmla="*/ 6 w 32"/>
                    <a:gd name="T91" fmla="*/ 6 h 36"/>
                    <a:gd name="T92" fmla="*/ 9 w 32"/>
                    <a:gd name="T93" fmla="*/ 4 h 36"/>
                    <a:gd name="T94" fmla="*/ 12 w 32"/>
                    <a:gd name="T95" fmla="*/ 2 h 36"/>
                    <a:gd name="T96" fmla="*/ 13 w 32"/>
                    <a:gd name="T97" fmla="*/ 1 h 36"/>
                    <a:gd name="T98" fmla="*/ 16 w 32"/>
                    <a:gd name="T99" fmla="*/ 0 h 36"/>
                    <a:gd name="T100" fmla="*/ 17 w 32"/>
                    <a:gd name="T101" fmla="*/ 0 h 36"/>
                    <a:gd name="T102" fmla="*/ 18 w 32"/>
                    <a:gd name="T103" fmla="*/ 0 h 36"/>
                    <a:gd name="T104" fmla="*/ 19 w 32"/>
                    <a:gd name="T105" fmla="*/ 0 h 36"/>
                    <a:gd name="T106" fmla="*/ 20 w 32"/>
                    <a:gd name="T107" fmla="*/ 0 h 36"/>
                    <a:gd name="T108" fmla="*/ 22 w 32"/>
                    <a:gd name="T109" fmla="*/ 0 h 36"/>
                    <a:gd name="T110" fmla="*/ 22 w 32"/>
                    <a:gd name="T111" fmla="*/ 1 h 36"/>
                    <a:gd name="T112" fmla="*/ 24 w 32"/>
                    <a:gd name="T113" fmla="*/ 1 h 36"/>
                    <a:gd name="T114" fmla="*/ 26 w 32"/>
                    <a:gd name="T115" fmla="*/ 1 h 36"/>
                    <a:gd name="T116" fmla="*/ 27 w 32"/>
                    <a:gd name="T117" fmla="*/ 2 h 36"/>
                    <a:gd name="T118" fmla="*/ 28 w 32"/>
                    <a:gd name="T119" fmla="*/ 3 h 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2"/>
                    <a:gd name="T181" fmla="*/ 0 h 36"/>
                    <a:gd name="T182" fmla="*/ 32 w 32"/>
                    <a:gd name="T183" fmla="*/ 36 h 3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2" h="36">
                      <a:moveTo>
                        <a:pt x="28" y="3"/>
                      </a:moveTo>
                      <a:lnTo>
                        <a:pt x="29" y="3"/>
                      </a:lnTo>
                      <a:lnTo>
                        <a:pt x="30" y="6"/>
                      </a:lnTo>
                      <a:lnTo>
                        <a:pt x="31" y="6"/>
                      </a:lnTo>
                      <a:lnTo>
                        <a:pt x="31" y="9"/>
                      </a:lnTo>
                      <a:lnTo>
                        <a:pt x="31" y="10"/>
                      </a:lnTo>
                      <a:lnTo>
                        <a:pt x="32" y="12"/>
                      </a:lnTo>
                      <a:lnTo>
                        <a:pt x="32" y="13"/>
                      </a:lnTo>
                      <a:lnTo>
                        <a:pt x="32" y="15"/>
                      </a:lnTo>
                      <a:lnTo>
                        <a:pt x="32" y="16"/>
                      </a:lnTo>
                      <a:lnTo>
                        <a:pt x="32" y="17"/>
                      </a:lnTo>
                      <a:lnTo>
                        <a:pt x="31" y="19"/>
                      </a:lnTo>
                      <a:lnTo>
                        <a:pt x="30" y="21"/>
                      </a:lnTo>
                      <a:lnTo>
                        <a:pt x="29" y="24"/>
                      </a:lnTo>
                      <a:lnTo>
                        <a:pt x="28" y="26"/>
                      </a:lnTo>
                      <a:lnTo>
                        <a:pt x="26" y="28"/>
                      </a:lnTo>
                      <a:lnTo>
                        <a:pt x="24" y="31"/>
                      </a:lnTo>
                      <a:lnTo>
                        <a:pt x="22" y="32"/>
                      </a:lnTo>
                      <a:lnTo>
                        <a:pt x="20" y="34"/>
                      </a:lnTo>
                      <a:lnTo>
                        <a:pt x="18" y="35"/>
                      </a:lnTo>
                      <a:lnTo>
                        <a:pt x="16" y="35"/>
                      </a:lnTo>
                      <a:lnTo>
                        <a:pt x="15" y="36"/>
                      </a:lnTo>
                      <a:lnTo>
                        <a:pt x="14" y="36"/>
                      </a:lnTo>
                      <a:lnTo>
                        <a:pt x="13" y="36"/>
                      </a:lnTo>
                      <a:lnTo>
                        <a:pt x="12" y="36"/>
                      </a:lnTo>
                      <a:lnTo>
                        <a:pt x="11" y="36"/>
                      </a:lnTo>
                      <a:lnTo>
                        <a:pt x="9" y="35"/>
                      </a:lnTo>
                      <a:lnTo>
                        <a:pt x="8" y="35"/>
                      </a:lnTo>
                      <a:lnTo>
                        <a:pt x="6" y="34"/>
                      </a:lnTo>
                      <a:lnTo>
                        <a:pt x="4" y="33"/>
                      </a:lnTo>
                      <a:lnTo>
                        <a:pt x="3" y="32"/>
                      </a:lnTo>
                      <a:lnTo>
                        <a:pt x="2" y="31"/>
                      </a:lnTo>
                      <a:lnTo>
                        <a:pt x="2" y="30"/>
                      </a:lnTo>
                      <a:lnTo>
                        <a:pt x="1" y="28"/>
                      </a:lnTo>
                      <a:lnTo>
                        <a:pt x="0" y="26"/>
                      </a:lnTo>
                      <a:lnTo>
                        <a:pt x="0" y="24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1" y="18"/>
                      </a:lnTo>
                      <a:lnTo>
                        <a:pt x="1" y="16"/>
                      </a:lnTo>
                      <a:lnTo>
                        <a:pt x="2" y="14"/>
                      </a:lnTo>
                      <a:lnTo>
                        <a:pt x="4" y="12"/>
                      </a:lnTo>
                      <a:lnTo>
                        <a:pt x="6" y="10"/>
                      </a:lnTo>
                      <a:lnTo>
                        <a:pt x="6" y="6"/>
                      </a:lnTo>
                      <a:lnTo>
                        <a:pt x="9" y="4"/>
                      </a:lnTo>
                      <a:lnTo>
                        <a:pt x="12" y="2"/>
                      </a:lnTo>
                      <a:lnTo>
                        <a:pt x="13" y="1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0" y="0"/>
                      </a:lnTo>
                      <a:lnTo>
                        <a:pt x="22" y="0"/>
                      </a:lnTo>
                      <a:lnTo>
                        <a:pt x="22" y="1"/>
                      </a:lnTo>
                      <a:lnTo>
                        <a:pt x="24" y="1"/>
                      </a:lnTo>
                      <a:lnTo>
                        <a:pt x="26" y="1"/>
                      </a:lnTo>
                      <a:lnTo>
                        <a:pt x="27" y="2"/>
                      </a:lnTo>
                      <a:lnTo>
                        <a:pt x="28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47" name="Group 1141"/>
                <p:cNvGrpSpPr>
                  <a:grpSpLocks/>
                </p:cNvGrpSpPr>
                <p:nvPr/>
              </p:nvGrpSpPr>
              <p:grpSpPr bwMode="auto">
                <a:xfrm>
                  <a:off x="2547" y="2599"/>
                  <a:ext cx="32" cy="36"/>
                  <a:chOff x="2547" y="2599"/>
                  <a:chExt cx="32" cy="36"/>
                </a:xfrm>
              </p:grpSpPr>
              <p:sp>
                <p:nvSpPr>
                  <p:cNvPr id="34876" name="Freeform 1142"/>
                  <p:cNvSpPr>
                    <a:spLocks/>
                  </p:cNvSpPr>
                  <p:nvPr/>
                </p:nvSpPr>
                <p:spPr bwMode="auto">
                  <a:xfrm>
                    <a:off x="2547" y="2599"/>
                    <a:ext cx="32" cy="36"/>
                  </a:xfrm>
                  <a:custGeom>
                    <a:avLst/>
                    <a:gdLst>
                      <a:gd name="T0" fmla="*/ 28 w 32"/>
                      <a:gd name="T1" fmla="*/ 3 h 36"/>
                      <a:gd name="T2" fmla="*/ 29 w 32"/>
                      <a:gd name="T3" fmla="*/ 3 h 36"/>
                      <a:gd name="T4" fmla="*/ 30 w 32"/>
                      <a:gd name="T5" fmla="*/ 6 h 36"/>
                      <a:gd name="T6" fmla="*/ 31 w 32"/>
                      <a:gd name="T7" fmla="*/ 6 h 36"/>
                      <a:gd name="T8" fmla="*/ 31 w 32"/>
                      <a:gd name="T9" fmla="*/ 9 h 36"/>
                      <a:gd name="T10" fmla="*/ 31 w 32"/>
                      <a:gd name="T11" fmla="*/ 10 h 36"/>
                      <a:gd name="T12" fmla="*/ 32 w 32"/>
                      <a:gd name="T13" fmla="*/ 12 h 36"/>
                      <a:gd name="T14" fmla="*/ 32 w 32"/>
                      <a:gd name="T15" fmla="*/ 13 h 36"/>
                      <a:gd name="T16" fmla="*/ 32 w 32"/>
                      <a:gd name="T17" fmla="*/ 15 h 36"/>
                      <a:gd name="T18" fmla="*/ 32 w 32"/>
                      <a:gd name="T19" fmla="*/ 16 h 36"/>
                      <a:gd name="T20" fmla="*/ 32 w 32"/>
                      <a:gd name="T21" fmla="*/ 17 h 36"/>
                      <a:gd name="T22" fmla="*/ 31 w 32"/>
                      <a:gd name="T23" fmla="*/ 19 h 36"/>
                      <a:gd name="T24" fmla="*/ 30 w 32"/>
                      <a:gd name="T25" fmla="*/ 21 h 36"/>
                      <a:gd name="T26" fmla="*/ 29 w 32"/>
                      <a:gd name="T27" fmla="*/ 24 h 36"/>
                      <a:gd name="T28" fmla="*/ 28 w 32"/>
                      <a:gd name="T29" fmla="*/ 26 h 36"/>
                      <a:gd name="T30" fmla="*/ 26 w 32"/>
                      <a:gd name="T31" fmla="*/ 28 h 36"/>
                      <a:gd name="T32" fmla="*/ 24 w 32"/>
                      <a:gd name="T33" fmla="*/ 31 h 36"/>
                      <a:gd name="T34" fmla="*/ 22 w 32"/>
                      <a:gd name="T35" fmla="*/ 32 h 36"/>
                      <a:gd name="T36" fmla="*/ 20 w 32"/>
                      <a:gd name="T37" fmla="*/ 34 h 36"/>
                      <a:gd name="T38" fmla="*/ 18 w 32"/>
                      <a:gd name="T39" fmla="*/ 35 h 36"/>
                      <a:gd name="T40" fmla="*/ 16 w 32"/>
                      <a:gd name="T41" fmla="*/ 35 h 36"/>
                      <a:gd name="T42" fmla="*/ 15 w 32"/>
                      <a:gd name="T43" fmla="*/ 36 h 36"/>
                      <a:gd name="T44" fmla="*/ 14 w 32"/>
                      <a:gd name="T45" fmla="*/ 36 h 36"/>
                      <a:gd name="T46" fmla="*/ 13 w 32"/>
                      <a:gd name="T47" fmla="*/ 36 h 36"/>
                      <a:gd name="T48" fmla="*/ 12 w 32"/>
                      <a:gd name="T49" fmla="*/ 36 h 36"/>
                      <a:gd name="T50" fmla="*/ 11 w 32"/>
                      <a:gd name="T51" fmla="*/ 36 h 36"/>
                      <a:gd name="T52" fmla="*/ 9 w 32"/>
                      <a:gd name="T53" fmla="*/ 35 h 36"/>
                      <a:gd name="T54" fmla="*/ 8 w 32"/>
                      <a:gd name="T55" fmla="*/ 35 h 36"/>
                      <a:gd name="T56" fmla="*/ 6 w 32"/>
                      <a:gd name="T57" fmla="*/ 34 h 36"/>
                      <a:gd name="T58" fmla="*/ 6 w 32"/>
                      <a:gd name="T59" fmla="*/ 34 h 36"/>
                      <a:gd name="T60" fmla="*/ 4 w 32"/>
                      <a:gd name="T61" fmla="*/ 33 h 36"/>
                      <a:gd name="T62" fmla="*/ 3 w 32"/>
                      <a:gd name="T63" fmla="*/ 32 h 36"/>
                      <a:gd name="T64" fmla="*/ 2 w 32"/>
                      <a:gd name="T65" fmla="*/ 31 h 36"/>
                      <a:gd name="T66" fmla="*/ 2 w 32"/>
                      <a:gd name="T67" fmla="*/ 30 h 36"/>
                      <a:gd name="T68" fmla="*/ 1 w 32"/>
                      <a:gd name="T69" fmla="*/ 28 h 36"/>
                      <a:gd name="T70" fmla="*/ 1 w 32"/>
                      <a:gd name="T71" fmla="*/ 28 h 36"/>
                      <a:gd name="T72" fmla="*/ 0 w 32"/>
                      <a:gd name="T73" fmla="*/ 26 h 36"/>
                      <a:gd name="T74" fmla="*/ 0 w 32"/>
                      <a:gd name="T75" fmla="*/ 24 h 36"/>
                      <a:gd name="T76" fmla="*/ 0 w 32"/>
                      <a:gd name="T77" fmla="*/ 23 h 36"/>
                      <a:gd name="T78" fmla="*/ 0 w 32"/>
                      <a:gd name="T79" fmla="*/ 21 h 36"/>
                      <a:gd name="T80" fmla="*/ 1 w 32"/>
                      <a:gd name="T81" fmla="*/ 18 h 36"/>
                      <a:gd name="T82" fmla="*/ 1 w 32"/>
                      <a:gd name="T83" fmla="*/ 16 h 36"/>
                      <a:gd name="T84" fmla="*/ 2 w 32"/>
                      <a:gd name="T85" fmla="*/ 14 h 36"/>
                      <a:gd name="T86" fmla="*/ 4 w 32"/>
                      <a:gd name="T87" fmla="*/ 12 h 36"/>
                      <a:gd name="T88" fmla="*/ 6 w 32"/>
                      <a:gd name="T89" fmla="*/ 10 h 36"/>
                      <a:gd name="T90" fmla="*/ 6 w 32"/>
                      <a:gd name="T91" fmla="*/ 6 h 36"/>
                      <a:gd name="T92" fmla="*/ 9 w 32"/>
                      <a:gd name="T93" fmla="*/ 4 h 36"/>
                      <a:gd name="T94" fmla="*/ 12 w 32"/>
                      <a:gd name="T95" fmla="*/ 2 h 36"/>
                      <a:gd name="T96" fmla="*/ 13 w 32"/>
                      <a:gd name="T97" fmla="*/ 1 h 36"/>
                      <a:gd name="T98" fmla="*/ 16 w 32"/>
                      <a:gd name="T99" fmla="*/ 0 h 36"/>
                      <a:gd name="T100" fmla="*/ 17 w 32"/>
                      <a:gd name="T101" fmla="*/ 0 h 36"/>
                      <a:gd name="T102" fmla="*/ 18 w 32"/>
                      <a:gd name="T103" fmla="*/ 0 h 36"/>
                      <a:gd name="T104" fmla="*/ 19 w 32"/>
                      <a:gd name="T105" fmla="*/ 0 h 36"/>
                      <a:gd name="T106" fmla="*/ 20 w 32"/>
                      <a:gd name="T107" fmla="*/ 0 h 36"/>
                      <a:gd name="T108" fmla="*/ 22 w 32"/>
                      <a:gd name="T109" fmla="*/ 0 h 36"/>
                      <a:gd name="T110" fmla="*/ 22 w 32"/>
                      <a:gd name="T111" fmla="*/ 1 h 36"/>
                      <a:gd name="T112" fmla="*/ 24 w 32"/>
                      <a:gd name="T113" fmla="*/ 1 h 36"/>
                      <a:gd name="T114" fmla="*/ 26 w 32"/>
                      <a:gd name="T115" fmla="*/ 1 h 36"/>
                      <a:gd name="T116" fmla="*/ 27 w 32"/>
                      <a:gd name="T117" fmla="*/ 2 h 36"/>
                      <a:gd name="T118" fmla="*/ 28 w 32"/>
                      <a:gd name="T119" fmla="*/ 3 h 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32"/>
                      <a:gd name="T181" fmla="*/ 0 h 36"/>
                      <a:gd name="T182" fmla="*/ 32 w 32"/>
                      <a:gd name="T183" fmla="*/ 36 h 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32" h="36">
                        <a:moveTo>
                          <a:pt x="28" y="3"/>
                        </a:moveTo>
                        <a:lnTo>
                          <a:pt x="29" y="3"/>
                        </a:lnTo>
                        <a:lnTo>
                          <a:pt x="30" y="6"/>
                        </a:lnTo>
                        <a:lnTo>
                          <a:pt x="31" y="6"/>
                        </a:lnTo>
                        <a:lnTo>
                          <a:pt x="31" y="9"/>
                        </a:lnTo>
                        <a:lnTo>
                          <a:pt x="31" y="10"/>
                        </a:lnTo>
                        <a:lnTo>
                          <a:pt x="32" y="12"/>
                        </a:lnTo>
                        <a:lnTo>
                          <a:pt x="32" y="13"/>
                        </a:lnTo>
                        <a:lnTo>
                          <a:pt x="32" y="15"/>
                        </a:lnTo>
                        <a:lnTo>
                          <a:pt x="32" y="16"/>
                        </a:lnTo>
                        <a:lnTo>
                          <a:pt x="32" y="17"/>
                        </a:lnTo>
                        <a:lnTo>
                          <a:pt x="31" y="19"/>
                        </a:lnTo>
                        <a:lnTo>
                          <a:pt x="30" y="21"/>
                        </a:lnTo>
                        <a:lnTo>
                          <a:pt x="29" y="24"/>
                        </a:lnTo>
                        <a:lnTo>
                          <a:pt x="28" y="26"/>
                        </a:lnTo>
                        <a:lnTo>
                          <a:pt x="26" y="28"/>
                        </a:lnTo>
                        <a:lnTo>
                          <a:pt x="24" y="31"/>
                        </a:lnTo>
                        <a:lnTo>
                          <a:pt x="22" y="32"/>
                        </a:lnTo>
                        <a:lnTo>
                          <a:pt x="20" y="34"/>
                        </a:lnTo>
                        <a:lnTo>
                          <a:pt x="18" y="35"/>
                        </a:lnTo>
                        <a:lnTo>
                          <a:pt x="16" y="35"/>
                        </a:lnTo>
                        <a:lnTo>
                          <a:pt x="15" y="36"/>
                        </a:lnTo>
                        <a:lnTo>
                          <a:pt x="14" y="36"/>
                        </a:lnTo>
                        <a:lnTo>
                          <a:pt x="13" y="36"/>
                        </a:lnTo>
                        <a:lnTo>
                          <a:pt x="12" y="36"/>
                        </a:lnTo>
                        <a:lnTo>
                          <a:pt x="11" y="36"/>
                        </a:lnTo>
                        <a:lnTo>
                          <a:pt x="9" y="35"/>
                        </a:lnTo>
                        <a:lnTo>
                          <a:pt x="8" y="35"/>
                        </a:lnTo>
                        <a:lnTo>
                          <a:pt x="6" y="34"/>
                        </a:lnTo>
                        <a:lnTo>
                          <a:pt x="4" y="33"/>
                        </a:lnTo>
                        <a:lnTo>
                          <a:pt x="3" y="32"/>
                        </a:lnTo>
                        <a:lnTo>
                          <a:pt x="2" y="31"/>
                        </a:lnTo>
                        <a:lnTo>
                          <a:pt x="2" y="30"/>
                        </a:lnTo>
                        <a:lnTo>
                          <a:pt x="1" y="28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1" y="18"/>
                        </a:lnTo>
                        <a:lnTo>
                          <a:pt x="1" y="16"/>
                        </a:lnTo>
                        <a:lnTo>
                          <a:pt x="2" y="14"/>
                        </a:lnTo>
                        <a:lnTo>
                          <a:pt x="4" y="12"/>
                        </a:lnTo>
                        <a:lnTo>
                          <a:pt x="6" y="10"/>
                        </a:lnTo>
                        <a:lnTo>
                          <a:pt x="6" y="6"/>
                        </a:lnTo>
                        <a:lnTo>
                          <a:pt x="9" y="4"/>
                        </a:lnTo>
                        <a:lnTo>
                          <a:pt x="12" y="2"/>
                        </a:lnTo>
                        <a:lnTo>
                          <a:pt x="13" y="1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8" y="0"/>
                        </a:lnTo>
                        <a:lnTo>
                          <a:pt x="19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2" y="1"/>
                        </a:lnTo>
                        <a:lnTo>
                          <a:pt x="24" y="1"/>
                        </a:lnTo>
                        <a:lnTo>
                          <a:pt x="26" y="1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77" name="Freeform 1143"/>
                  <p:cNvSpPr>
                    <a:spLocks/>
                  </p:cNvSpPr>
                  <p:nvPr/>
                </p:nvSpPr>
                <p:spPr bwMode="auto">
                  <a:xfrm>
                    <a:off x="2547" y="2599"/>
                    <a:ext cx="32" cy="36"/>
                  </a:xfrm>
                  <a:custGeom>
                    <a:avLst/>
                    <a:gdLst>
                      <a:gd name="T0" fmla="*/ 28 w 32"/>
                      <a:gd name="T1" fmla="*/ 3 h 36"/>
                      <a:gd name="T2" fmla="*/ 29 w 32"/>
                      <a:gd name="T3" fmla="*/ 3 h 36"/>
                      <a:gd name="T4" fmla="*/ 30 w 32"/>
                      <a:gd name="T5" fmla="*/ 6 h 36"/>
                      <a:gd name="T6" fmla="*/ 31 w 32"/>
                      <a:gd name="T7" fmla="*/ 6 h 36"/>
                      <a:gd name="T8" fmla="*/ 31 w 32"/>
                      <a:gd name="T9" fmla="*/ 9 h 36"/>
                      <a:gd name="T10" fmla="*/ 31 w 32"/>
                      <a:gd name="T11" fmla="*/ 10 h 36"/>
                      <a:gd name="T12" fmla="*/ 32 w 32"/>
                      <a:gd name="T13" fmla="*/ 12 h 36"/>
                      <a:gd name="T14" fmla="*/ 32 w 32"/>
                      <a:gd name="T15" fmla="*/ 13 h 36"/>
                      <a:gd name="T16" fmla="*/ 32 w 32"/>
                      <a:gd name="T17" fmla="*/ 15 h 36"/>
                      <a:gd name="T18" fmla="*/ 32 w 32"/>
                      <a:gd name="T19" fmla="*/ 16 h 36"/>
                      <a:gd name="T20" fmla="*/ 32 w 32"/>
                      <a:gd name="T21" fmla="*/ 17 h 36"/>
                      <a:gd name="T22" fmla="*/ 31 w 32"/>
                      <a:gd name="T23" fmla="*/ 19 h 36"/>
                      <a:gd name="T24" fmla="*/ 30 w 32"/>
                      <a:gd name="T25" fmla="*/ 21 h 36"/>
                      <a:gd name="T26" fmla="*/ 29 w 32"/>
                      <a:gd name="T27" fmla="*/ 24 h 36"/>
                      <a:gd name="T28" fmla="*/ 28 w 32"/>
                      <a:gd name="T29" fmla="*/ 26 h 36"/>
                      <a:gd name="T30" fmla="*/ 26 w 32"/>
                      <a:gd name="T31" fmla="*/ 28 h 36"/>
                      <a:gd name="T32" fmla="*/ 24 w 32"/>
                      <a:gd name="T33" fmla="*/ 31 h 36"/>
                      <a:gd name="T34" fmla="*/ 22 w 32"/>
                      <a:gd name="T35" fmla="*/ 32 h 36"/>
                      <a:gd name="T36" fmla="*/ 20 w 32"/>
                      <a:gd name="T37" fmla="*/ 34 h 36"/>
                      <a:gd name="T38" fmla="*/ 18 w 32"/>
                      <a:gd name="T39" fmla="*/ 35 h 36"/>
                      <a:gd name="T40" fmla="*/ 16 w 32"/>
                      <a:gd name="T41" fmla="*/ 35 h 36"/>
                      <a:gd name="T42" fmla="*/ 15 w 32"/>
                      <a:gd name="T43" fmla="*/ 36 h 36"/>
                      <a:gd name="T44" fmla="*/ 14 w 32"/>
                      <a:gd name="T45" fmla="*/ 36 h 36"/>
                      <a:gd name="T46" fmla="*/ 13 w 32"/>
                      <a:gd name="T47" fmla="*/ 36 h 36"/>
                      <a:gd name="T48" fmla="*/ 12 w 32"/>
                      <a:gd name="T49" fmla="*/ 36 h 36"/>
                      <a:gd name="T50" fmla="*/ 11 w 32"/>
                      <a:gd name="T51" fmla="*/ 36 h 36"/>
                      <a:gd name="T52" fmla="*/ 9 w 32"/>
                      <a:gd name="T53" fmla="*/ 35 h 36"/>
                      <a:gd name="T54" fmla="*/ 8 w 32"/>
                      <a:gd name="T55" fmla="*/ 35 h 36"/>
                      <a:gd name="T56" fmla="*/ 6 w 32"/>
                      <a:gd name="T57" fmla="*/ 34 h 36"/>
                      <a:gd name="T58" fmla="*/ 6 w 32"/>
                      <a:gd name="T59" fmla="*/ 34 h 36"/>
                      <a:gd name="T60" fmla="*/ 4 w 32"/>
                      <a:gd name="T61" fmla="*/ 33 h 36"/>
                      <a:gd name="T62" fmla="*/ 3 w 32"/>
                      <a:gd name="T63" fmla="*/ 32 h 36"/>
                      <a:gd name="T64" fmla="*/ 2 w 32"/>
                      <a:gd name="T65" fmla="*/ 31 h 36"/>
                      <a:gd name="T66" fmla="*/ 2 w 32"/>
                      <a:gd name="T67" fmla="*/ 30 h 36"/>
                      <a:gd name="T68" fmla="*/ 1 w 32"/>
                      <a:gd name="T69" fmla="*/ 28 h 36"/>
                      <a:gd name="T70" fmla="*/ 1 w 32"/>
                      <a:gd name="T71" fmla="*/ 28 h 36"/>
                      <a:gd name="T72" fmla="*/ 0 w 32"/>
                      <a:gd name="T73" fmla="*/ 26 h 36"/>
                      <a:gd name="T74" fmla="*/ 0 w 32"/>
                      <a:gd name="T75" fmla="*/ 24 h 36"/>
                      <a:gd name="T76" fmla="*/ 0 w 32"/>
                      <a:gd name="T77" fmla="*/ 23 h 36"/>
                      <a:gd name="T78" fmla="*/ 0 w 32"/>
                      <a:gd name="T79" fmla="*/ 21 h 36"/>
                      <a:gd name="T80" fmla="*/ 1 w 32"/>
                      <a:gd name="T81" fmla="*/ 18 h 36"/>
                      <a:gd name="T82" fmla="*/ 1 w 32"/>
                      <a:gd name="T83" fmla="*/ 16 h 36"/>
                      <a:gd name="T84" fmla="*/ 2 w 32"/>
                      <a:gd name="T85" fmla="*/ 14 h 36"/>
                      <a:gd name="T86" fmla="*/ 4 w 32"/>
                      <a:gd name="T87" fmla="*/ 12 h 36"/>
                      <a:gd name="T88" fmla="*/ 6 w 32"/>
                      <a:gd name="T89" fmla="*/ 10 h 36"/>
                      <a:gd name="T90" fmla="*/ 6 w 32"/>
                      <a:gd name="T91" fmla="*/ 6 h 36"/>
                      <a:gd name="T92" fmla="*/ 9 w 32"/>
                      <a:gd name="T93" fmla="*/ 4 h 36"/>
                      <a:gd name="T94" fmla="*/ 12 w 32"/>
                      <a:gd name="T95" fmla="*/ 2 h 36"/>
                      <a:gd name="T96" fmla="*/ 13 w 32"/>
                      <a:gd name="T97" fmla="*/ 1 h 36"/>
                      <a:gd name="T98" fmla="*/ 16 w 32"/>
                      <a:gd name="T99" fmla="*/ 0 h 36"/>
                      <a:gd name="T100" fmla="*/ 17 w 32"/>
                      <a:gd name="T101" fmla="*/ 0 h 36"/>
                      <a:gd name="T102" fmla="*/ 18 w 32"/>
                      <a:gd name="T103" fmla="*/ 0 h 36"/>
                      <a:gd name="T104" fmla="*/ 19 w 32"/>
                      <a:gd name="T105" fmla="*/ 0 h 36"/>
                      <a:gd name="T106" fmla="*/ 20 w 32"/>
                      <a:gd name="T107" fmla="*/ 0 h 36"/>
                      <a:gd name="T108" fmla="*/ 22 w 32"/>
                      <a:gd name="T109" fmla="*/ 0 h 36"/>
                      <a:gd name="T110" fmla="*/ 22 w 32"/>
                      <a:gd name="T111" fmla="*/ 1 h 36"/>
                      <a:gd name="T112" fmla="*/ 24 w 32"/>
                      <a:gd name="T113" fmla="*/ 1 h 36"/>
                      <a:gd name="T114" fmla="*/ 26 w 32"/>
                      <a:gd name="T115" fmla="*/ 1 h 36"/>
                      <a:gd name="T116" fmla="*/ 27 w 32"/>
                      <a:gd name="T117" fmla="*/ 2 h 36"/>
                      <a:gd name="T118" fmla="*/ 28 w 32"/>
                      <a:gd name="T119" fmla="*/ 3 h 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32"/>
                      <a:gd name="T181" fmla="*/ 0 h 36"/>
                      <a:gd name="T182" fmla="*/ 32 w 32"/>
                      <a:gd name="T183" fmla="*/ 36 h 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32" h="36">
                        <a:moveTo>
                          <a:pt x="28" y="3"/>
                        </a:moveTo>
                        <a:lnTo>
                          <a:pt x="29" y="3"/>
                        </a:lnTo>
                        <a:lnTo>
                          <a:pt x="30" y="6"/>
                        </a:lnTo>
                        <a:lnTo>
                          <a:pt x="31" y="6"/>
                        </a:lnTo>
                        <a:lnTo>
                          <a:pt x="31" y="9"/>
                        </a:lnTo>
                        <a:lnTo>
                          <a:pt x="31" y="10"/>
                        </a:lnTo>
                        <a:lnTo>
                          <a:pt x="32" y="12"/>
                        </a:lnTo>
                        <a:lnTo>
                          <a:pt x="32" y="13"/>
                        </a:lnTo>
                        <a:lnTo>
                          <a:pt x="32" y="15"/>
                        </a:lnTo>
                        <a:lnTo>
                          <a:pt x="32" y="16"/>
                        </a:lnTo>
                        <a:lnTo>
                          <a:pt x="32" y="17"/>
                        </a:lnTo>
                        <a:lnTo>
                          <a:pt x="31" y="19"/>
                        </a:lnTo>
                        <a:lnTo>
                          <a:pt x="30" y="21"/>
                        </a:lnTo>
                        <a:lnTo>
                          <a:pt x="29" y="24"/>
                        </a:lnTo>
                        <a:lnTo>
                          <a:pt x="28" y="26"/>
                        </a:lnTo>
                        <a:lnTo>
                          <a:pt x="26" y="28"/>
                        </a:lnTo>
                        <a:lnTo>
                          <a:pt x="24" y="31"/>
                        </a:lnTo>
                        <a:lnTo>
                          <a:pt x="22" y="32"/>
                        </a:lnTo>
                        <a:lnTo>
                          <a:pt x="20" y="34"/>
                        </a:lnTo>
                        <a:lnTo>
                          <a:pt x="18" y="35"/>
                        </a:lnTo>
                        <a:lnTo>
                          <a:pt x="16" y="35"/>
                        </a:lnTo>
                        <a:lnTo>
                          <a:pt x="15" y="36"/>
                        </a:lnTo>
                        <a:lnTo>
                          <a:pt x="14" y="36"/>
                        </a:lnTo>
                        <a:lnTo>
                          <a:pt x="13" y="36"/>
                        </a:lnTo>
                        <a:lnTo>
                          <a:pt x="12" y="36"/>
                        </a:lnTo>
                        <a:lnTo>
                          <a:pt x="11" y="36"/>
                        </a:lnTo>
                        <a:lnTo>
                          <a:pt x="9" y="35"/>
                        </a:lnTo>
                        <a:lnTo>
                          <a:pt x="8" y="35"/>
                        </a:lnTo>
                        <a:lnTo>
                          <a:pt x="6" y="34"/>
                        </a:lnTo>
                        <a:lnTo>
                          <a:pt x="4" y="33"/>
                        </a:lnTo>
                        <a:lnTo>
                          <a:pt x="3" y="32"/>
                        </a:lnTo>
                        <a:lnTo>
                          <a:pt x="2" y="31"/>
                        </a:lnTo>
                        <a:lnTo>
                          <a:pt x="2" y="30"/>
                        </a:lnTo>
                        <a:lnTo>
                          <a:pt x="1" y="28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1" y="18"/>
                        </a:lnTo>
                        <a:lnTo>
                          <a:pt x="1" y="16"/>
                        </a:lnTo>
                        <a:lnTo>
                          <a:pt x="2" y="14"/>
                        </a:lnTo>
                        <a:lnTo>
                          <a:pt x="4" y="12"/>
                        </a:lnTo>
                        <a:lnTo>
                          <a:pt x="6" y="10"/>
                        </a:lnTo>
                        <a:lnTo>
                          <a:pt x="6" y="6"/>
                        </a:lnTo>
                        <a:lnTo>
                          <a:pt x="9" y="4"/>
                        </a:lnTo>
                        <a:lnTo>
                          <a:pt x="12" y="2"/>
                        </a:lnTo>
                        <a:lnTo>
                          <a:pt x="13" y="1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8" y="0"/>
                        </a:lnTo>
                        <a:lnTo>
                          <a:pt x="19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2" y="1"/>
                        </a:lnTo>
                        <a:lnTo>
                          <a:pt x="24" y="1"/>
                        </a:lnTo>
                        <a:lnTo>
                          <a:pt x="26" y="1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48" name="Freeform 1144"/>
                <p:cNvSpPr>
                  <a:spLocks/>
                </p:cNvSpPr>
                <p:nvPr/>
              </p:nvSpPr>
              <p:spPr bwMode="auto">
                <a:xfrm>
                  <a:off x="2560" y="2603"/>
                  <a:ext cx="15" cy="14"/>
                </a:xfrm>
                <a:custGeom>
                  <a:avLst/>
                  <a:gdLst>
                    <a:gd name="T0" fmla="*/ 15 w 15"/>
                    <a:gd name="T1" fmla="*/ 14 h 14"/>
                    <a:gd name="T2" fmla="*/ 15 w 15"/>
                    <a:gd name="T3" fmla="*/ 14 h 14"/>
                    <a:gd name="T4" fmla="*/ 13 w 15"/>
                    <a:gd name="T5" fmla="*/ 13 h 14"/>
                    <a:gd name="T6" fmla="*/ 11 w 15"/>
                    <a:gd name="T7" fmla="*/ 12 h 14"/>
                    <a:gd name="T8" fmla="*/ 10 w 15"/>
                    <a:gd name="T9" fmla="*/ 11 h 14"/>
                    <a:gd name="T10" fmla="*/ 8 w 15"/>
                    <a:gd name="T11" fmla="*/ 10 h 14"/>
                    <a:gd name="T12" fmla="*/ 6 w 15"/>
                    <a:gd name="T13" fmla="*/ 7 h 14"/>
                    <a:gd name="T14" fmla="*/ 6 w 15"/>
                    <a:gd name="T15" fmla="*/ 6 h 14"/>
                    <a:gd name="T16" fmla="*/ 3 w 15"/>
                    <a:gd name="T17" fmla="*/ 5 h 14"/>
                    <a:gd name="T18" fmla="*/ 2 w 15"/>
                    <a:gd name="T19" fmla="*/ 4 h 14"/>
                    <a:gd name="T20" fmla="*/ 1 w 15"/>
                    <a:gd name="T21" fmla="*/ 1 h 14"/>
                    <a:gd name="T22" fmla="*/ 0 w 15"/>
                    <a:gd name="T23" fmla="*/ 0 h 14"/>
                    <a:gd name="T24" fmla="*/ 1 w 15"/>
                    <a:gd name="T25" fmla="*/ 1 h 14"/>
                    <a:gd name="T26" fmla="*/ 3 w 15"/>
                    <a:gd name="T27" fmla="*/ 2 h 14"/>
                    <a:gd name="T28" fmla="*/ 4 w 15"/>
                    <a:gd name="T29" fmla="*/ 4 h 14"/>
                    <a:gd name="T30" fmla="*/ 6 w 15"/>
                    <a:gd name="T31" fmla="*/ 5 h 14"/>
                    <a:gd name="T32" fmla="*/ 8 w 15"/>
                    <a:gd name="T33" fmla="*/ 7 h 14"/>
                    <a:gd name="T34" fmla="*/ 9 w 15"/>
                    <a:gd name="T35" fmla="*/ 9 h 14"/>
                    <a:gd name="T36" fmla="*/ 10 w 15"/>
                    <a:gd name="T37" fmla="*/ 10 h 14"/>
                    <a:gd name="T38" fmla="*/ 11 w 15"/>
                    <a:gd name="T39" fmla="*/ 11 h 14"/>
                    <a:gd name="T40" fmla="*/ 14 w 15"/>
                    <a:gd name="T41" fmla="*/ 13 h 14"/>
                    <a:gd name="T42" fmla="*/ 15 w 15"/>
                    <a:gd name="T43" fmla="*/ 14 h 1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5"/>
                    <a:gd name="T67" fmla="*/ 0 h 14"/>
                    <a:gd name="T68" fmla="*/ 15 w 15"/>
                    <a:gd name="T69" fmla="*/ 14 h 1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5" h="14">
                      <a:moveTo>
                        <a:pt x="15" y="14"/>
                      </a:moveTo>
                      <a:lnTo>
                        <a:pt x="15" y="14"/>
                      </a:lnTo>
                      <a:lnTo>
                        <a:pt x="13" y="13"/>
                      </a:lnTo>
                      <a:lnTo>
                        <a:pt x="11" y="12"/>
                      </a:lnTo>
                      <a:lnTo>
                        <a:pt x="10" y="11"/>
                      </a:lnTo>
                      <a:lnTo>
                        <a:pt x="8" y="10"/>
                      </a:lnTo>
                      <a:lnTo>
                        <a:pt x="6" y="7"/>
                      </a:lnTo>
                      <a:lnTo>
                        <a:pt x="6" y="6"/>
                      </a:lnTo>
                      <a:lnTo>
                        <a:pt x="3" y="5"/>
                      </a:lnTo>
                      <a:lnTo>
                        <a:pt x="2" y="4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3" y="2"/>
                      </a:lnTo>
                      <a:lnTo>
                        <a:pt x="4" y="4"/>
                      </a:lnTo>
                      <a:lnTo>
                        <a:pt x="6" y="5"/>
                      </a:lnTo>
                      <a:lnTo>
                        <a:pt x="8" y="7"/>
                      </a:lnTo>
                      <a:lnTo>
                        <a:pt x="9" y="9"/>
                      </a:lnTo>
                      <a:lnTo>
                        <a:pt x="10" y="10"/>
                      </a:lnTo>
                      <a:lnTo>
                        <a:pt x="11" y="11"/>
                      </a:lnTo>
                      <a:lnTo>
                        <a:pt x="14" y="13"/>
                      </a:lnTo>
                      <a:lnTo>
                        <a:pt x="15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49" name="Group 1145"/>
                <p:cNvGrpSpPr>
                  <a:grpSpLocks/>
                </p:cNvGrpSpPr>
                <p:nvPr/>
              </p:nvGrpSpPr>
              <p:grpSpPr bwMode="auto">
                <a:xfrm>
                  <a:off x="2560" y="2603"/>
                  <a:ext cx="15" cy="14"/>
                  <a:chOff x="2560" y="2603"/>
                  <a:chExt cx="15" cy="14"/>
                </a:xfrm>
              </p:grpSpPr>
              <p:sp>
                <p:nvSpPr>
                  <p:cNvPr id="34874" name="Freeform 1146"/>
                  <p:cNvSpPr>
                    <a:spLocks/>
                  </p:cNvSpPr>
                  <p:nvPr/>
                </p:nvSpPr>
                <p:spPr bwMode="auto">
                  <a:xfrm>
                    <a:off x="2560" y="2603"/>
                    <a:ext cx="15" cy="14"/>
                  </a:xfrm>
                  <a:custGeom>
                    <a:avLst/>
                    <a:gdLst>
                      <a:gd name="T0" fmla="*/ 15 w 15"/>
                      <a:gd name="T1" fmla="*/ 14 h 14"/>
                      <a:gd name="T2" fmla="*/ 15 w 15"/>
                      <a:gd name="T3" fmla="*/ 14 h 14"/>
                      <a:gd name="T4" fmla="*/ 13 w 15"/>
                      <a:gd name="T5" fmla="*/ 13 h 14"/>
                      <a:gd name="T6" fmla="*/ 11 w 15"/>
                      <a:gd name="T7" fmla="*/ 12 h 14"/>
                      <a:gd name="T8" fmla="*/ 10 w 15"/>
                      <a:gd name="T9" fmla="*/ 11 h 14"/>
                      <a:gd name="T10" fmla="*/ 8 w 15"/>
                      <a:gd name="T11" fmla="*/ 10 h 14"/>
                      <a:gd name="T12" fmla="*/ 6 w 15"/>
                      <a:gd name="T13" fmla="*/ 7 h 14"/>
                      <a:gd name="T14" fmla="*/ 6 w 15"/>
                      <a:gd name="T15" fmla="*/ 6 h 14"/>
                      <a:gd name="T16" fmla="*/ 3 w 15"/>
                      <a:gd name="T17" fmla="*/ 5 h 14"/>
                      <a:gd name="T18" fmla="*/ 2 w 15"/>
                      <a:gd name="T19" fmla="*/ 4 h 14"/>
                      <a:gd name="T20" fmla="*/ 1 w 15"/>
                      <a:gd name="T21" fmla="*/ 1 h 14"/>
                      <a:gd name="T22" fmla="*/ 0 w 15"/>
                      <a:gd name="T23" fmla="*/ 0 h 14"/>
                      <a:gd name="T24" fmla="*/ 1 w 15"/>
                      <a:gd name="T25" fmla="*/ 1 h 14"/>
                      <a:gd name="T26" fmla="*/ 3 w 15"/>
                      <a:gd name="T27" fmla="*/ 2 h 14"/>
                      <a:gd name="T28" fmla="*/ 4 w 15"/>
                      <a:gd name="T29" fmla="*/ 4 h 14"/>
                      <a:gd name="T30" fmla="*/ 6 w 15"/>
                      <a:gd name="T31" fmla="*/ 5 h 14"/>
                      <a:gd name="T32" fmla="*/ 8 w 15"/>
                      <a:gd name="T33" fmla="*/ 7 h 14"/>
                      <a:gd name="T34" fmla="*/ 9 w 15"/>
                      <a:gd name="T35" fmla="*/ 9 h 14"/>
                      <a:gd name="T36" fmla="*/ 10 w 15"/>
                      <a:gd name="T37" fmla="*/ 10 h 14"/>
                      <a:gd name="T38" fmla="*/ 11 w 15"/>
                      <a:gd name="T39" fmla="*/ 11 h 14"/>
                      <a:gd name="T40" fmla="*/ 14 w 15"/>
                      <a:gd name="T41" fmla="*/ 13 h 14"/>
                      <a:gd name="T42" fmla="*/ 15 w 15"/>
                      <a:gd name="T43" fmla="*/ 14 h 14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5"/>
                      <a:gd name="T67" fmla="*/ 0 h 14"/>
                      <a:gd name="T68" fmla="*/ 15 w 15"/>
                      <a:gd name="T69" fmla="*/ 14 h 14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5" h="14">
                        <a:moveTo>
                          <a:pt x="15" y="14"/>
                        </a:moveTo>
                        <a:lnTo>
                          <a:pt x="15" y="14"/>
                        </a:lnTo>
                        <a:lnTo>
                          <a:pt x="13" y="13"/>
                        </a:lnTo>
                        <a:lnTo>
                          <a:pt x="11" y="12"/>
                        </a:lnTo>
                        <a:lnTo>
                          <a:pt x="10" y="11"/>
                        </a:lnTo>
                        <a:lnTo>
                          <a:pt x="8" y="10"/>
                        </a:lnTo>
                        <a:lnTo>
                          <a:pt x="6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2" y="4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8" y="7"/>
                        </a:lnTo>
                        <a:lnTo>
                          <a:pt x="9" y="9"/>
                        </a:lnTo>
                        <a:lnTo>
                          <a:pt x="10" y="10"/>
                        </a:lnTo>
                        <a:lnTo>
                          <a:pt x="11" y="11"/>
                        </a:lnTo>
                        <a:lnTo>
                          <a:pt x="14" y="13"/>
                        </a:ln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75" name="Freeform 1147"/>
                  <p:cNvSpPr>
                    <a:spLocks/>
                  </p:cNvSpPr>
                  <p:nvPr/>
                </p:nvSpPr>
                <p:spPr bwMode="auto">
                  <a:xfrm>
                    <a:off x="2560" y="2603"/>
                    <a:ext cx="15" cy="14"/>
                  </a:xfrm>
                  <a:custGeom>
                    <a:avLst/>
                    <a:gdLst>
                      <a:gd name="T0" fmla="*/ 15 w 15"/>
                      <a:gd name="T1" fmla="*/ 14 h 14"/>
                      <a:gd name="T2" fmla="*/ 15 w 15"/>
                      <a:gd name="T3" fmla="*/ 14 h 14"/>
                      <a:gd name="T4" fmla="*/ 13 w 15"/>
                      <a:gd name="T5" fmla="*/ 13 h 14"/>
                      <a:gd name="T6" fmla="*/ 11 w 15"/>
                      <a:gd name="T7" fmla="*/ 12 h 14"/>
                      <a:gd name="T8" fmla="*/ 10 w 15"/>
                      <a:gd name="T9" fmla="*/ 11 h 14"/>
                      <a:gd name="T10" fmla="*/ 8 w 15"/>
                      <a:gd name="T11" fmla="*/ 10 h 14"/>
                      <a:gd name="T12" fmla="*/ 6 w 15"/>
                      <a:gd name="T13" fmla="*/ 7 h 14"/>
                      <a:gd name="T14" fmla="*/ 6 w 15"/>
                      <a:gd name="T15" fmla="*/ 6 h 14"/>
                      <a:gd name="T16" fmla="*/ 3 w 15"/>
                      <a:gd name="T17" fmla="*/ 5 h 14"/>
                      <a:gd name="T18" fmla="*/ 2 w 15"/>
                      <a:gd name="T19" fmla="*/ 4 h 14"/>
                      <a:gd name="T20" fmla="*/ 1 w 15"/>
                      <a:gd name="T21" fmla="*/ 1 h 14"/>
                      <a:gd name="T22" fmla="*/ 0 w 15"/>
                      <a:gd name="T23" fmla="*/ 0 h 14"/>
                      <a:gd name="T24" fmla="*/ 1 w 15"/>
                      <a:gd name="T25" fmla="*/ 1 h 14"/>
                      <a:gd name="T26" fmla="*/ 3 w 15"/>
                      <a:gd name="T27" fmla="*/ 2 h 14"/>
                      <a:gd name="T28" fmla="*/ 4 w 15"/>
                      <a:gd name="T29" fmla="*/ 4 h 14"/>
                      <a:gd name="T30" fmla="*/ 6 w 15"/>
                      <a:gd name="T31" fmla="*/ 5 h 14"/>
                      <a:gd name="T32" fmla="*/ 8 w 15"/>
                      <a:gd name="T33" fmla="*/ 7 h 14"/>
                      <a:gd name="T34" fmla="*/ 9 w 15"/>
                      <a:gd name="T35" fmla="*/ 9 h 14"/>
                      <a:gd name="T36" fmla="*/ 10 w 15"/>
                      <a:gd name="T37" fmla="*/ 10 h 14"/>
                      <a:gd name="T38" fmla="*/ 11 w 15"/>
                      <a:gd name="T39" fmla="*/ 11 h 14"/>
                      <a:gd name="T40" fmla="*/ 14 w 15"/>
                      <a:gd name="T41" fmla="*/ 13 h 14"/>
                      <a:gd name="T42" fmla="*/ 15 w 15"/>
                      <a:gd name="T43" fmla="*/ 14 h 14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5"/>
                      <a:gd name="T67" fmla="*/ 0 h 14"/>
                      <a:gd name="T68" fmla="*/ 15 w 15"/>
                      <a:gd name="T69" fmla="*/ 14 h 14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5" h="14">
                        <a:moveTo>
                          <a:pt x="15" y="14"/>
                        </a:moveTo>
                        <a:lnTo>
                          <a:pt x="15" y="14"/>
                        </a:lnTo>
                        <a:lnTo>
                          <a:pt x="13" y="13"/>
                        </a:lnTo>
                        <a:lnTo>
                          <a:pt x="11" y="12"/>
                        </a:lnTo>
                        <a:lnTo>
                          <a:pt x="10" y="11"/>
                        </a:lnTo>
                        <a:lnTo>
                          <a:pt x="8" y="10"/>
                        </a:lnTo>
                        <a:lnTo>
                          <a:pt x="6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2" y="4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8" y="7"/>
                        </a:lnTo>
                        <a:lnTo>
                          <a:pt x="9" y="9"/>
                        </a:lnTo>
                        <a:lnTo>
                          <a:pt x="10" y="10"/>
                        </a:lnTo>
                        <a:lnTo>
                          <a:pt x="11" y="11"/>
                        </a:lnTo>
                        <a:lnTo>
                          <a:pt x="14" y="13"/>
                        </a:lnTo>
                        <a:lnTo>
                          <a:pt x="15" y="1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50" name="Freeform 1148"/>
                <p:cNvSpPr>
                  <a:spLocks/>
                </p:cNvSpPr>
                <p:nvPr/>
              </p:nvSpPr>
              <p:spPr bwMode="auto">
                <a:xfrm>
                  <a:off x="2569" y="2619"/>
                  <a:ext cx="30" cy="33"/>
                </a:xfrm>
                <a:custGeom>
                  <a:avLst/>
                  <a:gdLst>
                    <a:gd name="T0" fmla="*/ 29 w 30"/>
                    <a:gd name="T1" fmla="*/ 8 h 33"/>
                    <a:gd name="T2" fmla="*/ 30 w 30"/>
                    <a:gd name="T3" fmla="*/ 11 h 33"/>
                    <a:gd name="T4" fmla="*/ 30 w 30"/>
                    <a:gd name="T5" fmla="*/ 13 h 33"/>
                    <a:gd name="T6" fmla="*/ 30 w 30"/>
                    <a:gd name="T7" fmla="*/ 16 h 33"/>
                    <a:gd name="T8" fmla="*/ 29 w 30"/>
                    <a:gd name="T9" fmla="*/ 19 h 33"/>
                    <a:gd name="T10" fmla="*/ 29 w 30"/>
                    <a:gd name="T11" fmla="*/ 21 h 33"/>
                    <a:gd name="T12" fmla="*/ 28 w 30"/>
                    <a:gd name="T13" fmla="*/ 24 h 33"/>
                    <a:gd name="T14" fmla="*/ 27 w 30"/>
                    <a:gd name="T15" fmla="*/ 24 h 33"/>
                    <a:gd name="T16" fmla="*/ 25 w 30"/>
                    <a:gd name="T17" fmla="*/ 27 h 33"/>
                    <a:gd name="T18" fmla="*/ 24 w 30"/>
                    <a:gd name="T19" fmla="*/ 29 h 33"/>
                    <a:gd name="T20" fmla="*/ 23 w 30"/>
                    <a:gd name="T21" fmla="*/ 31 h 33"/>
                    <a:gd name="T22" fmla="*/ 21 w 30"/>
                    <a:gd name="T23" fmla="*/ 31 h 33"/>
                    <a:gd name="T24" fmla="*/ 20 w 30"/>
                    <a:gd name="T25" fmla="*/ 32 h 33"/>
                    <a:gd name="T26" fmla="*/ 18 w 30"/>
                    <a:gd name="T27" fmla="*/ 32 h 33"/>
                    <a:gd name="T28" fmla="*/ 17 w 30"/>
                    <a:gd name="T29" fmla="*/ 33 h 33"/>
                    <a:gd name="T30" fmla="*/ 16 w 30"/>
                    <a:gd name="T31" fmla="*/ 33 h 33"/>
                    <a:gd name="T32" fmla="*/ 14 w 30"/>
                    <a:gd name="T33" fmla="*/ 33 h 33"/>
                    <a:gd name="T34" fmla="*/ 13 w 30"/>
                    <a:gd name="T35" fmla="*/ 33 h 33"/>
                    <a:gd name="T36" fmla="*/ 12 w 30"/>
                    <a:gd name="T37" fmla="*/ 33 h 33"/>
                    <a:gd name="T38" fmla="*/ 11 w 30"/>
                    <a:gd name="T39" fmla="*/ 33 h 33"/>
                    <a:gd name="T40" fmla="*/ 10 w 30"/>
                    <a:gd name="T41" fmla="*/ 33 h 33"/>
                    <a:gd name="T42" fmla="*/ 9 w 30"/>
                    <a:gd name="T43" fmla="*/ 32 h 33"/>
                    <a:gd name="T44" fmla="*/ 7 w 30"/>
                    <a:gd name="T45" fmla="*/ 32 h 33"/>
                    <a:gd name="T46" fmla="*/ 7 w 30"/>
                    <a:gd name="T47" fmla="*/ 31 h 33"/>
                    <a:gd name="T48" fmla="*/ 5 w 30"/>
                    <a:gd name="T49" fmla="*/ 30 h 33"/>
                    <a:gd name="T50" fmla="*/ 4 w 30"/>
                    <a:gd name="T51" fmla="*/ 29 h 33"/>
                    <a:gd name="T52" fmla="*/ 2 w 30"/>
                    <a:gd name="T53" fmla="*/ 29 h 33"/>
                    <a:gd name="T54" fmla="*/ 2 w 30"/>
                    <a:gd name="T55" fmla="*/ 28 h 33"/>
                    <a:gd name="T56" fmla="*/ 1 w 30"/>
                    <a:gd name="T57" fmla="*/ 27 h 33"/>
                    <a:gd name="T58" fmla="*/ 1 w 30"/>
                    <a:gd name="T59" fmla="*/ 26 h 33"/>
                    <a:gd name="T60" fmla="*/ 0 w 30"/>
                    <a:gd name="T61" fmla="*/ 24 h 33"/>
                    <a:gd name="T62" fmla="*/ 0 w 30"/>
                    <a:gd name="T63" fmla="*/ 20 h 33"/>
                    <a:gd name="T64" fmla="*/ 0 w 30"/>
                    <a:gd name="T65" fmla="*/ 17 h 33"/>
                    <a:gd name="T66" fmla="*/ 1 w 30"/>
                    <a:gd name="T67" fmla="*/ 16 h 33"/>
                    <a:gd name="T68" fmla="*/ 1 w 30"/>
                    <a:gd name="T69" fmla="*/ 14 h 33"/>
                    <a:gd name="T70" fmla="*/ 2 w 30"/>
                    <a:gd name="T71" fmla="*/ 12 h 33"/>
                    <a:gd name="T72" fmla="*/ 4 w 30"/>
                    <a:gd name="T73" fmla="*/ 10 h 33"/>
                    <a:gd name="T74" fmla="*/ 7 w 30"/>
                    <a:gd name="T75" fmla="*/ 8 h 33"/>
                    <a:gd name="T76" fmla="*/ 7 w 30"/>
                    <a:gd name="T77" fmla="*/ 6 h 33"/>
                    <a:gd name="T78" fmla="*/ 9 w 30"/>
                    <a:gd name="T79" fmla="*/ 4 h 33"/>
                    <a:gd name="T80" fmla="*/ 11 w 30"/>
                    <a:gd name="T81" fmla="*/ 3 h 33"/>
                    <a:gd name="T82" fmla="*/ 13 w 30"/>
                    <a:gd name="T83" fmla="*/ 1 h 33"/>
                    <a:gd name="T84" fmla="*/ 15 w 30"/>
                    <a:gd name="T85" fmla="*/ 0 h 33"/>
                    <a:gd name="T86" fmla="*/ 17 w 30"/>
                    <a:gd name="T87" fmla="*/ 0 h 33"/>
                    <a:gd name="T88" fmla="*/ 20 w 30"/>
                    <a:gd name="T89" fmla="*/ 0 h 33"/>
                    <a:gd name="T90" fmla="*/ 23 w 30"/>
                    <a:gd name="T91" fmla="*/ 1 h 33"/>
                    <a:gd name="T92" fmla="*/ 25 w 30"/>
                    <a:gd name="T93" fmla="*/ 3 h 33"/>
                    <a:gd name="T94" fmla="*/ 27 w 30"/>
                    <a:gd name="T95" fmla="*/ 4 h 33"/>
                    <a:gd name="T96" fmla="*/ 28 w 30"/>
                    <a:gd name="T97" fmla="*/ 6 h 33"/>
                    <a:gd name="T98" fmla="*/ 29 w 30"/>
                    <a:gd name="T99" fmla="*/ 8 h 33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30"/>
                    <a:gd name="T151" fmla="*/ 0 h 33"/>
                    <a:gd name="T152" fmla="*/ 30 w 30"/>
                    <a:gd name="T153" fmla="*/ 33 h 33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30" h="33">
                      <a:moveTo>
                        <a:pt x="29" y="8"/>
                      </a:moveTo>
                      <a:lnTo>
                        <a:pt x="30" y="11"/>
                      </a:lnTo>
                      <a:lnTo>
                        <a:pt x="30" y="13"/>
                      </a:lnTo>
                      <a:lnTo>
                        <a:pt x="30" y="16"/>
                      </a:lnTo>
                      <a:lnTo>
                        <a:pt x="29" y="19"/>
                      </a:lnTo>
                      <a:lnTo>
                        <a:pt x="29" y="21"/>
                      </a:lnTo>
                      <a:lnTo>
                        <a:pt x="28" y="24"/>
                      </a:lnTo>
                      <a:lnTo>
                        <a:pt x="27" y="24"/>
                      </a:lnTo>
                      <a:lnTo>
                        <a:pt x="25" y="27"/>
                      </a:lnTo>
                      <a:lnTo>
                        <a:pt x="24" y="29"/>
                      </a:lnTo>
                      <a:lnTo>
                        <a:pt x="23" y="31"/>
                      </a:lnTo>
                      <a:lnTo>
                        <a:pt x="21" y="31"/>
                      </a:lnTo>
                      <a:lnTo>
                        <a:pt x="20" y="32"/>
                      </a:lnTo>
                      <a:lnTo>
                        <a:pt x="18" y="32"/>
                      </a:lnTo>
                      <a:lnTo>
                        <a:pt x="17" y="33"/>
                      </a:lnTo>
                      <a:lnTo>
                        <a:pt x="16" y="33"/>
                      </a:lnTo>
                      <a:lnTo>
                        <a:pt x="14" y="33"/>
                      </a:lnTo>
                      <a:lnTo>
                        <a:pt x="13" y="33"/>
                      </a:lnTo>
                      <a:lnTo>
                        <a:pt x="12" y="33"/>
                      </a:lnTo>
                      <a:lnTo>
                        <a:pt x="11" y="33"/>
                      </a:lnTo>
                      <a:lnTo>
                        <a:pt x="10" y="33"/>
                      </a:lnTo>
                      <a:lnTo>
                        <a:pt x="9" y="32"/>
                      </a:lnTo>
                      <a:lnTo>
                        <a:pt x="7" y="32"/>
                      </a:lnTo>
                      <a:lnTo>
                        <a:pt x="7" y="31"/>
                      </a:lnTo>
                      <a:lnTo>
                        <a:pt x="5" y="30"/>
                      </a:lnTo>
                      <a:lnTo>
                        <a:pt x="4" y="29"/>
                      </a:lnTo>
                      <a:lnTo>
                        <a:pt x="2" y="29"/>
                      </a:lnTo>
                      <a:lnTo>
                        <a:pt x="2" y="28"/>
                      </a:lnTo>
                      <a:lnTo>
                        <a:pt x="1" y="27"/>
                      </a:lnTo>
                      <a:lnTo>
                        <a:pt x="1" y="26"/>
                      </a:lnTo>
                      <a:lnTo>
                        <a:pt x="0" y="24"/>
                      </a:lnTo>
                      <a:lnTo>
                        <a:pt x="0" y="20"/>
                      </a:lnTo>
                      <a:lnTo>
                        <a:pt x="0" y="17"/>
                      </a:lnTo>
                      <a:lnTo>
                        <a:pt x="1" y="16"/>
                      </a:lnTo>
                      <a:lnTo>
                        <a:pt x="1" y="14"/>
                      </a:lnTo>
                      <a:lnTo>
                        <a:pt x="2" y="12"/>
                      </a:lnTo>
                      <a:lnTo>
                        <a:pt x="4" y="10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9" y="4"/>
                      </a:lnTo>
                      <a:lnTo>
                        <a:pt x="11" y="3"/>
                      </a:lnTo>
                      <a:lnTo>
                        <a:pt x="13" y="1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20" y="0"/>
                      </a:lnTo>
                      <a:lnTo>
                        <a:pt x="23" y="1"/>
                      </a:lnTo>
                      <a:lnTo>
                        <a:pt x="25" y="3"/>
                      </a:lnTo>
                      <a:lnTo>
                        <a:pt x="27" y="4"/>
                      </a:lnTo>
                      <a:lnTo>
                        <a:pt x="28" y="6"/>
                      </a:lnTo>
                      <a:lnTo>
                        <a:pt x="29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51" name="Group 1149"/>
                <p:cNvGrpSpPr>
                  <a:grpSpLocks/>
                </p:cNvGrpSpPr>
                <p:nvPr/>
              </p:nvGrpSpPr>
              <p:grpSpPr bwMode="auto">
                <a:xfrm>
                  <a:off x="2569" y="2619"/>
                  <a:ext cx="30" cy="33"/>
                  <a:chOff x="2569" y="2619"/>
                  <a:chExt cx="30" cy="33"/>
                </a:xfrm>
              </p:grpSpPr>
              <p:sp>
                <p:nvSpPr>
                  <p:cNvPr id="34872" name="Freeform 1150"/>
                  <p:cNvSpPr>
                    <a:spLocks/>
                  </p:cNvSpPr>
                  <p:nvPr/>
                </p:nvSpPr>
                <p:spPr bwMode="auto">
                  <a:xfrm>
                    <a:off x="2569" y="2619"/>
                    <a:ext cx="30" cy="33"/>
                  </a:xfrm>
                  <a:custGeom>
                    <a:avLst/>
                    <a:gdLst>
                      <a:gd name="T0" fmla="*/ 29 w 30"/>
                      <a:gd name="T1" fmla="*/ 8 h 33"/>
                      <a:gd name="T2" fmla="*/ 30 w 30"/>
                      <a:gd name="T3" fmla="*/ 11 h 33"/>
                      <a:gd name="T4" fmla="*/ 30 w 30"/>
                      <a:gd name="T5" fmla="*/ 13 h 33"/>
                      <a:gd name="T6" fmla="*/ 30 w 30"/>
                      <a:gd name="T7" fmla="*/ 16 h 33"/>
                      <a:gd name="T8" fmla="*/ 29 w 30"/>
                      <a:gd name="T9" fmla="*/ 19 h 33"/>
                      <a:gd name="T10" fmla="*/ 29 w 30"/>
                      <a:gd name="T11" fmla="*/ 21 h 33"/>
                      <a:gd name="T12" fmla="*/ 28 w 30"/>
                      <a:gd name="T13" fmla="*/ 24 h 33"/>
                      <a:gd name="T14" fmla="*/ 27 w 30"/>
                      <a:gd name="T15" fmla="*/ 24 h 33"/>
                      <a:gd name="T16" fmla="*/ 25 w 30"/>
                      <a:gd name="T17" fmla="*/ 27 h 33"/>
                      <a:gd name="T18" fmla="*/ 24 w 30"/>
                      <a:gd name="T19" fmla="*/ 29 h 33"/>
                      <a:gd name="T20" fmla="*/ 23 w 30"/>
                      <a:gd name="T21" fmla="*/ 31 h 33"/>
                      <a:gd name="T22" fmla="*/ 21 w 30"/>
                      <a:gd name="T23" fmla="*/ 31 h 33"/>
                      <a:gd name="T24" fmla="*/ 20 w 30"/>
                      <a:gd name="T25" fmla="*/ 32 h 33"/>
                      <a:gd name="T26" fmla="*/ 18 w 30"/>
                      <a:gd name="T27" fmla="*/ 32 h 33"/>
                      <a:gd name="T28" fmla="*/ 17 w 30"/>
                      <a:gd name="T29" fmla="*/ 33 h 33"/>
                      <a:gd name="T30" fmla="*/ 16 w 30"/>
                      <a:gd name="T31" fmla="*/ 33 h 33"/>
                      <a:gd name="T32" fmla="*/ 14 w 30"/>
                      <a:gd name="T33" fmla="*/ 33 h 33"/>
                      <a:gd name="T34" fmla="*/ 13 w 30"/>
                      <a:gd name="T35" fmla="*/ 33 h 33"/>
                      <a:gd name="T36" fmla="*/ 12 w 30"/>
                      <a:gd name="T37" fmla="*/ 33 h 33"/>
                      <a:gd name="T38" fmla="*/ 11 w 30"/>
                      <a:gd name="T39" fmla="*/ 33 h 33"/>
                      <a:gd name="T40" fmla="*/ 10 w 30"/>
                      <a:gd name="T41" fmla="*/ 33 h 33"/>
                      <a:gd name="T42" fmla="*/ 9 w 30"/>
                      <a:gd name="T43" fmla="*/ 32 h 33"/>
                      <a:gd name="T44" fmla="*/ 7 w 30"/>
                      <a:gd name="T45" fmla="*/ 32 h 33"/>
                      <a:gd name="T46" fmla="*/ 7 w 30"/>
                      <a:gd name="T47" fmla="*/ 31 h 33"/>
                      <a:gd name="T48" fmla="*/ 5 w 30"/>
                      <a:gd name="T49" fmla="*/ 30 h 33"/>
                      <a:gd name="T50" fmla="*/ 4 w 30"/>
                      <a:gd name="T51" fmla="*/ 29 h 33"/>
                      <a:gd name="T52" fmla="*/ 2 w 30"/>
                      <a:gd name="T53" fmla="*/ 29 h 33"/>
                      <a:gd name="T54" fmla="*/ 2 w 30"/>
                      <a:gd name="T55" fmla="*/ 28 h 33"/>
                      <a:gd name="T56" fmla="*/ 1 w 30"/>
                      <a:gd name="T57" fmla="*/ 27 h 33"/>
                      <a:gd name="T58" fmla="*/ 1 w 30"/>
                      <a:gd name="T59" fmla="*/ 26 h 33"/>
                      <a:gd name="T60" fmla="*/ 0 w 30"/>
                      <a:gd name="T61" fmla="*/ 24 h 33"/>
                      <a:gd name="T62" fmla="*/ 0 w 30"/>
                      <a:gd name="T63" fmla="*/ 20 h 33"/>
                      <a:gd name="T64" fmla="*/ 0 w 30"/>
                      <a:gd name="T65" fmla="*/ 17 h 33"/>
                      <a:gd name="T66" fmla="*/ 1 w 30"/>
                      <a:gd name="T67" fmla="*/ 16 h 33"/>
                      <a:gd name="T68" fmla="*/ 1 w 30"/>
                      <a:gd name="T69" fmla="*/ 14 h 33"/>
                      <a:gd name="T70" fmla="*/ 2 w 30"/>
                      <a:gd name="T71" fmla="*/ 12 h 33"/>
                      <a:gd name="T72" fmla="*/ 4 w 30"/>
                      <a:gd name="T73" fmla="*/ 10 h 33"/>
                      <a:gd name="T74" fmla="*/ 7 w 30"/>
                      <a:gd name="T75" fmla="*/ 8 h 33"/>
                      <a:gd name="T76" fmla="*/ 7 w 30"/>
                      <a:gd name="T77" fmla="*/ 6 h 33"/>
                      <a:gd name="T78" fmla="*/ 9 w 30"/>
                      <a:gd name="T79" fmla="*/ 4 h 33"/>
                      <a:gd name="T80" fmla="*/ 11 w 30"/>
                      <a:gd name="T81" fmla="*/ 3 h 33"/>
                      <a:gd name="T82" fmla="*/ 13 w 30"/>
                      <a:gd name="T83" fmla="*/ 1 h 33"/>
                      <a:gd name="T84" fmla="*/ 15 w 30"/>
                      <a:gd name="T85" fmla="*/ 0 h 33"/>
                      <a:gd name="T86" fmla="*/ 17 w 30"/>
                      <a:gd name="T87" fmla="*/ 0 h 33"/>
                      <a:gd name="T88" fmla="*/ 20 w 30"/>
                      <a:gd name="T89" fmla="*/ 0 h 33"/>
                      <a:gd name="T90" fmla="*/ 23 w 30"/>
                      <a:gd name="T91" fmla="*/ 1 h 33"/>
                      <a:gd name="T92" fmla="*/ 25 w 30"/>
                      <a:gd name="T93" fmla="*/ 3 h 33"/>
                      <a:gd name="T94" fmla="*/ 27 w 30"/>
                      <a:gd name="T95" fmla="*/ 4 h 33"/>
                      <a:gd name="T96" fmla="*/ 28 w 30"/>
                      <a:gd name="T97" fmla="*/ 6 h 33"/>
                      <a:gd name="T98" fmla="*/ 29 w 30"/>
                      <a:gd name="T99" fmla="*/ 8 h 33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30"/>
                      <a:gd name="T151" fmla="*/ 0 h 33"/>
                      <a:gd name="T152" fmla="*/ 30 w 30"/>
                      <a:gd name="T153" fmla="*/ 33 h 33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30" h="33">
                        <a:moveTo>
                          <a:pt x="29" y="8"/>
                        </a:moveTo>
                        <a:lnTo>
                          <a:pt x="30" y="11"/>
                        </a:lnTo>
                        <a:lnTo>
                          <a:pt x="30" y="13"/>
                        </a:lnTo>
                        <a:lnTo>
                          <a:pt x="30" y="16"/>
                        </a:lnTo>
                        <a:lnTo>
                          <a:pt x="29" y="19"/>
                        </a:lnTo>
                        <a:lnTo>
                          <a:pt x="29" y="21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5" y="27"/>
                        </a:lnTo>
                        <a:lnTo>
                          <a:pt x="24" y="29"/>
                        </a:lnTo>
                        <a:lnTo>
                          <a:pt x="23" y="31"/>
                        </a:lnTo>
                        <a:lnTo>
                          <a:pt x="21" y="31"/>
                        </a:lnTo>
                        <a:lnTo>
                          <a:pt x="20" y="32"/>
                        </a:lnTo>
                        <a:lnTo>
                          <a:pt x="18" y="32"/>
                        </a:lnTo>
                        <a:lnTo>
                          <a:pt x="17" y="33"/>
                        </a:lnTo>
                        <a:lnTo>
                          <a:pt x="16" y="33"/>
                        </a:lnTo>
                        <a:lnTo>
                          <a:pt x="14" y="33"/>
                        </a:lnTo>
                        <a:lnTo>
                          <a:pt x="13" y="33"/>
                        </a:lnTo>
                        <a:lnTo>
                          <a:pt x="12" y="33"/>
                        </a:lnTo>
                        <a:lnTo>
                          <a:pt x="11" y="33"/>
                        </a:lnTo>
                        <a:lnTo>
                          <a:pt x="10" y="33"/>
                        </a:lnTo>
                        <a:lnTo>
                          <a:pt x="9" y="32"/>
                        </a:lnTo>
                        <a:lnTo>
                          <a:pt x="7" y="32"/>
                        </a:lnTo>
                        <a:lnTo>
                          <a:pt x="7" y="31"/>
                        </a:lnTo>
                        <a:lnTo>
                          <a:pt x="5" y="30"/>
                        </a:lnTo>
                        <a:lnTo>
                          <a:pt x="4" y="29"/>
                        </a:lnTo>
                        <a:lnTo>
                          <a:pt x="2" y="29"/>
                        </a:lnTo>
                        <a:lnTo>
                          <a:pt x="2" y="28"/>
                        </a:lnTo>
                        <a:lnTo>
                          <a:pt x="1" y="27"/>
                        </a:lnTo>
                        <a:lnTo>
                          <a:pt x="1" y="26"/>
                        </a:lnTo>
                        <a:lnTo>
                          <a:pt x="0" y="24"/>
                        </a:lnTo>
                        <a:lnTo>
                          <a:pt x="0" y="20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13" y="1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20" y="0"/>
                        </a:lnTo>
                        <a:lnTo>
                          <a:pt x="23" y="1"/>
                        </a:lnTo>
                        <a:lnTo>
                          <a:pt x="25" y="3"/>
                        </a:lnTo>
                        <a:lnTo>
                          <a:pt x="27" y="4"/>
                        </a:lnTo>
                        <a:lnTo>
                          <a:pt x="28" y="6"/>
                        </a:lnTo>
                        <a:lnTo>
                          <a:pt x="29" y="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73" name="Freeform 1151"/>
                  <p:cNvSpPr>
                    <a:spLocks/>
                  </p:cNvSpPr>
                  <p:nvPr/>
                </p:nvSpPr>
                <p:spPr bwMode="auto">
                  <a:xfrm>
                    <a:off x="2569" y="2619"/>
                    <a:ext cx="30" cy="33"/>
                  </a:xfrm>
                  <a:custGeom>
                    <a:avLst/>
                    <a:gdLst>
                      <a:gd name="T0" fmla="*/ 29 w 30"/>
                      <a:gd name="T1" fmla="*/ 8 h 33"/>
                      <a:gd name="T2" fmla="*/ 30 w 30"/>
                      <a:gd name="T3" fmla="*/ 11 h 33"/>
                      <a:gd name="T4" fmla="*/ 30 w 30"/>
                      <a:gd name="T5" fmla="*/ 13 h 33"/>
                      <a:gd name="T6" fmla="*/ 30 w 30"/>
                      <a:gd name="T7" fmla="*/ 16 h 33"/>
                      <a:gd name="T8" fmla="*/ 29 w 30"/>
                      <a:gd name="T9" fmla="*/ 19 h 33"/>
                      <a:gd name="T10" fmla="*/ 29 w 30"/>
                      <a:gd name="T11" fmla="*/ 21 h 33"/>
                      <a:gd name="T12" fmla="*/ 28 w 30"/>
                      <a:gd name="T13" fmla="*/ 24 h 33"/>
                      <a:gd name="T14" fmla="*/ 27 w 30"/>
                      <a:gd name="T15" fmla="*/ 24 h 33"/>
                      <a:gd name="T16" fmla="*/ 25 w 30"/>
                      <a:gd name="T17" fmla="*/ 27 h 33"/>
                      <a:gd name="T18" fmla="*/ 24 w 30"/>
                      <a:gd name="T19" fmla="*/ 29 h 33"/>
                      <a:gd name="T20" fmla="*/ 23 w 30"/>
                      <a:gd name="T21" fmla="*/ 31 h 33"/>
                      <a:gd name="T22" fmla="*/ 21 w 30"/>
                      <a:gd name="T23" fmla="*/ 31 h 33"/>
                      <a:gd name="T24" fmla="*/ 20 w 30"/>
                      <a:gd name="T25" fmla="*/ 32 h 33"/>
                      <a:gd name="T26" fmla="*/ 18 w 30"/>
                      <a:gd name="T27" fmla="*/ 32 h 33"/>
                      <a:gd name="T28" fmla="*/ 17 w 30"/>
                      <a:gd name="T29" fmla="*/ 33 h 33"/>
                      <a:gd name="T30" fmla="*/ 16 w 30"/>
                      <a:gd name="T31" fmla="*/ 33 h 33"/>
                      <a:gd name="T32" fmla="*/ 14 w 30"/>
                      <a:gd name="T33" fmla="*/ 33 h 33"/>
                      <a:gd name="T34" fmla="*/ 13 w 30"/>
                      <a:gd name="T35" fmla="*/ 33 h 33"/>
                      <a:gd name="T36" fmla="*/ 12 w 30"/>
                      <a:gd name="T37" fmla="*/ 33 h 33"/>
                      <a:gd name="T38" fmla="*/ 11 w 30"/>
                      <a:gd name="T39" fmla="*/ 33 h 33"/>
                      <a:gd name="T40" fmla="*/ 10 w 30"/>
                      <a:gd name="T41" fmla="*/ 33 h 33"/>
                      <a:gd name="T42" fmla="*/ 9 w 30"/>
                      <a:gd name="T43" fmla="*/ 32 h 33"/>
                      <a:gd name="T44" fmla="*/ 7 w 30"/>
                      <a:gd name="T45" fmla="*/ 32 h 33"/>
                      <a:gd name="T46" fmla="*/ 7 w 30"/>
                      <a:gd name="T47" fmla="*/ 31 h 33"/>
                      <a:gd name="T48" fmla="*/ 5 w 30"/>
                      <a:gd name="T49" fmla="*/ 30 h 33"/>
                      <a:gd name="T50" fmla="*/ 4 w 30"/>
                      <a:gd name="T51" fmla="*/ 29 h 33"/>
                      <a:gd name="T52" fmla="*/ 2 w 30"/>
                      <a:gd name="T53" fmla="*/ 29 h 33"/>
                      <a:gd name="T54" fmla="*/ 2 w 30"/>
                      <a:gd name="T55" fmla="*/ 28 h 33"/>
                      <a:gd name="T56" fmla="*/ 1 w 30"/>
                      <a:gd name="T57" fmla="*/ 27 h 33"/>
                      <a:gd name="T58" fmla="*/ 1 w 30"/>
                      <a:gd name="T59" fmla="*/ 26 h 33"/>
                      <a:gd name="T60" fmla="*/ 0 w 30"/>
                      <a:gd name="T61" fmla="*/ 24 h 33"/>
                      <a:gd name="T62" fmla="*/ 0 w 30"/>
                      <a:gd name="T63" fmla="*/ 20 h 33"/>
                      <a:gd name="T64" fmla="*/ 0 w 30"/>
                      <a:gd name="T65" fmla="*/ 17 h 33"/>
                      <a:gd name="T66" fmla="*/ 1 w 30"/>
                      <a:gd name="T67" fmla="*/ 16 h 33"/>
                      <a:gd name="T68" fmla="*/ 1 w 30"/>
                      <a:gd name="T69" fmla="*/ 14 h 33"/>
                      <a:gd name="T70" fmla="*/ 2 w 30"/>
                      <a:gd name="T71" fmla="*/ 12 h 33"/>
                      <a:gd name="T72" fmla="*/ 4 w 30"/>
                      <a:gd name="T73" fmla="*/ 10 h 33"/>
                      <a:gd name="T74" fmla="*/ 7 w 30"/>
                      <a:gd name="T75" fmla="*/ 8 h 33"/>
                      <a:gd name="T76" fmla="*/ 7 w 30"/>
                      <a:gd name="T77" fmla="*/ 6 h 33"/>
                      <a:gd name="T78" fmla="*/ 9 w 30"/>
                      <a:gd name="T79" fmla="*/ 4 h 33"/>
                      <a:gd name="T80" fmla="*/ 11 w 30"/>
                      <a:gd name="T81" fmla="*/ 3 h 33"/>
                      <a:gd name="T82" fmla="*/ 13 w 30"/>
                      <a:gd name="T83" fmla="*/ 1 h 33"/>
                      <a:gd name="T84" fmla="*/ 15 w 30"/>
                      <a:gd name="T85" fmla="*/ 0 h 33"/>
                      <a:gd name="T86" fmla="*/ 17 w 30"/>
                      <a:gd name="T87" fmla="*/ 0 h 33"/>
                      <a:gd name="T88" fmla="*/ 20 w 30"/>
                      <a:gd name="T89" fmla="*/ 0 h 33"/>
                      <a:gd name="T90" fmla="*/ 23 w 30"/>
                      <a:gd name="T91" fmla="*/ 1 h 33"/>
                      <a:gd name="T92" fmla="*/ 25 w 30"/>
                      <a:gd name="T93" fmla="*/ 3 h 33"/>
                      <a:gd name="T94" fmla="*/ 27 w 30"/>
                      <a:gd name="T95" fmla="*/ 4 h 33"/>
                      <a:gd name="T96" fmla="*/ 28 w 30"/>
                      <a:gd name="T97" fmla="*/ 6 h 33"/>
                      <a:gd name="T98" fmla="*/ 29 w 30"/>
                      <a:gd name="T99" fmla="*/ 8 h 33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30"/>
                      <a:gd name="T151" fmla="*/ 0 h 33"/>
                      <a:gd name="T152" fmla="*/ 30 w 30"/>
                      <a:gd name="T153" fmla="*/ 33 h 33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30" h="33">
                        <a:moveTo>
                          <a:pt x="29" y="8"/>
                        </a:moveTo>
                        <a:lnTo>
                          <a:pt x="30" y="11"/>
                        </a:lnTo>
                        <a:lnTo>
                          <a:pt x="30" y="13"/>
                        </a:lnTo>
                        <a:lnTo>
                          <a:pt x="30" y="16"/>
                        </a:lnTo>
                        <a:lnTo>
                          <a:pt x="29" y="19"/>
                        </a:lnTo>
                        <a:lnTo>
                          <a:pt x="29" y="21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5" y="27"/>
                        </a:lnTo>
                        <a:lnTo>
                          <a:pt x="24" y="29"/>
                        </a:lnTo>
                        <a:lnTo>
                          <a:pt x="23" y="31"/>
                        </a:lnTo>
                        <a:lnTo>
                          <a:pt x="21" y="31"/>
                        </a:lnTo>
                        <a:lnTo>
                          <a:pt x="20" y="32"/>
                        </a:lnTo>
                        <a:lnTo>
                          <a:pt x="18" y="32"/>
                        </a:lnTo>
                        <a:lnTo>
                          <a:pt x="17" y="33"/>
                        </a:lnTo>
                        <a:lnTo>
                          <a:pt x="16" y="33"/>
                        </a:lnTo>
                        <a:lnTo>
                          <a:pt x="14" y="33"/>
                        </a:lnTo>
                        <a:lnTo>
                          <a:pt x="13" y="33"/>
                        </a:lnTo>
                        <a:lnTo>
                          <a:pt x="12" y="33"/>
                        </a:lnTo>
                        <a:lnTo>
                          <a:pt x="11" y="33"/>
                        </a:lnTo>
                        <a:lnTo>
                          <a:pt x="10" y="33"/>
                        </a:lnTo>
                        <a:lnTo>
                          <a:pt x="9" y="32"/>
                        </a:lnTo>
                        <a:lnTo>
                          <a:pt x="7" y="32"/>
                        </a:lnTo>
                        <a:lnTo>
                          <a:pt x="7" y="31"/>
                        </a:lnTo>
                        <a:lnTo>
                          <a:pt x="5" y="30"/>
                        </a:lnTo>
                        <a:lnTo>
                          <a:pt x="4" y="29"/>
                        </a:lnTo>
                        <a:lnTo>
                          <a:pt x="2" y="29"/>
                        </a:lnTo>
                        <a:lnTo>
                          <a:pt x="2" y="28"/>
                        </a:lnTo>
                        <a:lnTo>
                          <a:pt x="1" y="27"/>
                        </a:lnTo>
                        <a:lnTo>
                          <a:pt x="1" y="26"/>
                        </a:lnTo>
                        <a:lnTo>
                          <a:pt x="0" y="24"/>
                        </a:lnTo>
                        <a:lnTo>
                          <a:pt x="0" y="20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13" y="1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20" y="0"/>
                        </a:lnTo>
                        <a:lnTo>
                          <a:pt x="23" y="1"/>
                        </a:lnTo>
                        <a:lnTo>
                          <a:pt x="25" y="3"/>
                        </a:lnTo>
                        <a:lnTo>
                          <a:pt x="27" y="4"/>
                        </a:lnTo>
                        <a:lnTo>
                          <a:pt x="28" y="6"/>
                        </a:lnTo>
                        <a:lnTo>
                          <a:pt x="29" y="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52" name="Freeform 1152"/>
                <p:cNvSpPr>
                  <a:spLocks/>
                </p:cNvSpPr>
                <p:nvPr/>
              </p:nvSpPr>
              <p:spPr bwMode="auto">
                <a:xfrm>
                  <a:off x="2582" y="2625"/>
                  <a:ext cx="13" cy="11"/>
                </a:xfrm>
                <a:custGeom>
                  <a:avLst/>
                  <a:gdLst>
                    <a:gd name="T0" fmla="*/ 13 w 13"/>
                    <a:gd name="T1" fmla="*/ 11 h 11"/>
                    <a:gd name="T2" fmla="*/ 13 w 13"/>
                    <a:gd name="T3" fmla="*/ 11 h 11"/>
                    <a:gd name="T4" fmla="*/ 0 w 13"/>
                    <a:gd name="T5" fmla="*/ 1 h 11"/>
                    <a:gd name="T6" fmla="*/ 1 w 13"/>
                    <a:gd name="T7" fmla="*/ 0 h 11"/>
                    <a:gd name="T8" fmla="*/ 2 w 13"/>
                    <a:gd name="T9" fmla="*/ 1 h 11"/>
                    <a:gd name="T10" fmla="*/ 3 w 13"/>
                    <a:gd name="T11" fmla="*/ 2 h 11"/>
                    <a:gd name="T12" fmla="*/ 4 w 13"/>
                    <a:gd name="T13" fmla="*/ 3 h 11"/>
                    <a:gd name="T14" fmla="*/ 5 w 13"/>
                    <a:gd name="T15" fmla="*/ 4 h 11"/>
                    <a:gd name="T16" fmla="*/ 7 w 13"/>
                    <a:gd name="T17" fmla="*/ 5 h 11"/>
                    <a:gd name="T18" fmla="*/ 9 w 13"/>
                    <a:gd name="T19" fmla="*/ 6 h 11"/>
                    <a:gd name="T20" fmla="*/ 10 w 13"/>
                    <a:gd name="T21" fmla="*/ 7 h 11"/>
                    <a:gd name="T22" fmla="*/ 11 w 13"/>
                    <a:gd name="T23" fmla="*/ 9 h 11"/>
                    <a:gd name="T24" fmla="*/ 12 w 13"/>
                    <a:gd name="T25" fmla="*/ 10 h 11"/>
                    <a:gd name="T26" fmla="*/ 13 w 13"/>
                    <a:gd name="T27" fmla="*/ 11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13" y="11"/>
                      </a:moveTo>
                      <a:lnTo>
                        <a:pt x="13" y="11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4" y="3"/>
                      </a:lnTo>
                      <a:lnTo>
                        <a:pt x="5" y="4"/>
                      </a:lnTo>
                      <a:lnTo>
                        <a:pt x="7" y="5"/>
                      </a:lnTo>
                      <a:lnTo>
                        <a:pt x="9" y="6"/>
                      </a:lnTo>
                      <a:lnTo>
                        <a:pt x="10" y="7"/>
                      </a:lnTo>
                      <a:lnTo>
                        <a:pt x="11" y="9"/>
                      </a:lnTo>
                      <a:lnTo>
                        <a:pt x="12" y="10"/>
                      </a:lnTo>
                      <a:lnTo>
                        <a:pt x="13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53" name="Group 1153"/>
                <p:cNvGrpSpPr>
                  <a:grpSpLocks/>
                </p:cNvGrpSpPr>
                <p:nvPr/>
              </p:nvGrpSpPr>
              <p:grpSpPr bwMode="auto">
                <a:xfrm>
                  <a:off x="2582" y="2625"/>
                  <a:ext cx="13" cy="11"/>
                  <a:chOff x="2582" y="2625"/>
                  <a:chExt cx="13" cy="11"/>
                </a:xfrm>
              </p:grpSpPr>
              <p:sp>
                <p:nvSpPr>
                  <p:cNvPr id="34870" name="Freeform 1154"/>
                  <p:cNvSpPr>
                    <a:spLocks/>
                  </p:cNvSpPr>
                  <p:nvPr/>
                </p:nvSpPr>
                <p:spPr bwMode="auto">
                  <a:xfrm>
                    <a:off x="2582" y="2625"/>
                    <a:ext cx="13" cy="11"/>
                  </a:xfrm>
                  <a:custGeom>
                    <a:avLst/>
                    <a:gdLst>
                      <a:gd name="T0" fmla="*/ 13 w 13"/>
                      <a:gd name="T1" fmla="*/ 11 h 11"/>
                      <a:gd name="T2" fmla="*/ 13 w 13"/>
                      <a:gd name="T3" fmla="*/ 11 h 11"/>
                      <a:gd name="T4" fmla="*/ 0 w 13"/>
                      <a:gd name="T5" fmla="*/ 1 h 11"/>
                      <a:gd name="T6" fmla="*/ 1 w 13"/>
                      <a:gd name="T7" fmla="*/ 0 h 11"/>
                      <a:gd name="T8" fmla="*/ 2 w 13"/>
                      <a:gd name="T9" fmla="*/ 1 h 11"/>
                      <a:gd name="T10" fmla="*/ 3 w 13"/>
                      <a:gd name="T11" fmla="*/ 2 h 11"/>
                      <a:gd name="T12" fmla="*/ 4 w 13"/>
                      <a:gd name="T13" fmla="*/ 3 h 11"/>
                      <a:gd name="T14" fmla="*/ 5 w 13"/>
                      <a:gd name="T15" fmla="*/ 4 h 11"/>
                      <a:gd name="T16" fmla="*/ 7 w 13"/>
                      <a:gd name="T17" fmla="*/ 5 h 11"/>
                      <a:gd name="T18" fmla="*/ 9 w 13"/>
                      <a:gd name="T19" fmla="*/ 6 h 11"/>
                      <a:gd name="T20" fmla="*/ 10 w 13"/>
                      <a:gd name="T21" fmla="*/ 7 h 11"/>
                      <a:gd name="T22" fmla="*/ 11 w 13"/>
                      <a:gd name="T23" fmla="*/ 9 h 11"/>
                      <a:gd name="T24" fmla="*/ 12 w 13"/>
                      <a:gd name="T25" fmla="*/ 10 h 11"/>
                      <a:gd name="T26" fmla="*/ 13 w 13"/>
                      <a:gd name="T27" fmla="*/ 11 h 1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1"/>
                      <a:gd name="T44" fmla="*/ 13 w 13"/>
                      <a:gd name="T45" fmla="*/ 11 h 1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1">
                        <a:moveTo>
                          <a:pt x="13" y="11"/>
                        </a:moveTo>
                        <a:lnTo>
                          <a:pt x="13" y="1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0" y="7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71" name="Freeform 1155"/>
                  <p:cNvSpPr>
                    <a:spLocks/>
                  </p:cNvSpPr>
                  <p:nvPr/>
                </p:nvSpPr>
                <p:spPr bwMode="auto">
                  <a:xfrm>
                    <a:off x="2582" y="2625"/>
                    <a:ext cx="13" cy="11"/>
                  </a:xfrm>
                  <a:custGeom>
                    <a:avLst/>
                    <a:gdLst>
                      <a:gd name="T0" fmla="*/ 13 w 13"/>
                      <a:gd name="T1" fmla="*/ 11 h 11"/>
                      <a:gd name="T2" fmla="*/ 13 w 13"/>
                      <a:gd name="T3" fmla="*/ 11 h 11"/>
                      <a:gd name="T4" fmla="*/ 0 w 13"/>
                      <a:gd name="T5" fmla="*/ 1 h 11"/>
                      <a:gd name="T6" fmla="*/ 1 w 13"/>
                      <a:gd name="T7" fmla="*/ 0 h 11"/>
                      <a:gd name="T8" fmla="*/ 2 w 13"/>
                      <a:gd name="T9" fmla="*/ 1 h 11"/>
                      <a:gd name="T10" fmla="*/ 3 w 13"/>
                      <a:gd name="T11" fmla="*/ 2 h 11"/>
                      <a:gd name="T12" fmla="*/ 4 w 13"/>
                      <a:gd name="T13" fmla="*/ 3 h 11"/>
                      <a:gd name="T14" fmla="*/ 5 w 13"/>
                      <a:gd name="T15" fmla="*/ 4 h 11"/>
                      <a:gd name="T16" fmla="*/ 7 w 13"/>
                      <a:gd name="T17" fmla="*/ 5 h 11"/>
                      <a:gd name="T18" fmla="*/ 9 w 13"/>
                      <a:gd name="T19" fmla="*/ 6 h 11"/>
                      <a:gd name="T20" fmla="*/ 10 w 13"/>
                      <a:gd name="T21" fmla="*/ 7 h 11"/>
                      <a:gd name="T22" fmla="*/ 11 w 13"/>
                      <a:gd name="T23" fmla="*/ 9 h 11"/>
                      <a:gd name="T24" fmla="*/ 12 w 13"/>
                      <a:gd name="T25" fmla="*/ 10 h 11"/>
                      <a:gd name="T26" fmla="*/ 13 w 13"/>
                      <a:gd name="T27" fmla="*/ 11 h 1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1"/>
                      <a:gd name="T44" fmla="*/ 13 w 13"/>
                      <a:gd name="T45" fmla="*/ 11 h 1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1">
                        <a:moveTo>
                          <a:pt x="13" y="11"/>
                        </a:moveTo>
                        <a:lnTo>
                          <a:pt x="13" y="1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0" y="7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54" name="Freeform 1156"/>
                <p:cNvSpPr>
                  <a:spLocks/>
                </p:cNvSpPr>
                <p:nvPr/>
              </p:nvSpPr>
              <p:spPr bwMode="auto">
                <a:xfrm>
                  <a:off x="2592" y="2639"/>
                  <a:ext cx="29" cy="31"/>
                </a:xfrm>
                <a:custGeom>
                  <a:avLst/>
                  <a:gdLst>
                    <a:gd name="T0" fmla="*/ 25 w 29"/>
                    <a:gd name="T1" fmla="*/ 4 h 31"/>
                    <a:gd name="T2" fmla="*/ 26 w 29"/>
                    <a:gd name="T3" fmla="*/ 5 h 31"/>
                    <a:gd name="T4" fmla="*/ 28 w 29"/>
                    <a:gd name="T5" fmla="*/ 7 h 31"/>
                    <a:gd name="T6" fmla="*/ 28 w 29"/>
                    <a:gd name="T7" fmla="*/ 7 h 31"/>
                    <a:gd name="T8" fmla="*/ 29 w 29"/>
                    <a:gd name="T9" fmla="*/ 9 h 31"/>
                    <a:gd name="T10" fmla="*/ 29 w 29"/>
                    <a:gd name="T11" fmla="*/ 10 h 31"/>
                    <a:gd name="T12" fmla="*/ 29 w 29"/>
                    <a:gd name="T13" fmla="*/ 12 h 31"/>
                    <a:gd name="T14" fmla="*/ 29 w 29"/>
                    <a:gd name="T15" fmla="*/ 13 h 31"/>
                    <a:gd name="T16" fmla="*/ 29 w 29"/>
                    <a:gd name="T17" fmla="*/ 15 h 31"/>
                    <a:gd name="T18" fmla="*/ 29 w 29"/>
                    <a:gd name="T19" fmla="*/ 17 h 31"/>
                    <a:gd name="T20" fmla="*/ 29 w 29"/>
                    <a:gd name="T21" fmla="*/ 18 h 31"/>
                    <a:gd name="T22" fmla="*/ 28 w 29"/>
                    <a:gd name="T23" fmla="*/ 19 h 31"/>
                    <a:gd name="T24" fmla="*/ 26 w 29"/>
                    <a:gd name="T25" fmla="*/ 21 h 31"/>
                    <a:gd name="T26" fmla="*/ 25 w 29"/>
                    <a:gd name="T27" fmla="*/ 23 h 31"/>
                    <a:gd name="T28" fmla="*/ 24 w 29"/>
                    <a:gd name="T29" fmla="*/ 23 h 31"/>
                    <a:gd name="T30" fmla="*/ 23 w 29"/>
                    <a:gd name="T31" fmla="*/ 25 h 31"/>
                    <a:gd name="T32" fmla="*/ 23 w 29"/>
                    <a:gd name="T33" fmla="*/ 27 h 31"/>
                    <a:gd name="T34" fmla="*/ 21 w 29"/>
                    <a:gd name="T35" fmla="*/ 28 h 31"/>
                    <a:gd name="T36" fmla="*/ 19 w 29"/>
                    <a:gd name="T37" fmla="*/ 30 h 31"/>
                    <a:gd name="T38" fmla="*/ 19 w 29"/>
                    <a:gd name="T39" fmla="*/ 30 h 31"/>
                    <a:gd name="T40" fmla="*/ 16 w 29"/>
                    <a:gd name="T41" fmla="*/ 31 h 31"/>
                    <a:gd name="T42" fmla="*/ 15 w 29"/>
                    <a:gd name="T43" fmla="*/ 31 h 31"/>
                    <a:gd name="T44" fmla="*/ 14 w 29"/>
                    <a:gd name="T45" fmla="*/ 31 h 31"/>
                    <a:gd name="T46" fmla="*/ 13 w 29"/>
                    <a:gd name="T47" fmla="*/ 31 h 31"/>
                    <a:gd name="T48" fmla="*/ 11 w 29"/>
                    <a:gd name="T49" fmla="*/ 31 h 31"/>
                    <a:gd name="T50" fmla="*/ 9 w 29"/>
                    <a:gd name="T51" fmla="*/ 30 h 31"/>
                    <a:gd name="T52" fmla="*/ 8 w 29"/>
                    <a:gd name="T53" fmla="*/ 30 h 31"/>
                    <a:gd name="T54" fmla="*/ 7 w 29"/>
                    <a:gd name="T55" fmla="*/ 28 h 31"/>
                    <a:gd name="T56" fmla="*/ 6 w 29"/>
                    <a:gd name="T57" fmla="*/ 28 h 31"/>
                    <a:gd name="T58" fmla="*/ 6 w 29"/>
                    <a:gd name="T59" fmla="*/ 27 h 31"/>
                    <a:gd name="T60" fmla="*/ 3 w 29"/>
                    <a:gd name="T61" fmla="*/ 27 h 31"/>
                    <a:gd name="T62" fmla="*/ 3 w 29"/>
                    <a:gd name="T63" fmla="*/ 26 h 31"/>
                    <a:gd name="T64" fmla="*/ 2 w 29"/>
                    <a:gd name="T65" fmla="*/ 25 h 31"/>
                    <a:gd name="T66" fmla="*/ 2 w 29"/>
                    <a:gd name="T67" fmla="*/ 23 h 31"/>
                    <a:gd name="T68" fmla="*/ 1 w 29"/>
                    <a:gd name="T69" fmla="*/ 23 h 31"/>
                    <a:gd name="T70" fmla="*/ 1 w 29"/>
                    <a:gd name="T71" fmla="*/ 21 h 31"/>
                    <a:gd name="T72" fmla="*/ 0 w 29"/>
                    <a:gd name="T73" fmla="*/ 20 h 31"/>
                    <a:gd name="T74" fmla="*/ 0 w 29"/>
                    <a:gd name="T75" fmla="*/ 19 h 31"/>
                    <a:gd name="T76" fmla="*/ 0 w 29"/>
                    <a:gd name="T77" fmla="*/ 18 h 31"/>
                    <a:gd name="T78" fmla="*/ 0 w 29"/>
                    <a:gd name="T79" fmla="*/ 17 h 31"/>
                    <a:gd name="T80" fmla="*/ 0 w 29"/>
                    <a:gd name="T81" fmla="*/ 16 h 31"/>
                    <a:gd name="T82" fmla="*/ 1 w 29"/>
                    <a:gd name="T83" fmla="*/ 13 h 31"/>
                    <a:gd name="T84" fmla="*/ 1 w 29"/>
                    <a:gd name="T85" fmla="*/ 11 h 31"/>
                    <a:gd name="T86" fmla="*/ 2 w 29"/>
                    <a:gd name="T87" fmla="*/ 9 h 31"/>
                    <a:gd name="T88" fmla="*/ 3 w 29"/>
                    <a:gd name="T89" fmla="*/ 7 h 31"/>
                    <a:gd name="T90" fmla="*/ 4 w 29"/>
                    <a:gd name="T91" fmla="*/ 5 h 31"/>
                    <a:gd name="T92" fmla="*/ 6 w 29"/>
                    <a:gd name="T93" fmla="*/ 4 h 31"/>
                    <a:gd name="T94" fmla="*/ 7 w 29"/>
                    <a:gd name="T95" fmla="*/ 2 h 31"/>
                    <a:gd name="T96" fmla="*/ 9 w 29"/>
                    <a:gd name="T97" fmla="*/ 2 h 31"/>
                    <a:gd name="T98" fmla="*/ 11 w 29"/>
                    <a:gd name="T99" fmla="*/ 1 h 31"/>
                    <a:gd name="T100" fmla="*/ 14 w 29"/>
                    <a:gd name="T101" fmla="*/ 0 h 31"/>
                    <a:gd name="T102" fmla="*/ 15 w 29"/>
                    <a:gd name="T103" fmla="*/ 0 h 31"/>
                    <a:gd name="T104" fmla="*/ 16 w 29"/>
                    <a:gd name="T105" fmla="*/ 0 h 31"/>
                    <a:gd name="T106" fmla="*/ 17 w 29"/>
                    <a:gd name="T107" fmla="*/ 0 h 31"/>
                    <a:gd name="T108" fmla="*/ 19 w 29"/>
                    <a:gd name="T109" fmla="*/ 0 h 31"/>
                    <a:gd name="T110" fmla="*/ 19 w 29"/>
                    <a:gd name="T111" fmla="*/ 1 h 31"/>
                    <a:gd name="T112" fmla="*/ 22 w 29"/>
                    <a:gd name="T113" fmla="*/ 1 h 31"/>
                    <a:gd name="T114" fmla="*/ 23 w 29"/>
                    <a:gd name="T115" fmla="*/ 2 h 31"/>
                    <a:gd name="T116" fmla="*/ 24 w 29"/>
                    <a:gd name="T117" fmla="*/ 2 h 31"/>
                    <a:gd name="T118" fmla="*/ 25 w 29"/>
                    <a:gd name="T119" fmla="*/ 3 h 31"/>
                    <a:gd name="T120" fmla="*/ 25 w 29"/>
                    <a:gd name="T121" fmla="*/ 4 h 3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"/>
                    <a:gd name="T184" fmla="*/ 0 h 31"/>
                    <a:gd name="T185" fmla="*/ 29 w 29"/>
                    <a:gd name="T186" fmla="*/ 31 h 31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" h="31">
                      <a:moveTo>
                        <a:pt x="25" y="4"/>
                      </a:moveTo>
                      <a:lnTo>
                        <a:pt x="26" y="5"/>
                      </a:lnTo>
                      <a:lnTo>
                        <a:pt x="28" y="7"/>
                      </a:lnTo>
                      <a:lnTo>
                        <a:pt x="29" y="9"/>
                      </a:lnTo>
                      <a:lnTo>
                        <a:pt x="29" y="10"/>
                      </a:lnTo>
                      <a:lnTo>
                        <a:pt x="29" y="12"/>
                      </a:lnTo>
                      <a:lnTo>
                        <a:pt x="29" y="13"/>
                      </a:lnTo>
                      <a:lnTo>
                        <a:pt x="29" y="15"/>
                      </a:lnTo>
                      <a:lnTo>
                        <a:pt x="29" y="17"/>
                      </a:lnTo>
                      <a:lnTo>
                        <a:pt x="29" y="18"/>
                      </a:lnTo>
                      <a:lnTo>
                        <a:pt x="28" y="19"/>
                      </a:lnTo>
                      <a:lnTo>
                        <a:pt x="26" y="21"/>
                      </a:lnTo>
                      <a:lnTo>
                        <a:pt x="25" y="23"/>
                      </a:lnTo>
                      <a:lnTo>
                        <a:pt x="24" y="23"/>
                      </a:lnTo>
                      <a:lnTo>
                        <a:pt x="23" y="25"/>
                      </a:lnTo>
                      <a:lnTo>
                        <a:pt x="23" y="27"/>
                      </a:lnTo>
                      <a:lnTo>
                        <a:pt x="21" y="28"/>
                      </a:lnTo>
                      <a:lnTo>
                        <a:pt x="19" y="30"/>
                      </a:lnTo>
                      <a:lnTo>
                        <a:pt x="16" y="31"/>
                      </a:lnTo>
                      <a:lnTo>
                        <a:pt x="15" y="31"/>
                      </a:lnTo>
                      <a:lnTo>
                        <a:pt x="14" y="31"/>
                      </a:lnTo>
                      <a:lnTo>
                        <a:pt x="13" y="31"/>
                      </a:lnTo>
                      <a:lnTo>
                        <a:pt x="11" y="31"/>
                      </a:lnTo>
                      <a:lnTo>
                        <a:pt x="9" y="30"/>
                      </a:lnTo>
                      <a:lnTo>
                        <a:pt x="8" y="30"/>
                      </a:lnTo>
                      <a:lnTo>
                        <a:pt x="7" y="28"/>
                      </a:lnTo>
                      <a:lnTo>
                        <a:pt x="6" y="28"/>
                      </a:lnTo>
                      <a:lnTo>
                        <a:pt x="6" y="27"/>
                      </a:lnTo>
                      <a:lnTo>
                        <a:pt x="3" y="27"/>
                      </a:lnTo>
                      <a:lnTo>
                        <a:pt x="3" y="26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1" y="23"/>
                      </a:lnTo>
                      <a:lnTo>
                        <a:pt x="1" y="21"/>
                      </a:lnTo>
                      <a:lnTo>
                        <a:pt x="0" y="20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1" y="13"/>
                      </a:lnTo>
                      <a:lnTo>
                        <a:pt x="1" y="11"/>
                      </a:lnTo>
                      <a:lnTo>
                        <a:pt x="2" y="9"/>
                      </a:lnTo>
                      <a:lnTo>
                        <a:pt x="3" y="7"/>
                      </a:lnTo>
                      <a:lnTo>
                        <a:pt x="4" y="5"/>
                      </a:lnTo>
                      <a:lnTo>
                        <a:pt x="6" y="4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1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19" y="1"/>
                      </a:lnTo>
                      <a:lnTo>
                        <a:pt x="22" y="1"/>
                      </a:lnTo>
                      <a:lnTo>
                        <a:pt x="23" y="2"/>
                      </a:lnTo>
                      <a:lnTo>
                        <a:pt x="24" y="2"/>
                      </a:lnTo>
                      <a:lnTo>
                        <a:pt x="25" y="3"/>
                      </a:lnTo>
                      <a:lnTo>
                        <a:pt x="25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55" name="Group 1157"/>
                <p:cNvGrpSpPr>
                  <a:grpSpLocks/>
                </p:cNvGrpSpPr>
                <p:nvPr/>
              </p:nvGrpSpPr>
              <p:grpSpPr bwMode="auto">
                <a:xfrm>
                  <a:off x="2592" y="2639"/>
                  <a:ext cx="29" cy="31"/>
                  <a:chOff x="2592" y="2639"/>
                  <a:chExt cx="29" cy="31"/>
                </a:xfrm>
              </p:grpSpPr>
              <p:sp>
                <p:nvSpPr>
                  <p:cNvPr id="34868" name="Freeform 1158"/>
                  <p:cNvSpPr>
                    <a:spLocks/>
                  </p:cNvSpPr>
                  <p:nvPr/>
                </p:nvSpPr>
                <p:spPr bwMode="auto">
                  <a:xfrm>
                    <a:off x="2592" y="2639"/>
                    <a:ext cx="29" cy="31"/>
                  </a:xfrm>
                  <a:custGeom>
                    <a:avLst/>
                    <a:gdLst>
                      <a:gd name="T0" fmla="*/ 25 w 29"/>
                      <a:gd name="T1" fmla="*/ 4 h 31"/>
                      <a:gd name="T2" fmla="*/ 26 w 29"/>
                      <a:gd name="T3" fmla="*/ 5 h 31"/>
                      <a:gd name="T4" fmla="*/ 28 w 29"/>
                      <a:gd name="T5" fmla="*/ 7 h 31"/>
                      <a:gd name="T6" fmla="*/ 28 w 29"/>
                      <a:gd name="T7" fmla="*/ 7 h 31"/>
                      <a:gd name="T8" fmla="*/ 29 w 29"/>
                      <a:gd name="T9" fmla="*/ 9 h 31"/>
                      <a:gd name="T10" fmla="*/ 29 w 29"/>
                      <a:gd name="T11" fmla="*/ 10 h 31"/>
                      <a:gd name="T12" fmla="*/ 29 w 29"/>
                      <a:gd name="T13" fmla="*/ 12 h 31"/>
                      <a:gd name="T14" fmla="*/ 29 w 29"/>
                      <a:gd name="T15" fmla="*/ 13 h 31"/>
                      <a:gd name="T16" fmla="*/ 29 w 29"/>
                      <a:gd name="T17" fmla="*/ 15 h 31"/>
                      <a:gd name="T18" fmla="*/ 29 w 29"/>
                      <a:gd name="T19" fmla="*/ 17 h 31"/>
                      <a:gd name="T20" fmla="*/ 29 w 29"/>
                      <a:gd name="T21" fmla="*/ 18 h 31"/>
                      <a:gd name="T22" fmla="*/ 28 w 29"/>
                      <a:gd name="T23" fmla="*/ 19 h 31"/>
                      <a:gd name="T24" fmla="*/ 26 w 29"/>
                      <a:gd name="T25" fmla="*/ 21 h 31"/>
                      <a:gd name="T26" fmla="*/ 25 w 29"/>
                      <a:gd name="T27" fmla="*/ 23 h 31"/>
                      <a:gd name="T28" fmla="*/ 24 w 29"/>
                      <a:gd name="T29" fmla="*/ 23 h 31"/>
                      <a:gd name="T30" fmla="*/ 23 w 29"/>
                      <a:gd name="T31" fmla="*/ 25 h 31"/>
                      <a:gd name="T32" fmla="*/ 23 w 29"/>
                      <a:gd name="T33" fmla="*/ 27 h 31"/>
                      <a:gd name="T34" fmla="*/ 21 w 29"/>
                      <a:gd name="T35" fmla="*/ 28 h 31"/>
                      <a:gd name="T36" fmla="*/ 19 w 29"/>
                      <a:gd name="T37" fmla="*/ 30 h 31"/>
                      <a:gd name="T38" fmla="*/ 19 w 29"/>
                      <a:gd name="T39" fmla="*/ 30 h 31"/>
                      <a:gd name="T40" fmla="*/ 16 w 29"/>
                      <a:gd name="T41" fmla="*/ 31 h 31"/>
                      <a:gd name="T42" fmla="*/ 15 w 29"/>
                      <a:gd name="T43" fmla="*/ 31 h 31"/>
                      <a:gd name="T44" fmla="*/ 14 w 29"/>
                      <a:gd name="T45" fmla="*/ 31 h 31"/>
                      <a:gd name="T46" fmla="*/ 13 w 29"/>
                      <a:gd name="T47" fmla="*/ 31 h 31"/>
                      <a:gd name="T48" fmla="*/ 11 w 29"/>
                      <a:gd name="T49" fmla="*/ 31 h 31"/>
                      <a:gd name="T50" fmla="*/ 9 w 29"/>
                      <a:gd name="T51" fmla="*/ 30 h 31"/>
                      <a:gd name="T52" fmla="*/ 8 w 29"/>
                      <a:gd name="T53" fmla="*/ 30 h 31"/>
                      <a:gd name="T54" fmla="*/ 7 w 29"/>
                      <a:gd name="T55" fmla="*/ 28 h 31"/>
                      <a:gd name="T56" fmla="*/ 6 w 29"/>
                      <a:gd name="T57" fmla="*/ 28 h 31"/>
                      <a:gd name="T58" fmla="*/ 6 w 29"/>
                      <a:gd name="T59" fmla="*/ 27 h 31"/>
                      <a:gd name="T60" fmla="*/ 3 w 29"/>
                      <a:gd name="T61" fmla="*/ 27 h 31"/>
                      <a:gd name="T62" fmla="*/ 3 w 29"/>
                      <a:gd name="T63" fmla="*/ 26 h 31"/>
                      <a:gd name="T64" fmla="*/ 2 w 29"/>
                      <a:gd name="T65" fmla="*/ 25 h 31"/>
                      <a:gd name="T66" fmla="*/ 2 w 29"/>
                      <a:gd name="T67" fmla="*/ 23 h 31"/>
                      <a:gd name="T68" fmla="*/ 1 w 29"/>
                      <a:gd name="T69" fmla="*/ 23 h 31"/>
                      <a:gd name="T70" fmla="*/ 1 w 29"/>
                      <a:gd name="T71" fmla="*/ 21 h 31"/>
                      <a:gd name="T72" fmla="*/ 0 w 29"/>
                      <a:gd name="T73" fmla="*/ 20 h 31"/>
                      <a:gd name="T74" fmla="*/ 0 w 29"/>
                      <a:gd name="T75" fmla="*/ 19 h 31"/>
                      <a:gd name="T76" fmla="*/ 0 w 29"/>
                      <a:gd name="T77" fmla="*/ 18 h 31"/>
                      <a:gd name="T78" fmla="*/ 0 w 29"/>
                      <a:gd name="T79" fmla="*/ 17 h 31"/>
                      <a:gd name="T80" fmla="*/ 0 w 29"/>
                      <a:gd name="T81" fmla="*/ 16 h 31"/>
                      <a:gd name="T82" fmla="*/ 1 w 29"/>
                      <a:gd name="T83" fmla="*/ 13 h 31"/>
                      <a:gd name="T84" fmla="*/ 1 w 29"/>
                      <a:gd name="T85" fmla="*/ 11 h 31"/>
                      <a:gd name="T86" fmla="*/ 2 w 29"/>
                      <a:gd name="T87" fmla="*/ 9 h 31"/>
                      <a:gd name="T88" fmla="*/ 3 w 29"/>
                      <a:gd name="T89" fmla="*/ 7 h 31"/>
                      <a:gd name="T90" fmla="*/ 4 w 29"/>
                      <a:gd name="T91" fmla="*/ 5 h 31"/>
                      <a:gd name="T92" fmla="*/ 6 w 29"/>
                      <a:gd name="T93" fmla="*/ 4 h 31"/>
                      <a:gd name="T94" fmla="*/ 7 w 29"/>
                      <a:gd name="T95" fmla="*/ 2 h 31"/>
                      <a:gd name="T96" fmla="*/ 9 w 29"/>
                      <a:gd name="T97" fmla="*/ 2 h 31"/>
                      <a:gd name="T98" fmla="*/ 11 w 29"/>
                      <a:gd name="T99" fmla="*/ 1 h 31"/>
                      <a:gd name="T100" fmla="*/ 14 w 29"/>
                      <a:gd name="T101" fmla="*/ 0 h 31"/>
                      <a:gd name="T102" fmla="*/ 15 w 29"/>
                      <a:gd name="T103" fmla="*/ 0 h 31"/>
                      <a:gd name="T104" fmla="*/ 16 w 29"/>
                      <a:gd name="T105" fmla="*/ 0 h 31"/>
                      <a:gd name="T106" fmla="*/ 17 w 29"/>
                      <a:gd name="T107" fmla="*/ 0 h 31"/>
                      <a:gd name="T108" fmla="*/ 19 w 29"/>
                      <a:gd name="T109" fmla="*/ 0 h 31"/>
                      <a:gd name="T110" fmla="*/ 19 w 29"/>
                      <a:gd name="T111" fmla="*/ 1 h 31"/>
                      <a:gd name="T112" fmla="*/ 22 w 29"/>
                      <a:gd name="T113" fmla="*/ 1 h 31"/>
                      <a:gd name="T114" fmla="*/ 23 w 29"/>
                      <a:gd name="T115" fmla="*/ 2 h 31"/>
                      <a:gd name="T116" fmla="*/ 24 w 29"/>
                      <a:gd name="T117" fmla="*/ 2 h 31"/>
                      <a:gd name="T118" fmla="*/ 25 w 29"/>
                      <a:gd name="T119" fmla="*/ 3 h 31"/>
                      <a:gd name="T120" fmla="*/ 25 w 29"/>
                      <a:gd name="T121" fmla="*/ 4 h 31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9"/>
                      <a:gd name="T184" fmla="*/ 0 h 31"/>
                      <a:gd name="T185" fmla="*/ 29 w 29"/>
                      <a:gd name="T186" fmla="*/ 31 h 31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9" h="31">
                        <a:moveTo>
                          <a:pt x="25" y="4"/>
                        </a:moveTo>
                        <a:lnTo>
                          <a:pt x="26" y="5"/>
                        </a:lnTo>
                        <a:lnTo>
                          <a:pt x="28" y="7"/>
                        </a:lnTo>
                        <a:lnTo>
                          <a:pt x="29" y="9"/>
                        </a:lnTo>
                        <a:lnTo>
                          <a:pt x="29" y="10"/>
                        </a:lnTo>
                        <a:lnTo>
                          <a:pt x="29" y="12"/>
                        </a:lnTo>
                        <a:lnTo>
                          <a:pt x="29" y="13"/>
                        </a:lnTo>
                        <a:lnTo>
                          <a:pt x="29" y="15"/>
                        </a:lnTo>
                        <a:lnTo>
                          <a:pt x="29" y="17"/>
                        </a:lnTo>
                        <a:lnTo>
                          <a:pt x="29" y="18"/>
                        </a:lnTo>
                        <a:lnTo>
                          <a:pt x="28" y="19"/>
                        </a:lnTo>
                        <a:lnTo>
                          <a:pt x="26" y="21"/>
                        </a:lnTo>
                        <a:lnTo>
                          <a:pt x="25" y="23"/>
                        </a:lnTo>
                        <a:lnTo>
                          <a:pt x="24" y="23"/>
                        </a:lnTo>
                        <a:lnTo>
                          <a:pt x="23" y="25"/>
                        </a:lnTo>
                        <a:lnTo>
                          <a:pt x="23" y="27"/>
                        </a:lnTo>
                        <a:lnTo>
                          <a:pt x="21" y="28"/>
                        </a:lnTo>
                        <a:lnTo>
                          <a:pt x="19" y="30"/>
                        </a:lnTo>
                        <a:lnTo>
                          <a:pt x="16" y="31"/>
                        </a:lnTo>
                        <a:lnTo>
                          <a:pt x="15" y="31"/>
                        </a:lnTo>
                        <a:lnTo>
                          <a:pt x="14" y="31"/>
                        </a:lnTo>
                        <a:lnTo>
                          <a:pt x="13" y="31"/>
                        </a:lnTo>
                        <a:lnTo>
                          <a:pt x="11" y="31"/>
                        </a:lnTo>
                        <a:lnTo>
                          <a:pt x="9" y="30"/>
                        </a:lnTo>
                        <a:lnTo>
                          <a:pt x="8" y="30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6" y="27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1" y="23"/>
                        </a:lnTo>
                        <a:lnTo>
                          <a:pt x="1" y="21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9"/>
                        </a:lnTo>
                        <a:lnTo>
                          <a:pt x="3" y="7"/>
                        </a:lnTo>
                        <a:lnTo>
                          <a:pt x="4" y="5"/>
                        </a:lnTo>
                        <a:lnTo>
                          <a:pt x="6" y="4"/>
                        </a:lnTo>
                        <a:lnTo>
                          <a:pt x="7" y="2"/>
                        </a:lnTo>
                        <a:lnTo>
                          <a:pt x="9" y="2"/>
                        </a:lnTo>
                        <a:lnTo>
                          <a:pt x="11" y="1"/>
                        </a:lnTo>
                        <a:lnTo>
                          <a:pt x="14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9" y="1"/>
                        </a:lnTo>
                        <a:lnTo>
                          <a:pt x="22" y="1"/>
                        </a:lnTo>
                        <a:lnTo>
                          <a:pt x="23" y="2"/>
                        </a:lnTo>
                        <a:lnTo>
                          <a:pt x="24" y="2"/>
                        </a:lnTo>
                        <a:lnTo>
                          <a:pt x="25" y="3"/>
                        </a:lnTo>
                        <a:lnTo>
                          <a:pt x="25" y="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69" name="Freeform 1159"/>
                  <p:cNvSpPr>
                    <a:spLocks/>
                  </p:cNvSpPr>
                  <p:nvPr/>
                </p:nvSpPr>
                <p:spPr bwMode="auto">
                  <a:xfrm>
                    <a:off x="2592" y="2639"/>
                    <a:ext cx="29" cy="31"/>
                  </a:xfrm>
                  <a:custGeom>
                    <a:avLst/>
                    <a:gdLst>
                      <a:gd name="T0" fmla="*/ 25 w 29"/>
                      <a:gd name="T1" fmla="*/ 4 h 31"/>
                      <a:gd name="T2" fmla="*/ 26 w 29"/>
                      <a:gd name="T3" fmla="*/ 5 h 31"/>
                      <a:gd name="T4" fmla="*/ 28 w 29"/>
                      <a:gd name="T5" fmla="*/ 7 h 31"/>
                      <a:gd name="T6" fmla="*/ 28 w 29"/>
                      <a:gd name="T7" fmla="*/ 7 h 31"/>
                      <a:gd name="T8" fmla="*/ 29 w 29"/>
                      <a:gd name="T9" fmla="*/ 9 h 31"/>
                      <a:gd name="T10" fmla="*/ 29 w 29"/>
                      <a:gd name="T11" fmla="*/ 10 h 31"/>
                      <a:gd name="T12" fmla="*/ 29 w 29"/>
                      <a:gd name="T13" fmla="*/ 12 h 31"/>
                      <a:gd name="T14" fmla="*/ 29 w 29"/>
                      <a:gd name="T15" fmla="*/ 13 h 31"/>
                      <a:gd name="T16" fmla="*/ 29 w 29"/>
                      <a:gd name="T17" fmla="*/ 15 h 31"/>
                      <a:gd name="T18" fmla="*/ 29 w 29"/>
                      <a:gd name="T19" fmla="*/ 17 h 31"/>
                      <a:gd name="T20" fmla="*/ 29 w 29"/>
                      <a:gd name="T21" fmla="*/ 18 h 31"/>
                      <a:gd name="T22" fmla="*/ 28 w 29"/>
                      <a:gd name="T23" fmla="*/ 19 h 31"/>
                      <a:gd name="T24" fmla="*/ 26 w 29"/>
                      <a:gd name="T25" fmla="*/ 21 h 31"/>
                      <a:gd name="T26" fmla="*/ 25 w 29"/>
                      <a:gd name="T27" fmla="*/ 23 h 31"/>
                      <a:gd name="T28" fmla="*/ 24 w 29"/>
                      <a:gd name="T29" fmla="*/ 23 h 31"/>
                      <a:gd name="T30" fmla="*/ 23 w 29"/>
                      <a:gd name="T31" fmla="*/ 25 h 31"/>
                      <a:gd name="T32" fmla="*/ 23 w 29"/>
                      <a:gd name="T33" fmla="*/ 27 h 31"/>
                      <a:gd name="T34" fmla="*/ 21 w 29"/>
                      <a:gd name="T35" fmla="*/ 28 h 31"/>
                      <a:gd name="T36" fmla="*/ 19 w 29"/>
                      <a:gd name="T37" fmla="*/ 30 h 31"/>
                      <a:gd name="T38" fmla="*/ 19 w 29"/>
                      <a:gd name="T39" fmla="*/ 30 h 31"/>
                      <a:gd name="T40" fmla="*/ 16 w 29"/>
                      <a:gd name="T41" fmla="*/ 31 h 31"/>
                      <a:gd name="T42" fmla="*/ 15 w 29"/>
                      <a:gd name="T43" fmla="*/ 31 h 31"/>
                      <a:gd name="T44" fmla="*/ 14 w 29"/>
                      <a:gd name="T45" fmla="*/ 31 h 31"/>
                      <a:gd name="T46" fmla="*/ 13 w 29"/>
                      <a:gd name="T47" fmla="*/ 31 h 31"/>
                      <a:gd name="T48" fmla="*/ 11 w 29"/>
                      <a:gd name="T49" fmla="*/ 31 h 31"/>
                      <a:gd name="T50" fmla="*/ 9 w 29"/>
                      <a:gd name="T51" fmla="*/ 30 h 31"/>
                      <a:gd name="T52" fmla="*/ 8 w 29"/>
                      <a:gd name="T53" fmla="*/ 30 h 31"/>
                      <a:gd name="T54" fmla="*/ 7 w 29"/>
                      <a:gd name="T55" fmla="*/ 28 h 31"/>
                      <a:gd name="T56" fmla="*/ 6 w 29"/>
                      <a:gd name="T57" fmla="*/ 28 h 31"/>
                      <a:gd name="T58" fmla="*/ 6 w 29"/>
                      <a:gd name="T59" fmla="*/ 27 h 31"/>
                      <a:gd name="T60" fmla="*/ 3 w 29"/>
                      <a:gd name="T61" fmla="*/ 27 h 31"/>
                      <a:gd name="T62" fmla="*/ 3 w 29"/>
                      <a:gd name="T63" fmla="*/ 26 h 31"/>
                      <a:gd name="T64" fmla="*/ 2 w 29"/>
                      <a:gd name="T65" fmla="*/ 25 h 31"/>
                      <a:gd name="T66" fmla="*/ 2 w 29"/>
                      <a:gd name="T67" fmla="*/ 23 h 31"/>
                      <a:gd name="T68" fmla="*/ 1 w 29"/>
                      <a:gd name="T69" fmla="*/ 23 h 31"/>
                      <a:gd name="T70" fmla="*/ 1 w 29"/>
                      <a:gd name="T71" fmla="*/ 21 h 31"/>
                      <a:gd name="T72" fmla="*/ 0 w 29"/>
                      <a:gd name="T73" fmla="*/ 20 h 31"/>
                      <a:gd name="T74" fmla="*/ 0 w 29"/>
                      <a:gd name="T75" fmla="*/ 19 h 31"/>
                      <a:gd name="T76" fmla="*/ 0 w 29"/>
                      <a:gd name="T77" fmla="*/ 18 h 31"/>
                      <a:gd name="T78" fmla="*/ 0 w 29"/>
                      <a:gd name="T79" fmla="*/ 17 h 31"/>
                      <a:gd name="T80" fmla="*/ 0 w 29"/>
                      <a:gd name="T81" fmla="*/ 16 h 31"/>
                      <a:gd name="T82" fmla="*/ 1 w 29"/>
                      <a:gd name="T83" fmla="*/ 13 h 31"/>
                      <a:gd name="T84" fmla="*/ 1 w 29"/>
                      <a:gd name="T85" fmla="*/ 11 h 31"/>
                      <a:gd name="T86" fmla="*/ 2 w 29"/>
                      <a:gd name="T87" fmla="*/ 9 h 31"/>
                      <a:gd name="T88" fmla="*/ 3 w 29"/>
                      <a:gd name="T89" fmla="*/ 7 h 31"/>
                      <a:gd name="T90" fmla="*/ 4 w 29"/>
                      <a:gd name="T91" fmla="*/ 5 h 31"/>
                      <a:gd name="T92" fmla="*/ 6 w 29"/>
                      <a:gd name="T93" fmla="*/ 4 h 31"/>
                      <a:gd name="T94" fmla="*/ 7 w 29"/>
                      <a:gd name="T95" fmla="*/ 2 h 31"/>
                      <a:gd name="T96" fmla="*/ 9 w 29"/>
                      <a:gd name="T97" fmla="*/ 2 h 31"/>
                      <a:gd name="T98" fmla="*/ 11 w 29"/>
                      <a:gd name="T99" fmla="*/ 1 h 31"/>
                      <a:gd name="T100" fmla="*/ 14 w 29"/>
                      <a:gd name="T101" fmla="*/ 0 h 31"/>
                      <a:gd name="T102" fmla="*/ 15 w 29"/>
                      <a:gd name="T103" fmla="*/ 0 h 31"/>
                      <a:gd name="T104" fmla="*/ 16 w 29"/>
                      <a:gd name="T105" fmla="*/ 0 h 31"/>
                      <a:gd name="T106" fmla="*/ 17 w 29"/>
                      <a:gd name="T107" fmla="*/ 0 h 31"/>
                      <a:gd name="T108" fmla="*/ 19 w 29"/>
                      <a:gd name="T109" fmla="*/ 0 h 31"/>
                      <a:gd name="T110" fmla="*/ 19 w 29"/>
                      <a:gd name="T111" fmla="*/ 1 h 31"/>
                      <a:gd name="T112" fmla="*/ 22 w 29"/>
                      <a:gd name="T113" fmla="*/ 1 h 31"/>
                      <a:gd name="T114" fmla="*/ 23 w 29"/>
                      <a:gd name="T115" fmla="*/ 2 h 31"/>
                      <a:gd name="T116" fmla="*/ 24 w 29"/>
                      <a:gd name="T117" fmla="*/ 2 h 31"/>
                      <a:gd name="T118" fmla="*/ 25 w 29"/>
                      <a:gd name="T119" fmla="*/ 3 h 31"/>
                      <a:gd name="T120" fmla="*/ 25 w 29"/>
                      <a:gd name="T121" fmla="*/ 4 h 31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9"/>
                      <a:gd name="T184" fmla="*/ 0 h 31"/>
                      <a:gd name="T185" fmla="*/ 29 w 29"/>
                      <a:gd name="T186" fmla="*/ 31 h 31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9" h="31">
                        <a:moveTo>
                          <a:pt x="25" y="4"/>
                        </a:moveTo>
                        <a:lnTo>
                          <a:pt x="26" y="5"/>
                        </a:lnTo>
                        <a:lnTo>
                          <a:pt x="28" y="7"/>
                        </a:lnTo>
                        <a:lnTo>
                          <a:pt x="29" y="9"/>
                        </a:lnTo>
                        <a:lnTo>
                          <a:pt x="29" y="10"/>
                        </a:lnTo>
                        <a:lnTo>
                          <a:pt x="29" y="12"/>
                        </a:lnTo>
                        <a:lnTo>
                          <a:pt x="29" y="13"/>
                        </a:lnTo>
                        <a:lnTo>
                          <a:pt x="29" y="15"/>
                        </a:lnTo>
                        <a:lnTo>
                          <a:pt x="29" y="17"/>
                        </a:lnTo>
                        <a:lnTo>
                          <a:pt x="29" y="18"/>
                        </a:lnTo>
                        <a:lnTo>
                          <a:pt x="28" y="19"/>
                        </a:lnTo>
                        <a:lnTo>
                          <a:pt x="26" y="21"/>
                        </a:lnTo>
                        <a:lnTo>
                          <a:pt x="25" y="23"/>
                        </a:lnTo>
                        <a:lnTo>
                          <a:pt x="24" y="23"/>
                        </a:lnTo>
                        <a:lnTo>
                          <a:pt x="23" y="25"/>
                        </a:lnTo>
                        <a:lnTo>
                          <a:pt x="23" y="27"/>
                        </a:lnTo>
                        <a:lnTo>
                          <a:pt x="21" y="28"/>
                        </a:lnTo>
                        <a:lnTo>
                          <a:pt x="19" y="30"/>
                        </a:lnTo>
                        <a:lnTo>
                          <a:pt x="16" y="31"/>
                        </a:lnTo>
                        <a:lnTo>
                          <a:pt x="15" y="31"/>
                        </a:lnTo>
                        <a:lnTo>
                          <a:pt x="14" y="31"/>
                        </a:lnTo>
                        <a:lnTo>
                          <a:pt x="13" y="31"/>
                        </a:lnTo>
                        <a:lnTo>
                          <a:pt x="11" y="31"/>
                        </a:lnTo>
                        <a:lnTo>
                          <a:pt x="9" y="30"/>
                        </a:lnTo>
                        <a:lnTo>
                          <a:pt x="8" y="30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6" y="27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1" y="23"/>
                        </a:lnTo>
                        <a:lnTo>
                          <a:pt x="1" y="21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9"/>
                        </a:lnTo>
                        <a:lnTo>
                          <a:pt x="3" y="7"/>
                        </a:lnTo>
                        <a:lnTo>
                          <a:pt x="4" y="5"/>
                        </a:lnTo>
                        <a:lnTo>
                          <a:pt x="6" y="4"/>
                        </a:lnTo>
                        <a:lnTo>
                          <a:pt x="7" y="2"/>
                        </a:lnTo>
                        <a:lnTo>
                          <a:pt x="9" y="2"/>
                        </a:lnTo>
                        <a:lnTo>
                          <a:pt x="11" y="1"/>
                        </a:lnTo>
                        <a:lnTo>
                          <a:pt x="14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9" y="1"/>
                        </a:lnTo>
                        <a:lnTo>
                          <a:pt x="22" y="1"/>
                        </a:lnTo>
                        <a:lnTo>
                          <a:pt x="23" y="2"/>
                        </a:lnTo>
                        <a:lnTo>
                          <a:pt x="24" y="2"/>
                        </a:lnTo>
                        <a:lnTo>
                          <a:pt x="25" y="3"/>
                        </a:lnTo>
                        <a:lnTo>
                          <a:pt x="25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56" name="Freeform 1160"/>
                <p:cNvSpPr>
                  <a:spLocks/>
                </p:cNvSpPr>
                <p:nvPr/>
              </p:nvSpPr>
              <p:spPr bwMode="auto">
                <a:xfrm>
                  <a:off x="2603" y="2643"/>
                  <a:ext cx="13" cy="12"/>
                </a:xfrm>
                <a:custGeom>
                  <a:avLst/>
                  <a:gdLst>
                    <a:gd name="T0" fmla="*/ 13 w 13"/>
                    <a:gd name="T1" fmla="*/ 11 h 12"/>
                    <a:gd name="T2" fmla="*/ 13 w 13"/>
                    <a:gd name="T3" fmla="*/ 12 h 12"/>
                    <a:gd name="T4" fmla="*/ 0 w 13"/>
                    <a:gd name="T5" fmla="*/ 1 h 12"/>
                    <a:gd name="T6" fmla="*/ 0 w 13"/>
                    <a:gd name="T7" fmla="*/ 0 h 12"/>
                    <a:gd name="T8" fmla="*/ 2 w 13"/>
                    <a:gd name="T9" fmla="*/ 1 h 12"/>
                    <a:gd name="T10" fmla="*/ 4 w 13"/>
                    <a:gd name="T11" fmla="*/ 2 h 12"/>
                    <a:gd name="T12" fmla="*/ 5 w 13"/>
                    <a:gd name="T13" fmla="*/ 3 h 12"/>
                    <a:gd name="T14" fmla="*/ 6 w 13"/>
                    <a:gd name="T15" fmla="*/ 3 h 12"/>
                    <a:gd name="T16" fmla="*/ 8 w 13"/>
                    <a:gd name="T17" fmla="*/ 4 h 12"/>
                    <a:gd name="T18" fmla="*/ 8 w 13"/>
                    <a:gd name="T19" fmla="*/ 6 h 12"/>
                    <a:gd name="T20" fmla="*/ 10 w 13"/>
                    <a:gd name="T21" fmla="*/ 7 h 12"/>
                    <a:gd name="T22" fmla="*/ 11 w 13"/>
                    <a:gd name="T23" fmla="*/ 8 h 12"/>
                    <a:gd name="T24" fmla="*/ 12 w 13"/>
                    <a:gd name="T25" fmla="*/ 9 h 12"/>
                    <a:gd name="T26" fmla="*/ 13 w 13"/>
                    <a:gd name="T27" fmla="*/ 12 h 12"/>
                    <a:gd name="T28" fmla="*/ 13 w 13"/>
                    <a:gd name="T29" fmla="*/ 11 h 1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2"/>
                    <a:gd name="T47" fmla="*/ 13 w 13"/>
                    <a:gd name="T48" fmla="*/ 12 h 1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2">
                      <a:moveTo>
                        <a:pt x="13" y="11"/>
                      </a:moveTo>
                      <a:lnTo>
                        <a:pt x="13" y="1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6" y="3"/>
                      </a:lnTo>
                      <a:lnTo>
                        <a:pt x="8" y="4"/>
                      </a:lnTo>
                      <a:lnTo>
                        <a:pt x="8" y="6"/>
                      </a:lnTo>
                      <a:lnTo>
                        <a:pt x="10" y="7"/>
                      </a:lnTo>
                      <a:lnTo>
                        <a:pt x="11" y="8"/>
                      </a:lnTo>
                      <a:lnTo>
                        <a:pt x="12" y="9"/>
                      </a:lnTo>
                      <a:lnTo>
                        <a:pt x="13" y="12"/>
                      </a:lnTo>
                      <a:lnTo>
                        <a:pt x="13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57" name="Group 1161"/>
                <p:cNvGrpSpPr>
                  <a:grpSpLocks/>
                </p:cNvGrpSpPr>
                <p:nvPr/>
              </p:nvGrpSpPr>
              <p:grpSpPr bwMode="auto">
                <a:xfrm>
                  <a:off x="2603" y="2643"/>
                  <a:ext cx="13" cy="12"/>
                  <a:chOff x="2603" y="2643"/>
                  <a:chExt cx="13" cy="12"/>
                </a:xfrm>
              </p:grpSpPr>
              <p:sp>
                <p:nvSpPr>
                  <p:cNvPr id="34866" name="Freeform 1162"/>
                  <p:cNvSpPr>
                    <a:spLocks/>
                  </p:cNvSpPr>
                  <p:nvPr/>
                </p:nvSpPr>
                <p:spPr bwMode="auto">
                  <a:xfrm>
                    <a:off x="2603" y="2643"/>
                    <a:ext cx="13" cy="12"/>
                  </a:xfrm>
                  <a:custGeom>
                    <a:avLst/>
                    <a:gdLst>
                      <a:gd name="T0" fmla="*/ 13 w 13"/>
                      <a:gd name="T1" fmla="*/ 11 h 12"/>
                      <a:gd name="T2" fmla="*/ 13 w 13"/>
                      <a:gd name="T3" fmla="*/ 12 h 12"/>
                      <a:gd name="T4" fmla="*/ 0 w 13"/>
                      <a:gd name="T5" fmla="*/ 1 h 12"/>
                      <a:gd name="T6" fmla="*/ 0 w 13"/>
                      <a:gd name="T7" fmla="*/ 0 h 12"/>
                      <a:gd name="T8" fmla="*/ 2 w 13"/>
                      <a:gd name="T9" fmla="*/ 1 h 12"/>
                      <a:gd name="T10" fmla="*/ 4 w 13"/>
                      <a:gd name="T11" fmla="*/ 2 h 12"/>
                      <a:gd name="T12" fmla="*/ 5 w 13"/>
                      <a:gd name="T13" fmla="*/ 3 h 12"/>
                      <a:gd name="T14" fmla="*/ 6 w 13"/>
                      <a:gd name="T15" fmla="*/ 3 h 12"/>
                      <a:gd name="T16" fmla="*/ 8 w 13"/>
                      <a:gd name="T17" fmla="*/ 4 h 12"/>
                      <a:gd name="T18" fmla="*/ 8 w 13"/>
                      <a:gd name="T19" fmla="*/ 6 h 12"/>
                      <a:gd name="T20" fmla="*/ 10 w 13"/>
                      <a:gd name="T21" fmla="*/ 7 h 12"/>
                      <a:gd name="T22" fmla="*/ 11 w 13"/>
                      <a:gd name="T23" fmla="*/ 8 h 12"/>
                      <a:gd name="T24" fmla="*/ 12 w 13"/>
                      <a:gd name="T25" fmla="*/ 9 h 12"/>
                      <a:gd name="T26" fmla="*/ 13 w 13"/>
                      <a:gd name="T27" fmla="*/ 12 h 12"/>
                      <a:gd name="T28" fmla="*/ 13 w 13"/>
                      <a:gd name="T29" fmla="*/ 11 h 1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3"/>
                      <a:gd name="T46" fmla="*/ 0 h 12"/>
                      <a:gd name="T47" fmla="*/ 13 w 13"/>
                      <a:gd name="T48" fmla="*/ 12 h 1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3" h="12">
                        <a:moveTo>
                          <a:pt x="13" y="11"/>
                        </a:moveTo>
                        <a:lnTo>
                          <a:pt x="13" y="1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8" y="6"/>
                        </a:lnTo>
                        <a:lnTo>
                          <a:pt x="10" y="7"/>
                        </a:lnTo>
                        <a:lnTo>
                          <a:pt x="11" y="8"/>
                        </a:lnTo>
                        <a:lnTo>
                          <a:pt x="12" y="9"/>
                        </a:lnTo>
                        <a:lnTo>
                          <a:pt x="13" y="12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67" name="Freeform 1163"/>
                  <p:cNvSpPr>
                    <a:spLocks/>
                  </p:cNvSpPr>
                  <p:nvPr/>
                </p:nvSpPr>
                <p:spPr bwMode="auto">
                  <a:xfrm>
                    <a:off x="2603" y="2643"/>
                    <a:ext cx="13" cy="12"/>
                  </a:xfrm>
                  <a:custGeom>
                    <a:avLst/>
                    <a:gdLst>
                      <a:gd name="T0" fmla="*/ 13 w 13"/>
                      <a:gd name="T1" fmla="*/ 11 h 12"/>
                      <a:gd name="T2" fmla="*/ 13 w 13"/>
                      <a:gd name="T3" fmla="*/ 12 h 12"/>
                      <a:gd name="T4" fmla="*/ 0 w 13"/>
                      <a:gd name="T5" fmla="*/ 1 h 12"/>
                      <a:gd name="T6" fmla="*/ 0 w 13"/>
                      <a:gd name="T7" fmla="*/ 0 h 12"/>
                      <a:gd name="T8" fmla="*/ 2 w 13"/>
                      <a:gd name="T9" fmla="*/ 1 h 12"/>
                      <a:gd name="T10" fmla="*/ 4 w 13"/>
                      <a:gd name="T11" fmla="*/ 2 h 12"/>
                      <a:gd name="T12" fmla="*/ 5 w 13"/>
                      <a:gd name="T13" fmla="*/ 3 h 12"/>
                      <a:gd name="T14" fmla="*/ 6 w 13"/>
                      <a:gd name="T15" fmla="*/ 3 h 12"/>
                      <a:gd name="T16" fmla="*/ 8 w 13"/>
                      <a:gd name="T17" fmla="*/ 4 h 12"/>
                      <a:gd name="T18" fmla="*/ 8 w 13"/>
                      <a:gd name="T19" fmla="*/ 6 h 12"/>
                      <a:gd name="T20" fmla="*/ 10 w 13"/>
                      <a:gd name="T21" fmla="*/ 7 h 12"/>
                      <a:gd name="T22" fmla="*/ 11 w 13"/>
                      <a:gd name="T23" fmla="*/ 8 h 12"/>
                      <a:gd name="T24" fmla="*/ 12 w 13"/>
                      <a:gd name="T25" fmla="*/ 9 h 12"/>
                      <a:gd name="T26" fmla="*/ 13 w 13"/>
                      <a:gd name="T27" fmla="*/ 12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2"/>
                      <a:gd name="T44" fmla="*/ 13 w 13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2">
                        <a:moveTo>
                          <a:pt x="13" y="11"/>
                        </a:moveTo>
                        <a:lnTo>
                          <a:pt x="13" y="1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8" y="6"/>
                        </a:lnTo>
                        <a:lnTo>
                          <a:pt x="10" y="7"/>
                        </a:lnTo>
                        <a:lnTo>
                          <a:pt x="11" y="8"/>
                        </a:lnTo>
                        <a:lnTo>
                          <a:pt x="12" y="9"/>
                        </a:lnTo>
                        <a:lnTo>
                          <a:pt x="13" y="1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58" name="Freeform 1164"/>
                <p:cNvSpPr>
                  <a:spLocks/>
                </p:cNvSpPr>
                <p:nvPr/>
              </p:nvSpPr>
              <p:spPr bwMode="auto">
                <a:xfrm>
                  <a:off x="2616" y="2658"/>
                  <a:ext cx="26" cy="29"/>
                </a:xfrm>
                <a:custGeom>
                  <a:avLst/>
                  <a:gdLst>
                    <a:gd name="T0" fmla="*/ 22 w 26"/>
                    <a:gd name="T1" fmla="*/ 2 h 29"/>
                    <a:gd name="T2" fmla="*/ 22 w 26"/>
                    <a:gd name="T3" fmla="*/ 3 h 29"/>
                    <a:gd name="T4" fmla="*/ 23 w 26"/>
                    <a:gd name="T5" fmla="*/ 4 h 29"/>
                    <a:gd name="T6" fmla="*/ 24 w 26"/>
                    <a:gd name="T7" fmla="*/ 5 h 29"/>
                    <a:gd name="T8" fmla="*/ 24 w 26"/>
                    <a:gd name="T9" fmla="*/ 7 h 29"/>
                    <a:gd name="T10" fmla="*/ 25 w 26"/>
                    <a:gd name="T11" fmla="*/ 7 h 29"/>
                    <a:gd name="T12" fmla="*/ 25 w 26"/>
                    <a:gd name="T13" fmla="*/ 9 h 29"/>
                    <a:gd name="T14" fmla="*/ 26 w 26"/>
                    <a:gd name="T15" fmla="*/ 9 h 29"/>
                    <a:gd name="T16" fmla="*/ 26 w 26"/>
                    <a:gd name="T17" fmla="*/ 12 h 29"/>
                    <a:gd name="T18" fmla="*/ 26 w 26"/>
                    <a:gd name="T19" fmla="*/ 13 h 29"/>
                    <a:gd name="T20" fmla="*/ 26 w 26"/>
                    <a:gd name="T21" fmla="*/ 15 h 29"/>
                    <a:gd name="T22" fmla="*/ 26 w 26"/>
                    <a:gd name="T23" fmla="*/ 16 h 29"/>
                    <a:gd name="T24" fmla="*/ 26 w 26"/>
                    <a:gd name="T25" fmla="*/ 18 h 29"/>
                    <a:gd name="T26" fmla="*/ 25 w 26"/>
                    <a:gd name="T27" fmla="*/ 19 h 29"/>
                    <a:gd name="T28" fmla="*/ 24 w 26"/>
                    <a:gd name="T29" fmla="*/ 21 h 29"/>
                    <a:gd name="T30" fmla="*/ 24 w 26"/>
                    <a:gd name="T31" fmla="*/ 22 h 29"/>
                    <a:gd name="T32" fmla="*/ 23 w 26"/>
                    <a:gd name="T33" fmla="*/ 23 h 29"/>
                    <a:gd name="T34" fmla="*/ 22 w 26"/>
                    <a:gd name="T35" fmla="*/ 25 h 29"/>
                    <a:gd name="T36" fmla="*/ 21 w 26"/>
                    <a:gd name="T37" fmla="*/ 27 h 29"/>
                    <a:gd name="T38" fmla="*/ 18 w 26"/>
                    <a:gd name="T39" fmla="*/ 28 h 29"/>
                    <a:gd name="T40" fmla="*/ 17 w 26"/>
                    <a:gd name="T41" fmla="*/ 29 h 29"/>
                    <a:gd name="T42" fmla="*/ 16 w 26"/>
                    <a:gd name="T43" fmla="*/ 29 h 29"/>
                    <a:gd name="T44" fmla="*/ 14 w 26"/>
                    <a:gd name="T45" fmla="*/ 29 h 29"/>
                    <a:gd name="T46" fmla="*/ 14 w 26"/>
                    <a:gd name="T47" fmla="*/ 29 h 29"/>
                    <a:gd name="T48" fmla="*/ 12 w 26"/>
                    <a:gd name="T49" fmla="*/ 29 h 29"/>
                    <a:gd name="T50" fmla="*/ 11 w 26"/>
                    <a:gd name="T51" fmla="*/ 29 h 29"/>
                    <a:gd name="T52" fmla="*/ 10 w 26"/>
                    <a:gd name="T53" fmla="*/ 29 h 29"/>
                    <a:gd name="T54" fmla="*/ 9 w 26"/>
                    <a:gd name="T55" fmla="*/ 29 h 29"/>
                    <a:gd name="T56" fmla="*/ 7 w 26"/>
                    <a:gd name="T57" fmla="*/ 28 h 29"/>
                    <a:gd name="T58" fmla="*/ 6 w 26"/>
                    <a:gd name="T59" fmla="*/ 28 h 29"/>
                    <a:gd name="T60" fmla="*/ 5 w 26"/>
                    <a:gd name="T61" fmla="*/ 27 h 29"/>
                    <a:gd name="T62" fmla="*/ 4 w 26"/>
                    <a:gd name="T63" fmla="*/ 25 h 29"/>
                    <a:gd name="T64" fmla="*/ 2 w 26"/>
                    <a:gd name="T65" fmla="*/ 23 h 29"/>
                    <a:gd name="T66" fmla="*/ 1 w 26"/>
                    <a:gd name="T67" fmla="*/ 21 h 29"/>
                    <a:gd name="T68" fmla="*/ 1 w 26"/>
                    <a:gd name="T69" fmla="*/ 20 h 29"/>
                    <a:gd name="T70" fmla="*/ 0 w 26"/>
                    <a:gd name="T71" fmla="*/ 18 h 29"/>
                    <a:gd name="T72" fmla="*/ 0 w 26"/>
                    <a:gd name="T73" fmla="*/ 17 h 29"/>
                    <a:gd name="T74" fmla="*/ 0 w 26"/>
                    <a:gd name="T75" fmla="*/ 15 h 29"/>
                    <a:gd name="T76" fmla="*/ 0 w 26"/>
                    <a:gd name="T77" fmla="*/ 14 h 29"/>
                    <a:gd name="T78" fmla="*/ 0 w 26"/>
                    <a:gd name="T79" fmla="*/ 12 h 29"/>
                    <a:gd name="T80" fmla="*/ 0 w 26"/>
                    <a:gd name="T81" fmla="*/ 9 h 29"/>
                    <a:gd name="T82" fmla="*/ 1 w 26"/>
                    <a:gd name="T83" fmla="*/ 7 h 29"/>
                    <a:gd name="T84" fmla="*/ 2 w 26"/>
                    <a:gd name="T85" fmla="*/ 7 h 29"/>
                    <a:gd name="T86" fmla="*/ 2 w 26"/>
                    <a:gd name="T87" fmla="*/ 5 h 29"/>
                    <a:gd name="T88" fmla="*/ 4 w 26"/>
                    <a:gd name="T89" fmla="*/ 4 h 29"/>
                    <a:gd name="T90" fmla="*/ 5 w 26"/>
                    <a:gd name="T91" fmla="*/ 3 h 29"/>
                    <a:gd name="T92" fmla="*/ 6 w 26"/>
                    <a:gd name="T93" fmla="*/ 3 h 29"/>
                    <a:gd name="T94" fmla="*/ 7 w 26"/>
                    <a:gd name="T95" fmla="*/ 2 h 29"/>
                    <a:gd name="T96" fmla="*/ 8 w 26"/>
                    <a:gd name="T97" fmla="*/ 1 h 29"/>
                    <a:gd name="T98" fmla="*/ 9 w 26"/>
                    <a:gd name="T99" fmla="*/ 1 h 29"/>
                    <a:gd name="T100" fmla="*/ 10 w 26"/>
                    <a:gd name="T101" fmla="*/ 0 h 29"/>
                    <a:gd name="T102" fmla="*/ 11 w 26"/>
                    <a:gd name="T103" fmla="*/ 0 h 29"/>
                    <a:gd name="T104" fmla="*/ 12 w 26"/>
                    <a:gd name="T105" fmla="*/ 0 h 29"/>
                    <a:gd name="T106" fmla="*/ 14 w 26"/>
                    <a:gd name="T107" fmla="*/ 0 h 29"/>
                    <a:gd name="T108" fmla="*/ 14 w 26"/>
                    <a:gd name="T109" fmla="*/ 0 h 29"/>
                    <a:gd name="T110" fmla="*/ 16 w 26"/>
                    <a:gd name="T111" fmla="*/ 0 h 29"/>
                    <a:gd name="T112" fmla="*/ 17 w 26"/>
                    <a:gd name="T113" fmla="*/ 1 h 29"/>
                    <a:gd name="T114" fmla="*/ 18 w 26"/>
                    <a:gd name="T115" fmla="*/ 1 h 29"/>
                    <a:gd name="T116" fmla="*/ 20 w 26"/>
                    <a:gd name="T117" fmla="*/ 1 h 29"/>
                    <a:gd name="T118" fmla="*/ 21 w 26"/>
                    <a:gd name="T119" fmla="*/ 2 h 29"/>
                    <a:gd name="T120" fmla="*/ 22 w 26"/>
                    <a:gd name="T121" fmla="*/ 2 h 2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6"/>
                    <a:gd name="T184" fmla="*/ 0 h 29"/>
                    <a:gd name="T185" fmla="*/ 26 w 26"/>
                    <a:gd name="T186" fmla="*/ 29 h 2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6" h="29">
                      <a:moveTo>
                        <a:pt x="22" y="2"/>
                      </a:moveTo>
                      <a:lnTo>
                        <a:pt x="22" y="3"/>
                      </a:lnTo>
                      <a:lnTo>
                        <a:pt x="23" y="4"/>
                      </a:lnTo>
                      <a:lnTo>
                        <a:pt x="24" y="5"/>
                      </a:lnTo>
                      <a:lnTo>
                        <a:pt x="24" y="7"/>
                      </a:lnTo>
                      <a:lnTo>
                        <a:pt x="25" y="7"/>
                      </a:lnTo>
                      <a:lnTo>
                        <a:pt x="25" y="9"/>
                      </a:lnTo>
                      <a:lnTo>
                        <a:pt x="26" y="9"/>
                      </a:lnTo>
                      <a:lnTo>
                        <a:pt x="26" y="12"/>
                      </a:lnTo>
                      <a:lnTo>
                        <a:pt x="26" y="13"/>
                      </a:lnTo>
                      <a:lnTo>
                        <a:pt x="26" y="15"/>
                      </a:lnTo>
                      <a:lnTo>
                        <a:pt x="26" y="16"/>
                      </a:lnTo>
                      <a:lnTo>
                        <a:pt x="26" y="18"/>
                      </a:lnTo>
                      <a:lnTo>
                        <a:pt x="25" y="19"/>
                      </a:lnTo>
                      <a:lnTo>
                        <a:pt x="24" y="21"/>
                      </a:lnTo>
                      <a:lnTo>
                        <a:pt x="24" y="22"/>
                      </a:lnTo>
                      <a:lnTo>
                        <a:pt x="23" y="23"/>
                      </a:lnTo>
                      <a:lnTo>
                        <a:pt x="22" y="25"/>
                      </a:lnTo>
                      <a:lnTo>
                        <a:pt x="21" y="27"/>
                      </a:lnTo>
                      <a:lnTo>
                        <a:pt x="18" y="28"/>
                      </a:lnTo>
                      <a:lnTo>
                        <a:pt x="17" y="29"/>
                      </a:lnTo>
                      <a:lnTo>
                        <a:pt x="16" y="29"/>
                      </a:lnTo>
                      <a:lnTo>
                        <a:pt x="14" y="29"/>
                      </a:lnTo>
                      <a:lnTo>
                        <a:pt x="12" y="29"/>
                      </a:lnTo>
                      <a:lnTo>
                        <a:pt x="11" y="29"/>
                      </a:lnTo>
                      <a:lnTo>
                        <a:pt x="10" y="29"/>
                      </a:lnTo>
                      <a:lnTo>
                        <a:pt x="9" y="29"/>
                      </a:lnTo>
                      <a:lnTo>
                        <a:pt x="7" y="28"/>
                      </a:lnTo>
                      <a:lnTo>
                        <a:pt x="6" y="28"/>
                      </a:lnTo>
                      <a:lnTo>
                        <a:pt x="5" y="27"/>
                      </a:lnTo>
                      <a:lnTo>
                        <a:pt x="4" y="25"/>
                      </a:lnTo>
                      <a:lnTo>
                        <a:pt x="2" y="23"/>
                      </a:lnTo>
                      <a:lnTo>
                        <a:pt x="1" y="21"/>
                      </a:lnTo>
                      <a:lnTo>
                        <a:pt x="1" y="20"/>
                      </a:lnTo>
                      <a:lnTo>
                        <a:pt x="0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4" y="4"/>
                      </a:lnTo>
                      <a:lnTo>
                        <a:pt x="5" y="3"/>
                      </a:lnTo>
                      <a:lnTo>
                        <a:pt x="6" y="3"/>
                      </a:lnTo>
                      <a:lnTo>
                        <a:pt x="7" y="2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7" y="1"/>
                      </a:lnTo>
                      <a:lnTo>
                        <a:pt x="18" y="1"/>
                      </a:lnTo>
                      <a:lnTo>
                        <a:pt x="20" y="1"/>
                      </a:lnTo>
                      <a:lnTo>
                        <a:pt x="21" y="2"/>
                      </a:lnTo>
                      <a:lnTo>
                        <a:pt x="22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59" name="Group 1165"/>
                <p:cNvGrpSpPr>
                  <a:grpSpLocks/>
                </p:cNvGrpSpPr>
                <p:nvPr/>
              </p:nvGrpSpPr>
              <p:grpSpPr bwMode="auto">
                <a:xfrm>
                  <a:off x="2616" y="2658"/>
                  <a:ext cx="26" cy="29"/>
                  <a:chOff x="2616" y="2658"/>
                  <a:chExt cx="26" cy="29"/>
                </a:xfrm>
              </p:grpSpPr>
              <p:sp>
                <p:nvSpPr>
                  <p:cNvPr id="34864" name="Freeform 1166"/>
                  <p:cNvSpPr>
                    <a:spLocks/>
                  </p:cNvSpPr>
                  <p:nvPr/>
                </p:nvSpPr>
                <p:spPr bwMode="auto">
                  <a:xfrm>
                    <a:off x="2616" y="2658"/>
                    <a:ext cx="26" cy="29"/>
                  </a:xfrm>
                  <a:custGeom>
                    <a:avLst/>
                    <a:gdLst>
                      <a:gd name="T0" fmla="*/ 22 w 26"/>
                      <a:gd name="T1" fmla="*/ 2 h 29"/>
                      <a:gd name="T2" fmla="*/ 22 w 26"/>
                      <a:gd name="T3" fmla="*/ 3 h 29"/>
                      <a:gd name="T4" fmla="*/ 23 w 26"/>
                      <a:gd name="T5" fmla="*/ 4 h 29"/>
                      <a:gd name="T6" fmla="*/ 24 w 26"/>
                      <a:gd name="T7" fmla="*/ 5 h 29"/>
                      <a:gd name="T8" fmla="*/ 24 w 26"/>
                      <a:gd name="T9" fmla="*/ 7 h 29"/>
                      <a:gd name="T10" fmla="*/ 25 w 26"/>
                      <a:gd name="T11" fmla="*/ 7 h 29"/>
                      <a:gd name="T12" fmla="*/ 25 w 26"/>
                      <a:gd name="T13" fmla="*/ 9 h 29"/>
                      <a:gd name="T14" fmla="*/ 26 w 26"/>
                      <a:gd name="T15" fmla="*/ 9 h 29"/>
                      <a:gd name="T16" fmla="*/ 26 w 26"/>
                      <a:gd name="T17" fmla="*/ 12 h 29"/>
                      <a:gd name="T18" fmla="*/ 26 w 26"/>
                      <a:gd name="T19" fmla="*/ 13 h 29"/>
                      <a:gd name="T20" fmla="*/ 26 w 26"/>
                      <a:gd name="T21" fmla="*/ 15 h 29"/>
                      <a:gd name="T22" fmla="*/ 26 w 26"/>
                      <a:gd name="T23" fmla="*/ 16 h 29"/>
                      <a:gd name="T24" fmla="*/ 26 w 26"/>
                      <a:gd name="T25" fmla="*/ 18 h 29"/>
                      <a:gd name="T26" fmla="*/ 25 w 26"/>
                      <a:gd name="T27" fmla="*/ 19 h 29"/>
                      <a:gd name="T28" fmla="*/ 24 w 26"/>
                      <a:gd name="T29" fmla="*/ 21 h 29"/>
                      <a:gd name="T30" fmla="*/ 24 w 26"/>
                      <a:gd name="T31" fmla="*/ 22 h 29"/>
                      <a:gd name="T32" fmla="*/ 23 w 26"/>
                      <a:gd name="T33" fmla="*/ 23 h 29"/>
                      <a:gd name="T34" fmla="*/ 22 w 26"/>
                      <a:gd name="T35" fmla="*/ 25 h 29"/>
                      <a:gd name="T36" fmla="*/ 21 w 26"/>
                      <a:gd name="T37" fmla="*/ 27 h 29"/>
                      <a:gd name="T38" fmla="*/ 18 w 26"/>
                      <a:gd name="T39" fmla="*/ 28 h 29"/>
                      <a:gd name="T40" fmla="*/ 17 w 26"/>
                      <a:gd name="T41" fmla="*/ 29 h 29"/>
                      <a:gd name="T42" fmla="*/ 16 w 26"/>
                      <a:gd name="T43" fmla="*/ 29 h 29"/>
                      <a:gd name="T44" fmla="*/ 14 w 26"/>
                      <a:gd name="T45" fmla="*/ 29 h 29"/>
                      <a:gd name="T46" fmla="*/ 14 w 26"/>
                      <a:gd name="T47" fmla="*/ 29 h 29"/>
                      <a:gd name="T48" fmla="*/ 12 w 26"/>
                      <a:gd name="T49" fmla="*/ 29 h 29"/>
                      <a:gd name="T50" fmla="*/ 11 w 26"/>
                      <a:gd name="T51" fmla="*/ 29 h 29"/>
                      <a:gd name="T52" fmla="*/ 10 w 26"/>
                      <a:gd name="T53" fmla="*/ 29 h 29"/>
                      <a:gd name="T54" fmla="*/ 9 w 26"/>
                      <a:gd name="T55" fmla="*/ 29 h 29"/>
                      <a:gd name="T56" fmla="*/ 7 w 26"/>
                      <a:gd name="T57" fmla="*/ 28 h 29"/>
                      <a:gd name="T58" fmla="*/ 6 w 26"/>
                      <a:gd name="T59" fmla="*/ 28 h 29"/>
                      <a:gd name="T60" fmla="*/ 5 w 26"/>
                      <a:gd name="T61" fmla="*/ 27 h 29"/>
                      <a:gd name="T62" fmla="*/ 4 w 26"/>
                      <a:gd name="T63" fmla="*/ 25 h 29"/>
                      <a:gd name="T64" fmla="*/ 2 w 26"/>
                      <a:gd name="T65" fmla="*/ 23 h 29"/>
                      <a:gd name="T66" fmla="*/ 1 w 26"/>
                      <a:gd name="T67" fmla="*/ 21 h 29"/>
                      <a:gd name="T68" fmla="*/ 1 w 26"/>
                      <a:gd name="T69" fmla="*/ 20 h 29"/>
                      <a:gd name="T70" fmla="*/ 0 w 26"/>
                      <a:gd name="T71" fmla="*/ 18 h 29"/>
                      <a:gd name="T72" fmla="*/ 0 w 26"/>
                      <a:gd name="T73" fmla="*/ 17 h 29"/>
                      <a:gd name="T74" fmla="*/ 0 w 26"/>
                      <a:gd name="T75" fmla="*/ 15 h 29"/>
                      <a:gd name="T76" fmla="*/ 0 w 26"/>
                      <a:gd name="T77" fmla="*/ 14 h 29"/>
                      <a:gd name="T78" fmla="*/ 0 w 26"/>
                      <a:gd name="T79" fmla="*/ 12 h 29"/>
                      <a:gd name="T80" fmla="*/ 0 w 26"/>
                      <a:gd name="T81" fmla="*/ 9 h 29"/>
                      <a:gd name="T82" fmla="*/ 1 w 26"/>
                      <a:gd name="T83" fmla="*/ 7 h 29"/>
                      <a:gd name="T84" fmla="*/ 2 w 26"/>
                      <a:gd name="T85" fmla="*/ 7 h 29"/>
                      <a:gd name="T86" fmla="*/ 2 w 26"/>
                      <a:gd name="T87" fmla="*/ 5 h 29"/>
                      <a:gd name="T88" fmla="*/ 4 w 26"/>
                      <a:gd name="T89" fmla="*/ 4 h 29"/>
                      <a:gd name="T90" fmla="*/ 5 w 26"/>
                      <a:gd name="T91" fmla="*/ 3 h 29"/>
                      <a:gd name="T92" fmla="*/ 6 w 26"/>
                      <a:gd name="T93" fmla="*/ 3 h 29"/>
                      <a:gd name="T94" fmla="*/ 7 w 26"/>
                      <a:gd name="T95" fmla="*/ 2 h 29"/>
                      <a:gd name="T96" fmla="*/ 8 w 26"/>
                      <a:gd name="T97" fmla="*/ 1 h 29"/>
                      <a:gd name="T98" fmla="*/ 9 w 26"/>
                      <a:gd name="T99" fmla="*/ 1 h 29"/>
                      <a:gd name="T100" fmla="*/ 10 w 26"/>
                      <a:gd name="T101" fmla="*/ 0 h 29"/>
                      <a:gd name="T102" fmla="*/ 11 w 26"/>
                      <a:gd name="T103" fmla="*/ 0 h 29"/>
                      <a:gd name="T104" fmla="*/ 12 w 26"/>
                      <a:gd name="T105" fmla="*/ 0 h 29"/>
                      <a:gd name="T106" fmla="*/ 14 w 26"/>
                      <a:gd name="T107" fmla="*/ 0 h 29"/>
                      <a:gd name="T108" fmla="*/ 14 w 26"/>
                      <a:gd name="T109" fmla="*/ 0 h 29"/>
                      <a:gd name="T110" fmla="*/ 16 w 26"/>
                      <a:gd name="T111" fmla="*/ 0 h 29"/>
                      <a:gd name="T112" fmla="*/ 17 w 26"/>
                      <a:gd name="T113" fmla="*/ 1 h 29"/>
                      <a:gd name="T114" fmla="*/ 18 w 26"/>
                      <a:gd name="T115" fmla="*/ 1 h 29"/>
                      <a:gd name="T116" fmla="*/ 20 w 26"/>
                      <a:gd name="T117" fmla="*/ 1 h 29"/>
                      <a:gd name="T118" fmla="*/ 21 w 26"/>
                      <a:gd name="T119" fmla="*/ 2 h 29"/>
                      <a:gd name="T120" fmla="*/ 22 w 26"/>
                      <a:gd name="T121" fmla="*/ 2 h 2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6"/>
                      <a:gd name="T184" fmla="*/ 0 h 29"/>
                      <a:gd name="T185" fmla="*/ 26 w 26"/>
                      <a:gd name="T186" fmla="*/ 29 h 2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6" h="29">
                        <a:moveTo>
                          <a:pt x="22" y="2"/>
                        </a:moveTo>
                        <a:lnTo>
                          <a:pt x="22" y="3"/>
                        </a:lnTo>
                        <a:lnTo>
                          <a:pt x="23" y="4"/>
                        </a:lnTo>
                        <a:lnTo>
                          <a:pt x="24" y="5"/>
                        </a:lnTo>
                        <a:lnTo>
                          <a:pt x="24" y="7"/>
                        </a:lnTo>
                        <a:lnTo>
                          <a:pt x="25" y="7"/>
                        </a:lnTo>
                        <a:lnTo>
                          <a:pt x="25" y="9"/>
                        </a:lnTo>
                        <a:lnTo>
                          <a:pt x="26" y="9"/>
                        </a:lnTo>
                        <a:lnTo>
                          <a:pt x="26" y="12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6"/>
                        </a:lnTo>
                        <a:lnTo>
                          <a:pt x="26" y="18"/>
                        </a:lnTo>
                        <a:lnTo>
                          <a:pt x="25" y="19"/>
                        </a:lnTo>
                        <a:lnTo>
                          <a:pt x="24" y="21"/>
                        </a:lnTo>
                        <a:lnTo>
                          <a:pt x="24" y="22"/>
                        </a:lnTo>
                        <a:lnTo>
                          <a:pt x="23" y="23"/>
                        </a:lnTo>
                        <a:lnTo>
                          <a:pt x="22" y="25"/>
                        </a:lnTo>
                        <a:lnTo>
                          <a:pt x="21" y="27"/>
                        </a:lnTo>
                        <a:lnTo>
                          <a:pt x="18" y="28"/>
                        </a:lnTo>
                        <a:lnTo>
                          <a:pt x="17" y="29"/>
                        </a:lnTo>
                        <a:lnTo>
                          <a:pt x="16" y="29"/>
                        </a:lnTo>
                        <a:lnTo>
                          <a:pt x="14" y="29"/>
                        </a:lnTo>
                        <a:lnTo>
                          <a:pt x="12" y="29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9" y="29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5" y="27"/>
                        </a:lnTo>
                        <a:lnTo>
                          <a:pt x="4" y="25"/>
                        </a:lnTo>
                        <a:lnTo>
                          <a:pt x="2" y="23"/>
                        </a:lnTo>
                        <a:lnTo>
                          <a:pt x="1" y="21"/>
                        </a:lnTo>
                        <a:lnTo>
                          <a:pt x="1" y="20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9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5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2"/>
                        </a:lnTo>
                        <a:lnTo>
                          <a:pt x="8" y="1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20" y="1"/>
                        </a:lnTo>
                        <a:lnTo>
                          <a:pt x="21" y="2"/>
                        </a:lnTo>
                        <a:lnTo>
                          <a:pt x="22" y="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65" name="Freeform 1167"/>
                  <p:cNvSpPr>
                    <a:spLocks/>
                  </p:cNvSpPr>
                  <p:nvPr/>
                </p:nvSpPr>
                <p:spPr bwMode="auto">
                  <a:xfrm>
                    <a:off x="2616" y="2658"/>
                    <a:ext cx="26" cy="29"/>
                  </a:xfrm>
                  <a:custGeom>
                    <a:avLst/>
                    <a:gdLst>
                      <a:gd name="T0" fmla="*/ 22 w 26"/>
                      <a:gd name="T1" fmla="*/ 2 h 29"/>
                      <a:gd name="T2" fmla="*/ 22 w 26"/>
                      <a:gd name="T3" fmla="*/ 3 h 29"/>
                      <a:gd name="T4" fmla="*/ 23 w 26"/>
                      <a:gd name="T5" fmla="*/ 4 h 29"/>
                      <a:gd name="T6" fmla="*/ 24 w 26"/>
                      <a:gd name="T7" fmla="*/ 5 h 29"/>
                      <a:gd name="T8" fmla="*/ 24 w 26"/>
                      <a:gd name="T9" fmla="*/ 7 h 29"/>
                      <a:gd name="T10" fmla="*/ 25 w 26"/>
                      <a:gd name="T11" fmla="*/ 7 h 29"/>
                      <a:gd name="T12" fmla="*/ 25 w 26"/>
                      <a:gd name="T13" fmla="*/ 9 h 29"/>
                      <a:gd name="T14" fmla="*/ 26 w 26"/>
                      <a:gd name="T15" fmla="*/ 9 h 29"/>
                      <a:gd name="T16" fmla="*/ 26 w 26"/>
                      <a:gd name="T17" fmla="*/ 12 h 29"/>
                      <a:gd name="T18" fmla="*/ 26 w 26"/>
                      <a:gd name="T19" fmla="*/ 13 h 29"/>
                      <a:gd name="T20" fmla="*/ 26 w 26"/>
                      <a:gd name="T21" fmla="*/ 15 h 29"/>
                      <a:gd name="T22" fmla="*/ 26 w 26"/>
                      <a:gd name="T23" fmla="*/ 16 h 29"/>
                      <a:gd name="T24" fmla="*/ 26 w 26"/>
                      <a:gd name="T25" fmla="*/ 18 h 29"/>
                      <a:gd name="T26" fmla="*/ 25 w 26"/>
                      <a:gd name="T27" fmla="*/ 19 h 29"/>
                      <a:gd name="T28" fmla="*/ 24 w 26"/>
                      <a:gd name="T29" fmla="*/ 21 h 29"/>
                      <a:gd name="T30" fmla="*/ 24 w 26"/>
                      <a:gd name="T31" fmla="*/ 22 h 29"/>
                      <a:gd name="T32" fmla="*/ 23 w 26"/>
                      <a:gd name="T33" fmla="*/ 23 h 29"/>
                      <a:gd name="T34" fmla="*/ 22 w 26"/>
                      <a:gd name="T35" fmla="*/ 25 h 29"/>
                      <a:gd name="T36" fmla="*/ 21 w 26"/>
                      <a:gd name="T37" fmla="*/ 27 h 29"/>
                      <a:gd name="T38" fmla="*/ 18 w 26"/>
                      <a:gd name="T39" fmla="*/ 28 h 29"/>
                      <a:gd name="T40" fmla="*/ 17 w 26"/>
                      <a:gd name="T41" fmla="*/ 29 h 29"/>
                      <a:gd name="T42" fmla="*/ 16 w 26"/>
                      <a:gd name="T43" fmla="*/ 29 h 29"/>
                      <a:gd name="T44" fmla="*/ 14 w 26"/>
                      <a:gd name="T45" fmla="*/ 29 h 29"/>
                      <a:gd name="T46" fmla="*/ 14 w 26"/>
                      <a:gd name="T47" fmla="*/ 29 h 29"/>
                      <a:gd name="T48" fmla="*/ 12 w 26"/>
                      <a:gd name="T49" fmla="*/ 29 h 29"/>
                      <a:gd name="T50" fmla="*/ 11 w 26"/>
                      <a:gd name="T51" fmla="*/ 29 h 29"/>
                      <a:gd name="T52" fmla="*/ 10 w 26"/>
                      <a:gd name="T53" fmla="*/ 29 h 29"/>
                      <a:gd name="T54" fmla="*/ 9 w 26"/>
                      <a:gd name="T55" fmla="*/ 29 h 29"/>
                      <a:gd name="T56" fmla="*/ 7 w 26"/>
                      <a:gd name="T57" fmla="*/ 28 h 29"/>
                      <a:gd name="T58" fmla="*/ 6 w 26"/>
                      <a:gd name="T59" fmla="*/ 28 h 29"/>
                      <a:gd name="T60" fmla="*/ 5 w 26"/>
                      <a:gd name="T61" fmla="*/ 27 h 29"/>
                      <a:gd name="T62" fmla="*/ 4 w 26"/>
                      <a:gd name="T63" fmla="*/ 25 h 29"/>
                      <a:gd name="T64" fmla="*/ 2 w 26"/>
                      <a:gd name="T65" fmla="*/ 23 h 29"/>
                      <a:gd name="T66" fmla="*/ 1 w 26"/>
                      <a:gd name="T67" fmla="*/ 21 h 29"/>
                      <a:gd name="T68" fmla="*/ 1 w 26"/>
                      <a:gd name="T69" fmla="*/ 20 h 29"/>
                      <a:gd name="T70" fmla="*/ 0 w 26"/>
                      <a:gd name="T71" fmla="*/ 18 h 29"/>
                      <a:gd name="T72" fmla="*/ 0 w 26"/>
                      <a:gd name="T73" fmla="*/ 17 h 29"/>
                      <a:gd name="T74" fmla="*/ 0 w 26"/>
                      <a:gd name="T75" fmla="*/ 15 h 29"/>
                      <a:gd name="T76" fmla="*/ 0 w 26"/>
                      <a:gd name="T77" fmla="*/ 14 h 29"/>
                      <a:gd name="T78" fmla="*/ 0 w 26"/>
                      <a:gd name="T79" fmla="*/ 12 h 29"/>
                      <a:gd name="T80" fmla="*/ 0 w 26"/>
                      <a:gd name="T81" fmla="*/ 9 h 29"/>
                      <a:gd name="T82" fmla="*/ 1 w 26"/>
                      <a:gd name="T83" fmla="*/ 7 h 29"/>
                      <a:gd name="T84" fmla="*/ 2 w 26"/>
                      <a:gd name="T85" fmla="*/ 7 h 29"/>
                      <a:gd name="T86" fmla="*/ 2 w 26"/>
                      <a:gd name="T87" fmla="*/ 5 h 29"/>
                      <a:gd name="T88" fmla="*/ 4 w 26"/>
                      <a:gd name="T89" fmla="*/ 4 h 29"/>
                      <a:gd name="T90" fmla="*/ 5 w 26"/>
                      <a:gd name="T91" fmla="*/ 3 h 29"/>
                      <a:gd name="T92" fmla="*/ 6 w 26"/>
                      <a:gd name="T93" fmla="*/ 3 h 29"/>
                      <a:gd name="T94" fmla="*/ 7 w 26"/>
                      <a:gd name="T95" fmla="*/ 2 h 29"/>
                      <a:gd name="T96" fmla="*/ 8 w 26"/>
                      <a:gd name="T97" fmla="*/ 1 h 29"/>
                      <a:gd name="T98" fmla="*/ 9 w 26"/>
                      <a:gd name="T99" fmla="*/ 1 h 29"/>
                      <a:gd name="T100" fmla="*/ 10 w 26"/>
                      <a:gd name="T101" fmla="*/ 0 h 29"/>
                      <a:gd name="T102" fmla="*/ 11 w 26"/>
                      <a:gd name="T103" fmla="*/ 0 h 29"/>
                      <a:gd name="T104" fmla="*/ 12 w 26"/>
                      <a:gd name="T105" fmla="*/ 0 h 29"/>
                      <a:gd name="T106" fmla="*/ 14 w 26"/>
                      <a:gd name="T107" fmla="*/ 0 h 29"/>
                      <a:gd name="T108" fmla="*/ 14 w 26"/>
                      <a:gd name="T109" fmla="*/ 0 h 29"/>
                      <a:gd name="T110" fmla="*/ 16 w 26"/>
                      <a:gd name="T111" fmla="*/ 0 h 29"/>
                      <a:gd name="T112" fmla="*/ 17 w 26"/>
                      <a:gd name="T113" fmla="*/ 1 h 29"/>
                      <a:gd name="T114" fmla="*/ 18 w 26"/>
                      <a:gd name="T115" fmla="*/ 1 h 29"/>
                      <a:gd name="T116" fmla="*/ 20 w 26"/>
                      <a:gd name="T117" fmla="*/ 1 h 29"/>
                      <a:gd name="T118" fmla="*/ 21 w 26"/>
                      <a:gd name="T119" fmla="*/ 2 h 29"/>
                      <a:gd name="T120" fmla="*/ 22 w 26"/>
                      <a:gd name="T121" fmla="*/ 2 h 2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6"/>
                      <a:gd name="T184" fmla="*/ 0 h 29"/>
                      <a:gd name="T185" fmla="*/ 26 w 26"/>
                      <a:gd name="T186" fmla="*/ 29 h 2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6" h="29">
                        <a:moveTo>
                          <a:pt x="22" y="2"/>
                        </a:moveTo>
                        <a:lnTo>
                          <a:pt x="22" y="3"/>
                        </a:lnTo>
                        <a:lnTo>
                          <a:pt x="23" y="4"/>
                        </a:lnTo>
                        <a:lnTo>
                          <a:pt x="24" y="5"/>
                        </a:lnTo>
                        <a:lnTo>
                          <a:pt x="24" y="7"/>
                        </a:lnTo>
                        <a:lnTo>
                          <a:pt x="25" y="7"/>
                        </a:lnTo>
                        <a:lnTo>
                          <a:pt x="25" y="9"/>
                        </a:lnTo>
                        <a:lnTo>
                          <a:pt x="26" y="9"/>
                        </a:lnTo>
                        <a:lnTo>
                          <a:pt x="26" y="12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6"/>
                        </a:lnTo>
                        <a:lnTo>
                          <a:pt x="26" y="18"/>
                        </a:lnTo>
                        <a:lnTo>
                          <a:pt x="25" y="19"/>
                        </a:lnTo>
                        <a:lnTo>
                          <a:pt x="24" y="21"/>
                        </a:lnTo>
                        <a:lnTo>
                          <a:pt x="24" y="22"/>
                        </a:lnTo>
                        <a:lnTo>
                          <a:pt x="23" y="23"/>
                        </a:lnTo>
                        <a:lnTo>
                          <a:pt x="22" y="25"/>
                        </a:lnTo>
                        <a:lnTo>
                          <a:pt x="21" y="27"/>
                        </a:lnTo>
                        <a:lnTo>
                          <a:pt x="18" y="28"/>
                        </a:lnTo>
                        <a:lnTo>
                          <a:pt x="17" y="29"/>
                        </a:lnTo>
                        <a:lnTo>
                          <a:pt x="16" y="29"/>
                        </a:lnTo>
                        <a:lnTo>
                          <a:pt x="14" y="29"/>
                        </a:lnTo>
                        <a:lnTo>
                          <a:pt x="12" y="29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9" y="29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5" y="27"/>
                        </a:lnTo>
                        <a:lnTo>
                          <a:pt x="4" y="25"/>
                        </a:lnTo>
                        <a:lnTo>
                          <a:pt x="2" y="23"/>
                        </a:lnTo>
                        <a:lnTo>
                          <a:pt x="1" y="21"/>
                        </a:lnTo>
                        <a:lnTo>
                          <a:pt x="1" y="20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9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5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2"/>
                        </a:lnTo>
                        <a:lnTo>
                          <a:pt x="8" y="1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20" y="1"/>
                        </a:lnTo>
                        <a:lnTo>
                          <a:pt x="21" y="2"/>
                        </a:lnTo>
                        <a:lnTo>
                          <a:pt x="22" y="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60" name="Freeform 1168"/>
                <p:cNvSpPr>
                  <a:spLocks/>
                </p:cNvSpPr>
                <p:nvPr/>
              </p:nvSpPr>
              <p:spPr bwMode="auto">
                <a:xfrm>
                  <a:off x="2625" y="2662"/>
                  <a:ext cx="14" cy="12"/>
                </a:xfrm>
                <a:custGeom>
                  <a:avLst/>
                  <a:gdLst>
                    <a:gd name="T0" fmla="*/ 14 w 14"/>
                    <a:gd name="T1" fmla="*/ 12 h 12"/>
                    <a:gd name="T2" fmla="*/ 13 w 14"/>
                    <a:gd name="T3" fmla="*/ 12 h 12"/>
                    <a:gd name="T4" fmla="*/ 12 w 14"/>
                    <a:gd name="T5" fmla="*/ 11 h 12"/>
                    <a:gd name="T6" fmla="*/ 9 w 14"/>
                    <a:gd name="T7" fmla="*/ 10 h 12"/>
                    <a:gd name="T8" fmla="*/ 8 w 14"/>
                    <a:gd name="T9" fmla="*/ 9 h 12"/>
                    <a:gd name="T10" fmla="*/ 6 w 14"/>
                    <a:gd name="T11" fmla="*/ 8 h 12"/>
                    <a:gd name="T12" fmla="*/ 5 w 14"/>
                    <a:gd name="T13" fmla="*/ 5 h 12"/>
                    <a:gd name="T14" fmla="*/ 4 w 14"/>
                    <a:gd name="T15" fmla="*/ 4 h 12"/>
                    <a:gd name="T16" fmla="*/ 2 w 14"/>
                    <a:gd name="T17" fmla="*/ 3 h 12"/>
                    <a:gd name="T18" fmla="*/ 1 w 14"/>
                    <a:gd name="T19" fmla="*/ 2 h 12"/>
                    <a:gd name="T20" fmla="*/ 0 w 14"/>
                    <a:gd name="T21" fmla="*/ 1 h 12"/>
                    <a:gd name="T22" fmla="*/ 0 w 14"/>
                    <a:gd name="T23" fmla="*/ 0 h 12"/>
                    <a:gd name="T24" fmla="*/ 2 w 14"/>
                    <a:gd name="T25" fmla="*/ 1 h 12"/>
                    <a:gd name="T26" fmla="*/ 3 w 14"/>
                    <a:gd name="T27" fmla="*/ 2 h 12"/>
                    <a:gd name="T28" fmla="*/ 4 w 14"/>
                    <a:gd name="T29" fmla="*/ 3 h 12"/>
                    <a:gd name="T30" fmla="*/ 5 w 14"/>
                    <a:gd name="T31" fmla="*/ 4 h 12"/>
                    <a:gd name="T32" fmla="*/ 8 w 14"/>
                    <a:gd name="T33" fmla="*/ 5 h 12"/>
                    <a:gd name="T34" fmla="*/ 9 w 14"/>
                    <a:gd name="T35" fmla="*/ 8 h 12"/>
                    <a:gd name="T36" fmla="*/ 11 w 14"/>
                    <a:gd name="T37" fmla="*/ 9 h 12"/>
                    <a:gd name="T38" fmla="*/ 12 w 14"/>
                    <a:gd name="T39" fmla="*/ 10 h 12"/>
                    <a:gd name="T40" fmla="*/ 13 w 14"/>
                    <a:gd name="T41" fmla="*/ 11 h 12"/>
                    <a:gd name="T42" fmla="*/ 14 w 14"/>
                    <a:gd name="T43" fmla="*/ 12 h 1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4"/>
                    <a:gd name="T67" fmla="*/ 0 h 12"/>
                    <a:gd name="T68" fmla="*/ 14 w 14"/>
                    <a:gd name="T69" fmla="*/ 12 h 1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4" h="12">
                      <a:moveTo>
                        <a:pt x="14" y="12"/>
                      </a:moveTo>
                      <a:lnTo>
                        <a:pt x="13" y="12"/>
                      </a:lnTo>
                      <a:lnTo>
                        <a:pt x="12" y="11"/>
                      </a:lnTo>
                      <a:lnTo>
                        <a:pt x="9" y="10"/>
                      </a:lnTo>
                      <a:lnTo>
                        <a:pt x="8" y="9"/>
                      </a:lnTo>
                      <a:lnTo>
                        <a:pt x="6" y="8"/>
                      </a:lnTo>
                      <a:lnTo>
                        <a:pt x="5" y="5"/>
                      </a:lnTo>
                      <a:lnTo>
                        <a:pt x="4" y="4"/>
                      </a:lnTo>
                      <a:lnTo>
                        <a:pt x="2" y="3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4" y="3"/>
                      </a:lnTo>
                      <a:lnTo>
                        <a:pt x="5" y="4"/>
                      </a:lnTo>
                      <a:lnTo>
                        <a:pt x="8" y="5"/>
                      </a:lnTo>
                      <a:lnTo>
                        <a:pt x="9" y="8"/>
                      </a:lnTo>
                      <a:lnTo>
                        <a:pt x="11" y="9"/>
                      </a:lnTo>
                      <a:lnTo>
                        <a:pt x="12" y="10"/>
                      </a:lnTo>
                      <a:lnTo>
                        <a:pt x="13" y="11"/>
                      </a:lnTo>
                      <a:lnTo>
                        <a:pt x="14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4861" name="Group 1169"/>
                <p:cNvGrpSpPr>
                  <a:grpSpLocks/>
                </p:cNvGrpSpPr>
                <p:nvPr/>
              </p:nvGrpSpPr>
              <p:grpSpPr bwMode="auto">
                <a:xfrm>
                  <a:off x="2625" y="2662"/>
                  <a:ext cx="14" cy="12"/>
                  <a:chOff x="2625" y="2662"/>
                  <a:chExt cx="14" cy="12"/>
                </a:xfrm>
              </p:grpSpPr>
              <p:sp>
                <p:nvSpPr>
                  <p:cNvPr id="34862" name="Freeform 1170"/>
                  <p:cNvSpPr>
                    <a:spLocks/>
                  </p:cNvSpPr>
                  <p:nvPr/>
                </p:nvSpPr>
                <p:spPr bwMode="auto">
                  <a:xfrm>
                    <a:off x="2625" y="2662"/>
                    <a:ext cx="14" cy="12"/>
                  </a:xfrm>
                  <a:custGeom>
                    <a:avLst/>
                    <a:gdLst>
                      <a:gd name="T0" fmla="*/ 14 w 14"/>
                      <a:gd name="T1" fmla="*/ 12 h 12"/>
                      <a:gd name="T2" fmla="*/ 13 w 14"/>
                      <a:gd name="T3" fmla="*/ 12 h 12"/>
                      <a:gd name="T4" fmla="*/ 12 w 14"/>
                      <a:gd name="T5" fmla="*/ 11 h 12"/>
                      <a:gd name="T6" fmla="*/ 9 w 14"/>
                      <a:gd name="T7" fmla="*/ 10 h 12"/>
                      <a:gd name="T8" fmla="*/ 8 w 14"/>
                      <a:gd name="T9" fmla="*/ 9 h 12"/>
                      <a:gd name="T10" fmla="*/ 6 w 14"/>
                      <a:gd name="T11" fmla="*/ 8 h 12"/>
                      <a:gd name="T12" fmla="*/ 5 w 14"/>
                      <a:gd name="T13" fmla="*/ 5 h 12"/>
                      <a:gd name="T14" fmla="*/ 4 w 14"/>
                      <a:gd name="T15" fmla="*/ 4 h 12"/>
                      <a:gd name="T16" fmla="*/ 2 w 14"/>
                      <a:gd name="T17" fmla="*/ 3 h 12"/>
                      <a:gd name="T18" fmla="*/ 1 w 14"/>
                      <a:gd name="T19" fmla="*/ 2 h 12"/>
                      <a:gd name="T20" fmla="*/ 0 w 14"/>
                      <a:gd name="T21" fmla="*/ 1 h 12"/>
                      <a:gd name="T22" fmla="*/ 0 w 14"/>
                      <a:gd name="T23" fmla="*/ 0 h 12"/>
                      <a:gd name="T24" fmla="*/ 2 w 14"/>
                      <a:gd name="T25" fmla="*/ 1 h 12"/>
                      <a:gd name="T26" fmla="*/ 3 w 14"/>
                      <a:gd name="T27" fmla="*/ 2 h 12"/>
                      <a:gd name="T28" fmla="*/ 4 w 14"/>
                      <a:gd name="T29" fmla="*/ 3 h 12"/>
                      <a:gd name="T30" fmla="*/ 5 w 14"/>
                      <a:gd name="T31" fmla="*/ 4 h 12"/>
                      <a:gd name="T32" fmla="*/ 8 w 14"/>
                      <a:gd name="T33" fmla="*/ 5 h 12"/>
                      <a:gd name="T34" fmla="*/ 9 w 14"/>
                      <a:gd name="T35" fmla="*/ 8 h 12"/>
                      <a:gd name="T36" fmla="*/ 11 w 14"/>
                      <a:gd name="T37" fmla="*/ 9 h 12"/>
                      <a:gd name="T38" fmla="*/ 12 w 14"/>
                      <a:gd name="T39" fmla="*/ 10 h 12"/>
                      <a:gd name="T40" fmla="*/ 13 w 14"/>
                      <a:gd name="T41" fmla="*/ 11 h 12"/>
                      <a:gd name="T42" fmla="*/ 14 w 14"/>
                      <a:gd name="T43" fmla="*/ 12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4"/>
                      <a:gd name="T67" fmla="*/ 0 h 12"/>
                      <a:gd name="T68" fmla="*/ 14 w 14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4" h="12">
                        <a:moveTo>
                          <a:pt x="14" y="12"/>
                        </a:moveTo>
                        <a:lnTo>
                          <a:pt x="13" y="12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5"/>
                        </a:lnTo>
                        <a:lnTo>
                          <a:pt x="4" y="4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8" y="5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63" name="Freeform 1171"/>
                  <p:cNvSpPr>
                    <a:spLocks/>
                  </p:cNvSpPr>
                  <p:nvPr/>
                </p:nvSpPr>
                <p:spPr bwMode="auto">
                  <a:xfrm>
                    <a:off x="2625" y="2662"/>
                    <a:ext cx="14" cy="12"/>
                  </a:xfrm>
                  <a:custGeom>
                    <a:avLst/>
                    <a:gdLst>
                      <a:gd name="T0" fmla="*/ 14 w 14"/>
                      <a:gd name="T1" fmla="*/ 12 h 12"/>
                      <a:gd name="T2" fmla="*/ 13 w 14"/>
                      <a:gd name="T3" fmla="*/ 12 h 12"/>
                      <a:gd name="T4" fmla="*/ 12 w 14"/>
                      <a:gd name="T5" fmla="*/ 11 h 12"/>
                      <a:gd name="T6" fmla="*/ 9 w 14"/>
                      <a:gd name="T7" fmla="*/ 10 h 12"/>
                      <a:gd name="T8" fmla="*/ 8 w 14"/>
                      <a:gd name="T9" fmla="*/ 9 h 12"/>
                      <a:gd name="T10" fmla="*/ 6 w 14"/>
                      <a:gd name="T11" fmla="*/ 8 h 12"/>
                      <a:gd name="T12" fmla="*/ 5 w 14"/>
                      <a:gd name="T13" fmla="*/ 5 h 12"/>
                      <a:gd name="T14" fmla="*/ 4 w 14"/>
                      <a:gd name="T15" fmla="*/ 4 h 12"/>
                      <a:gd name="T16" fmla="*/ 2 w 14"/>
                      <a:gd name="T17" fmla="*/ 3 h 12"/>
                      <a:gd name="T18" fmla="*/ 1 w 14"/>
                      <a:gd name="T19" fmla="*/ 2 h 12"/>
                      <a:gd name="T20" fmla="*/ 0 w 14"/>
                      <a:gd name="T21" fmla="*/ 1 h 12"/>
                      <a:gd name="T22" fmla="*/ 0 w 14"/>
                      <a:gd name="T23" fmla="*/ 0 h 12"/>
                      <a:gd name="T24" fmla="*/ 2 w 14"/>
                      <a:gd name="T25" fmla="*/ 1 h 12"/>
                      <a:gd name="T26" fmla="*/ 3 w 14"/>
                      <a:gd name="T27" fmla="*/ 2 h 12"/>
                      <a:gd name="T28" fmla="*/ 4 w 14"/>
                      <a:gd name="T29" fmla="*/ 3 h 12"/>
                      <a:gd name="T30" fmla="*/ 5 w 14"/>
                      <a:gd name="T31" fmla="*/ 4 h 12"/>
                      <a:gd name="T32" fmla="*/ 8 w 14"/>
                      <a:gd name="T33" fmla="*/ 5 h 12"/>
                      <a:gd name="T34" fmla="*/ 9 w 14"/>
                      <a:gd name="T35" fmla="*/ 8 h 12"/>
                      <a:gd name="T36" fmla="*/ 11 w 14"/>
                      <a:gd name="T37" fmla="*/ 9 h 12"/>
                      <a:gd name="T38" fmla="*/ 12 w 14"/>
                      <a:gd name="T39" fmla="*/ 10 h 12"/>
                      <a:gd name="T40" fmla="*/ 13 w 14"/>
                      <a:gd name="T41" fmla="*/ 11 h 12"/>
                      <a:gd name="T42" fmla="*/ 14 w 14"/>
                      <a:gd name="T43" fmla="*/ 12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4"/>
                      <a:gd name="T67" fmla="*/ 0 h 12"/>
                      <a:gd name="T68" fmla="*/ 14 w 14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4" h="12">
                        <a:moveTo>
                          <a:pt x="14" y="12"/>
                        </a:moveTo>
                        <a:lnTo>
                          <a:pt x="13" y="12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5"/>
                        </a:lnTo>
                        <a:lnTo>
                          <a:pt x="4" y="4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8" y="5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lnTo>
                          <a:pt x="14" y="1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</p:grpSp>
        </p:grpSp>
      </p:grpSp>
      <p:sp>
        <p:nvSpPr>
          <p:cNvPr id="34828" name="Line 1172"/>
          <p:cNvSpPr>
            <a:spLocks noChangeShapeType="1"/>
          </p:cNvSpPr>
          <p:nvPr/>
        </p:nvSpPr>
        <p:spPr bwMode="auto">
          <a:xfrm flipH="1" flipV="1">
            <a:off x="2952750" y="2349500"/>
            <a:ext cx="1266825" cy="215265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4829" name="Line 1173"/>
          <p:cNvSpPr>
            <a:spLocks noChangeShapeType="1"/>
          </p:cNvSpPr>
          <p:nvPr/>
        </p:nvSpPr>
        <p:spPr bwMode="auto">
          <a:xfrm flipH="1" flipV="1">
            <a:off x="3856038" y="2670175"/>
            <a:ext cx="808037" cy="1903413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4830" name="Line 1174"/>
          <p:cNvSpPr>
            <a:spLocks noChangeShapeType="1"/>
          </p:cNvSpPr>
          <p:nvPr/>
        </p:nvSpPr>
        <p:spPr bwMode="auto">
          <a:xfrm flipH="1" flipV="1">
            <a:off x="3681413" y="2378075"/>
            <a:ext cx="982662" cy="21240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4831" name="Line 1175"/>
          <p:cNvSpPr>
            <a:spLocks noChangeShapeType="1"/>
          </p:cNvSpPr>
          <p:nvPr/>
        </p:nvSpPr>
        <p:spPr bwMode="auto">
          <a:xfrm flipH="1" flipV="1">
            <a:off x="2792413" y="2635250"/>
            <a:ext cx="1300162" cy="20097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30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4"/>
          <p:cNvSpPr>
            <a:spLocks noChangeArrowheads="1"/>
          </p:cNvSpPr>
          <p:nvPr/>
        </p:nvSpPr>
        <p:spPr bwMode="auto">
          <a:xfrm>
            <a:off x="1281113" y="404813"/>
            <a:ext cx="7294562" cy="5576887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105949" tIns="52973" rIns="105949" bIns="5297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36867" name="Rectangle 5"/>
          <p:cNvSpPr>
            <a:spLocks noChangeArrowheads="1"/>
          </p:cNvSpPr>
          <p:nvPr/>
        </p:nvSpPr>
        <p:spPr bwMode="auto">
          <a:xfrm>
            <a:off x="1281113" y="404813"/>
            <a:ext cx="7294562" cy="1654175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5949" tIns="52973" rIns="105949" bIns="5297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36868" name="Rectangle 6"/>
          <p:cNvSpPr>
            <a:spLocks noChangeArrowheads="1"/>
          </p:cNvSpPr>
          <p:nvPr/>
        </p:nvSpPr>
        <p:spPr bwMode="auto">
          <a:xfrm>
            <a:off x="1281113" y="5295900"/>
            <a:ext cx="7294562" cy="728663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21097" tIns="60546" rIns="121097" bIns="60546" anchor="ctr"/>
          <a:lstStyle/>
          <a:p>
            <a:endParaRPr lang="en-US"/>
          </a:p>
        </p:txBody>
      </p:sp>
      <p:sp>
        <p:nvSpPr>
          <p:cNvPr id="217095" name="Text Box 7"/>
          <p:cNvSpPr txBox="1">
            <a:spLocks noChangeArrowheads="1"/>
          </p:cNvSpPr>
          <p:nvPr/>
        </p:nvSpPr>
        <p:spPr bwMode="auto">
          <a:xfrm>
            <a:off x="1382713" y="771525"/>
            <a:ext cx="5632450" cy="920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none" lIns="105949" tIns="52973" rIns="105949" bIns="52973" anchor="ctr"/>
          <a:lstStyle/>
          <a:p>
            <a:pPr defTabSz="819150" eaLnBrk="0" hangingPunct="0">
              <a:defRPr/>
            </a:pPr>
            <a:r>
              <a:rPr lang="en-US" sz="4700">
                <a:latin typeface="Arial Narrow" pitchFamily="34" charset="0"/>
              </a:rPr>
              <a:t>Pre Job Activity in CSMS</a:t>
            </a:r>
            <a:endParaRPr lang="en-US" sz="5400" b="0">
              <a:latin typeface="Arial Narrow" pitchFamily="34" charset="0"/>
            </a:endParaRPr>
          </a:p>
        </p:txBody>
      </p:sp>
      <p:sp>
        <p:nvSpPr>
          <p:cNvPr id="217096" name="AutoShape 8"/>
          <p:cNvSpPr>
            <a:spLocks noChangeArrowheads="1"/>
          </p:cNvSpPr>
          <p:nvPr/>
        </p:nvSpPr>
        <p:spPr bwMode="auto">
          <a:xfrm>
            <a:off x="2017713" y="1062038"/>
            <a:ext cx="2476500" cy="2419350"/>
          </a:xfrm>
          <a:prstGeom prst="irregularSeal1">
            <a:avLst/>
          </a:prstGeom>
          <a:gradFill rotWithShape="0">
            <a:gsLst>
              <a:gs pos="0">
                <a:srgbClr val="FF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6871" name="Group 9"/>
          <p:cNvGrpSpPr>
            <a:grpSpLocks/>
          </p:cNvGrpSpPr>
          <p:nvPr/>
        </p:nvGrpSpPr>
        <p:grpSpPr bwMode="auto">
          <a:xfrm>
            <a:off x="3605213" y="1963738"/>
            <a:ext cx="3295650" cy="3694112"/>
            <a:chOff x="2356" y="1581"/>
            <a:chExt cx="2566" cy="2482"/>
          </a:xfrm>
        </p:grpSpPr>
        <p:grpSp>
          <p:nvGrpSpPr>
            <p:cNvPr id="37456" name="Group 10"/>
            <p:cNvGrpSpPr>
              <a:grpSpLocks/>
            </p:cNvGrpSpPr>
            <p:nvPr/>
          </p:nvGrpSpPr>
          <p:grpSpPr bwMode="auto">
            <a:xfrm>
              <a:off x="2356" y="1581"/>
              <a:ext cx="2566" cy="2482"/>
              <a:chOff x="1991" y="1131"/>
              <a:chExt cx="2362" cy="2307"/>
            </a:xfrm>
          </p:grpSpPr>
          <p:sp>
            <p:nvSpPr>
              <p:cNvPr id="37689" name="Freeform 11"/>
              <p:cNvSpPr>
                <a:spLocks/>
              </p:cNvSpPr>
              <p:nvPr/>
            </p:nvSpPr>
            <p:spPr bwMode="auto">
              <a:xfrm>
                <a:off x="1991" y="1131"/>
                <a:ext cx="2362" cy="2307"/>
              </a:xfrm>
              <a:custGeom>
                <a:avLst/>
                <a:gdLst>
                  <a:gd name="T0" fmla="*/ 1708 w 2362"/>
                  <a:gd name="T1" fmla="*/ 129 h 2307"/>
                  <a:gd name="T2" fmla="*/ 1860 w 2362"/>
                  <a:gd name="T3" fmla="*/ 221 h 2307"/>
                  <a:gd name="T4" fmla="*/ 1994 w 2362"/>
                  <a:gd name="T5" fmla="*/ 330 h 2307"/>
                  <a:gd name="T6" fmla="*/ 2110 w 2362"/>
                  <a:gd name="T7" fmla="*/ 456 h 2307"/>
                  <a:gd name="T8" fmla="*/ 2205 w 2362"/>
                  <a:gd name="T9" fmla="*/ 596 h 2307"/>
                  <a:gd name="T10" fmla="*/ 2278 w 2362"/>
                  <a:gd name="T11" fmla="*/ 747 h 2307"/>
                  <a:gd name="T12" fmla="*/ 2329 w 2362"/>
                  <a:gd name="T13" fmla="*/ 905 h 2307"/>
                  <a:gd name="T14" fmla="*/ 2358 w 2362"/>
                  <a:gd name="T15" fmla="*/ 1072 h 2307"/>
                  <a:gd name="T16" fmla="*/ 2360 w 2362"/>
                  <a:gd name="T17" fmla="*/ 1239 h 2307"/>
                  <a:gd name="T18" fmla="*/ 2337 w 2362"/>
                  <a:gd name="T19" fmla="*/ 1409 h 2307"/>
                  <a:gd name="T20" fmla="*/ 2286 w 2362"/>
                  <a:gd name="T21" fmla="*/ 1577 h 2307"/>
                  <a:gd name="T22" fmla="*/ 2210 w 2362"/>
                  <a:gd name="T23" fmla="*/ 1735 h 2307"/>
                  <a:gd name="T24" fmla="*/ 2113 w 2362"/>
                  <a:gd name="T25" fmla="*/ 1877 h 2307"/>
                  <a:gd name="T26" fmla="*/ 1997 w 2362"/>
                  <a:gd name="T27" fmla="*/ 2000 h 2307"/>
                  <a:gd name="T28" fmla="*/ 1865 w 2362"/>
                  <a:gd name="T29" fmla="*/ 2105 h 2307"/>
                  <a:gd name="T30" fmla="*/ 1720 w 2362"/>
                  <a:gd name="T31" fmla="*/ 2188 h 2307"/>
                  <a:gd name="T32" fmla="*/ 1564 w 2362"/>
                  <a:gd name="T33" fmla="*/ 2250 h 2307"/>
                  <a:gd name="T34" fmla="*/ 1398 w 2362"/>
                  <a:gd name="T35" fmla="*/ 2290 h 2307"/>
                  <a:gd name="T36" fmla="*/ 1229 w 2362"/>
                  <a:gd name="T37" fmla="*/ 2307 h 2307"/>
                  <a:gd name="T38" fmla="*/ 1054 w 2362"/>
                  <a:gd name="T39" fmla="*/ 2297 h 2307"/>
                  <a:gd name="T40" fmla="*/ 881 w 2362"/>
                  <a:gd name="T41" fmla="*/ 2264 h 2307"/>
                  <a:gd name="T42" fmla="*/ 709 w 2362"/>
                  <a:gd name="T43" fmla="*/ 2202 h 2307"/>
                  <a:gd name="T44" fmla="*/ 552 w 2362"/>
                  <a:gd name="T45" fmla="*/ 2119 h 2307"/>
                  <a:gd name="T46" fmla="*/ 411 w 2362"/>
                  <a:gd name="T47" fmla="*/ 2014 h 2307"/>
                  <a:gd name="T48" fmla="*/ 289 w 2362"/>
                  <a:gd name="T49" fmla="*/ 1894 h 2307"/>
                  <a:gd name="T50" fmla="*/ 187 w 2362"/>
                  <a:gd name="T51" fmla="*/ 1759 h 2307"/>
                  <a:gd name="T52" fmla="*/ 107 w 2362"/>
                  <a:gd name="T53" fmla="*/ 1611 h 2307"/>
                  <a:gd name="T54" fmla="*/ 47 w 2362"/>
                  <a:gd name="T55" fmla="*/ 1455 h 2307"/>
                  <a:gd name="T56" fmla="*/ 11 w 2362"/>
                  <a:gd name="T57" fmla="*/ 1292 h 2307"/>
                  <a:gd name="T58" fmla="*/ 0 w 2362"/>
                  <a:gd name="T59" fmla="*/ 1124 h 2307"/>
                  <a:gd name="T60" fmla="*/ 15 w 2362"/>
                  <a:gd name="T61" fmla="*/ 954 h 2307"/>
                  <a:gd name="T62" fmla="*/ 56 w 2362"/>
                  <a:gd name="T63" fmla="*/ 785 h 2307"/>
                  <a:gd name="T64" fmla="*/ 124 w 2362"/>
                  <a:gd name="T65" fmla="*/ 623 h 2307"/>
                  <a:gd name="T66" fmla="*/ 215 w 2362"/>
                  <a:gd name="T67" fmla="*/ 475 h 2307"/>
                  <a:gd name="T68" fmla="*/ 325 w 2362"/>
                  <a:gd name="T69" fmla="*/ 345 h 2307"/>
                  <a:gd name="T70" fmla="*/ 452 w 2362"/>
                  <a:gd name="T71" fmla="*/ 235 h 2307"/>
                  <a:gd name="T72" fmla="*/ 592 w 2362"/>
                  <a:gd name="T73" fmla="*/ 144 h 2307"/>
                  <a:gd name="T74" fmla="*/ 746 w 2362"/>
                  <a:gd name="T75" fmla="*/ 75 h 2307"/>
                  <a:gd name="T76" fmla="*/ 908 w 2362"/>
                  <a:gd name="T77" fmla="*/ 27 h 2307"/>
                  <a:gd name="T78" fmla="*/ 1077 w 2362"/>
                  <a:gd name="T79" fmla="*/ 3 h 2307"/>
                  <a:gd name="T80" fmla="*/ 1248 w 2362"/>
                  <a:gd name="T81" fmla="*/ 3 h 2307"/>
                  <a:gd name="T82" fmla="*/ 1424 w 2362"/>
                  <a:gd name="T83" fmla="*/ 30 h 2307"/>
                  <a:gd name="T84" fmla="*/ 1597 w 2362"/>
                  <a:gd name="T85" fmla="*/ 81 h 23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62"/>
                  <a:gd name="T130" fmla="*/ 0 h 2307"/>
                  <a:gd name="T131" fmla="*/ 2362 w 2362"/>
                  <a:gd name="T132" fmla="*/ 2307 h 23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62" h="2307">
                    <a:moveTo>
                      <a:pt x="1597" y="81"/>
                    </a:moveTo>
                    <a:lnTo>
                      <a:pt x="1653" y="105"/>
                    </a:lnTo>
                    <a:lnTo>
                      <a:pt x="1708" y="129"/>
                    </a:lnTo>
                    <a:lnTo>
                      <a:pt x="1759" y="158"/>
                    </a:lnTo>
                    <a:lnTo>
                      <a:pt x="1810" y="188"/>
                    </a:lnTo>
                    <a:lnTo>
                      <a:pt x="1860" y="221"/>
                    </a:lnTo>
                    <a:lnTo>
                      <a:pt x="1907" y="257"/>
                    </a:lnTo>
                    <a:lnTo>
                      <a:pt x="1950" y="292"/>
                    </a:lnTo>
                    <a:lnTo>
                      <a:pt x="1994" y="330"/>
                    </a:lnTo>
                    <a:lnTo>
                      <a:pt x="2035" y="371"/>
                    </a:lnTo>
                    <a:lnTo>
                      <a:pt x="2073" y="413"/>
                    </a:lnTo>
                    <a:lnTo>
                      <a:pt x="2110" y="456"/>
                    </a:lnTo>
                    <a:lnTo>
                      <a:pt x="2144" y="501"/>
                    </a:lnTo>
                    <a:lnTo>
                      <a:pt x="2175" y="548"/>
                    </a:lnTo>
                    <a:lnTo>
                      <a:pt x="2205" y="596"/>
                    </a:lnTo>
                    <a:lnTo>
                      <a:pt x="2231" y="644"/>
                    </a:lnTo>
                    <a:lnTo>
                      <a:pt x="2255" y="696"/>
                    </a:lnTo>
                    <a:lnTo>
                      <a:pt x="2278" y="747"/>
                    </a:lnTo>
                    <a:lnTo>
                      <a:pt x="2298" y="798"/>
                    </a:lnTo>
                    <a:lnTo>
                      <a:pt x="2315" y="853"/>
                    </a:lnTo>
                    <a:lnTo>
                      <a:pt x="2329" y="905"/>
                    </a:lnTo>
                    <a:lnTo>
                      <a:pt x="2341" y="961"/>
                    </a:lnTo>
                    <a:lnTo>
                      <a:pt x="2350" y="1016"/>
                    </a:lnTo>
                    <a:lnTo>
                      <a:pt x="2358" y="1072"/>
                    </a:lnTo>
                    <a:lnTo>
                      <a:pt x="2361" y="1126"/>
                    </a:lnTo>
                    <a:lnTo>
                      <a:pt x="2362" y="1183"/>
                    </a:lnTo>
                    <a:lnTo>
                      <a:pt x="2360" y="1239"/>
                    </a:lnTo>
                    <a:lnTo>
                      <a:pt x="2355" y="1296"/>
                    </a:lnTo>
                    <a:lnTo>
                      <a:pt x="2347" y="1353"/>
                    </a:lnTo>
                    <a:lnTo>
                      <a:pt x="2337" y="1409"/>
                    </a:lnTo>
                    <a:lnTo>
                      <a:pt x="2322" y="1466"/>
                    </a:lnTo>
                    <a:lnTo>
                      <a:pt x="2306" y="1521"/>
                    </a:lnTo>
                    <a:lnTo>
                      <a:pt x="2286" y="1577"/>
                    </a:lnTo>
                    <a:lnTo>
                      <a:pt x="2263" y="1632"/>
                    </a:lnTo>
                    <a:lnTo>
                      <a:pt x="2237" y="1684"/>
                    </a:lnTo>
                    <a:lnTo>
                      <a:pt x="2210" y="1735"/>
                    </a:lnTo>
                    <a:lnTo>
                      <a:pt x="2179" y="1784"/>
                    </a:lnTo>
                    <a:lnTo>
                      <a:pt x="2147" y="1832"/>
                    </a:lnTo>
                    <a:lnTo>
                      <a:pt x="2113" y="1877"/>
                    </a:lnTo>
                    <a:lnTo>
                      <a:pt x="2075" y="1920"/>
                    </a:lnTo>
                    <a:lnTo>
                      <a:pt x="2037" y="1962"/>
                    </a:lnTo>
                    <a:lnTo>
                      <a:pt x="1997" y="2000"/>
                    </a:lnTo>
                    <a:lnTo>
                      <a:pt x="1954" y="2037"/>
                    </a:lnTo>
                    <a:lnTo>
                      <a:pt x="1910" y="2072"/>
                    </a:lnTo>
                    <a:lnTo>
                      <a:pt x="1865" y="2105"/>
                    </a:lnTo>
                    <a:lnTo>
                      <a:pt x="1817" y="2134"/>
                    </a:lnTo>
                    <a:lnTo>
                      <a:pt x="1770" y="2162"/>
                    </a:lnTo>
                    <a:lnTo>
                      <a:pt x="1720" y="2188"/>
                    </a:lnTo>
                    <a:lnTo>
                      <a:pt x="1669" y="2211"/>
                    </a:lnTo>
                    <a:lnTo>
                      <a:pt x="1616" y="2232"/>
                    </a:lnTo>
                    <a:lnTo>
                      <a:pt x="1564" y="2250"/>
                    </a:lnTo>
                    <a:lnTo>
                      <a:pt x="1509" y="2266"/>
                    </a:lnTo>
                    <a:lnTo>
                      <a:pt x="1453" y="2279"/>
                    </a:lnTo>
                    <a:lnTo>
                      <a:pt x="1398" y="2290"/>
                    </a:lnTo>
                    <a:lnTo>
                      <a:pt x="1341" y="2298"/>
                    </a:lnTo>
                    <a:lnTo>
                      <a:pt x="1285" y="2303"/>
                    </a:lnTo>
                    <a:lnTo>
                      <a:pt x="1229" y="2307"/>
                    </a:lnTo>
                    <a:lnTo>
                      <a:pt x="1170" y="2307"/>
                    </a:lnTo>
                    <a:lnTo>
                      <a:pt x="1113" y="2303"/>
                    </a:lnTo>
                    <a:lnTo>
                      <a:pt x="1054" y="2297"/>
                    </a:lnTo>
                    <a:lnTo>
                      <a:pt x="996" y="2290"/>
                    </a:lnTo>
                    <a:lnTo>
                      <a:pt x="938" y="2277"/>
                    </a:lnTo>
                    <a:lnTo>
                      <a:pt x="881" y="2264"/>
                    </a:lnTo>
                    <a:lnTo>
                      <a:pt x="823" y="2246"/>
                    </a:lnTo>
                    <a:lnTo>
                      <a:pt x="765" y="2225"/>
                    </a:lnTo>
                    <a:lnTo>
                      <a:pt x="709" y="2202"/>
                    </a:lnTo>
                    <a:lnTo>
                      <a:pt x="654" y="2176"/>
                    </a:lnTo>
                    <a:lnTo>
                      <a:pt x="603" y="2149"/>
                    </a:lnTo>
                    <a:lnTo>
                      <a:pt x="552" y="2119"/>
                    </a:lnTo>
                    <a:lnTo>
                      <a:pt x="502" y="2086"/>
                    </a:lnTo>
                    <a:lnTo>
                      <a:pt x="455" y="2050"/>
                    </a:lnTo>
                    <a:lnTo>
                      <a:pt x="411" y="2014"/>
                    </a:lnTo>
                    <a:lnTo>
                      <a:pt x="368" y="1976"/>
                    </a:lnTo>
                    <a:lnTo>
                      <a:pt x="327" y="1935"/>
                    </a:lnTo>
                    <a:lnTo>
                      <a:pt x="289" y="1894"/>
                    </a:lnTo>
                    <a:lnTo>
                      <a:pt x="252" y="1851"/>
                    </a:lnTo>
                    <a:lnTo>
                      <a:pt x="218" y="1805"/>
                    </a:lnTo>
                    <a:lnTo>
                      <a:pt x="187" y="1759"/>
                    </a:lnTo>
                    <a:lnTo>
                      <a:pt x="157" y="1711"/>
                    </a:lnTo>
                    <a:lnTo>
                      <a:pt x="131" y="1661"/>
                    </a:lnTo>
                    <a:lnTo>
                      <a:pt x="107" y="1611"/>
                    </a:lnTo>
                    <a:lnTo>
                      <a:pt x="84" y="1560"/>
                    </a:lnTo>
                    <a:lnTo>
                      <a:pt x="64" y="1509"/>
                    </a:lnTo>
                    <a:lnTo>
                      <a:pt x="47" y="1455"/>
                    </a:lnTo>
                    <a:lnTo>
                      <a:pt x="33" y="1402"/>
                    </a:lnTo>
                    <a:lnTo>
                      <a:pt x="20" y="1346"/>
                    </a:lnTo>
                    <a:lnTo>
                      <a:pt x="11" y="1292"/>
                    </a:lnTo>
                    <a:lnTo>
                      <a:pt x="4" y="1235"/>
                    </a:lnTo>
                    <a:lnTo>
                      <a:pt x="1" y="1181"/>
                    </a:lnTo>
                    <a:lnTo>
                      <a:pt x="0" y="1124"/>
                    </a:lnTo>
                    <a:lnTo>
                      <a:pt x="2" y="1067"/>
                    </a:lnTo>
                    <a:lnTo>
                      <a:pt x="7" y="1010"/>
                    </a:lnTo>
                    <a:lnTo>
                      <a:pt x="15" y="954"/>
                    </a:lnTo>
                    <a:lnTo>
                      <a:pt x="26" y="898"/>
                    </a:lnTo>
                    <a:lnTo>
                      <a:pt x="40" y="841"/>
                    </a:lnTo>
                    <a:lnTo>
                      <a:pt x="56" y="785"/>
                    </a:lnTo>
                    <a:lnTo>
                      <a:pt x="76" y="730"/>
                    </a:lnTo>
                    <a:lnTo>
                      <a:pt x="98" y="675"/>
                    </a:lnTo>
                    <a:lnTo>
                      <a:pt x="124" y="623"/>
                    </a:lnTo>
                    <a:lnTo>
                      <a:pt x="152" y="572"/>
                    </a:lnTo>
                    <a:lnTo>
                      <a:pt x="182" y="523"/>
                    </a:lnTo>
                    <a:lnTo>
                      <a:pt x="215" y="475"/>
                    </a:lnTo>
                    <a:lnTo>
                      <a:pt x="249" y="430"/>
                    </a:lnTo>
                    <a:lnTo>
                      <a:pt x="287" y="387"/>
                    </a:lnTo>
                    <a:lnTo>
                      <a:pt x="325" y="345"/>
                    </a:lnTo>
                    <a:lnTo>
                      <a:pt x="366" y="307"/>
                    </a:lnTo>
                    <a:lnTo>
                      <a:pt x="407" y="269"/>
                    </a:lnTo>
                    <a:lnTo>
                      <a:pt x="452" y="235"/>
                    </a:lnTo>
                    <a:lnTo>
                      <a:pt x="497" y="203"/>
                    </a:lnTo>
                    <a:lnTo>
                      <a:pt x="545" y="173"/>
                    </a:lnTo>
                    <a:lnTo>
                      <a:pt x="592" y="144"/>
                    </a:lnTo>
                    <a:lnTo>
                      <a:pt x="642" y="119"/>
                    </a:lnTo>
                    <a:lnTo>
                      <a:pt x="694" y="96"/>
                    </a:lnTo>
                    <a:lnTo>
                      <a:pt x="746" y="75"/>
                    </a:lnTo>
                    <a:lnTo>
                      <a:pt x="799" y="57"/>
                    </a:lnTo>
                    <a:lnTo>
                      <a:pt x="853" y="41"/>
                    </a:lnTo>
                    <a:lnTo>
                      <a:pt x="908" y="27"/>
                    </a:lnTo>
                    <a:lnTo>
                      <a:pt x="964" y="17"/>
                    </a:lnTo>
                    <a:lnTo>
                      <a:pt x="1020" y="9"/>
                    </a:lnTo>
                    <a:lnTo>
                      <a:pt x="1077" y="3"/>
                    </a:lnTo>
                    <a:lnTo>
                      <a:pt x="1133" y="0"/>
                    </a:lnTo>
                    <a:lnTo>
                      <a:pt x="1191" y="0"/>
                    </a:lnTo>
                    <a:lnTo>
                      <a:pt x="1248" y="3"/>
                    </a:lnTo>
                    <a:lnTo>
                      <a:pt x="1308" y="9"/>
                    </a:lnTo>
                    <a:lnTo>
                      <a:pt x="1366" y="17"/>
                    </a:lnTo>
                    <a:lnTo>
                      <a:pt x="1424" y="30"/>
                    </a:lnTo>
                    <a:lnTo>
                      <a:pt x="1481" y="43"/>
                    </a:lnTo>
                    <a:lnTo>
                      <a:pt x="1539" y="61"/>
                    </a:lnTo>
                    <a:lnTo>
                      <a:pt x="1597" y="81"/>
                    </a:lnTo>
                    <a:close/>
                  </a:path>
                </a:pathLst>
              </a:custGeom>
              <a:solidFill>
                <a:srgbClr val="CCCC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0" name="Freeform 12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1" name="Freeform 13"/>
              <p:cNvSpPr>
                <a:spLocks/>
              </p:cNvSpPr>
              <p:nvPr/>
            </p:nvSpPr>
            <p:spPr bwMode="auto">
              <a:xfrm>
                <a:off x="3707" y="3010"/>
                <a:ext cx="176" cy="83"/>
              </a:xfrm>
              <a:custGeom>
                <a:avLst/>
                <a:gdLst>
                  <a:gd name="T0" fmla="*/ 146 w 176"/>
                  <a:gd name="T1" fmla="*/ 15 h 83"/>
                  <a:gd name="T2" fmla="*/ 155 w 176"/>
                  <a:gd name="T3" fmla="*/ 24 h 83"/>
                  <a:gd name="T4" fmla="*/ 2 w 176"/>
                  <a:gd name="T5" fmla="*/ 83 h 83"/>
                  <a:gd name="T6" fmla="*/ 0 w 176"/>
                  <a:gd name="T7" fmla="*/ 68 h 83"/>
                  <a:gd name="T8" fmla="*/ 153 w 176"/>
                  <a:gd name="T9" fmla="*/ 9 h 83"/>
                  <a:gd name="T10" fmla="*/ 161 w 176"/>
                  <a:gd name="T11" fmla="*/ 20 h 83"/>
                  <a:gd name="T12" fmla="*/ 153 w 176"/>
                  <a:gd name="T13" fmla="*/ 9 h 83"/>
                  <a:gd name="T14" fmla="*/ 176 w 176"/>
                  <a:gd name="T15" fmla="*/ 0 h 83"/>
                  <a:gd name="T16" fmla="*/ 161 w 176"/>
                  <a:gd name="T17" fmla="*/ 20 h 83"/>
                  <a:gd name="T18" fmla="*/ 146 w 176"/>
                  <a:gd name="T19" fmla="*/ 15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6"/>
                  <a:gd name="T31" fmla="*/ 0 h 83"/>
                  <a:gd name="T32" fmla="*/ 176 w 176"/>
                  <a:gd name="T33" fmla="*/ 83 h 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6" h="83">
                    <a:moveTo>
                      <a:pt x="146" y="15"/>
                    </a:moveTo>
                    <a:lnTo>
                      <a:pt x="155" y="24"/>
                    </a:lnTo>
                    <a:lnTo>
                      <a:pt x="2" y="83"/>
                    </a:lnTo>
                    <a:lnTo>
                      <a:pt x="0" y="68"/>
                    </a:lnTo>
                    <a:lnTo>
                      <a:pt x="153" y="9"/>
                    </a:lnTo>
                    <a:lnTo>
                      <a:pt x="161" y="20"/>
                    </a:lnTo>
                    <a:lnTo>
                      <a:pt x="153" y="9"/>
                    </a:lnTo>
                    <a:lnTo>
                      <a:pt x="176" y="0"/>
                    </a:lnTo>
                    <a:lnTo>
                      <a:pt x="161" y="20"/>
                    </a:lnTo>
                    <a:lnTo>
                      <a:pt x="146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2" name="Freeform 14"/>
              <p:cNvSpPr>
                <a:spLocks/>
              </p:cNvSpPr>
              <p:nvPr/>
            </p:nvSpPr>
            <p:spPr bwMode="auto">
              <a:xfrm>
                <a:off x="3760" y="3024"/>
                <a:ext cx="108" cy="142"/>
              </a:xfrm>
              <a:custGeom>
                <a:avLst/>
                <a:gdLst>
                  <a:gd name="T0" fmla="*/ 17 w 108"/>
                  <a:gd name="T1" fmla="*/ 122 h 142"/>
                  <a:gd name="T2" fmla="*/ 1 w 108"/>
                  <a:gd name="T3" fmla="*/ 126 h 142"/>
                  <a:gd name="T4" fmla="*/ 92 w 108"/>
                  <a:gd name="T5" fmla="*/ 0 h 142"/>
                  <a:gd name="T6" fmla="*/ 108 w 108"/>
                  <a:gd name="T7" fmla="*/ 6 h 142"/>
                  <a:gd name="T8" fmla="*/ 16 w 108"/>
                  <a:gd name="T9" fmla="*/ 132 h 142"/>
                  <a:gd name="T10" fmla="*/ 0 w 108"/>
                  <a:gd name="T11" fmla="*/ 134 h 142"/>
                  <a:gd name="T12" fmla="*/ 16 w 108"/>
                  <a:gd name="T13" fmla="*/ 132 h 142"/>
                  <a:gd name="T14" fmla="*/ 7 w 108"/>
                  <a:gd name="T15" fmla="*/ 142 h 142"/>
                  <a:gd name="T16" fmla="*/ 0 w 108"/>
                  <a:gd name="T17" fmla="*/ 134 h 142"/>
                  <a:gd name="T18" fmla="*/ 17 w 108"/>
                  <a:gd name="T19" fmla="*/ 122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8"/>
                  <a:gd name="T31" fmla="*/ 0 h 142"/>
                  <a:gd name="T32" fmla="*/ 108 w 108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8" h="142">
                    <a:moveTo>
                      <a:pt x="17" y="122"/>
                    </a:moveTo>
                    <a:lnTo>
                      <a:pt x="1" y="126"/>
                    </a:lnTo>
                    <a:lnTo>
                      <a:pt x="92" y="0"/>
                    </a:lnTo>
                    <a:lnTo>
                      <a:pt x="108" y="6"/>
                    </a:lnTo>
                    <a:lnTo>
                      <a:pt x="16" y="132"/>
                    </a:lnTo>
                    <a:lnTo>
                      <a:pt x="0" y="134"/>
                    </a:lnTo>
                    <a:lnTo>
                      <a:pt x="16" y="132"/>
                    </a:lnTo>
                    <a:lnTo>
                      <a:pt x="7" y="142"/>
                    </a:lnTo>
                    <a:lnTo>
                      <a:pt x="0" y="134"/>
                    </a:lnTo>
                    <a:lnTo>
                      <a:pt x="17" y="1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3" name="Freeform 15"/>
              <p:cNvSpPr>
                <a:spLocks/>
              </p:cNvSpPr>
              <p:nvPr/>
            </p:nvSpPr>
            <p:spPr bwMode="auto">
              <a:xfrm>
                <a:off x="3691" y="3077"/>
                <a:ext cx="86" cy="81"/>
              </a:xfrm>
              <a:custGeom>
                <a:avLst/>
                <a:gdLst>
                  <a:gd name="T0" fmla="*/ 17 w 86"/>
                  <a:gd name="T1" fmla="*/ 16 h 81"/>
                  <a:gd name="T2" fmla="*/ 25 w 86"/>
                  <a:gd name="T3" fmla="*/ 1 h 81"/>
                  <a:gd name="T4" fmla="*/ 86 w 86"/>
                  <a:gd name="T5" fmla="*/ 68 h 81"/>
                  <a:gd name="T6" fmla="*/ 69 w 86"/>
                  <a:gd name="T7" fmla="*/ 81 h 81"/>
                  <a:gd name="T8" fmla="*/ 7 w 86"/>
                  <a:gd name="T9" fmla="*/ 13 h 81"/>
                  <a:gd name="T10" fmla="*/ 15 w 86"/>
                  <a:gd name="T11" fmla="*/ 0 h 81"/>
                  <a:gd name="T12" fmla="*/ 7 w 86"/>
                  <a:gd name="T13" fmla="*/ 13 h 81"/>
                  <a:gd name="T14" fmla="*/ 0 w 86"/>
                  <a:gd name="T15" fmla="*/ 5 h 81"/>
                  <a:gd name="T16" fmla="*/ 15 w 86"/>
                  <a:gd name="T17" fmla="*/ 0 h 81"/>
                  <a:gd name="T18" fmla="*/ 17 w 86"/>
                  <a:gd name="T19" fmla="*/ 16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1"/>
                  <a:gd name="T32" fmla="*/ 86 w 86"/>
                  <a:gd name="T33" fmla="*/ 81 h 8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1">
                    <a:moveTo>
                      <a:pt x="17" y="16"/>
                    </a:moveTo>
                    <a:lnTo>
                      <a:pt x="25" y="1"/>
                    </a:lnTo>
                    <a:lnTo>
                      <a:pt x="86" y="68"/>
                    </a:lnTo>
                    <a:lnTo>
                      <a:pt x="69" y="81"/>
                    </a:lnTo>
                    <a:lnTo>
                      <a:pt x="7" y="13"/>
                    </a:lnTo>
                    <a:lnTo>
                      <a:pt x="15" y="0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15" y="0"/>
                    </a:lnTo>
                    <a:lnTo>
                      <a:pt x="17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4" name="Freeform 16"/>
              <p:cNvSpPr>
                <a:spLocks/>
              </p:cNvSpPr>
              <p:nvPr/>
            </p:nvSpPr>
            <p:spPr bwMode="auto">
              <a:xfrm>
                <a:off x="3807" y="3037"/>
                <a:ext cx="39" cy="37"/>
              </a:xfrm>
              <a:custGeom>
                <a:avLst/>
                <a:gdLst>
                  <a:gd name="T0" fmla="*/ 0 w 39"/>
                  <a:gd name="T1" fmla="*/ 14 h 37"/>
                  <a:gd name="T2" fmla="*/ 17 w 39"/>
                  <a:gd name="T3" fmla="*/ 0 h 37"/>
                  <a:gd name="T4" fmla="*/ 39 w 39"/>
                  <a:gd name="T5" fmla="*/ 24 h 37"/>
                  <a:gd name="T6" fmla="*/ 22 w 39"/>
                  <a:gd name="T7" fmla="*/ 37 h 37"/>
                  <a:gd name="T8" fmla="*/ 0 w 39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0" y="14"/>
                    </a:moveTo>
                    <a:lnTo>
                      <a:pt x="17" y="0"/>
                    </a:lnTo>
                    <a:lnTo>
                      <a:pt x="39" y="24"/>
                    </a:lnTo>
                    <a:lnTo>
                      <a:pt x="22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5" name="Freeform 17"/>
              <p:cNvSpPr>
                <a:spLocks/>
              </p:cNvSpPr>
              <p:nvPr/>
            </p:nvSpPr>
            <p:spPr bwMode="auto">
              <a:xfrm>
                <a:off x="3611" y="3052"/>
                <a:ext cx="215" cy="153"/>
              </a:xfrm>
              <a:custGeom>
                <a:avLst/>
                <a:gdLst>
                  <a:gd name="T0" fmla="*/ 0 w 215"/>
                  <a:gd name="T1" fmla="*/ 124 h 153"/>
                  <a:gd name="T2" fmla="*/ 0 w 215"/>
                  <a:gd name="T3" fmla="*/ 124 h 153"/>
                  <a:gd name="T4" fmla="*/ 53 w 215"/>
                  <a:gd name="T5" fmla="*/ 95 h 153"/>
                  <a:gd name="T6" fmla="*/ 101 w 215"/>
                  <a:gd name="T7" fmla="*/ 66 h 153"/>
                  <a:gd name="T8" fmla="*/ 149 w 215"/>
                  <a:gd name="T9" fmla="*/ 33 h 153"/>
                  <a:gd name="T10" fmla="*/ 193 w 215"/>
                  <a:gd name="T11" fmla="*/ 0 h 153"/>
                  <a:gd name="T12" fmla="*/ 215 w 215"/>
                  <a:gd name="T13" fmla="*/ 22 h 153"/>
                  <a:gd name="T14" fmla="*/ 168 w 215"/>
                  <a:gd name="T15" fmla="*/ 59 h 153"/>
                  <a:gd name="T16" fmla="*/ 119 w 215"/>
                  <a:gd name="T17" fmla="*/ 92 h 153"/>
                  <a:gd name="T18" fmla="*/ 66 w 215"/>
                  <a:gd name="T19" fmla="*/ 124 h 153"/>
                  <a:gd name="T20" fmla="*/ 11 w 215"/>
                  <a:gd name="T21" fmla="*/ 153 h 153"/>
                  <a:gd name="T22" fmla="*/ 0 w 215"/>
                  <a:gd name="T23" fmla="*/ 124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5"/>
                  <a:gd name="T37" fmla="*/ 0 h 153"/>
                  <a:gd name="T38" fmla="*/ 215 w 215"/>
                  <a:gd name="T39" fmla="*/ 153 h 15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5" h="153">
                    <a:moveTo>
                      <a:pt x="0" y="124"/>
                    </a:moveTo>
                    <a:lnTo>
                      <a:pt x="0" y="124"/>
                    </a:lnTo>
                    <a:lnTo>
                      <a:pt x="53" y="95"/>
                    </a:lnTo>
                    <a:lnTo>
                      <a:pt x="101" y="66"/>
                    </a:lnTo>
                    <a:lnTo>
                      <a:pt x="149" y="33"/>
                    </a:lnTo>
                    <a:lnTo>
                      <a:pt x="193" y="0"/>
                    </a:lnTo>
                    <a:lnTo>
                      <a:pt x="215" y="22"/>
                    </a:lnTo>
                    <a:lnTo>
                      <a:pt x="168" y="59"/>
                    </a:lnTo>
                    <a:lnTo>
                      <a:pt x="119" y="92"/>
                    </a:lnTo>
                    <a:lnTo>
                      <a:pt x="66" y="124"/>
                    </a:lnTo>
                    <a:lnTo>
                      <a:pt x="11" y="153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6" name="Freeform 18"/>
              <p:cNvSpPr>
                <a:spLocks/>
              </p:cNvSpPr>
              <p:nvPr/>
            </p:nvSpPr>
            <p:spPr bwMode="auto">
              <a:xfrm>
                <a:off x="3423" y="3174"/>
                <a:ext cx="197" cy="103"/>
              </a:xfrm>
              <a:custGeom>
                <a:avLst/>
                <a:gdLst>
                  <a:gd name="T0" fmla="*/ 1 w 197"/>
                  <a:gd name="T1" fmla="*/ 68 h 103"/>
                  <a:gd name="T2" fmla="*/ 24 w 197"/>
                  <a:gd name="T3" fmla="*/ 62 h 103"/>
                  <a:gd name="T4" fmla="*/ 47 w 197"/>
                  <a:gd name="T5" fmla="*/ 56 h 103"/>
                  <a:gd name="T6" fmla="*/ 70 w 197"/>
                  <a:gd name="T7" fmla="*/ 49 h 103"/>
                  <a:gd name="T8" fmla="*/ 93 w 197"/>
                  <a:gd name="T9" fmla="*/ 39 h 103"/>
                  <a:gd name="T10" fmla="*/ 116 w 197"/>
                  <a:gd name="T11" fmla="*/ 30 h 103"/>
                  <a:gd name="T12" fmla="*/ 140 w 197"/>
                  <a:gd name="T13" fmla="*/ 21 h 103"/>
                  <a:gd name="T14" fmla="*/ 163 w 197"/>
                  <a:gd name="T15" fmla="*/ 12 h 103"/>
                  <a:gd name="T16" fmla="*/ 185 w 197"/>
                  <a:gd name="T17" fmla="*/ 0 h 103"/>
                  <a:gd name="T18" fmla="*/ 197 w 197"/>
                  <a:gd name="T19" fmla="*/ 30 h 103"/>
                  <a:gd name="T20" fmla="*/ 173 w 197"/>
                  <a:gd name="T21" fmla="*/ 41 h 103"/>
                  <a:gd name="T22" fmla="*/ 148 w 197"/>
                  <a:gd name="T23" fmla="*/ 52 h 103"/>
                  <a:gd name="T24" fmla="*/ 123 w 197"/>
                  <a:gd name="T25" fmla="*/ 63 h 103"/>
                  <a:gd name="T26" fmla="*/ 99 w 197"/>
                  <a:gd name="T27" fmla="*/ 74 h 103"/>
                  <a:gd name="T28" fmla="*/ 74 w 197"/>
                  <a:gd name="T29" fmla="*/ 81 h 103"/>
                  <a:gd name="T30" fmla="*/ 50 w 197"/>
                  <a:gd name="T31" fmla="*/ 90 h 103"/>
                  <a:gd name="T32" fmla="*/ 26 w 197"/>
                  <a:gd name="T33" fmla="*/ 97 h 103"/>
                  <a:gd name="T34" fmla="*/ 0 w 197"/>
                  <a:gd name="T35" fmla="*/ 103 h 103"/>
                  <a:gd name="T36" fmla="*/ 1 w 197"/>
                  <a:gd name="T37" fmla="*/ 68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3"/>
                  <a:gd name="T59" fmla="*/ 197 w 197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3">
                    <a:moveTo>
                      <a:pt x="1" y="68"/>
                    </a:moveTo>
                    <a:lnTo>
                      <a:pt x="24" y="62"/>
                    </a:lnTo>
                    <a:lnTo>
                      <a:pt x="47" y="56"/>
                    </a:lnTo>
                    <a:lnTo>
                      <a:pt x="70" y="49"/>
                    </a:lnTo>
                    <a:lnTo>
                      <a:pt x="93" y="39"/>
                    </a:lnTo>
                    <a:lnTo>
                      <a:pt x="116" y="30"/>
                    </a:lnTo>
                    <a:lnTo>
                      <a:pt x="140" y="21"/>
                    </a:lnTo>
                    <a:lnTo>
                      <a:pt x="163" y="12"/>
                    </a:lnTo>
                    <a:lnTo>
                      <a:pt x="185" y="0"/>
                    </a:lnTo>
                    <a:lnTo>
                      <a:pt x="197" y="30"/>
                    </a:lnTo>
                    <a:lnTo>
                      <a:pt x="173" y="41"/>
                    </a:lnTo>
                    <a:lnTo>
                      <a:pt x="148" y="52"/>
                    </a:lnTo>
                    <a:lnTo>
                      <a:pt x="123" y="63"/>
                    </a:lnTo>
                    <a:lnTo>
                      <a:pt x="99" y="74"/>
                    </a:lnTo>
                    <a:lnTo>
                      <a:pt x="74" y="81"/>
                    </a:lnTo>
                    <a:lnTo>
                      <a:pt x="50" y="90"/>
                    </a:lnTo>
                    <a:lnTo>
                      <a:pt x="26" y="97"/>
                    </a:lnTo>
                    <a:lnTo>
                      <a:pt x="0" y="103"/>
                    </a:lnTo>
                    <a:lnTo>
                      <a:pt x="1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7" name="Freeform 19"/>
              <p:cNvSpPr>
                <a:spLocks/>
              </p:cNvSpPr>
              <p:nvPr/>
            </p:nvSpPr>
            <p:spPr bwMode="auto">
              <a:xfrm>
                <a:off x="3402" y="3241"/>
                <a:ext cx="22" cy="40"/>
              </a:xfrm>
              <a:custGeom>
                <a:avLst/>
                <a:gdLst>
                  <a:gd name="T0" fmla="*/ 21 w 22"/>
                  <a:gd name="T1" fmla="*/ 34 h 40"/>
                  <a:gd name="T2" fmla="*/ 0 w 22"/>
                  <a:gd name="T3" fmla="*/ 40 h 40"/>
                  <a:gd name="T4" fmla="*/ 1 w 22"/>
                  <a:gd name="T5" fmla="*/ 7 h 40"/>
                  <a:gd name="T6" fmla="*/ 22 w 22"/>
                  <a:gd name="T7" fmla="*/ 0 h 40"/>
                  <a:gd name="T8" fmla="*/ 21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1" y="34"/>
                    </a:moveTo>
                    <a:lnTo>
                      <a:pt x="0" y="40"/>
                    </a:lnTo>
                    <a:lnTo>
                      <a:pt x="1" y="7"/>
                    </a:lnTo>
                    <a:lnTo>
                      <a:pt x="22" y="0"/>
                    </a:lnTo>
                    <a:lnTo>
                      <a:pt x="21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8" name="Freeform 20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699" name="Freeform 21"/>
              <p:cNvSpPr>
                <a:spLocks/>
              </p:cNvSpPr>
              <p:nvPr/>
            </p:nvSpPr>
            <p:spPr bwMode="auto">
              <a:xfrm>
                <a:off x="3706" y="3018"/>
                <a:ext cx="167" cy="72"/>
              </a:xfrm>
              <a:custGeom>
                <a:avLst/>
                <a:gdLst>
                  <a:gd name="T0" fmla="*/ 150 w 167"/>
                  <a:gd name="T1" fmla="*/ 8 h 72"/>
                  <a:gd name="T2" fmla="*/ 154 w 167"/>
                  <a:gd name="T3" fmla="*/ 15 h 72"/>
                  <a:gd name="T4" fmla="*/ 1 w 167"/>
                  <a:gd name="T5" fmla="*/ 72 h 72"/>
                  <a:gd name="T6" fmla="*/ 0 w 167"/>
                  <a:gd name="T7" fmla="*/ 64 h 72"/>
                  <a:gd name="T8" fmla="*/ 153 w 167"/>
                  <a:gd name="T9" fmla="*/ 5 h 72"/>
                  <a:gd name="T10" fmla="*/ 158 w 167"/>
                  <a:gd name="T11" fmla="*/ 11 h 72"/>
                  <a:gd name="T12" fmla="*/ 153 w 167"/>
                  <a:gd name="T13" fmla="*/ 5 h 72"/>
                  <a:gd name="T14" fmla="*/ 167 w 167"/>
                  <a:gd name="T15" fmla="*/ 0 h 72"/>
                  <a:gd name="T16" fmla="*/ 158 w 167"/>
                  <a:gd name="T17" fmla="*/ 11 h 72"/>
                  <a:gd name="T18" fmla="*/ 150 w 167"/>
                  <a:gd name="T19" fmla="*/ 8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72"/>
                  <a:gd name="T32" fmla="*/ 167 w 167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72">
                    <a:moveTo>
                      <a:pt x="150" y="8"/>
                    </a:moveTo>
                    <a:lnTo>
                      <a:pt x="154" y="15"/>
                    </a:lnTo>
                    <a:lnTo>
                      <a:pt x="1" y="72"/>
                    </a:lnTo>
                    <a:lnTo>
                      <a:pt x="0" y="64"/>
                    </a:lnTo>
                    <a:lnTo>
                      <a:pt x="153" y="5"/>
                    </a:lnTo>
                    <a:lnTo>
                      <a:pt x="158" y="11"/>
                    </a:lnTo>
                    <a:lnTo>
                      <a:pt x="153" y="5"/>
                    </a:lnTo>
                    <a:lnTo>
                      <a:pt x="167" y="0"/>
                    </a:lnTo>
                    <a:lnTo>
                      <a:pt x="158" y="11"/>
                    </a:lnTo>
                    <a:lnTo>
                      <a:pt x="150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0" name="Freeform 22"/>
              <p:cNvSpPr>
                <a:spLocks/>
              </p:cNvSpPr>
              <p:nvPr/>
            </p:nvSpPr>
            <p:spPr bwMode="auto">
              <a:xfrm>
                <a:off x="3764" y="3024"/>
                <a:ext cx="102" cy="136"/>
              </a:xfrm>
              <a:custGeom>
                <a:avLst/>
                <a:gdLst>
                  <a:gd name="T0" fmla="*/ 10 w 102"/>
                  <a:gd name="T1" fmla="*/ 123 h 136"/>
                  <a:gd name="T2" fmla="*/ 1 w 102"/>
                  <a:gd name="T3" fmla="*/ 125 h 136"/>
                  <a:gd name="T4" fmla="*/ 93 w 102"/>
                  <a:gd name="T5" fmla="*/ 0 h 136"/>
                  <a:gd name="T6" fmla="*/ 102 w 102"/>
                  <a:gd name="T7" fmla="*/ 3 h 136"/>
                  <a:gd name="T8" fmla="*/ 9 w 102"/>
                  <a:gd name="T9" fmla="*/ 130 h 136"/>
                  <a:gd name="T10" fmla="*/ 0 w 102"/>
                  <a:gd name="T11" fmla="*/ 132 h 136"/>
                  <a:gd name="T12" fmla="*/ 9 w 102"/>
                  <a:gd name="T13" fmla="*/ 130 h 136"/>
                  <a:gd name="T14" fmla="*/ 4 w 102"/>
                  <a:gd name="T15" fmla="*/ 136 h 136"/>
                  <a:gd name="T16" fmla="*/ 0 w 102"/>
                  <a:gd name="T17" fmla="*/ 132 h 136"/>
                  <a:gd name="T18" fmla="*/ 10 w 102"/>
                  <a:gd name="T19" fmla="*/ 123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6"/>
                  <a:gd name="T32" fmla="*/ 102 w 102"/>
                  <a:gd name="T33" fmla="*/ 136 h 1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6">
                    <a:moveTo>
                      <a:pt x="10" y="123"/>
                    </a:moveTo>
                    <a:lnTo>
                      <a:pt x="1" y="125"/>
                    </a:lnTo>
                    <a:lnTo>
                      <a:pt x="93" y="0"/>
                    </a:lnTo>
                    <a:lnTo>
                      <a:pt x="102" y="3"/>
                    </a:lnTo>
                    <a:lnTo>
                      <a:pt x="9" y="130"/>
                    </a:lnTo>
                    <a:lnTo>
                      <a:pt x="0" y="132"/>
                    </a:lnTo>
                    <a:lnTo>
                      <a:pt x="9" y="130"/>
                    </a:lnTo>
                    <a:lnTo>
                      <a:pt x="4" y="136"/>
                    </a:lnTo>
                    <a:lnTo>
                      <a:pt x="0" y="132"/>
                    </a:lnTo>
                    <a:lnTo>
                      <a:pt x="10" y="12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1" name="Freeform 23"/>
              <p:cNvSpPr>
                <a:spLocks/>
              </p:cNvSpPr>
              <p:nvPr/>
            </p:nvSpPr>
            <p:spPr bwMode="auto">
              <a:xfrm>
                <a:off x="3700" y="3080"/>
                <a:ext cx="71" cy="77"/>
              </a:xfrm>
              <a:custGeom>
                <a:avLst/>
                <a:gdLst>
                  <a:gd name="T0" fmla="*/ 8 w 71"/>
                  <a:gd name="T1" fmla="*/ 8 h 77"/>
                  <a:gd name="T2" fmla="*/ 13 w 71"/>
                  <a:gd name="T3" fmla="*/ 1 h 77"/>
                  <a:gd name="T4" fmla="*/ 71 w 71"/>
                  <a:gd name="T5" fmla="*/ 70 h 77"/>
                  <a:gd name="T6" fmla="*/ 63 w 71"/>
                  <a:gd name="T7" fmla="*/ 77 h 77"/>
                  <a:gd name="T8" fmla="*/ 3 w 71"/>
                  <a:gd name="T9" fmla="*/ 8 h 77"/>
                  <a:gd name="T10" fmla="*/ 6 w 71"/>
                  <a:gd name="T11" fmla="*/ 0 h 77"/>
                  <a:gd name="T12" fmla="*/ 3 w 71"/>
                  <a:gd name="T13" fmla="*/ 8 h 77"/>
                  <a:gd name="T14" fmla="*/ 0 w 71"/>
                  <a:gd name="T15" fmla="*/ 3 h 77"/>
                  <a:gd name="T16" fmla="*/ 6 w 71"/>
                  <a:gd name="T17" fmla="*/ 0 h 77"/>
                  <a:gd name="T18" fmla="*/ 8 w 71"/>
                  <a:gd name="T19" fmla="*/ 8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1"/>
                  <a:gd name="T31" fmla="*/ 0 h 77"/>
                  <a:gd name="T32" fmla="*/ 71 w 7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1" h="77">
                    <a:moveTo>
                      <a:pt x="8" y="8"/>
                    </a:moveTo>
                    <a:lnTo>
                      <a:pt x="13" y="1"/>
                    </a:lnTo>
                    <a:lnTo>
                      <a:pt x="71" y="70"/>
                    </a:lnTo>
                    <a:lnTo>
                      <a:pt x="63" y="77"/>
                    </a:lnTo>
                    <a:lnTo>
                      <a:pt x="3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2" name="Freeform 24"/>
              <p:cNvSpPr>
                <a:spLocks/>
              </p:cNvSpPr>
              <p:nvPr/>
            </p:nvSpPr>
            <p:spPr bwMode="auto">
              <a:xfrm>
                <a:off x="3808" y="3039"/>
                <a:ext cx="34" cy="32"/>
              </a:xfrm>
              <a:custGeom>
                <a:avLst/>
                <a:gdLst>
                  <a:gd name="T0" fmla="*/ 0 w 34"/>
                  <a:gd name="T1" fmla="*/ 13 h 32"/>
                  <a:gd name="T2" fmla="*/ 16 w 34"/>
                  <a:gd name="T3" fmla="*/ 0 h 32"/>
                  <a:gd name="T4" fmla="*/ 34 w 34"/>
                  <a:gd name="T5" fmla="*/ 21 h 32"/>
                  <a:gd name="T6" fmla="*/ 18 w 34"/>
                  <a:gd name="T7" fmla="*/ 32 h 32"/>
                  <a:gd name="T8" fmla="*/ 0 w 34"/>
                  <a:gd name="T9" fmla="*/ 1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2"/>
                  <a:gd name="T17" fmla="*/ 34 w 34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2">
                    <a:moveTo>
                      <a:pt x="0" y="13"/>
                    </a:moveTo>
                    <a:lnTo>
                      <a:pt x="16" y="0"/>
                    </a:lnTo>
                    <a:lnTo>
                      <a:pt x="34" y="21"/>
                    </a:lnTo>
                    <a:lnTo>
                      <a:pt x="18" y="32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3" name="Freeform 25"/>
              <p:cNvSpPr>
                <a:spLocks/>
              </p:cNvSpPr>
              <p:nvPr/>
            </p:nvSpPr>
            <p:spPr bwMode="auto">
              <a:xfrm>
                <a:off x="3612" y="3053"/>
                <a:ext cx="213" cy="151"/>
              </a:xfrm>
              <a:custGeom>
                <a:avLst/>
                <a:gdLst>
                  <a:gd name="T0" fmla="*/ 0 w 213"/>
                  <a:gd name="T1" fmla="*/ 125 h 151"/>
                  <a:gd name="T2" fmla="*/ 0 w 213"/>
                  <a:gd name="T3" fmla="*/ 125 h 151"/>
                  <a:gd name="T4" fmla="*/ 52 w 213"/>
                  <a:gd name="T5" fmla="*/ 97 h 151"/>
                  <a:gd name="T6" fmla="*/ 102 w 213"/>
                  <a:gd name="T7" fmla="*/ 67 h 151"/>
                  <a:gd name="T8" fmla="*/ 149 w 213"/>
                  <a:gd name="T9" fmla="*/ 35 h 151"/>
                  <a:gd name="T10" fmla="*/ 194 w 213"/>
                  <a:gd name="T11" fmla="*/ 0 h 151"/>
                  <a:gd name="T12" fmla="*/ 213 w 213"/>
                  <a:gd name="T13" fmla="*/ 19 h 151"/>
                  <a:gd name="T14" fmla="*/ 165 w 213"/>
                  <a:gd name="T15" fmla="*/ 57 h 151"/>
                  <a:gd name="T16" fmla="*/ 117 w 213"/>
                  <a:gd name="T17" fmla="*/ 90 h 151"/>
                  <a:gd name="T18" fmla="*/ 64 w 213"/>
                  <a:gd name="T19" fmla="*/ 121 h 151"/>
                  <a:gd name="T20" fmla="*/ 9 w 213"/>
                  <a:gd name="T21" fmla="*/ 151 h 151"/>
                  <a:gd name="T22" fmla="*/ 0 w 213"/>
                  <a:gd name="T23" fmla="*/ 125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3"/>
                  <a:gd name="T37" fmla="*/ 0 h 151"/>
                  <a:gd name="T38" fmla="*/ 213 w 213"/>
                  <a:gd name="T39" fmla="*/ 151 h 1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3" h="151">
                    <a:moveTo>
                      <a:pt x="0" y="125"/>
                    </a:moveTo>
                    <a:lnTo>
                      <a:pt x="0" y="125"/>
                    </a:lnTo>
                    <a:lnTo>
                      <a:pt x="52" y="97"/>
                    </a:lnTo>
                    <a:lnTo>
                      <a:pt x="102" y="67"/>
                    </a:lnTo>
                    <a:lnTo>
                      <a:pt x="149" y="35"/>
                    </a:lnTo>
                    <a:lnTo>
                      <a:pt x="194" y="0"/>
                    </a:lnTo>
                    <a:lnTo>
                      <a:pt x="213" y="19"/>
                    </a:lnTo>
                    <a:lnTo>
                      <a:pt x="165" y="57"/>
                    </a:lnTo>
                    <a:lnTo>
                      <a:pt x="117" y="90"/>
                    </a:lnTo>
                    <a:lnTo>
                      <a:pt x="64" y="121"/>
                    </a:lnTo>
                    <a:lnTo>
                      <a:pt x="9" y="15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4" name="Freeform 26"/>
              <p:cNvSpPr>
                <a:spLocks/>
              </p:cNvSpPr>
              <p:nvPr/>
            </p:nvSpPr>
            <p:spPr bwMode="auto">
              <a:xfrm>
                <a:off x="3424" y="3175"/>
                <a:ext cx="194" cy="98"/>
              </a:xfrm>
              <a:custGeom>
                <a:avLst/>
                <a:gdLst>
                  <a:gd name="T0" fmla="*/ 0 w 194"/>
                  <a:gd name="T1" fmla="*/ 69 h 98"/>
                  <a:gd name="T2" fmla="*/ 23 w 194"/>
                  <a:gd name="T3" fmla="*/ 63 h 98"/>
                  <a:gd name="T4" fmla="*/ 47 w 194"/>
                  <a:gd name="T5" fmla="*/ 57 h 98"/>
                  <a:gd name="T6" fmla="*/ 70 w 194"/>
                  <a:gd name="T7" fmla="*/ 48 h 98"/>
                  <a:gd name="T8" fmla="*/ 93 w 194"/>
                  <a:gd name="T9" fmla="*/ 40 h 98"/>
                  <a:gd name="T10" fmla="*/ 116 w 194"/>
                  <a:gd name="T11" fmla="*/ 32 h 98"/>
                  <a:gd name="T12" fmla="*/ 139 w 194"/>
                  <a:gd name="T13" fmla="*/ 21 h 98"/>
                  <a:gd name="T14" fmla="*/ 162 w 194"/>
                  <a:gd name="T15" fmla="*/ 11 h 98"/>
                  <a:gd name="T16" fmla="*/ 185 w 194"/>
                  <a:gd name="T17" fmla="*/ 0 h 98"/>
                  <a:gd name="T18" fmla="*/ 194 w 194"/>
                  <a:gd name="T19" fmla="*/ 26 h 98"/>
                  <a:gd name="T20" fmla="*/ 170 w 194"/>
                  <a:gd name="T21" fmla="*/ 37 h 98"/>
                  <a:gd name="T22" fmla="*/ 147 w 194"/>
                  <a:gd name="T23" fmla="*/ 48 h 98"/>
                  <a:gd name="T24" fmla="*/ 121 w 194"/>
                  <a:gd name="T25" fmla="*/ 59 h 98"/>
                  <a:gd name="T26" fmla="*/ 96 w 194"/>
                  <a:gd name="T27" fmla="*/ 67 h 98"/>
                  <a:gd name="T28" fmla="*/ 73 w 194"/>
                  <a:gd name="T29" fmla="*/ 76 h 98"/>
                  <a:gd name="T30" fmla="*/ 47 w 194"/>
                  <a:gd name="T31" fmla="*/ 85 h 98"/>
                  <a:gd name="T32" fmla="*/ 24 w 194"/>
                  <a:gd name="T33" fmla="*/ 92 h 98"/>
                  <a:gd name="T34" fmla="*/ 0 w 194"/>
                  <a:gd name="T35" fmla="*/ 98 h 98"/>
                  <a:gd name="T36" fmla="*/ 0 w 194"/>
                  <a:gd name="T37" fmla="*/ 69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4"/>
                  <a:gd name="T58" fmla="*/ 0 h 98"/>
                  <a:gd name="T59" fmla="*/ 194 w 194"/>
                  <a:gd name="T60" fmla="*/ 98 h 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4" h="98">
                    <a:moveTo>
                      <a:pt x="0" y="69"/>
                    </a:moveTo>
                    <a:lnTo>
                      <a:pt x="23" y="63"/>
                    </a:lnTo>
                    <a:lnTo>
                      <a:pt x="47" y="57"/>
                    </a:lnTo>
                    <a:lnTo>
                      <a:pt x="70" y="48"/>
                    </a:lnTo>
                    <a:lnTo>
                      <a:pt x="93" y="40"/>
                    </a:lnTo>
                    <a:lnTo>
                      <a:pt x="116" y="32"/>
                    </a:lnTo>
                    <a:lnTo>
                      <a:pt x="139" y="21"/>
                    </a:lnTo>
                    <a:lnTo>
                      <a:pt x="162" y="11"/>
                    </a:lnTo>
                    <a:lnTo>
                      <a:pt x="185" y="0"/>
                    </a:lnTo>
                    <a:lnTo>
                      <a:pt x="194" y="26"/>
                    </a:lnTo>
                    <a:lnTo>
                      <a:pt x="170" y="37"/>
                    </a:lnTo>
                    <a:lnTo>
                      <a:pt x="147" y="48"/>
                    </a:lnTo>
                    <a:lnTo>
                      <a:pt x="121" y="59"/>
                    </a:lnTo>
                    <a:lnTo>
                      <a:pt x="96" y="67"/>
                    </a:lnTo>
                    <a:lnTo>
                      <a:pt x="73" y="76"/>
                    </a:lnTo>
                    <a:lnTo>
                      <a:pt x="47" y="85"/>
                    </a:lnTo>
                    <a:lnTo>
                      <a:pt x="24" y="92"/>
                    </a:lnTo>
                    <a:lnTo>
                      <a:pt x="0" y="98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5" name="Freeform 27"/>
              <p:cNvSpPr>
                <a:spLocks/>
              </p:cNvSpPr>
              <p:nvPr/>
            </p:nvSpPr>
            <p:spPr bwMode="auto">
              <a:xfrm>
                <a:off x="3404" y="3242"/>
                <a:ext cx="18" cy="35"/>
              </a:xfrm>
              <a:custGeom>
                <a:avLst/>
                <a:gdLst>
                  <a:gd name="T0" fmla="*/ 18 w 18"/>
                  <a:gd name="T1" fmla="*/ 31 h 35"/>
                  <a:gd name="T2" fmla="*/ 0 w 18"/>
                  <a:gd name="T3" fmla="*/ 35 h 35"/>
                  <a:gd name="T4" fmla="*/ 0 w 18"/>
                  <a:gd name="T5" fmla="*/ 4 h 35"/>
                  <a:gd name="T6" fmla="*/ 18 w 18"/>
                  <a:gd name="T7" fmla="*/ 0 h 35"/>
                  <a:gd name="T8" fmla="*/ 18 w 18"/>
                  <a:gd name="T9" fmla="*/ 3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35"/>
                  <a:gd name="T17" fmla="*/ 18 w 18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35">
                    <a:moveTo>
                      <a:pt x="18" y="31"/>
                    </a:moveTo>
                    <a:lnTo>
                      <a:pt x="0" y="35"/>
                    </a:lnTo>
                    <a:lnTo>
                      <a:pt x="0" y="4"/>
                    </a:lnTo>
                    <a:lnTo>
                      <a:pt x="18" y="0"/>
                    </a:lnTo>
                    <a:lnTo>
                      <a:pt x="1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6" name="Freeform 28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7" name="Freeform 29"/>
              <p:cNvSpPr>
                <a:spLocks/>
              </p:cNvSpPr>
              <p:nvPr/>
            </p:nvSpPr>
            <p:spPr bwMode="auto">
              <a:xfrm>
                <a:off x="3737" y="2985"/>
                <a:ext cx="174" cy="87"/>
              </a:xfrm>
              <a:custGeom>
                <a:avLst/>
                <a:gdLst>
                  <a:gd name="T0" fmla="*/ 145 w 174"/>
                  <a:gd name="T1" fmla="*/ 15 h 87"/>
                  <a:gd name="T2" fmla="*/ 155 w 174"/>
                  <a:gd name="T3" fmla="*/ 23 h 87"/>
                  <a:gd name="T4" fmla="*/ 3 w 174"/>
                  <a:gd name="T5" fmla="*/ 87 h 87"/>
                  <a:gd name="T6" fmla="*/ 0 w 174"/>
                  <a:gd name="T7" fmla="*/ 73 h 87"/>
                  <a:gd name="T8" fmla="*/ 151 w 174"/>
                  <a:gd name="T9" fmla="*/ 10 h 87"/>
                  <a:gd name="T10" fmla="*/ 161 w 174"/>
                  <a:gd name="T11" fmla="*/ 18 h 87"/>
                  <a:gd name="T12" fmla="*/ 151 w 174"/>
                  <a:gd name="T13" fmla="*/ 10 h 87"/>
                  <a:gd name="T14" fmla="*/ 174 w 174"/>
                  <a:gd name="T15" fmla="*/ 0 h 87"/>
                  <a:gd name="T16" fmla="*/ 161 w 174"/>
                  <a:gd name="T17" fmla="*/ 18 h 87"/>
                  <a:gd name="T18" fmla="*/ 145 w 174"/>
                  <a:gd name="T19" fmla="*/ 15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87"/>
                  <a:gd name="T32" fmla="*/ 174 w 174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87">
                    <a:moveTo>
                      <a:pt x="145" y="15"/>
                    </a:moveTo>
                    <a:lnTo>
                      <a:pt x="155" y="23"/>
                    </a:lnTo>
                    <a:lnTo>
                      <a:pt x="3" y="87"/>
                    </a:lnTo>
                    <a:lnTo>
                      <a:pt x="0" y="73"/>
                    </a:lnTo>
                    <a:lnTo>
                      <a:pt x="151" y="10"/>
                    </a:lnTo>
                    <a:lnTo>
                      <a:pt x="161" y="18"/>
                    </a:lnTo>
                    <a:lnTo>
                      <a:pt x="151" y="10"/>
                    </a:lnTo>
                    <a:lnTo>
                      <a:pt x="174" y="0"/>
                    </a:lnTo>
                    <a:lnTo>
                      <a:pt x="161" y="18"/>
                    </a:lnTo>
                    <a:lnTo>
                      <a:pt x="145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8" name="Freeform 30"/>
              <p:cNvSpPr>
                <a:spLocks/>
              </p:cNvSpPr>
              <p:nvPr/>
            </p:nvSpPr>
            <p:spPr bwMode="auto">
              <a:xfrm>
                <a:off x="3796" y="2999"/>
                <a:ext cx="102" cy="144"/>
              </a:xfrm>
              <a:custGeom>
                <a:avLst/>
                <a:gdLst>
                  <a:gd name="T0" fmla="*/ 17 w 102"/>
                  <a:gd name="T1" fmla="*/ 124 h 144"/>
                  <a:gd name="T2" fmla="*/ 0 w 102"/>
                  <a:gd name="T3" fmla="*/ 128 h 144"/>
                  <a:gd name="T4" fmla="*/ 86 w 102"/>
                  <a:gd name="T5" fmla="*/ 0 h 144"/>
                  <a:gd name="T6" fmla="*/ 102 w 102"/>
                  <a:gd name="T7" fmla="*/ 3 h 144"/>
                  <a:gd name="T8" fmla="*/ 16 w 102"/>
                  <a:gd name="T9" fmla="*/ 131 h 144"/>
                  <a:gd name="T10" fmla="*/ 0 w 102"/>
                  <a:gd name="T11" fmla="*/ 135 h 144"/>
                  <a:gd name="T12" fmla="*/ 16 w 102"/>
                  <a:gd name="T13" fmla="*/ 131 h 144"/>
                  <a:gd name="T14" fmla="*/ 8 w 102"/>
                  <a:gd name="T15" fmla="*/ 144 h 144"/>
                  <a:gd name="T16" fmla="*/ 0 w 102"/>
                  <a:gd name="T17" fmla="*/ 135 h 144"/>
                  <a:gd name="T18" fmla="*/ 17 w 102"/>
                  <a:gd name="T19" fmla="*/ 124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4"/>
                  <a:gd name="T32" fmla="*/ 102 w 102"/>
                  <a:gd name="T33" fmla="*/ 144 h 1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4">
                    <a:moveTo>
                      <a:pt x="17" y="124"/>
                    </a:moveTo>
                    <a:lnTo>
                      <a:pt x="0" y="128"/>
                    </a:lnTo>
                    <a:lnTo>
                      <a:pt x="86" y="0"/>
                    </a:lnTo>
                    <a:lnTo>
                      <a:pt x="102" y="3"/>
                    </a:lnTo>
                    <a:lnTo>
                      <a:pt x="16" y="131"/>
                    </a:lnTo>
                    <a:lnTo>
                      <a:pt x="0" y="135"/>
                    </a:lnTo>
                    <a:lnTo>
                      <a:pt x="16" y="131"/>
                    </a:lnTo>
                    <a:lnTo>
                      <a:pt x="8" y="144"/>
                    </a:lnTo>
                    <a:lnTo>
                      <a:pt x="0" y="135"/>
                    </a:lnTo>
                    <a:lnTo>
                      <a:pt x="17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09" name="Freeform 31"/>
              <p:cNvSpPr>
                <a:spLocks/>
              </p:cNvSpPr>
              <p:nvPr/>
            </p:nvSpPr>
            <p:spPr bwMode="auto">
              <a:xfrm>
                <a:off x="3721" y="3055"/>
                <a:ext cx="89" cy="77"/>
              </a:xfrm>
              <a:custGeom>
                <a:avLst/>
                <a:gdLst>
                  <a:gd name="T0" fmla="*/ 18 w 89"/>
                  <a:gd name="T1" fmla="*/ 15 h 77"/>
                  <a:gd name="T2" fmla="*/ 25 w 89"/>
                  <a:gd name="T3" fmla="*/ 1 h 77"/>
                  <a:gd name="T4" fmla="*/ 89 w 89"/>
                  <a:gd name="T5" fmla="*/ 63 h 77"/>
                  <a:gd name="T6" fmla="*/ 72 w 89"/>
                  <a:gd name="T7" fmla="*/ 77 h 77"/>
                  <a:gd name="T8" fmla="*/ 8 w 89"/>
                  <a:gd name="T9" fmla="*/ 14 h 77"/>
                  <a:gd name="T10" fmla="*/ 15 w 89"/>
                  <a:gd name="T11" fmla="*/ 0 h 77"/>
                  <a:gd name="T12" fmla="*/ 8 w 89"/>
                  <a:gd name="T13" fmla="*/ 14 h 77"/>
                  <a:gd name="T14" fmla="*/ 0 w 89"/>
                  <a:gd name="T15" fmla="*/ 6 h 77"/>
                  <a:gd name="T16" fmla="*/ 15 w 89"/>
                  <a:gd name="T17" fmla="*/ 0 h 77"/>
                  <a:gd name="T18" fmla="*/ 18 w 89"/>
                  <a:gd name="T19" fmla="*/ 15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7"/>
                  <a:gd name="T32" fmla="*/ 89 w 89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7">
                    <a:moveTo>
                      <a:pt x="18" y="15"/>
                    </a:moveTo>
                    <a:lnTo>
                      <a:pt x="25" y="1"/>
                    </a:lnTo>
                    <a:lnTo>
                      <a:pt x="89" y="63"/>
                    </a:lnTo>
                    <a:lnTo>
                      <a:pt x="72" y="77"/>
                    </a:lnTo>
                    <a:lnTo>
                      <a:pt x="8" y="14"/>
                    </a:lnTo>
                    <a:lnTo>
                      <a:pt x="15" y="0"/>
                    </a:lnTo>
                    <a:lnTo>
                      <a:pt x="8" y="1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8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0" name="Freeform 32"/>
              <p:cNvSpPr>
                <a:spLocks/>
              </p:cNvSpPr>
              <p:nvPr/>
            </p:nvSpPr>
            <p:spPr bwMode="auto">
              <a:xfrm>
                <a:off x="3835" y="3013"/>
                <a:ext cx="42" cy="37"/>
              </a:xfrm>
              <a:custGeom>
                <a:avLst/>
                <a:gdLst>
                  <a:gd name="T0" fmla="*/ 0 w 42"/>
                  <a:gd name="T1" fmla="*/ 14 h 37"/>
                  <a:gd name="T2" fmla="*/ 18 w 42"/>
                  <a:gd name="T3" fmla="*/ 0 h 37"/>
                  <a:gd name="T4" fmla="*/ 42 w 42"/>
                  <a:gd name="T5" fmla="*/ 22 h 37"/>
                  <a:gd name="T6" fmla="*/ 24 w 42"/>
                  <a:gd name="T7" fmla="*/ 37 h 37"/>
                  <a:gd name="T8" fmla="*/ 0 w 42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7"/>
                  <a:gd name="T17" fmla="*/ 42 w 42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7">
                    <a:moveTo>
                      <a:pt x="0" y="14"/>
                    </a:moveTo>
                    <a:lnTo>
                      <a:pt x="18" y="0"/>
                    </a:lnTo>
                    <a:lnTo>
                      <a:pt x="42" y="22"/>
                    </a:lnTo>
                    <a:lnTo>
                      <a:pt x="24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1" name="Freeform 33"/>
              <p:cNvSpPr>
                <a:spLocks/>
              </p:cNvSpPr>
              <p:nvPr/>
            </p:nvSpPr>
            <p:spPr bwMode="auto">
              <a:xfrm>
                <a:off x="3645" y="3027"/>
                <a:ext cx="212" cy="159"/>
              </a:xfrm>
              <a:custGeom>
                <a:avLst/>
                <a:gdLst>
                  <a:gd name="T0" fmla="*/ 0 w 212"/>
                  <a:gd name="T1" fmla="*/ 131 h 159"/>
                  <a:gd name="T2" fmla="*/ 0 w 212"/>
                  <a:gd name="T3" fmla="*/ 131 h 159"/>
                  <a:gd name="T4" fmla="*/ 26 w 212"/>
                  <a:gd name="T5" fmla="*/ 116 h 159"/>
                  <a:gd name="T6" fmla="*/ 52 w 212"/>
                  <a:gd name="T7" fmla="*/ 102 h 159"/>
                  <a:gd name="T8" fmla="*/ 76 w 212"/>
                  <a:gd name="T9" fmla="*/ 86 h 159"/>
                  <a:gd name="T10" fmla="*/ 100 w 212"/>
                  <a:gd name="T11" fmla="*/ 70 h 159"/>
                  <a:gd name="T12" fmla="*/ 122 w 212"/>
                  <a:gd name="T13" fmla="*/ 53 h 159"/>
                  <a:gd name="T14" fmla="*/ 145 w 212"/>
                  <a:gd name="T15" fmla="*/ 36 h 159"/>
                  <a:gd name="T16" fmla="*/ 167 w 212"/>
                  <a:gd name="T17" fmla="*/ 19 h 159"/>
                  <a:gd name="T18" fmla="*/ 188 w 212"/>
                  <a:gd name="T19" fmla="*/ 0 h 159"/>
                  <a:gd name="T20" fmla="*/ 212 w 212"/>
                  <a:gd name="T21" fmla="*/ 22 h 159"/>
                  <a:gd name="T22" fmla="*/ 191 w 212"/>
                  <a:gd name="T23" fmla="*/ 41 h 159"/>
                  <a:gd name="T24" fmla="*/ 167 w 212"/>
                  <a:gd name="T25" fmla="*/ 59 h 159"/>
                  <a:gd name="T26" fmla="*/ 143 w 212"/>
                  <a:gd name="T27" fmla="*/ 77 h 159"/>
                  <a:gd name="T28" fmla="*/ 118 w 212"/>
                  <a:gd name="T29" fmla="*/ 94 h 159"/>
                  <a:gd name="T30" fmla="*/ 93 w 212"/>
                  <a:gd name="T31" fmla="*/ 113 h 159"/>
                  <a:gd name="T32" fmla="*/ 68 w 212"/>
                  <a:gd name="T33" fmla="*/ 129 h 159"/>
                  <a:gd name="T34" fmla="*/ 41 w 212"/>
                  <a:gd name="T35" fmla="*/ 144 h 159"/>
                  <a:gd name="T36" fmla="*/ 14 w 212"/>
                  <a:gd name="T37" fmla="*/ 159 h 159"/>
                  <a:gd name="T38" fmla="*/ 0 w 212"/>
                  <a:gd name="T39" fmla="*/ 131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9"/>
                  <a:gd name="T62" fmla="*/ 212 w 212"/>
                  <a:gd name="T63" fmla="*/ 159 h 1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9">
                    <a:moveTo>
                      <a:pt x="0" y="131"/>
                    </a:moveTo>
                    <a:lnTo>
                      <a:pt x="0" y="131"/>
                    </a:lnTo>
                    <a:lnTo>
                      <a:pt x="26" y="116"/>
                    </a:lnTo>
                    <a:lnTo>
                      <a:pt x="52" y="102"/>
                    </a:lnTo>
                    <a:lnTo>
                      <a:pt x="76" y="86"/>
                    </a:lnTo>
                    <a:lnTo>
                      <a:pt x="100" y="70"/>
                    </a:lnTo>
                    <a:lnTo>
                      <a:pt x="122" y="53"/>
                    </a:lnTo>
                    <a:lnTo>
                      <a:pt x="145" y="36"/>
                    </a:lnTo>
                    <a:lnTo>
                      <a:pt x="167" y="19"/>
                    </a:lnTo>
                    <a:lnTo>
                      <a:pt x="188" y="0"/>
                    </a:lnTo>
                    <a:lnTo>
                      <a:pt x="212" y="22"/>
                    </a:lnTo>
                    <a:lnTo>
                      <a:pt x="191" y="41"/>
                    </a:lnTo>
                    <a:lnTo>
                      <a:pt x="167" y="59"/>
                    </a:lnTo>
                    <a:lnTo>
                      <a:pt x="143" y="77"/>
                    </a:lnTo>
                    <a:lnTo>
                      <a:pt x="118" y="94"/>
                    </a:lnTo>
                    <a:lnTo>
                      <a:pt x="93" y="113"/>
                    </a:lnTo>
                    <a:lnTo>
                      <a:pt x="68" y="129"/>
                    </a:lnTo>
                    <a:lnTo>
                      <a:pt x="41" y="144"/>
                    </a:lnTo>
                    <a:lnTo>
                      <a:pt x="14" y="159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2" name="Freeform 34"/>
              <p:cNvSpPr>
                <a:spLocks/>
              </p:cNvSpPr>
              <p:nvPr/>
            </p:nvSpPr>
            <p:spPr bwMode="auto">
              <a:xfrm>
                <a:off x="3459" y="3156"/>
                <a:ext cx="196" cy="111"/>
              </a:xfrm>
              <a:custGeom>
                <a:avLst/>
                <a:gdLst>
                  <a:gd name="T0" fmla="*/ 0 w 196"/>
                  <a:gd name="T1" fmla="*/ 77 h 111"/>
                  <a:gd name="T2" fmla="*/ 23 w 196"/>
                  <a:gd name="T3" fmla="*/ 69 h 111"/>
                  <a:gd name="T4" fmla="*/ 47 w 196"/>
                  <a:gd name="T5" fmla="*/ 61 h 111"/>
                  <a:gd name="T6" fmla="*/ 70 w 196"/>
                  <a:gd name="T7" fmla="*/ 53 h 111"/>
                  <a:gd name="T8" fmla="*/ 92 w 196"/>
                  <a:gd name="T9" fmla="*/ 42 h 111"/>
                  <a:gd name="T10" fmla="*/ 115 w 196"/>
                  <a:gd name="T11" fmla="*/ 33 h 111"/>
                  <a:gd name="T12" fmla="*/ 137 w 196"/>
                  <a:gd name="T13" fmla="*/ 22 h 111"/>
                  <a:gd name="T14" fmla="*/ 160 w 196"/>
                  <a:gd name="T15" fmla="*/ 10 h 111"/>
                  <a:gd name="T16" fmla="*/ 183 w 196"/>
                  <a:gd name="T17" fmla="*/ 0 h 111"/>
                  <a:gd name="T18" fmla="*/ 196 w 196"/>
                  <a:gd name="T19" fmla="*/ 28 h 111"/>
                  <a:gd name="T20" fmla="*/ 172 w 196"/>
                  <a:gd name="T21" fmla="*/ 40 h 111"/>
                  <a:gd name="T22" fmla="*/ 149 w 196"/>
                  <a:gd name="T23" fmla="*/ 53 h 111"/>
                  <a:gd name="T24" fmla="*/ 123 w 196"/>
                  <a:gd name="T25" fmla="*/ 64 h 111"/>
                  <a:gd name="T26" fmla="*/ 100 w 196"/>
                  <a:gd name="T27" fmla="*/ 74 h 111"/>
                  <a:gd name="T28" fmla="*/ 75 w 196"/>
                  <a:gd name="T29" fmla="*/ 85 h 111"/>
                  <a:gd name="T30" fmla="*/ 51 w 196"/>
                  <a:gd name="T31" fmla="*/ 94 h 111"/>
                  <a:gd name="T32" fmla="*/ 26 w 196"/>
                  <a:gd name="T33" fmla="*/ 102 h 111"/>
                  <a:gd name="T34" fmla="*/ 2 w 196"/>
                  <a:gd name="T35" fmla="*/ 111 h 111"/>
                  <a:gd name="T36" fmla="*/ 0 w 196"/>
                  <a:gd name="T37" fmla="*/ 77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1"/>
                  <a:gd name="T59" fmla="*/ 196 w 196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1">
                    <a:moveTo>
                      <a:pt x="0" y="77"/>
                    </a:moveTo>
                    <a:lnTo>
                      <a:pt x="23" y="69"/>
                    </a:lnTo>
                    <a:lnTo>
                      <a:pt x="47" y="61"/>
                    </a:lnTo>
                    <a:lnTo>
                      <a:pt x="70" y="53"/>
                    </a:lnTo>
                    <a:lnTo>
                      <a:pt x="92" y="42"/>
                    </a:lnTo>
                    <a:lnTo>
                      <a:pt x="115" y="33"/>
                    </a:lnTo>
                    <a:lnTo>
                      <a:pt x="137" y="22"/>
                    </a:lnTo>
                    <a:lnTo>
                      <a:pt x="160" y="10"/>
                    </a:lnTo>
                    <a:lnTo>
                      <a:pt x="183" y="0"/>
                    </a:lnTo>
                    <a:lnTo>
                      <a:pt x="196" y="28"/>
                    </a:lnTo>
                    <a:lnTo>
                      <a:pt x="172" y="40"/>
                    </a:lnTo>
                    <a:lnTo>
                      <a:pt x="149" y="53"/>
                    </a:lnTo>
                    <a:lnTo>
                      <a:pt x="123" y="64"/>
                    </a:lnTo>
                    <a:lnTo>
                      <a:pt x="100" y="74"/>
                    </a:lnTo>
                    <a:lnTo>
                      <a:pt x="75" y="85"/>
                    </a:lnTo>
                    <a:lnTo>
                      <a:pt x="51" y="94"/>
                    </a:lnTo>
                    <a:lnTo>
                      <a:pt x="26" y="102"/>
                    </a:lnTo>
                    <a:lnTo>
                      <a:pt x="2" y="11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3" name="Freeform 35"/>
              <p:cNvSpPr>
                <a:spLocks/>
              </p:cNvSpPr>
              <p:nvPr/>
            </p:nvSpPr>
            <p:spPr bwMode="auto">
              <a:xfrm>
                <a:off x="3437" y="3233"/>
                <a:ext cx="22" cy="40"/>
              </a:xfrm>
              <a:custGeom>
                <a:avLst/>
                <a:gdLst>
                  <a:gd name="T0" fmla="*/ 22 w 22"/>
                  <a:gd name="T1" fmla="*/ 34 h 40"/>
                  <a:gd name="T2" fmla="*/ 2 w 22"/>
                  <a:gd name="T3" fmla="*/ 40 h 40"/>
                  <a:gd name="T4" fmla="*/ 0 w 22"/>
                  <a:gd name="T5" fmla="*/ 6 h 40"/>
                  <a:gd name="T6" fmla="*/ 20 w 22"/>
                  <a:gd name="T7" fmla="*/ 0 h 40"/>
                  <a:gd name="T8" fmla="*/ 22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2" y="34"/>
                    </a:moveTo>
                    <a:lnTo>
                      <a:pt x="2" y="40"/>
                    </a:lnTo>
                    <a:lnTo>
                      <a:pt x="0" y="6"/>
                    </a:lnTo>
                    <a:lnTo>
                      <a:pt x="20" y="0"/>
                    </a:lnTo>
                    <a:lnTo>
                      <a:pt x="22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4" name="Freeform 36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5" name="Freeform 37"/>
              <p:cNvSpPr>
                <a:spLocks/>
              </p:cNvSpPr>
              <p:nvPr/>
            </p:nvSpPr>
            <p:spPr bwMode="auto">
              <a:xfrm>
                <a:off x="3735" y="2992"/>
                <a:ext cx="166" cy="79"/>
              </a:xfrm>
              <a:custGeom>
                <a:avLst/>
                <a:gdLst>
                  <a:gd name="T0" fmla="*/ 149 w 166"/>
                  <a:gd name="T1" fmla="*/ 9 h 79"/>
                  <a:gd name="T2" fmla="*/ 155 w 166"/>
                  <a:gd name="T3" fmla="*/ 14 h 79"/>
                  <a:gd name="T4" fmla="*/ 2 w 166"/>
                  <a:gd name="T5" fmla="*/ 79 h 79"/>
                  <a:gd name="T6" fmla="*/ 0 w 166"/>
                  <a:gd name="T7" fmla="*/ 72 h 79"/>
                  <a:gd name="T8" fmla="*/ 152 w 166"/>
                  <a:gd name="T9" fmla="*/ 7 h 79"/>
                  <a:gd name="T10" fmla="*/ 157 w 166"/>
                  <a:gd name="T11" fmla="*/ 12 h 79"/>
                  <a:gd name="T12" fmla="*/ 152 w 166"/>
                  <a:gd name="T13" fmla="*/ 7 h 79"/>
                  <a:gd name="T14" fmla="*/ 166 w 166"/>
                  <a:gd name="T15" fmla="*/ 0 h 79"/>
                  <a:gd name="T16" fmla="*/ 157 w 166"/>
                  <a:gd name="T17" fmla="*/ 12 h 79"/>
                  <a:gd name="T18" fmla="*/ 149 w 166"/>
                  <a:gd name="T19" fmla="*/ 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79"/>
                  <a:gd name="T32" fmla="*/ 166 w 166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79">
                    <a:moveTo>
                      <a:pt x="149" y="9"/>
                    </a:moveTo>
                    <a:lnTo>
                      <a:pt x="155" y="14"/>
                    </a:lnTo>
                    <a:lnTo>
                      <a:pt x="2" y="79"/>
                    </a:lnTo>
                    <a:lnTo>
                      <a:pt x="0" y="72"/>
                    </a:lnTo>
                    <a:lnTo>
                      <a:pt x="152" y="7"/>
                    </a:lnTo>
                    <a:lnTo>
                      <a:pt x="157" y="12"/>
                    </a:lnTo>
                    <a:lnTo>
                      <a:pt x="152" y="7"/>
                    </a:lnTo>
                    <a:lnTo>
                      <a:pt x="166" y="0"/>
                    </a:lnTo>
                    <a:lnTo>
                      <a:pt x="157" y="12"/>
                    </a:lnTo>
                    <a:lnTo>
                      <a:pt x="149" y="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6" name="Freeform 38"/>
              <p:cNvSpPr>
                <a:spLocks/>
              </p:cNvSpPr>
              <p:nvPr/>
            </p:nvSpPr>
            <p:spPr bwMode="auto">
              <a:xfrm>
                <a:off x="3799" y="2996"/>
                <a:ext cx="95" cy="139"/>
              </a:xfrm>
              <a:custGeom>
                <a:avLst/>
                <a:gdLst>
                  <a:gd name="T0" fmla="*/ 10 w 95"/>
                  <a:gd name="T1" fmla="*/ 127 h 139"/>
                  <a:gd name="T2" fmla="*/ 0 w 95"/>
                  <a:gd name="T3" fmla="*/ 130 h 139"/>
                  <a:gd name="T4" fmla="*/ 87 w 95"/>
                  <a:gd name="T5" fmla="*/ 0 h 139"/>
                  <a:gd name="T6" fmla="*/ 95 w 95"/>
                  <a:gd name="T7" fmla="*/ 4 h 139"/>
                  <a:gd name="T8" fmla="*/ 9 w 95"/>
                  <a:gd name="T9" fmla="*/ 132 h 139"/>
                  <a:gd name="T10" fmla="*/ 0 w 95"/>
                  <a:gd name="T11" fmla="*/ 135 h 139"/>
                  <a:gd name="T12" fmla="*/ 9 w 95"/>
                  <a:gd name="T13" fmla="*/ 132 h 139"/>
                  <a:gd name="T14" fmla="*/ 5 w 95"/>
                  <a:gd name="T15" fmla="*/ 139 h 139"/>
                  <a:gd name="T16" fmla="*/ 0 w 95"/>
                  <a:gd name="T17" fmla="*/ 135 h 139"/>
                  <a:gd name="T18" fmla="*/ 10 w 95"/>
                  <a:gd name="T19" fmla="*/ 127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9"/>
                  <a:gd name="T32" fmla="*/ 95 w 95"/>
                  <a:gd name="T33" fmla="*/ 139 h 1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9">
                    <a:moveTo>
                      <a:pt x="10" y="127"/>
                    </a:moveTo>
                    <a:lnTo>
                      <a:pt x="0" y="130"/>
                    </a:lnTo>
                    <a:lnTo>
                      <a:pt x="87" y="0"/>
                    </a:lnTo>
                    <a:lnTo>
                      <a:pt x="95" y="4"/>
                    </a:lnTo>
                    <a:lnTo>
                      <a:pt x="9" y="132"/>
                    </a:lnTo>
                    <a:lnTo>
                      <a:pt x="0" y="135"/>
                    </a:lnTo>
                    <a:lnTo>
                      <a:pt x="9" y="132"/>
                    </a:lnTo>
                    <a:lnTo>
                      <a:pt x="5" y="139"/>
                    </a:lnTo>
                    <a:lnTo>
                      <a:pt x="0" y="135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7" name="Freeform 39"/>
              <p:cNvSpPr>
                <a:spLocks/>
              </p:cNvSpPr>
              <p:nvPr/>
            </p:nvSpPr>
            <p:spPr bwMode="auto">
              <a:xfrm>
                <a:off x="3726" y="3062"/>
                <a:ext cx="79" cy="71"/>
              </a:xfrm>
              <a:custGeom>
                <a:avLst/>
                <a:gdLst>
                  <a:gd name="T0" fmla="*/ 11 w 79"/>
                  <a:gd name="T1" fmla="*/ 7 h 71"/>
                  <a:gd name="T2" fmla="*/ 14 w 79"/>
                  <a:gd name="T3" fmla="*/ 0 h 71"/>
                  <a:gd name="T4" fmla="*/ 79 w 79"/>
                  <a:gd name="T5" fmla="*/ 65 h 71"/>
                  <a:gd name="T6" fmla="*/ 70 w 79"/>
                  <a:gd name="T7" fmla="*/ 71 h 71"/>
                  <a:gd name="T8" fmla="*/ 4 w 79"/>
                  <a:gd name="T9" fmla="*/ 7 h 71"/>
                  <a:gd name="T10" fmla="*/ 8 w 79"/>
                  <a:gd name="T11" fmla="*/ 0 h 71"/>
                  <a:gd name="T12" fmla="*/ 4 w 79"/>
                  <a:gd name="T13" fmla="*/ 7 h 71"/>
                  <a:gd name="T14" fmla="*/ 0 w 79"/>
                  <a:gd name="T15" fmla="*/ 3 h 71"/>
                  <a:gd name="T16" fmla="*/ 8 w 79"/>
                  <a:gd name="T17" fmla="*/ 0 h 71"/>
                  <a:gd name="T18" fmla="*/ 11 w 79"/>
                  <a:gd name="T19" fmla="*/ 7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9"/>
                  <a:gd name="T31" fmla="*/ 0 h 71"/>
                  <a:gd name="T32" fmla="*/ 79 w 7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9" h="71">
                    <a:moveTo>
                      <a:pt x="11" y="7"/>
                    </a:moveTo>
                    <a:lnTo>
                      <a:pt x="14" y="0"/>
                    </a:lnTo>
                    <a:lnTo>
                      <a:pt x="79" y="65"/>
                    </a:lnTo>
                    <a:lnTo>
                      <a:pt x="70" y="71"/>
                    </a:lnTo>
                    <a:lnTo>
                      <a:pt x="4" y="7"/>
                    </a:lnTo>
                    <a:lnTo>
                      <a:pt x="8" y="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8" name="Freeform 40"/>
              <p:cNvSpPr>
                <a:spLocks/>
              </p:cNvSpPr>
              <p:nvPr/>
            </p:nvSpPr>
            <p:spPr bwMode="auto">
              <a:xfrm>
                <a:off x="3838" y="3018"/>
                <a:ext cx="35" cy="31"/>
              </a:xfrm>
              <a:custGeom>
                <a:avLst/>
                <a:gdLst>
                  <a:gd name="T0" fmla="*/ 0 w 35"/>
                  <a:gd name="T1" fmla="*/ 12 h 31"/>
                  <a:gd name="T2" fmla="*/ 13 w 35"/>
                  <a:gd name="T3" fmla="*/ 0 h 31"/>
                  <a:gd name="T4" fmla="*/ 35 w 35"/>
                  <a:gd name="T5" fmla="*/ 18 h 31"/>
                  <a:gd name="T6" fmla="*/ 20 w 35"/>
                  <a:gd name="T7" fmla="*/ 31 h 31"/>
                  <a:gd name="T8" fmla="*/ 0 w 35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0" y="12"/>
                    </a:moveTo>
                    <a:lnTo>
                      <a:pt x="13" y="0"/>
                    </a:lnTo>
                    <a:lnTo>
                      <a:pt x="35" y="18"/>
                    </a:lnTo>
                    <a:lnTo>
                      <a:pt x="20" y="31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19" name="Freeform 41"/>
              <p:cNvSpPr>
                <a:spLocks/>
              </p:cNvSpPr>
              <p:nvPr/>
            </p:nvSpPr>
            <p:spPr bwMode="auto">
              <a:xfrm>
                <a:off x="3646" y="3030"/>
                <a:ext cx="209" cy="153"/>
              </a:xfrm>
              <a:custGeom>
                <a:avLst/>
                <a:gdLst>
                  <a:gd name="T0" fmla="*/ 0 w 209"/>
                  <a:gd name="T1" fmla="*/ 130 h 153"/>
                  <a:gd name="T2" fmla="*/ 0 w 209"/>
                  <a:gd name="T3" fmla="*/ 130 h 153"/>
                  <a:gd name="T4" fmla="*/ 26 w 209"/>
                  <a:gd name="T5" fmla="*/ 115 h 153"/>
                  <a:gd name="T6" fmla="*/ 52 w 209"/>
                  <a:gd name="T7" fmla="*/ 101 h 153"/>
                  <a:gd name="T8" fmla="*/ 76 w 209"/>
                  <a:gd name="T9" fmla="*/ 85 h 153"/>
                  <a:gd name="T10" fmla="*/ 100 w 209"/>
                  <a:gd name="T11" fmla="*/ 69 h 153"/>
                  <a:gd name="T12" fmla="*/ 124 w 209"/>
                  <a:gd name="T13" fmla="*/ 52 h 153"/>
                  <a:gd name="T14" fmla="*/ 147 w 209"/>
                  <a:gd name="T15" fmla="*/ 36 h 153"/>
                  <a:gd name="T16" fmla="*/ 168 w 209"/>
                  <a:gd name="T17" fmla="*/ 18 h 153"/>
                  <a:gd name="T18" fmla="*/ 190 w 209"/>
                  <a:gd name="T19" fmla="*/ 0 h 153"/>
                  <a:gd name="T20" fmla="*/ 209 w 209"/>
                  <a:gd name="T21" fmla="*/ 17 h 153"/>
                  <a:gd name="T22" fmla="*/ 187 w 209"/>
                  <a:gd name="T23" fmla="*/ 36 h 153"/>
                  <a:gd name="T24" fmla="*/ 164 w 209"/>
                  <a:gd name="T25" fmla="*/ 55 h 153"/>
                  <a:gd name="T26" fmla="*/ 140 w 209"/>
                  <a:gd name="T27" fmla="*/ 72 h 153"/>
                  <a:gd name="T28" fmla="*/ 116 w 209"/>
                  <a:gd name="T29" fmla="*/ 89 h 153"/>
                  <a:gd name="T30" fmla="*/ 91 w 209"/>
                  <a:gd name="T31" fmla="*/ 106 h 153"/>
                  <a:gd name="T32" fmla="*/ 65 w 209"/>
                  <a:gd name="T33" fmla="*/ 122 h 153"/>
                  <a:gd name="T34" fmla="*/ 39 w 209"/>
                  <a:gd name="T35" fmla="*/ 138 h 153"/>
                  <a:gd name="T36" fmla="*/ 12 w 209"/>
                  <a:gd name="T37" fmla="*/ 153 h 153"/>
                  <a:gd name="T38" fmla="*/ 0 w 209"/>
                  <a:gd name="T39" fmla="*/ 130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53"/>
                  <a:gd name="T62" fmla="*/ 209 w 209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53">
                    <a:moveTo>
                      <a:pt x="0" y="130"/>
                    </a:moveTo>
                    <a:lnTo>
                      <a:pt x="0" y="130"/>
                    </a:lnTo>
                    <a:lnTo>
                      <a:pt x="26" y="115"/>
                    </a:lnTo>
                    <a:lnTo>
                      <a:pt x="52" y="101"/>
                    </a:lnTo>
                    <a:lnTo>
                      <a:pt x="76" y="85"/>
                    </a:lnTo>
                    <a:lnTo>
                      <a:pt x="100" y="69"/>
                    </a:lnTo>
                    <a:lnTo>
                      <a:pt x="124" y="52"/>
                    </a:lnTo>
                    <a:lnTo>
                      <a:pt x="147" y="36"/>
                    </a:lnTo>
                    <a:lnTo>
                      <a:pt x="168" y="18"/>
                    </a:lnTo>
                    <a:lnTo>
                      <a:pt x="190" y="0"/>
                    </a:lnTo>
                    <a:lnTo>
                      <a:pt x="209" y="17"/>
                    </a:lnTo>
                    <a:lnTo>
                      <a:pt x="187" y="36"/>
                    </a:lnTo>
                    <a:lnTo>
                      <a:pt x="164" y="55"/>
                    </a:lnTo>
                    <a:lnTo>
                      <a:pt x="140" y="72"/>
                    </a:lnTo>
                    <a:lnTo>
                      <a:pt x="116" y="89"/>
                    </a:lnTo>
                    <a:lnTo>
                      <a:pt x="91" y="106"/>
                    </a:lnTo>
                    <a:lnTo>
                      <a:pt x="65" y="122"/>
                    </a:lnTo>
                    <a:lnTo>
                      <a:pt x="39" y="138"/>
                    </a:lnTo>
                    <a:lnTo>
                      <a:pt x="12" y="153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0" name="Freeform 42"/>
              <p:cNvSpPr>
                <a:spLocks/>
              </p:cNvSpPr>
              <p:nvPr/>
            </p:nvSpPr>
            <p:spPr bwMode="auto">
              <a:xfrm>
                <a:off x="3458" y="3159"/>
                <a:ext cx="195" cy="106"/>
              </a:xfrm>
              <a:custGeom>
                <a:avLst/>
                <a:gdLst>
                  <a:gd name="T0" fmla="*/ 0 w 195"/>
                  <a:gd name="T1" fmla="*/ 78 h 106"/>
                  <a:gd name="T2" fmla="*/ 23 w 195"/>
                  <a:gd name="T3" fmla="*/ 69 h 106"/>
                  <a:gd name="T4" fmla="*/ 47 w 195"/>
                  <a:gd name="T5" fmla="*/ 62 h 106"/>
                  <a:gd name="T6" fmla="*/ 70 w 195"/>
                  <a:gd name="T7" fmla="*/ 52 h 106"/>
                  <a:gd name="T8" fmla="*/ 93 w 195"/>
                  <a:gd name="T9" fmla="*/ 44 h 106"/>
                  <a:gd name="T10" fmla="*/ 116 w 195"/>
                  <a:gd name="T11" fmla="*/ 34 h 106"/>
                  <a:gd name="T12" fmla="*/ 138 w 195"/>
                  <a:gd name="T13" fmla="*/ 23 h 106"/>
                  <a:gd name="T14" fmla="*/ 161 w 195"/>
                  <a:gd name="T15" fmla="*/ 13 h 106"/>
                  <a:gd name="T16" fmla="*/ 183 w 195"/>
                  <a:gd name="T17" fmla="*/ 0 h 106"/>
                  <a:gd name="T18" fmla="*/ 195 w 195"/>
                  <a:gd name="T19" fmla="*/ 24 h 106"/>
                  <a:gd name="T20" fmla="*/ 171 w 195"/>
                  <a:gd name="T21" fmla="*/ 37 h 106"/>
                  <a:gd name="T22" fmla="*/ 148 w 195"/>
                  <a:gd name="T23" fmla="*/ 48 h 106"/>
                  <a:gd name="T24" fmla="*/ 122 w 195"/>
                  <a:gd name="T25" fmla="*/ 60 h 106"/>
                  <a:gd name="T26" fmla="*/ 99 w 195"/>
                  <a:gd name="T27" fmla="*/ 69 h 106"/>
                  <a:gd name="T28" fmla="*/ 75 w 195"/>
                  <a:gd name="T29" fmla="*/ 80 h 106"/>
                  <a:gd name="T30" fmla="*/ 52 w 195"/>
                  <a:gd name="T31" fmla="*/ 89 h 106"/>
                  <a:gd name="T32" fmla="*/ 26 w 195"/>
                  <a:gd name="T33" fmla="*/ 97 h 106"/>
                  <a:gd name="T34" fmla="*/ 3 w 195"/>
                  <a:gd name="T35" fmla="*/ 106 h 106"/>
                  <a:gd name="T36" fmla="*/ 0 w 195"/>
                  <a:gd name="T37" fmla="*/ 78 h 1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06"/>
                  <a:gd name="T59" fmla="*/ 195 w 195"/>
                  <a:gd name="T60" fmla="*/ 106 h 1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06">
                    <a:moveTo>
                      <a:pt x="0" y="78"/>
                    </a:moveTo>
                    <a:lnTo>
                      <a:pt x="23" y="69"/>
                    </a:lnTo>
                    <a:lnTo>
                      <a:pt x="47" y="62"/>
                    </a:lnTo>
                    <a:lnTo>
                      <a:pt x="70" y="52"/>
                    </a:lnTo>
                    <a:lnTo>
                      <a:pt x="93" y="44"/>
                    </a:lnTo>
                    <a:lnTo>
                      <a:pt x="116" y="34"/>
                    </a:lnTo>
                    <a:lnTo>
                      <a:pt x="138" y="23"/>
                    </a:lnTo>
                    <a:lnTo>
                      <a:pt x="161" y="13"/>
                    </a:lnTo>
                    <a:lnTo>
                      <a:pt x="183" y="0"/>
                    </a:lnTo>
                    <a:lnTo>
                      <a:pt x="195" y="24"/>
                    </a:lnTo>
                    <a:lnTo>
                      <a:pt x="171" y="37"/>
                    </a:lnTo>
                    <a:lnTo>
                      <a:pt x="148" y="48"/>
                    </a:lnTo>
                    <a:lnTo>
                      <a:pt x="122" y="60"/>
                    </a:lnTo>
                    <a:lnTo>
                      <a:pt x="99" y="69"/>
                    </a:lnTo>
                    <a:lnTo>
                      <a:pt x="75" y="80"/>
                    </a:lnTo>
                    <a:lnTo>
                      <a:pt x="52" y="89"/>
                    </a:lnTo>
                    <a:lnTo>
                      <a:pt x="26" y="97"/>
                    </a:lnTo>
                    <a:lnTo>
                      <a:pt x="3" y="106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1" name="Freeform 43"/>
              <p:cNvSpPr>
                <a:spLocks/>
              </p:cNvSpPr>
              <p:nvPr/>
            </p:nvSpPr>
            <p:spPr bwMode="auto">
              <a:xfrm>
                <a:off x="3439" y="3235"/>
                <a:ext cx="20" cy="34"/>
              </a:xfrm>
              <a:custGeom>
                <a:avLst/>
                <a:gdLst>
                  <a:gd name="T0" fmla="*/ 20 w 20"/>
                  <a:gd name="T1" fmla="*/ 29 h 34"/>
                  <a:gd name="T2" fmla="*/ 2 w 20"/>
                  <a:gd name="T3" fmla="*/ 34 h 34"/>
                  <a:gd name="T4" fmla="*/ 0 w 20"/>
                  <a:gd name="T5" fmla="*/ 5 h 34"/>
                  <a:gd name="T6" fmla="*/ 18 w 20"/>
                  <a:gd name="T7" fmla="*/ 0 h 34"/>
                  <a:gd name="T8" fmla="*/ 20 w 20"/>
                  <a:gd name="T9" fmla="*/ 2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20" y="29"/>
                    </a:moveTo>
                    <a:lnTo>
                      <a:pt x="2" y="34"/>
                    </a:lnTo>
                    <a:lnTo>
                      <a:pt x="0" y="5"/>
                    </a:lnTo>
                    <a:lnTo>
                      <a:pt x="18" y="0"/>
                    </a:lnTo>
                    <a:lnTo>
                      <a:pt x="20" y="2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2" name="Freeform 44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3" name="Freeform 45"/>
              <p:cNvSpPr>
                <a:spLocks/>
              </p:cNvSpPr>
              <p:nvPr/>
            </p:nvSpPr>
            <p:spPr bwMode="auto">
              <a:xfrm>
                <a:off x="3764" y="2956"/>
                <a:ext cx="174" cy="96"/>
              </a:xfrm>
              <a:custGeom>
                <a:avLst/>
                <a:gdLst>
                  <a:gd name="T0" fmla="*/ 146 w 174"/>
                  <a:gd name="T1" fmla="*/ 16 h 96"/>
                  <a:gd name="T2" fmla="*/ 156 w 174"/>
                  <a:gd name="T3" fmla="*/ 27 h 96"/>
                  <a:gd name="T4" fmla="*/ 5 w 174"/>
                  <a:gd name="T5" fmla="*/ 96 h 96"/>
                  <a:gd name="T6" fmla="*/ 0 w 174"/>
                  <a:gd name="T7" fmla="*/ 83 h 96"/>
                  <a:gd name="T8" fmla="*/ 151 w 174"/>
                  <a:gd name="T9" fmla="*/ 11 h 96"/>
                  <a:gd name="T10" fmla="*/ 161 w 174"/>
                  <a:gd name="T11" fmla="*/ 20 h 96"/>
                  <a:gd name="T12" fmla="*/ 151 w 174"/>
                  <a:gd name="T13" fmla="*/ 11 h 96"/>
                  <a:gd name="T14" fmla="*/ 174 w 174"/>
                  <a:gd name="T15" fmla="*/ 0 h 96"/>
                  <a:gd name="T16" fmla="*/ 161 w 174"/>
                  <a:gd name="T17" fmla="*/ 20 h 96"/>
                  <a:gd name="T18" fmla="*/ 146 w 174"/>
                  <a:gd name="T19" fmla="*/ 16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6"/>
                  <a:gd name="T32" fmla="*/ 174 w 174"/>
                  <a:gd name="T33" fmla="*/ 96 h 9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6">
                    <a:moveTo>
                      <a:pt x="146" y="16"/>
                    </a:moveTo>
                    <a:lnTo>
                      <a:pt x="156" y="27"/>
                    </a:lnTo>
                    <a:lnTo>
                      <a:pt x="5" y="96"/>
                    </a:lnTo>
                    <a:lnTo>
                      <a:pt x="0" y="83"/>
                    </a:lnTo>
                    <a:lnTo>
                      <a:pt x="151" y="11"/>
                    </a:lnTo>
                    <a:lnTo>
                      <a:pt x="161" y="20"/>
                    </a:lnTo>
                    <a:lnTo>
                      <a:pt x="151" y="11"/>
                    </a:lnTo>
                    <a:lnTo>
                      <a:pt x="174" y="0"/>
                    </a:lnTo>
                    <a:lnTo>
                      <a:pt x="161" y="20"/>
                    </a:lnTo>
                    <a:lnTo>
                      <a:pt x="146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4" name="Freeform 46"/>
              <p:cNvSpPr>
                <a:spLocks/>
              </p:cNvSpPr>
              <p:nvPr/>
            </p:nvSpPr>
            <p:spPr bwMode="auto">
              <a:xfrm>
                <a:off x="3831" y="2971"/>
                <a:ext cx="94" cy="146"/>
              </a:xfrm>
              <a:custGeom>
                <a:avLst/>
                <a:gdLst>
                  <a:gd name="T0" fmla="*/ 16 w 94"/>
                  <a:gd name="T1" fmla="*/ 126 h 146"/>
                  <a:gd name="T2" fmla="*/ 0 w 94"/>
                  <a:gd name="T3" fmla="*/ 130 h 146"/>
                  <a:gd name="T4" fmla="*/ 78 w 94"/>
                  <a:gd name="T5" fmla="*/ 0 h 146"/>
                  <a:gd name="T6" fmla="*/ 94 w 94"/>
                  <a:gd name="T7" fmla="*/ 4 h 146"/>
                  <a:gd name="T8" fmla="*/ 16 w 94"/>
                  <a:gd name="T9" fmla="*/ 133 h 146"/>
                  <a:gd name="T10" fmla="*/ 0 w 94"/>
                  <a:gd name="T11" fmla="*/ 140 h 146"/>
                  <a:gd name="T12" fmla="*/ 16 w 94"/>
                  <a:gd name="T13" fmla="*/ 133 h 146"/>
                  <a:gd name="T14" fmla="*/ 9 w 94"/>
                  <a:gd name="T15" fmla="*/ 146 h 146"/>
                  <a:gd name="T16" fmla="*/ 0 w 94"/>
                  <a:gd name="T17" fmla="*/ 140 h 146"/>
                  <a:gd name="T18" fmla="*/ 16 w 94"/>
                  <a:gd name="T19" fmla="*/ 12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146"/>
                  <a:gd name="T32" fmla="*/ 94 w 94"/>
                  <a:gd name="T33" fmla="*/ 146 h 1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146">
                    <a:moveTo>
                      <a:pt x="16" y="126"/>
                    </a:moveTo>
                    <a:lnTo>
                      <a:pt x="0" y="130"/>
                    </a:lnTo>
                    <a:lnTo>
                      <a:pt x="78" y="0"/>
                    </a:lnTo>
                    <a:lnTo>
                      <a:pt x="94" y="4"/>
                    </a:lnTo>
                    <a:lnTo>
                      <a:pt x="16" y="133"/>
                    </a:lnTo>
                    <a:lnTo>
                      <a:pt x="0" y="140"/>
                    </a:lnTo>
                    <a:lnTo>
                      <a:pt x="16" y="133"/>
                    </a:lnTo>
                    <a:lnTo>
                      <a:pt x="9" y="146"/>
                    </a:lnTo>
                    <a:lnTo>
                      <a:pt x="0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5" name="Freeform 47"/>
              <p:cNvSpPr>
                <a:spLocks/>
              </p:cNvSpPr>
              <p:nvPr/>
            </p:nvSpPr>
            <p:spPr bwMode="auto">
              <a:xfrm>
                <a:off x="3749" y="3036"/>
                <a:ext cx="94" cy="74"/>
              </a:xfrm>
              <a:custGeom>
                <a:avLst/>
                <a:gdLst>
                  <a:gd name="T0" fmla="*/ 19 w 94"/>
                  <a:gd name="T1" fmla="*/ 15 h 74"/>
                  <a:gd name="T2" fmla="*/ 24 w 94"/>
                  <a:gd name="T3" fmla="*/ 0 h 74"/>
                  <a:gd name="T4" fmla="*/ 94 w 94"/>
                  <a:gd name="T5" fmla="*/ 60 h 74"/>
                  <a:gd name="T6" fmla="*/ 78 w 94"/>
                  <a:gd name="T7" fmla="*/ 74 h 74"/>
                  <a:gd name="T8" fmla="*/ 9 w 94"/>
                  <a:gd name="T9" fmla="*/ 14 h 74"/>
                  <a:gd name="T10" fmla="*/ 14 w 94"/>
                  <a:gd name="T11" fmla="*/ 0 h 74"/>
                  <a:gd name="T12" fmla="*/ 9 w 94"/>
                  <a:gd name="T13" fmla="*/ 14 h 74"/>
                  <a:gd name="T14" fmla="*/ 0 w 94"/>
                  <a:gd name="T15" fmla="*/ 6 h 74"/>
                  <a:gd name="T16" fmla="*/ 14 w 94"/>
                  <a:gd name="T17" fmla="*/ 0 h 74"/>
                  <a:gd name="T18" fmla="*/ 19 w 94"/>
                  <a:gd name="T19" fmla="*/ 15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74"/>
                  <a:gd name="T32" fmla="*/ 94 w 94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74">
                    <a:moveTo>
                      <a:pt x="19" y="15"/>
                    </a:moveTo>
                    <a:lnTo>
                      <a:pt x="24" y="0"/>
                    </a:lnTo>
                    <a:lnTo>
                      <a:pt x="94" y="60"/>
                    </a:lnTo>
                    <a:lnTo>
                      <a:pt x="78" y="74"/>
                    </a:lnTo>
                    <a:lnTo>
                      <a:pt x="9" y="14"/>
                    </a:lnTo>
                    <a:lnTo>
                      <a:pt x="14" y="0"/>
                    </a:lnTo>
                    <a:lnTo>
                      <a:pt x="9" y="14"/>
                    </a:lnTo>
                    <a:lnTo>
                      <a:pt x="0" y="6"/>
                    </a:lnTo>
                    <a:lnTo>
                      <a:pt x="14" y="0"/>
                    </a:lnTo>
                    <a:lnTo>
                      <a:pt x="19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6" name="Freeform 48"/>
              <p:cNvSpPr>
                <a:spLocks/>
              </p:cNvSpPr>
              <p:nvPr/>
            </p:nvSpPr>
            <p:spPr bwMode="auto">
              <a:xfrm>
                <a:off x="3862" y="2989"/>
                <a:ext cx="42" cy="34"/>
              </a:xfrm>
              <a:custGeom>
                <a:avLst/>
                <a:gdLst>
                  <a:gd name="T0" fmla="*/ 0 w 42"/>
                  <a:gd name="T1" fmla="*/ 15 h 34"/>
                  <a:gd name="T2" fmla="*/ 16 w 42"/>
                  <a:gd name="T3" fmla="*/ 0 h 34"/>
                  <a:gd name="T4" fmla="*/ 42 w 42"/>
                  <a:gd name="T5" fmla="*/ 19 h 34"/>
                  <a:gd name="T6" fmla="*/ 26 w 42"/>
                  <a:gd name="T7" fmla="*/ 34 h 34"/>
                  <a:gd name="T8" fmla="*/ 0 w 42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4"/>
                  <a:gd name="T17" fmla="*/ 42 w 4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4">
                    <a:moveTo>
                      <a:pt x="0" y="15"/>
                    </a:moveTo>
                    <a:lnTo>
                      <a:pt x="16" y="0"/>
                    </a:lnTo>
                    <a:lnTo>
                      <a:pt x="42" y="19"/>
                    </a:lnTo>
                    <a:lnTo>
                      <a:pt x="26" y="3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7" name="Freeform 49"/>
              <p:cNvSpPr>
                <a:spLocks/>
              </p:cNvSpPr>
              <p:nvPr/>
            </p:nvSpPr>
            <p:spPr bwMode="auto">
              <a:xfrm>
                <a:off x="3680" y="3004"/>
                <a:ext cx="209" cy="166"/>
              </a:xfrm>
              <a:custGeom>
                <a:avLst/>
                <a:gdLst>
                  <a:gd name="T0" fmla="*/ 0 w 209"/>
                  <a:gd name="T1" fmla="*/ 138 h 166"/>
                  <a:gd name="T2" fmla="*/ 0 w 209"/>
                  <a:gd name="T3" fmla="*/ 138 h 166"/>
                  <a:gd name="T4" fmla="*/ 24 w 209"/>
                  <a:gd name="T5" fmla="*/ 122 h 166"/>
                  <a:gd name="T6" fmla="*/ 49 w 209"/>
                  <a:gd name="T7" fmla="*/ 106 h 166"/>
                  <a:gd name="T8" fmla="*/ 73 w 209"/>
                  <a:gd name="T9" fmla="*/ 90 h 166"/>
                  <a:gd name="T10" fmla="*/ 97 w 209"/>
                  <a:gd name="T11" fmla="*/ 73 h 166"/>
                  <a:gd name="T12" fmla="*/ 119 w 209"/>
                  <a:gd name="T13" fmla="*/ 57 h 166"/>
                  <a:gd name="T14" fmla="*/ 141 w 209"/>
                  <a:gd name="T15" fmla="*/ 38 h 166"/>
                  <a:gd name="T16" fmla="*/ 162 w 209"/>
                  <a:gd name="T17" fmla="*/ 19 h 166"/>
                  <a:gd name="T18" fmla="*/ 183 w 209"/>
                  <a:gd name="T19" fmla="*/ 0 h 166"/>
                  <a:gd name="T20" fmla="*/ 209 w 209"/>
                  <a:gd name="T21" fmla="*/ 20 h 166"/>
                  <a:gd name="T22" fmla="*/ 188 w 209"/>
                  <a:gd name="T23" fmla="*/ 39 h 166"/>
                  <a:gd name="T24" fmla="*/ 165 w 209"/>
                  <a:gd name="T25" fmla="*/ 60 h 166"/>
                  <a:gd name="T26" fmla="*/ 141 w 209"/>
                  <a:gd name="T27" fmla="*/ 79 h 166"/>
                  <a:gd name="T28" fmla="*/ 117 w 209"/>
                  <a:gd name="T29" fmla="*/ 97 h 166"/>
                  <a:gd name="T30" fmla="*/ 93 w 209"/>
                  <a:gd name="T31" fmla="*/ 114 h 166"/>
                  <a:gd name="T32" fmla="*/ 68 w 209"/>
                  <a:gd name="T33" fmla="*/ 132 h 166"/>
                  <a:gd name="T34" fmla="*/ 42 w 209"/>
                  <a:gd name="T35" fmla="*/ 148 h 166"/>
                  <a:gd name="T36" fmla="*/ 15 w 209"/>
                  <a:gd name="T37" fmla="*/ 166 h 166"/>
                  <a:gd name="T38" fmla="*/ 0 w 209"/>
                  <a:gd name="T39" fmla="*/ 138 h 1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66"/>
                  <a:gd name="T62" fmla="*/ 209 w 209"/>
                  <a:gd name="T63" fmla="*/ 166 h 16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2"/>
                    </a:lnTo>
                    <a:lnTo>
                      <a:pt x="49" y="106"/>
                    </a:lnTo>
                    <a:lnTo>
                      <a:pt x="73" y="90"/>
                    </a:lnTo>
                    <a:lnTo>
                      <a:pt x="97" y="73"/>
                    </a:lnTo>
                    <a:lnTo>
                      <a:pt x="119" y="57"/>
                    </a:lnTo>
                    <a:lnTo>
                      <a:pt x="141" y="38"/>
                    </a:lnTo>
                    <a:lnTo>
                      <a:pt x="162" y="19"/>
                    </a:lnTo>
                    <a:lnTo>
                      <a:pt x="183" y="0"/>
                    </a:lnTo>
                    <a:lnTo>
                      <a:pt x="209" y="20"/>
                    </a:lnTo>
                    <a:lnTo>
                      <a:pt x="188" y="39"/>
                    </a:lnTo>
                    <a:lnTo>
                      <a:pt x="165" y="60"/>
                    </a:lnTo>
                    <a:lnTo>
                      <a:pt x="141" y="79"/>
                    </a:lnTo>
                    <a:lnTo>
                      <a:pt x="117" y="97"/>
                    </a:lnTo>
                    <a:lnTo>
                      <a:pt x="93" y="114"/>
                    </a:lnTo>
                    <a:lnTo>
                      <a:pt x="68" y="132"/>
                    </a:lnTo>
                    <a:lnTo>
                      <a:pt x="42" y="148"/>
                    </a:lnTo>
                    <a:lnTo>
                      <a:pt x="15" y="166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8" name="Freeform 50"/>
              <p:cNvSpPr>
                <a:spLocks/>
              </p:cNvSpPr>
              <p:nvPr/>
            </p:nvSpPr>
            <p:spPr bwMode="auto">
              <a:xfrm>
                <a:off x="3495" y="3137"/>
                <a:ext cx="195" cy="117"/>
              </a:xfrm>
              <a:custGeom>
                <a:avLst/>
                <a:gdLst>
                  <a:gd name="T0" fmla="*/ 0 w 195"/>
                  <a:gd name="T1" fmla="*/ 84 h 117"/>
                  <a:gd name="T2" fmla="*/ 22 w 195"/>
                  <a:gd name="T3" fmla="*/ 76 h 117"/>
                  <a:gd name="T4" fmla="*/ 45 w 195"/>
                  <a:gd name="T5" fmla="*/ 67 h 117"/>
                  <a:gd name="T6" fmla="*/ 68 w 195"/>
                  <a:gd name="T7" fmla="*/ 58 h 117"/>
                  <a:gd name="T8" fmla="*/ 91 w 195"/>
                  <a:gd name="T9" fmla="*/ 47 h 117"/>
                  <a:gd name="T10" fmla="*/ 113 w 195"/>
                  <a:gd name="T11" fmla="*/ 37 h 117"/>
                  <a:gd name="T12" fmla="*/ 135 w 195"/>
                  <a:gd name="T13" fmla="*/ 25 h 117"/>
                  <a:gd name="T14" fmla="*/ 157 w 195"/>
                  <a:gd name="T15" fmla="*/ 13 h 117"/>
                  <a:gd name="T16" fmla="*/ 179 w 195"/>
                  <a:gd name="T17" fmla="*/ 0 h 117"/>
                  <a:gd name="T18" fmla="*/ 195 w 195"/>
                  <a:gd name="T19" fmla="*/ 28 h 117"/>
                  <a:gd name="T20" fmla="*/ 172 w 195"/>
                  <a:gd name="T21" fmla="*/ 42 h 117"/>
                  <a:gd name="T22" fmla="*/ 148 w 195"/>
                  <a:gd name="T23" fmla="*/ 54 h 117"/>
                  <a:gd name="T24" fmla="*/ 125 w 195"/>
                  <a:gd name="T25" fmla="*/ 67 h 117"/>
                  <a:gd name="T26" fmla="*/ 100 w 195"/>
                  <a:gd name="T27" fmla="*/ 80 h 117"/>
                  <a:gd name="T28" fmla="*/ 77 w 195"/>
                  <a:gd name="T29" fmla="*/ 89 h 117"/>
                  <a:gd name="T30" fmla="*/ 52 w 195"/>
                  <a:gd name="T31" fmla="*/ 100 h 117"/>
                  <a:gd name="T32" fmla="*/ 27 w 195"/>
                  <a:gd name="T33" fmla="*/ 108 h 117"/>
                  <a:gd name="T34" fmla="*/ 4 w 195"/>
                  <a:gd name="T35" fmla="*/ 117 h 117"/>
                  <a:gd name="T36" fmla="*/ 0 w 195"/>
                  <a:gd name="T37" fmla="*/ 84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17"/>
                  <a:gd name="T59" fmla="*/ 195 w 195"/>
                  <a:gd name="T60" fmla="*/ 117 h 11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17">
                    <a:moveTo>
                      <a:pt x="0" y="84"/>
                    </a:moveTo>
                    <a:lnTo>
                      <a:pt x="22" y="76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5" y="25"/>
                    </a:lnTo>
                    <a:lnTo>
                      <a:pt x="157" y="13"/>
                    </a:lnTo>
                    <a:lnTo>
                      <a:pt x="179" y="0"/>
                    </a:lnTo>
                    <a:lnTo>
                      <a:pt x="195" y="28"/>
                    </a:lnTo>
                    <a:lnTo>
                      <a:pt x="172" y="42"/>
                    </a:lnTo>
                    <a:lnTo>
                      <a:pt x="148" y="54"/>
                    </a:lnTo>
                    <a:lnTo>
                      <a:pt x="125" y="67"/>
                    </a:lnTo>
                    <a:lnTo>
                      <a:pt x="100" y="80"/>
                    </a:lnTo>
                    <a:lnTo>
                      <a:pt x="77" y="89"/>
                    </a:lnTo>
                    <a:lnTo>
                      <a:pt x="52" y="100"/>
                    </a:lnTo>
                    <a:lnTo>
                      <a:pt x="27" y="108"/>
                    </a:lnTo>
                    <a:lnTo>
                      <a:pt x="4" y="11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29" name="Freeform 51"/>
              <p:cNvSpPr>
                <a:spLocks/>
              </p:cNvSpPr>
              <p:nvPr/>
            </p:nvSpPr>
            <p:spPr bwMode="auto">
              <a:xfrm>
                <a:off x="3472" y="3221"/>
                <a:ext cx="25" cy="40"/>
              </a:xfrm>
              <a:custGeom>
                <a:avLst/>
                <a:gdLst>
                  <a:gd name="T0" fmla="*/ 25 w 25"/>
                  <a:gd name="T1" fmla="*/ 34 h 40"/>
                  <a:gd name="T2" fmla="*/ 5 w 25"/>
                  <a:gd name="T3" fmla="*/ 40 h 40"/>
                  <a:gd name="T4" fmla="*/ 0 w 25"/>
                  <a:gd name="T5" fmla="*/ 6 h 40"/>
                  <a:gd name="T6" fmla="*/ 21 w 25"/>
                  <a:gd name="T7" fmla="*/ 0 h 40"/>
                  <a:gd name="T8" fmla="*/ 25 w 25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25" y="34"/>
                    </a:moveTo>
                    <a:lnTo>
                      <a:pt x="5" y="40"/>
                    </a:lnTo>
                    <a:lnTo>
                      <a:pt x="0" y="6"/>
                    </a:lnTo>
                    <a:lnTo>
                      <a:pt x="21" y="0"/>
                    </a:lnTo>
                    <a:lnTo>
                      <a:pt x="25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0" name="Freeform 52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1" name="Freeform 53"/>
              <p:cNvSpPr>
                <a:spLocks/>
              </p:cNvSpPr>
              <p:nvPr/>
            </p:nvSpPr>
            <p:spPr bwMode="auto">
              <a:xfrm>
                <a:off x="3766" y="2964"/>
                <a:ext cx="165" cy="85"/>
              </a:xfrm>
              <a:custGeom>
                <a:avLst/>
                <a:gdLst>
                  <a:gd name="T0" fmla="*/ 148 w 165"/>
                  <a:gd name="T1" fmla="*/ 11 h 85"/>
                  <a:gd name="T2" fmla="*/ 153 w 165"/>
                  <a:gd name="T3" fmla="*/ 15 h 85"/>
                  <a:gd name="T4" fmla="*/ 3 w 165"/>
                  <a:gd name="T5" fmla="*/ 85 h 85"/>
                  <a:gd name="T6" fmla="*/ 0 w 165"/>
                  <a:gd name="T7" fmla="*/ 77 h 85"/>
                  <a:gd name="T8" fmla="*/ 151 w 165"/>
                  <a:gd name="T9" fmla="*/ 7 h 85"/>
                  <a:gd name="T10" fmla="*/ 156 w 165"/>
                  <a:gd name="T11" fmla="*/ 13 h 85"/>
                  <a:gd name="T12" fmla="*/ 151 w 165"/>
                  <a:gd name="T13" fmla="*/ 7 h 85"/>
                  <a:gd name="T14" fmla="*/ 165 w 165"/>
                  <a:gd name="T15" fmla="*/ 0 h 85"/>
                  <a:gd name="T16" fmla="*/ 156 w 165"/>
                  <a:gd name="T17" fmla="*/ 13 h 85"/>
                  <a:gd name="T18" fmla="*/ 148 w 165"/>
                  <a:gd name="T19" fmla="*/ 1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85"/>
                  <a:gd name="T32" fmla="*/ 165 w 165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85">
                    <a:moveTo>
                      <a:pt x="148" y="11"/>
                    </a:moveTo>
                    <a:lnTo>
                      <a:pt x="153" y="15"/>
                    </a:lnTo>
                    <a:lnTo>
                      <a:pt x="3" y="85"/>
                    </a:lnTo>
                    <a:lnTo>
                      <a:pt x="0" y="77"/>
                    </a:lnTo>
                    <a:lnTo>
                      <a:pt x="151" y="7"/>
                    </a:lnTo>
                    <a:lnTo>
                      <a:pt x="156" y="13"/>
                    </a:lnTo>
                    <a:lnTo>
                      <a:pt x="151" y="7"/>
                    </a:lnTo>
                    <a:lnTo>
                      <a:pt x="165" y="0"/>
                    </a:lnTo>
                    <a:lnTo>
                      <a:pt x="156" y="13"/>
                    </a:lnTo>
                    <a:lnTo>
                      <a:pt x="148" y="11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2" name="Freeform 54"/>
              <p:cNvSpPr>
                <a:spLocks/>
              </p:cNvSpPr>
              <p:nvPr/>
            </p:nvSpPr>
            <p:spPr bwMode="auto">
              <a:xfrm>
                <a:off x="3833" y="2973"/>
                <a:ext cx="88" cy="140"/>
              </a:xfrm>
              <a:custGeom>
                <a:avLst/>
                <a:gdLst>
                  <a:gd name="T0" fmla="*/ 11 w 88"/>
                  <a:gd name="T1" fmla="*/ 127 h 140"/>
                  <a:gd name="T2" fmla="*/ 0 w 88"/>
                  <a:gd name="T3" fmla="*/ 131 h 140"/>
                  <a:gd name="T4" fmla="*/ 78 w 88"/>
                  <a:gd name="T5" fmla="*/ 0 h 140"/>
                  <a:gd name="T6" fmla="*/ 88 w 88"/>
                  <a:gd name="T7" fmla="*/ 2 h 140"/>
                  <a:gd name="T8" fmla="*/ 9 w 88"/>
                  <a:gd name="T9" fmla="*/ 134 h 140"/>
                  <a:gd name="T10" fmla="*/ 0 w 88"/>
                  <a:gd name="T11" fmla="*/ 136 h 140"/>
                  <a:gd name="T12" fmla="*/ 9 w 88"/>
                  <a:gd name="T13" fmla="*/ 134 h 140"/>
                  <a:gd name="T14" fmla="*/ 5 w 88"/>
                  <a:gd name="T15" fmla="*/ 140 h 140"/>
                  <a:gd name="T16" fmla="*/ 0 w 88"/>
                  <a:gd name="T17" fmla="*/ 136 h 140"/>
                  <a:gd name="T18" fmla="*/ 11 w 88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140"/>
                  <a:gd name="T32" fmla="*/ 88 w 88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140">
                    <a:moveTo>
                      <a:pt x="11" y="127"/>
                    </a:moveTo>
                    <a:lnTo>
                      <a:pt x="0" y="131"/>
                    </a:lnTo>
                    <a:lnTo>
                      <a:pt x="78" y="0"/>
                    </a:lnTo>
                    <a:lnTo>
                      <a:pt x="88" y="2"/>
                    </a:lnTo>
                    <a:lnTo>
                      <a:pt x="9" y="134"/>
                    </a:lnTo>
                    <a:lnTo>
                      <a:pt x="0" y="136"/>
                    </a:lnTo>
                    <a:lnTo>
                      <a:pt x="9" y="134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11" y="1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3" name="Freeform 55"/>
              <p:cNvSpPr>
                <a:spLocks/>
              </p:cNvSpPr>
              <p:nvPr/>
            </p:nvSpPr>
            <p:spPr bwMode="auto">
              <a:xfrm>
                <a:off x="3754" y="3039"/>
                <a:ext cx="86" cy="68"/>
              </a:xfrm>
              <a:custGeom>
                <a:avLst/>
                <a:gdLst>
                  <a:gd name="T0" fmla="*/ 12 w 86"/>
                  <a:gd name="T1" fmla="*/ 9 h 68"/>
                  <a:gd name="T2" fmla="*/ 15 w 86"/>
                  <a:gd name="T3" fmla="*/ 0 h 68"/>
                  <a:gd name="T4" fmla="*/ 86 w 86"/>
                  <a:gd name="T5" fmla="*/ 59 h 68"/>
                  <a:gd name="T6" fmla="*/ 77 w 86"/>
                  <a:gd name="T7" fmla="*/ 68 h 68"/>
                  <a:gd name="T8" fmla="*/ 5 w 86"/>
                  <a:gd name="T9" fmla="*/ 8 h 68"/>
                  <a:gd name="T10" fmla="*/ 10 w 86"/>
                  <a:gd name="T11" fmla="*/ 0 h 68"/>
                  <a:gd name="T12" fmla="*/ 5 w 86"/>
                  <a:gd name="T13" fmla="*/ 8 h 68"/>
                  <a:gd name="T14" fmla="*/ 0 w 86"/>
                  <a:gd name="T15" fmla="*/ 4 h 68"/>
                  <a:gd name="T16" fmla="*/ 10 w 86"/>
                  <a:gd name="T17" fmla="*/ 0 h 68"/>
                  <a:gd name="T18" fmla="*/ 12 w 86"/>
                  <a:gd name="T19" fmla="*/ 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8"/>
                  <a:gd name="T32" fmla="*/ 86 w 86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8">
                    <a:moveTo>
                      <a:pt x="12" y="9"/>
                    </a:moveTo>
                    <a:lnTo>
                      <a:pt x="15" y="0"/>
                    </a:lnTo>
                    <a:lnTo>
                      <a:pt x="86" y="59"/>
                    </a:lnTo>
                    <a:lnTo>
                      <a:pt x="77" y="68"/>
                    </a:lnTo>
                    <a:lnTo>
                      <a:pt x="5" y="8"/>
                    </a:lnTo>
                    <a:lnTo>
                      <a:pt x="10" y="0"/>
                    </a:lnTo>
                    <a:lnTo>
                      <a:pt x="5" y="8"/>
                    </a:lnTo>
                    <a:lnTo>
                      <a:pt x="0" y="4"/>
                    </a:lnTo>
                    <a:lnTo>
                      <a:pt x="10" y="0"/>
                    </a:ln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4" name="Freeform 56"/>
              <p:cNvSpPr>
                <a:spLocks/>
              </p:cNvSpPr>
              <p:nvPr/>
            </p:nvSpPr>
            <p:spPr bwMode="auto">
              <a:xfrm>
                <a:off x="3856" y="3003"/>
                <a:ext cx="35" cy="28"/>
              </a:xfrm>
              <a:custGeom>
                <a:avLst/>
                <a:gdLst>
                  <a:gd name="T0" fmla="*/ 0 w 35"/>
                  <a:gd name="T1" fmla="*/ 12 h 28"/>
                  <a:gd name="T2" fmla="*/ 14 w 35"/>
                  <a:gd name="T3" fmla="*/ 0 h 28"/>
                  <a:gd name="T4" fmla="*/ 35 w 35"/>
                  <a:gd name="T5" fmla="*/ 16 h 28"/>
                  <a:gd name="T6" fmla="*/ 21 w 35"/>
                  <a:gd name="T7" fmla="*/ 28 h 28"/>
                  <a:gd name="T8" fmla="*/ 0 w 35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0" y="12"/>
                    </a:moveTo>
                    <a:lnTo>
                      <a:pt x="14" y="0"/>
                    </a:lnTo>
                    <a:lnTo>
                      <a:pt x="35" y="16"/>
                    </a:lnTo>
                    <a:lnTo>
                      <a:pt x="21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5" name="Freeform 57"/>
              <p:cNvSpPr>
                <a:spLocks/>
              </p:cNvSpPr>
              <p:nvPr/>
            </p:nvSpPr>
            <p:spPr bwMode="auto">
              <a:xfrm>
                <a:off x="3669" y="3015"/>
                <a:ext cx="206" cy="160"/>
              </a:xfrm>
              <a:custGeom>
                <a:avLst/>
                <a:gdLst>
                  <a:gd name="T0" fmla="*/ 0 w 206"/>
                  <a:gd name="T1" fmla="*/ 137 h 160"/>
                  <a:gd name="T2" fmla="*/ 0 w 206"/>
                  <a:gd name="T3" fmla="*/ 137 h 160"/>
                  <a:gd name="T4" fmla="*/ 26 w 206"/>
                  <a:gd name="T5" fmla="*/ 121 h 160"/>
                  <a:gd name="T6" fmla="*/ 51 w 206"/>
                  <a:gd name="T7" fmla="*/ 105 h 160"/>
                  <a:gd name="T8" fmla="*/ 75 w 206"/>
                  <a:gd name="T9" fmla="*/ 89 h 160"/>
                  <a:gd name="T10" fmla="*/ 98 w 206"/>
                  <a:gd name="T11" fmla="*/ 72 h 160"/>
                  <a:gd name="T12" fmla="*/ 121 w 206"/>
                  <a:gd name="T13" fmla="*/ 55 h 160"/>
                  <a:gd name="T14" fmla="*/ 143 w 206"/>
                  <a:gd name="T15" fmla="*/ 37 h 160"/>
                  <a:gd name="T16" fmla="*/ 164 w 206"/>
                  <a:gd name="T17" fmla="*/ 18 h 160"/>
                  <a:gd name="T18" fmla="*/ 184 w 206"/>
                  <a:gd name="T19" fmla="*/ 0 h 160"/>
                  <a:gd name="T20" fmla="*/ 206 w 206"/>
                  <a:gd name="T21" fmla="*/ 16 h 160"/>
                  <a:gd name="T22" fmla="*/ 184 w 206"/>
                  <a:gd name="T23" fmla="*/ 36 h 160"/>
                  <a:gd name="T24" fmla="*/ 162 w 206"/>
                  <a:gd name="T25" fmla="*/ 55 h 160"/>
                  <a:gd name="T26" fmla="*/ 140 w 206"/>
                  <a:gd name="T27" fmla="*/ 74 h 160"/>
                  <a:gd name="T28" fmla="*/ 114 w 206"/>
                  <a:gd name="T29" fmla="*/ 92 h 160"/>
                  <a:gd name="T30" fmla="*/ 91 w 206"/>
                  <a:gd name="T31" fmla="*/ 111 h 160"/>
                  <a:gd name="T32" fmla="*/ 66 w 206"/>
                  <a:gd name="T33" fmla="*/ 127 h 160"/>
                  <a:gd name="T34" fmla="*/ 40 w 206"/>
                  <a:gd name="T35" fmla="*/ 144 h 160"/>
                  <a:gd name="T36" fmla="*/ 14 w 206"/>
                  <a:gd name="T37" fmla="*/ 160 h 160"/>
                  <a:gd name="T38" fmla="*/ 0 w 206"/>
                  <a:gd name="T39" fmla="*/ 137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6"/>
                  <a:gd name="T61" fmla="*/ 0 h 160"/>
                  <a:gd name="T62" fmla="*/ 206 w 206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6" h="160">
                    <a:moveTo>
                      <a:pt x="0" y="137"/>
                    </a:moveTo>
                    <a:lnTo>
                      <a:pt x="0" y="137"/>
                    </a:lnTo>
                    <a:lnTo>
                      <a:pt x="26" y="121"/>
                    </a:lnTo>
                    <a:lnTo>
                      <a:pt x="51" y="105"/>
                    </a:lnTo>
                    <a:lnTo>
                      <a:pt x="75" y="89"/>
                    </a:lnTo>
                    <a:lnTo>
                      <a:pt x="98" y="72"/>
                    </a:lnTo>
                    <a:lnTo>
                      <a:pt x="121" y="55"/>
                    </a:lnTo>
                    <a:lnTo>
                      <a:pt x="143" y="37"/>
                    </a:lnTo>
                    <a:lnTo>
                      <a:pt x="164" y="18"/>
                    </a:lnTo>
                    <a:lnTo>
                      <a:pt x="184" y="0"/>
                    </a:lnTo>
                    <a:lnTo>
                      <a:pt x="206" y="16"/>
                    </a:lnTo>
                    <a:lnTo>
                      <a:pt x="184" y="36"/>
                    </a:lnTo>
                    <a:lnTo>
                      <a:pt x="162" y="55"/>
                    </a:lnTo>
                    <a:lnTo>
                      <a:pt x="140" y="74"/>
                    </a:lnTo>
                    <a:lnTo>
                      <a:pt x="114" y="92"/>
                    </a:lnTo>
                    <a:lnTo>
                      <a:pt x="91" y="111"/>
                    </a:lnTo>
                    <a:lnTo>
                      <a:pt x="66" y="127"/>
                    </a:lnTo>
                    <a:lnTo>
                      <a:pt x="40" y="144"/>
                    </a:lnTo>
                    <a:lnTo>
                      <a:pt x="14" y="16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6" name="Freeform 58"/>
              <p:cNvSpPr>
                <a:spLocks/>
              </p:cNvSpPr>
              <p:nvPr/>
            </p:nvSpPr>
            <p:spPr bwMode="auto">
              <a:xfrm>
                <a:off x="3484" y="3151"/>
                <a:ext cx="193" cy="111"/>
              </a:xfrm>
              <a:custGeom>
                <a:avLst/>
                <a:gdLst>
                  <a:gd name="T0" fmla="*/ 0 w 193"/>
                  <a:gd name="T1" fmla="*/ 84 h 111"/>
                  <a:gd name="T2" fmla="*/ 22 w 193"/>
                  <a:gd name="T3" fmla="*/ 75 h 111"/>
                  <a:gd name="T4" fmla="*/ 45 w 193"/>
                  <a:gd name="T5" fmla="*/ 67 h 111"/>
                  <a:gd name="T6" fmla="*/ 68 w 193"/>
                  <a:gd name="T7" fmla="*/ 58 h 111"/>
                  <a:gd name="T8" fmla="*/ 91 w 193"/>
                  <a:gd name="T9" fmla="*/ 47 h 111"/>
                  <a:gd name="T10" fmla="*/ 113 w 193"/>
                  <a:gd name="T11" fmla="*/ 37 h 111"/>
                  <a:gd name="T12" fmla="*/ 136 w 193"/>
                  <a:gd name="T13" fmla="*/ 25 h 111"/>
                  <a:gd name="T14" fmla="*/ 157 w 193"/>
                  <a:gd name="T15" fmla="*/ 13 h 111"/>
                  <a:gd name="T16" fmla="*/ 180 w 193"/>
                  <a:gd name="T17" fmla="*/ 0 h 111"/>
                  <a:gd name="T18" fmla="*/ 193 w 193"/>
                  <a:gd name="T19" fmla="*/ 23 h 111"/>
                  <a:gd name="T20" fmla="*/ 171 w 193"/>
                  <a:gd name="T21" fmla="*/ 37 h 111"/>
                  <a:gd name="T22" fmla="*/ 146 w 193"/>
                  <a:gd name="T23" fmla="*/ 50 h 111"/>
                  <a:gd name="T24" fmla="*/ 122 w 193"/>
                  <a:gd name="T25" fmla="*/ 62 h 111"/>
                  <a:gd name="T26" fmla="*/ 98 w 193"/>
                  <a:gd name="T27" fmla="*/ 72 h 111"/>
                  <a:gd name="T28" fmla="*/ 75 w 193"/>
                  <a:gd name="T29" fmla="*/ 84 h 111"/>
                  <a:gd name="T30" fmla="*/ 51 w 193"/>
                  <a:gd name="T31" fmla="*/ 93 h 111"/>
                  <a:gd name="T32" fmla="*/ 28 w 193"/>
                  <a:gd name="T33" fmla="*/ 103 h 111"/>
                  <a:gd name="T34" fmla="*/ 3 w 193"/>
                  <a:gd name="T35" fmla="*/ 111 h 111"/>
                  <a:gd name="T36" fmla="*/ 0 w 193"/>
                  <a:gd name="T37" fmla="*/ 84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11"/>
                  <a:gd name="T59" fmla="*/ 193 w 193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11">
                    <a:moveTo>
                      <a:pt x="0" y="84"/>
                    </a:moveTo>
                    <a:lnTo>
                      <a:pt x="22" y="75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6" y="25"/>
                    </a:lnTo>
                    <a:lnTo>
                      <a:pt x="157" y="13"/>
                    </a:lnTo>
                    <a:lnTo>
                      <a:pt x="180" y="0"/>
                    </a:lnTo>
                    <a:lnTo>
                      <a:pt x="193" y="23"/>
                    </a:lnTo>
                    <a:lnTo>
                      <a:pt x="171" y="37"/>
                    </a:lnTo>
                    <a:lnTo>
                      <a:pt x="146" y="50"/>
                    </a:lnTo>
                    <a:lnTo>
                      <a:pt x="122" y="62"/>
                    </a:lnTo>
                    <a:lnTo>
                      <a:pt x="98" y="72"/>
                    </a:lnTo>
                    <a:lnTo>
                      <a:pt x="75" y="84"/>
                    </a:lnTo>
                    <a:lnTo>
                      <a:pt x="51" y="93"/>
                    </a:lnTo>
                    <a:lnTo>
                      <a:pt x="28" y="103"/>
                    </a:lnTo>
                    <a:lnTo>
                      <a:pt x="3" y="111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7" name="Freeform 59"/>
              <p:cNvSpPr>
                <a:spLocks/>
              </p:cNvSpPr>
              <p:nvPr/>
            </p:nvSpPr>
            <p:spPr bwMode="auto">
              <a:xfrm>
                <a:off x="3466" y="3235"/>
                <a:ext cx="21" cy="34"/>
              </a:xfrm>
              <a:custGeom>
                <a:avLst/>
                <a:gdLst>
                  <a:gd name="T0" fmla="*/ 21 w 21"/>
                  <a:gd name="T1" fmla="*/ 27 h 34"/>
                  <a:gd name="T2" fmla="*/ 3 w 21"/>
                  <a:gd name="T3" fmla="*/ 34 h 34"/>
                  <a:gd name="T4" fmla="*/ 0 w 21"/>
                  <a:gd name="T5" fmla="*/ 6 h 34"/>
                  <a:gd name="T6" fmla="*/ 18 w 21"/>
                  <a:gd name="T7" fmla="*/ 0 h 34"/>
                  <a:gd name="T8" fmla="*/ 21 w 21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4"/>
                  <a:gd name="T17" fmla="*/ 21 w 21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4">
                    <a:moveTo>
                      <a:pt x="21" y="27"/>
                    </a:moveTo>
                    <a:lnTo>
                      <a:pt x="3" y="34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21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8" name="Freeform 60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39" name="Freeform 61"/>
              <p:cNvSpPr>
                <a:spLocks/>
              </p:cNvSpPr>
              <p:nvPr/>
            </p:nvSpPr>
            <p:spPr bwMode="auto">
              <a:xfrm>
                <a:off x="3789" y="2929"/>
                <a:ext cx="169" cy="101"/>
              </a:xfrm>
              <a:custGeom>
                <a:avLst/>
                <a:gdLst>
                  <a:gd name="T0" fmla="*/ 143 w 169"/>
                  <a:gd name="T1" fmla="*/ 17 h 101"/>
                  <a:gd name="T2" fmla="*/ 155 w 169"/>
                  <a:gd name="T3" fmla="*/ 25 h 101"/>
                  <a:gd name="T4" fmla="*/ 6 w 169"/>
                  <a:gd name="T5" fmla="*/ 101 h 101"/>
                  <a:gd name="T6" fmla="*/ 0 w 169"/>
                  <a:gd name="T7" fmla="*/ 86 h 101"/>
                  <a:gd name="T8" fmla="*/ 148 w 169"/>
                  <a:gd name="T9" fmla="*/ 11 h 101"/>
                  <a:gd name="T10" fmla="*/ 159 w 169"/>
                  <a:gd name="T11" fmla="*/ 19 h 101"/>
                  <a:gd name="T12" fmla="*/ 148 w 169"/>
                  <a:gd name="T13" fmla="*/ 11 h 101"/>
                  <a:gd name="T14" fmla="*/ 169 w 169"/>
                  <a:gd name="T15" fmla="*/ 0 h 101"/>
                  <a:gd name="T16" fmla="*/ 159 w 169"/>
                  <a:gd name="T17" fmla="*/ 19 h 101"/>
                  <a:gd name="T18" fmla="*/ 143 w 169"/>
                  <a:gd name="T19" fmla="*/ 17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101"/>
                  <a:gd name="T32" fmla="*/ 169 w 169"/>
                  <a:gd name="T33" fmla="*/ 101 h 10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101">
                    <a:moveTo>
                      <a:pt x="143" y="17"/>
                    </a:moveTo>
                    <a:lnTo>
                      <a:pt x="155" y="25"/>
                    </a:lnTo>
                    <a:lnTo>
                      <a:pt x="6" y="101"/>
                    </a:lnTo>
                    <a:lnTo>
                      <a:pt x="0" y="86"/>
                    </a:lnTo>
                    <a:lnTo>
                      <a:pt x="148" y="11"/>
                    </a:lnTo>
                    <a:lnTo>
                      <a:pt x="159" y="19"/>
                    </a:lnTo>
                    <a:lnTo>
                      <a:pt x="148" y="11"/>
                    </a:lnTo>
                    <a:lnTo>
                      <a:pt x="169" y="0"/>
                    </a:lnTo>
                    <a:lnTo>
                      <a:pt x="159" y="19"/>
                    </a:lnTo>
                    <a:lnTo>
                      <a:pt x="14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0" name="Freeform 62"/>
              <p:cNvSpPr>
                <a:spLocks/>
              </p:cNvSpPr>
              <p:nvPr/>
            </p:nvSpPr>
            <p:spPr bwMode="auto">
              <a:xfrm>
                <a:off x="3861" y="2946"/>
                <a:ext cx="89" cy="147"/>
              </a:xfrm>
              <a:custGeom>
                <a:avLst/>
                <a:gdLst>
                  <a:gd name="T0" fmla="*/ 16 w 89"/>
                  <a:gd name="T1" fmla="*/ 126 h 147"/>
                  <a:gd name="T2" fmla="*/ 0 w 89"/>
                  <a:gd name="T3" fmla="*/ 131 h 147"/>
                  <a:gd name="T4" fmla="*/ 73 w 89"/>
                  <a:gd name="T5" fmla="*/ 0 h 147"/>
                  <a:gd name="T6" fmla="*/ 89 w 89"/>
                  <a:gd name="T7" fmla="*/ 3 h 147"/>
                  <a:gd name="T8" fmla="*/ 16 w 89"/>
                  <a:gd name="T9" fmla="*/ 134 h 147"/>
                  <a:gd name="T10" fmla="*/ 1 w 89"/>
                  <a:gd name="T11" fmla="*/ 140 h 147"/>
                  <a:gd name="T12" fmla="*/ 16 w 89"/>
                  <a:gd name="T13" fmla="*/ 134 h 147"/>
                  <a:gd name="T14" fmla="*/ 11 w 89"/>
                  <a:gd name="T15" fmla="*/ 147 h 147"/>
                  <a:gd name="T16" fmla="*/ 1 w 89"/>
                  <a:gd name="T17" fmla="*/ 140 h 147"/>
                  <a:gd name="T18" fmla="*/ 16 w 89"/>
                  <a:gd name="T19" fmla="*/ 126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147"/>
                  <a:gd name="T32" fmla="*/ 89 w 89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147">
                    <a:moveTo>
                      <a:pt x="16" y="126"/>
                    </a:moveTo>
                    <a:lnTo>
                      <a:pt x="0" y="131"/>
                    </a:lnTo>
                    <a:lnTo>
                      <a:pt x="73" y="0"/>
                    </a:lnTo>
                    <a:lnTo>
                      <a:pt x="89" y="3"/>
                    </a:lnTo>
                    <a:lnTo>
                      <a:pt x="16" y="134"/>
                    </a:lnTo>
                    <a:lnTo>
                      <a:pt x="1" y="140"/>
                    </a:lnTo>
                    <a:lnTo>
                      <a:pt x="16" y="134"/>
                    </a:lnTo>
                    <a:lnTo>
                      <a:pt x="11" y="147"/>
                    </a:lnTo>
                    <a:lnTo>
                      <a:pt x="1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1" name="Freeform 63"/>
              <p:cNvSpPr>
                <a:spLocks/>
              </p:cNvSpPr>
              <p:nvPr/>
            </p:nvSpPr>
            <p:spPr bwMode="auto">
              <a:xfrm>
                <a:off x="3778" y="3015"/>
                <a:ext cx="99" cy="70"/>
              </a:xfrm>
              <a:custGeom>
                <a:avLst/>
                <a:gdLst>
                  <a:gd name="T0" fmla="*/ 19 w 99"/>
                  <a:gd name="T1" fmla="*/ 14 h 70"/>
                  <a:gd name="T2" fmla="*/ 23 w 99"/>
                  <a:gd name="T3" fmla="*/ 0 h 70"/>
                  <a:gd name="T4" fmla="*/ 99 w 99"/>
                  <a:gd name="T5" fmla="*/ 56 h 70"/>
                  <a:gd name="T6" fmla="*/ 84 w 99"/>
                  <a:gd name="T7" fmla="*/ 70 h 70"/>
                  <a:gd name="T8" fmla="*/ 8 w 99"/>
                  <a:gd name="T9" fmla="*/ 14 h 70"/>
                  <a:gd name="T10" fmla="*/ 14 w 99"/>
                  <a:gd name="T11" fmla="*/ 0 h 70"/>
                  <a:gd name="T12" fmla="*/ 8 w 99"/>
                  <a:gd name="T13" fmla="*/ 14 h 70"/>
                  <a:gd name="T14" fmla="*/ 0 w 99"/>
                  <a:gd name="T15" fmla="*/ 8 h 70"/>
                  <a:gd name="T16" fmla="*/ 14 w 99"/>
                  <a:gd name="T17" fmla="*/ 0 h 70"/>
                  <a:gd name="T18" fmla="*/ 19 w 99"/>
                  <a:gd name="T19" fmla="*/ 14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"/>
                  <a:gd name="T31" fmla="*/ 0 h 70"/>
                  <a:gd name="T32" fmla="*/ 99 w 99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" h="70">
                    <a:moveTo>
                      <a:pt x="19" y="14"/>
                    </a:moveTo>
                    <a:lnTo>
                      <a:pt x="23" y="0"/>
                    </a:lnTo>
                    <a:lnTo>
                      <a:pt x="99" y="56"/>
                    </a:lnTo>
                    <a:lnTo>
                      <a:pt x="84" y="70"/>
                    </a:lnTo>
                    <a:lnTo>
                      <a:pt x="8" y="14"/>
                    </a:lnTo>
                    <a:lnTo>
                      <a:pt x="14" y="0"/>
                    </a:lnTo>
                    <a:lnTo>
                      <a:pt x="8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2" name="Freeform 64"/>
              <p:cNvSpPr>
                <a:spLocks/>
              </p:cNvSpPr>
              <p:nvPr/>
            </p:nvSpPr>
            <p:spPr bwMode="auto">
              <a:xfrm>
                <a:off x="3891" y="2963"/>
                <a:ext cx="44" cy="36"/>
              </a:xfrm>
              <a:custGeom>
                <a:avLst/>
                <a:gdLst>
                  <a:gd name="T0" fmla="*/ 0 w 44"/>
                  <a:gd name="T1" fmla="*/ 16 h 36"/>
                  <a:gd name="T2" fmla="*/ 16 w 44"/>
                  <a:gd name="T3" fmla="*/ 0 h 36"/>
                  <a:gd name="T4" fmla="*/ 44 w 44"/>
                  <a:gd name="T5" fmla="*/ 20 h 36"/>
                  <a:gd name="T6" fmla="*/ 28 w 44"/>
                  <a:gd name="T7" fmla="*/ 36 h 36"/>
                  <a:gd name="T8" fmla="*/ 0 w 44"/>
                  <a:gd name="T9" fmla="*/ 1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6"/>
                  <a:gd name="T17" fmla="*/ 44 w 44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6">
                    <a:moveTo>
                      <a:pt x="0" y="16"/>
                    </a:moveTo>
                    <a:lnTo>
                      <a:pt x="16" y="0"/>
                    </a:lnTo>
                    <a:lnTo>
                      <a:pt x="44" y="20"/>
                    </a:lnTo>
                    <a:lnTo>
                      <a:pt x="28" y="3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3" name="Freeform 65"/>
              <p:cNvSpPr>
                <a:spLocks/>
              </p:cNvSpPr>
              <p:nvPr/>
            </p:nvSpPr>
            <p:spPr bwMode="auto">
              <a:xfrm>
                <a:off x="3709" y="2976"/>
                <a:ext cx="207" cy="171"/>
              </a:xfrm>
              <a:custGeom>
                <a:avLst/>
                <a:gdLst>
                  <a:gd name="T0" fmla="*/ 0 w 207"/>
                  <a:gd name="T1" fmla="*/ 144 h 171"/>
                  <a:gd name="T2" fmla="*/ 0 w 207"/>
                  <a:gd name="T3" fmla="*/ 144 h 171"/>
                  <a:gd name="T4" fmla="*/ 26 w 207"/>
                  <a:gd name="T5" fmla="*/ 127 h 171"/>
                  <a:gd name="T6" fmla="*/ 51 w 207"/>
                  <a:gd name="T7" fmla="*/ 110 h 171"/>
                  <a:gd name="T8" fmla="*/ 73 w 207"/>
                  <a:gd name="T9" fmla="*/ 93 h 171"/>
                  <a:gd name="T10" fmla="*/ 96 w 207"/>
                  <a:gd name="T11" fmla="*/ 76 h 171"/>
                  <a:gd name="T12" fmla="*/ 119 w 207"/>
                  <a:gd name="T13" fmla="*/ 58 h 171"/>
                  <a:gd name="T14" fmla="*/ 139 w 207"/>
                  <a:gd name="T15" fmla="*/ 40 h 171"/>
                  <a:gd name="T16" fmla="*/ 160 w 207"/>
                  <a:gd name="T17" fmla="*/ 19 h 171"/>
                  <a:gd name="T18" fmla="*/ 179 w 207"/>
                  <a:gd name="T19" fmla="*/ 0 h 171"/>
                  <a:gd name="T20" fmla="*/ 207 w 207"/>
                  <a:gd name="T21" fmla="*/ 19 h 171"/>
                  <a:gd name="T22" fmla="*/ 186 w 207"/>
                  <a:gd name="T23" fmla="*/ 40 h 171"/>
                  <a:gd name="T24" fmla="*/ 164 w 207"/>
                  <a:gd name="T25" fmla="*/ 60 h 171"/>
                  <a:gd name="T26" fmla="*/ 142 w 207"/>
                  <a:gd name="T27" fmla="*/ 80 h 171"/>
                  <a:gd name="T28" fmla="*/ 119 w 207"/>
                  <a:gd name="T29" fmla="*/ 100 h 171"/>
                  <a:gd name="T30" fmla="*/ 95 w 207"/>
                  <a:gd name="T31" fmla="*/ 118 h 171"/>
                  <a:gd name="T32" fmla="*/ 70 w 207"/>
                  <a:gd name="T33" fmla="*/ 137 h 171"/>
                  <a:gd name="T34" fmla="*/ 45 w 207"/>
                  <a:gd name="T35" fmla="*/ 153 h 171"/>
                  <a:gd name="T36" fmla="*/ 19 w 207"/>
                  <a:gd name="T37" fmla="*/ 171 h 171"/>
                  <a:gd name="T38" fmla="*/ 0 w 207"/>
                  <a:gd name="T39" fmla="*/ 144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71"/>
                  <a:gd name="T62" fmla="*/ 207 w 207"/>
                  <a:gd name="T63" fmla="*/ 171 h 1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71">
                    <a:moveTo>
                      <a:pt x="0" y="144"/>
                    </a:moveTo>
                    <a:lnTo>
                      <a:pt x="0" y="144"/>
                    </a:lnTo>
                    <a:lnTo>
                      <a:pt x="26" y="127"/>
                    </a:lnTo>
                    <a:lnTo>
                      <a:pt x="51" y="110"/>
                    </a:lnTo>
                    <a:lnTo>
                      <a:pt x="73" y="93"/>
                    </a:lnTo>
                    <a:lnTo>
                      <a:pt x="96" y="76"/>
                    </a:lnTo>
                    <a:lnTo>
                      <a:pt x="119" y="58"/>
                    </a:lnTo>
                    <a:lnTo>
                      <a:pt x="139" y="40"/>
                    </a:lnTo>
                    <a:lnTo>
                      <a:pt x="160" y="19"/>
                    </a:lnTo>
                    <a:lnTo>
                      <a:pt x="179" y="0"/>
                    </a:lnTo>
                    <a:lnTo>
                      <a:pt x="207" y="19"/>
                    </a:lnTo>
                    <a:lnTo>
                      <a:pt x="186" y="40"/>
                    </a:lnTo>
                    <a:lnTo>
                      <a:pt x="164" y="60"/>
                    </a:lnTo>
                    <a:lnTo>
                      <a:pt x="142" y="80"/>
                    </a:lnTo>
                    <a:lnTo>
                      <a:pt x="119" y="100"/>
                    </a:lnTo>
                    <a:lnTo>
                      <a:pt x="95" y="118"/>
                    </a:lnTo>
                    <a:lnTo>
                      <a:pt x="70" y="137"/>
                    </a:lnTo>
                    <a:lnTo>
                      <a:pt x="45" y="153"/>
                    </a:lnTo>
                    <a:lnTo>
                      <a:pt x="19" y="171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4" name="Freeform 66"/>
              <p:cNvSpPr>
                <a:spLocks/>
              </p:cNvSpPr>
              <p:nvPr/>
            </p:nvSpPr>
            <p:spPr bwMode="auto">
              <a:xfrm>
                <a:off x="3531" y="3118"/>
                <a:ext cx="196" cy="123"/>
              </a:xfrm>
              <a:custGeom>
                <a:avLst/>
                <a:gdLst>
                  <a:gd name="T0" fmla="*/ 0 w 196"/>
                  <a:gd name="T1" fmla="*/ 92 h 123"/>
                  <a:gd name="T2" fmla="*/ 22 w 196"/>
                  <a:gd name="T3" fmla="*/ 81 h 123"/>
                  <a:gd name="T4" fmla="*/ 45 w 196"/>
                  <a:gd name="T5" fmla="*/ 73 h 123"/>
                  <a:gd name="T6" fmla="*/ 68 w 196"/>
                  <a:gd name="T7" fmla="*/ 62 h 123"/>
                  <a:gd name="T8" fmla="*/ 90 w 196"/>
                  <a:gd name="T9" fmla="*/ 52 h 123"/>
                  <a:gd name="T10" fmla="*/ 112 w 196"/>
                  <a:gd name="T11" fmla="*/ 40 h 123"/>
                  <a:gd name="T12" fmla="*/ 134 w 196"/>
                  <a:gd name="T13" fmla="*/ 27 h 123"/>
                  <a:gd name="T14" fmla="*/ 156 w 196"/>
                  <a:gd name="T15" fmla="*/ 15 h 123"/>
                  <a:gd name="T16" fmla="*/ 177 w 196"/>
                  <a:gd name="T17" fmla="*/ 0 h 123"/>
                  <a:gd name="T18" fmla="*/ 196 w 196"/>
                  <a:gd name="T19" fmla="*/ 27 h 123"/>
                  <a:gd name="T20" fmla="*/ 172 w 196"/>
                  <a:gd name="T21" fmla="*/ 42 h 123"/>
                  <a:gd name="T22" fmla="*/ 150 w 196"/>
                  <a:gd name="T23" fmla="*/ 56 h 123"/>
                  <a:gd name="T24" fmla="*/ 125 w 196"/>
                  <a:gd name="T25" fmla="*/ 68 h 123"/>
                  <a:gd name="T26" fmla="*/ 102 w 196"/>
                  <a:gd name="T27" fmla="*/ 81 h 123"/>
                  <a:gd name="T28" fmla="*/ 78 w 196"/>
                  <a:gd name="T29" fmla="*/ 93 h 123"/>
                  <a:gd name="T30" fmla="*/ 55 w 196"/>
                  <a:gd name="T31" fmla="*/ 103 h 123"/>
                  <a:gd name="T32" fmla="*/ 30 w 196"/>
                  <a:gd name="T33" fmla="*/ 115 h 123"/>
                  <a:gd name="T34" fmla="*/ 6 w 196"/>
                  <a:gd name="T35" fmla="*/ 123 h 123"/>
                  <a:gd name="T36" fmla="*/ 0 w 196"/>
                  <a:gd name="T37" fmla="*/ 92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3"/>
                  <a:gd name="T59" fmla="*/ 196 w 196"/>
                  <a:gd name="T60" fmla="*/ 123 h 12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3">
                    <a:moveTo>
                      <a:pt x="0" y="92"/>
                    </a:moveTo>
                    <a:lnTo>
                      <a:pt x="22" y="81"/>
                    </a:lnTo>
                    <a:lnTo>
                      <a:pt x="45" y="73"/>
                    </a:lnTo>
                    <a:lnTo>
                      <a:pt x="68" y="62"/>
                    </a:lnTo>
                    <a:lnTo>
                      <a:pt x="90" y="52"/>
                    </a:lnTo>
                    <a:lnTo>
                      <a:pt x="112" y="40"/>
                    </a:lnTo>
                    <a:lnTo>
                      <a:pt x="134" y="27"/>
                    </a:lnTo>
                    <a:lnTo>
                      <a:pt x="156" y="15"/>
                    </a:lnTo>
                    <a:lnTo>
                      <a:pt x="177" y="0"/>
                    </a:lnTo>
                    <a:lnTo>
                      <a:pt x="196" y="27"/>
                    </a:lnTo>
                    <a:lnTo>
                      <a:pt x="172" y="42"/>
                    </a:lnTo>
                    <a:lnTo>
                      <a:pt x="150" y="56"/>
                    </a:lnTo>
                    <a:lnTo>
                      <a:pt x="125" y="68"/>
                    </a:lnTo>
                    <a:lnTo>
                      <a:pt x="102" y="81"/>
                    </a:lnTo>
                    <a:lnTo>
                      <a:pt x="78" y="93"/>
                    </a:lnTo>
                    <a:lnTo>
                      <a:pt x="55" y="103"/>
                    </a:lnTo>
                    <a:lnTo>
                      <a:pt x="30" y="115"/>
                    </a:lnTo>
                    <a:lnTo>
                      <a:pt x="6" y="123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5" name="Freeform 67"/>
              <p:cNvSpPr>
                <a:spLocks/>
              </p:cNvSpPr>
              <p:nvPr/>
            </p:nvSpPr>
            <p:spPr bwMode="auto">
              <a:xfrm>
                <a:off x="3506" y="3207"/>
                <a:ext cx="28" cy="41"/>
              </a:xfrm>
              <a:custGeom>
                <a:avLst/>
                <a:gdLst>
                  <a:gd name="T0" fmla="*/ 28 w 28"/>
                  <a:gd name="T1" fmla="*/ 32 h 41"/>
                  <a:gd name="T2" fmla="*/ 7 w 28"/>
                  <a:gd name="T3" fmla="*/ 41 h 41"/>
                  <a:gd name="T4" fmla="*/ 0 w 28"/>
                  <a:gd name="T5" fmla="*/ 8 h 41"/>
                  <a:gd name="T6" fmla="*/ 21 w 28"/>
                  <a:gd name="T7" fmla="*/ 0 h 41"/>
                  <a:gd name="T8" fmla="*/ 28 w 28"/>
                  <a:gd name="T9" fmla="*/ 3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1"/>
                  <a:gd name="T17" fmla="*/ 28 w 2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1">
                    <a:moveTo>
                      <a:pt x="28" y="32"/>
                    </a:moveTo>
                    <a:lnTo>
                      <a:pt x="7" y="41"/>
                    </a:lnTo>
                    <a:lnTo>
                      <a:pt x="0" y="8"/>
                    </a:lnTo>
                    <a:lnTo>
                      <a:pt x="21" y="0"/>
                    </a:lnTo>
                    <a:lnTo>
                      <a:pt x="2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6" name="Freeform 68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7" name="Freeform 69"/>
              <p:cNvSpPr>
                <a:spLocks/>
              </p:cNvSpPr>
              <p:nvPr/>
            </p:nvSpPr>
            <p:spPr bwMode="auto">
              <a:xfrm>
                <a:off x="3793" y="2936"/>
                <a:ext cx="160" cy="89"/>
              </a:xfrm>
              <a:custGeom>
                <a:avLst/>
                <a:gdLst>
                  <a:gd name="T0" fmla="*/ 144 w 160"/>
                  <a:gd name="T1" fmla="*/ 9 h 89"/>
                  <a:gd name="T2" fmla="*/ 152 w 160"/>
                  <a:gd name="T3" fmla="*/ 13 h 89"/>
                  <a:gd name="T4" fmla="*/ 3 w 160"/>
                  <a:gd name="T5" fmla="*/ 89 h 89"/>
                  <a:gd name="T6" fmla="*/ 0 w 160"/>
                  <a:gd name="T7" fmla="*/ 81 h 89"/>
                  <a:gd name="T8" fmla="*/ 146 w 160"/>
                  <a:gd name="T9" fmla="*/ 6 h 89"/>
                  <a:gd name="T10" fmla="*/ 155 w 160"/>
                  <a:gd name="T11" fmla="*/ 11 h 89"/>
                  <a:gd name="T12" fmla="*/ 146 w 160"/>
                  <a:gd name="T13" fmla="*/ 6 h 89"/>
                  <a:gd name="T14" fmla="*/ 160 w 160"/>
                  <a:gd name="T15" fmla="*/ 0 h 89"/>
                  <a:gd name="T16" fmla="*/ 155 w 160"/>
                  <a:gd name="T17" fmla="*/ 11 h 89"/>
                  <a:gd name="T18" fmla="*/ 144 w 160"/>
                  <a:gd name="T19" fmla="*/ 9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0"/>
                  <a:gd name="T31" fmla="*/ 0 h 89"/>
                  <a:gd name="T32" fmla="*/ 160 w 160"/>
                  <a:gd name="T33" fmla="*/ 89 h 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0" h="89">
                    <a:moveTo>
                      <a:pt x="144" y="9"/>
                    </a:moveTo>
                    <a:lnTo>
                      <a:pt x="152" y="13"/>
                    </a:lnTo>
                    <a:lnTo>
                      <a:pt x="3" y="89"/>
                    </a:lnTo>
                    <a:lnTo>
                      <a:pt x="0" y="81"/>
                    </a:lnTo>
                    <a:lnTo>
                      <a:pt x="146" y="6"/>
                    </a:lnTo>
                    <a:lnTo>
                      <a:pt x="155" y="11"/>
                    </a:lnTo>
                    <a:lnTo>
                      <a:pt x="146" y="6"/>
                    </a:lnTo>
                    <a:lnTo>
                      <a:pt x="160" y="0"/>
                    </a:lnTo>
                    <a:lnTo>
                      <a:pt x="155" y="11"/>
                    </a:lnTo>
                    <a:lnTo>
                      <a:pt x="144" y="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8" name="Freeform 70"/>
              <p:cNvSpPr>
                <a:spLocks/>
              </p:cNvSpPr>
              <p:nvPr/>
            </p:nvSpPr>
            <p:spPr bwMode="auto">
              <a:xfrm>
                <a:off x="3868" y="2945"/>
                <a:ext cx="83" cy="140"/>
              </a:xfrm>
              <a:custGeom>
                <a:avLst/>
                <a:gdLst>
                  <a:gd name="T0" fmla="*/ 9 w 83"/>
                  <a:gd name="T1" fmla="*/ 127 h 140"/>
                  <a:gd name="T2" fmla="*/ 0 w 83"/>
                  <a:gd name="T3" fmla="*/ 132 h 140"/>
                  <a:gd name="T4" fmla="*/ 72 w 83"/>
                  <a:gd name="T5" fmla="*/ 0 h 140"/>
                  <a:gd name="T6" fmla="*/ 83 w 83"/>
                  <a:gd name="T7" fmla="*/ 1 h 140"/>
                  <a:gd name="T8" fmla="*/ 9 w 83"/>
                  <a:gd name="T9" fmla="*/ 132 h 140"/>
                  <a:gd name="T10" fmla="*/ 0 w 83"/>
                  <a:gd name="T11" fmla="*/ 136 h 140"/>
                  <a:gd name="T12" fmla="*/ 9 w 83"/>
                  <a:gd name="T13" fmla="*/ 132 h 140"/>
                  <a:gd name="T14" fmla="*/ 5 w 83"/>
                  <a:gd name="T15" fmla="*/ 140 h 140"/>
                  <a:gd name="T16" fmla="*/ 0 w 83"/>
                  <a:gd name="T17" fmla="*/ 136 h 140"/>
                  <a:gd name="T18" fmla="*/ 9 w 83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0"/>
                  <a:gd name="T32" fmla="*/ 83 w 83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0">
                    <a:moveTo>
                      <a:pt x="9" y="127"/>
                    </a:moveTo>
                    <a:lnTo>
                      <a:pt x="0" y="132"/>
                    </a:lnTo>
                    <a:lnTo>
                      <a:pt x="72" y="0"/>
                    </a:lnTo>
                    <a:lnTo>
                      <a:pt x="83" y="1"/>
                    </a:lnTo>
                    <a:lnTo>
                      <a:pt x="9" y="132"/>
                    </a:lnTo>
                    <a:lnTo>
                      <a:pt x="0" y="136"/>
                    </a:lnTo>
                    <a:lnTo>
                      <a:pt x="9" y="132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9" y="1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49" name="Freeform 71"/>
              <p:cNvSpPr>
                <a:spLocks/>
              </p:cNvSpPr>
              <p:nvPr/>
            </p:nvSpPr>
            <p:spPr bwMode="auto">
              <a:xfrm>
                <a:off x="3784" y="3017"/>
                <a:ext cx="90" cy="64"/>
              </a:xfrm>
              <a:custGeom>
                <a:avLst/>
                <a:gdLst>
                  <a:gd name="T0" fmla="*/ 12 w 90"/>
                  <a:gd name="T1" fmla="*/ 8 h 64"/>
                  <a:gd name="T2" fmla="*/ 15 w 90"/>
                  <a:gd name="T3" fmla="*/ 0 h 64"/>
                  <a:gd name="T4" fmla="*/ 90 w 90"/>
                  <a:gd name="T5" fmla="*/ 55 h 64"/>
                  <a:gd name="T6" fmla="*/ 82 w 90"/>
                  <a:gd name="T7" fmla="*/ 64 h 64"/>
                  <a:gd name="T8" fmla="*/ 6 w 90"/>
                  <a:gd name="T9" fmla="*/ 8 h 64"/>
                  <a:gd name="T10" fmla="*/ 9 w 90"/>
                  <a:gd name="T11" fmla="*/ 0 h 64"/>
                  <a:gd name="T12" fmla="*/ 6 w 90"/>
                  <a:gd name="T13" fmla="*/ 8 h 64"/>
                  <a:gd name="T14" fmla="*/ 0 w 90"/>
                  <a:gd name="T15" fmla="*/ 4 h 64"/>
                  <a:gd name="T16" fmla="*/ 9 w 90"/>
                  <a:gd name="T17" fmla="*/ 0 h 64"/>
                  <a:gd name="T18" fmla="*/ 12 w 90"/>
                  <a:gd name="T19" fmla="*/ 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0"/>
                  <a:gd name="T31" fmla="*/ 0 h 64"/>
                  <a:gd name="T32" fmla="*/ 90 w 90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0" h="64">
                    <a:moveTo>
                      <a:pt x="12" y="8"/>
                    </a:moveTo>
                    <a:lnTo>
                      <a:pt x="15" y="0"/>
                    </a:lnTo>
                    <a:lnTo>
                      <a:pt x="90" y="55"/>
                    </a:lnTo>
                    <a:lnTo>
                      <a:pt x="82" y="64"/>
                    </a:lnTo>
                    <a:lnTo>
                      <a:pt x="6" y="8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0" name="Freeform 72"/>
              <p:cNvSpPr>
                <a:spLocks/>
              </p:cNvSpPr>
              <p:nvPr/>
            </p:nvSpPr>
            <p:spPr bwMode="auto">
              <a:xfrm>
                <a:off x="3894" y="2967"/>
                <a:ext cx="37" cy="28"/>
              </a:xfrm>
              <a:custGeom>
                <a:avLst/>
                <a:gdLst>
                  <a:gd name="T0" fmla="*/ 0 w 37"/>
                  <a:gd name="T1" fmla="*/ 12 h 28"/>
                  <a:gd name="T2" fmla="*/ 14 w 37"/>
                  <a:gd name="T3" fmla="*/ 0 h 28"/>
                  <a:gd name="T4" fmla="*/ 37 w 37"/>
                  <a:gd name="T5" fmla="*/ 16 h 28"/>
                  <a:gd name="T6" fmla="*/ 23 w 37"/>
                  <a:gd name="T7" fmla="*/ 28 h 28"/>
                  <a:gd name="T8" fmla="*/ 0 w 37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8"/>
                  <a:gd name="T17" fmla="*/ 37 w 37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8">
                    <a:moveTo>
                      <a:pt x="0" y="12"/>
                    </a:moveTo>
                    <a:lnTo>
                      <a:pt x="14" y="0"/>
                    </a:lnTo>
                    <a:lnTo>
                      <a:pt x="37" y="16"/>
                    </a:lnTo>
                    <a:lnTo>
                      <a:pt x="23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1" name="Freeform 73"/>
              <p:cNvSpPr>
                <a:spLocks/>
              </p:cNvSpPr>
              <p:nvPr/>
            </p:nvSpPr>
            <p:spPr bwMode="auto">
              <a:xfrm>
                <a:off x="3713" y="2977"/>
                <a:ext cx="202" cy="168"/>
              </a:xfrm>
              <a:custGeom>
                <a:avLst/>
                <a:gdLst>
                  <a:gd name="T0" fmla="*/ 0 w 202"/>
                  <a:gd name="T1" fmla="*/ 146 h 168"/>
                  <a:gd name="T2" fmla="*/ 0 w 202"/>
                  <a:gd name="T3" fmla="*/ 146 h 168"/>
                  <a:gd name="T4" fmla="*/ 25 w 202"/>
                  <a:gd name="T5" fmla="*/ 128 h 168"/>
                  <a:gd name="T6" fmla="*/ 50 w 202"/>
                  <a:gd name="T7" fmla="*/ 111 h 168"/>
                  <a:gd name="T8" fmla="*/ 72 w 202"/>
                  <a:gd name="T9" fmla="*/ 94 h 168"/>
                  <a:gd name="T10" fmla="*/ 95 w 202"/>
                  <a:gd name="T11" fmla="*/ 76 h 168"/>
                  <a:gd name="T12" fmla="*/ 118 w 202"/>
                  <a:gd name="T13" fmla="*/ 58 h 168"/>
                  <a:gd name="T14" fmla="*/ 138 w 202"/>
                  <a:gd name="T15" fmla="*/ 40 h 168"/>
                  <a:gd name="T16" fmla="*/ 159 w 202"/>
                  <a:gd name="T17" fmla="*/ 21 h 168"/>
                  <a:gd name="T18" fmla="*/ 178 w 202"/>
                  <a:gd name="T19" fmla="*/ 0 h 168"/>
                  <a:gd name="T20" fmla="*/ 202 w 202"/>
                  <a:gd name="T21" fmla="*/ 16 h 168"/>
                  <a:gd name="T22" fmla="*/ 181 w 202"/>
                  <a:gd name="T23" fmla="*/ 37 h 168"/>
                  <a:gd name="T24" fmla="*/ 160 w 202"/>
                  <a:gd name="T25" fmla="*/ 57 h 168"/>
                  <a:gd name="T26" fmla="*/ 138 w 202"/>
                  <a:gd name="T27" fmla="*/ 76 h 168"/>
                  <a:gd name="T28" fmla="*/ 114 w 202"/>
                  <a:gd name="T29" fmla="*/ 96 h 168"/>
                  <a:gd name="T30" fmla="*/ 91 w 202"/>
                  <a:gd name="T31" fmla="*/ 115 h 168"/>
                  <a:gd name="T32" fmla="*/ 66 w 202"/>
                  <a:gd name="T33" fmla="*/ 133 h 168"/>
                  <a:gd name="T34" fmla="*/ 40 w 202"/>
                  <a:gd name="T35" fmla="*/ 151 h 168"/>
                  <a:gd name="T36" fmla="*/ 15 w 202"/>
                  <a:gd name="T37" fmla="*/ 168 h 168"/>
                  <a:gd name="T38" fmla="*/ 0 w 202"/>
                  <a:gd name="T39" fmla="*/ 146 h 1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2"/>
                  <a:gd name="T61" fmla="*/ 0 h 168"/>
                  <a:gd name="T62" fmla="*/ 202 w 202"/>
                  <a:gd name="T63" fmla="*/ 168 h 16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2" h="168">
                    <a:moveTo>
                      <a:pt x="0" y="146"/>
                    </a:moveTo>
                    <a:lnTo>
                      <a:pt x="0" y="146"/>
                    </a:lnTo>
                    <a:lnTo>
                      <a:pt x="25" y="128"/>
                    </a:lnTo>
                    <a:lnTo>
                      <a:pt x="50" y="111"/>
                    </a:lnTo>
                    <a:lnTo>
                      <a:pt x="72" y="94"/>
                    </a:lnTo>
                    <a:lnTo>
                      <a:pt x="95" y="76"/>
                    </a:lnTo>
                    <a:lnTo>
                      <a:pt x="118" y="58"/>
                    </a:lnTo>
                    <a:lnTo>
                      <a:pt x="138" y="40"/>
                    </a:lnTo>
                    <a:lnTo>
                      <a:pt x="159" y="21"/>
                    </a:lnTo>
                    <a:lnTo>
                      <a:pt x="178" y="0"/>
                    </a:lnTo>
                    <a:lnTo>
                      <a:pt x="202" y="16"/>
                    </a:lnTo>
                    <a:lnTo>
                      <a:pt x="181" y="37"/>
                    </a:lnTo>
                    <a:lnTo>
                      <a:pt x="160" y="57"/>
                    </a:lnTo>
                    <a:lnTo>
                      <a:pt x="138" y="76"/>
                    </a:lnTo>
                    <a:lnTo>
                      <a:pt x="114" y="96"/>
                    </a:lnTo>
                    <a:lnTo>
                      <a:pt x="91" y="115"/>
                    </a:lnTo>
                    <a:lnTo>
                      <a:pt x="66" y="133"/>
                    </a:lnTo>
                    <a:lnTo>
                      <a:pt x="40" y="151"/>
                    </a:lnTo>
                    <a:lnTo>
                      <a:pt x="15" y="168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2" name="Freeform 74"/>
              <p:cNvSpPr>
                <a:spLocks/>
              </p:cNvSpPr>
              <p:nvPr/>
            </p:nvSpPr>
            <p:spPr bwMode="auto">
              <a:xfrm>
                <a:off x="3530" y="3120"/>
                <a:ext cx="192" cy="119"/>
              </a:xfrm>
              <a:custGeom>
                <a:avLst/>
                <a:gdLst>
                  <a:gd name="T0" fmla="*/ 0 w 192"/>
                  <a:gd name="T1" fmla="*/ 92 h 119"/>
                  <a:gd name="T2" fmla="*/ 22 w 192"/>
                  <a:gd name="T3" fmla="*/ 83 h 119"/>
                  <a:gd name="T4" fmla="*/ 47 w 192"/>
                  <a:gd name="T5" fmla="*/ 73 h 119"/>
                  <a:gd name="T6" fmla="*/ 69 w 192"/>
                  <a:gd name="T7" fmla="*/ 62 h 119"/>
                  <a:gd name="T8" fmla="*/ 90 w 192"/>
                  <a:gd name="T9" fmla="*/ 53 h 119"/>
                  <a:gd name="T10" fmla="*/ 112 w 192"/>
                  <a:gd name="T11" fmla="*/ 40 h 119"/>
                  <a:gd name="T12" fmla="*/ 135 w 192"/>
                  <a:gd name="T13" fmla="*/ 27 h 119"/>
                  <a:gd name="T14" fmla="*/ 157 w 192"/>
                  <a:gd name="T15" fmla="*/ 14 h 119"/>
                  <a:gd name="T16" fmla="*/ 178 w 192"/>
                  <a:gd name="T17" fmla="*/ 0 h 119"/>
                  <a:gd name="T18" fmla="*/ 192 w 192"/>
                  <a:gd name="T19" fmla="*/ 23 h 119"/>
                  <a:gd name="T20" fmla="*/ 170 w 192"/>
                  <a:gd name="T21" fmla="*/ 38 h 119"/>
                  <a:gd name="T22" fmla="*/ 147 w 192"/>
                  <a:gd name="T23" fmla="*/ 52 h 119"/>
                  <a:gd name="T24" fmla="*/ 123 w 192"/>
                  <a:gd name="T25" fmla="*/ 63 h 119"/>
                  <a:gd name="T26" fmla="*/ 100 w 192"/>
                  <a:gd name="T27" fmla="*/ 77 h 119"/>
                  <a:gd name="T28" fmla="*/ 76 w 192"/>
                  <a:gd name="T29" fmla="*/ 89 h 119"/>
                  <a:gd name="T30" fmla="*/ 52 w 192"/>
                  <a:gd name="T31" fmla="*/ 99 h 119"/>
                  <a:gd name="T32" fmla="*/ 30 w 192"/>
                  <a:gd name="T33" fmla="*/ 108 h 119"/>
                  <a:gd name="T34" fmla="*/ 6 w 192"/>
                  <a:gd name="T35" fmla="*/ 119 h 119"/>
                  <a:gd name="T36" fmla="*/ 0 w 192"/>
                  <a:gd name="T37" fmla="*/ 92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2"/>
                  <a:gd name="T58" fmla="*/ 0 h 119"/>
                  <a:gd name="T59" fmla="*/ 192 w 192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2" h="119">
                    <a:moveTo>
                      <a:pt x="0" y="92"/>
                    </a:moveTo>
                    <a:lnTo>
                      <a:pt x="22" y="83"/>
                    </a:lnTo>
                    <a:lnTo>
                      <a:pt x="47" y="73"/>
                    </a:lnTo>
                    <a:lnTo>
                      <a:pt x="69" y="62"/>
                    </a:lnTo>
                    <a:lnTo>
                      <a:pt x="90" y="53"/>
                    </a:lnTo>
                    <a:lnTo>
                      <a:pt x="112" y="40"/>
                    </a:lnTo>
                    <a:lnTo>
                      <a:pt x="135" y="27"/>
                    </a:lnTo>
                    <a:lnTo>
                      <a:pt x="157" y="14"/>
                    </a:lnTo>
                    <a:lnTo>
                      <a:pt x="178" y="0"/>
                    </a:lnTo>
                    <a:lnTo>
                      <a:pt x="192" y="23"/>
                    </a:lnTo>
                    <a:lnTo>
                      <a:pt x="170" y="38"/>
                    </a:lnTo>
                    <a:lnTo>
                      <a:pt x="147" y="52"/>
                    </a:lnTo>
                    <a:lnTo>
                      <a:pt x="123" y="63"/>
                    </a:lnTo>
                    <a:lnTo>
                      <a:pt x="100" y="77"/>
                    </a:lnTo>
                    <a:lnTo>
                      <a:pt x="76" y="89"/>
                    </a:lnTo>
                    <a:lnTo>
                      <a:pt x="52" y="99"/>
                    </a:lnTo>
                    <a:lnTo>
                      <a:pt x="30" y="108"/>
                    </a:lnTo>
                    <a:lnTo>
                      <a:pt x="6" y="119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3" name="Freeform 75"/>
              <p:cNvSpPr>
                <a:spLocks/>
              </p:cNvSpPr>
              <p:nvPr/>
            </p:nvSpPr>
            <p:spPr bwMode="auto">
              <a:xfrm>
                <a:off x="3513" y="3212"/>
                <a:ext cx="22" cy="32"/>
              </a:xfrm>
              <a:custGeom>
                <a:avLst/>
                <a:gdLst>
                  <a:gd name="T0" fmla="*/ 22 w 22"/>
                  <a:gd name="T1" fmla="*/ 26 h 32"/>
                  <a:gd name="T2" fmla="*/ 5 w 22"/>
                  <a:gd name="T3" fmla="*/ 32 h 32"/>
                  <a:gd name="T4" fmla="*/ 0 w 22"/>
                  <a:gd name="T5" fmla="*/ 7 h 32"/>
                  <a:gd name="T6" fmla="*/ 16 w 22"/>
                  <a:gd name="T7" fmla="*/ 0 h 32"/>
                  <a:gd name="T8" fmla="*/ 22 w 22"/>
                  <a:gd name="T9" fmla="*/ 2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2"/>
                  <a:gd name="T17" fmla="*/ 22 w 2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2">
                    <a:moveTo>
                      <a:pt x="22" y="26"/>
                    </a:moveTo>
                    <a:lnTo>
                      <a:pt x="5" y="32"/>
                    </a:lnTo>
                    <a:lnTo>
                      <a:pt x="0" y="7"/>
                    </a:lnTo>
                    <a:lnTo>
                      <a:pt x="16" y="0"/>
                    </a:lnTo>
                    <a:lnTo>
                      <a:pt x="22" y="2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4" name="Freeform 76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5" name="Freeform 77"/>
              <p:cNvSpPr>
                <a:spLocks/>
              </p:cNvSpPr>
              <p:nvPr/>
            </p:nvSpPr>
            <p:spPr bwMode="auto">
              <a:xfrm>
                <a:off x="3816" y="2905"/>
                <a:ext cx="167" cy="105"/>
              </a:xfrm>
              <a:custGeom>
                <a:avLst/>
                <a:gdLst>
                  <a:gd name="T0" fmla="*/ 139 w 167"/>
                  <a:gd name="T1" fmla="*/ 17 h 105"/>
                  <a:gd name="T2" fmla="*/ 152 w 167"/>
                  <a:gd name="T3" fmla="*/ 24 h 105"/>
                  <a:gd name="T4" fmla="*/ 7 w 167"/>
                  <a:gd name="T5" fmla="*/ 105 h 105"/>
                  <a:gd name="T6" fmla="*/ 0 w 167"/>
                  <a:gd name="T7" fmla="*/ 91 h 105"/>
                  <a:gd name="T8" fmla="*/ 146 w 167"/>
                  <a:gd name="T9" fmla="*/ 10 h 105"/>
                  <a:gd name="T10" fmla="*/ 156 w 167"/>
                  <a:gd name="T11" fmla="*/ 19 h 105"/>
                  <a:gd name="T12" fmla="*/ 146 w 167"/>
                  <a:gd name="T13" fmla="*/ 10 h 105"/>
                  <a:gd name="T14" fmla="*/ 167 w 167"/>
                  <a:gd name="T15" fmla="*/ 0 h 105"/>
                  <a:gd name="T16" fmla="*/ 156 w 167"/>
                  <a:gd name="T17" fmla="*/ 19 h 105"/>
                  <a:gd name="T18" fmla="*/ 139 w 167"/>
                  <a:gd name="T19" fmla="*/ 1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105"/>
                  <a:gd name="T32" fmla="*/ 167 w 167"/>
                  <a:gd name="T33" fmla="*/ 105 h 10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105">
                    <a:moveTo>
                      <a:pt x="139" y="17"/>
                    </a:moveTo>
                    <a:lnTo>
                      <a:pt x="152" y="24"/>
                    </a:lnTo>
                    <a:lnTo>
                      <a:pt x="7" y="105"/>
                    </a:lnTo>
                    <a:lnTo>
                      <a:pt x="0" y="91"/>
                    </a:lnTo>
                    <a:lnTo>
                      <a:pt x="146" y="10"/>
                    </a:lnTo>
                    <a:lnTo>
                      <a:pt x="156" y="19"/>
                    </a:lnTo>
                    <a:lnTo>
                      <a:pt x="146" y="10"/>
                    </a:lnTo>
                    <a:lnTo>
                      <a:pt x="167" y="0"/>
                    </a:lnTo>
                    <a:lnTo>
                      <a:pt x="156" y="19"/>
                    </a:lnTo>
                    <a:lnTo>
                      <a:pt x="13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6" name="Freeform 78"/>
              <p:cNvSpPr>
                <a:spLocks/>
              </p:cNvSpPr>
              <p:nvPr/>
            </p:nvSpPr>
            <p:spPr bwMode="auto">
              <a:xfrm>
                <a:off x="3890" y="2917"/>
                <a:ext cx="83" cy="149"/>
              </a:xfrm>
              <a:custGeom>
                <a:avLst/>
                <a:gdLst>
                  <a:gd name="T0" fmla="*/ 17 w 83"/>
                  <a:gd name="T1" fmla="*/ 129 h 149"/>
                  <a:gd name="T2" fmla="*/ 0 w 83"/>
                  <a:gd name="T3" fmla="*/ 134 h 149"/>
                  <a:gd name="T4" fmla="*/ 66 w 83"/>
                  <a:gd name="T5" fmla="*/ 0 h 149"/>
                  <a:gd name="T6" fmla="*/ 83 w 83"/>
                  <a:gd name="T7" fmla="*/ 3 h 149"/>
                  <a:gd name="T8" fmla="*/ 18 w 83"/>
                  <a:gd name="T9" fmla="*/ 136 h 149"/>
                  <a:gd name="T10" fmla="*/ 2 w 83"/>
                  <a:gd name="T11" fmla="*/ 143 h 149"/>
                  <a:gd name="T12" fmla="*/ 18 w 83"/>
                  <a:gd name="T13" fmla="*/ 136 h 149"/>
                  <a:gd name="T14" fmla="*/ 13 w 83"/>
                  <a:gd name="T15" fmla="*/ 149 h 149"/>
                  <a:gd name="T16" fmla="*/ 2 w 83"/>
                  <a:gd name="T17" fmla="*/ 143 h 149"/>
                  <a:gd name="T18" fmla="*/ 17 w 83"/>
                  <a:gd name="T19" fmla="*/ 129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9"/>
                  <a:gd name="T32" fmla="*/ 83 w 83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9">
                    <a:moveTo>
                      <a:pt x="17" y="129"/>
                    </a:moveTo>
                    <a:lnTo>
                      <a:pt x="0" y="134"/>
                    </a:lnTo>
                    <a:lnTo>
                      <a:pt x="66" y="0"/>
                    </a:lnTo>
                    <a:lnTo>
                      <a:pt x="83" y="3"/>
                    </a:lnTo>
                    <a:lnTo>
                      <a:pt x="18" y="136"/>
                    </a:lnTo>
                    <a:lnTo>
                      <a:pt x="2" y="143"/>
                    </a:lnTo>
                    <a:lnTo>
                      <a:pt x="18" y="136"/>
                    </a:lnTo>
                    <a:lnTo>
                      <a:pt x="13" y="149"/>
                    </a:lnTo>
                    <a:lnTo>
                      <a:pt x="2" y="143"/>
                    </a:lnTo>
                    <a:lnTo>
                      <a:pt x="17" y="1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7" name="Freeform 79"/>
              <p:cNvSpPr>
                <a:spLocks/>
              </p:cNvSpPr>
              <p:nvPr/>
            </p:nvSpPr>
            <p:spPr bwMode="auto">
              <a:xfrm>
                <a:off x="3800" y="2993"/>
                <a:ext cx="104" cy="65"/>
              </a:xfrm>
              <a:custGeom>
                <a:avLst/>
                <a:gdLst>
                  <a:gd name="T0" fmla="*/ 21 w 104"/>
                  <a:gd name="T1" fmla="*/ 14 h 65"/>
                  <a:gd name="T2" fmla="*/ 24 w 104"/>
                  <a:gd name="T3" fmla="*/ 0 h 65"/>
                  <a:gd name="T4" fmla="*/ 104 w 104"/>
                  <a:gd name="T5" fmla="*/ 52 h 65"/>
                  <a:gd name="T6" fmla="*/ 89 w 104"/>
                  <a:gd name="T7" fmla="*/ 65 h 65"/>
                  <a:gd name="T8" fmla="*/ 11 w 104"/>
                  <a:gd name="T9" fmla="*/ 14 h 65"/>
                  <a:gd name="T10" fmla="*/ 14 w 104"/>
                  <a:gd name="T11" fmla="*/ 0 h 65"/>
                  <a:gd name="T12" fmla="*/ 11 w 104"/>
                  <a:gd name="T13" fmla="*/ 14 h 65"/>
                  <a:gd name="T14" fmla="*/ 0 w 104"/>
                  <a:gd name="T15" fmla="*/ 8 h 65"/>
                  <a:gd name="T16" fmla="*/ 14 w 104"/>
                  <a:gd name="T17" fmla="*/ 0 h 65"/>
                  <a:gd name="T18" fmla="*/ 21 w 104"/>
                  <a:gd name="T19" fmla="*/ 1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4"/>
                  <a:gd name="T31" fmla="*/ 0 h 65"/>
                  <a:gd name="T32" fmla="*/ 104 w 104"/>
                  <a:gd name="T33" fmla="*/ 65 h 6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4" h="65">
                    <a:moveTo>
                      <a:pt x="21" y="14"/>
                    </a:moveTo>
                    <a:lnTo>
                      <a:pt x="24" y="0"/>
                    </a:lnTo>
                    <a:lnTo>
                      <a:pt x="104" y="52"/>
                    </a:lnTo>
                    <a:lnTo>
                      <a:pt x="89" y="65"/>
                    </a:lnTo>
                    <a:lnTo>
                      <a:pt x="11" y="14"/>
                    </a:lnTo>
                    <a:lnTo>
                      <a:pt x="14" y="0"/>
                    </a:lnTo>
                    <a:lnTo>
                      <a:pt x="11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8" name="Freeform 80"/>
              <p:cNvSpPr>
                <a:spLocks/>
              </p:cNvSpPr>
              <p:nvPr/>
            </p:nvSpPr>
            <p:spPr bwMode="auto">
              <a:xfrm>
                <a:off x="3902" y="2948"/>
                <a:ext cx="45" cy="31"/>
              </a:xfrm>
              <a:custGeom>
                <a:avLst/>
                <a:gdLst>
                  <a:gd name="T0" fmla="*/ 0 w 45"/>
                  <a:gd name="T1" fmla="*/ 15 h 31"/>
                  <a:gd name="T2" fmla="*/ 15 w 45"/>
                  <a:gd name="T3" fmla="*/ 0 h 31"/>
                  <a:gd name="T4" fmla="*/ 45 w 45"/>
                  <a:gd name="T5" fmla="*/ 15 h 31"/>
                  <a:gd name="T6" fmla="*/ 30 w 45"/>
                  <a:gd name="T7" fmla="*/ 31 h 31"/>
                  <a:gd name="T8" fmla="*/ 0 w 45"/>
                  <a:gd name="T9" fmla="*/ 1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1"/>
                  <a:gd name="T17" fmla="*/ 45 w 4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1">
                    <a:moveTo>
                      <a:pt x="0" y="15"/>
                    </a:moveTo>
                    <a:lnTo>
                      <a:pt x="15" y="0"/>
                    </a:lnTo>
                    <a:lnTo>
                      <a:pt x="45" y="15"/>
                    </a:lnTo>
                    <a:lnTo>
                      <a:pt x="30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59" name="Freeform 81"/>
              <p:cNvSpPr>
                <a:spLocks/>
              </p:cNvSpPr>
              <p:nvPr/>
            </p:nvSpPr>
            <p:spPr bwMode="auto">
              <a:xfrm>
                <a:off x="3739" y="2962"/>
                <a:ext cx="192" cy="164"/>
              </a:xfrm>
              <a:custGeom>
                <a:avLst/>
                <a:gdLst>
                  <a:gd name="T0" fmla="*/ 0 w 192"/>
                  <a:gd name="T1" fmla="*/ 138 h 164"/>
                  <a:gd name="T2" fmla="*/ 0 w 192"/>
                  <a:gd name="T3" fmla="*/ 138 h 164"/>
                  <a:gd name="T4" fmla="*/ 24 w 192"/>
                  <a:gd name="T5" fmla="*/ 121 h 164"/>
                  <a:gd name="T6" fmla="*/ 45 w 192"/>
                  <a:gd name="T7" fmla="*/ 106 h 164"/>
                  <a:gd name="T8" fmla="*/ 68 w 192"/>
                  <a:gd name="T9" fmla="*/ 89 h 164"/>
                  <a:gd name="T10" fmla="*/ 88 w 192"/>
                  <a:gd name="T11" fmla="*/ 72 h 164"/>
                  <a:gd name="T12" fmla="*/ 106 w 192"/>
                  <a:gd name="T13" fmla="*/ 55 h 164"/>
                  <a:gd name="T14" fmla="*/ 125 w 192"/>
                  <a:gd name="T15" fmla="*/ 39 h 164"/>
                  <a:gd name="T16" fmla="*/ 145 w 192"/>
                  <a:gd name="T17" fmla="*/ 21 h 164"/>
                  <a:gd name="T18" fmla="*/ 161 w 192"/>
                  <a:gd name="T19" fmla="*/ 0 h 164"/>
                  <a:gd name="T20" fmla="*/ 192 w 192"/>
                  <a:gd name="T21" fmla="*/ 17 h 164"/>
                  <a:gd name="T22" fmla="*/ 171 w 192"/>
                  <a:gd name="T23" fmla="*/ 38 h 164"/>
                  <a:gd name="T24" fmla="*/ 152 w 192"/>
                  <a:gd name="T25" fmla="*/ 58 h 164"/>
                  <a:gd name="T26" fmla="*/ 132 w 192"/>
                  <a:gd name="T27" fmla="*/ 75 h 164"/>
                  <a:gd name="T28" fmla="*/ 112 w 192"/>
                  <a:gd name="T29" fmla="*/ 94 h 164"/>
                  <a:gd name="T30" fmla="*/ 90 w 192"/>
                  <a:gd name="T31" fmla="*/ 111 h 164"/>
                  <a:gd name="T32" fmla="*/ 68 w 192"/>
                  <a:gd name="T33" fmla="*/ 130 h 164"/>
                  <a:gd name="T34" fmla="*/ 43 w 192"/>
                  <a:gd name="T35" fmla="*/ 146 h 164"/>
                  <a:gd name="T36" fmla="*/ 19 w 192"/>
                  <a:gd name="T37" fmla="*/ 164 h 164"/>
                  <a:gd name="T38" fmla="*/ 0 w 192"/>
                  <a:gd name="T39" fmla="*/ 138 h 1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2"/>
                  <a:gd name="T61" fmla="*/ 0 h 164"/>
                  <a:gd name="T62" fmla="*/ 192 w 192"/>
                  <a:gd name="T63" fmla="*/ 164 h 16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2" h="164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1"/>
                    </a:lnTo>
                    <a:lnTo>
                      <a:pt x="45" y="106"/>
                    </a:lnTo>
                    <a:lnTo>
                      <a:pt x="68" y="89"/>
                    </a:lnTo>
                    <a:lnTo>
                      <a:pt x="88" y="72"/>
                    </a:lnTo>
                    <a:lnTo>
                      <a:pt x="106" y="55"/>
                    </a:lnTo>
                    <a:lnTo>
                      <a:pt x="125" y="39"/>
                    </a:lnTo>
                    <a:lnTo>
                      <a:pt x="145" y="21"/>
                    </a:lnTo>
                    <a:lnTo>
                      <a:pt x="161" y="0"/>
                    </a:lnTo>
                    <a:lnTo>
                      <a:pt x="192" y="17"/>
                    </a:lnTo>
                    <a:lnTo>
                      <a:pt x="171" y="38"/>
                    </a:lnTo>
                    <a:lnTo>
                      <a:pt x="152" y="58"/>
                    </a:lnTo>
                    <a:lnTo>
                      <a:pt x="132" y="75"/>
                    </a:lnTo>
                    <a:lnTo>
                      <a:pt x="112" y="94"/>
                    </a:lnTo>
                    <a:lnTo>
                      <a:pt x="90" y="111"/>
                    </a:lnTo>
                    <a:lnTo>
                      <a:pt x="68" y="130"/>
                    </a:lnTo>
                    <a:lnTo>
                      <a:pt x="43" y="146"/>
                    </a:lnTo>
                    <a:lnTo>
                      <a:pt x="19" y="164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0" name="Freeform 82"/>
              <p:cNvSpPr>
                <a:spLocks/>
              </p:cNvSpPr>
              <p:nvPr/>
            </p:nvSpPr>
            <p:spPr bwMode="auto">
              <a:xfrm>
                <a:off x="3559" y="3100"/>
                <a:ext cx="193" cy="128"/>
              </a:xfrm>
              <a:custGeom>
                <a:avLst/>
                <a:gdLst>
                  <a:gd name="T0" fmla="*/ 0 w 193"/>
                  <a:gd name="T1" fmla="*/ 98 h 128"/>
                  <a:gd name="T2" fmla="*/ 22 w 193"/>
                  <a:gd name="T3" fmla="*/ 87 h 128"/>
                  <a:gd name="T4" fmla="*/ 45 w 193"/>
                  <a:gd name="T5" fmla="*/ 77 h 128"/>
                  <a:gd name="T6" fmla="*/ 66 w 193"/>
                  <a:gd name="T7" fmla="*/ 65 h 128"/>
                  <a:gd name="T8" fmla="*/ 90 w 193"/>
                  <a:gd name="T9" fmla="*/ 54 h 128"/>
                  <a:gd name="T10" fmla="*/ 111 w 193"/>
                  <a:gd name="T11" fmla="*/ 42 h 128"/>
                  <a:gd name="T12" fmla="*/ 132 w 193"/>
                  <a:gd name="T13" fmla="*/ 28 h 128"/>
                  <a:gd name="T14" fmla="*/ 154 w 193"/>
                  <a:gd name="T15" fmla="*/ 13 h 128"/>
                  <a:gd name="T16" fmla="*/ 175 w 193"/>
                  <a:gd name="T17" fmla="*/ 0 h 128"/>
                  <a:gd name="T18" fmla="*/ 193 w 193"/>
                  <a:gd name="T19" fmla="*/ 25 h 128"/>
                  <a:gd name="T20" fmla="*/ 172 w 193"/>
                  <a:gd name="T21" fmla="*/ 41 h 128"/>
                  <a:gd name="T22" fmla="*/ 149 w 193"/>
                  <a:gd name="T23" fmla="*/ 56 h 128"/>
                  <a:gd name="T24" fmla="*/ 125 w 193"/>
                  <a:gd name="T25" fmla="*/ 68 h 128"/>
                  <a:gd name="T26" fmla="*/ 102 w 193"/>
                  <a:gd name="T27" fmla="*/ 82 h 128"/>
                  <a:gd name="T28" fmla="*/ 80 w 193"/>
                  <a:gd name="T29" fmla="*/ 94 h 128"/>
                  <a:gd name="T30" fmla="*/ 56 w 193"/>
                  <a:gd name="T31" fmla="*/ 107 h 128"/>
                  <a:gd name="T32" fmla="*/ 33 w 193"/>
                  <a:gd name="T33" fmla="*/ 119 h 128"/>
                  <a:gd name="T34" fmla="*/ 8 w 193"/>
                  <a:gd name="T35" fmla="*/ 128 h 128"/>
                  <a:gd name="T36" fmla="*/ 0 w 193"/>
                  <a:gd name="T37" fmla="*/ 98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28"/>
                  <a:gd name="T59" fmla="*/ 193 w 193"/>
                  <a:gd name="T60" fmla="*/ 128 h 1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28">
                    <a:moveTo>
                      <a:pt x="0" y="98"/>
                    </a:moveTo>
                    <a:lnTo>
                      <a:pt x="22" y="87"/>
                    </a:lnTo>
                    <a:lnTo>
                      <a:pt x="45" y="77"/>
                    </a:lnTo>
                    <a:lnTo>
                      <a:pt x="66" y="65"/>
                    </a:lnTo>
                    <a:lnTo>
                      <a:pt x="90" y="54"/>
                    </a:lnTo>
                    <a:lnTo>
                      <a:pt x="111" y="42"/>
                    </a:lnTo>
                    <a:lnTo>
                      <a:pt x="132" y="28"/>
                    </a:lnTo>
                    <a:lnTo>
                      <a:pt x="154" y="13"/>
                    </a:lnTo>
                    <a:lnTo>
                      <a:pt x="175" y="0"/>
                    </a:lnTo>
                    <a:lnTo>
                      <a:pt x="193" y="25"/>
                    </a:lnTo>
                    <a:lnTo>
                      <a:pt x="172" y="41"/>
                    </a:lnTo>
                    <a:lnTo>
                      <a:pt x="149" y="56"/>
                    </a:lnTo>
                    <a:lnTo>
                      <a:pt x="125" y="68"/>
                    </a:lnTo>
                    <a:lnTo>
                      <a:pt x="102" y="82"/>
                    </a:lnTo>
                    <a:lnTo>
                      <a:pt x="80" y="94"/>
                    </a:lnTo>
                    <a:lnTo>
                      <a:pt x="56" y="107"/>
                    </a:lnTo>
                    <a:lnTo>
                      <a:pt x="33" y="119"/>
                    </a:lnTo>
                    <a:lnTo>
                      <a:pt x="8" y="12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1" name="Freeform 83"/>
              <p:cNvSpPr>
                <a:spLocks/>
              </p:cNvSpPr>
              <p:nvPr/>
            </p:nvSpPr>
            <p:spPr bwMode="auto">
              <a:xfrm>
                <a:off x="3540" y="3196"/>
                <a:ext cx="28" cy="40"/>
              </a:xfrm>
              <a:custGeom>
                <a:avLst/>
                <a:gdLst>
                  <a:gd name="T0" fmla="*/ 28 w 28"/>
                  <a:gd name="T1" fmla="*/ 31 h 40"/>
                  <a:gd name="T2" fmla="*/ 8 w 28"/>
                  <a:gd name="T3" fmla="*/ 40 h 40"/>
                  <a:gd name="T4" fmla="*/ 0 w 28"/>
                  <a:gd name="T5" fmla="*/ 9 h 40"/>
                  <a:gd name="T6" fmla="*/ 19 w 28"/>
                  <a:gd name="T7" fmla="*/ 0 h 40"/>
                  <a:gd name="T8" fmla="*/ 28 w 28"/>
                  <a:gd name="T9" fmla="*/ 3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0"/>
                  <a:gd name="T17" fmla="*/ 28 w 2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0">
                    <a:moveTo>
                      <a:pt x="28" y="31"/>
                    </a:moveTo>
                    <a:lnTo>
                      <a:pt x="8" y="40"/>
                    </a:lnTo>
                    <a:lnTo>
                      <a:pt x="0" y="9"/>
                    </a:lnTo>
                    <a:lnTo>
                      <a:pt x="19" y="0"/>
                    </a:lnTo>
                    <a:lnTo>
                      <a:pt x="28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2" name="Freeform 84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3" name="Freeform 85"/>
              <p:cNvSpPr>
                <a:spLocks/>
              </p:cNvSpPr>
              <p:nvPr/>
            </p:nvSpPr>
            <p:spPr bwMode="auto">
              <a:xfrm>
                <a:off x="3814" y="2909"/>
                <a:ext cx="159" cy="97"/>
              </a:xfrm>
              <a:custGeom>
                <a:avLst/>
                <a:gdLst>
                  <a:gd name="T0" fmla="*/ 143 w 159"/>
                  <a:gd name="T1" fmla="*/ 11 h 97"/>
                  <a:gd name="T2" fmla="*/ 150 w 159"/>
                  <a:gd name="T3" fmla="*/ 15 h 97"/>
                  <a:gd name="T4" fmla="*/ 6 w 159"/>
                  <a:gd name="T5" fmla="*/ 97 h 97"/>
                  <a:gd name="T6" fmla="*/ 0 w 159"/>
                  <a:gd name="T7" fmla="*/ 90 h 97"/>
                  <a:gd name="T8" fmla="*/ 146 w 159"/>
                  <a:gd name="T9" fmla="*/ 8 h 97"/>
                  <a:gd name="T10" fmla="*/ 153 w 159"/>
                  <a:gd name="T11" fmla="*/ 11 h 97"/>
                  <a:gd name="T12" fmla="*/ 146 w 159"/>
                  <a:gd name="T13" fmla="*/ 8 h 97"/>
                  <a:gd name="T14" fmla="*/ 159 w 159"/>
                  <a:gd name="T15" fmla="*/ 0 h 97"/>
                  <a:gd name="T16" fmla="*/ 153 w 159"/>
                  <a:gd name="T17" fmla="*/ 11 h 97"/>
                  <a:gd name="T18" fmla="*/ 143 w 159"/>
                  <a:gd name="T19" fmla="*/ 11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9"/>
                  <a:gd name="T31" fmla="*/ 0 h 97"/>
                  <a:gd name="T32" fmla="*/ 159 w 159"/>
                  <a:gd name="T33" fmla="*/ 97 h 9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9" h="97">
                    <a:moveTo>
                      <a:pt x="143" y="11"/>
                    </a:moveTo>
                    <a:lnTo>
                      <a:pt x="150" y="15"/>
                    </a:lnTo>
                    <a:lnTo>
                      <a:pt x="6" y="97"/>
                    </a:lnTo>
                    <a:lnTo>
                      <a:pt x="0" y="90"/>
                    </a:lnTo>
                    <a:lnTo>
                      <a:pt x="146" y="8"/>
                    </a:lnTo>
                    <a:lnTo>
                      <a:pt x="153" y="11"/>
                    </a:lnTo>
                    <a:lnTo>
                      <a:pt x="146" y="8"/>
                    </a:lnTo>
                    <a:lnTo>
                      <a:pt x="159" y="0"/>
                    </a:lnTo>
                    <a:lnTo>
                      <a:pt x="153" y="11"/>
                    </a:lnTo>
                    <a:lnTo>
                      <a:pt x="143" y="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4" name="Freeform 86"/>
              <p:cNvSpPr>
                <a:spLocks/>
              </p:cNvSpPr>
              <p:nvPr/>
            </p:nvSpPr>
            <p:spPr bwMode="auto">
              <a:xfrm>
                <a:off x="3893" y="2920"/>
                <a:ext cx="75" cy="140"/>
              </a:xfrm>
              <a:custGeom>
                <a:avLst/>
                <a:gdLst>
                  <a:gd name="T0" fmla="*/ 10 w 75"/>
                  <a:gd name="T1" fmla="*/ 127 h 140"/>
                  <a:gd name="T2" fmla="*/ 0 w 75"/>
                  <a:gd name="T3" fmla="*/ 131 h 140"/>
                  <a:gd name="T4" fmla="*/ 67 w 75"/>
                  <a:gd name="T5" fmla="*/ 0 h 140"/>
                  <a:gd name="T6" fmla="*/ 75 w 75"/>
                  <a:gd name="T7" fmla="*/ 1 h 140"/>
                  <a:gd name="T8" fmla="*/ 11 w 75"/>
                  <a:gd name="T9" fmla="*/ 133 h 140"/>
                  <a:gd name="T10" fmla="*/ 1 w 75"/>
                  <a:gd name="T11" fmla="*/ 136 h 140"/>
                  <a:gd name="T12" fmla="*/ 11 w 75"/>
                  <a:gd name="T13" fmla="*/ 133 h 140"/>
                  <a:gd name="T14" fmla="*/ 7 w 75"/>
                  <a:gd name="T15" fmla="*/ 140 h 140"/>
                  <a:gd name="T16" fmla="*/ 1 w 75"/>
                  <a:gd name="T17" fmla="*/ 136 h 140"/>
                  <a:gd name="T18" fmla="*/ 10 w 75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140"/>
                  <a:gd name="T32" fmla="*/ 75 w 75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140">
                    <a:moveTo>
                      <a:pt x="10" y="127"/>
                    </a:moveTo>
                    <a:lnTo>
                      <a:pt x="0" y="131"/>
                    </a:lnTo>
                    <a:lnTo>
                      <a:pt x="67" y="0"/>
                    </a:lnTo>
                    <a:lnTo>
                      <a:pt x="75" y="1"/>
                    </a:lnTo>
                    <a:lnTo>
                      <a:pt x="11" y="133"/>
                    </a:lnTo>
                    <a:lnTo>
                      <a:pt x="1" y="136"/>
                    </a:lnTo>
                    <a:lnTo>
                      <a:pt x="11" y="133"/>
                    </a:lnTo>
                    <a:lnTo>
                      <a:pt x="7" y="140"/>
                    </a:lnTo>
                    <a:lnTo>
                      <a:pt x="1" y="136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5" name="Freeform 87"/>
              <p:cNvSpPr>
                <a:spLocks/>
              </p:cNvSpPr>
              <p:nvPr/>
            </p:nvSpPr>
            <p:spPr bwMode="auto">
              <a:xfrm>
                <a:off x="3807" y="2996"/>
                <a:ext cx="94" cy="60"/>
              </a:xfrm>
              <a:custGeom>
                <a:avLst/>
                <a:gdLst>
                  <a:gd name="T0" fmla="*/ 11 w 94"/>
                  <a:gd name="T1" fmla="*/ 8 h 60"/>
                  <a:gd name="T2" fmla="*/ 14 w 94"/>
                  <a:gd name="T3" fmla="*/ 0 h 60"/>
                  <a:gd name="T4" fmla="*/ 94 w 94"/>
                  <a:gd name="T5" fmla="*/ 52 h 60"/>
                  <a:gd name="T6" fmla="*/ 85 w 94"/>
                  <a:gd name="T7" fmla="*/ 60 h 60"/>
                  <a:gd name="T8" fmla="*/ 4 w 94"/>
                  <a:gd name="T9" fmla="*/ 9 h 60"/>
                  <a:gd name="T10" fmla="*/ 6 w 94"/>
                  <a:gd name="T11" fmla="*/ 2 h 60"/>
                  <a:gd name="T12" fmla="*/ 4 w 94"/>
                  <a:gd name="T13" fmla="*/ 9 h 60"/>
                  <a:gd name="T14" fmla="*/ 0 w 94"/>
                  <a:gd name="T15" fmla="*/ 6 h 60"/>
                  <a:gd name="T16" fmla="*/ 6 w 94"/>
                  <a:gd name="T17" fmla="*/ 2 h 60"/>
                  <a:gd name="T18" fmla="*/ 11 w 94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0"/>
                  <a:gd name="T32" fmla="*/ 94 w 94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0">
                    <a:moveTo>
                      <a:pt x="11" y="8"/>
                    </a:moveTo>
                    <a:lnTo>
                      <a:pt x="14" y="0"/>
                    </a:lnTo>
                    <a:lnTo>
                      <a:pt x="94" y="52"/>
                    </a:lnTo>
                    <a:lnTo>
                      <a:pt x="85" y="60"/>
                    </a:lnTo>
                    <a:lnTo>
                      <a:pt x="4" y="9"/>
                    </a:lnTo>
                    <a:lnTo>
                      <a:pt x="6" y="2"/>
                    </a:lnTo>
                    <a:lnTo>
                      <a:pt x="4" y="9"/>
                    </a:lnTo>
                    <a:lnTo>
                      <a:pt x="0" y="6"/>
                    </a:lnTo>
                    <a:lnTo>
                      <a:pt x="6" y="2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6" name="Freeform 88"/>
              <p:cNvSpPr>
                <a:spLocks/>
              </p:cNvSpPr>
              <p:nvPr/>
            </p:nvSpPr>
            <p:spPr bwMode="auto">
              <a:xfrm>
                <a:off x="3904" y="2952"/>
                <a:ext cx="37" cy="27"/>
              </a:xfrm>
              <a:custGeom>
                <a:avLst/>
                <a:gdLst>
                  <a:gd name="T0" fmla="*/ 0 w 37"/>
                  <a:gd name="T1" fmla="*/ 13 h 27"/>
                  <a:gd name="T2" fmla="*/ 13 w 37"/>
                  <a:gd name="T3" fmla="*/ 0 h 27"/>
                  <a:gd name="T4" fmla="*/ 37 w 37"/>
                  <a:gd name="T5" fmla="*/ 13 h 27"/>
                  <a:gd name="T6" fmla="*/ 25 w 37"/>
                  <a:gd name="T7" fmla="*/ 27 h 27"/>
                  <a:gd name="T8" fmla="*/ 0 w 37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7"/>
                  <a:gd name="T17" fmla="*/ 37 w 37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7">
                    <a:moveTo>
                      <a:pt x="0" y="13"/>
                    </a:moveTo>
                    <a:lnTo>
                      <a:pt x="13" y="0"/>
                    </a:lnTo>
                    <a:lnTo>
                      <a:pt x="37" y="13"/>
                    </a:lnTo>
                    <a:lnTo>
                      <a:pt x="25" y="2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7" name="Freeform 89"/>
              <p:cNvSpPr>
                <a:spLocks/>
              </p:cNvSpPr>
              <p:nvPr/>
            </p:nvSpPr>
            <p:spPr bwMode="auto">
              <a:xfrm>
                <a:off x="3743" y="2964"/>
                <a:ext cx="187" cy="160"/>
              </a:xfrm>
              <a:custGeom>
                <a:avLst/>
                <a:gdLst>
                  <a:gd name="T0" fmla="*/ 0 w 187"/>
                  <a:gd name="T1" fmla="*/ 138 h 160"/>
                  <a:gd name="T2" fmla="*/ 0 w 187"/>
                  <a:gd name="T3" fmla="*/ 138 h 160"/>
                  <a:gd name="T4" fmla="*/ 23 w 187"/>
                  <a:gd name="T5" fmla="*/ 121 h 160"/>
                  <a:gd name="T6" fmla="*/ 47 w 187"/>
                  <a:gd name="T7" fmla="*/ 106 h 160"/>
                  <a:gd name="T8" fmla="*/ 66 w 187"/>
                  <a:gd name="T9" fmla="*/ 89 h 160"/>
                  <a:gd name="T10" fmla="*/ 88 w 187"/>
                  <a:gd name="T11" fmla="*/ 72 h 160"/>
                  <a:gd name="T12" fmla="*/ 108 w 187"/>
                  <a:gd name="T13" fmla="*/ 56 h 160"/>
                  <a:gd name="T14" fmla="*/ 126 w 187"/>
                  <a:gd name="T15" fmla="*/ 39 h 160"/>
                  <a:gd name="T16" fmla="*/ 145 w 187"/>
                  <a:gd name="T17" fmla="*/ 20 h 160"/>
                  <a:gd name="T18" fmla="*/ 163 w 187"/>
                  <a:gd name="T19" fmla="*/ 0 h 160"/>
                  <a:gd name="T20" fmla="*/ 187 w 187"/>
                  <a:gd name="T21" fmla="*/ 13 h 160"/>
                  <a:gd name="T22" fmla="*/ 167 w 187"/>
                  <a:gd name="T23" fmla="*/ 35 h 160"/>
                  <a:gd name="T24" fmla="*/ 148 w 187"/>
                  <a:gd name="T25" fmla="*/ 54 h 160"/>
                  <a:gd name="T26" fmla="*/ 128 w 187"/>
                  <a:gd name="T27" fmla="*/ 72 h 160"/>
                  <a:gd name="T28" fmla="*/ 106 w 187"/>
                  <a:gd name="T29" fmla="*/ 90 h 160"/>
                  <a:gd name="T30" fmla="*/ 85 w 187"/>
                  <a:gd name="T31" fmla="*/ 108 h 160"/>
                  <a:gd name="T32" fmla="*/ 64 w 187"/>
                  <a:gd name="T33" fmla="*/ 124 h 160"/>
                  <a:gd name="T34" fmla="*/ 40 w 187"/>
                  <a:gd name="T35" fmla="*/ 141 h 160"/>
                  <a:gd name="T36" fmla="*/ 15 w 187"/>
                  <a:gd name="T37" fmla="*/ 160 h 160"/>
                  <a:gd name="T38" fmla="*/ 0 w 187"/>
                  <a:gd name="T39" fmla="*/ 138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7"/>
                  <a:gd name="T61" fmla="*/ 0 h 160"/>
                  <a:gd name="T62" fmla="*/ 187 w 187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7" h="160">
                    <a:moveTo>
                      <a:pt x="0" y="138"/>
                    </a:moveTo>
                    <a:lnTo>
                      <a:pt x="0" y="138"/>
                    </a:lnTo>
                    <a:lnTo>
                      <a:pt x="23" y="121"/>
                    </a:lnTo>
                    <a:lnTo>
                      <a:pt x="47" y="106"/>
                    </a:lnTo>
                    <a:lnTo>
                      <a:pt x="66" y="89"/>
                    </a:lnTo>
                    <a:lnTo>
                      <a:pt x="88" y="72"/>
                    </a:lnTo>
                    <a:lnTo>
                      <a:pt x="108" y="56"/>
                    </a:lnTo>
                    <a:lnTo>
                      <a:pt x="126" y="39"/>
                    </a:lnTo>
                    <a:lnTo>
                      <a:pt x="145" y="20"/>
                    </a:lnTo>
                    <a:lnTo>
                      <a:pt x="163" y="0"/>
                    </a:lnTo>
                    <a:lnTo>
                      <a:pt x="187" y="13"/>
                    </a:lnTo>
                    <a:lnTo>
                      <a:pt x="167" y="35"/>
                    </a:lnTo>
                    <a:lnTo>
                      <a:pt x="148" y="54"/>
                    </a:lnTo>
                    <a:lnTo>
                      <a:pt x="128" y="72"/>
                    </a:lnTo>
                    <a:lnTo>
                      <a:pt x="106" y="90"/>
                    </a:lnTo>
                    <a:lnTo>
                      <a:pt x="85" y="108"/>
                    </a:lnTo>
                    <a:lnTo>
                      <a:pt x="64" y="124"/>
                    </a:lnTo>
                    <a:lnTo>
                      <a:pt x="40" y="141"/>
                    </a:lnTo>
                    <a:lnTo>
                      <a:pt x="15" y="16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8" name="Freeform 90"/>
              <p:cNvSpPr>
                <a:spLocks/>
              </p:cNvSpPr>
              <p:nvPr/>
            </p:nvSpPr>
            <p:spPr bwMode="auto">
              <a:xfrm>
                <a:off x="3561" y="3101"/>
                <a:ext cx="191" cy="125"/>
              </a:xfrm>
              <a:custGeom>
                <a:avLst/>
                <a:gdLst>
                  <a:gd name="T0" fmla="*/ 0 w 191"/>
                  <a:gd name="T1" fmla="*/ 100 h 125"/>
                  <a:gd name="T2" fmla="*/ 22 w 191"/>
                  <a:gd name="T3" fmla="*/ 89 h 125"/>
                  <a:gd name="T4" fmla="*/ 45 w 191"/>
                  <a:gd name="T5" fmla="*/ 78 h 125"/>
                  <a:gd name="T6" fmla="*/ 67 w 191"/>
                  <a:gd name="T7" fmla="*/ 66 h 125"/>
                  <a:gd name="T8" fmla="*/ 89 w 191"/>
                  <a:gd name="T9" fmla="*/ 56 h 125"/>
                  <a:gd name="T10" fmla="*/ 111 w 191"/>
                  <a:gd name="T11" fmla="*/ 42 h 125"/>
                  <a:gd name="T12" fmla="*/ 132 w 191"/>
                  <a:gd name="T13" fmla="*/ 30 h 125"/>
                  <a:gd name="T14" fmla="*/ 155 w 191"/>
                  <a:gd name="T15" fmla="*/ 15 h 125"/>
                  <a:gd name="T16" fmla="*/ 176 w 191"/>
                  <a:gd name="T17" fmla="*/ 0 h 125"/>
                  <a:gd name="T18" fmla="*/ 191 w 191"/>
                  <a:gd name="T19" fmla="*/ 22 h 125"/>
                  <a:gd name="T20" fmla="*/ 170 w 191"/>
                  <a:gd name="T21" fmla="*/ 36 h 125"/>
                  <a:gd name="T22" fmla="*/ 147 w 191"/>
                  <a:gd name="T23" fmla="*/ 51 h 125"/>
                  <a:gd name="T24" fmla="*/ 125 w 191"/>
                  <a:gd name="T25" fmla="*/ 64 h 125"/>
                  <a:gd name="T26" fmla="*/ 100 w 191"/>
                  <a:gd name="T27" fmla="*/ 78 h 125"/>
                  <a:gd name="T28" fmla="*/ 77 w 191"/>
                  <a:gd name="T29" fmla="*/ 91 h 125"/>
                  <a:gd name="T30" fmla="*/ 54 w 191"/>
                  <a:gd name="T31" fmla="*/ 103 h 125"/>
                  <a:gd name="T32" fmla="*/ 31 w 191"/>
                  <a:gd name="T33" fmla="*/ 114 h 125"/>
                  <a:gd name="T34" fmla="*/ 6 w 191"/>
                  <a:gd name="T35" fmla="*/ 125 h 125"/>
                  <a:gd name="T36" fmla="*/ 0 w 191"/>
                  <a:gd name="T37" fmla="*/ 10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1"/>
                  <a:gd name="T58" fmla="*/ 0 h 125"/>
                  <a:gd name="T59" fmla="*/ 191 w 191"/>
                  <a:gd name="T60" fmla="*/ 125 h 1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1" h="125">
                    <a:moveTo>
                      <a:pt x="0" y="100"/>
                    </a:moveTo>
                    <a:lnTo>
                      <a:pt x="22" y="89"/>
                    </a:lnTo>
                    <a:lnTo>
                      <a:pt x="45" y="78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11" y="42"/>
                    </a:lnTo>
                    <a:lnTo>
                      <a:pt x="132" y="30"/>
                    </a:lnTo>
                    <a:lnTo>
                      <a:pt x="155" y="15"/>
                    </a:lnTo>
                    <a:lnTo>
                      <a:pt x="176" y="0"/>
                    </a:lnTo>
                    <a:lnTo>
                      <a:pt x="191" y="22"/>
                    </a:lnTo>
                    <a:lnTo>
                      <a:pt x="170" y="36"/>
                    </a:lnTo>
                    <a:lnTo>
                      <a:pt x="147" y="51"/>
                    </a:lnTo>
                    <a:lnTo>
                      <a:pt x="125" y="64"/>
                    </a:lnTo>
                    <a:lnTo>
                      <a:pt x="100" y="78"/>
                    </a:lnTo>
                    <a:lnTo>
                      <a:pt x="77" y="91"/>
                    </a:lnTo>
                    <a:lnTo>
                      <a:pt x="54" y="103"/>
                    </a:lnTo>
                    <a:lnTo>
                      <a:pt x="31" y="114"/>
                    </a:lnTo>
                    <a:lnTo>
                      <a:pt x="6" y="125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69" name="Freeform 91"/>
              <p:cNvSpPr>
                <a:spLocks/>
              </p:cNvSpPr>
              <p:nvPr/>
            </p:nvSpPr>
            <p:spPr bwMode="auto">
              <a:xfrm>
                <a:off x="3545" y="3199"/>
                <a:ext cx="22" cy="34"/>
              </a:xfrm>
              <a:custGeom>
                <a:avLst/>
                <a:gdLst>
                  <a:gd name="T0" fmla="*/ 22 w 22"/>
                  <a:gd name="T1" fmla="*/ 27 h 34"/>
                  <a:gd name="T2" fmla="*/ 5 w 22"/>
                  <a:gd name="T3" fmla="*/ 34 h 34"/>
                  <a:gd name="T4" fmla="*/ 0 w 22"/>
                  <a:gd name="T5" fmla="*/ 8 h 34"/>
                  <a:gd name="T6" fmla="*/ 16 w 22"/>
                  <a:gd name="T7" fmla="*/ 0 h 34"/>
                  <a:gd name="T8" fmla="*/ 22 w 22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22" y="27"/>
                    </a:moveTo>
                    <a:lnTo>
                      <a:pt x="5" y="34"/>
                    </a:lnTo>
                    <a:lnTo>
                      <a:pt x="0" y="8"/>
                    </a:lnTo>
                    <a:lnTo>
                      <a:pt x="16" y="0"/>
                    </a:ln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0" name="Freeform 92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1" name="Freeform 93"/>
              <p:cNvSpPr>
                <a:spLocks/>
              </p:cNvSpPr>
              <p:nvPr/>
            </p:nvSpPr>
            <p:spPr bwMode="auto">
              <a:xfrm>
                <a:off x="4022" y="1801"/>
                <a:ext cx="40" cy="186"/>
              </a:xfrm>
              <a:custGeom>
                <a:avLst/>
                <a:gdLst>
                  <a:gd name="T0" fmla="*/ 6 w 40"/>
                  <a:gd name="T1" fmla="*/ 32 h 186"/>
                  <a:gd name="T2" fmla="*/ 19 w 40"/>
                  <a:gd name="T3" fmla="*/ 26 h 186"/>
                  <a:gd name="T4" fmla="*/ 40 w 40"/>
                  <a:gd name="T5" fmla="*/ 186 h 186"/>
                  <a:gd name="T6" fmla="*/ 24 w 40"/>
                  <a:gd name="T7" fmla="*/ 185 h 186"/>
                  <a:gd name="T8" fmla="*/ 3 w 40"/>
                  <a:gd name="T9" fmla="*/ 25 h 186"/>
                  <a:gd name="T10" fmla="*/ 14 w 40"/>
                  <a:gd name="T11" fmla="*/ 18 h 186"/>
                  <a:gd name="T12" fmla="*/ 3 w 40"/>
                  <a:gd name="T13" fmla="*/ 25 h 186"/>
                  <a:gd name="T14" fmla="*/ 0 w 40"/>
                  <a:gd name="T15" fmla="*/ 0 h 186"/>
                  <a:gd name="T16" fmla="*/ 14 w 40"/>
                  <a:gd name="T17" fmla="*/ 18 h 186"/>
                  <a:gd name="T18" fmla="*/ 6 w 40"/>
                  <a:gd name="T19" fmla="*/ 32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86"/>
                  <a:gd name="T32" fmla="*/ 40 w 40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86">
                    <a:moveTo>
                      <a:pt x="6" y="32"/>
                    </a:moveTo>
                    <a:lnTo>
                      <a:pt x="19" y="26"/>
                    </a:lnTo>
                    <a:lnTo>
                      <a:pt x="40" y="186"/>
                    </a:lnTo>
                    <a:lnTo>
                      <a:pt x="24" y="185"/>
                    </a:lnTo>
                    <a:lnTo>
                      <a:pt x="3" y="25"/>
                    </a:lnTo>
                    <a:lnTo>
                      <a:pt x="14" y="18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14" y="18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2" name="Freeform 94"/>
              <p:cNvSpPr>
                <a:spLocks/>
              </p:cNvSpPr>
              <p:nvPr/>
            </p:nvSpPr>
            <p:spPr bwMode="auto">
              <a:xfrm>
                <a:off x="4029" y="1818"/>
                <a:ext cx="120" cy="135"/>
              </a:xfrm>
              <a:custGeom>
                <a:avLst/>
                <a:gdLst>
                  <a:gd name="T0" fmla="*/ 102 w 120"/>
                  <a:gd name="T1" fmla="*/ 116 h 135"/>
                  <a:gd name="T2" fmla="*/ 102 w 120"/>
                  <a:gd name="T3" fmla="*/ 133 h 135"/>
                  <a:gd name="T4" fmla="*/ 0 w 120"/>
                  <a:gd name="T5" fmla="*/ 14 h 135"/>
                  <a:gd name="T6" fmla="*/ 9 w 120"/>
                  <a:gd name="T7" fmla="*/ 0 h 135"/>
                  <a:gd name="T8" fmla="*/ 109 w 120"/>
                  <a:gd name="T9" fmla="*/ 119 h 135"/>
                  <a:gd name="T10" fmla="*/ 109 w 120"/>
                  <a:gd name="T11" fmla="*/ 135 h 135"/>
                  <a:gd name="T12" fmla="*/ 109 w 120"/>
                  <a:gd name="T13" fmla="*/ 119 h 135"/>
                  <a:gd name="T14" fmla="*/ 120 w 120"/>
                  <a:gd name="T15" fmla="*/ 128 h 135"/>
                  <a:gd name="T16" fmla="*/ 109 w 120"/>
                  <a:gd name="T17" fmla="*/ 135 h 135"/>
                  <a:gd name="T18" fmla="*/ 102 w 120"/>
                  <a:gd name="T19" fmla="*/ 116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35"/>
                  <a:gd name="T32" fmla="*/ 120 w 120"/>
                  <a:gd name="T33" fmla="*/ 135 h 1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35">
                    <a:moveTo>
                      <a:pt x="102" y="116"/>
                    </a:moveTo>
                    <a:lnTo>
                      <a:pt x="102" y="133"/>
                    </a:lnTo>
                    <a:lnTo>
                      <a:pt x="0" y="14"/>
                    </a:lnTo>
                    <a:lnTo>
                      <a:pt x="9" y="0"/>
                    </a:lnTo>
                    <a:lnTo>
                      <a:pt x="109" y="119"/>
                    </a:lnTo>
                    <a:lnTo>
                      <a:pt x="109" y="135"/>
                    </a:lnTo>
                    <a:lnTo>
                      <a:pt x="109" y="119"/>
                    </a:lnTo>
                    <a:lnTo>
                      <a:pt x="120" y="128"/>
                    </a:lnTo>
                    <a:lnTo>
                      <a:pt x="109" y="135"/>
                    </a:lnTo>
                    <a:lnTo>
                      <a:pt x="102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3" name="Freeform 95"/>
              <p:cNvSpPr>
                <a:spLocks/>
              </p:cNvSpPr>
              <p:nvPr/>
            </p:nvSpPr>
            <p:spPr bwMode="auto">
              <a:xfrm>
                <a:off x="4047" y="1935"/>
                <a:ext cx="93" cy="67"/>
              </a:xfrm>
              <a:custGeom>
                <a:avLst/>
                <a:gdLst>
                  <a:gd name="T0" fmla="*/ 16 w 93"/>
                  <a:gd name="T1" fmla="*/ 53 h 67"/>
                  <a:gd name="T2" fmla="*/ 4 w 93"/>
                  <a:gd name="T3" fmla="*/ 43 h 67"/>
                  <a:gd name="T4" fmla="*/ 85 w 93"/>
                  <a:gd name="T5" fmla="*/ 0 h 67"/>
                  <a:gd name="T6" fmla="*/ 93 w 93"/>
                  <a:gd name="T7" fmla="*/ 19 h 67"/>
                  <a:gd name="T8" fmla="*/ 13 w 93"/>
                  <a:gd name="T9" fmla="*/ 63 h 67"/>
                  <a:gd name="T10" fmla="*/ 0 w 93"/>
                  <a:gd name="T11" fmla="*/ 52 h 67"/>
                  <a:gd name="T12" fmla="*/ 13 w 93"/>
                  <a:gd name="T13" fmla="*/ 63 h 67"/>
                  <a:gd name="T14" fmla="*/ 2 w 93"/>
                  <a:gd name="T15" fmla="*/ 67 h 67"/>
                  <a:gd name="T16" fmla="*/ 0 w 93"/>
                  <a:gd name="T17" fmla="*/ 52 h 67"/>
                  <a:gd name="T18" fmla="*/ 16 w 93"/>
                  <a:gd name="T19" fmla="*/ 53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3"/>
                  <a:gd name="T31" fmla="*/ 0 h 67"/>
                  <a:gd name="T32" fmla="*/ 93 w 93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3" h="67">
                    <a:moveTo>
                      <a:pt x="16" y="53"/>
                    </a:moveTo>
                    <a:lnTo>
                      <a:pt x="4" y="43"/>
                    </a:lnTo>
                    <a:lnTo>
                      <a:pt x="85" y="0"/>
                    </a:lnTo>
                    <a:lnTo>
                      <a:pt x="93" y="19"/>
                    </a:lnTo>
                    <a:lnTo>
                      <a:pt x="13" y="63"/>
                    </a:lnTo>
                    <a:lnTo>
                      <a:pt x="0" y="52"/>
                    </a:lnTo>
                    <a:lnTo>
                      <a:pt x="13" y="63"/>
                    </a:lnTo>
                    <a:lnTo>
                      <a:pt x="2" y="67"/>
                    </a:lnTo>
                    <a:lnTo>
                      <a:pt x="0" y="52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4" name="Freeform 96"/>
              <p:cNvSpPr>
                <a:spLocks/>
              </p:cNvSpPr>
              <p:nvPr/>
            </p:nvSpPr>
            <p:spPr bwMode="auto">
              <a:xfrm>
                <a:off x="4032" y="1845"/>
                <a:ext cx="39" cy="37"/>
              </a:xfrm>
              <a:custGeom>
                <a:avLst/>
                <a:gdLst>
                  <a:gd name="T0" fmla="*/ 11 w 39"/>
                  <a:gd name="T1" fmla="*/ 37 h 37"/>
                  <a:gd name="T2" fmla="*/ 0 w 39"/>
                  <a:gd name="T3" fmla="*/ 17 h 37"/>
                  <a:gd name="T4" fmla="*/ 28 w 39"/>
                  <a:gd name="T5" fmla="*/ 0 h 37"/>
                  <a:gd name="T6" fmla="*/ 39 w 39"/>
                  <a:gd name="T7" fmla="*/ 20 h 37"/>
                  <a:gd name="T8" fmla="*/ 11 w 39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11" y="37"/>
                    </a:moveTo>
                    <a:lnTo>
                      <a:pt x="0" y="17"/>
                    </a:lnTo>
                    <a:lnTo>
                      <a:pt x="28" y="0"/>
                    </a:lnTo>
                    <a:lnTo>
                      <a:pt x="39" y="20"/>
                    </a:lnTo>
                    <a:lnTo>
                      <a:pt x="11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5" name="Freeform 97"/>
              <p:cNvSpPr>
                <a:spLocks/>
              </p:cNvSpPr>
              <p:nvPr/>
            </p:nvSpPr>
            <p:spPr bwMode="auto">
              <a:xfrm>
                <a:off x="4046" y="1869"/>
                <a:ext cx="108" cy="231"/>
              </a:xfrm>
              <a:custGeom>
                <a:avLst/>
                <a:gdLst>
                  <a:gd name="T0" fmla="*/ 77 w 108"/>
                  <a:gd name="T1" fmla="*/ 231 h 231"/>
                  <a:gd name="T2" fmla="*/ 77 w 108"/>
                  <a:gd name="T3" fmla="*/ 231 h 231"/>
                  <a:gd name="T4" fmla="*/ 62 w 108"/>
                  <a:gd name="T5" fmla="*/ 176 h 231"/>
                  <a:gd name="T6" fmla="*/ 44 w 108"/>
                  <a:gd name="T7" fmla="*/ 120 h 231"/>
                  <a:gd name="T8" fmla="*/ 24 w 108"/>
                  <a:gd name="T9" fmla="*/ 68 h 231"/>
                  <a:gd name="T10" fmla="*/ 0 w 108"/>
                  <a:gd name="T11" fmla="*/ 16 h 231"/>
                  <a:gd name="T12" fmla="*/ 27 w 108"/>
                  <a:gd name="T13" fmla="*/ 0 h 231"/>
                  <a:gd name="T14" fmla="*/ 52 w 108"/>
                  <a:gd name="T15" fmla="*/ 55 h 231"/>
                  <a:gd name="T16" fmla="*/ 73 w 108"/>
                  <a:gd name="T17" fmla="*/ 110 h 231"/>
                  <a:gd name="T18" fmla="*/ 92 w 108"/>
                  <a:gd name="T19" fmla="*/ 168 h 231"/>
                  <a:gd name="T20" fmla="*/ 108 w 108"/>
                  <a:gd name="T21" fmla="*/ 228 h 231"/>
                  <a:gd name="T22" fmla="*/ 77 w 108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8"/>
                  <a:gd name="T37" fmla="*/ 0 h 231"/>
                  <a:gd name="T38" fmla="*/ 108 w 108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8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6"/>
                    </a:lnTo>
                    <a:lnTo>
                      <a:pt x="44" y="120"/>
                    </a:lnTo>
                    <a:lnTo>
                      <a:pt x="24" y="68"/>
                    </a:lnTo>
                    <a:lnTo>
                      <a:pt x="0" y="16"/>
                    </a:lnTo>
                    <a:lnTo>
                      <a:pt x="27" y="0"/>
                    </a:lnTo>
                    <a:lnTo>
                      <a:pt x="52" y="55"/>
                    </a:lnTo>
                    <a:lnTo>
                      <a:pt x="73" y="110"/>
                    </a:lnTo>
                    <a:lnTo>
                      <a:pt x="92" y="168"/>
                    </a:lnTo>
                    <a:lnTo>
                      <a:pt x="108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6" name="Freeform 98"/>
              <p:cNvSpPr>
                <a:spLocks/>
              </p:cNvSpPr>
              <p:nvPr/>
            </p:nvSpPr>
            <p:spPr bwMode="auto">
              <a:xfrm>
                <a:off x="4127" y="2097"/>
                <a:ext cx="59" cy="206"/>
              </a:xfrm>
              <a:custGeom>
                <a:avLst/>
                <a:gdLst>
                  <a:gd name="T0" fmla="*/ 24 w 59"/>
                  <a:gd name="T1" fmla="*/ 199 h 206"/>
                  <a:gd name="T2" fmla="*/ 24 w 59"/>
                  <a:gd name="T3" fmla="*/ 174 h 206"/>
                  <a:gd name="T4" fmla="*/ 23 w 59"/>
                  <a:gd name="T5" fmla="*/ 151 h 206"/>
                  <a:gd name="T6" fmla="*/ 21 w 59"/>
                  <a:gd name="T7" fmla="*/ 127 h 206"/>
                  <a:gd name="T8" fmla="*/ 17 w 59"/>
                  <a:gd name="T9" fmla="*/ 103 h 206"/>
                  <a:gd name="T10" fmla="*/ 15 w 59"/>
                  <a:gd name="T11" fmla="*/ 78 h 206"/>
                  <a:gd name="T12" fmla="*/ 11 w 59"/>
                  <a:gd name="T13" fmla="*/ 54 h 206"/>
                  <a:gd name="T14" fmla="*/ 6 w 59"/>
                  <a:gd name="T15" fmla="*/ 30 h 206"/>
                  <a:gd name="T16" fmla="*/ 0 w 59"/>
                  <a:gd name="T17" fmla="*/ 4 h 206"/>
                  <a:gd name="T18" fmla="*/ 33 w 59"/>
                  <a:gd name="T19" fmla="*/ 0 h 206"/>
                  <a:gd name="T20" fmla="*/ 39 w 59"/>
                  <a:gd name="T21" fmla="*/ 26 h 206"/>
                  <a:gd name="T22" fmla="*/ 43 w 59"/>
                  <a:gd name="T23" fmla="*/ 53 h 206"/>
                  <a:gd name="T24" fmla="*/ 48 w 59"/>
                  <a:gd name="T25" fmla="*/ 79 h 206"/>
                  <a:gd name="T26" fmla="*/ 52 w 59"/>
                  <a:gd name="T27" fmla="*/ 105 h 206"/>
                  <a:gd name="T28" fmla="*/ 54 w 59"/>
                  <a:gd name="T29" fmla="*/ 130 h 206"/>
                  <a:gd name="T30" fmla="*/ 57 w 59"/>
                  <a:gd name="T31" fmla="*/ 155 h 206"/>
                  <a:gd name="T32" fmla="*/ 58 w 59"/>
                  <a:gd name="T33" fmla="*/ 182 h 206"/>
                  <a:gd name="T34" fmla="*/ 59 w 59"/>
                  <a:gd name="T35" fmla="*/ 206 h 206"/>
                  <a:gd name="T36" fmla="*/ 24 w 59"/>
                  <a:gd name="T37" fmla="*/ 19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9"/>
                  <a:gd name="T58" fmla="*/ 0 h 206"/>
                  <a:gd name="T59" fmla="*/ 59 w 59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9" h="206">
                    <a:moveTo>
                      <a:pt x="24" y="199"/>
                    </a:moveTo>
                    <a:lnTo>
                      <a:pt x="24" y="174"/>
                    </a:lnTo>
                    <a:lnTo>
                      <a:pt x="23" y="151"/>
                    </a:lnTo>
                    <a:lnTo>
                      <a:pt x="21" y="127"/>
                    </a:lnTo>
                    <a:lnTo>
                      <a:pt x="17" y="103"/>
                    </a:lnTo>
                    <a:lnTo>
                      <a:pt x="15" y="78"/>
                    </a:lnTo>
                    <a:lnTo>
                      <a:pt x="11" y="54"/>
                    </a:lnTo>
                    <a:lnTo>
                      <a:pt x="6" y="30"/>
                    </a:lnTo>
                    <a:lnTo>
                      <a:pt x="0" y="4"/>
                    </a:lnTo>
                    <a:lnTo>
                      <a:pt x="33" y="0"/>
                    </a:lnTo>
                    <a:lnTo>
                      <a:pt x="39" y="26"/>
                    </a:lnTo>
                    <a:lnTo>
                      <a:pt x="43" y="53"/>
                    </a:lnTo>
                    <a:lnTo>
                      <a:pt x="48" y="79"/>
                    </a:lnTo>
                    <a:lnTo>
                      <a:pt x="52" y="105"/>
                    </a:lnTo>
                    <a:lnTo>
                      <a:pt x="54" y="130"/>
                    </a:lnTo>
                    <a:lnTo>
                      <a:pt x="57" y="155"/>
                    </a:lnTo>
                    <a:lnTo>
                      <a:pt x="58" y="182"/>
                    </a:lnTo>
                    <a:lnTo>
                      <a:pt x="59" y="206"/>
                    </a:lnTo>
                    <a:lnTo>
                      <a:pt x="24" y="19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7" name="Freeform 99"/>
              <p:cNvSpPr>
                <a:spLocks/>
              </p:cNvSpPr>
              <p:nvPr/>
            </p:nvSpPr>
            <p:spPr bwMode="auto">
              <a:xfrm>
                <a:off x="4154" y="2295"/>
                <a:ext cx="34" cy="31"/>
              </a:xfrm>
              <a:custGeom>
                <a:avLst/>
                <a:gdLst>
                  <a:gd name="T0" fmla="*/ 34 w 34"/>
                  <a:gd name="T1" fmla="*/ 8 h 31"/>
                  <a:gd name="T2" fmla="*/ 34 w 34"/>
                  <a:gd name="T3" fmla="*/ 31 h 31"/>
                  <a:gd name="T4" fmla="*/ 0 w 34"/>
                  <a:gd name="T5" fmla="*/ 22 h 31"/>
                  <a:gd name="T6" fmla="*/ 0 w 34"/>
                  <a:gd name="T7" fmla="*/ 0 h 31"/>
                  <a:gd name="T8" fmla="*/ 34 w 34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1"/>
                  <a:gd name="T17" fmla="*/ 34 w 34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1">
                    <a:moveTo>
                      <a:pt x="34" y="8"/>
                    </a:moveTo>
                    <a:lnTo>
                      <a:pt x="34" y="31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8" name="Freeform 100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79" name="Freeform 101"/>
              <p:cNvSpPr>
                <a:spLocks/>
              </p:cNvSpPr>
              <p:nvPr/>
            </p:nvSpPr>
            <p:spPr bwMode="auto">
              <a:xfrm>
                <a:off x="4026" y="1811"/>
                <a:ext cx="32" cy="176"/>
              </a:xfrm>
              <a:custGeom>
                <a:avLst/>
                <a:gdLst>
                  <a:gd name="T0" fmla="*/ 3 w 32"/>
                  <a:gd name="T1" fmla="*/ 18 h 176"/>
                  <a:gd name="T2" fmla="*/ 12 w 32"/>
                  <a:gd name="T3" fmla="*/ 15 h 176"/>
                  <a:gd name="T4" fmla="*/ 32 w 32"/>
                  <a:gd name="T5" fmla="*/ 176 h 176"/>
                  <a:gd name="T6" fmla="*/ 23 w 32"/>
                  <a:gd name="T7" fmla="*/ 176 h 176"/>
                  <a:gd name="T8" fmla="*/ 2 w 32"/>
                  <a:gd name="T9" fmla="*/ 14 h 176"/>
                  <a:gd name="T10" fmla="*/ 9 w 32"/>
                  <a:gd name="T11" fmla="*/ 10 h 176"/>
                  <a:gd name="T12" fmla="*/ 2 w 32"/>
                  <a:gd name="T13" fmla="*/ 14 h 176"/>
                  <a:gd name="T14" fmla="*/ 0 w 32"/>
                  <a:gd name="T15" fmla="*/ 0 h 176"/>
                  <a:gd name="T16" fmla="*/ 9 w 32"/>
                  <a:gd name="T17" fmla="*/ 10 h 176"/>
                  <a:gd name="T18" fmla="*/ 3 w 32"/>
                  <a:gd name="T19" fmla="*/ 1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"/>
                  <a:gd name="T31" fmla="*/ 0 h 176"/>
                  <a:gd name="T32" fmla="*/ 32 w 32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" h="176">
                    <a:moveTo>
                      <a:pt x="3" y="18"/>
                    </a:moveTo>
                    <a:lnTo>
                      <a:pt x="12" y="15"/>
                    </a:lnTo>
                    <a:lnTo>
                      <a:pt x="32" y="176"/>
                    </a:lnTo>
                    <a:lnTo>
                      <a:pt x="23" y="176"/>
                    </a:lnTo>
                    <a:lnTo>
                      <a:pt x="2" y="14"/>
                    </a:lnTo>
                    <a:lnTo>
                      <a:pt x="9" y="10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9" y="10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0" name="Freeform 102"/>
              <p:cNvSpPr>
                <a:spLocks/>
              </p:cNvSpPr>
              <p:nvPr/>
            </p:nvSpPr>
            <p:spPr bwMode="auto">
              <a:xfrm>
                <a:off x="4030" y="1822"/>
                <a:ext cx="113" cy="129"/>
              </a:xfrm>
              <a:custGeom>
                <a:avLst/>
                <a:gdLst>
                  <a:gd name="T0" fmla="*/ 103 w 113"/>
                  <a:gd name="T1" fmla="*/ 118 h 129"/>
                  <a:gd name="T2" fmla="*/ 102 w 113"/>
                  <a:gd name="T3" fmla="*/ 126 h 129"/>
                  <a:gd name="T4" fmla="*/ 0 w 113"/>
                  <a:gd name="T5" fmla="*/ 7 h 129"/>
                  <a:gd name="T6" fmla="*/ 5 w 113"/>
                  <a:gd name="T7" fmla="*/ 0 h 129"/>
                  <a:gd name="T8" fmla="*/ 108 w 113"/>
                  <a:gd name="T9" fmla="*/ 120 h 129"/>
                  <a:gd name="T10" fmla="*/ 108 w 113"/>
                  <a:gd name="T11" fmla="*/ 129 h 129"/>
                  <a:gd name="T12" fmla="*/ 108 w 113"/>
                  <a:gd name="T13" fmla="*/ 120 h 129"/>
                  <a:gd name="T14" fmla="*/ 113 w 113"/>
                  <a:gd name="T15" fmla="*/ 125 h 129"/>
                  <a:gd name="T16" fmla="*/ 108 w 113"/>
                  <a:gd name="T17" fmla="*/ 129 h 129"/>
                  <a:gd name="T18" fmla="*/ 103 w 113"/>
                  <a:gd name="T19" fmla="*/ 118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3"/>
                  <a:gd name="T31" fmla="*/ 0 h 129"/>
                  <a:gd name="T32" fmla="*/ 113 w 11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3" h="129">
                    <a:moveTo>
                      <a:pt x="103" y="118"/>
                    </a:moveTo>
                    <a:lnTo>
                      <a:pt x="102" y="126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08" y="120"/>
                    </a:lnTo>
                    <a:lnTo>
                      <a:pt x="108" y="129"/>
                    </a:lnTo>
                    <a:lnTo>
                      <a:pt x="108" y="120"/>
                    </a:lnTo>
                    <a:lnTo>
                      <a:pt x="113" y="125"/>
                    </a:lnTo>
                    <a:lnTo>
                      <a:pt x="108" y="129"/>
                    </a:lnTo>
                    <a:lnTo>
                      <a:pt x="103" y="1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1" name="Freeform 103"/>
              <p:cNvSpPr>
                <a:spLocks/>
              </p:cNvSpPr>
              <p:nvPr/>
            </p:nvSpPr>
            <p:spPr bwMode="auto">
              <a:xfrm>
                <a:off x="4053" y="1941"/>
                <a:ext cx="87" cy="54"/>
              </a:xfrm>
              <a:custGeom>
                <a:avLst/>
                <a:gdLst>
                  <a:gd name="T0" fmla="*/ 8 w 87"/>
                  <a:gd name="T1" fmla="*/ 46 h 54"/>
                  <a:gd name="T2" fmla="*/ 2 w 87"/>
                  <a:gd name="T3" fmla="*/ 41 h 54"/>
                  <a:gd name="T4" fmla="*/ 83 w 87"/>
                  <a:gd name="T5" fmla="*/ 0 h 54"/>
                  <a:gd name="T6" fmla="*/ 87 w 87"/>
                  <a:gd name="T7" fmla="*/ 10 h 54"/>
                  <a:gd name="T8" fmla="*/ 6 w 87"/>
                  <a:gd name="T9" fmla="*/ 51 h 54"/>
                  <a:gd name="T10" fmla="*/ 0 w 87"/>
                  <a:gd name="T11" fmla="*/ 46 h 54"/>
                  <a:gd name="T12" fmla="*/ 6 w 87"/>
                  <a:gd name="T13" fmla="*/ 51 h 54"/>
                  <a:gd name="T14" fmla="*/ 1 w 87"/>
                  <a:gd name="T15" fmla="*/ 54 h 54"/>
                  <a:gd name="T16" fmla="*/ 0 w 87"/>
                  <a:gd name="T17" fmla="*/ 46 h 54"/>
                  <a:gd name="T18" fmla="*/ 8 w 87"/>
                  <a:gd name="T19" fmla="*/ 46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54"/>
                  <a:gd name="T32" fmla="*/ 87 w 87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54">
                    <a:moveTo>
                      <a:pt x="8" y="46"/>
                    </a:moveTo>
                    <a:lnTo>
                      <a:pt x="2" y="41"/>
                    </a:lnTo>
                    <a:lnTo>
                      <a:pt x="83" y="0"/>
                    </a:lnTo>
                    <a:lnTo>
                      <a:pt x="87" y="10"/>
                    </a:lnTo>
                    <a:lnTo>
                      <a:pt x="6" y="51"/>
                    </a:lnTo>
                    <a:lnTo>
                      <a:pt x="0" y="46"/>
                    </a:lnTo>
                    <a:lnTo>
                      <a:pt x="6" y="51"/>
                    </a:lnTo>
                    <a:lnTo>
                      <a:pt x="1" y="54"/>
                    </a:lnTo>
                    <a:lnTo>
                      <a:pt x="0" y="46"/>
                    </a:lnTo>
                    <a:lnTo>
                      <a:pt x="8" y="4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2" name="Freeform 104"/>
              <p:cNvSpPr>
                <a:spLocks/>
              </p:cNvSpPr>
              <p:nvPr/>
            </p:nvSpPr>
            <p:spPr bwMode="auto">
              <a:xfrm>
                <a:off x="4036" y="1851"/>
                <a:ext cx="31" cy="31"/>
              </a:xfrm>
              <a:custGeom>
                <a:avLst/>
                <a:gdLst>
                  <a:gd name="T0" fmla="*/ 8 w 31"/>
                  <a:gd name="T1" fmla="*/ 31 h 31"/>
                  <a:gd name="T2" fmla="*/ 0 w 31"/>
                  <a:gd name="T3" fmla="*/ 14 h 31"/>
                  <a:gd name="T4" fmla="*/ 24 w 31"/>
                  <a:gd name="T5" fmla="*/ 0 h 31"/>
                  <a:gd name="T6" fmla="*/ 31 w 31"/>
                  <a:gd name="T7" fmla="*/ 17 h 31"/>
                  <a:gd name="T8" fmla="*/ 8 w 31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8" y="31"/>
                    </a:moveTo>
                    <a:lnTo>
                      <a:pt x="0" y="14"/>
                    </a:lnTo>
                    <a:lnTo>
                      <a:pt x="24" y="0"/>
                    </a:lnTo>
                    <a:lnTo>
                      <a:pt x="31" y="17"/>
                    </a:ln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3" name="Freeform 105"/>
              <p:cNvSpPr>
                <a:spLocks/>
              </p:cNvSpPr>
              <p:nvPr/>
            </p:nvSpPr>
            <p:spPr bwMode="auto">
              <a:xfrm>
                <a:off x="4049" y="1869"/>
                <a:ext cx="103" cy="231"/>
              </a:xfrm>
              <a:custGeom>
                <a:avLst/>
                <a:gdLst>
                  <a:gd name="T0" fmla="*/ 77 w 103"/>
                  <a:gd name="T1" fmla="*/ 231 h 231"/>
                  <a:gd name="T2" fmla="*/ 77 w 103"/>
                  <a:gd name="T3" fmla="*/ 231 h 231"/>
                  <a:gd name="T4" fmla="*/ 62 w 103"/>
                  <a:gd name="T5" fmla="*/ 173 h 231"/>
                  <a:gd name="T6" fmla="*/ 44 w 103"/>
                  <a:gd name="T7" fmla="*/ 119 h 231"/>
                  <a:gd name="T8" fmla="*/ 24 w 103"/>
                  <a:gd name="T9" fmla="*/ 66 h 231"/>
                  <a:gd name="T10" fmla="*/ 0 w 103"/>
                  <a:gd name="T11" fmla="*/ 14 h 231"/>
                  <a:gd name="T12" fmla="*/ 23 w 103"/>
                  <a:gd name="T13" fmla="*/ 0 h 231"/>
                  <a:gd name="T14" fmla="*/ 46 w 103"/>
                  <a:gd name="T15" fmla="*/ 55 h 231"/>
                  <a:gd name="T16" fmla="*/ 70 w 103"/>
                  <a:gd name="T17" fmla="*/ 110 h 231"/>
                  <a:gd name="T18" fmla="*/ 87 w 103"/>
                  <a:gd name="T19" fmla="*/ 168 h 231"/>
                  <a:gd name="T20" fmla="*/ 103 w 103"/>
                  <a:gd name="T21" fmla="*/ 228 h 231"/>
                  <a:gd name="T22" fmla="*/ 77 w 103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231"/>
                  <a:gd name="T38" fmla="*/ 103 w 103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3"/>
                    </a:lnTo>
                    <a:lnTo>
                      <a:pt x="44" y="119"/>
                    </a:lnTo>
                    <a:lnTo>
                      <a:pt x="24" y="66"/>
                    </a:lnTo>
                    <a:lnTo>
                      <a:pt x="0" y="14"/>
                    </a:lnTo>
                    <a:lnTo>
                      <a:pt x="23" y="0"/>
                    </a:lnTo>
                    <a:lnTo>
                      <a:pt x="46" y="55"/>
                    </a:lnTo>
                    <a:lnTo>
                      <a:pt x="70" y="110"/>
                    </a:lnTo>
                    <a:lnTo>
                      <a:pt x="87" y="168"/>
                    </a:lnTo>
                    <a:lnTo>
                      <a:pt x="103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4" name="Freeform 106"/>
              <p:cNvSpPr>
                <a:spLocks/>
              </p:cNvSpPr>
              <p:nvPr/>
            </p:nvSpPr>
            <p:spPr bwMode="auto">
              <a:xfrm>
                <a:off x="4129" y="2097"/>
                <a:ext cx="54" cy="205"/>
              </a:xfrm>
              <a:custGeom>
                <a:avLst/>
                <a:gdLst>
                  <a:gd name="T0" fmla="*/ 25 w 54"/>
                  <a:gd name="T1" fmla="*/ 199 h 205"/>
                  <a:gd name="T2" fmla="*/ 25 w 54"/>
                  <a:gd name="T3" fmla="*/ 174 h 205"/>
                  <a:gd name="T4" fmla="*/ 23 w 54"/>
                  <a:gd name="T5" fmla="*/ 151 h 205"/>
                  <a:gd name="T6" fmla="*/ 21 w 54"/>
                  <a:gd name="T7" fmla="*/ 126 h 205"/>
                  <a:gd name="T8" fmla="*/ 19 w 54"/>
                  <a:gd name="T9" fmla="*/ 101 h 205"/>
                  <a:gd name="T10" fmla="*/ 15 w 54"/>
                  <a:gd name="T11" fmla="*/ 78 h 205"/>
                  <a:gd name="T12" fmla="*/ 11 w 54"/>
                  <a:gd name="T13" fmla="*/ 52 h 205"/>
                  <a:gd name="T14" fmla="*/ 6 w 54"/>
                  <a:gd name="T15" fmla="*/ 28 h 205"/>
                  <a:gd name="T16" fmla="*/ 0 w 54"/>
                  <a:gd name="T17" fmla="*/ 3 h 205"/>
                  <a:gd name="T18" fmla="*/ 28 w 54"/>
                  <a:gd name="T19" fmla="*/ 0 h 205"/>
                  <a:gd name="T20" fmla="*/ 34 w 54"/>
                  <a:gd name="T21" fmla="*/ 26 h 205"/>
                  <a:gd name="T22" fmla="*/ 38 w 54"/>
                  <a:gd name="T23" fmla="*/ 52 h 205"/>
                  <a:gd name="T24" fmla="*/ 43 w 54"/>
                  <a:gd name="T25" fmla="*/ 79 h 205"/>
                  <a:gd name="T26" fmla="*/ 46 w 54"/>
                  <a:gd name="T27" fmla="*/ 104 h 205"/>
                  <a:gd name="T28" fmla="*/ 50 w 54"/>
                  <a:gd name="T29" fmla="*/ 129 h 205"/>
                  <a:gd name="T30" fmla="*/ 52 w 54"/>
                  <a:gd name="T31" fmla="*/ 155 h 205"/>
                  <a:gd name="T32" fmla="*/ 53 w 54"/>
                  <a:gd name="T33" fmla="*/ 179 h 205"/>
                  <a:gd name="T34" fmla="*/ 54 w 54"/>
                  <a:gd name="T35" fmla="*/ 205 h 205"/>
                  <a:gd name="T36" fmla="*/ 25 w 54"/>
                  <a:gd name="T37" fmla="*/ 199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"/>
                  <a:gd name="T58" fmla="*/ 0 h 205"/>
                  <a:gd name="T59" fmla="*/ 54 w 54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" h="205">
                    <a:moveTo>
                      <a:pt x="25" y="199"/>
                    </a:moveTo>
                    <a:lnTo>
                      <a:pt x="25" y="174"/>
                    </a:lnTo>
                    <a:lnTo>
                      <a:pt x="23" y="151"/>
                    </a:lnTo>
                    <a:lnTo>
                      <a:pt x="21" y="126"/>
                    </a:lnTo>
                    <a:lnTo>
                      <a:pt x="19" y="101"/>
                    </a:lnTo>
                    <a:lnTo>
                      <a:pt x="15" y="78"/>
                    </a:lnTo>
                    <a:lnTo>
                      <a:pt x="11" y="52"/>
                    </a:lnTo>
                    <a:lnTo>
                      <a:pt x="6" y="28"/>
                    </a:lnTo>
                    <a:lnTo>
                      <a:pt x="0" y="3"/>
                    </a:lnTo>
                    <a:lnTo>
                      <a:pt x="28" y="0"/>
                    </a:lnTo>
                    <a:lnTo>
                      <a:pt x="34" y="26"/>
                    </a:lnTo>
                    <a:lnTo>
                      <a:pt x="38" y="52"/>
                    </a:lnTo>
                    <a:lnTo>
                      <a:pt x="43" y="79"/>
                    </a:lnTo>
                    <a:lnTo>
                      <a:pt x="46" y="104"/>
                    </a:lnTo>
                    <a:lnTo>
                      <a:pt x="50" y="129"/>
                    </a:lnTo>
                    <a:lnTo>
                      <a:pt x="52" y="155"/>
                    </a:lnTo>
                    <a:lnTo>
                      <a:pt x="53" y="179"/>
                    </a:lnTo>
                    <a:lnTo>
                      <a:pt x="54" y="205"/>
                    </a:lnTo>
                    <a:lnTo>
                      <a:pt x="25" y="19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5" name="Freeform 107"/>
              <p:cNvSpPr>
                <a:spLocks/>
              </p:cNvSpPr>
              <p:nvPr/>
            </p:nvSpPr>
            <p:spPr bwMode="auto">
              <a:xfrm>
                <a:off x="4157" y="2297"/>
                <a:ext cx="28" cy="24"/>
              </a:xfrm>
              <a:custGeom>
                <a:avLst/>
                <a:gdLst>
                  <a:gd name="T0" fmla="*/ 28 w 28"/>
                  <a:gd name="T1" fmla="*/ 6 h 24"/>
                  <a:gd name="T2" fmla="*/ 28 w 28"/>
                  <a:gd name="T3" fmla="*/ 24 h 24"/>
                  <a:gd name="T4" fmla="*/ 0 w 28"/>
                  <a:gd name="T5" fmla="*/ 18 h 24"/>
                  <a:gd name="T6" fmla="*/ 0 w 28"/>
                  <a:gd name="T7" fmla="*/ 0 h 24"/>
                  <a:gd name="T8" fmla="*/ 28 w 28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4"/>
                  <a:gd name="T17" fmla="*/ 28 w 28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4">
                    <a:moveTo>
                      <a:pt x="28" y="6"/>
                    </a:moveTo>
                    <a:lnTo>
                      <a:pt x="28" y="24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6" name="Freeform 108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7" name="Freeform 109"/>
              <p:cNvSpPr>
                <a:spLocks/>
              </p:cNvSpPr>
              <p:nvPr/>
            </p:nvSpPr>
            <p:spPr bwMode="auto">
              <a:xfrm>
                <a:off x="4002" y="1766"/>
                <a:ext cx="46" cy="185"/>
              </a:xfrm>
              <a:custGeom>
                <a:avLst/>
                <a:gdLst>
                  <a:gd name="T0" fmla="*/ 7 w 46"/>
                  <a:gd name="T1" fmla="*/ 31 h 185"/>
                  <a:gd name="T2" fmla="*/ 18 w 46"/>
                  <a:gd name="T3" fmla="*/ 24 h 185"/>
                  <a:gd name="T4" fmla="*/ 46 w 46"/>
                  <a:gd name="T5" fmla="*/ 185 h 185"/>
                  <a:gd name="T6" fmla="*/ 31 w 46"/>
                  <a:gd name="T7" fmla="*/ 185 h 185"/>
                  <a:gd name="T8" fmla="*/ 5 w 46"/>
                  <a:gd name="T9" fmla="*/ 24 h 185"/>
                  <a:gd name="T10" fmla="*/ 15 w 46"/>
                  <a:gd name="T11" fmla="*/ 18 h 185"/>
                  <a:gd name="T12" fmla="*/ 5 w 46"/>
                  <a:gd name="T13" fmla="*/ 24 h 185"/>
                  <a:gd name="T14" fmla="*/ 0 w 46"/>
                  <a:gd name="T15" fmla="*/ 0 h 185"/>
                  <a:gd name="T16" fmla="*/ 15 w 46"/>
                  <a:gd name="T17" fmla="*/ 18 h 185"/>
                  <a:gd name="T18" fmla="*/ 7 w 46"/>
                  <a:gd name="T19" fmla="*/ 31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185"/>
                  <a:gd name="T32" fmla="*/ 46 w 46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185">
                    <a:moveTo>
                      <a:pt x="7" y="31"/>
                    </a:moveTo>
                    <a:lnTo>
                      <a:pt x="18" y="24"/>
                    </a:lnTo>
                    <a:lnTo>
                      <a:pt x="46" y="185"/>
                    </a:lnTo>
                    <a:lnTo>
                      <a:pt x="31" y="185"/>
                    </a:lnTo>
                    <a:lnTo>
                      <a:pt x="5" y="24"/>
                    </a:lnTo>
                    <a:lnTo>
                      <a:pt x="15" y="18"/>
                    </a:lnTo>
                    <a:lnTo>
                      <a:pt x="5" y="24"/>
                    </a:lnTo>
                    <a:lnTo>
                      <a:pt x="0" y="0"/>
                    </a:lnTo>
                    <a:lnTo>
                      <a:pt x="15" y="18"/>
                    </a:lnTo>
                    <a:lnTo>
                      <a:pt x="7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8" name="Freeform 110"/>
              <p:cNvSpPr>
                <a:spLocks/>
              </p:cNvSpPr>
              <p:nvPr/>
            </p:nvSpPr>
            <p:spPr bwMode="auto">
              <a:xfrm>
                <a:off x="4010" y="1784"/>
                <a:ext cx="123" cy="129"/>
              </a:xfrm>
              <a:custGeom>
                <a:avLst/>
                <a:gdLst>
                  <a:gd name="T0" fmla="*/ 104 w 123"/>
                  <a:gd name="T1" fmla="*/ 111 h 129"/>
                  <a:gd name="T2" fmla="*/ 104 w 123"/>
                  <a:gd name="T3" fmla="*/ 127 h 129"/>
                  <a:gd name="T4" fmla="*/ 0 w 123"/>
                  <a:gd name="T5" fmla="*/ 15 h 129"/>
                  <a:gd name="T6" fmla="*/ 6 w 123"/>
                  <a:gd name="T7" fmla="*/ 0 h 129"/>
                  <a:gd name="T8" fmla="*/ 112 w 123"/>
                  <a:gd name="T9" fmla="*/ 113 h 129"/>
                  <a:gd name="T10" fmla="*/ 112 w 123"/>
                  <a:gd name="T11" fmla="*/ 129 h 129"/>
                  <a:gd name="T12" fmla="*/ 112 w 123"/>
                  <a:gd name="T13" fmla="*/ 113 h 129"/>
                  <a:gd name="T14" fmla="*/ 123 w 123"/>
                  <a:gd name="T15" fmla="*/ 124 h 129"/>
                  <a:gd name="T16" fmla="*/ 112 w 123"/>
                  <a:gd name="T17" fmla="*/ 129 h 129"/>
                  <a:gd name="T18" fmla="*/ 104 w 123"/>
                  <a:gd name="T19" fmla="*/ 111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9"/>
                  <a:gd name="T32" fmla="*/ 123 w 12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9">
                    <a:moveTo>
                      <a:pt x="104" y="111"/>
                    </a:moveTo>
                    <a:lnTo>
                      <a:pt x="104" y="127"/>
                    </a:lnTo>
                    <a:lnTo>
                      <a:pt x="0" y="15"/>
                    </a:lnTo>
                    <a:lnTo>
                      <a:pt x="6" y="0"/>
                    </a:lnTo>
                    <a:lnTo>
                      <a:pt x="112" y="113"/>
                    </a:lnTo>
                    <a:lnTo>
                      <a:pt x="112" y="129"/>
                    </a:lnTo>
                    <a:lnTo>
                      <a:pt x="112" y="113"/>
                    </a:lnTo>
                    <a:lnTo>
                      <a:pt x="123" y="124"/>
                    </a:lnTo>
                    <a:lnTo>
                      <a:pt x="112" y="129"/>
                    </a:lnTo>
                    <a:lnTo>
                      <a:pt x="104" y="11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89" name="Freeform 111"/>
              <p:cNvSpPr>
                <a:spLocks/>
              </p:cNvSpPr>
              <p:nvPr/>
            </p:nvSpPr>
            <p:spPr bwMode="auto">
              <a:xfrm>
                <a:off x="4034" y="1895"/>
                <a:ext cx="89" cy="74"/>
              </a:xfrm>
              <a:custGeom>
                <a:avLst/>
                <a:gdLst>
                  <a:gd name="T0" fmla="*/ 15 w 89"/>
                  <a:gd name="T1" fmla="*/ 58 h 74"/>
                  <a:gd name="T2" fmla="*/ 2 w 89"/>
                  <a:gd name="T3" fmla="*/ 48 h 74"/>
                  <a:gd name="T4" fmla="*/ 82 w 89"/>
                  <a:gd name="T5" fmla="*/ 0 h 74"/>
                  <a:gd name="T6" fmla="*/ 89 w 89"/>
                  <a:gd name="T7" fmla="*/ 19 h 74"/>
                  <a:gd name="T8" fmla="*/ 11 w 89"/>
                  <a:gd name="T9" fmla="*/ 67 h 74"/>
                  <a:gd name="T10" fmla="*/ 0 w 89"/>
                  <a:gd name="T11" fmla="*/ 58 h 74"/>
                  <a:gd name="T12" fmla="*/ 11 w 89"/>
                  <a:gd name="T13" fmla="*/ 67 h 74"/>
                  <a:gd name="T14" fmla="*/ 2 w 89"/>
                  <a:gd name="T15" fmla="*/ 74 h 74"/>
                  <a:gd name="T16" fmla="*/ 0 w 89"/>
                  <a:gd name="T17" fmla="*/ 58 h 74"/>
                  <a:gd name="T18" fmla="*/ 15 w 89"/>
                  <a:gd name="T19" fmla="*/ 58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4"/>
                  <a:gd name="T32" fmla="*/ 89 w 89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4">
                    <a:moveTo>
                      <a:pt x="15" y="58"/>
                    </a:moveTo>
                    <a:lnTo>
                      <a:pt x="2" y="48"/>
                    </a:lnTo>
                    <a:lnTo>
                      <a:pt x="82" y="0"/>
                    </a:lnTo>
                    <a:lnTo>
                      <a:pt x="89" y="19"/>
                    </a:lnTo>
                    <a:lnTo>
                      <a:pt x="11" y="67"/>
                    </a:lnTo>
                    <a:lnTo>
                      <a:pt x="0" y="58"/>
                    </a:lnTo>
                    <a:lnTo>
                      <a:pt x="11" y="67"/>
                    </a:lnTo>
                    <a:lnTo>
                      <a:pt x="2" y="74"/>
                    </a:lnTo>
                    <a:lnTo>
                      <a:pt x="0" y="58"/>
                    </a:lnTo>
                    <a:lnTo>
                      <a:pt x="15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0" name="Freeform 112"/>
              <p:cNvSpPr>
                <a:spLocks/>
              </p:cNvSpPr>
              <p:nvPr/>
            </p:nvSpPr>
            <p:spPr bwMode="auto">
              <a:xfrm>
                <a:off x="4015" y="1812"/>
                <a:ext cx="36" cy="38"/>
              </a:xfrm>
              <a:custGeom>
                <a:avLst/>
                <a:gdLst>
                  <a:gd name="T0" fmla="*/ 10 w 36"/>
                  <a:gd name="T1" fmla="*/ 38 h 38"/>
                  <a:gd name="T2" fmla="*/ 0 w 36"/>
                  <a:gd name="T3" fmla="*/ 18 h 38"/>
                  <a:gd name="T4" fmla="*/ 26 w 36"/>
                  <a:gd name="T5" fmla="*/ 0 h 38"/>
                  <a:gd name="T6" fmla="*/ 36 w 36"/>
                  <a:gd name="T7" fmla="*/ 20 h 38"/>
                  <a:gd name="T8" fmla="*/ 10 w 36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8"/>
                  <a:gd name="T17" fmla="*/ 36 w 36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8">
                    <a:moveTo>
                      <a:pt x="10" y="38"/>
                    </a:moveTo>
                    <a:lnTo>
                      <a:pt x="0" y="18"/>
                    </a:lnTo>
                    <a:lnTo>
                      <a:pt x="26" y="0"/>
                    </a:lnTo>
                    <a:lnTo>
                      <a:pt x="36" y="20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1" name="Freeform 113"/>
              <p:cNvSpPr>
                <a:spLocks/>
              </p:cNvSpPr>
              <p:nvPr/>
            </p:nvSpPr>
            <p:spPr bwMode="auto">
              <a:xfrm>
                <a:off x="4028" y="1832"/>
                <a:ext cx="115" cy="232"/>
              </a:xfrm>
              <a:custGeom>
                <a:avLst/>
                <a:gdLst>
                  <a:gd name="T0" fmla="*/ 83 w 115"/>
                  <a:gd name="T1" fmla="*/ 232 h 232"/>
                  <a:gd name="T2" fmla="*/ 83 w 115"/>
                  <a:gd name="T3" fmla="*/ 232 h 232"/>
                  <a:gd name="T4" fmla="*/ 76 w 115"/>
                  <a:gd name="T5" fmla="*/ 204 h 232"/>
                  <a:gd name="T6" fmla="*/ 66 w 115"/>
                  <a:gd name="T7" fmla="*/ 175 h 232"/>
                  <a:gd name="T8" fmla="*/ 57 w 115"/>
                  <a:gd name="T9" fmla="*/ 149 h 232"/>
                  <a:gd name="T10" fmla="*/ 47 w 115"/>
                  <a:gd name="T11" fmla="*/ 122 h 232"/>
                  <a:gd name="T12" fmla="*/ 36 w 115"/>
                  <a:gd name="T13" fmla="*/ 95 h 232"/>
                  <a:gd name="T14" fmla="*/ 25 w 115"/>
                  <a:gd name="T15" fmla="*/ 69 h 232"/>
                  <a:gd name="T16" fmla="*/ 13 w 115"/>
                  <a:gd name="T17" fmla="*/ 44 h 232"/>
                  <a:gd name="T18" fmla="*/ 0 w 115"/>
                  <a:gd name="T19" fmla="*/ 19 h 232"/>
                  <a:gd name="T20" fmla="*/ 26 w 115"/>
                  <a:gd name="T21" fmla="*/ 0 h 232"/>
                  <a:gd name="T22" fmla="*/ 39 w 115"/>
                  <a:gd name="T23" fmla="*/ 26 h 232"/>
                  <a:gd name="T24" fmla="*/ 51 w 115"/>
                  <a:gd name="T25" fmla="*/ 53 h 232"/>
                  <a:gd name="T26" fmla="*/ 64 w 115"/>
                  <a:gd name="T27" fmla="*/ 81 h 232"/>
                  <a:gd name="T28" fmla="*/ 76 w 115"/>
                  <a:gd name="T29" fmla="*/ 110 h 232"/>
                  <a:gd name="T30" fmla="*/ 88 w 115"/>
                  <a:gd name="T31" fmla="*/ 137 h 232"/>
                  <a:gd name="T32" fmla="*/ 97 w 115"/>
                  <a:gd name="T33" fmla="*/ 167 h 232"/>
                  <a:gd name="T34" fmla="*/ 107 w 115"/>
                  <a:gd name="T35" fmla="*/ 196 h 232"/>
                  <a:gd name="T36" fmla="*/ 115 w 115"/>
                  <a:gd name="T37" fmla="*/ 227 h 232"/>
                  <a:gd name="T38" fmla="*/ 83 w 115"/>
                  <a:gd name="T39" fmla="*/ 232 h 2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5"/>
                  <a:gd name="T61" fmla="*/ 0 h 232"/>
                  <a:gd name="T62" fmla="*/ 115 w 115"/>
                  <a:gd name="T63" fmla="*/ 232 h 2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5" h="232">
                    <a:moveTo>
                      <a:pt x="83" y="232"/>
                    </a:moveTo>
                    <a:lnTo>
                      <a:pt x="83" y="232"/>
                    </a:lnTo>
                    <a:lnTo>
                      <a:pt x="76" y="204"/>
                    </a:lnTo>
                    <a:lnTo>
                      <a:pt x="66" y="175"/>
                    </a:lnTo>
                    <a:lnTo>
                      <a:pt x="57" y="149"/>
                    </a:lnTo>
                    <a:lnTo>
                      <a:pt x="47" y="122"/>
                    </a:lnTo>
                    <a:lnTo>
                      <a:pt x="36" y="95"/>
                    </a:lnTo>
                    <a:lnTo>
                      <a:pt x="25" y="69"/>
                    </a:lnTo>
                    <a:lnTo>
                      <a:pt x="13" y="44"/>
                    </a:lnTo>
                    <a:lnTo>
                      <a:pt x="0" y="19"/>
                    </a:lnTo>
                    <a:lnTo>
                      <a:pt x="26" y="0"/>
                    </a:lnTo>
                    <a:lnTo>
                      <a:pt x="39" y="26"/>
                    </a:lnTo>
                    <a:lnTo>
                      <a:pt x="51" y="53"/>
                    </a:lnTo>
                    <a:lnTo>
                      <a:pt x="64" y="81"/>
                    </a:lnTo>
                    <a:lnTo>
                      <a:pt x="76" y="110"/>
                    </a:lnTo>
                    <a:lnTo>
                      <a:pt x="88" y="137"/>
                    </a:lnTo>
                    <a:lnTo>
                      <a:pt x="97" y="167"/>
                    </a:lnTo>
                    <a:lnTo>
                      <a:pt x="107" y="196"/>
                    </a:lnTo>
                    <a:lnTo>
                      <a:pt x="115" y="227"/>
                    </a:lnTo>
                    <a:lnTo>
                      <a:pt x="83" y="2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2" name="Freeform 114"/>
              <p:cNvSpPr>
                <a:spLocks/>
              </p:cNvSpPr>
              <p:nvPr/>
            </p:nvSpPr>
            <p:spPr bwMode="auto">
              <a:xfrm>
                <a:off x="4118" y="2060"/>
                <a:ext cx="65" cy="205"/>
              </a:xfrm>
              <a:custGeom>
                <a:avLst/>
                <a:gdLst>
                  <a:gd name="T0" fmla="*/ 32 w 65"/>
                  <a:gd name="T1" fmla="*/ 198 h 205"/>
                  <a:gd name="T2" fmla="*/ 30 w 65"/>
                  <a:gd name="T3" fmla="*/ 175 h 205"/>
                  <a:gd name="T4" fmla="*/ 26 w 65"/>
                  <a:gd name="T5" fmla="*/ 150 h 205"/>
                  <a:gd name="T6" fmla="*/ 24 w 65"/>
                  <a:gd name="T7" fmla="*/ 127 h 205"/>
                  <a:gd name="T8" fmla="*/ 20 w 65"/>
                  <a:gd name="T9" fmla="*/ 102 h 205"/>
                  <a:gd name="T10" fmla="*/ 16 w 65"/>
                  <a:gd name="T11" fmla="*/ 78 h 205"/>
                  <a:gd name="T12" fmla="*/ 10 w 65"/>
                  <a:gd name="T13" fmla="*/ 54 h 205"/>
                  <a:gd name="T14" fmla="*/ 5 w 65"/>
                  <a:gd name="T15" fmla="*/ 29 h 205"/>
                  <a:gd name="T16" fmla="*/ 0 w 65"/>
                  <a:gd name="T17" fmla="*/ 5 h 205"/>
                  <a:gd name="T18" fmla="*/ 30 w 65"/>
                  <a:gd name="T19" fmla="*/ 0 h 205"/>
                  <a:gd name="T20" fmla="*/ 37 w 65"/>
                  <a:gd name="T21" fmla="*/ 25 h 205"/>
                  <a:gd name="T22" fmla="*/ 42 w 65"/>
                  <a:gd name="T23" fmla="*/ 51 h 205"/>
                  <a:gd name="T24" fmla="*/ 48 w 65"/>
                  <a:gd name="T25" fmla="*/ 76 h 205"/>
                  <a:gd name="T26" fmla="*/ 52 w 65"/>
                  <a:gd name="T27" fmla="*/ 102 h 205"/>
                  <a:gd name="T28" fmla="*/ 57 w 65"/>
                  <a:gd name="T29" fmla="*/ 128 h 205"/>
                  <a:gd name="T30" fmla="*/ 61 w 65"/>
                  <a:gd name="T31" fmla="*/ 154 h 205"/>
                  <a:gd name="T32" fmla="*/ 63 w 65"/>
                  <a:gd name="T33" fmla="*/ 179 h 205"/>
                  <a:gd name="T34" fmla="*/ 65 w 65"/>
                  <a:gd name="T35" fmla="*/ 205 h 205"/>
                  <a:gd name="T36" fmla="*/ 32 w 65"/>
                  <a:gd name="T37" fmla="*/ 198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5"/>
                  <a:gd name="T58" fmla="*/ 0 h 205"/>
                  <a:gd name="T59" fmla="*/ 65 w 6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5" h="205">
                    <a:moveTo>
                      <a:pt x="32" y="198"/>
                    </a:moveTo>
                    <a:lnTo>
                      <a:pt x="30" y="175"/>
                    </a:lnTo>
                    <a:lnTo>
                      <a:pt x="26" y="150"/>
                    </a:lnTo>
                    <a:lnTo>
                      <a:pt x="24" y="127"/>
                    </a:lnTo>
                    <a:lnTo>
                      <a:pt x="20" y="102"/>
                    </a:lnTo>
                    <a:lnTo>
                      <a:pt x="16" y="78"/>
                    </a:lnTo>
                    <a:lnTo>
                      <a:pt x="10" y="54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30" y="0"/>
                    </a:lnTo>
                    <a:lnTo>
                      <a:pt x="37" y="25"/>
                    </a:lnTo>
                    <a:lnTo>
                      <a:pt x="42" y="51"/>
                    </a:lnTo>
                    <a:lnTo>
                      <a:pt x="48" y="76"/>
                    </a:lnTo>
                    <a:lnTo>
                      <a:pt x="52" y="102"/>
                    </a:lnTo>
                    <a:lnTo>
                      <a:pt x="57" y="128"/>
                    </a:lnTo>
                    <a:lnTo>
                      <a:pt x="61" y="154"/>
                    </a:lnTo>
                    <a:lnTo>
                      <a:pt x="63" y="179"/>
                    </a:lnTo>
                    <a:lnTo>
                      <a:pt x="65" y="205"/>
                    </a:lnTo>
                    <a:lnTo>
                      <a:pt x="32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3" name="Freeform 115"/>
              <p:cNvSpPr>
                <a:spLocks/>
              </p:cNvSpPr>
              <p:nvPr/>
            </p:nvSpPr>
            <p:spPr bwMode="auto">
              <a:xfrm>
                <a:off x="4154" y="2259"/>
                <a:ext cx="34" cy="28"/>
              </a:xfrm>
              <a:custGeom>
                <a:avLst/>
                <a:gdLst>
                  <a:gd name="T0" fmla="*/ 32 w 34"/>
                  <a:gd name="T1" fmla="*/ 7 h 28"/>
                  <a:gd name="T2" fmla="*/ 34 w 34"/>
                  <a:gd name="T3" fmla="*/ 28 h 28"/>
                  <a:gd name="T4" fmla="*/ 2 w 34"/>
                  <a:gd name="T5" fmla="*/ 23 h 28"/>
                  <a:gd name="T6" fmla="*/ 0 w 34"/>
                  <a:gd name="T7" fmla="*/ 0 h 28"/>
                  <a:gd name="T8" fmla="*/ 32 w 34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8"/>
                  <a:gd name="T17" fmla="*/ 34 w 34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8">
                    <a:moveTo>
                      <a:pt x="32" y="7"/>
                    </a:moveTo>
                    <a:lnTo>
                      <a:pt x="34" y="28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4" name="Freeform 116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5" name="Freeform 117"/>
              <p:cNvSpPr>
                <a:spLocks/>
              </p:cNvSpPr>
              <p:nvPr/>
            </p:nvSpPr>
            <p:spPr bwMode="auto">
              <a:xfrm>
                <a:off x="4005" y="1779"/>
                <a:ext cx="39" cy="175"/>
              </a:xfrm>
              <a:custGeom>
                <a:avLst/>
                <a:gdLst>
                  <a:gd name="T0" fmla="*/ 5 w 39"/>
                  <a:gd name="T1" fmla="*/ 18 h 175"/>
                  <a:gd name="T2" fmla="*/ 11 w 39"/>
                  <a:gd name="T3" fmla="*/ 12 h 175"/>
                  <a:gd name="T4" fmla="*/ 39 w 39"/>
                  <a:gd name="T5" fmla="*/ 174 h 175"/>
                  <a:gd name="T6" fmla="*/ 30 w 39"/>
                  <a:gd name="T7" fmla="*/ 175 h 175"/>
                  <a:gd name="T8" fmla="*/ 3 w 39"/>
                  <a:gd name="T9" fmla="*/ 15 h 175"/>
                  <a:gd name="T10" fmla="*/ 9 w 39"/>
                  <a:gd name="T11" fmla="*/ 9 h 175"/>
                  <a:gd name="T12" fmla="*/ 3 w 39"/>
                  <a:gd name="T13" fmla="*/ 15 h 175"/>
                  <a:gd name="T14" fmla="*/ 0 w 39"/>
                  <a:gd name="T15" fmla="*/ 0 h 175"/>
                  <a:gd name="T16" fmla="*/ 9 w 39"/>
                  <a:gd name="T17" fmla="*/ 9 h 175"/>
                  <a:gd name="T18" fmla="*/ 5 w 39"/>
                  <a:gd name="T19" fmla="*/ 18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175"/>
                  <a:gd name="T32" fmla="*/ 39 w 39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175">
                    <a:moveTo>
                      <a:pt x="5" y="18"/>
                    </a:moveTo>
                    <a:lnTo>
                      <a:pt x="11" y="12"/>
                    </a:lnTo>
                    <a:lnTo>
                      <a:pt x="39" y="174"/>
                    </a:lnTo>
                    <a:lnTo>
                      <a:pt x="30" y="175"/>
                    </a:lnTo>
                    <a:lnTo>
                      <a:pt x="3" y="15"/>
                    </a:lnTo>
                    <a:lnTo>
                      <a:pt x="9" y="9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9" y="9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6" name="Freeform 118"/>
              <p:cNvSpPr>
                <a:spLocks/>
              </p:cNvSpPr>
              <p:nvPr/>
            </p:nvSpPr>
            <p:spPr bwMode="auto">
              <a:xfrm>
                <a:off x="4010" y="1787"/>
                <a:ext cx="115" cy="123"/>
              </a:xfrm>
              <a:custGeom>
                <a:avLst/>
                <a:gdLst>
                  <a:gd name="T0" fmla="*/ 106 w 115"/>
                  <a:gd name="T1" fmla="*/ 113 h 123"/>
                  <a:gd name="T2" fmla="*/ 106 w 115"/>
                  <a:gd name="T3" fmla="*/ 122 h 123"/>
                  <a:gd name="T4" fmla="*/ 0 w 115"/>
                  <a:gd name="T5" fmla="*/ 9 h 123"/>
                  <a:gd name="T6" fmla="*/ 4 w 115"/>
                  <a:gd name="T7" fmla="*/ 0 h 123"/>
                  <a:gd name="T8" fmla="*/ 110 w 115"/>
                  <a:gd name="T9" fmla="*/ 114 h 123"/>
                  <a:gd name="T10" fmla="*/ 110 w 115"/>
                  <a:gd name="T11" fmla="*/ 123 h 123"/>
                  <a:gd name="T12" fmla="*/ 110 w 115"/>
                  <a:gd name="T13" fmla="*/ 114 h 123"/>
                  <a:gd name="T14" fmla="*/ 115 w 115"/>
                  <a:gd name="T15" fmla="*/ 120 h 123"/>
                  <a:gd name="T16" fmla="*/ 110 w 115"/>
                  <a:gd name="T17" fmla="*/ 123 h 123"/>
                  <a:gd name="T18" fmla="*/ 106 w 115"/>
                  <a:gd name="T19" fmla="*/ 113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3"/>
                  <a:gd name="T32" fmla="*/ 115 w 115"/>
                  <a:gd name="T33" fmla="*/ 123 h 1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3">
                    <a:moveTo>
                      <a:pt x="106" y="113"/>
                    </a:moveTo>
                    <a:lnTo>
                      <a:pt x="106" y="122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110" y="114"/>
                    </a:lnTo>
                    <a:lnTo>
                      <a:pt x="110" y="123"/>
                    </a:lnTo>
                    <a:lnTo>
                      <a:pt x="110" y="114"/>
                    </a:lnTo>
                    <a:lnTo>
                      <a:pt x="115" y="120"/>
                    </a:lnTo>
                    <a:lnTo>
                      <a:pt x="110" y="123"/>
                    </a:lnTo>
                    <a:lnTo>
                      <a:pt x="106" y="11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7" name="Freeform 119"/>
              <p:cNvSpPr>
                <a:spLocks/>
              </p:cNvSpPr>
              <p:nvPr/>
            </p:nvSpPr>
            <p:spPr bwMode="auto">
              <a:xfrm>
                <a:off x="4038" y="1900"/>
                <a:ext cx="84" cy="63"/>
              </a:xfrm>
              <a:custGeom>
                <a:avLst/>
                <a:gdLst>
                  <a:gd name="T0" fmla="*/ 9 w 84"/>
                  <a:gd name="T1" fmla="*/ 55 h 63"/>
                  <a:gd name="T2" fmla="*/ 2 w 84"/>
                  <a:gd name="T3" fmla="*/ 48 h 63"/>
                  <a:gd name="T4" fmla="*/ 80 w 84"/>
                  <a:gd name="T5" fmla="*/ 0 h 63"/>
                  <a:gd name="T6" fmla="*/ 84 w 84"/>
                  <a:gd name="T7" fmla="*/ 11 h 63"/>
                  <a:gd name="T8" fmla="*/ 6 w 84"/>
                  <a:gd name="T9" fmla="*/ 60 h 63"/>
                  <a:gd name="T10" fmla="*/ 0 w 84"/>
                  <a:gd name="T11" fmla="*/ 55 h 63"/>
                  <a:gd name="T12" fmla="*/ 6 w 84"/>
                  <a:gd name="T13" fmla="*/ 60 h 63"/>
                  <a:gd name="T14" fmla="*/ 2 w 84"/>
                  <a:gd name="T15" fmla="*/ 63 h 63"/>
                  <a:gd name="T16" fmla="*/ 0 w 84"/>
                  <a:gd name="T17" fmla="*/ 55 h 63"/>
                  <a:gd name="T18" fmla="*/ 9 w 84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3"/>
                  <a:gd name="T32" fmla="*/ 84 w 84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3">
                    <a:moveTo>
                      <a:pt x="9" y="55"/>
                    </a:moveTo>
                    <a:lnTo>
                      <a:pt x="2" y="48"/>
                    </a:lnTo>
                    <a:lnTo>
                      <a:pt x="80" y="0"/>
                    </a:lnTo>
                    <a:lnTo>
                      <a:pt x="84" y="11"/>
                    </a:lnTo>
                    <a:lnTo>
                      <a:pt x="6" y="60"/>
                    </a:lnTo>
                    <a:lnTo>
                      <a:pt x="0" y="55"/>
                    </a:lnTo>
                    <a:lnTo>
                      <a:pt x="6" y="60"/>
                    </a:lnTo>
                    <a:lnTo>
                      <a:pt x="2" y="63"/>
                    </a:lnTo>
                    <a:lnTo>
                      <a:pt x="0" y="55"/>
                    </a:lnTo>
                    <a:lnTo>
                      <a:pt x="9" y="5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8" name="Freeform 120"/>
              <p:cNvSpPr>
                <a:spLocks/>
              </p:cNvSpPr>
              <p:nvPr/>
            </p:nvSpPr>
            <p:spPr bwMode="auto">
              <a:xfrm>
                <a:off x="4022" y="1816"/>
                <a:ext cx="29" cy="33"/>
              </a:xfrm>
              <a:custGeom>
                <a:avLst/>
                <a:gdLst>
                  <a:gd name="T0" fmla="*/ 8 w 29"/>
                  <a:gd name="T1" fmla="*/ 33 h 33"/>
                  <a:gd name="T2" fmla="*/ 0 w 29"/>
                  <a:gd name="T3" fmla="*/ 16 h 33"/>
                  <a:gd name="T4" fmla="*/ 21 w 29"/>
                  <a:gd name="T5" fmla="*/ 0 h 33"/>
                  <a:gd name="T6" fmla="*/ 29 w 29"/>
                  <a:gd name="T7" fmla="*/ 17 h 33"/>
                  <a:gd name="T8" fmla="*/ 8 w 29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3"/>
                  <a:gd name="T17" fmla="*/ 29 w 2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3">
                    <a:moveTo>
                      <a:pt x="8" y="33"/>
                    </a:moveTo>
                    <a:lnTo>
                      <a:pt x="0" y="16"/>
                    </a:lnTo>
                    <a:lnTo>
                      <a:pt x="21" y="0"/>
                    </a:lnTo>
                    <a:lnTo>
                      <a:pt x="29" y="17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799" name="Freeform 121"/>
              <p:cNvSpPr>
                <a:spLocks/>
              </p:cNvSpPr>
              <p:nvPr/>
            </p:nvSpPr>
            <p:spPr bwMode="auto">
              <a:xfrm>
                <a:off x="4030" y="1835"/>
                <a:ext cx="110" cy="228"/>
              </a:xfrm>
              <a:custGeom>
                <a:avLst/>
                <a:gdLst>
                  <a:gd name="T0" fmla="*/ 86 w 110"/>
                  <a:gd name="T1" fmla="*/ 228 h 228"/>
                  <a:gd name="T2" fmla="*/ 86 w 110"/>
                  <a:gd name="T3" fmla="*/ 228 h 228"/>
                  <a:gd name="T4" fmla="*/ 77 w 110"/>
                  <a:gd name="T5" fmla="*/ 200 h 228"/>
                  <a:gd name="T6" fmla="*/ 68 w 110"/>
                  <a:gd name="T7" fmla="*/ 172 h 228"/>
                  <a:gd name="T8" fmla="*/ 58 w 110"/>
                  <a:gd name="T9" fmla="*/ 144 h 228"/>
                  <a:gd name="T10" fmla="*/ 47 w 110"/>
                  <a:gd name="T11" fmla="*/ 117 h 228"/>
                  <a:gd name="T12" fmla="*/ 36 w 110"/>
                  <a:gd name="T13" fmla="*/ 91 h 228"/>
                  <a:gd name="T14" fmla="*/ 25 w 110"/>
                  <a:gd name="T15" fmla="*/ 65 h 228"/>
                  <a:gd name="T16" fmla="*/ 13 w 110"/>
                  <a:gd name="T17" fmla="*/ 40 h 228"/>
                  <a:gd name="T18" fmla="*/ 0 w 110"/>
                  <a:gd name="T19" fmla="*/ 15 h 228"/>
                  <a:gd name="T20" fmla="*/ 21 w 110"/>
                  <a:gd name="T21" fmla="*/ 0 h 228"/>
                  <a:gd name="T22" fmla="*/ 35 w 110"/>
                  <a:gd name="T23" fmla="*/ 26 h 228"/>
                  <a:gd name="T24" fmla="*/ 47 w 110"/>
                  <a:gd name="T25" fmla="*/ 54 h 228"/>
                  <a:gd name="T26" fmla="*/ 60 w 110"/>
                  <a:gd name="T27" fmla="*/ 80 h 228"/>
                  <a:gd name="T28" fmla="*/ 72 w 110"/>
                  <a:gd name="T29" fmla="*/ 107 h 228"/>
                  <a:gd name="T30" fmla="*/ 82 w 110"/>
                  <a:gd name="T31" fmla="*/ 135 h 228"/>
                  <a:gd name="T32" fmla="*/ 92 w 110"/>
                  <a:gd name="T33" fmla="*/ 164 h 228"/>
                  <a:gd name="T34" fmla="*/ 102 w 110"/>
                  <a:gd name="T35" fmla="*/ 193 h 228"/>
                  <a:gd name="T36" fmla="*/ 110 w 110"/>
                  <a:gd name="T37" fmla="*/ 221 h 228"/>
                  <a:gd name="T38" fmla="*/ 86 w 110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0"/>
                  <a:gd name="T61" fmla="*/ 0 h 228"/>
                  <a:gd name="T62" fmla="*/ 110 w 110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0" h="228">
                    <a:moveTo>
                      <a:pt x="86" y="228"/>
                    </a:moveTo>
                    <a:lnTo>
                      <a:pt x="86" y="228"/>
                    </a:lnTo>
                    <a:lnTo>
                      <a:pt x="77" y="200"/>
                    </a:lnTo>
                    <a:lnTo>
                      <a:pt x="68" y="172"/>
                    </a:lnTo>
                    <a:lnTo>
                      <a:pt x="58" y="144"/>
                    </a:lnTo>
                    <a:lnTo>
                      <a:pt x="47" y="117"/>
                    </a:lnTo>
                    <a:lnTo>
                      <a:pt x="36" y="91"/>
                    </a:lnTo>
                    <a:lnTo>
                      <a:pt x="25" y="65"/>
                    </a:lnTo>
                    <a:lnTo>
                      <a:pt x="13" y="40"/>
                    </a:lnTo>
                    <a:lnTo>
                      <a:pt x="0" y="15"/>
                    </a:lnTo>
                    <a:lnTo>
                      <a:pt x="21" y="0"/>
                    </a:lnTo>
                    <a:lnTo>
                      <a:pt x="35" y="26"/>
                    </a:lnTo>
                    <a:lnTo>
                      <a:pt x="47" y="54"/>
                    </a:lnTo>
                    <a:lnTo>
                      <a:pt x="60" y="80"/>
                    </a:lnTo>
                    <a:lnTo>
                      <a:pt x="72" y="107"/>
                    </a:lnTo>
                    <a:lnTo>
                      <a:pt x="82" y="135"/>
                    </a:lnTo>
                    <a:lnTo>
                      <a:pt x="92" y="164"/>
                    </a:lnTo>
                    <a:lnTo>
                      <a:pt x="102" y="193"/>
                    </a:lnTo>
                    <a:lnTo>
                      <a:pt x="110" y="221"/>
                    </a:lnTo>
                    <a:lnTo>
                      <a:pt x="86" y="22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0" name="Freeform 122"/>
              <p:cNvSpPr>
                <a:spLocks/>
              </p:cNvSpPr>
              <p:nvPr/>
            </p:nvSpPr>
            <p:spPr bwMode="auto">
              <a:xfrm>
                <a:off x="4121" y="2060"/>
                <a:ext cx="60" cy="205"/>
              </a:xfrm>
              <a:custGeom>
                <a:avLst/>
                <a:gdLst>
                  <a:gd name="T0" fmla="*/ 33 w 60"/>
                  <a:gd name="T1" fmla="*/ 201 h 205"/>
                  <a:gd name="T2" fmla="*/ 30 w 60"/>
                  <a:gd name="T3" fmla="*/ 177 h 205"/>
                  <a:gd name="T4" fmla="*/ 28 w 60"/>
                  <a:gd name="T5" fmla="*/ 152 h 205"/>
                  <a:gd name="T6" fmla="*/ 24 w 60"/>
                  <a:gd name="T7" fmla="*/ 128 h 205"/>
                  <a:gd name="T8" fmla="*/ 21 w 60"/>
                  <a:gd name="T9" fmla="*/ 103 h 205"/>
                  <a:gd name="T10" fmla="*/ 17 w 60"/>
                  <a:gd name="T11" fmla="*/ 79 h 205"/>
                  <a:gd name="T12" fmla="*/ 13 w 60"/>
                  <a:gd name="T13" fmla="*/ 55 h 205"/>
                  <a:gd name="T14" fmla="*/ 5 w 60"/>
                  <a:gd name="T15" fmla="*/ 29 h 205"/>
                  <a:gd name="T16" fmla="*/ 0 w 60"/>
                  <a:gd name="T17" fmla="*/ 5 h 205"/>
                  <a:gd name="T18" fmla="*/ 24 w 60"/>
                  <a:gd name="T19" fmla="*/ 0 h 205"/>
                  <a:gd name="T20" fmla="*/ 32 w 60"/>
                  <a:gd name="T21" fmla="*/ 25 h 205"/>
                  <a:gd name="T22" fmla="*/ 37 w 60"/>
                  <a:gd name="T23" fmla="*/ 51 h 205"/>
                  <a:gd name="T24" fmla="*/ 43 w 60"/>
                  <a:gd name="T25" fmla="*/ 79 h 205"/>
                  <a:gd name="T26" fmla="*/ 47 w 60"/>
                  <a:gd name="T27" fmla="*/ 103 h 205"/>
                  <a:gd name="T28" fmla="*/ 52 w 60"/>
                  <a:gd name="T29" fmla="*/ 129 h 205"/>
                  <a:gd name="T30" fmla="*/ 55 w 60"/>
                  <a:gd name="T31" fmla="*/ 156 h 205"/>
                  <a:gd name="T32" fmla="*/ 58 w 60"/>
                  <a:gd name="T33" fmla="*/ 180 h 205"/>
                  <a:gd name="T34" fmla="*/ 60 w 60"/>
                  <a:gd name="T35" fmla="*/ 205 h 205"/>
                  <a:gd name="T36" fmla="*/ 33 w 60"/>
                  <a:gd name="T37" fmla="*/ 201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0"/>
                  <a:gd name="T58" fmla="*/ 0 h 205"/>
                  <a:gd name="T59" fmla="*/ 60 w 6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0" h="205">
                    <a:moveTo>
                      <a:pt x="33" y="201"/>
                    </a:moveTo>
                    <a:lnTo>
                      <a:pt x="30" y="177"/>
                    </a:lnTo>
                    <a:lnTo>
                      <a:pt x="28" y="152"/>
                    </a:lnTo>
                    <a:lnTo>
                      <a:pt x="24" y="128"/>
                    </a:lnTo>
                    <a:lnTo>
                      <a:pt x="21" y="103"/>
                    </a:lnTo>
                    <a:lnTo>
                      <a:pt x="17" y="79"/>
                    </a:lnTo>
                    <a:lnTo>
                      <a:pt x="13" y="55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24" y="0"/>
                    </a:lnTo>
                    <a:lnTo>
                      <a:pt x="32" y="25"/>
                    </a:lnTo>
                    <a:lnTo>
                      <a:pt x="37" y="51"/>
                    </a:lnTo>
                    <a:lnTo>
                      <a:pt x="43" y="79"/>
                    </a:lnTo>
                    <a:lnTo>
                      <a:pt x="47" y="103"/>
                    </a:lnTo>
                    <a:lnTo>
                      <a:pt x="52" y="129"/>
                    </a:lnTo>
                    <a:lnTo>
                      <a:pt x="55" y="156"/>
                    </a:lnTo>
                    <a:lnTo>
                      <a:pt x="58" y="180"/>
                    </a:lnTo>
                    <a:lnTo>
                      <a:pt x="60" y="205"/>
                    </a:lnTo>
                    <a:lnTo>
                      <a:pt x="33" y="20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1" name="Freeform 123"/>
              <p:cNvSpPr>
                <a:spLocks/>
              </p:cNvSpPr>
              <p:nvPr/>
            </p:nvSpPr>
            <p:spPr bwMode="auto">
              <a:xfrm>
                <a:off x="4154" y="2263"/>
                <a:ext cx="30" cy="21"/>
              </a:xfrm>
              <a:custGeom>
                <a:avLst/>
                <a:gdLst>
                  <a:gd name="T0" fmla="*/ 29 w 30"/>
                  <a:gd name="T1" fmla="*/ 3 h 21"/>
                  <a:gd name="T2" fmla="*/ 30 w 30"/>
                  <a:gd name="T3" fmla="*/ 21 h 21"/>
                  <a:gd name="T4" fmla="*/ 1 w 30"/>
                  <a:gd name="T5" fmla="*/ 18 h 21"/>
                  <a:gd name="T6" fmla="*/ 0 w 30"/>
                  <a:gd name="T7" fmla="*/ 0 h 21"/>
                  <a:gd name="T8" fmla="*/ 29 w 30"/>
                  <a:gd name="T9" fmla="*/ 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29" y="3"/>
                    </a:moveTo>
                    <a:lnTo>
                      <a:pt x="30" y="21"/>
                    </a:lnTo>
                    <a:lnTo>
                      <a:pt x="1" y="18"/>
                    </a:lnTo>
                    <a:lnTo>
                      <a:pt x="0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2" name="Freeform 124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3" name="Freeform 125"/>
              <p:cNvSpPr>
                <a:spLocks/>
              </p:cNvSpPr>
              <p:nvPr/>
            </p:nvSpPr>
            <p:spPr bwMode="auto">
              <a:xfrm>
                <a:off x="3981" y="1735"/>
                <a:ext cx="53" cy="187"/>
              </a:xfrm>
              <a:custGeom>
                <a:avLst/>
                <a:gdLst>
                  <a:gd name="T0" fmla="*/ 8 w 53"/>
                  <a:gd name="T1" fmla="*/ 30 h 187"/>
                  <a:gd name="T2" fmla="*/ 20 w 53"/>
                  <a:gd name="T3" fmla="*/ 22 h 187"/>
                  <a:gd name="T4" fmla="*/ 53 w 53"/>
                  <a:gd name="T5" fmla="*/ 185 h 187"/>
                  <a:gd name="T6" fmla="*/ 38 w 53"/>
                  <a:gd name="T7" fmla="*/ 187 h 187"/>
                  <a:gd name="T8" fmla="*/ 4 w 53"/>
                  <a:gd name="T9" fmla="*/ 24 h 187"/>
                  <a:gd name="T10" fmla="*/ 16 w 53"/>
                  <a:gd name="T11" fmla="*/ 16 h 187"/>
                  <a:gd name="T12" fmla="*/ 4 w 53"/>
                  <a:gd name="T13" fmla="*/ 24 h 187"/>
                  <a:gd name="T14" fmla="*/ 0 w 53"/>
                  <a:gd name="T15" fmla="*/ 0 h 187"/>
                  <a:gd name="T16" fmla="*/ 16 w 53"/>
                  <a:gd name="T17" fmla="*/ 16 h 187"/>
                  <a:gd name="T18" fmla="*/ 8 w 53"/>
                  <a:gd name="T19" fmla="*/ 3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187"/>
                  <a:gd name="T32" fmla="*/ 53 w 53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187">
                    <a:moveTo>
                      <a:pt x="8" y="30"/>
                    </a:moveTo>
                    <a:lnTo>
                      <a:pt x="20" y="22"/>
                    </a:lnTo>
                    <a:lnTo>
                      <a:pt x="53" y="185"/>
                    </a:lnTo>
                    <a:lnTo>
                      <a:pt x="38" y="187"/>
                    </a:lnTo>
                    <a:lnTo>
                      <a:pt x="4" y="24"/>
                    </a:lnTo>
                    <a:lnTo>
                      <a:pt x="16" y="16"/>
                    </a:lnTo>
                    <a:lnTo>
                      <a:pt x="4" y="24"/>
                    </a:lnTo>
                    <a:lnTo>
                      <a:pt x="0" y="0"/>
                    </a:lnTo>
                    <a:lnTo>
                      <a:pt x="16" y="16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4" name="Freeform 126"/>
              <p:cNvSpPr>
                <a:spLocks/>
              </p:cNvSpPr>
              <p:nvPr/>
            </p:nvSpPr>
            <p:spPr bwMode="auto">
              <a:xfrm>
                <a:off x="3987" y="1752"/>
                <a:ext cx="129" cy="126"/>
              </a:xfrm>
              <a:custGeom>
                <a:avLst/>
                <a:gdLst>
                  <a:gd name="T0" fmla="*/ 109 w 129"/>
                  <a:gd name="T1" fmla="*/ 107 h 126"/>
                  <a:gd name="T2" fmla="*/ 110 w 129"/>
                  <a:gd name="T3" fmla="*/ 124 h 126"/>
                  <a:gd name="T4" fmla="*/ 0 w 129"/>
                  <a:gd name="T5" fmla="*/ 15 h 126"/>
                  <a:gd name="T6" fmla="*/ 9 w 129"/>
                  <a:gd name="T7" fmla="*/ 0 h 126"/>
                  <a:gd name="T8" fmla="*/ 118 w 129"/>
                  <a:gd name="T9" fmla="*/ 109 h 126"/>
                  <a:gd name="T10" fmla="*/ 119 w 129"/>
                  <a:gd name="T11" fmla="*/ 126 h 126"/>
                  <a:gd name="T12" fmla="*/ 118 w 129"/>
                  <a:gd name="T13" fmla="*/ 109 h 126"/>
                  <a:gd name="T14" fmla="*/ 129 w 129"/>
                  <a:gd name="T15" fmla="*/ 117 h 126"/>
                  <a:gd name="T16" fmla="*/ 119 w 129"/>
                  <a:gd name="T17" fmla="*/ 126 h 126"/>
                  <a:gd name="T18" fmla="*/ 109 w 129"/>
                  <a:gd name="T19" fmla="*/ 107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26"/>
                  <a:gd name="T32" fmla="*/ 129 w 129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26">
                    <a:moveTo>
                      <a:pt x="109" y="107"/>
                    </a:moveTo>
                    <a:lnTo>
                      <a:pt x="110" y="124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18" y="109"/>
                    </a:lnTo>
                    <a:lnTo>
                      <a:pt x="119" y="126"/>
                    </a:lnTo>
                    <a:lnTo>
                      <a:pt x="118" y="109"/>
                    </a:lnTo>
                    <a:lnTo>
                      <a:pt x="129" y="117"/>
                    </a:lnTo>
                    <a:lnTo>
                      <a:pt x="119" y="126"/>
                    </a:lnTo>
                    <a:lnTo>
                      <a:pt x="109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5" name="Freeform 127"/>
              <p:cNvSpPr>
                <a:spLocks/>
              </p:cNvSpPr>
              <p:nvPr/>
            </p:nvSpPr>
            <p:spPr bwMode="auto">
              <a:xfrm>
                <a:off x="4018" y="1859"/>
                <a:ext cx="88" cy="79"/>
              </a:xfrm>
              <a:custGeom>
                <a:avLst/>
                <a:gdLst>
                  <a:gd name="T0" fmla="*/ 15 w 88"/>
                  <a:gd name="T1" fmla="*/ 63 h 79"/>
                  <a:gd name="T2" fmla="*/ 4 w 88"/>
                  <a:gd name="T3" fmla="*/ 53 h 79"/>
                  <a:gd name="T4" fmla="*/ 79 w 88"/>
                  <a:gd name="T5" fmla="*/ 0 h 79"/>
                  <a:gd name="T6" fmla="*/ 88 w 88"/>
                  <a:gd name="T7" fmla="*/ 19 h 79"/>
                  <a:gd name="T8" fmla="*/ 13 w 88"/>
                  <a:gd name="T9" fmla="*/ 72 h 79"/>
                  <a:gd name="T10" fmla="*/ 0 w 88"/>
                  <a:gd name="T11" fmla="*/ 63 h 79"/>
                  <a:gd name="T12" fmla="*/ 13 w 88"/>
                  <a:gd name="T13" fmla="*/ 72 h 79"/>
                  <a:gd name="T14" fmla="*/ 4 w 88"/>
                  <a:gd name="T15" fmla="*/ 79 h 79"/>
                  <a:gd name="T16" fmla="*/ 0 w 88"/>
                  <a:gd name="T17" fmla="*/ 63 h 79"/>
                  <a:gd name="T18" fmla="*/ 15 w 88"/>
                  <a:gd name="T19" fmla="*/ 63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15" y="63"/>
                    </a:moveTo>
                    <a:lnTo>
                      <a:pt x="4" y="53"/>
                    </a:lnTo>
                    <a:lnTo>
                      <a:pt x="79" y="0"/>
                    </a:lnTo>
                    <a:lnTo>
                      <a:pt x="88" y="19"/>
                    </a:lnTo>
                    <a:lnTo>
                      <a:pt x="13" y="72"/>
                    </a:lnTo>
                    <a:lnTo>
                      <a:pt x="0" y="63"/>
                    </a:lnTo>
                    <a:lnTo>
                      <a:pt x="13" y="72"/>
                    </a:lnTo>
                    <a:lnTo>
                      <a:pt x="4" y="79"/>
                    </a:lnTo>
                    <a:lnTo>
                      <a:pt x="0" y="63"/>
                    </a:lnTo>
                    <a:lnTo>
                      <a:pt x="15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6" name="Freeform 128"/>
              <p:cNvSpPr>
                <a:spLocks/>
              </p:cNvSpPr>
              <p:nvPr/>
            </p:nvSpPr>
            <p:spPr bwMode="auto">
              <a:xfrm>
                <a:off x="3995" y="1779"/>
                <a:ext cx="37" cy="39"/>
              </a:xfrm>
              <a:custGeom>
                <a:avLst/>
                <a:gdLst>
                  <a:gd name="T0" fmla="*/ 10 w 37"/>
                  <a:gd name="T1" fmla="*/ 39 h 39"/>
                  <a:gd name="T2" fmla="*/ 0 w 37"/>
                  <a:gd name="T3" fmla="*/ 20 h 39"/>
                  <a:gd name="T4" fmla="*/ 27 w 37"/>
                  <a:gd name="T5" fmla="*/ 0 h 39"/>
                  <a:gd name="T6" fmla="*/ 37 w 37"/>
                  <a:gd name="T7" fmla="*/ 19 h 39"/>
                  <a:gd name="T8" fmla="*/ 10 w 37"/>
                  <a:gd name="T9" fmla="*/ 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9"/>
                  <a:gd name="T17" fmla="*/ 37 w 37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9">
                    <a:moveTo>
                      <a:pt x="10" y="39"/>
                    </a:moveTo>
                    <a:lnTo>
                      <a:pt x="0" y="20"/>
                    </a:lnTo>
                    <a:lnTo>
                      <a:pt x="27" y="0"/>
                    </a:lnTo>
                    <a:lnTo>
                      <a:pt x="37" y="19"/>
                    </a:lnTo>
                    <a:lnTo>
                      <a:pt x="10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7" name="Freeform 129"/>
              <p:cNvSpPr>
                <a:spLocks/>
              </p:cNvSpPr>
              <p:nvPr/>
            </p:nvSpPr>
            <p:spPr bwMode="auto">
              <a:xfrm>
                <a:off x="4011" y="1797"/>
                <a:ext cx="122" cy="231"/>
              </a:xfrm>
              <a:custGeom>
                <a:avLst/>
                <a:gdLst>
                  <a:gd name="T0" fmla="*/ 91 w 122"/>
                  <a:gd name="T1" fmla="*/ 231 h 231"/>
                  <a:gd name="T2" fmla="*/ 91 w 122"/>
                  <a:gd name="T3" fmla="*/ 231 h 231"/>
                  <a:gd name="T4" fmla="*/ 81 w 122"/>
                  <a:gd name="T5" fmla="*/ 203 h 231"/>
                  <a:gd name="T6" fmla="*/ 71 w 122"/>
                  <a:gd name="T7" fmla="*/ 175 h 231"/>
                  <a:gd name="T8" fmla="*/ 61 w 122"/>
                  <a:gd name="T9" fmla="*/ 148 h 231"/>
                  <a:gd name="T10" fmla="*/ 49 w 122"/>
                  <a:gd name="T11" fmla="*/ 120 h 231"/>
                  <a:gd name="T12" fmla="*/ 38 w 122"/>
                  <a:gd name="T13" fmla="*/ 96 h 231"/>
                  <a:gd name="T14" fmla="*/ 25 w 122"/>
                  <a:gd name="T15" fmla="*/ 70 h 231"/>
                  <a:gd name="T16" fmla="*/ 13 w 122"/>
                  <a:gd name="T17" fmla="*/ 45 h 231"/>
                  <a:gd name="T18" fmla="*/ 0 w 122"/>
                  <a:gd name="T19" fmla="*/ 21 h 231"/>
                  <a:gd name="T20" fmla="*/ 24 w 122"/>
                  <a:gd name="T21" fmla="*/ 0 h 231"/>
                  <a:gd name="T22" fmla="*/ 38 w 122"/>
                  <a:gd name="T23" fmla="*/ 25 h 231"/>
                  <a:gd name="T24" fmla="*/ 52 w 122"/>
                  <a:gd name="T25" fmla="*/ 52 h 231"/>
                  <a:gd name="T26" fmla="*/ 66 w 122"/>
                  <a:gd name="T27" fmla="*/ 79 h 231"/>
                  <a:gd name="T28" fmla="*/ 79 w 122"/>
                  <a:gd name="T29" fmla="*/ 108 h 231"/>
                  <a:gd name="T30" fmla="*/ 91 w 122"/>
                  <a:gd name="T31" fmla="*/ 134 h 231"/>
                  <a:gd name="T32" fmla="*/ 101 w 122"/>
                  <a:gd name="T33" fmla="*/ 163 h 231"/>
                  <a:gd name="T34" fmla="*/ 111 w 122"/>
                  <a:gd name="T35" fmla="*/ 192 h 231"/>
                  <a:gd name="T36" fmla="*/ 122 w 122"/>
                  <a:gd name="T37" fmla="*/ 222 h 231"/>
                  <a:gd name="T38" fmla="*/ 91 w 122"/>
                  <a:gd name="T39" fmla="*/ 231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2"/>
                  <a:gd name="T61" fmla="*/ 0 h 231"/>
                  <a:gd name="T62" fmla="*/ 122 w 122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2" h="231">
                    <a:moveTo>
                      <a:pt x="91" y="231"/>
                    </a:moveTo>
                    <a:lnTo>
                      <a:pt x="91" y="231"/>
                    </a:lnTo>
                    <a:lnTo>
                      <a:pt x="81" y="203"/>
                    </a:lnTo>
                    <a:lnTo>
                      <a:pt x="71" y="175"/>
                    </a:lnTo>
                    <a:lnTo>
                      <a:pt x="61" y="148"/>
                    </a:lnTo>
                    <a:lnTo>
                      <a:pt x="49" y="120"/>
                    </a:lnTo>
                    <a:lnTo>
                      <a:pt x="38" y="96"/>
                    </a:lnTo>
                    <a:lnTo>
                      <a:pt x="25" y="70"/>
                    </a:lnTo>
                    <a:lnTo>
                      <a:pt x="13" y="45"/>
                    </a:lnTo>
                    <a:lnTo>
                      <a:pt x="0" y="21"/>
                    </a:lnTo>
                    <a:lnTo>
                      <a:pt x="24" y="0"/>
                    </a:lnTo>
                    <a:lnTo>
                      <a:pt x="38" y="25"/>
                    </a:lnTo>
                    <a:lnTo>
                      <a:pt x="52" y="52"/>
                    </a:lnTo>
                    <a:lnTo>
                      <a:pt x="66" y="79"/>
                    </a:lnTo>
                    <a:lnTo>
                      <a:pt x="79" y="108"/>
                    </a:lnTo>
                    <a:lnTo>
                      <a:pt x="91" y="134"/>
                    </a:lnTo>
                    <a:lnTo>
                      <a:pt x="101" y="163"/>
                    </a:lnTo>
                    <a:lnTo>
                      <a:pt x="111" y="192"/>
                    </a:lnTo>
                    <a:lnTo>
                      <a:pt x="122" y="222"/>
                    </a:lnTo>
                    <a:lnTo>
                      <a:pt x="91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8" name="Freeform 130"/>
              <p:cNvSpPr>
                <a:spLocks/>
              </p:cNvSpPr>
              <p:nvPr/>
            </p:nvSpPr>
            <p:spPr bwMode="auto">
              <a:xfrm>
                <a:off x="4107" y="2021"/>
                <a:ext cx="73" cy="206"/>
              </a:xfrm>
              <a:custGeom>
                <a:avLst/>
                <a:gdLst>
                  <a:gd name="T0" fmla="*/ 40 w 73"/>
                  <a:gd name="T1" fmla="*/ 202 h 206"/>
                  <a:gd name="T2" fmla="*/ 36 w 73"/>
                  <a:gd name="T3" fmla="*/ 179 h 206"/>
                  <a:gd name="T4" fmla="*/ 33 w 73"/>
                  <a:gd name="T5" fmla="*/ 154 h 206"/>
                  <a:gd name="T6" fmla="*/ 30 w 73"/>
                  <a:gd name="T7" fmla="*/ 130 h 206"/>
                  <a:gd name="T8" fmla="*/ 25 w 73"/>
                  <a:gd name="T9" fmla="*/ 106 h 206"/>
                  <a:gd name="T10" fmla="*/ 19 w 73"/>
                  <a:gd name="T11" fmla="*/ 82 h 206"/>
                  <a:gd name="T12" fmla="*/ 13 w 73"/>
                  <a:gd name="T13" fmla="*/ 58 h 206"/>
                  <a:gd name="T14" fmla="*/ 6 w 73"/>
                  <a:gd name="T15" fmla="*/ 34 h 206"/>
                  <a:gd name="T16" fmla="*/ 0 w 73"/>
                  <a:gd name="T17" fmla="*/ 9 h 206"/>
                  <a:gd name="T18" fmla="*/ 31 w 73"/>
                  <a:gd name="T19" fmla="*/ 0 h 206"/>
                  <a:gd name="T20" fmla="*/ 38 w 73"/>
                  <a:gd name="T21" fmla="*/ 26 h 206"/>
                  <a:gd name="T22" fmla="*/ 45 w 73"/>
                  <a:gd name="T23" fmla="*/ 51 h 206"/>
                  <a:gd name="T24" fmla="*/ 51 w 73"/>
                  <a:gd name="T25" fmla="*/ 79 h 206"/>
                  <a:gd name="T26" fmla="*/ 58 w 73"/>
                  <a:gd name="T27" fmla="*/ 104 h 206"/>
                  <a:gd name="T28" fmla="*/ 62 w 73"/>
                  <a:gd name="T29" fmla="*/ 129 h 206"/>
                  <a:gd name="T30" fmla="*/ 66 w 73"/>
                  <a:gd name="T31" fmla="*/ 155 h 206"/>
                  <a:gd name="T32" fmla="*/ 71 w 73"/>
                  <a:gd name="T33" fmla="*/ 181 h 206"/>
                  <a:gd name="T34" fmla="*/ 73 w 73"/>
                  <a:gd name="T35" fmla="*/ 206 h 206"/>
                  <a:gd name="T36" fmla="*/ 40 w 73"/>
                  <a:gd name="T37" fmla="*/ 20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3"/>
                  <a:gd name="T58" fmla="*/ 0 h 206"/>
                  <a:gd name="T59" fmla="*/ 73 w 7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3" h="206">
                    <a:moveTo>
                      <a:pt x="40" y="202"/>
                    </a:moveTo>
                    <a:lnTo>
                      <a:pt x="36" y="179"/>
                    </a:lnTo>
                    <a:lnTo>
                      <a:pt x="33" y="154"/>
                    </a:lnTo>
                    <a:lnTo>
                      <a:pt x="30" y="130"/>
                    </a:lnTo>
                    <a:lnTo>
                      <a:pt x="25" y="106"/>
                    </a:lnTo>
                    <a:lnTo>
                      <a:pt x="19" y="82"/>
                    </a:lnTo>
                    <a:lnTo>
                      <a:pt x="13" y="58"/>
                    </a:lnTo>
                    <a:lnTo>
                      <a:pt x="6" y="34"/>
                    </a:lnTo>
                    <a:lnTo>
                      <a:pt x="0" y="9"/>
                    </a:lnTo>
                    <a:lnTo>
                      <a:pt x="31" y="0"/>
                    </a:lnTo>
                    <a:lnTo>
                      <a:pt x="38" y="26"/>
                    </a:lnTo>
                    <a:lnTo>
                      <a:pt x="45" y="51"/>
                    </a:lnTo>
                    <a:lnTo>
                      <a:pt x="51" y="79"/>
                    </a:lnTo>
                    <a:lnTo>
                      <a:pt x="58" y="104"/>
                    </a:lnTo>
                    <a:lnTo>
                      <a:pt x="62" y="129"/>
                    </a:lnTo>
                    <a:lnTo>
                      <a:pt x="66" y="155"/>
                    </a:lnTo>
                    <a:lnTo>
                      <a:pt x="71" y="181"/>
                    </a:lnTo>
                    <a:lnTo>
                      <a:pt x="73" y="206"/>
                    </a:lnTo>
                    <a:lnTo>
                      <a:pt x="40" y="20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09" name="Freeform 131"/>
              <p:cNvSpPr>
                <a:spLocks/>
              </p:cNvSpPr>
              <p:nvPr/>
            </p:nvSpPr>
            <p:spPr bwMode="auto">
              <a:xfrm>
                <a:off x="4149" y="2222"/>
                <a:ext cx="36" cy="27"/>
              </a:xfrm>
              <a:custGeom>
                <a:avLst/>
                <a:gdLst>
                  <a:gd name="T0" fmla="*/ 34 w 36"/>
                  <a:gd name="T1" fmla="*/ 3 h 27"/>
                  <a:gd name="T2" fmla="*/ 36 w 36"/>
                  <a:gd name="T3" fmla="*/ 27 h 27"/>
                  <a:gd name="T4" fmla="*/ 2 w 36"/>
                  <a:gd name="T5" fmla="*/ 23 h 27"/>
                  <a:gd name="T6" fmla="*/ 0 w 36"/>
                  <a:gd name="T7" fmla="*/ 0 h 27"/>
                  <a:gd name="T8" fmla="*/ 34 w 36"/>
                  <a:gd name="T9" fmla="*/ 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34" y="3"/>
                    </a:moveTo>
                    <a:lnTo>
                      <a:pt x="36" y="27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0" name="Freeform 132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1" name="Freeform 133"/>
              <p:cNvSpPr>
                <a:spLocks/>
              </p:cNvSpPr>
              <p:nvPr/>
            </p:nvSpPr>
            <p:spPr bwMode="auto">
              <a:xfrm>
                <a:off x="3986" y="1744"/>
                <a:ext cx="45" cy="175"/>
              </a:xfrm>
              <a:custGeom>
                <a:avLst/>
                <a:gdLst>
                  <a:gd name="T0" fmla="*/ 6 w 45"/>
                  <a:gd name="T1" fmla="*/ 19 h 175"/>
                  <a:gd name="T2" fmla="*/ 11 w 45"/>
                  <a:gd name="T3" fmla="*/ 14 h 175"/>
                  <a:gd name="T4" fmla="*/ 45 w 45"/>
                  <a:gd name="T5" fmla="*/ 173 h 175"/>
                  <a:gd name="T6" fmla="*/ 36 w 45"/>
                  <a:gd name="T7" fmla="*/ 175 h 175"/>
                  <a:gd name="T8" fmla="*/ 3 w 45"/>
                  <a:gd name="T9" fmla="*/ 15 h 175"/>
                  <a:gd name="T10" fmla="*/ 10 w 45"/>
                  <a:gd name="T11" fmla="*/ 11 h 175"/>
                  <a:gd name="T12" fmla="*/ 3 w 45"/>
                  <a:gd name="T13" fmla="*/ 15 h 175"/>
                  <a:gd name="T14" fmla="*/ 0 w 45"/>
                  <a:gd name="T15" fmla="*/ 0 h 175"/>
                  <a:gd name="T16" fmla="*/ 10 w 45"/>
                  <a:gd name="T17" fmla="*/ 11 h 175"/>
                  <a:gd name="T18" fmla="*/ 6 w 45"/>
                  <a:gd name="T19" fmla="*/ 19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175"/>
                  <a:gd name="T32" fmla="*/ 45 w 45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175">
                    <a:moveTo>
                      <a:pt x="6" y="19"/>
                    </a:moveTo>
                    <a:lnTo>
                      <a:pt x="11" y="14"/>
                    </a:lnTo>
                    <a:lnTo>
                      <a:pt x="45" y="173"/>
                    </a:lnTo>
                    <a:lnTo>
                      <a:pt x="36" y="175"/>
                    </a:lnTo>
                    <a:lnTo>
                      <a:pt x="3" y="15"/>
                    </a:lnTo>
                    <a:lnTo>
                      <a:pt x="10" y="11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11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2" name="Freeform 134"/>
              <p:cNvSpPr>
                <a:spLocks/>
              </p:cNvSpPr>
              <p:nvPr/>
            </p:nvSpPr>
            <p:spPr bwMode="auto">
              <a:xfrm>
                <a:off x="3989" y="1754"/>
                <a:ext cx="119" cy="118"/>
              </a:xfrm>
              <a:custGeom>
                <a:avLst/>
                <a:gdLst>
                  <a:gd name="T0" fmla="*/ 107 w 119"/>
                  <a:gd name="T1" fmla="*/ 106 h 118"/>
                  <a:gd name="T2" fmla="*/ 108 w 119"/>
                  <a:gd name="T3" fmla="*/ 115 h 118"/>
                  <a:gd name="T4" fmla="*/ 0 w 119"/>
                  <a:gd name="T5" fmla="*/ 9 h 118"/>
                  <a:gd name="T6" fmla="*/ 5 w 119"/>
                  <a:gd name="T7" fmla="*/ 0 h 118"/>
                  <a:gd name="T8" fmla="*/ 113 w 119"/>
                  <a:gd name="T9" fmla="*/ 107 h 118"/>
                  <a:gd name="T10" fmla="*/ 115 w 119"/>
                  <a:gd name="T11" fmla="*/ 118 h 118"/>
                  <a:gd name="T12" fmla="*/ 113 w 119"/>
                  <a:gd name="T13" fmla="*/ 107 h 118"/>
                  <a:gd name="T14" fmla="*/ 119 w 119"/>
                  <a:gd name="T15" fmla="*/ 113 h 118"/>
                  <a:gd name="T16" fmla="*/ 115 w 119"/>
                  <a:gd name="T17" fmla="*/ 118 h 118"/>
                  <a:gd name="T18" fmla="*/ 107 w 119"/>
                  <a:gd name="T19" fmla="*/ 10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9"/>
                  <a:gd name="T31" fmla="*/ 0 h 118"/>
                  <a:gd name="T32" fmla="*/ 119 w 119"/>
                  <a:gd name="T33" fmla="*/ 118 h 1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9" h="118">
                    <a:moveTo>
                      <a:pt x="107" y="106"/>
                    </a:moveTo>
                    <a:lnTo>
                      <a:pt x="108" y="115"/>
                    </a:lnTo>
                    <a:lnTo>
                      <a:pt x="0" y="9"/>
                    </a:lnTo>
                    <a:lnTo>
                      <a:pt x="5" y="0"/>
                    </a:lnTo>
                    <a:lnTo>
                      <a:pt x="113" y="107"/>
                    </a:lnTo>
                    <a:lnTo>
                      <a:pt x="115" y="118"/>
                    </a:lnTo>
                    <a:lnTo>
                      <a:pt x="113" y="107"/>
                    </a:lnTo>
                    <a:lnTo>
                      <a:pt x="119" y="113"/>
                    </a:lnTo>
                    <a:lnTo>
                      <a:pt x="115" y="118"/>
                    </a:lnTo>
                    <a:lnTo>
                      <a:pt x="107" y="10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3" name="Freeform 135"/>
              <p:cNvSpPr>
                <a:spLocks/>
              </p:cNvSpPr>
              <p:nvPr/>
            </p:nvSpPr>
            <p:spPr bwMode="auto">
              <a:xfrm>
                <a:off x="4022" y="1861"/>
                <a:ext cx="82" cy="68"/>
              </a:xfrm>
              <a:custGeom>
                <a:avLst/>
                <a:gdLst>
                  <a:gd name="T0" fmla="*/ 9 w 82"/>
                  <a:gd name="T1" fmla="*/ 60 h 68"/>
                  <a:gd name="T2" fmla="*/ 1 w 82"/>
                  <a:gd name="T3" fmla="*/ 53 h 68"/>
                  <a:gd name="T4" fmla="*/ 76 w 82"/>
                  <a:gd name="T5" fmla="*/ 0 h 68"/>
                  <a:gd name="T6" fmla="*/ 82 w 82"/>
                  <a:gd name="T7" fmla="*/ 12 h 68"/>
                  <a:gd name="T8" fmla="*/ 6 w 82"/>
                  <a:gd name="T9" fmla="*/ 65 h 68"/>
                  <a:gd name="T10" fmla="*/ 0 w 82"/>
                  <a:gd name="T11" fmla="*/ 60 h 68"/>
                  <a:gd name="T12" fmla="*/ 6 w 82"/>
                  <a:gd name="T13" fmla="*/ 65 h 68"/>
                  <a:gd name="T14" fmla="*/ 1 w 82"/>
                  <a:gd name="T15" fmla="*/ 68 h 68"/>
                  <a:gd name="T16" fmla="*/ 0 w 82"/>
                  <a:gd name="T17" fmla="*/ 60 h 68"/>
                  <a:gd name="T18" fmla="*/ 9 w 82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68"/>
                  <a:gd name="T32" fmla="*/ 82 w 82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68">
                    <a:moveTo>
                      <a:pt x="9" y="60"/>
                    </a:moveTo>
                    <a:lnTo>
                      <a:pt x="1" y="53"/>
                    </a:lnTo>
                    <a:lnTo>
                      <a:pt x="76" y="0"/>
                    </a:lnTo>
                    <a:lnTo>
                      <a:pt x="82" y="12"/>
                    </a:lnTo>
                    <a:lnTo>
                      <a:pt x="6" y="65"/>
                    </a:lnTo>
                    <a:lnTo>
                      <a:pt x="0" y="60"/>
                    </a:lnTo>
                    <a:lnTo>
                      <a:pt x="6" y="6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9" y="6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4" name="Freeform 136"/>
              <p:cNvSpPr>
                <a:spLocks/>
              </p:cNvSpPr>
              <p:nvPr/>
            </p:nvSpPr>
            <p:spPr bwMode="auto">
              <a:xfrm>
                <a:off x="4009" y="1795"/>
                <a:ext cx="29" cy="32"/>
              </a:xfrm>
              <a:custGeom>
                <a:avLst/>
                <a:gdLst>
                  <a:gd name="T0" fmla="*/ 9 w 29"/>
                  <a:gd name="T1" fmla="*/ 32 h 32"/>
                  <a:gd name="T2" fmla="*/ 0 w 29"/>
                  <a:gd name="T3" fmla="*/ 16 h 32"/>
                  <a:gd name="T4" fmla="*/ 19 w 29"/>
                  <a:gd name="T5" fmla="*/ 0 h 32"/>
                  <a:gd name="T6" fmla="*/ 29 w 29"/>
                  <a:gd name="T7" fmla="*/ 15 h 32"/>
                  <a:gd name="T8" fmla="*/ 9 w 2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2"/>
                  <a:gd name="T17" fmla="*/ 29 w 2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2">
                    <a:moveTo>
                      <a:pt x="9" y="32"/>
                    </a:moveTo>
                    <a:lnTo>
                      <a:pt x="0" y="16"/>
                    </a:lnTo>
                    <a:lnTo>
                      <a:pt x="19" y="0"/>
                    </a:lnTo>
                    <a:lnTo>
                      <a:pt x="29" y="15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5" name="Freeform 137"/>
              <p:cNvSpPr>
                <a:spLocks/>
              </p:cNvSpPr>
              <p:nvPr/>
            </p:nvSpPr>
            <p:spPr bwMode="auto">
              <a:xfrm>
                <a:off x="4019" y="1812"/>
                <a:ext cx="119" cy="228"/>
              </a:xfrm>
              <a:custGeom>
                <a:avLst/>
                <a:gdLst>
                  <a:gd name="T0" fmla="*/ 93 w 119"/>
                  <a:gd name="T1" fmla="*/ 228 h 228"/>
                  <a:gd name="T2" fmla="*/ 93 w 119"/>
                  <a:gd name="T3" fmla="*/ 228 h 228"/>
                  <a:gd name="T4" fmla="*/ 84 w 119"/>
                  <a:gd name="T5" fmla="*/ 198 h 228"/>
                  <a:gd name="T6" fmla="*/ 73 w 119"/>
                  <a:gd name="T7" fmla="*/ 172 h 228"/>
                  <a:gd name="T8" fmla="*/ 63 w 119"/>
                  <a:gd name="T9" fmla="*/ 144 h 228"/>
                  <a:gd name="T10" fmla="*/ 52 w 119"/>
                  <a:gd name="T11" fmla="*/ 117 h 228"/>
                  <a:gd name="T12" fmla="*/ 40 w 119"/>
                  <a:gd name="T13" fmla="*/ 92 h 228"/>
                  <a:gd name="T14" fmla="*/ 28 w 119"/>
                  <a:gd name="T15" fmla="*/ 66 h 228"/>
                  <a:gd name="T16" fmla="*/ 14 w 119"/>
                  <a:gd name="T17" fmla="*/ 41 h 228"/>
                  <a:gd name="T18" fmla="*/ 0 w 119"/>
                  <a:gd name="T19" fmla="*/ 18 h 228"/>
                  <a:gd name="T20" fmla="*/ 22 w 119"/>
                  <a:gd name="T21" fmla="*/ 0 h 228"/>
                  <a:gd name="T22" fmla="*/ 36 w 119"/>
                  <a:gd name="T23" fmla="*/ 25 h 228"/>
                  <a:gd name="T24" fmla="*/ 51 w 119"/>
                  <a:gd name="T25" fmla="*/ 52 h 228"/>
                  <a:gd name="T26" fmla="*/ 63 w 119"/>
                  <a:gd name="T27" fmla="*/ 78 h 228"/>
                  <a:gd name="T28" fmla="*/ 75 w 119"/>
                  <a:gd name="T29" fmla="*/ 107 h 228"/>
                  <a:gd name="T30" fmla="*/ 88 w 119"/>
                  <a:gd name="T31" fmla="*/ 133 h 228"/>
                  <a:gd name="T32" fmla="*/ 99 w 119"/>
                  <a:gd name="T33" fmla="*/ 163 h 228"/>
                  <a:gd name="T34" fmla="*/ 108 w 119"/>
                  <a:gd name="T35" fmla="*/ 190 h 228"/>
                  <a:gd name="T36" fmla="*/ 119 w 119"/>
                  <a:gd name="T37" fmla="*/ 220 h 228"/>
                  <a:gd name="T38" fmla="*/ 93 w 11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9"/>
                  <a:gd name="T61" fmla="*/ 0 h 228"/>
                  <a:gd name="T62" fmla="*/ 119 w 11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9" h="228">
                    <a:moveTo>
                      <a:pt x="93" y="228"/>
                    </a:moveTo>
                    <a:lnTo>
                      <a:pt x="93" y="228"/>
                    </a:lnTo>
                    <a:lnTo>
                      <a:pt x="84" y="198"/>
                    </a:lnTo>
                    <a:lnTo>
                      <a:pt x="73" y="172"/>
                    </a:lnTo>
                    <a:lnTo>
                      <a:pt x="63" y="144"/>
                    </a:lnTo>
                    <a:lnTo>
                      <a:pt x="52" y="117"/>
                    </a:lnTo>
                    <a:lnTo>
                      <a:pt x="40" y="92"/>
                    </a:lnTo>
                    <a:lnTo>
                      <a:pt x="28" y="66"/>
                    </a:lnTo>
                    <a:lnTo>
                      <a:pt x="14" y="41"/>
                    </a:lnTo>
                    <a:lnTo>
                      <a:pt x="0" y="18"/>
                    </a:lnTo>
                    <a:lnTo>
                      <a:pt x="22" y="0"/>
                    </a:lnTo>
                    <a:lnTo>
                      <a:pt x="36" y="25"/>
                    </a:lnTo>
                    <a:lnTo>
                      <a:pt x="51" y="52"/>
                    </a:lnTo>
                    <a:lnTo>
                      <a:pt x="63" y="78"/>
                    </a:lnTo>
                    <a:lnTo>
                      <a:pt x="75" y="107"/>
                    </a:lnTo>
                    <a:lnTo>
                      <a:pt x="88" y="133"/>
                    </a:lnTo>
                    <a:lnTo>
                      <a:pt x="99" y="163"/>
                    </a:lnTo>
                    <a:lnTo>
                      <a:pt x="108" y="190"/>
                    </a:lnTo>
                    <a:lnTo>
                      <a:pt x="119" y="220"/>
                    </a:lnTo>
                    <a:lnTo>
                      <a:pt x="93" y="22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6" name="Freeform 138"/>
              <p:cNvSpPr>
                <a:spLocks/>
              </p:cNvSpPr>
              <p:nvPr/>
            </p:nvSpPr>
            <p:spPr bwMode="auto">
              <a:xfrm>
                <a:off x="4116" y="2033"/>
                <a:ext cx="68" cy="205"/>
              </a:xfrm>
              <a:custGeom>
                <a:avLst/>
                <a:gdLst>
                  <a:gd name="T0" fmla="*/ 41 w 68"/>
                  <a:gd name="T1" fmla="*/ 203 h 205"/>
                  <a:gd name="T2" fmla="*/ 37 w 68"/>
                  <a:gd name="T3" fmla="*/ 179 h 205"/>
                  <a:gd name="T4" fmla="*/ 34 w 68"/>
                  <a:gd name="T5" fmla="*/ 154 h 205"/>
                  <a:gd name="T6" fmla="*/ 31 w 68"/>
                  <a:gd name="T7" fmla="*/ 129 h 205"/>
                  <a:gd name="T8" fmla="*/ 26 w 68"/>
                  <a:gd name="T9" fmla="*/ 106 h 205"/>
                  <a:gd name="T10" fmla="*/ 20 w 68"/>
                  <a:gd name="T11" fmla="*/ 81 h 205"/>
                  <a:gd name="T12" fmla="*/ 13 w 68"/>
                  <a:gd name="T13" fmla="*/ 56 h 205"/>
                  <a:gd name="T14" fmla="*/ 8 w 68"/>
                  <a:gd name="T15" fmla="*/ 32 h 205"/>
                  <a:gd name="T16" fmla="*/ 0 w 68"/>
                  <a:gd name="T17" fmla="*/ 7 h 205"/>
                  <a:gd name="T18" fmla="*/ 26 w 68"/>
                  <a:gd name="T19" fmla="*/ 0 h 205"/>
                  <a:gd name="T20" fmla="*/ 34 w 68"/>
                  <a:gd name="T21" fmla="*/ 26 h 205"/>
                  <a:gd name="T22" fmla="*/ 41 w 68"/>
                  <a:gd name="T23" fmla="*/ 51 h 205"/>
                  <a:gd name="T24" fmla="*/ 48 w 68"/>
                  <a:gd name="T25" fmla="*/ 79 h 205"/>
                  <a:gd name="T26" fmla="*/ 52 w 68"/>
                  <a:gd name="T27" fmla="*/ 103 h 205"/>
                  <a:gd name="T28" fmla="*/ 57 w 68"/>
                  <a:gd name="T29" fmla="*/ 129 h 205"/>
                  <a:gd name="T30" fmla="*/ 63 w 68"/>
                  <a:gd name="T31" fmla="*/ 156 h 205"/>
                  <a:gd name="T32" fmla="*/ 66 w 68"/>
                  <a:gd name="T33" fmla="*/ 180 h 205"/>
                  <a:gd name="T34" fmla="*/ 68 w 68"/>
                  <a:gd name="T35" fmla="*/ 205 h 205"/>
                  <a:gd name="T36" fmla="*/ 41 w 68"/>
                  <a:gd name="T37" fmla="*/ 20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8"/>
                  <a:gd name="T58" fmla="*/ 0 h 205"/>
                  <a:gd name="T59" fmla="*/ 68 w 68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8" h="205">
                    <a:moveTo>
                      <a:pt x="41" y="203"/>
                    </a:moveTo>
                    <a:lnTo>
                      <a:pt x="37" y="179"/>
                    </a:lnTo>
                    <a:lnTo>
                      <a:pt x="34" y="154"/>
                    </a:lnTo>
                    <a:lnTo>
                      <a:pt x="31" y="129"/>
                    </a:lnTo>
                    <a:lnTo>
                      <a:pt x="26" y="106"/>
                    </a:lnTo>
                    <a:lnTo>
                      <a:pt x="20" y="81"/>
                    </a:lnTo>
                    <a:lnTo>
                      <a:pt x="13" y="56"/>
                    </a:lnTo>
                    <a:lnTo>
                      <a:pt x="8" y="32"/>
                    </a:lnTo>
                    <a:lnTo>
                      <a:pt x="0" y="7"/>
                    </a:lnTo>
                    <a:lnTo>
                      <a:pt x="26" y="0"/>
                    </a:lnTo>
                    <a:lnTo>
                      <a:pt x="34" y="26"/>
                    </a:lnTo>
                    <a:lnTo>
                      <a:pt x="41" y="51"/>
                    </a:lnTo>
                    <a:lnTo>
                      <a:pt x="48" y="79"/>
                    </a:lnTo>
                    <a:lnTo>
                      <a:pt x="52" y="103"/>
                    </a:lnTo>
                    <a:lnTo>
                      <a:pt x="57" y="129"/>
                    </a:lnTo>
                    <a:lnTo>
                      <a:pt x="63" y="156"/>
                    </a:lnTo>
                    <a:lnTo>
                      <a:pt x="66" y="180"/>
                    </a:lnTo>
                    <a:lnTo>
                      <a:pt x="68" y="205"/>
                    </a:lnTo>
                    <a:lnTo>
                      <a:pt x="41" y="20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7" name="Freeform 139"/>
              <p:cNvSpPr>
                <a:spLocks/>
              </p:cNvSpPr>
              <p:nvPr/>
            </p:nvSpPr>
            <p:spPr bwMode="auto">
              <a:xfrm>
                <a:off x="4160" y="2235"/>
                <a:ext cx="29" cy="20"/>
              </a:xfrm>
              <a:custGeom>
                <a:avLst/>
                <a:gdLst>
                  <a:gd name="T0" fmla="*/ 27 w 29"/>
                  <a:gd name="T1" fmla="*/ 2 h 20"/>
                  <a:gd name="T2" fmla="*/ 29 w 29"/>
                  <a:gd name="T3" fmla="*/ 20 h 20"/>
                  <a:gd name="T4" fmla="*/ 3 w 29"/>
                  <a:gd name="T5" fmla="*/ 18 h 20"/>
                  <a:gd name="T6" fmla="*/ 0 w 29"/>
                  <a:gd name="T7" fmla="*/ 0 h 20"/>
                  <a:gd name="T8" fmla="*/ 27 w 29"/>
                  <a:gd name="T9" fmla="*/ 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20"/>
                  <a:gd name="T17" fmla="*/ 29 w 2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20">
                    <a:moveTo>
                      <a:pt x="27" y="2"/>
                    </a:moveTo>
                    <a:lnTo>
                      <a:pt x="29" y="20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8" name="Freeform 140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19" name="Freeform 141"/>
              <p:cNvSpPr>
                <a:spLocks/>
              </p:cNvSpPr>
              <p:nvPr/>
            </p:nvSpPr>
            <p:spPr bwMode="auto">
              <a:xfrm>
                <a:off x="3956" y="1706"/>
                <a:ext cx="60" cy="185"/>
              </a:xfrm>
              <a:custGeom>
                <a:avLst/>
                <a:gdLst>
                  <a:gd name="T0" fmla="*/ 11 w 60"/>
                  <a:gd name="T1" fmla="*/ 29 h 185"/>
                  <a:gd name="T2" fmla="*/ 21 w 60"/>
                  <a:gd name="T3" fmla="*/ 20 h 185"/>
                  <a:gd name="T4" fmla="*/ 60 w 60"/>
                  <a:gd name="T5" fmla="*/ 182 h 185"/>
                  <a:gd name="T6" fmla="*/ 45 w 60"/>
                  <a:gd name="T7" fmla="*/ 185 h 185"/>
                  <a:gd name="T8" fmla="*/ 6 w 60"/>
                  <a:gd name="T9" fmla="*/ 23 h 185"/>
                  <a:gd name="T10" fmla="*/ 17 w 60"/>
                  <a:gd name="T11" fmla="*/ 15 h 185"/>
                  <a:gd name="T12" fmla="*/ 6 w 60"/>
                  <a:gd name="T13" fmla="*/ 23 h 185"/>
                  <a:gd name="T14" fmla="*/ 0 w 60"/>
                  <a:gd name="T15" fmla="*/ 0 h 185"/>
                  <a:gd name="T16" fmla="*/ 17 w 60"/>
                  <a:gd name="T17" fmla="*/ 15 h 185"/>
                  <a:gd name="T18" fmla="*/ 11 w 60"/>
                  <a:gd name="T19" fmla="*/ 29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0"/>
                  <a:gd name="T31" fmla="*/ 0 h 185"/>
                  <a:gd name="T32" fmla="*/ 60 w 60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0" h="185">
                    <a:moveTo>
                      <a:pt x="11" y="29"/>
                    </a:moveTo>
                    <a:lnTo>
                      <a:pt x="21" y="20"/>
                    </a:lnTo>
                    <a:lnTo>
                      <a:pt x="60" y="182"/>
                    </a:lnTo>
                    <a:lnTo>
                      <a:pt x="45" y="185"/>
                    </a:lnTo>
                    <a:lnTo>
                      <a:pt x="6" y="23"/>
                    </a:lnTo>
                    <a:lnTo>
                      <a:pt x="17" y="15"/>
                    </a:lnTo>
                    <a:lnTo>
                      <a:pt x="6" y="23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0" name="Freeform 142"/>
              <p:cNvSpPr>
                <a:spLocks/>
              </p:cNvSpPr>
              <p:nvPr/>
            </p:nvSpPr>
            <p:spPr bwMode="auto">
              <a:xfrm>
                <a:off x="3966" y="1722"/>
                <a:ext cx="127" cy="115"/>
              </a:xfrm>
              <a:custGeom>
                <a:avLst/>
                <a:gdLst>
                  <a:gd name="T0" fmla="*/ 108 w 127"/>
                  <a:gd name="T1" fmla="*/ 98 h 115"/>
                  <a:gd name="T2" fmla="*/ 110 w 127"/>
                  <a:gd name="T3" fmla="*/ 114 h 115"/>
                  <a:gd name="T4" fmla="*/ 0 w 127"/>
                  <a:gd name="T5" fmla="*/ 15 h 115"/>
                  <a:gd name="T6" fmla="*/ 5 w 127"/>
                  <a:gd name="T7" fmla="*/ 0 h 115"/>
                  <a:gd name="T8" fmla="*/ 116 w 127"/>
                  <a:gd name="T9" fmla="*/ 99 h 115"/>
                  <a:gd name="T10" fmla="*/ 119 w 127"/>
                  <a:gd name="T11" fmla="*/ 115 h 115"/>
                  <a:gd name="T12" fmla="*/ 116 w 127"/>
                  <a:gd name="T13" fmla="*/ 99 h 115"/>
                  <a:gd name="T14" fmla="*/ 127 w 127"/>
                  <a:gd name="T15" fmla="*/ 109 h 115"/>
                  <a:gd name="T16" fmla="*/ 119 w 127"/>
                  <a:gd name="T17" fmla="*/ 115 h 115"/>
                  <a:gd name="T18" fmla="*/ 108 w 127"/>
                  <a:gd name="T19" fmla="*/ 9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5"/>
                  <a:gd name="T32" fmla="*/ 127 w 127"/>
                  <a:gd name="T33" fmla="*/ 115 h 1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5">
                    <a:moveTo>
                      <a:pt x="108" y="98"/>
                    </a:moveTo>
                    <a:lnTo>
                      <a:pt x="110" y="114"/>
                    </a:lnTo>
                    <a:lnTo>
                      <a:pt x="0" y="15"/>
                    </a:lnTo>
                    <a:lnTo>
                      <a:pt x="5" y="0"/>
                    </a:lnTo>
                    <a:lnTo>
                      <a:pt x="116" y="99"/>
                    </a:lnTo>
                    <a:lnTo>
                      <a:pt x="119" y="115"/>
                    </a:lnTo>
                    <a:lnTo>
                      <a:pt x="116" y="99"/>
                    </a:lnTo>
                    <a:lnTo>
                      <a:pt x="127" y="109"/>
                    </a:lnTo>
                    <a:lnTo>
                      <a:pt x="119" y="115"/>
                    </a:lnTo>
                    <a:lnTo>
                      <a:pt x="108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1" name="Freeform 143"/>
              <p:cNvSpPr>
                <a:spLocks/>
              </p:cNvSpPr>
              <p:nvPr/>
            </p:nvSpPr>
            <p:spPr bwMode="auto">
              <a:xfrm>
                <a:off x="4002" y="1821"/>
                <a:ext cx="86" cy="85"/>
              </a:xfrm>
              <a:custGeom>
                <a:avLst/>
                <a:gdLst>
                  <a:gd name="T0" fmla="*/ 15 w 86"/>
                  <a:gd name="T1" fmla="*/ 68 h 85"/>
                  <a:gd name="T2" fmla="*/ 2 w 86"/>
                  <a:gd name="T3" fmla="*/ 60 h 85"/>
                  <a:gd name="T4" fmla="*/ 75 w 86"/>
                  <a:gd name="T5" fmla="*/ 0 h 85"/>
                  <a:gd name="T6" fmla="*/ 86 w 86"/>
                  <a:gd name="T7" fmla="*/ 17 h 85"/>
                  <a:gd name="T8" fmla="*/ 13 w 86"/>
                  <a:gd name="T9" fmla="*/ 78 h 85"/>
                  <a:gd name="T10" fmla="*/ 0 w 86"/>
                  <a:gd name="T11" fmla="*/ 70 h 85"/>
                  <a:gd name="T12" fmla="*/ 13 w 86"/>
                  <a:gd name="T13" fmla="*/ 78 h 85"/>
                  <a:gd name="T14" fmla="*/ 5 w 86"/>
                  <a:gd name="T15" fmla="*/ 85 h 85"/>
                  <a:gd name="T16" fmla="*/ 0 w 86"/>
                  <a:gd name="T17" fmla="*/ 70 h 85"/>
                  <a:gd name="T18" fmla="*/ 15 w 86"/>
                  <a:gd name="T19" fmla="*/ 68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5"/>
                  <a:gd name="T32" fmla="*/ 86 w 86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5">
                    <a:moveTo>
                      <a:pt x="15" y="68"/>
                    </a:moveTo>
                    <a:lnTo>
                      <a:pt x="2" y="60"/>
                    </a:lnTo>
                    <a:lnTo>
                      <a:pt x="75" y="0"/>
                    </a:lnTo>
                    <a:lnTo>
                      <a:pt x="86" y="17"/>
                    </a:lnTo>
                    <a:lnTo>
                      <a:pt x="13" y="78"/>
                    </a:lnTo>
                    <a:lnTo>
                      <a:pt x="0" y="70"/>
                    </a:lnTo>
                    <a:lnTo>
                      <a:pt x="13" y="78"/>
                    </a:lnTo>
                    <a:lnTo>
                      <a:pt x="5" y="85"/>
                    </a:lnTo>
                    <a:lnTo>
                      <a:pt x="0" y="70"/>
                    </a:lnTo>
                    <a:lnTo>
                      <a:pt x="15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2" name="Freeform 144"/>
              <p:cNvSpPr>
                <a:spLocks/>
              </p:cNvSpPr>
              <p:nvPr/>
            </p:nvSpPr>
            <p:spPr bwMode="auto">
              <a:xfrm>
                <a:off x="3977" y="1743"/>
                <a:ext cx="35" cy="42"/>
              </a:xfrm>
              <a:custGeom>
                <a:avLst/>
                <a:gdLst>
                  <a:gd name="T0" fmla="*/ 11 w 35"/>
                  <a:gd name="T1" fmla="*/ 42 h 42"/>
                  <a:gd name="T2" fmla="*/ 0 w 35"/>
                  <a:gd name="T3" fmla="*/ 23 h 42"/>
                  <a:gd name="T4" fmla="*/ 23 w 35"/>
                  <a:gd name="T5" fmla="*/ 0 h 42"/>
                  <a:gd name="T6" fmla="*/ 35 w 35"/>
                  <a:gd name="T7" fmla="*/ 20 h 42"/>
                  <a:gd name="T8" fmla="*/ 11 w 35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11" y="42"/>
                    </a:moveTo>
                    <a:lnTo>
                      <a:pt x="0" y="23"/>
                    </a:lnTo>
                    <a:lnTo>
                      <a:pt x="23" y="0"/>
                    </a:lnTo>
                    <a:lnTo>
                      <a:pt x="35" y="20"/>
                    </a:lnTo>
                    <a:lnTo>
                      <a:pt x="11" y="4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3" name="Freeform 145"/>
              <p:cNvSpPr>
                <a:spLocks/>
              </p:cNvSpPr>
              <p:nvPr/>
            </p:nvSpPr>
            <p:spPr bwMode="auto">
              <a:xfrm>
                <a:off x="3991" y="1762"/>
                <a:ext cx="129" cy="228"/>
              </a:xfrm>
              <a:custGeom>
                <a:avLst/>
                <a:gdLst>
                  <a:gd name="T0" fmla="*/ 99 w 129"/>
                  <a:gd name="T1" fmla="*/ 228 h 228"/>
                  <a:gd name="T2" fmla="*/ 99 w 129"/>
                  <a:gd name="T3" fmla="*/ 228 h 228"/>
                  <a:gd name="T4" fmla="*/ 88 w 129"/>
                  <a:gd name="T5" fmla="*/ 200 h 228"/>
                  <a:gd name="T6" fmla="*/ 78 w 129"/>
                  <a:gd name="T7" fmla="*/ 173 h 228"/>
                  <a:gd name="T8" fmla="*/ 67 w 129"/>
                  <a:gd name="T9" fmla="*/ 147 h 228"/>
                  <a:gd name="T10" fmla="*/ 54 w 129"/>
                  <a:gd name="T11" fmla="*/ 121 h 228"/>
                  <a:gd name="T12" fmla="*/ 40 w 129"/>
                  <a:gd name="T13" fmla="*/ 95 h 228"/>
                  <a:gd name="T14" fmla="*/ 27 w 129"/>
                  <a:gd name="T15" fmla="*/ 70 h 228"/>
                  <a:gd name="T16" fmla="*/ 13 w 129"/>
                  <a:gd name="T17" fmla="*/ 45 h 228"/>
                  <a:gd name="T18" fmla="*/ 0 w 129"/>
                  <a:gd name="T19" fmla="*/ 23 h 228"/>
                  <a:gd name="T20" fmla="*/ 23 w 129"/>
                  <a:gd name="T21" fmla="*/ 0 h 228"/>
                  <a:gd name="T22" fmla="*/ 39 w 129"/>
                  <a:gd name="T23" fmla="*/ 25 h 228"/>
                  <a:gd name="T24" fmla="*/ 54 w 129"/>
                  <a:gd name="T25" fmla="*/ 51 h 228"/>
                  <a:gd name="T26" fmla="*/ 69 w 129"/>
                  <a:gd name="T27" fmla="*/ 78 h 228"/>
                  <a:gd name="T28" fmla="*/ 82 w 129"/>
                  <a:gd name="T29" fmla="*/ 104 h 228"/>
                  <a:gd name="T30" fmla="*/ 94 w 129"/>
                  <a:gd name="T31" fmla="*/ 131 h 228"/>
                  <a:gd name="T32" fmla="*/ 107 w 129"/>
                  <a:gd name="T33" fmla="*/ 160 h 228"/>
                  <a:gd name="T34" fmla="*/ 118 w 129"/>
                  <a:gd name="T35" fmla="*/ 188 h 228"/>
                  <a:gd name="T36" fmla="*/ 129 w 129"/>
                  <a:gd name="T37" fmla="*/ 216 h 228"/>
                  <a:gd name="T38" fmla="*/ 99 w 12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9"/>
                  <a:gd name="T61" fmla="*/ 0 h 228"/>
                  <a:gd name="T62" fmla="*/ 129 w 12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9" h="228">
                    <a:moveTo>
                      <a:pt x="99" y="228"/>
                    </a:moveTo>
                    <a:lnTo>
                      <a:pt x="99" y="228"/>
                    </a:lnTo>
                    <a:lnTo>
                      <a:pt x="88" y="200"/>
                    </a:lnTo>
                    <a:lnTo>
                      <a:pt x="78" y="173"/>
                    </a:lnTo>
                    <a:lnTo>
                      <a:pt x="67" y="147"/>
                    </a:lnTo>
                    <a:lnTo>
                      <a:pt x="54" y="121"/>
                    </a:lnTo>
                    <a:lnTo>
                      <a:pt x="40" y="95"/>
                    </a:lnTo>
                    <a:lnTo>
                      <a:pt x="27" y="70"/>
                    </a:lnTo>
                    <a:lnTo>
                      <a:pt x="13" y="45"/>
                    </a:lnTo>
                    <a:lnTo>
                      <a:pt x="0" y="23"/>
                    </a:lnTo>
                    <a:lnTo>
                      <a:pt x="23" y="0"/>
                    </a:lnTo>
                    <a:lnTo>
                      <a:pt x="39" y="25"/>
                    </a:lnTo>
                    <a:lnTo>
                      <a:pt x="54" y="51"/>
                    </a:lnTo>
                    <a:lnTo>
                      <a:pt x="69" y="78"/>
                    </a:lnTo>
                    <a:lnTo>
                      <a:pt x="82" y="104"/>
                    </a:lnTo>
                    <a:lnTo>
                      <a:pt x="94" y="131"/>
                    </a:lnTo>
                    <a:lnTo>
                      <a:pt x="107" y="160"/>
                    </a:lnTo>
                    <a:lnTo>
                      <a:pt x="118" y="188"/>
                    </a:lnTo>
                    <a:lnTo>
                      <a:pt x="129" y="216"/>
                    </a:lnTo>
                    <a:lnTo>
                      <a:pt x="99" y="2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4" name="Freeform 146"/>
              <p:cNvSpPr>
                <a:spLocks/>
              </p:cNvSpPr>
              <p:nvPr/>
            </p:nvSpPr>
            <p:spPr bwMode="auto">
              <a:xfrm>
                <a:off x="4093" y="1983"/>
                <a:ext cx="80" cy="205"/>
              </a:xfrm>
              <a:custGeom>
                <a:avLst/>
                <a:gdLst>
                  <a:gd name="T0" fmla="*/ 47 w 80"/>
                  <a:gd name="T1" fmla="*/ 204 h 205"/>
                  <a:gd name="T2" fmla="*/ 44 w 80"/>
                  <a:gd name="T3" fmla="*/ 180 h 205"/>
                  <a:gd name="T4" fmla="*/ 40 w 80"/>
                  <a:gd name="T5" fmla="*/ 156 h 205"/>
                  <a:gd name="T6" fmla="*/ 35 w 80"/>
                  <a:gd name="T7" fmla="*/ 130 h 205"/>
                  <a:gd name="T8" fmla="*/ 30 w 80"/>
                  <a:gd name="T9" fmla="*/ 108 h 205"/>
                  <a:gd name="T10" fmla="*/ 24 w 80"/>
                  <a:gd name="T11" fmla="*/ 83 h 205"/>
                  <a:gd name="T12" fmla="*/ 16 w 80"/>
                  <a:gd name="T13" fmla="*/ 59 h 205"/>
                  <a:gd name="T14" fmla="*/ 9 w 80"/>
                  <a:gd name="T15" fmla="*/ 35 h 205"/>
                  <a:gd name="T16" fmla="*/ 0 w 80"/>
                  <a:gd name="T17" fmla="*/ 10 h 205"/>
                  <a:gd name="T18" fmla="*/ 31 w 80"/>
                  <a:gd name="T19" fmla="*/ 0 h 205"/>
                  <a:gd name="T20" fmla="*/ 40 w 80"/>
                  <a:gd name="T21" fmla="*/ 24 h 205"/>
                  <a:gd name="T22" fmla="*/ 46 w 80"/>
                  <a:gd name="T23" fmla="*/ 51 h 205"/>
                  <a:gd name="T24" fmla="*/ 55 w 80"/>
                  <a:gd name="T25" fmla="*/ 77 h 205"/>
                  <a:gd name="T26" fmla="*/ 61 w 80"/>
                  <a:gd name="T27" fmla="*/ 102 h 205"/>
                  <a:gd name="T28" fmla="*/ 67 w 80"/>
                  <a:gd name="T29" fmla="*/ 128 h 205"/>
                  <a:gd name="T30" fmla="*/ 73 w 80"/>
                  <a:gd name="T31" fmla="*/ 155 h 205"/>
                  <a:gd name="T32" fmla="*/ 77 w 80"/>
                  <a:gd name="T33" fmla="*/ 180 h 205"/>
                  <a:gd name="T34" fmla="*/ 80 w 80"/>
                  <a:gd name="T35" fmla="*/ 205 h 205"/>
                  <a:gd name="T36" fmla="*/ 47 w 80"/>
                  <a:gd name="T37" fmla="*/ 204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0"/>
                  <a:gd name="T58" fmla="*/ 0 h 205"/>
                  <a:gd name="T59" fmla="*/ 80 w 8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0" h="205">
                    <a:moveTo>
                      <a:pt x="47" y="204"/>
                    </a:moveTo>
                    <a:lnTo>
                      <a:pt x="44" y="180"/>
                    </a:lnTo>
                    <a:lnTo>
                      <a:pt x="40" y="156"/>
                    </a:lnTo>
                    <a:lnTo>
                      <a:pt x="35" y="130"/>
                    </a:lnTo>
                    <a:lnTo>
                      <a:pt x="30" y="108"/>
                    </a:lnTo>
                    <a:lnTo>
                      <a:pt x="24" y="83"/>
                    </a:lnTo>
                    <a:lnTo>
                      <a:pt x="16" y="59"/>
                    </a:lnTo>
                    <a:lnTo>
                      <a:pt x="9" y="35"/>
                    </a:lnTo>
                    <a:lnTo>
                      <a:pt x="0" y="10"/>
                    </a:lnTo>
                    <a:lnTo>
                      <a:pt x="31" y="0"/>
                    </a:lnTo>
                    <a:lnTo>
                      <a:pt x="40" y="24"/>
                    </a:lnTo>
                    <a:lnTo>
                      <a:pt x="46" y="51"/>
                    </a:lnTo>
                    <a:lnTo>
                      <a:pt x="55" y="77"/>
                    </a:lnTo>
                    <a:lnTo>
                      <a:pt x="61" y="102"/>
                    </a:lnTo>
                    <a:lnTo>
                      <a:pt x="67" y="128"/>
                    </a:lnTo>
                    <a:lnTo>
                      <a:pt x="73" y="155"/>
                    </a:lnTo>
                    <a:lnTo>
                      <a:pt x="77" y="180"/>
                    </a:lnTo>
                    <a:lnTo>
                      <a:pt x="80" y="205"/>
                    </a:lnTo>
                    <a:lnTo>
                      <a:pt x="47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5" name="Freeform 147"/>
              <p:cNvSpPr>
                <a:spLocks/>
              </p:cNvSpPr>
              <p:nvPr/>
            </p:nvSpPr>
            <p:spPr bwMode="auto">
              <a:xfrm>
                <a:off x="4143" y="2187"/>
                <a:ext cx="38" cy="22"/>
              </a:xfrm>
              <a:custGeom>
                <a:avLst/>
                <a:gdLst>
                  <a:gd name="T0" fmla="*/ 35 w 38"/>
                  <a:gd name="T1" fmla="*/ 1 h 22"/>
                  <a:gd name="T2" fmla="*/ 38 w 38"/>
                  <a:gd name="T3" fmla="*/ 22 h 22"/>
                  <a:gd name="T4" fmla="*/ 4 w 38"/>
                  <a:gd name="T5" fmla="*/ 21 h 22"/>
                  <a:gd name="T6" fmla="*/ 0 w 38"/>
                  <a:gd name="T7" fmla="*/ 0 h 22"/>
                  <a:gd name="T8" fmla="*/ 35 w 38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2"/>
                  <a:gd name="T17" fmla="*/ 38 w 3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2">
                    <a:moveTo>
                      <a:pt x="35" y="1"/>
                    </a:moveTo>
                    <a:lnTo>
                      <a:pt x="38" y="22"/>
                    </a:lnTo>
                    <a:lnTo>
                      <a:pt x="4" y="21"/>
                    </a:lnTo>
                    <a:lnTo>
                      <a:pt x="0" y="0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6" name="Freeform 148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7" name="Freeform 149"/>
              <p:cNvSpPr>
                <a:spLocks/>
              </p:cNvSpPr>
              <p:nvPr/>
            </p:nvSpPr>
            <p:spPr bwMode="auto">
              <a:xfrm>
                <a:off x="3962" y="1713"/>
                <a:ext cx="51" cy="176"/>
              </a:xfrm>
              <a:custGeom>
                <a:avLst/>
                <a:gdLst>
                  <a:gd name="T0" fmla="*/ 5 w 51"/>
                  <a:gd name="T1" fmla="*/ 19 h 176"/>
                  <a:gd name="T2" fmla="*/ 11 w 51"/>
                  <a:gd name="T3" fmla="*/ 13 h 176"/>
                  <a:gd name="T4" fmla="*/ 51 w 51"/>
                  <a:gd name="T5" fmla="*/ 175 h 176"/>
                  <a:gd name="T6" fmla="*/ 42 w 51"/>
                  <a:gd name="T7" fmla="*/ 176 h 176"/>
                  <a:gd name="T8" fmla="*/ 2 w 51"/>
                  <a:gd name="T9" fmla="*/ 14 h 176"/>
                  <a:gd name="T10" fmla="*/ 8 w 51"/>
                  <a:gd name="T11" fmla="*/ 9 h 176"/>
                  <a:gd name="T12" fmla="*/ 2 w 51"/>
                  <a:gd name="T13" fmla="*/ 14 h 176"/>
                  <a:gd name="T14" fmla="*/ 0 w 51"/>
                  <a:gd name="T15" fmla="*/ 0 h 176"/>
                  <a:gd name="T16" fmla="*/ 8 w 51"/>
                  <a:gd name="T17" fmla="*/ 9 h 176"/>
                  <a:gd name="T18" fmla="*/ 5 w 51"/>
                  <a:gd name="T19" fmla="*/ 19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176"/>
                  <a:gd name="T32" fmla="*/ 51 w 51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176">
                    <a:moveTo>
                      <a:pt x="5" y="19"/>
                    </a:moveTo>
                    <a:lnTo>
                      <a:pt x="11" y="13"/>
                    </a:lnTo>
                    <a:lnTo>
                      <a:pt x="51" y="175"/>
                    </a:lnTo>
                    <a:lnTo>
                      <a:pt x="42" y="176"/>
                    </a:lnTo>
                    <a:lnTo>
                      <a:pt x="2" y="14"/>
                    </a:lnTo>
                    <a:lnTo>
                      <a:pt x="8" y="9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8" y="9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8" name="Freeform 150"/>
              <p:cNvSpPr>
                <a:spLocks/>
              </p:cNvSpPr>
              <p:nvPr/>
            </p:nvSpPr>
            <p:spPr bwMode="auto">
              <a:xfrm>
                <a:off x="3969" y="1723"/>
                <a:ext cx="120" cy="110"/>
              </a:xfrm>
              <a:custGeom>
                <a:avLst/>
                <a:gdLst>
                  <a:gd name="T0" fmla="*/ 109 w 120"/>
                  <a:gd name="T1" fmla="*/ 99 h 110"/>
                  <a:gd name="T2" fmla="*/ 110 w 120"/>
                  <a:gd name="T3" fmla="*/ 110 h 110"/>
                  <a:gd name="T4" fmla="*/ 0 w 120"/>
                  <a:gd name="T5" fmla="*/ 9 h 110"/>
                  <a:gd name="T6" fmla="*/ 3 w 120"/>
                  <a:gd name="T7" fmla="*/ 0 h 110"/>
                  <a:gd name="T8" fmla="*/ 113 w 120"/>
                  <a:gd name="T9" fmla="*/ 102 h 110"/>
                  <a:gd name="T10" fmla="*/ 116 w 120"/>
                  <a:gd name="T11" fmla="*/ 110 h 110"/>
                  <a:gd name="T12" fmla="*/ 113 w 120"/>
                  <a:gd name="T13" fmla="*/ 102 h 110"/>
                  <a:gd name="T14" fmla="*/ 120 w 120"/>
                  <a:gd name="T15" fmla="*/ 106 h 110"/>
                  <a:gd name="T16" fmla="*/ 116 w 120"/>
                  <a:gd name="T17" fmla="*/ 110 h 110"/>
                  <a:gd name="T18" fmla="*/ 109 w 120"/>
                  <a:gd name="T19" fmla="*/ 99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10"/>
                  <a:gd name="T32" fmla="*/ 120 w 120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10">
                    <a:moveTo>
                      <a:pt x="109" y="99"/>
                    </a:moveTo>
                    <a:lnTo>
                      <a:pt x="110" y="110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3" y="102"/>
                    </a:lnTo>
                    <a:lnTo>
                      <a:pt x="116" y="110"/>
                    </a:lnTo>
                    <a:lnTo>
                      <a:pt x="113" y="102"/>
                    </a:lnTo>
                    <a:lnTo>
                      <a:pt x="120" y="106"/>
                    </a:lnTo>
                    <a:lnTo>
                      <a:pt x="116" y="110"/>
                    </a:lnTo>
                    <a:lnTo>
                      <a:pt x="109" y="9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29" name="Freeform 151"/>
              <p:cNvSpPr>
                <a:spLocks/>
              </p:cNvSpPr>
              <p:nvPr/>
            </p:nvSpPr>
            <p:spPr bwMode="auto">
              <a:xfrm>
                <a:off x="4008" y="1825"/>
                <a:ext cx="78" cy="75"/>
              </a:xfrm>
              <a:custGeom>
                <a:avLst/>
                <a:gdLst>
                  <a:gd name="T0" fmla="*/ 8 w 78"/>
                  <a:gd name="T1" fmla="*/ 64 h 75"/>
                  <a:gd name="T2" fmla="*/ 1 w 78"/>
                  <a:gd name="T3" fmla="*/ 59 h 75"/>
                  <a:gd name="T4" fmla="*/ 71 w 78"/>
                  <a:gd name="T5" fmla="*/ 0 h 75"/>
                  <a:gd name="T6" fmla="*/ 78 w 78"/>
                  <a:gd name="T7" fmla="*/ 10 h 75"/>
                  <a:gd name="T8" fmla="*/ 6 w 78"/>
                  <a:gd name="T9" fmla="*/ 71 h 75"/>
                  <a:gd name="T10" fmla="*/ 0 w 78"/>
                  <a:gd name="T11" fmla="*/ 66 h 75"/>
                  <a:gd name="T12" fmla="*/ 6 w 78"/>
                  <a:gd name="T13" fmla="*/ 71 h 75"/>
                  <a:gd name="T14" fmla="*/ 1 w 78"/>
                  <a:gd name="T15" fmla="*/ 75 h 75"/>
                  <a:gd name="T16" fmla="*/ 0 w 78"/>
                  <a:gd name="T17" fmla="*/ 66 h 75"/>
                  <a:gd name="T18" fmla="*/ 8 w 78"/>
                  <a:gd name="T19" fmla="*/ 64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5"/>
                  <a:gd name="T32" fmla="*/ 78 w 78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5">
                    <a:moveTo>
                      <a:pt x="8" y="64"/>
                    </a:moveTo>
                    <a:lnTo>
                      <a:pt x="1" y="59"/>
                    </a:lnTo>
                    <a:lnTo>
                      <a:pt x="71" y="0"/>
                    </a:lnTo>
                    <a:lnTo>
                      <a:pt x="78" y="10"/>
                    </a:lnTo>
                    <a:lnTo>
                      <a:pt x="6" y="71"/>
                    </a:lnTo>
                    <a:lnTo>
                      <a:pt x="0" y="66"/>
                    </a:lnTo>
                    <a:lnTo>
                      <a:pt x="6" y="71"/>
                    </a:lnTo>
                    <a:lnTo>
                      <a:pt x="1" y="75"/>
                    </a:lnTo>
                    <a:lnTo>
                      <a:pt x="0" y="66"/>
                    </a:lnTo>
                    <a:lnTo>
                      <a:pt x="8" y="6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0" name="Freeform 152"/>
              <p:cNvSpPr>
                <a:spLocks/>
              </p:cNvSpPr>
              <p:nvPr/>
            </p:nvSpPr>
            <p:spPr bwMode="auto">
              <a:xfrm>
                <a:off x="3981" y="1748"/>
                <a:ext cx="30" cy="36"/>
              </a:xfrm>
              <a:custGeom>
                <a:avLst/>
                <a:gdLst>
                  <a:gd name="T0" fmla="*/ 10 w 30"/>
                  <a:gd name="T1" fmla="*/ 36 h 36"/>
                  <a:gd name="T2" fmla="*/ 0 w 30"/>
                  <a:gd name="T3" fmla="*/ 19 h 36"/>
                  <a:gd name="T4" fmla="*/ 20 w 30"/>
                  <a:gd name="T5" fmla="*/ 0 h 36"/>
                  <a:gd name="T6" fmla="*/ 30 w 30"/>
                  <a:gd name="T7" fmla="*/ 17 h 36"/>
                  <a:gd name="T8" fmla="*/ 10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0" y="36"/>
                    </a:moveTo>
                    <a:lnTo>
                      <a:pt x="0" y="19"/>
                    </a:lnTo>
                    <a:lnTo>
                      <a:pt x="20" y="0"/>
                    </a:lnTo>
                    <a:lnTo>
                      <a:pt x="30" y="17"/>
                    </a:lnTo>
                    <a:lnTo>
                      <a:pt x="10" y="3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1" name="Freeform 153"/>
              <p:cNvSpPr>
                <a:spLocks/>
              </p:cNvSpPr>
              <p:nvPr/>
            </p:nvSpPr>
            <p:spPr bwMode="auto">
              <a:xfrm>
                <a:off x="3993" y="1766"/>
                <a:ext cx="125" cy="224"/>
              </a:xfrm>
              <a:custGeom>
                <a:avLst/>
                <a:gdLst>
                  <a:gd name="T0" fmla="*/ 100 w 125"/>
                  <a:gd name="T1" fmla="*/ 224 h 224"/>
                  <a:gd name="T2" fmla="*/ 100 w 125"/>
                  <a:gd name="T3" fmla="*/ 224 h 224"/>
                  <a:gd name="T4" fmla="*/ 88 w 125"/>
                  <a:gd name="T5" fmla="*/ 196 h 224"/>
                  <a:gd name="T6" fmla="*/ 78 w 125"/>
                  <a:gd name="T7" fmla="*/ 169 h 224"/>
                  <a:gd name="T8" fmla="*/ 67 w 125"/>
                  <a:gd name="T9" fmla="*/ 143 h 224"/>
                  <a:gd name="T10" fmla="*/ 54 w 125"/>
                  <a:gd name="T11" fmla="*/ 117 h 224"/>
                  <a:gd name="T12" fmla="*/ 41 w 125"/>
                  <a:gd name="T13" fmla="*/ 91 h 224"/>
                  <a:gd name="T14" fmla="*/ 29 w 125"/>
                  <a:gd name="T15" fmla="*/ 66 h 224"/>
                  <a:gd name="T16" fmla="*/ 15 w 125"/>
                  <a:gd name="T17" fmla="*/ 43 h 224"/>
                  <a:gd name="T18" fmla="*/ 0 w 125"/>
                  <a:gd name="T19" fmla="*/ 19 h 224"/>
                  <a:gd name="T20" fmla="*/ 20 w 125"/>
                  <a:gd name="T21" fmla="*/ 0 h 224"/>
                  <a:gd name="T22" fmla="*/ 35 w 125"/>
                  <a:gd name="T23" fmla="*/ 24 h 224"/>
                  <a:gd name="T24" fmla="*/ 50 w 125"/>
                  <a:gd name="T25" fmla="*/ 49 h 224"/>
                  <a:gd name="T26" fmla="*/ 65 w 125"/>
                  <a:gd name="T27" fmla="*/ 77 h 224"/>
                  <a:gd name="T28" fmla="*/ 78 w 125"/>
                  <a:gd name="T29" fmla="*/ 103 h 224"/>
                  <a:gd name="T30" fmla="*/ 91 w 125"/>
                  <a:gd name="T31" fmla="*/ 130 h 224"/>
                  <a:gd name="T32" fmla="*/ 103 w 125"/>
                  <a:gd name="T33" fmla="*/ 158 h 224"/>
                  <a:gd name="T34" fmla="*/ 114 w 125"/>
                  <a:gd name="T35" fmla="*/ 187 h 224"/>
                  <a:gd name="T36" fmla="*/ 125 w 125"/>
                  <a:gd name="T37" fmla="*/ 216 h 224"/>
                  <a:gd name="T38" fmla="*/ 100 w 125"/>
                  <a:gd name="T39" fmla="*/ 224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4"/>
                  <a:gd name="T62" fmla="*/ 125 w 125"/>
                  <a:gd name="T63" fmla="*/ 224 h 2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4">
                    <a:moveTo>
                      <a:pt x="100" y="224"/>
                    </a:moveTo>
                    <a:lnTo>
                      <a:pt x="100" y="224"/>
                    </a:lnTo>
                    <a:lnTo>
                      <a:pt x="88" y="196"/>
                    </a:lnTo>
                    <a:lnTo>
                      <a:pt x="78" y="169"/>
                    </a:lnTo>
                    <a:lnTo>
                      <a:pt x="67" y="143"/>
                    </a:lnTo>
                    <a:lnTo>
                      <a:pt x="54" y="117"/>
                    </a:lnTo>
                    <a:lnTo>
                      <a:pt x="41" y="91"/>
                    </a:lnTo>
                    <a:lnTo>
                      <a:pt x="29" y="66"/>
                    </a:lnTo>
                    <a:lnTo>
                      <a:pt x="15" y="43"/>
                    </a:lnTo>
                    <a:lnTo>
                      <a:pt x="0" y="19"/>
                    </a:lnTo>
                    <a:lnTo>
                      <a:pt x="20" y="0"/>
                    </a:lnTo>
                    <a:lnTo>
                      <a:pt x="35" y="24"/>
                    </a:lnTo>
                    <a:lnTo>
                      <a:pt x="50" y="49"/>
                    </a:lnTo>
                    <a:lnTo>
                      <a:pt x="65" y="77"/>
                    </a:lnTo>
                    <a:lnTo>
                      <a:pt x="78" y="103"/>
                    </a:lnTo>
                    <a:lnTo>
                      <a:pt x="91" y="130"/>
                    </a:lnTo>
                    <a:lnTo>
                      <a:pt x="103" y="158"/>
                    </a:lnTo>
                    <a:lnTo>
                      <a:pt x="114" y="187"/>
                    </a:lnTo>
                    <a:lnTo>
                      <a:pt x="125" y="216"/>
                    </a:lnTo>
                    <a:lnTo>
                      <a:pt x="100" y="2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2" name="Freeform 154"/>
              <p:cNvSpPr>
                <a:spLocks/>
              </p:cNvSpPr>
              <p:nvPr/>
            </p:nvSpPr>
            <p:spPr bwMode="auto">
              <a:xfrm>
                <a:off x="4096" y="1984"/>
                <a:ext cx="74" cy="204"/>
              </a:xfrm>
              <a:custGeom>
                <a:avLst/>
                <a:gdLst>
                  <a:gd name="T0" fmla="*/ 46 w 74"/>
                  <a:gd name="T1" fmla="*/ 203 h 204"/>
                  <a:gd name="T2" fmla="*/ 43 w 74"/>
                  <a:gd name="T3" fmla="*/ 179 h 204"/>
                  <a:gd name="T4" fmla="*/ 39 w 74"/>
                  <a:gd name="T5" fmla="*/ 155 h 204"/>
                  <a:gd name="T6" fmla="*/ 33 w 74"/>
                  <a:gd name="T7" fmla="*/ 129 h 204"/>
                  <a:gd name="T8" fmla="*/ 28 w 74"/>
                  <a:gd name="T9" fmla="*/ 107 h 204"/>
                  <a:gd name="T10" fmla="*/ 23 w 74"/>
                  <a:gd name="T11" fmla="*/ 82 h 204"/>
                  <a:gd name="T12" fmla="*/ 14 w 74"/>
                  <a:gd name="T13" fmla="*/ 57 h 204"/>
                  <a:gd name="T14" fmla="*/ 8 w 74"/>
                  <a:gd name="T15" fmla="*/ 34 h 204"/>
                  <a:gd name="T16" fmla="*/ 0 w 74"/>
                  <a:gd name="T17" fmla="*/ 8 h 204"/>
                  <a:gd name="T18" fmla="*/ 25 w 74"/>
                  <a:gd name="T19" fmla="*/ 0 h 204"/>
                  <a:gd name="T20" fmla="*/ 32 w 74"/>
                  <a:gd name="T21" fmla="*/ 25 h 204"/>
                  <a:gd name="T22" fmla="*/ 41 w 74"/>
                  <a:gd name="T23" fmla="*/ 51 h 204"/>
                  <a:gd name="T24" fmla="*/ 48 w 74"/>
                  <a:gd name="T25" fmla="*/ 78 h 204"/>
                  <a:gd name="T26" fmla="*/ 55 w 74"/>
                  <a:gd name="T27" fmla="*/ 102 h 204"/>
                  <a:gd name="T28" fmla="*/ 61 w 74"/>
                  <a:gd name="T29" fmla="*/ 129 h 204"/>
                  <a:gd name="T30" fmla="*/ 66 w 74"/>
                  <a:gd name="T31" fmla="*/ 155 h 204"/>
                  <a:gd name="T32" fmla="*/ 70 w 74"/>
                  <a:gd name="T33" fmla="*/ 179 h 204"/>
                  <a:gd name="T34" fmla="*/ 74 w 74"/>
                  <a:gd name="T35" fmla="*/ 204 h 204"/>
                  <a:gd name="T36" fmla="*/ 46 w 74"/>
                  <a:gd name="T37" fmla="*/ 203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4"/>
                  <a:gd name="T58" fmla="*/ 0 h 204"/>
                  <a:gd name="T59" fmla="*/ 74 w 74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4" h="204">
                    <a:moveTo>
                      <a:pt x="46" y="203"/>
                    </a:moveTo>
                    <a:lnTo>
                      <a:pt x="43" y="179"/>
                    </a:lnTo>
                    <a:lnTo>
                      <a:pt x="39" y="155"/>
                    </a:lnTo>
                    <a:lnTo>
                      <a:pt x="33" y="129"/>
                    </a:lnTo>
                    <a:lnTo>
                      <a:pt x="28" y="107"/>
                    </a:lnTo>
                    <a:lnTo>
                      <a:pt x="23" y="82"/>
                    </a:lnTo>
                    <a:lnTo>
                      <a:pt x="14" y="57"/>
                    </a:lnTo>
                    <a:lnTo>
                      <a:pt x="8" y="34"/>
                    </a:lnTo>
                    <a:lnTo>
                      <a:pt x="0" y="8"/>
                    </a:lnTo>
                    <a:lnTo>
                      <a:pt x="25" y="0"/>
                    </a:lnTo>
                    <a:lnTo>
                      <a:pt x="32" y="25"/>
                    </a:lnTo>
                    <a:lnTo>
                      <a:pt x="41" y="51"/>
                    </a:lnTo>
                    <a:lnTo>
                      <a:pt x="48" y="78"/>
                    </a:lnTo>
                    <a:lnTo>
                      <a:pt x="55" y="102"/>
                    </a:lnTo>
                    <a:lnTo>
                      <a:pt x="61" y="129"/>
                    </a:lnTo>
                    <a:lnTo>
                      <a:pt x="66" y="155"/>
                    </a:lnTo>
                    <a:lnTo>
                      <a:pt x="70" y="179"/>
                    </a:lnTo>
                    <a:lnTo>
                      <a:pt x="74" y="204"/>
                    </a:lnTo>
                    <a:lnTo>
                      <a:pt x="46" y="20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3" name="Freeform 155"/>
              <p:cNvSpPr>
                <a:spLocks/>
              </p:cNvSpPr>
              <p:nvPr/>
            </p:nvSpPr>
            <p:spPr bwMode="auto">
              <a:xfrm>
                <a:off x="4147" y="2187"/>
                <a:ext cx="32" cy="19"/>
              </a:xfrm>
              <a:custGeom>
                <a:avLst/>
                <a:gdLst>
                  <a:gd name="T0" fmla="*/ 28 w 32"/>
                  <a:gd name="T1" fmla="*/ 1 h 19"/>
                  <a:gd name="T2" fmla="*/ 32 w 32"/>
                  <a:gd name="T3" fmla="*/ 19 h 19"/>
                  <a:gd name="T4" fmla="*/ 3 w 32"/>
                  <a:gd name="T5" fmla="*/ 18 h 19"/>
                  <a:gd name="T6" fmla="*/ 0 w 32"/>
                  <a:gd name="T7" fmla="*/ 0 h 19"/>
                  <a:gd name="T8" fmla="*/ 28 w 32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19"/>
                  <a:gd name="T17" fmla="*/ 32 w 3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19">
                    <a:moveTo>
                      <a:pt x="28" y="1"/>
                    </a:moveTo>
                    <a:lnTo>
                      <a:pt x="32" y="19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4" name="Freeform 156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5" name="Freeform 157"/>
              <p:cNvSpPr>
                <a:spLocks/>
              </p:cNvSpPr>
              <p:nvPr/>
            </p:nvSpPr>
            <p:spPr bwMode="auto">
              <a:xfrm>
                <a:off x="3934" y="1679"/>
                <a:ext cx="66" cy="183"/>
              </a:xfrm>
              <a:custGeom>
                <a:avLst/>
                <a:gdLst>
                  <a:gd name="T0" fmla="*/ 11 w 66"/>
                  <a:gd name="T1" fmla="*/ 31 h 183"/>
                  <a:gd name="T2" fmla="*/ 21 w 66"/>
                  <a:gd name="T3" fmla="*/ 21 h 183"/>
                  <a:gd name="T4" fmla="*/ 66 w 66"/>
                  <a:gd name="T5" fmla="*/ 180 h 183"/>
                  <a:gd name="T6" fmla="*/ 52 w 66"/>
                  <a:gd name="T7" fmla="*/ 183 h 183"/>
                  <a:gd name="T8" fmla="*/ 6 w 66"/>
                  <a:gd name="T9" fmla="*/ 24 h 183"/>
                  <a:gd name="T10" fmla="*/ 17 w 66"/>
                  <a:gd name="T11" fmla="*/ 15 h 183"/>
                  <a:gd name="T12" fmla="*/ 6 w 66"/>
                  <a:gd name="T13" fmla="*/ 24 h 183"/>
                  <a:gd name="T14" fmla="*/ 0 w 66"/>
                  <a:gd name="T15" fmla="*/ 0 h 183"/>
                  <a:gd name="T16" fmla="*/ 17 w 66"/>
                  <a:gd name="T17" fmla="*/ 15 h 183"/>
                  <a:gd name="T18" fmla="*/ 11 w 66"/>
                  <a:gd name="T19" fmla="*/ 31 h 1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183"/>
                  <a:gd name="T32" fmla="*/ 66 w 66"/>
                  <a:gd name="T33" fmla="*/ 183 h 1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183">
                    <a:moveTo>
                      <a:pt x="11" y="31"/>
                    </a:moveTo>
                    <a:lnTo>
                      <a:pt x="21" y="21"/>
                    </a:lnTo>
                    <a:lnTo>
                      <a:pt x="66" y="180"/>
                    </a:lnTo>
                    <a:lnTo>
                      <a:pt x="52" y="183"/>
                    </a:lnTo>
                    <a:lnTo>
                      <a:pt x="6" y="24"/>
                    </a:lnTo>
                    <a:lnTo>
                      <a:pt x="17" y="15"/>
                    </a:lnTo>
                    <a:lnTo>
                      <a:pt x="6" y="24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6" name="Freeform 158"/>
              <p:cNvSpPr>
                <a:spLocks/>
              </p:cNvSpPr>
              <p:nvPr/>
            </p:nvSpPr>
            <p:spPr bwMode="auto">
              <a:xfrm>
                <a:off x="3945" y="1694"/>
                <a:ext cx="129" cy="110"/>
              </a:xfrm>
              <a:custGeom>
                <a:avLst/>
                <a:gdLst>
                  <a:gd name="T0" fmla="*/ 111 w 129"/>
                  <a:gd name="T1" fmla="*/ 93 h 110"/>
                  <a:gd name="T2" fmla="*/ 113 w 129"/>
                  <a:gd name="T3" fmla="*/ 110 h 110"/>
                  <a:gd name="T4" fmla="*/ 0 w 129"/>
                  <a:gd name="T5" fmla="*/ 17 h 110"/>
                  <a:gd name="T6" fmla="*/ 5 w 129"/>
                  <a:gd name="T7" fmla="*/ 0 h 110"/>
                  <a:gd name="T8" fmla="*/ 118 w 129"/>
                  <a:gd name="T9" fmla="*/ 94 h 110"/>
                  <a:gd name="T10" fmla="*/ 121 w 129"/>
                  <a:gd name="T11" fmla="*/ 110 h 110"/>
                  <a:gd name="T12" fmla="*/ 118 w 129"/>
                  <a:gd name="T13" fmla="*/ 94 h 110"/>
                  <a:gd name="T14" fmla="*/ 129 w 129"/>
                  <a:gd name="T15" fmla="*/ 103 h 110"/>
                  <a:gd name="T16" fmla="*/ 121 w 129"/>
                  <a:gd name="T17" fmla="*/ 110 h 110"/>
                  <a:gd name="T18" fmla="*/ 111 w 129"/>
                  <a:gd name="T19" fmla="*/ 9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10"/>
                  <a:gd name="T32" fmla="*/ 129 w 129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10">
                    <a:moveTo>
                      <a:pt x="111" y="93"/>
                    </a:moveTo>
                    <a:lnTo>
                      <a:pt x="113" y="110"/>
                    </a:lnTo>
                    <a:lnTo>
                      <a:pt x="0" y="17"/>
                    </a:lnTo>
                    <a:lnTo>
                      <a:pt x="5" y="0"/>
                    </a:lnTo>
                    <a:lnTo>
                      <a:pt x="118" y="94"/>
                    </a:lnTo>
                    <a:lnTo>
                      <a:pt x="121" y="110"/>
                    </a:lnTo>
                    <a:lnTo>
                      <a:pt x="118" y="94"/>
                    </a:lnTo>
                    <a:lnTo>
                      <a:pt x="129" y="103"/>
                    </a:lnTo>
                    <a:lnTo>
                      <a:pt x="121" y="110"/>
                    </a:lnTo>
                    <a:lnTo>
                      <a:pt x="111" y="9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7" name="Freeform 159"/>
              <p:cNvSpPr>
                <a:spLocks/>
              </p:cNvSpPr>
              <p:nvPr/>
            </p:nvSpPr>
            <p:spPr bwMode="auto">
              <a:xfrm>
                <a:off x="3987" y="1788"/>
                <a:ext cx="80" cy="90"/>
              </a:xfrm>
              <a:custGeom>
                <a:avLst/>
                <a:gdLst>
                  <a:gd name="T0" fmla="*/ 15 w 80"/>
                  <a:gd name="T1" fmla="*/ 71 h 90"/>
                  <a:gd name="T2" fmla="*/ 1 w 80"/>
                  <a:gd name="T3" fmla="*/ 65 h 90"/>
                  <a:gd name="T4" fmla="*/ 71 w 80"/>
                  <a:gd name="T5" fmla="*/ 0 h 90"/>
                  <a:gd name="T6" fmla="*/ 80 w 80"/>
                  <a:gd name="T7" fmla="*/ 17 h 90"/>
                  <a:gd name="T8" fmla="*/ 13 w 80"/>
                  <a:gd name="T9" fmla="*/ 82 h 90"/>
                  <a:gd name="T10" fmla="*/ 0 w 80"/>
                  <a:gd name="T11" fmla="*/ 75 h 90"/>
                  <a:gd name="T12" fmla="*/ 13 w 80"/>
                  <a:gd name="T13" fmla="*/ 82 h 90"/>
                  <a:gd name="T14" fmla="*/ 5 w 80"/>
                  <a:gd name="T15" fmla="*/ 90 h 90"/>
                  <a:gd name="T16" fmla="*/ 0 w 80"/>
                  <a:gd name="T17" fmla="*/ 75 h 90"/>
                  <a:gd name="T18" fmla="*/ 15 w 80"/>
                  <a:gd name="T19" fmla="*/ 71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90"/>
                  <a:gd name="T32" fmla="*/ 80 w 80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90">
                    <a:moveTo>
                      <a:pt x="15" y="71"/>
                    </a:moveTo>
                    <a:lnTo>
                      <a:pt x="1" y="65"/>
                    </a:lnTo>
                    <a:lnTo>
                      <a:pt x="71" y="0"/>
                    </a:lnTo>
                    <a:lnTo>
                      <a:pt x="80" y="17"/>
                    </a:lnTo>
                    <a:lnTo>
                      <a:pt x="13" y="82"/>
                    </a:lnTo>
                    <a:lnTo>
                      <a:pt x="0" y="75"/>
                    </a:lnTo>
                    <a:lnTo>
                      <a:pt x="13" y="82"/>
                    </a:lnTo>
                    <a:lnTo>
                      <a:pt x="5" y="90"/>
                    </a:lnTo>
                    <a:lnTo>
                      <a:pt x="0" y="75"/>
                    </a:lnTo>
                    <a:lnTo>
                      <a:pt x="15" y="7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8" name="Freeform 160"/>
              <p:cNvSpPr>
                <a:spLocks/>
              </p:cNvSpPr>
              <p:nvPr/>
            </p:nvSpPr>
            <p:spPr bwMode="auto">
              <a:xfrm>
                <a:off x="3964" y="1726"/>
                <a:ext cx="34" cy="45"/>
              </a:xfrm>
              <a:custGeom>
                <a:avLst/>
                <a:gdLst>
                  <a:gd name="T0" fmla="*/ 12 w 34"/>
                  <a:gd name="T1" fmla="*/ 45 h 45"/>
                  <a:gd name="T2" fmla="*/ 0 w 34"/>
                  <a:gd name="T3" fmla="*/ 26 h 45"/>
                  <a:gd name="T4" fmla="*/ 22 w 34"/>
                  <a:gd name="T5" fmla="*/ 0 h 45"/>
                  <a:gd name="T6" fmla="*/ 34 w 34"/>
                  <a:gd name="T7" fmla="*/ 20 h 45"/>
                  <a:gd name="T8" fmla="*/ 12 w 34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45"/>
                  <a:gd name="T17" fmla="*/ 34 w 34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45">
                    <a:moveTo>
                      <a:pt x="12" y="45"/>
                    </a:moveTo>
                    <a:lnTo>
                      <a:pt x="0" y="26"/>
                    </a:lnTo>
                    <a:lnTo>
                      <a:pt x="22" y="0"/>
                    </a:lnTo>
                    <a:lnTo>
                      <a:pt x="34" y="20"/>
                    </a:lnTo>
                    <a:lnTo>
                      <a:pt x="12" y="4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39" name="Freeform 161"/>
              <p:cNvSpPr>
                <a:spLocks/>
              </p:cNvSpPr>
              <p:nvPr/>
            </p:nvSpPr>
            <p:spPr bwMode="auto">
              <a:xfrm>
                <a:off x="3976" y="1746"/>
                <a:ext cx="128" cy="213"/>
              </a:xfrm>
              <a:custGeom>
                <a:avLst/>
                <a:gdLst>
                  <a:gd name="T0" fmla="*/ 98 w 128"/>
                  <a:gd name="T1" fmla="*/ 213 h 213"/>
                  <a:gd name="T2" fmla="*/ 98 w 128"/>
                  <a:gd name="T3" fmla="*/ 213 h 213"/>
                  <a:gd name="T4" fmla="*/ 87 w 128"/>
                  <a:gd name="T5" fmla="*/ 185 h 213"/>
                  <a:gd name="T6" fmla="*/ 77 w 128"/>
                  <a:gd name="T7" fmla="*/ 160 h 213"/>
                  <a:gd name="T8" fmla="*/ 65 w 128"/>
                  <a:gd name="T9" fmla="*/ 137 h 213"/>
                  <a:gd name="T10" fmla="*/ 53 w 128"/>
                  <a:gd name="T11" fmla="*/ 112 h 213"/>
                  <a:gd name="T12" fmla="*/ 41 w 128"/>
                  <a:gd name="T13" fmla="*/ 89 h 213"/>
                  <a:gd name="T14" fmla="*/ 29 w 128"/>
                  <a:gd name="T15" fmla="*/ 69 h 213"/>
                  <a:gd name="T16" fmla="*/ 16 w 128"/>
                  <a:gd name="T17" fmla="*/ 45 h 213"/>
                  <a:gd name="T18" fmla="*/ 0 w 128"/>
                  <a:gd name="T19" fmla="*/ 24 h 213"/>
                  <a:gd name="T20" fmla="*/ 23 w 128"/>
                  <a:gd name="T21" fmla="*/ 0 h 213"/>
                  <a:gd name="T22" fmla="*/ 39 w 128"/>
                  <a:gd name="T23" fmla="*/ 23 h 213"/>
                  <a:gd name="T24" fmla="*/ 54 w 128"/>
                  <a:gd name="T25" fmla="*/ 47 h 213"/>
                  <a:gd name="T26" fmla="*/ 68 w 128"/>
                  <a:gd name="T27" fmla="*/ 70 h 213"/>
                  <a:gd name="T28" fmla="*/ 80 w 128"/>
                  <a:gd name="T29" fmla="*/ 95 h 213"/>
                  <a:gd name="T30" fmla="*/ 93 w 128"/>
                  <a:gd name="T31" fmla="*/ 120 h 213"/>
                  <a:gd name="T32" fmla="*/ 105 w 128"/>
                  <a:gd name="T33" fmla="*/ 146 h 213"/>
                  <a:gd name="T34" fmla="*/ 117 w 128"/>
                  <a:gd name="T35" fmla="*/ 173 h 213"/>
                  <a:gd name="T36" fmla="*/ 128 w 128"/>
                  <a:gd name="T37" fmla="*/ 200 h 213"/>
                  <a:gd name="T38" fmla="*/ 98 w 128"/>
                  <a:gd name="T39" fmla="*/ 213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8"/>
                  <a:gd name="T61" fmla="*/ 0 h 213"/>
                  <a:gd name="T62" fmla="*/ 128 w 128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8" h="213">
                    <a:moveTo>
                      <a:pt x="98" y="213"/>
                    </a:moveTo>
                    <a:lnTo>
                      <a:pt x="98" y="213"/>
                    </a:lnTo>
                    <a:lnTo>
                      <a:pt x="87" y="185"/>
                    </a:lnTo>
                    <a:lnTo>
                      <a:pt x="77" y="160"/>
                    </a:lnTo>
                    <a:lnTo>
                      <a:pt x="65" y="137"/>
                    </a:lnTo>
                    <a:lnTo>
                      <a:pt x="53" y="112"/>
                    </a:lnTo>
                    <a:lnTo>
                      <a:pt x="41" y="89"/>
                    </a:lnTo>
                    <a:lnTo>
                      <a:pt x="29" y="69"/>
                    </a:lnTo>
                    <a:lnTo>
                      <a:pt x="16" y="45"/>
                    </a:lnTo>
                    <a:lnTo>
                      <a:pt x="0" y="24"/>
                    </a:lnTo>
                    <a:lnTo>
                      <a:pt x="23" y="0"/>
                    </a:lnTo>
                    <a:lnTo>
                      <a:pt x="39" y="23"/>
                    </a:lnTo>
                    <a:lnTo>
                      <a:pt x="54" y="47"/>
                    </a:lnTo>
                    <a:lnTo>
                      <a:pt x="68" y="70"/>
                    </a:lnTo>
                    <a:lnTo>
                      <a:pt x="80" y="95"/>
                    </a:lnTo>
                    <a:lnTo>
                      <a:pt x="93" y="120"/>
                    </a:lnTo>
                    <a:lnTo>
                      <a:pt x="105" y="146"/>
                    </a:lnTo>
                    <a:lnTo>
                      <a:pt x="117" y="173"/>
                    </a:lnTo>
                    <a:lnTo>
                      <a:pt x="128" y="200"/>
                    </a:lnTo>
                    <a:lnTo>
                      <a:pt x="98" y="2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0" name="Freeform 162"/>
              <p:cNvSpPr>
                <a:spLocks/>
              </p:cNvSpPr>
              <p:nvPr/>
            </p:nvSpPr>
            <p:spPr bwMode="auto">
              <a:xfrm>
                <a:off x="4079" y="1950"/>
                <a:ext cx="88" cy="204"/>
              </a:xfrm>
              <a:custGeom>
                <a:avLst/>
                <a:gdLst>
                  <a:gd name="T0" fmla="*/ 56 w 88"/>
                  <a:gd name="T1" fmla="*/ 204 h 204"/>
                  <a:gd name="T2" fmla="*/ 50 w 88"/>
                  <a:gd name="T3" fmla="*/ 180 h 204"/>
                  <a:gd name="T4" fmla="*/ 46 w 88"/>
                  <a:gd name="T5" fmla="*/ 156 h 204"/>
                  <a:gd name="T6" fmla="*/ 40 w 88"/>
                  <a:gd name="T7" fmla="*/ 131 h 204"/>
                  <a:gd name="T8" fmla="*/ 33 w 88"/>
                  <a:gd name="T9" fmla="*/ 107 h 204"/>
                  <a:gd name="T10" fmla="*/ 27 w 88"/>
                  <a:gd name="T11" fmla="*/ 84 h 204"/>
                  <a:gd name="T12" fmla="*/ 18 w 88"/>
                  <a:gd name="T13" fmla="*/ 60 h 204"/>
                  <a:gd name="T14" fmla="*/ 10 w 88"/>
                  <a:gd name="T15" fmla="*/ 36 h 204"/>
                  <a:gd name="T16" fmla="*/ 0 w 88"/>
                  <a:gd name="T17" fmla="*/ 10 h 204"/>
                  <a:gd name="T18" fmla="*/ 30 w 88"/>
                  <a:gd name="T19" fmla="*/ 0 h 204"/>
                  <a:gd name="T20" fmla="*/ 40 w 88"/>
                  <a:gd name="T21" fmla="*/ 24 h 204"/>
                  <a:gd name="T22" fmla="*/ 48 w 88"/>
                  <a:gd name="T23" fmla="*/ 49 h 204"/>
                  <a:gd name="T24" fmla="*/ 57 w 88"/>
                  <a:gd name="T25" fmla="*/ 74 h 204"/>
                  <a:gd name="T26" fmla="*/ 64 w 88"/>
                  <a:gd name="T27" fmla="*/ 101 h 204"/>
                  <a:gd name="T28" fmla="*/ 71 w 88"/>
                  <a:gd name="T29" fmla="*/ 126 h 204"/>
                  <a:gd name="T30" fmla="*/ 78 w 88"/>
                  <a:gd name="T31" fmla="*/ 152 h 204"/>
                  <a:gd name="T32" fmla="*/ 84 w 88"/>
                  <a:gd name="T33" fmla="*/ 178 h 204"/>
                  <a:gd name="T34" fmla="*/ 88 w 88"/>
                  <a:gd name="T35" fmla="*/ 203 h 204"/>
                  <a:gd name="T36" fmla="*/ 56 w 88"/>
                  <a:gd name="T37" fmla="*/ 204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8"/>
                  <a:gd name="T58" fmla="*/ 0 h 204"/>
                  <a:gd name="T59" fmla="*/ 88 w 88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8" h="204">
                    <a:moveTo>
                      <a:pt x="56" y="204"/>
                    </a:moveTo>
                    <a:lnTo>
                      <a:pt x="50" y="180"/>
                    </a:lnTo>
                    <a:lnTo>
                      <a:pt x="46" y="156"/>
                    </a:lnTo>
                    <a:lnTo>
                      <a:pt x="40" y="131"/>
                    </a:lnTo>
                    <a:lnTo>
                      <a:pt x="33" y="107"/>
                    </a:lnTo>
                    <a:lnTo>
                      <a:pt x="27" y="84"/>
                    </a:lnTo>
                    <a:lnTo>
                      <a:pt x="18" y="60"/>
                    </a:lnTo>
                    <a:lnTo>
                      <a:pt x="10" y="36"/>
                    </a:lnTo>
                    <a:lnTo>
                      <a:pt x="0" y="10"/>
                    </a:lnTo>
                    <a:lnTo>
                      <a:pt x="30" y="0"/>
                    </a:lnTo>
                    <a:lnTo>
                      <a:pt x="40" y="24"/>
                    </a:lnTo>
                    <a:lnTo>
                      <a:pt x="48" y="49"/>
                    </a:lnTo>
                    <a:lnTo>
                      <a:pt x="57" y="74"/>
                    </a:lnTo>
                    <a:lnTo>
                      <a:pt x="64" y="101"/>
                    </a:lnTo>
                    <a:lnTo>
                      <a:pt x="71" y="126"/>
                    </a:lnTo>
                    <a:lnTo>
                      <a:pt x="78" y="152"/>
                    </a:lnTo>
                    <a:lnTo>
                      <a:pt x="84" y="178"/>
                    </a:lnTo>
                    <a:lnTo>
                      <a:pt x="88" y="203"/>
                    </a:lnTo>
                    <a:lnTo>
                      <a:pt x="56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1" name="Freeform 163"/>
              <p:cNvSpPr>
                <a:spLocks/>
              </p:cNvSpPr>
              <p:nvPr/>
            </p:nvSpPr>
            <p:spPr bwMode="auto">
              <a:xfrm>
                <a:off x="4139" y="2154"/>
                <a:ext cx="34" cy="22"/>
              </a:xfrm>
              <a:custGeom>
                <a:avLst/>
                <a:gdLst>
                  <a:gd name="T0" fmla="*/ 30 w 34"/>
                  <a:gd name="T1" fmla="*/ 0 h 22"/>
                  <a:gd name="T2" fmla="*/ 34 w 34"/>
                  <a:gd name="T3" fmla="*/ 21 h 22"/>
                  <a:gd name="T4" fmla="*/ 4 w 34"/>
                  <a:gd name="T5" fmla="*/ 22 h 22"/>
                  <a:gd name="T6" fmla="*/ 0 w 34"/>
                  <a:gd name="T7" fmla="*/ 1 h 22"/>
                  <a:gd name="T8" fmla="*/ 30 w 3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2"/>
                  <a:gd name="T17" fmla="*/ 34 w 34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2">
                    <a:moveTo>
                      <a:pt x="30" y="0"/>
                    </a:moveTo>
                    <a:lnTo>
                      <a:pt x="34" y="21"/>
                    </a:lnTo>
                    <a:lnTo>
                      <a:pt x="4" y="22"/>
                    </a:lnTo>
                    <a:lnTo>
                      <a:pt x="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2" name="Freeform 164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3" name="Freeform 165"/>
              <p:cNvSpPr>
                <a:spLocks/>
              </p:cNvSpPr>
              <p:nvPr/>
            </p:nvSpPr>
            <p:spPr bwMode="auto">
              <a:xfrm>
                <a:off x="3938" y="1688"/>
                <a:ext cx="59" cy="174"/>
              </a:xfrm>
              <a:custGeom>
                <a:avLst/>
                <a:gdLst>
                  <a:gd name="T0" fmla="*/ 7 w 59"/>
                  <a:gd name="T1" fmla="*/ 18 h 174"/>
                  <a:gd name="T2" fmla="*/ 13 w 59"/>
                  <a:gd name="T3" fmla="*/ 10 h 174"/>
                  <a:gd name="T4" fmla="*/ 59 w 59"/>
                  <a:gd name="T5" fmla="*/ 172 h 174"/>
                  <a:gd name="T6" fmla="*/ 50 w 59"/>
                  <a:gd name="T7" fmla="*/ 174 h 174"/>
                  <a:gd name="T8" fmla="*/ 4 w 59"/>
                  <a:gd name="T9" fmla="*/ 15 h 174"/>
                  <a:gd name="T10" fmla="*/ 11 w 59"/>
                  <a:gd name="T11" fmla="*/ 8 h 174"/>
                  <a:gd name="T12" fmla="*/ 4 w 59"/>
                  <a:gd name="T13" fmla="*/ 15 h 174"/>
                  <a:gd name="T14" fmla="*/ 0 w 59"/>
                  <a:gd name="T15" fmla="*/ 0 h 174"/>
                  <a:gd name="T16" fmla="*/ 11 w 59"/>
                  <a:gd name="T17" fmla="*/ 8 h 174"/>
                  <a:gd name="T18" fmla="*/ 7 w 59"/>
                  <a:gd name="T19" fmla="*/ 18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9"/>
                  <a:gd name="T31" fmla="*/ 0 h 174"/>
                  <a:gd name="T32" fmla="*/ 59 w 59"/>
                  <a:gd name="T33" fmla="*/ 174 h 1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9" h="174">
                    <a:moveTo>
                      <a:pt x="7" y="18"/>
                    </a:moveTo>
                    <a:lnTo>
                      <a:pt x="13" y="10"/>
                    </a:lnTo>
                    <a:lnTo>
                      <a:pt x="59" y="172"/>
                    </a:lnTo>
                    <a:lnTo>
                      <a:pt x="50" y="174"/>
                    </a:lnTo>
                    <a:lnTo>
                      <a:pt x="4" y="15"/>
                    </a:lnTo>
                    <a:lnTo>
                      <a:pt x="11" y="8"/>
                    </a:lnTo>
                    <a:lnTo>
                      <a:pt x="4" y="15"/>
                    </a:lnTo>
                    <a:lnTo>
                      <a:pt x="0" y="0"/>
                    </a:lnTo>
                    <a:lnTo>
                      <a:pt x="11" y="8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4" name="Freeform 166"/>
              <p:cNvSpPr>
                <a:spLocks/>
              </p:cNvSpPr>
              <p:nvPr/>
            </p:nvSpPr>
            <p:spPr bwMode="auto">
              <a:xfrm>
                <a:off x="3945" y="1697"/>
                <a:ext cx="125" cy="103"/>
              </a:xfrm>
              <a:custGeom>
                <a:avLst/>
                <a:gdLst>
                  <a:gd name="T0" fmla="*/ 113 w 125"/>
                  <a:gd name="T1" fmla="*/ 92 h 103"/>
                  <a:gd name="T2" fmla="*/ 115 w 125"/>
                  <a:gd name="T3" fmla="*/ 103 h 103"/>
                  <a:gd name="T4" fmla="*/ 0 w 125"/>
                  <a:gd name="T5" fmla="*/ 9 h 103"/>
                  <a:gd name="T6" fmla="*/ 3 w 125"/>
                  <a:gd name="T7" fmla="*/ 0 h 103"/>
                  <a:gd name="T8" fmla="*/ 118 w 125"/>
                  <a:gd name="T9" fmla="*/ 94 h 103"/>
                  <a:gd name="T10" fmla="*/ 120 w 125"/>
                  <a:gd name="T11" fmla="*/ 103 h 103"/>
                  <a:gd name="T12" fmla="*/ 118 w 125"/>
                  <a:gd name="T13" fmla="*/ 94 h 103"/>
                  <a:gd name="T14" fmla="*/ 125 w 125"/>
                  <a:gd name="T15" fmla="*/ 99 h 103"/>
                  <a:gd name="T16" fmla="*/ 120 w 125"/>
                  <a:gd name="T17" fmla="*/ 103 h 103"/>
                  <a:gd name="T18" fmla="*/ 113 w 125"/>
                  <a:gd name="T19" fmla="*/ 92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5"/>
                  <a:gd name="T31" fmla="*/ 0 h 103"/>
                  <a:gd name="T32" fmla="*/ 125 w 125"/>
                  <a:gd name="T33" fmla="*/ 103 h 10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5" h="103">
                    <a:moveTo>
                      <a:pt x="113" y="92"/>
                    </a:moveTo>
                    <a:lnTo>
                      <a:pt x="115" y="103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8" y="94"/>
                    </a:lnTo>
                    <a:lnTo>
                      <a:pt x="120" y="103"/>
                    </a:lnTo>
                    <a:lnTo>
                      <a:pt x="118" y="94"/>
                    </a:lnTo>
                    <a:lnTo>
                      <a:pt x="125" y="99"/>
                    </a:lnTo>
                    <a:lnTo>
                      <a:pt x="120" y="103"/>
                    </a:lnTo>
                    <a:lnTo>
                      <a:pt x="113" y="9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5" name="Freeform 167"/>
              <p:cNvSpPr>
                <a:spLocks/>
              </p:cNvSpPr>
              <p:nvPr/>
            </p:nvSpPr>
            <p:spPr bwMode="auto">
              <a:xfrm>
                <a:off x="3991" y="1790"/>
                <a:ext cx="75" cy="82"/>
              </a:xfrm>
              <a:custGeom>
                <a:avLst/>
                <a:gdLst>
                  <a:gd name="T0" fmla="*/ 8 w 75"/>
                  <a:gd name="T1" fmla="*/ 70 h 82"/>
                  <a:gd name="T2" fmla="*/ 1 w 75"/>
                  <a:gd name="T3" fmla="*/ 67 h 82"/>
                  <a:gd name="T4" fmla="*/ 69 w 75"/>
                  <a:gd name="T5" fmla="*/ 0 h 82"/>
                  <a:gd name="T6" fmla="*/ 75 w 75"/>
                  <a:gd name="T7" fmla="*/ 11 h 82"/>
                  <a:gd name="T8" fmla="*/ 8 w 75"/>
                  <a:gd name="T9" fmla="*/ 77 h 82"/>
                  <a:gd name="T10" fmla="*/ 0 w 75"/>
                  <a:gd name="T11" fmla="*/ 73 h 82"/>
                  <a:gd name="T12" fmla="*/ 8 w 75"/>
                  <a:gd name="T13" fmla="*/ 77 h 82"/>
                  <a:gd name="T14" fmla="*/ 2 w 75"/>
                  <a:gd name="T15" fmla="*/ 82 h 82"/>
                  <a:gd name="T16" fmla="*/ 0 w 75"/>
                  <a:gd name="T17" fmla="*/ 73 h 82"/>
                  <a:gd name="T18" fmla="*/ 8 w 75"/>
                  <a:gd name="T19" fmla="*/ 7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82"/>
                  <a:gd name="T32" fmla="*/ 75 w 75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82">
                    <a:moveTo>
                      <a:pt x="8" y="70"/>
                    </a:moveTo>
                    <a:lnTo>
                      <a:pt x="1" y="67"/>
                    </a:lnTo>
                    <a:lnTo>
                      <a:pt x="69" y="0"/>
                    </a:lnTo>
                    <a:lnTo>
                      <a:pt x="75" y="11"/>
                    </a:lnTo>
                    <a:lnTo>
                      <a:pt x="8" y="77"/>
                    </a:lnTo>
                    <a:lnTo>
                      <a:pt x="0" y="73"/>
                    </a:lnTo>
                    <a:lnTo>
                      <a:pt x="8" y="77"/>
                    </a:lnTo>
                    <a:lnTo>
                      <a:pt x="2" y="82"/>
                    </a:lnTo>
                    <a:lnTo>
                      <a:pt x="0" y="73"/>
                    </a:lnTo>
                    <a:lnTo>
                      <a:pt x="8" y="7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6" name="Freeform 168"/>
              <p:cNvSpPr>
                <a:spLocks/>
              </p:cNvSpPr>
              <p:nvPr/>
            </p:nvSpPr>
            <p:spPr bwMode="auto">
              <a:xfrm>
                <a:off x="3967" y="1732"/>
                <a:ext cx="30" cy="36"/>
              </a:xfrm>
              <a:custGeom>
                <a:avLst/>
                <a:gdLst>
                  <a:gd name="T0" fmla="*/ 11 w 30"/>
                  <a:gd name="T1" fmla="*/ 36 h 36"/>
                  <a:gd name="T2" fmla="*/ 0 w 30"/>
                  <a:gd name="T3" fmla="*/ 21 h 36"/>
                  <a:gd name="T4" fmla="*/ 20 w 30"/>
                  <a:gd name="T5" fmla="*/ 0 h 36"/>
                  <a:gd name="T6" fmla="*/ 30 w 30"/>
                  <a:gd name="T7" fmla="*/ 15 h 36"/>
                  <a:gd name="T8" fmla="*/ 11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1" y="36"/>
                    </a:moveTo>
                    <a:lnTo>
                      <a:pt x="0" y="21"/>
                    </a:lnTo>
                    <a:lnTo>
                      <a:pt x="20" y="0"/>
                    </a:lnTo>
                    <a:lnTo>
                      <a:pt x="30" y="15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7" name="Freeform 169"/>
              <p:cNvSpPr>
                <a:spLocks/>
              </p:cNvSpPr>
              <p:nvPr/>
            </p:nvSpPr>
            <p:spPr bwMode="auto">
              <a:xfrm>
                <a:off x="3981" y="1748"/>
                <a:ext cx="123" cy="211"/>
              </a:xfrm>
              <a:custGeom>
                <a:avLst/>
                <a:gdLst>
                  <a:gd name="T0" fmla="*/ 98 w 123"/>
                  <a:gd name="T1" fmla="*/ 211 h 211"/>
                  <a:gd name="T2" fmla="*/ 98 w 123"/>
                  <a:gd name="T3" fmla="*/ 211 h 211"/>
                  <a:gd name="T4" fmla="*/ 88 w 123"/>
                  <a:gd name="T5" fmla="*/ 183 h 211"/>
                  <a:gd name="T6" fmla="*/ 77 w 123"/>
                  <a:gd name="T7" fmla="*/ 158 h 211"/>
                  <a:gd name="T8" fmla="*/ 65 w 123"/>
                  <a:gd name="T9" fmla="*/ 133 h 211"/>
                  <a:gd name="T10" fmla="*/ 53 w 123"/>
                  <a:gd name="T11" fmla="*/ 110 h 211"/>
                  <a:gd name="T12" fmla="*/ 41 w 123"/>
                  <a:gd name="T13" fmla="*/ 87 h 211"/>
                  <a:gd name="T14" fmla="*/ 29 w 123"/>
                  <a:gd name="T15" fmla="*/ 65 h 211"/>
                  <a:gd name="T16" fmla="*/ 15 w 123"/>
                  <a:gd name="T17" fmla="*/ 42 h 211"/>
                  <a:gd name="T18" fmla="*/ 0 w 123"/>
                  <a:gd name="T19" fmla="*/ 20 h 211"/>
                  <a:gd name="T20" fmla="*/ 18 w 123"/>
                  <a:gd name="T21" fmla="*/ 0 h 211"/>
                  <a:gd name="T22" fmla="*/ 34 w 123"/>
                  <a:gd name="T23" fmla="*/ 23 h 211"/>
                  <a:gd name="T24" fmla="*/ 49 w 123"/>
                  <a:gd name="T25" fmla="*/ 47 h 211"/>
                  <a:gd name="T26" fmla="*/ 63 w 123"/>
                  <a:gd name="T27" fmla="*/ 71 h 211"/>
                  <a:gd name="T28" fmla="*/ 75 w 123"/>
                  <a:gd name="T29" fmla="*/ 96 h 211"/>
                  <a:gd name="T30" fmla="*/ 88 w 123"/>
                  <a:gd name="T31" fmla="*/ 120 h 211"/>
                  <a:gd name="T32" fmla="*/ 100 w 123"/>
                  <a:gd name="T33" fmla="*/ 146 h 211"/>
                  <a:gd name="T34" fmla="*/ 112 w 123"/>
                  <a:gd name="T35" fmla="*/ 173 h 211"/>
                  <a:gd name="T36" fmla="*/ 123 w 123"/>
                  <a:gd name="T37" fmla="*/ 200 h 211"/>
                  <a:gd name="T38" fmla="*/ 98 w 123"/>
                  <a:gd name="T39" fmla="*/ 211 h 2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211"/>
                  <a:gd name="T62" fmla="*/ 123 w 123"/>
                  <a:gd name="T63" fmla="*/ 211 h 2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211">
                    <a:moveTo>
                      <a:pt x="98" y="211"/>
                    </a:moveTo>
                    <a:lnTo>
                      <a:pt x="98" y="211"/>
                    </a:lnTo>
                    <a:lnTo>
                      <a:pt x="88" y="183"/>
                    </a:lnTo>
                    <a:lnTo>
                      <a:pt x="77" y="158"/>
                    </a:lnTo>
                    <a:lnTo>
                      <a:pt x="65" y="133"/>
                    </a:lnTo>
                    <a:lnTo>
                      <a:pt x="53" y="110"/>
                    </a:lnTo>
                    <a:lnTo>
                      <a:pt x="41" y="87"/>
                    </a:lnTo>
                    <a:lnTo>
                      <a:pt x="29" y="65"/>
                    </a:lnTo>
                    <a:lnTo>
                      <a:pt x="15" y="42"/>
                    </a:lnTo>
                    <a:lnTo>
                      <a:pt x="0" y="20"/>
                    </a:lnTo>
                    <a:lnTo>
                      <a:pt x="18" y="0"/>
                    </a:lnTo>
                    <a:lnTo>
                      <a:pt x="34" y="23"/>
                    </a:lnTo>
                    <a:lnTo>
                      <a:pt x="49" y="47"/>
                    </a:lnTo>
                    <a:lnTo>
                      <a:pt x="63" y="71"/>
                    </a:lnTo>
                    <a:lnTo>
                      <a:pt x="75" y="96"/>
                    </a:lnTo>
                    <a:lnTo>
                      <a:pt x="88" y="120"/>
                    </a:lnTo>
                    <a:lnTo>
                      <a:pt x="100" y="146"/>
                    </a:lnTo>
                    <a:lnTo>
                      <a:pt x="112" y="173"/>
                    </a:lnTo>
                    <a:lnTo>
                      <a:pt x="123" y="200"/>
                    </a:lnTo>
                    <a:lnTo>
                      <a:pt x="98" y="2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8" name="Freeform 170"/>
              <p:cNvSpPr>
                <a:spLocks/>
              </p:cNvSpPr>
              <p:nvPr/>
            </p:nvSpPr>
            <p:spPr bwMode="auto">
              <a:xfrm>
                <a:off x="4084" y="1951"/>
                <a:ext cx="81" cy="203"/>
              </a:xfrm>
              <a:custGeom>
                <a:avLst/>
                <a:gdLst>
                  <a:gd name="T0" fmla="*/ 55 w 81"/>
                  <a:gd name="T1" fmla="*/ 203 h 203"/>
                  <a:gd name="T2" fmla="*/ 51 w 81"/>
                  <a:gd name="T3" fmla="*/ 179 h 203"/>
                  <a:gd name="T4" fmla="*/ 44 w 81"/>
                  <a:gd name="T5" fmla="*/ 155 h 203"/>
                  <a:gd name="T6" fmla="*/ 39 w 81"/>
                  <a:gd name="T7" fmla="*/ 130 h 203"/>
                  <a:gd name="T8" fmla="*/ 33 w 81"/>
                  <a:gd name="T9" fmla="*/ 106 h 203"/>
                  <a:gd name="T10" fmla="*/ 25 w 81"/>
                  <a:gd name="T11" fmla="*/ 83 h 203"/>
                  <a:gd name="T12" fmla="*/ 18 w 81"/>
                  <a:gd name="T13" fmla="*/ 58 h 203"/>
                  <a:gd name="T14" fmla="*/ 9 w 81"/>
                  <a:gd name="T15" fmla="*/ 34 h 203"/>
                  <a:gd name="T16" fmla="*/ 0 w 81"/>
                  <a:gd name="T17" fmla="*/ 8 h 203"/>
                  <a:gd name="T18" fmla="*/ 23 w 81"/>
                  <a:gd name="T19" fmla="*/ 0 h 203"/>
                  <a:gd name="T20" fmla="*/ 33 w 81"/>
                  <a:gd name="T21" fmla="*/ 24 h 203"/>
                  <a:gd name="T22" fmla="*/ 41 w 81"/>
                  <a:gd name="T23" fmla="*/ 49 h 203"/>
                  <a:gd name="T24" fmla="*/ 51 w 81"/>
                  <a:gd name="T25" fmla="*/ 75 h 203"/>
                  <a:gd name="T26" fmla="*/ 58 w 81"/>
                  <a:gd name="T27" fmla="*/ 100 h 203"/>
                  <a:gd name="T28" fmla="*/ 65 w 81"/>
                  <a:gd name="T29" fmla="*/ 126 h 203"/>
                  <a:gd name="T30" fmla="*/ 70 w 81"/>
                  <a:gd name="T31" fmla="*/ 152 h 203"/>
                  <a:gd name="T32" fmla="*/ 76 w 81"/>
                  <a:gd name="T33" fmla="*/ 177 h 203"/>
                  <a:gd name="T34" fmla="*/ 81 w 81"/>
                  <a:gd name="T35" fmla="*/ 203 h 203"/>
                  <a:gd name="T36" fmla="*/ 55 w 81"/>
                  <a:gd name="T37" fmla="*/ 203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1"/>
                  <a:gd name="T58" fmla="*/ 0 h 203"/>
                  <a:gd name="T59" fmla="*/ 81 w 81"/>
                  <a:gd name="T60" fmla="*/ 203 h 2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1" h="203">
                    <a:moveTo>
                      <a:pt x="55" y="203"/>
                    </a:moveTo>
                    <a:lnTo>
                      <a:pt x="51" y="179"/>
                    </a:lnTo>
                    <a:lnTo>
                      <a:pt x="44" y="155"/>
                    </a:lnTo>
                    <a:lnTo>
                      <a:pt x="39" y="130"/>
                    </a:lnTo>
                    <a:lnTo>
                      <a:pt x="33" y="106"/>
                    </a:lnTo>
                    <a:lnTo>
                      <a:pt x="25" y="83"/>
                    </a:lnTo>
                    <a:lnTo>
                      <a:pt x="18" y="58"/>
                    </a:lnTo>
                    <a:lnTo>
                      <a:pt x="9" y="34"/>
                    </a:lnTo>
                    <a:lnTo>
                      <a:pt x="0" y="8"/>
                    </a:lnTo>
                    <a:lnTo>
                      <a:pt x="23" y="0"/>
                    </a:lnTo>
                    <a:lnTo>
                      <a:pt x="33" y="24"/>
                    </a:lnTo>
                    <a:lnTo>
                      <a:pt x="41" y="49"/>
                    </a:lnTo>
                    <a:lnTo>
                      <a:pt x="51" y="75"/>
                    </a:lnTo>
                    <a:lnTo>
                      <a:pt x="58" y="100"/>
                    </a:lnTo>
                    <a:lnTo>
                      <a:pt x="65" y="126"/>
                    </a:lnTo>
                    <a:lnTo>
                      <a:pt x="70" y="152"/>
                    </a:lnTo>
                    <a:lnTo>
                      <a:pt x="76" y="177"/>
                    </a:lnTo>
                    <a:lnTo>
                      <a:pt x="81" y="203"/>
                    </a:lnTo>
                    <a:lnTo>
                      <a:pt x="55" y="20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49" name="Freeform 171"/>
              <p:cNvSpPr>
                <a:spLocks/>
              </p:cNvSpPr>
              <p:nvPr/>
            </p:nvSpPr>
            <p:spPr bwMode="auto">
              <a:xfrm>
                <a:off x="4140" y="2154"/>
                <a:ext cx="30" cy="18"/>
              </a:xfrm>
              <a:custGeom>
                <a:avLst/>
                <a:gdLst>
                  <a:gd name="T0" fmla="*/ 27 w 30"/>
                  <a:gd name="T1" fmla="*/ 0 h 18"/>
                  <a:gd name="T2" fmla="*/ 30 w 30"/>
                  <a:gd name="T3" fmla="*/ 18 h 18"/>
                  <a:gd name="T4" fmla="*/ 3 w 30"/>
                  <a:gd name="T5" fmla="*/ 18 h 18"/>
                  <a:gd name="T6" fmla="*/ 0 w 30"/>
                  <a:gd name="T7" fmla="*/ 0 h 18"/>
                  <a:gd name="T8" fmla="*/ 27 w 3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18"/>
                  <a:gd name="T17" fmla="*/ 30 w 30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18">
                    <a:moveTo>
                      <a:pt x="27" y="0"/>
                    </a:moveTo>
                    <a:lnTo>
                      <a:pt x="30" y="18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0" name="Freeform 172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1" name="Freeform 173"/>
              <p:cNvSpPr>
                <a:spLocks/>
              </p:cNvSpPr>
              <p:nvPr/>
            </p:nvSpPr>
            <p:spPr bwMode="auto">
              <a:xfrm>
                <a:off x="2472" y="1465"/>
                <a:ext cx="180" cy="72"/>
              </a:xfrm>
              <a:custGeom>
                <a:avLst/>
                <a:gdLst>
                  <a:gd name="T0" fmla="*/ 31 w 180"/>
                  <a:gd name="T1" fmla="*/ 62 h 72"/>
                  <a:gd name="T2" fmla="*/ 22 w 180"/>
                  <a:gd name="T3" fmla="*/ 51 h 72"/>
                  <a:gd name="T4" fmla="*/ 179 w 180"/>
                  <a:gd name="T5" fmla="*/ 0 h 72"/>
                  <a:gd name="T6" fmla="*/ 180 w 180"/>
                  <a:gd name="T7" fmla="*/ 14 h 72"/>
                  <a:gd name="T8" fmla="*/ 24 w 180"/>
                  <a:gd name="T9" fmla="*/ 66 h 72"/>
                  <a:gd name="T10" fmla="*/ 16 w 180"/>
                  <a:gd name="T11" fmla="*/ 54 h 72"/>
                  <a:gd name="T12" fmla="*/ 24 w 180"/>
                  <a:gd name="T13" fmla="*/ 66 h 72"/>
                  <a:gd name="T14" fmla="*/ 0 w 180"/>
                  <a:gd name="T15" fmla="*/ 72 h 72"/>
                  <a:gd name="T16" fmla="*/ 16 w 180"/>
                  <a:gd name="T17" fmla="*/ 54 h 72"/>
                  <a:gd name="T18" fmla="*/ 31 w 180"/>
                  <a:gd name="T19" fmla="*/ 6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0"/>
                  <a:gd name="T31" fmla="*/ 0 h 72"/>
                  <a:gd name="T32" fmla="*/ 180 w 180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0" h="72">
                    <a:moveTo>
                      <a:pt x="31" y="62"/>
                    </a:moveTo>
                    <a:lnTo>
                      <a:pt x="22" y="51"/>
                    </a:lnTo>
                    <a:lnTo>
                      <a:pt x="179" y="0"/>
                    </a:lnTo>
                    <a:lnTo>
                      <a:pt x="180" y="14"/>
                    </a:lnTo>
                    <a:lnTo>
                      <a:pt x="24" y="66"/>
                    </a:lnTo>
                    <a:lnTo>
                      <a:pt x="16" y="54"/>
                    </a:lnTo>
                    <a:lnTo>
                      <a:pt x="24" y="66"/>
                    </a:lnTo>
                    <a:lnTo>
                      <a:pt x="0" y="72"/>
                    </a:lnTo>
                    <a:lnTo>
                      <a:pt x="16" y="54"/>
                    </a:lnTo>
                    <a:lnTo>
                      <a:pt x="31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2" name="Freeform 174"/>
              <p:cNvSpPr>
                <a:spLocks/>
              </p:cNvSpPr>
              <p:nvPr/>
            </p:nvSpPr>
            <p:spPr bwMode="auto">
              <a:xfrm>
                <a:off x="2487" y="1388"/>
                <a:ext cx="115" cy="137"/>
              </a:xfrm>
              <a:custGeom>
                <a:avLst/>
                <a:gdLst>
                  <a:gd name="T0" fmla="*/ 97 w 115"/>
                  <a:gd name="T1" fmla="*/ 20 h 137"/>
                  <a:gd name="T2" fmla="*/ 114 w 115"/>
                  <a:gd name="T3" fmla="*/ 18 h 137"/>
                  <a:gd name="T4" fmla="*/ 15 w 115"/>
                  <a:gd name="T5" fmla="*/ 137 h 137"/>
                  <a:gd name="T6" fmla="*/ 0 w 115"/>
                  <a:gd name="T7" fmla="*/ 131 h 137"/>
                  <a:gd name="T8" fmla="*/ 99 w 115"/>
                  <a:gd name="T9" fmla="*/ 10 h 137"/>
                  <a:gd name="T10" fmla="*/ 115 w 115"/>
                  <a:gd name="T11" fmla="*/ 8 h 137"/>
                  <a:gd name="T12" fmla="*/ 99 w 115"/>
                  <a:gd name="T13" fmla="*/ 10 h 137"/>
                  <a:gd name="T14" fmla="*/ 109 w 115"/>
                  <a:gd name="T15" fmla="*/ 0 h 137"/>
                  <a:gd name="T16" fmla="*/ 115 w 115"/>
                  <a:gd name="T17" fmla="*/ 8 h 137"/>
                  <a:gd name="T18" fmla="*/ 97 w 115"/>
                  <a:gd name="T19" fmla="*/ 20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37"/>
                  <a:gd name="T32" fmla="*/ 115 w 115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37">
                    <a:moveTo>
                      <a:pt x="97" y="20"/>
                    </a:moveTo>
                    <a:lnTo>
                      <a:pt x="114" y="18"/>
                    </a:lnTo>
                    <a:lnTo>
                      <a:pt x="15" y="137"/>
                    </a:lnTo>
                    <a:lnTo>
                      <a:pt x="0" y="131"/>
                    </a:lnTo>
                    <a:lnTo>
                      <a:pt x="99" y="10"/>
                    </a:lnTo>
                    <a:lnTo>
                      <a:pt x="115" y="8"/>
                    </a:lnTo>
                    <a:lnTo>
                      <a:pt x="99" y="10"/>
                    </a:lnTo>
                    <a:lnTo>
                      <a:pt x="109" y="0"/>
                    </a:lnTo>
                    <a:lnTo>
                      <a:pt x="115" y="8"/>
                    </a:lnTo>
                    <a:lnTo>
                      <a:pt x="97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3" name="Freeform 175"/>
              <p:cNvSpPr>
                <a:spLocks/>
              </p:cNvSpPr>
              <p:nvPr/>
            </p:nvSpPr>
            <p:spPr bwMode="auto">
              <a:xfrm>
                <a:off x="2585" y="1397"/>
                <a:ext cx="80" cy="85"/>
              </a:xfrm>
              <a:custGeom>
                <a:avLst/>
                <a:gdLst>
                  <a:gd name="T0" fmla="*/ 64 w 80"/>
                  <a:gd name="T1" fmla="*/ 70 h 85"/>
                  <a:gd name="T2" fmla="*/ 57 w 80"/>
                  <a:gd name="T3" fmla="*/ 82 h 85"/>
                  <a:gd name="T4" fmla="*/ 0 w 80"/>
                  <a:gd name="T5" fmla="*/ 10 h 85"/>
                  <a:gd name="T6" fmla="*/ 18 w 80"/>
                  <a:gd name="T7" fmla="*/ 0 h 85"/>
                  <a:gd name="T8" fmla="*/ 75 w 80"/>
                  <a:gd name="T9" fmla="*/ 71 h 85"/>
                  <a:gd name="T10" fmla="*/ 66 w 80"/>
                  <a:gd name="T11" fmla="*/ 85 h 85"/>
                  <a:gd name="T12" fmla="*/ 75 w 80"/>
                  <a:gd name="T13" fmla="*/ 71 h 85"/>
                  <a:gd name="T14" fmla="*/ 80 w 80"/>
                  <a:gd name="T15" fmla="*/ 80 h 85"/>
                  <a:gd name="T16" fmla="*/ 66 w 80"/>
                  <a:gd name="T17" fmla="*/ 85 h 85"/>
                  <a:gd name="T18" fmla="*/ 64 w 80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85"/>
                  <a:gd name="T32" fmla="*/ 80 w 80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85">
                    <a:moveTo>
                      <a:pt x="64" y="70"/>
                    </a:moveTo>
                    <a:lnTo>
                      <a:pt x="57" y="82"/>
                    </a:lnTo>
                    <a:lnTo>
                      <a:pt x="0" y="10"/>
                    </a:lnTo>
                    <a:lnTo>
                      <a:pt x="18" y="0"/>
                    </a:lnTo>
                    <a:lnTo>
                      <a:pt x="75" y="71"/>
                    </a:lnTo>
                    <a:lnTo>
                      <a:pt x="66" y="85"/>
                    </a:lnTo>
                    <a:lnTo>
                      <a:pt x="75" y="71"/>
                    </a:lnTo>
                    <a:lnTo>
                      <a:pt x="80" y="80"/>
                    </a:lnTo>
                    <a:lnTo>
                      <a:pt x="66" y="85"/>
                    </a:lnTo>
                    <a:lnTo>
                      <a:pt x="64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4" name="Freeform 176"/>
              <p:cNvSpPr>
                <a:spLocks/>
              </p:cNvSpPr>
              <p:nvPr/>
            </p:nvSpPr>
            <p:spPr bwMode="auto">
              <a:xfrm>
                <a:off x="2509" y="1475"/>
                <a:ext cx="40" cy="39"/>
              </a:xfrm>
              <a:custGeom>
                <a:avLst/>
                <a:gdLst>
                  <a:gd name="T0" fmla="*/ 40 w 40"/>
                  <a:gd name="T1" fmla="*/ 25 h 39"/>
                  <a:gd name="T2" fmla="*/ 22 w 40"/>
                  <a:gd name="T3" fmla="*/ 39 h 39"/>
                  <a:gd name="T4" fmla="*/ 0 w 40"/>
                  <a:gd name="T5" fmla="*/ 13 h 39"/>
                  <a:gd name="T6" fmla="*/ 19 w 40"/>
                  <a:gd name="T7" fmla="*/ 0 h 39"/>
                  <a:gd name="T8" fmla="*/ 40 w 40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39"/>
                  <a:gd name="T17" fmla="*/ 40 w 40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39">
                    <a:moveTo>
                      <a:pt x="40" y="25"/>
                    </a:moveTo>
                    <a:lnTo>
                      <a:pt x="22" y="39"/>
                    </a:lnTo>
                    <a:lnTo>
                      <a:pt x="0" y="13"/>
                    </a:lnTo>
                    <a:lnTo>
                      <a:pt x="19" y="0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5" name="Freeform 177"/>
              <p:cNvSpPr>
                <a:spLocks/>
              </p:cNvSpPr>
              <p:nvPr/>
            </p:nvSpPr>
            <p:spPr bwMode="auto">
              <a:xfrm>
                <a:off x="2531" y="1359"/>
                <a:ext cx="220" cy="143"/>
              </a:xfrm>
              <a:custGeom>
                <a:avLst/>
                <a:gdLst>
                  <a:gd name="T0" fmla="*/ 220 w 220"/>
                  <a:gd name="T1" fmla="*/ 30 h 143"/>
                  <a:gd name="T2" fmla="*/ 220 w 220"/>
                  <a:gd name="T3" fmla="*/ 30 h 143"/>
                  <a:gd name="T4" fmla="*/ 167 w 220"/>
                  <a:gd name="T5" fmla="*/ 54 h 143"/>
                  <a:gd name="T6" fmla="*/ 115 w 220"/>
                  <a:gd name="T7" fmla="*/ 82 h 143"/>
                  <a:gd name="T8" fmla="*/ 67 w 220"/>
                  <a:gd name="T9" fmla="*/ 111 h 143"/>
                  <a:gd name="T10" fmla="*/ 20 w 220"/>
                  <a:gd name="T11" fmla="*/ 143 h 143"/>
                  <a:gd name="T12" fmla="*/ 0 w 220"/>
                  <a:gd name="T13" fmla="*/ 119 h 143"/>
                  <a:gd name="T14" fmla="*/ 49 w 220"/>
                  <a:gd name="T15" fmla="*/ 85 h 143"/>
                  <a:gd name="T16" fmla="*/ 99 w 220"/>
                  <a:gd name="T17" fmla="*/ 54 h 143"/>
                  <a:gd name="T18" fmla="*/ 154 w 220"/>
                  <a:gd name="T19" fmla="*/ 25 h 143"/>
                  <a:gd name="T20" fmla="*/ 211 w 220"/>
                  <a:gd name="T21" fmla="*/ 0 h 143"/>
                  <a:gd name="T22" fmla="*/ 220 w 220"/>
                  <a:gd name="T23" fmla="*/ 3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0"/>
                  <a:gd name="T37" fmla="*/ 0 h 143"/>
                  <a:gd name="T38" fmla="*/ 220 w 220"/>
                  <a:gd name="T39" fmla="*/ 143 h 1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0" h="143">
                    <a:moveTo>
                      <a:pt x="220" y="30"/>
                    </a:moveTo>
                    <a:lnTo>
                      <a:pt x="220" y="30"/>
                    </a:lnTo>
                    <a:lnTo>
                      <a:pt x="167" y="54"/>
                    </a:lnTo>
                    <a:lnTo>
                      <a:pt x="115" y="82"/>
                    </a:lnTo>
                    <a:lnTo>
                      <a:pt x="67" y="111"/>
                    </a:lnTo>
                    <a:lnTo>
                      <a:pt x="20" y="143"/>
                    </a:lnTo>
                    <a:lnTo>
                      <a:pt x="0" y="119"/>
                    </a:lnTo>
                    <a:lnTo>
                      <a:pt x="49" y="85"/>
                    </a:lnTo>
                    <a:lnTo>
                      <a:pt x="99" y="54"/>
                    </a:lnTo>
                    <a:lnTo>
                      <a:pt x="154" y="25"/>
                    </a:lnTo>
                    <a:lnTo>
                      <a:pt x="211" y="0"/>
                    </a:lnTo>
                    <a:lnTo>
                      <a:pt x="220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6" name="Freeform 178"/>
              <p:cNvSpPr>
                <a:spLocks/>
              </p:cNvSpPr>
              <p:nvPr/>
            </p:nvSpPr>
            <p:spPr bwMode="auto">
              <a:xfrm>
                <a:off x="2746" y="1297"/>
                <a:ext cx="199" cy="93"/>
              </a:xfrm>
              <a:custGeom>
                <a:avLst/>
                <a:gdLst>
                  <a:gd name="T0" fmla="*/ 197 w 199"/>
                  <a:gd name="T1" fmla="*/ 35 h 93"/>
                  <a:gd name="T2" fmla="*/ 174 w 199"/>
                  <a:gd name="T3" fmla="*/ 39 h 93"/>
                  <a:gd name="T4" fmla="*/ 151 w 199"/>
                  <a:gd name="T5" fmla="*/ 45 h 93"/>
                  <a:gd name="T6" fmla="*/ 128 w 199"/>
                  <a:gd name="T7" fmla="*/ 52 h 93"/>
                  <a:gd name="T8" fmla="*/ 104 w 199"/>
                  <a:gd name="T9" fmla="*/ 59 h 93"/>
                  <a:gd name="T10" fmla="*/ 81 w 199"/>
                  <a:gd name="T11" fmla="*/ 66 h 93"/>
                  <a:gd name="T12" fmla="*/ 57 w 199"/>
                  <a:gd name="T13" fmla="*/ 75 h 93"/>
                  <a:gd name="T14" fmla="*/ 34 w 199"/>
                  <a:gd name="T15" fmla="*/ 84 h 93"/>
                  <a:gd name="T16" fmla="*/ 10 w 199"/>
                  <a:gd name="T17" fmla="*/ 93 h 93"/>
                  <a:gd name="T18" fmla="*/ 0 w 199"/>
                  <a:gd name="T19" fmla="*/ 62 h 93"/>
                  <a:gd name="T20" fmla="*/ 25 w 199"/>
                  <a:gd name="T21" fmla="*/ 52 h 93"/>
                  <a:gd name="T22" fmla="*/ 50 w 199"/>
                  <a:gd name="T23" fmla="*/ 41 h 93"/>
                  <a:gd name="T24" fmla="*/ 75 w 199"/>
                  <a:gd name="T25" fmla="*/ 33 h 93"/>
                  <a:gd name="T26" fmla="*/ 100 w 199"/>
                  <a:gd name="T27" fmla="*/ 24 h 93"/>
                  <a:gd name="T28" fmla="*/ 126 w 199"/>
                  <a:gd name="T29" fmla="*/ 18 h 93"/>
                  <a:gd name="T30" fmla="*/ 149 w 199"/>
                  <a:gd name="T31" fmla="*/ 10 h 93"/>
                  <a:gd name="T32" fmla="*/ 176 w 199"/>
                  <a:gd name="T33" fmla="*/ 5 h 93"/>
                  <a:gd name="T34" fmla="*/ 199 w 199"/>
                  <a:gd name="T35" fmla="*/ 0 h 93"/>
                  <a:gd name="T36" fmla="*/ 197 w 199"/>
                  <a:gd name="T37" fmla="*/ 35 h 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9"/>
                  <a:gd name="T58" fmla="*/ 0 h 93"/>
                  <a:gd name="T59" fmla="*/ 199 w 199"/>
                  <a:gd name="T60" fmla="*/ 93 h 9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9" h="93">
                    <a:moveTo>
                      <a:pt x="197" y="35"/>
                    </a:moveTo>
                    <a:lnTo>
                      <a:pt x="174" y="39"/>
                    </a:lnTo>
                    <a:lnTo>
                      <a:pt x="151" y="45"/>
                    </a:lnTo>
                    <a:lnTo>
                      <a:pt x="128" y="52"/>
                    </a:lnTo>
                    <a:lnTo>
                      <a:pt x="104" y="59"/>
                    </a:lnTo>
                    <a:lnTo>
                      <a:pt x="81" y="66"/>
                    </a:lnTo>
                    <a:lnTo>
                      <a:pt x="57" y="75"/>
                    </a:lnTo>
                    <a:lnTo>
                      <a:pt x="34" y="84"/>
                    </a:lnTo>
                    <a:lnTo>
                      <a:pt x="10" y="93"/>
                    </a:lnTo>
                    <a:lnTo>
                      <a:pt x="0" y="62"/>
                    </a:lnTo>
                    <a:lnTo>
                      <a:pt x="25" y="52"/>
                    </a:lnTo>
                    <a:lnTo>
                      <a:pt x="50" y="41"/>
                    </a:lnTo>
                    <a:lnTo>
                      <a:pt x="75" y="33"/>
                    </a:lnTo>
                    <a:lnTo>
                      <a:pt x="100" y="24"/>
                    </a:lnTo>
                    <a:lnTo>
                      <a:pt x="126" y="18"/>
                    </a:lnTo>
                    <a:lnTo>
                      <a:pt x="149" y="10"/>
                    </a:lnTo>
                    <a:lnTo>
                      <a:pt x="176" y="5"/>
                    </a:lnTo>
                    <a:lnTo>
                      <a:pt x="199" y="0"/>
                    </a:lnTo>
                    <a:lnTo>
                      <a:pt x="197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7" name="Freeform 179"/>
              <p:cNvSpPr>
                <a:spLocks/>
              </p:cNvSpPr>
              <p:nvPr/>
            </p:nvSpPr>
            <p:spPr bwMode="auto">
              <a:xfrm>
                <a:off x="2947" y="1291"/>
                <a:ext cx="25" cy="40"/>
              </a:xfrm>
              <a:custGeom>
                <a:avLst/>
                <a:gdLst>
                  <a:gd name="T0" fmla="*/ 3 w 25"/>
                  <a:gd name="T1" fmla="*/ 5 h 40"/>
                  <a:gd name="T2" fmla="*/ 25 w 25"/>
                  <a:gd name="T3" fmla="*/ 0 h 40"/>
                  <a:gd name="T4" fmla="*/ 22 w 25"/>
                  <a:gd name="T5" fmla="*/ 36 h 40"/>
                  <a:gd name="T6" fmla="*/ 0 w 25"/>
                  <a:gd name="T7" fmla="*/ 40 h 40"/>
                  <a:gd name="T8" fmla="*/ 3 w 25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3" y="5"/>
                    </a:moveTo>
                    <a:lnTo>
                      <a:pt x="25" y="0"/>
                    </a:lnTo>
                    <a:lnTo>
                      <a:pt x="22" y="36"/>
                    </a:lnTo>
                    <a:lnTo>
                      <a:pt x="0" y="4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8" name="Freeform 180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59" name="Freeform 181"/>
              <p:cNvSpPr>
                <a:spLocks/>
              </p:cNvSpPr>
              <p:nvPr/>
            </p:nvSpPr>
            <p:spPr bwMode="auto">
              <a:xfrm>
                <a:off x="2481" y="1469"/>
                <a:ext cx="168" cy="63"/>
              </a:xfrm>
              <a:custGeom>
                <a:avLst/>
                <a:gdLst>
                  <a:gd name="T0" fmla="*/ 18 w 168"/>
                  <a:gd name="T1" fmla="*/ 56 h 63"/>
                  <a:gd name="T2" fmla="*/ 13 w 168"/>
                  <a:gd name="T3" fmla="*/ 49 h 63"/>
                  <a:gd name="T4" fmla="*/ 167 w 168"/>
                  <a:gd name="T5" fmla="*/ 0 h 63"/>
                  <a:gd name="T6" fmla="*/ 168 w 168"/>
                  <a:gd name="T7" fmla="*/ 8 h 63"/>
                  <a:gd name="T8" fmla="*/ 15 w 168"/>
                  <a:gd name="T9" fmla="*/ 59 h 63"/>
                  <a:gd name="T10" fmla="*/ 10 w 168"/>
                  <a:gd name="T11" fmla="*/ 51 h 63"/>
                  <a:gd name="T12" fmla="*/ 15 w 168"/>
                  <a:gd name="T13" fmla="*/ 59 h 63"/>
                  <a:gd name="T14" fmla="*/ 0 w 168"/>
                  <a:gd name="T15" fmla="*/ 63 h 63"/>
                  <a:gd name="T16" fmla="*/ 10 w 168"/>
                  <a:gd name="T17" fmla="*/ 51 h 63"/>
                  <a:gd name="T18" fmla="*/ 18 w 168"/>
                  <a:gd name="T19" fmla="*/ 56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8"/>
                  <a:gd name="T31" fmla="*/ 0 h 63"/>
                  <a:gd name="T32" fmla="*/ 168 w 168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8" h="63">
                    <a:moveTo>
                      <a:pt x="18" y="56"/>
                    </a:moveTo>
                    <a:lnTo>
                      <a:pt x="13" y="49"/>
                    </a:lnTo>
                    <a:lnTo>
                      <a:pt x="167" y="0"/>
                    </a:lnTo>
                    <a:lnTo>
                      <a:pt x="168" y="8"/>
                    </a:lnTo>
                    <a:lnTo>
                      <a:pt x="15" y="59"/>
                    </a:lnTo>
                    <a:lnTo>
                      <a:pt x="10" y="51"/>
                    </a:lnTo>
                    <a:lnTo>
                      <a:pt x="15" y="59"/>
                    </a:lnTo>
                    <a:lnTo>
                      <a:pt x="0" y="63"/>
                    </a:lnTo>
                    <a:lnTo>
                      <a:pt x="10" y="51"/>
                    </a:lnTo>
                    <a:lnTo>
                      <a:pt x="18" y="5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0" name="Freeform 182"/>
              <p:cNvSpPr>
                <a:spLocks/>
              </p:cNvSpPr>
              <p:nvPr/>
            </p:nvSpPr>
            <p:spPr bwMode="auto">
              <a:xfrm>
                <a:off x="2490" y="1393"/>
                <a:ext cx="109" cy="131"/>
              </a:xfrm>
              <a:custGeom>
                <a:avLst/>
                <a:gdLst>
                  <a:gd name="T0" fmla="*/ 99 w 109"/>
                  <a:gd name="T1" fmla="*/ 13 h 131"/>
                  <a:gd name="T2" fmla="*/ 108 w 109"/>
                  <a:gd name="T3" fmla="*/ 12 h 131"/>
                  <a:gd name="T4" fmla="*/ 8 w 109"/>
                  <a:gd name="T5" fmla="*/ 131 h 131"/>
                  <a:gd name="T6" fmla="*/ 0 w 109"/>
                  <a:gd name="T7" fmla="*/ 127 h 131"/>
                  <a:gd name="T8" fmla="*/ 101 w 109"/>
                  <a:gd name="T9" fmla="*/ 6 h 131"/>
                  <a:gd name="T10" fmla="*/ 109 w 109"/>
                  <a:gd name="T11" fmla="*/ 5 h 131"/>
                  <a:gd name="T12" fmla="*/ 101 w 109"/>
                  <a:gd name="T13" fmla="*/ 6 h 131"/>
                  <a:gd name="T14" fmla="*/ 105 w 109"/>
                  <a:gd name="T15" fmla="*/ 0 h 131"/>
                  <a:gd name="T16" fmla="*/ 109 w 109"/>
                  <a:gd name="T17" fmla="*/ 5 h 131"/>
                  <a:gd name="T18" fmla="*/ 99 w 109"/>
                  <a:gd name="T19" fmla="*/ 13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9"/>
                  <a:gd name="T31" fmla="*/ 0 h 131"/>
                  <a:gd name="T32" fmla="*/ 109 w 109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9" h="131">
                    <a:moveTo>
                      <a:pt x="99" y="13"/>
                    </a:moveTo>
                    <a:lnTo>
                      <a:pt x="108" y="12"/>
                    </a:lnTo>
                    <a:lnTo>
                      <a:pt x="8" y="131"/>
                    </a:lnTo>
                    <a:lnTo>
                      <a:pt x="0" y="127"/>
                    </a:lnTo>
                    <a:lnTo>
                      <a:pt x="101" y="6"/>
                    </a:lnTo>
                    <a:lnTo>
                      <a:pt x="109" y="5"/>
                    </a:lnTo>
                    <a:lnTo>
                      <a:pt x="101" y="6"/>
                    </a:lnTo>
                    <a:lnTo>
                      <a:pt x="105" y="0"/>
                    </a:lnTo>
                    <a:lnTo>
                      <a:pt x="109" y="5"/>
                    </a:lnTo>
                    <a:lnTo>
                      <a:pt x="99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1" name="Freeform 183"/>
              <p:cNvSpPr>
                <a:spLocks/>
              </p:cNvSpPr>
              <p:nvPr/>
            </p:nvSpPr>
            <p:spPr bwMode="auto">
              <a:xfrm>
                <a:off x="2592" y="1397"/>
                <a:ext cx="69" cy="79"/>
              </a:xfrm>
              <a:custGeom>
                <a:avLst/>
                <a:gdLst>
                  <a:gd name="T0" fmla="*/ 61 w 69"/>
                  <a:gd name="T1" fmla="*/ 71 h 79"/>
                  <a:gd name="T2" fmla="*/ 55 w 69"/>
                  <a:gd name="T3" fmla="*/ 78 h 79"/>
                  <a:gd name="T4" fmla="*/ 0 w 69"/>
                  <a:gd name="T5" fmla="*/ 7 h 79"/>
                  <a:gd name="T6" fmla="*/ 8 w 69"/>
                  <a:gd name="T7" fmla="*/ 0 h 79"/>
                  <a:gd name="T8" fmla="*/ 66 w 69"/>
                  <a:gd name="T9" fmla="*/ 72 h 79"/>
                  <a:gd name="T10" fmla="*/ 61 w 69"/>
                  <a:gd name="T11" fmla="*/ 79 h 79"/>
                  <a:gd name="T12" fmla="*/ 66 w 69"/>
                  <a:gd name="T13" fmla="*/ 72 h 79"/>
                  <a:gd name="T14" fmla="*/ 69 w 69"/>
                  <a:gd name="T15" fmla="*/ 77 h 79"/>
                  <a:gd name="T16" fmla="*/ 61 w 69"/>
                  <a:gd name="T17" fmla="*/ 79 h 79"/>
                  <a:gd name="T18" fmla="*/ 61 w 69"/>
                  <a:gd name="T19" fmla="*/ 71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79"/>
                  <a:gd name="T32" fmla="*/ 69 w 69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79">
                    <a:moveTo>
                      <a:pt x="61" y="71"/>
                    </a:moveTo>
                    <a:lnTo>
                      <a:pt x="55" y="78"/>
                    </a:lnTo>
                    <a:lnTo>
                      <a:pt x="0" y="7"/>
                    </a:lnTo>
                    <a:lnTo>
                      <a:pt x="8" y="0"/>
                    </a:lnTo>
                    <a:lnTo>
                      <a:pt x="66" y="72"/>
                    </a:lnTo>
                    <a:lnTo>
                      <a:pt x="61" y="79"/>
                    </a:lnTo>
                    <a:lnTo>
                      <a:pt x="66" y="72"/>
                    </a:lnTo>
                    <a:lnTo>
                      <a:pt x="69" y="77"/>
                    </a:lnTo>
                    <a:lnTo>
                      <a:pt x="61" y="79"/>
                    </a:lnTo>
                    <a:lnTo>
                      <a:pt x="61" y="7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2" name="Freeform 184"/>
              <p:cNvSpPr>
                <a:spLocks/>
              </p:cNvSpPr>
              <p:nvPr/>
            </p:nvSpPr>
            <p:spPr bwMode="auto">
              <a:xfrm>
                <a:off x="2517" y="1478"/>
                <a:ext cx="32" cy="32"/>
              </a:xfrm>
              <a:custGeom>
                <a:avLst/>
                <a:gdLst>
                  <a:gd name="T0" fmla="*/ 32 w 32"/>
                  <a:gd name="T1" fmla="*/ 21 h 32"/>
                  <a:gd name="T2" fmla="*/ 17 w 32"/>
                  <a:gd name="T3" fmla="*/ 32 h 32"/>
                  <a:gd name="T4" fmla="*/ 0 w 32"/>
                  <a:gd name="T5" fmla="*/ 10 h 32"/>
                  <a:gd name="T6" fmla="*/ 15 w 32"/>
                  <a:gd name="T7" fmla="*/ 0 h 32"/>
                  <a:gd name="T8" fmla="*/ 32 w 32"/>
                  <a:gd name="T9" fmla="*/ 2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32" y="21"/>
                    </a:moveTo>
                    <a:lnTo>
                      <a:pt x="17" y="32"/>
                    </a:lnTo>
                    <a:lnTo>
                      <a:pt x="0" y="10"/>
                    </a:lnTo>
                    <a:lnTo>
                      <a:pt x="15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3" name="Freeform 185"/>
              <p:cNvSpPr>
                <a:spLocks/>
              </p:cNvSpPr>
              <p:nvPr/>
            </p:nvSpPr>
            <p:spPr bwMode="auto">
              <a:xfrm>
                <a:off x="2534" y="1360"/>
                <a:ext cx="217" cy="140"/>
              </a:xfrm>
              <a:custGeom>
                <a:avLst/>
                <a:gdLst>
                  <a:gd name="T0" fmla="*/ 217 w 217"/>
                  <a:gd name="T1" fmla="*/ 25 h 140"/>
                  <a:gd name="T2" fmla="*/ 217 w 217"/>
                  <a:gd name="T3" fmla="*/ 25 h 140"/>
                  <a:gd name="T4" fmla="*/ 164 w 217"/>
                  <a:gd name="T5" fmla="*/ 50 h 140"/>
                  <a:gd name="T6" fmla="*/ 112 w 217"/>
                  <a:gd name="T7" fmla="*/ 78 h 140"/>
                  <a:gd name="T8" fmla="*/ 63 w 217"/>
                  <a:gd name="T9" fmla="*/ 108 h 140"/>
                  <a:gd name="T10" fmla="*/ 17 w 217"/>
                  <a:gd name="T11" fmla="*/ 140 h 140"/>
                  <a:gd name="T12" fmla="*/ 0 w 217"/>
                  <a:gd name="T13" fmla="*/ 119 h 140"/>
                  <a:gd name="T14" fmla="*/ 48 w 217"/>
                  <a:gd name="T15" fmla="*/ 86 h 140"/>
                  <a:gd name="T16" fmla="*/ 99 w 217"/>
                  <a:gd name="T17" fmla="*/ 55 h 140"/>
                  <a:gd name="T18" fmla="*/ 153 w 217"/>
                  <a:gd name="T19" fmla="*/ 27 h 140"/>
                  <a:gd name="T20" fmla="*/ 209 w 217"/>
                  <a:gd name="T21" fmla="*/ 0 h 140"/>
                  <a:gd name="T22" fmla="*/ 217 w 217"/>
                  <a:gd name="T23" fmla="*/ 25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7"/>
                  <a:gd name="T37" fmla="*/ 0 h 140"/>
                  <a:gd name="T38" fmla="*/ 217 w 217"/>
                  <a:gd name="T39" fmla="*/ 140 h 1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7" h="140">
                    <a:moveTo>
                      <a:pt x="217" y="25"/>
                    </a:moveTo>
                    <a:lnTo>
                      <a:pt x="217" y="25"/>
                    </a:lnTo>
                    <a:lnTo>
                      <a:pt x="164" y="50"/>
                    </a:lnTo>
                    <a:lnTo>
                      <a:pt x="112" y="78"/>
                    </a:lnTo>
                    <a:lnTo>
                      <a:pt x="63" y="108"/>
                    </a:lnTo>
                    <a:lnTo>
                      <a:pt x="17" y="140"/>
                    </a:lnTo>
                    <a:lnTo>
                      <a:pt x="0" y="119"/>
                    </a:lnTo>
                    <a:lnTo>
                      <a:pt x="48" y="86"/>
                    </a:lnTo>
                    <a:lnTo>
                      <a:pt x="99" y="55"/>
                    </a:lnTo>
                    <a:lnTo>
                      <a:pt x="153" y="27"/>
                    </a:lnTo>
                    <a:lnTo>
                      <a:pt x="209" y="0"/>
                    </a:lnTo>
                    <a:lnTo>
                      <a:pt x="217" y="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4" name="Freeform 186"/>
              <p:cNvSpPr>
                <a:spLocks/>
              </p:cNvSpPr>
              <p:nvPr/>
            </p:nvSpPr>
            <p:spPr bwMode="auto">
              <a:xfrm>
                <a:off x="2748" y="1298"/>
                <a:ext cx="195" cy="87"/>
              </a:xfrm>
              <a:custGeom>
                <a:avLst/>
                <a:gdLst>
                  <a:gd name="T0" fmla="*/ 194 w 195"/>
                  <a:gd name="T1" fmla="*/ 29 h 87"/>
                  <a:gd name="T2" fmla="*/ 171 w 195"/>
                  <a:gd name="T3" fmla="*/ 33 h 87"/>
                  <a:gd name="T4" fmla="*/ 148 w 195"/>
                  <a:gd name="T5" fmla="*/ 38 h 87"/>
                  <a:gd name="T6" fmla="*/ 124 w 195"/>
                  <a:gd name="T7" fmla="*/ 45 h 87"/>
                  <a:gd name="T8" fmla="*/ 100 w 195"/>
                  <a:gd name="T9" fmla="*/ 52 h 87"/>
                  <a:gd name="T10" fmla="*/ 78 w 195"/>
                  <a:gd name="T11" fmla="*/ 60 h 87"/>
                  <a:gd name="T12" fmla="*/ 54 w 195"/>
                  <a:gd name="T13" fmla="*/ 68 h 87"/>
                  <a:gd name="T14" fmla="*/ 31 w 195"/>
                  <a:gd name="T15" fmla="*/ 77 h 87"/>
                  <a:gd name="T16" fmla="*/ 8 w 195"/>
                  <a:gd name="T17" fmla="*/ 87 h 87"/>
                  <a:gd name="T18" fmla="*/ 0 w 195"/>
                  <a:gd name="T19" fmla="*/ 61 h 87"/>
                  <a:gd name="T20" fmla="*/ 23 w 195"/>
                  <a:gd name="T21" fmla="*/ 51 h 87"/>
                  <a:gd name="T22" fmla="*/ 49 w 195"/>
                  <a:gd name="T23" fmla="*/ 42 h 87"/>
                  <a:gd name="T24" fmla="*/ 73 w 195"/>
                  <a:gd name="T25" fmla="*/ 33 h 87"/>
                  <a:gd name="T26" fmla="*/ 98 w 195"/>
                  <a:gd name="T27" fmla="*/ 24 h 87"/>
                  <a:gd name="T28" fmla="*/ 123 w 195"/>
                  <a:gd name="T29" fmla="*/ 18 h 87"/>
                  <a:gd name="T30" fmla="*/ 148 w 195"/>
                  <a:gd name="T31" fmla="*/ 9 h 87"/>
                  <a:gd name="T32" fmla="*/ 172 w 195"/>
                  <a:gd name="T33" fmla="*/ 5 h 87"/>
                  <a:gd name="T34" fmla="*/ 195 w 195"/>
                  <a:gd name="T35" fmla="*/ 0 h 87"/>
                  <a:gd name="T36" fmla="*/ 194 w 195"/>
                  <a:gd name="T37" fmla="*/ 29 h 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87"/>
                  <a:gd name="T59" fmla="*/ 195 w 195"/>
                  <a:gd name="T60" fmla="*/ 87 h 8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87">
                    <a:moveTo>
                      <a:pt x="194" y="29"/>
                    </a:moveTo>
                    <a:lnTo>
                      <a:pt x="171" y="33"/>
                    </a:lnTo>
                    <a:lnTo>
                      <a:pt x="148" y="38"/>
                    </a:lnTo>
                    <a:lnTo>
                      <a:pt x="124" y="45"/>
                    </a:lnTo>
                    <a:lnTo>
                      <a:pt x="100" y="52"/>
                    </a:lnTo>
                    <a:lnTo>
                      <a:pt x="78" y="60"/>
                    </a:lnTo>
                    <a:lnTo>
                      <a:pt x="54" y="68"/>
                    </a:lnTo>
                    <a:lnTo>
                      <a:pt x="31" y="77"/>
                    </a:lnTo>
                    <a:lnTo>
                      <a:pt x="8" y="87"/>
                    </a:lnTo>
                    <a:lnTo>
                      <a:pt x="0" y="61"/>
                    </a:lnTo>
                    <a:lnTo>
                      <a:pt x="23" y="51"/>
                    </a:lnTo>
                    <a:lnTo>
                      <a:pt x="49" y="42"/>
                    </a:lnTo>
                    <a:lnTo>
                      <a:pt x="73" y="33"/>
                    </a:lnTo>
                    <a:lnTo>
                      <a:pt x="98" y="24"/>
                    </a:lnTo>
                    <a:lnTo>
                      <a:pt x="123" y="18"/>
                    </a:lnTo>
                    <a:lnTo>
                      <a:pt x="148" y="9"/>
                    </a:lnTo>
                    <a:lnTo>
                      <a:pt x="172" y="5"/>
                    </a:lnTo>
                    <a:lnTo>
                      <a:pt x="195" y="0"/>
                    </a:lnTo>
                    <a:lnTo>
                      <a:pt x="194" y="2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5" name="Freeform 187"/>
              <p:cNvSpPr>
                <a:spLocks/>
              </p:cNvSpPr>
              <p:nvPr/>
            </p:nvSpPr>
            <p:spPr bwMode="auto">
              <a:xfrm>
                <a:off x="2945" y="1296"/>
                <a:ext cx="21" cy="32"/>
              </a:xfrm>
              <a:custGeom>
                <a:avLst/>
                <a:gdLst>
                  <a:gd name="T0" fmla="*/ 3 w 21"/>
                  <a:gd name="T1" fmla="*/ 3 h 32"/>
                  <a:gd name="T2" fmla="*/ 21 w 21"/>
                  <a:gd name="T3" fmla="*/ 0 h 32"/>
                  <a:gd name="T4" fmla="*/ 19 w 21"/>
                  <a:gd name="T5" fmla="*/ 29 h 32"/>
                  <a:gd name="T6" fmla="*/ 0 w 21"/>
                  <a:gd name="T7" fmla="*/ 32 h 32"/>
                  <a:gd name="T8" fmla="*/ 3 w 21"/>
                  <a:gd name="T9" fmla="*/ 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2"/>
                  <a:gd name="T17" fmla="*/ 21 w 21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2">
                    <a:moveTo>
                      <a:pt x="3" y="3"/>
                    </a:moveTo>
                    <a:lnTo>
                      <a:pt x="21" y="0"/>
                    </a:lnTo>
                    <a:lnTo>
                      <a:pt x="19" y="29"/>
                    </a:lnTo>
                    <a:lnTo>
                      <a:pt x="0" y="3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6" name="Freeform 188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7" name="Freeform 189"/>
              <p:cNvSpPr>
                <a:spLocks/>
              </p:cNvSpPr>
              <p:nvPr/>
            </p:nvSpPr>
            <p:spPr bwMode="auto">
              <a:xfrm>
                <a:off x="2444" y="1483"/>
                <a:ext cx="178" cy="79"/>
              </a:xfrm>
              <a:custGeom>
                <a:avLst/>
                <a:gdLst>
                  <a:gd name="T0" fmla="*/ 31 w 178"/>
                  <a:gd name="T1" fmla="*/ 65 h 79"/>
                  <a:gd name="T2" fmla="*/ 22 w 178"/>
                  <a:gd name="T3" fmla="*/ 56 h 79"/>
                  <a:gd name="T4" fmla="*/ 176 w 178"/>
                  <a:gd name="T5" fmla="*/ 0 h 79"/>
                  <a:gd name="T6" fmla="*/ 178 w 178"/>
                  <a:gd name="T7" fmla="*/ 14 h 79"/>
                  <a:gd name="T8" fmla="*/ 24 w 178"/>
                  <a:gd name="T9" fmla="*/ 70 h 79"/>
                  <a:gd name="T10" fmla="*/ 15 w 178"/>
                  <a:gd name="T11" fmla="*/ 61 h 79"/>
                  <a:gd name="T12" fmla="*/ 24 w 178"/>
                  <a:gd name="T13" fmla="*/ 70 h 79"/>
                  <a:gd name="T14" fmla="*/ 0 w 178"/>
                  <a:gd name="T15" fmla="*/ 79 h 79"/>
                  <a:gd name="T16" fmla="*/ 15 w 178"/>
                  <a:gd name="T17" fmla="*/ 61 h 79"/>
                  <a:gd name="T18" fmla="*/ 31 w 178"/>
                  <a:gd name="T19" fmla="*/ 6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8"/>
                  <a:gd name="T31" fmla="*/ 0 h 79"/>
                  <a:gd name="T32" fmla="*/ 178 w 1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8" h="79">
                    <a:moveTo>
                      <a:pt x="31" y="65"/>
                    </a:moveTo>
                    <a:lnTo>
                      <a:pt x="22" y="56"/>
                    </a:lnTo>
                    <a:lnTo>
                      <a:pt x="176" y="0"/>
                    </a:lnTo>
                    <a:lnTo>
                      <a:pt x="178" y="14"/>
                    </a:lnTo>
                    <a:lnTo>
                      <a:pt x="24" y="70"/>
                    </a:lnTo>
                    <a:lnTo>
                      <a:pt x="15" y="61"/>
                    </a:lnTo>
                    <a:lnTo>
                      <a:pt x="24" y="70"/>
                    </a:lnTo>
                    <a:lnTo>
                      <a:pt x="0" y="79"/>
                    </a:lnTo>
                    <a:lnTo>
                      <a:pt x="15" y="61"/>
                    </a:lnTo>
                    <a:lnTo>
                      <a:pt x="31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8" name="Freeform 190"/>
              <p:cNvSpPr>
                <a:spLocks/>
              </p:cNvSpPr>
              <p:nvPr/>
            </p:nvSpPr>
            <p:spPr bwMode="auto">
              <a:xfrm>
                <a:off x="2456" y="1410"/>
                <a:ext cx="110" cy="138"/>
              </a:xfrm>
              <a:custGeom>
                <a:avLst/>
                <a:gdLst>
                  <a:gd name="T0" fmla="*/ 93 w 110"/>
                  <a:gd name="T1" fmla="*/ 19 h 138"/>
                  <a:gd name="T2" fmla="*/ 109 w 110"/>
                  <a:gd name="T3" fmla="*/ 16 h 138"/>
                  <a:gd name="T4" fmla="*/ 16 w 110"/>
                  <a:gd name="T5" fmla="*/ 138 h 138"/>
                  <a:gd name="T6" fmla="*/ 0 w 110"/>
                  <a:gd name="T7" fmla="*/ 134 h 138"/>
                  <a:gd name="T8" fmla="*/ 94 w 110"/>
                  <a:gd name="T9" fmla="*/ 11 h 138"/>
                  <a:gd name="T10" fmla="*/ 110 w 110"/>
                  <a:gd name="T11" fmla="*/ 8 h 138"/>
                  <a:gd name="T12" fmla="*/ 94 w 110"/>
                  <a:gd name="T13" fmla="*/ 11 h 138"/>
                  <a:gd name="T14" fmla="*/ 104 w 110"/>
                  <a:gd name="T15" fmla="*/ 0 h 138"/>
                  <a:gd name="T16" fmla="*/ 110 w 110"/>
                  <a:gd name="T17" fmla="*/ 8 h 138"/>
                  <a:gd name="T18" fmla="*/ 93 w 110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0"/>
                  <a:gd name="T31" fmla="*/ 0 h 138"/>
                  <a:gd name="T32" fmla="*/ 110 w 110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0" h="138">
                    <a:moveTo>
                      <a:pt x="93" y="19"/>
                    </a:moveTo>
                    <a:lnTo>
                      <a:pt x="109" y="16"/>
                    </a:lnTo>
                    <a:lnTo>
                      <a:pt x="16" y="138"/>
                    </a:lnTo>
                    <a:lnTo>
                      <a:pt x="0" y="134"/>
                    </a:lnTo>
                    <a:lnTo>
                      <a:pt x="94" y="11"/>
                    </a:lnTo>
                    <a:lnTo>
                      <a:pt x="110" y="8"/>
                    </a:lnTo>
                    <a:lnTo>
                      <a:pt x="94" y="11"/>
                    </a:lnTo>
                    <a:lnTo>
                      <a:pt x="104" y="0"/>
                    </a:lnTo>
                    <a:lnTo>
                      <a:pt x="110" y="8"/>
                    </a:lnTo>
                    <a:lnTo>
                      <a:pt x="93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69" name="Freeform 191"/>
              <p:cNvSpPr>
                <a:spLocks/>
              </p:cNvSpPr>
              <p:nvPr/>
            </p:nvSpPr>
            <p:spPr bwMode="auto">
              <a:xfrm>
                <a:off x="2550" y="1418"/>
                <a:ext cx="87" cy="80"/>
              </a:xfrm>
              <a:custGeom>
                <a:avLst/>
                <a:gdLst>
                  <a:gd name="T0" fmla="*/ 68 w 87"/>
                  <a:gd name="T1" fmla="*/ 66 h 80"/>
                  <a:gd name="T2" fmla="*/ 61 w 87"/>
                  <a:gd name="T3" fmla="*/ 79 h 80"/>
                  <a:gd name="T4" fmla="*/ 0 w 87"/>
                  <a:gd name="T5" fmla="*/ 11 h 80"/>
                  <a:gd name="T6" fmla="*/ 17 w 87"/>
                  <a:gd name="T7" fmla="*/ 0 h 80"/>
                  <a:gd name="T8" fmla="*/ 78 w 87"/>
                  <a:gd name="T9" fmla="*/ 67 h 80"/>
                  <a:gd name="T10" fmla="*/ 72 w 87"/>
                  <a:gd name="T11" fmla="*/ 80 h 80"/>
                  <a:gd name="T12" fmla="*/ 78 w 87"/>
                  <a:gd name="T13" fmla="*/ 67 h 80"/>
                  <a:gd name="T14" fmla="*/ 87 w 87"/>
                  <a:gd name="T15" fmla="*/ 75 h 80"/>
                  <a:gd name="T16" fmla="*/ 72 w 87"/>
                  <a:gd name="T17" fmla="*/ 80 h 80"/>
                  <a:gd name="T18" fmla="*/ 68 w 87"/>
                  <a:gd name="T19" fmla="*/ 66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80"/>
                  <a:gd name="T32" fmla="*/ 87 w 87"/>
                  <a:gd name="T33" fmla="*/ 80 h 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80">
                    <a:moveTo>
                      <a:pt x="68" y="66"/>
                    </a:moveTo>
                    <a:lnTo>
                      <a:pt x="61" y="79"/>
                    </a:lnTo>
                    <a:lnTo>
                      <a:pt x="0" y="11"/>
                    </a:lnTo>
                    <a:lnTo>
                      <a:pt x="17" y="0"/>
                    </a:lnTo>
                    <a:lnTo>
                      <a:pt x="78" y="67"/>
                    </a:lnTo>
                    <a:lnTo>
                      <a:pt x="72" y="80"/>
                    </a:lnTo>
                    <a:lnTo>
                      <a:pt x="78" y="67"/>
                    </a:lnTo>
                    <a:lnTo>
                      <a:pt x="87" y="75"/>
                    </a:lnTo>
                    <a:lnTo>
                      <a:pt x="72" y="80"/>
                    </a:lnTo>
                    <a:lnTo>
                      <a:pt x="68" y="6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0" name="Freeform 192"/>
              <p:cNvSpPr>
                <a:spLocks/>
              </p:cNvSpPr>
              <p:nvPr/>
            </p:nvSpPr>
            <p:spPr bwMode="auto">
              <a:xfrm>
                <a:off x="2478" y="1500"/>
                <a:ext cx="39" cy="36"/>
              </a:xfrm>
              <a:custGeom>
                <a:avLst/>
                <a:gdLst>
                  <a:gd name="T0" fmla="*/ 39 w 39"/>
                  <a:gd name="T1" fmla="*/ 22 h 36"/>
                  <a:gd name="T2" fmla="*/ 23 w 39"/>
                  <a:gd name="T3" fmla="*/ 36 h 36"/>
                  <a:gd name="T4" fmla="*/ 0 w 39"/>
                  <a:gd name="T5" fmla="*/ 14 h 36"/>
                  <a:gd name="T6" fmla="*/ 16 w 39"/>
                  <a:gd name="T7" fmla="*/ 0 h 36"/>
                  <a:gd name="T8" fmla="*/ 39 w 39"/>
                  <a:gd name="T9" fmla="*/ 2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6"/>
                  <a:gd name="T17" fmla="*/ 39 w 39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6">
                    <a:moveTo>
                      <a:pt x="39" y="22"/>
                    </a:moveTo>
                    <a:lnTo>
                      <a:pt x="23" y="36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39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1" name="Freeform 193"/>
              <p:cNvSpPr>
                <a:spLocks/>
              </p:cNvSpPr>
              <p:nvPr/>
            </p:nvSpPr>
            <p:spPr bwMode="auto">
              <a:xfrm>
                <a:off x="2500" y="1373"/>
                <a:ext cx="217" cy="149"/>
              </a:xfrm>
              <a:custGeom>
                <a:avLst/>
                <a:gdLst>
                  <a:gd name="T0" fmla="*/ 217 w 217"/>
                  <a:gd name="T1" fmla="*/ 29 h 149"/>
                  <a:gd name="T2" fmla="*/ 217 w 217"/>
                  <a:gd name="T3" fmla="*/ 29 h 149"/>
                  <a:gd name="T4" fmla="*/ 191 w 217"/>
                  <a:gd name="T5" fmla="*/ 41 h 149"/>
                  <a:gd name="T6" fmla="*/ 164 w 217"/>
                  <a:gd name="T7" fmla="*/ 56 h 149"/>
                  <a:gd name="T8" fmla="*/ 140 w 217"/>
                  <a:gd name="T9" fmla="*/ 70 h 149"/>
                  <a:gd name="T10" fmla="*/ 115 w 217"/>
                  <a:gd name="T11" fmla="*/ 85 h 149"/>
                  <a:gd name="T12" fmla="*/ 92 w 217"/>
                  <a:gd name="T13" fmla="*/ 100 h 149"/>
                  <a:gd name="T14" fmla="*/ 67 w 217"/>
                  <a:gd name="T15" fmla="*/ 116 h 149"/>
                  <a:gd name="T16" fmla="*/ 45 w 217"/>
                  <a:gd name="T17" fmla="*/ 132 h 149"/>
                  <a:gd name="T18" fmla="*/ 22 w 217"/>
                  <a:gd name="T19" fmla="*/ 149 h 149"/>
                  <a:gd name="T20" fmla="*/ 0 w 217"/>
                  <a:gd name="T21" fmla="*/ 127 h 149"/>
                  <a:gd name="T22" fmla="*/ 22 w 217"/>
                  <a:gd name="T23" fmla="*/ 109 h 149"/>
                  <a:gd name="T24" fmla="*/ 47 w 217"/>
                  <a:gd name="T25" fmla="*/ 92 h 149"/>
                  <a:gd name="T26" fmla="*/ 73 w 217"/>
                  <a:gd name="T27" fmla="*/ 74 h 149"/>
                  <a:gd name="T28" fmla="*/ 98 w 217"/>
                  <a:gd name="T29" fmla="*/ 58 h 149"/>
                  <a:gd name="T30" fmla="*/ 123 w 217"/>
                  <a:gd name="T31" fmla="*/ 42 h 149"/>
                  <a:gd name="T32" fmla="*/ 149 w 217"/>
                  <a:gd name="T33" fmla="*/ 27 h 149"/>
                  <a:gd name="T34" fmla="*/ 177 w 217"/>
                  <a:gd name="T35" fmla="*/ 12 h 149"/>
                  <a:gd name="T36" fmla="*/ 205 w 217"/>
                  <a:gd name="T37" fmla="*/ 0 h 149"/>
                  <a:gd name="T38" fmla="*/ 217 w 217"/>
                  <a:gd name="T39" fmla="*/ 29 h 1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7"/>
                  <a:gd name="T61" fmla="*/ 0 h 149"/>
                  <a:gd name="T62" fmla="*/ 217 w 217"/>
                  <a:gd name="T63" fmla="*/ 149 h 14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7" h="149">
                    <a:moveTo>
                      <a:pt x="217" y="29"/>
                    </a:moveTo>
                    <a:lnTo>
                      <a:pt x="217" y="29"/>
                    </a:lnTo>
                    <a:lnTo>
                      <a:pt x="191" y="41"/>
                    </a:lnTo>
                    <a:lnTo>
                      <a:pt x="164" y="56"/>
                    </a:lnTo>
                    <a:lnTo>
                      <a:pt x="140" y="70"/>
                    </a:lnTo>
                    <a:lnTo>
                      <a:pt x="115" y="85"/>
                    </a:lnTo>
                    <a:lnTo>
                      <a:pt x="92" y="100"/>
                    </a:lnTo>
                    <a:lnTo>
                      <a:pt x="67" y="116"/>
                    </a:lnTo>
                    <a:lnTo>
                      <a:pt x="45" y="132"/>
                    </a:lnTo>
                    <a:lnTo>
                      <a:pt x="22" y="149"/>
                    </a:lnTo>
                    <a:lnTo>
                      <a:pt x="0" y="127"/>
                    </a:lnTo>
                    <a:lnTo>
                      <a:pt x="22" y="109"/>
                    </a:lnTo>
                    <a:lnTo>
                      <a:pt x="47" y="92"/>
                    </a:lnTo>
                    <a:lnTo>
                      <a:pt x="73" y="74"/>
                    </a:lnTo>
                    <a:lnTo>
                      <a:pt x="98" y="58"/>
                    </a:lnTo>
                    <a:lnTo>
                      <a:pt x="123" y="42"/>
                    </a:lnTo>
                    <a:lnTo>
                      <a:pt x="149" y="27"/>
                    </a:lnTo>
                    <a:lnTo>
                      <a:pt x="177" y="12"/>
                    </a:lnTo>
                    <a:lnTo>
                      <a:pt x="205" y="0"/>
                    </a:lnTo>
                    <a:lnTo>
                      <a:pt x="217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2" name="Freeform 194"/>
              <p:cNvSpPr>
                <a:spLocks/>
              </p:cNvSpPr>
              <p:nvPr/>
            </p:nvSpPr>
            <p:spPr bwMode="auto">
              <a:xfrm>
                <a:off x="2710" y="1302"/>
                <a:ext cx="198" cy="103"/>
              </a:xfrm>
              <a:custGeom>
                <a:avLst/>
                <a:gdLst>
                  <a:gd name="T0" fmla="*/ 198 w 198"/>
                  <a:gd name="T1" fmla="*/ 35 h 103"/>
                  <a:gd name="T2" fmla="*/ 175 w 198"/>
                  <a:gd name="T3" fmla="*/ 41 h 103"/>
                  <a:gd name="T4" fmla="*/ 151 w 198"/>
                  <a:gd name="T5" fmla="*/ 48 h 103"/>
                  <a:gd name="T6" fmla="*/ 128 w 198"/>
                  <a:gd name="T7" fmla="*/ 56 h 103"/>
                  <a:gd name="T8" fmla="*/ 104 w 198"/>
                  <a:gd name="T9" fmla="*/ 64 h 103"/>
                  <a:gd name="T10" fmla="*/ 82 w 198"/>
                  <a:gd name="T11" fmla="*/ 72 h 103"/>
                  <a:gd name="T12" fmla="*/ 58 w 198"/>
                  <a:gd name="T13" fmla="*/ 82 h 103"/>
                  <a:gd name="T14" fmla="*/ 36 w 198"/>
                  <a:gd name="T15" fmla="*/ 91 h 103"/>
                  <a:gd name="T16" fmla="*/ 11 w 198"/>
                  <a:gd name="T17" fmla="*/ 103 h 103"/>
                  <a:gd name="T18" fmla="*/ 0 w 198"/>
                  <a:gd name="T19" fmla="*/ 73 h 103"/>
                  <a:gd name="T20" fmla="*/ 25 w 198"/>
                  <a:gd name="T21" fmla="*/ 62 h 103"/>
                  <a:gd name="T22" fmla="*/ 50 w 198"/>
                  <a:gd name="T23" fmla="*/ 50 h 103"/>
                  <a:gd name="T24" fmla="*/ 74 w 198"/>
                  <a:gd name="T25" fmla="*/ 41 h 103"/>
                  <a:gd name="T26" fmla="*/ 99 w 198"/>
                  <a:gd name="T27" fmla="*/ 32 h 103"/>
                  <a:gd name="T28" fmla="*/ 123 w 198"/>
                  <a:gd name="T29" fmla="*/ 23 h 103"/>
                  <a:gd name="T30" fmla="*/ 149 w 198"/>
                  <a:gd name="T31" fmla="*/ 15 h 103"/>
                  <a:gd name="T32" fmla="*/ 173 w 198"/>
                  <a:gd name="T33" fmla="*/ 7 h 103"/>
                  <a:gd name="T34" fmla="*/ 198 w 198"/>
                  <a:gd name="T35" fmla="*/ 0 h 103"/>
                  <a:gd name="T36" fmla="*/ 198 w 198"/>
                  <a:gd name="T37" fmla="*/ 35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3"/>
                  <a:gd name="T59" fmla="*/ 198 w 198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3">
                    <a:moveTo>
                      <a:pt x="198" y="35"/>
                    </a:moveTo>
                    <a:lnTo>
                      <a:pt x="175" y="41"/>
                    </a:lnTo>
                    <a:lnTo>
                      <a:pt x="151" y="48"/>
                    </a:lnTo>
                    <a:lnTo>
                      <a:pt x="128" y="56"/>
                    </a:lnTo>
                    <a:lnTo>
                      <a:pt x="104" y="64"/>
                    </a:lnTo>
                    <a:lnTo>
                      <a:pt x="82" y="72"/>
                    </a:lnTo>
                    <a:lnTo>
                      <a:pt x="58" y="82"/>
                    </a:lnTo>
                    <a:lnTo>
                      <a:pt x="36" y="91"/>
                    </a:lnTo>
                    <a:lnTo>
                      <a:pt x="11" y="103"/>
                    </a:lnTo>
                    <a:lnTo>
                      <a:pt x="0" y="73"/>
                    </a:lnTo>
                    <a:lnTo>
                      <a:pt x="25" y="62"/>
                    </a:lnTo>
                    <a:lnTo>
                      <a:pt x="50" y="50"/>
                    </a:lnTo>
                    <a:lnTo>
                      <a:pt x="74" y="41"/>
                    </a:lnTo>
                    <a:lnTo>
                      <a:pt x="99" y="32"/>
                    </a:lnTo>
                    <a:lnTo>
                      <a:pt x="123" y="23"/>
                    </a:lnTo>
                    <a:lnTo>
                      <a:pt x="149" y="15"/>
                    </a:lnTo>
                    <a:lnTo>
                      <a:pt x="173" y="7"/>
                    </a:lnTo>
                    <a:lnTo>
                      <a:pt x="198" y="0"/>
                    </a:lnTo>
                    <a:lnTo>
                      <a:pt x="198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3" name="Freeform 195"/>
              <p:cNvSpPr>
                <a:spLocks/>
              </p:cNvSpPr>
              <p:nvPr/>
            </p:nvSpPr>
            <p:spPr bwMode="auto">
              <a:xfrm>
                <a:off x="2910" y="1298"/>
                <a:ext cx="23" cy="40"/>
              </a:xfrm>
              <a:custGeom>
                <a:avLst/>
                <a:gdLst>
                  <a:gd name="T0" fmla="*/ 0 w 23"/>
                  <a:gd name="T1" fmla="*/ 5 h 40"/>
                  <a:gd name="T2" fmla="*/ 22 w 23"/>
                  <a:gd name="T3" fmla="*/ 0 h 40"/>
                  <a:gd name="T4" fmla="*/ 23 w 23"/>
                  <a:gd name="T5" fmla="*/ 34 h 40"/>
                  <a:gd name="T6" fmla="*/ 1 w 23"/>
                  <a:gd name="T7" fmla="*/ 40 h 40"/>
                  <a:gd name="T8" fmla="*/ 0 w 23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0"/>
                  <a:gd name="T17" fmla="*/ 23 w 23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0">
                    <a:moveTo>
                      <a:pt x="0" y="5"/>
                    </a:moveTo>
                    <a:lnTo>
                      <a:pt x="22" y="0"/>
                    </a:lnTo>
                    <a:lnTo>
                      <a:pt x="23" y="34"/>
                    </a:lnTo>
                    <a:lnTo>
                      <a:pt x="1" y="4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4" name="Freeform 196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5" name="Freeform 197"/>
              <p:cNvSpPr>
                <a:spLocks/>
              </p:cNvSpPr>
              <p:nvPr/>
            </p:nvSpPr>
            <p:spPr bwMode="auto">
              <a:xfrm>
                <a:off x="2452" y="1486"/>
                <a:ext cx="169" cy="68"/>
              </a:xfrm>
              <a:custGeom>
                <a:avLst/>
                <a:gdLst>
                  <a:gd name="T0" fmla="*/ 17 w 169"/>
                  <a:gd name="T1" fmla="*/ 60 h 68"/>
                  <a:gd name="T2" fmla="*/ 10 w 169"/>
                  <a:gd name="T3" fmla="*/ 54 h 68"/>
                  <a:gd name="T4" fmla="*/ 166 w 169"/>
                  <a:gd name="T5" fmla="*/ 0 h 68"/>
                  <a:gd name="T6" fmla="*/ 169 w 169"/>
                  <a:gd name="T7" fmla="*/ 7 h 68"/>
                  <a:gd name="T8" fmla="*/ 14 w 169"/>
                  <a:gd name="T9" fmla="*/ 64 h 68"/>
                  <a:gd name="T10" fmla="*/ 8 w 169"/>
                  <a:gd name="T11" fmla="*/ 58 h 68"/>
                  <a:gd name="T12" fmla="*/ 14 w 169"/>
                  <a:gd name="T13" fmla="*/ 64 h 68"/>
                  <a:gd name="T14" fmla="*/ 0 w 169"/>
                  <a:gd name="T15" fmla="*/ 68 h 68"/>
                  <a:gd name="T16" fmla="*/ 8 w 169"/>
                  <a:gd name="T17" fmla="*/ 58 h 68"/>
                  <a:gd name="T18" fmla="*/ 17 w 169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68"/>
                  <a:gd name="T32" fmla="*/ 169 w 169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68">
                    <a:moveTo>
                      <a:pt x="17" y="60"/>
                    </a:moveTo>
                    <a:lnTo>
                      <a:pt x="10" y="54"/>
                    </a:lnTo>
                    <a:lnTo>
                      <a:pt x="166" y="0"/>
                    </a:lnTo>
                    <a:lnTo>
                      <a:pt x="169" y="7"/>
                    </a:lnTo>
                    <a:lnTo>
                      <a:pt x="14" y="64"/>
                    </a:lnTo>
                    <a:lnTo>
                      <a:pt x="8" y="58"/>
                    </a:lnTo>
                    <a:lnTo>
                      <a:pt x="14" y="64"/>
                    </a:lnTo>
                    <a:lnTo>
                      <a:pt x="0" y="68"/>
                    </a:lnTo>
                    <a:lnTo>
                      <a:pt x="8" y="58"/>
                    </a:lnTo>
                    <a:lnTo>
                      <a:pt x="17" y="6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6" name="Freeform 198"/>
              <p:cNvSpPr>
                <a:spLocks/>
              </p:cNvSpPr>
              <p:nvPr/>
            </p:nvSpPr>
            <p:spPr bwMode="auto">
              <a:xfrm>
                <a:off x="2462" y="1415"/>
                <a:ext cx="102" cy="133"/>
              </a:xfrm>
              <a:custGeom>
                <a:avLst/>
                <a:gdLst>
                  <a:gd name="T0" fmla="*/ 91 w 102"/>
                  <a:gd name="T1" fmla="*/ 11 h 133"/>
                  <a:gd name="T2" fmla="*/ 102 w 102"/>
                  <a:gd name="T3" fmla="*/ 9 h 133"/>
                  <a:gd name="T4" fmla="*/ 8 w 102"/>
                  <a:gd name="T5" fmla="*/ 133 h 133"/>
                  <a:gd name="T6" fmla="*/ 0 w 102"/>
                  <a:gd name="T7" fmla="*/ 130 h 133"/>
                  <a:gd name="T8" fmla="*/ 93 w 102"/>
                  <a:gd name="T9" fmla="*/ 7 h 133"/>
                  <a:gd name="T10" fmla="*/ 102 w 102"/>
                  <a:gd name="T11" fmla="*/ 5 h 133"/>
                  <a:gd name="T12" fmla="*/ 93 w 102"/>
                  <a:gd name="T13" fmla="*/ 7 h 133"/>
                  <a:gd name="T14" fmla="*/ 98 w 102"/>
                  <a:gd name="T15" fmla="*/ 0 h 133"/>
                  <a:gd name="T16" fmla="*/ 102 w 102"/>
                  <a:gd name="T17" fmla="*/ 5 h 133"/>
                  <a:gd name="T18" fmla="*/ 91 w 102"/>
                  <a:gd name="T19" fmla="*/ 11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3"/>
                  <a:gd name="T32" fmla="*/ 102 w 102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3">
                    <a:moveTo>
                      <a:pt x="91" y="11"/>
                    </a:moveTo>
                    <a:lnTo>
                      <a:pt x="102" y="9"/>
                    </a:lnTo>
                    <a:lnTo>
                      <a:pt x="8" y="133"/>
                    </a:lnTo>
                    <a:lnTo>
                      <a:pt x="0" y="130"/>
                    </a:lnTo>
                    <a:lnTo>
                      <a:pt x="93" y="7"/>
                    </a:lnTo>
                    <a:lnTo>
                      <a:pt x="102" y="5"/>
                    </a:lnTo>
                    <a:lnTo>
                      <a:pt x="93" y="7"/>
                    </a:lnTo>
                    <a:lnTo>
                      <a:pt x="98" y="0"/>
                    </a:lnTo>
                    <a:lnTo>
                      <a:pt x="102" y="5"/>
                    </a:lnTo>
                    <a:lnTo>
                      <a:pt x="9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7" name="Freeform 199"/>
              <p:cNvSpPr>
                <a:spLocks/>
              </p:cNvSpPr>
              <p:nvPr/>
            </p:nvSpPr>
            <p:spPr bwMode="auto">
              <a:xfrm>
                <a:off x="2553" y="1421"/>
                <a:ext cx="77" cy="75"/>
              </a:xfrm>
              <a:custGeom>
                <a:avLst/>
                <a:gdLst>
                  <a:gd name="T0" fmla="*/ 67 w 77"/>
                  <a:gd name="T1" fmla="*/ 66 h 75"/>
                  <a:gd name="T2" fmla="*/ 62 w 77"/>
                  <a:gd name="T3" fmla="*/ 73 h 75"/>
                  <a:gd name="T4" fmla="*/ 0 w 77"/>
                  <a:gd name="T5" fmla="*/ 6 h 75"/>
                  <a:gd name="T6" fmla="*/ 11 w 77"/>
                  <a:gd name="T7" fmla="*/ 0 h 75"/>
                  <a:gd name="T8" fmla="*/ 73 w 77"/>
                  <a:gd name="T9" fmla="*/ 67 h 75"/>
                  <a:gd name="T10" fmla="*/ 69 w 77"/>
                  <a:gd name="T11" fmla="*/ 75 h 75"/>
                  <a:gd name="T12" fmla="*/ 73 w 77"/>
                  <a:gd name="T13" fmla="*/ 67 h 75"/>
                  <a:gd name="T14" fmla="*/ 77 w 77"/>
                  <a:gd name="T15" fmla="*/ 71 h 75"/>
                  <a:gd name="T16" fmla="*/ 69 w 77"/>
                  <a:gd name="T17" fmla="*/ 75 h 75"/>
                  <a:gd name="T18" fmla="*/ 67 w 77"/>
                  <a:gd name="T19" fmla="*/ 66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7"/>
                  <a:gd name="T31" fmla="*/ 0 h 75"/>
                  <a:gd name="T32" fmla="*/ 77 w 77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7" h="75">
                    <a:moveTo>
                      <a:pt x="67" y="66"/>
                    </a:moveTo>
                    <a:lnTo>
                      <a:pt x="62" y="73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73" y="67"/>
                    </a:lnTo>
                    <a:lnTo>
                      <a:pt x="69" y="75"/>
                    </a:lnTo>
                    <a:lnTo>
                      <a:pt x="73" y="67"/>
                    </a:lnTo>
                    <a:lnTo>
                      <a:pt x="77" y="71"/>
                    </a:lnTo>
                    <a:lnTo>
                      <a:pt x="69" y="75"/>
                    </a:lnTo>
                    <a:lnTo>
                      <a:pt x="67" y="66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8" name="Freeform 200"/>
              <p:cNvSpPr>
                <a:spLocks/>
              </p:cNvSpPr>
              <p:nvPr/>
            </p:nvSpPr>
            <p:spPr bwMode="auto">
              <a:xfrm>
                <a:off x="2485" y="1501"/>
                <a:ext cx="35" cy="31"/>
              </a:xfrm>
              <a:custGeom>
                <a:avLst/>
                <a:gdLst>
                  <a:gd name="T0" fmla="*/ 35 w 35"/>
                  <a:gd name="T1" fmla="*/ 19 h 31"/>
                  <a:gd name="T2" fmla="*/ 20 w 35"/>
                  <a:gd name="T3" fmla="*/ 31 h 31"/>
                  <a:gd name="T4" fmla="*/ 0 w 35"/>
                  <a:gd name="T5" fmla="*/ 12 h 31"/>
                  <a:gd name="T6" fmla="*/ 16 w 35"/>
                  <a:gd name="T7" fmla="*/ 0 h 31"/>
                  <a:gd name="T8" fmla="*/ 35 w 35"/>
                  <a:gd name="T9" fmla="*/ 1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35" y="19"/>
                    </a:moveTo>
                    <a:lnTo>
                      <a:pt x="20" y="31"/>
                    </a:lnTo>
                    <a:lnTo>
                      <a:pt x="0" y="12"/>
                    </a:lnTo>
                    <a:lnTo>
                      <a:pt x="16" y="0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79" name="Freeform 201"/>
              <p:cNvSpPr>
                <a:spLocks/>
              </p:cNvSpPr>
              <p:nvPr/>
            </p:nvSpPr>
            <p:spPr bwMode="auto">
              <a:xfrm>
                <a:off x="2502" y="1376"/>
                <a:ext cx="214" cy="144"/>
              </a:xfrm>
              <a:custGeom>
                <a:avLst/>
                <a:gdLst>
                  <a:gd name="T0" fmla="*/ 214 w 214"/>
                  <a:gd name="T1" fmla="*/ 23 h 144"/>
                  <a:gd name="T2" fmla="*/ 214 w 214"/>
                  <a:gd name="T3" fmla="*/ 23 h 144"/>
                  <a:gd name="T4" fmla="*/ 186 w 214"/>
                  <a:gd name="T5" fmla="*/ 36 h 144"/>
                  <a:gd name="T6" fmla="*/ 161 w 214"/>
                  <a:gd name="T7" fmla="*/ 49 h 144"/>
                  <a:gd name="T8" fmla="*/ 136 w 214"/>
                  <a:gd name="T9" fmla="*/ 64 h 144"/>
                  <a:gd name="T10" fmla="*/ 112 w 214"/>
                  <a:gd name="T11" fmla="*/ 80 h 144"/>
                  <a:gd name="T12" fmla="*/ 87 w 214"/>
                  <a:gd name="T13" fmla="*/ 95 h 144"/>
                  <a:gd name="T14" fmla="*/ 63 w 214"/>
                  <a:gd name="T15" fmla="*/ 110 h 144"/>
                  <a:gd name="T16" fmla="*/ 41 w 214"/>
                  <a:gd name="T17" fmla="*/ 127 h 144"/>
                  <a:gd name="T18" fmla="*/ 19 w 214"/>
                  <a:gd name="T19" fmla="*/ 144 h 144"/>
                  <a:gd name="T20" fmla="*/ 0 w 214"/>
                  <a:gd name="T21" fmla="*/ 126 h 144"/>
                  <a:gd name="T22" fmla="*/ 22 w 214"/>
                  <a:gd name="T23" fmla="*/ 108 h 144"/>
                  <a:gd name="T24" fmla="*/ 48 w 214"/>
                  <a:gd name="T25" fmla="*/ 91 h 144"/>
                  <a:gd name="T26" fmla="*/ 73 w 214"/>
                  <a:gd name="T27" fmla="*/ 75 h 144"/>
                  <a:gd name="T28" fmla="*/ 97 w 214"/>
                  <a:gd name="T29" fmla="*/ 58 h 144"/>
                  <a:gd name="T30" fmla="*/ 123 w 214"/>
                  <a:gd name="T31" fmla="*/ 43 h 144"/>
                  <a:gd name="T32" fmla="*/ 150 w 214"/>
                  <a:gd name="T33" fmla="*/ 28 h 144"/>
                  <a:gd name="T34" fmla="*/ 176 w 214"/>
                  <a:gd name="T35" fmla="*/ 13 h 144"/>
                  <a:gd name="T36" fmla="*/ 203 w 214"/>
                  <a:gd name="T37" fmla="*/ 0 h 144"/>
                  <a:gd name="T38" fmla="*/ 214 w 214"/>
                  <a:gd name="T39" fmla="*/ 23 h 1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4"/>
                  <a:gd name="T61" fmla="*/ 0 h 144"/>
                  <a:gd name="T62" fmla="*/ 214 w 214"/>
                  <a:gd name="T63" fmla="*/ 144 h 14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4" h="144">
                    <a:moveTo>
                      <a:pt x="214" y="23"/>
                    </a:moveTo>
                    <a:lnTo>
                      <a:pt x="214" y="23"/>
                    </a:lnTo>
                    <a:lnTo>
                      <a:pt x="186" y="36"/>
                    </a:lnTo>
                    <a:lnTo>
                      <a:pt x="161" y="49"/>
                    </a:lnTo>
                    <a:lnTo>
                      <a:pt x="136" y="64"/>
                    </a:lnTo>
                    <a:lnTo>
                      <a:pt x="112" y="80"/>
                    </a:lnTo>
                    <a:lnTo>
                      <a:pt x="87" y="95"/>
                    </a:lnTo>
                    <a:lnTo>
                      <a:pt x="63" y="110"/>
                    </a:lnTo>
                    <a:lnTo>
                      <a:pt x="41" y="127"/>
                    </a:lnTo>
                    <a:lnTo>
                      <a:pt x="19" y="144"/>
                    </a:lnTo>
                    <a:lnTo>
                      <a:pt x="0" y="126"/>
                    </a:lnTo>
                    <a:lnTo>
                      <a:pt x="22" y="108"/>
                    </a:lnTo>
                    <a:lnTo>
                      <a:pt x="48" y="91"/>
                    </a:lnTo>
                    <a:lnTo>
                      <a:pt x="73" y="75"/>
                    </a:lnTo>
                    <a:lnTo>
                      <a:pt x="97" y="58"/>
                    </a:lnTo>
                    <a:lnTo>
                      <a:pt x="123" y="43"/>
                    </a:lnTo>
                    <a:lnTo>
                      <a:pt x="150" y="28"/>
                    </a:lnTo>
                    <a:lnTo>
                      <a:pt x="176" y="13"/>
                    </a:lnTo>
                    <a:lnTo>
                      <a:pt x="203" y="0"/>
                    </a:lnTo>
                    <a:lnTo>
                      <a:pt x="214" y="2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0" name="Freeform 202"/>
              <p:cNvSpPr>
                <a:spLocks/>
              </p:cNvSpPr>
              <p:nvPr/>
            </p:nvSpPr>
            <p:spPr bwMode="auto">
              <a:xfrm>
                <a:off x="2710" y="1309"/>
                <a:ext cx="198" cy="94"/>
              </a:xfrm>
              <a:custGeom>
                <a:avLst/>
                <a:gdLst>
                  <a:gd name="T0" fmla="*/ 198 w 198"/>
                  <a:gd name="T1" fmla="*/ 27 h 94"/>
                  <a:gd name="T2" fmla="*/ 176 w 198"/>
                  <a:gd name="T3" fmla="*/ 33 h 94"/>
                  <a:gd name="T4" fmla="*/ 151 w 198"/>
                  <a:gd name="T5" fmla="*/ 40 h 94"/>
                  <a:gd name="T6" fmla="*/ 128 w 198"/>
                  <a:gd name="T7" fmla="*/ 48 h 94"/>
                  <a:gd name="T8" fmla="*/ 104 w 198"/>
                  <a:gd name="T9" fmla="*/ 55 h 94"/>
                  <a:gd name="T10" fmla="*/ 80 w 198"/>
                  <a:gd name="T11" fmla="*/ 65 h 94"/>
                  <a:gd name="T12" fmla="*/ 57 w 198"/>
                  <a:gd name="T13" fmla="*/ 73 h 94"/>
                  <a:gd name="T14" fmla="*/ 35 w 198"/>
                  <a:gd name="T15" fmla="*/ 83 h 94"/>
                  <a:gd name="T16" fmla="*/ 11 w 198"/>
                  <a:gd name="T17" fmla="*/ 94 h 94"/>
                  <a:gd name="T18" fmla="*/ 0 w 198"/>
                  <a:gd name="T19" fmla="*/ 69 h 94"/>
                  <a:gd name="T20" fmla="*/ 25 w 198"/>
                  <a:gd name="T21" fmla="*/ 58 h 94"/>
                  <a:gd name="T22" fmla="*/ 50 w 198"/>
                  <a:gd name="T23" fmla="*/ 48 h 94"/>
                  <a:gd name="T24" fmla="*/ 75 w 198"/>
                  <a:gd name="T25" fmla="*/ 38 h 94"/>
                  <a:gd name="T26" fmla="*/ 99 w 198"/>
                  <a:gd name="T27" fmla="*/ 31 h 94"/>
                  <a:gd name="T28" fmla="*/ 123 w 198"/>
                  <a:gd name="T29" fmla="*/ 21 h 94"/>
                  <a:gd name="T30" fmla="*/ 149 w 198"/>
                  <a:gd name="T31" fmla="*/ 13 h 94"/>
                  <a:gd name="T32" fmla="*/ 173 w 198"/>
                  <a:gd name="T33" fmla="*/ 6 h 94"/>
                  <a:gd name="T34" fmla="*/ 197 w 198"/>
                  <a:gd name="T35" fmla="*/ 0 h 94"/>
                  <a:gd name="T36" fmla="*/ 198 w 198"/>
                  <a:gd name="T37" fmla="*/ 27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94"/>
                  <a:gd name="T59" fmla="*/ 198 w 198"/>
                  <a:gd name="T60" fmla="*/ 94 h 9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94">
                    <a:moveTo>
                      <a:pt x="198" y="27"/>
                    </a:moveTo>
                    <a:lnTo>
                      <a:pt x="176" y="33"/>
                    </a:lnTo>
                    <a:lnTo>
                      <a:pt x="151" y="40"/>
                    </a:lnTo>
                    <a:lnTo>
                      <a:pt x="128" y="48"/>
                    </a:lnTo>
                    <a:lnTo>
                      <a:pt x="104" y="55"/>
                    </a:lnTo>
                    <a:lnTo>
                      <a:pt x="80" y="65"/>
                    </a:lnTo>
                    <a:lnTo>
                      <a:pt x="57" y="73"/>
                    </a:lnTo>
                    <a:lnTo>
                      <a:pt x="35" y="83"/>
                    </a:lnTo>
                    <a:lnTo>
                      <a:pt x="11" y="94"/>
                    </a:lnTo>
                    <a:lnTo>
                      <a:pt x="0" y="69"/>
                    </a:lnTo>
                    <a:lnTo>
                      <a:pt x="25" y="58"/>
                    </a:lnTo>
                    <a:lnTo>
                      <a:pt x="50" y="48"/>
                    </a:lnTo>
                    <a:lnTo>
                      <a:pt x="75" y="38"/>
                    </a:lnTo>
                    <a:lnTo>
                      <a:pt x="99" y="31"/>
                    </a:lnTo>
                    <a:lnTo>
                      <a:pt x="123" y="21"/>
                    </a:lnTo>
                    <a:lnTo>
                      <a:pt x="149" y="13"/>
                    </a:lnTo>
                    <a:lnTo>
                      <a:pt x="173" y="6"/>
                    </a:lnTo>
                    <a:lnTo>
                      <a:pt x="197" y="0"/>
                    </a:lnTo>
                    <a:lnTo>
                      <a:pt x="198" y="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1" name="Freeform 203"/>
              <p:cNvSpPr>
                <a:spLocks/>
              </p:cNvSpPr>
              <p:nvPr/>
            </p:nvSpPr>
            <p:spPr bwMode="auto">
              <a:xfrm>
                <a:off x="2908" y="1302"/>
                <a:ext cx="19" cy="33"/>
              </a:xfrm>
              <a:custGeom>
                <a:avLst/>
                <a:gdLst>
                  <a:gd name="T0" fmla="*/ 0 w 19"/>
                  <a:gd name="T1" fmla="*/ 4 h 33"/>
                  <a:gd name="T2" fmla="*/ 18 w 19"/>
                  <a:gd name="T3" fmla="*/ 0 h 33"/>
                  <a:gd name="T4" fmla="*/ 19 w 19"/>
                  <a:gd name="T5" fmla="*/ 29 h 33"/>
                  <a:gd name="T6" fmla="*/ 1 w 19"/>
                  <a:gd name="T7" fmla="*/ 33 h 33"/>
                  <a:gd name="T8" fmla="*/ 0 w 19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3"/>
                  <a:gd name="T17" fmla="*/ 19 w 1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3">
                    <a:moveTo>
                      <a:pt x="0" y="4"/>
                    </a:moveTo>
                    <a:lnTo>
                      <a:pt x="18" y="0"/>
                    </a:lnTo>
                    <a:lnTo>
                      <a:pt x="19" y="29"/>
                    </a:lnTo>
                    <a:lnTo>
                      <a:pt x="1" y="3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2" name="Freeform 204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3" name="Freeform 205"/>
              <p:cNvSpPr>
                <a:spLocks/>
              </p:cNvSpPr>
              <p:nvPr/>
            </p:nvSpPr>
            <p:spPr bwMode="auto">
              <a:xfrm>
                <a:off x="2415" y="1502"/>
                <a:ext cx="177" cy="85"/>
              </a:xfrm>
              <a:custGeom>
                <a:avLst/>
                <a:gdLst>
                  <a:gd name="T0" fmla="*/ 30 w 177"/>
                  <a:gd name="T1" fmla="*/ 70 h 85"/>
                  <a:gd name="T2" fmla="*/ 20 w 177"/>
                  <a:gd name="T3" fmla="*/ 61 h 85"/>
                  <a:gd name="T4" fmla="*/ 172 w 177"/>
                  <a:gd name="T5" fmla="*/ 0 h 85"/>
                  <a:gd name="T6" fmla="*/ 177 w 177"/>
                  <a:gd name="T7" fmla="*/ 15 h 85"/>
                  <a:gd name="T8" fmla="*/ 24 w 177"/>
                  <a:gd name="T9" fmla="*/ 75 h 85"/>
                  <a:gd name="T10" fmla="*/ 14 w 177"/>
                  <a:gd name="T11" fmla="*/ 65 h 85"/>
                  <a:gd name="T12" fmla="*/ 24 w 177"/>
                  <a:gd name="T13" fmla="*/ 75 h 85"/>
                  <a:gd name="T14" fmla="*/ 0 w 177"/>
                  <a:gd name="T15" fmla="*/ 85 h 85"/>
                  <a:gd name="T16" fmla="*/ 14 w 177"/>
                  <a:gd name="T17" fmla="*/ 65 h 85"/>
                  <a:gd name="T18" fmla="*/ 30 w 177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7"/>
                  <a:gd name="T31" fmla="*/ 0 h 85"/>
                  <a:gd name="T32" fmla="*/ 177 w 177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7" h="85">
                    <a:moveTo>
                      <a:pt x="30" y="70"/>
                    </a:moveTo>
                    <a:lnTo>
                      <a:pt x="20" y="61"/>
                    </a:lnTo>
                    <a:lnTo>
                      <a:pt x="172" y="0"/>
                    </a:lnTo>
                    <a:lnTo>
                      <a:pt x="177" y="15"/>
                    </a:lnTo>
                    <a:lnTo>
                      <a:pt x="24" y="75"/>
                    </a:lnTo>
                    <a:lnTo>
                      <a:pt x="14" y="65"/>
                    </a:lnTo>
                    <a:lnTo>
                      <a:pt x="24" y="75"/>
                    </a:lnTo>
                    <a:lnTo>
                      <a:pt x="0" y="85"/>
                    </a:lnTo>
                    <a:lnTo>
                      <a:pt x="14" y="65"/>
                    </a:lnTo>
                    <a:lnTo>
                      <a:pt x="30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4" name="Freeform 206"/>
              <p:cNvSpPr>
                <a:spLocks/>
              </p:cNvSpPr>
              <p:nvPr/>
            </p:nvSpPr>
            <p:spPr bwMode="auto">
              <a:xfrm>
                <a:off x="2429" y="1434"/>
                <a:ext cx="102" cy="142"/>
              </a:xfrm>
              <a:custGeom>
                <a:avLst/>
                <a:gdLst>
                  <a:gd name="T0" fmla="*/ 85 w 102"/>
                  <a:gd name="T1" fmla="*/ 20 h 142"/>
                  <a:gd name="T2" fmla="*/ 102 w 102"/>
                  <a:gd name="T3" fmla="*/ 17 h 142"/>
                  <a:gd name="T4" fmla="*/ 15 w 102"/>
                  <a:gd name="T5" fmla="*/ 142 h 142"/>
                  <a:gd name="T6" fmla="*/ 0 w 102"/>
                  <a:gd name="T7" fmla="*/ 137 h 142"/>
                  <a:gd name="T8" fmla="*/ 86 w 102"/>
                  <a:gd name="T9" fmla="*/ 11 h 142"/>
                  <a:gd name="T10" fmla="*/ 102 w 102"/>
                  <a:gd name="T11" fmla="*/ 8 h 142"/>
                  <a:gd name="T12" fmla="*/ 86 w 102"/>
                  <a:gd name="T13" fmla="*/ 11 h 142"/>
                  <a:gd name="T14" fmla="*/ 93 w 102"/>
                  <a:gd name="T15" fmla="*/ 0 h 142"/>
                  <a:gd name="T16" fmla="*/ 102 w 102"/>
                  <a:gd name="T17" fmla="*/ 8 h 142"/>
                  <a:gd name="T18" fmla="*/ 85 w 102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2"/>
                  <a:gd name="T32" fmla="*/ 102 w 102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2">
                    <a:moveTo>
                      <a:pt x="85" y="20"/>
                    </a:moveTo>
                    <a:lnTo>
                      <a:pt x="102" y="17"/>
                    </a:lnTo>
                    <a:lnTo>
                      <a:pt x="15" y="142"/>
                    </a:lnTo>
                    <a:lnTo>
                      <a:pt x="0" y="137"/>
                    </a:lnTo>
                    <a:lnTo>
                      <a:pt x="86" y="11"/>
                    </a:lnTo>
                    <a:lnTo>
                      <a:pt x="102" y="8"/>
                    </a:lnTo>
                    <a:lnTo>
                      <a:pt x="86" y="11"/>
                    </a:lnTo>
                    <a:lnTo>
                      <a:pt x="93" y="0"/>
                    </a:lnTo>
                    <a:lnTo>
                      <a:pt x="102" y="8"/>
                    </a:lnTo>
                    <a:lnTo>
                      <a:pt x="85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5" name="Freeform 207"/>
              <p:cNvSpPr>
                <a:spLocks/>
              </p:cNvSpPr>
              <p:nvPr/>
            </p:nvSpPr>
            <p:spPr bwMode="auto">
              <a:xfrm>
                <a:off x="2515" y="1441"/>
                <a:ext cx="91" cy="77"/>
              </a:xfrm>
              <a:custGeom>
                <a:avLst/>
                <a:gdLst>
                  <a:gd name="T0" fmla="*/ 72 w 91"/>
                  <a:gd name="T1" fmla="*/ 62 h 77"/>
                  <a:gd name="T2" fmla="*/ 66 w 91"/>
                  <a:gd name="T3" fmla="*/ 76 h 77"/>
                  <a:gd name="T4" fmla="*/ 0 w 91"/>
                  <a:gd name="T5" fmla="*/ 13 h 77"/>
                  <a:gd name="T6" fmla="*/ 16 w 91"/>
                  <a:gd name="T7" fmla="*/ 0 h 77"/>
                  <a:gd name="T8" fmla="*/ 83 w 91"/>
                  <a:gd name="T9" fmla="*/ 63 h 77"/>
                  <a:gd name="T10" fmla="*/ 77 w 91"/>
                  <a:gd name="T11" fmla="*/ 77 h 77"/>
                  <a:gd name="T12" fmla="*/ 83 w 91"/>
                  <a:gd name="T13" fmla="*/ 63 h 77"/>
                  <a:gd name="T14" fmla="*/ 91 w 91"/>
                  <a:gd name="T15" fmla="*/ 72 h 77"/>
                  <a:gd name="T16" fmla="*/ 77 w 91"/>
                  <a:gd name="T17" fmla="*/ 77 h 77"/>
                  <a:gd name="T18" fmla="*/ 72 w 91"/>
                  <a:gd name="T19" fmla="*/ 6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77"/>
                  <a:gd name="T32" fmla="*/ 91 w 9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77">
                    <a:moveTo>
                      <a:pt x="72" y="62"/>
                    </a:moveTo>
                    <a:lnTo>
                      <a:pt x="66" y="76"/>
                    </a:lnTo>
                    <a:lnTo>
                      <a:pt x="0" y="13"/>
                    </a:lnTo>
                    <a:lnTo>
                      <a:pt x="16" y="0"/>
                    </a:lnTo>
                    <a:lnTo>
                      <a:pt x="83" y="63"/>
                    </a:lnTo>
                    <a:lnTo>
                      <a:pt x="77" y="77"/>
                    </a:lnTo>
                    <a:lnTo>
                      <a:pt x="83" y="63"/>
                    </a:lnTo>
                    <a:lnTo>
                      <a:pt x="91" y="72"/>
                    </a:lnTo>
                    <a:lnTo>
                      <a:pt x="77" y="77"/>
                    </a:lnTo>
                    <a:lnTo>
                      <a:pt x="7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6" name="Freeform 208"/>
              <p:cNvSpPr>
                <a:spLocks/>
              </p:cNvSpPr>
              <p:nvPr/>
            </p:nvSpPr>
            <p:spPr bwMode="auto">
              <a:xfrm>
                <a:off x="2447" y="1524"/>
                <a:ext cx="43" cy="35"/>
              </a:xfrm>
              <a:custGeom>
                <a:avLst/>
                <a:gdLst>
                  <a:gd name="T0" fmla="*/ 43 w 43"/>
                  <a:gd name="T1" fmla="*/ 20 h 35"/>
                  <a:gd name="T2" fmla="*/ 25 w 43"/>
                  <a:gd name="T3" fmla="*/ 35 h 35"/>
                  <a:gd name="T4" fmla="*/ 0 w 43"/>
                  <a:gd name="T5" fmla="*/ 14 h 35"/>
                  <a:gd name="T6" fmla="*/ 19 w 43"/>
                  <a:gd name="T7" fmla="*/ 0 h 35"/>
                  <a:gd name="T8" fmla="*/ 43 w 43"/>
                  <a:gd name="T9" fmla="*/ 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35"/>
                  <a:gd name="T17" fmla="*/ 43 w 43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35">
                    <a:moveTo>
                      <a:pt x="43" y="20"/>
                    </a:moveTo>
                    <a:lnTo>
                      <a:pt x="25" y="35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43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7" name="Freeform 209"/>
              <p:cNvSpPr>
                <a:spLocks/>
              </p:cNvSpPr>
              <p:nvPr/>
            </p:nvSpPr>
            <p:spPr bwMode="auto">
              <a:xfrm>
                <a:off x="2468" y="1391"/>
                <a:ext cx="215" cy="156"/>
              </a:xfrm>
              <a:custGeom>
                <a:avLst/>
                <a:gdLst>
                  <a:gd name="T0" fmla="*/ 215 w 215"/>
                  <a:gd name="T1" fmla="*/ 29 h 156"/>
                  <a:gd name="T2" fmla="*/ 215 w 215"/>
                  <a:gd name="T3" fmla="*/ 29 h 156"/>
                  <a:gd name="T4" fmla="*/ 189 w 215"/>
                  <a:gd name="T5" fmla="*/ 43 h 156"/>
                  <a:gd name="T6" fmla="*/ 162 w 215"/>
                  <a:gd name="T7" fmla="*/ 59 h 156"/>
                  <a:gd name="T8" fmla="*/ 138 w 215"/>
                  <a:gd name="T9" fmla="*/ 72 h 156"/>
                  <a:gd name="T10" fmla="*/ 114 w 215"/>
                  <a:gd name="T11" fmla="*/ 88 h 156"/>
                  <a:gd name="T12" fmla="*/ 91 w 215"/>
                  <a:gd name="T13" fmla="*/ 103 h 156"/>
                  <a:gd name="T14" fmla="*/ 68 w 215"/>
                  <a:gd name="T15" fmla="*/ 121 h 156"/>
                  <a:gd name="T16" fmla="*/ 47 w 215"/>
                  <a:gd name="T17" fmla="*/ 138 h 156"/>
                  <a:gd name="T18" fmla="*/ 24 w 215"/>
                  <a:gd name="T19" fmla="*/ 156 h 156"/>
                  <a:gd name="T20" fmla="*/ 0 w 215"/>
                  <a:gd name="T21" fmla="*/ 134 h 156"/>
                  <a:gd name="T22" fmla="*/ 22 w 215"/>
                  <a:gd name="T23" fmla="*/ 116 h 156"/>
                  <a:gd name="T24" fmla="*/ 45 w 215"/>
                  <a:gd name="T25" fmla="*/ 97 h 156"/>
                  <a:gd name="T26" fmla="*/ 70 w 215"/>
                  <a:gd name="T27" fmla="*/ 79 h 156"/>
                  <a:gd name="T28" fmla="*/ 95 w 215"/>
                  <a:gd name="T29" fmla="*/ 63 h 156"/>
                  <a:gd name="T30" fmla="*/ 119 w 215"/>
                  <a:gd name="T31" fmla="*/ 47 h 156"/>
                  <a:gd name="T32" fmla="*/ 146 w 215"/>
                  <a:gd name="T33" fmla="*/ 30 h 156"/>
                  <a:gd name="T34" fmla="*/ 172 w 215"/>
                  <a:gd name="T35" fmla="*/ 16 h 156"/>
                  <a:gd name="T36" fmla="*/ 201 w 215"/>
                  <a:gd name="T37" fmla="*/ 0 h 156"/>
                  <a:gd name="T38" fmla="*/ 215 w 215"/>
                  <a:gd name="T39" fmla="*/ 29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5"/>
                  <a:gd name="T61" fmla="*/ 0 h 156"/>
                  <a:gd name="T62" fmla="*/ 215 w 215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5" h="156">
                    <a:moveTo>
                      <a:pt x="215" y="29"/>
                    </a:moveTo>
                    <a:lnTo>
                      <a:pt x="215" y="29"/>
                    </a:lnTo>
                    <a:lnTo>
                      <a:pt x="189" y="43"/>
                    </a:lnTo>
                    <a:lnTo>
                      <a:pt x="162" y="59"/>
                    </a:lnTo>
                    <a:lnTo>
                      <a:pt x="138" y="72"/>
                    </a:lnTo>
                    <a:lnTo>
                      <a:pt x="114" y="88"/>
                    </a:lnTo>
                    <a:lnTo>
                      <a:pt x="91" y="103"/>
                    </a:lnTo>
                    <a:lnTo>
                      <a:pt x="68" y="121"/>
                    </a:lnTo>
                    <a:lnTo>
                      <a:pt x="47" y="138"/>
                    </a:lnTo>
                    <a:lnTo>
                      <a:pt x="24" y="156"/>
                    </a:lnTo>
                    <a:lnTo>
                      <a:pt x="0" y="134"/>
                    </a:lnTo>
                    <a:lnTo>
                      <a:pt x="22" y="116"/>
                    </a:lnTo>
                    <a:lnTo>
                      <a:pt x="45" y="97"/>
                    </a:lnTo>
                    <a:lnTo>
                      <a:pt x="70" y="79"/>
                    </a:lnTo>
                    <a:lnTo>
                      <a:pt x="95" y="63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6"/>
                    </a:lnTo>
                    <a:lnTo>
                      <a:pt x="201" y="0"/>
                    </a:lnTo>
                    <a:lnTo>
                      <a:pt x="215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8" name="Freeform 210"/>
              <p:cNvSpPr>
                <a:spLocks/>
              </p:cNvSpPr>
              <p:nvPr/>
            </p:nvSpPr>
            <p:spPr bwMode="auto">
              <a:xfrm>
                <a:off x="2673" y="1315"/>
                <a:ext cx="198" cy="107"/>
              </a:xfrm>
              <a:custGeom>
                <a:avLst/>
                <a:gdLst>
                  <a:gd name="T0" fmla="*/ 198 w 198"/>
                  <a:gd name="T1" fmla="*/ 33 h 107"/>
                  <a:gd name="T2" fmla="*/ 175 w 198"/>
                  <a:gd name="T3" fmla="*/ 41 h 107"/>
                  <a:gd name="T4" fmla="*/ 153 w 198"/>
                  <a:gd name="T5" fmla="*/ 48 h 107"/>
                  <a:gd name="T6" fmla="*/ 128 w 198"/>
                  <a:gd name="T7" fmla="*/ 57 h 107"/>
                  <a:gd name="T8" fmla="*/ 106 w 198"/>
                  <a:gd name="T9" fmla="*/ 65 h 107"/>
                  <a:gd name="T10" fmla="*/ 83 w 198"/>
                  <a:gd name="T11" fmla="*/ 74 h 107"/>
                  <a:gd name="T12" fmla="*/ 59 w 198"/>
                  <a:gd name="T13" fmla="*/ 85 h 107"/>
                  <a:gd name="T14" fmla="*/ 37 w 198"/>
                  <a:gd name="T15" fmla="*/ 95 h 107"/>
                  <a:gd name="T16" fmla="*/ 14 w 198"/>
                  <a:gd name="T17" fmla="*/ 107 h 107"/>
                  <a:gd name="T18" fmla="*/ 0 w 198"/>
                  <a:gd name="T19" fmla="*/ 79 h 107"/>
                  <a:gd name="T20" fmla="*/ 26 w 198"/>
                  <a:gd name="T21" fmla="*/ 66 h 107"/>
                  <a:gd name="T22" fmla="*/ 48 w 198"/>
                  <a:gd name="T23" fmla="*/ 54 h 107"/>
                  <a:gd name="T24" fmla="*/ 74 w 198"/>
                  <a:gd name="T25" fmla="*/ 44 h 107"/>
                  <a:gd name="T26" fmla="*/ 98 w 198"/>
                  <a:gd name="T27" fmla="*/ 33 h 107"/>
                  <a:gd name="T28" fmla="*/ 122 w 198"/>
                  <a:gd name="T29" fmla="*/ 25 h 107"/>
                  <a:gd name="T30" fmla="*/ 147 w 198"/>
                  <a:gd name="T31" fmla="*/ 16 h 107"/>
                  <a:gd name="T32" fmla="*/ 172 w 198"/>
                  <a:gd name="T33" fmla="*/ 6 h 107"/>
                  <a:gd name="T34" fmla="*/ 196 w 198"/>
                  <a:gd name="T35" fmla="*/ 0 h 107"/>
                  <a:gd name="T36" fmla="*/ 198 w 198"/>
                  <a:gd name="T37" fmla="*/ 33 h 1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7"/>
                  <a:gd name="T59" fmla="*/ 198 w 198"/>
                  <a:gd name="T60" fmla="*/ 107 h 1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7">
                    <a:moveTo>
                      <a:pt x="198" y="33"/>
                    </a:moveTo>
                    <a:lnTo>
                      <a:pt x="175" y="41"/>
                    </a:lnTo>
                    <a:lnTo>
                      <a:pt x="153" y="48"/>
                    </a:lnTo>
                    <a:lnTo>
                      <a:pt x="128" y="57"/>
                    </a:lnTo>
                    <a:lnTo>
                      <a:pt x="106" y="65"/>
                    </a:lnTo>
                    <a:lnTo>
                      <a:pt x="83" y="74"/>
                    </a:lnTo>
                    <a:lnTo>
                      <a:pt x="59" y="85"/>
                    </a:lnTo>
                    <a:lnTo>
                      <a:pt x="37" y="95"/>
                    </a:lnTo>
                    <a:lnTo>
                      <a:pt x="14" y="107"/>
                    </a:lnTo>
                    <a:lnTo>
                      <a:pt x="0" y="79"/>
                    </a:lnTo>
                    <a:lnTo>
                      <a:pt x="26" y="66"/>
                    </a:lnTo>
                    <a:lnTo>
                      <a:pt x="48" y="54"/>
                    </a:lnTo>
                    <a:lnTo>
                      <a:pt x="74" y="44"/>
                    </a:lnTo>
                    <a:lnTo>
                      <a:pt x="98" y="33"/>
                    </a:lnTo>
                    <a:lnTo>
                      <a:pt x="122" y="25"/>
                    </a:lnTo>
                    <a:lnTo>
                      <a:pt x="147" y="16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8" y="3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89" name="Freeform 211"/>
              <p:cNvSpPr>
                <a:spLocks/>
              </p:cNvSpPr>
              <p:nvPr/>
            </p:nvSpPr>
            <p:spPr bwMode="auto">
              <a:xfrm>
                <a:off x="2872" y="1307"/>
                <a:ext cx="23" cy="41"/>
              </a:xfrm>
              <a:custGeom>
                <a:avLst/>
                <a:gdLst>
                  <a:gd name="T0" fmla="*/ 0 w 23"/>
                  <a:gd name="T1" fmla="*/ 7 h 41"/>
                  <a:gd name="T2" fmla="*/ 21 w 23"/>
                  <a:gd name="T3" fmla="*/ 0 h 41"/>
                  <a:gd name="T4" fmla="*/ 23 w 23"/>
                  <a:gd name="T5" fmla="*/ 35 h 41"/>
                  <a:gd name="T6" fmla="*/ 2 w 23"/>
                  <a:gd name="T7" fmla="*/ 41 h 41"/>
                  <a:gd name="T8" fmla="*/ 0 w 23"/>
                  <a:gd name="T9" fmla="*/ 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1"/>
                  <a:gd name="T17" fmla="*/ 23 w 23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1">
                    <a:moveTo>
                      <a:pt x="0" y="7"/>
                    </a:moveTo>
                    <a:lnTo>
                      <a:pt x="21" y="0"/>
                    </a:lnTo>
                    <a:lnTo>
                      <a:pt x="23" y="35"/>
                    </a:lnTo>
                    <a:lnTo>
                      <a:pt x="2" y="4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0" name="Freeform 212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1" name="Freeform 213"/>
              <p:cNvSpPr>
                <a:spLocks/>
              </p:cNvSpPr>
              <p:nvPr/>
            </p:nvSpPr>
            <p:spPr bwMode="auto">
              <a:xfrm>
                <a:off x="2425" y="1507"/>
                <a:ext cx="165" cy="75"/>
              </a:xfrm>
              <a:custGeom>
                <a:avLst/>
                <a:gdLst>
                  <a:gd name="T0" fmla="*/ 16 w 165"/>
                  <a:gd name="T1" fmla="*/ 67 h 75"/>
                  <a:gd name="T2" fmla="*/ 12 w 165"/>
                  <a:gd name="T3" fmla="*/ 60 h 75"/>
                  <a:gd name="T4" fmla="*/ 164 w 165"/>
                  <a:gd name="T5" fmla="*/ 0 h 75"/>
                  <a:gd name="T6" fmla="*/ 165 w 165"/>
                  <a:gd name="T7" fmla="*/ 9 h 75"/>
                  <a:gd name="T8" fmla="*/ 14 w 165"/>
                  <a:gd name="T9" fmla="*/ 70 h 75"/>
                  <a:gd name="T10" fmla="*/ 9 w 165"/>
                  <a:gd name="T11" fmla="*/ 64 h 75"/>
                  <a:gd name="T12" fmla="*/ 14 w 165"/>
                  <a:gd name="T13" fmla="*/ 70 h 75"/>
                  <a:gd name="T14" fmla="*/ 0 w 165"/>
                  <a:gd name="T15" fmla="*/ 75 h 75"/>
                  <a:gd name="T16" fmla="*/ 9 w 165"/>
                  <a:gd name="T17" fmla="*/ 64 h 75"/>
                  <a:gd name="T18" fmla="*/ 16 w 165"/>
                  <a:gd name="T19" fmla="*/ 67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75"/>
                  <a:gd name="T32" fmla="*/ 165 w 165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75">
                    <a:moveTo>
                      <a:pt x="16" y="67"/>
                    </a:moveTo>
                    <a:lnTo>
                      <a:pt x="12" y="60"/>
                    </a:lnTo>
                    <a:lnTo>
                      <a:pt x="164" y="0"/>
                    </a:lnTo>
                    <a:lnTo>
                      <a:pt x="165" y="9"/>
                    </a:lnTo>
                    <a:lnTo>
                      <a:pt x="14" y="70"/>
                    </a:lnTo>
                    <a:lnTo>
                      <a:pt x="9" y="64"/>
                    </a:lnTo>
                    <a:lnTo>
                      <a:pt x="14" y="70"/>
                    </a:lnTo>
                    <a:lnTo>
                      <a:pt x="0" y="75"/>
                    </a:lnTo>
                    <a:lnTo>
                      <a:pt x="9" y="64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2" name="Freeform 214"/>
              <p:cNvSpPr>
                <a:spLocks/>
              </p:cNvSpPr>
              <p:nvPr/>
            </p:nvSpPr>
            <p:spPr bwMode="auto">
              <a:xfrm>
                <a:off x="2434" y="1438"/>
                <a:ext cx="95" cy="134"/>
              </a:xfrm>
              <a:custGeom>
                <a:avLst/>
                <a:gdLst>
                  <a:gd name="T0" fmla="*/ 84 w 95"/>
                  <a:gd name="T1" fmla="*/ 13 h 134"/>
                  <a:gd name="T2" fmla="*/ 95 w 95"/>
                  <a:gd name="T3" fmla="*/ 8 h 134"/>
                  <a:gd name="T4" fmla="*/ 8 w 95"/>
                  <a:gd name="T5" fmla="*/ 134 h 134"/>
                  <a:gd name="T6" fmla="*/ 0 w 95"/>
                  <a:gd name="T7" fmla="*/ 132 h 134"/>
                  <a:gd name="T8" fmla="*/ 86 w 95"/>
                  <a:gd name="T9" fmla="*/ 6 h 134"/>
                  <a:gd name="T10" fmla="*/ 95 w 95"/>
                  <a:gd name="T11" fmla="*/ 4 h 134"/>
                  <a:gd name="T12" fmla="*/ 86 w 95"/>
                  <a:gd name="T13" fmla="*/ 6 h 134"/>
                  <a:gd name="T14" fmla="*/ 90 w 95"/>
                  <a:gd name="T15" fmla="*/ 0 h 134"/>
                  <a:gd name="T16" fmla="*/ 95 w 95"/>
                  <a:gd name="T17" fmla="*/ 4 h 134"/>
                  <a:gd name="T18" fmla="*/ 84 w 95"/>
                  <a:gd name="T19" fmla="*/ 13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4"/>
                  <a:gd name="T32" fmla="*/ 95 w 95"/>
                  <a:gd name="T33" fmla="*/ 134 h 1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4">
                    <a:moveTo>
                      <a:pt x="84" y="13"/>
                    </a:moveTo>
                    <a:lnTo>
                      <a:pt x="95" y="8"/>
                    </a:lnTo>
                    <a:lnTo>
                      <a:pt x="8" y="134"/>
                    </a:lnTo>
                    <a:lnTo>
                      <a:pt x="0" y="132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86" y="6"/>
                    </a:lnTo>
                    <a:lnTo>
                      <a:pt x="90" y="0"/>
                    </a:lnTo>
                    <a:lnTo>
                      <a:pt x="95" y="4"/>
                    </a:lnTo>
                    <a:lnTo>
                      <a:pt x="84" y="1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3" name="Freeform 215"/>
              <p:cNvSpPr>
                <a:spLocks/>
              </p:cNvSpPr>
              <p:nvPr/>
            </p:nvSpPr>
            <p:spPr bwMode="auto">
              <a:xfrm>
                <a:off x="2519" y="1441"/>
                <a:ext cx="82" cy="73"/>
              </a:xfrm>
              <a:custGeom>
                <a:avLst/>
                <a:gdLst>
                  <a:gd name="T0" fmla="*/ 72 w 82"/>
                  <a:gd name="T1" fmla="*/ 63 h 73"/>
                  <a:gd name="T2" fmla="*/ 67 w 82"/>
                  <a:gd name="T3" fmla="*/ 72 h 73"/>
                  <a:gd name="T4" fmla="*/ 0 w 82"/>
                  <a:gd name="T5" fmla="*/ 8 h 73"/>
                  <a:gd name="T6" fmla="*/ 11 w 82"/>
                  <a:gd name="T7" fmla="*/ 0 h 73"/>
                  <a:gd name="T8" fmla="*/ 77 w 82"/>
                  <a:gd name="T9" fmla="*/ 63 h 73"/>
                  <a:gd name="T10" fmla="*/ 74 w 82"/>
                  <a:gd name="T11" fmla="*/ 73 h 73"/>
                  <a:gd name="T12" fmla="*/ 77 w 82"/>
                  <a:gd name="T13" fmla="*/ 63 h 73"/>
                  <a:gd name="T14" fmla="*/ 82 w 82"/>
                  <a:gd name="T15" fmla="*/ 68 h 73"/>
                  <a:gd name="T16" fmla="*/ 74 w 82"/>
                  <a:gd name="T17" fmla="*/ 73 h 73"/>
                  <a:gd name="T18" fmla="*/ 72 w 82"/>
                  <a:gd name="T19" fmla="*/ 63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73"/>
                  <a:gd name="T32" fmla="*/ 82 w 82"/>
                  <a:gd name="T33" fmla="*/ 73 h 7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73">
                    <a:moveTo>
                      <a:pt x="72" y="63"/>
                    </a:moveTo>
                    <a:lnTo>
                      <a:pt x="67" y="72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77" y="63"/>
                    </a:lnTo>
                    <a:lnTo>
                      <a:pt x="74" y="73"/>
                    </a:lnTo>
                    <a:lnTo>
                      <a:pt x="77" y="63"/>
                    </a:lnTo>
                    <a:lnTo>
                      <a:pt x="82" y="68"/>
                    </a:lnTo>
                    <a:lnTo>
                      <a:pt x="74" y="73"/>
                    </a:lnTo>
                    <a:lnTo>
                      <a:pt x="72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4" name="Freeform 216"/>
              <p:cNvSpPr>
                <a:spLocks/>
              </p:cNvSpPr>
              <p:nvPr/>
            </p:nvSpPr>
            <p:spPr bwMode="auto">
              <a:xfrm>
                <a:off x="2465" y="1517"/>
                <a:ext cx="35" cy="28"/>
              </a:xfrm>
              <a:custGeom>
                <a:avLst/>
                <a:gdLst>
                  <a:gd name="T0" fmla="*/ 35 w 35"/>
                  <a:gd name="T1" fmla="*/ 16 h 28"/>
                  <a:gd name="T2" fmla="*/ 21 w 35"/>
                  <a:gd name="T3" fmla="*/ 28 h 28"/>
                  <a:gd name="T4" fmla="*/ 0 w 35"/>
                  <a:gd name="T5" fmla="*/ 12 h 28"/>
                  <a:gd name="T6" fmla="*/ 15 w 35"/>
                  <a:gd name="T7" fmla="*/ 0 h 28"/>
                  <a:gd name="T8" fmla="*/ 35 w 35"/>
                  <a:gd name="T9" fmla="*/ 1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35" y="16"/>
                    </a:moveTo>
                    <a:lnTo>
                      <a:pt x="21" y="28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5" name="Freeform 217"/>
              <p:cNvSpPr>
                <a:spLocks/>
              </p:cNvSpPr>
              <p:nvPr/>
            </p:nvSpPr>
            <p:spPr bwMode="auto">
              <a:xfrm>
                <a:off x="2481" y="1382"/>
                <a:ext cx="212" cy="153"/>
              </a:xfrm>
              <a:custGeom>
                <a:avLst/>
                <a:gdLst>
                  <a:gd name="T0" fmla="*/ 212 w 212"/>
                  <a:gd name="T1" fmla="*/ 25 h 153"/>
                  <a:gd name="T2" fmla="*/ 212 w 212"/>
                  <a:gd name="T3" fmla="*/ 25 h 153"/>
                  <a:gd name="T4" fmla="*/ 184 w 212"/>
                  <a:gd name="T5" fmla="*/ 39 h 153"/>
                  <a:gd name="T6" fmla="*/ 160 w 212"/>
                  <a:gd name="T7" fmla="*/ 54 h 153"/>
                  <a:gd name="T8" fmla="*/ 134 w 212"/>
                  <a:gd name="T9" fmla="*/ 69 h 153"/>
                  <a:gd name="T10" fmla="*/ 111 w 212"/>
                  <a:gd name="T11" fmla="*/ 85 h 153"/>
                  <a:gd name="T12" fmla="*/ 88 w 212"/>
                  <a:gd name="T13" fmla="*/ 101 h 153"/>
                  <a:gd name="T14" fmla="*/ 64 w 212"/>
                  <a:gd name="T15" fmla="*/ 118 h 153"/>
                  <a:gd name="T16" fmla="*/ 42 w 212"/>
                  <a:gd name="T17" fmla="*/ 136 h 153"/>
                  <a:gd name="T18" fmla="*/ 21 w 212"/>
                  <a:gd name="T19" fmla="*/ 153 h 153"/>
                  <a:gd name="T20" fmla="*/ 0 w 212"/>
                  <a:gd name="T21" fmla="*/ 135 h 153"/>
                  <a:gd name="T22" fmla="*/ 23 w 212"/>
                  <a:gd name="T23" fmla="*/ 117 h 153"/>
                  <a:gd name="T24" fmla="*/ 47 w 212"/>
                  <a:gd name="T25" fmla="*/ 97 h 153"/>
                  <a:gd name="T26" fmla="*/ 70 w 212"/>
                  <a:gd name="T27" fmla="*/ 80 h 153"/>
                  <a:gd name="T28" fmla="*/ 95 w 212"/>
                  <a:gd name="T29" fmla="*/ 62 h 153"/>
                  <a:gd name="T30" fmla="*/ 119 w 212"/>
                  <a:gd name="T31" fmla="*/ 47 h 153"/>
                  <a:gd name="T32" fmla="*/ 146 w 212"/>
                  <a:gd name="T33" fmla="*/ 30 h 153"/>
                  <a:gd name="T34" fmla="*/ 172 w 212"/>
                  <a:gd name="T35" fmla="*/ 15 h 153"/>
                  <a:gd name="T36" fmla="*/ 198 w 212"/>
                  <a:gd name="T37" fmla="*/ 0 h 153"/>
                  <a:gd name="T38" fmla="*/ 212 w 212"/>
                  <a:gd name="T39" fmla="*/ 25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3"/>
                  <a:gd name="T62" fmla="*/ 212 w 212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3">
                    <a:moveTo>
                      <a:pt x="212" y="25"/>
                    </a:moveTo>
                    <a:lnTo>
                      <a:pt x="212" y="25"/>
                    </a:lnTo>
                    <a:lnTo>
                      <a:pt x="184" y="39"/>
                    </a:lnTo>
                    <a:lnTo>
                      <a:pt x="160" y="54"/>
                    </a:lnTo>
                    <a:lnTo>
                      <a:pt x="134" y="69"/>
                    </a:lnTo>
                    <a:lnTo>
                      <a:pt x="111" y="85"/>
                    </a:lnTo>
                    <a:lnTo>
                      <a:pt x="88" y="101"/>
                    </a:lnTo>
                    <a:lnTo>
                      <a:pt x="64" y="118"/>
                    </a:lnTo>
                    <a:lnTo>
                      <a:pt x="42" y="136"/>
                    </a:lnTo>
                    <a:lnTo>
                      <a:pt x="21" y="153"/>
                    </a:lnTo>
                    <a:lnTo>
                      <a:pt x="0" y="135"/>
                    </a:lnTo>
                    <a:lnTo>
                      <a:pt x="23" y="117"/>
                    </a:lnTo>
                    <a:lnTo>
                      <a:pt x="47" y="97"/>
                    </a:lnTo>
                    <a:lnTo>
                      <a:pt x="70" y="80"/>
                    </a:lnTo>
                    <a:lnTo>
                      <a:pt x="95" y="62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5"/>
                    </a:lnTo>
                    <a:lnTo>
                      <a:pt x="198" y="0"/>
                    </a:lnTo>
                    <a:lnTo>
                      <a:pt x="212" y="25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6" name="Freeform 218"/>
              <p:cNvSpPr>
                <a:spLocks/>
              </p:cNvSpPr>
              <p:nvPr/>
            </p:nvSpPr>
            <p:spPr bwMode="auto">
              <a:xfrm>
                <a:off x="2684" y="1309"/>
                <a:ext cx="197" cy="101"/>
              </a:xfrm>
              <a:custGeom>
                <a:avLst/>
                <a:gdLst>
                  <a:gd name="T0" fmla="*/ 197 w 197"/>
                  <a:gd name="T1" fmla="*/ 27 h 101"/>
                  <a:gd name="T2" fmla="*/ 175 w 197"/>
                  <a:gd name="T3" fmla="*/ 34 h 101"/>
                  <a:gd name="T4" fmla="*/ 151 w 197"/>
                  <a:gd name="T5" fmla="*/ 41 h 101"/>
                  <a:gd name="T6" fmla="*/ 128 w 197"/>
                  <a:gd name="T7" fmla="*/ 49 h 101"/>
                  <a:gd name="T8" fmla="*/ 104 w 197"/>
                  <a:gd name="T9" fmla="*/ 58 h 101"/>
                  <a:gd name="T10" fmla="*/ 81 w 197"/>
                  <a:gd name="T11" fmla="*/ 68 h 101"/>
                  <a:gd name="T12" fmla="*/ 57 w 197"/>
                  <a:gd name="T13" fmla="*/ 79 h 101"/>
                  <a:gd name="T14" fmla="*/ 36 w 197"/>
                  <a:gd name="T15" fmla="*/ 88 h 101"/>
                  <a:gd name="T16" fmla="*/ 12 w 197"/>
                  <a:gd name="T17" fmla="*/ 101 h 101"/>
                  <a:gd name="T18" fmla="*/ 0 w 197"/>
                  <a:gd name="T19" fmla="*/ 78 h 101"/>
                  <a:gd name="T20" fmla="*/ 24 w 197"/>
                  <a:gd name="T21" fmla="*/ 65 h 101"/>
                  <a:gd name="T22" fmla="*/ 49 w 197"/>
                  <a:gd name="T23" fmla="*/ 54 h 101"/>
                  <a:gd name="T24" fmla="*/ 73 w 197"/>
                  <a:gd name="T25" fmla="*/ 42 h 101"/>
                  <a:gd name="T26" fmla="*/ 97 w 197"/>
                  <a:gd name="T27" fmla="*/ 33 h 101"/>
                  <a:gd name="T28" fmla="*/ 123 w 197"/>
                  <a:gd name="T29" fmla="*/ 23 h 101"/>
                  <a:gd name="T30" fmla="*/ 147 w 197"/>
                  <a:gd name="T31" fmla="*/ 15 h 101"/>
                  <a:gd name="T32" fmla="*/ 172 w 197"/>
                  <a:gd name="T33" fmla="*/ 6 h 101"/>
                  <a:gd name="T34" fmla="*/ 196 w 197"/>
                  <a:gd name="T35" fmla="*/ 0 h 101"/>
                  <a:gd name="T36" fmla="*/ 197 w 197"/>
                  <a:gd name="T37" fmla="*/ 2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1"/>
                  <a:gd name="T59" fmla="*/ 197 w 197"/>
                  <a:gd name="T60" fmla="*/ 101 h 10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1">
                    <a:moveTo>
                      <a:pt x="197" y="27"/>
                    </a:moveTo>
                    <a:lnTo>
                      <a:pt x="175" y="34"/>
                    </a:lnTo>
                    <a:lnTo>
                      <a:pt x="151" y="41"/>
                    </a:lnTo>
                    <a:lnTo>
                      <a:pt x="128" y="49"/>
                    </a:lnTo>
                    <a:lnTo>
                      <a:pt x="104" y="58"/>
                    </a:lnTo>
                    <a:lnTo>
                      <a:pt x="81" y="68"/>
                    </a:lnTo>
                    <a:lnTo>
                      <a:pt x="57" y="79"/>
                    </a:lnTo>
                    <a:lnTo>
                      <a:pt x="36" y="88"/>
                    </a:lnTo>
                    <a:lnTo>
                      <a:pt x="12" y="101"/>
                    </a:lnTo>
                    <a:lnTo>
                      <a:pt x="0" y="78"/>
                    </a:lnTo>
                    <a:lnTo>
                      <a:pt x="24" y="65"/>
                    </a:lnTo>
                    <a:lnTo>
                      <a:pt x="49" y="54"/>
                    </a:lnTo>
                    <a:lnTo>
                      <a:pt x="73" y="42"/>
                    </a:lnTo>
                    <a:lnTo>
                      <a:pt x="97" y="33"/>
                    </a:lnTo>
                    <a:lnTo>
                      <a:pt x="123" y="23"/>
                    </a:lnTo>
                    <a:lnTo>
                      <a:pt x="147" y="15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7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7" name="Freeform 219"/>
              <p:cNvSpPr>
                <a:spLocks/>
              </p:cNvSpPr>
              <p:nvPr/>
            </p:nvSpPr>
            <p:spPr bwMode="auto">
              <a:xfrm>
                <a:off x="2882" y="1301"/>
                <a:ext cx="20" cy="34"/>
              </a:xfrm>
              <a:custGeom>
                <a:avLst/>
                <a:gdLst>
                  <a:gd name="T0" fmla="*/ 0 w 20"/>
                  <a:gd name="T1" fmla="*/ 6 h 34"/>
                  <a:gd name="T2" fmla="*/ 19 w 20"/>
                  <a:gd name="T3" fmla="*/ 0 h 34"/>
                  <a:gd name="T4" fmla="*/ 20 w 20"/>
                  <a:gd name="T5" fmla="*/ 28 h 34"/>
                  <a:gd name="T6" fmla="*/ 1 w 20"/>
                  <a:gd name="T7" fmla="*/ 34 h 34"/>
                  <a:gd name="T8" fmla="*/ 0 w 20"/>
                  <a:gd name="T9" fmla="*/ 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0" y="6"/>
                    </a:moveTo>
                    <a:lnTo>
                      <a:pt x="19" y="0"/>
                    </a:lnTo>
                    <a:lnTo>
                      <a:pt x="20" y="28"/>
                    </a:lnTo>
                    <a:lnTo>
                      <a:pt x="1" y="3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8" name="Freeform 220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899" name="Freeform 221"/>
              <p:cNvSpPr>
                <a:spLocks/>
              </p:cNvSpPr>
              <p:nvPr/>
            </p:nvSpPr>
            <p:spPr bwMode="auto">
              <a:xfrm>
                <a:off x="2390" y="1522"/>
                <a:ext cx="174" cy="91"/>
              </a:xfrm>
              <a:custGeom>
                <a:avLst/>
                <a:gdLst>
                  <a:gd name="T0" fmla="*/ 28 w 174"/>
                  <a:gd name="T1" fmla="*/ 76 h 91"/>
                  <a:gd name="T2" fmla="*/ 17 w 174"/>
                  <a:gd name="T3" fmla="*/ 68 h 91"/>
                  <a:gd name="T4" fmla="*/ 169 w 174"/>
                  <a:gd name="T5" fmla="*/ 0 h 91"/>
                  <a:gd name="T6" fmla="*/ 174 w 174"/>
                  <a:gd name="T7" fmla="*/ 15 h 91"/>
                  <a:gd name="T8" fmla="*/ 22 w 174"/>
                  <a:gd name="T9" fmla="*/ 81 h 91"/>
                  <a:gd name="T10" fmla="*/ 12 w 174"/>
                  <a:gd name="T11" fmla="*/ 72 h 91"/>
                  <a:gd name="T12" fmla="*/ 22 w 174"/>
                  <a:gd name="T13" fmla="*/ 81 h 91"/>
                  <a:gd name="T14" fmla="*/ 0 w 174"/>
                  <a:gd name="T15" fmla="*/ 91 h 91"/>
                  <a:gd name="T16" fmla="*/ 12 w 174"/>
                  <a:gd name="T17" fmla="*/ 72 h 91"/>
                  <a:gd name="T18" fmla="*/ 28 w 174"/>
                  <a:gd name="T19" fmla="*/ 7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1"/>
                  <a:gd name="T32" fmla="*/ 174 w 174"/>
                  <a:gd name="T33" fmla="*/ 91 h 9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1">
                    <a:moveTo>
                      <a:pt x="28" y="76"/>
                    </a:moveTo>
                    <a:lnTo>
                      <a:pt x="17" y="68"/>
                    </a:lnTo>
                    <a:lnTo>
                      <a:pt x="169" y="0"/>
                    </a:lnTo>
                    <a:lnTo>
                      <a:pt x="174" y="15"/>
                    </a:lnTo>
                    <a:lnTo>
                      <a:pt x="22" y="81"/>
                    </a:lnTo>
                    <a:lnTo>
                      <a:pt x="12" y="72"/>
                    </a:lnTo>
                    <a:lnTo>
                      <a:pt x="22" y="81"/>
                    </a:lnTo>
                    <a:lnTo>
                      <a:pt x="0" y="91"/>
                    </a:lnTo>
                    <a:lnTo>
                      <a:pt x="12" y="72"/>
                    </a:lnTo>
                    <a:lnTo>
                      <a:pt x="28" y="7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0" name="Freeform 222"/>
              <p:cNvSpPr>
                <a:spLocks/>
              </p:cNvSpPr>
              <p:nvPr/>
            </p:nvSpPr>
            <p:spPr bwMode="auto">
              <a:xfrm>
                <a:off x="2398" y="1459"/>
                <a:ext cx="96" cy="142"/>
              </a:xfrm>
              <a:custGeom>
                <a:avLst/>
                <a:gdLst>
                  <a:gd name="T0" fmla="*/ 80 w 96"/>
                  <a:gd name="T1" fmla="*/ 20 h 142"/>
                  <a:gd name="T2" fmla="*/ 96 w 96"/>
                  <a:gd name="T3" fmla="*/ 16 h 142"/>
                  <a:gd name="T4" fmla="*/ 17 w 96"/>
                  <a:gd name="T5" fmla="*/ 142 h 142"/>
                  <a:gd name="T6" fmla="*/ 0 w 96"/>
                  <a:gd name="T7" fmla="*/ 139 h 142"/>
                  <a:gd name="T8" fmla="*/ 80 w 96"/>
                  <a:gd name="T9" fmla="*/ 13 h 142"/>
                  <a:gd name="T10" fmla="*/ 95 w 96"/>
                  <a:gd name="T11" fmla="*/ 8 h 142"/>
                  <a:gd name="T12" fmla="*/ 80 w 96"/>
                  <a:gd name="T13" fmla="*/ 13 h 142"/>
                  <a:gd name="T14" fmla="*/ 88 w 96"/>
                  <a:gd name="T15" fmla="*/ 0 h 142"/>
                  <a:gd name="T16" fmla="*/ 95 w 96"/>
                  <a:gd name="T17" fmla="*/ 8 h 142"/>
                  <a:gd name="T18" fmla="*/ 80 w 96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142"/>
                  <a:gd name="T32" fmla="*/ 96 w 96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142">
                    <a:moveTo>
                      <a:pt x="80" y="20"/>
                    </a:moveTo>
                    <a:lnTo>
                      <a:pt x="96" y="16"/>
                    </a:lnTo>
                    <a:lnTo>
                      <a:pt x="17" y="142"/>
                    </a:lnTo>
                    <a:lnTo>
                      <a:pt x="0" y="139"/>
                    </a:lnTo>
                    <a:lnTo>
                      <a:pt x="80" y="13"/>
                    </a:lnTo>
                    <a:lnTo>
                      <a:pt x="95" y="8"/>
                    </a:lnTo>
                    <a:lnTo>
                      <a:pt x="80" y="13"/>
                    </a:lnTo>
                    <a:lnTo>
                      <a:pt x="88" y="0"/>
                    </a:lnTo>
                    <a:lnTo>
                      <a:pt x="95" y="8"/>
                    </a:lnTo>
                    <a:lnTo>
                      <a:pt x="80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1" name="Freeform 223"/>
              <p:cNvSpPr>
                <a:spLocks/>
              </p:cNvSpPr>
              <p:nvPr/>
            </p:nvSpPr>
            <p:spPr bwMode="auto">
              <a:xfrm>
                <a:off x="2484" y="1467"/>
                <a:ext cx="96" cy="72"/>
              </a:xfrm>
              <a:custGeom>
                <a:avLst/>
                <a:gdLst>
                  <a:gd name="T0" fmla="*/ 78 w 96"/>
                  <a:gd name="T1" fmla="*/ 57 h 72"/>
                  <a:gd name="T2" fmla="*/ 72 w 96"/>
                  <a:gd name="T3" fmla="*/ 71 h 72"/>
                  <a:gd name="T4" fmla="*/ 0 w 96"/>
                  <a:gd name="T5" fmla="*/ 12 h 72"/>
                  <a:gd name="T6" fmla="*/ 15 w 96"/>
                  <a:gd name="T7" fmla="*/ 0 h 72"/>
                  <a:gd name="T8" fmla="*/ 89 w 96"/>
                  <a:gd name="T9" fmla="*/ 60 h 72"/>
                  <a:gd name="T10" fmla="*/ 82 w 96"/>
                  <a:gd name="T11" fmla="*/ 72 h 72"/>
                  <a:gd name="T12" fmla="*/ 89 w 96"/>
                  <a:gd name="T13" fmla="*/ 60 h 72"/>
                  <a:gd name="T14" fmla="*/ 96 w 96"/>
                  <a:gd name="T15" fmla="*/ 66 h 72"/>
                  <a:gd name="T16" fmla="*/ 82 w 96"/>
                  <a:gd name="T17" fmla="*/ 72 h 72"/>
                  <a:gd name="T18" fmla="*/ 78 w 96"/>
                  <a:gd name="T19" fmla="*/ 57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72"/>
                  <a:gd name="T32" fmla="*/ 96 w 96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72">
                    <a:moveTo>
                      <a:pt x="78" y="57"/>
                    </a:moveTo>
                    <a:lnTo>
                      <a:pt x="72" y="71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89" y="60"/>
                    </a:lnTo>
                    <a:lnTo>
                      <a:pt x="82" y="72"/>
                    </a:lnTo>
                    <a:lnTo>
                      <a:pt x="89" y="60"/>
                    </a:lnTo>
                    <a:lnTo>
                      <a:pt x="96" y="66"/>
                    </a:lnTo>
                    <a:lnTo>
                      <a:pt x="82" y="72"/>
                    </a:lnTo>
                    <a:lnTo>
                      <a:pt x="78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2" name="Freeform 224"/>
              <p:cNvSpPr>
                <a:spLocks/>
              </p:cNvSpPr>
              <p:nvPr/>
            </p:nvSpPr>
            <p:spPr bwMode="auto">
              <a:xfrm>
                <a:off x="2418" y="1551"/>
                <a:ext cx="44" cy="35"/>
              </a:xfrm>
              <a:custGeom>
                <a:avLst/>
                <a:gdLst>
                  <a:gd name="T0" fmla="*/ 44 w 44"/>
                  <a:gd name="T1" fmla="*/ 21 h 35"/>
                  <a:gd name="T2" fmla="*/ 27 w 44"/>
                  <a:gd name="T3" fmla="*/ 35 h 35"/>
                  <a:gd name="T4" fmla="*/ 0 w 44"/>
                  <a:gd name="T5" fmla="*/ 16 h 35"/>
                  <a:gd name="T6" fmla="*/ 17 w 44"/>
                  <a:gd name="T7" fmla="*/ 0 h 35"/>
                  <a:gd name="T8" fmla="*/ 44 w 44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5"/>
                  <a:gd name="T17" fmla="*/ 44 w 44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5">
                    <a:moveTo>
                      <a:pt x="44" y="21"/>
                    </a:moveTo>
                    <a:lnTo>
                      <a:pt x="27" y="35"/>
                    </a:lnTo>
                    <a:lnTo>
                      <a:pt x="0" y="16"/>
                    </a:lnTo>
                    <a:lnTo>
                      <a:pt x="17" y="0"/>
                    </a:lnTo>
                    <a:lnTo>
                      <a:pt x="44" y="2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3" name="Freeform 225"/>
              <p:cNvSpPr>
                <a:spLocks/>
              </p:cNvSpPr>
              <p:nvPr/>
            </p:nvSpPr>
            <p:spPr bwMode="auto">
              <a:xfrm>
                <a:off x="2436" y="1407"/>
                <a:ext cx="213" cy="162"/>
              </a:xfrm>
              <a:custGeom>
                <a:avLst/>
                <a:gdLst>
                  <a:gd name="T0" fmla="*/ 213 w 213"/>
                  <a:gd name="T1" fmla="*/ 28 h 162"/>
                  <a:gd name="T2" fmla="*/ 213 w 213"/>
                  <a:gd name="T3" fmla="*/ 28 h 162"/>
                  <a:gd name="T4" fmla="*/ 188 w 213"/>
                  <a:gd name="T5" fmla="*/ 43 h 162"/>
                  <a:gd name="T6" fmla="*/ 161 w 213"/>
                  <a:gd name="T7" fmla="*/ 59 h 162"/>
                  <a:gd name="T8" fmla="*/ 139 w 213"/>
                  <a:gd name="T9" fmla="*/ 75 h 162"/>
                  <a:gd name="T10" fmla="*/ 114 w 213"/>
                  <a:gd name="T11" fmla="*/ 92 h 162"/>
                  <a:gd name="T12" fmla="*/ 91 w 213"/>
                  <a:gd name="T13" fmla="*/ 109 h 162"/>
                  <a:gd name="T14" fmla="*/ 69 w 213"/>
                  <a:gd name="T15" fmla="*/ 126 h 162"/>
                  <a:gd name="T16" fmla="*/ 48 w 213"/>
                  <a:gd name="T17" fmla="*/ 144 h 162"/>
                  <a:gd name="T18" fmla="*/ 26 w 213"/>
                  <a:gd name="T19" fmla="*/ 162 h 162"/>
                  <a:gd name="T20" fmla="*/ 0 w 213"/>
                  <a:gd name="T21" fmla="*/ 142 h 162"/>
                  <a:gd name="T22" fmla="*/ 21 w 213"/>
                  <a:gd name="T23" fmla="*/ 123 h 162"/>
                  <a:gd name="T24" fmla="*/ 44 w 213"/>
                  <a:gd name="T25" fmla="*/ 103 h 162"/>
                  <a:gd name="T26" fmla="*/ 68 w 213"/>
                  <a:gd name="T27" fmla="*/ 84 h 162"/>
                  <a:gd name="T28" fmla="*/ 93 w 213"/>
                  <a:gd name="T29" fmla="*/ 66 h 162"/>
                  <a:gd name="T30" fmla="*/ 117 w 213"/>
                  <a:gd name="T31" fmla="*/ 50 h 162"/>
                  <a:gd name="T32" fmla="*/ 144 w 213"/>
                  <a:gd name="T33" fmla="*/ 33 h 162"/>
                  <a:gd name="T34" fmla="*/ 170 w 213"/>
                  <a:gd name="T35" fmla="*/ 17 h 162"/>
                  <a:gd name="T36" fmla="*/ 196 w 213"/>
                  <a:gd name="T37" fmla="*/ 0 h 162"/>
                  <a:gd name="T38" fmla="*/ 213 w 213"/>
                  <a:gd name="T39" fmla="*/ 28 h 1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3"/>
                  <a:gd name="T61" fmla="*/ 0 h 162"/>
                  <a:gd name="T62" fmla="*/ 213 w 213"/>
                  <a:gd name="T63" fmla="*/ 162 h 1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3" h="162">
                    <a:moveTo>
                      <a:pt x="213" y="28"/>
                    </a:moveTo>
                    <a:lnTo>
                      <a:pt x="213" y="28"/>
                    </a:lnTo>
                    <a:lnTo>
                      <a:pt x="188" y="43"/>
                    </a:lnTo>
                    <a:lnTo>
                      <a:pt x="161" y="59"/>
                    </a:lnTo>
                    <a:lnTo>
                      <a:pt x="139" y="75"/>
                    </a:lnTo>
                    <a:lnTo>
                      <a:pt x="114" y="92"/>
                    </a:lnTo>
                    <a:lnTo>
                      <a:pt x="91" y="109"/>
                    </a:lnTo>
                    <a:lnTo>
                      <a:pt x="69" y="126"/>
                    </a:lnTo>
                    <a:lnTo>
                      <a:pt x="48" y="144"/>
                    </a:lnTo>
                    <a:lnTo>
                      <a:pt x="26" y="162"/>
                    </a:lnTo>
                    <a:lnTo>
                      <a:pt x="0" y="142"/>
                    </a:lnTo>
                    <a:lnTo>
                      <a:pt x="21" y="123"/>
                    </a:lnTo>
                    <a:lnTo>
                      <a:pt x="44" y="103"/>
                    </a:lnTo>
                    <a:lnTo>
                      <a:pt x="68" y="84"/>
                    </a:lnTo>
                    <a:lnTo>
                      <a:pt x="93" y="66"/>
                    </a:lnTo>
                    <a:lnTo>
                      <a:pt x="117" y="50"/>
                    </a:lnTo>
                    <a:lnTo>
                      <a:pt x="144" y="33"/>
                    </a:lnTo>
                    <a:lnTo>
                      <a:pt x="170" y="17"/>
                    </a:lnTo>
                    <a:lnTo>
                      <a:pt x="196" y="0"/>
                    </a:lnTo>
                    <a:lnTo>
                      <a:pt x="213" y="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4" name="Freeform 226"/>
              <p:cNvSpPr>
                <a:spLocks/>
              </p:cNvSpPr>
              <p:nvPr/>
            </p:nvSpPr>
            <p:spPr bwMode="auto">
              <a:xfrm>
                <a:off x="2637" y="1326"/>
                <a:ext cx="198" cy="113"/>
              </a:xfrm>
              <a:custGeom>
                <a:avLst/>
                <a:gdLst>
                  <a:gd name="T0" fmla="*/ 198 w 198"/>
                  <a:gd name="T1" fmla="*/ 32 h 113"/>
                  <a:gd name="T2" fmla="*/ 175 w 198"/>
                  <a:gd name="T3" fmla="*/ 40 h 113"/>
                  <a:gd name="T4" fmla="*/ 151 w 198"/>
                  <a:gd name="T5" fmla="*/ 48 h 113"/>
                  <a:gd name="T6" fmla="*/ 128 w 198"/>
                  <a:gd name="T7" fmla="*/ 58 h 113"/>
                  <a:gd name="T8" fmla="*/ 106 w 198"/>
                  <a:gd name="T9" fmla="*/ 67 h 113"/>
                  <a:gd name="T10" fmla="*/ 84 w 198"/>
                  <a:gd name="T11" fmla="*/ 78 h 113"/>
                  <a:gd name="T12" fmla="*/ 61 w 198"/>
                  <a:gd name="T13" fmla="*/ 88 h 113"/>
                  <a:gd name="T14" fmla="*/ 38 w 198"/>
                  <a:gd name="T15" fmla="*/ 100 h 113"/>
                  <a:gd name="T16" fmla="*/ 16 w 198"/>
                  <a:gd name="T17" fmla="*/ 113 h 113"/>
                  <a:gd name="T18" fmla="*/ 0 w 198"/>
                  <a:gd name="T19" fmla="*/ 86 h 113"/>
                  <a:gd name="T20" fmla="*/ 23 w 198"/>
                  <a:gd name="T21" fmla="*/ 72 h 113"/>
                  <a:gd name="T22" fmla="*/ 47 w 198"/>
                  <a:gd name="T23" fmla="*/ 62 h 113"/>
                  <a:gd name="T24" fmla="*/ 71 w 198"/>
                  <a:gd name="T25" fmla="*/ 49 h 113"/>
                  <a:gd name="T26" fmla="*/ 97 w 198"/>
                  <a:gd name="T27" fmla="*/ 38 h 113"/>
                  <a:gd name="T28" fmla="*/ 120 w 198"/>
                  <a:gd name="T29" fmla="*/ 26 h 113"/>
                  <a:gd name="T30" fmla="*/ 145 w 198"/>
                  <a:gd name="T31" fmla="*/ 18 h 113"/>
                  <a:gd name="T32" fmla="*/ 168 w 198"/>
                  <a:gd name="T33" fmla="*/ 8 h 113"/>
                  <a:gd name="T34" fmla="*/ 194 w 198"/>
                  <a:gd name="T35" fmla="*/ 0 h 113"/>
                  <a:gd name="T36" fmla="*/ 198 w 198"/>
                  <a:gd name="T37" fmla="*/ 32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13"/>
                  <a:gd name="T59" fmla="*/ 198 w 198"/>
                  <a:gd name="T60" fmla="*/ 113 h 1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13">
                    <a:moveTo>
                      <a:pt x="198" y="32"/>
                    </a:moveTo>
                    <a:lnTo>
                      <a:pt x="175" y="40"/>
                    </a:lnTo>
                    <a:lnTo>
                      <a:pt x="151" y="48"/>
                    </a:lnTo>
                    <a:lnTo>
                      <a:pt x="128" y="58"/>
                    </a:lnTo>
                    <a:lnTo>
                      <a:pt x="106" y="67"/>
                    </a:lnTo>
                    <a:lnTo>
                      <a:pt x="84" y="78"/>
                    </a:lnTo>
                    <a:lnTo>
                      <a:pt x="61" y="88"/>
                    </a:lnTo>
                    <a:lnTo>
                      <a:pt x="38" y="100"/>
                    </a:lnTo>
                    <a:lnTo>
                      <a:pt x="16" y="113"/>
                    </a:lnTo>
                    <a:lnTo>
                      <a:pt x="0" y="86"/>
                    </a:lnTo>
                    <a:lnTo>
                      <a:pt x="23" y="72"/>
                    </a:lnTo>
                    <a:lnTo>
                      <a:pt x="47" y="62"/>
                    </a:lnTo>
                    <a:lnTo>
                      <a:pt x="71" y="49"/>
                    </a:lnTo>
                    <a:lnTo>
                      <a:pt x="97" y="38"/>
                    </a:lnTo>
                    <a:lnTo>
                      <a:pt x="120" y="26"/>
                    </a:lnTo>
                    <a:lnTo>
                      <a:pt x="145" y="18"/>
                    </a:lnTo>
                    <a:lnTo>
                      <a:pt x="168" y="8"/>
                    </a:lnTo>
                    <a:lnTo>
                      <a:pt x="194" y="0"/>
                    </a:lnTo>
                    <a:lnTo>
                      <a:pt x="19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5" name="Freeform 227"/>
              <p:cNvSpPr>
                <a:spLocks/>
              </p:cNvSpPr>
              <p:nvPr/>
            </p:nvSpPr>
            <p:spPr bwMode="auto">
              <a:xfrm>
                <a:off x="2833" y="1318"/>
                <a:ext cx="26" cy="39"/>
              </a:xfrm>
              <a:custGeom>
                <a:avLst/>
                <a:gdLst>
                  <a:gd name="T0" fmla="*/ 0 w 26"/>
                  <a:gd name="T1" fmla="*/ 7 h 39"/>
                  <a:gd name="T2" fmla="*/ 22 w 26"/>
                  <a:gd name="T3" fmla="*/ 0 h 39"/>
                  <a:gd name="T4" fmla="*/ 26 w 26"/>
                  <a:gd name="T5" fmla="*/ 32 h 39"/>
                  <a:gd name="T6" fmla="*/ 5 w 26"/>
                  <a:gd name="T7" fmla="*/ 39 h 39"/>
                  <a:gd name="T8" fmla="*/ 0 w 2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9"/>
                  <a:gd name="T17" fmla="*/ 26 w 26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9">
                    <a:moveTo>
                      <a:pt x="0" y="7"/>
                    </a:moveTo>
                    <a:lnTo>
                      <a:pt x="22" y="0"/>
                    </a:lnTo>
                    <a:lnTo>
                      <a:pt x="26" y="32"/>
                    </a:lnTo>
                    <a:lnTo>
                      <a:pt x="5" y="3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6" name="Freeform 228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7" name="Freeform 229"/>
              <p:cNvSpPr>
                <a:spLocks/>
              </p:cNvSpPr>
              <p:nvPr/>
            </p:nvSpPr>
            <p:spPr bwMode="auto">
              <a:xfrm>
                <a:off x="2398" y="1524"/>
                <a:ext cx="166" cy="82"/>
              </a:xfrm>
              <a:custGeom>
                <a:avLst/>
                <a:gdLst>
                  <a:gd name="T0" fmla="*/ 17 w 166"/>
                  <a:gd name="T1" fmla="*/ 73 h 82"/>
                  <a:gd name="T2" fmla="*/ 11 w 166"/>
                  <a:gd name="T3" fmla="*/ 67 h 82"/>
                  <a:gd name="T4" fmla="*/ 163 w 166"/>
                  <a:gd name="T5" fmla="*/ 0 h 82"/>
                  <a:gd name="T6" fmla="*/ 166 w 166"/>
                  <a:gd name="T7" fmla="*/ 8 h 82"/>
                  <a:gd name="T8" fmla="*/ 14 w 166"/>
                  <a:gd name="T9" fmla="*/ 76 h 82"/>
                  <a:gd name="T10" fmla="*/ 7 w 166"/>
                  <a:gd name="T11" fmla="*/ 71 h 82"/>
                  <a:gd name="T12" fmla="*/ 14 w 166"/>
                  <a:gd name="T13" fmla="*/ 76 h 82"/>
                  <a:gd name="T14" fmla="*/ 0 w 166"/>
                  <a:gd name="T15" fmla="*/ 82 h 82"/>
                  <a:gd name="T16" fmla="*/ 7 w 166"/>
                  <a:gd name="T17" fmla="*/ 71 h 82"/>
                  <a:gd name="T18" fmla="*/ 17 w 166"/>
                  <a:gd name="T19" fmla="*/ 73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82"/>
                  <a:gd name="T32" fmla="*/ 166 w 166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82">
                    <a:moveTo>
                      <a:pt x="17" y="73"/>
                    </a:moveTo>
                    <a:lnTo>
                      <a:pt x="11" y="67"/>
                    </a:lnTo>
                    <a:lnTo>
                      <a:pt x="163" y="0"/>
                    </a:lnTo>
                    <a:lnTo>
                      <a:pt x="166" y="8"/>
                    </a:lnTo>
                    <a:lnTo>
                      <a:pt x="14" y="76"/>
                    </a:lnTo>
                    <a:lnTo>
                      <a:pt x="7" y="71"/>
                    </a:lnTo>
                    <a:lnTo>
                      <a:pt x="14" y="76"/>
                    </a:lnTo>
                    <a:lnTo>
                      <a:pt x="0" y="82"/>
                    </a:lnTo>
                    <a:lnTo>
                      <a:pt x="7" y="71"/>
                    </a:lnTo>
                    <a:lnTo>
                      <a:pt x="17" y="7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8" name="Freeform 230"/>
              <p:cNvSpPr>
                <a:spLocks/>
              </p:cNvSpPr>
              <p:nvPr/>
            </p:nvSpPr>
            <p:spPr bwMode="auto">
              <a:xfrm>
                <a:off x="2402" y="1462"/>
                <a:ext cx="91" cy="137"/>
              </a:xfrm>
              <a:custGeom>
                <a:avLst/>
                <a:gdLst>
                  <a:gd name="T0" fmla="*/ 81 w 91"/>
                  <a:gd name="T1" fmla="*/ 13 h 137"/>
                  <a:gd name="T2" fmla="*/ 91 w 91"/>
                  <a:gd name="T3" fmla="*/ 9 h 137"/>
                  <a:gd name="T4" fmla="*/ 10 w 91"/>
                  <a:gd name="T5" fmla="*/ 137 h 137"/>
                  <a:gd name="T6" fmla="*/ 0 w 91"/>
                  <a:gd name="T7" fmla="*/ 135 h 137"/>
                  <a:gd name="T8" fmla="*/ 81 w 91"/>
                  <a:gd name="T9" fmla="*/ 7 h 137"/>
                  <a:gd name="T10" fmla="*/ 91 w 91"/>
                  <a:gd name="T11" fmla="*/ 5 h 137"/>
                  <a:gd name="T12" fmla="*/ 81 w 91"/>
                  <a:gd name="T13" fmla="*/ 7 h 137"/>
                  <a:gd name="T14" fmla="*/ 86 w 91"/>
                  <a:gd name="T15" fmla="*/ 0 h 137"/>
                  <a:gd name="T16" fmla="*/ 91 w 91"/>
                  <a:gd name="T17" fmla="*/ 5 h 137"/>
                  <a:gd name="T18" fmla="*/ 81 w 91"/>
                  <a:gd name="T19" fmla="*/ 1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37"/>
                  <a:gd name="T32" fmla="*/ 91 w 91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37">
                    <a:moveTo>
                      <a:pt x="81" y="13"/>
                    </a:moveTo>
                    <a:lnTo>
                      <a:pt x="91" y="9"/>
                    </a:lnTo>
                    <a:lnTo>
                      <a:pt x="10" y="137"/>
                    </a:lnTo>
                    <a:lnTo>
                      <a:pt x="0" y="135"/>
                    </a:lnTo>
                    <a:lnTo>
                      <a:pt x="81" y="7"/>
                    </a:lnTo>
                    <a:lnTo>
                      <a:pt x="91" y="5"/>
                    </a:lnTo>
                    <a:lnTo>
                      <a:pt x="81" y="7"/>
                    </a:lnTo>
                    <a:lnTo>
                      <a:pt x="86" y="0"/>
                    </a:lnTo>
                    <a:lnTo>
                      <a:pt x="91" y="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09" name="Freeform 231"/>
              <p:cNvSpPr>
                <a:spLocks/>
              </p:cNvSpPr>
              <p:nvPr/>
            </p:nvSpPr>
            <p:spPr bwMode="auto">
              <a:xfrm>
                <a:off x="2486" y="1469"/>
                <a:ext cx="87" cy="66"/>
              </a:xfrm>
              <a:custGeom>
                <a:avLst/>
                <a:gdLst>
                  <a:gd name="T0" fmla="*/ 76 w 87"/>
                  <a:gd name="T1" fmla="*/ 58 h 66"/>
                  <a:gd name="T2" fmla="*/ 72 w 87"/>
                  <a:gd name="T3" fmla="*/ 66 h 66"/>
                  <a:gd name="T4" fmla="*/ 0 w 87"/>
                  <a:gd name="T5" fmla="*/ 6 h 66"/>
                  <a:gd name="T6" fmla="*/ 8 w 87"/>
                  <a:gd name="T7" fmla="*/ 0 h 66"/>
                  <a:gd name="T8" fmla="*/ 81 w 87"/>
                  <a:gd name="T9" fmla="*/ 58 h 66"/>
                  <a:gd name="T10" fmla="*/ 78 w 87"/>
                  <a:gd name="T11" fmla="*/ 66 h 66"/>
                  <a:gd name="T12" fmla="*/ 81 w 87"/>
                  <a:gd name="T13" fmla="*/ 58 h 66"/>
                  <a:gd name="T14" fmla="*/ 87 w 87"/>
                  <a:gd name="T15" fmla="*/ 63 h 66"/>
                  <a:gd name="T16" fmla="*/ 78 w 87"/>
                  <a:gd name="T17" fmla="*/ 66 h 66"/>
                  <a:gd name="T18" fmla="*/ 76 w 87"/>
                  <a:gd name="T19" fmla="*/ 58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66"/>
                  <a:gd name="T32" fmla="*/ 87 w 87"/>
                  <a:gd name="T33" fmla="*/ 66 h 6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66">
                    <a:moveTo>
                      <a:pt x="76" y="58"/>
                    </a:moveTo>
                    <a:lnTo>
                      <a:pt x="72" y="66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81" y="58"/>
                    </a:lnTo>
                    <a:lnTo>
                      <a:pt x="78" y="66"/>
                    </a:lnTo>
                    <a:lnTo>
                      <a:pt x="81" y="58"/>
                    </a:lnTo>
                    <a:lnTo>
                      <a:pt x="87" y="63"/>
                    </a:lnTo>
                    <a:lnTo>
                      <a:pt x="78" y="66"/>
                    </a:lnTo>
                    <a:lnTo>
                      <a:pt x="76" y="5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0" name="Freeform 232"/>
              <p:cNvSpPr>
                <a:spLocks/>
              </p:cNvSpPr>
              <p:nvPr/>
            </p:nvSpPr>
            <p:spPr bwMode="auto">
              <a:xfrm>
                <a:off x="2423" y="1551"/>
                <a:ext cx="34" cy="30"/>
              </a:xfrm>
              <a:custGeom>
                <a:avLst/>
                <a:gdLst>
                  <a:gd name="T0" fmla="*/ 34 w 34"/>
                  <a:gd name="T1" fmla="*/ 17 h 30"/>
                  <a:gd name="T2" fmla="*/ 21 w 34"/>
                  <a:gd name="T3" fmla="*/ 30 h 30"/>
                  <a:gd name="T4" fmla="*/ 0 w 34"/>
                  <a:gd name="T5" fmla="*/ 13 h 30"/>
                  <a:gd name="T6" fmla="*/ 13 w 34"/>
                  <a:gd name="T7" fmla="*/ 0 h 30"/>
                  <a:gd name="T8" fmla="*/ 34 w 34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34" y="17"/>
                    </a:moveTo>
                    <a:lnTo>
                      <a:pt x="21" y="30"/>
                    </a:lnTo>
                    <a:lnTo>
                      <a:pt x="0" y="13"/>
                    </a:lnTo>
                    <a:lnTo>
                      <a:pt x="13" y="0"/>
                    </a:lnTo>
                    <a:lnTo>
                      <a:pt x="34" y="1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1" name="Freeform 233"/>
              <p:cNvSpPr>
                <a:spLocks/>
              </p:cNvSpPr>
              <p:nvPr/>
            </p:nvSpPr>
            <p:spPr bwMode="auto">
              <a:xfrm>
                <a:off x="2442" y="1411"/>
                <a:ext cx="207" cy="157"/>
              </a:xfrm>
              <a:custGeom>
                <a:avLst/>
                <a:gdLst>
                  <a:gd name="T0" fmla="*/ 207 w 207"/>
                  <a:gd name="T1" fmla="*/ 24 h 157"/>
                  <a:gd name="T2" fmla="*/ 207 w 207"/>
                  <a:gd name="T3" fmla="*/ 24 h 157"/>
                  <a:gd name="T4" fmla="*/ 182 w 207"/>
                  <a:gd name="T5" fmla="*/ 39 h 157"/>
                  <a:gd name="T6" fmla="*/ 157 w 207"/>
                  <a:gd name="T7" fmla="*/ 54 h 157"/>
                  <a:gd name="T8" fmla="*/ 134 w 207"/>
                  <a:gd name="T9" fmla="*/ 70 h 157"/>
                  <a:gd name="T10" fmla="*/ 109 w 207"/>
                  <a:gd name="T11" fmla="*/ 87 h 157"/>
                  <a:gd name="T12" fmla="*/ 86 w 207"/>
                  <a:gd name="T13" fmla="*/ 104 h 157"/>
                  <a:gd name="T14" fmla="*/ 64 w 207"/>
                  <a:gd name="T15" fmla="*/ 121 h 157"/>
                  <a:gd name="T16" fmla="*/ 43 w 207"/>
                  <a:gd name="T17" fmla="*/ 139 h 157"/>
                  <a:gd name="T18" fmla="*/ 23 w 207"/>
                  <a:gd name="T19" fmla="*/ 157 h 157"/>
                  <a:gd name="T20" fmla="*/ 0 w 207"/>
                  <a:gd name="T21" fmla="*/ 140 h 157"/>
                  <a:gd name="T22" fmla="*/ 22 w 207"/>
                  <a:gd name="T23" fmla="*/ 121 h 157"/>
                  <a:gd name="T24" fmla="*/ 44 w 207"/>
                  <a:gd name="T25" fmla="*/ 104 h 157"/>
                  <a:gd name="T26" fmla="*/ 67 w 207"/>
                  <a:gd name="T27" fmla="*/ 85 h 157"/>
                  <a:gd name="T28" fmla="*/ 92 w 207"/>
                  <a:gd name="T29" fmla="*/ 66 h 157"/>
                  <a:gd name="T30" fmla="*/ 118 w 207"/>
                  <a:gd name="T31" fmla="*/ 48 h 157"/>
                  <a:gd name="T32" fmla="*/ 142 w 207"/>
                  <a:gd name="T33" fmla="*/ 31 h 157"/>
                  <a:gd name="T34" fmla="*/ 168 w 207"/>
                  <a:gd name="T35" fmla="*/ 16 h 157"/>
                  <a:gd name="T36" fmla="*/ 195 w 207"/>
                  <a:gd name="T37" fmla="*/ 0 h 157"/>
                  <a:gd name="T38" fmla="*/ 207 w 207"/>
                  <a:gd name="T39" fmla="*/ 24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57"/>
                  <a:gd name="T62" fmla="*/ 207 w 207"/>
                  <a:gd name="T63" fmla="*/ 157 h 15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57">
                    <a:moveTo>
                      <a:pt x="207" y="24"/>
                    </a:moveTo>
                    <a:lnTo>
                      <a:pt x="207" y="24"/>
                    </a:lnTo>
                    <a:lnTo>
                      <a:pt x="182" y="39"/>
                    </a:lnTo>
                    <a:lnTo>
                      <a:pt x="157" y="54"/>
                    </a:lnTo>
                    <a:lnTo>
                      <a:pt x="134" y="70"/>
                    </a:lnTo>
                    <a:lnTo>
                      <a:pt x="109" y="87"/>
                    </a:lnTo>
                    <a:lnTo>
                      <a:pt x="86" y="104"/>
                    </a:lnTo>
                    <a:lnTo>
                      <a:pt x="64" y="121"/>
                    </a:lnTo>
                    <a:lnTo>
                      <a:pt x="43" y="139"/>
                    </a:lnTo>
                    <a:lnTo>
                      <a:pt x="23" y="157"/>
                    </a:lnTo>
                    <a:lnTo>
                      <a:pt x="0" y="140"/>
                    </a:lnTo>
                    <a:lnTo>
                      <a:pt x="22" y="121"/>
                    </a:lnTo>
                    <a:lnTo>
                      <a:pt x="44" y="104"/>
                    </a:lnTo>
                    <a:lnTo>
                      <a:pt x="67" y="85"/>
                    </a:lnTo>
                    <a:lnTo>
                      <a:pt x="92" y="66"/>
                    </a:lnTo>
                    <a:lnTo>
                      <a:pt x="118" y="48"/>
                    </a:lnTo>
                    <a:lnTo>
                      <a:pt x="142" y="31"/>
                    </a:lnTo>
                    <a:lnTo>
                      <a:pt x="168" y="16"/>
                    </a:lnTo>
                    <a:lnTo>
                      <a:pt x="195" y="0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2" name="Freeform 234"/>
              <p:cNvSpPr>
                <a:spLocks/>
              </p:cNvSpPr>
              <p:nvPr/>
            </p:nvSpPr>
            <p:spPr bwMode="auto">
              <a:xfrm>
                <a:off x="2639" y="1329"/>
                <a:ext cx="196" cy="108"/>
              </a:xfrm>
              <a:custGeom>
                <a:avLst/>
                <a:gdLst>
                  <a:gd name="T0" fmla="*/ 196 w 196"/>
                  <a:gd name="T1" fmla="*/ 27 h 108"/>
                  <a:gd name="T2" fmla="*/ 173 w 196"/>
                  <a:gd name="T3" fmla="*/ 35 h 108"/>
                  <a:gd name="T4" fmla="*/ 148 w 196"/>
                  <a:gd name="T5" fmla="*/ 44 h 108"/>
                  <a:gd name="T6" fmla="*/ 126 w 196"/>
                  <a:gd name="T7" fmla="*/ 53 h 108"/>
                  <a:gd name="T8" fmla="*/ 103 w 196"/>
                  <a:gd name="T9" fmla="*/ 63 h 108"/>
                  <a:gd name="T10" fmla="*/ 81 w 196"/>
                  <a:gd name="T11" fmla="*/ 73 h 108"/>
                  <a:gd name="T12" fmla="*/ 59 w 196"/>
                  <a:gd name="T13" fmla="*/ 84 h 108"/>
                  <a:gd name="T14" fmla="*/ 35 w 196"/>
                  <a:gd name="T15" fmla="*/ 97 h 108"/>
                  <a:gd name="T16" fmla="*/ 14 w 196"/>
                  <a:gd name="T17" fmla="*/ 108 h 108"/>
                  <a:gd name="T18" fmla="*/ 0 w 196"/>
                  <a:gd name="T19" fmla="*/ 85 h 108"/>
                  <a:gd name="T20" fmla="*/ 23 w 196"/>
                  <a:gd name="T21" fmla="*/ 73 h 108"/>
                  <a:gd name="T22" fmla="*/ 47 w 196"/>
                  <a:gd name="T23" fmla="*/ 61 h 108"/>
                  <a:gd name="T24" fmla="*/ 71 w 196"/>
                  <a:gd name="T25" fmla="*/ 48 h 108"/>
                  <a:gd name="T26" fmla="*/ 95 w 196"/>
                  <a:gd name="T27" fmla="*/ 37 h 108"/>
                  <a:gd name="T28" fmla="*/ 119 w 196"/>
                  <a:gd name="T29" fmla="*/ 27 h 108"/>
                  <a:gd name="T30" fmla="*/ 143 w 196"/>
                  <a:gd name="T31" fmla="*/ 18 h 108"/>
                  <a:gd name="T32" fmla="*/ 168 w 196"/>
                  <a:gd name="T33" fmla="*/ 8 h 108"/>
                  <a:gd name="T34" fmla="*/ 192 w 196"/>
                  <a:gd name="T35" fmla="*/ 0 h 108"/>
                  <a:gd name="T36" fmla="*/ 196 w 196"/>
                  <a:gd name="T37" fmla="*/ 27 h 10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08"/>
                  <a:gd name="T59" fmla="*/ 196 w 196"/>
                  <a:gd name="T60" fmla="*/ 108 h 10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08">
                    <a:moveTo>
                      <a:pt x="196" y="27"/>
                    </a:moveTo>
                    <a:lnTo>
                      <a:pt x="173" y="35"/>
                    </a:lnTo>
                    <a:lnTo>
                      <a:pt x="148" y="44"/>
                    </a:lnTo>
                    <a:lnTo>
                      <a:pt x="126" y="53"/>
                    </a:lnTo>
                    <a:lnTo>
                      <a:pt x="103" y="63"/>
                    </a:lnTo>
                    <a:lnTo>
                      <a:pt x="81" y="73"/>
                    </a:lnTo>
                    <a:lnTo>
                      <a:pt x="59" y="84"/>
                    </a:lnTo>
                    <a:lnTo>
                      <a:pt x="35" y="97"/>
                    </a:lnTo>
                    <a:lnTo>
                      <a:pt x="14" y="108"/>
                    </a:lnTo>
                    <a:lnTo>
                      <a:pt x="0" y="85"/>
                    </a:lnTo>
                    <a:lnTo>
                      <a:pt x="23" y="73"/>
                    </a:lnTo>
                    <a:lnTo>
                      <a:pt x="47" y="61"/>
                    </a:lnTo>
                    <a:lnTo>
                      <a:pt x="71" y="48"/>
                    </a:lnTo>
                    <a:lnTo>
                      <a:pt x="95" y="37"/>
                    </a:lnTo>
                    <a:lnTo>
                      <a:pt x="119" y="27"/>
                    </a:lnTo>
                    <a:lnTo>
                      <a:pt x="143" y="18"/>
                    </a:lnTo>
                    <a:lnTo>
                      <a:pt x="168" y="8"/>
                    </a:lnTo>
                    <a:lnTo>
                      <a:pt x="192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3" name="Freeform 235"/>
              <p:cNvSpPr>
                <a:spLocks/>
              </p:cNvSpPr>
              <p:nvPr/>
            </p:nvSpPr>
            <p:spPr bwMode="auto">
              <a:xfrm>
                <a:off x="2834" y="1321"/>
                <a:ext cx="22" cy="34"/>
              </a:xfrm>
              <a:custGeom>
                <a:avLst/>
                <a:gdLst>
                  <a:gd name="T0" fmla="*/ 0 w 22"/>
                  <a:gd name="T1" fmla="*/ 8 h 34"/>
                  <a:gd name="T2" fmla="*/ 18 w 22"/>
                  <a:gd name="T3" fmla="*/ 0 h 34"/>
                  <a:gd name="T4" fmla="*/ 22 w 22"/>
                  <a:gd name="T5" fmla="*/ 27 h 34"/>
                  <a:gd name="T6" fmla="*/ 4 w 22"/>
                  <a:gd name="T7" fmla="*/ 34 h 34"/>
                  <a:gd name="T8" fmla="*/ 0 w 22"/>
                  <a:gd name="T9" fmla="*/ 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0" y="8"/>
                    </a:moveTo>
                    <a:lnTo>
                      <a:pt x="18" y="0"/>
                    </a:lnTo>
                    <a:lnTo>
                      <a:pt x="22" y="27"/>
                    </a:lnTo>
                    <a:lnTo>
                      <a:pt x="4" y="3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4" name="Freeform 236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5" name="Freeform 237"/>
              <p:cNvSpPr>
                <a:spLocks/>
              </p:cNvSpPr>
              <p:nvPr/>
            </p:nvSpPr>
            <p:spPr bwMode="auto">
              <a:xfrm>
                <a:off x="2366" y="1543"/>
                <a:ext cx="172" cy="98"/>
              </a:xfrm>
              <a:custGeom>
                <a:avLst/>
                <a:gdLst>
                  <a:gd name="T0" fmla="*/ 28 w 172"/>
                  <a:gd name="T1" fmla="*/ 81 h 98"/>
                  <a:gd name="T2" fmla="*/ 17 w 172"/>
                  <a:gd name="T3" fmla="*/ 73 h 98"/>
                  <a:gd name="T4" fmla="*/ 167 w 172"/>
                  <a:gd name="T5" fmla="*/ 0 h 98"/>
                  <a:gd name="T6" fmla="*/ 172 w 172"/>
                  <a:gd name="T7" fmla="*/ 13 h 98"/>
                  <a:gd name="T8" fmla="*/ 23 w 172"/>
                  <a:gd name="T9" fmla="*/ 86 h 98"/>
                  <a:gd name="T10" fmla="*/ 11 w 172"/>
                  <a:gd name="T11" fmla="*/ 79 h 98"/>
                  <a:gd name="T12" fmla="*/ 23 w 172"/>
                  <a:gd name="T13" fmla="*/ 86 h 98"/>
                  <a:gd name="T14" fmla="*/ 0 w 172"/>
                  <a:gd name="T15" fmla="*/ 98 h 98"/>
                  <a:gd name="T16" fmla="*/ 11 w 172"/>
                  <a:gd name="T17" fmla="*/ 79 h 98"/>
                  <a:gd name="T18" fmla="*/ 28 w 172"/>
                  <a:gd name="T19" fmla="*/ 8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98"/>
                  <a:gd name="T32" fmla="*/ 172 w 172"/>
                  <a:gd name="T33" fmla="*/ 98 h 9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98">
                    <a:moveTo>
                      <a:pt x="28" y="81"/>
                    </a:moveTo>
                    <a:lnTo>
                      <a:pt x="17" y="73"/>
                    </a:lnTo>
                    <a:lnTo>
                      <a:pt x="167" y="0"/>
                    </a:lnTo>
                    <a:lnTo>
                      <a:pt x="172" y="13"/>
                    </a:lnTo>
                    <a:lnTo>
                      <a:pt x="23" y="86"/>
                    </a:lnTo>
                    <a:lnTo>
                      <a:pt x="11" y="79"/>
                    </a:lnTo>
                    <a:lnTo>
                      <a:pt x="23" y="86"/>
                    </a:lnTo>
                    <a:lnTo>
                      <a:pt x="0" y="98"/>
                    </a:lnTo>
                    <a:lnTo>
                      <a:pt x="11" y="79"/>
                    </a:lnTo>
                    <a:lnTo>
                      <a:pt x="28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6" name="Freeform 238"/>
              <p:cNvSpPr>
                <a:spLocks/>
              </p:cNvSpPr>
              <p:nvPr/>
            </p:nvSpPr>
            <p:spPr bwMode="auto">
              <a:xfrm>
                <a:off x="2377" y="1482"/>
                <a:ext cx="91" cy="143"/>
              </a:xfrm>
              <a:custGeom>
                <a:avLst/>
                <a:gdLst>
                  <a:gd name="T0" fmla="*/ 74 w 91"/>
                  <a:gd name="T1" fmla="*/ 20 h 143"/>
                  <a:gd name="T2" fmla="*/ 91 w 91"/>
                  <a:gd name="T3" fmla="*/ 15 h 143"/>
                  <a:gd name="T4" fmla="*/ 17 w 91"/>
                  <a:gd name="T5" fmla="*/ 143 h 143"/>
                  <a:gd name="T6" fmla="*/ 0 w 91"/>
                  <a:gd name="T7" fmla="*/ 141 h 143"/>
                  <a:gd name="T8" fmla="*/ 73 w 91"/>
                  <a:gd name="T9" fmla="*/ 12 h 143"/>
                  <a:gd name="T10" fmla="*/ 89 w 91"/>
                  <a:gd name="T11" fmla="*/ 6 h 143"/>
                  <a:gd name="T12" fmla="*/ 73 w 91"/>
                  <a:gd name="T13" fmla="*/ 12 h 143"/>
                  <a:gd name="T14" fmla="*/ 79 w 91"/>
                  <a:gd name="T15" fmla="*/ 0 h 143"/>
                  <a:gd name="T16" fmla="*/ 89 w 91"/>
                  <a:gd name="T17" fmla="*/ 6 h 143"/>
                  <a:gd name="T18" fmla="*/ 74 w 91"/>
                  <a:gd name="T19" fmla="*/ 2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43"/>
                  <a:gd name="T32" fmla="*/ 91 w 91"/>
                  <a:gd name="T33" fmla="*/ 143 h 1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43">
                    <a:moveTo>
                      <a:pt x="74" y="20"/>
                    </a:moveTo>
                    <a:lnTo>
                      <a:pt x="91" y="15"/>
                    </a:lnTo>
                    <a:lnTo>
                      <a:pt x="17" y="143"/>
                    </a:lnTo>
                    <a:lnTo>
                      <a:pt x="0" y="141"/>
                    </a:lnTo>
                    <a:lnTo>
                      <a:pt x="73" y="12"/>
                    </a:lnTo>
                    <a:lnTo>
                      <a:pt x="89" y="6"/>
                    </a:lnTo>
                    <a:lnTo>
                      <a:pt x="73" y="12"/>
                    </a:lnTo>
                    <a:lnTo>
                      <a:pt x="79" y="0"/>
                    </a:lnTo>
                    <a:lnTo>
                      <a:pt x="89" y="6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7" name="Freeform 239"/>
              <p:cNvSpPr>
                <a:spLocks/>
              </p:cNvSpPr>
              <p:nvPr/>
            </p:nvSpPr>
            <p:spPr bwMode="auto">
              <a:xfrm>
                <a:off x="2453" y="1488"/>
                <a:ext cx="102" cy="69"/>
              </a:xfrm>
              <a:custGeom>
                <a:avLst/>
                <a:gdLst>
                  <a:gd name="T0" fmla="*/ 82 w 102"/>
                  <a:gd name="T1" fmla="*/ 57 h 69"/>
                  <a:gd name="T2" fmla="*/ 78 w 102"/>
                  <a:gd name="T3" fmla="*/ 69 h 69"/>
                  <a:gd name="T4" fmla="*/ 0 w 102"/>
                  <a:gd name="T5" fmla="*/ 14 h 69"/>
                  <a:gd name="T6" fmla="*/ 15 w 102"/>
                  <a:gd name="T7" fmla="*/ 0 h 69"/>
                  <a:gd name="T8" fmla="*/ 92 w 102"/>
                  <a:gd name="T9" fmla="*/ 57 h 69"/>
                  <a:gd name="T10" fmla="*/ 89 w 102"/>
                  <a:gd name="T11" fmla="*/ 68 h 69"/>
                  <a:gd name="T12" fmla="*/ 92 w 102"/>
                  <a:gd name="T13" fmla="*/ 57 h 69"/>
                  <a:gd name="T14" fmla="*/ 102 w 102"/>
                  <a:gd name="T15" fmla="*/ 62 h 69"/>
                  <a:gd name="T16" fmla="*/ 89 w 102"/>
                  <a:gd name="T17" fmla="*/ 68 h 69"/>
                  <a:gd name="T18" fmla="*/ 82 w 102"/>
                  <a:gd name="T19" fmla="*/ 57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69"/>
                  <a:gd name="T32" fmla="*/ 102 w 102"/>
                  <a:gd name="T33" fmla="*/ 69 h 6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69">
                    <a:moveTo>
                      <a:pt x="82" y="57"/>
                    </a:moveTo>
                    <a:lnTo>
                      <a:pt x="78" y="69"/>
                    </a:lnTo>
                    <a:lnTo>
                      <a:pt x="0" y="14"/>
                    </a:lnTo>
                    <a:lnTo>
                      <a:pt x="15" y="0"/>
                    </a:lnTo>
                    <a:lnTo>
                      <a:pt x="92" y="57"/>
                    </a:lnTo>
                    <a:lnTo>
                      <a:pt x="89" y="68"/>
                    </a:lnTo>
                    <a:lnTo>
                      <a:pt x="92" y="57"/>
                    </a:lnTo>
                    <a:lnTo>
                      <a:pt x="102" y="62"/>
                    </a:lnTo>
                    <a:lnTo>
                      <a:pt x="89" y="68"/>
                    </a:lnTo>
                    <a:lnTo>
                      <a:pt x="82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8" name="Freeform 240"/>
              <p:cNvSpPr>
                <a:spLocks/>
              </p:cNvSpPr>
              <p:nvPr/>
            </p:nvSpPr>
            <p:spPr bwMode="auto">
              <a:xfrm>
                <a:off x="2405" y="1565"/>
                <a:ext cx="45" cy="33"/>
              </a:xfrm>
              <a:custGeom>
                <a:avLst/>
                <a:gdLst>
                  <a:gd name="T0" fmla="*/ 45 w 45"/>
                  <a:gd name="T1" fmla="*/ 17 h 33"/>
                  <a:gd name="T2" fmla="*/ 29 w 45"/>
                  <a:gd name="T3" fmla="*/ 33 h 33"/>
                  <a:gd name="T4" fmla="*/ 0 w 45"/>
                  <a:gd name="T5" fmla="*/ 16 h 33"/>
                  <a:gd name="T6" fmla="*/ 16 w 45"/>
                  <a:gd name="T7" fmla="*/ 0 h 33"/>
                  <a:gd name="T8" fmla="*/ 45 w 45"/>
                  <a:gd name="T9" fmla="*/ 1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3"/>
                  <a:gd name="T17" fmla="*/ 45 w 45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3">
                    <a:moveTo>
                      <a:pt x="45" y="17"/>
                    </a:moveTo>
                    <a:lnTo>
                      <a:pt x="29" y="33"/>
                    </a:lnTo>
                    <a:lnTo>
                      <a:pt x="0" y="16"/>
                    </a:lnTo>
                    <a:lnTo>
                      <a:pt x="16" y="0"/>
                    </a:lnTo>
                    <a:lnTo>
                      <a:pt x="45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19" name="Freeform 241"/>
              <p:cNvSpPr>
                <a:spLocks/>
              </p:cNvSpPr>
              <p:nvPr/>
            </p:nvSpPr>
            <p:spPr bwMode="auto">
              <a:xfrm>
                <a:off x="2423" y="1429"/>
                <a:ext cx="197" cy="156"/>
              </a:xfrm>
              <a:custGeom>
                <a:avLst/>
                <a:gdLst>
                  <a:gd name="T0" fmla="*/ 197 w 197"/>
                  <a:gd name="T1" fmla="*/ 26 h 156"/>
                  <a:gd name="T2" fmla="*/ 197 w 197"/>
                  <a:gd name="T3" fmla="*/ 26 h 156"/>
                  <a:gd name="T4" fmla="*/ 172 w 197"/>
                  <a:gd name="T5" fmla="*/ 42 h 156"/>
                  <a:gd name="T6" fmla="*/ 150 w 197"/>
                  <a:gd name="T7" fmla="*/ 57 h 156"/>
                  <a:gd name="T8" fmla="*/ 127 w 197"/>
                  <a:gd name="T9" fmla="*/ 73 h 156"/>
                  <a:gd name="T10" fmla="*/ 106 w 197"/>
                  <a:gd name="T11" fmla="*/ 88 h 156"/>
                  <a:gd name="T12" fmla="*/ 85 w 197"/>
                  <a:gd name="T13" fmla="*/ 104 h 156"/>
                  <a:gd name="T14" fmla="*/ 66 w 197"/>
                  <a:gd name="T15" fmla="*/ 120 h 156"/>
                  <a:gd name="T16" fmla="*/ 47 w 197"/>
                  <a:gd name="T17" fmla="*/ 137 h 156"/>
                  <a:gd name="T18" fmla="*/ 28 w 197"/>
                  <a:gd name="T19" fmla="*/ 156 h 156"/>
                  <a:gd name="T20" fmla="*/ 0 w 197"/>
                  <a:gd name="T21" fmla="*/ 138 h 156"/>
                  <a:gd name="T22" fmla="*/ 20 w 197"/>
                  <a:gd name="T23" fmla="*/ 118 h 156"/>
                  <a:gd name="T24" fmla="*/ 41 w 197"/>
                  <a:gd name="T25" fmla="*/ 100 h 156"/>
                  <a:gd name="T26" fmla="*/ 62 w 197"/>
                  <a:gd name="T27" fmla="*/ 83 h 156"/>
                  <a:gd name="T28" fmla="*/ 83 w 197"/>
                  <a:gd name="T29" fmla="*/ 65 h 156"/>
                  <a:gd name="T30" fmla="*/ 106 w 197"/>
                  <a:gd name="T31" fmla="*/ 48 h 156"/>
                  <a:gd name="T32" fmla="*/ 129 w 197"/>
                  <a:gd name="T33" fmla="*/ 32 h 156"/>
                  <a:gd name="T34" fmla="*/ 154 w 197"/>
                  <a:gd name="T35" fmla="*/ 17 h 156"/>
                  <a:gd name="T36" fmla="*/ 179 w 197"/>
                  <a:gd name="T37" fmla="*/ 0 h 156"/>
                  <a:gd name="T38" fmla="*/ 197 w 197"/>
                  <a:gd name="T39" fmla="*/ 26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7"/>
                  <a:gd name="T61" fmla="*/ 0 h 156"/>
                  <a:gd name="T62" fmla="*/ 197 w 197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7" h="156">
                    <a:moveTo>
                      <a:pt x="197" y="26"/>
                    </a:moveTo>
                    <a:lnTo>
                      <a:pt x="197" y="26"/>
                    </a:lnTo>
                    <a:lnTo>
                      <a:pt x="172" y="42"/>
                    </a:lnTo>
                    <a:lnTo>
                      <a:pt x="150" y="57"/>
                    </a:lnTo>
                    <a:lnTo>
                      <a:pt x="127" y="73"/>
                    </a:lnTo>
                    <a:lnTo>
                      <a:pt x="106" y="88"/>
                    </a:lnTo>
                    <a:lnTo>
                      <a:pt x="85" y="104"/>
                    </a:lnTo>
                    <a:lnTo>
                      <a:pt x="66" y="120"/>
                    </a:lnTo>
                    <a:lnTo>
                      <a:pt x="47" y="137"/>
                    </a:lnTo>
                    <a:lnTo>
                      <a:pt x="28" y="156"/>
                    </a:lnTo>
                    <a:lnTo>
                      <a:pt x="0" y="138"/>
                    </a:lnTo>
                    <a:lnTo>
                      <a:pt x="20" y="118"/>
                    </a:lnTo>
                    <a:lnTo>
                      <a:pt x="41" y="100"/>
                    </a:lnTo>
                    <a:lnTo>
                      <a:pt x="62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4" y="17"/>
                    </a:lnTo>
                    <a:lnTo>
                      <a:pt x="179" y="0"/>
                    </a:lnTo>
                    <a:lnTo>
                      <a:pt x="197" y="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0" name="Freeform 242"/>
              <p:cNvSpPr>
                <a:spLocks/>
              </p:cNvSpPr>
              <p:nvPr/>
            </p:nvSpPr>
            <p:spPr bwMode="auto">
              <a:xfrm>
                <a:off x="2608" y="1336"/>
                <a:ext cx="196" cy="120"/>
              </a:xfrm>
              <a:custGeom>
                <a:avLst/>
                <a:gdLst>
                  <a:gd name="T0" fmla="*/ 196 w 196"/>
                  <a:gd name="T1" fmla="*/ 32 h 120"/>
                  <a:gd name="T2" fmla="*/ 174 w 196"/>
                  <a:gd name="T3" fmla="*/ 41 h 120"/>
                  <a:gd name="T4" fmla="*/ 152 w 196"/>
                  <a:gd name="T5" fmla="*/ 49 h 120"/>
                  <a:gd name="T6" fmla="*/ 128 w 196"/>
                  <a:gd name="T7" fmla="*/ 60 h 120"/>
                  <a:gd name="T8" fmla="*/ 106 w 196"/>
                  <a:gd name="T9" fmla="*/ 71 h 120"/>
                  <a:gd name="T10" fmla="*/ 83 w 196"/>
                  <a:gd name="T11" fmla="*/ 83 h 120"/>
                  <a:gd name="T12" fmla="*/ 61 w 196"/>
                  <a:gd name="T13" fmla="*/ 94 h 120"/>
                  <a:gd name="T14" fmla="*/ 38 w 196"/>
                  <a:gd name="T15" fmla="*/ 107 h 120"/>
                  <a:gd name="T16" fmla="*/ 17 w 196"/>
                  <a:gd name="T17" fmla="*/ 120 h 120"/>
                  <a:gd name="T18" fmla="*/ 0 w 196"/>
                  <a:gd name="T19" fmla="*/ 94 h 120"/>
                  <a:gd name="T20" fmla="*/ 22 w 196"/>
                  <a:gd name="T21" fmla="*/ 79 h 120"/>
                  <a:gd name="T22" fmla="*/ 45 w 196"/>
                  <a:gd name="T23" fmla="*/ 67 h 120"/>
                  <a:gd name="T24" fmla="*/ 70 w 196"/>
                  <a:gd name="T25" fmla="*/ 54 h 120"/>
                  <a:gd name="T26" fmla="*/ 93 w 196"/>
                  <a:gd name="T27" fmla="*/ 42 h 120"/>
                  <a:gd name="T28" fmla="*/ 116 w 196"/>
                  <a:gd name="T29" fmla="*/ 31 h 120"/>
                  <a:gd name="T30" fmla="*/ 141 w 196"/>
                  <a:gd name="T31" fmla="*/ 20 h 120"/>
                  <a:gd name="T32" fmla="*/ 165 w 196"/>
                  <a:gd name="T33" fmla="*/ 9 h 120"/>
                  <a:gd name="T34" fmla="*/ 190 w 196"/>
                  <a:gd name="T35" fmla="*/ 0 h 120"/>
                  <a:gd name="T36" fmla="*/ 196 w 196"/>
                  <a:gd name="T37" fmla="*/ 32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0"/>
                  <a:gd name="T59" fmla="*/ 196 w 196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0">
                    <a:moveTo>
                      <a:pt x="196" y="32"/>
                    </a:moveTo>
                    <a:lnTo>
                      <a:pt x="174" y="41"/>
                    </a:lnTo>
                    <a:lnTo>
                      <a:pt x="152" y="49"/>
                    </a:lnTo>
                    <a:lnTo>
                      <a:pt x="128" y="60"/>
                    </a:lnTo>
                    <a:lnTo>
                      <a:pt x="106" y="71"/>
                    </a:lnTo>
                    <a:lnTo>
                      <a:pt x="83" y="83"/>
                    </a:lnTo>
                    <a:lnTo>
                      <a:pt x="61" y="94"/>
                    </a:lnTo>
                    <a:lnTo>
                      <a:pt x="38" y="107"/>
                    </a:lnTo>
                    <a:lnTo>
                      <a:pt x="17" y="120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5" y="67"/>
                    </a:lnTo>
                    <a:lnTo>
                      <a:pt x="70" y="54"/>
                    </a:lnTo>
                    <a:lnTo>
                      <a:pt x="93" y="42"/>
                    </a:lnTo>
                    <a:lnTo>
                      <a:pt x="116" y="31"/>
                    </a:lnTo>
                    <a:lnTo>
                      <a:pt x="141" y="20"/>
                    </a:lnTo>
                    <a:lnTo>
                      <a:pt x="165" y="9"/>
                    </a:lnTo>
                    <a:lnTo>
                      <a:pt x="190" y="0"/>
                    </a:lnTo>
                    <a:lnTo>
                      <a:pt x="19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1" name="Freeform 243"/>
              <p:cNvSpPr>
                <a:spLocks/>
              </p:cNvSpPr>
              <p:nvPr/>
            </p:nvSpPr>
            <p:spPr bwMode="auto">
              <a:xfrm>
                <a:off x="2799" y="1331"/>
                <a:ext cx="27" cy="37"/>
              </a:xfrm>
              <a:custGeom>
                <a:avLst/>
                <a:gdLst>
                  <a:gd name="T0" fmla="*/ 0 w 27"/>
                  <a:gd name="T1" fmla="*/ 9 h 37"/>
                  <a:gd name="T2" fmla="*/ 19 w 27"/>
                  <a:gd name="T3" fmla="*/ 0 h 37"/>
                  <a:gd name="T4" fmla="*/ 27 w 27"/>
                  <a:gd name="T5" fmla="*/ 31 h 37"/>
                  <a:gd name="T6" fmla="*/ 8 w 27"/>
                  <a:gd name="T7" fmla="*/ 37 h 37"/>
                  <a:gd name="T8" fmla="*/ 0 w 27"/>
                  <a:gd name="T9" fmla="*/ 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0" y="9"/>
                    </a:moveTo>
                    <a:lnTo>
                      <a:pt x="19" y="0"/>
                    </a:lnTo>
                    <a:lnTo>
                      <a:pt x="27" y="31"/>
                    </a:lnTo>
                    <a:lnTo>
                      <a:pt x="8" y="3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2" name="Freeform 244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3" name="Freeform 245"/>
              <p:cNvSpPr>
                <a:spLocks/>
              </p:cNvSpPr>
              <p:nvPr/>
            </p:nvSpPr>
            <p:spPr bwMode="auto">
              <a:xfrm>
                <a:off x="2376" y="1545"/>
                <a:ext cx="163" cy="87"/>
              </a:xfrm>
              <a:custGeom>
                <a:avLst/>
                <a:gdLst>
                  <a:gd name="T0" fmla="*/ 16 w 163"/>
                  <a:gd name="T1" fmla="*/ 77 h 87"/>
                  <a:gd name="T2" fmla="*/ 9 w 163"/>
                  <a:gd name="T3" fmla="*/ 72 h 87"/>
                  <a:gd name="T4" fmla="*/ 159 w 163"/>
                  <a:gd name="T5" fmla="*/ 0 h 87"/>
                  <a:gd name="T6" fmla="*/ 163 w 163"/>
                  <a:gd name="T7" fmla="*/ 8 h 87"/>
                  <a:gd name="T8" fmla="*/ 14 w 163"/>
                  <a:gd name="T9" fmla="*/ 81 h 87"/>
                  <a:gd name="T10" fmla="*/ 6 w 163"/>
                  <a:gd name="T11" fmla="*/ 77 h 87"/>
                  <a:gd name="T12" fmla="*/ 14 w 163"/>
                  <a:gd name="T13" fmla="*/ 81 h 87"/>
                  <a:gd name="T14" fmla="*/ 0 w 163"/>
                  <a:gd name="T15" fmla="*/ 87 h 87"/>
                  <a:gd name="T16" fmla="*/ 6 w 163"/>
                  <a:gd name="T17" fmla="*/ 77 h 87"/>
                  <a:gd name="T18" fmla="*/ 16 w 163"/>
                  <a:gd name="T19" fmla="*/ 7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3"/>
                  <a:gd name="T31" fmla="*/ 0 h 87"/>
                  <a:gd name="T32" fmla="*/ 163 w 163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3" h="87">
                    <a:moveTo>
                      <a:pt x="16" y="77"/>
                    </a:moveTo>
                    <a:lnTo>
                      <a:pt x="9" y="72"/>
                    </a:lnTo>
                    <a:lnTo>
                      <a:pt x="159" y="0"/>
                    </a:lnTo>
                    <a:lnTo>
                      <a:pt x="163" y="8"/>
                    </a:lnTo>
                    <a:lnTo>
                      <a:pt x="14" y="81"/>
                    </a:lnTo>
                    <a:lnTo>
                      <a:pt x="6" y="77"/>
                    </a:lnTo>
                    <a:lnTo>
                      <a:pt x="14" y="81"/>
                    </a:lnTo>
                    <a:lnTo>
                      <a:pt x="0" y="87"/>
                    </a:lnTo>
                    <a:lnTo>
                      <a:pt x="6" y="77"/>
                    </a:lnTo>
                    <a:lnTo>
                      <a:pt x="16" y="7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4" name="Freeform 246"/>
              <p:cNvSpPr>
                <a:spLocks/>
              </p:cNvSpPr>
              <p:nvPr/>
            </p:nvSpPr>
            <p:spPr bwMode="auto">
              <a:xfrm>
                <a:off x="2380" y="1486"/>
                <a:ext cx="82" cy="138"/>
              </a:xfrm>
              <a:custGeom>
                <a:avLst/>
                <a:gdLst>
                  <a:gd name="T0" fmla="*/ 72 w 82"/>
                  <a:gd name="T1" fmla="*/ 13 h 138"/>
                  <a:gd name="T2" fmla="*/ 82 w 82"/>
                  <a:gd name="T3" fmla="*/ 8 h 138"/>
                  <a:gd name="T4" fmla="*/ 9 w 82"/>
                  <a:gd name="T5" fmla="*/ 138 h 138"/>
                  <a:gd name="T6" fmla="*/ 0 w 82"/>
                  <a:gd name="T7" fmla="*/ 136 h 138"/>
                  <a:gd name="T8" fmla="*/ 72 w 82"/>
                  <a:gd name="T9" fmla="*/ 7 h 138"/>
                  <a:gd name="T10" fmla="*/ 81 w 82"/>
                  <a:gd name="T11" fmla="*/ 4 h 138"/>
                  <a:gd name="T12" fmla="*/ 72 w 82"/>
                  <a:gd name="T13" fmla="*/ 7 h 138"/>
                  <a:gd name="T14" fmla="*/ 76 w 82"/>
                  <a:gd name="T15" fmla="*/ 0 h 138"/>
                  <a:gd name="T16" fmla="*/ 81 w 82"/>
                  <a:gd name="T17" fmla="*/ 4 h 138"/>
                  <a:gd name="T18" fmla="*/ 72 w 82"/>
                  <a:gd name="T19" fmla="*/ 13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138"/>
                  <a:gd name="T32" fmla="*/ 82 w 82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138">
                    <a:moveTo>
                      <a:pt x="72" y="13"/>
                    </a:moveTo>
                    <a:lnTo>
                      <a:pt x="82" y="8"/>
                    </a:lnTo>
                    <a:lnTo>
                      <a:pt x="9" y="138"/>
                    </a:lnTo>
                    <a:lnTo>
                      <a:pt x="0" y="136"/>
                    </a:lnTo>
                    <a:lnTo>
                      <a:pt x="72" y="7"/>
                    </a:lnTo>
                    <a:lnTo>
                      <a:pt x="81" y="4"/>
                    </a:lnTo>
                    <a:lnTo>
                      <a:pt x="72" y="7"/>
                    </a:lnTo>
                    <a:lnTo>
                      <a:pt x="76" y="0"/>
                    </a:lnTo>
                    <a:lnTo>
                      <a:pt x="81" y="4"/>
                    </a:lnTo>
                    <a:lnTo>
                      <a:pt x="72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5" name="Freeform 247"/>
              <p:cNvSpPr>
                <a:spLocks/>
              </p:cNvSpPr>
              <p:nvPr/>
            </p:nvSpPr>
            <p:spPr bwMode="auto">
              <a:xfrm>
                <a:off x="2454" y="1491"/>
                <a:ext cx="92" cy="63"/>
              </a:xfrm>
              <a:custGeom>
                <a:avLst/>
                <a:gdLst>
                  <a:gd name="T0" fmla="*/ 80 w 92"/>
                  <a:gd name="T1" fmla="*/ 55 h 63"/>
                  <a:gd name="T2" fmla="*/ 77 w 92"/>
                  <a:gd name="T3" fmla="*/ 63 h 63"/>
                  <a:gd name="T4" fmla="*/ 0 w 92"/>
                  <a:gd name="T5" fmla="*/ 9 h 63"/>
                  <a:gd name="T6" fmla="*/ 8 w 92"/>
                  <a:gd name="T7" fmla="*/ 0 h 63"/>
                  <a:gd name="T8" fmla="*/ 88 w 92"/>
                  <a:gd name="T9" fmla="*/ 55 h 63"/>
                  <a:gd name="T10" fmla="*/ 83 w 92"/>
                  <a:gd name="T11" fmla="*/ 63 h 63"/>
                  <a:gd name="T12" fmla="*/ 88 w 92"/>
                  <a:gd name="T13" fmla="*/ 55 h 63"/>
                  <a:gd name="T14" fmla="*/ 92 w 92"/>
                  <a:gd name="T15" fmla="*/ 60 h 63"/>
                  <a:gd name="T16" fmla="*/ 83 w 92"/>
                  <a:gd name="T17" fmla="*/ 63 h 63"/>
                  <a:gd name="T18" fmla="*/ 80 w 92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3"/>
                  <a:gd name="T32" fmla="*/ 92 w 92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3">
                    <a:moveTo>
                      <a:pt x="80" y="55"/>
                    </a:moveTo>
                    <a:lnTo>
                      <a:pt x="77" y="63"/>
                    </a:lnTo>
                    <a:lnTo>
                      <a:pt x="0" y="9"/>
                    </a:lnTo>
                    <a:lnTo>
                      <a:pt x="8" y="0"/>
                    </a:lnTo>
                    <a:lnTo>
                      <a:pt x="88" y="55"/>
                    </a:lnTo>
                    <a:lnTo>
                      <a:pt x="83" y="63"/>
                    </a:lnTo>
                    <a:lnTo>
                      <a:pt x="88" y="55"/>
                    </a:lnTo>
                    <a:lnTo>
                      <a:pt x="92" y="60"/>
                    </a:lnTo>
                    <a:lnTo>
                      <a:pt x="83" y="63"/>
                    </a:lnTo>
                    <a:lnTo>
                      <a:pt x="80" y="5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6" name="Freeform 248"/>
              <p:cNvSpPr>
                <a:spLocks/>
              </p:cNvSpPr>
              <p:nvPr/>
            </p:nvSpPr>
            <p:spPr bwMode="auto">
              <a:xfrm>
                <a:off x="2409" y="1567"/>
                <a:ext cx="38" cy="28"/>
              </a:xfrm>
              <a:custGeom>
                <a:avLst/>
                <a:gdLst>
                  <a:gd name="T0" fmla="*/ 38 w 38"/>
                  <a:gd name="T1" fmla="*/ 15 h 28"/>
                  <a:gd name="T2" fmla="*/ 25 w 38"/>
                  <a:gd name="T3" fmla="*/ 28 h 28"/>
                  <a:gd name="T4" fmla="*/ 0 w 38"/>
                  <a:gd name="T5" fmla="*/ 13 h 28"/>
                  <a:gd name="T6" fmla="*/ 14 w 38"/>
                  <a:gd name="T7" fmla="*/ 0 h 28"/>
                  <a:gd name="T8" fmla="*/ 38 w 38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8"/>
                  <a:gd name="T17" fmla="*/ 38 w 38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8">
                    <a:moveTo>
                      <a:pt x="38" y="15"/>
                    </a:moveTo>
                    <a:lnTo>
                      <a:pt x="25" y="28"/>
                    </a:lnTo>
                    <a:lnTo>
                      <a:pt x="0" y="13"/>
                    </a:lnTo>
                    <a:lnTo>
                      <a:pt x="14" y="0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7" name="Freeform 249"/>
              <p:cNvSpPr>
                <a:spLocks/>
              </p:cNvSpPr>
              <p:nvPr/>
            </p:nvSpPr>
            <p:spPr bwMode="auto">
              <a:xfrm>
                <a:off x="2425" y="1429"/>
                <a:ext cx="193" cy="153"/>
              </a:xfrm>
              <a:custGeom>
                <a:avLst/>
                <a:gdLst>
                  <a:gd name="T0" fmla="*/ 193 w 193"/>
                  <a:gd name="T1" fmla="*/ 23 h 153"/>
                  <a:gd name="T2" fmla="*/ 193 w 193"/>
                  <a:gd name="T3" fmla="*/ 23 h 153"/>
                  <a:gd name="T4" fmla="*/ 169 w 193"/>
                  <a:gd name="T5" fmla="*/ 39 h 153"/>
                  <a:gd name="T6" fmla="*/ 144 w 193"/>
                  <a:gd name="T7" fmla="*/ 54 h 153"/>
                  <a:gd name="T8" fmla="*/ 123 w 193"/>
                  <a:gd name="T9" fmla="*/ 69 h 153"/>
                  <a:gd name="T10" fmla="*/ 102 w 193"/>
                  <a:gd name="T11" fmla="*/ 85 h 153"/>
                  <a:gd name="T12" fmla="*/ 83 w 193"/>
                  <a:gd name="T13" fmla="*/ 100 h 153"/>
                  <a:gd name="T14" fmla="*/ 62 w 193"/>
                  <a:gd name="T15" fmla="*/ 117 h 153"/>
                  <a:gd name="T16" fmla="*/ 43 w 193"/>
                  <a:gd name="T17" fmla="*/ 134 h 153"/>
                  <a:gd name="T18" fmla="*/ 24 w 193"/>
                  <a:gd name="T19" fmla="*/ 153 h 153"/>
                  <a:gd name="T20" fmla="*/ 0 w 193"/>
                  <a:gd name="T21" fmla="*/ 138 h 153"/>
                  <a:gd name="T22" fmla="*/ 20 w 193"/>
                  <a:gd name="T23" fmla="*/ 119 h 153"/>
                  <a:gd name="T24" fmla="*/ 41 w 193"/>
                  <a:gd name="T25" fmla="*/ 100 h 153"/>
                  <a:gd name="T26" fmla="*/ 61 w 193"/>
                  <a:gd name="T27" fmla="*/ 83 h 153"/>
                  <a:gd name="T28" fmla="*/ 83 w 193"/>
                  <a:gd name="T29" fmla="*/ 65 h 153"/>
                  <a:gd name="T30" fmla="*/ 106 w 193"/>
                  <a:gd name="T31" fmla="*/ 48 h 153"/>
                  <a:gd name="T32" fmla="*/ 129 w 193"/>
                  <a:gd name="T33" fmla="*/ 32 h 153"/>
                  <a:gd name="T34" fmla="*/ 153 w 193"/>
                  <a:gd name="T35" fmla="*/ 16 h 153"/>
                  <a:gd name="T36" fmla="*/ 178 w 193"/>
                  <a:gd name="T37" fmla="*/ 0 h 153"/>
                  <a:gd name="T38" fmla="*/ 193 w 193"/>
                  <a:gd name="T39" fmla="*/ 23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3"/>
                  <a:gd name="T61" fmla="*/ 0 h 153"/>
                  <a:gd name="T62" fmla="*/ 193 w 193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3" h="153">
                    <a:moveTo>
                      <a:pt x="193" y="23"/>
                    </a:moveTo>
                    <a:lnTo>
                      <a:pt x="193" y="23"/>
                    </a:lnTo>
                    <a:lnTo>
                      <a:pt x="169" y="39"/>
                    </a:lnTo>
                    <a:lnTo>
                      <a:pt x="144" y="54"/>
                    </a:lnTo>
                    <a:lnTo>
                      <a:pt x="123" y="69"/>
                    </a:lnTo>
                    <a:lnTo>
                      <a:pt x="102" y="85"/>
                    </a:lnTo>
                    <a:lnTo>
                      <a:pt x="83" y="100"/>
                    </a:lnTo>
                    <a:lnTo>
                      <a:pt x="62" y="117"/>
                    </a:lnTo>
                    <a:lnTo>
                      <a:pt x="43" y="134"/>
                    </a:lnTo>
                    <a:lnTo>
                      <a:pt x="24" y="153"/>
                    </a:lnTo>
                    <a:lnTo>
                      <a:pt x="0" y="138"/>
                    </a:lnTo>
                    <a:lnTo>
                      <a:pt x="20" y="119"/>
                    </a:lnTo>
                    <a:lnTo>
                      <a:pt x="41" y="100"/>
                    </a:lnTo>
                    <a:lnTo>
                      <a:pt x="61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3" y="16"/>
                    </a:lnTo>
                    <a:lnTo>
                      <a:pt x="178" y="0"/>
                    </a:lnTo>
                    <a:lnTo>
                      <a:pt x="193" y="2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8" name="Freeform 250"/>
              <p:cNvSpPr>
                <a:spLocks/>
              </p:cNvSpPr>
              <p:nvPr/>
            </p:nvSpPr>
            <p:spPr bwMode="auto">
              <a:xfrm>
                <a:off x="2607" y="1340"/>
                <a:ext cx="196" cy="115"/>
              </a:xfrm>
              <a:custGeom>
                <a:avLst/>
                <a:gdLst>
                  <a:gd name="T0" fmla="*/ 196 w 196"/>
                  <a:gd name="T1" fmla="*/ 27 h 115"/>
                  <a:gd name="T2" fmla="*/ 173 w 196"/>
                  <a:gd name="T3" fmla="*/ 36 h 115"/>
                  <a:gd name="T4" fmla="*/ 149 w 196"/>
                  <a:gd name="T5" fmla="*/ 45 h 115"/>
                  <a:gd name="T6" fmla="*/ 127 w 196"/>
                  <a:gd name="T7" fmla="*/ 55 h 115"/>
                  <a:gd name="T8" fmla="*/ 104 w 196"/>
                  <a:gd name="T9" fmla="*/ 65 h 115"/>
                  <a:gd name="T10" fmla="*/ 81 w 196"/>
                  <a:gd name="T11" fmla="*/ 76 h 115"/>
                  <a:gd name="T12" fmla="*/ 58 w 196"/>
                  <a:gd name="T13" fmla="*/ 89 h 115"/>
                  <a:gd name="T14" fmla="*/ 36 w 196"/>
                  <a:gd name="T15" fmla="*/ 102 h 115"/>
                  <a:gd name="T16" fmla="*/ 13 w 196"/>
                  <a:gd name="T17" fmla="*/ 115 h 115"/>
                  <a:gd name="T18" fmla="*/ 0 w 196"/>
                  <a:gd name="T19" fmla="*/ 94 h 115"/>
                  <a:gd name="T20" fmla="*/ 22 w 196"/>
                  <a:gd name="T21" fmla="*/ 79 h 115"/>
                  <a:gd name="T22" fmla="*/ 46 w 196"/>
                  <a:gd name="T23" fmla="*/ 65 h 115"/>
                  <a:gd name="T24" fmla="*/ 69 w 196"/>
                  <a:gd name="T25" fmla="*/ 53 h 115"/>
                  <a:gd name="T26" fmla="*/ 93 w 196"/>
                  <a:gd name="T27" fmla="*/ 41 h 115"/>
                  <a:gd name="T28" fmla="*/ 117 w 196"/>
                  <a:gd name="T29" fmla="*/ 29 h 115"/>
                  <a:gd name="T30" fmla="*/ 142 w 196"/>
                  <a:gd name="T31" fmla="*/ 19 h 115"/>
                  <a:gd name="T32" fmla="*/ 165 w 196"/>
                  <a:gd name="T33" fmla="*/ 8 h 115"/>
                  <a:gd name="T34" fmla="*/ 191 w 196"/>
                  <a:gd name="T35" fmla="*/ 0 h 115"/>
                  <a:gd name="T36" fmla="*/ 196 w 196"/>
                  <a:gd name="T37" fmla="*/ 27 h 1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5"/>
                  <a:gd name="T59" fmla="*/ 196 w 196"/>
                  <a:gd name="T60" fmla="*/ 115 h 11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5">
                    <a:moveTo>
                      <a:pt x="196" y="27"/>
                    </a:moveTo>
                    <a:lnTo>
                      <a:pt x="173" y="36"/>
                    </a:lnTo>
                    <a:lnTo>
                      <a:pt x="149" y="45"/>
                    </a:lnTo>
                    <a:lnTo>
                      <a:pt x="127" y="55"/>
                    </a:lnTo>
                    <a:lnTo>
                      <a:pt x="104" y="65"/>
                    </a:lnTo>
                    <a:lnTo>
                      <a:pt x="81" y="76"/>
                    </a:lnTo>
                    <a:lnTo>
                      <a:pt x="58" y="89"/>
                    </a:lnTo>
                    <a:lnTo>
                      <a:pt x="36" y="102"/>
                    </a:lnTo>
                    <a:lnTo>
                      <a:pt x="13" y="115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6" y="65"/>
                    </a:lnTo>
                    <a:lnTo>
                      <a:pt x="69" y="53"/>
                    </a:lnTo>
                    <a:lnTo>
                      <a:pt x="93" y="41"/>
                    </a:lnTo>
                    <a:lnTo>
                      <a:pt x="117" y="29"/>
                    </a:lnTo>
                    <a:lnTo>
                      <a:pt x="142" y="19"/>
                    </a:lnTo>
                    <a:lnTo>
                      <a:pt x="165" y="8"/>
                    </a:lnTo>
                    <a:lnTo>
                      <a:pt x="191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29" name="Freeform 251"/>
              <p:cNvSpPr>
                <a:spLocks/>
              </p:cNvSpPr>
              <p:nvPr/>
            </p:nvSpPr>
            <p:spPr bwMode="auto">
              <a:xfrm>
                <a:off x="2799" y="1333"/>
                <a:ext cx="24" cy="33"/>
              </a:xfrm>
              <a:custGeom>
                <a:avLst/>
                <a:gdLst>
                  <a:gd name="T0" fmla="*/ 0 w 24"/>
                  <a:gd name="T1" fmla="*/ 7 h 33"/>
                  <a:gd name="T2" fmla="*/ 18 w 24"/>
                  <a:gd name="T3" fmla="*/ 0 h 33"/>
                  <a:gd name="T4" fmla="*/ 24 w 24"/>
                  <a:gd name="T5" fmla="*/ 27 h 33"/>
                  <a:gd name="T6" fmla="*/ 5 w 24"/>
                  <a:gd name="T7" fmla="*/ 33 h 33"/>
                  <a:gd name="T8" fmla="*/ 0 w 24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33"/>
                  <a:gd name="T17" fmla="*/ 24 w 2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33">
                    <a:moveTo>
                      <a:pt x="0" y="7"/>
                    </a:moveTo>
                    <a:lnTo>
                      <a:pt x="18" y="0"/>
                    </a:lnTo>
                    <a:lnTo>
                      <a:pt x="24" y="27"/>
                    </a:lnTo>
                    <a:lnTo>
                      <a:pt x="5" y="33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0" name="Freeform 252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1" name="Freeform 253"/>
              <p:cNvSpPr>
                <a:spLocks/>
              </p:cNvSpPr>
              <p:nvPr/>
            </p:nvSpPr>
            <p:spPr bwMode="auto">
              <a:xfrm>
                <a:off x="2231" y="2599"/>
                <a:ext cx="35" cy="188"/>
              </a:xfrm>
              <a:custGeom>
                <a:avLst/>
                <a:gdLst>
                  <a:gd name="T0" fmla="*/ 29 w 35"/>
                  <a:gd name="T1" fmla="*/ 156 h 188"/>
                  <a:gd name="T2" fmla="*/ 18 w 35"/>
                  <a:gd name="T3" fmla="*/ 162 h 188"/>
                  <a:gd name="T4" fmla="*/ 0 w 35"/>
                  <a:gd name="T5" fmla="*/ 0 h 188"/>
                  <a:gd name="T6" fmla="*/ 15 w 35"/>
                  <a:gd name="T7" fmla="*/ 2 h 188"/>
                  <a:gd name="T8" fmla="*/ 33 w 35"/>
                  <a:gd name="T9" fmla="*/ 164 h 188"/>
                  <a:gd name="T10" fmla="*/ 20 w 35"/>
                  <a:gd name="T11" fmla="*/ 170 h 188"/>
                  <a:gd name="T12" fmla="*/ 33 w 35"/>
                  <a:gd name="T13" fmla="*/ 164 h 188"/>
                  <a:gd name="T14" fmla="*/ 35 w 35"/>
                  <a:gd name="T15" fmla="*/ 188 h 188"/>
                  <a:gd name="T16" fmla="*/ 20 w 35"/>
                  <a:gd name="T17" fmla="*/ 170 h 188"/>
                  <a:gd name="T18" fmla="*/ 29 w 35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88"/>
                  <a:gd name="T32" fmla="*/ 35 w 35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88">
                    <a:moveTo>
                      <a:pt x="29" y="156"/>
                    </a:moveTo>
                    <a:lnTo>
                      <a:pt x="18" y="16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33" y="164"/>
                    </a:lnTo>
                    <a:lnTo>
                      <a:pt x="20" y="170"/>
                    </a:lnTo>
                    <a:lnTo>
                      <a:pt x="33" y="164"/>
                    </a:lnTo>
                    <a:lnTo>
                      <a:pt x="35" y="188"/>
                    </a:lnTo>
                    <a:lnTo>
                      <a:pt x="20" y="170"/>
                    </a:lnTo>
                    <a:lnTo>
                      <a:pt x="29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2" name="Freeform 254"/>
              <p:cNvSpPr>
                <a:spLocks/>
              </p:cNvSpPr>
              <p:nvPr/>
            </p:nvSpPr>
            <p:spPr bwMode="auto">
              <a:xfrm>
                <a:off x="2144" y="2630"/>
                <a:ext cx="116" cy="138"/>
              </a:xfrm>
              <a:custGeom>
                <a:avLst/>
                <a:gdLst>
                  <a:gd name="T0" fmla="*/ 17 w 116"/>
                  <a:gd name="T1" fmla="*/ 19 h 138"/>
                  <a:gd name="T2" fmla="*/ 18 w 116"/>
                  <a:gd name="T3" fmla="*/ 2 h 138"/>
                  <a:gd name="T4" fmla="*/ 116 w 116"/>
                  <a:gd name="T5" fmla="*/ 125 h 138"/>
                  <a:gd name="T6" fmla="*/ 108 w 116"/>
                  <a:gd name="T7" fmla="*/ 138 h 138"/>
                  <a:gd name="T8" fmla="*/ 10 w 116"/>
                  <a:gd name="T9" fmla="*/ 16 h 138"/>
                  <a:gd name="T10" fmla="*/ 11 w 116"/>
                  <a:gd name="T11" fmla="*/ 0 h 138"/>
                  <a:gd name="T12" fmla="*/ 10 w 116"/>
                  <a:gd name="T13" fmla="*/ 16 h 138"/>
                  <a:gd name="T14" fmla="*/ 0 w 116"/>
                  <a:gd name="T15" fmla="*/ 4 h 138"/>
                  <a:gd name="T16" fmla="*/ 11 w 116"/>
                  <a:gd name="T17" fmla="*/ 0 h 138"/>
                  <a:gd name="T18" fmla="*/ 17 w 116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6"/>
                  <a:gd name="T31" fmla="*/ 0 h 138"/>
                  <a:gd name="T32" fmla="*/ 116 w 116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6" h="138">
                    <a:moveTo>
                      <a:pt x="17" y="19"/>
                    </a:moveTo>
                    <a:lnTo>
                      <a:pt x="18" y="2"/>
                    </a:lnTo>
                    <a:lnTo>
                      <a:pt x="116" y="125"/>
                    </a:lnTo>
                    <a:lnTo>
                      <a:pt x="108" y="138"/>
                    </a:lnTo>
                    <a:lnTo>
                      <a:pt x="10" y="16"/>
                    </a:lnTo>
                    <a:lnTo>
                      <a:pt x="11" y="0"/>
                    </a:lnTo>
                    <a:lnTo>
                      <a:pt x="10" y="16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3" name="Freeform 255"/>
              <p:cNvSpPr>
                <a:spLocks/>
              </p:cNvSpPr>
              <p:nvPr/>
            </p:nvSpPr>
            <p:spPr bwMode="auto">
              <a:xfrm>
                <a:off x="2150" y="2585"/>
                <a:ext cx="94" cy="64"/>
              </a:xfrm>
              <a:custGeom>
                <a:avLst/>
                <a:gdLst>
                  <a:gd name="T0" fmla="*/ 79 w 94"/>
                  <a:gd name="T1" fmla="*/ 13 h 64"/>
                  <a:gd name="T2" fmla="*/ 91 w 94"/>
                  <a:gd name="T3" fmla="*/ 24 h 64"/>
                  <a:gd name="T4" fmla="*/ 9 w 94"/>
                  <a:gd name="T5" fmla="*/ 64 h 64"/>
                  <a:gd name="T6" fmla="*/ 0 w 94"/>
                  <a:gd name="T7" fmla="*/ 45 h 64"/>
                  <a:gd name="T8" fmla="*/ 84 w 94"/>
                  <a:gd name="T9" fmla="*/ 4 h 64"/>
                  <a:gd name="T10" fmla="*/ 94 w 94"/>
                  <a:gd name="T11" fmla="*/ 15 h 64"/>
                  <a:gd name="T12" fmla="*/ 84 w 94"/>
                  <a:gd name="T13" fmla="*/ 4 h 64"/>
                  <a:gd name="T14" fmla="*/ 93 w 94"/>
                  <a:gd name="T15" fmla="*/ 0 h 64"/>
                  <a:gd name="T16" fmla="*/ 94 w 94"/>
                  <a:gd name="T17" fmla="*/ 15 h 64"/>
                  <a:gd name="T18" fmla="*/ 79 w 94"/>
                  <a:gd name="T19" fmla="*/ 1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4"/>
                  <a:gd name="T32" fmla="*/ 94 w 94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4">
                    <a:moveTo>
                      <a:pt x="79" y="13"/>
                    </a:moveTo>
                    <a:lnTo>
                      <a:pt x="91" y="24"/>
                    </a:lnTo>
                    <a:lnTo>
                      <a:pt x="9" y="64"/>
                    </a:lnTo>
                    <a:lnTo>
                      <a:pt x="0" y="45"/>
                    </a:lnTo>
                    <a:lnTo>
                      <a:pt x="84" y="4"/>
                    </a:lnTo>
                    <a:lnTo>
                      <a:pt x="94" y="15"/>
                    </a:lnTo>
                    <a:lnTo>
                      <a:pt x="84" y="4"/>
                    </a:lnTo>
                    <a:lnTo>
                      <a:pt x="93" y="0"/>
                    </a:lnTo>
                    <a:lnTo>
                      <a:pt x="94" y="15"/>
                    </a:lnTo>
                    <a:lnTo>
                      <a:pt x="79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4" name="Freeform 256"/>
              <p:cNvSpPr>
                <a:spLocks/>
              </p:cNvSpPr>
              <p:nvPr/>
            </p:nvSpPr>
            <p:spPr bwMode="auto">
              <a:xfrm>
                <a:off x="2220" y="2704"/>
                <a:ext cx="36" cy="34"/>
              </a:xfrm>
              <a:custGeom>
                <a:avLst/>
                <a:gdLst>
                  <a:gd name="T0" fmla="*/ 28 w 36"/>
                  <a:gd name="T1" fmla="*/ 0 h 34"/>
                  <a:gd name="T2" fmla="*/ 36 w 36"/>
                  <a:gd name="T3" fmla="*/ 19 h 34"/>
                  <a:gd name="T4" fmla="*/ 7 w 36"/>
                  <a:gd name="T5" fmla="*/ 34 h 34"/>
                  <a:gd name="T6" fmla="*/ 0 w 36"/>
                  <a:gd name="T7" fmla="*/ 15 h 34"/>
                  <a:gd name="T8" fmla="*/ 28 w 36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4"/>
                  <a:gd name="T17" fmla="*/ 36 w 3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4">
                    <a:moveTo>
                      <a:pt x="28" y="0"/>
                    </a:moveTo>
                    <a:lnTo>
                      <a:pt x="36" y="19"/>
                    </a:lnTo>
                    <a:lnTo>
                      <a:pt x="7" y="34"/>
                    </a:lnTo>
                    <a:lnTo>
                      <a:pt x="0" y="1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5" name="Freeform 257"/>
              <p:cNvSpPr>
                <a:spLocks/>
              </p:cNvSpPr>
              <p:nvPr/>
            </p:nvSpPr>
            <p:spPr bwMode="auto">
              <a:xfrm>
                <a:off x="2142" y="2485"/>
                <a:ext cx="101" cy="233"/>
              </a:xfrm>
              <a:custGeom>
                <a:avLst/>
                <a:gdLst>
                  <a:gd name="T0" fmla="*/ 32 w 101"/>
                  <a:gd name="T1" fmla="*/ 0 h 233"/>
                  <a:gd name="T2" fmla="*/ 32 w 101"/>
                  <a:gd name="T3" fmla="*/ 0 h 233"/>
                  <a:gd name="T4" fmla="*/ 45 w 101"/>
                  <a:gd name="T5" fmla="*/ 56 h 233"/>
                  <a:gd name="T6" fmla="*/ 61 w 101"/>
                  <a:gd name="T7" fmla="*/ 112 h 233"/>
                  <a:gd name="T8" fmla="*/ 80 w 101"/>
                  <a:gd name="T9" fmla="*/ 165 h 233"/>
                  <a:gd name="T10" fmla="*/ 101 w 101"/>
                  <a:gd name="T11" fmla="*/ 217 h 233"/>
                  <a:gd name="T12" fmla="*/ 75 w 101"/>
                  <a:gd name="T13" fmla="*/ 233 h 233"/>
                  <a:gd name="T14" fmla="*/ 52 w 101"/>
                  <a:gd name="T15" fmla="*/ 178 h 233"/>
                  <a:gd name="T16" fmla="*/ 31 w 101"/>
                  <a:gd name="T17" fmla="*/ 122 h 233"/>
                  <a:gd name="T18" fmla="*/ 15 w 101"/>
                  <a:gd name="T19" fmla="*/ 63 h 233"/>
                  <a:gd name="T20" fmla="*/ 0 w 101"/>
                  <a:gd name="T21" fmla="*/ 3 h 233"/>
                  <a:gd name="T22" fmla="*/ 32 w 101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233"/>
                  <a:gd name="T38" fmla="*/ 101 w 101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233">
                    <a:moveTo>
                      <a:pt x="32" y="0"/>
                    </a:moveTo>
                    <a:lnTo>
                      <a:pt x="32" y="0"/>
                    </a:lnTo>
                    <a:lnTo>
                      <a:pt x="45" y="56"/>
                    </a:lnTo>
                    <a:lnTo>
                      <a:pt x="61" y="112"/>
                    </a:lnTo>
                    <a:lnTo>
                      <a:pt x="80" y="165"/>
                    </a:lnTo>
                    <a:lnTo>
                      <a:pt x="101" y="217"/>
                    </a:lnTo>
                    <a:lnTo>
                      <a:pt x="75" y="233"/>
                    </a:lnTo>
                    <a:lnTo>
                      <a:pt x="52" y="178"/>
                    </a:lnTo>
                    <a:lnTo>
                      <a:pt x="31" y="122"/>
                    </a:lnTo>
                    <a:lnTo>
                      <a:pt x="15" y="63"/>
                    </a:lnTo>
                    <a:lnTo>
                      <a:pt x="0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6" name="Freeform 258"/>
              <p:cNvSpPr>
                <a:spLocks/>
              </p:cNvSpPr>
              <p:nvPr/>
            </p:nvSpPr>
            <p:spPr bwMode="auto">
              <a:xfrm>
                <a:off x="2117" y="2281"/>
                <a:ext cx="53" cy="206"/>
              </a:xfrm>
              <a:custGeom>
                <a:avLst/>
                <a:gdLst>
                  <a:gd name="T0" fmla="*/ 33 w 53"/>
                  <a:gd name="T1" fmla="*/ 9 h 206"/>
                  <a:gd name="T2" fmla="*/ 33 w 53"/>
                  <a:gd name="T3" fmla="*/ 33 h 206"/>
                  <a:gd name="T4" fmla="*/ 33 w 53"/>
                  <a:gd name="T5" fmla="*/ 56 h 206"/>
                  <a:gd name="T6" fmla="*/ 37 w 53"/>
                  <a:gd name="T7" fmla="*/ 80 h 206"/>
                  <a:gd name="T8" fmla="*/ 39 w 53"/>
                  <a:gd name="T9" fmla="*/ 104 h 206"/>
                  <a:gd name="T10" fmla="*/ 41 w 53"/>
                  <a:gd name="T11" fmla="*/ 129 h 206"/>
                  <a:gd name="T12" fmla="*/ 44 w 53"/>
                  <a:gd name="T13" fmla="*/ 152 h 206"/>
                  <a:gd name="T14" fmla="*/ 48 w 53"/>
                  <a:gd name="T15" fmla="*/ 179 h 206"/>
                  <a:gd name="T16" fmla="*/ 53 w 53"/>
                  <a:gd name="T17" fmla="*/ 204 h 206"/>
                  <a:gd name="T18" fmla="*/ 22 w 53"/>
                  <a:gd name="T19" fmla="*/ 206 h 206"/>
                  <a:gd name="T20" fmla="*/ 16 w 53"/>
                  <a:gd name="T21" fmla="*/ 180 h 206"/>
                  <a:gd name="T22" fmla="*/ 12 w 53"/>
                  <a:gd name="T23" fmla="*/ 155 h 206"/>
                  <a:gd name="T24" fmla="*/ 8 w 53"/>
                  <a:gd name="T25" fmla="*/ 127 h 206"/>
                  <a:gd name="T26" fmla="*/ 5 w 53"/>
                  <a:gd name="T27" fmla="*/ 101 h 206"/>
                  <a:gd name="T28" fmla="*/ 3 w 53"/>
                  <a:gd name="T29" fmla="*/ 76 h 206"/>
                  <a:gd name="T30" fmla="*/ 1 w 53"/>
                  <a:gd name="T31" fmla="*/ 50 h 206"/>
                  <a:gd name="T32" fmla="*/ 1 w 53"/>
                  <a:gd name="T33" fmla="*/ 24 h 206"/>
                  <a:gd name="T34" fmla="*/ 0 w 53"/>
                  <a:gd name="T35" fmla="*/ 0 h 206"/>
                  <a:gd name="T36" fmla="*/ 33 w 53"/>
                  <a:gd name="T37" fmla="*/ 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3"/>
                  <a:gd name="T58" fmla="*/ 0 h 206"/>
                  <a:gd name="T59" fmla="*/ 53 w 5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3" h="206">
                    <a:moveTo>
                      <a:pt x="33" y="9"/>
                    </a:moveTo>
                    <a:lnTo>
                      <a:pt x="33" y="33"/>
                    </a:lnTo>
                    <a:lnTo>
                      <a:pt x="33" y="56"/>
                    </a:lnTo>
                    <a:lnTo>
                      <a:pt x="37" y="80"/>
                    </a:lnTo>
                    <a:lnTo>
                      <a:pt x="39" y="104"/>
                    </a:lnTo>
                    <a:lnTo>
                      <a:pt x="41" y="129"/>
                    </a:lnTo>
                    <a:lnTo>
                      <a:pt x="44" y="152"/>
                    </a:lnTo>
                    <a:lnTo>
                      <a:pt x="48" y="179"/>
                    </a:lnTo>
                    <a:lnTo>
                      <a:pt x="53" y="204"/>
                    </a:lnTo>
                    <a:lnTo>
                      <a:pt x="22" y="206"/>
                    </a:lnTo>
                    <a:lnTo>
                      <a:pt x="16" y="180"/>
                    </a:lnTo>
                    <a:lnTo>
                      <a:pt x="12" y="155"/>
                    </a:lnTo>
                    <a:lnTo>
                      <a:pt x="8" y="127"/>
                    </a:lnTo>
                    <a:lnTo>
                      <a:pt x="5" y="101"/>
                    </a:lnTo>
                    <a:lnTo>
                      <a:pt x="3" y="76"/>
                    </a:lnTo>
                    <a:lnTo>
                      <a:pt x="1" y="50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3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7" name="Freeform 259"/>
              <p:cNvSpPr>
                <a:spLocks/>
              </p:cNvSpPr>
              <p:nvPr/>
            </p:nvSpPr>
            <p:spPr bwMode="auto">
              <a:xfrm>
                <a:off x="2115" y="2257"/>
                <a:ext cx="33" cy="32"/>
              </a:xfrm>
              <a:custGeom>
                <a:avLst/>
                <a:gdLst>
                  <a:gd name="T0" fmla="*/ 0 w 33"/>
                  <a:gd name="T1" fmla="*/ 22 h 32"/>
                  <a:gd name="T2" fmla="*/ 0 w 33"/>
                  <a:gd name="T3" fmla="*/ 0 h 32"/>
                  <a:gd name="T4" fmla="*/ 33 w 33"/>
                  <a:gd name="T5" fmla="*/ 11 h 32"/>
                  <a:gd name="T6" fmla="*/ 33 w 33"/>
                  <a:gd name="T7" fmla="*/ 32 h 32"/>
                  <a:gd name="T8" fmla="*/ 0 w 33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22"/>
                    </a:moveTo>
                    <a:lnTo>
                      <a:pt x="0" y="0"/>
                    </a:lnTo>
                    <a:lnTo>
                      <a:pt x="33" y="11"/>
                    </a:lnTo>
                    <a:lnTo>
                      <a:pt x="33" y="3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8" name="Freeform 260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39" name="Freeform 261"/>
              <p:cNvSpPr>
                <a:spLocks/>
              </p:cNvSpPr>
              <p:nvPr/>
            </p:nvSpPr>
            <p:spPr bwMode="auto">
              <a:xfrm>
                <a:off x="2235" y="2601"/>
                <a:ext cx="28" cy="178"/>
              </a:xfrm>
              <a:custGeom>
                <a:avLst/>
                <a:gdLst>
                  <a:gd name="T0" fmla="*/ 24 w 28"/>
                  <a:gd name="T1" fmla="*/ 158 h 178"/>
                  <a:gd name="T2" fmla="*/ 17 w 28"/>
                  <a:gd name="T3" fmla="*/ 162 h 178"/>
                  <a:gd name="T4" fmla="*/ 0 w 28"/>
                  <a:gd name="T5" fmla="*/ 0 h 178"/>
                  <a:gd name="T6" fmla="*/ 9 w 28"/>
                  <a:gd name="T7" fmla="*/ 1 h 178"/>
                  <a:gd name="T8" fmla="*/ 27 w 28"/>
                  <a:gd name="T9" fmla="*/ 163 h 178"/>
                  <a:gd name="T10" fmla="*/ 18 w 28"/>
                  <a:gd name="T11" fmla="*/ 165 h 178"/>
                  <a:gd name="T12" fmla="*/ 27 w 28"/>
                  <a:gd name="T13" fmla="*/ 163 h 178"/>
                  <a:gd name="T14" fmla="*/ 28 w 28"/>
                  <a:gd name="T15" fmla="*/ 178 h 178"/>
                  <a:gd name="T16" fmla="*/ 18 w 28"/>
                  <a:gd name="T17" fmla="*/ 165 h 178"/>
                  <a:gd name="T18" fmla="*/ 24 w 28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8"/>
                  <a:gd name="T31" fmla="*/ 0 h 178"/>
                  <a:gd name="T32" fmla="*/ 28 w 28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8" h="178">
                    <a:moveTo>
                      <a:pt x="24" y="158"/>
                    </a:moveTo>
                    <a:lnTo>
                      <a:pt x="17" y="162"/>
                    </a:lnTo>
                    <a:lnTo>
                      <a:pt x="0" y="0"/>
                    </a:lnTo>
                    <a:lnTo>
                      <a:pt x="9" y="1"/>
                    </a:lnTo>
                    <a:lnTo>
                      <a:pt x="27" y="163"/>
                    </a:lnTo>
                    <a:lnTo>
                      <a:pt x="18" y="165"/>
                    </a:lnTo>
                    <a:lnTo>
                      <a:pt x="27" y="163"/>
                    </a:lnTo>
                    <a:lnTo>
                      <a:pt x="28" y="178"/>
                    </a:lnTo>
                    <a:lnTo>
                      <a:pt x="18" y="165"/>
                    </a:lnTo>
                    <a:lnTo>
                      <a:pt x="24" y="15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0" name="Freeform 262"/>
              <p:cNvSpPr>
                <a:spLocks/>
              </p:cNvSpPr>
              <p:nvPr/>
            </p:nvSpPr>
            <p:spPr bwMode="auto">
              <a:xfrm>
                <a:off x="2149" y="2633"/>
                <a:ext cx="111" cy="131"/>
              </a:xfrm>
              <a:custGeom>
                <a:avLst/>
                <a:gdLst>
                  <a:gd name="T0" fmla="*/ 11 w 111"/>
                  <a:gd name="T1" fmla="*/ 12 h 131"/>
                  <a:gd name="T2" fmla="*/ 11 w 111"/>
                  <a:gd name="T3" fmla="*/ 2 h 131"/>
                  <a:gd name="T4" fmla="*/ 111 w 111"/>
                  <a:gd name="T5" fmla="*/ 125 h 131"/>
                  <a:gd name="T6" fmla="*/ 105 w 111"/>
                  <a:gd name="T7" fmla="*/ 131 h 131"/>
                  <a:gd name="T8" fmla="*/ 6 w 111"/>
                  <a:gd name="T9" fmla="*/ 9 h 131"/>
                  <a:gd name="T10" fmla="*/ 6 w 111"/>
                  <a:gd name="T11" fmla="*/ 0 h 131"/>
                  <a:gd name="T12" fmla="*/ 6 w 111"/>
                  <a:gd name="T13" fmla="*/ 9 h 131"/>
                  <a:gd name="T14" fmla="*/ 0 w 111"/>
                  <a:gd name="T15" fmla="*/ 3 h 131"/>
                  <a:gd name="T16" fmla="*/ 6 w 111"/>
                  <a:gd name="T17" fmla="*/ 0 h 131"/>
                  <a:gd name="T18" fmla="*/ 11 w 111"/>
                  <a:gd name="T19" fmla="*/ 12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"/>
                  <a:gd name="T31" fmla="*/ 0 h 131"/>
                  <a:gd name="T32" fmla="*/ 111 w 111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" h="131">
                    <a:moveTo>
                      <a:pt x="11" y="12"/>
                    </a:moveTo>
                    <a:lnTo>
                      <a:pt x="11" y="2"/>
                    </a:lnTo>
                    <a:lnTo>
                      <a:pt x="111" y="125"/>
                    </a:lnTo>
                    <a:lnTo>
                      <a:pt x="105" y="131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1" name="Freeform 263"/>
              <p:cNvSpPr>
                <a:spLocks/>
              </p:cNvSpPr>
              <p:nvPr/>
            </p:nvSpPr>
            <p:spPr bwMode="auto">
              <a:xfrm>
                <a:off x="2154" y="2593"/>
                <a:ext cx="88" cy="53"/>
              </a:xfrm>
              <a:custGeom>
                <a:avLst/>
                <a:gdLst>
                  <a:gd name="T0" fmla="*/ 80 w 88"/>
                  <a:gd name="T1" fmla="*/ 7 h 53"/>
                  <a:gd name="T2" fmla="*/ 86 w 88"/>
                  <a:gd name="T3" fmla="*/ 12 h 53"/>
                  <a:gd name="T4" fmla="*/ 4 w 88"/>
                  <a:gd name="T5" fmla="*/ 53 h 53"/>
                  <a:gd name="T6" fmla="*/ 0 w 88"/>
                  <a:gd name="T7" fmla="*/ 42 h 53"/>
                  <a:gd name="T8" fmla="*/ 82 w 88"/>
                  <a:gd name="T9" fmla="*/ 2 h 53"/>
                  <a:gd name="T10" fmla="*/ 88 w 88"/>
                  <a:gd name="T11" fmla="*/ 8 h 53"/>
                  <a:gd name="T12" fmla="*/ 82 w 88"/>
                  <a:gd name="T13" fmla="*/ 2 h 53"/>
                  <a:gd name="T14" fmla="*/ 87 w 88"/>
                  <a:gd name="T15" fmla="*/ 0 h 53"/>
                  <a:gd name="T16" fmla="*/ 88 w 88"/>
                  <a:gd name="T17" fmla="*/ 8 h 53"/>
                  <a:gd name="T18" fmla="*/ 80 w 88"/>
                  <a:gd name="T19" fmla="*/ 7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53"/>
                  <a:gd name="T32" fmla="*/ 88 w 88"/>
                  <a:gd name="T33" fmla="*/ 53 h 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53">
                    <a:moveTo>
                      <a:pt x="80" y="7"/>
                    </a:moveTo>
                    <a:lnTo>
                      <a:pt x="86" y="12"/>
                    </a:lnTo>
                    <a:lnTo>
                      <a:pt x="4" y="53"/>
                    </a:lnTo>
                    <a:lnTo>
                      <a:pt x="0" y="42"/>
                    </a:lnTo>
                    <a:lnTo>
                      <a:pt x="82" y="2"/>
                    </a:lnTo>
                    <a:lnTo>
                      <a:pt x="88" y="8"/>
                    </a:lnTo>
                    <a:lnTo>
                      <a:pt x="82" y="2"/>
                    </a:lnTo>
                    <a:lnTo>
                      <a:pt x="87" y="0"/>
                    </a:lnTo>
                    <a:lnTo>
                      <a:pt x="88" y="8"/>
                    </a:lnTo>
                    <a:lnTo>
                      <a:pt x="80" y="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2" name="Freeform 264"/>
              <p:cNvSpPr>
                <a:spLocks/>
              </p:cNvSpPr>
              <p:nvPr/>
            </p:nvSpPr>
            <p:spPr bwMode="auto">
              <a:xfrm>
                <a:off x="2222" y="2703"/>
                <a:ext cx="31" cy="31"/>
              </a:xfrm>
              <a:custGeom>
                <a:avLst/>
                <a:gdLst>
                  <a:gd name="T0" fmla="*/ 21 w 31"/>
                  <a:gd name="T1" fmla="*/ 0 h 31"/>
                  <a:gd name="T2" fmla="*/ 31 w 31"/>
                  <a:gd name="T3" fmla="*/ 19 h 31"/>
                  <a:gd name="T4" fmla="*/ 6 w 31"/>
                  <a:gd name="T5" fmla="*/ 31 h 31"/>
                  <a:gd name="T6" fmla="*/ 0 w 31"/>
                  <a:gd name="T7" fmla="*/ 14 h 31"/>
                  <a:gd name="T8" fmla="*/ 21 w 31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21" y="0"/>
                    </a:moveTo>
                    <a:lnTo>
                      <a:pt x="31" y="19"/>
                    </a:lnTo>
                    <a:lnTo>
                      <a:pt x="6" y="31"/>
                    </a:lnTo>
                    <a:lnTo>
                      <a:pt x="0" y="1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3" name="Freeform 265"/>
              <p:cNvSpPr>
                <a:spLocks/>
              </p:cNvSpPr>
              <p:nvPr/>
            </p:nvSpPr>
            <p:spPr bwMode="auto">
              <a:xfrm>
                <a:off x="2144" y="2485"/>
                <a:ext cx="98" cy="233"/>
              </a:xfrm>
              <a:custGeom>
                <a:avLst/>
                <a:gdLst>
                  <a:gd name="T0" fmla="*/ 27 w 98"/>
                  <a:gd name="T1" fmla="*/ 0 h 233"/>
                  <a:gd name="T2" fmla="*/ 27 w 98"/>
                  <a:gd name="T3" fmla="*/ 0 h 233"/>
                  <a:gd name="T4" fmla="*/ 41 w 98"/>
                  <a:gd name="T5" fmla="*/ 56 h 233"/>
                  <a:gd name="T6" fmla="*/ 57 w 98"/>
                  <a:gd name="T7" fmla="*/ 113 h 233"/>
                  <a:gd name="T8" fmla="*/ 77 w 98"/>
                  <a:gd name="T9" fmla="*/ 166 h 233"/>
                  <a:gd name="T10" fmla="*/ 98 w 98"/>
                  <a:gd name="T11" fmla="*/ 219 h 233"/>
                  <a:gd name="T12" fmla="*/ 76 w 98"/>
                  <a:gd name="T13" fmla="*/ 233 h 233"/>
                  <a:gd name="T14" fmla="*/ 52 w 98"/>
                  <a:gd name="T15" fmla="*/ 177 h 233"/>
                  <a:gd name="T16" fmla="*/ 32 w 98"/>
                  <a:gd name="T17" fmla="*/ 120 h 233"/>
                  <a:gd name="T18" fmla="*/ 15 w 98"/>
                  <a:gd name="T19" fmla="*/ 63 h 233"/>
                  <a:gd name="T20" fmla="*/ 0 w 98"/>
                  <a:gd name="T21" fmla="*/ 2 h 233"/>
                  <a:gd name="T22" fmla="*/ 27 w 98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8"/>
                  <a:gd name="T37" fmla="*/ 0 h 233"/>
                  <a:gd name="T38" fmla="*/ 98 w 98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8" h="233">
                    <a:moveTo>
                      <a:pt x="27" y="0"/>
                    </a:moveTo>
                    <a:lnTo>
                      <a:pt x="27" y="0"/>
                    </a:lnTo>
                    <a:lnTo>
                      <a:pt x="41" y="56"/>
                    </a:lnTo>
                    <a:lnTo>
                      <a:pt x="57" y="113"/>
                    </a:lnTo>
                    <a:lnTo>
                      <a:pt x="77" y="166"/>
                    </a:lnTo>
                    <a:lnTo>
                      <a:pt x="98" y="219"/>
                    </a:lnTo>
                    <a:lnTo>
                      <a:pt x="76" y="233"/>
                    </a:lnTo>
                    <a:lnTo>
                      <a:pt x="52" y="177"/>
                    </a:lnTo>
                    <a:lnTo>
                      <a:pt x="32" y="120"/>
                    </a:lnTo>
                    <a:lnTo>
                      <a:pt x="15" y="63"/>
                    </a:lnTo>
                    <a:lnTo>
                      <a:pt x="0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4" name="Freeform 266"/>
              <p:cNvSpPr>
                <a:spLocks/>
              </p:cNvSpPr>
              <p:nvPr/>
            </p:nvSpPr>
            <p:spPr bwMode="auto">
              <a:xfrm>
                <a:off x="2118" y="2281"/>
                <a:ext cx="47" cy="205"/>
              </a:xfrm>
              <a:custGeom>
                <a:avLst/>
                <a:gdLst>
                  <a:gd name="T0" fmla="*/ 28 w 47"/>
                  <a:gd name="T1" fmla="*/ 6 h 205"/>
                  <a:gd name="T2" fmla="*/ 28 w 47"/>
                  <a:gd name="T3" fmla="*/ 31 h 205"/>
                  <a:gd name="T4" fmla="*/ 29 w 47"/>
                  <a:gd name="T5" fmla="*/ 54 h 205"/>
                  <a:gd name="T6" fmla="*/ 30 w 47"/>
                  <a:gd name="T7" fmla="*/ 79 h 205"/>
                  <a:gd name="T8" fmla="*/ 32 w 47"/>
                  <a:gd name="T9" fmla="*/ 103 h 205"/>
                  <a:gd name="T10" fmla="*/ 36 w 47"/>
                  <a:gd name="T11" fmla="*/ 127 h 205"/>
                  <a:gd name="T12" fmla="*/ 39 w 47"/>
                  <a:gd name="T13" fmla="*/ 152 h 205"/>
                  <a:gd name="T14" fmla="*/ 43 w 47"/>
                  <a:gd name="T15" fmla="*/ 177 h 205"/>
                  <a:gd name="T16" fmla="*/ 47 w 47"/>
                  <a:gd name="T17" fmla="*/ 203 h 205"/>
                  <a:gd name="T18" fmla="*/ 21 w 47"/>
                  <a:gd name="T19" fmla="*/ 205 h 205"/>
                  <a:gd name="T20" fmla="*/ 16 w 47"/>
                  <a:gd name="T21" fmla="*/ 179 h 205"/>
                  <a:gd name="T22" fmla="*/ 11 w 47"/>
                  <a:gd name="T23" fmla="*/ 152 h 205"/>
                  <a:gd name="T24" fmla="*/ 8 w 47"/>
                  <a:gd name="T25" fmla="*/ 126 h 205"/>
                  <a:gd name="T26" fmla="*/ 5 w 47"/>
                  <a:gd name="T27" fmla="*/ 100 h 205"/>
                  <a:gd name="T28" fmla="*/ 2 w 47"/>
                  <a:gd name="T29" fmla="*/ 76 h 205"/>
                  <a:gd name="T30" fmla="*/ 1 w 47"/>
                  <a:gd name="T31" fmla="*/ 50 h 205"/>
                  <a:gd name="T32" fmla="*/ 0 w 47"/>
                  <a:gd name="T33" fmla="*/ 24 h 205"/>
                  <a:gd name="T34" fmla="*/ 0 w 47"/>
                  <a:gd name="T35" fmla="*/ 0 h 205"/>
                  <a:gd name="T36" fmla="*/ 28 w 47"/>
                  <a:gd name="T37" fmla="*/ 6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7"/>
                  <a:gd name="T58" fmla="*/ 0 h 205"/>
                  <a:gd name="T59" fmla="*/ 47 w 47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7" h="205">
                    <a:moveTo>
                      <a:pt x="28" y="6"/>
                    </a:moveTo>
                    <a:lnTo>
                      <a:pt x="28" y="31"/>
                    </a:lnTo>
                    <a:lnTo>
                      <a:pt x="29" y="54"/>
                    </a:lnTo>
                    <a:lnTo>
                      <a:pt x="30" y="79"/>
                    </a:lnTo>
                    <a:lnTo>
                      <a:pt x="32" y="103"/>
                    </a:lnTo>
                    <a:lnTo>
                      <a:pt x="36" y="127"/>
                    </a:lnTo>
                    <a:lnTo>
                      <a:pt x="39" y="152"/>
                    </a:lnTo>
                    <a:lnTo>
                      <a:pt x="43" y="177"/>
                    </a:lnTo>
                    <a:lnTo>
                      <a:pt x="47" y="203"/>
                    </a:lnTo>
                    <a:lnTo>
                      <a:pt x="21" y="205"/>
                    </a:lnTo>
                    <a:lnTo>
                      <a:pt x="16" y="179"/>
                    </a:lnTo>
                    <a:lnTo>
                      <a:pt x="11" y="152"/>
                    </a:lnTo>
                    <a:lnTo>
                      <a:pt x="8" y="126"/>
                    </a:lnTo>
                    <a:lnTo>
                      <a:pt x="5" y="100"/>
                    </a:lnTo>
                    <a:lnTo>
                      <a:pt x="2" y="76"/>
                    </a:lnTo>
                    <a:lnTo>
                      <a:pt x="1" y="50"/>
                    </a:lnTo>
                    <a:lnTo>
                      <a:pt x="0" y="24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5" name="Freeform 267"/>
              <p:cNvSpPr>
                <a:spLocks/>
              </p:cNvSpPr>
              <p:nvPr/>
            </p:nvSpPr>
            <p:spPr bwMode="auto">
              <a:xfrm>
                <a:off x="2117" y="2263"/>
                <a:ext cx="27" cy="24"/>
              </a:xfrm>
              <a:custGeom>
                <a:avLst/>
                <a:gdLst>
                  <a:gd name="T0" fmla="*/ 0 w 27"/>
                  <a:gd name="T1" fmla="*/ 17 h 24"/>
                  <a:gd name="T2" fmla="*/ 0 w 27"/>
                  <a:gd name="T3" fmla="*/ 0 h 24"/>
                  <a:gd name="T4" fmla="*/ 27 w 27"/>
                  <a:gd name="T5" fmla="*/ 7 h 24"/>
                  <a:gd name="T6" fmla="*/ 27 w 27"/>
                  <a:gd name="T7" fmla="*/ 24 h 24"/>
                  <a:gd name="T8" fmla="*/ 0 w 27"/>
                  <a:gd name="T9" fmla="*/ 1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4"/>
                  <a:gd name="T17" fmla="*/ 27 w 27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4">
                    <a:moveTo>
                      <a:pt x="0" y="17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27" y="2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6" name="Freeform 268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7" name="Freeform 269"/>
              <p:cNvSpPr>
                <a:spLocks/>
              </p:cNvSpPr>
              <p:nvPr/>
            </p:nvSpPr>
            <p:spPr bwMode="auto">
              <a:xfrm>
                <a:off x="2246" y="2633"/>
                <a:ext cx="42" cy="188"/>
              </a:xfrm>
              <a:custGeom>
                <a:avLst/>
                <a:gdLst>
                  <a:gd name="T0" fmla="*/ 35 w 42"/>
                  <a:gd name="T1" fmla="*/ 156 h 188"/>
                  <a:gd name="T2" fmla="*/ 23 w 42"/>
                  <a:gd name="T3" fmla="*/ 164 h 188"/>
                  <a:gd name="T4" fmla="*/ 0 w 42"/>
                  <a:gd name="T5" fmla="*/ 0 h 188"/>
                  <a:gd name="T6" fmla="*/ 14 w 42"/>
                  <a:gd name="T7" fmla="*/ 1 h 188"/>
                  <a:gd name="T8" fmla="*/ 39 w 42"/>
                  <a:gd name="T9" fmla="*/ 164 h 188"/>
                  <a:gd name="T10" fmla="*/ 27 w 42"/>
                  <a:gd name="T11" fmla="*/ 170 h 188"/>
                  <a:gd name="T12" fmla="*/ 39 w 42"/>
                  <a:gd name="T13" fmla="*/ 164 h 188"/>
                  <a:gd name="T14" fmla="*/ 42 w 42"/>
                  <a:gd name="T15" fmla="*/ 188 h 188"/>
                  <a:gd name="T16" fmla="*/ 27 w 42"/>
                  <a:gd name="T17" fmla="*/ 170 h 188"/>
                  <a:gd name="T18" fmla="*/ 35 w 42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2"/>
                  <a:gd name="T31" fmla="*/ 0 h 188"/>
                  <a:gd name="T32" fmla="*/ 42 w 42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2" h="188">
                    <a:moveTo>
                      <a:pt x="35" y="156"/>
                    </a:moveTo>
                    <a:lnTo>
                      <a:pt x="23" y="164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39" y="164"/>
                    </a:lnTo>
                    <a:lnTo>
                      <a:pt x="27" y="170"/>
                    </a:lnTo>
                    <a:lnTo>
                      <a:pt x="39" y="164"/>
                    </a:lnTo>
                    <a:lnTo>
                      <a:pt x="42" y="188"/>
                    </a:lnTo>
                    <a:lnTo>
                      <a:pt x="27" y="170"/>
                    </a:lnTo>
                    <a:lnTo>
                      <a:pt x="35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8" name="Freeform 270"/>
              <p:cNvSpPr>
                <a:spLocks/>
              </p:cNvSpPr>
              <p:nvPr/>
            </p:nvSpPr>
            <p:spPr bwMode="auto">
              <a:xfrm>
                <a:off x="2160" y="2670"/>
                <a:ext cx="121" cy="133"/>
              </a:xfrm>
              <a:custGeom>
                <a:avLst/>
                <a:gdLst>
                  <a:gd name="T0" fmla="*/ 18 w 121"/>
                  <a:gd name="T1" fmla="*/ 19 h 133"/>
                  <a:gd name="T2" fmla="*/ 18 w 121"/>
                  <a:gd name="T3" fmla="*/ 3 h 133"/>
                  <a:gd name="T4" fmla="*/ 121 w 121"/>
                  <a:gd name="T5" fmla="*/ 118 h 133"/>
                  <a:gd name="T6" fmla="*/ 112 w 121"/>
                  <a:gd name="T7" fmla="*/ 133 h 133"/>
                  <a:gd name="T8" fmla="*/ 10 w 121"/>
                  <a:gd name="T9" fmla="*/ 17 h 133"/>
                  <a:gd name="T10" fmla="*/ 10 w 121"/>
                  <a:gd name="T11" fmla="*/ 0 h 133"/>
                  <a:gd name="T12" fmla="*/ 10 w 121"/>
                  <a:gd name="T13" fmla="*/ 17 h 133"/>
                  <a:gd name="T14" fmla="*/ 0 w 121"/>
                  <a:gd name="T15" fmla="*/ 5 h 133"/>
                  <a:gd name="T16" fmla="*/ 10 w 121"/>
                  <a:gd name="T17" fmla="*/ 0 h 133"/>
                  <a:gd name="T18" fmla="*/ 18 w 121"/>
                  <a:gd name="T19" fmla="*/ 19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1"/>
                  <a:gd name="T31" fmla="*/ 0 h 133"/>
                  <a:gd name="T32" fmla="*/ 121 w 121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1" h="133">
                    <a:moveTo>
                      <a:pt x="18" y="19"/>
                    </a:moveTo>
                    <a:lnTo>
                      <a:pt x="18" y="3"/>
                    </a:lnTo>
                    <a:lnTo>
                      <a:pt x="121" y="118"/>
                    </a:lnTo>
                    <a:lnTo>
                      <a:pt x="112" y="133"/>
                    </a:lnTo>
                    <a:lnTo>
                      <a:pt x="10" y="17"/>
                    </a:lnTo>
                    <a:lnTo>
                      <a:pt x="10" y="0"/>
                    </a:lnTo>
                    <a:lnTo>
                      <a:pt x="10" y="17"/>
                    </a:lnTo>
                    <a:lnTo>
                      <a:pt x="0" y="5"/>
                    </a:lnTo>
                    <a:lnTo>
                      <a:pt x="10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49" name="Freeform 271"/>
              <p:cNvSpPr>
                <a:spLocks/>
              </p:cNvSpPr>
              <p:nvPr/>
            </p:nvSpPr>
            <p:spPr bwMode="auto">
              <a:xfrm>
                <a:off x="2168" y="2617"/>
                <a:ext cx="89" cy="71"/>
              </a:xfrm>
              <a:custGeom>
                <a:avLst/>
                <a:gdLst>
                  <a:gd name="T0" fmla="*/ 75 w 89"/>
                  <a:gd name="T1" fmla="*/ 16 h 71"/>
                  <a:gd name="T2" fmla="*/ 87 w 89"/>
                  <a:gd name="T3" fmla="*/ 25 h 71"/>
                  <a:gd name="T4" fmla="*/ 8 w 89"/>
                  <a:gd name="T5" fmla="*/ 71 h 71"/>
                  <a:gd name="T6" fmla="*/ 0 w 89"/>
                  <a:gd name="T7" fmla="*/ 52 h 71"/>
                  <a:gd name="T8" fmla="*/ 79 w 89"/>
                  <a:gd name="T9" fmla="*/ 6 h 71"/>
                  <a:gd name="T10" fmla="*/ 89 w 89"/>
                  <a:gd name="T11" fmla="*/ 16 h 71"/>
                  <a:gd name="T12" fmla="*/ 79 w 89"/>
                  <a:gd name="T13" fmla="*/ 6 h 71"/>
                  <a:gd name="T14" fmla="*/ 88 w 89"/>
                  <a:gd name="T15" fmla="*/ 0 h 71"/>
                  <a:gd name="T16" fmla="*/ 89 w 89"/>
                  <a:gd name="T17" fmla="*/ 16 h 71"/>
                  <a:gd name="T18" fmla="*/ 75 w 89"/>
                  <a:gd name="T19" fmla="*/ 16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1"/>
                  <a:gd name="T32" fmla="*/ 89 w 8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1">
                    <a:moveTo>
                      <a:pt x="75" y="16"/>
                    </a:moveTo>
                    <a:lnTo>
                      <a:pt x="87" y="25"/>
                    </a:lnTo>
                    <a:lnTo>
                      <a:pt x="8" y="71"/>
                    </a:lnTo>
                    <a:lnTo>
                      <a:pt x="0" y="52"/>
                    </a:lnTo>
                    <a:lnTo>
                      <a:pt x="79" y="6"/>
                    </a:lnTo>
                    <a:lnTo>
                      <a:pt x="89" y="16"/>
                    </a:lnTo>
                    <a:lnTo>
                      <a:pt x="79" y="6"/>
                    </a:lnTo>
                    <a:lnTo>
                      <a:pt x="88" y="0"/>
                    </a:lnTo>
                    <a:lnTo>
                      <a:pt x="89" y="16"/>
                    </a:lnTo>
                    <a:lnTo>
                      <a:pt x="75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0" name="Freeform 272"/>
              <p:cNvSpPr>
                <a:spLocks/>
              </p:cNvSpPr>
              <p:nvPr/>
            </p:nvSpPr>
            <p:spPr bwMode="auto">
              <a:xfrm>
                <a:off x="2236" y="2738"/>
                <a:ext cx="37" cy="36"/>
              </a:xfrm>
              <a:custGeom>
                <a:avLst/>
                <a:gdLst>
                  <a:gd name="T0" fmla="*/ 29 w 37"/>
                  <a:gd name="T1" fmla="*/ 0 h 36"/>
                  <a:gd name="T2" fmla="*/ 37 w 37"/>
                  <a:gd name="T3" fmla="*/ 19 h 36"/>
                  <a:gd name="T4" fmla="*/ 8 w 37"/>
                  <a:gd name="T5" fmla="*/ 36 h 36"/>
                  <a:gd name="T6" fmla="*/ 0 w 37"/>
                  <a:gd name="T7" fmla="*/ 17 h 36"/>
                  <a:gd name="T8" fmla="*/ 29 w 37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6"/>
                  <a:gd name="T17" fmla="*/ 37 w 37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6">
                    <a:moveTo>
                      <a:pt x="29" y="0"/>
                    </a:moveTo>
                    <a:lnTo>
                      <a:pt x="37" y="19"/>
                    </a:lnTo>
                    <a:lnTo>
                      <a:pt x="8" y="36"/>
                    </a:lnTo>
                    <a:lnTo>
                      <a:pt x="0" y="1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1" name="Freeform 273"/>
              <p:cNvSpPr>
                <a:spLocks/>
              </p:cNvSpPr>
              <p:nvPr/>
            </p:nvSpPr>
            <p:spPr bwMode="auto">
              <a:xfrm>
                <a:off x="2150" y="2523"/>
                <a:ext cx="112" cy="230"/>
              </a:xfrm>
              <a:custGeom>
                <a:avLst/>
                <a:gdLst>
                  <a:gd name="T0" fmla="*/ 32 w 112"/>
                  <a:gd name="T1" fmla="*/ 0 h 230"/>
                  <a:gd name="T2" fmla="*/ 32 w 112"/>
                  <a:gd name="T3" fmla="*/ 0 h 230"/>
                  <a:gd name="T4" fmla="*/ 40 w 112"/>
                  <a:gd name="T5" fmla="*/ 27 h 230"/>
                  <a:gd name="T6" fmla="*/ 48 w 112"/>
                  <a:gd name="T7" fmla="*/ 56 h 230"/>
                  <a:gd name="T8" fmla="*/ 57 w 112"/>
                  <a:gd name="T9" fmla="*/ 84 h 230"/>
                  <a:gd name="T10" fmla="*/ 67 w 112"/>
                  <a:gd name="T11" fmla="*/ 109 h 230"/>
                  <a:gd name="T12" fmla="*/ 76 w 112"/>
                  <a:gd name="T13" fmla="*/ 136 h 230"/>
                  <a:gd name="T14" fmla="*/ 88 w 112"/>
                  <a:gd name="T15" fmla="*/ 163 h 230"/>
                  <a:gd name="T16" fmla="*/ 99 w 112"/>
                  <a:gd name="T17" fmla="*/ 187 h 230"/>
                  <a:gd name="T18" fmla="*/ 112 w 112"/>
                  <a:gd name="T19" fmla="*/ 213 h 230"/>
                  <a:gd name="T20" fmla="*/ 84 w 112"/>
                  <a:gd name="T21" fmla="*/ 230 h 230"/>
                  <a:gd name="T22" fmla="*/ 71 w 112"/>
                  <a:gd name="T23" fmla="*/ 204 h 230"/>
                  <a:gd name="T24" fmla="*/ 58 w 112"/>
                  <a:gd name="T25" fmla="*/ 176 h 230"/>
                  <a:gd name="T26" fmla="*/ 47 w 112"/>
                  <a:gd name="T27" fmla="*/ 150 h 230"/>
                  <a:gd name="T28" fmla="*/ 37 w 112"/>
                  <a:gd name="T29" fmla="*/ 122 h 230"/>
                  <a:gd name="T30" fmla="*/ 26 w 112"/>
                  <a:gd name="T31" fmla="*/ 94 h 230"/>
                  <a:gd name="T32" fmla="*/ 18 w 112"/>
                  <a:gd name="T33" fmla="*/ 64 h 230"/>
                  <a:gd name="T34" fmla="*/ 9 w 112"/>
                  <a:gd name="T35" fmla="*/ 34 h 230"/>
                  <a:gd name="T36" fmla="*/ 0 w 112"/>
                  <a:gd name="T37" fmla="*/ 4 h 230"/>
                  <a:gd name="T38" fmla="*/ 32 w 112"/>
                  <a:gd name="T39" fmla="*/ 0 h 2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30"/>
                  <a:gd name="T62" fmla="*/ 112 w 112"/>
                  <a:gd name="T63" fmla="*/ 230 h 23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30">
                    <a:moveTo>
                      <a:pt x="32" y="0"/>
                    </a:moveTo>
                    <a:lnTo>
                      <a:pt x="32" y="0"/>
                    </a:lnTo>
                    <a:lnTo>
                      <a:pt x="40" y="27"/>
                    </a:lnTo>
                    <a:lnTo>
                      <a:pt x="48" y="56"/>
                    </a:lnTo>
                    <a:lnTo>
                      <a:pt x="57" y="84"/>
                    </a:lnTo>
                    <a:lnTo>
                      <a:pt x="67" y="109"/>
                    </a:lnTo>
                    <a:lnTo>
                      <a:pt x="76" y="136"/>
                    </a:lnTo>
                    <a:lnTo>
                      <a:pt x="88" y="163"/>
                    </a:lnTo>
                    <a:lnTo>
                      <a:pt x="99" y="187"/>
                    </a:lnTo>
                    <a:lnTo>
                      <a:pt x="112" y="213"/>
                    </a:lnTo>
                    <a:lnTo>
                      <a:pt x="84" y="230"/>
                    </a:lnTo>
                    <a:lnTo>
                      <a:pt x="71" y="204"/>
                    </a:lnTo>
                    <a:lnTo>
                      <a:pt x="58" y="176"/>
                    </a:lnTo>
                    <a:lnTo>
                      <a:pt x="47" y="150"/>
                    </a:lnTo>
                    <a:lnTo>
                      <a:pt x="37" y="122"/>
                    </a:lnTo>
                    <a:lnTo>
                      <a:pt x="26" y="94"/>
                    </a:lnTo>
                    <a:lnTo>
                      <a:pt x="18" y="64"/>
                    </a:lnTo>
                    <a:lnTo>
                      <a:pt x="9" y="34"/>
                    </a:lnTo>
                    <a:lnTo>
                      <a:pt x="0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2" name="Freeform 274"/>
              <p:cNvSpPr>
                <a:spLocks/>
              </p:cNvSpPr>
              <p:nvPr/>
            </p:nvSpPr>
            <p:spPr bwMode="auto">
              <a:xfrm>
                <a:off x="2117" y="2318"/>
                <a:ext cx="61" cy="206"/>
              </a:xfrm>
              <a:custGeom>
                <a:avLst/>
                <a:gdLst>
                  <a:gd name="T0" fmla="*/ 33 w 61"/>
                  <a:gd name="T1" fmla="*/ 7 h 206"/>
                  <a:gd name="T2" fmla="*/ 36 w 61"/>
                  <a:gd name="T3" fmla="*/ 31 h 206"/>
                  <a:gd name="T4" fmla="*/ 38 w 61"/>
                  <a:gd name="T5" fmla="*/ 56 h 206"/>
                  <a:gd name="T6" fmla="*/ 40 w 61"/>
                  <a:gd name="T7" fmla="*/ 79 h 206"/>
                  <a:gd name="T8" fmla="*/ 43 w 61"/>
                  <a:gd name="T9" fmla="*/ 103 h 206"/>
                  <a:gd name="T10" fmla="*/ 46 w 61"/>
                  <a:gd name="T11" fmla="*/ 127 h 206"/>
                  <a:gd name="T12" fmla="*/ 51 w 61"/>
                  <a:gd name="T13" fmla="*/ 153 h 206"/>
                  <a:gd name="T14" fmla="*/ 56 w 61"/>
                  <a:gd name="T15" fmla="*/ 176 h 206"/>
                  <a:gd name="T16" fmla="*/ 61 w 61"/>
                  <a:gd name="T17" fmla="*/ 202 h 206"/>
                  <a:gd name="T18" fmla="*/ 30 w 61"/>
                  <a:gd name="T19" fmla="*/ 206 h 206"/>
                  <a:gd name="T20" fmla="*/ 24 w 61"/>
                  <a:gd name="T21" fmla="*/ 181 h 206"/>
                  <a:gd name="T22" fmla="*/ 18 w 61"/>
                  <a:gd name="T23" fmla="*/ 155 h 206"/>
                  <a:gd name="T24" fmla="*/ 14 w 61"/>
                  <a:gd name="T25" fmla="*/ 128 h 206"/>
                  <a:gd name="T26" fmla="*/ 11 w 61"/>
                  <a:gd name="T27" fmla="*/ 103 h 206"/>
                  <a:gd name="T28" fmla="*/ 7 w 61"/>
                  <a:gd name="T29" fmla="*/ 77 h 206"/>
                  <a:gd name="T30" fmla="*/ 5 w 61"/>
                  <a:gd name="T31" fmla="*/ 51 h 206"/>
                  <a:gd name="T32" fmla="*/ 2 w 61"/>
                  <a:gd name="T33" fmla="*/ 26 h 206"/>
                  <a:gd name="T34" fmla="*/ 0 w 61"/>
                  <a:gd name="T35" fmla="*/ 0 h 206"/>
                  <a:gd name="T36" fmla="*/ 33 w 61"/>
                  <a:gd name="T37" fmla="*/ 7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1"/>
                  <a:gd name="T58" fmla="*/ 0 h 206"/>
                  <a:gd name="T59" fmla="*/ 61 w 61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1" h="206">
                    <a:moveTo>
                      <a:pt x="33" y="7"/>
                    </a:moveTo>
                    <a:lnTo>
                      <a:pt x="36" y="31"/>
                    </a:lnTo>
                    <a:lnTo>
                      <a:pt x="38" y="56"/>
                    </a:lnTo>
                    <a:lnTo>
                      <a:pt x="40" y="79"/>
                    </a:lnTo>
                    <a:lnTo>
                      <a:pt x="43" y="103"/>
                    </a:lnTo>
                    <a:lnTo>
                      <a:pt x="46" y="127"/>
                    </a:lnTo>
                    <a:lnTo>
                      <a:pt x="51" y="153"/>
                    </a:lnTo>
                    <a:lnTo>
                      <a:pt x="56" y="176"/>
                    </a:lnTo>
                    <a:lnTo>
                      <a:pt x="61" y="202"/>
                    </a:lnTo>
                    <a:lnTo>
                      <a:pt x="30" y="206"/>
                    </a:lnTo>
                    <a:lnTo>
                      <a:pt x="24" y="181"/>
                    </a:lnTo>
                    <a:lnTo>
                      <a:pt x="18" y="155"/>
                    </a:lnTo>
                    <a:lnTo>
                      <a:pt x="14" y="128"/>
                    </a:lnTo>
                    <a:lnTo>
                      <a:pt x="11" y="103"/>
                    </a:lnTo>
                    <a:lnTo>
                      <a:pt x="7" y="77"/>
                    </a:lnTo>
                    <a:lnTo>
                      <a:pt x="5" y="51"/>
                    </a:lnTo>
                    <a:lnTo>
                      <a:pt x="2" y="26"/>
                    </a:lnTo>
                    <a:lnTo>
                      <a:pt x="0" y="0"/>
                    </a:lnTo>
                    <a:lnTo>
                      <a:pt x="33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3" name="Freeform 275"/>
              <p:cNvSpPr>
                <a:spLocks/>
              </p:cNvSpPr>
              <p:nvPr/>
            </p:nvSpPr>
            <p:spPr bwMode="auto">
              <a:xfrm>
                <a:off x="2113" y="2295"/>
                <a:ext cx="35" cy="28"/>
              </a:xfrm>
              <a:custGeom>
                <a:avLst/>
                <a:gdLst>
                  <a:gd name="T0" fmla="*/ 1 w 35"/>
                  <a:gd name="T1" fmla="*/ 22 h 28"/>
                  <a:gd name="T2" fmla="*/ 0 w 35"/>
                  <a:gd name="T3" fmla="*/ 0 h 28"/>
                  <a:gd name="T4" fmla="*/ 35 w 35"/>
                  <a:gd name="T5" fmla="*/ 6 h 28"/>
                  <a:gd name="T6" fmla="*/ 35 w 35"/>
                  <a:gd name="T7" fmla="*/ 28 h 28"/>
                  <a:gd name="T8" fmla="*/ 1 w 35"/>
                  <a:gd name="T9" fmla="*/ 2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1" y="22"/>
                    </a:moveTo>
                    <a:lnTo>
                      <a:pt x="0" y="0"/>
                    </a:lnTo>
                    <a:lnTo>
                      <a:pt x="35" y="6"/>
                    </a:lnTo>
                    <a:lnTo>
                      <a:pt x="35" y="28"/>
                    </a:lnTo>
                    <a:lnTo>
                      <a:pt x="1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4" name="Freeform 276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5" name="Freeform 277"/>
              <p:cNvSpPr>
                <a:spLocks/>
              </p:cNvSpPr>
              <p:nvPr/>
            </p:nvSpPr>
            <p:spPr bwMode="auto">
              <a:xfrm>
                <a:off x="2248" y="2635"/>
                <a:ext cx="34" cy="176"/>
              </a:xfrm>
              <a:custGeom>
                <a:avLst/>
                <a:gdLst>
                  <a:gd name="T0" fmla="*/ 31 w 34"/>
                  <a:gd name="T1" fmla="*/ 157 h 176"/>
                  <a:gd name="T2" fmla="*/ 23 w 34"/>
                  <a:gd name="T3" fmla="*/ 162 h 176"/>
                  <a:gd name="T4" fmla="*/ 0 w 34"/>
                  <a:gd name="T5" fmla="*/ 0 h 176"/>
                  <a:gd name="T6" fmla="*/ 8 w 34"/>
                  <a:gd name="T7" fmla="*/ 0 h 176"/>
                  <a:gd name="T8" fmla="*/ 32 w 34"/>
                  <a:gd name="T9" fmla="*/ 161 h 176"/>
                  <a:gd name="T10" fmla="*/ 25 w 34"/>
                  <a:gd name="T11" fmla="*/ 165 h 176"/>
                  <a:gd name="T12" fmla="*/ 32 w 34"/>
                  <a:gd name="T13" fmla="*/ 161 h 176"/>
                  <a:gd name="T14" fmla="*/ 34 w 34"/>
                  <a:gd name="T15" fmla="*/ 176 h 176"/>
                  <a:gd name="T16" fmla="*/ 25 w 34"/>
                  <a:gd name="T17" fmla="*/ 165 h 176"/>
                  <a:gd name="T18" fmla="*/ 31 w 34"/>
                  <a:gd name="T19" fmla="*/ 157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"/>
                  <a:gd name="T31" fmla="*/ 0 h 176"/>
                  <a:gd name="T32" fmla="*/ 34 w 3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" h="176">
                    <a:moveTo>
                      <a:pt x="31" y="157"/>
                    </a:moveTo>
                    <a:lnTo>
                      <a:pt x="23" y="16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2" y="161"/>
                    </a:lnTo>
                    <a:lnTo>
                      <a:pt x="25" y="165"/>
                    </a:lnTo>
                    <a:lnTo>
                      <a:pt x="32" y="161"/>
                    </a:lnTo>
                    <a:lnTo>
                      <a:pt x="34" y="176"/>
                    </a:lnTo>
                    <a:lnTo>
                      <a:pt x="25" y="165"/>
                    </a:lnTo>
                    <a:lnTo>
                      <a:pt x="31" y="15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6" name="Freeform 278"/>
              <p:cNvSpPr>
                <a:spLocks/>
              </p:cNvSpPr>
              <p:nvPr/>
            </p:nvSpPr>
            <p:spPr bwMode="auto">
              <a:xfrm>
                <a:off x="2165" y="2674"/>
                <a:ext cx="114" cy="125"/>
              </a:xfrm>
              <a:custGeom>
                <a:avLst/>
                <a:gdLst>
                  <a:gd name="T0" fmla="*/ 11 w 114"/>
                  <a:gd name="T1" fmla="*/ 11 h 125"/>
                  <a:gd name="T2" fmla="*/ 11 w 114"/>
                  <a:gd name="T3" fmla="*/ 2 h 125"/>
                  <a:gd name="T4" fmla="*/ 114 w 114"/>
                  <a:gd name="T5" fmla="*/ 116 h 125"/>
                  <a:gd name="T6" fmla="*/ 107 w 114"/>
                  <a:gd name="T7" fmla="*/ 125 h 125"/>
                  <a:gd name="T8" fmla="*/ 6 w 114"/>
                  <a:gd name="T9" fmla="*/ 9 h 125"/>
                  <a:gd name="T10" fmla="*/ 6 w 114"/>
                  <a:gd name="T11" fmla="*/ 0 h 125"/>
                  <a:gd name="T12" fmla="*/ 6 w 114"/>
                  <a:gd name="T13" fmla="*/ 9 h 125"/>
                  <a:gd name="T14" fmla="*/ 0 w 114"/>
                  <a:gd name="T15" fmla="*/ 4 h 125"/>
                  <a:gd name="T16" fmla="*/ 6 w 114"/>
                  <a:gd name="T17" fmla="*/ 0 h 125"/>
                  <a:gd name="T18" fmla="*/ 11 w 114"/>
                  <a:gd name="T19" fmla="*/ 11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4"/>
                  <a:gd name="T31" fmla="*/ 0 h 125"/>
                  <a:gd name="T32" fmla="*/ 114 w 114"/>
                  <a:gd name="T33" fmla="*/ 125 h 1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4" h="125">
                    <a:moveTo>
                      <a:pt x="11" y="11"/>
                    </a:moveTo>
                    <a:lnTo>
                      <a:pt x="11" y="2"/>
                    </a:lnTo>
                    <a:lnTo>
                      <a:pt x="114" y="116"/>
                    </a:lnTo>
                    <a:lnTo>
                      <a:pt x="107" y="125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7" name="Freeform 279"/>
              <p:cNvSpPr>
                <a:spLocks/>
              </p:cNvSpPr>
              <p:nvPr/>
            </p:nvSpPr>
            <p:spPr bwMode="auto">
              <a:xfrm>
                <a:off x="2169" y="2625"/>
                <a:ext cx="86" cy="60"/>
              </a:xfrm>
              <a:custGeom>
                <a:avLst/>
                <a:gdLst>
                  <a:gd name="T0" fmla="*/ 78 w 86"/>
                  <a:gd name="T1" fmla="*/ 8 h 60"/>
                  <a:gd name="T2" fmla="*/ 84 w 86"/>
                  <a:gd name="T3" fmla="*/ 14 h 60"/>
                  <a:gd name="T4" fmla="*/ 4 w 86"/>
                  <a:gd name="T5" fmla="*/ 60 h 60"/>
                  <a:gd name="T6" fmla="*/ 0 w 86"/>
                  <a:gd name="T7" fmla="*/ 49 h 60"/>
                  <a:gd name="T8" fmla="*/ 80 w 86"/>
                  <a:gd name="T9" fmla="*/ 3 h 60"/>
                  <a:gd name="T10" fmla="*/ 86 w 86"/>
                  <a:gd name="T11" fmla="*/ 8 h 60"/>
                  <a:gd name="T12" fmla="*/ 80 w 86"/>
                  <a:gd name="T13" fmla="*/ 3 h 60"/>
                  <a:gd name="T14" fmla="*/ 84 w 86"/>
                  <a:gd name="T15" fmla="*/ 0 h 60"/>
                  <a:gd name="T16" fmla="*/ 86 w 86"/>
                  <a:gd name="T17" fmla="*/ 8 h 60"/>
                  <a:gd name="T18" fmla="*/ 78 w 86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0"/>
                  <a:gd name="T32" fmla="*/ 86 w 86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0">
                    <a:moveTo>
                      <a:pt x="78" y="8"/>
                    </a:moveTo>
                    <a:lnTo>
                      <a:pt x="84" y="14"/>
                    </a:lnTo>
                    <a:lnTo>
                      <a:pt x="4" y="60"/>
                    </a:lnTo>
                    <a:lnTo>
                      <a:pt x="0" y="49"/>
                    </a:lnTo>
                    <a:lnTo>
                      <a:pt x="80" y="3"/>
                    </a:lnTo>
                    <a:lnTo>
                      <a:pt x="86" y="8"/>
                    </a:lnTo>
                    <a:lnTo>
                      <a:pt x="80" y="3"/>
                    </a:lnTo>
                    <a:lnTo>
                      <a:pt x="84" y="0"/>
                    </a:lnTo>
                    <a:lnTo>
                      <a:pt x="86" y="8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8" name="Freeform 280"/>
              <p:cNvSpPr>
                <a:spLocks/>
              </p:cNvSpPr>
              <p:nvPr/>
            </p:nvSpPr>
            <p:spPr bwMode="auto">
              <a:xfrm>
                <a:off x="2239" y="2738"/>
                <a:ext cx="32" cy="32"/>
              </a:xfrm>
              <a:custGeom>
                <a:avLst/>
                <a:gdLst>
                  <a:gd name="T0" fmla="*/ 25 w 32"/>
                  <a:gd name="T1" fmla="*/ 0 h 32"/>
                  <a:gd name="T2" fmla="*/ 32 w 32"/>
                  <a:gd name="T3" fmla="*/ 17 h 32"/>
                  <a:gd name="T4" fmla="*/ 10 w 32"/>
                  <a:gd name="T5" fmla="*/ 32 h 32"/>
                  <a:gd name="T6" fmla="*/ 0 w 32"/>
                  <a:gd name="T7" fmla="*/ 15 h 32"/>
                  <a:gd name="T8" fmla="*/ 25 w 3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25" y="0"/>
                    </a:moveTo>
                    <a:lnTo>
                      <a:pt x="32" y="17"/>
                    </a:lnTo>
                    <a:lnTo>
                      <a:pt x="10" y="32"/>
                    </a:lnTo>
                    <a:lnTo>
                      <a:pt x="0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59" name="Freeform 281"/>
              <p:cNvSpPr>
                <a:spLocks/>
              </p:cNvSpPr>
              <p:nvPr/>
            </p:nvSpPr>
            <p:spPr bwMode="auto">
              <a:xfrm>
                <a:off x="2154" y="2522"/>
                <a:ext cx="104" cy="231"/>
              </a:xfrm>
              <a:custGeom>
                <a:avLst/>
                <a:gdLst>
                  <a:gd name="T0" fmla="*/ 26 w 104"/>
                  <a:gd name="T1" fmla="*/ 0 h 231"/>
                  <a:gd name="T2" fmla="*/ 26 w 104"/>
                  <a:gd name="T3" fmla="*/ 0 h 231"/>
                  <a:gd name="T4" fmla="*/ 33 w 104"/>
                  <a:gd name="T5" fmla="*/ 30 h 231"/>
                  <a:gd name="T6" fmla="*/ 41 w 104"/>
                  <a:gd name="T7" fmla="*/ 57 h 231"/>
                  <a:gd name="T8" fmla="*/ 50 w 104"/>
                  <a:gd name="T9" fmla="*/ 85 h 231"/>
                  <a:gd name="T10" fmla="*/ 61 w 104"/>
                  <a:gd name="T11" fmla="*/ 111 h 231"/>
                  <a:gd name="T12" fmla="*/ 70 w 104"/>
                  <a:gd name="T13" fmla="*/ 139 h 231"/>
                  <a:gd name="T14" fmla="*/ 82 w 104"/>
                  <a:gd name="T15" fmla="*/ 166 h 231"/>
                  <a:gd name="T16" fmla="*/ 93 w 104"/>
                  <a:gd name="T17" fmla="*/ 190 h 231"/>
                  <a:gd name="T18" fmla="*/ 104 w 104"/>
                  <a:gd name="T19" fmla="*/ 215 h 231"/>
                  <a:gd name="T20" fmla="*/ 83 w 104"/>
                  <a:gd name="T21" fmla="*/ 231 h 231"/>
                  <a:gd name="T22" fmla="*/ 69 w 104"/>
                  <a:gd name="T23" fmla="*/ 205 h 231"/>
                  <a:gd name="T24" fmla="*/ 57 w 104"/>
                  <a:gd name="T25" fmla="*/ 176 h 231"/>
                  <a:gd name="T26" fmla="*/ 46 w 104"/>
                  <a:gd name="T27" fmla="*/ 150 h 231"/>
                  <a:gd name="T28" fmla="*/ 35 w 104"/>
                  <a:gd name="T29" fmla="*/ 122 h 231"/>
                  <a:gd name="T30" fmla="*/ 25 w 104"/>
                  <a:gd name="T31" fmla="*/ 93 h 231"/>
                  <a:gd name="T32" fmla="*/ 17 w 104"/>
                  <a:gd name="T33" fmla="*/ 64 h 231"/>
                  <a:gd name="T34" fmla="*/ 7 w 104"/>
                  <a:gd name="T35" fmla="*/ 35 h 231"/>
                  <a:gd name="T36" fmla="*/ 0 w 104"/>
                  <a:gd name="T37" fmla="*/ 5 h 231"/>
                  <a:gd name="T38" fmla="*/ 26 w 104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4"/>
                  <a:gd name="T61" fmla="*/ 0 h 231"/>
                  <a:gd name="T62" fmla="*/ 104 w 104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4" h="231">
                    <a:moveTo>
                      <a:pt x="26" y="0"/>
                    </a:moveTo>
                    <a:lnTo>
                      <a:pt x="26" y="0"/>
                    </a:lnTo>
                    <a:lnTo>
                      <a:pt x="33" y="30"/>
                    </a:lnTo>
                    <a:lnTo>
                      <a:pt x="41" y="57"/>
                    </a:lnTo>
                    <a:lnTo>
                      <a:pt x="50" y="85"/>
                    </a:lnTo>
                    <a:lnTo>
                      <a:pt x="61" y="111"/>
                    </a:lnTo>
                    <a:lnTo>
                      <a:pt x="70" y="139"/>
                    </a:lnTo>
                    <a:lnTo>
                      <a:pt x="82" y="166"/>
                    </a:lnTo>
                    <a:lnTo>
                      <a:pt x="93" y="190"/>
                    </a:lnTo>
                    <a:lnTo>
                      <a:pt x="104" y="215"/>
                    </a:lnTo>
                    <a:lnTo>
                      <a:pt x="83" y="231"/>
                    </a:lnTo>
                    <a:lnTo>
                      <a:pt x="69" y="205"/>
                    </a:lnTo>
                    <a:lnTo>
                      <a:pt x="57" y="176"/>
                    </a:lnTo>
                    <a:lnTo>
                      <a:pt x="46" y="150"/>
                    </a:lnTo>
                    <a:lnTo>
                      <a:pt x="35" y="122"/>
                    </a:lnTo>
                    <a:lnTo>
                      <a:pt x="25" y="93"/>
                    </a:lnTo>
                    <a:lnTo>
                      <a:pt x="17" y="64"/>
                    </a:lnTo>
                    <a:lnTo>
                      <a:pt x="7" y="35"/>
                    </a:lnTo>
                    <a:lnTo>
                      <a:pt x="0" y="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0" name="Freeform 282"/>
              <p:cNvSpPr>
                <a:spLocks/>
              </p:cNvSpPr>
              <p:nvPr/>
            </p:nvSpPr>
            <p:spPr bwMode="auto">
              <a:xfrm>
                <a:off x="2120" y="2320"/>
                <a:ext cx="55" cy="205"/>
              </a:xfrm>
              <a:custGeom>
                <a:avLst/>
                <a:gdLst>
                  <a:gd name="T0" fmla="*/ 29 w 55"/>
                  <a:gd name="T1" fmla="*/ 5 h 205"/>
                  <a:gd name="T2" fmla="*/ 30 w 55"/>
                  <a:gd name="T3" fmla="*/ 28 h 205"/>
                  <a:gd name="T4" fmla="*/ 31 w 55"/>
                  <a:gd name="T5" fmla="*/ 54 h 205"/>
                  <a:gd name="T6" fmla="*/ 34 w 55"/>
                  <a:gd name="T7" fmla="*/ 77 h 205"/>
                  <a:gd name="T8" fmla="*/ 37 w 55"/>
                  <a:gd name="T9" fmla="*/ 102 h 205"/>
                  <a:gd name="T10" fmla="*/ 40 w 55"/>
                  <a:gd name="T11" fmla="*/ 126 h 205"/>
                  <a:gd name="T12" fmla="*/ 44 w 55"/>
                  <a:gd name="T13" fmla="*/ 151 h 205"/>
                  <a:gd name="T14" fmla="*/ 51 w 55"/>
                  <a:gd name="T15" fmla="*/ 175 h 205"/>
                  <a:gd name="T16" fmla="*/ 55 w 55"/>
                  <a:gd name="T17" fmla="*/ 201 h 205"/>
                  <a:gd name="T18" fmla="*/ 29 w 55"/>
                  <a:gd name="T19" fmla="*/ 205 h 205"/>
                  <a:gd name="T20" fmla="*/ 23 w 55"/>
                  <a:gd name="T21" fmla="*/ 180 h 205"/>
                  <a:gd name="T22" fmla="*/ 18 w 55"/>
                  <a:gd name="T23" fmla="*/ 154 h 205"/>
                  <a:gd name="T24" fmla="*/ 13 w 55"/>
                  <a:gd name="T25" fmla="*/ 126 h 205"/>
                  <a:gd name="T26" fmla="*/ 9 w 55"/>
                  <a:gd name="T27" fmla="*/ 102 h 205"/>
                  <a:gd name="T28" fmla="*/ 6 w 55"/>
                  <a:gd name="T29" fmla="*/ 76 h 205"/>
                  <a:gd name="T30" fmla="*/ 4 w 55"/>
                  <a:gd name="T31" fmla="*/ 50 h 205"/>
                  <a:gd name="T32" fmla="*/ 2 w 55"/>
                  <a:gd name="T33" fmla="*/ 25 h 205"/>
                  <a:gd name="T34" fmla="*/ 0 w 55"/>
                  <a:gd name="T35" fmla="*/ 0 h 205"/>
                  <a:gd name="T36" fmla="*/ 29 w 55"/>
                  <a:gd name="T37" fmla="*/ 5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5"/>
                  <a:gd name="T58" fmla="*/ 0 h 205"/>
                  <a:gd name="T59" fmla="*/ 55 w 5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5" h="205">
                    <a:moveTo>
                      <a:pt x="29" y="5"/>
                    </a:moveTo>
                    <a:lnTo>
                      <a:pt x="30" y="28"/>
                    </a:lnTo>
                    <a:lnTo>
                      <a:pt x="31" y="54"/>
                    </a:lnTo>
                    <a:lnTo>
                      <a:pt x="34" y="77"/>
                    </a:lnTo>
                    <a:lnTo>
                      <a:pt x="37" y="102"/>
                    </a:lnTo>
                    <a:lnTo>
                      <a:pt x="40" y="126"/>
                    </a:lnTo>
                    <a:lnTo>
                      <a:pt x="44" y="151"/>
                    </a:lnTo>
                    <a:lnTo>
                      <a:pt x="51" y="175"/>
                    </a:lnTo>
                    <a:lnTo>
                      <a:pt x="55" y="201"/>
                    </a:lnTo>
                    <a:lnTo>
                      <a:pt x="29" y="205"/>
                    </a:lnTo>
                    <a:lnTo>
                      <a:pt x="23" y="180"/>
                    </a:lnTo>
                    <a:lnTo>
                      <a:pt x="18" y="154"/>
                    </a:lnTo>
                    <a:lnTo>
                      <a:pt x="13" y="126"/>
                    </a:lnTo>
                    <a:lnTo>
                      <a:pt x="9" y="102"/>
                    </a:lnTo>
                    <a:lnTo>
                      <a:pt x="6" y="76"/>
                    </a:lnTo>
                    <a:lnTo>
                      <a:pt x="4" y="50"/>
                    </a:lnTo>
                    <a:lnTo>
                      <a:pt x="2" y="25"/>
                    </a:lnTo>
                    <a:lnTo>
                      <a:pt x="0" y="0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1" name="Freeform 283"/>
              <p:cNvSpPr>
                <a:spLocks/>
              </p:cNvSpPr>
              <p:nvPr/>
            </p:nvSpPr>
            <p:spPr bwMode="auto">
              <a:xfrm>
                <a:off x="2115" y="2301"/>
                <a:ext cx="31" cy="22"/>
              </a:xfrm>
              <a:custGeom>
                <a:avLst/>
                <a:gdLst>
                  <a:gd name="T0" fmla="*/ 1 w 31"/>
                  <a:gd name="T1" fmla="*/ 18 h 22"/>
                  <a:gd name="T2" fmla="*/ 0 w 31"/>
                  <a:gd name="T3" fmla="*/ 0 h 22"/>
                  <a:gd name="T4" fmla="*/ 30 w 31"/>
                  <a:gd name="T5" fmla="*/ 4 h 22"/>
                  <a:gd name="T6" fmla="*/ 31 w 31"/>
                  <a:gd name="T7" fmla="*/ 22 h 22"/>
                  <a:gd name="T8" fmla="*/ 1 w 31"/>
                  <a:gd name="T9" fmla="*/ 1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2"/>
                  <a:gd name="T17" fmla="*/ 31 w 31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2">
                    <a:moveTo>
                      <a:pt x="1" y="18"/>
                    </a:moveTo>
                    <a:lnTo>
                      <a:pt x="0" y="0"/>
                    </a:lnTo>
                    <a:lnTo>
                      <a:pt x="30" y="4"/>
                    </a:lnTo>
                    <a:lnTo>
                      <a:pt x="31" y="22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2" name="Freeform 284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3" name="Freeform 285"/>
              <p:cNvSpPr>
                <a:spLocks/>
              </p:cNvSpPr>
              <p:nvPr/>
            </p:nvSpPr>
            <p:spPr bwMode="auto">
              <a:xfrm>
                <a:off x="2259" y="2665"/>
                <a:ext cx="48" cy="188"/>
              </a:xfrm>
              <a:custGeom>
                <a:avLst/>
                <a:gdLst>
                  <a:gd name="T0" fmla="*/ 41 w 48"/>
                  <a:gd name="T1" fmla="*/ 156 h 188"/>
                  <a:gd name="T2" fmla="*/ 29 w 48"/>
                  <a:gd name="T3" fmla="*/ 165 h 188"/>
                  <a:gd name="T4" fmla="*/ 0 w 48"/>
                  <a:gd name="T5" fmla="*/ 1 h 188"/>
                  <a:gd name="T6" fmla="*/ 15 w 48"/>
                  <a:gd name="T7" fmla="*/ 0 h 188"/>
                  <a:gd name="T8" fmla="*/ 44 w 48"/>
                  <a:gd name="T9" fmla="*/ 164 h 188"/>
                  <a:gd name="T10" fmla="*/ 32 w 48"/>
                  <a:gd name="T11" fmla="*/ 171 h 188"/>
                  <a:gd name="T12" fmla="*/ 44 w 48"/>
                  <a:gd name="T13" fmla="*/ 164 h 188"/>
                  <a:gd name="T14" fmla="*/ 48 w 48"/>
                  <a:gd name="T15" fmla="*/ 188 h 188"/>
                  <a:gd name="T16" fmla="*/ 32 w 48"/>
                  <a:gd name="T17" fmla="*/ 171 h 188"/>
                  <a:gd name="T18" fmla="*/ 41 w 48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8"/>
                  <a:gd name="T31" fmla="*/ 0 h 188"/>
                  <a:gd name="T32" fmla="*/ 48 w 48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8" h="188">
                    <a:moveTo>
                      <a:pt x="41" y="156"/>
                    </a:moveTo>
                    <a:lnTo>
                      <a:pt x="29" y="165"/>
                    </a:lnTo>
                    <a:lnTo>
                      <a:pt x="0" y="1"/>
                    </a:lnTo>
                    <a:lnTo>
                      <a:pt x="15" y="0"/>
                    </a:lnTo>
                    <a:lnTo>
                      <a:pt x="44" y="164"/>
                    </a:lnTo>
                    <a:lnTo>
                      <a:pt x="32" y="171"/>
                    </a:lnTo>
                    <a:lnTo>
                      <a:pt x="44" y="164"/>
                    </a:lnTo>
                    <a:lnTo>
                      <a:pt x="48" y="188"/>
                    </a:lnTo>
                    <a:lnTo>
                      <a:pt x="32" y="171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4" name="Freeform 286"/>
              <p:cNvSpPr>
                <a:spLocks/>
              </p:cNvSpPr>
              <p:nvPr/>
            </p:nvSpPr>
            <p:spPr bwMode="auto">
              <a:xfrm>
                <a:off x="2177" y="2710"/>
                <a:ext cx="123" cy="126"/>
              </a:xfrm>
              <a:custGeom>
                <a:avLst/>
                <a:gdLst>
                  <a:gd name="T0" fmla="*/ 18 w 123"/>
                  <a:gd name="T1" fmla="*/ 19 h 126"/>
                  <a:gd name="T2" fmla="*/ 18 w 123"/>
                  <a:gd name="T3" fmla="*/ 2 h 126"/>
                  <a:gd name="T4" fmla="*/ 123 w 123"/>
                  <a:gd name="T5" fmla="*/ 113 h 126"/>
                  <a:gd name="T6" fmla="*/ 114 w 123"/>
                  <a:gd name="T7" fmla="*/ 126 h 126"/>
                  <a:gd name="T8" fmla="*/ 11 w 123"/>
                  <a:gd name="T9" fmla="*/ 17 h 126"/>
                  <a:gd name="T10" fmla="*/ 9 w 123"/>
                  <a:gd name="T11" fmla="*/ 0 h 126"/>
                  <a:gd name="T12" fmla="*/ 11 w 123"/>
                  <a:gd name="T13" fmla="*/ 17 h 126"/>
                  <a:gd name="T14" fmla="*/ 0 w 123"/>
                  <a:gd name="T15" fmla="*/ 7 h 126"/>
                  <a:gd name="T16" fmla="*/ 9 w 123"/>
                  <a:gd name="T17" fmla="*/ 0 h 126"/>
                  <a:gd name="T18" fmla="*/ 18 w 123"/>
                  <a:gd name="T19" fmla="*/ 19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6"/>
                  <a:gd name="T32" fmla="*/ 123 w 123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6">
                    <a:moveTo>
                      <a:pt x="18" y="19"/>
                    </a:moveTo>
                    <a:lnTo>
                      <a:pt x="18" y="2"/>
                    </a:lnTo>
                    <a:lnTo>
                      <a:pt x="123" y="113"/>
                    </a:lnTo>
                    <a:lnTo>
                      <a:pt x="114" y="126"/>
                    </a:lnTo>
                    <a:lnTo>
                      <a:pt x="11" y="17"/>
                    </a:lnTo>
                    <a:lnTo>
                      <a:pt x="9" y="0"/>
                    </a:lnTo>
                    <a:lnTo>
                      <a:pt x="11" y="17"/>
                    </a:lnTo>
                    <a:lnTo>
                      <a:pt x="0" y="7"/>
                    </a:lnTo>
                    <a:lnTo>
                      <a:pt x="9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5" name="Freeform 287"/>
              <p:cNvSpPr>
                <a:spLocks/>
              </p:cNvSpPr>
              <p:nvPr/>
            </p:nvSpPr>
            <p:spPr bwMode="auto">
              <a:xfrm>
                <a:off x="2184" y="2649"/>
                <a:ext cx="88" cy="79"/>
              </a:xfrm>
              <a:custGeom>
                <a:avLst/>
                <a:gdLst>
                  <a:gd name="T0" fmla="*/ 73 w 88"/>
                  <a:gd name="T1" fmla="*/ 17 h 79"/>
                  <a:gd name="T2" fmla="*/ 86 w 88"/>
                  <a:gd name="T3" fmla="*/ 26 h 79"/>
                  <a:gd name="T4" fmla="*/ 8 w 88"/>
                  <a:gd name="T5" fmla="*/ 79 h 79"/>
                  <a:gd name="T6" fmla="*/ 0 w 88"/>
                  <a:gd name="T7" fmla="*/ 60 h 79"/>
                  <a:gd name="T8" fmla="*/ 76 w 88"/>
                  <a:gd name="T9" fmla="*/ 7 h 79"/>
                  <a:gd name="T10" fmla="*/ 88 w 88"/>
                  <a:gd name="T11" fmla="*/ 16 h 79"/>
                  <a:gd name="T12" fmla="*/ 76 w 88"/>
                  <a:gd name="T13" fmla="*/ 7 h 79"/>
                  <a:gd name="T14" fmla="*/ 86 w 88"/>
                  <a:gd name="T15" fmla="*/ 0 h 79"/>
                  <a:gd name="T16" fmla="*/ 88 w 88"/>
                  <a:gd name="T17" fmla="*/ 16 h 79"/>
                  <a:gd name="T18" fmla="*/ 73 w 88"/>
                  <a:gd name="T19" fmla="*/ 17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73" y="17"/>
                    </a:moveTo>
                    <a:lnTo>
                      <a:pt x="86" y="26"/>
                    </a:lnTo>
                    <a:lnTo>
                      <a:pt x="8" y="79"/>
                    </a:lnTo>
                    <a:lnTo>
                      <a:pt x="0" y="60"/>
                    </a:lnTo>
                    <a:lnTo>
                      <a:pt x="76" y="7"/>
                    </a:lnTo>
                    <a:lnTo>
                      <a:pt x="88" y="16"/>
                    </a:lnTo>
                    <a:lnTo>
                      <a:pt x="76" y="7"/>
                    </a:lnTo>
                    <a:lnTo>
                      <a:pt x="86" y="0"/>
                    </a:lnTo>
                    <a:lnTo>
                      <a:pt x="88" y="16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6" name="Freeform 288"/>
              <p:cNvSpPr>
                <a:spLocks/>
              </p:cNvSpPr>
              <p:nvPr/>
            </p:nvSpPr>
            <p:spPr bwMode="auto">
              <a:xfrm>
                <a:off x="2255" y="2771"/>
                <a:ext cx="38" cy="40"/>
              </a:xfrm>
              <a:custGeom>
                <a:avLst/>
                <a:gdLst>
                  <a:gd name="T0" fmla="*/ 27 w 38"/>
                  <a:gd name="T1" fmla="*/ 0 h 40"/>
                  <a:gd name="T2" fmla="*/ 38 w 38"/>
                  <a:gd name="T3" fmla="*/ 19 h 40"/>
                  <a:gd name="T4" fmla="*/ 11 w 38"/>
                  <a:gd name="T5" fmla="*/ 40 h 40"/>
                  <a:gd name="T6" fmla="*/ 0 w 38"/>
                  <a:gd name="T7" fmla="*/ 20 h 40"/>
                  <a:gd name="T8" fmla="*/ 27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0"/>
                  <a:gd name="T17" fmla="*/ 38 w 3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0">
                    <a:moveTo>
                      <a:pt x="27" y="0"/>
                    </a:moveTo>
                    <a:lnTo>
                      <a:pt x="38" y="19"/>
                    </a:lnTo>
                    <a:lnTo>
                      <a:pt x="11" y="40"/>
                    </a:lnTo>
                    <a:lnTo>
                      <a:pt x="0" y="2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7" name="Freeform 289"/>
              <p:cNvSpPr>
                <a:spLocks/>
              </p:cNvSpPr>
              <p:nvPr/>
            </p:nvSpPr>
            <p:spPr bwMode="auto">
              <a:xfrm>
                <a:off x="2163" y="2558"/>
                <a:ext cx="117" cy="231"/>
              </a:xfrm>
              <a:custGeom>
                <a:avLst/>
                <a:gdLst>
                  <a:gd name="T0" fmla="*/ 31 w 117"/>
                  <a:gd name="T1" fmla="*/ 0 h 231"/>
                  <a:gd name="T2" fmla="*/ 31 w 117"/>
                  <a:gd name="T3" fmla="*/ 0 h 231"/>
                  <a:gd name="T4" fmla="*/ 40 w 117"/>
                  <a:gd name="T5" fmla="*/ 28 h 231"/>
                  <a:gd name="T6" fmla="*/ 49 w 117"/>
                  <a:gd name="T7" fmla="*/ 57 h 231"/>
                  <a:gd name="T8" fmla="*/ 58 w 117"/>
                  <a:gd name="T9" fmla="*/ 84 h 231"/>
                  <a:gd name="T10" fmla="*/ 70 w 117"/>
                  <a:gd name="T11" fmla="*/ 111 h 231"/>
                  <a:gd name="T12" fmla="*/ 79 w 117"/>
                  <a:gd name="T13" fmla="*/ 137 h 231"/>
                  <a:gd name="T14" fmla="*/ 92 w 117"/>
                  <a:gd name="T15" fmla="*/ 162 h 231"/>
                  <a:gd name="T16" fmla="*/ 104 w 117"/>
                  <a:gd name="T17" fmla="*/ 187 h 231"/>
                  <a:gd name="T18" fmla="*/ 117 w 117"/>
                  <a:gd name="T19" fmla="*/ 212 h 231"/>
                  <a:gd name="T20" fmla="*/ 92 w 117"/>
                  <a:gd name="T21" fmla="*/ 231 h 231"/>
                  <a:gd name="T22" fmla="*/ 78 w 117"/>
                  <a:gd name="T23" fmla="*/ 206 h 231"/>
                  <a:gd name="T24" fmla="*/ 64 w 117"/>
                  <a:gd name="T25" fmla="*/ 180 h 231"/>
                  <a:gd name="T26" fmla="*/ 52 w 117"/>
                  <a:gd name="T27" fmla="*/ 153 h 231"/>
                  <a:gd name="T28" fmla="*/ 40 w 117"/>
                  <a:gd name="T29" fmla="*/ 124 h 231"/>
                  <a:gd name="T30" fmla="*/ 29 w 117"/>
                  <a:gd name="T31" fmla="*/ 97 h 231"/>
                  <a:gd name="T32" fmla="*/ 18 w 117"/>
                  <a:gd name="T33" fmla="*/ 67 h 231"/>
                  <a:gd name="T34" fmla="*/ 9 w 117"/>
                  <a:gd name="T35" fmla="*/ 39 h 231"/>
                  <a:gd name="T36" fmla="*/ 0 w 117"/>
                  <a:gd name="T37" fmla="*/ 9 h 231"/>
                  <a:gd name="T38" fmla="*/ 31 w 117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7"/>
                  <a:gd name="T61" fmla="*/ 0 h 231"/>
                  <a:gd name="T62" fmla="*/ 117 w 117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7" h="231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49" y="57"/>
                    </a:lnTo>
                    <a:lnTo>
                      <a:pt x="58" y="84"/>
                    </a:lnTo>
                    <a:lnTo>
                      <a:pt x="70" y="111"/>
                    </a:lnTo>
                    <a:lnTo>
                      <a:pt x="79" y="137"/>
                    </a:lnTo>
                    <a:lnTo>
                      <a:pt x="92" y="162"/>
                    </a:lnTo>
                    <a:lnTo>
                      <a:pt x="104" y="187"/>
                    </a:lnTo>
                    <a:lnTo>
                      <a:pt x="117" y="212"/>
                    </a:lnTo>
                    <a:lnTo>
                      <a:pt x="92" y="231"/>
                    </a:lnTo>
                    <a:lnTo>
                      <a:pt x="78" y="206"/>
                    </a:lnTo>
                    <a:lnTo>
                      <a:pt x="64" y="180"/>
                    </a:lnTo>
                    <a:lnTo>
                      <a:pt x="52" y="153"/>
                    </a:lnTo>
                    <a:lnTo>
                      <a:pt x="40" y="124"/>
                    </a:lnTo>
                    <a:lnTo>
                      <a:pt x="29" y="97"/>
                    </a:lnTo>
                    <a:lnTo>
                      <a:pt x="18" y="67"/>
                    </a:lnTo>
                    <a:lnTo>
                      <a:pt x="9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8" name="Freeform 290"/>
              <p:cNvSpPr>
                <a:spLocks/>
              </p:cNvSpPr>
              <p:nvPr/>
            </p:nvSpPr>
            <p:spPr bwMode="auto">
              <a:xfrm>
                <a:off x="2123" y="2358"/>
                <a:ext cx="67" cy="207"/>
              </a:xfrm>
              <a:custGeom>
                <a:avLst/>
                <a:gdLst>
                  <a:gd name="T0" fmla="*/ 31 w 67"/>
                  <a:gd name="T1" fmla="*/ 4 h 207"/>
                  <a:gd name="T2" fmla="*/ 34 w 67"/>
                  <a:gd name="T3" fmla="*/ 27 h 207"/>
                  <a:gd name="T4" fmla="*/ 37 w 67"/>
                  <a:gd name="T5" fmla="*/ 51 h 207"/>
                  <a:gd name="T6" fmla="*/ 40 w 67"/>
                  <a:gd name="T7" fmla="*/ 77 h 207"/>
                  <a:gd name="T8" fmla="*/ 45 w 67"/>
                  <a:gd name="T9" fmla="*/ 101 h 207"/>
                  <a:gd name="T10" fmla="*/ 49 w 67"/>
                  <a:gd name="T11" fmla="*/ 125 h 207"/>
                  <a:gd name="T12" fmla="*/ 55 w 67"/>
                  <a:gd name="T13" fmla="*/ 150 h 207"/>
                  <a:gd name="T14" fmla="*/ 61 w 67"/>
                  <a:gd name="T15" fmla="*/ 175 h 207"/>
                  <a:gd name="T16" fmla="*/ 67 w 67"/>
                  <a:gd name="T17" fmla="*/ 199 h 207"/>
                  <a:gd name="T18" fmla="*/ 37 w 67"/>
                  <a:gd name="T19" fmla="*/ 207 h 207"/>
                  <a:gd name="T20" fmla="*/ 31 w 67"/>
                  <a:gd name="T21" fmla="*/ 180 h 207"/>
                  <a:gd name="T22" fmla="*/ 23 w 67"/>
                  <a:gd name="T23" fmla="*/ 153 h 207"/>
                  <a:gd name="T24" fmla="*/ 18 w 67"/>
                  <a:gd name="T25" fmla="*/ 128 h 207"/>
                  <a:gd name="T26" fmla="*/ 11 w 67"/>
                  <a:gd name="T27" fmla="*/ 102 h 207"/>
                  <a:gd name="T28" fmla="*/ 8 w 67"/>
                  <a:gd name="T29" fmla="*/ 77 h 207"/>
                  <a:gd name="T30" fmla="*/ 4 w 67"/>
                  <a:gd name="T31" fmla="*/ 51 h 207"/>
                  <a:gd name="T32" fmla="*/ 1 w 67"/>
                  <a:gd name="T33" fmla="*/ 24 h 207"/>
                  <a:gd name="T34" fmla="*/ 0 w 67"/>
                  <a:gd name="T35" fmla="*/ 0 h 207"/>
                  <a:gd name="T36" fmla="*/ 31 w 67"/>
                  <a:gd name="T37" fmla="*/ 4 h 2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7"/>
                  <a:gd name="T58" fmla="*/ 0 h 207"/>
                  <a:gd name="T59" fmla="*/ 67 w 67"/>
                  <a:gd name="T60" fmla="*/ 207 h 2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7" h="207">
                    <a:moveTo>
                      <a:pt x="31" y="4"/>
                    </a:moveTo>
                    <a:lnTo>
                      <a:pt x="34" y="27"/>
                    </a:lnTo>
                    <a:lnTo>
                      <a:pt x="37" y="51"/>
                    </a:lnTo>
                    <a:lnTo>
                      <a:pt x="40" y="77"/>
                    </a:lnTo>
                    <a:lnTo>
                      <a:pt x="45" y="101"/>
                    </a:lnTo>
                    <a:lnTo>
                      <a:pt x="49" y="125"/>
                    </a:lnTo>
                    <a:lnTo>
                      <a:pt x="55" y="150"/>
                    </a:lnTo>
                    <a:lnTo>
                      <a:pt x="61" y="175"/>
                    </a:lnTo>
                    <a:lnTo>
                      <a:pt x="67" y="199"/>
                    </a:lnTo>
                    <a:lnTo>
                      <a:pt x="37" y="207"/>
                    </a:lnTo>
                    <a:lnTo>
                      <a:pt x="31" y="180"/>
                    </a:lnTo>
                    <a:lnTo>
                      <a:pt x="23" y="153"/>
                    </a:lnTo>
                    <a:lnTo>
                      <a:pt x="18" y="128"/>
                    </a:lnTo>
                    <a:lnTo>
                      <a:pt x="11" y="102"/>
                    </a:lnTo>
                    <a:lnTo>
                      <a:pt x="8" y="77"/>
                    </a:lnTo>
                    <a:lnTo>
                      <a:pt x="4" y="51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69" name="Freeform 291"/>
              <p:cNvSpPr>
                <a:spLocks/>
              </p:cNvSpPr>
              <p:nvPr/>
            </p:nvSpPr>
            <p:spPr bwMode="auto">
              <a:xfrm>
                <a:off x="2118" y="2334"/>
                <a:ext cx="36" cy="27"/>
              </a:xfrm>
              <a:custGeom>
                <a:avLst/>
                <a:gdLst>
                  <a:gd name="T0" fmla="*/ 2 w 36"/>
                  <a:gd name="T1" fmla="*/ 23 h 27"/>
                  <a:gd name="T2" fmla="*/ 0 w 36"/>
                  <a:gd name="T3" fmla="*/ 0 h 27"/>
                  <a:gd name="T4" fmla="*/ 33 w 36"/>
                  <a:gd name="T5" fmla="*/ 4 h 27"/>
                  <a:gd name="T6" fmla="*/ 36 w 36"/>
                  <a:gd name="T7" fmla="*/ 27 h 27"/>
                  <a:gd name="T8" fmla="*/ 2 w 36"/>
                  <a:gd name="T9" fmla="*/ 2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2" y="23"/>
                    </a:moveTo>
                    <a:lnTo>
                      <a:pt x="0" y="0"/>
                    </a:lnTo>
                    <a:lnTo>
                      <a:pt x="33" y="4"/>
                    </a:lnTo>
                    <a:lnTo>
                      <a:pt x="36" y="27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0" name="Freeform 292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1" name="Freeform 293"/>
              <p:cNvSpPr>
                <a:spLocks/>
              </p:cNvSpPr>
              <p:nvPr/>
            </p:nvSpPr>
            <p:spPr bwMode="auto">
              <a:xfrm>
                <a:off x="2263" y="2666"/>
                <a:ext cx="40" cy="178"/>
              </a:xfrm>
              <a:custGeom>
                <a:avLst/>
                <a:gdLst>
                  <a:gd name="T0" fmla="*/ 36 w 40"/>
                  <a:gd name="T1" fmla="*/ 158 h 178"/>
                  <a:gd name="T2" fmla="*/ 28 w 40"/>
                  <a:gd name="T3" fmla="*/ 163 h 178"/>
                  <a:gd name="T4" fmla="*/ 0 w 40"/>
                  <a:gd name="T5" fmla="*/ 0 h 178"/>
                  <a:gd name="T6" fmla="*/ 8 w 40"/>
                  <a:gd name="T7" fmla="*/ 0 h 178"/>
                  <a:gd name="T8" fmla="*/ 38 w 40"/>
                  <a:gd name="T9" fmla="*/ 163 h 178"/>
                  <a:gd name="T10" fmla="*/ 32 w 40"/>
                  <a:gd name="T11" fmla="*/ 167 h 178"/>
                  <a:gd name="T12" fmla="*/ 38 w 40"/>
                  <a:gd name="T13" fmla="*/ 163 h 178"/>
                  <a:gd name="T14" fmla="*/ 40 w 40"/>
                  <a:gd name="T15" fmla="*/ 178 h 178"/>
                  <a:gd name="T16" fmla="*/ 32 w 40"/>
                  <a:gd name="T17" fmla="*/ 167 h 178"/>
                  <a:gd name="T18" fmla="*/ 36 w 40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78"/>
                  <a:gd name="T32" fmla="*/ 40 w 40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78">
                    <a:moveTo>
                      <a:pt x="36" y="158"/>
                    </a:moveTo>
                    <a:lnTo>
                      <a:pt x="28" y="163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8" y="163"/>
                    </a:lnTo>
                    <a:lnTo>
                      <a:pt x="32" y="167"/>
                    </a:lnTo>
                    <a:lnTo>
                      <a:pt x="38" y="163"/>
                    </a:lnTo>
                    <a:lnTo>
                      <a:pt x="40" y="178"/>
                    </a:lnTo>
                    <a:lnTo>
                      <a:pt x="32" y="167"/>
                    </a:lnTo>
                    <a:lnTo>
                      <a:pt x="36" y="15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2" name="Freeform 294"/>
              <p:cNvSpPr>
                <a:spLocks/>
              </p:cNvSpPr>
              <p:nvPr/>
            </p:nvSpPr>
            <p:spPr bwMode="auto">
              <a:xfrm>
                <a:off x="2184" y="2711"/>
                <a:ext cx="115" cy="120"/>
              </a:xfrm>
              <a:custGeom>
                <a:avLst/>
                <a:gdLst>
                  <a:gd name="T0" fmla="*/ 10 w 115"/>
                  <a:gd name="T1" fmla="*/ 12 h 120"/>
                  <a:gd name="T2" fmla="*/ 10 w 115"/>
                  <a:gd name="T3" fmla="*/ 1 h 120"/>
                  <a:gd name="T4" fmla="*/ 115 w 115"/>
                  <a:gd name="T5" fmla="*/ 112 h 120"/>
                  <a:gd name="T6" fmla="*/ 111 w 115"/>
                  <a:gd name="T7" fmla="*/ 120 h 120"/>
                  <a:gd name="T8" fmla="*/ 5 w 115"/>
                  <a:gd name="T9" fmla="*/ 9 h 120"/>
                  <a:gd name="T10" fmla="*/ 5 w 115"/>
                  <a:gd name="T11" fmla="*/ 0 h 120"/>
                  <a:gd name="T12" fmla="*/ 5 w 115"/>
                  <a:gd name="T13" fmla="*/ 9 h 120"/>
                  <a:gd name="T14" fmla="*/ 0 w 115"/>
                  <a:gd name="T15" fmla="*/ 3 h 120"/>
                  <a:gd name="T16" fmla="*/ 5 w 115"/>
                  <a:gd name="T17" fmla="*/ 0 h 120"/>
                  <a:gd name="T18" fmla="*/ 10 w 115"/>
                  <a:gd name="T19" fmla="*/ 1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0"/>
                  <a:gd name="T32" fmla="*/ 115 w 115"/>
                  <a:gd name="T33" fmla="*/ 120 h 1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0">
                    <a:moveTo>
                      <a:pt x="10" y="12"/>
                    </a:moveTo>
                    <a:lnTo>
                      <a:pt x="10" y="1"/>
                    </a:lnTo>
                    <a:lnTo>
                      <a:pt x="115" y="112"/>
                    </a:lnTo>
                    <a:lnTo>
                      <a:pt x="111" y="12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5" y="9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3" name="Freeform 295"/>
              <p:cNvSpPr>
                <a:spLocks/>
              </p:cNvSpPr>
              <p:nvPr/>
            </p:nvSpPr>
            <p:spPr bwMode="auto">
              <a:xfrm>
                <a:off x="2185" y="2657"/>
                <a:ext cx="84" cy="67"/>
              </a:xfrm>
              <a:custGeom>
                <a:avLst/>
                <a:gdLst>
                  <a:gd name="T0" fmla="*/ 75 w 84"/>
                  <a:gd name="T1" fmla="*/ 8 h 67"/>
                  <a:gd name="T2" fmla="*/ 82 w 84"/>
                  <a:gd name="T3" fmla="*/ 15 h 67"/>
                  <a:gd name="T4" fmla="*/ 5 w 84"/>
                  <a:gd name="T5" fmla="*/ 67 h 67"/>
                  <a:gd name="T6" fmla="*/ 0 w 84"/>
                  <a:gd name="T7" fmla="*/ 56 h 67"/>
                  <a:gd name="T8" fmla="*/ 75 w 84"/>
                  <a:gd name="T9" fmla="*/ 3 h 67"/>
                  <a:gd name="T10" fmla="*/ 84 w 84"/>
                  <a:gd name="T11" fmla="*/ 8 h 67"/>
                  <a:gd name="T12" fmla="*/ 75 w 84"/>
                  <a:gd name="T13" fmla="*/ 3 h 67"/>
                  <a:gd name="T14" fmla="*/ 82 w 84"/>
                  <a:gd name="T15" fmla="*/ 0 h 67"/>
                  <a:gd name="T16" fmla="*/ 84 w 84"/>
                  <a:gd name="T17" fmla="*/ 8 h 67"/>
                  <a:gd name="T18" fmla="*/ 75 w 84"/>
                  <a:gd name="T19" fmla="*/ 8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7"/>
                  <a:gd name="T32" fmla="*/ 84 w 84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7">
                    <a:moveTo>
                      <a:pt x="75" y="8"/>
                    </a:moveTo>
                    <a:lnTo>
                      <a:pt x="82" y="15"/>
                    </a:lnTo>
                    <a:lnTo>
                      <a:pt x="5" y="67"/>
                    </a:lnTo>
                    <a:lnTo>
                      <a:pt x="0" y="56"/>
                    </a:lnTo>
                    <a:lnTo>
                      <a:pt x="75" y="3"/>
                    </a:lnTo>
                    <a:lnTo>
                      <a:pt x="84" y="8"/>
                    </a:lnTo>
                    <a:lnTo>
                      <a:pt x="75" y="3"/>
                    </a:lnTo>
                    <a:lnTo>
                      <a:pt x="82" y="0"/>
                    </a:lnTo>
                    <a:lnTo>
                      <a:pt x="84" y="8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4" name="Freeform 296"/>
              <p:cNvSpPr>
                <a:spLocks/>
              </p:cNvSpPr>
              <p:nvPr/>
            </p:nvSpPr>
            <p:spPr bwMode="auto">
              <a:xfrm>
                <a:off x="2250" y="2758"/>
                <a:ext cx="30" cy="32"/>
              </a:xfrm>
              <a:custGeom>
                <a:avLst/>
                <a:gdLst>
                  <a:gd name="T0" fmla="*/ 20 w 30"/>
                  <a:gd name="T1" fmla="*/ 0 h 32"/>
                  <a:gd name="T2" fmla="*/ 30 w 30"/>
                  <a:gd name="T3" fmla="*/ 15 h 32"/>
                  <a:gd name="T4" fmla="*/ 9 w 30"/>
                  <a:gd name="T5" fmla="*/ 32 h 32"/>
                  <a:gd name="T6" fmla="*/ 0 w 30"/>
                  <a:gd name="T7" fmla="*/ 15 h 32"/>
                  <a:gd name="T8" fmla="*/ 20 w 30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2"/>
                  <a:gd name="T17" fmla="*/ 30 w 30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2">
                    <a:moveTo>
                      <a:pt x="20" y="0"/>
                    </a:moveTo>
                    <a:lnTo>
                      <a:pt x="30" y="15"/>
                    </a:lnTo>
                    <a:lnTo>
                      <a:pt x="9" y="32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5" name="Freeform 297"/>
              <p:cNvSpPr>
                <a:spLocks/>
              </p:cNvSpPr>
              <p:nvPr/>
            </p:nvSpPr>
            <p:spPr bwMode="auto">
              <a:xfrm>
                <a:off x="2157" y="2547"/>
                <a:ext cx="112" cy="229"/>
              </a:xfrm>
              <a:custGeom>
                <a:avLst/>
                <a:gdLst>
                  <a:gd name="T0" fmla="*/ 25 w 112"/>
                  <a:gd name="T1" fmla="*/ 0 h 229"/>
                  <a:gd name="T2" fmla="*/ 25 w 112"/>
                  <a:gd name="T3" fmla="*/ 0 h 229"/>
                  <a:gd name="T4" fmla="*/ 35 w 112"/>
                  <a:gd name="T5" fmla="*/ 27 h 229"/>
                  <a:gd name="T6" fmla="*/ 44 w 112"/>
                  <a:gd name="T7" fmla="*/ 56 h 229"/>
                  <a:gd name="T8" fmla="*/ 54 w 112"/>
                  <a:gd name="T9" fmla="*/ 84 h 229"/>
                  <a:gd name="T10" fmla="*/ 64 w 112"/>
                  <a:gd name="T11" fmla="*/ 111 h 229"/>
                  <a:gd name="T12" fmla="*/ 75 w 112"/>
                  <a:gd name="T13" fmla="*/ 136 h 229"/>
                  <a:gd name="T14" fmla="*/ 86 w 112"/>
                  <a:gd name="T15" fmla="*/ 162 h 229"/>
                  <a:gd name="T16" fmla="*/ 99 w 112"/>
                  <a:gd name="T17" fmla="*/ 188 h 229"/>
                  <a:gd name="T18" fmla="*/ 112 w 112"/>
                  <a:gd name="T19" fmla="*/ 212 h 229"/>
                  <a:gd name="T20" fmla="*/ 91 w 112"/>
                  <a:gd name="T21" fmla="*/ 229 h 229"/>
                  <a:gd name="T22" fmla="*/ 77 w 112"/>
                  <a:gd name="T23" fmla="*/ 204 h 229"/>
                  <a:gd name="T24" fmla="*/ 64 w 112"/>
                  <a:gd name="T25" fmla="*/ 176 h 229"/>
                  <a:gd name="T26" fmla="*/ 51 w 112"/>
                  <a:gd name="T27" fmla="*/ 150 h 229"/>
                  <a:gd name="T28" fmla="*/ 40 w 112"/>
                  <a:gd name="T29" fmla="*/ 120 h 229"/>
                  <a:gd name="T30" fmla="*/ 29 w 112"/>
                  <a:gd name="T31" fmla="*/ 94 h 229"/>
                  <a:gd name="T32" fmla="*/ 19 w 112"/>
                  <a:gd name="T33" fmla="*/ 65 h 229"/>
                  <a:gd name="T34" fmla="*/ 8 w 112"/>
                  <a:gd name="T35" fmla="*/ 36 h 229"/>
                  <a:gd name="T36" fmla="*/ 0 w 112"/>
                  <a:gd name="T37" fmla="*/ 6 h 229"/>
                  <a:gd name="T38" fmla="*/ 25 w 112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29"/>
                  <a:gd name="T62" fmla="*/ 112 w 112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29">
                    <a:moveTo>
                      <a:pt x="25" y="0"/>
                    </a:moveTo>
                    <a:lnTo>
                      <a:pt x="25" y="0"/>
                    </a:lnTo>
                    <a:lnTo>
                      <a:pt x="35" y="27"/>
                    </a:lnTo>
                    <a:lnTo>
                      <a:pt x="44" y="56"/>
                    </a:lnTo>
                    <a:lnTo>
                      <a:pt x="54" y="84"/>
                    </a:lnTo>
                    <a:lnTo>
                      <a:pt x="64" y="111"/>
                    </a:lnTo>
                    <a:lnTo>
                      <a:pt x="75" y="136"/>
                    </a:lnTo>
                    <a:lnTo>
                      <a:pt x="86" y="162"/>
                    </a:lnTo>
                    <a:lnTo>
                      <a:pt x="99" y="188"/>
                    </a:lnTo>
                    <a:lnTo>
                      <a:pt x="112" y="212"/>
                    </a:lnTo>
                    <a:lnTo>
                      <a:pt x="91" y="229"/>
                    </a:lnTo>
                    <a:lnTo>
                      <a:pt x="77" y="204"/>
                    </a:lnTo>
                    <a:lnTo>
                      <a:pt x="64" y="176"/>
                    </a:lnTo>
                    <a:lnTo>
                      <a:pt x="51" y="150"/>
                    </a:lnTo>
                    <a:lnTo>
                      <a:pt x="40" y="120"/>
                    </a:lnTo>
                    <a:lnTo>
                      <a:pt x="29" y="94"/>
                    </a:lnTo>
                    <a:lnTo>
                      <a:pt x="19" y="65"/>
                    </a:lnTo>
                    <a:lnTo>
                      <a:pt x="8" y="36"/>
                    </a:lnTo>
                    <a:lnTo>
                      <a:pt x="0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6" name="Freeform 298"/>
              <p:cNvSpPr>
                <a:spLocks/>
              </p:cNvSpPr>
              <p:nvPr/>
            </p:nvSpPr>
            <p:spPr bwMode="auto">
              <a:xfrm>
                <a:off x="2115" y="2345"/>
                <a:ext cx="63" cy="205"/>
              </a:xfrm>
              <a:custGeom>
                <a:avLst/>
                <a:gdLst>
                  <a:gd name="T0" fmla="*/ 28 w 63"/>
                  <a:gd name="T1" fmla="*/ 3 h 205"/>
                  <a:gd name="T2" fmla="*/ 31 w 63"/>
                  <a:gd name="T3" fmla="*/ 27 h 205"/>
                  <a:gd name="T4" fmla="*/ 33 w 63"/>
                  <a:gd name="T5" fmla="*/ 51 h 205"/>
                  <a:gd name="T6" fmla="*/ 36 w 63"/>
                  <a:gd name="T7" fmla="*/ 76 h 205"/>
                  <a:gd name="T8" fmla="*/ 41 w 63"/>
                  <a:gd name="T9" fmla="*/ 100 h 205"/>
                  <a:gd name="T10" fmla="*/ 46 w 63"/>
                  <a:gd name="T11" fmla="*/ 124 h 205"/>
                  <a:gd name="T12" fmla="*/ 50 w 63"/>
                  <a:gd name="T13" fmla="*/ 148 h 205"/>
                  <a:gd name="T14" fmla="*/ 57 w 63"/>
                  <a:gd name="T15" fmla="*/ 173 h 205"/>
                  <a:gd name="T16" fmla="*/ 63 w 63"/>
                  <a:gd name="T17" fmla="*/ 199 h 205"/>
                  <a:gd name="T18" fmla="*/ 39 w 63"/>
                  <a:gd name="T19" fmla="*/ 205 h 205"/>
                  <a:gd name="T20" fmla="*/ 30 w 63"/>
                  <a:gd name="T21" fmla="*/ 179 h 205"/>
                  <a:gd name="T22" fmla="*/ 25 w 63"/>
                  <a:gd name="T23" fmla="*/ 154 h 205"/>
                  <a:gd name="T24" fmla="*/ 18 w 63"/>
                  <a:gd name="T25" fmla="*/ 126 h 205"/>
                  <a:gd name="T26" fmla="*/ 14 w 63"/>
                  <a:gd name="T27" fmla="*/ 101 h 205"/>
                  <a:gd name="T28" fmla="*/ 9 w 63"/>
                  <a:gd name="T29" fmla="*/ 76 h 205"/>
                  <a:gd name="T30" fmla="*/ 4 w 63"/>
                  <a:gd name="T31" fmla="*/ 51 h 205"/>
                  <a:gd name="T32" fmla="*/ 2 w 63"/>
                  <a:gd name="T33" fmla="*/ 24 h 205"/>
                  <a:gd name="T34" fmla="*/ 0 w 63"/>
                  <a:gd name="T35" fmla="*/ 0 h 205"/>
                  <a:gd name="T36" fmla="*/ 28 w 63"/>
                  <a:gd name="T37" fmla="*/ 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3"/>
                  <a:gd name="T58" fmla="*/ 0 h 205"/>
                  <a:gd name="T59" fmla="*/ 63 w 6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3" h="205">
                    <a:moveTo>
                      <a:pt x="28" y="3"/>
                    </a:moveTo>
                    <a:lnTo>
                      <a:pt x="31" y="27"/>
                    </a:lnTo>
                    <a:lnTo>
                      <a:pt x="33" y="51"/>
                    </a:lnTo>
                    <a:lnTo>
                      <a:pt x="36" y="76"/>
                    </a:lnTo>
                    <a:lnTo>
                      <a:pt x="41" y="100"/>
                    </a:lnTo>
                    <a:lnTo>
                      <a:pt x="46" y="124"/>
                    </a:lnTo>
                    <a:lnTo>
                      <a:pt x="50" y="148"/>
                    </a:lnTo>
                    <a:lnTo>
                      <a:pt x="57" y="173"/>
                    </a:lnTo>
                    <a:lnTo>
                      <a:pt x="63" y="199"/>
                    </a:lnTo>
                    <a:lnTo>
                      <a:pt x="39" y="205"/>
                    </a:lnTo>
                    <a:lnTo>
                      <a:pt x="30" y="179"/>
                    </a:lnTo>
                    <a:lnTo>
                      <a:pt x="25" y="154"/>
                    </a:lnTo>
                    <a:lnTo>
                      <a:pt x="18" y="126"/>
                    </a:lnTo>
                    <a:lnTo>
                      <a:pt x="14" y="101"/>
                    </a:lnTo>
                    <a:lnTo>
                      <a:pt x="9" y="76"/>
                    </a:lnTo>
                    <a:lnTo>
                      <a:pt x="4" y="51"/>
                    </a:lnTo>
                    <a:lnTo>
                      <a:pt x="2" y="24"/>
                    </a:lnTo>
                    <a:lnTo>
                      <a:pt x="0" y="0"/>
                    </a:lnTo>
                    <a:lnTo>
                      <a:pt x="28" y="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7" name="Freeform 299"/>
              <p:cNvSpPr>
                <a:spLocks/>
              </p:cNvSpPr>
              <p:nvPr/>
            </p:nvSpPr>
            <p:spPr bwMode="auto">
              <a:xfrm>
                <a:off x="2111" y="2328"/>
                <a:ext cx="30" cy="21"/>
              </a:xfrm>
              <a:custGeom>
                <a:avLst/>
                <a:gdLst>
                  <a:gd name="T0" fmla="*/ 1 w 30"/>
                  <a:gd name="T1" fmla="*/ 18 h 21"/>
                  <a:gd name="T2" fmla="*/ 0 w 30"/>
                  <a:gd name="T3" fmla="*/ 0 h 21"/>
                  <a:gd name="T4" fmla="*/ 29 w 30"/>
                  <a:gd name="T5" fmla="*/ 3 h 21"/>
                  <a:gd name="T6" fmla="*/ 30 w 30"/>
                  <a:gd name="T7" fmla="*/ 21 h 21"/>
                  <a:gd name="T8" fmla="*/ 1 w 30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1" y="18"/>
                    </a:moveTo>
                    <a:lnTo>
                      <a:pt x="0" y="0"/>
                    </a:lnTo>
                    <a:lnTo>
                      <a:pt x="29" y="3"/>
                    </a:lnTo>
                    <a:lnTo>
                      <a:pt x="30" y="21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8" name="Freeform 300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79" name="Freeform 301"/>
              <p:cNvSpPr>
                <a:spLocks/>
              </p:cNvSpPr>
              <p:nvPr/>
            </p:nvSpPr>
            <p:spPr bwMode="auto">
              <a:xfrm>
                <a:off x="2274" y="2698"/>
                <a:ext cx="56" cy="186"/>
              </a:xfrm>
              <a:custGeom>
                <a:avLst/>
                <a:gdLst>
                  <a:gd name="T0" fmla="*/ 47 w 56"/>
                  <a:gd name="T1" fmla="*/ 156 h 186"/>
                  <a:gd name="T2" fmla="*/ 36 w 56"/>
                  <a:gd name="T3" fmla="*/ 165 h 186"/>
                  <a:gd name="T4" fmla="*/ 0 w 56"/>
                  <a:gd name="T5" fmla="*/ 3 h 186"/>
                  <a:gd name="T6" fmla="*/ 15 w 56"/>
                  <a:gd name="T7" fmla="*/ 0 h 186"/>
                  <a:gd name="T8" fmla="*/ 51 w 56"/>
                  <a:gd name="T9" fmla="*/ 163 h 186"/>
                  <a:gd name="T10" fmla="*/ 40 w 56"/>
                  <a:gd name="T11" fmla="*/ 170 h 186"/>
                  <a:gd name="T12" fmla="*/ 51 w 56"/>
                  <a:gd name="T13" fmla="*/ 163 h 186"/>
                  <a:gd name="T14" fmla="*/ 56 w 56"/>
                  <a:gd name="T15" fmla="*/ 186 h 186"/>
                  <a:gd name="T16" fmla="*/ 40 w 56"/>
                  <a:gd name="T17" fmla="*/ 170 h 186"/>
                  <a:gd name="T18" fmla="*/ 47 w 56"/>
                  <a:gd name="T19" fmla="*/ 156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6"/>
                  <a:gd name="T31" fmla="*/ 0 h 186"/>
                  <a:gd name="T32" fmla="*/ 56 w 56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6" h="186">
                    <a:moveTo>
                      <a:pt x="47" y="156"/>
                    </a:moveTo>
                    <a:lnTo>
                      <a:pt x="36" y="165"/>
                    </a:lnTo>
                    <a:lnTo>
                      <a:pt x="0" y="3"/>
                    </a:lnTo>
                    <a:lnTo>
                      <a:pt x="15" y="0"/>
                    </a:lnTo>
                    <a:lnTo>
                      <a:pt x="51" y="163"/>
                    </a:lnTo>
                    <a:lnTo>
                      <a:pt x="40" y="170"/>
                    </a:lnTo>
                    <a:lnTo>
                      <a:pt x="51" y="163"/>
                    </a:lnTo>
                    <a:lnTo>
                      <a:pt x="56" y="186"/>
                    </a:lnTo>
                    <a:lnTo>
                      <a:pt x="40" y="170"/>
                    </a:lnTo>
                    <a:lnTo>
                      <a:pt x="47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0" name="Freeform 302"/>
              <p:cNvSpPr>
                <a:spLocks/>
              </p:cNvSpPr>
              <p:nvPr/>
            </p:nvSpPr>
            <p:spPr bwMode="auto">
              <a:xfrm>
                <a:off x="2196" y="2749"/>
                <a:ext cx="124" cy="119"/>
              </a:xfrm>
              <a:custGeom>
                <a:avLst/>
                <a:gdLst>
                  <a:gd name="T0" fmla="*/ 19 w 124"/>
                  <a:gd name="T1" fmla="*/ 17 h 119"/>
                  <a:gd name="T2" fmla="*/ 17 w 124"/>
                  <a:gd name="T3" fmla="*/ 1 h 119"/>
                  <a:gd name="T4" fmla="*/ 124 w 124"/>
                  <a:gd name="T5" fmla="*/ 103 h 119"/>
                  <a:gd name="T6" fmla="*/ 118 w 124"/>
                  <a:gd name="T7" fmla="*/ 119 h 119"/>
                  <a:gd name="T8" fmla="*/ 11 w 124"/>
                  <a:gd name="T9" fmla="*/ 16 h 119"/>
                  <a:gd name="T10" fmla="*/ 9 w 124"/>
                  <a:gd name="T11" fmla="*/ 0 h 119"/>
                  <a:gd name="T12" fmla="*/ 11 w 124"/>
                  <a:gd name="T13" fmla="*/ 16 h 119"/>
                  <a:gd name="T14" fmla="*/ 0 w 124"/>
                  <a:gd name="T15" fmla="*/ 6 h 119"/>
                  <a:gd name="T16" fmla="*/ 9 w 124"/>
                  <a:gd name="T17" fmla="*/ 0 h 119"/>
                  <a:gd name="T18" fmla="*/ 19 w 124"/>
                  <a:gd name="T19" fmla="*/ 17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119"/>
                  <a:gd name="T32" fmla="*/ 124 w 124"/>
                  <a:gd name="T33" fmla="*/ 119 h 1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119">
                    <a:moveTo>
                      <a:pt x="19" y="17"/>
                    </a:moveTo>
                    <a:lnTo>
                      <a:pt x="17" y="1"/>
                    </a:lnTo>
                    <a:lnTo>
                      <a:pt x="124" y="103"/>
                    </a:lnTo>
                    <a:lnTo>
                      <a:pt x="118" y="119"/>
                    </a:lnTo>
                    <a:lnTo>
                      <a:pt x="11" y="16"/>
                    </a:lnTo>
                    <a:lnTo>
                      <a:pt x="9" y="0"/>
                    </a:lnTo>
                    <a:lnTo>
                      <a:pt x="11" y="16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1" name="Freeform 303"/>
              <p:cNvSpPr>
                <a:spLocks/>
              </p:cNvSpPr>
              <p:nvPr/>
            </p:nvSpPr>
            <p:spPr bwMode="auto">
              <a:xfrm>
                <a:off x="2204" y="2683"/>
                <a:ext cx="84" cy="82"/>
              </a:xfrm>
              <a:custGeom>
                <a:avLst/>
                <a:gdLst>
                  <a:gd name="T0" fmla="*/ 70 w 84"/>
                  <a:gd name="T1" fmla="*/ 18 h 82"/>
                  <a:gd name="T2" fmla="*/ 82 w 84"/>
                  <a:gd name="T3" fmla="*/ 24 h 82"/>
                  <a:gd name="T4" fmla="*/ 8 w 84"/>
                  <a:gd name="T5" fmla="*/ 82 h 82"/>
                  <a:gd name="T6" fmla="*/ 0 w 84"/>
                  <a:gd name="T7" fmla="*/ 65 h 82"/>
                  <a:gd name="T8" fmla="*/ 72 w 84"/>
                  <a:gd name="T9" fmla="*/ 7 h 82"/>
                  <a:gd name="T10" fmla="*/ 84 w 84"/>
                  <a:gd name="T11" fmla="*/ 15 h 82"/>
                  <a:gd name="T12" fmla="*/ 72 w 84"/>
                  <a:gd name="T13" fmla="*/ 7 h 82"/>
                  <a:gd name="T14" fmla="*/ 81 w 84"/>
                  <a:gd name="T15" fmla="*/ 0 h 82"/>
                  <a:gd name="T16" fmla="*/ 84 w 84"/>
                  <a:gd name="T17" fmla="*/ 15 h 82"/>
                  <a:gd name="T18" fmla="*/ 70 w 84"/>
                  <a:gd name="T19" fmla="*/ 18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82"/>
                  <a:gd name="T32" fmla="*/ 84 w 84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82">
                    <a:moveTo>
                      <a:pt x="70" y="18"/>
                    </a:moveTo>
                    <a:lnTo>
                      <a:pt x="82" y="24"/>
                    </a:lnTo>
                    <a:lnTo>
                      <a:pt x="8" y="82"/>
                    </a:lnTo>
                    <a:lnTo>
                      <a:pt x="0" y="65"/>
                    </a:lnTo>
                    <a:lnTo>
                      <a:pt x="72" y="7"/>
                    </a:lnTo>
                    <a:lnTo>
                      <a:pt x="84" y="15"/>
                    </a:lnTo>
                    <a:lnTo>
                      <a:pt x="72" y="7"/>
                    </a:lnTo>
                    <a:lnTo>
                      <a:pt x="81" y="0"/>
                    </a:lnTo>
                    <a:lnTo>
                      <a:pt x="84" y="15"/>
                    </a:lnTo>
                    <a:lnTo>
                      <a:pt x="70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2" name="Freeform 304"/>
              <p:cNvSpPr>
                <a:spLocks/>
              </p:cNvSpPr>
              <p:nvPr/>
            </p:nvSpPr>
            <p:spPr bwMode="auto">
              <a:xfrm>
                <a:off x="2278" y="2803"/>
                <a:ext cx="35" cy="42"/>
              </a:xfrm>
              <a:custGeom>
                <a:avLst/>
                <a:gdLst>
                  <a:gd name="T0" fmla="*/ 24 w 35"/>
                  <a:gd name="T1" fmla="*/ 0 h 42"/>
                  <a:gd name="T2" fmla="*/ 35 w 35"/>
                  <a:gd name="T3" fmla="*/ 19 h 42"/>
                  <a:gd name="T4" fmla="*/ 10 w 35"/>
                  <a:gd name="T5" fmla="*/ 42 h 42"/>
                  <a:gd name="T6" fmla="*/ 0 w 35"/>
                  <a:gd name="T7" fmla="*/ 23 h 42"/>
                  <a:gd name="T8" fmla="*/ 24 w 35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24" y="0"/>
                    </a:moveTo>
                    <a:lnTo>
                      <a:pt x="35" y="19"/>
                    </a:lnTo>
                    <a:lnTo>
                      <a:pt x="10" y="42"/>
                    </a:lnTo>
                    <a:lnTo>
                      <a:pt x="0" y="2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3" name="Freeform 305"/>
              <p:cNvSpPr>
                <a:spLocks/>
              </p:cNvSpPr>
              <p:nvPr/>
            </p:nvSpPr>
            <p:spPr bwMode="auto">
              <a:xfrm>
                <a:off x="2173" y="2593"/>
                <a:ext cx="125" cy="229"/>
              </a:xfrm>
              <a:custGeom>
                <a:avLst/>
                <a:gdLst>
                  <a:gd name="T0" fmla="*/ 31 w 125"/>
                  <a:gd name="T1" fmla="*/ 0 h 229"/>
                  <a:gd name="T2" fmla="*/ 31 w 125"/>
                  <a:gd name="T3" fmla="*/ 0 h 229"/>
                  <a:gd name="T4" fmla="*/ 40 w 125"/>
                  <a:gd name="T5" fmla="*/ 27 h 229"/>
                  <a:gd name="T6" fmla="*/ 51 w 125"/>
                  <a:gd name="T7" fmla="*/ 56 h 229"/>
                  <a:gd name="T8" fmla="*/ 61 w 125"/>
                  <a:gd name="T9" fmla="*/ 82 h 229"/>
                  <a:gd name="T10" fmla="*/ 73 w 125"/>
                  <a:gd name="T11" fmla="*/ 109 h 229"/>
                  <a:gd name="T12" fmla="*/ 85 w 125"/>
                  <a:gd name="T13" fmla="*/ 134 h 229"/>
                  <a:gd name="T14" fmla="*/ 97 w 125"/>
                  <a:gd name="T15" fmla="*/ 159 h 229"/>
                  <a:gd name="T16" fmla="*/ 111 w 125"/>
                  <a:gd name="T17" fmla="*/ 184 h 229"/>
                  <a:gd name="T18" fmla="*/ 125 w 125"/>
                  <a:gd name="T19" fmla="*/ 208 h 229"/>
                  <a:gd name="T20" fmla="*/ 99 w 125"/>
                  <a:gd name="T21" fmla="*/ 229 h 229"/>
                  <a:gd name="T22" fmla="*/ 85 w 125"/>
                  <a:gd name="T23" fmla="*/ 205 h 229"/>
                  <a:gd name="T24" fmla="*/ 71 w 125"/>
                  <a:gd name="T25" fmla="*/ 178 h 229"/>
                  <a:gd name="T26" fmla="*/ 58 w 125"/>
                  <a:gd name="T27" fmla="*/ 151 h 229"/>
                  <a:gd name="T28" fmla="*/ 45 w 125"/>
                  <a:gd name="T29" fmla="*/ 125 h 229"/>
                  <a:gd name="T30" fmla="*/ 33 w 125"/>
                  <a:gd name="T31" fmla="*/ 97 h 229"/>
                  <a:gd name="T32" fmla="*/ 20 w 125"/>
                  <a:gd name="T33" fmla="*/ 68 h 229"/>
                  <a:gd name="T34" fmla="*/ 11 w 125"/>
                  <a:gd name="T35" fmla="*/ 39 h 229"/>
                  <a:gd name="T36" fmla="*/ 0 w 125"/>
                  <a:gd name="T37" fmla="*/ 9 h 229"/>
                  <a:gd name="T38" fmla="*/ 31 w 125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9"/>
                  <a:gd name="T62" fmla="*/ 125 w 125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9">
                    <a:moveTo>
                      <a:pt x="31" y="0"/>
                    </a:moveTo>
                    <a:lnTo>
                      <a:pt x="31" y="0"/>
                    </a:lnTo>
                    <a:lnTo>
                      <a:pt x="40" y="27"/>
                    </a:lnTo>
                    <a:lnTo>
                      <a:pt x="51" y="56"/>
                    </a:lnTo>
                    <a:lnTo>
                      <a:pt x="61" y="82"/>
                    </a:lnTo>
                    <a:lnTo>
                      <a:pt x="73" y="109"/>
                    </a:lnTo>
                    <a:lnTo>
                      <a:pt x="85" y="134"/>
                    </a:lnTo>
                    <a:lnTo>
                      <a:pt x="97" y="159"/>
                    </a:lnTo>
                    <a:lnTo>
                      <a:pt x="111" y="184"/>
                    </a:lnTo>
                    <a:lnTo>
                      <a:pt x="125" y="208"/>
                    </a:lnTo>
                    <a:lnTo>
                      <a:pt x="99" y="229"/>
                    </a:lnTo>
                    <a:lnTo>
                      <a:pt x="85" y="205"/>
                    </a:lnTo>
                    <a:lnTo>
                      <a:pt x="71" y="178"/>
                    </a:lnTo>
                    <a:lnTo>
                      <a:pt x="58" y="151"/>
                    </a:lnTo>
                    <a:lnTo>
                      <a:pt x="45" y="125"/>
                    </a:lnTo>
                    <a:lnTo>
                      <a:pt x="33" y="97"/>
                    </a:lnTo>
                    <a:lnTo>
                      <a:pt x="20" y="68"/>
                    </a:lnTo>
                    <a:lnTo>
                      <a:pt x="11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4" name="Freeform 306"/>
              <p:cNvSpPr>
                <a:spLocks/>
              </p:cNvSpPr>
              <p:nvPr/>
            </p:nvSpPr>
            <p:spPr bwMode="auto">
              <a:xfrm>
                <a:off x="2126" y="2396"/>
                <a:ext cx="76" cy="206"/>
              </a:xfrm>
              <a:custGeom>
                <a:avLst/>
                <a:gdLst>
                  <a:gd name="T0" fmla="*/ 33 w 76"/>
                  <a:gd name="T1" fmla="*/ 2 h 206"/>
                  <a:gd name="T2" fmla="*/ 36 w 76"/>
                  <a:gd name="T3" fmla="*/ 26 h 206"/>
                  <a:gd name="T4" fmla="*/ 39 w 76"/>
                  <a:gd name="T5" fmla="*/ 50 h 206"/>
                  <a:gd name="T6" fmla="*/ 44 w 76"/>
                  <a:gd name="T7" fmla="*/ 75 h 206"/>
                  <a:gd name="T8" fmla="*/ 48 w 76"/>
                  <a:gd name="T9" fmla="*/ 98 h 206"/>
                  <a:gd name="T10" fmla="*/ 54 w 76"/>
                  <a:gd name="T11" fmla="*/ 122 h 206"/>
                  <a:gd name="T12" fmla="*/ 61 w 76"/>
                  <a:gd name="T13" fmla="*/ 146 h 206"/>
                  <a:gd name="T14" fmla="*/ 67 w 76"/>
                  <a:gd name="T15" fmla="*/ 172 h 206"/>
                  <a:gd name="T16" fmla="*/ 76 w 76"/>
                  <a:gd name="T17" fmla="*/ 197 h 206"/>
                  <a:gd name="T18" fmla="*/ 45 w 76"/>
                  <a:gd name="T19" fmla="*/ 206 h 206"/>
                  <a:gd name="T20" fmla="*/ 37 w 76"/>
                  <a:gd name="T21" fmla="*/ 181 h 206"/>
                  <a:gd name="T22" fmla="*/ 31 w 76"/>
                  <a:gd name="T23" fmla="*/ 155 h 206"/>
                  <a:gd name="T24" fmla="*/ 23 w 76"/>
                  <a:gd name="T25" fmla="*/ 128 h 206"/>
                  <a:gd name="T26" fmla="*/ 18 w 76"/>
                  <a:gd name="T27" fmla="*/ 102 h 206"/>
                  <a:gd name="T28" fmla="*/ 13 w 76"/>
                  <a:gd name="T29" fmla="*/ 77 h 206"/>
                  <a:gd name="T30" fmla="*/ 8 w 76"/>
                  <a:gd name="T31" fmla="*/ 50 h 206"/>
                  <a:gd name="T32" fmla="*/ 3 w 76"/>
                  <a:gd name="T33" fmla="*/ 25 h 206"/>
                  <a:gd name="T34" fmla="*/ 0 w 76"/>
                  <a:gd name="T35" fmla="*/ 0 h 206"/>
                  <a:gd name="T36" fmla="*/ 33 w 76"/>
                  <a:gd name="T37" fmla="*/ 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206"/>
                  <a:gd name="T59" fmla="*/ 76 w 76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206">
                    <a:moveTo>
                      <a:pt x="33" y="2"/>
                    </a:moveTo>
                    <a:lnTo>
                      <a:pt x="36" y="26"/>
                    </a:lnTo>
                    <a:lnTo>
                      <a:pt x="39" y="50"/>
                    </a:lnTo>
                    <a:lnTo>
                      <a:pt x="44" y="75"/>
                    </a:lnTo>
                    <a:lnTo>
                      <a:pt x="48" y="98"/>
                    </a:lnTo>
                    <a:lnTo>
                      <a:pt x="54" y="122"/>
                    </a:lnTo>
                    <a:lnTo>
                      <a:pt x="61" y="146"/>
                    </a:lnTo>
                    <a:lnTo>
                      <a:pt x="67" y="172"/>
                    </a:lnTo>
                    <a:lnTo>
                      <a:pt x="76" y="197"/>
                    </a:lnTo>
                    <a:lnTo>
                      <a:pt x="45" y="206"/>
                    </a:lnTo>
                    <a:lnTo>
                      <a:pt x="37" y="181"/>
                    </a:lnTo>
                    <a:lnTo>
                      <a:pt x="31" y="155"/>
                    </a:lnTo>
                    <a:lnTo>
                      <a:pt x="23" y="128"/>
                    </a:lnTo>
                    <a:lnTo>
                      <a:pt x="18" y="102"/>
                    </a:lnTo>
                    <a:lnTo>
                      <a:pt x="13" y="77"/>
                    </a:lnTo>
                    <a:lnTo>
                      <a:pt x="8" y="50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5" name="Freeform 307"/>
              <p:cNvSpPr>
                <a:spLocks/>
              </p:cNvSpPr>
              <p:nvPr/>
            </p:nvSpPr>
            <p:spPr bwMode="auto">
              <a:xfrm>
                <a:off x="2120" y="2373"/>
                <a:ext cx="34" cy="24"/>
              </a:xfrm>
              <a:custGeom>
                <a:avLst/>
                <a:gdLst>
                  <a:gd name="T0" fmla="*/ 3 w 34"/>
                  <a:gd name="T1" fmla="*/ 22 h 24"/>
                  <a:gd name="T2" fmla="*/ 0 w 34"/>
                  <a:gd name="T3" fmla="*/ 0 h 24"/>
                  <a:gd name="T4" fmla="*/ 31 w 34"/>
                  <a:gd name="T5" fmla="*/ 2 h 24"/>
                  <a:gd name="T6" fmla="*/ 34 w 34"/>
                  <a:gd name="T7" fmla="*/ 24 h 24"/>
                  <a:gd name="T8" fmla="*/ 3 w 34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4"/>
                  <a:gd name="T17" fmla="*/ 34 w 34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4">
                    <a:moveTo>
                      <a:pt x="3" y="22"/>
                    </a:moveTo>
                    <a:lnTo>
                      <a:pt x="0" y="0"/>
                    </a:lnTo>
                    <a:lnTo>
                      <a:pt x="31" y="2"/>
                    </a:lnTo>
                    <a:lnTo>
                      <a:pt x="34" y="24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6" name="Freeform 308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7" name="Freeform 309"/>
              <p:cNvSpPr>
                <a:spLocks/>
              </p:cNvSpPr>
              <p:nvPr/>
            </p:nvSpPr>
            <p:spPr bwMode="auto">
              <a:xfrm>
                <a:off x="2278" y="2698"/>
                <a:ext cx="47" cy="176"/>
              </a:xfrm>
              <a:custGeom>
                <a:avLst/>
                <a:gdLst>
                  <a:gd name="T0" fmla="*/ 42 w 47"/>
                  <a:gd name="T1" fmla="*/ 156 h 176"/>
                  <a:gd name="T2" fmla="*/ 35 w 47"/>
                  <a:gd name="T3" fmla="*/ 163 h 176"/>
                  <a:gd name="T4" fmla="*/ 0 w 47"/>
                  <a:gd name="T5" fmla="*/ 1 h 176"/>
                  <a:gd name="T6" fmla="*/ 8 w 47"/>
                  <a:gd name="T7" fmla="*/ 0 h 176"/>
                  <a:gd name="T8" fmla="*/ 44 w 47"/>
                  <a:gd name="T9" fmla="*/ 161 h 176"/>
                  <a:gd name="T10" fmla="*/ 37 w 47"/>
                  <a:gd name="T11" fmla="*/ 167 h 176"/>
                  <a:gd name="T12" fmla="*/ 44 w 47"/>
                  <a:gd name="T13" fmla="*/ 161 h 176"/>
                  <a:gd name="T14" fmla="*/ 47 w 47"/>
                  <a:gd name="T15" fmla="*/ 176 h 176"/>
                  <a:gd name="T16" fmla="*/ 37 w 47"/>
                  <a:gd name="T17" fmla="*/ 167 h 176"/>
                  <a:gd name="T18" fmla="*/ 42 w 47"/>
                  <a:gd name="T19" fmla="*/ 156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176"/>
                  <a:gd name="T32" fmla="*/ 47 w 47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176">
                    <a:moveTo>
                      <a:pt x="42" y="156"/>
                    </a:moveTo>
                    <a:lnTo>
                      <a:pt x="35" y="163"/>
                    </a:lnTo>
                    <a:lnTo>
                      <a:pt x="0" y="1"/>
                    </a:lnTo>
                    <a:lnTo>
                      <a:pt x="8" y="0"/>
                    </a:lnTo>
                    <a:lnTo>
                      <a:pt x="44" y="161"/>
                    </a:lnTo>
                    <a:lnTo>
                      <a:pt x="37" y="167"/>
                    </a:lnTo>
                    <a:lnTo>
                      <a:pt x="44" y="161"/>
                    </a:lnTo>
                    <a:lnTo>
                      <a:pt x="47" y="176"/>
                    </a:lnTo>
                    <a:lnTo>
                      <a:pt x="37" y="167"/>
                    </a:lnTo>
                    <a:lnTo>
                      <a:pt x="42" y="15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8" name="Freeform 310"/>
              <p:cNvSpPr>
                <a:spLocks/>
              </p:cNvSpPr>
              <p:nvPr/>
            </p:nvSpPr>
            <p:spPr bwMode="auto">
              <a:xfrm>
                <a:off x="2201" y="2750"/>
                <a:ext cx="118" cy="114"/>
              </a:xfrm>
              <a:custGeom>
                <a:avLst/>
                <a:gdLst>
                  <a:gd name="T0" fmla="*/ 10 w 118"/>
                  <a:gd name="T1" fmla="*/ 10 h 114"/>
                  <a:gd name="T2" fmla="*/ 10 w 118"/>
                  <a:gd name="T3" fmla="*/ 0 h 114"/>
                  <a:gd name="T4" fmla="*/ 118 w 118"/>
                  <a:gd name="T5" fmla="*/ 104 h 114"/>
                  <a:gd name="T6" fmla="*/ 114 w 118"/>
                  <a:gd name="T7" fmla="*/ 114 h 114"/>
                  <a:gd name="T8" fmla="*/ 5 w 118"/>
                  <a:gd name="T9" fmla="*/ 8 h 114"/>
                  <a:gd name="T10" fmla="*/ 5 w 118"/>
                  <a:gd name="T11" fmla="*/ 0 h 114"/>
                  <a:gd name="T12" fmla="*/ 5 w 118"/>
                  <a:gd name="T13" fmla="*/ 8 h 114"/>
                  <a:gd name="T14" fmla="*/ 0 w 118"/>
                  <a:gd name="T15" fmla="*/ 3 h 114"/>
                  <a:gd name="T16" fmla="*/ 5 w 118"/>
                  <a:gd name="T17" fmla="*/ 0 h 114"/>
                  <a:gd name="T18" fmla="*/ 10 w 118"/>
                  <a:gd name="T19" fmla="*/ 10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"/>
                  <a:gd name="T31" fmla="*/ 0 h 114"/>
                  <a:gd name="T32" fmla="*/ 118 w 118"/>
                  <a:gd name="T33" fmla="*/ 114 h 1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" h="114">
                    <a:moveTo>
                      <a:pt x="10" y="10"/>
                    </a:moveTo>
                    <a:lnTo>
                      <a:pt x="10" y="0"/>
                    </a:lnTo>
                    <a:lnTo>
                      <a:pt x="118" y="104"/>
                    </a:lnTo>
                    <a:lnTo>
                      <a:pt x="114" y="114"/>
                    </a:lnTo>
                    <a:lnTo>
                      <a:pt x="5" y="8"/>
                    </a:lnTo>
                    <a:lnTo>
                      <a:pt x="5" y="0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89" name="Freeform 311"/>
              <p:cNvSpPr>
                <a:spLocks/>
              </p:cNvSpPr>
              <p:nvPr/>
            </p:nvSpPr>
            <p:spPr bwMode="auto">
              <a:xfrm>
                <a:off x="2205" y="2688"/>
                <a:ext cx="80" cy="75"/>
              </a:xfrm>
              <a:custGeom>
                <a:avLst/>
                <a:gdLst>
                  <a:gd name="T0" fmla="*/ 71 w 80"/>
                  <a:gd name="T1" fmla="*/ 10 h 75"/>
                  <a:gd name="T2" fmla="*/ 79 w 80"/>
                  <a:gd name="T3" fmla="*/ 16 h 75"/>
                  <a:gd name="T4" fmla="*/ 6 w 80"/>
                  <a:gd name="T5" fmla="*/ 75 h 75"/>
                  <a:gd name="T6" fmla="*/ 0 w 80"/>
                  <a:gd name="T7" fmla="*/ 64 h 75"/>
                  <a:gd name="T8" fmla="*/ 74 w 80"/>
                  <a:gd name="T9" fmla="*/ 4 h 75"/>
                  <a:gd name="T10" fmla="*/ 80 w 80"/>
                  <a:gd name="T11" fmla="*/ 8 h 75"/>
                  <a:gd name="T12" fmla="*/ 74 w 80"/>
                  <a:gd name="T13" fmla="*/ 4 h 75"/>
                  <a:gd name="T14" fmla="*/ 78 w 80"/>
                  <a:gd name="T15" fmla="*/ 0 h 75"/>
                  <a:gd name="T16" fmla="*/ 80 w 80"/>
                  <a:gd name="T17" fmla="*/ 8 h 75"/>
                  <a:gd name="T18" fmla="*/ 71 w 80"/>
                  <a:gd name="T19" fmla="*/ 1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75"/>
                  <a:gd name="T32" fmla="*/ 80 w 80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75">
                    <a:moveTo>
                      <a:pt x="71" y="10"/>
                    </a:moveTo>
                    <a:lnTo>
                      <a:pt x="79" y="16"/>
                    </a:lnTo>
                    <a:lnTo>
                      <a:pt x="6" y="75"/>
                    </a:lnTo>
                    <a:lnTo>
                      <a:pt x="0" y="64"/>
                    </a:lnTo>
                    <a:lnTo>
                      <a:pt x="74" y="4"/>
                    </a:lnTo>
                    <a:lnTo>
                      <a:pt x="80" y="8"/>
                    </a:lnTo>
                    <a:lnTo>
                      <a:pt x="74" y="4"/>
                    </a:lnTo>
                    <a:lnTo>
                      <a:pt x="78" y="0"/>
                    </a:lnTo>
                    <a:lnTo>
                      <a:pt x="80" y="8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0" name="Freeform 312"/>
              <p:cNvSpPr>
                <a:spLocks/>
              </p:cNvSpPr>
              <p:nvPr/>
            </p:nvSpPr>
            <p:spPr bwMode="auto">
              <a:xfrm>
                <a:off x="2280" y="2806"/>
                <a:ext cx="27" cy="35"/>
              </a:xfrm>
              <a:custGeom>
                <a:avLst/>
                <a:gdLst>
                  <a:gd name="T0" fmla="*/ 19 w 27"/>
                  <a:gd name="T1" fmla="*/ 0 h 35"/>
                  <a:gd name="T2" fmla="*/ 27 w 27"/>
                  <a:gd name="T3" fmla="*/ 16 h 35"/>
                  <a:gd name="T4" fmla="*/ 8 w 27"/>
                  <a:gd name="T5" fmla="*/ 35 h 35"/>
                  <a:gd name="T6" fmla="*/ 0 w 27"/>
                  <a:gd name="T7" fmla="*/ 18 h 35"/>
                  <a:gd name="T8" fmla="*/ 19 w 2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5"/>
                  <a:gd name="T17" fmla="*/ 27 w 27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5">
                    <a:moveTo>
                      <a:pt x="19" y="0"/>
                    </a:moveTo>
                    <a:lnTo>
                      <a:pt x="27" y="16"/>
                    </a:lnTo>
                    <a:lnTo>
                      <a:pt x="8" y="35"/>
                    </a:lnTo>
                    <a:lnTo>
                      <a:pt x="0" y="1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1" name="Freeform 313"/>
              <p:cNvSpPr>
                <a:spLocks/>
              </p:cNvSpPr>
              <p:nvPr/>
            </p:nvSpPr>
            <p:spPr bwMode="auto">
              <a:xfrm>
                <a:off x="2177" y="2593"/>
                <a:ext cx="120" cy="227"/>
              </a:xfrm>
              <a:custGeom>
                <a:avLst/>
                <a:gdLst>
                  <a:gd name="T0" fmla="*/ 26 w 120"/>
                  <a:gd name="T1" fmla="*/ 0 h 227"/>
                  <a:gd name="T2" fmla="*/ 26 w 120"/>
                  <a:gd name="T3" fmla="*/ 0 h 227"/>
                  <a:gd name="T4" fmla="*/ 35 w 120"/>
                  <a:gd name="T5" fmla="*/ 27 h 227"/>
                  <a:gd name="T6" fmla="*/ 45 w 120"/>
                  <a:gd name="T7" fmla="*/ 55 h 227"/>
                  <a:gd name="T8" fmla="*/ 57 w 120"/>
                  <a:gd name="T9" fmla="*/ 82 h 227"/>
                  <a:gd name="T10" fmla="*/ 67 w 120"/>
                  <a:gd name="T11" fmla="*/ 109 h 227"/>
                  <a:gd name="T12" fmla="*/ 80 w 120"/>
                  <a:gd name="T13" fmla="*/ 135 h 227"/>
                  <a:gd name="T14" fmla="*/ 92 w 120"/>
                  <a:gd name="T15" fmla="*/ 160 h 227"/>
                  <a:gd name="T16" fmla="*/ 106 w 120"/>
                  <a:gd name="T17" fmla="*/ 183 h 227"/>
                  <a:gd name="T18" fmla="*/ 120 w 120"/>
                  <a:gd name="T19" fmla="*/ 208 h 227"/>
                  <a:gd name="T20" fmla="*/ 98 w 120"/>
                  <a:gd name="T21" fmla="*/ 227 h 227"/>
                  <a:gd name="T22" fmla="*/ 85 w 120"/>
                  <a:gd name="T23" fmla="*/ 203 h 227"/>
                  <a:gd name="T24" fmla="*/ 70 w 120"/>
                  <a:gd name="T25" fmla="*/ 176 h 227"/>
                  <a:gd name="T26" fmla="*/ 57 w 120"/>
                  <a:gd name="T27" fmla="*/ 149 h 227"/>
                  <a:gd name="T28" fmla="*/ 44 w 120"/>
                  <a:gd name="T29" fmla="*/ 121 h 227"/>
                  <a:gd name="T30" fmla="*/ 31 w 120"/>
                  <a:gd name="T31" fmla="*/ 94 h 227"/>
                  <a:gd name="T32" fmla="*/ 20 w 120"/>
                  <a:gd name="T33" fmla="*/ 67 h 227"/>
                  <a:gd name="T34" fmla="*/ 11 w 120"/>
                  <a:gd name="T35" fmla="*/ 37 h 227"/>
                  <a:gd name="T36" fmla="*/ 0 w 120"/>
                  <a:gd name="T37" fmla="*/ 8 h 227"/>
                  <a:gd name="T38" fmla="*/ 26 w 120"/>
                  <a:gd name="T39" fmla="*/ 0 h 2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27"/>
                  <a:gd name="T62" fmla="*/ 120 w 120"/>
                  <a:gd name="T63" fmla="*/ 227 h 2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27">
                    <a:moveTo>
                      <a:pt x="26" y="0"/>
                    </a:moveTo>
                    <a:lnTo>
                      <a:pt x="26" y="0"/>
                    </a:lnTo>
                    <a:lnTo>
                      <a:pt x="35" y="27"/>
                    </a:lnTo>
                    <a:lnTo>
                      <a:pt x="45" y="55"/>
                    </a:lnTo>
                    <a:lnTo>
                      <a:pt x="57" y="82"/>
                    </a:lnTo>
                    <a:lnTo>
                      <a:pt x="67" y="109"/>
                    </a:lnTo>
                    <a:lnTo>
                      <a:pt x="80" y="135"/>
                    </a:lnTo>
                    <a:lnTo>
                      <a:pt x="92" y="160"/>
                    </a:lnTo>
                    <a:lnTo>
                      <a:pt x="106" y="183"/>
                    </a:lnTo>
                    <a:lnTo>
                      <a:pt x="120" y="208"/>
                    </a:lnTo>
                    <a:lnTo>
                      <a:pt x="98" y="227"/>
                    </a:lnTo>
                    <a:lnTo>
                      <a:pt x="85" y="203"/>
                    </a:lnTo>
                    <a:lnTo>
                      <a:pt x="70" y="176"/>
                    </a:lnTo>
                    <a:lnTo>
                      <a:pt x="57" y="149"/>
                    </a:lnTo>
                    <a:lnTo>
                      <a:pt x="44" y="121"/>
                    </a:lnTo>
                    <a:lnTo>
                      <a:pt x="31" y="94"/>
                    </a:lnTo>
                    <a:lnTo>
                      <a:pt x="20" y="67"/>
                    </a:lnTo>
                    <a:lnTo>
                      <a:pt x="11" y="37"/>
                    </a:lnTo>
                    <a:lnTo>
                      <a:pt x="0" y="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2" name="Freeform 314"/>
              <p:cNvSpPr>
                <a:spLocks/>
              </p:cNvSpPr>
              <p:nvPr/>
            </p:nvSpPr>
            <p:spPr bwMode="auto">
              <a:xfrm>
                <a:off x="2127" y="2397"/>
                <a:ext cx="69" cy="204"/>
              </a:xfrm>
              <a:custGeom>
                <a:avLst/>
                <a:gdLst>
                  <a:gd name="T0" fmla="*/ 27 w 69"/>
                  <a:gd name="T1" fmla="*/ 1 h 204"/>
                  <a:gd name="T2" fmla="*/ 30 w 69"/>
                  <a:gd name="T3" fmla="*/ 26 h 204"/>
                  <a:gd name="T4" fmla="*/ 34 w 69"/>
                  <a:gd name="T5" fmla="*/ 51 h 204"/>
                  <a:gd name="T6" fmla="*/ 37 w 69"/>
                  <a:gd name="T7" fmla="*/ 75 h 204"/>
                  <a:gd name="T8" fmla="*/ 43 w 69"/>
                  <a:gd name="T9" fmla="*/ 98 h 204"/>
                  <a:gd name="T10" fmla="*/ 49 w 69"/>
                  <a:gd name="T11" fmla="*/ 122 h 204"/>
                  <a:gd name="T12" fmla="*/ 54 w 69"/>
                  <a:gd name="T13" fmla="*/ 147 h 204"/>
                  <a:gd name="T14" fmla="*/ 63 w 69"/>
                  <a:gd name="T15" fmla="*/ 171 h 204"/>
                  <a:gd name="T16" fmla="*/ 69 w 69"/>
                  <a:gd name="T17" fmla="*/ 196 h 204"/>
                  <a:gd name="T18" fmla="*/ 45 w 69"/>
                  <a:gd name="T19" fmla="*/ 204 h 204"/>
                  <a:gd name="T20" fmla="*/ 36 w 69"/>
                  <a:gd name="T21" fmla="*/ 179 h 204"/>
                  <a:gd name="T22" fmla="*/ 30 w 69"/>
                  <a:gd name="T23" fmla="*/ 153 h 204"/>
                  <a:gd name="T24" fmla="*/ 22 w 69"/>
                  <a:gd name="T25" fmla="*/ 127 h 204"/>
                  <a:gd name="T26" fmla="*/ 16 w 69"/>
                  <a:gd name="T27" fmla="*/ 102 h 204"/>
                  <a:gd name="T28" fmla="*/ 11 w 69"/>
                  <a:gd name="T29" fmla="*/ 76 h 204"/>
                  <a:gd name="T30" fmla="*/ 6 w 69"/>
                  <a:gd name="T31" fmla="*/ 51 h 204"/>
                  <a:gd name="T32" fmla="*/ 3 w 69"/>
                  <a:gd name="T33" fmla="*/ 25 h 204"/>
                  <a:gd name="T34" fmla="*/ 0 w 69"/>
                  <a:gd name="T35" fmla="*/ 0 h 204"/>
                  <a:gd name="T36" fmla="*/ 27 w 69"/>
                  <a:gd name="T37" fmla="*/ 1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9"/>
                  <a:gd name="T58" fmla="*/ 0 h 204"/>
                  <a:gd name="T59" fmla="*/ 69 w 69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9" h="204">
                    <a:moveTo>
                      <a:pt x="27" y="1"/>
                    </a:moveTo>
                    <a:lnTo>
                      <a:pt x="30" y="26"/>
                    </a:lnTo>
                    <a:lnTo>
                      <a:pt x="34" y="51"/>
                    </a:lnTo>
                    <a:lnTo>
                      <a:pt x="37" y="75"/>
                    </a:lnTo>
                    <a:lnTo>
                      <a:pt x="43" y="98"/>
                    </a:lnTo>
                    <a:lnTo>
                      <a:pt x="49" y="122"/>
                    </a:lnTo>
                    <a:lnTo>
                      <a:pt x="54" y="147"/>
                    </a:lnTo>
                    <a:lnTo>
                      <a:pt x="63" y="171"/>
                    </a:lnTo>
                    <a:lnTo>
                      <a:pt x="69" y="196"/>
                    </a:lnTo>
                    <a:lnTo>
                      <a:pt x="45" y="204"/>
                    </a:lnTo>
                    <a:lnTo>
                      <a:pt x="36" y="179"/>
                    </a:lnTo>
                    <a:lnTo>
                      <a:pt x="30" y="153"/>
                    </a:lnTo>
                    <a:lnTo>
                      <a:pt x="22" y="127"/>
                    </a:lnTo>
                    <a:lnTo>
                      <a:pt x="16" y="102"/>
                    </a:lnTo>
                    <a:lnTo>
                      <a:pt x="11" y="76"/>
                    </a:lnTo>
                    <a:lnTo>
                      <a:pt x="6" y="51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3" name="Freeform 315"/>
              <p:cNvSpPr>
                <a:spLocks/>
              </p:cNvSpPr>
              <p:nvPr/>
            </p:nvSpPr>
            <p:spPr bwMode="auto">
              <a:xfrm>
                <a:off x="2124" y="2377"/>
                <a:ext cx="27" cy="19"/>
              </a:xfrm>
              <a:custGeom>
                <a:avLst/>
                <a:gdLst>
                  <a:gd name="T0" fmla="*/ 2 w 27"/>
                  <a:gd name="T1" fmla="*/ 18 h 19"/>
                  <a:gd name="T2" fmla="*/ 0 w 27"/>
                  <a:gd name="T3" fmla="*/ 0 h 19"/>
                  <a:gd name="T4" fmla="*/ 25 w 27"/>
                  <a:gd name="T5" fmla="*/ 1 h 19"/>
                  <a:gd name="T6" fmla="*/ 27 w 27"/>
                  <a:gd name="T7" fmla="*/ 19 h 19"/>
                  <a:gd name="T8" fmla="*/ 2 w 27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9"/>
                  <a:gd name="T17" fmla="*/ 27 w 27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9">
                    <a:moveTo>
                      <a:pt x="2" y="18"/>
                    </a:moveTo>
                    <a:lnTo>
                      <a:pt x="0" y="0"/>
                    </a:lnTo>
                    <a:lnTo>
                      <a:pt x="25" y="1"/>
                    </a:lnTo>
                    <a:lnTo>
                      <a:pt x="27" y="1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4" name="Freeform 316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5" name="Freeform 317"/>
              <p:cNvSpPr>
                <a:spLocks/>
              </p:cNvSpPr>
              <p:nvPr/>
            </p:nvSpPr>
            <p:spPr bwMode="auto">
              <a:xfrm>
                <a:off x="2290" y="2727"/>
                <a:ext cx="62" cy="185"/>
              </a:xfrm>
              <a:custGeom>
                <a:avLst/>
                <a:gdLst>
                  <a:gd name="T0" fmla="*/ 52 w 62"/>
                  <a:gd name="T1" fmla="*/ 155 h 185"/>
                  <a:gd name="T2" fmla="*/ 43 w 62"/>
                  <a:gd name="T3" fmla="*/ 164 h 185"/>
                  <a:gd name="T4" fmla="*/ 0 w 62"/>
                  <a:gd name="T5" fmla="*/ 3 h 185"/>
                  <a:gd name="T6" fmla="*/ 14 w 62"/>
                  <a:gd name="T7" fmla="*/ 0 h 185"/>
                  <a:gd name="T8" fmla="*/ 57 w 62"/>
                  <a:gd name="T9" fmla="*/ 161 h 185"/>
                  <a:gd name="T10" fmla="*/ 46 w 62"/>
                  <a:gd name="T11" fmla="*/ 170 h 185"/>
                  <a:gd name="T12" fmla="*/ 57 w 62"/>
                  <a:gd name="T13" fmla="*/ 161 h 185"/>
                  <a:gd name="T14" fmla="*/ 62 w 62"/>
                  <a:gd name="T15" fmla="*/ 185 h 185"/>
                  <a:gd name="T16" fmla="*/ 46 w 62"/>
                  <a:gd name="T17" fmla="*/ 170 h 185"/>
                  <a:gd name="T18" fmla="*/ 52 w 62"/>
                  <a:gd name="T19" fmla="*/ 155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2"/>
                  <a:gd name="T31" fmla="*/ 0 h 185"/>
                  <a:gd name="T32" fmla="*/ 62 w 62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2" h="185">
                    <a:moveTo>
                      <a:pt x="52" y="155"/>
                    </a:moveTo>
                    <a:lnTo>
                      <a:pt x="43" y="164"/>
                    </a:lnTo>
                    <a:lnTo>
                      <a:pt x="0" y="3"/>
                    </a:lnTo>
                    <a:lnTo>
                      <a:pt x="14" y="0"/>
                    </a:lnTo>
                    <a:lnTo>
                      <a:pt x="57" y="161"/>
                    </a:lnTo>
                    <a:lnTo>
                      <a:pt x="46" y="170"/>
                    </a:lnTo>
                    <a:lnTo>
                      <a:pt x="57" y="161"/>
                    </a:lnTo>
                    <a:lnTo>
                      <a:pt x="62" y="185"/>
                    </a:lnTo>
                    <a:lnTo>
                      <a:pt x="46" y="170"/>
                    </a:lnTo>
                    <a:lnTo>
                      <a:pt x="52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6" name="Freeform 318"/>
              <p:cNvSpPr>
                <a:spLocks/>
              </p:cNvSpPr>
              <p:nvPr/>
            </p:nvSpPr>
            <p:spPr bwMode="auto">
              <a:xfrm>
                <a:off x="2215" y="2782"/>
                <a:ext cx="127" cy="113"/>
              </a:xfrm>
              <a:custGeom>
                <a:avLst/>
                <a:gdLst>
                  <a:gd name="T0" fmla="*/ 18 w 127"/>
                  <a:gd name="T1" fmla="*/ 18 h 113"/>
                  <a:gd name="T2" fmla="*/ 16 w 127"/>
                  <a:gd name="T3" fmla="*/ 1 h 113"/>
                  <a:gd name="T4" fmla="*/ 127 w 127"/>
                  <a:gd name="T5" fmla="*/ 97 h 113"/>
                  <a:gd name="T6" fmla="*/ 120 w 127"/>
                  <a:gd name="T7" fmla="*/ 113 h 113"/>
                  <a:gd name="T8" fmla="*/ 9 w 127"/>
                  <a:gd name="T9" fmla="*/ 17 h 113"/>
                  <a:gd name="T10" fmla="*/ 7 w 127"/>
                  <a:gd name="T11" fmla="*/ 0 h 113"/>
                  <a:gd name="T12" fmla="*/ 9 w 127"/>
                  <a:gd name="T13" fmla="*/ 17 h 113"/>
                  <a:gd name="T14" fmla="*/ 0 w 127"/>
                  <a:gd name="T15" fmla="*/ 7 h 113"/>
                  <a:gd name="T16" fmla="*/ 7 w 127"/>
                  <a:gd name="T17" fmla="*/ 0 h 113"/>
                  <a:gd name="T18" fmla="*/ 18 w 127"/>
                  <a:gd name="T19" fmla="*/ 18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3"/>
                  <a:gd name="T32" fmla="*/ 127 w 127"/>
                  <a:gd name="T33" fmla="*/ 113 h 1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3">
                    <a:moveTo>
                      <a:pt x="18" y="18"/>
                    </a:moveTo>
                    <a:lnTo>
                      <a:pt x="16" y="1"/>
                    </a:lnTo>
                    <a:lnTo>
                      <a:pt x="127" y="97"/>
                    </a:lnTo>
                    <a:lnTo>
                      <a:pt x="120" y="113"/>
                    </a:lnTo>
                    <a:lnTo>
                      <a:pt x="9" y="17"/>
                    </a:lnTo>
                    <a:lnTo>
                      <a:pt x="7" y="0"/>
                    </a:lnTo>
                    <a:lnTo>
                      <a:pt x="9" y="17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7" name="Freeform 319"/>
              <p:cNvSpPr>
                <a:spLocks/>
              </p:cNvSpPr>
              <p:nvPr/>
            </p:nvSpPr>
            <p:spPr bwMode="auto">
              <a:xfrm>
                <a:off x="2220" y="2709"/>
                <a:ext cx="82" cy="90"/>
              </a:xfrm>
              <a:custGeom>
                <a:avLst/>
                <a:gdLst>
                  <a:gd name="T0" fmla="*/ 67 w 82"/>
                  <a:gd name="T1" fmla="*/ 18 h 90"/>
                  <a:gd name="T2" fmla="*/ 80 w 82"/>
                  <a:gd name="T3" fmla="*/ 25 h 90"/>
                  <a:gd name="T4" fmla="*/ 11 w 82"/>
                  <a:gd name="T5" fmla="*/ 90 h 90"/>
                  <a:gd name="T6" fmla="*/ 0 w 82"/>
                  <a:gd name="T7" fmla="*/ 72 h 90"/>
                  <a:gd name="T8" fmla="*/ 69 w 82"/>
                  <a:gd name="T9" fmla="*/ 9 h 90"/>
                  <a:gd name="T10" fmla="*/ 82 w 82"/>
                  <a:gd name="T11" fmla="*/ 15 h 90"/>
                  <a:gd name="T12" fmla="*/ 69 w 82"/>
                  <a:gd name="T13" fmla="*/ 9 h 90"/>
                  <a:gd name="T14" fmla="*/ 78 w 82"/>
                  <a:gd name="T15" fmla="*/ 0 h 90"/>
                  <a:gd name="T16" fmla="*/ 82 w 82"/>
                  <a:gd name="T17" fmla="*/ 15 h 90"/>
                  <a:gd name="T18" fmla="*/ 67 w 82"/>
                  <a:gd name="T19" fmla="*/ 18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90"/>
                  <a:gd name="T32" fmla="*/ 82 w 82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90">
                    <a:moveTo>
                      <a:pt x="67" y="18"/>
                    </a:moveTo>
                    <a:lnTo>
                      <a:pt x="80" y="25"/>
                    </a:lnTo>
                    <a:lnTo>
                      <a:pt x="11" y="90"/>
                    </a:lnTo>
                    <a:lnTo>
                      <a:pt x="0" y="72"/>
                    </a:lnTo>
                    <a:lnTo>
                      <a:pt x="69" y="9"/>
                    </a:lnTo>
                    <a:lnTo>
                      <a:pt x="82" y="15"/>
                    </a:lnTo>
                    <a:lnTo>
                      <a:pt x="69" y="9"/>
                    </a:lnTo>
                    <a:lnTo>
                      <a:pt x="78" y="0"/>
                    </a:lnTo>
                    <a:lnTo>
                      <a:pt x="82" y="15"/>
                    </a:lnTo>
                    <a:lnTo>
                      <a:pt x="67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8" name="Freeform 320"/>
              <p:cNvSpPr>
                <a:spLocks/>
              </p:cNvSpPr>
              <p:nvPr/>
            </p:nvSpPr>
            <p:spPr bwMode="auto">
              <a:xfrm>
                <a:off x="2290" y="2817"/>
                <a:ext cx="37" cy="46"/>
              </a:xfrm>
              <a:custGeom>
                <a:avLst/>
                <a:gdLst>
                  <a:gd name="T0" fmla="*/ 24 w 37"/>
                  <a:gd name="T1" fmla="*/ 0 h 46"/>
                  <a:gd name="T2" fmla="*/ 37 w 37"/>
                  <a:gd name="T3" fmla="*/ 19 h 46"/>
                  <a:gd name="T4" fmla="*/ 13 w 37"/>
                  <a:gd name="T5" fmla="*/ 46 h 46"/>
                  <a:gd name="T6" fmla="*/ 0 w 37"/>
                  <a:gd name="T7" fmla="*/ 27 h 46"/>
                  <a:gd name="T8" fmla="*/ 24 w 3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46"/>
                  <a:gd name="T17" fmla="*/ 37 w 37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46">
                    <a:moveTo>
                      <a:pt x="24" y="0"/>
                    </a:moveTo>
                    <a:lnTo>
                      <a:pt x="37" y="19"/>
                    </a:lnTo>
                    <a:lnTo>
                      <a:pt x="13" y="46"/>
                    </a:lnTo>
                    <a:lnTo>
                      <a:pt x="0" y="2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999" name="Freeform 321"/>
              <p:cNvSpPr>
                <a:spLocks/>
              </p:cNvSpPr>
              <p:nvPr/>
            </p:nvSpPr>
            <p:spPr bwMode="auto">
              <a:xfrm>
                <a:off x="2186" y="2627"/>
                <a:ext cx="125" cy="216"/>
              </a:xfrm>
              <a:custGeom>
                <a:avLst/>
                <a:gdLst>
                  <a:gd name="T0" fmla="*/ 31 w 125"/>
                  <a:gd name="T1" fmla="*/ 0 h 216"/>
                  <a:gd name="T2" fmla="*/ 31 w 125"/>
                  <a:gd name="T3" fmla="*/ 0 h 216"/>
                  <a:gd name="T4" fmla="*/ 40 w 125"/>
                  <a:gd name="T5" fmla="*/ 28 h 216"/>
                  <a:gd name="T6" fmla="*/ 51 w 125"/>
                  <a:gd name="T7" fmla="*/ 52 h 216"/>
                  <a:gd name="T8" fmla="*/ 62 w 125"/>
                  <a:gd name="T9" fmla="*/ 77 h 216"/>
                  <a:gd name="T10" fmla="*/ 72 w 125"/>
                  <a:gd name="T11" fmla="*/ 101 h 216"/>
                  <a:gd name="T12" fmla="*/ 84 w 125"/>
                  <a:gd name="T13" fmla="*/ 125 h 216"/>
                  <a:gd name="T14" fmla="*/ 97 w 125"/>
                  <a:gd name="T15" fmla="*/ 146 h 216"/>
                  <a:gd name="T16" fmla="*/ 110 w 125"/>
                  <a:gd name="T17" fmla="*/ 169 h 216"/>
                  <a:gd name="T18" fmla="*/ 125 w 125"/>
                  <a:gd name="T19" fmla="*/ 191 h 216"/>
                  <a:gd name="T20" fmla="*/ 101 w 125"/>
                  <a:gd name="T21" fmla="*/ 216 h 216"/>
                  <a:gd name="T22" fmla="*/ 85 w 125"/>
                  <a:gd name="T23" fmla="*/ 191 h 216"/>
                  <a:gd name="T24" fmla="*/ 70 w 125"/>
                  <a:gd name="T25" fmla="*/ 168 h 216"/>
                  <a:gd name="T26" fmla="*/ 57 w 125"/>
                  <a:gd name="T27" fmla="*/ 144 h 216"/>
                  <a:gd name="T28" fmla="*/ 45 w 125"/>
                  <a:gd name="T29" fmla="*/ 118 h 216"/>
                  <a:gd name="T30" fmla="*/ 33 w 125"/>
                  <a:gd name="T31" fmla="*/ 93 h 216"/>
                  <a:gd name="T32" fmla="*/ 21 w 125"/>
                  <a:gd name="T33" fmla="*/ 67 h 216"/>
                  <a:gd name="T34" fmla="*/ 11 w 125"/>
                  <a:gd name="T35" fmla="*/ 39 h 216"/>
                  <a:gd name="T36" fmla="*/ 0 w 125"/>
                  <a:gd name="T37" fmla="*/ 11 h 216"/>
                  <a:gd name="T38" fmla="*/ 31 w 125"/>
                  <a:gd name="T39" fmla="*/ 0 h 2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16"/>
                  <a:gd name="T62" fmla="*/ 125 w 125"/>
                  <a:gd name="T63" fmla="*/ 216 h 2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16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51" y="52"/>
                    </a:lnTo>
                    <a:lnTo>
                      <a:pt x="62" y="77"/>
                    </a:lnTo>
                    <a:lnTo>
                      <a:pt x="72" y="101"/>
                    </a:lnTo>
                    <a:lnTo>
                      <a:pt x="84" y="125"/>
                    </a:lnTo>
                    <a:lnTo>
                      <a:pt x="97" y="146"/>
                    </a:lnTo>
                    <a:lnTo>
                      <a:pt x="110" y="169"/>
                    </a:lnTo>
                    <a:lnTo>
                      <a:pt x="125" y="191"/>
                    </a:lnTo>
                    <a:lnTo>
                      <a:pt x="101" y="216"/>
                    </a:lnTo>
                    <a:lnTo>
                      <a:pt x="85" y="191"/>
                    </a:lnTo>
                    <a:lnTo>
                      <a:pt x="70" y="168"/>
                    </a:lnTo>
                    <a:lnTo>
                      <a:pt x="57" y="144"/>
                    </a:lnTo>
                    <a:lnTo>
                      <a:pt x="45" y="118"/>
                    </a:lnTo>
                    <a:lnTo>
                      <a:pt x="33" y="93"/>
                    </a:lnTo>
                    <a:lnTo>
                      <a:pt x="21" y="67"/>
                    </a:lnTo>
                    <a:lnTo>
                      <a:pt x="11" y="39"/>
                    </a:lnTo>
                    <a:lnTo>
                      <a:pt x="0" y="1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0" name="Freeform 322"/>
              <p:cNvSpPr>
                <a:spLocks/>
              </p:cNvSpPr>
              <p:nvPr/>
            </p:nvSpPr>
            <p:spPr bwMode="auto">
              <a:xfrm>
                <a:off x="2130" y="2430"/>
                <a:ext cx="83" cy="205"/>
              </a:xfrm>
              <a:custGeom>
                <a:avLst/>
                <a:gdLst>
                  <a:gd name="T0" fmla="*/ 33 w 83"/>
                  <a:gd name="T1" fmla="*/ 0 h 205"/>
                  <a:gd name="T2" fmla="*/ 36 w 83"/>
                  <a:gd name="T3" fmla="*/ 25 h 205"/>
                  <a:gd name="T4" fmla="*/ 41 w 83"/>
                  <a:gd name="T5" fmla="*/ 49 h 205"/>
                  <a:gd name="T6" fmla="*/ 47 w 83"/>
                  <a:gd name="T7" fmla="*/ 73 h 205"/>
                  <a:gd name="T8" fmla="*/ 52 w 83"/>
                  <a:gd name="T9" fmla="*/ 97 h 205"/>
                  <a:gd name="T10" fmla="*/ 59 w 83"/>
                  <a:gd name="T11" fmla="*/ 122 h 205"/>
                  <a:gd name="T12" fmla="*/ 66 w 83"/>
                  <a:gd name="T13" fmla="*/ 146 h 205"/>
                  <a:gd name="T14" fmla="*/ 75 w 83"/>
                  <a:gd name="T15" fmla="*/ 170 h 205"/>
                  <a:gd name="T16" fmla="*/ 83 w 83"/>
                  <a:gd name="T17" fmla="*/ 195 h 205"/>
                  <a:gd name="T18" fmla="*/ 54 w 83"/>
                  <a:gd name="T19" fmla="*/ 205 h 205"/>
                  <a:gd name="T20" fmla="*/ 45 w 83"/>
                  <a:gd name="T21" fmla="*/ 181 h 205"/>
                  <a:gd name="T22" fmla="*/ 35 w 83"/>
                  <a:gd name="T23" fmla="*/ 155 h 205"/>
                  <a:gd name="T24" fmla="*/ 29 w 83"/>
                  <a:gd name="T25" fmla="*/ 130 h 205"/>
                  <a:gd name="T26" fmla="*/ 21 w 83"/>
                  <a:gd name="T27" fmla="*/ 103 h 205"/>
                  <a:gd name="T28" fmla="*/ 15 w 83"/>
                  <a:gd name="T29" fmla="*/ 78 h 205"/>
                  <a:gd name="T30" fmla="*/ 9 w 83"/>
                  <a:gd name="T31" fmla="*/ 53 h 205"/>
                  <a:gd name="T32" fmla="*/ 4 w 83"/>
                  <a:gd name="T33" fmla="*/ 27 h 205"/>
                  <a:gd name="T34" fmla="*/ 0 w 83"/>
                  <a:gd name="T35" fmla="*/ 1 h 205"/>
                  <a:gd name="T36" fmla="*/ 33 w 83"/>
                  <a:gd name="T37" fmla="*/ 0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3"/>
                  <a:gd name="T58" fmla="*/ 0 h 205"/>
                  <a:gd name="T59" fmla="*/ 83 w 8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3" h="205">
                    <a:moveTo>
                      <a:pt x="33" y="0"/>
                    </a:moveTo>
                    <a:lnTo>
                      <a:pt x="36" y="25"/>
                    </a:lnTo>
                    <a:lnTo>
                      <a:pt x="41" y="49"/>
                    </a:lnTo>
                    <a:lnTo>
                      <a:pt x="47" y="73"/>
                    </a:lnTo>
                    <a:lnTo>
                      <a:pt x="52" y="97"/>
                    </a:lnTo>
                    <a:lnTo>
                      <a:pt x="59" y="122"/>
                    </a:lnTo>
                    <a:lnTo>
                      <a:pt x="66" y="146"/>
                    </a:lnTo>
                    <a:lnTo>
                      <a:pt x="75" y="170"/>
                    </a:lnTo>
                    <a:lnTo>
                      <a:pt x="83" y="195"/>
                    </a:lnTo>
                    <a:lnTo>
                      <a:pt x="54" y="205"/>
                    </a:lnTo>
                    <a:lnTo>
                      <a:pt x="45" y="181"/>
                    </a:lnTo>
                    <a:lnTo>
                      <a:pt x="35" y="155"/>
                    </a:lnTo>
                    <a:lnTo>
                      <a:pt x="29" y="130"/>
                    </a:lnTo>
                    <a:lnTo>
                      <a:pt x="21" y="103"/>
                    </a:lnTo>
                    <a:lnTo>
                      <a:pt x="15" y="78"/>
                    </a:lnTo>
                    <a:lnTo>
                      <a:pt x="9" y="53"/>
                    </a:lnTo>
                    <a:lnTo>
                      <a:pt x="4" y="27"/>
                    </a:lnTo>
                    <a:lnTo>
                      <a:pt x="0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1" name="Freeform 323"/>
              <p:cNvSpPr>
                <a:spLocks/>
              </p:cNvSpPr>
              <p:nvPr/>
            </p:nvSpPr>
            <p:spPr bwMode="auto">
              <a:xfrm>
                <a:off x="2125" y="2409"/>
                <a:ext cx="36" cy="23"/>
              </a:xfrm>
              <a:custGeom>
                <a:avLst/>
                <a:gdLst>
                  <a:gd name="T0" fmla="*/ 3 w 36"/>
                  <a:gd name="T1" fmla="*/ 23 h 23"/>
                  <a:gd name="T2" fmla="*/ 0 w 36"/>
                  <a:gd name="T3" fmla="*/ 0 h 23"/>
                  <a:gd name="T4" fmla="*/ 33 w 36"/>
                  <a:gd name="T5" fmla="*/ 0 h 23"/>
                  <a:gd name="T6" fmla="*/ 36 w 36"/>
                  <a:gd name="T7" fmla="*/ 23 h 23"/>
                  <a:gd name="T8" fmla="*/ 3 w 36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3"/>
                  <a:gd name="T17" fmla="*/ 36 w 3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3">
                    <a:moveTo>
                      <a:pt x="3" y="23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6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2" name="Freeform 324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3" name="Freeform 325"/>
              <p:cNvSpPr>
                <a:spLocks/>
              </p:cNvSpPr>
              <p:nvPr/>
            </p:nvSpPr>
            <p:spPr bwMode="auto">
              <a:xfrm>
                <a:off x="2294" y="2726"/>
                <a:ext cx="54" cy="176"/>
              </a:xfrm>
              <a:custGeom>
                <a:avLst/>
                <a:gdLst>
                  <a:gd name="T0" fmla="*/ 48 w 54"/>
                  <a:gd name="T1" fmla="*/ 158 h 176"/>
                  <a:gd name="T2" fmla="*/ 41 w 54"/>
                  <a:gd name="T3" fmla="*/ 164 h 176"/>
                  <a:gd name="T4" fmla="*/ 0 w 54"/>
                  <a:gd name="T5" fmla="*/ 3 h 176"/>
                  <a:gd name="T6" fmla="*/ 8 w 54"/>
                  <a:gd name="T7" fmla="*/ 0 h 176"/>
                  <a:gd name="T8" fmla="*/ 50 w 54"/>
                  <a:gd name="T9" fmla="*/ 162 h 176"/>
                  <a:gd name="T10" fmla="*/ 43 w 54"/>
                  <a:gd name="T11" fmla="*/ 167 h 176"/>
                  <a:gd name="T12" fmla="*/ 50 w 54"/>
                  <a:gd name="T13" fmla="*/ 162 h 176"/>
                  <a:gd name="T14" fmla="*/ 54 w 54"/>
                  <a:gd name="T15" fmla="*/ 176 h 176"/>
                  <a:gd name="T16" fmla="*/ 43 w 54"/>
                  <a:gd name="T17" fmla="*/ 167 h 176"/>
                  <a:gd name="T18" fmla="*/ 48 w 54"/>
                  <a:gd name="T19" fmla="*/ 15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"/>
                  <a:gd name="T31" fmla="*/ 0 h 176"/>
                  <a:gd name="T32" fmla="*/ 54 w 5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" h="176">
                    <a:moveTo>
                      <a:pt x="48" y="158"/>
                    </a:moveTo>
                    <a:lnTo>
                      <a:pt x="41" y="164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50" y="162"/>
                    </a:lnTo>
                    <a:lnTo>
                      <a:pt x="43" y="167"/>
                    </a:lnTo>
                    <a:lnTo>
                      <a:pt x="50" y="162"/>
                    </a:lnTo>
                    <a:lnTo>
                      <a:pt x="54" y="176"/>
                    </a:lnTo>
                    <a:lnTo>
                      <a:pt x="43" y="167"/>
                    </a:lnTo>
                    <a:lnTo>
                      <a:pt x="48" y="15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4" name="Freeform 326"/>
              <p:cNvSpPr>
                <a:spLocks/>
              </p:cNvSpPr>
              <p:nvPr/>
            </p:nvSpPr>
            <p:spPr bwMode="auto">
              <a:xfrm>
                <a:off x="2219" y="2784"/>
                <a:ext cx="122" cy="107"/>
              </a:xfrm>
              <a:custGeom>
                <a:avLst/>
                <a:gdLst>
                  <a:gd name="T0" fmla="*/ 12 w 122"/>
                  <a:gd name="T1" fmla="*/ 12 h 107"/>
                  <a:gd name="T2" fmla="*/ 10 w 122"/>
                  <a:gd name="T3" fmla="*/ 1 h 107"/>
                  <a:gd name="T4" fmla="*/ 122 w 122"/>
                  <a:gd name="T5" fmla="*/ 98 h 107"/>
                  <a:gd name="T6" fmla="*/ 118 w 122"/>
                  <a:gd name="T7" fmla="*/ 107 h 107"/>
                  <a:gd name="T8" fmla="*/ 6 w 122"/>
                  <a:gd name="T9" fmla="*/ 11 h 107"/>
                  <a:gd name="T10" fmla="*/ 4 w 122"/>
                  <a:gd name="T11" fmla="*/ 0 h 107"/>
                  <a:gd name="T12" fmla="*/ 6 w 122"/>
                  <a:gd name="T13" fmla="*/ 11 h 107"/>
                  <a:gd name="T14" fmla="*/ 0 w 122"/>
                  <a:gd name="T15" fmla="*/ 5 h 107"/>
                  <a:gd name="T16" fmla="*/ 4 w 122"/>
                  <a:gd name="T17" fmla="*/ 0 h 107"/>
                  <a:gd name="T18" fmla="*/ 12 w 122"/>
                  <a:gd name="T19" fmla="*/ 1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2"/>
                  <a:gd name="T31" fmla="*/ 0 h 107"/>
                  <a:gd name="T32" fmla="*/ 122 w 122"/>
                  <a:gd name="T33" fmla="*/ 107 h 10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2" h="107">
                    <a:moveTo>
                      <a:pt x="12" y="12"/>
                    </a:moveTo>
                    <a:lnTo>
                      <a:pt x="10" y="1"/>
                    </a:lnTo>
                    <a:lnTo>
                      <a:pt x="122" y="98"/>
                    </a:lnTo>
                    <a:lnTo>
                      <a:pt x="118" y="107"/>
                    </a:lnTo>
                    <a:lnTo>
                      <a:pt x="6" y="11"/>
                    </a:lnTo>
                    <a:lnTo>
                      <a:pt x="4" y="0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5" name="Freeform 327"/>
              <p:cNvSpPr>
                <a:spLocks/>
              </p:cNvSpPr>
              <p:nvPr/>
            </p:nvSpPr>
            <p:spPr bwMode="auto">
              <a:xfrm>
                <a:off x="2222" y="2717"/>
                <a:ext cx="78" cy="79"/>
              </a:xfrm>
              <a:custGeom>
                <a:avLst/>
                <a:gdLst>
                  <a:gd name="T0" fmla="*/ 69 w 78"/>
                  <a:gd name="T1" fmla="*/ 10 h 79"/>
                  <a:gd name="T2" fmla="*/ 77 w 78"/>
                  <a:gd name="T3" fmla="*/ 16 h 79"/>
                  <a:gd name="T4" fmla="*/ 6 w 78"/>
                  <a:gd name="T5" fmla="*/ 79 h 79"/>
                  <a:gd name="T6" fmla="*/ 0 w 78"/>
                  <a:gd name="T7" fmla="*/ 68 h 79"/>
                  <a:gd name="T8" fmla="*/ 69 w 78"/>
                  <a:gd name="T9" fmla="*/ 4 h 79"/>
                  <a:gd name="T10" fmla="*/ 78 w 78"/>
                  <a:gd name="T11" fmla="*/ 8 h 79"/>
                  <a:gd name="T12" fmla="*/ 69 w 78"/>
                  <a:gd name="T13" fmla="*/ 4 h 79"/>
                  <a:gd name="T14" fmla="*/ 75 w 78"/>
                  <a:gd name="T15" fmla="*/ 0 h 79"/>
                  <a:gd name="T16" fmla="*/ 78 w 78"/>
                  <a:gd name="T17" fmla="*/ 8 h 79"/>
                  <a:gd name="T18" fmla="*/ 69 w 78"/>
                  <a:gd name="T19" fmla="*/ 1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9"/>
                  <a:gd name="T32" fmla="*/ 78 w 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9">
                    <a:moveTo>
                      <a:pt x="69" y="10"/>
                    </a:moveTo>
                    <a:lnTo>
                      <a:pt x="77" y="16"/>
                    </a:lnTo>
                    <a:lnTo>
                      <a:pt x="6" y="79"/>
                    </a:lnTo>
                    <a:lnTo>
                      <a:pt x="0" y="68"/>
                    </a:lnTo>
                    <a:lnTo>
                      <a:pt x="69" y="4"/>
                    </a:lnTo>
                    <a:lnTo>
                      <a:pt x="78" y="8"/>
                    </a:lnTo>
                    <a:lnTo>
                      <a:pt x="69" y="4"/>
                    </a:lnTo>
                    <a:lnTo>
                      <a:pt x="75" y="0"/>
                    </a:lnTo>
                    <a:lnTo>
                      <a:pt x="78" y="8"/>
                    </a:lnTo>
                    <a:lnTo>
                      <a:pt x="69" y="1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6" name="Freeform 328"/>
              <p:cNvSpPr>
                <a:spLocks/>
              </p:cNvSpPr>
              <p:nvPr/>
            </p:nvSpPr>
            <p:spPr bwMode="auto">
              <a:xfrm>
                <a:off x="2290" y="2821"/>
                <a:ext cx="30" cy="37"/>
              </a:xfrm>
              <a:custGeom>
                <a:avLst/>
                <a:gdLst>
                  <a:gd name="T0" fmla="*/ 21 w 30"/>
                  <a:gd name="T1" fmla="*/ 0 h 37"/>
                  <a:gd name="T2" fmla="*/ 30 w 30"/>
                  <a:gd name="T3" fmla="*/ 16 h 37"/>
                  <a:gd name="T4" fmla="*/ 10 w 30"/>
                  <a:gd name="T5" fmla="*/ 37 h 37"/>
                  <a:gd name="T6" fmla="*/ 0 w 30"/>
                  <a:gd name="T7" fmla="*/ 22 h 37"/>
                  <a:gd name="T8" fmla="*/ 21 w 3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7"/>
                  <a:gd name="T17" fmla="*/ 30 w 30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7">
                    <a:moveTo>
                      <a:pt x="21" y="0"/>
                    </a:moveTo>
                    <a:lnTo>
                      <a:pt x="30" y="16"/>
                    </a:lnTo>
                    <a:lnTo>
                      <a:pt x="10" y="37"/>
                    </a:ln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7" name="Freeform 329"/>
              <p:cNvSpPr>
                <a:spLocks/>
              </p:cNvSpPr>
              <p:nvPr/>
            </p:nvSpPr>
            <p:spPr bwMode="auto">
              <a:xfrm>
                <a:off x="2190" y="2626"/>
                <a:ext cx="120" cy="213"/>
              </a:xfrm>
              <a:custGeom>
                <a:avLst/>
                <a:gdLst>
                  <a:gd name="T0" fmla="*/ 25 w 120"/>
                  <a:gd name="T1" fmla="*/ 0 h 213"/>
                  <a:gd name="T2" fmla="*/ 25 w 120"/>
                  <a:gd name="T3" fmla="*/ 0 h 213"/>
                  <a:gd name="T4" fmla="*/ 35 w 120"/>
                  <a:gd name="T5" fmla="*/ 28 h 213"/>
                  <a:gd name="T6" fmla="*/ 47 w 120"/>
                  <a:gd name="T7" fmla="*/ 54 h 213"/>
                  <a:gd name="T8" fmla="*/ 57 w 120"/>
                  <a:gd name="T9" fmla="*/ 78 h 213"/>
                  <a:gd name="T10" fmla="*/ 68 w 120"/>
                  <a:gd name="T11" fmla="*/ 102 h 213"/>
                  <a:gd name="T12" fmla="*/ 80 w 120"/>
                  <a:gd name="T13" fmla="*/ 125 h 213"/>
                  <a:gd name="T14" fmla="*/ 93 w 120"/>
                  <a:gd name="T15" fmla="*/ 147 h 213"/>
                  <a:gd name="T16" fmla="*/ 105 w 120"/>
                  <a:gd name="T17" fmla="*/ 171 h 213"/>
                  <a:gd name="T18" fmla="*/ 120 w 120"/>
                  <a:gd name="T19" fmla="*/ 193 h 213"/>
                  <a:gd name="T20" fmla="*/ 100 w 120"/>
                  <a:gd name="T21" fmla="*/ 213 h 213"/>
                  <a:gd name="T22" fmla="*/ 84 w 120"/>
                  <a:gd name="T23" fmla="*/ 188 h 213"/>
                  <a:gd name="T24" fmla="*/ 70 w 120"/>
                  <a:gd name="T25" fmla="*/ 164 h 213"/>
                  <a:gd name="T26" fmla="*/ 58 w 120"/>
                  <a:gd name="T27" fmla="*/ 141 h 213"/>
                  <a:gd name="T28" fmla="*/ 46 w 120"/>
                  <a:gd name="T29" fmla="*/ 116 h 213"/>
                  <a:gd name="T30" fmla="*/ 33 w 120"/>
                  <a:gd name="T31" fmla="*/ 92 h 213"/>
                  <a:gd name="T32" fmla="*/ 21 w 120"/>
                  <a:gd name="T33" fmla="*/ 65 h 213"/>
                  <a:gd name="T34" fmla="*/ 12 w 120"/>
                  <a:gd name="T35" fmla="*/ 38 h 213"/>
                  <a:gd name="T36" fmla="*/ 0 w 120"/>
                  <a:gd name="T37" fmla="*/ 10 h 213"/>
                  <a:gd name="T38" fmla="*/ 25 w 120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13"/>
                  <a:gd name="T62" fmla="*/ 120 w 120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13">
                    <a:moveTo>
                      <a:pt x="25" y="0"/>
                    </a:moveTo>
                    <a:lnTo>
                      <a:pt x="25" y="0"/>
                    </a:lnTo>
                    <a:lnTo>
                      <a:pt x="35" y="28"/>
                    </a:lnTo>
                    <a:lnTo>
                      <a:pt x="47" y="54"/>
                    </a:lnTo>
                    <a:lnTo>
                      <a:pt x="57" y="78"/>
                    </a:lnTo>
                    <a:lnTo>
                      <a:pt x="68" y="102"/>
                    </a:lnTo>
                    <a:lnTo>
                      <a:pt x="80" y="125"/>
                    </a:lnTo>
                    <a:lnTo>
                      <a:pt x="93" y="147"/>
                    </a:lnTo>
                    <a:lnTo>
                      <a:pt x="105" y="171"/>
                    </a:lnTo>
                    <a:lnTo>
                      <a:pt x="120" y="193"/>
                    </a:lnTo>
                    <a:lnTo>
                      <a:pt x="100" y="213"/>
                    </a:lnTo>
                    <a:lnTo>
                      <a:pt x="84" y="188"/>
                    </a:lnTo>
                    <a:lnTo>
                      <a:pt x="70" y="164"/>
                    </a:lnTo>
                    <a:lnTo>
                      <a:pt x="58" y="141"/>
                    </a:lnTo>
                    <a:lnTo>
                      <a:pt x="46" y="116"/>
                    </a:lnTo>
                    <a:lnTo>
                      <a:pt x="33" y="92"/>
                    </a:lnTo>
                    <a:lnTo>
                      <a:pt x="21" y="65"/>
                    </a:lnTo>
                    <a:lnTo>
                      <a:pt x="12" y="38"/>
                    </a:lnTo>
                    <a:lnTo>
                      <a:pt x="0" y="1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8" name="Freeform 330"/>
              <p:cNvSpPr>
                <a:spLocks/>
              </p:cNvSpPr>
              <p:nvPr/>
            </p:nvSpPr>
            <p:spPr bwMode="auto">
              <a:xfrm>
                <a:off x="2134" y="2432"/>
                <a:ext cx="77" cy="204"/>
              </a:xfrm>
              <a:custGeom>
                <a:avLst/>
                <a:gdLst>
                  <a:gd name="T0" fmla="*/ 27 w 77"/>
                  <a:gd name="T1" fmla="*/ 0 h 204"/>
                  <a:gd name="T2" fmla="*/ 31 w 77"/>
                  <a:gd name="T3" fmla="*/ 25 h 204"/>
                  <a:gd name="T4" fmla="*/ 36 w 77"/>
                  <a:gd name="T5" fmla="*/ 48 h 204"/>
                  <a:gd name="T6" fmla="*/ 42 w 77"/>
                  <a:gd name="T7" fmla="*/ 73 h 204"/>
                  <a:gd name="T8" fmla="*/ 47 w 77"/>
                  <a:gd name="T9" fmla="*/ 98 h 204"/>
                  <a:gd name="T10" fmla="*/ 54 w 77"/>
                  <a:gd name="T11" fmla="*/ 121 h 204"/>
                  <a:gd name="T12" fmla="*/ 61 w 77"/>
                  <a:gd name="T13" fmla="*/ 146 h 204"/>
                  <a:gd name="T14" fmla="*/ 69 w 77"/>
                  <a:gd name="T15" fmla="*/ 170 h 204"/>
                  <a:gd name="T16" fmla="*/ 77 w 77"/>
                  <a:gd name="T17" fmla="*/ 194 h 204"/>
                  <a:gd name="T18" fmla="*/ 52 w 77"/>
                  <a:gd name="T19" fmla="*/ 204 h 204"/>
                  <a:gd name="T20" fmla="*/ 44 w 77"/>
                  <a:gd name="T21" fmla="*/ 180 h 204"/>
                  <a:gd name="T22" fmla="*/ 35 w 77"/>
                  <a:gd name="T23" fmla="*/ 153 h 204"/>
                  <a:gd name="T24" fmla="*/ 28 w 77"/>
                  <a:gd name="T25" fmla="*/ 129 h 204"/>
                  <a:gd name="T26" fmla="*/ 21 w 77"/>
                  <a:gd name="T27" fmla="*/ 103 h 204"/>
                  <a:gd name="T28" fmla="*/ 14 w 77"/>
                  <a:gd name="T29" fmla="*/ 77 h 204"/>
                  <a:gd name="T30" fmla="*/ 9 w 77"/>
                  <a:gd name="T31" fmla="*/ 52 h 204"/>
                  <a:gd name="T32" fmla="*/ 5 w 77"/>
                  <a:gd name="T33" fmla="*/ 26 h 204"/>
                  <a:gd name="T34" fmla="*/ 0 w 77"/>
                  <a:gd name="T35" fmla="*/ 0 h 204"/>
                  <a:gd name="T36" fmla="*/ 27 w 77"/>
                  <a:gd name="T37" fmla="*/ 0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7"/>
                  <a:gd name="T58" fmla="*/ 0 h 204"/>
                  <a:gd name="T59" fmla="*/ 77 w 77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7" h="204">
                    <a:moveTo>
                      <a:pt x="27" y="0"/>
                    </a:moveTo>
                    <a:lnTo>
                      <a:pt x="31" y="25"/>
                    </a:lnTo>
                    <a:lnTo>
                      <a:pt x="36" y="48"/>
                    </a:lnTo>
                    <a:lnTo>
                      <a:pt x="42" y="73"/>
                    </a:lnTo>
                    <a:lnTo>
                      <a:pt x="47" y="98"/>
                    </a:lnTo>
                    <a:lnTo>
                      <a:pt x="54" y="121"/>
                    </a:lnTo>
                    <a:lnTo>
                      <a:pt x="61" y="146"/>
                    </a:lnTo>
                    <a:lnTo>
                      <a:pt x="69" y="170"/>
                    </a:lnTo>
                    <a:lnTo>
                      <a:pt x="77" y="194"/>
                    </a:lnTo>
                    <a:lnTo>
                      <a:pt x="52" y="204"/>
                    </a:lnTo>
                    <a:lnTo>
                      <a:pt x="44" y="180"/>
                    </a:lnTo>
                    <a:lnTo>
                      <a:pt x="35" y="153"/>
                    </a:lnTo>
                    <a:lnTo>
                      <a:pt x="28" y="129"/>
                    </a:lnTo>
                    <a:lnTo>
                      <a:pt x="21" y="103"/>
                    </a:lnTo>
                    <a:lnTo>
                      <a:pt x="14" y="77"/>
                    </a:lnTo>
                    <a:lnTo>
                      <a:pt x="9" y="52"/>
                    </a:lnTo>
                    <a:lnTo>
                      <a:pt x="5" y="26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8009" name="Freeform 331"/>
              <p:cNvSpPr>
                <a:spLocks/>
              </p:cNvSpPr>
              <p:nvPr/>
            </p:nvSpPr>
            <p:spPr bwMode="auto">
              <a:xfrm>
                <a:off x="2127" y="2414"/>
                <a:ext cx="31" cy="18"/>
              </a:xfrm>
              <a:custGeom>
                <a:avLst/>
                <a:gdLst>
                  <a:gd name="T0" fmla="*/ 3 w 31"/>
                  <a:gd name="T1" fmla="*/ 18 h 18"/>
                  <a:gd name="T2" fmla="*/ 0 w 31"/>
                  <a:gd name="T3" fmla="*/ 0 h 18"/>
                  <a:gd name="T4" fmla="*/ 28 w 31"/>
                  <a:gd name="T5" fmla="*/ 0 h 18"/>
                  <a:gd name="T6" fmla="*/ 31 w 31"/>
                  <a:gd name="T7" fmla="*/ 18 h 18"/>
                  <a:gd name="T8" fmla="*/ 3 w 31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18"/>
                  <a:gd name="T17" fmla="*/ 31 w 3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18">
                    <a:moveTo>
                      <a:pt x="3" y="18"/>
                    </a:moveTo>
                    <a:lnTo>
                      <a:pt x="0" y="0"/>
                    </a:lnTo>
                    <a:lnTo>
                      <a:pt x="28" y="0"/>
                    </a:lnTo>
                    <a:lnTo>
                      <a:pt x="31" y="18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7457" name="Oval 332"/>
            <p:cNvSpPr>
              <a:spLocks noChangeArrowheads="1"/>
            </p:cNvSpPr>
            <p:nvPr/>
          </p:nvSpPr>
          <p:spPr bwMode="auto">
            <a:xfrm>
              <a:off x="2669" y="1927"/>
              <a:ext cx="1873" cy="184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7458" name="Oval 333"/>
            <p:cNvSpPr>
              <a:spLocks noChangeArrowheads="1"/>
            </p:cNvSpPr>
            <p:nvPr/>
          </p:nvSpPr>
          <p:spPr bwMode="auto">
            <a:xfrm>
              <a:off x="2741" y="1930"/>
              <a:ext cx="1823" cy="1763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7459" name="Rectangle 334"/>
            <p:cNvSpPr>
              <a:spLocks noChangeArrowheads="1"/>
            </p:cNvSpPr>
            <p:nvPr/>
          </p:nvSpPr>
          <p:spPr bwMode="auto">
            <a:xfrm>
              <a:off x="3952" y="2395"/>
              <a:ext cx="706" cy="3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7460" name="Rectangle 335"/>
            <p:cNvSpPr>
              <a:spLocks noChangeArrowheads="1"/>
            </p:cNvSpPr>
            <p:nvPr/>
          </p:nvSpPr>
          <p:spPr bwMode="auto">
            <a:xfrm>
              <a:off x="4022" y="2444"/>
              <a:ext cx="552" cy="2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7461" name="Rectangle 336"/>
            <p:cNvSpPr>
              <a:spLocks noChangeArrowheads="1"/>
            </p:cNvSpPr>
            <p:nvPr/>
          </p:nvSpPr>
          <p:spPr bwMode="auto">
            <a:xfrm>
              <a:off x="4002" y="2549"/>
              <a:ext cx="541" cy="2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2300" u="sng">
                  <a:solidFill>
                    <a:srgbClr val="000000"/>
                  </a:solidFill>
                  <a:latin typeface="Arial Narrow" pitchFamily="34" charset="0"/>
                </a:rPr>
                <a:t>CSMS</a:t>
              </a:r>
              <a:endParaRPr lang="en-US" sz="2600" b="0">
                <a:latin typeface="Times New Roman" pitchFamily="18" charset="0"/>
              </a:endParaRPr>
            </a:p>
          </p:txBody>
        </p:sp>
        <p:grpSp>
          <p:nvGrpSpPr>
            <p:cNvPr id="37462" name="Group 337"/>
            <p:cNvGrpSpPr>
              <a:grpSpLocks/>
            </p:cNvGrpSpPr>
            <p:nvPr/>
          </p:nvGrpSpPr>
          <p:grpSpPr bwMode="auto">
            <a:xfrm>
              <a:off x="3336" y="1604"/>
              <a:ext cx="668" cy="527"/>
              <a:chOff x="1254" y="3284"/>
              <a:chExt cx="541" cy="444"/>
            </a:xfrm>
          </p:grpSpPr>
          <p:grpSp>
            <p:nvGrpSpPr>
              <p:cNvPr id="37680" name="Group 338"/>
              <p:cNvGrpSpPr>
                <a:grpSpLocks/>
              </p:cNvGrpSpPr>
              <p:nvPr/>
            </p:nvGrpSpPr>
            <p:grpSpPr bwMode="auto">
              <a:xfrm>
                <a:off x="1428" y="3284"/>
                <a:ext cx="244" cy="332"/>
                <a:chOff x="3080" y="1174"/>
                <a:chExt cx="276" cy="366"/>
              </a:xfrm>
            </p:grpSpPr>
            <p:sp>
              <p:nvSpPr>
                <p:cNvPr id="37682" name="Rectangle 339"/>
                <p:cNvSpPr>
                  <a:spLocks noChangeArrowheads="1"/>
                </p:cNvSpPr>
                <p:nvPr/>
              </p:nvSpPr>
              <p:spPr bwMode="auto">
                <a:xfrm>
                  <a:off x="3129" y="1174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683" name="Rectangle 340"/>
                <p:cNvSpPr>
                  <a:spLocks noChangeArrowheads="1"/>
                </p:cNvSpPr>
                <p:nvPr/>
              </p:nvSpPr>
              <p:spPr bwMode="auto">
                <a:xfrm>
                  <a:off x="3101" y="1212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7684" name="Group 341"/>
                <p:cNvGrpSpPr>
                  <a:grpSpLocks/>
                </p:cNvGrpSpPr>
                <p:nvPr/>
              </p:nvGrpSpPr>
              <p:grpSpPr bwMode="auto">
                <a:xfrm>
                  <a:off x="3080" y="1247"/>
                  <a:ext cx="223" cy="293"/>
                  <a:chOff x="3080" y="1247"/>
                  <a:chExt cx="223" cy="293"/>
                </a:xfrm>
              </p:grpSpPr>
              <p:sp>
                <p:nvSpPr>
                  <p:cNvPr id="37685" name="Freeform 342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86" name="Freeform 343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w 91"/>
                      <a:gd name="T21" fmla="*/ 121 h 12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91"/>
                      <a:gd name="T34" fmla="*/ 0 h 121"/>
                      <a:gd name="T35" fmla="*/ 91 w 91"/>
                      <a:gd name="T36" fmla="*/ 121 h 12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87" name="Freeform 344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88" name="Freeform 345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91"/>
                      <a:gd name="T31" fmla="*/ 0 h 121"/>
                      <a:gd name="T32" fmla="*/ 91 w 91"/>
                      <a:gd name="T33" fmla="*/ 121 h 12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7681" name="Rectangle 346"/>
              <p:cNvSpPr>
                <a:spLocks noChangeArrowheads="1"/>
              </p:cNvSpPr>
              <p:nvPr/>
            </p:nvSpPr>
            <p:spPr bwMode="auto">
              <a:xfrm>
                <a:off x="1254" y="3633"/>
                <a:ext cx="541" cy="9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1100" b="0">
                    <a:latin typeface="Arial Narrow" pitchFamily="34" charset="0"/>
                  </a:rPr>
                  <a:t>Contracted Work</a:t>
                </a:r>
              </a:p>
            </p:txBody>
          </p:sp>
        </p:grpSp>
        <p:grpSp>
          <p:nvGrpSpPr>
            <p:cNvPr id="37463" name="Group 347"/>
            <p:cNvGrpSpPr>
              <a:grpSpLocks/>
            </p:cNvGrpSpPr>
            <p:nvPr/>
          </p:nvGrpSpPr>
          <p:grpSpPr bwMode="auto">
            <a:xfrm>
              <a:off x="4018" y="2903"/>
              <a:ext cx="417" cy="570"/>
              <a:chOff x="3543" y="2349"/>
              <a:chExt cx="383" cy="529"/>
            </a:xfrm>
          </p:grpSpPr>
          <p:grpSp>
            <p:nvGrpSpPr>
              <p:cNvPr id="37465" name="Group 348"/>
              <p:cNvGrpSpPr>
                <a:grpSpLocks/>
              </p:cNvGrpSpPr>
              <p:nvPr/>
            </p:nvGrpSpPr>
            <p:grpSpPr bwMode="auto">
              <a:xfrm>
                <a:off x="3551" y="2349"/>
                <a:ext cx="355" cy="388"/>
                <a:chOff x="3563" y="2349"/>
                <a:chExt cx="355" cy="388"/>
              </a:xfrm>
            </p:grpSpPr>
            <p:grpSp>
              <p:nvGrpSpPr>
                <p:cNvPr id="37467" name="Group 349"/>
                <p:cNvGrpSpPr>
                  <a:grpSpLocks/>
                </p:cNvGrpSpPr>
                <p:nvPr/>
              </p:nvGrpSpPr>
              <p:grpSpPr bwMode="auto">
                <a:xfrm>
                  <a:off x="3563" y="2349"/>
                  <a:ext cx="355" cy="388"/>
                  <a:chOff x="3563" y="2349"/>
                  <a:chExt cx="355" cy="388"/>
                </a:xfrm>
              </p:grpSpPr>
              <p:sp>
                <p:nvSpPr>
                  <p:cNvPr id="37480" name="Freeform 350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78 w 85"/>
                      <a:gd name="T121" fmla="*/ 65 h 75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85"/>
                      <a:gd name="T184" fmla="*/ 0 h 75"/>
                      <a:gd name="T185" fmla="*/ 85 w 85"/>
                      <a:gd name="T186" fmla="*/ 75 h 75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  <a:close/>
                      </a:path>
                    </a:pathLst>
                  </a:custGeom>
                  <a:solidFill>
                    <a:srgbClr val="FF27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1" name="Freeform 351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85"/>
                      <a:gd name="T181" fmla="*/ 0 h 75"/>
                      <a:gd name="T182" fmla="*/ 85 w 85"/>
                      <a:gd name="T183" fmla="*/ 75 h 75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2" name="Freeform 352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  <a:close/>
                      </a:path>
                    </a:pathLst>
                  </a:custGeom>
                  <a:solidFill>
                    <a:srgbClr val="FFC28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3" name="Freeform 353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4" name="Freeform 354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5" name="Freeform 355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6" name="Freeform 356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7" name="Freeform 357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8" name="Freeform 358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9" name="Freeform 359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0" name="Freeform 360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1" name="Freeform 361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2" name="Freeform 362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w 346"/>
                      <a:gd name="T65" fmla="*/ 105 h 10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346"/>
                      <a:gd name="T100" fmla="*/ 0 h 105"/>
                      <a:gd name="T101" fmla="*/ 346 w 346"/>
                      <a:gd name="T102" fmla="*/ 105 h 10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3" name="Freeform 363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346"/>
                      <a:gd name="T97" fmla="*/ 0 h 105"/>
                      <a:gd name="T98" fmla="*/ 346 w 346"/>
                      <a:gd name="T99" fmla="*/ 105 h 10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4" name="Freeform 364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5" name="Freeform 365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6" name="Freeform 366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7" name="Freeform 367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8" name="Freeform 368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9" name="Freeform 369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0" name="Freeform 370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1" name="Freeform 371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2" name="Rectangle 372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3" name="Rectangle 373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4" name="Rectangle 374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5" name="Rectangle 37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6" name="Freeform 376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7" name="Freeform 377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8" name="Rectangle 378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9" name="Rectangle 379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0" name="Freeform 380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1" name="Freeform 381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2" name="Freeform 382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3" name="Freeform 383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4" name="Rectangle 384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5" name="Rectangle 38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6" name="Freeform 386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7" name="Freeform 387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8" name="Freeform 388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9" name="Freeform 389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0" name="Freeform 390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1" name="Freeform 391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2" name="Freeform 392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3" name="Freeform 393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4" name="Freeform 394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5" name="Freeform 395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6" name="Freeform 396"/>
                  <p:cNvSpPr>
                    <a:spLocks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custGeom>
                    <a:avLst/>
                    <a:gdLst>
                      <a:gd name="T0" fmla="*/ 0 w 25"/>
                      <a:gd name="T1" fmla="*/ 0 h 3"/>
                      <a:gd name="T2" fmla="*/ 0 w 25"/>
                      <a:gd name="T3" fmla="*/ 3 h 3"/>
                      <a:gd name="T4" fmla="*/ 25 w 25"/>
                      <a:gd name="T5" fmla="*/ 3 h 3"/>
                      <a:gd name="T6" fmla="*/ 25 w 25"/>
                      <a:gd name="T7" fmla="*/ 0 h 3"/>
                      <a:gd name="T8" fmla="*/ 0 w 25"/>
                      <a:gd name="T9" fmla="*/ 0 h 3"/>
                      <a:gd name="T10" fmla="*/ 0 w 25"/>
                      <a:gd name="T11" fmla="*/ 0 h 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"/>
                      <a:gd name="T19" fmla="*/ 0 h 3"/>
                      <a:gd name="T20" fmla="*/ 25 w 25"/>
                      <a:gd name="T21" fmla="*/ 3 h 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25" y="3"/>
                        </a:lnTo>
                        <a:lnTo>
                          <a:pt x="2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7" name="Rectangle 397"/>
                  <p:cNvSpPr>
                    <a:spLocks noChangeArrowheads="1"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8" name="Freeform 398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9" name="Freeform 399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0" name="Freeform 400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1" name="Freeform 401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2" name="Freeform 402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3" name="Freeform 403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4" name="Freeform 404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27 w 27"/>
                      <a:gd name="T47" fmla="*/ 125 h 12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27"/>
                      <a:gd name="T73" fmla="*/ 0 h 128"/>
                      <a:gd name="T74" fmla="*/ 27 w 27"/>
                      <a:gd name="T75" fmla="*/ 128 h 128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5" name="Freeform 405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6" name="Freeform 406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w 27"/>
                      <a:gd name="T51" fmla="*/ 0 h 7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27"/>
                      <a:gd name="T79" fmla="*/ 0 h 7"/>
                      <a:gd name="T80" fmla="*/ 27 w 27"/>
                      <a:gd name="T81" fmla="*/ 7 h 7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7" name="Freeform 407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8" name="Freeform 408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9" name="Freeform 409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0" name="Rectangle 410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1" name="Rectangle 411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2" name="Freeform 412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3" name="Freeform 413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4" name="Freeform 414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5" name="Freeform 415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6" name="Freeform 416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7" name="Freeform 417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8" name="Freeform 418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9" name="Freeform 419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0" name="Freeform 420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1" name="Freeform 421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2" name="Freeform 422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w 6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3"/>
                      <a:gd name="T17" fmla="*/ 6 w 6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3" name="Freeform 423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4" name="Rectangle 424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5" name="Rectangle 425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6" name="Freeform 426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7" name="Freeform 427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8" name="Freeform 428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9" name="Freeform 429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0" name="Freeform 430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1" name="Freeform 431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2" name="Freeform 432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3" name="Freeform 433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4" name="Freeform 434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5" name="Freeform 435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6" name="Freeform 436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7" name="Freeform 437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8" name="Rectangle 438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9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0" name="Freeform 440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1" name="Freeform 441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2" name="Freeform 442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3" name="Freeform 443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4" name="Freeform 444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5" name="Freeform 445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6" name="Freeform 446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7" name="Freeform 447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8" name="Freeform 448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9" name="Freeform 449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0" name="Freeform 450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1" name="Freeform 451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2" name="Freeform 452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3" name="Freeform 453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4" name="Freeform 454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5" name="Freeform 455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6" name="Freeform 456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7" name="Freeform 457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8" name="Freeform 458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9" name="Freeform 459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0" name="Freeform 460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25 w 37"/>
                      <a:gd name="T35" fmla="*/ 2 h 3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7"/>
                      <a:gd name="T55" fmla="*/ 0 h 31"/>
                      <a:gd name="T56" fmla="*/ 37 w 37"/>
                      <a:gd name="T57" fmla="*/ 31 h 3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1" name="Freeform 461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37"/>
                      <a:gd name="T52" fmla="*/ 0 h 31"/>
                      <a:gd name="T53" fmla="*/ 37 w 37"/>
                      <a:gd name="T54" fmla="*/ 31 h 3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2" name="Freeform 462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3" name="Freeform 463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4" name="Freeform 464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w 11"/>
                      <a:gd name="T9" fmla="*/ 9 h 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"/>
                      <a:gd name="T16" fmla="*/ 0 h 9"/>
                      <a:gd name="T17" fmla="*/ 11 w 11"/>
                      <a:gd name="T18" fmla="*/ 9 h 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5" name="Freeform 465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1"/>
                      <a:gd name="T13" fmla="*/ 0 h 9"/>
                      <a:gd name="T14" fmla="*/ 11 w 11"/>
                      <a:gd name="T15" fmla="*/ 9 h 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6" name="Freeform 466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7" name="Freeform 467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8" name="Freeform 468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28 w 30"/>
                      <a:gd name="T37" fmla="*/ 0 h 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0"/>
                      <a:gd name="T58" fmla="*/ 0 h 6"/>
                      <a:gd name="T59" fmla="*/ 30 w 30"/>
                      <a:gd name="T60" fmla="*/ 6 h 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9" name="Freeform 469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0" name="Freeform 470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1" name="Freeform 471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2" name="Freeform 472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3" name="Freeform 473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4" name="Freeform 474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5 w 31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1"/>
                      <a:gd name="T25" fmla="*/ 0 h 6"/>
                      <a:gd name="T26" fmla="*/ 31 w 3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5" name="Freeform 475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1"/>
                      <a:gd name="T22" fmla="*/ 0 h 6"/>
                      <a:gd name="T23" fmla="*/ 31 w 3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6" name="Freeform 476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7" name="Freeform 477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8" name="Freeform 478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9" name="Freeform 479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0" name="Freeform 480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1" name="Freeform 481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2" name="Freeform 482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3" name="Freeform 483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4" name="Freeform 484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5" name="Freeform 485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6" name="Freeform 486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7" name="Freeform 487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8" name="Freeform 488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9" name="Freeform 489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0" name="Freeform 490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1" name="Freeform 491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2" name="Freeform 492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3" name="Freeform 493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4" name="Freeform 494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5" name="Freeform 495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6" name="Freeform 496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7" name="Freeform 497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8" name="Freeform 498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9" name="Freeform 499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0" name="Freeform 500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1" name="Freeform 501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2" name="Freeform 502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3" name="Freeform 503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4" name="Freeform 504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5" name="Freeform 505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6" name="Line 50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7" name="Line 50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8" name="Line 50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9" name="Line 50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0" name="Line 51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1" name="Line 5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2" name="Line 51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3" name="Line 51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4" name="Line 5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5" name="Line 5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6" name="Line 51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7" name="Line 51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8" name="Line 51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9" name="Line 5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0" name="Line 5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1" name="Line 52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2" name="Line 5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3" name="Line 5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4" name="Line 5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5" name="Line 5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6" name="Line 5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7" name="Line 5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8" name="Line 5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9" name="Line 5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0" name="Line 53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1" name="Line 53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2" name="Line 5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3" name="Line 5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4" name="Line 53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5" name="Line 53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6" name="Line 53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7" name="Line 53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8" name="Freeform 538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9" name="Freeform 539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0" name="Line 54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1" name="Line 54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2" name="Line 54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3" name="Line 5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4" name="Line 54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5" name="Line 54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6" name="Line 5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7" name="Line 5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8" name="Line 5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9" name="Line 5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7468" name="Line 550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69" name="Line 551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0" name="Line 552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1" name="Line 553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2" name="Line 554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3" name="Line 555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4" name="Line 556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5" name="Line 557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6" name="Line 558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7" name="Line 559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8" name="Line 560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79" name="Line 561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7466" name="Rectangle 562"/>
              <p:cNvSpPr>
                <a:spLocks noChangeArrowheads="1"/>
              </p:cNvSpPr>
              <p:nvPr/>
            </p:nvSpPr>
            <p:spPr bwMode="auto">
              <a:xfrm>
                <a:off x="3543" y="2773"/>
                <a:ext cx="383" cy="10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1100" b="0">
                    <a:solidFill>
                      <a:srgbClr val="000000"/>
                    </a:solidFill>
                    <a:latin typeface="Arial Narrow" pitchFamily="34" charset="0"/>
                  </a:rPr>
                  <a:t>Data Bank</a:t>
                </a:r>
                <a:endParaRPr lang="en-US" sz="1100" b="0">
                  <a:latin typeface="Times New Roman" pitchFamily="18" charset="0"/>
                </a:endParaRPr>
              </a:p>
            </p:txBody>
          </p:sp>
        </p:grpSp>
        <p:sp>
          <p:nvSpPr>
            <p:cNvPr id="37464" name="Rectangle 563"/>
            <p:cNvSpPr>
              <a:spLocks noChangeArrowheads="1"/>
            </p:cNvSpPr>
            <p:nvPr/>
          </p:nvSpPr>
          <p:spPr bwMode="auto">
            <a:xfrm>
              <a:off x="2944" y="2195"/>
              <a:ext cx="1025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36872" name="Group 564"/>
          <p:cNvGrpSpPr>
            <a:grpSpLocks/>
          </p:cNvGrpSpPr>
          <p:nvPr/>
        </p:nvGrpSpPr>
        <p:grpSpPr bwMode="auto">
          <a:xfrm>
            <a:off x="3149600" y="2982913"/>
            <a:ext cx="2403475" cy="2881312"/>
            <a:chOff x="2199" y="2195"/>
            <a:chExt cx="1817" cy="1936"/>
          </a:xfrm>
        </p:grpSpPr>
        <p:sp>
          <p:nvSpPr>
            <p:cNvPr id="36900" name="Rectangle 565"/>
            <p:cNvSpPr>
              <a:spLocks noChangeArrowheads="1"/>
            </p:cNvSpPr>
            <p:nvPr/>
          </p:nvSpPr>
          <p:spPr bwMode="auto">
            <a:xfrm>
              <a:off x="2199" y="2846"/>
              <a:ext cx="1720" cy="643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01" name="Oval 566"/>
            <p:cNvSpPr>
              <a:spLocks noChangeArrowheads="1"/>
            </p:cNvSpPr>
            <p:nvPr/>
          </p:nvSpPr>
          <p:spPr bwMode="auto">
            <a:xfrm>
              <a:off x="2954" y="3389"/>
              <a:ext cx="210" cy="94"/>
            </a:xfrm>
            <a:prstGeom prst="ellipse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02" name="Rectangle 567"/>
            <p:cNvSpPr>
              <a:spLocks noChangeArrowheads="1"/>
            </p:cNvSpPr>
            <p:nvPr/>
          </p:nvSpPr>
          <p:spPr bwMode="auto">
            <a:xfrm>
              <a:off x="3014" y="2820"/>
              <a:ext cx="90" cy="57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03" name="Rectangle 568"/>
            <p:cNvSpPr>
              <a:spLocks noChangeArrowheads="1"/>
            </p:cNvSpPr>
            <p:nvPr/>
          </p:nvSpPr>
          <p:spPr bwMode="auto">
            <a:xfrm>
              <a:off x="2199" y="2200"/>
              <a:ext cx="1720" cy="644"/>
            </a:xfrm>
            <a:prstGeom prst="rect">
              <a:avLst/>
            </a:prstGeom>
            <a:solidFill>
              <a:srgbClr val="99FFCC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6904" name="Group 569"/>
            <p:cNvGrpSpPr>
              <a:grpSpLocks/>
            </p:cNvGrpSpPr>
            <p:nvPr/>
          </p:nvGrpSpPr>
          <p:grpSpPr bwMode="auto">
            <a:xfrm>
              <a:off x="2911" y="2322"/>
              <a:ext cx="298" cy="272"/>
              <a:chOff x="2528" y="1791"/>
              <a:chExt cx="326" cy="334"/>
            </a:xfrm>
          </p:grpSpPr>
          <p:grpSp>
            <p:nvGrpSpPr>
              <p:cNvPr id="37120" name="Group 570"/>
              <p:cNvGrpSpPr>
                <a:grpSpLocks/>
              </p:cNvGrpSpPr>
              <p:nvPr/>
            </p:nvGrpSpPr>
            <p:grpSpPr bwMode="auto">
              <a:xfrm>
                <a:off x="2616" y="1878"/>
                <a:ext cx="150" cy="247"/>
                <a:chOff x="2616" y="1878"/>
                <a:chExt cx="150" cy="247"/>
              </a:xfrm>
            </p:grpSpPr>
            <p:sp>
              <p:nvSpPr>
                <p:cNvPr id="37256" name="Freeform 571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57" name="Freeform 572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21" cy="23"/>
                </a:xfrm>
                <a:custGeom>
                  <a:avLst/>
                  <a:gdLst>
                    <a:gd name="T0" fmla="*/ 0 w 21"/>
                    <a:gd name="T1" fmla="*/ 8 h 23"/>
                    <a:gd name="T2" fmla="*/ 0 w 21"/>
                    <a:gd name="T3" fmla="*/ 8 h 23"/>
                    <a:gd name="T4" fmla="*/ 0 w 21"/>
                    <a:gd name="T5" fmla="*/ 6 h 23"/>
                    <a:gd name="T6" fmla="*/ 2 w 21"/>
                    <a:gd name="T7" fmla="*/ 2 h 23"/>
                    <a:gd name="T8" fmla="*/ 5 w 21"/>
                    <a:gd name="T9" fmla="*/ 0 h 23"/>
                    <a:gd name="T10" fmla="*/ 7 w 21"/>
                    <a:gd name="T11" fmla="*/ 0 h 23"/>
                    <a:gd name="T12" fmla="*/ 7 w 21"/>
                    <a:gd name="T13" fmla="*/ 23 h 23"/>
                    <a:gd name="T14" fmla="*/ 11 w 21"/>
                    <a:gd name="T15" fmla="*/ 22 h 23"/>
                    <a:gd name="T16" fmla="*/ 17 w 21"/>
                    <a:gd name="T17" fmla="*/ 18 h 23"/>
                    <a:gd name="T18" fmla="*/ 20 w 21"/>
                    <a:gd name="T19" fmla="*/ 13 h 23"/>
                    <a:gd name="T20" fmla="*/ 21 w 21"/>
                    <a:gd name="T21" fmla="*/ 8 h 23"/>
                    <a:gd name="T22" fmla="*/ 0 w 21"/>
                    <a:gd name="T23" fmla="*/ 8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3"/>
                    <a:gd name="T38" fmla="*/ 21 w 21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3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3"/>
                      </a:lnTo>
                      <a:lnTo>
                        <a:pt x="11" y="22"/>
                      </a:lnTo>
                      <a:lnTo>
                        <a:pt x="17" y="18"/>
                      </a:lnTo>
                      <a:lnTo>
                        <a:pt x="20" y="13"/>
                      </a:lnTo>
                      <a:lnTo>
                        <a:pt x="21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58" name="Freeform 573"/>
                <p:cNvSpPr>
                  <a:spLocks/>
                </p:cNvSpPr>
                <p:nvPr/>
              </p:nvSpPr>
              <p:spPr bwMode="auto">
                <a:xfrm>
                  <a:off x="2685" y="2095"/>
                  <a:ext cx="21" cy="22"/>
                </a:xfrm>
                <a:custGeom>
                  <a:avLst/>
                  <a:gdLst>
                    <a:gd name="T0" fmla="*/ 7 w 21"/>
                    <a:gd name="T1" fmla="*/ 22 h 22"/>
                    <a:gd name="T2" fmla="*/ 7 w 21"/>
                    <a:gd name="T3" fmla="*/ 22 h 22"/>
                    <a:gd name="T4" fmla="*/ 5 w 21"/>
                    <a:gd name="T5" fmla="*/ 22 h 22"/>
                    <a:gd name="T6" fmla="*/ 2 w 21"/>
                    <a:gd name="T7" fmla="*/ 20 h 22"/>
                    <a:gd name="T8" fmla="*/ 0 w 21"/>
                    <a:gd name="T9" fmla="*/ 17 h 22"/>
                    <a:gd name="T10" fmla="*/ 0 w 21"/>
                    <a:gd name="T11" fmla="*/ 15 h 22"/>
                    <a:gd name="T12" fmla="*/ 21 w 21"/>
                    <a:gd name="T13" fmla="*/ 15 h 22"/>
                    <a:gd name="T14" fmla="*/ 20 w 21"/>
                    <a:gd name="T15" fmla="*/ 9 h 22"/>
                    <a:gd name="T16" fmla="*/ 17 w 21"/>
                    <a:gd name="T17" fmla="*/ 4 h 22"/>
                    <a:gd name="T18" fmla="*/ 11 w 21"/>
                    <a:gd name="T19" fmla="*/ 1 h 22"/>
                    <a:gd name="T20" fmla="*/ 7 w 21"/>
                    <a:gd name="T21" fmla="*/ 0 h 22"/>
                    <a:gd name="T22" fmla="*/ 7 w 21"/>
                    <a:gd name="T23" fmla="*/ 22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2"/>
                    <a:gd name="T38" fmla="*/ 21 w 21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2">
                      <a:moveTo>
                        <a:pt x="7" y="22"/>
                      </a:moveTo>
                      <a:lnTo>
                        <a:pt x="7" y="22"/>
                      </a:lnTo>
                      <a:lnTo>
                        <a:pt x="5" y="22"/>
                      </a:lnTo>
                      <a:lnTo>
                        <a:pt x="2" y="20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21" y="15"/>
                      </a:lnTo>
                      <a:lnTo>
                        <a:pt x="20" y="9"/>
                      </a:lnTo>
                      <a:lnTo>
                        <a:pt x="17" y="4"/>
                      </a:lnTo>
                      <a:lnTo>
                        <a:pt x="11" y="1"/>
                      </a:lnTo>
                      <a:lnTo>
                        <a:pt x="7" y="0"/>
                      </a:lnTo>
                      <a:lnTo>
                        <a:pt x="7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59" name="Freeform 574"/>
                <p:cNvSpPr>
                  <a:spLocks/>
                </p:cNvSpPr>
                <p:nvPr/>
              </p:nvSpPr>
              <p:spPr bwMode="auto">
                <a:xfrm>
                  <a:off x="2677" y="2095"/>
                  <a:ext cx="23" cy="22"/>
                </a:xfrm>
                <a:custGeom>
                  <a:avLst/>
                  <a:gdLst>
                    <a:gd name="T0" fmla="*/ 23 w 23"/>
                    <a:gd name="T1" fmla="*/ 15 h 22"/>
                    <a:gd name="T2" fmla="*/ 23 w 23"/>
                    <a:gd name="T3" fmla="*/ 15 h 22"/>
                    <a:gd name="T4" fmla="*/ 23 w 23"/>
                    <a:gd name="T5" fmla="*/ 17 h 22"/>
                    <a:gd name="T6" fmla="*/ 21 w 23"/>
                    <a:gd name="T7" fmla="*/ 19 h 22"/>
                    <a:gd name="T8" fmla="*/ 17 w 23"/>
                    <a:gd name="T9" fmla="*/ 22 h 22"/>
                    <a:gd name="T10" fmla="*/ 15 w 23"/>
                    <a:gd name="T11" fmla="*/ 22 h 22"/>
                    <a:gd name="T12" fmla="*/ 15 w 23"/>
                    <a:gd name="T13" fmla="*/ 0 h 22"/>
                    <a:gd name="T14" fmla="*/ 10 w 23"/>
                    <a:gd name="T15" fmla="*/ 1 h 22"/>
                    <a:gd name="T16" fmla="*/ 3 w 23"/>
                    <a:gd name="T17" fmla="*/ 5 h 22"/>
                    <a:gd name="T18" fmla="*/ 1 w 23"/>
                    <a:gd name="T19" fmla="*/ 9 h 22"/>
                    <a:gd name="T20" fmla="*/ 0 w 23"/>
                    <a:gd name="T21" fmla="*/ 15 h 22"/>
                    <a:gd name="T22" fmla="*/ 23 w 23"/>
                    <a:gd name="T23" fmla="*/ 15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2"/>
                    <a:gd name="T38" fmla="*/ 23 w 23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2">
                      <a:moveTo>
                        <a:pt x="23" y="15"/>
                      </a:move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1" y="19"/>
                      </a:lnTo>
                      <a:lnTo>
                        <a:pt x="17" y="22"/>
                      </a:lnTo>
                      <a:lnTo>
                        <a:pt x="15" y="22"/>
                      </a:lnTo>
                      <a:lnTo>
                        <a:pt x="15" y="0"/>
                      </a:lnTo>
                      <a:lnTo>
                        <a:pt x="10" y="1"/>
                      </a:lnTo>
                      <a:lnTo>
                        <a:pt x="3" y="5"/>
                      </a:lnTo>
                      <a:lnTo>
                        <a:pt x="1" y="9"/>
                      </a:lnTo>
                      <a:lnTo>
                        <a:pt x="0" y="15"/>
                      </a:lnTo>
                      <a:lnTo>
                        <a:pt x="23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0" name="Freeform 575"/>
                <p:cNvSpPr>
                  <a:spLocks/>
                </p:cNvSpPr>
                <p:nvPr/>
              </p:nvSpPr>
              <p:spPr bwMode="auto">
                <a:xfrm>
                  <a:off x="2677" y="2102"/>
                  <a:ext cx="23" cy="23"/>
                </a:xfrm>
                <a:custGeom>
                  <a:avLst/>
                  <a:gdLst>
                    <a:gd name="T0" fmla="*/ 15 w 23"/>
                    <a:gd name="T1" fmla="*/ 0 h 23"/>
                    <a:gd name="T2" fmla="*/ 15 w 23"/>
                    <a:gd name="T3" fmla="*/ 0 h 23"/>
                    <a:gd name="T4" fmla="*/ 17 w 23"/>
                    <a:gd name="T5" fmla="*/ 0 h 23"/>
                    <a:gd name="T6" fmla="*/ 21 w 23"/>
                    <a:gd name="T7" fmla="*/ 4 h 23"/>
                    <a:gd name="T8" fmla="*/ 23 w 23"/>
                    <a:gd name="T9" fmla="*/ 6 h 23"/>
                    <a:gd name="T10" fmla="*/ 23 w 23"/>
                    <a:gd name="T11" fmla="*/ 8 h 23"/>
                    <a:gd name="T12" fmla="*/ 0 w 23"/>
                    <a:gd name="T13" fmla="*/ 8 h 23"/>
                    <a:gd name="T14" fmla="*/ 1 w 23"/>
                    <a:gd name="T15" fmla="*/ 13 h 23"/>
                    <a:gd name="T16" fmla="*/ 3 w 23"/>
                    <a:gd name="T17" fmla="*/ 17 h 23"/>
                    <a:gd name="T18" fmla="*/ 10 w 23"/>
                    <a:gd name="T19" fmla="*/ 22 h 23"/>
                    <a:gd name="T20" fmla="*/ 15 w 23"/>
                    <a:gd name="T21" fmla="*/ 23 h 23"/>
                    <a:gd name="T22" fmla="*/ 15 w 23"/>
                    <a:gd name="T23" fmla="*/ 0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3"/>
                    <a:gd name="T38" fmla="*/ 23 w 23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3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21" y="4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0" y="8"/>
                      </a:lnTo>
                      <a:lnTo>
                        <a:pt x="1" y="13"/>
                      </a:lnTo>
                      <a:lnTo>
                        <a:pt x="3" y="17"/>
                      </a:lnTo>
                      <a:lnTo>
                        <a:pt x="10" y="22"/>
                      </a:lnTo>
                      <a:lnTo>
                        <a:pt x="15" y="2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1" name="Freeform 576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2" name="Freeform 577"/>
                <p:cNvSpPr>
                  <a:spLocks/>
                </p:cNvSpPr>
                <p:nvPr/>
              </p:nvSpPr>
              <p:spPr bwMode="auto">
                <a:xfrm>
                  <a:off x="2691" y="2110"/>
                  <a:ext cx="9" cy="7"/>
                </a:xfrm>
                <a:custGeom>
                  <a:avLst/>
                  <a:gdLst>
                    <a:gd name="T0" fmla="*/ 0 w 9"/>
                    <a:gd name="T1" fmla="*/ 0 h 7"/>
                    <a:gd name="T2" fmla="*/ 0 w 9"/>
                    <a:gd name="T3" fmla="*/ 0 h 7"/>
                    <a:gd name="T4" fmla="*/ 0 w 9"/>
                    <a:gd name="T5" fmla="*/ 0 h 7"/>
                    <a:gd name="T6" fmla="*/ 0 w 9"/>
                    <a:gd name="T7" fmla="*/ 0 h 7"/>
                    <a:gd name="T8" fmla="*/ 0 w 9"/>
                    <a:gd name="T9" fmla="*/ 7 h 7"/>
                    <a:gd name="T10" fmla="*/ 3 w 9"/>
                    <a:gd name="T11" fmla="*/ 6 h 7"/>
                    <a:gd name="T12" fmla="*/ 7 w 9"/>
                    <a:gd name="T13" fmla="*/ 5 h 7"/>
                    <a:gd name="T14" fmla="*/ 8 w 9"/>
                    <a:gd name="T15" fmla="*/ 3 h 7"/>
                    <a:gd name="T16" fmla="*/ 9 w 9"/>
                    <a:gd name="T17" fmla="*/ 0 h 7"/>
                    <a:gd name="T18" fmla="*/ 0 w 9"/>
                    <a:gd name="T19" fmla="*/ 0 h 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7"/>
                    <a:gd name="T32" fmla="*/ 9 w 9"/>
                    <a:gd name="T33" fmla="*/ 7 h 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" y="6"/>
                      </a:lnTo>
                      <a:lnTo>
                        <a:pt x="7" y="5"/>
                      </a:lnTo>
                      <a:lnTo>
                        <a:pt x="8" y="3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3" name="Freeform 578"/>
                <p:cNvSpPr>
                  <a:spLocks/>
                </p:cNvSpPr>
                <p:nvPr/>
              </p:nvSpPr>
              <p:spPr bwMode="auto">
                <a:xfrm>
                  <a:off x="2691" y="2102"/>
                  <a:ext cx="9" cy="8"/>
                </a:xfrm>
                <a:custGeom>
                  <a:avLst/>
                  <a:gdLst>
                    <a:gd name="T0" fmla="*/ 0 w 9"/>
                    <a:gd name="T1" fmla="*/ 8 h 8"/>
                    <a:gd name="T2" fmla="*/ 0 w 9"/>
                    <a:gd name="T3" fmla="*/ 8 h 8"/>
                    <a:gd name="T4" fmla="*/ 0 w 9"/>
                    <a:gd name="T5" fmla="*/ 8 h 8"/>
                    <a:gd name="T6" fmla="*/ 0 w 9"/>
                    <a:gd name="T7" fmla="*/ 8 h 8"/>
                    <a:gd name="T8" fmla="*/ 9 w 9"/>
                    <a:gd name="T9" fmla="*/ 8 h 8"/>
                    <a:gd name="T10" fmla="*/ 8 w 9"/>
                    <a:gd name="T11" fmla="*/ 5 h 8"/>
                    <a:gd name="T12" fmla="*/ 7 w 9"/>
                    <a:gd name="T13" fmla="*/ 2 h 8"/>
                    <a:gd name="T14" fmla="*/ 3 w 9"/>
                    <a:gd name="T15" fmla="*/ 1 h 8"/>
                    <a:gd name="T16" fmla="*/ 0 w 9"/>
                    <a:gd name="T17" fmla="*/ 0 h 8"/>
                    <a:gd name="T18" fmla="*/ 0 w 9"/>
                    <a:gd name="T19" fmla="*/ 8 h 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8"/>
                    <a:gd name="T32" fmla="*/ 9 w 9"/>
                    <a:gd name="T33" fmla="*/ 8 h 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9" y="8"/>
                      </a:lnTo>
                      <a:lnTo>
                        <a:pt x="8" y="5"/>
                      </a:lnTo>
                      <a:lnTo>
                        <a:pt x="7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4" name="Freeform 579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7" cy="8"/>
                </a:xfrm>
                <a:custGeom>
                  <a:avLst/>
                  <a:gdLst>
                    <a:gd name="T0" fmla="*/ 7 w 7"/>
                    <a:gd name="T1" fmla="*/ 8 h 8"/>
                    <a:gd name="T2" fmla="*/ 7 w 7"/>
                    <a:gd name="T3" fmla="*/ 8 h 8"/>
                    <a:gd name="T4" fmla="*/ 7 w 7"/>
                    <a:gd name="T5" fmla="*/ 7 h 8"/>
                    <a:gd name="T6" fmla="*/ 6 w 7"/>
                    <a:gd name="T7" fmla="*/ 8 h 8"/>
                    <a:gd name="T8" fmla="*/ 7 w 7"/>
                    <a:gd name="T9" fmla="*/ 8 h 8"/>
                    <a:gd name="T10" fmla="*/ 7 w 7"/>
                    <a:gd name="T11" fmla="*/ 0 h 8"/>
                    <a:gd name="T12" fmla="*/ 4 w 7"/>
                    <a:gd name="T13" fmla="*/ 1 h 8"/>
                    <a:gd name="T14" fmla="*/ 2 w 7"/>
                    <a:gd name="T15" fmla="*/ 2 h 8"/>
                    <a:gd name="T16" fmla="*/ 1 w 7"/>
                    <a:gd name="T17" fmla="*/ 5 h 8"/>
                    <a:gd name="T18" fmla="*/ 0 w 7"/>
                    <a:gd name="T19" fmla="*/ 8 h 8"/>
                    <a:gd name="T20" fmla="*/ 7 w 7"/>
                    <a:gd name="T21" fmla="*/ 8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8"/>
                    <a:gd name="T35" fmla="*/ 7 w 7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8">
                      <a:moveTo>
                        <a:pt x="7" y="8"/>
                      </a:moveTo>
                      <a:lnTo>
                        <a:pt x="7" y="8"/>
                      </a:lnTo>
                      <a:lnTo>
                        <a:pt x="7" y="7"/>
                      </a:lnTo>
                      <a:lnTo>
                        <a:pt x="6" y="8"/>
                      </a:lnTo>
                      <a:lnTo>
                        <a:pt x="7" y="8"/>
                      </a:lnTo>
                      <a:lnTo>
                        <a:pt x="7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5" name="Freeform 580"/>
                <p:cNvSpPr>
                  <a:spLocks/>
                </p:cNvSpPr>
                <p:nvPr/>
              </p:nvSpPr>
              <p:spPr bwMode="auto">
                <a:xfrm>
                  <a:off x="2685" y="2110"/>
                  <a:ext cx="7" cy="7"/>
                </a:xfrm>
                <a:custGeom>
                  <a:avLst/>
                  <a:gdLst>
                    <a:gd name="T0" fmla="*/ 7 w 7"/>
                    <a:gd name="T1" fmla="*/ 0 h 7"/>
                    <a:gd name="T2" fmla="*/ 7 w 7"/>
                    <a:gd name="T3" fmla="*/ 0 h 7"/>
                    <a:gd name="T4" fmla="*/ 6 w 7"/>
                    <a:gd name="T5" fmla="*/ 0 h 7"/>
                    <a:gd name="T6" fmla="*/ 7 w 7"/>
                    <a:gd name="T7" fmla="*/ 1 h 7"/>
                    <a:gd name="T8" fmla="*/ 7 w 7"/>
                    <a:gd name="T9" fmla="*/ 0 h 7"/>
                    <a:gd name="T10" fmla="*/ 0 w 7"/>
                    <a:gd name="T11" fmla="*/ 0 h 7"/>
                    <a:gd name="T12" fmla="*/ 1 w 7"/>
                    <a:gd name="T13" fmla="*/ 3 h 7"/>
                    <a:gd name="T14" fmla="*/ 2 w 7"/>
                    <a:gd name="T15" fmla="*/ 5 h 7"/>
                    <a:gd name="T16" fmla="*/ 4 w 7"/>
                    <a:gd name="T17" fmla="*/ 6 h 7"/>
                    <a:gd name="T18" fmla="*/ 7 w 7"/>
                    <a:gd name="T19" fmla="*/ 7 h 7"/>
                    <a:gd name="T20" fmla="*/ 7 w 7"/>
                    <a:gd name="T21" fmla="*/ 0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7"/>
                    <a:gd name="T35" fmla="*/ 7 w 7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7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7" y="7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6" name="Freeform 581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7" name="Freeform 582"/>
                <p:cNvSpPr>
                  <a:spLocks/>
                </p:cNvSpPr>
                <p:nvPr/>
              </p:nvSpPr>
              <p:spPr bwMode="auto">
                <a:xfrm>
                  <a:off x="2704" y="1992"/>
                  <a:ext cx="41" cy="61"/>
                </a:xfrm>
                <a:custGeom>
                  <a:avLst/>
                  <a:gdLst>
                    <a:gd name="T0" fmla="*/ 28 w 41"/>
                    <a:gd name="T1" fmla="*/ 0 h 61"/>
                    <a:gd name="T2" fmla="*/ 28 w 41"/>
                    <a:gd name="T3" fmla="*/ 0 h 61"/>
                    <a:gd name="T4" fmla="*/ 26 w 41"/>
                    <a:gd name="T5" fmla="*/ 3 h 61"/>
                    <a:gd name="T6" fmla="*/ 21 w 41"/>
                    <a:gd name="T7" fmla="*/ 7 h 61"/>
                    <a:gd name="T8" fmla="*/ 17 w 41"/>
                    <a:gd name="T9" fmla="*/ 12 h 61"/>
                    <a:gd name="T10" fmla="*/ 12 w 41"/>
                    <a:gd name="T11" fmla="*/ 18 h 61"/>
                    <a:gd name="T12" fmla="*/ 7 w 41"/>
                    <a:gd name="T13" fmla="*/ 27 h 61"/>
                    <a:gd name="T14" fmla="*/ 3 w 41"/>
                    <a:gd name="T15" fmla="*/ 37 h 61"/>
                    <a:gd name="T16" fmla="*/ 1 w 41"/>
                    <a:gd name="T17" fmla="*/ 48 h 61"/>
                    <a:gd name="T18" fmla="*/ 0 w 41"/>
                    <a:gd name="T19" fmla="*/ 61 h 61"/>
                    <a:gd name="T20" fmla="*/ 18 w 41"/>
                    <a:gd name="T21" fmla="*/ 61 h 61"/>
                    <a:gd name="T22" fmla="*/ 18 w 41"/>
                    <a:gd name="T23" fmla="*/ 50 h 61"/>
                    <a:gd name="T24" fmla="*/ 20 w 41"/>
                    <a:gd name="T25" fmla="*/ 41 h 61"/>
                    <a:gd name="T26" fmla="*/ 23 w 41"/>
                    <a:gd name="T27" fmla="*/ 34 h 61"/>
                    <a:gd name="T28" fmla="*/ 27 w 41"/>
                    <a:gd name="T29" fmla="*/ 28 h 61"/>
                    <a:gd name="T30" fmla="*/ 31 w 41"/>
                    <a:gd name="T31" fmla="*/ 23 h 61"/>
                    <a:gd name="T32" fmla="*/ 34 w 41"/>
                    <a:gd name="T33" fmla="*/ 20 h 61"/>
                    <a:gd name="T34" fmla="*/ 37 w 41"/>
                    <a:gd name="T35" fmla="*/ 15 h 61"/>
                    <a:gd name="T36" fmla="*/ 41 w 41"/>
                    <a:gd name="T37" fmla="*/ 13 h 61"/>
                    <a:gd name="T38" fmla="*/ 28 w 41"/>
                    <a:gd name="T39" fmla="*/ 0 h 6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41"/>
                    <a:gd name="T61" fmla="*/ 0 h 61"/>
                    <a:gd name="T62" fmla="*/ 41 w 41"/>
                    <a:gd name="T63" fmla="*/ 61 h 6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41" h="61">
                      <a:moveTo>
                        <a:pt x="28" y="0"/>
                      </a:moveTo>
                      <a:lnTo>
                        <a:pt x="28" y="0"/>
                      </a:lnTo>
                      <a:lnTo>
                        <a:pt x="26" y="3"/>
                      </a:lnTo>
                      <a:lnTo>
                        <a:pt x="21" y="7"/>
                      </a:lnTo>
                      <a:lnTo>
                        <a:pt x="17" y="12"/>
                      </a:lnTo>
                      <a:lnTo>
                        <a:pt x="12" y="18"/>
                      </a:lnTo>
                      <a:lnTo>
                        <a:pt x="7" y="27"/>
                      </a:lnTo>
                      <a:lnTo>
                        <a:pt x="3" y="37"/>
                      </a:lnTo>
                      <a:lnTo>
                        <a:pt x="1" y="48"/>
                      </a:lnTo>
                      <a:lnTo>
                        <a:pt x="0" y="61"/>
                      </a:lnTo>
                      <a:lnTo>
                        <a:pt x="18" y="61"/>
                      </a:lnTo>
                      <a:lnTo>
                        <a:pt x="18" y="50"/>
                      </a:lnTo>
                      <a:lnTo>
                        <a:pt x="20" y="41"/>
                      </a:lnTo>
                      <a:lnTo>
                        <a:pt x="23" y="34"/>
                      </a:lnTo>
                      <a:lnTo>
                        <a:pt x="27" y="28"/>
                      </a:lnTo>
                      <a:lnTo>
                        <a:pt x="31" y="23"/>
                      </a:lnTo>
                      <a:lnTo>
                        <a:pt x="34" y="20"/>
                      </a:lnTo>
                      <a:lnTo>
                        <a:pt x="37" y="15"/>
                      </a:lnTo>
                      <a:lnTo>
                        <a:pt x="41" y="13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8" name="Freeform 583"/>
                <p:cNvSpPr>
                  <a:spLocks/>
                </p:cNvSpPr>
                <p:nvPr/>
              </p:nvSpPr>
              <p:spPr bwMode="auto">
                <a:xfrm>
                  <a:off x="2733" y="1953"/>
                  <a:ext cx="33" cy="52"/>
                </a:xfrm>
                <a:custGeom>
                  <a:avLst/>
                  <a:gdLst>
                    <a:gd name="T0" fmla="*/ 15 w 33"/>
                    <a:gd name="T1" fmla="*/ 0 h 52"/>
                    <a:gd name="T2" fmla="*/ 15 w 33"/>
                    <a:gd name="T3" fmla="*/ 0 h 52"/>
                    <a:gd name="T4" fmla="*/ 15 w 33"/>
                    <a:gd name="T5" fmla="*/ 5 h 52"/>
                    <a:gd name="T6" fmla="*/ 14 w 33"/>
                    <a:gd name="T7" fmla="*/ 12 h 52"/>
                    <a:gd name="T8" fmla="*/ 13 w 33"/>
                    <a:gd name="T9" fmla="*/ 17 h 52"/>
                    <a:gd name="T10" fmla="*/ 10 w 33"/>
                    <a:gd name="T11" fmla="*/ 22 h 52"/>
                    <a:gd name="T12" fmla="*/ 9 w 33"/>
                    <a:gd name="T13" fmla="*/ 26 h 52"/>
                    <a:gd name="T14" fmla="*/ 6 w 33"/>
                    <a:gd name="T15" fmla="*/ 32 h 52"/>
                    <a:gd name="T16" fmla="*/ 3 w 33"/>
                    <a:gd name="T17" fmla="*/ 36 h 52"/>
                    <a:gd name="T18" fmla="*/ 0 w 33"/>
                    <a:gd name="T19" fmla="*/ 39 h 52"/>
                    <a:gd name="T20" fmla="*/ 12 w 33"/>
                    <a:gd name="T21" fmla="*/ 52 h 52"/>
                    <a:gd name="T22" fmla="*/ 17 w 33"/>
                    <a:gd name="T23" fmla="*/ 47 h 52"/>
                    <a:gd name="T24" fmla="*/ 21 w 33"/>
                    <a:gd name="T25" fmla="*/ 41 h 52"/>
                    <a:gd name="T26" fmla="*/ 24 w 33"/>
                    <a:gd name="T27" fmla="*/ 35 h 52"/>
                    <a:gd name="T28" fmla="*/ 28 w 33"/>
                    <a:gd name="T29" fmla="*/ 29 h 52"/>
                    <a:gd name="T30" fmla="*/ 30 w 33"/>
                    <a:gd name="T31" fmla="*/ 21 h 52"/>
                    <a:gd name="T32" fmla="*/ 31 w 33"/>
                    <a:gd name="T33" fmla="*/ 15 h 52"/>
                    <a:gd name="T34" fmla="*/ 32 w 33"/>
                    <a:gd name="T35" fmla="*/ 7 h 52"/>
                    <a:gd name="T36" fmla="*/ 33 w 33"/>
                    <a:gd name="T37" fmla="*/ 0 h 52"/>
                    <a:gd name="T38" fmla="*/ 15 w 33"/>
                    <a:gd name="T39" fmla="*/ 0 h 5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3"/>
                    <a:gd name="T61" fmla="*/ 0 h 52"/>
                    <a:gd name="T62" fmla="*/ 33 w 33"/>
                    <a:gd name="T63" fmla="*/ 52 h 5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3" h="52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4" y="12"/>
                      </a:lnTo>
                      <a:lnTo>
                        <a:pt x="13" y="17"/>
                      </a:lnTo>
                      <a:lnTo>
                        <a:pt x="10" y="22"/>
                      </a:lnTo>
                      <a:lnTo>
                        <a:pt x="9" y="26"/>
                      </a:lnTo>
                      <a:lnTo>
                        <a:pt x="6" y="32"/>
                      </a:lnTo>
                      <a:lnTo>
                        <a:pt x="3" y="36"/>
                      </a:lnTo>
                      <a:lnTo>
                        <a:pt x="0" y="39"/>
                      </a:lnTo>
                      <a:lnTo>
                        <a:pt x="12" y="52"/>
                      </a:lnTo>
                      <a:lnTo>
                        <a:pt x="17" y="47"/>
                      </a:lnTo>
                      <a:lnTo>
                        <a:pt x="21" y="41"/>
                      </a:lnTo>
                      <a:lnTo>
                        <a:pt x="24" y="35"/>
                      </a:lnTo>
                      <a:lnTo>
                        <a:pt x="28" y="29"/>
                      </a:lnTo>
                      <a:lnTo>
                        <a:pt x="30" y="21"/>
                      </a:lnTo>
                      <a:lnTo>
                        <a:pt x="31" y="15"/>
                      </a:lnTo>
                      <a:lnTo>
                        <a:pt x="32" y="7"/>
                      </a:lnTo>
                      <a:lnTo>
                        <a:pt x="33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69" name="Freeform 584"/>
                <p:cNvSpPr>
                  <a:spLocks/>
                </p:cNvSpPr>
                <p:nvPr/>
              </p:nvSpPr>
              <p:spPr bwMode="auto">
                <a:xfrm>
                  <a:off x="2691" y="1878"/>
                  <a:ext cx="75" cy="75"/>
                </a:xfrm>
                <a:custGeom>
                  <a:avLst/>
                  <a:gdLst>
                    <a:gd name="T0" fmla="*/ 0 w 75"/>
                    <a:gd name="T1" fmla="*/ 18 h 75"/>
                    <a:gd name="T2" fmla="*/ 0 w 75"/>
                    <a:gd name="T3" fmla="*/ 18 h 75"/>
                    <a:gd name="T4" fmla="*/ 7 w 75"/>
                    <a:gd name="T5" fmla="*/ 18 h 75"/>
                    <a:gd name="T6" fmla="*/ 12 w 75"/>
                    <a:gd name="T7" fmla="*/ 19 h 75"/>
                    <a:gd name="T8" fmla="*/ 17 w 75"/>
                    <a:gd name="T9" fmla="*/ 20 h 75"/>
                    <a:gd name="T10" fmla="*/ 21 w 75"/>
                    <a:gd name="T11" fmla="*/ 22 h 75"/>
                    <a:gd name="T12" fmla="*/ 27 w 75"/>
                    <a:gd name="T13" fmla="*/ 25 h 75"/>
                    <a:gd name="T14" fmla="*/ 32 w 75"/>
                    <a:gd name="T15" fmla="*/ 28 h 75"/>
                    <a:gd name="T16" fmla="*/ 36 w 75"/>
                    <a:gd name="T17" fmla="*/ 31 h 75"/>
                    <a:gd name="T18" fmla="*/ 41 w 75"/>
                    <a:gd name="T19" fmla="*/ 34 h 75"/>
                    <a:gd name="T20" fmla="*/ 44 w 75"/>
                    <a:gd name="T21" fmla="*/ 38 h 75"/>
                    <a:gd name="T22" fmla="*/ 47 w 75"/>
                    <a:gd name="T23" fmla="*/ 43 h 75"/>
                    <a:gd name="T24" fmla="*/ 50 w 75"/>
                    <a:gd name="T25" fmla="*/ 47 h 75"/>
                    <a:gd name="T26" fmla="*/ 52 w 75"/>
                    <a:gd name="T27" fmla="*/ 52 h 75"/>
                    <a:gd name="T28" fmla="*/ 55 w 75"/>
                    <a:gd name="T29" fmla="*/ 58 h 75"/>
                    <a:gd name="T30" fmla="*/ 56 w 75"/>
                    <a:gd name="T31" fmla="*/ 63 h 75"/>
                    <a:gd name="T32" fmla="*/ 57 w 75"/>
                    <a:gd name="T33" fmla="*/ 68 h 75"/>
                    <a:gd name="T34" fmla="*/ 57 w 75"/>
                    <a:gd name="T35" fmla="*/ 75 h 75"/>
                    <a:gd name="T36" fmla="*/ 75 w 75"/>
                    <a:gd name="T37" fmla="*/ 75 h 75"/>
                    <a:gd name="T38" fmla="*/ 74 w 75"/>
                    <a:gd name="T39" fmla="*/ 67 h 75"/>
                    <a:gd name="T40" fmla="*/ 73 w 75"/>
                    <a:gd name="T41" fmla="*/ 60 h 75"/>
                    <a:gd name="T42" fmla="*/ 72 w 75"/>
                    <a:gd name="T43" fmla="*/ 52 h 75"/>
                    <a:gd name="T44" fmla="*/ 69 w 75"/>
                    <a:gd name="T45" fmla="*/ 46 h 75"/>
                    <a:gd name="T46" fmla="*/ 65 w 75"/>
                    <a:gd name="T47" fmla="*/ 39 h 75"/>
                    <a:gd name="T48" fmla="*/ 62 w 75"/>
                    <a:gd name="T49" fmla="*/ 33 h 75"/>
                    <a:gd name="T50" fmla="*/ 58 w 75"/>
                    <a:gd name="T51" fmla="*/ 28 h 75"/>
                    <a:gd name="T52" fmla="*/ 52 w 75"/>
                    <a:gd name="T53" fmla="*/ 22 h 75"/>
                    <a:gd name="T54" fmla="*/ 47 w 75"/>
                    <a:gd name="T55" fmla="*/ 17 h 75"/>
                    <a:gd name="T56" fmla="*/ 42 w 75"/>
                    <a:gd name="T57" fmla="*/ 13 h 75"/>
                    <a:gd name="T58" fmla="*/ 35 w 75"/>
                    <a:gd name="T59" fmla="*/ 10 h 75"/>
                    <a:gd name="T60" fmla="*/ 29 w 75"/>
                    <a:gd name="T61" fmla="*/ 6 h 75"/>
                    <a:gd name="T62" fmla="*/ 23 w 75"/>
                    <a:gd name="T63" fmla="*/ 3 h 75"/>
                    <a:gd name="T64" fmla="*/ 15 w 75"/>
                    <a:gd name="T65" fmla="*/ 1 h 75"/>
                    <a:gd name="T66" fmla="*/ 8 w 75"/>
                    <a:gd name="T67" fmla="*/ 1 h 75"/>
                    <a:gd name="T68" fmla="*/ 0 w 75"/>
                    <a:gd name="T69" fmla="*/ 0 h 75"/>
                    <a:gd name="T70" fmla="*/ 0 w 75"/>
                    <a:gd name="T71" fmla="*/ 18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7" y="18"/>
                      </a:lnTo>
                      <a:lnTo>
                        <a:pt x="12" y="19"/>
                      </a:lnTo>
                      <a:lnTo>
                        <a:pt x="17" y="20"/>
                      </a:lnTo>
                      <a:lnTo>
                        <a:pt x="21" y="22"/>
                      </a:lnTo>
                      <a:lnTo>
                        <a:pt x="27" y="25"/>
                      </a:lnTo>
                      <a:lnTo>
                        <a:pt x="32" y="28"/>
                      </a:lnTo>
                      <a:lnTo>
                        <a:pt x="36" y="31"/>
                      </a:lnTo>
                      <a:lnTo>
                        <a:pt x="41" y="34"/>
                      </a:lnTo>
                      <a:lnTo>
                        <a:pt x="44" y="38"/>
                      </a:lnTo>
                      <a:lnTo>
                        <a:pt x="47" y="43"/>
                      </a:lnTo>
                      <a:lnTo>
                        <a:pt x="50" y="47"/>
                      </a:lnTo>
                      <a:lnTo>
                        <a:pt x="52" y="52"/>
                      </a:lnTo>
                      <a:lnTo>
                        <a:pt x="55" y="58"/>
                      </a:lnTo>
                      <a:lnTo>
                        <a:pt x="56" y="63"/>
                      </a:lnTo>
                      <a:lnTo>
                        <a:pt x="57" y="68"/>
                      </a:lnTo>
                      <a:lnTo>
                        <a:pt x="57" y="75"/>
                      </a:lnTo>
                      <a:lnTo>
                        <a:pt x="75" y="75"/>
                      </a:lnTo>
                      <a:lnTo>
                        <a:pt x="74" y="67"/>
                      </a:lnTo>
                      <a:lnTo>
                        <a:pt x="73" y="60"/>
                      </a:lnTo>
                      <a:lnTo>
                        <a:pt x="72" y="52"/>
                      </a:lnTo>
                      <a:lnTo>
                        <a:pt x="69" y="46"/>
                      </a:lnTo>
                      <a:lnTo>
                        <a:pt x="65" y="39"/>
                      </a:lnTo>
                      <a:lnTo>
                        <a:pt x="62" y="33"/>
                      </a:lnTo>
                      <a:lnTo>
                        <a:pt x="58" y="28"/>
                      </a:lnTo>
                      <a:lnTo>
                        <a:pt x="52" y="22"/>
                      </a:lnTo>
                      <a:lnTo>
                        <a:pt x="47" y="17"/>
                      </a:lnTo>
                      <a:lnTo>
                        <a:pt x="42" y="13"/>
                      </a:lnTo>
                      <a:lnTo>
                        <a:pt x="35" y="10"/>
                      </a:lnTo>
                      <a:lnTo>
                        <a:pt x="29" y="6"/>
                      </a:lnTo>
                      <a:lnTo>
                        <a:pt x="23" y="3"/>
                      </a:lnTo>
                      <a:lnTo>
                        <a:pt x="15" y="1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0" name="Freeform 585"/>
                <p:cNvSpPr>
                  <a:spLocks/>
                </p:cNvSpPr>
                <p:nvPr/>
              </p:nvSpPr>
              <p:spPr bwMode="auto">
                <a:xfrm>
                  <a:off x="2616" y="1878"/>
                  <a:ext cx="75" cy="75"/>
                </a:xfrm>
                <a:custGeom>
                  <a:avLst/>
                  <a:gdLst>
                    <a:gd name="T0" fmla="*/ 18 w 75"/>
                    <a:gd name="T1" fmla="*/ 75 h 75"/>
                    <a:gd name="T2" fmla="*/ 18 w 75"/>
                    <a:gd name="T3" fmla="*/ 75 h 75"/>
                    <a:gd name="T4" fmla="*/ 18 w 75"/>
                    <a:gd name="T5" fmla="*/ 68 h 75"/>
                    <a:gd name="T6" fmla="*/ 20 w 75"/>
                    <a:gd name="T7" fmla="*/ 63 h 75"/>
                    <a:gd name="T8" fmla="*/ 21 w 75"/>
                    <a:gd name="T9" fmla="*/ 58 h 75"/>
                    <a:gd name="T10" fmla="*/ 23 w 75"/>
                    <a:gd name="T11" fmla="*/ 52 h 75"/>
                    <a:gd name="T12" fmla="*/ 25 w 75"/>
                    <a:gd name="T13" fmla="*/ 47 h 75"/>
                    <a:gd name="T14" fmla="*/ 28 w 75"/>
                    <a:gd name="T15" fmla="*/ 43 h 75"/>
                    <a:gd name="T16" fmla="*/ 31 w 75"/>
                    <a:gd name="T17" fmla="*/ 38 h 75"/>
                    <a:gd name="T18" fmla="*/ 36 w 75"/>
                    <a:gd name="T19" fmla="*/ 34 h 75"/>
                    <a:gd name="T20" fmla="*/ 39 w 75"/>
                    <a:gd name="T21" fmla="*/ 31 h 75"/>
                    <a:gd name="T22" fmla="*/ 43 w 75"/>
                    <a:gd name="T23" fmla="*/ 28 h 75"/>
                    <a:gd name="T24" fmla="*/ 48 w 75"/>
                    <a:gd name="T25" fmla="*/ 25 h 75"/>
                    <a:gd name="T26" fmla="*/ 53 w 75"/>
                    <a:gd name="T27" fmla="*/ 22 h 75"/>
                    <a:gd name="T28" fmla="*/ 58 w 75"/>
                    <a:gd name="T29" fmla="*/ 20 h 75"/>
                    <a:gd name="T30" fmla="*/ 63 w 75"/>
                    <a:gd name="T31" fmla="*/ 19 h 75"/>
                    <a:gd name="T32" fmla="*/ 69 w 75"/>
                    <a:gd name="T33" fmla="*/ 18 h 75"/>
                    <a:gd name="T34" fmla="*/ 75 w 75"/>
                    <a:gd name="T35" fmla="*/ 18 h 75"/>
                    <a:gd name="T36" fmla="*/ 75 w 75"/>
                    <a:gd name="T37" fmla="*/ 0 h 75"/>
                    <a:gd name="T38" fmla="*/ 68 w 75"/>
                    <a:gd name="T39" fmla="*/ 1 h 75"/>
                    <a:gd name="T40" fmla="*/ 60 w 75"/>
                    <a:gd name="T41" fmla="*/ 1 h 75"/>
                    <a:gd name="T42" fmla="*/ 53 w 75"/>
                    <a:gd name="T43" fmla="*/ 3 h 75"/>
                    <a:gd name="T44" fmla="*/ 46 w 75"/>
                    <a:gd name="T45" fmla="*/ 6 h 75"/>
                    <a:gd name="T46" fmla="*/ 40 w 75"/>
                    <a:gd name="T47" fmla="*/ 10 h 75"/>
                    <a:gd name="T48" fmla="*/ 33 w 75"/>
                    <a:gd name="T49" fmla="*/ 13 h 75"/>
                    <a:gd name="T50" fmla="*/ 28 w 75"/>
                    <a:gd name="T51" fmla="*/ 17 h 75"/>
                    <a:gd name="T52" fmla="*/ 23 w 75"/>
                    <a:gd name="T53" fmla="*/ 22 h 75"/>
                    <a:gd name="T54" fmla="*/ 17 w 75"/>
                    <a:gd name="T55" fmla="*/ 28 h 75"/>
                    <a:gd name="T56" fmla="*/ 13 w 75"/>
                    <a:gd name="T57" fmla="*/ 33 h 75"/>
                    <a:gd name="T58" fmla="*/ 10 w 75"/>
                    <a:gd name="T59" fmla="*/ 39 h 75"/>
                    <a:gd name="T60" fmla="*/ 7 w 75"/>
                    <a:gd name="T61" fmla="*/ 46 h 75"/>
                    <a:gd name="T62" fmla="*/ 4 w 75"/>
                    <a:gd name="T63" fmla="*/ 52 h 75"/>
                    <a:gd name="T64" fmla="*/ 2 w 75"/>
                    <a:gd name="T65" fmla="*/ 60 h 75"/>
                    <a:gd name="T66" fmla="*/ 1 w 75"/>
                    <a:gd name="T67" fmla="*/ 67 h 75"/>
                    <a:gd name="T68" fmla="*/ 0 w 75"/>
                    <a:gd name="T69" fmla="*/ 75 h 75"/>
                    <a:gd name="T70" fmla="*/ 18 w 75"/>
                    <a:gd name="T71" fmla="*/ 75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18" y="75"/>
                      </a:moveTo>
                      <a:lnTo>
                        <a:pt x="18" y="75"/>
                      </a:lnTo>
                      <a:lnTo>
                        <a:pt x="18" y="68"/>
                      </a:lnTo>
                      <a:lnTo>
                        <a:pt x="20" y="63"/>
                      </a:lnTo>
                      <a:lnTo>
                        <a:pt x="21" y="58"/>
                      </a:lnTo>
                      <a:lnTo>
                        <a:pt x="23" y="52"/>
                      </a:lnTo>
                      <a:lnTo>
                        <a:pt x="25" y="47"/>
                      </a:lnTo>
                      <a:lnTo>
                        <a:pt x="28" y="43"/>
                      </a:lnTo>
                      <a:lnTo>
                        <a:pt x="31" y="38"/>
                      </a:lnTo>
                      <a:lnTo>
                        <a:pt x="36" y="34"/>
                      </a:lnTo>
                      <a:lnTo>
                        <a:pt x="39" y="31"/>
                      </a:lnTo>
                      <a:lnTo>
                        <a:pt x="43" y="28"/>
                      </a:lnTo>
                      <a:lnTo>
                        <a:pt x="48" y="25"/>
                      </a:lnTo>
                      <a:lnTo>
                        <a:pt x="53" y="22"/>
                      </a:lnTo>
                      <a:lnTo>
                        <a:pt x="58" y="20"/>
                      </a:lnTo>
                      <a:lnTo>
                        <a:pt x="63" y="19"/>
                      </a:lnTo>
                      <a:lnTo>
                        <a:pt x="69" y="18"/>
                      </a:lnTo>
                      <a:lnTo>
                        <a:pt x="75" y="18"/>
                      </a:lnTo>
                      <a:lnTo>
                        <a:pt x="75" y="0"/>
                      </a:lnTo>
                      <a:lnTo>
                        <a:pt x="68" y="1"/>
                      </a:lnTo>
                      <a:lnTo>
                        <a:pt x="60" y="1"/>
                      </a:lnTo>
                      <a:lnTo>
                        <a:pt x="53" y="3"/>
                      </a:lnTo>
                      <a:lnTo>
                        <a:pt x="46" y="6"/>
                      </a:lnTo>
                      <a:lnTo>
                        <a:pt x="40" y="10"/>
                      </a:lnTo>
                      <a:lnTo>
                        <a:pt x="33" y="13"/>
                      </a:lnTo>
                      <a:lnTo>
                        <a:pt x="28" y="17"/>
                      </a:lnTo>
                      <a:lnTo>
                        <a:pt x="23" y="22"/>
                      </a:lnTo>
                      <a:lnTo>
                        <a:pt x="17" y="28"/>
                      </a:lnTo>
                      <a:lnTo>
                        <a:pt x="13" y="33"/>
                      </a:lnTo>
                      <a:lnTo>
                        <a:pt x="10" y="39"/>
                      </a:lnTo>
                      <a:lnTo>
                        <a:pt x="7" y="46"/>
                      </a:lnTo>
                      <a:lnTo>
                        <a:pt x="4" y="52"/>
                      </a:lnTo>
                      <a:lnTo>
                        <a:pt x="2" y="60"/>
                      </a:lnTo>
                      <a:lnTo>
                        <a:pt x="1" y="67"/>
                      </a:lnTo>
                      <a:lnTo>
                        <a:pt x="0" y="75"/>
                      </a:lnTo>
                      <a:lnTo>
                        <a:pt x="18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1" name="Freeform 586"/>
                <p:cNvSpPr>
                  <a:spLocks/>
                </p:cNvSpPr>
                <p:nvPr/>
              </p:nvSpPr>
              <p:spPr bwMode="auto">
                <a:xfrm>
                  <a:off x="2616" y="1953"/>
                  <a:ext cx="35" cy="52"/>
                </a:xfrm>
                <a:custGeom>
                  <a:avLst/>
                  <a:gdLst>
                    <a:gd name="T0" fmla="*/ 35 w 35"/>
                    <a:gd name="T1" fmla="*/ 39 h 52"/>
                    <a:gd name="T2" fmla="*/ 35 w 35"/>
                    <a:gd name="T3" fmla="*/ 39 h 52"/>
                    <a:gd name="T4" fmla="*/ 31 w 35"/>
                    <a:gd name="T5" fmla="*/ 36 h 52"/>
                    <a:gd name="T6" fmla="*/ 28 w 35"/>
                    <a:gd name="T7" fmla="*/ 32 h 52"/>
                    <a:gd name="T8" fmla="*/ 25 w 35"/>
                    <a:gd name="T9" fmla="*/ 26 h 52"/>
                    <a:gd name="T10" fmla="*/ 23 w 35"/>
                    <a:gd name="T11" fmla="*/ 22 h 52"/>
                    <a:gd name="T12" fmla="*/ 21 w 35"/>
                    <a:gd name="T13" fmla="*/ 17 h 52"/>
                    <a:gd name="T14" fmla="*/ 20 w 35"/>
                    <a:gd name="T15" fmla="*/ 12 h 52"/>
                    <a:gd name="T16" fmla="*/ 18 w 35"/>
                    <a:gd name="T17" fmla="*/ 5 h 52"/>
                    <a:gd name="T18" fmla="*/ 18 w 35"/>
                    <a:gd name="T19" fmla="*/ 0 h 52"/>
                    <a:gd name="T20" fmla="*/ 0 w 35"/>
                    <a:gd name="T21" fmla="*/ 0 h 52"/>
                    <a:gd name="T22" fmla="*/ 1 w 35"/>
                    <a:gd name="T23" fmla="*/ 7 h 52"/>
                    <a:gd name="T24" fmla="*/ 2 w 35"/>
                    <a:gd name="T25" fmla="*/ 15 h 52"/>
                    <a:gd name="T26" fmla="*/ 4 w 35"/>
                    <a:gd name="T27" fmla="*/ 21 h 52"/>
                    <a:gd name="T28" fmla="*/ 7 w 35"/>
                    <a:gd name="T29" fmla="*/ 29 h 52"/>
                    <a:gd name="T30" fmla="*/ 10 w 35"/>
                    <a:gd name="T31" fmla="*/ 35 h 52"/>
                    <a:gd name="T32" fmla="*/ 13 w 35"/>
                    <a:gd name="T33" fmla="*/ 41 h 52"/>
                    <a:gd name="T34" fmla="*/ 17 w 35"/>
                    <a:gd name="T35" fmla="*/ 47 h 52"/>
                    <a:gd name="T36" fmla="*/ 22 w 35"/>
                    <a:gd name="T37" fmla="*/ 52 h 52"/>
                    <a:gd name="T38" fmla="*/ 22 w 35"/>
                    <a:gd name="T39" fmla="*/ 52 h 52"/>
                    <a:gd name="T40" fmla="*/ 35 w 35"/>
                    <a:gd name="T41" fmla="*/ 39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5"/>
                    <a:gd name="T64" fmla="*/ 0 h 52"/>
                    <a:gd name="T65" fmla="*/ 35 w 35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5" h="52">
                      <a:moveTo>
                        <a:pt x="35" y="39"/>
                      </a:moveTo>
                      <a:lnTo>
                        <a:pt x="35" y="39"/>
                      </a:lnTo>
                      <a:lnTo>
                        <a:pt x="31" y="36"/>
                      </a:lnTo>
                      <a:lnTo>
                        <a:pt x="28" y="32"/>
                      </a:lnTo>
                      <a:lnTo>
                        <a:pt x="25" y="26"/>
                      </a:lnTo>
                      <a:lnTo>
                        <a:pt x="23" y="22"/>
                      </a:lnTo>
                      <a:lnTo>
                        <a:pt x="21" y="17"/>
                      </a:lnTo>
                      <a:lnTo>
                        <a:pt x="20" y="12"/>
                      </a:lnTo>
                      <a:lnTo>
                        <a:pt x="18" y="5"/>
                      </a:lnTo>
                      <a:lnTo>
                        <a:pt x="18" y="0"/>
                      </a:lnTo>
                      <a:lnTo>
                        <a:pt x="0" y="0"/>
                      </a:lnTo>
                      <a:lnTo>
                        <a:pt x="1" y="7"/>
                      </a:lnTo>
                      <a:lnTo>
                        <a:pt x="2" y="15"/>
                      </a:lnTo>
                      <a:lnTo>
                        <a:pt x="4" y="21"/>
                      </a:lnTo>
                      <a:lnTo>
                        <a:pt x="7" y="29"/>
                      </a:lnTo>
                      <a:lnTo>
                        <a:pt x="10" y="35"/>
                      </a:lnTo>
                      <a:lnTo>
                        <a:pt x="13" y="41"/>
                      </a:lnTo>
                      <a:lnTo>
                        <a:pt x="17" y="47"/>
                      </a:lnTo>
                      <a:lnTo>
                        <a:pt x="22" y="52"/>
                      </a:lnTo>
                      <a:lnTo>
                        <a:pt x="35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2" name="Freeform 587"/>
                <p:cNvSpPr>
                  <a:spLocks/>
                </p:cNvSpPr>
                <p:nvPr/>
              </p:nvSpPr>
              <p:spPr bwMode="auto">
                <a:xfrm>
                  <a:off x="2638" y="1992"/>
                  <a:ext cx="40" cy="71"/>
                </a:xfrm>
                <a:custGeom>
                  <a:avLst/>
                  <a:gdLst>
                    <a:gd name="T0" fmla="*/ 31 w 40"/>
                    <a:gd name="T1" fmla="*/ 53 h 71"/>
                    <a:gd name="T2" fmla="*/ 40 w 40"/>
                    <a:gd name="T3" fmla="*/ 62 h 71"/>
                    <a:gd name="T4" fmla="*/ 39 w 40"/>
                    <a:gd name="T5" fmla="*/ 48 h 71"/>
                    <a:gd name="T6" fmla="*/ 37 w 40"/>
                    <a:gd name="T7" fmla="*/ 38 h 71"/>
                    <a:gd name="T8" fmla="*/ 33 w 40"/>
                    <a:gd name="T9" fmla="*/ 27 h 71"/>
                    <a:gd name="T10" fmla="*/ 29 w 40"/>
                    <a:gd name="T11" fmla="*/ 20 h 71"/>
                    <a:gd name="T12" fmla="*/ 23 w 40"/>
                    <a:gd name="T13" fmla="*/ 12 h 71"/>
                    <a:gd name="T14" fmla="*/ 19 w 40"/>
                    <a:gd name="T15" fmla="*/ 7 h 71"/>
                    <a:gd name="T16" fmla="*/ 15 w 40"/>
                    <a:gd name="T17" fmla="*/ 3 h 71"/>
                    <a:gd name="T18" fmla="*/ 13 w 40"/>
                    <a:gd name="T19" fmla="*/ 0 h 71"/>
                    <a:gd name="T20" fmla="*/ 0 w 40"/>
                    <a:gd name="T21" fmla="*/ 13 h 71"/>
                    <a:gd name="T22" fmla="*/ 3 w 40"/>
                    <a:gd name="T23" fmla="*/ 16 h 71"/>
                    <a:gd name="T24" fmla="*/ 6 w 40"/>
                    <a:gd name="T25" fmla="*/ 20 h 71"/>
                    <a:gd name="T26" fmla="*/ 9 w 40"/>
                    <a:gd name="T27" fmla="*/ 24 h 71"/>
                    <a:gd name="T28" fmla="*/ 14 w 40"/>
                    <a:gd name="T29" fmla="*/ 28 h 71"/>
                    <a:gd name="T30" fmla="*/ 17 w 40"/>
                    <a:gd name="T31" fmla="*/ 34 h 71"/>
                    <a:gd name="T32" fmla="*/ 20 w 40"/>
                    <a:gd name="T33" fmla="*/ 42 h 71"/>
                    <a:gd name="T34" fmla="*/ 22 w 40"/>
                    <a:gd name="T35" fmla="*/ 50 h 71"/>
                    <a:gd name="T36" fmla="*/ 22 w 40"/>
                    <a:gd name="T37" fmla="*/ 62 h 71"/>
                    <a:gd name="T38" fmla="*/ 31 w 40"/>
                    <a:gd name="T39" fmla="*/ 71 h 71"/>
                    <a:gd name="T40" fmla="*/ 22 w 40"/>
                    <a:gd name="T41" fmla="*/ 62 h 71"/>
                    <a:gd name="T42" fmla="*/ 22 w 40"/>
                    <a:gd name="T43" fmla="*/ 71 h 71"/>
                    <a:gd name="T44" fmla="*/ 31 w 40"/>
                    <a:gd name="T45" fmla="*/ 71 h 71"/>
                    <a:gd name="T46" fmla="*/ 31 w 40"/>
                    <a:gd name="T47" fmla="*/ 53 h 7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40"/>
                    <a:gd name="T73" fmla="*/ 0 h 71"/>
                    <a:gd name="T74" fmla="*/ 40 w 40"/>
                    <a:gd name="T75" fmla="*/ 71 h 7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40" h="71">
                      <a:moveTo>
                        <a:pt x="31" y="53"/>
                      </a:moveTo>
                      <a:lnTo>
                        <a:pt x="40" y="62"/>
                      </a:lnTo>
                      <a:lnTo>
                        <a:pt x="39" y="48"/>
                      </a:lnTo>
                      <a:lnTo>
                        <a:pt x="37" y="38"/>
                      </a:lnTo>
                      <a:lnTo>
                        <a:pt x="33" y="27"/>
                      </a:lnTo>
                      <a:lnTo>
                        <a:pt x="29" y="20"/>
                      </a:lnTo>
                      <a:lnTo>
                        <a:pt x="23" y="12"/>
                      </a:lnTo>
                      <a:lnTo>
                        <a:pt x="19" y="7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0" y="13"/>
                      </a:lnTo>
                      <a:lnTo>
                        <a:pt x="3" y="16"/>
                      </a:lnTo>
                      <a:lnTo>
                        <a:pt x="6" y="20"/>
                      </a:lnTo>
                      <a:lnTo>
                        <a:pt x="9" y="24"/>
                      </a:lnTo>
                      <a:lnTo>
                        <a:pt x="14" y="28"/>
                      </a:lnTo>
                      <a:lnTo>
                        <a:pt x="17" y="34"/>
                      </a:lnTo>
                      <a:lnTo>
                        <a:pt x="20" y="42"/>
                      </a:lnTo>
                      <a:lnTo>
                        <a:pt x="22" y="50"/>
                      </a:lnTo>
                      <a:lnTo>
                        <a:pt x="22" y="62"/>
                      </a:lnTo>
                      <a:lnTo>
                        <a:pt x="31" y="71"/>
                      </a:lnTo>
                      <a:lnTo>
                        <a:pt x="22" y="62"/>
                      </a:lnTo>
                      <a:lnTo>
                        <a:pt x="22" y="71"/>
                      </a:lnTo>
                      <a:lnTo>
                        <a:pt x="31" y="71"/>
                      </a:lnTo>
                      <a:lnTo>
                        <a:pt x="31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3" name="Freeform 588"/>
                <p:cNvSpPr>
                  <a:spLocks/>
                </p:cNvSpPr>
                <p:nvPr/>
              </p:nvSpPr>
              <p:spPr bwMode="auto">
                <a:xfrm>
                  <a:off x="2669" y="2045"/>
                  <a:ext cx="53" cy="18"/>
                </a:xfrm>
                <a:custGeom>
                  <a:avLst/>
                  <a:gdLst>
                    <a:gd name="T0" fmla="*/ 35 w 53"/>
                    <a:gd name="T1" fmla="*/ 9 h 18"/>
                    <a:gd name="T2" fmla="*/ 45 w 53"/>
                    <a:gd name="T3" fmla="*/ 0 h 18"/>
                    <a:gd name="T4" fmla="*/ 0 w 53"/>
                    <a:gd name="T5" fmla="*/ 0 h 18"/>
                    <a:gd name="T6" fmla="*/ 0 w 53"/>
                    <a:gd name="T7" fmla="*/ 18 h 18"/>
                    <a:gd name="T8" fmla="*/ 45 w 53"/>
                    <a:gd name="T9" fmla="*/ 18 h 18"/>
                    <a:gd name="T10" fmla="*/ 53 w 53"/>
                    <a:gd name="T11" fmla="*/ 9 h 18"/>
                    <a:gd name="T12" fmla="*/ 45 w 53"/>
                    <a:gd name="T13" fmla="*/ 18 h 18"/>
                    <a:gd name="T14" fmla="*/ 53 w 53"/>
                    <a:gd name="T15" fmla="*/ 18 h 18"/>
                    <a:gd name="T16" fmla="*/ 53 w 53"/>
                    <a:gd name="T17" fmla="*/ 9 h 18"/>
                    <a:gd name="T18" fmla="*/ 35 w 53"/>
                    <a:gd name="T19" fmla="*/ 9 h 1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3"/>
                    <a:gd name="T31" fmla="*/ 0 h 18"/>
                    <a:gd name="T32" fmla="*/ 53 w 53"/>
                    <a:gd name="T33" fmla="*/ 18 h 1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3" h="18">
                      <a:moveTo>
                        <a:pt x="35" y="9"/>
                      </a:moveTo>
                      <a:lnTo>
                        <a:pt x="45" y="0"/>
                      </a:lnTo>
                      <a:lnTo>
                        <a:pt x="0" y="0"/>
                      </a:lnTo>
                      <a:lnTo>
                        <a:pt x="0" y="18"/>
                      </a:lnTo>
                      <a:lnTo>
                        <a:pt x="45" y="18"/>
                      </a:lnTo>
                      <a:lnTo>
                        <a:pt x="53" y="9"/>
                      </a:lnTo>
                      <a:lnTo>
                        <a:pt x="45" y="18"/>
                      </a:lnTo>
                      <a:lnTo>
                        <a:pt x="53" y="18"/>
                      </a:lnTo>
                      <a:lnTo>
                        <a:pt x="53" y="9"/>
                      </a:lnTo>
                      <a:lnTo>
                        <a:pt x="35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4" name="Freeform 589"/>
                <p:cNvSpPr>
                  <a:spLocks/>
                </p:cNvSpPr>
                <p:nvPr/>
              </p:nvSpPr>
              <p:spPr bwMode="auto">
                <a:xfrm>
                  <a:off x="2653" y="2056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4 h 20"/>
                    <a:gd name="T6" fmla="*/ 1 w 10"/>
                    <a:gd name="T7" fmla="*/ 7 h 20"/>
                    <a:gd name="T8" fmla="*/ 0 w 10"/>
                    <a:gd name="T9" fmla="*/ 10 h 20"/>
                    <a:gd name="T10" fmla="*/ 1 w 10"/>
                    <a:gd name="T11" fmla="*/ 13 h 20"/>
                    <a:gd name="T12" fmla="*/ 3 w 10"/>
                    <a:gd name="T13" fmla="*/ 16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4"/>
                      </a:lnTo>
                      <a:lnTo>
                        <a:pt x="1" y="7"/>
                      </a:lnTo>
                      <a:lnTo>
                        <a:pt x="0" y="10"/>
                      </a:lnTo>
                      <a:lnTo>
                        <a:pt x="1" y="13"/>
                      </a:lnTo>
                      <a:lnTo>
                        <a:pt x="3" y="16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5" name="Freeform 590"/>
                <p:cNvSpPr>
                  <a:spLocks/>
                </p:cNvSpPr>
                <p:nvPr/>
              </p:nvSpPr>
              <p:spPr bwMode="auto">
                <a:xfrm>
                  <a:off x="2663" y="2056"/>
                  <a:ext cx="57" cy="20"/>
                </a:xfrm>
                <a:custGeom>
                  <a:avLst/>
                  <a:gdLst>
                    <a:gd name="T0" fmla="*/ 57 w 57"/>
                    <a:gd name="T1" fmla="*/ 10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0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0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6" name="Freeform 591"/>
                <p:cNvSpPr>
                  <a:spLocks/>
                </p:cNvSpPr>
                <p:nvPr/>
              </p:nvSpPr>
              <p:spPr bwMode="auto">
                <a:xfrm>
                  <a:off x="2720" y="2056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6 h 20"/>
                    <a:gd name="T6" fmla="*/ 9 w 10"/>
                    <a:gd name="T7" fmla="*/ 13 h 20"/>
                    <a:gd name="T8" fmla="*/ 10 w 10"/>
                    <a:gd name="T9" fmla="*/ 10 h 20"/>
                    <a:gd name="T10" fmla="*/ 9 w 10"/>
                    <a:gd name="T11" fmla="*/ 7 h 20"/>
                    <a:gd name="T12" fmla="*/ 7 w 10"/>
                    <a:gd name="T13" fmla="*/ 4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6"/>
                      </a:lnTo>
                      <a:lnTo>
                        <a:pt x="9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7" y="4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7" name="Freeform 592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8" name="Freeform 593"/>
                <p:cNvSpPr>
                  <a:spLocks/>
                </p:cNvSpPr>
                <p:nvPr/>
              </p:nvSpPr>
              <p:spPr bwMode="auto">
                <a:xfrm>
                  <a:off x="2653" y="2068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7 h 20"/>
                    <a:gd name="T8" fmla="*/ 0 w 10"/>
                    <a:gd name="T9" fmla="*/ 11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7"/>
                      </a:lnTo>
                      <a:lnTo>
                        <a:pt x="0" y="11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79" name="Freeform 594"/>
                <p:cNvSpPr>
                  <a:spLocks/>
                </p:cNvSpPr>
                <p:nvPr/>
              </p:nvSpPr>
              <p:spPr bwMode="auto">
                <a:xfrm>
                  <a:off x="2663" y="2068"/>
                  <a:ext cx="57" cy="20"/>
                </a:xfrm>
                <a:custGeom>
                  <a:avLst/>
                  <a:gdLst>
                    <a:gd name="T0" fmla="*/ 57 w 57"/>
                    <a:gd name="T1" fmla="*/ 11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1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1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0" name="Freeform 595"/>
                <p:cNvSpPr>
                  <a:spLocks/>
                </p:cNvSpPr>
                <p:nvPr/>
              </p:nvSpPr>
              <p:spPr bwMode="auto">
                <a:xfrm>
                  <a:off x="2720" y="2068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11 h 20"/>
                    <a:gd name="T10" fmla="*/ 9 w 10"/>
                    <a:gd name="T11" fmla="*/ 7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11"/>
                      </a:lnTo>
                      <a:lnTo>
                        <a:pt x="9" y="7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1" name="Freeform 596"/>
                <p:cNvSpPr>
                  <a:spLocks/>
                </p:cNvSpPr>
                <p:nvPr/>
              </p:nvSpPr>
              <p:spPr bwMode="auto">
                <a:xfrm>
                  <a:off x="2653" y="2080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2" name="Freeform 597"/>
                <p:cNvSpPr>
                  <a:spLocks/>
                </p:cNvSpPr>
                <p:nvPr/>
              </p:nvSpPr>
              <p:spPr bwMode="auto">
                <a:xfrm>
                  <a:off x="2663" y="2080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3" name="Freeform 598"/>
                <p:cNvSpPr>
                  <a:spLocks/>
                </p:cNvSpPr>
                <p:nvPr/>
              </p:nvSpPr>
              <p:spPr bwMode="auto">
                <a:xfrm>
                  <a:off x="2720" y="2080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4" name="Freeform 599"/>
                <p:cNvSpPr>
                  <a:spLocks/>
                </p:cNvSpPr>
                <p:nvPr/>
              </p:nvSpPr>
              <p:spPr bwMode="auto">
                <a:xfrm>
                  <a:off x="2653" y="2092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5" name="Freeform 600"/>
                <p:cNvSpPr>
                  <a:spLocks/>
                </p:cNvSpPr>
                <p:nvPr/>
              </p:nvSpPr>
              <p:spPr bwMode="auto">
                <a:xfrm>
                  <a:off x="2663" y="2092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6" name="Freeform 601"/>
                <p:cNvSpPr>
                  <a:spLocks/>
                </p:cNvSpPr>
                <p:nvPr/>
              </p:nvSpPr>
              <p:spPr bwMode="auto">
                <a:xfrm>
                  <a:off x="2720" y="2092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7" name="Freeform 602"/>
                <p:cNvSpPr>
                  <a:spLocks/>
                </p:cNvSpPr>
                <p:nvPr/>
              </p:nvSpPr>
              <p:spPr bwMode="auto">
                <a:xfrm>
                  <a:off x="2660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8" name="Freeform 603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89" name="Freeform 604"/>
                <p:cNvSpPr>
                  <a:spLocks/>
                </p:cNvSpPr>
                <p:nvPr/>
              </p:nvSpPr>
              <p:spPr bwMode="auto">
                <a:xfrm>
                  <a:off x="272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0" name="Freeform 605"/>
                <p:cNvSpPr>
                  <a:spLocks/>
                </p:cNvSpPr>
                <p:nvPr/>
              </p:nvSpPr>
              <p:spPr bwMode="auto">
                <a:xfrm>
                  <a:off x="266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1" name="Freeform 606"/>
                <p:cNvSpPr>
                  <a:spLocks/>
                </p:cNvSpPr>
                <p:nvPr/>
              </p:nvSpPr>
              <p:spPr bwMode="auto">
                <a:xfrm>
                  <a:off x="2663" y="2075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2" name="Freeform 607"/>
                <p:cNvSpPr>
                  <a:spLocks/>
                </p:cNvSpPr>
                <p:nvPr/>
              </p:nvSpPr>
              <p:spPr bwMode="auto">
                <a:xfrm>
                  <a:off x="272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3" name="Freeform 608"/>
                <p:cNvSpPr>
                  <a:spLocks/>
                </p:cNvSpPr>
                <p:nvPr/>
              </p:nvSpPr>
              <p:spPr bwMode="auto">
                <a:xfrm>
                  <a:off x="266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4" name="Freeform 609"/>
                <p:cNvSpPr>
                  <a:spLocks/>
                </p:cNvSpPr>
                <p:nvPr/>
              </p:nvSpPr>
              <p:spPr bwMode="auto">
                <a:xfrm>
                  <a:off x="2663" y="2087"/>
                  <a:ext cx="57" cy="6"/>
                </a:xfrm>
                <a:custGeom>
                  <a:avLst/>
                  <a:gdLst>
                    <a:gd name="T0" fmla="*/ 57 w 57"/>
                    <a:gd name="T1" fmla="*/ 2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5" name="Freeform 610"/>
                <p:cNvSpPr>
                  <a:spLocks/>
                </p:cNvSpPr>
                <p:nvPr/>
              </p:nvSpPr>
              <p:spPr bwMode="auto">
                <a:xfrm>
                  <a:off x="272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6" name="Freeform 611"/>
                <p:cNvSpPr>
                  <a:spLocks/>
                </p:cNvSpPr>
                <p:nvPr/>
              </p:nvSpPr>
              <p:spPr bwMode="auto">
                <a:xfrm>
                  <a:off x="266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7" name="Freeform 612"/>
                <p:cNvSpPr>
                  <a:spLocks/>
                </p:cNvSpPr>
                <p:nvPr/>
              </p:nvSpPr>
              <p:spPr bwMode="auto">
                <a:xfrm>
                  <a:off x="2663" y="2099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0 h 5"/>
                    <a:gd name="T4" fmla="*/ 0 w 57"/>
                    <a:gd name="T5" fmla="*/ 0 h 5"/>
                    <a:gd name="T6" fmla="*/ 0 w 57"/>
                    <a:gd name="T7" fmla="*/ 5 h 5"/>
                    <a:gd name="T8" fmla="*/ 57 w 57"/>
                    <a:gd name="T9" fmla="*/ 5 h 5"/>
                    <a:gd name="T10" fmla="*/ 57 w 5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5"/>
                    <a:gd name="T20" fmla="*/ 57 w 5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5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8" name="Freeform 613"/>
                <p:cNvSpPr>
                  <a:spLocks/>
                </p:cNvSpPr>
                <p:nvPr/>
              </p:nvSpPr>
              <p:spPr bwMode="auto">
                <a:xfrm>
                  <a:off x="2720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299" name="Freeform 614"/>
                <p:cNvSpPr>
                  <a:spLocks/>
                </p:cNvSpPr>
                <p:nvPr/>
              </p:nvSpPr>
              <p:spPr bwMode="auto">
                <a:xfrm>
                  <a:off x="2661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0" name="Freeform 615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54" cy="6"/>
                </a:xfrm>
                <a:custGeom>
                  <a:avLst/>
                  <a:gdLst>
                    <a:gd name="T0" fmla="*/ 54 w 54"/>
                    <a:gd name="T1" fmla="*/ 3 h 6"/>
                    <a:gd name="T2" fmla="*/ 54 w 54"/>
                    <a:gd name="T3" fmla="*/ 0 h 6"/>
                    <a:gd name="T4" fmla="*/ 0 w 54"/>
                    <a:gd name="T5" fmla="*/ 0 h 6"/>
                    <a:gd name="T6" fmla="*/ 0 w 54"/>
                    <a:gd name="T7" fmla="*/ 6 h 6"/>
                    <a:gd name="T8" fmla="*/ 54 w 54"/>
                    <a:gd name="T9" fmla="*/ 6 h 6"/>
                    <a:gd name="T10" fmla="*/ 54 w 5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4"/>
                    <a:gd name="T19" fmla="*/ 0 h 6"/>
                    <a:gd name="T20" fmla="*/ 54 w 5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4" h="6">
                      <a:moveTo>
                        <a:pt x="54" y="3"/>
                      </a:moveTo>
                      <a:lnTo>
                        <a:pt x="5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4" y="6"/>
                      </a:lnTo>
                      <a:lnTo>
                        <a:pt x="54" y="3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1" name="Freeform 616"/>
                <p:cNvSpPr>
                  <a:spLocks/>
                </p:cNvSpPr>
                <p:nvPr/>
              </p:nvSpPr>
              <p:spPr bwMode="auto">
                <a:xfrm>
                  <a:off x="271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2" name="Freeform 617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3" name="Freeform 618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50" cy="6"/>
                </a:xfrm>
                <a:custGeom>
                  <a:avLst/>
                  <a:gdLst>
                    <a:gd name="T0" fmla="*/ 50 w 50"/>
                    <a:gd name="T1" fmla="*/ 3 h 6"/>
                    <a:gd name="T2" fmla="*/ 50 w 50"/>
                    <a:gd name="T3" fmla="*/ 0 h 6"/>
                    <a:gd name="T4" fmla="*/ 0 w 50"/>
                    <a:gd name="T5" fmla="*/ 0 h 6"/>
                    <a:gd name="T6" fmla="*/ 0 w 50"/>
                    <a:gd name="T7" fmla="*/ 6 h 6"/>
                    <a:gd name="T8" fmla="*/ 50 w 50"/>
                    <a:gd name="T9" fmla="*/ 6 h 6"/>
                    <a:gd name="T10" fmla="*/ 50 w 50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0"/>
                    <a:gd name="T19" fmla="*/ 0 h 6"/>
                    <a:gd name="T20" fmla="*/ 50 w 50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0" h="6">
                      <a:moveTo>
                        <a:pt x="50" y="3"/>
                      </a:move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0" y="6"/>
                      </a:lnTo>
                      <a:lnTo>
                        <a:pt x="50" y="3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4" name="Freeform 619"/>
                <p:cNvSpPr>
                  <a:spLocks/>
                </p:cNvSpPr>
                <p:nvPr/>
              </p:nvSpPr>
              <p:spPr bwMode="auto">
                <a:xfrm>
                  <a:off x="2717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5" name="Freeform 620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6" name="Freeform 621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48" cy="6"/>
                </a:xfrm>
                <a:custGeom>
                  <a:avLst/>
                  <a:gdLst>
                    <a:gd name="T0" fmla="*/ 48 w 48"/>
                    <a:gd name="T1" fmla="*/ 3 h 6"/>
                    <a:gd name="T2" fmla="*/ 48 w 48"/>
                    <a:gd name="T3" fmla="*/ 0 h 6"/>
                    <a:gd name="T4" fmla="*/ 0 w 48"/>
                    <a:gd name="T5" fmla="*/ 0 h 6"/>
                    <a:gd name="T6" fmla="*/ 0 w 48"/>
                    <a:gd name="T7" fmla="*/ 6 h 6"/>
                    <a:gd name="T8" fmla="*/ 48 w 48"/>
                    <a:gd name="T9" fmla="*/ 6 h 6"/>
                    <a:gd name="T10" fmla="*/ 48 w 4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8"/>
                    <a:gd name="T19" fmla="*/ 0 h 6"/>
                    <a:gd name="T20" fmla="*/ 48 w 4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8" h="6">
                      <a:moveTo>
                        <a:pt x="48" y="3"/>
                      </a:moveTo>
                      <a:lnTo>
                        <a:pt x="4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8" y="6"/>
                      </a:lnTo>
                      <a:lnTo>
                        <a:pt x="48" y="3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7" name="Freeform 622"/>
                <p:cNvSpPr>
                  <a:spLocks/>
                </p:cNvSpPr>
                <p:nvPr/>
              </p:nvSpPr>
              <p:spPr bwMode="auto">
                <a:xfrm>
                  <a:off x="2716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8" name="Freeform 623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09" name="Freeform 624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0" name="Freeform 625"/>
                <p:cNvSpPr>
                  <a:spLocks/>
                </p:cNvSpPr>
                <p:nvPr/>
              </p:nvSpPr>
              <p:spPr bwMode="auto">
                <a:xfrm>
                  <a:off x="2715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1" name="Freeform 626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2" name="Freeform 627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3" name="Freeform 628"/>
                <p:cNvSpPr>
                  <a:spLocks/>
                </p:cNvSpPr>
                <p:nvPr/>
              </p:nvSpPr>
              <p:spPr bwMode="auto">
                <a:xfrm>
                  <a:off x="2712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4" name="Freeform 629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5" name="Freeform 630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39" cy="6"/>
                </a:xfrm>
                <a:custGeom>
                  <a:avLst/>
                  <a:gdLst>
                    <a:gd name="T0" fmla="*/ 39 w 39"/>
                    <a:gd name="T1" fmla="*/ 3 h 6"/>
                    <a:gd name="T2" fmla="*/ 39 w 39"/>
                    <a:gd name="T3" fmla="*/ 0 h 6"/>
                    <a:gd name="T4" fmla="*/ 0 w 39"/>
                    <a:gd name="T5" fmla="*/ 0 h 6"/>
                    <a:gd name="T6" fmla="*/ 0 w 39"/>
                    <a:gd name="T7" fmla="*/ 6 h 6"/>
                    <a:gd name="T8" fmla="*/ 39 w 39"/>
                    <a:gd name="T9" fmla="*/ 6 h 6"/>
                    <a:gd name="T10" fmla="*/ 39 w 3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"/>
                    <a:gd name="T19" fmla="*/ 0 h 6"/>
                    <a:gd name="T20" fmla="*/ 39 w 3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" h="6">
                      <a:moveTo>
                        <a:pt x="39" y="3"/>
                      </a:moveTo>
                      <a:lnTo>
                        <a:pt x="3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9" y="6"/>
                      </a:lnTo>
                      <a:lnTo>
                        <a:pt x="39" y="3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6" name="Freeform 631"/>
                <p:cNvSpPr>
                  <a:spLocks/>
                </p:cNvSpPr>
                <p:nvPr/>
              </p:nvSpPr>
              <p:spPr bwMode="auto">
                <a:xfrm>
                  <a:off x="2711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7" name="Freeform 632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8" name="Freeform 633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19" name="Freeform 634"/>
                <p:cNvSpPr>
                  <a:spLocks/>
                </p:cNvSpPr>
                <p:nvPr/>
              </p:nvSpPr>
              <p:spPr bwMode="auto">
                <a:xfrm>
                  <a:off x="271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0" name="Freeform 635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1" name="Freeform 636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5" cy="6"/>
                </a:xfrm>
                <a:custGeom>
                  <a:avLst/>
                  <a:gdLst>
                    <a:gd name="T0" fmla="*/ 35 w 35"/>
                    <a:gd name="T1" fmla="*/ 3 h 6"/>
                    <a:gd name="T2" fmla="*/ 35 w 35"/>
                    <a:gd name="T3" fmla="*/ 0 h 6"/>
                    <a:gd name="T4" fmla="*/ 0 w 35"/>
                    <a:gd name="T5" fmla="*/ 0 h 6"/>
                    <a:gd name="T6" fmla="*/ 0 w 35"/>
                    <a:gd name="T7" fmla="*/ 6 h 6"/>
                    <a:gd name="T8" fmla="*/ 35 w 35"/>
                    <a:gd name="T9" fmla="*/ 6 h 6"/>
                    <a:gd name="T10" fmla="*/ 35 w 3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5"/>
                    <a:gd name="T19" fmla="*/ 0 h 6"/>
                    <a:gd name="T20" fmla="*/ 35 w 3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5" h="6">
                      <a:moveTo>
                        <a:pt x="35" y="3"/>
                      </a:move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5" y="6"/>
                      </a:lnTo>
                      <a:lnTo>
                        <a:pt x="35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2" name="Freeform 637"/>
                <p:cNvSpPr>
                  <a:spLocks/>
                </p:cNvSpPr>
                <p:nvPr/>
              </p:nvSpPr>
              <p:spPr bwMode="auto">
                <a:xfrm>
                  <a:off x="2709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3" name="Freeform 638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4" name="Freeform 639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32" cy="6"/>
                </a:xfrm>
                <a:custGeom>
                  <a:avLst/>
                  <a:gdLst>
                    <a:gd name="T0" fmla="*/ 32 w 32"/>
                    <a:gd name="T1" fmla="*/ 3 h 6"/>
                    <a:gd name="T2" fmla="*/ 32 w 32"/>
                    <a:gd name="T3" fmla="*/ 0 h 6"/>
                    <a:gd name="T4" fmla="*/ 0 w 32"/>
                    <a:gd name="T5" fmla="*/ 0 h 6"/>
                    <a:gd name="T6" fmla="*/ 0 w 32"/>
                    <a:gd name="T7" fmla="*/ 6 h 6"/>
                    <a:gd name="T8" fmla="*/ 32 w 32"/>
                    <a:gd name="T9" fmla="*/ 6 h 6"/>
                    <a:gd name="T10" fmla="*/ 32 w 3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2"/>
                    <a:gd name="T19" fmla="*/ 0 h 6"/>
                    <a:gd name="T20" fmla="*/ 32 w 3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2" h="6">
                      <a:moveTo>
                        <a:pt x="32" y="3"/>
                      </a:moveTo>
                      <a:lnTo>
                        <a:pt x="3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2" y="6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5" name="Freeform 640"/>
                <p:cNvSpPr>
                  <a:spLocks/>
                </p:cNvSpPr>
                <p:nvPr/>
              </p:nvSpPr>
              <p:spPr bwMode="auto">
                <a:xfrm>
                  <a:off x="2708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6" name="Freeform 641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7" name="Freeform 642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29" cy="6"/>
                </a:xfrm>
                <a:custGeom>
                  <a:avLst/>
                  <a:gdLst>
                    <a:gd name="T0" fmla="*/ 29 w 29"/>
                    <a:gd name="T1" fmla="*/ 3 h 6"/>
                    <a:gd name="T2" fmla="*/ 29 w 29"/>
                    <a:gd name="T3" fmla="*/ 0 h 6"/>
                    <a:gd name="T4" fmla="*/ 0 w 29"/>
                    <a:gd name="T5" fmla="*/ 0 h 6"/>
                    <a:gd name="T6" fmla="*/ 0 w 29"/>
                    <a:gd name="T7" fmla="*/ 6 h 6"/>
                    <a:gd name="T8" fmla="*/ 29 w 29"/>
                    <a:gd name="T9" fmla="*/ 6 h 6"/>
                    <a:gd name="T10" fmla="*/ 29 w 2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9"/>
                    <a:gd name="T19" fmla="*/ 0 h 6"/>
                    <a:gd name="T20" fmla="*/ 29 w 2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9" h="6">
                      <a:moveTo>
                        <a:pt x="29" y="3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8" name="Freeform 643"/>
                <p:cNvSpPr>
                  <a:spLocks/>
                </p:cNvSpPr>
                <p:nvPr/>
              </p:nvSpPr>
              <p:spPr bwMode="auto">
                <a:xfrm>
                  <a:off x="2706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29" name="Freeform 644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0" name="Freeform 645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1" name="Freeform 646"/>
                <p:cNvSpPr>
                  <a:spLocks/>
                </p:cNvSpPr>
                <p:nvPr/>
              </p:nvSpPr>
              <p:spPr bwMode="auto">
                <a:xfrm>
                  <a:off x="270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2" name="Freeform 647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3" name="Freeform 648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4" name="Freeform 649"/>
                <p:cNvSpPr>
                  <a:spLocks/>
                </p:cNvSpPr>
                <p:nvPr/>
              </p:nvSpPr>
              <p:spPr bwMode="auto">
                <a:xfrm>
                  <a:off x="2704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5" name="Freeform 650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6" name="Freeform 651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21" cy="6"/>
                </a:xfrm>
                <a:custGeom>
                  <a:avLst/>
                  <a:gdLst>
                    <a:gd name="T0" fmla="*/ 21 w 21"/>
                    <a:gd name="T1" fmla="*/ 3 h 6"/>
                    <a:gd name="T2" fmla="*/ 21 w 21"/>
                    <a:gd name="T3" fmla="*/ 0 h 6"/>
                    <a:gd name="T4" fmla="*/ 0 w 21"/>
                    <a:gd name="T5" fmla="*/ 0 h 6"/>
                    <a:gd name="T6" fmla="*/ 0 w 21"/>
                    <a:gd name="T7" fmla="*/ 6 h 6"/>
                    <a:gd name="T8" fmla="*/ 21 w 21"/>
                    <a:gd name="T9" fmla="*/ 6 h 6"/>
                    <a:gd name="T10" fmla="*/ 21 w 2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6"/>
                    <a:gd name="T20" fmla="*/ 21 w 2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6">
                      <a:moveTo>
                        <a:pt x="21" y="3"/>
                      </a:move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1" y="6"/>
                      </a:lnTo>
                      <a:lnTo>
                        <a:pt x="21" y="3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7" name="Freeform 652"/>
                <p:cNvSpPr>
                  <a:spLocks/>
                </p:cNvSpPr>
                <p:nvPr/>
              </p:nvSpPr>
              <p:spPr bwMode="auto">
                <a:xfrm>
                  <a:off x="2702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8" name="Freeform 653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39" name="Freeform 654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17" cy="6"/>
                </a:xfrm>
                <a:custGeom>
                  <a:avLst/>
                  <a:gdLst>
                    <a:gd name="T0" fmla="*/ 17 w 17"/>
                    <a:gd name="T1" fmla="*/ 3 h 6"/>
                    <a:gd name="T2" fmla="*/ 17 w 17"/>
                    <a:gd name="T3" fmla="*/ 0 h 6"/>
                    <a:gd name="T4" fmla="*/ 0 w 17"/>
                    <a:gd name="T5" fmla="*/ 0 h 6"/>
                    <a:gd name="T6" fmla="*/ 0 w 17"/>
                    <a:gd name="T7" fmla="*/ 6 h 6"/>
                    <a:gd name="T8" fmla="*/ 17 w 17"/>
                    <a:gd name="T9" fmla="*/ 6 h 6"/>
                    <a:gd name="T10" fmla="*/ 17 w 1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6"/>
                    <a:gd name="T20" fmla="*/ 17 w 1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6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7" y="6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0" name="Freeform 655"/>
                <p:cNvSpPr>
                  <a:spLocks/>
                </p:cNvSpPr>
                <p:nvPr/>
              </p:nvSpPr>
              <p:spPr bwMode="auto">
                <a:xfrm>
                  <a:off x="2701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1" name="Freeform 656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2" name="Freeform 657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3" name="Freeform 658"/>
                <p:cNvSpPr>
                  <a:spLocks/>
                </p:cNvSpPr>
                <p:nvPr/>
              </p:nvSpPr>
              <p:spPr bwMode="auto">
                <a:xfrm>
                  <a:off x="270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4" name="Freeform 659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5" name="Freeform 660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6" name="Freeform 661"/>
                <p:cNvSpPr>
                  <a:spLocks/>
                </p:cNvSpPr>
                <p:nvPr/>
              </p:nvSpPr>
              <p:spPr bwMode="auto">
                <a:xfrm>
                  <a:off x="269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7" name="Freeform 662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8" name="Freeform 663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8" cy="6"/>
                </a:xfrm>
                <a:custGeom>
                  <a:avLst/>
                  <a:gdLst>
                    <a:gd name="T0" fmla="*/ 8 w 8"/>
                    <a:gd name="T1" fmla="*/ 3 h 6"/>
                    <a:gd name="T2" fmla="*/ 8 w 8"/>
                    <a:gd name="T3" fmla="*/ 0 h 6"/>
                    <a:gd name="T4" fmla="*/ 0 w 8"/>
                    <a:gd name="T5" fmla="*/ 0 h 6"/>
                    <a:gd name="T6" fmla="*/ 0 w 8"/>
                    <a:gd name="T7" fmla="*/ 6 h 6"/>
                    <a:gd name="T8" fmla="*/ 8 w 8"/>
                    <a:gd name="T9" fmla="*/ 6 h 6"/>
                    <a:gd name="T10" fmla="*/ 8 w 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6"/>
                    <a:gd name="T20" fmla="*/ 8 w 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6">
                      <a:moveTo>
                        <a:pt x="8" y="3"/>
                      </a:move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49" name="Freeform 664"/>
                <p:cNvSpPr>
                  <a:spLocks/>
                </p:cNvSpPr>
                <p:nvPr/>
              </p:nvSpPr>
              <p:spPr bwMode="auto">
                <a:xfrm>
                  <a:off x="2696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0" name="Freeform 665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1" name="Freeform 666"/>
                <p:cNvSpPr>
                  <a:spLocks/>
                </p:cNvSpPr>
                <p:nvPr/>
              </p:nvSpPr>
              <p:spPr bwMode="auto">
                <a:xfrm>
                  <a:off x="2689" y="2063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2" name="Freeform 667"/>
                <p:cNvSpPr>
                  <a:spLocks/>
                </p:cNvSpPr>
                <p:nvPr/>
              </p:nvSpPr>
              <p:spPr bwMode="auto">
                <a:xfrm>
                  <a:off x="269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3 w 3"/>
                    <a:gd name="T3" fmla="*/ 5 h 6"/>
                    <a:gd name="T4" fmla="*/ 3 w 3"/>
                    <a:gd name="T5" fmla="*/ 3 h 6"/>
                    <a:gd name="T6" fmla="*/ 3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3" name="Freeform 668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4" name="Freeform 669"/>
                <p:cNvSpPr>
                  <a:spLocks/>
                </p:cNvSpPr>
                <p:nvPr/>
              </p:nvSpPr>
              <p:spPr bwMode="auto">
                <a:xfrm>
                  <a:off x="2691" y="2063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5" name="Freeform 670"/>
                <p:cNvSpPr>
                  <a:spLocks/>
                </p:cNvSpPr>
                <p:nvPr/>
              </p:nvSpPr>
              <p:spPr bwMode="auto">
                <a:xfrm>
                  <a:off x="2693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6" name="Freeform 671"/>
                <p:cNvSpPr>
                  <a:spLocks/>
                </p:cNvSpPr>
                <p:nvPr/>
              </p:nvSpPr>
              <p:spPr bwMode="auto">
                <a:xfrm>
                  <a:off x="2662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7" name="Freeform 672"/>
                <p:cNvSpPr>
                  <a:spLocks/>
                </p:cNvSpPr>
                <p:nvPr/>
              </p:nvSpPr>
              <p:spPr bwMode="auto">
                <a:xfrm>
                  <a:off x="2665" y="2075"/>
                  <a:ext cx="53" cy="6"/>
                </a:xfrm>
                <a:custGeom>
                  <a:avLst/>
                  <a:gdLst>
                    <a:gd name="T0" fmla="*/ 53 w 53"/>
                    <a:gd name="T1" fmla="*/ 3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3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3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8" name="Freeform 673"/>
                <p:cNvSpPr>
                  <a:spLocks/>
                </p:cNvSpPr>
                <p:nvPr/>
              </p:nvSpPr>
              <p:spPr bwMode="auto">
                <a:xfrm>
                  <a:off x="271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59" name="Freeform 674"/>
                <p:cNvSpPr>
                  <a:spLocks/>
                </p:cNvSpPr>
                <p:nvPr/>
              </p:nvSpPr>
              <p:spPr bwMode="auto">
                <a:xfrm>
                  <a:off x="266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0" name="Freeform 675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49" cy="6"/>
                </a:xfrm>
                <a:custGeom>
                  <a:avLst/>
                  <a:gdLst>
                    <a:gd name="T0" fmla="*/ 49 w 49"/>
                    <a:gd name="T1" fmla="*/ 3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3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3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1" name="Freeform 676"/>
                <p:cNvSpPr>
                  <a:spLocks/>
                </p:cNvSpPr>
                <p:nvPr/>
              </p:nvSpPr>
              <p:spPr bwMode="auto">
                <a:xfrm>
                  <a:off x="2716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2" name="Freeform 677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3" name="Freeform 678"/>
                <p:cNvSpPr>
                  <a:spLocks/>
                </p:cNvSpPr>
                <p:nvPr/>
              </p:nvSpPr>
              <p:spPr bwMode="auto">
                <a:xfrm>
                  <a:off x="2669" y="2075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4" name="Freeform 679"/>
                <p:cNvSpPr>
                  <a:spLocks/>
                </p:cNvSpPr>
                <p:nvPr/>
              </p:nvSpPr>
              <p:spPr bwMode="auto">
                <a:xfrm>
                  <a:off x="2715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5" name="Freeform 680"/>
                <p:cNvSpPr>
                  <a:spLocks/>
                </p:cNvSpPr>
                <p:nvPr/>
              </p:nvSpPr>
              <p:spPr bwMode="auto">
                <a:xfrm>
                  <a:off x="266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6" name="Freeform 681"/>
                <p:cNvSpPr>
                  <a:spLocks/>
                </p:cNvSpPr>
                <p:nvPr/>
              </p:nvSpPr>
              <p:spPr bwMode="auto">
                <a:xfrm>
                  <a:off x="2671" y="2075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7" name="Freeform 682"/>
                <p:cNvSpPr>
                  <a:spLocks/>
                </p:cNvSpPr>
                <p:nvPr/>
              </p:nvSpPr>
              <p:spPr bwMode="auto">
                <a:xfrm>
                  <a:off x="2712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8" name="Freeform 683"/>
                <p:cNvSpPr>
                  <a:spLocks/>
                </p:cNvSpPr>
                <p:nvPr/>
              </p:nvSpPr>
              <p:spPr bwMode="auto">
                <a:xfrm>
                  <a:off x="267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69" name="Freeform 684"/>
                <p:cNvSpPr>
                  <a:spLocks/>
                </p:cNvSpPr>
                <p:nvPr/>
              </p:nvSpPr>
              <p:spPr bwMode="auto">
                <a:xfrm>
                  <a:off x="2673" y="2075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0" name="Freeform 685"/>
                <p:cNvSpPr>
                  <a:spLocks/>
                </p:cNvSpPr>
                <p:nvPr/>
              </p:nvSpPr>
              <p:spPr bwMode="auto">
                <a:xfrm>
                  <a:off x="2710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3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1" name="Freeform 686"/>
                <p:cNvSpPr>
                  <a:spLocks/>
                </p:cNvSpPr>
                <p:nvPr/>
              </p:nvSpPr>
              <p:spPr bwMode="auto">
                <a:xfrm>
                  <a:off x="2672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2" name="Freeform 687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34" cy="6"/>
                </a:xfrm>
                <a:custGeom>
                  <a:avLst/>
                  <a:gdLst>
                    <a:gd name="T0" fmla="*/ 34 w 34"/>
                    <a:gd name="T1" fmla="*/ 3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3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3" name="Freeform 688"/>
                <p:cNvSpPr>
                  <a:spLocks/>
                </p:cNvSpPr>
                <p:nvPr/>
              </p:nvSpPr>
              <p:spPr bwMode="auto">
                <a:xfrm>
                  <a:off x="270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4" name="Freeform 689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5" name="Freeform 690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31" cy="6"/>
                </a:xfrm>
                <a:custGeom>
                  <a:avLst/>
                  <a:gdLst>
                    <a:gd name="T0" fmla="*/ 31 w 31"/>
                    <a:gd name="T1" fmla="*/ 3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3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6" name="Freeform 691"/>
                <p:cNvSpPr>
                  <a:spLocks/>
                </p:cNvSpPr>
                <p:nvPr/>
              </p:nvSpPr>
              <p:spPr bwMode="auto">
                <a:xfrm>
                  <a:off x="2707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7" name="Freeform 692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8" name="Freeform 693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79" name="Freeform 694"/>
                <p:cNvSpPr>
                  <a:spLocks/>
                </p:cNvSpPr>
                <p:nvPr/>
              </p:nvSpPr>
              <p:spPr bwMode="auto">
                <a:xfrm>
                  <a:off x="2705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0" name="Freeform 695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1" name="Freeform 696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2" name="Freeform 697"/>
                <p:cNvSpPr>
                  <a:spLocks/>
                </p:cNvSpPr>
                <p:nvPr/>
              </p:nvSpPr>
              <p:spPr bwMode="auto">
                <a:xfrm>
                  <a:off x="2704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3" name="Freeform 698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4" name="Freeform 699"/>
                <p:cNvSpPr>
                  <a:spLocks/>
                </p:cNvSpPr>
                <p:nvPr/>
              </p:nvSpPr>
              <p:spPr bwMode="auto">
                <a:xfrm>
                  <a:off x="2683" y="2075"/>
                  <a:ext cx="19" cy="6"/>
                </a:xfrm>
                <a:custGeom>
                  <a:avLst/>
                  <a:gdLst>
                    <a:gd name="T0" fmla="*/ 19 w 19"/>
                    <a:gd name="T1" fmla="*/ 3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3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5" name="Freeform 700"/>
                <p:cNvSpPr>
                  <a:spLocks/>
                </p:cNvSpPr>
                <p:nvPr/>
              </p:nvSpPr>
              <p:spPr bwMode="auto">
                <a:xfrm>
                  <a:off x="2702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6" name="Freeform 701"/>
                <p:cNvSpPr>
                  <a:spLocks/>
                </p:cNvSpPr>
                <p:nvPr/>
              </p:nvSpPr>
              <p:spPr bwMode="auto">
                <a:xfrm>
                  <a:off x="2681" y="2075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7" name="Freeform 702"/>
                <p:cNvSpPr>
                  <a:spLocks/>
                </p:cNvSpPr>
                <p:nvPr/>
              </p:nvSpPr>
              <p:spPr bwMode="auto">
                <a:xfrm>
                  <a:off x="2685" y="2075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8" name="Freeform 703"/>
                <p:cNvSpPr>
                  <a:spLocks/>
                </p:cNvSpPr>
                <p:nvPr/>
              </p:nvSpPr>
              <p:spPr bwMode="auto">
                <a:xfrm>
                  <a:off x="270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89" name="Freeform 704"/>
                <p:cNvSpPr>
                  <a:spLocks/>
                </p:cNvSpPr>
                <p:nvPr/>
              </p:nvSpPr>
              <p:spPr bwMode="auto">
                <a:xfrm>
                  <a:off x="268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0" name="Freeform 705"/>
                <p:cNvSpPr>
                  <a:spLocks/>
                </p:cNvSpPr>
                <p:nvPr/>
              </p:nvSpPr>
              <p:spPr bwMode="auto">
                <a:xfrm>
                  <a:off x="2687" y="2075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1" name="Freeform 706"/>
                <p:cNvSpPr>
                  <a:spLocks/>
                </p:cNvSpPr>
                <p:nvPr/>
              </p:nvSpPr>
              <p:spPr bwMode="auto">
                <a:xfrm>
                  <a:off x="269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2" name="Freeform 707"/>
                <p:cNvSpPr>
                  <a:spLocks/>
                </p:cNvSpPr>
                <p:nvPr/>
              </p:nvSpPr>
              <p:spPr bwMode="auto">
                <a:xfrm>
                  <a:off x="2686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3" name="Freeform 708"/>
                <p:cNvSpPr>
                  <a:spLocks/>
                </p:cNvSpPr>
                <p:nvPr/>
              </p:nvSpPr>
              <p:spPr bwMode="auto">
                <a:xfrm>
                  <a:off x="2689" y="2075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4" name="Freeform 709"/>
                <p:cNvSpPr>
                  <a:spLocks/>
                </p:cNvSpPr>
                <p:nvPr/>
              </p:nvSpPr>
              <p:spPr bwMode="auto">
                <a:xfrm>
                  <a:off x="2695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5" name="Freeform 710"/>
                <p:cNvSpPr>
                  <a:spLocks/>
                </p:cNvSpPr>
                <p:nvPr/>
              </p:nvSpPr>
              <p:spPr bwMode="auto">
                <a:xfrm>
                  <a:off x="268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6" name="Freeform 711"/>
                <p:cNvSpPr>
                  <a:spLocks/>
                </p:cNvSpPr>
                <p:nvPr/>
              </p:nvSpPr>
              <p:spPr bwMode="auto">
                <a:xfrm>
                  <a:off x="2691" y="2075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7" name="Freeform 712"/>
                <p:cNvSpPr>
                  <a:spLocks/>
                </p:cNvSpPr>
                <p:nvPr/>
              </p:nvSpPr>
              <p:spPr bwMode="auto">
                <a:xfrm>
                  <a:off x="2693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8" name="Freeform 713"/>
                <p:cNvSpPr>
                  <a:spLocks/>
                </p:cNvSpPr>
                <p:nvPr/>
              </p:nvSpPr>
              <p:spPr bwMode="auto">
                <a:xfrm>
                  <a:off x="2662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399" name="Freeform 714"/>
                <p:cNvSpPr>
                  <a:spLocks/>
                </p:cNvSpPr>
                <p:nvPr/>
              </p:nvSpPr>
              <p:spPr bwMode="auto">
                <a:xfrm>
                  <a:off x="2665" y="2087"/>
                  <a:ext cx="53" cy="6"/>
                </a:xfrm>
                <a:custGeom>
                  <a:avLst/>
                  <a:gdLst>
                    <a:gd name="T0" fmla="*/ 53 w 53"/>
                    <a:gd name="T1" fmla="*/ 2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0" name="Freeform 715"/>
                <p:cNvSpPr>
                  <a:spLocks/>
                </p:cNvSpPr>
                <p:nvPr/>
              </p:nvSpPr>
              <p:spPr bwMode="auto">
                <a:xfrm>
                  <a:off x="271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1" name="Freeform 716"/>
                <p:cNvSpPr>
                  <a:spLocks/>
                </p:cNvSpPr>
                <p:nvPr/>
              </p:nvSpPr>
              <p:spPr bwMode="auto">
                <a:xfrm>
                  <a:off x="266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2" name="Freeform 717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49" cy="6"/>
                </a:xfrm>
                <a:custGeom>
                  <a:avLst/>
                  <a:gdLst>
                    <a:gd name="T0" fmla="*/ 49 w 49"/>
                    <a:gd name="T1" fmla="*/ 2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3" name="Freeform 718"/>
                <p:cNvSpPr>
                  <a:spLocks/>
                </p:cNvSpPr>
                <p:nvPr/>
              </p:nvSpPr>
              <p:spPr bwMode="auto">
                <a:xfrm>
                  <a:off x="2716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4" name="Freeform 719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5" name="Freeform 720"/>
                <p:cNvSpPr>
                  <a:spLocks/>
                </p:cNvSpPr>
                <p:nvPr/>
              </p:nvSpPr>
              <p:spPr bwMode="auto">
                <a:xfrm>
                  <a:off x="2669" y="2087"/>
                  <a:ext cx="46" cy="6"/>
                </a:xfrm>
                <a:custGeom>
                  <a:avLst/>
                  <a:gdLst>
                    <a:gd name="T0" fmla="*/ 46 w 46"/>
                    <a:gd name="T1" fmla="*/ 2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6" name="Freeform 721"/>
                <p:cNvSpPr>
                  <a:spLocks/>
                </p:cNvSpPr>
                <p:nvPr/>
              </p:nvSpPr>
              <p:spPr bwMode="auto">
                <a:xfrm>
                  <a:off x="2715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7" name="Freeform 722"/>
                <p:cNvSpPr>
                  <a:spLocks/>
                </p:cNvSpPr>
                <p:nvPr/>
              </p:nvSpPr>
              <p:spPr bwMode="auto">
                <a:xfrm>
                  <a:off x="266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8" name="Freeform 723"/>
                <p:cNvSpPr>
                  <a:spLocks/>
                </p:cNvSpPr>
                <p:nvPr/>
              </p:nvSpPr>
              <p:spPr bwMode="auto">
                <a:xfrm>
                  <a:off x="2671" y="2087"/>
                  <a:ext cx="41" cy="6"/>
                </a:xfrm>
                <a:custGeom>
                  <a:avLst/>
                  <a:gdLst>
                    <a:gd name="T0" fmla="*/ 41 w 41"/>
                    <a:gd name="T1" fmla="*/ 2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09" name="Freeform 724"/>
                <p:cNvSpPr>
                  <a:spLocks/>
                </p:cNvSpPr>
                <p:nvPr/>
              </p:nvSpPr>
              <p:spPr bwMode="auto">
                <a:xfrm>
                  <a:off x="2712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0" name="Freeform 725"/>
                <p:cNvSpPr>
                  <a:spLocks/>
                </p:cNvSpPr>
                <p:nvPr/>
              </p:nvSpPr>
              <p:spPr bwMode="auto">
                <a:xfrm>
                  <a:off x="267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1" name="Freeform 726"/>
                <p:cNvSpPr>
                  <a:spLocks/>
                </p:cNvSpPr>
                <p:nvPr/>
              </p:nvSpPr>
              <p:spPr bwMode="auto">
                <a:xfrm>
                  <a:off x="2673" y="2087"/>
                  <a:ext cx="37" cy="6"/>
                </a:xfrm>
                <a:custGeom>
                  <a:avLst/>
                  <a:gdLst>
                    <a:gd name="T0" fmla="*/ 37 w 37"/>
                    <a:gd name="T1" fmla="*/ 2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2" name="Freeform 727"/>
                <p:cNvSpPr>
                  <a:spLocks/>
                </p:cNvSpPr>
                <p:nvPr/>
              </p:nvSpPr>
              <p:spPr bwMode="auto">
                <a:xfrm>
                  <a:off x="2710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2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3" name="Freeform 728"/>
                <p:cNvSpPr>
                  <a:spLocks/>
                </p:cNvSpPr>
                <p:nvPr/>
              </p:nvSpPr>
              <p:spPr bwMode="auto">
                <a:xfrm>
                  <a:off x="2672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4" name="Freeform 729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34" cy="6"/>
                </a:xfrm>
                <a:custGeom>
                  <a:avLst/>
                  <a:gdLst>
                    <a:gd name="T0" fmla="*/ 34 w 34"/>
                    <a:gd name="T1" fmla="*/ 2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2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2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5" name="Freeform 730"/>
                <p:cNvSpPr>
                  <a:spLocks/>
                </p:cNvSpPr>
                <p:nvPr/>
              </p:nvSpPr>
              <p:spPr bwMode="auto">
                <a:xfrm>
                  <a:off x="270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6" name="Freeform 731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7" name="Freeform 732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31" cy="6"/>
                </a:xfrm>
                <a:custGeom>
                  <a:avLst/>
                  <a:gdLst>
                    <a:gd name="T0" fmla="*/ 31 w 31"/>
                    <a:gd name="T1" fmla="*/ 2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2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8" name="Freeform 733"/>
                <p:cNvSpPr>
                  <a:spLocks/>
                </p:cNvSpPr>
                <p:nvPr/>
              </p:nvSpPr>
              <p:spPr bwMode="auto">
                <a:xfrm>
                  <a:off x="2707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19" name="Freeform 734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0" name="Freeform 735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7" cy="6"/>
                </a:xfrm>
                <a:custGeom>
                  <a:avLst/>
                  <a:gdLst>
                    <a:gd name="T0" fmla="*/ 27 w 27"/>
                    <a:gd name="T1" fmla="*/ 2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2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2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1" name="Freeform 736"/>
                <p:cNvSpPr>
                  <a:spLocks/>
                </p:cNvSpPr>
                <p:nvPr/>
              </p:nvSpPr>
              <p:spPr bwMode="auto">
                <a:xfrm>
                  <a:off x="2705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2" name="Freeform 737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3" name="Freeform 738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24" cy="6"/>
                </a:xfrm>
                <a:custGeom>
                  <a:avLst/>
                  <a:gdLst>
                    <a:gd name="T0" fmla="*/ 24 w 24"/>
                    <a:gd name="T1" fmla="*/ 2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2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4" name="Freeform 739"/>
                <p:cNvSpPr>
                  <a:spLocks/>
                </p:cNvSpPr>
                <p:nvPr/>
              </p:nvSpPr>
              <p:spPr bwMode="auto">
                <a:xfrm>
                  <a:off x="2704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5" name="Freeform 740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6" name="Freeform 741"/>
                <p:cNvSpPr>
                  <a:spLocks/>
                </p:cNvSpPr>
                <p:nvPr/>
              </p:nvSpPr>
              <p:spPr bwMode="auto">
                <a:xfrm>
                  <a:off x="2683" y="2087"/>
                  <a:ext cx="19" cy="6"/>
                </a:xfrm>
                <a:custGeom>
                  <a:avLst/>
                  <a:gdLst>
                    <a:gd name="T0" fmla="*/ 19 w 19"/>
                    <a:gd name="T1" fmla="*/ 2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2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7" name="Freeform 742"/>
                <p:cNvSpPr>
                  <a:spLocks/>
                </p:cNvSpPr>
                <p:nvPr/>
              </p:nvSpPr>
              <p:spPr bwMode="auto">
                <a:xfrm>
                  <a:off x="2702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8" name="Freeform 743"/>
                <p:cNvSpPr>
                  <a:spLocks/>
                </p:cNvSpPr>
                <p:nvPr/>
              </p:nvSpPr>
              <p:spPr bwMode="auto">
                <a:xfrm>
                  <a:off x="2681" y="2087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2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29" name="Freeform 744"/>
                <p:cNvSpPr>
                  <a:spLocks/>
                </p:cNvSpPr>
                <p:nvPr/>
              </p:nvSpPr>
              <p:spPr bwMode="auto">
                <a:xfrm>
                  <a:off x="2685" y="2087"/>
                  <a:ext cx="15" cy="6"/>
                </a:xfrm>
                <a:custGeom>
                  <a:avLst/>
                  <a:gdLst>
                    <a:gd name="T0" fmla="*/ 15 w 15"/>
                    <a:gd name="T1" fmla="*/ 2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2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0" name="Freeform 745"/>
                <p:cNvSpPr>
                  <a:spLocks/>
                </p:cNvSpPr>
                <p:nvPr/>
              </p:nvSpPr>
              <p:spPr bwMode="auto">
                <a:xfrm>
                  <a:off x="270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1" name="Freeform 746"/>
                <p:cNvSpPr>
                  <a:spLocks/>
                </p:cNvSpPr>
                <p:nvPr/>
              </p:nvSpPr>
              <p:spPr bwMode="auto">
                <a:xfrm>
                  <a:off x="268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2" name="Freeform 747"/>
                <p:cNvSpPr>
                  <a:spLocks/>
                </p:cNvSpPr>
                <p:nvPr/>
              </p:nvSpPr>
              <p:spPr bwMode="auto">
                <a:xfrm>
                  <a:off x="2687" y="2087"/>
                  <a:ext cx="11" cy="6"/>
                </a:xfrm>
                <a:custGeom>
                  <a:avLst/>
                  <a:gdLst>
                    <a:gd name="T0" fmla="*/ 11 w 11"/>
                    <a:gd name="T1" fmla="*/ 2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2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3" name="Freeform 748"/>
                <p:cNvSpPr>
                  <a:spLocks/>
                </p:cNvSpPr>
                <p:nvPr/>
              </p:nvSpPr>
              <p:spPr bwMode="auto">
                <a:xfrm>
                  <a:off x="269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4" name="Freeform 749"/>
                <p:cNvSpPr>
                  <a:spLocks/>
                </p:cNvSpPr>
                <p:nvPr/>
              </p:nvSpPr>
              <p:spPr bwMode="auto">
                <a:xfrm>
                  <a:off x="2686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5" name="Freeform 750"/>
                <p:cNvSpPr>
                  <a:spLocks/>
                </p:cNvSpPr>
                <p:nvPr/>
              </p:nvSpPr>
              <p:spPr bwMode="auto">
                <a:xfrm>
                  <a:off x="2689" y="2087"/>
                  <a:ext cx="6" cy="6"/>
                </a:xfrm>
                <a:custGeom>
                  <a:avLst/>
                  <a:gdLst>
                    <a:gd name="T0" fmla="*/ 6 w 6"/>
                    <a:gd name="T1" fmla="*/ 2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6" name="Freeform 751"/>
                <p:cNvSpPr>
                  <a:spLocks/>
                </p:cNvSpPr>
                <p:nvPr/>
              </p:nvSpPr>
              <p:spPr bwMode="auto">
                <a:xfrm>
                  <a:off x="2695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7" name="Freeform 752"/>
                <p:cNvSpPr>
                  <a:spLocks/>
                </p:cNvSpPr>
                <p:nvPr/>
              </p:nvSpPr>
              <p:spPr bwMode="auto">
                <a:xfrm>
                  <a:off x="268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8" name="Freeform 753"/>
                <p:cNvSpPr>
                  <a:spLocks/>
                </p:cNvSpPr>
                <p:nvPr/>
              </p:nvSpPr>
              <p:spPr bwMode="auto">
                <a:xfrm>
                  <a:off x="2691" y="2087"/>
                  <a:ext cx="2" cy="6"/>
                </a:xfrm>
                <a:custGeom>
                  <a:avLst/>
                  <a:gdLst>
                    <a:gd name="T0" fmla="*/ 2 w 2"/>
                    <a:gd name="T1" fmla="*/ 2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39" name="Freeform 754"/>
                <p:cNvSpPr>
                  <a:spLocks/>
                </p:cNvSpPr>
                <p:nvPr/>
              </p:nvSpPr>
              <p:spPr bwMode="auto">
                <a:xfrm>
                  <a:off x="2693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0" name="Freeform 755"/>
                <p:cNvSpPr>
                  <a:spLocks/>
                </p:cNvSpPr>
                <p:nvPr/>
              </p:nvSpPr>
              <p:spPr bwMode="auto">
                <a:xfrm>
                  <a:off x="2662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1" name="Freeform 756"/>
                <p:cNvSpPr>
                  <a:spLocks/>
                </p:cNvSpPr>
                <p:nvPr/>
              </p:nvSpPr>
              <p:spPr bwMode="auto">
                <a:xfrm>
                  <a:off x="2665" y="2099"/>
                  <a:ext cx="53" cy="5"/>
                </a:xfrm>
                <a:custGeom>
                  <a:avLst/>
                  <a:gdLst>
                    <a:gd name="T0" fmla="*/ 53 w 53"/>
                    <a:gd name="T1" fmla="*/ 2 h 5"/>
                    <a:gd name="T2" fmla="*/ 53 w 53"/>
                    <a:gd name="T3" fmla="*/ 0 h 5"/>
                    <a:gd name="T4" fmla="*/ 0 w 53"/>
                    <a:gd name="T5" fmla="*/ 0 h 5"/>
                    <a:gd name="T6" fmla="*/ 0 w 53"/>
                    <a:gd name="T7" fmla="*/ 5 h 5"/>
                    <a:gd name="T8" fmla="*/ 53 w 53"/>
                    <a:gd name="T9" fmla="*/ 5 h 5"/>
                    <a:gd name="T10" fmla="*/ 53 w 53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5"/>
                    <a:gd name="T20" fmla="*/ 53 w 5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5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3" y="5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2" name="Freeform 757"/>
                <p:cNvSpPr>
                  <a:spLocks/>
                </p:cNvSpPr>
                <p:nvPr/>
              </p:nvSpPr>
              <p:spPr bwMode="auto">
                <a:xfrm>
                  <a:off x="2718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3" name="Freeform 758"/>
                <p:cNvSpPr>
                  <a:spLocks/>
                </p:cNvSpPr>
                <p:nvPr/>
              </p:nvSpPr>
              <p:spPr bwMode="auto">
                <a:xfrm>
                  <a:off x="2664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0 w 3"/>
                    <a:gd name="T3" fmla="*/ 1 h 5"/>
                    <a:gd name="T4" fmla="*/ 0 w 3"/>
                    <a:gd name="T5" fmla="*/ 2 h 5"/>
                    <a:gd name="T6" fmla="*/ 0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4" name="Freeform 759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49" cy="5"/>
                </a:xfrm>
                <a:custGeom>
                  <a:avLst/>
                  <a:gdLst>
                    <a:gd name="T0" fmla="*/ 49 w 49"/>
                    <a:gd name="T1" fmla="*/ 2 h 5"/>
                    <a:gd name="T2" fmla="*/ 49 w 49"/>
                    <a:gd name="T3" fmla="*/ 0 h 5"/>
                    <a:gd name="T4" fmla="*/ 0 w 49"/>
                    <a:gd name="T5" fmla="*/ 0 h 5"/>
                    <a:gd name="T6" fmla="*/ 0 w 49"/>
                    <a:gd name="T7" fmla="*/ 5 h 5"/>
                    <a:gd name="T8" fmla="*/ 49 w 49"/>
                    <a:gd name="T9" fmla="*/ 5 h 5"/>
                    <a:gd name="T10" fmla="*/ 49 w 49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5"/>
                    <a:gd name="T20" fmla="*/ 49 w 49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5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9" y="5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5" name="Freeform 760"/>
                <p:cNvSpPr>
                  <a:spLocks/>
                </p:cNvSpPr>
                <p:nvPr/>
              </p:nvSpPr>
              <p:spPr bwMode="auto">
                <a:xfrm>
                  <a:off x="2716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6" name="Freeform 761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7" name="Freeform 762"/>
                <p:cNvSpPr>
                  <a:spLocks/>
                </p:cNvSpPr>
                <p:nvPr/>
              </p:nvSpPr>
              <p:spPr bwMode="auto">
                <a:xfrm>
                  <a:off x="2669" y="2099"/>
                  <a:ext cx="46" cy="5"/>
                </a:xfrm>
                <a:custGeom>
                  <a:avLst/>
                  <a:gdLst>
                    <a:gd name="T0" fmla="*/ 46 w 46"/>
                    <a:gd name="T1" fmla="*/ 2 h 5"/>
                    <a:gd name="T2" fmla="*/ 46 w 46"/>
                    <a:gd name="T3" fmla="*/ 0 h 5"/>
                    <a:gd name="T4" fmla="*/ 0 w 46"/>
                    <a:gd name="T5" fmla="*/ 0 h 5"/>
                    <a:gd name="T6" fmla="*/ 0 w 46"/>
                    <a:gd name="T7" fmla="*/ 5 h 5"/>
                    <a:gd name="T8" fmla="*/ 46 w 46"/>
                    <a:gd name="T9" fmla="*/ 5 h 5"/>
                    <a:gd name="T10" fmla="*/ 46 w 46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5"/>
                    <a:gd name="T20" fmla="*/ 46 w 46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5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6" y="5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8" name="Freeform 763"/>
                <p:cNvSpPr>
                  <a:spLocks/>
                </p:cNvSpPr>
                <p:nvPr/>
              </p:nvSpPr>
              <p:spPr bwMode="auto">
                <a:xfrm>
                  <a:off x="2715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49" name="Freeform 764"/>
                <p:cNvSpPr>
                  <a:spLocks/>
                </p:cNvSpPr>
                <p:nvPr/>
              </p:nvSpPr>
              <p:spPr bwMode="auto">
                <a:xfrm>
                  <a:off x="2668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50" name="Freeform 765"/>
                <p:cNvSpPr>
                  <a:spLocks/>
                </p:cNvSpPr>
                <p:nvPr/>
              </p:nvSpPr>
              <p:spPr bwMode="auto">
                <a:xfrm>
                  <a:off x="2671" y="2099"/>
                  <a:ext cx="41" cy="5"/>
                </a:xfrm>
                <a:custGeom>
                  <a:avLst/>
                  <a:gdLst>
                    <a:gd name="T0" fmla="*/ 41 w 41"/>
                    <a:gd name="T1" fmla="*/ 2 h 5"/>
                    <a:gd name="T2" fmla="*/ 41 w 41"/>
                    <a:gd name="T3" fmla="*/ 0 h 5"/>
                    <a:gd name="T4" fmla="*/ 0 w 41"/>
                    <a:gd name="T5" fmla="*/ 0 h 5"/>
                    <a:gd name="T6" fmla="*/ 0 w 41"/>
                    <a:gd name="T7" fmla="*/ 5 h 5"/>
                    <a:gd name="T8" fmla="*/ 41 w 41"/>
                    <a:gd name="T9" fmla="*/ 5 h 5"/>
                    <a:gd name="T10" fmla="*/ 41 w 41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5"/>
                    <a:gd name="T20" fmla="*/ 41 w 41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5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1" y="5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51" name="Freeform 766"/>
                <p:cNvSpPr>
                  <a:spLocks/>
                </p:cNvSpPr>
                <p:nvPr/>
              </p:nvSpPr>
              <p:spPr bwMode="auto">
                <a:xfrm>
                  <a:off x="2712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3 w 4"/>
                    <a:gd name="T3" fmla="*/ 4 h 5"/>
                    <a:gd name="T4" fmla="*/ 4 w 4"/>
                    <a:gd name="T5" fmla="*/ 2 h 5"/>
                    <a:gd name="T6" fmla="*/ 3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3" y="4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52" name="Freeform 767"/>
                <p:cNvSpPr>
                  <a:spLocks/>
                </p:cNvSpPr>
                <p:nvPr/>
              </p:nvSpPr>
              <p:spPr bwMode="auto">
                <a:xfrm>
                  <a:off x="267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53" name="Freeform 768"/>
                <p:cNvSpPr>
                  <a:spLocks/>
                </p:cNvSpPr>
                <p:nvPr/>
              </p:nvSpPr>
              <p:spPr bwMode="auto">
                <a:xfrm>
                  <a:off x="2673" y="2099"/>
                  <a:ext cx="37" cy="5"/>
                </a:xfrm>
                <a:custGeom>
                  <a:avLst/>
                  <a:gdLst>
                    <a:gd name="T0" fmla="*/ 37 w 37"/>
                    <a:gd name="T1" fmla="*/ 2 h 5"/>
                    <a:gd name="T2" fmla="*/ 37 w 37"/>
                    <a:gd name="T3" fmla="*/ 0 h 5"/>
                    <a:gd name="T4" fmla="*/ 0 w 37"/>
                    <a:gd name="T5" fmla="*/ 0 h 5"/>
                    <a:gd name="T6" fmla="*/ 0 w 37"/>
                    <a:gd name="T7" fmla="*/ 5 h 5"/>
                    <a:gd name="T8" fmla="*/ 37 w 37"/>
                    <a:gd name="T9" fmla="*/ 5 h 5"/>
                    <a:gd name="T10" fmla="*/ 37 w 3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5"/>
                    <a:gd name="T20" fmla="*/ 37 w 3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5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37" y="5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54" name="Freeform 769"/>
                <p:cNvSpPr>
                  <a:spLocks/>
                </p:cNvSpPr>
                <p:nvPr/>
              </p:nvSpPr>
              <p:spPr bwMode="auto">
                <a:xfrm>
                  <a:off x="2710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2 w 4"/>
                    <a:gd name="T3" fmla="*/ 4 h 5"/>
                    <a:gd name="T4" fmla="*/ 4 w 4"/>
                    <a:gd name="T5" fmla="*/ 2 h 5"/>
                    <a:gd name="T6" fmla="*/ 2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7455" name="Freeform 770"/>
                <p:cNvSpPr>
                  <a:spLocks/>
                </p:cNvSpPr>
                <p:nvPr/>
              </p:nvSpPr>
              <p:spPr bwMode="auto">
                <a:xfrm>
                  <a:off x="2672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7121" name="Freeform 771"/>
              <p:cNvSpPr>
                <a:spLocks/>
              </p:cNvSpPr>
              <p:nvPr/>
            </p:nvSpPr>
            <p:spPr bwMode="auto">
              <a:xfrm>
                <a:off x="2674" y="2099"/>
                <a:ext cx="34" cy="5"/>
              </a:xfrm>
              <a:custGeom>
                <a:avLst/>
                <a:gdLst>
                  <a:gd name="T0" fmla="*/ 34 w 34"/>
                  <a:gd name="T1" fmla="*/ 2 h 5"/>
                  <a:gd name="T2" fmla="*/ 34 w 34"/>
                  <a:gd name="T3" fmla="*/ 0 h 5"/>
                  <a:gd name="T4" fmla="*/ 0 w 34"/>
                  <a:gd name="T5" fmla="*/ 0 h 5"/>
                  <a:gd name="T6" fmla="*/ 0 w 34"/>
                  <a:gd name="T7" fmla="*/ 5 h 5"/>
                  <a:gd name="T8" fmla="*/ 34 w 34"/>
                  <a:gd name="T9" fmla="*/ 5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5"/>
                  <a:gd name="T20" fmla="*/ 34 w 3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5">
                    <a:moveTo>
                      <a:pt x="34" y="2"/>
                    </a:moveTo>
                    <a:lnTo>
                      <a:pt x="3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4" y="5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2" name="Freeform 772"/>
              <p:cNvSpPr>
                <a:spLocks/>
              </p:cNvSpPr>
              <p:nvPr/>
            </p:nvSpPr>
            <p:spPr bwMode="auto">
              <a:xfrm>
                <a:off x="270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3" name="Freeform 773"/>
              <p:cNvSpPr>
                <a:spLocks/>
              </p:cNvSpPr>
              <p:nvPr/>
            </p:nvSpPr>
            <p:spPr bwMode="auto">
              <a:xfrm>
                <a:off x="2674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4" name="Freeform 774"/>
              <p:cNvSpPr>
                <a:spLocks/>
              </p:cNvSpPr>
              <p:nvPr/>
            </p:nvSpPr>
            <p:spPr bwMode="auto">
              <a:xfrm>
                <a:off x="2676" y="2099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0 h 5"/>
                  <a:gd name="T4" fmla="*/ 0 w 31"/>
                  <a:gd name="T5" fmla="*/ 0 h 5"/>
                  <a:gd name="T6" fmla="*/ 0 w 31"/>
                  <a:gd name="T7" fmla="*/ 5 h 5"/>
                  <a:gd name="T8" fmla="*/ 31 w 31"/>
                  <a:gd name="T9" fmla="*/ 5 h 5"/>
                  <a:gd name="T10" fmla="*/ 31 w 3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5"/>
                  <a:gd name="T20" fmla="*/ 31 w 3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5">
                    <a:moveTo>
                      <a:pt x="31" y="2"/>
                    </a:moveTo>
                    <a:lnTo>
                      <a:pt x="3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5" name="Freeform 775"/>
              <p:cNvSpPr>
                <a:spLocks/>
              </p:cNvSpPr>
              <p:nvPr/>
            </p:nvSpPr>
            <p:spPr bwMode="auto">
              <a:xfrm>
                <a:off x="2707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6" name="Freeform 776"/>
              <p:cNvSpPr>
                <a:spLocks/>
              </p:cNvSpPr>
              <p:nvPr/>
            </p:nvSpPr>
            <p:spPr bwMode="auto">
              <a:xfrm>
                <a:off x="2676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7" name="Freeform 777"/>
              <p:cNvSpPr>
                <a:spLocks/>
              </p:cNvSpPr>
              <p:nvPr/>
            </p:nvSpPr>
            <p:spPr bwMode="auto">
              <a:xfrm>
                <a:off x="2678" y="2099"/>
                <a:ext cx="27" cy="5"/>
              </a:xfrm>
              <a:custGeom>
                <a:avLst/>
                <a:gdLst>
                  <a:gd name="T0" fmla="*/ 27 w 27"/>
                  <a:gd name="T1" fmla="*/ 2 h 5"/>
                  <a:gd name="T2" fmla="*/ 27 w 27"/>
                  <a:gd name="T3" fmla="*/ 0 h 5"/>
                  <a:gd name="T4" fmla="*/ 0 w 27"/>
                  <a:gd name="T5" fmla="*/ 0 h 5"/>
                  <a:gd name="T6" fmla="*/ 0 w 27"/>
                  <a:gd name="T7" fmla="*/ 5 h 5"/>
                  <a:gd name="T8" fmla="*/ 27 w 27"/>
                  <a:gd name="T9" fmla="*/ 5 h 5"/>
                  <a:gd name="T10" fmla="*/ 27 w 27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5"/>
                  <a:gd name="T20" fmla="*/ 27 w 27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5">
                    <a:moveTo>
                      <a:pt x="27" y="2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5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8" name="Freeform 778"/>
              <p:cNvSpPr>
                <a:spLocks/>
              </p:cNvSpPr>
              <p:nvPr/>
            </p:nvSpPr>
            <p:spPr bwMode="auto">
              <a:xfrm>
                <a:off x="2705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29" name="Freeform 779"/>
              <p:cNvSpPr>
                <a:spLocks/>
              </p:cNvSpPr>
              <p:nvPr/>
            </p:nvSpPr>
            <p:spPr bwMode="auto">
              <a:xfrm>
                <a:off x="2678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0" name="Freeform 780"/>
              <p:cNvSpPr>
                <a:spLocks/>
              </p:cNvSpPr>
              <p:nvPr/>
            </p:nvSpPr>
            <p:spPr bwMode="auto">
              <a:xfrm>
                <a:off x="2680" y="2099"/>
                <a:ext cx="23" cy="5"/>
              </a:xfrm>
              <a:custGeom>
                <a:avLst/>
                <a:gdLst>
                  <a:gd name="T0" fmla="*/ 23 w 23"/>
                  <a:gd name="T1" fmla="*/ 2 h 5"/>
                  <a:gd name="T2" fmla="*/ 23 w 23"/>
                  <a:gd name="T3" fmla="*/ 0 h 5"/>
                  <a:gd name="T4" fmla="*/ 0 w 23"/>
                  <a:gd name="T5" fmla="*/ 0 h 5"/>
                  <a:gd name="T6" fmla="*/ 0 w 23"/>
                  <a:gd name="T7" fmla="*/ 5 h 5"/>
                  <a:gd name="T8" fmla="*/ 23 w 23"/>
                  <a:gd name="T9" fmla="*/ 5 h 5"/>
                  <a:gd name="T10" fmla="*/ 23 w 23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"/>
                  <a:gd name="T20" fmla="*/ 23 w 2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">
                    <a:moveTo>
                      <a:pt x="23" y="2"/>
                    </a:moveTo>
                    <a:lnTo>
                      <a:pt x="23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3" y="5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1" name="Freeform 781"/>
              <p:cNvSpPr>
                <a:spLocks/>
              </p:cNvSpPr>
              <p:nvPr/>
            </p:nvSpPr>
            <p:spPr bwMode="auto">
              <a:xfrm>
                <a:off x="270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2" name="Freeform 782"/>
              <p:cNvSpPr>
                <a:spLocks/>
              </p:cNvSpPr>
              <p:nvPr/>
            </p:nvSpPr>
            <p:spPr bwMode="auto">
              <a:xfrm>
                <a:off x="2680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0 w 3"/>
                  <a:gd name="T5" fmla="*/ 2 h 5"/>
                  <a:gd name="T6" fmla="*/ 0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3" name="Freeform 783"/>
              <p:cNvSpPr>
                <a:spLocks/>
              </p:cNvSpPr>
              <p:nvPr/>
            </p:nvSpPr>
            <p:spPr bwMode="auto">
              <a:xfrm>
                <a:off x="2683" y="2099"/>
                <a:ext cx="18" cy="5"/>
              </a:xfrm>
              <a:custGeom>
                <a:avLst/>
                <a:gdLst>
                  <a:gd name="T0" fmla="*/ 18 w 18"/>
                  <a:gd name="T1" fmla="*/ 2 h 5"/>
                  <a:gd name="T2" fmla="*/ 18 w 18"/>
                  <a:gd name="T3" fmla="*/ 0 h 5"/>
                  <a:gd name="T4" fmla="*/ 0 w 18"/>
                  <a:gd name="T5" fmla="*/ 0 h 5"/>
                  <a:gd name="T6" fmla="*/ 0 w 18"/>
                  <a:gd name="T7" fmla="*/ 5 h 5"/>
                  <a:gd name="T8" fmla="*/ 18 w 18"/>
                  <a:gd name="T9" fmla="*/ 5 h 5"/>
                  <a:gd name="T10" fmla="*/ 18 w 18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5"/>
                  <a:gd name="T20" fmla="*/ 18 w 18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5">
                    <a:moveTo>
                      <a:pt x="18" y="2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8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4" name="Freeform 784"/>
              <p:cNvSpPr>
                <a:spLocks/>
              </p:cNvSpPr>
              <p:nvPr/>
            </p:nvSpPr>
            <p:spPr bwMode="auto">
              <a:xfrm>
                <a:off x="2701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5" name="Freeform 785"/>
              <p:cNvSpPr>
                <a:spLocks/>
              </p:cNvSpPr>
              <p:nvPr/>
            </p:nvSpPr>
            <p:spPr bwMode="auto">
              <a:xfrm>
                <a:off x="2681" y="2099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1 h 5"/>
                  <a:gd name="T4" fmla="*/ 0 w 4"/>
                  <a:gd name="T5" fmla="*/ 2 h 5"/>
                  <a:gd name="T6" fmla="*/ 2 w 4"/>
                  <a:gd name="T7" fmla="*/ 4 h 5"/>
                  <a:gd name="T8" fmla="*/ 4 w 4"/>
                  <a:gd name="T9" fmla="*/ 5 h 5"/>
                  <a:gd name="T10" fmla="*/ 4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4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6" name="Freeform 786"/>
              <p:cNvSpPr>
                <a:spLocks/>
              </p:cNvSpPr>
              <p:nvPr/>
            </p:nvSpPr>
            <p:spPr bwMode="auto">
              <a:xfrm>
                <a:off x="2685" y="2099"/>
                <a:ext cx="14" cy="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0 h 5"/>
                  <a:gd name="T4" fmla="*/ 0 w 14"/>
                  <a:gd name="T5" fmla="*/ 0 h 5"/>
                  <a:gd name="T6" fmla="*/ 0 w 14"/>
                  <a:gd name="T7" fmla="*/ 5 h 5"/>
                  <a:gd name="T8" fmla="*/ 14 w 14"/>
                  <a:gd name="T9" fmla="*/ 5 h 5"/>
                  <a:gd name="T10" fmla="*/ 14 w 1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"/>
                  <a:gd name="T20" fmla="*/ 14 w 1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">
                    <a:moveTo>
                      <a:pt x="14" y="2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7" name="Freeform 787"/>
              <p:cNvSpPr>
                <a:spLocks/>
              </p:cNvSpPr>
              <p:nvPr/>
            </p:nvSpPr>
            <p:spPr bwMode="auto">
              <a:xfrm>
                <a:off x="2699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8" name="Freeform 788"/>
              <p:cNvSpPr>
                <a:spLocks/>
              </p:cNvSpPr>
              <p:nvPr/>
            </p:nvSpPr>
            <p:spPr bwMode="auto">
              <a:xfrm>
                <a:off x="2684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39" name="Freeform 789"/>
              <p:cNvSpPr>
                <a:spLocks/>
              </p:cNvSpPr>
              <p:nvPr/>
            </p:nvSpPr>
            <p:spPr bwMode="auto">
              <a:xfrm>
                <a:off x="2687" y="2099"/>
                <a:ext cx="11" cy="5"/>
              </a:xfrm>
              <a:custGeom>
                <a:avLst/>
                <a:gdLst>
                  <a:gd name="T0" fmla="*/ 11 w 11"/>
                  <a:gd name="T1" fmla="*/ 2 h 5"/>
                  <a:gd name="T2" fmla="*/ 11 w 11"/>
                  <a:gd name="T3" fmla="*/ 0 h 5"/>
                  <a:gd name="T4" fmla="*/ 0 w 11"/>
                  <a:gd name="T5" fmla="*/ 0 h 5"/>
                  <a:gd name="T6" fmla="*/ 0 w 11"/>
                  <a:gd name="T7" fmla="*/ 5 h 5"/>
                  <a:gd name="T8" fmla="*/ 11 w 11"/>
                  <a:gd name="T9" fmla="*/ 5 h 5"/>
                  <a:gd name="T10" fmla="*/ 11 w 1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5"/>
                  <a:gd name="T20" fmla="*/ 11 w 1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5">
                    <a:moveTo>
                      <a:pt x="11" y="2"/>
                    </a:moveTo>
                    <a:lnTo>
                      <a:pt x="1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0" name="Freeform 790"/>
              <p:cNvSpPr>
                <a:spLocks/>
              </p:cNvSpPr>
              <p:nvPr/>
            </p:nvSpPr>
            <p:spPr bwMode="auto">
              <a:xfrm>
                <a:off x="269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1" name="Freeform 791"/>
              <p:cNvSpPr>
                <a:spLocks/>
              </p:cNvSpPr>
              <p:nvPr/>
            </p:nvSpPr>
            <p:spPr bwMode="auto">
              <a:xfrm>
                <a:off x="2686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2" name="Freeform 792"/>
              <p:cNvSpPr>
                <a:spLocks/>
              </p:cNvSpPr>
              <p:nvPr/>
            </p:nvSpPr>
            <p:spPr bwMode="auto">
              <a:xfrm>
                <a:off x="2689" y="2099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6 w 6"/>
                  <a:gd name="T3" fmla="*/ 0 h 5"/>
                  <a:gd name="T4" fmla="*/ 0 w 6"/>
                  <a:gd name="T5" fmla="*/ 0 h 5"/>
                  <a:gd name="T6" fmla="*/ 0 w 6"/>
                  <a:gd name="T7" fmla="*/ 5 h 5"/>
                  <a:gd name="T8" fmla="*/ 6 w 6"/>
                  <a:gd name="T9" fmla="*/ 5 h 5"/>
                  <a:gd name="T10" fmla="*/ 6 w 6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5"/>
                  <a:gd name="T20" fmla="*/ 6 w 6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5">
                    <a:moveTo>
                      <a:pt x="6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3" name="Freeform 793"/>
              <p:cNvSpPr>
                <a:spLocks/>
              </p:cNvSpPr>
              <p:nvPr/>
            </p:nvSpPr>
            <p:spPr bwMode="auto">
              <a:xfrm>
                <a:off x="2695" y="2099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3 w 4"/>
                  <a:gd name="T3" fmla="*/ 4 h 5"/>
                  <a:gd name="T4" fmla="*/ 4 w 4"/>
                  <a:gd name="T5" fmla="*/ 2 h 5"/>
                  <a:gd name="T6" fmla="*/ 3 w 4"/>
                  <a:gd name="T7" fmla="*/ 1 h 5"/>
                  <a:gd name="T8" fmla="*/ 0 w 4"/>
                  <a:gd name="T9" fmla="*/ 0 h 5"/>
                  <a:gd name="T10" fmla="*/ 0 w 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0" y="5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4" name="Freeform 794"/>
              <p:cNvSpPr>
                <a:spLocks/>
              </p:cNvSpPr>
              <p:nvPr/>
            </p:nvSpPr>
            <p:spPr bwMode="auto">
              <a:xfrm>
                <a:off x="2688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5" name="Freeform 795"/>
              <p:cNvSpPr>
                <a:spLocks/>
              </p:cNvSpPr>
              <p:nvPr/>
            </p:nvSpPr>
            <p:spPr bwMode="auto">
              <a:xfrm>
                <a:off x="2691" y="2099"/>
                <a:ext cx="2" cy="5"/>
              </a:xfrm>
              <a:custGeom>
                <a:avLst/>
                <a:gdLst>
                  <a:gd name="T0" fmla="*/ 2 w 2"/>
                  <a:gd name="T1" fmla="*/ 2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5 h 5"/>
                  <a:gd name="T8" fmla="*/ 2 w 2"/>
                  <a:gd name="T9" fmla="*/ 5 h 5"/>
                  <a:gd name="T10" fmla="*/ 2 w 2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6" name="Freeform 796"/>
              <p:cNvSpPr>
                <a:spLocks/>
              </p:cNvSpPr>
              <p:nvPr/>
            </p:nvSpPr>
            <p:spPr bwMode="auto">
              <a:xfrm>
                <a:off x="269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7" name="Freeform 797"/>
              <p:cNvSpPr>
                <a:spLocks/>
              </p:cNvSpPr>
              <p:nvPr/>
            </p:nvSpPr>
            <p:spPr bwMode="auto">
              <a:xfrm>
                <a:off x="2676" y="1794"/>
                <a:ext cx="29" cy="75"/>
              </a:xfrm>
              <a:custGeom>
                <a:avLst/>
                <a:gdLst>
                  <a:gd name="T0" fmla="*/ 5 w 29"/>
                  <a:gd name="T1" fmla="*/ 0 h 75"/>
                  <a:gd name="T2" fmla="*/ 16 w 29"/>
                  <a:gd name="T3" fmla="*/ 41 h 75"/>
                  <a:gd name="T4" fmla="*/ 0 w 29"/>
                  <a:gd name="T5" fmla="*/ 38 h 75"/>
                  <a:gd name="T6" fmla="*/ 17 w 29"/>
                  <a:gd name="T7" fmla="*/ 75 h 75"/>
                  <a:gd name="T8" fmla="*/ 13 w 29"/>
                  <a:gd name="T9" fmla="*/ 49 h 75"/>
                  <a:gd name="T10" fmla="*/ 29 w 29"/>
                  <a:gd name="T11" fmla="*/ 51 h 75"/>
                  <a:gd name="T12" fmla="*/ 5 w 29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75"/>
                  <a:gd name="T23" fmla="*/ 29 w 29"/>
                  <a:gd name="T24" fmla="*/ 75 h 7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75">
                    <a:moveTo>
                      <a:pt x="5" y="0"/>
                    </a:moveTo>
                    <a:lnTo>
                      <a:pt x="16" y="41"/>
                    </a:lnTo>
                    <a:lnTo>
                      <a:pt x="0" y="38"/>
                    </a:lnTo>
                    <a:lnTo>
                      <a:pt x="17" y="75"/>
                    </a:lnTo>
                    <a:lnTo>
                      <a:pt x="13" y="49"/>
                    </a:lnTo>
                    <a:lnTo>
                      <a:pt x="29" y="5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8" name="Freeform 798"/>
              <p:cNvSpPr>
                <a:spLocks/>
              </p:cNvSpPr>
              <p:nvPr/>
            </p:nvSpPr>
            <p:spPr bwMode="auto">
              <a:xfrm>
                <a:off x="2678" y="1794"/>
                <a:ext cx="16" cy="43"/>
              </a:xfrm>
              <a:custGeom>
                <a:avLst/>
                <a:gdLst>
                  <a:gd name="T0" fmla="*/ 13 w 16"/>
                  <a:gd name="T1" fmla="*/ 43 h 43"/>
                  <a:gd name="T2" fmla="*/ 16 w 16"/>
                  <a:gd name="T3" fmla="*/ 40 h 43"/>
                  <a:gd name="T4" fmla="*/ 6 w 16"/>
                  <a:gd name="T5" fmla="*/ 0 h 43"/>
                  <a:gd name="T6" fmla="*/ 0 w 16"/>
                  <a:gd name="T7" fmla="*/ 1 h 43"/>
                  <a:gd name="T8" fmla="*/ 11 w 16"/>
                  <a:gd name="T9" fmla="*/ 41 h 43"/>
                  <a:gd name="T10" fmla="*/ 14 w 16"/>
                  <a:gd name="T11" fmla="*/ 38 h 43"/>
                  <a:gd name="T12" fmla="*/ 11 w 16"/>
                  <a:gd name="T13" fmla="*/ 41 h 43"/>
                  <a:gd name="T14" fmla="*/ 12 w 16"/>
                  <a:gd name="T15" fmla="*/ 43 h 43"/>
                  <a:gd name="T16" fmla="*/ 14 w 16"/>
                  <a:gd name="T17" fmla="*/ 43 h 43"/>
                  <a:gd name="T18" fmla="*/ 16 w 16"/>
                  <a:gd name="T19" fmla="*/ 42 h 43"/>
                  <a:gd name="T20" fmla="*/ 16 w 16"/>
                  <a:gd name="T21" fmla="*/ 40 h 43"/>
                  <a:gd name="T22" fmla="*/ 13 w 16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43"/>
                  <a:gd name="T38" fmla="*/ 16 w 16"/>
                  <a:gd name="T39" fmla="*/ 43 h 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43">
                    <a:moveTo>
                      <a:pt x="13" y="43"/>
                    </a:moveTo>
                    <a:lnTo>
                      <a:pt x="16" y="40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11" y="41"/>
                    </a:lnTo>
                    <a:lnTo>
                      <a:pt x="14" y="38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3" y="4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49" name="Freeform 799"/>
              <p:cNvSpPr>
                <a:spLocks/>
              </p:cNvSpPr>
              <p:nvPr/>
            </p:nvSpPr>
            <p:spPr bwMode="auto">
              <a:xfrm>
                <a:off x="2674" y="1830"/>
                <a:ext cx="18" cy="7"/>
              </a:xfrm>
              <a:custGeom>
                <a:avLst/>
                <a:gdLst>
                  <a:gd name="T0" fmla="*/ 4 w 18"/>
                  <a:gd name="T1" fmla="*/ 2 h 7"/>
                  <a:gd name="T2" fmla="*/ 2 w 18"/>
                  <a:gd name="T3" fmla="*/ 5 h 7"/>
                  <a:gd name="T4" fmla="*/ 17 w 18"/>
                  <a:gd name="T5" fmla="*/ 7 h 7"/>
                  <a:gd name="T6" fmla="*/ 18 w 18"/>
                  <a:gd name="T7" fmla="*/ 2 h 7"/>
                  <a:gd name="T8" fmla="*/ 3 w 18"/>
                  <a:gd name="T9" fmla="*/ 0 h 7"/>
                  <a:gd name="T10" fmla="*/ 0 w 18"/>
                  <a:gd name="T11" fmla="*/ 3 h 7"/>
                  <a:gd name="T12" fmla="*/ 3 w 18"/>
                  <a:gd name="T13" fmla="*/ 0 h 7"/>
                  <a:gd name="T14" fmla="*/ 1 w 18"/>
                  <a:gd name="T15" fmla="*/ 1 h 7"/>
                  <a:gd name="T16" fmla="*/ 0 w 18"/>
                  <a:gd name="T17" fmla="*/ 2 h 7"/>
                  <a:gd name="T18" fmla="*/ 0 w 18"/>
                  <a:gd name="T19" fmla="*/ 4 h 7"/>
                  <a:gd name="T20" fmla="*/ 2 w 18"/>
                  <a:gd name="T21" fmla="*/ 5 h 7"/>
                  <a:gd name="T22" fmla="*/ 4 w 18"/>
                  <a:gd name="T23" fmla="*/ 2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4" y="2"/>
                    </a:moveTo>
                    <a:lnTo>
                      <a:pt x="2" y="5"/>
                    </a:lnTo>
                    <a:lnTo>
                      <a:pt x="17" y="7"/>
                    </a:lnTo>
                    <a:lnTo>
                      <a:pt x="18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0" name="Freeform 800"/>
              <p:cNvSpPr>
                <a:spLocks/>
              </p:cNvSpPr>
              <p:nvPr/>
            </p:nvSpPr>
            <p:spPr bwMode="auto">
              <a:xfrm>
                <a:off x="2674" y="1832"/>
                <a:ext cx="21" cy="40"/>
              </a:xfrm>
              <a:custGeom>
                <a:avLst/>
                <a:gdLst>
                  <a:gd name="T0" fmla="*/ 16 w 21"/>
                  <a:gd name="T1" fmla="*/ 37 h 40"/>
                  <a:gd name="T2" fmla="*/ 21 w 21"/>
                  <a:gd name="T3" fmla="*/ 36 h 40"/>
                  <a:gd name="T4" fmla="*/ 4 w 21"/>
                  <a:gd name="T5" fmla="*/ 0 h 40"/>
                  <a:gd name="T6" fmla="*/ 0 w 21"/>
                  <a:gd name="T7" fmla="*/ 2 h 40"/>
                  <a:gd name="T8" fmla="*/ 16 w 21"/>
                  <a:gd name="T9" fmla="*/ 38 h 40"/>
                  <a:gd name="T10" fmla="*/ 21 w 21"/>
                  <a:gd name="T11" fmla="*/ 37 h 40"/>
                  <a:gd name="T12" fmla="*/ 16 w 21"/>
                  <a:gd name="T13" fmla="*/ 38 h 40"/>
                  <a:gd name="T14" fmla="*/ 18 w 21"/>
                  <a:gd name="T15" fmla="*/ 40 h 40"/>
                  <a:gd name="T16" fmla="*/ 19 w 21"/>
                  <a:gd name="T17" fmla="*/ 40 h 40"/>
                  <a:gd name="T18" fmla="*/ 21 w 21"/>
                  <a:gd name="T19" fmla="*/ 38 h 40"/>
                  <a:gd name="T20" fmla="*/ 21 w 21"/>
                  <a:gd name="T21" fmla="*/ 36 h 40"/>
                  <a:gd name="T22" fmla="*/ 16 w 21"/>
                  <a:gd name="T23" fmla="*/ 37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40"/>
                  <a:gd name="T38" fmla="*/ 21 w 21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40">
                    <a:moveTo>
                      <a:pt x="16" y="37"/>
                    </a:moveTo>
                    <a:lnTo>
                      <a:pt x="21" y="3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6" y="38"/>
                    </a:lnTo>
                    <a:lnTo>
                      <a:pt x="21" y="37"/>
                    </a:lnTo>
                    <a:lnTo>
                      <a:pt x="16" y="38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16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1" name="Freeform 801"/>
              <p:cNvSpPr>
                <a:spLocks/>
              </p:cNvSpPr>
              <p:nvPr/>
            </p:nvSpPr>
            <p:spPr bwMode="auto">
              <a:xfrm>
                <a:off x="2687" y="1841"/>
                <a:ext cx="8" cy="28"/>
              </a:xfrm>
              <a:custGeom>
                <a:avLst/>
                <a:gdLst>
                  <a:gd name="T0" fmla="*/ 3 w 8"/>
                  <a:gd name="T1" fmla="*/ 0 h 28"/>
                  <a:gd name="T2" fmla="*/ 0 w 8"/>
                  <a:gd name="T3" fmla="*/ 3 h 28"/>
                  <a:gd name="T4" fmla="*/ 3 w 8"/>
                  <a:gd name="T5" fmla="*/ 28 h 28"/>
                  <a:gd name="T6" fmla="*/ 8 w 8"/>
                  <a:gd name="T7" fmla="*/ 27 h 28"/>
                  <a:gd name="T8" fmla="*/ 4 w 8"/>
                  <a:gd name="T9" fmla="*/ 2 h 28"/>
                  <a:gd name="T10" fmla="*/ 2 w 8"/>
                  <a:gd name="T11" fmla="*/ 5 h 28"/>
                  <a:gd name="T12" fmla="*/ 4 w 8"/>
                  <a:gd name="T13" fmla="*/ 2 h 28"/>
                  <a:gd name="T14" fmla="*/ 4 w 8"/>
                  <a:gd name="T15" fmla="*/ 1 h 28"/>
                  <a:gd name="T16" fmla="*/ 2 w 8"/>
                  <a:gd name="T17" fmla="*/ 0 h 28"/>
                  <a:gd name="T18" fmla="*/ 1 w 8"/>
                  <a:gd name="T19" fmla="*/ 1 h 28"/>
                  <a:gd name="T20" fmla="*/ 0 w 8"/>
                  <a:gd name="T21" fmla="*/ 3 h 28"/>
                  <a:gd name="T22" fmla="*/ 3 w 8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28"/>
                  <a:gd name="T38" fmla="*/ 8 w 8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28">
                    <a:moveTo>
                      <a:pt x="3" y="0"/>
                    </a:moveTo>
                    <a:lnTo>
                      <a:pt x="0" y="3"/>
                    </a:lnTo>
                    <a:lnTo>
                      <a:pt x="3" y="28"/>
                    </a:lnTo>
                    <a:lnTo>
                      <a:pt x="8" y="27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2" name="Freeform 802"/>
              <p:cNvSpPr>
                <a:spLocks/>
              </p:cNvSpPr>
              <p:nvPr/>
            </p:nvSpPr>
            <p:spPr bwMode="auto">
              <a:xfrm>
                <a:off x="2689" y="1841"/>
                <a:ext cx="18" cy="7"/>
              </a:xfrm>
              <a:custGeom>
                <a:avLst/>
                <a:gdLst>
                  <a:gd name="T0" fmla="*/ 14 w 18"/>
                  <a:gd name="T1" fmla="*/ 5 h 7"/>
                  <a:gd name="T2" fmla="*/ 16 w 18"/>
                  <a:gd name="T3" fmla="*/ 2 h 7"/>
                  <a:gd name="T4" fmla="*/ 1 w 18"/>
                  <a:gd name="T5" fmla="*/ 0 h 7"/>
                  <a:gd name="T6" fmla="*/ 0 w 18"/>
                  <a:gd name="T7" fmla="*/ 5 h 7"/>
                  <a:gd name="T8" fmla="*/ 15 w 18"/>
                  <a:gd name="T9" fmla="*/ 7 h 7"/>
                  <a:gd name="T10" fmla="*/ 18 w 18"/>
                  <a:gd name="T11" fmla="*/ 4 h 7"/>
                  <a:gd name="T12" fmla="*/ 15 w 18"/>
                  <a:gd name="T13" fmla="*/ 7 h 7"/>
                  <a:gd name="T14" fmla="*/ 17 w 18"/>
                  <a:gd name="T15" fmla="*/ 6 h 7"/>
                  <a:gd name="T16" fmla="*/ 18 w 18"/>
                  <a:gd name="T17" fmla="*/ 5 h 7"/>
                  <a:gd name="T18" fmla="*/ 17 w 18"/>
                  <a:gd name="T19" fmla="*/ 3 h 7"/>
                  <a:gd name="T20" fmla="*/ 16 w 18"/>
                  <a:gd name="T21" fmla="*/ 2 h 7"/>
                  <a:gd name="T22" fmla="*/ 14 w 18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14" y="5"/>
                    </a:moveTo>
                    <a:lnTo>
                      <a:pt x="16" y="2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5" y="7"/>
                    </a:lnTo>
                    <a:lnTo>
                      <a:pt x="18" y="4"/>
                    </a:lnTo>
                    <a:lnTo>
                      <a:pt x="15" y="7"/>
                    </a:lnTo>
                    <a:lnTo>
                      <a:pt x="17" y="6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3" name="Freeform 803"/>
              <p:cNvSpPr>
                <a:spLocks/>
              </p:cNvSpPr>
              <p:nvPr/>
            </p:nvSpPr>
            <p:spPr bwMode="auto">
              <a:xfrm>
                <a:off x="2678" y="1791"/>
                <a:ext cx="29" cy="55"/>
              </a:xfrm>
              <a:custGeom>
                <a:avLst/>
                <a:gdLst>
                  <a:gd name="T0" fmla="*/ 6 w 29"/>
                  <a:gd name="T1" fmla="*/ 2 h 55"/>
                  <a:gd name="T2" fmla="*/ 0 w 29"/>
                  <a:gd name="T3" fmla="*/ 4 h 55"/>
                  <a:gd name="T4" fmla="*/ 25 w 29"/>
                  <a:gd name="T5" fmla="*/ 55 h 55"/>
                  <a:gd name="T6" fmla="*/ 29 w 29"/>
                  <a:gd name="T7" fmla="*/ 53 h 55"/>
                  <a:gd name="T8" fmla="*/ 6 w 29"/>
                  <a:gd name="T9" fmla="*/ 2 h 55"/>
                  <a:gd name="T10" fmla="*/ 0 w 29"/>
                  <a:gd name="T11" fmla="*/ 4 h 55"/>
                  <a:gd name="T12" fmla="*/ 6 w 29"/>
                  <a:gd name="T13" fmla="*/ 2 h 55"/>
                  <a:gd name="T14" fmla="*/ 5 w 29"/>
                  <a:gd name="T15" fmla="*/ 0 h 55"/>
                  <a:gd name="T16" fmla="*/ 1 w 29"/>
                  <a:gd name="T17" fmla="*/ 0 h 55"/>
                  <a:gd name="T18" fmla="*/ 0 w 29"/>
                  <a:gd name="T19" fmla="*/ 2 h 55"/>
                  <a:gd name="T20" fmla="*/ 0 w 29"/>
                  <a:gd name="T21" fmla="*/ 4 h 55"/>
                  <a:gd name="T22" fmla="*/ 6 w 29"/>
                  <a:gd name="T23" fmla="*/ 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55"/>
                  <a:gd name="T38" fmla="*/ 29 w 29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55">
                    <a:moveTo>
                      <a:pt x="6" y="2"/>
                    </a:moveTo>
                    <a:lnTo>
                      <a:pt x="0" y="4"/>
                    </a:lnTo>
                    <a:lnTo>
                      <a:pt x="25" y="55"/>
                    </a:lnTo>
                    <a:lnTo>
                      <a:pt x="29" y="53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4" name="Freeform 804"/>
              <p:cNvSpPr>
                <a:spLocks/>
              </p:cNvSpPr>
              <p:nvPr/>
            </p:nvSpPr>
            <p:spPr bwMode="auto">
              <a:xfrm>
                <a:off x="2677" y="1797"/>
                <a:ext cx="27" cy="70"/>
              </a:xfrm>
              <a:custGeom>
                <a:avLst/>
                <a:gdLst>
                  <a:gd name="T0" fmla="*/ 6 w 27"/>
                  <a:gd name="T1" fmla="*/ 0 h 70"/>
                  <a:gd name="T2" fmla="*/ 27 w 27"/>
                  <a:gd name="T3" fmla="*/ 48 h 70"/>
                  <a:gd name="T4" fmla="*/ 11 w 27"/>
                  <a:gd name="T5" fmla="*/ 46 h 70"/>
                  <a:gd name="T6" fmla="*/ 15 w 27"/>
                  <a:gd name="T7" fmla="*/ 70 h 70"/>
                  <a:gd name="T8" fmla="*/ 0 w 27"/>
                  <a:gd name="T9" fmla="*/ 36 h 70"/>
                  <a:gd name="T10" fmla="*/ 15 w 27"/>
                  <a:gd name="T11" fmla="*/ 38 h 70"/>
                  <a:gd name="T12" fmla="*/ 6 w 27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70"/>
                  <a:gd name="T23" fmla="*/ 27 w 27"/>
                  <a:gd name="T24" fmla="*/ 70 h 7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70">
                    <a:moveTo>
                      <a:pt x="6" y="0"/>
                    </a:moveTo>
                    <a:lnTo>
                      <a:pt x="27" y="48"/>
                    </a:lnTo>
                    <a:lnTo>
                      <a:pt x="11" y="46"/>
                    </a:lnTo>
                    <a:lnTo>
                      <a:pt x="15" y="70"/>
                    </a:lnTo>
                    <a:lnTo>
                      <a:pt x="0" y="36"/>
                    </a:lnTo>
                    <a:lnTo>
                      <a:pt x="15" y="3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5" name="Freeform 805"/>
              <p:cNvSpPr>
                <a:spLocks/>
              </p:cNvSpPr>
              <p:nvPr/>
            </p:nvSpPr>
            <p:spPr bwMode="auto">
              <a:xfrm>
                <a:off x="2677" y="1800"/>
                <a:ext cx="27" cy="65"/>
              </a:xfrm>
              <a:custGeom>
                <a:avLst/>
                <a:gdLst>
                  <a:gd name="T0" fmla="*/ 7 w 27"/>
                  <a:gd name="T1" fmla="*/ 0 h 65"/>
                  <a:gd name="T2" fmla="*/ 27 w 27"/>
                  <a:gd name="T3" fmla="*/ 44 h 65"/>
                  <a:gd name="T4" fmla="*/ 11 w 27"/>
                  <a:gd name="T5" fmla="*/ 42 h 65"/>
                  <a:gd name="T6" fmla="*/ 14 w 27"/>
                  <a:gd name="T7" fmla="*/ 65 h 65"/>
                  <a:gd name="T8" fmla="*/ 0 w 27"/>
                  <a:gd name="T9" fmla="*/ 33 h 65"/>
                  <a:gd name="T10" fmla="*/ 16 w 27"/>
                  <a:gd name="T11" fmla="*/ 35 h 65"/>
                  <a:gd name="T12" fmla="*/ 7 w 27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65"/>
                  <a:gd name="T23" fmla="*/ 27 w 27"/>
                  <a:gd name="T24" fmla="*/ 65 h 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65">
                    <a:moveTo>
                      <a:pt x="7" y="0"/>
                    </a:moveTo>
                    <a:lnTo>
                      <a:pt x="27" y="44"/>
                    </a:lnTo>
                    <a:lnTo>
                      <a:pt x="11" y="42"/>
                    </a:lnTo>
                    <a:lnTo>
                      <a:pt x="14" y="65"/>
                    </a:lnTo>
                    <a:lnTo>
                      <a:pt x="0" y="33"/>
                    </a:lnTo>
                    <a:lnTo>
                      <a:pt x="16" y="3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6" name="Freeform 806"/>
              <p:cNvSpPr>
                <a:spLocks/>
              </p:cNvSpPr>
              <p:nvPr/>
            </p:nvSpPr>
            <p:spPr bwMode="auto">
              <a:xfrm>
                <a:off x="2678" y="1804"/>
                <a:ext cx="25" cy="59"/>
              </a:xfrm>
              <a:custGeom>
                <a:avLst/>
                <a:gdLst>
                  <a:gd name="T0" fmla="*/ 8 w 25"/>
                  <a:gd name="T1" fmla="*/ 0 h 59"/>
                  <a:gd name="T2" fmla="*/ 25 w 25"/>
                  <a:gd name="T3" fmla="*/ 40 h 59"/>
                  <a:gd name="T4" fmla="*/ 10 w 25"/>
                  <a:gd name="T5" fmla="*/ 38 h 59"/>
                  <a:gd name="T6" fmla="*/ 13 w 25"/>
                  <a:gd name="T7" fmla="*/ 59 h 59"/>
                  <a:gd name="T8" fmla="*/ 0 w 25"/>
                  <a:gd name="T9" fmla="*/ 30 h 59"/>
                  <a:gd name="T10" fmla="*/ 15 w 25"/>
                  <a:gd name="T11" fmla="*/ 32 h 59"/>
                  <a:gd name="T12" fmla="*/ 8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9"/>
                  <a:gd name="T23" fmla="*/ 25 w 25"/>
                  <a:gd name="T24" fmla="*/ 59 h 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9">
                    <a:moveTo>
                      <a:pt x="8" y="0"/>
                    </a:moveTo>
                    <a:lnTo>
                      <a:pt x="25" y="40"/>
                    </a:lnTo>
                    <a:lnTo>
                      <a:pt x="10" y="38"/>
                    </a:lnTo>
                    <a:lnTo>
                      <a:pt x="13" y="59"/>
                    </a:lnTo>
                    <a:lnTo>
                      <a:pt x="0" y="30"/>
                    </a:lnTo>
                    <a:lnTo>
                      <a:pt x="15" y="3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7" name="Freeform 807"/>
              <p:cNvSpPr>
                <a:spLocks/>
              </p:cNvSpPr>
              <p:nvPr/>
            </p:nvSpPr>
            <p:spPr bwMode="auto">
              <a:xfrm>
                <a:off x="2678" y="1807"/>
                <a:ext cx="25" cy="54"/>
              </a:xfrm>
              <a:custGeom>
                <a:avLst/>
                <a:gdLst>
                  <a:gd name="T0" fmla="*/ 9 w 25"/>
                  <a:gd name="T1" fmla="*/ 0 h 54"/>
                  <a:gd name="T2" fmla="*/ 25 w 25"/>
                  <a:gd name="T3" fmla="*/ 37 h 54"/>
                  <a:gd name="T4" fmla="*/ 9 w 25"/>
                  <a:gd name="T5" fmla="*/ 35 h 54"/>
                  <a:gd name="T6" fmla="*/ 12 w 25"/>
                  <a:gd name="T7" fmla="*/ 54 h 54"/>
                  <a:gd name="T8" fmla="*/ 0 w 25"/>
                  <a:gd name="T9" fmla="*/ 27 h 54"/>
                  <a:gd name="T10" fmla="*/ 16 w 25"/>
                  <a:gd name="T11" fmla="*/ 29 h 54"/>
                  <a:gd name="T12" fmla="*/ 9 w 2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4"/>
                  <a:gd name="T23" fmla="*/ 25 w 25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4">
                    <a:moveTo>
                      <a:pt x="9" y="0"/>
                    </a:moveTo>
                    <a:lnTo>
                      <a:pt x="25" y="37"/>
                    </a:lnTo>
                    <a:lnTo>
                      <a:pt x="9" y="35"/>
                    </a:lnTo>
                    <a:lnTo>
                      <a:pt x="12" y="54"/>
                    </a:lnTo>
                    <a:lnTo>
                      <a:pt x="0" y="27"/>
                    </a:lnTo>
                    <a:lnTo>
                      <a:pt x="16" y="2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8" name="Freeform 808"/>
              <p:cNvSpPr>
                <a:spLocks/>
              </p:cNvSpPr>
              <p:nvPr/>
            </p:nvSpPr>
            <p:spPr bwMode="auto">
              <a:xfrm>
                <a:off x="2678" y="1811"/>
                <a:ext cx="24" cy="48"/>
              </a:xfrm>
              <a:custGeom>
                <a:avLst/>
                <a:gdLst>
                  <a:gd name="T0" fmla="*/ 9 w 24"/>
                  <a:gd name="T1" fmla="*/ 0 h 48"/>
                  <a:gd name="T2" fmla="*/ 24 w 24"/>
                  <a:gd name="T3" fmla="*/ 32 h 48"/>
                  <a:gd name="T4" fmla="*/ 8 w 24"/>
                  <a:gd name="T5" fmla="*/ 30 h 48"/>
                  <a:gd name="T6" fmla="*/ 11 w 24"/>
                  <a:gd name="T7" fmla="*/ 48 h 48"/>
                  <a:gd name="T8" fmla="*/ 0 w 24"/>
                  <a:gd name="T9" fmla="*/ 23 h 48"/>
                  <a:gd name="T10" fmla="*/ 16 w 24"/>
                  <a:gd name="T11" fmla="*/ 26 h 48"/>
                  <a:gd name="T12" fmla="*/ 9 w 24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48"/>
                  <a:gd name="T23" fmla="*/ 24 w 24"/>
                  <a:gd name="T24" fmla="*/ 48 h 4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48">
                    <a:moveTo>
                      <a:pt x="9" y="0"/>
                    </a:moveTo>
                    <a:lnTo>
                      <a:pt x="24" y="32"/>
                    </a:lnTo>
                    <a:lnTo>
                      <a:pt x="8" y="30"/>
                    </a:lnTo>
                    <a:lnTo>
                      <a:pt x="11" y="48"/>
                    </a:lnTo>
                    <a:lnTo>
                      <a:pt x="0" y="23"/>
                    </a:lnTo>
                    <a:lnTo>
                      <a:pt x="16" y="2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59" name="Freeform 809"/>
              <p:cNvSpPr>
                <a:spLocks/>
              </p:cNvSpPr>
              <p:nvPr/>
            </p:nvSpPr>
            <p:spPr bwMode="auto">
              <a:xfrm>
                <a:off x="2679" y="1814"/>
                <a:ext cx="23" cy="44"/>
              </a:xfrm>
              <a:custGeom>
                <a:avLst/>
                <a:gdLst>
                  <a:gd name="T0" fmla="*/ 10 w 23"/>
                  <a:gd name="T1" fmla="*/ 0 h 44"/>
                  <a:gd name="T2" fmla="*/ 23 w 23"/>
                  <a:gd name="T3" fmla="*/ 30 h 44"/>
                  <a:gd name="T4" fmla="*/ 7 w 23"/>
                  <a:gd name="T5" fmla="*/ 27 h 44"/>
                  <a:gd name="T6" fmla="*/ 10 w 23"/>
                  <a:gd name="T7" fmla="*/ 44 h 44"/>
                  <a:gd name="T8" fmla="*/ 0 w 23"/>
                  <a:gd name="T9" fmla="*/ 21 h 44"/>
                  <a:gd name="T10" fmla="*/ 16 w 23"/>
                  <a:gd name="T11" fmla="*/ 24 h 44"/>
                  <a:gd name="T12" fmla="*/ 10 w 23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44"/>
                  <a:gd name="T23" fmla="*/ 23 w 23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44">
                    <a:moveTo>
                      <a:pt x="10" y="0"/>
                    </a:moveTo>
                    <a:lnTo>
                      <a:pt x="23" y="30"/>
                    </a:lnTo>
                    <a:lnTo>
                      <a:pt x="7" y="27"/>
                    </a:lnTo>
                    <a:lnTo>
                      <a:pt x="10" y="44"/>
                    </a:lnTo>
                    <a:lnTo>
                      <a:pt x="0" y="21"/>
                    </a:lnTo>
                    <a:lnTo>
                      <a:pt x="16" y="2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0" name="Freeform 810"/>
              <p:cNvSpPr>
                <a:spLocks/>
              </p:cNvSpPr>
              <p:nvPr/>
            </p:nvSpPr>
            <p:spPr bwMode="auto">
              <a:xfrm>
                <a:off x="2679" y="1817"/>
                <a:ext cx="23" cy="39"/>
              </a:xfrm>
              <a:custGeom>
                <a:avLst/>
                <a:gdLst>
                  <a:gd name="T0" fmla="*/ 11 w 23"/>
                  <a:gd name="T1" fmla="*/ 0 h 39"/>
                  <a:gd name="T2" fmla="*/ 23 w 23"/>
                  <a:gd name="T3" fmla="*/ 26 h 39"/>
                  <a:gd name="T4" fmla="*/ 7 w 23"/>
                  <a:gd name="T5" fmla="*/ 24 h 39"/>
                  <a:gd name="T6" fmla="*/ 10 w 23"/>
                  <a:gd name="T7" fmla="*/ 39 h 39"/>
                  <a:gd name="T8" fmla="*/ 0 w 23"/>
                  <a:gd name="T9" fmla="*/ 19 h 39"/>
                  <a:gd name="T10" fmla="*/ 16 w 23"/>
                  <a:gd name="T11" fmla="*/ 21 h 39"/>
                  <a:gd name="T12" fmla="*/ 11 w 2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9"/>
                  <a:gd name="T23" fmla="*/ 23 w 23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9">
                    <a:moveTo>
                      <a:pt x="11" y="0"/>
                    </a:moveTo>
                    <a:lnTo>
                      <a:pt x="23" y="26"/>
                    </a:lnTo>
                    <a:lnTo>
                      <a:pt x="7" y="24"/>
                    </a:lnTo>
                    <a:lnTo>
                      <a:pt x="10" y="39"/>
                    </a:lnTo>
                    <a:lnTo>
                      <a:pt x="0" y="19"/>
                    </a:lnTo>
                    <a:lnTo>
                      <a:pt x="16" y="2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1" name="Freeform 811"/>
              <p:cNvSpPr>
                <a:spLocks/>
              </p:cNvSpPr>
              <p:nvPr/>
            </p:nvSpPr>
            <p:spPr bwMode="auto">
              <a:xfrm>
                <a:off x="2680" y="1820"/>
                <a:ext cx="21" cy="33"/>
              </a:xfrm>
              <a:custGeom>
                <a:avLst/>
                <a:gdLst>
                  <a:gd name="T0" fmla="*/ 11 w 21"/>
                  <a:gd name="T1" fmla="*/ 0 h 33"/>
                  <a:gd name="T2" fmla="*/ 21 w 21"/>
                  <a:gd name="T3" fmla="*/ 23 h 33"/>
                  <a:gd name="T4" fmla="*/ 6 w 21"/>
                  <a:gd name="T5" fmla="*/ 21 h 33"/>
                  <a:gd name="T6" fmla="*/ 8 w 21"/>
                  <a:gd name="T7" fmla="*/ 33 h 33"/>
                  <a:gd name="T8" fmla="*/ 0 w 21"/>
                  <a:gd name="T9" fmla="*/ 16 h 33"/>
                  <a:gd name="T10" fmla="*/ 15 w 21"/>
                  <a:gd name="T11" fmla="*/ 18 h 33"/>
                  <a:gd name="T12" fmla="*/ 11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3"/>
                  <a:gd name="T23" fmla="*/ 21 w 21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3">
                    <a:moveTo>
                      <a:pt x="11" y="0"/>
                    </a:moveTo>
                    <a:lnTo>
                      <a:pt x="21" y="23"/>
                    </a:lnTo>
                    <a:lnTo>
                      <a:pt x="6" y="21"/>
                    </a:lnTo>
                    <a:lnTo>
                      <a:pt x="8" y="33"/>
                    </a:lnTo>
                    <a:lnTo>
                      <a:pt x="0" y="16"/>
                    </a:lnTo>
                    <a:lnTo>
                      <a:pt x="15" y="18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2" name="Freeform 812"/>
              <p:cNvSpPr>
                <a:spLocks/>
              </p:cNvSpPr>
              <p:nvPr/>
            </p:nvSpPr>
            <p:spPr bwMode="auto">
              <a:xfrm>
                <a:off x="2680" y="1823"/>
                <a:ext cx="21" cy="28"/>
              </a:xfrm>
              <a:custGeom>
                <a:avLst/>
                <a:gdLst>
                  <a:gd name="T0" fmla="*/ 12 w 21"/>
                  <a:gd name="T1" fmla="*/ 0 h 28"/>
                  <a:gd name="T2" fmla="*/ 21 w 21"/>
                  <a:gd name="T3" fmla="*/ 19 h 28"/>
                  <a:gd name="T4" fmla="*/ 5 w 21"/>
                  <a:gd name="T5" fmla="*/ 17 h 28"/>
                  <a:gd name="T6" fmla="*/ 7 w 21"/>
                  <a:gd name="T7" fmla="*/ 28 h 28"/>
                  <a:gd name="T8" fmla="*/ 0 w 21"/>
                  <a:gd name="T9" fmla="*/ 13 h 28"/>
                  <a:gd name="T10" fmla="*/ 16 w 21"/>
                  <a:gd name="T11" fmla="*/ 17 h 28"/>
                  <a:gd name="T12" fmla="*/ 12 w 2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28"/>
                  <a:gd name="T23" fmla="*/ 21 w 21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28">
                    <a:moveTo>
                      <a:pt x="12" y="0"/>
                    </a:moveTo>
                    <a:lnTo>
                      <a:pt x="21" y="19"/>
                    </a:lnTo>
                    <a:lnTo>
                      <a:pt x="5" y="17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16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3" name="Freeform 813"/>
              <p:cNvSpPr>
                <a:spLocks/>
              </p:cNvSpPr>
              <p:nvPr/>
            </p:nvSpPr>
            <p:spPr bwMode="auto">
              <a:xfrm>
                <a:off x="2680" y="1827"/>
                <a:ext cx="20" cy="22"/>
              </a:xfrm>
              <a:custGeom>
                <a:avLst/>
                <a:gdLst>
                  <a:gd name="T0" fmla="*/ 13 w 20"/>
                  <a:gd name="T1" fmla="*/ 0 h 22"/>
                  <a:gd name="T2" fmla="*/ 16 w 20"/>
                  <a:gd name="T3" fmla="*/ 13 h 22"/>
                  <a:gd name="T4" fmla="*/ 0 w 20"/>
                  <a:gd name="T5" fmla="*/ 10 h 22"/>
                  <a:gd name="T6" fmla="*/ 6 w 20"/>
                  <a:gd name="T7" fmla="*/ 22 h 22"/>
                  <a:gd name="T8" fmla="*/ 4 w 20"/>
                  <a:gd name="T9" fmla="*/ 13 h 22"/>
                  <a:gd name="T10" fmla="*/ 20 w 20"/>
                  <a:gd name="T11" fmla="*/ 15 h 22"/>
                  <a:gd name="T12" fmla="*/ 13 w 2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22"/>
                  <a:gd name="T23" fmla="*/ 20 w 20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22">
                    <a:moveTo>
                      <a:pt x="13" y="0"/>
                    </a:moveTo>
                    <a:lnTo>
                      <a:pt x="16" y="13"/>
                    </a:lnTo>
                    <a:lnTo>
                      <a:pt x="0" y="10"/>
                    </a:lnTo>
                    <a:lnTo>
                      <a:pt x="6" y="22"/>
                    </a:lnTo>
                    <a:lnTo>
                      <a:pt x="4" y="13"/>
                    </a:lnTo>
                    <a:lnTo>
                      <a:pt x="20" y="1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4" name="Freeform 814"/>
              <p:cNvSpPr>
                <a:spLocks/>
              </p:cNvSpPr>
              <p:nvPr/>
            </p:nvSpPr>
            <p:spPr bwMode="auto">
              <a:xfrm>
                <a:off x="2570" y="1845"/>
                <a:ext cx="61" cy="46"/>
              </a:xfrm>
              <a:custGeom>
                <a:avLst/>
                <a:gdLst>
                  <a:gd name="T0" fmla="*/ 0 w 61"/>
                  <a:gd name="T1" fmla="*/ 0 h 46"/>
                  <a:gd name="T2" fmla="*/ 37 w 61"/>
                  <a:gd name="T3" fmla="*/ 22 h 46"/>
                  <a:gd name="T4" fmla="*/ 24 w 61"/>
                  <a:gd name="T5" fmla="*/ 31 h 46"/>
                  <a:gd name="T6" fmla="*/ 61 w 61"/>
                  <a:gd name="T7" fmla="*/ 46 h 46"/>
                  <a:gd name="T8" fmla="*/ 40 w 61"/>
                  <a:gd name="T9" fmla="*/ 30 h 46"/>
                  <a:gd name="T10" fmla="*/ 53 w 61"/>
                  <a:gd name="T11" fmla="*/ 20 h 46"/>
                  <a:gd name="T12" fmla="*/ 0 w 61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1"/>
                  <a:gd name="T22" fmla="*/ 0 h 46"/>
                  <a:gd name="T23" fmla="*/ 61 w 6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1" h="46">
                    <a:moveTo>
                      <a:pt x="0" y="0"/>
                    </a:moveTo>
                    <a:lnTo>
                      <a:pt x="37" y="22"/>
                    </a:lnTo>
                    <a:lnTo>
                      <a:pt x="24" y="31"/>
                    </a:lnTo>
                    <a:lnTo>
                      <a:pt x="61" y="46"/>
                    </a:lnTo>
                    <a:lnTo>
                      <a:pt x="40" y="30"/>
                    </a:lnTo>
                    <a:lnTo>
                      <a:pt x="5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5" name="Freeform 815"/>
              <p:cNvSpPr>
                <a:spLocks/>
              </p:cNvSpPr>
              <p:nvPr/>
            </p:nvSpPr>
            <p:spPr bwMode="auto">
              <a:xfrm>
                <a:off x="2569" y="1842"/>
                <a:ext cx="41" cy="26"/>
              </a:xfrm>
              <a:custGeom>
                <a:avLst/>
                <a:gdLst>
                  <a:gd name="T0" fmla="*/ 40 w 41"/>
                  <a:gd name="T1" fmla="*/ 25 h 26"/>
                  <a:gd name="T2" fmla="*/ 40 w 41"/>
                  <a:gd name="T3" fmla="*/ 21 h 26"/>
                  <a:gd name="T4" fmla="*/ 2 w 41"/>
                  <a:gd name="T5" fmla="*/ 0 h 26"/>
                  <a:gd name="T6" fmla="*/ 0 w 41"/>
                  <a:gd name="T7" fmla="*/ 4 h 26"/>
                  <a:gd name="T8" fmla="*/ 37 w 41"/>
                  <a:gd name="T9" fmla="*/ 26 h 26"/>
                  <a:gd name="T10" fmla="*/ 37 w 41"/>
                  <a:gd name="T11" fmla="*/ 22 h 26"/>
                  <a:gd name="T12" fmla="*/ 37 w 41"/>
                  <a:gd name="T13" fmla="*/ 26 h 26"/>
                  <a:gd name="T14" fmla="*/ 39 w 41"/>
                  <a:gd name="T15" fmla="*/ 26 h 26"/>
                  <a:gd name="T16" fmla="*/ 41 w 41"/>
                  <a:gd name="T17" fmla="*/ 25 h 26"/>
                  <a:gd name="T18" fmla="*/ 41 w 41"/>
                  <a:gd name="T19" fmla="*/ 23 h 26"/>
                  <a:gd name="T20" fmla="*/ 40 w 41"/>
                  <a:gd name="T21" fmla="*/ 21 h 26"/>
                  <a:gd name="T22" fmla="*/ 40 w 41"/>
                  <a:gd name="T23" fmla="*/ 25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26"/>
                  <a:gd name="T38" fmla="*/ 41 w 4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26">
                    <a:moveTo>
                      <a:pt x="40" y="25"/>
                    </a:moveTo>
                    <a:lnTo>
                      <a:pt x="40" y="2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1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6" name="Freeform 816"/>
              <p:cNvSpPr>
                <a:spLocks/>
              </p:cNvSpPr>
              <p:nvPr/>
            </p:nvSpPr>
            <p:spPr bwMode="auto">
              <a:xfrm>
                <a:off x="2592" y="1864"/>
                <a:ext cx="16" cy="14"/>
              </a:xfrm>
              <a:custGeom>
                <a:avLst/>
                <a:gdLst>
                  <a:gd name="T0" fmla="*/ 3 w 16"/>
                  <a:gd name="T1" fmla="*/ 10 h 14"/>
                  <a:gd name="T2" fmla="*/ 3 w 16"/>
                  <a:gd name="T3" fmla="*/ 14 h 14"/>
                  <a:gd name="T4" fmla="*/ 16 w 16"/>
                  <a:gd name="T5" fmla="*/ 4 h 14"/>
                  <a:gd name="T6" fmla="*/ 13 w 16"/>
                  <a:gd name="T7" fmla="*/ 0 h 14"/>
                  <a:gd name="T8" fmla="*/ 1 w 16"/>
                  <a:gd name="T9" fmla="*/ 10 h 14"/>
                  <a:gd name="T10" fmla="*/ 1 w 16"/>
                  <a:gd name="T11" fmla="*/ 14 h 14"/>
                  <a:gd name="T12" fmla="*/ 1 w 16"/>
                  <a:gd name="T13" fmla="*/ 10 h 14"/>
                  <a:gd name="T14" fmla="*/ 0 w 16"/>
                  <a:gd name="T15" fmla="*/ 12 h 14"/>
                  <a:gd name="T16" fmla="*/ 0 w 16"/>
                  <a:gd name="T17" fmla="*/ 13 h 14"/>
                  <a:gd name="T18" fmla="*/ 1 w 16"/>
                  <a:gd name="T19" fmla="*/ 14 h 14"/>
                  <a:gd name="T20" fmla="*/ 3 w 16"/>
                  <a:gd name="T21" fmla="*/ 14 h 14"/>
                  <a:gd name="T22" fmla="*/ 3 w 16"/>
                  <a:gd name="T23" fmla="*/ 1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14"/>
                  <a:gd name="T38" fmla="*/ 16 w 16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14">
                    <a:moveTo>
                      <a:pt x="3" y="10"/>
                    </a:moveTo>
                    <a:lnTo>
                      <a:pt x="3" y="14"/>
                    </a:lnTo>
                    <a:lnTo>
                      <a:pt x="16" y="4"/>
                    </a:lnTo>
                    <a:lnTo>
                      <a:pt x="13" y="0"/>
                    </a:lnTo>
                    <a:lnTo>
                      <a:pt x="1" y="10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7" name="Freeform 817"/>
              <p:cNvSpPr>
                <a:spLocks/>
              </p:cNvSpPr>
              <p:nvPr/>
            </p:nvSpPr>
            <p:spPr bwMode="auto">
              <a:xfrm>
                <a:off x="2593" y="1874"/>
                <a:ext cx="40" cy="19"/>
              </a:xfrm>
              <a:custGeom>
                <a:avLst/>
                <a:gdLst>
                  <a:gd name="T0" fmla="*/ 36 w 40"/>
                  <a:gd name="T1" fmla="*/ 19 h 19"/>
                  <a:gd name="T2" fmla="*/ 39 w 40"/>
                  <a:gd name="T3" fmla="*/ 15 h 19"/>
                  <a:gd name="T4" fmla="*/ 2 w 40"/>
                  <a:gd name="T5" fmla="*/ 0 h 19"/>
                  <a:gd name="T6" fmla="*/ 0 w 40"/>
                  <a:gd name="T7" fmla="*/ 4 h 19"/>
                  <a:gd name="T8" fmla="*/ 37 w 40"/>
                  <a:gd name="T9" fmla="*/ 19 h 19"/>
                  <a:gd name="T10" fmla="*/ 39 w 40"/>
                  <a:gd name="T11" fmla="*/ 15 h 19"/>
                  <a:gd name="T12" fmla="*/ 37 w 40"/>
                  <a:gd name="T13" fmla="*/ 19 h 19"/>
                  <a:gd name="T14" fmla="*/ 39 w 40"/>
                  <a:gd name="T15" fmla="*/ 19 h 19"/>
                  <a:gd name="T16" fmla="*/ 40 w 40"/>
                  <a:gd name="T17" fmla="*/ 18 h 19"/>
                  <a:gd name="T18" fmla="*/ 40 w 40"/>
                  <a:gd name="T19" fmla="*/ 16 h 19"/>
                  <a:gd name="T20" fmla="*/ 39 w 40"/>
                  <a:gd name="T21" fmla="*/ 15 h 19"/>
                  <a:gd name="T22" fmla="*/ 36 w 40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19"/>
                  <a:gd name="T38" fmla="*/ 40 w 40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19">
                    <a:moveTo>
                      <a:pt x="36" y="19"/>
                    </a:moveTo>
                    <a:lnTo>
                      <a:pt x="39" y="15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19"/>
                    </a:lnTo>
                    <a:lnTo>
                      <a:pt x="39" y="15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40" y="18"/>
                    </a:lnTo>
                    <a:lnTo>
                      <a:pt x="40" y="16"/>
                    </a:lnTo>
                    <a:lnTo>
                      <a:pt x="39" y="15"/>
                    </a:lnTo>
                    <a:lnTo>
                      <a:pt x="36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8" name="Freeform 818"/>
              <p:cNvSpPr>
                <a:spLocks/>
              </p:cNvSpPr>
              <p:nvPr/>
            </p:nvSpPr>
            <p:spPr bwMode="auto">
              <a:xfrm>
                <a:off x="2608" y="1872"/>
                <a:ext cx="25" cy="21"/>
              </a:xfrm>
              <a:custGeom>
                <a:avLst/>
                <a:gdLst>
                  <a:gd name="T0" fmla="*/ 1 w 25"/>
                  <a:gd name="T1" fmla="*/ 1 h 21"/>
                  <a:gd name="T2" fmla="*/ 1 w 25"/>
                  <a:gd name="T3" fmla="*/ 5 h 21"/>
                  <a:gd name="T4" fmla="*/ 22 w 25"/>
                  <a:gd name="T5" fmla="*/ 21 h 21"/>
                  <a:gd name="T6" fmla="*/ 25 w 25"/>
                  <a:gd name="T7" fmla="*/ 17 h 21"/>
                  <a:gd name="T8" fmla="*/ 4 w 25"/>
                  <a:gd name="T9" fmla="*/ 1 h 21"/>
                  <a:gd name="T10" fmla="*/ 4 w 25"/>
                  <a:gd name="T11" fmla="*/ 5 h 21"/>
                  <a:gd name="T12" fmla="*/ 4 w 25"/>
                  <a:gd name="T13" fmla="*/ 1 h 21"/>
                  <a:gd name="T14" fmla="*/ 2 w 25"/>
                  <a:gd name="T15" fmla="*/ 0 h 21"/>
                  <a:gd name="T16" fmla="*/ 1 w 25"/>
                  <a:gd name="T17" fmla="*/ 1 h 21"/>
                  <a:gd name="T18" fmla="*/ 0 w 25"/>
                  <a:gd name="T19" fmla="*/ 3 h 21"/>
                  <a:gd name="T20" fmla="*/ 1 w 25"/>
                  <a:gd name="T21" fmla="*/ 5 h 21"/>
                  <a:gd name="T22" fmla="*/ 1 w 25"/>
                  <a:gd name="T23" fmla="*/ 1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21"/>
                  <a:gd name="T38" fmla="*/ 25 w 25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21">
                    <a:moveTo>
                      <a:pt x="1" y="1"/>
                    </a:moveTo>
                    <a:lnTo>
                      <a:pt x="1" y="5"/>
                    </a:lnTo>
                    <a:lnTo>
                      <a:pt x="22" y="21"/>
                    </a:lnTo>
                    <a:lnTo>
                      <a:pt x="25" y="17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69" name="Freeform 819"/>
              <p:cNvSpPr>
                <a:spLocks/>
              </p:cNvSpPr>
              <p:nvPr/>
            </p:nvSpPr>
            <p:spPr bwMode="auto">
              <a:xfrm>
                <a:off x="2608" y="1862"/>
                <a:ext cx="17" cy="15"/>
              </a:xfrm>
              <a:custGeom>
                <a:avLst/>
                <a:gdLst>
                  <a:gd name="T0" fmla="*/ 14 w 17"/>
                  <a:gd name="T1" fmla="*/ 5 h 15"/>
                  <a:gd name="T2" fmla="*/ 13 w 17"/>
                  <a:gd name="T3" fmla="*/ 1 h 15"/>
                  <a:gd name="T4" fmla="*/ 0 w 17"/>
                  <a:gd name="T5" fmla="*/ 11 h 15"/>
                  <a:gd name="T6" fmla="*/ 3 w 17"/>
                  <a:gd name="T7" fmla="*/ 15 h 15"/>
                  <a:gd name="T8" fmla="*/ 16 w 17"/>
                  <a:gd name="T9" fmla="*/ 4 h 15"/>
                  <a:gd name="T10" fmla="*/ 15 w 17"/>
                  <a:gd name="T11" fmla="*/ 0 h 15"/>
                  <a:gd name="T12" fmla="*/ 16 w 17"/>
                  <a:gd name="T13" fmla="*/ 4 h 15"/>
                  <a:gd name="T14" fmla="*/ 17 w 17"/>
                  <a:gd name="T15" fmla="*/ 3 h 15"/>
                  <a:gd name="T16" fmla="*/ 16 w 17"/>
                  <a:gd name="T17" fmla="*/ 1 h 15"/>
                  <a:gd name="T18" fmla="*/ 15 w 17"/>
                  <a:gd name="T19" fmla="*/ 0 h 15"/>
                  <a:gd name="T20" fmla="*/ 13 w 17"/>
                  <a:gd name="T21" fmla="*/ 1 h 15"/>
                  <a:gd name="T22" fmla="*/ 14 w 17"/>
                  <a:gd name="T23" fmla="*/ 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"/>
                  <a:gd name="T37" fmla="*/ 0 h 15"/>
                  <a:gd name="T38" fmla="*/ 17 w 1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" h="15">
                    <a:moveTo>
                      <a:pt x="14" y="5"/>
                    </a:moveTo>
                    <a:lnTo>
                      <a:pt x="13" y="1"/>
                    </a:lnTo>
                    <a:lnTo>
                      <a:pt x="0" y="11"/>
                    </a:lnTo>
                    <a:lnTo>
                      <a:pt x="3" y="15"/>
                    </a:lnTo>
                    <a:lnTo>
                      <a:pt x="16" y="4"/>
                    </a:lnTo>
                    <a:lnTo>
                      <a:pt x="15" y="0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0" name="Freeform 820"/>
              <p:cNvSpPr>
                <a:spLocks/>
              </p:cNvSpPr>
              <p:nvPr/>
            </p:nvSpPr>
            <p:spPr bwMode="auto">
              <a:xfrm>
                <a:off x="2568" y="1842"/>
                <a:ext cx="56" cy="25"/>
              </a:xfrm>
              <a:custGeom>
                <a:avLst/>
                <a:gdLst>
                  <a:gd name="T0" fmla="*/ 3 w 56"/>
                  <a:gd name="T1" fmla="*/ 0 h 25"/>
                  <a:gd name="T2" fmla="*/ 1 w 56"/>
                  <a:gd name="T3" fmla="*/ 5 h 25"/>
                  <a:gd name="T4" fmla="*/ 54 w 56"/>
                  <a:gd name="T5" fmla="*/ 25 h 25"/>
                  <a:gd name="T6" fmla="*/ 56 w 56"/>
                  <a:gd name="T7" fmla="*/ 21 h 25"/>
                  <a:gd name="T8" fmla="*/ 3 w 56"/>
                  <a:gd name="T9" fmla="*/ 0 h 25"/>
                  <a:gd name="T10" fmla="*/ 1 w 56"/>
                  <a:gd name="T11" fmla="*/ 5 h 25"/>
                  <a:gd name="T12" fmla="*/ 3 w 56"/>
                  <a:gd name="T13" fmla="*/ 0 h 25"/>
                  <a:gd name="T14" fmla="*/ 1 w 56"/>
                  <a:gd name="T15" fmla="*/ 0 h 25"/>
                  <a:gd name="T16" fmla="*/ 0 w 56"/>
                  <a:gd name="T17" fmla="*/ 1 h 25"/>
                  <a:gd name="T18" fmla="*/ 0 w 56"/>
                  <a:gd name="T19" fmla="*/ 3 h 25"/>
                  <a:gd name="T20" fmla="*/ 1 w 56"/>
                  <a:gd name="T21" fmla="*/ 5 h 25"/>
                  <a:gd name="T22" fmla="*/ 3 w 56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6"/>
                  <a:gd name="T37" fmla="*/ 0 h 25"/>
                  <a:gd name="T38" fmla="*/ 56 w 56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6" h="25">
                    <a:moveTo>
                      <a:pt x="3" y="0"/>
                    </a:moveTo>
                    <a:lnTo>
                      <a:pt x="1" y="5"/>
                    </a:lnTo>
                    <a:lnTo>
                      <a:pt x="54" y="25"/>
                    </a:lnTo>
                    <a:lnTo>
                      <a:pt x="56" y="21"/>
                    </a:lnTo>
                    <a:lnTo>
                      <a:pt x="3" y="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1" name="Freeform 821"/>
              <p:cNvSpPr>
                <a:spLocks/>
              </p:cNvSpPr>
              <p:nvPr/>
            </p:nvSpPr>
            <p:spPr bwMode="auto">
              <a:xfrm>
                <a:off x="2574" y="1846"/>
                <a:ext cx="55" cy="44"/>
              </a:xfrm>
              <a:custGeom>
                <a:avLst/>
                <a:gdLst>
                  <a:gd name="T0" fmla="*/ 0 w 55"/>
                  <a:gd name="T1" fmla="*/ 0 h 44"/>
                  <a:gd name="T2" fmla="*/ 48 w 55"/>
                  <a:gd name="T3" fmla="*/ 19 h 44"/>
                  <a:gd name="T4" fmla="*/ 36 w 55"/>
                  <a:gd name="T5" fmla="*/ 29 h 44"/>
                  <a:gd name="T6" fmla="*/ 55 w 55"/>
                  <a:gd name="T7" fmla="*/ 44 h 44"/>
                  <a:gd name="T8" fmla="*/ 21 w 55"/>
                  <a:gd name="T9" fmla="*/ 30 h 44"/>
                  <a:gd name="T10" fmla="*/ 34 w 55"/>
                  <a:gd name="T11" fmla="*/ 20 h 44"/>
                  <a:gd name="T12" fmla="*/ 0 w 55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44"/>
                  <a:gd name="T23" fmla="*/ 55 w 55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44">
                    <a:moveTo>
                      <a:pt x="0" y="0"/>
                    </a:moveTo>
                    <a:lnTo>
                      <a:pt x="48" y="19"/>
                    </a:lnTo>
                    <a:lnTo>
                      <a:pt x="36" y="29"/>
                    </a:lnTo>
                    <a:lnTo>
                      <a:pt x="55" y="44"/>
                    </a:lnTo>
                    <a:lnTo>
                      <a:pt x="21" y="30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2" name="Freeform 822"/>
              <p:cNvSpPr>
                <a:spLocks/>
              </p:cNvSpPr>
              <p:nvPr/>
            </p:nvSpPr>
            <p:spPr bwMode="auto">
              <a:xfrm>
                <a:off x="2577" y="1847"/>
                <a:ext cx="51" cy="42"/>
              </a:xfrm>
              <a:custGeom>
                <a:avLst/>
                <a:gdLst>
                  <a:gd name="T0" fmla="*/ 0 w 51"/>
                  <a:gd name="T1" fmla="*/ 0 h 42"/>
                  <a:gd name="T2" fmla="*/ 45 w 51"/>
                  <a:gd name="T3" fmla="*/ 18 h 42"/>
                  <a:gd name="T4" fmla="*/ 32 w 51"/>
                  <a:gd name="T5" fmla="*/ 28 h 42"/>
                  <a:gd name="T6" fmla="*/ 51 w 51"/>
                  <a:gd name="T7" fmla="*/ 42 h 42"/>
                  <a:gd name="T8" fmla="*/ 18 w 51"/>
                  <a:gd name="T9" fmla="*/ 29 h 42"/>
                  <a:gd name="T10" fmla="*/ 32 w 51"/>
                  <a:gd name="T11" fmla="*/ 19 h 42"/>
                  <a:gd name="T12" fmla="*/ 0 w 5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2"/>
                  <a:gd name="T23" fmla="*/ 51 w 51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2">
                    <a:moveTo>
                      <a:pt x="0" y="0"/>
                    </a:moveTo>
                    <a:lnTo>
                      <a:pt x="45" y="18"/>
                    </a:lnTo>
                    <a:lnTo>
                      <a:pt x="32" y="28"/>
                    </a:lnTo>
                    <a:lnTo>
                      <a:pt x="51" y="42"/>
                    </a:lnTo>
                    <a:lnTo>
                      <a:pt x="18" y="29"/>
                    </a:lnTo>
                    <a:lnTo>
                      <a:pt x="32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3" name="Freeform 823"/>
              <p:cNvSpPr>
                <a:spLocks/>
              </p:cNvSpPr>
              <p:nvPr/>
            </p:nvSpPr>
            <p:spPr bwMode="auto">
              <a:xfrm>
                <a:off x="2580" y="1849"/>
                <a:ext cx="46" cy="39"/>
              </a:xfrm>
              <a:custGeom>
                <a:avLst/>
                <a:gdLst>
                  <a:gd name="T0" fmla="*/ 0 w 46"/>
                  <a:gd name="T1" fmla="*/ 0 h 39"/>
                  <a:gd name="T2" fmla="*/ 42 w 46"/>
                  <a:gd name="T3" fmla="*/ 16 h 39"/>
                  <a:gd name="T4" fmla="*/ 29 w 46"/>
                  <a:gd name="T5" fmla="*/ 26 h 39"/>
                  <a:gd name="T6" fmla="*/ 46 w 46"/>
                  <a:gd name="T7" fmla="*/ 39 h 39"/>
                  <a:gd name="T8" fmla="*/ 16 w 46"/>
                  <a:gd name="T9" fmla="*/ 27 h 39"/>
                  <a:gd name="T10" fmla="*/ 29 w 46"/>
                  <a:gd name="T11" fmla="*/ 17 h 39"/>
                  <a:gd name="T12" fmla="*/ 0 w 46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"/>
                  <a:gd name="T22" fmla="*/ 0 h 39"/>
                  <a:gd name="T23" fmla="*/ 46 w 46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" h="39">
                    <a:moveTo>
                      <a:pt x="0" y="0"/>
                    </a:moveTo>
                    <a:lnTo>
                      <a:pt x="42" y="16"/>
                    </a:lnTo>
                    <a:lnTo>
                      <a:pt x="29" y="26"/>
                    </a:lnTo>
                    <a:lnTo>
                      <a:pt x="46" y="39"/>
                    </a:lnTo>
                    <a:lnTo>
                      <a:pt x="16" y="27"/>
                    </a:lnTo>
                    <a:lnTo>
                      <a:pt x="29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4" name="Freeform 824"/>
              <p:cNvSpPr>
                <a:spLocks/>
              </p:cNvSpPr>
              <p:nvPr/>
            </p:nvSpPr>
            <p:spPr bwMode="auto">
              <a:xfrm>
                <a:off x="2583" y="1850"/>
                <a:ext cx="41" cy="37"/>
              </a:xfrm>
              <a:custGeom>
                <a:avLst/>
                <a:gdLst>
                  <a:gd name="T0" fmla="*/ 0 w 41"/>
                  <a:gd name="T1" fmla="*/ 0 h 37"/>
                  <a:gd name="T2" fmla="*/ 38 w 41"/>
                  <a:gd name="T3" fmla="*/ 15 h 37"/>
                  <a:gd name="T4" fmla="*/ 25 w 41"/>
                  <a:gd name="T5" fmla="*/ 25 h 37"/>
                  <a:gd name="T6" fmla="*/ 41 w 41"/>
                  <a:gd name="T7" fmla="*/ 37 h 37"/>
                  <a:gd name="T8" fmla="*/ 14 w 41"/>
                  <a:gd name="T9" fmla="*/ 26 h 37"/>
                  <a:gd name="T10" fmla="*/ 27 w 41"/>
                  <a:gd name="T11" fmla="*/ 16 h 37"/>
                  <a:gd name="T12" fmla="*/ 0 w 4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37"/>
                  <a:gd name="T23" fmla="*/ 41 w 41"/>
                  <a:gd name="T24" fmla="*/ 37 h 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37">
                    <a:moveTo>
                      <a:pt x="0" y="0"/>
                    </a:moveTo>
                    <a:lnTo>
                      <a:pt x="38" y="15"/>
                    </a:lnTo>
                    <a:lnTo>
                      <a:pt x="25" y="25"/>
                    </a:lnTo>
                    <a:lnTo>
                      <a:pt x="41" y="37"/>
                    </a:lnTo>
                    <a:lnTo>
                      <a:pt x="14" y="26"/>
                    </a:lnTo>
                    <a:lnTo>
                      <a:pt x="27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5" name="Freeform 825"/>
              <p:cNvSpPr>
                <a:spLocks/>
              </p:cNvSpPr>
              <p:nvPr/>
            </p:nvSpPr>
            <p:spPr bwMode="auto">
              <a:xfrm>
                <a:off x="2586" y="1852"/>
                <a:ext cx="36" cy="33"/>
              </a:xfrm>
              <a:custGeom>
                <a:avLst/>
                <a:gdLst>
                  <a:gd name="T0" fmla="*/ 0 w 36"/>
                  <a:gd name="T1" fmla="*/ 0 h 33"/>
                  <a:gd name="T2" fmla="*/ 34 w 36"/>
                  <a:gd name="T3" fmla="*/ 13 h 33"/>
                  <a:gd name="T4" fmla="*/ 21 w 36"/>
                  <a:gd name="T5" fmla="*/ 23 h 33"/>
                  <a:gd name="T6" fmla="*/ 36 w 36"/>
                  <a:gd name="T7" fmla="*/ 33 h 33"/>
                  <a:gd name="T8" fmla="*/ 11 w 36"/>
                  <a:gd name="T9" fmla="*/ 24 h 33"/>
                  <a:gd name="T10" fmla="*/ 24 w 36"/>
                  <a:gd name="T11" fmla="*/ 14 h 33"/>
                  <a:gd name="T12" fmla="*/ 0 w 3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33"/>
                  <a:gd name="T23" fmla="*/ 36 w 36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33">
                    <a:moveTo>
                      <a:pt x="0" y="0"/>
                    </a:moveTo>
                    <a:lnTo>
                      <a:pt x="34" y="13"/>
                    </a:lnTo>
                    <a:lnTo>
                      <a:pt x="21" y="23"/>
                    </a:lnTo>
                    <a:lnTo>
                      <a:pt x="36" y="33"/>
                    </a:lnTo>
                    <a:lnTo>
                      <a:pt x="11" y="24"/>
                    </a:lnTo>
                    <a:lnTo>
                      <a:pt x="2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6" name="Freeform 826"/>
              <p:cNvSpPr>
                <a:spLocks/>
              </p:cNvSpPr>
              <p:nvPr/>
            </p:nvSpPr>
            <p:spPr bwMode="auto">
              <a:xfrm>
                <a:off x="2590" y="1853"/>
                <a:ext cx="31" cy="31"/>
              </a:xfrm>
              <a:custGeom>
                <a:avLst/>
                <a:gdLst>
                  <a:gd name="T0" fmla="*/ 0 w 31"/>
                  <a:gd name="T1" fmla="*/ 0 h 31"/>
                  <a:gd name="T2" fmla="*/ 30 w 31"/>
                  <a:gd name="T3" fmla="*/ 12 h 31"/>
                  <a:gd name="T4" fmla="*/ 17 w 31"/>
                  <a:gd name="T5" fmla="*/ 22 h 31"/>
                  <a:gd name="T6" fmla="*/ 31 w 31"/>
                  <a:gd name="T7" fmla="*/ 31 h 31"/>
                  <a:gd name="T8" fmla="*/ 8 w 31"/>
                  <a:gd name="T9" fmla="*/ 23 h 31"/>
                  <a:gd name="T10" fmla="*/ 21 w 31"/>
                  <a:gd name="T11" fmla="*/ 13 h 31"/>
                  <a:gd name="T12" fmla="*/ 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31"/>
                  <a:gd name="T23" fmla="*/ 31 w 3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31">
                    <a:moveTo>
                      <a:pt x="0" y="0"/>
                    </a:moveTo>
                    <a:lnTo>
                      <a:pt x="30" y="12"/>
                    </a:lnTo>
                    <a:lnTo>
                      <a:pt x="17" y="22"/>
                    </a:lnTo>
                    <a:lnTo>
                      <a:pt x="31" y="31"/>
                    </a:lnTo>
                    <a:lnTo>
                      <a:pt x="8" y="23"/>
                    </a:lnTo>
                    <a:lnTo>
                      <a:pt x="2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7" name="Freeform 827"/>
              <p:cNvSpPr>
                <a:spLocks/>
              </p:cNvSpPr>
              <p:nvPr/>
            </p:nvSpPr>
            <p:spPr bwMode="auto">
              <a:xfrm>
                <a:off x="2593" y="1856"/>
                <a:ext cx="25" cy="27"/>
              </a:xfrm>
              <a:custGeom>
                <a:avLst/>
                <a:gdLst>
                  <a:gd name="T0" fmla="*/ 0 w 25"/>
                  <a:gd name="T1" fmla="*/ 0 h 27"/>
                  <a:gd name="T2" fmla="*/ 25 w 25"/>
                  <a:gd name="T3" fmla="*/ 9 h 27"/>
                  <a:gd name="T4" fmla="*/ 13 w 25"/>
                  <a:gd name="T5" fmla="*/ 19 h 27"/>
                  <a:gd name="T6" fmla="*/ 24 w 25"/>
                  <a:gd name="T7" fmla="*/ 27 h 27"/>
                  <a:gd name="T8" fmla="*/ 5 w 25"/>
                  <a:gd name="T9" fmla="*/ 20 h 27"/>
                  <a:gd name="T10" fmla="*/ 18 w 25"/>
                  <a:gd name="T11" fmla="*/ 10 h 27"/>
                  <a:gd name="T12" fmla="*/ 0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7"/>
                  <a:gd name="T23" fmla="*/ 25 w 2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7">
                    <a:moveTo>
                      <a:pt x="0" y="0"/>
                    </a:moveTo>
                    <a:lnTo>
                      <a:pt x="25" y="9"/>
                    </a:lnTo>
                    <a:lnTo>
                      <a:pt x="13" y="19"/>
                    </a:lnTo>
                    <a:lnTo>
                      <a:pt x="24" y="27"/>
                    </a:lnTo>
                    <a:lnTo>
                      <a:pt x="5" y="20"/>
                    </a:lnTo>
                    <a:lnTo>
                      <a:pt x="18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8" name="Freeform 828"/>
              <p:cNvSpPr>
                <a:spLocks/>
              </p:cNvSpPr>
              <p:nvPr/>
            </p:nvSpPr>
            <p:spPr bwMode="auto">
              <a:xfrm>
                <a:off x="2596" y="1857"/>
                <a:ext cx="22" cy="25"/>
              </a:xfrm>
              <a:custGeom>
                <a:avLst/>
                <a:gdLst>
                  <a:gd name="T0" fmla="*/ 0 w 22"/>
                  <a:gd name="T1" fmla="*/ 0 h 25"/>
                  <a:gd name="T2" fmla="*/ 22 w 22"/>
                  <a:gd name="T3" fmla="*/ 8 h 25"/>
                  <a:gd name="T4" fmla="*/ 10 w 22"/>
                  <a:gd name="T5" fmla="*/ 18 h 25"/>
                  <a:gd name="T6" fmla="*/ 20 w 22"/>
                  <a:gd name="T7" fmla="*/ 25 h 25"/>
                  <a:gd name="T8" fmla="*/ 3 w 22"/>
                  <a:gd name="T9" fmla="*/ 19 h 25"/>
                  <a:gd name="T10" fmla="*/ 16 w 22"/>
                  <a:gd name="T11" fmla="*/ 9 h 25"/>
                  <a:gd name="T12" fmla="*/ 0 w 22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5"/>
                  <a:gd name="T23" fmla="*/ 22 w 22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5">
                    <a:moveTo>
                      <a:pt x="0" y="0"/>
                    </a:moveTo>
                    <a:lnTo>
                      <a:pt x="22" y="8"/>
                    </a:lnTo>
                    <a:lnTo>
                      <a:pt x="10" y="18"/>
                    </a:lnTo>
                    <a:lnTo>
                      <a:pt x="20" y="25"/>
                    </a:lnTo>
                    <a:lnTo>
                      <a:pt x="3" y="19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79" name="Freeform 829"/>
              <p:cNvSpPr>
                <a:spLocks/>
              </p:cNvSpPr>
              <p:nvPr/>
            </p:nvSpPr>
            <p:spPr bwMode="auto">
              <a:xfrm>
                <a:off x="2599" y="1858"/>
                <a:ext cx="18" cy="23"/>
              </a:xfrm>
              <a:custGeom>
                <a:avLst/>
                <a:gdLst>
                  <a:gd name="T0" fmla="*/ 0 w 18"/>
                  <a:gd name="T1" fmla="*/ 0 h 23"/>
                  <a:gd name="T2" fmla="*/ 18 w 18"/>
                  <a:gd name="T3" fmla="*/ 7 h 23"/>
                  <a:gd name="T4" fmla="*/ 7 w 18"/>
                  <a:gd name="T5" fmla="*/ 17 h 23"/>
                  <a:gd name="T6" fmla="*/ 15 w 18"/>
                  <a:gd name="T7" fmla="*/ 23 h 23"/>
                  <a:gd name="T8" fmla="*/ 1 w 18"/>
                  <a:gd name="T9" fmla="*/ 18 h 23"/>
                  <a:gd name="T10" fmla="*/ 13 w 18"/>
                  <a:gd name="T11" fmla="*/ 8 h 23"/>
                  <a:gd name="T12" fmla="*/ 0 w 18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23"/>
                  <a:gd name="T23" fmla="*/ 18 w 18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23">
                    <a:moveTo>
                      <a:pt x="0" y="0"/>
                    </a:moveTo>
                    <a:lnTo>
                      <a:pt x="18" y="7"/>
                    </a:lnTo>
                    <a:lnTo>
                      <a:pt x="7" y="17"/>
                    </a:lnTo>
                    <a:lnTo>
                      <a:pt x="15" y="23"/>
                    </a:lnTo>
                    <a:lnTo>
                      <a:pt x="1" y="18"/>
                    </a:lnTo>
                    <a:lnTo>
                      <a:pt x="1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0" name="Freeform 830"/>
              <p:cNvSpPr>
                <a:spLocks/>
              </p:cNvSpPr>
              <p:nvPr/>
            </p:nvSpPr>
            <p:spPr bwMode="auto">
              <a:xfrm>
                <a:off x="2600" y="1860"/>
                <a:ext cx="17" cy="20"/>
              </a:xfrm>
              <a:custGeom>
                <a:avLst/>
                <a:gdLst>
                  <a:gd name="T0" fmla="*/ 2 w 17"/>
                  <a:gd name="T1" fmla="*/ 0 h 20"/>
                  <a:gd name="T2" fmla="*/ 13 w 17"/>
                  <a:gd name="T3" fmla="*/ 6 h 20"/>
                  <a:gd name="T4" fmla="*/ 0 w 17"/>
                  <a:gd name="T5" fmla="*/ 16 h 20"/>
                  <a:gd name="T6" fmla="*/ 13 w 17"/>
                  <a:gd name="T7" fmla="*/ 20 h 20"/>
                  <a:gd name="T8" fmla="*/ 5 w 17"/>
                  <a:gd name="T9" fmla="*/ 15 h 20"/>
                  <a:gd name="T10" fmla="*/ 17 w 17"/>
                  <a:gd name="T11" fmla="*/ 5 h 20"/>
                  <a:gd name="T12" fmla="*/ 2 w 17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0"/>
                  <a:gd name="T23" fmla="*/ 17 w 1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0">
                    <a:moveTo>
                      <a:pt x="2" y="0"/>
                    </a:moveTo>
                    <a:lnTo>
                      <a:pt x="13" y="6"/>
                    </a:lnTo>
                    <a:lnTo>
                      <a:pt x="0" y="16"/>
                    </a:lnTo>
                    <a:lnTo>
                      <a:pt x="13" y="20"/>
                    </a:lnTo>
                    <a:lnTo>
                      <a:pt x="5" y="15"/>
                    </a:lnTo>
                    <a:lnTo>
                      <a:pt x="17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1" name="Freeform 831"/>
              <p:cNvSpPr>
                <a:spLocks/>
              </p:cNvSpPr>
              <p:nvPr/>
            </p:nvSpPr>
            <p:spPr bwMode="auto">
              <a:xfrm>
                <a:off x="2530" y="1939"/>
                <a:ext cx="76" cy="29"/>
              </a:xfrm>
              <a:custGeom>
                <a:avLst/>
                <a:gdLst>
                  <a:gd name="T0" fmla="*/ 0 w 76"/>
                  <a:gd name="T1" fmla="*/ 23 h 29"/>
                  <a:gd name="T2" fmla="*/ 41 w 76"/>
                  <a:gd name="T3" fmla="*/ 13 h 29"/>
                  <a:gd name="T4" fmla="*/ 39 w 76"/>
                  <a:gd name="T5" fmla="*/ 29 h 29"/>
                  <a:gd name="T6" fmla="*/ 76 w 76"/>
                  <a:gd name="T7" fmla="*/ 13 h 29"/>
                  <a:gd name="T8" fmla="*/ 49 w 76"/>
                  <a:gd name="T9" fmla="*/ 16 h 29"/>
                  <a:gd name="T10" fmla="*/ 52 w 76"/>
                  <a:gd name="T11" fmla="*/ 0 h 29"/>
                  <a:gd name="T12" fmla="*/ 0 w 76"/>
                  <a:gd name="T13" fmla="*/ 2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29"/>
                  <a:gd name="T23" fmla="*/ 76 w 76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29">
                    <a:moveTo>
                      <a:pt x="0" y="23"/>
                    </a:moveTo>
                    <a:lnTo>
                      <a:pt x="41" y="13"/>
                    </a:lnTo>
                    <a:lnTo>
                      <a:pt x="39" y="29"/>
                    </a:lnTo>
                    <a:lnTo>
                      <a:pt x="76" y="13"/>
                    </a:lnTo>
                    <a:lnTo>
                      <a:pt x="49" y="16"/>
                    </a:lnTo>
                    <a:lnTo>
                      <a:pt x="52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2" name="Freeform 832"/>
              <p:cNvSpPr>
                <a:spLocks/>
              </p:cNvSpPr>
              <p:nvPr/>
            </p:nvSpPr>
            <p:spPr bwMode="auto">
              <a:xfrm>
                <a:off x="2529" y="1948"/>
                <a:ext cx="45" cy="17"/>
              </a:xfrm>
              <a:custGeom>
                <a:avLst/>
                <a:gdLst>
                  <a:gd name="T0" fmla="*/ 45 w 45"/>
                  <a:gd name="T1" fmla="*/ 4 h 17"/>
                  <a:gd name="T2" fmla="*/ 41 w 45"/>
                  <a:gd name="T3" fmla="*/ 0 h 17"/>
                  <a:gd name="T4" fmla="*/ 0 w 45"/>
                  <a:gd name="T5" fmla="*/ 11 h 17"/>
                  <a:gd name="T6" fmla="*/ 1 w 45"/>
                  <a:gd name="T7" fmla="*/ 17 h 17"/>
                  <a:gd name="T8" fmla="*/ 42 w 45"/>
                  <a:gd name="T9" fmla="*/ 6 h 17"/>
                  <a:gd name="T10" fmla="*/ 39 w 45"/>
                  <a:gd name="T11" fmla="*/ 3 h 17"/>
                  <a:gd name="T12" fmla="*/ 42 w 45"/>
                  <a:gd name="T13" fmla="*/ 6 h 17"/>
                  <a:gd name="T14" fmla="*/ 45 w 45"/>
                  <a:gd name="T15" fmla="*/ 5 h 17"/>
                  <a:gd name="T16" fmla="*/ 45 w 45"/>
                  <a:gd name="T17" fmla="*/ 3 h 17"/>
                  <a:gd name="T18" fmla="*/ 44 w 45"/>
                  <a:gd name="T19" fmla="*/ 0 h 17"/>
                  <a:gd name="T20" fmla="*/ 41 w 45"/>
                  <a:gd name="T21" fmla="*/ 0 h 17"/>
                  <a:gd name="T22" fmla="*/ 45 w 45"/>
                  <a:gd name="T23" fmla="*/ 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17"/>
                  <a:gd name="T38" fmla="*/ 45 w 45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17">
                    <a:moveTo>
                      <a:pt x="45" y="4"/>
                    </a:moveTo>
                    <a:lnTo>
                      <a:pt x="41" y="0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42" y="6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5" y="5"/>
                    </a:lnTo>
                    <a:lnTo>
                      <a:pt x="45" y="3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3" name="Freeform 833"/>
              <p:cNvSpPr>
                <a:spLocks/>
              </p:cNvSpPr>
              <p:nvPr/>
            </p:nvSpPr>
            <p:spPr bwMode="auto">
              <a:xfrm>
                <a:off x="2566" y="1951"/>
                <a:ext cx="8" cy="19"/>
              </a:xfrm>
              <a:custGeom>
                <a:avLst/>
                <a:gdLst>
                  <a:gd name="T0" fmla="*/ 1 w 8"/>
                  <a:gd name="T1" fmla="*/ 15 h 19"/>
                  <a:gd name="T2" fmla="*/ 5 w 8"/>
                  <a:gd name="T3" fmla="*/ 17 h 19"/>
                  <a:gd name="T4" fmla="*/ 8 w 8"/>
                  <a:gd name="T5" fmla="*/ 1 h 19"/>
                  <a:gd name="T6" fmla="*/ 2 w 8"/>
                  <a:gd name="T7" fmla="*/ 0 h 19"/>
                  <a:gd name="T8" fmla="*/ 0 w 8"/>
                  <a:gd name="T9" fmla="*/ 16 h 19"/>
                  <a:gd name="T10" fmla="*/ 3 w 8"/>
                  <a:gd name="T11" fmla="*/ 19 h 19"/>
                  <a:gd name="T12" fmla="*/ 0 w 8"/>
                  <a:gd name="T13" fmla="*/ 16 h 19"/>
                  <a:gd name="T14" fmla="*/ 1 w 8"/>
                  <a:gd name="T15" fmla="*/ 18 h 19"/>
                  <a:gd name="T16" fmla="*/ 2 w 8"/>
                  <a:gd name="T17" fmla="*/ 19 h 19"/>
                  <a:gd name="T18" fmla="*/ 4 w 8"/>
                  <a:gd name="T19" fmla="*/ 19 h 19"/>
                  <a:gd name="T20" fmla="*/ 5 w 8"/>
                  <a:gd name="T21" fmla="*/ 17 h 19"/>
                  <a:gd name="T22" fmla="*/ 1 w 8"/>
                  <a:gd name="T23" fmla="*/ 1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9"/>
                  <a:gd name="T38" fmla="*/ 8 w 8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9">
                    <a:moveTo>
                      <a:pt x="1" y="15"/>
                    </a:moveTo>
                    <a:lnTo>
                      <a:pt x="5" y="17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5" y="17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4" name="Freeform 834"/>
              <p:cNvSpPr>
                <a:spLocks/>
              </p:cNvSpPr>
              <p:nvPr/>
            </p:nvSpPr>
            <p:spPr bwMode="auto">
              <a:xfrm>
                <a:off x="2568" y="1948"/>
                <a:ext cx="40" cy="22"/>
              </a:xfrm>
              <a:custGeom>
                <a:avLst/>
                <a:gdLst>
                  <a:gd name="T0" fmla="*/ 38 w 40"/>
                  <a:gd name="T1" fmla="*/ 6 h 22"/>
                  <a:gd name="T2" fmla="*/ 37 w 40"/>
                  <a:gd name="T3" fmla="*/ 0 h 22"/>
                  <a:gd name="T4" fmla="*/ 0 w 40"/>
                  <a:gd name="T5" fmla="*/ 18 h 22"/>
                  <a:gd name="T6" fmla="*/ 2 w 40"/>
                  <a:gd name="T7" fmla="*/ 22 h 22"/>
                  <a:gd name="T8" fmla="*/ 39 w 40"/>
                  <a:gd name="T9" fmla="*/ 5 h 22"/>
                  <a:gd name="T10" fmla="*/ 38 w 40"/>
                  <a:gd name="T11" fmla="*/ 0 h 22"/>
                  <a:gd name="T12" fmla="*/ 39 w 40"/>
                  <a:gd name="T13" fmla="*/ 5 h 22"/>
                  <a:gd name="T14" fmla="*/ 40 w 40"/>
                  <a:gd name="T15" fmla="*/ 4 h 22"/>
                  <a:gd name="T16" fmla="*/ 40 w 40"/>
                  <a:gd name="T17" fmla="*/ 2 h 22"/>
                  <a:gd name="T18" fmla="*/ 39 w 40"/>
                  <a:gd name="T19" fmla="*/ 0 h 22"/>
                  <a:gd name="T20" fmla="*/ 37 w 40"/>
                  <a:gd name="T21" fmla="*/ 0 h 22"/>
                  <a:gd name="T22" fmla="*/ 38 w 40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2"/>
                  <a:gd name="T38" fmla="*/ 40 w 40"/>
                  <a:gd name="T39" fmla="*/ 22 h 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2">
                    <a:moveTo>
                      <a:pt x="38" y="6"/>
                    </a:moveTo>
                    <a:lnTo>
                      <a:pt x="37" y="0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39" y="5"/>
                    </a:lnTo>
                    <a:lnTo>
                      <a:pt x="38" y="0"/>
                    </a:lnTo>
                    <a:lnTo>
                      <a:pt x="39" y="5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5" name="Freeform 835"/>
              <p:cNvSpPr>
                <a:spLocks/>
              </p:cNvSpPr>
              <p:nvPr/>
            </p:nvSpPr>
            <p:spPr bwMode="auto">
              <a:xfrm>
                <a:off x="2577" y="1948"/>
                <a:ext cx="29" cy="9"/>
              </a:xfrm>
              <a:custGeom>
                <a:avLst/>
                <a:gdLst>
                  <a:gd name="T0" fmla="*/ 0 w 29"/>
                  <a:gd name="T1" fmla="*/ 6 h 9"/>
                  <a:gd name="T2" fmla="*/ 3 w 29"/>
                  <a:gd name="T3" fmla="*/ 9 h 9"/>
                  <a:gd name="T4" fmla="*/ 29 w 29"/>
                  <a:gd name="T5" fmla="*/ 6 h 9"/>
                  <a:gd name="T6" fmla="*/ 28 w 29"/>
                  <a:gd name="T7" fmla="*/ 0 h 9"/>
                  <a:gd name="T8" fmla="*/ 2 w 29"/>
                  <a:gd name="T9" fmla="*/ 4 h 9"/>
                  <a:gd name="T10" fmla="*/ 5 w 29"/>
                  <a:gd name="T11" fmla="*/ 7 h 9"/>
                  <a:gd name="T12" fmla="*/ 2 w 29"/>
                  <a:gd name="T13" fmla="*/ 4 h 9"/>
                  <a:gd name="T14" fmla="*/ 1 w 29"/>
                  <a:gd name="T15" fmla="*/ 5 h 9"/>
                  <a:gd name="T16" fmla="*/ 0 w 29"/>
                  <a:gd name="T17" fmla="*/ 7 h 9"/>
                  <a:gd name="T18" fmla="*/ 1 w 29"/>
                  <a:gd name="T19" fmla="*/ 8 h 9"/>
                  <a:gd name="T20" fmla="*/ 3 w 29"/>
                  <a:gd name="T21" fmla="*/ 9 h 9"/>
                  <a:gd name="T22" fmla="*/ 0 w 29"/>
                  <a:gd name="T23" fmla="*/ 6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9"/>
                  <a:gd name="T38" fmla="*/ 29 w 2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9">
                    <a:moveTo>
                      <a:pt x="0" y="6"/>
                    </a:moveTo>
                    <a:lnTo>
                      <a:pt x="3" y="9"/>
                    </a:lnTo>
                    <a:lnTo>
                      <a:pt x="29" y="6"/>
                    </a:lnTo>
                    <a:lnTo>
                      <a:pt x="28" y="0"/>
                    </a:lnTo>
                    <a:lnTo>
                      <a:pt x="2" y="4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6" name="Freeform 836"/>
              <p:cNvSpPr>
                <a:spLocks/>
              </p:cNvSpPr>
              <p:nvPr/>
            </p:nvSpPr>
            <p:spPr bwMode="auto">
              <a:xfrm>
                <a:off x="2577" y="1937"/>
                <a:ext cx="7" cy="18"/>
              </a:xfrm>
              <a:custGeom>
                <a:avLst/>
                <a:gdLst>
                  <a:gd name="T0" fmla="*/ 5 w 7"/>
                  <a:gd name="T1" fmla="*/ 4 h 18"/>
                  <a:gd name="T2" fmla="*/ 2 w 7"/>
                  <a:gd name="T3" fmla="*/ 2 h 18"/>
                  <a:gd name="T4" fmla="*/ 0 w 7"/>
                  <a:gd name="T5" fmla="*/ 17 h 18"/>
                  <a:gd name="T6" fmla="*/ 5 w 7"/>
                  <a:gd name="T7" fmla="*/ 18 h 18"/>
                  <a:gd name="T8" fmla="*/ 7 w 7"/>
                  <a:gd name="T9" fmla="*/ 3 h 18"/>
                  <a:gd name="T10" fmla="*/ 4 w 7"/>
                  <a:gd name="T11" fmla="*/ 0 h 18"/>
                  <a:gd name="T12" fmla="*/ 7 w 7"/>
                  <a:gd name="T13" fmla="*/ 3 h 18"/>
                  <a:gd name="T14" fmla="*/ 6 w 7"/>
                  <a:gd name="T15" fmla="*/ 1 h 18"/>
                  <a:gd name="T16" fmla="*/ 5 w 7"/>
                  <a:gd name="T17" fmla="*/ 0 h 18"/>
                  <a:gd name="T18" fmla="*/ 3 w 7"/>
                  <a:gd name="T19" fmla="*/ 1 h 18"/>
                  <a:gd name="T20" fmla="*/ 2 w 7"/>
                  <a:gd name="T21" fmla="*/ 2 h 18"/>
                  <a:gd name="T22" fmla="*/ 5 w 7"/>
                  <a:gd name="T23" fmla="*/ 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5" y="4"/>
                    </a:moveTo>
                    <a:lnTo>
                      <a:pt x="2" y="2"/>
                    </a:lnTo>
                    <a:lnTo>
                      <a:pt x="0" y="17"/>
                    </a:lnTo>
                    <a:lnTo>
                      <a:pt x="5" y="18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7" name="Freeform 837"/>
              <p:cNvSpPr>
                <a:spLocks/>
              </p:cNvSpPr>
              <p:nvPr/>
            </p:nvSpPr>
            <p:spPr bwMode="auto">
              <a:xfrm>
                <a:off x="2528" y="1937"/>
                <a:ext cx="54" cy="28"/>
              </a:xfrm>
              <a:custGeom>
                <a:avLst/>
                <a:gdLst>
                  <a:gd name="T0" fmla="*/ 2 w 54"/>
                  <a:gd name="T1" fmla="*/ 22 h 28"/>
                  <a:gd name="T2" fmla="*/ 3 w 54"/>
                  <a:gd name="T3" fmla="*/ 28 h 28"/>
                  <a:gd name="T4" fmla="*/ 54 w 54"/>
                  <a:gd name="T5" fmla="*/ 4 h 28"/>
                  <a:gd name="T6" fmla="*/ 52 w 54"/>
                  <a:gd name="T7" fmla="*/ 0 h 28"/>
                  <a:gd name="T8" fmla="*/ 1 w 54"/>
                  <a:gd name="T9" fmla="*/ 22 h 28"/>
                  <a:gd name="T10" fmla="*/ 3 w 54"/>
                  <a:gd name="T11" fmla="*/ 28 h 28"/>
                  <a:gd name="T12" fmla="*/ 1 w 54"/>
                  <a:gd name="T13" fmla="*/ 22 h 28"/>
                  <a:gd name="T14" fmla="*/ 0 w 54"/>
                  <a:gd name="T15" fmla="*/ 24 h 28"/>
                  <a:gd name="T16" fmla="*/ 0 w 54"/>
                  <a:gd name="T17" fmla="*/ 25 h 28"/>
                  <a:gd name="T18" fmla="*/ 1 w 54"/>
                  <a:gd name="T19" fmla="*/ 28 h 28"/>
                  <a:gd name="T20" fmla="*/ 3 w 54"/>
                  <a:gd name="T21" fmla="*/ 28 h 28"/>
                  <a:gd name="T22" fmla="*/ 2 w 54"/>
                  <a:gd name="T23" fmla="*/ 22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4"/>
                  <a:gd name="T37" fmla="*/ 0 h 28"/>
                  <a:gd name="T38" fmla="*/ 54 w 54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4" h="28">
                    <a:moveTo>
                      <a:pt x="2" y="22"/>
                    </a:moveTo>
                    <a:lnTo>
                      <a:pt x="3" y="28"/>
                    </a:lnTo>
                    <a:lnTo>
                      <a:pt x="54" y="4"/>
                    </a:lnTo>
                    <a:lnTo>
                      <a:pt x="52" y="0"/>
                    </a:lnTo>
                    <a:lnTo>
                      <a:pt x="1" y="22"/>
                    </a:lnTo>
                    <a:lnTo>
                      <a:pt x="3" y="28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8" name="Freeform 838"/>
              <p:cNvSpPr>
                <a:spLocks/>
              </p:cNvSpPr>
              <p:nvPr/>
            </p:nvSpPr>
            <p:spPr bwMode="auto">
              <a:xfrm>
                <a:off x="2533" y="1940"/>
                <a:ext cx="70" cy="27"/>
              </a:xfrm>
              <a:custGeom>
                <a:avLst/>
                <a:gdLst>
                  <a:gd name="T0" fmla="*/ 0 w 70"/>
                  <a:gd name="T1" fmla="*/ 20 h 27"/>
                  <a:gd name="T2" fmla="*/ 48 w 70"/>
                  <a:gd name="T3" fmla="*/ 0 h 27"/>
                  <a:gd name="T4" fmla="*/ 46 w 70"/>
                  <a:gd name="T5" fmla="*/ 15 h 27"/>
                  <a:gd name="T6" fmla="*/ 70 w 70"/>
                  <a:gd name="T7" fmla="*/ 12 h 27"/>
                  <a:gd name="T8" fmla="*/ 36 w 70"/>
                  <a:gd name="T9" fmla="*/ 27 h 27"/>
                  <a:gd name="T10" fmla="*/ 38 w 70"/>
                  <a:gd name="T11" fmla="*/ 12 h 27"/>
                  <a:gd name="T12" fmla="*/ 0 w 70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0" y="20"/>
                    </a:moveTo>
                    <a:lnTo>
                      <a:pt x="48" y="0"/>
                    </a:lnTo>
                    <a:lnTo>
                      <a:pt x="46" y="15"/>
                    </a:lnTo>
                    <a:lnTo>
                      <a:pt x="70" y="12"/>
                    </a:lnTo>
                    <a:lnTo>
                      <a:pt x="36" y="27"/>
                    </a:lnTo>
                    <a:lnTo>
                      <a:pt x="38" y="12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89" name="Freeform 839"/>
              <p:cNvSpPr>
                <a:spLocks/>
              </p:cNvSpPr>
              <p:nvPr/>
            </p:nvSpPr>
            <p:spPr bwMode="auto">
              <a:xfrm>
                <a:off x="2536" y="1940"/>
                <a:ext cx="65" cy="27"/>
              </a:xfrm>
              <a:custGeom>
                <a:avLst/>
                <a:gdLst>
                  <a:gd name="T0" fmla="*/ 0 w 65"/>
                  <a:gd name="T1" fmla="*/ 20 h 27"/>
                  <a:gd name="T2" fmla="*/ 44 w 65"/>
                  <a:gd name="T3" fmla="*/ 0 h 27"/>
                  <a:gd name="T4" fmla="*/ 42 w 65"/>
                  <a:gd name="T5" fmla="*/ 16 h 27"/>
                  <a:gd name="T6" fmla="*/ 65 w 65"/>
                  <a:gd name="T7" fmla="*/ 13 h 27"/>
                  <a:gd name="T8" fmla="*/ 33 w 65"/>
                  <a:gd name="T9" fmla="*/ 27 h 27"/>
                  <a:gd name="T10" fmla="*/ 35 w 65"/>
                  <a:gd name="T11" fmla="*/ 11 h 27"/>
                  <a:gd name="T12" fmla="*/ 0 w 65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0" y="20"/>
                    </a:moveTo>
                    <a:lnTo>
                      <a:pt x="44" y="0"/>
                    </a:lnTo>
                    <a:lnTo>
                      <a:pt x="42" y="16"/>
                    </a:lnTo>
                    <a:lnTo>
                      <a:pt x="65" y="13"/>
                    </a:lnTo>
                    <a:lnTo>
                      <a:pt x="33" y="27"/>
                    </a:lnTo>
                    <a:lnTo>
                      <a:pt x="35" y="1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0" name="Freeform 840"/>
              <p:cNvSpPr>
                <a:spLocks/>
              </p:cNvSpPr>
              <p:nvPr/>
            </p:nvSpPr>
            <p:spPr bwMode="auto">
              <a:xfrm>
                <a:off x="2540" y="1940"/>
                <a:ext cx="59" cy="26"/>
              </a:xfrm>
              <a:custGeom>
                <a:avLst/>
                <a:gdLst>
                  <a:gd name="T0" fmla="*/ 0 w 59"/>
                  <a:gd name="T1" fmla="*/ 18 h 26"/>
                  <a:gd name="T2" fmla="*/ 40 w 59"/>
                  <a:gd name="T3" fmla="*/ 0 h 26"/>
                  <a:gd name="T4" fmla="*/ 38 w 59"/>
                  <a:gd name="T5" fmla="*/ 16 h 26"/>
                  <a:gd name="T6" fmla="*/ 59 w 59"/>
                  <a:gd name="T7" fmla="*/ 13 h 26"/>
                  <a:gd name="T8" fmla="*/ 30 w 59"/>
                  <a:gd name="T9" fmla="*/ 26 h 26"/>
                  <a:gd name="T10" fmla="*/ 33 w 59"/>
                  <a:gd name="T11" fmla="*/ 10 h 26"/>
                  <a:gd name="T12" fmla="*/ 0 w 59"/>
                  <a:gd name="T13" fmla="*/ 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0" y="18"/>
                    </a:moveTo>
                    <a:lnTo>
                      <a:pt x="40" y="0"/>
                    </a:lnTo>
                    <a:lnTo>
                      <a:pt x="38" y="16"/>
                    </a:lnTo>
                    <a:lnTo>
                      <a:pt x="59" y="13"/>
                    </a:lnTo>
                    <a:lnTo>
                      <a:pt x="30" y="26"/>
                    </a:lnTo>
                    <a:lnTo>
                      <a:pt x="33" y="1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1" name="Freeform 841"/>
              <p:cNvSpPr>
                <a:spLocks/>
              </p:cNvSpPr>
              <p:nvPr/>
            </p:nvSpPr>
            <p:spPr bwMode="auto">
              <a:xfrm>
                <a:off x="2543" y="1941"/>
                <a:ext cx="54" cy="25"/>
              </a:xfrm>
              <a:custGeom>
                <a:avLst/>
                <a:gdLst>
                  <a:gd name="T0" fmla="*/ 0 w 54"/>
                  <a:gd name="T1" fmla="*/ 16 h 25"/>
                  <a:gd name="T2" fmla="*/ 37 w 54"/>
                  <a:gd name="T3" fmla="*/ 0 h 25"/>
                  <a:gd name="T4" fmla="*/ 34 w 54"/>
                  <a:gd name="T5" fmla="*/ 16 h 25"/>
                  <a:gd name="T6" fmla="*/ 54 w 54"/>
                  <a:gd name="T7" fmla="*/ 12 h 25"/>
                  <a:gd name="T8" fmla="*/ 27 w 54"/>
                  <a:gd name="T9" fmla="*/ 25 h 25"/>
                  <a:gd name="T10" fmla="*/ 30 w 54"/>
                  <a:gd name="T11" fmla="*/ 9 h 25"/>
                  <a:gd name="T12" fmla="*/ 0 w 54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0" y="16"/>
                    </a:moveTo>
                    <a:lnTo>
                      <a:pt x="37" y="0"/>
                    </a:lnTo>
                    <a:lnTo>
                      <a:pt x="34" y="16"/>
                    </a:lnTo>
                    <a:lnTo>
                      <a:pt x="54" y="12"/>
                    </a:lnTo>
                    <a:lnTo>
                      <a:pt x="27" y="25"/>
                    </a:lnTo>
                    <a:lnTo>
                      <a:pt x="30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2" name="Freeform 842"/>
              <p:cNvSpPr>
                <a:spLocks/>
              </p:cNvSpPr>
              <p:nvPr/>
            </p:nvSpPr>
            <p:spPr bwMode="auto">
              <a:xfrm>
                <a:off x="2547" y="1941"/>
                <a:ext cx="48" cy="25"/>
              </a:xfrm>
              <a:custGeom>
                <a:avLst/>
                <a:gdLst>
                  <a:gd name="T0" fmla="*/ 0 w 48"/>
                  <a:gd name="T1" fmla="*/ 16 h 25"/>
                  <a:gd name="T2" fmla="*/ 32 w 48"/>
                  <a:gd name="T3" fmla="*/ 0 h 25"/>
                  <a:gd name="T4" fmla="*/ 30 w 48"/>
                  <a:gd name="T5" fmla="*/ 17 h 25"/>
                  <a:gd name="T6" fmla="*/ 48 w 48"/>
                  <a:gd name="T7" fmla="*/ 13 h 25"/>
                  <a:gd name="T8" fmla="*/ 24 w 48"/>
                  <a:gd name="T9" fmla="*/ 25 h 25"/>
                  <a:gd name="T10" fmla="*/ 27 w 48"/>
                  <a:gd name="T11" fmla="*/ 9 h 25"/>
                  <a:gd name="T12" fmla="*/ 0 w 48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5"/>
                  <a:gd name="T23" fmla="*/ 48 w 48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5">
                    <a:moveTo>
                      <a:pt x="0" y="16"/>
                    </a:moveTo>
                    <a:lnTo>
                      <a:pt x="32" y="0"/>
                    </a:lnTo>
                    <a:lnTo>
                      <a:pt x="30" y="17"/>
                    </a:lnTo>
                    <a:lnTo>
                      <a:pt x="48" y="13"/>
                    </a:lnTo>
                    <a:lnTo>
                      <a:pt x="24" y="25"/>
                    </a:lnTo>
                    <a:lnTo>
                      <a:pt x="27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3" name="Freeform 843"/>
              <p:cNvSpPr>
                <a:spLocks/>
              </p:cNvSpPr>
              <p:nvPr/>
            </p:nvSpPr>
            <p:spPr bwMode="auto">
              <a:xfrm>
                <a:off x="2550" y="1942"/>
                <a:ext cx="43" cy="23"/>
              </a:xfrm>
              <a:custGeom>
                <a:avLst/>
                <a:gdLst>
                  <a:gd name="T0" fmla="*/ 0 w 43"/>
                  <a:gd name="T1" fmla="*/ 13 h 23"/>
                  <a:gd name="T2" fmla="*/ 29 w 43"/>
                  <a:gd name="T3" fmla="*/ 0 h 23"/>
                  <a:gd name="T4" fmla="*/ 27 w 43"/>
                  <a:gd name="T5" fmla="*/ 15 h 23"/>
                  <a:gd name="T6" fmla="*/ 43 w 43"/>
                  <a:gd name="T7" fmla="*/ 13 h 23"/>
                  <a:gd name="T8" fmla="*/ 21 w 43"/>
                  <a:gd name="T9" fmla="*/ 23 h 23"/>
                  <a:gd name="T10" fmla="*/ 24 w 43"/>
                  <a:gd name="T11" fmla="*/ 6 h 23"/>
                  <a:gd name="T12" fmla="*/ 0 w 43"/>
                  <a:gd name="T13" fmla="*/ 1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3"/>
                  <a:gd name="T23" fmla="*/ 43 w 43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3">
                    <a:moveTo>
                      <a:pt x="0" y="13"/>
                    </a:moveTo>
                    <a:lnTo>
                      <a:pt x="29" y="0"/>
                    </a:lnTo>
                    <a:lnTo>
                      <a:pt x="27" y="15"/>
                    </a:lnTo>
                    <a:lnTo>
                      <a:pt x="43" y="13"/>
                    </a:lnTo>
                    <a:lnTo>
                      <a:pt x="21" y="23"/>
                    </a:lnTo>
                    <a:lnTo>
                      <a:pt x="24" y="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4" name="Freeform 844"/>
              <p:cNvSpPr>
                <a:spLocks/>
              </p:cNvSpPr>
              <p:nvPr/>
            </p:nvSpPr>
            <p:spPr bwMode="auto">
              <a:xfrm>
                <a:off x="2553" y="1942"/>
                <a:ext cx="38" cy="21"/>
              </a:xfrm>
              <a:custGeom>
                <a:avLst/>
                <a:gdLst>
                  <a:gd name="T0" fmla="*/ 0 w 38"/>
                  <a:gd name="T1" fmla="*/ 12 h 21"/>
                  <a:gd name="T2" fmla="*/ 26 w 38"/>
                  <a:gd name="T3" fmla="*/ 0 h 21"/>
                  <a:gd name="T4" fmla="*/ 24 w 38"/>
                  <a:gd name="T5" fmla="*/ 15 h 21"/>
                  <a:gd name="T6" fmla="*/ 38 w 38"/>
                  <a:gd name="T7" fmla="*/ 13 h 21"/>
                  <a:gd name="T8" fmla="*/ 18 w 38"/>
                  <a:gd name="T9" fmla="*/ 21 h 21"/>
                  <a:gd name="T10" fmla="*/ 21 w 38"/>
                  <a:gd name="T11" fmla="*/ 6 h 21"/>
                  <a:gd name="T12" fmla="*/ 0 w 38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0" y="12"/>
                    </a:moveTo>
                    <a:lnTo>
                      <a:pt x="26" y="0"/>
                    </a:lnTo>
                    <a:lnTo>
                      <a:pt x="24" y="15"/>
                    </a:lnTo>
                    <a:lnTo>
                      <a:pt x="38" y="13"/>
                    </a:lnTo>
                    <a:lnTo>
                      <a:pt x="18" y="21"/>
                    </a:lnTo>
                    <a:lnTo>
                      <a:pt x="21" y="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5" name="Freeform 845"/>
              <p:cNvSpPr>
                <a:spLocks/>
              </p:cNvSpPr>
              <p:nvPr/>
            </p:nvSpPr>
            <p:spPr bwMode="auto">
              <a:xfrm>
                <a:off x="2556" y="1942"/>
                <a:ext cx="34" cy="21"/>
              </a:xfrm>
              <a:custGeom>
                <a:avLst/>
                <a:gdLst>
                  <a:gd name="T0" fmla="*/ 0 w 34"/>
                  <a:gd name="T1" fmla="*/ 10 h 21"/>
                  <a:gd name="T2" fmla="*/ 23 w 34"/>
                  <a:gd name="T3" fmla="*/ 0 h 21"/>
                  <a:gd name="T4" fmla="*/ 21 w 34"/>
                  <a:gd name="T5" fmla="*/ 16 h 21"/>
                  <a:gd name="T6" fmla="*/ 34 w 34"/>
                  <a:gd name="T7" fmla="*/ 14 h 21"/>
                  <a:gd name="T8" fmla="*/ 17 w 34"/>
                  <a:gd name="T9" fmla="*/ 21 h 21"/>
                  <a:gd name="T10" fmla="*/ 19 w 34"/>
                  <a:gd name="T11" fmla="*/ 5 h 21"/>
                  <a:gd name="T12" fmla="*/ 0 w 34"/>
                  <a:gd name="T13" fmla="*/ 1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21"/>
                  <a:gd name="T23" fmla="*/ 34 w 34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21">
                    <a:moveTo>
                      <a:pt x="0" y="10"/>
                    </a:moveTo>
                    <a:lnTo>
                      <a:pt x="23" y="0"/>
                    </a:lnTo>
                    <a:lnTo>
                      <a:pt x="21" y="16"/>
                    </a:lnTo>
                    <a:lnTo>
                      <a:pt x="34" y="14"/>
                    </a:lnTo>
                    <a:lnTo>
                      <a:pt x="17" y="21"/>
                    </a:lnTo>
                    <a:lnTo>
                      <a:pt x="19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6" name="Freeform 846"/>
              <p:cNvSpPr>
                <a:spLocks/>
              </p:cNvSpPr>
              <p:nvPr/>
            </p:nvSpPr>
            <p:spPr bwMode="auto">
              <a:xfrm>
                <a:off x="2560" y="1943"/>
                <a:ext cx="27" cy="20"/>
              </a:xfrm>
              <a:custGeom>
                <a:avLst/>
                <a:gdLst>
                  <a:gd name="T0" fmla="*/ 0 w 27"/>
                  <a:gd name="T1" fmla="*/ 9 h 20"/>
                  <a:gd name="T2" fmla="*/ 18 w 27"/>
                  <a:gd name="T3" fmla="*/ 0 h 20"/>
                  <a:gd name="T4" fmla="*/ 16 w 27"/>
                  <a:gd name="T5" fmla="*/ 16 h 20"/>
                  <a:gd name="T6" fmla="*/ 27 w 27"/>
                  <a:gd name="T7" fmla="*/ 14 h 20"/>
                  <a:gd name="T8" fmla="*/ 13 w 27"/>
                  <a:gd name="T9" fmla="*/ 20 h 20"/>
                  <a:gd name="T10" fmla="*/ 16 w 27"/>
                  <a:gd name="T11" fmla="*/ 4 h 20"/>
                  <a:gd name="T12" fmla="*/ 0 w 27"/>
                  <a:gd name="T13" fmla="*/ 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0" y="9"/>
                    </a:moveTo>
                    <a:lnTo>
                      <a:pt x="18" y="0"/>
                    </a:lnTo>
                    <a:lnTo>
                      <a:pt x="16" y="16"/>
                    </a:lnTo>
                    <a:lnTo>
                      <a:pt x="27" y="14"/>
                    </a:lnTo>
                    <a:lnTo>
                      <a:pt x="13" y="20"/>
                    </a:lnTo>
                    <a:lnTo>
                      <a:pt x="16" y="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7" name="Freeform 847"/>
              <p:cNvSpPr>
                <a:spLocks/>
              </p:cNvSpPr>
              <p:nvPr/>
            </p:nvSpPr>
            <p:spPr bwMode="auto">
              <a:xfrm>
                <a:off x="2564" y="1943"/>
                <a:ext cx="21" cy="19"/>
              </a:xfrm>
              <a:custGeom>
                <a:avLst/>
                <a:gdLst>
                  <a:gd name="T0" fmla="*/ 0 w 21"/>
                  <a:gd name="T1" fmla="*/ 7 h 19"/>
                  <a:gd name="T2" fmla="*/ 12 w 21"/>
                  <a:gd name="T3" fmla="*/ 3 h 19"/>
                  <a:gd name="T4" fmla="*/ 10 w 21"/>
                  <a:gd name="T5" fmla="*/ 19 h 19"/>
                  <a:gd name="T6" fmla="*/ 21 w 21"/>
                  <a:gd name="T7" fmla="*/ 14 h 19"/>
                  <a:gd name="T8" fmla="*/ 12 w 21"/>
                  <a:gd name="T9" fmla="*/ 16 h 19"/>
                  <a:gd name="T10" fmla="*/ 14 w 21"/>
                  <a:gd name="T11" fmla="*/ 0 h 19"/>
                  <a:gd name="T12" fmla="*/ 0 w 21"/>
                  <a:gd name="T13" fmla="*/ 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0" y="7"/>
                    </a:moveTo>
                    <a:lnTo>
                      <a:pt x="12" y="3"/>
                    </a:lnTo>
                    <a:lnTo>
                      <a:pt x="10" y="19"/>
                    </a:lnTo>
                    <a:lnTo>
                      <a:pt x="21" y="14"/>
                    </a:lnTo>
                    <a:lnTo>
                      <a:pt x="12" y="16"/>
                    </a:lnTo>
                    <a:lnTo>
                      <a:pt x="1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8" name="Freeform 848"/>
              <p:cNvSpPr>
                <a:spLocks/>
              </p:cNvSpPr>
              <p:nvPr/>
            </p:nvSpPr>
            <p:spPr bwMode="auto">
              <a:xfrm>
                <a:off x="2752" y="1830"/>
                <a:ext cx="45" cy="62"/>
              </a:xfrm>
              <a:custGeom>
                <a:avLst/>
                <a:gdLst>
                  <a:gd name="T0" fmla="*/ 45 w 45"/>
                  <a:gd name="T1" fmla="*/ 0 h 62"/>
                  <a:gd name="T2" fmla="*/ 24 w 45"/>
                  <a:gd name="T3" fmla="*/ 37 h 62"/>
                  <a:gd name="T4" fmla="*/ 14 w 45"/>
                  <a:gd name="T5" fmla="*/ 24 h 62"/>
                  <a:gd name="T6" fmla="*/ 0 w 45"/>
                  <a:gd name="T7" fmla="*/ 62 h 62"/>
                  <a:gd name="T8" fmla="*/ 16 w 45"/>
                  <a:gd name="T9" fmla="*/ 40 h 62"/>
                  <a:gd name="T10" fmla="*/ 26 w 45"/>
                  <a:gd name="T11" fmla="*/ 52 h 62"/>
                  <a:gd name="T12" fmla="*/ 45 w 45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"/>
                  <a:gd name="T22" fmla="*/ 0 h 62"/>
                  <a:gd name="T23" fmla="*/ 45 w 45"/>
                  <a:gd name="T24" fmla="*/ 62 h 6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" h="62">
                    <a:moveTo>
                      <a:pt x="45" y="0"/>
                    </a:moveTo>
                    <a:lnTo>
                      <a:pt x="24" y="37"/>
                    </a:lnTo>
                    <a:lnTo>
                      <a:pt x="14" y="24"/>
                    </a:lnTo>
                    <a:lnTo>
                      <a:pt x="0" y="62"/>
                    </a:lnTo>
                    <a:lnTo>
                      <a:pt x="16" y="40"/>
                    </a:lnTo>
                    <a:lnTo>
                      <a:pt x="26" y="5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99" name="Freeform 849"/>
              <p:cNvSpPr>
                <a:spLocks/>
              </p:cNvSpPr>
              <p:nvPr/>
            </p:nvSpPr>
            <p:spPr bwMode="auto">
              <a:xfrm>
                <a:off x="2773" y="1829"/>
                <a:ext cx="26" cy="40"/>
              </a:xfrm>
              <a:custGeom>
                <a:avLst/>
                <a:gdLst>
                  <a:gd name="T0" fmla="*/ 1 w 26"/>
                  <a:gd name="T1" fmla="*/ 39 h 40"/>
                  <a:gd name="T2" fmla="*/ 5 w 26"/>
                  <a:gd name="T3" fmla="*/ 39 h 40"/>
                  <a:gd name="T4" fmla="*/ 26 w 26"/>
                  <a:gd name="T5" fmla="*/ 2 h 40"/>
                  <a:gd name="T6" fmla="*/ 22 w 26"/>
                  <a:gd name="T7" fmla="*/ 0 h 40"/>
                  <a:gd name="T8" fmla="*/ 0 w 26"/>
                  <a:gd name="T9" fmla="*/ 36 h 40"/>
                  <a:gd name="T10" fmla="*/ 5 w 26"/>
                  <a:gd name="T11" fmla="*/ 36 h 40"/>
                  <a:gd name="T12" fmla="*/ 0 w 26"/>
                  <a:gd name="T13" fmla="*/ 36 h 40"/>
                  <a:gd name="T14" fmla="*/ 0 w 26"/>
                  <a:gd name="T15" fmla="*/ 38 h 40"/>
                  <a:gd name="T16" fmla="*/ 1 w 26"/>
                  <a:gd name="T17" fmla="*/ 40 h 40"/>
                  <a:gd name="T18" fmla="*/ 4 w 26"/>
                  <a:gd name="T19" fmla="*/ 40 h 40"/>
                  <a:gd name="T20" fmla="*/ 5 w 26"/>
                  <a:gd name="T21" fmla="*/ 39 h 40"/>
                  <a:gd name="T22" fmla="*/ 1 w 26"/>
                  <a:gd name="T23" fmla="*/ 39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40"/>
                  <a:gd name="T38" fmla="*/ 26 w 26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40">
                    <a:moveTo>
                      <a:pt x="1" y="39"/>
                    </a:moveTo>
                    <a:lnTo>
                      <a:pt x="5" y="39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0" y="36"/>
                    </a:lnTo>
                    <a:lnTo>
                      <a:pt x="5" y="36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0" name="Freeform 850"/>
              <p:cNvSpPr>
                <a:spLocks/>
              </p:cNvSpPr>
              <p:nvPr/>
            </p:nvSpPr>
            <p:spPr bwMode="auto">
              <a:xfrm>
                <a:off x="2764" y="1851"/>
                <a:ext cx="14" cy="17"/>
              </a:xfrm>
              <a:custGeom>
                <a:avLst/>
                <a:gdLst>
                  <a:gd name="T0" fmla="*/ 4 w 14"/>
                  <a:gd name="T1" fmla="*/ 3 h 17"/>
                  <a:gd name="T2" fmla="*/ 0 w 14"/>
                  <a:gd name="T3" fmla="*/ 5 h 17"/>
                  <a:gd name="T4" fmla="*/ 9 w 14"/>
                  <a:gd name="T5" fmla="*/ 17 h 17"/>
                  <a:gd name="T6" fmla="*/ 14 w 14"/>
                  <a:gd name="T7" fmla="*/ 14 h 17"/>
                  <a:gd name="T8" fmla="*/ 4 w 14"/>
                  <a:gd name="T9" fmla="*/ 1 h 17"/>
                  <a:gd name="T10" fmla="*/ 0 w 14"/>
                  <a:gd name="T11" fmla="*/ 2 h 17"/>
                  <a:gd name="T12" fmla="*/ 4 w 14"/>
                  <a:gd name="T13" fmla="*/ 1 h 17"/>
                  <a:gd name="T14" fmla="*/ 2 w 14"/>
                  <a:gd name="T15" fmla="*/ 0 h 17"/>
                  <a:gd name="T16" fmla="*/ 1 w 14"/>
                  <a:gd name="T17" fmla="*/ 1 h 17"/>
                  <a:gd name="T18" fmla="*/ 0 w 14"/>
                  <a:gd name="T19" fmla="*/ 2 h 17"/>
                  <a:gd name="T20" fmla="*/ 0 w 14"/>
                  <a:gd name="T21" fmla="*/ 5 h 17"/>
                  <a:gd name="T22" fmla="*/ 4 w 14"/>
                  <a:gd name="T23" fmla="*/ 3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4" y="3"/>
                    </a:moveTo>
                    <a:lnTo>
                      <a:pt x="0" y="5"/>
                    </a:lnTo>
                    <a:lnTo>
                      <a:pt x="9" y="17"/>
                    </a:lnTo>
                    <a:lnTo>
                      <a:pt x="14" y="14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1" name="Freeform 851"/>
              <p:cNvSpPr>
                <a:spLocks/>
              </p:cNvSpPr>
              <p:nvPr/>
            </p:nvSpPr>
            <p:spPr bwMode="auto">
              <a:xfrm>
                <a:off x="2750" y="1853"/>
                <a:ext cx="18" cy="41"/>
              </a:xfrm>
              <a:custGeom>
                <a:avLst/>
                <a:gdLst>
                  <a:gd name="T0" fmla="*/ 0 w 18"/>
                  <a:gd name="T1" fmla="*/ 37 h 41"/>
                  <a:gd name="T2" fmla="*/ 4 w 18"/>
                  <a:gd name="T3" fmla="*/ 39 h 41"/>
                  <a:gd name="T4" fmla="*/ 18 w 18"/>
                  <a:gd name="T5" fmla="*/ 1 h 41"/>
                  <a:gd name="T6" fmla="*/ 14 w 18"/>
                  <a:gd name="T7" fmla="*/ 0 h 41"/>
                  <a:gd name="T8" fmla="*/ 0 w 18"/>
                  <a:gd name="T9" fmla="*/ 38 h 41"/>
                  <a:gd name="T10" fmla="*/ 4 w 18"/>
                  <a:gd name="T11" fmla="*/ 40 h 41"/>
                  <a:gd name="T12" fmla="*/ 0 w 18"/>
                  <a:gd name="T13" fmla="*/ 38 h 41"/>
                  <a:gd name="T14" fmla="*/ 0 w 18"/>
                  <a:gd name="T15" fmla="*/ 40 h 41"/>
                  <a:gd name="T16" fmla="*/ 2 w 18"/>
                  <a:gd name="T17" fmla="*/ 41 h 41"/>
                  <a:gd name="T18" fmla="*/ 3 w 18"/>
                  <a:gd name="T19" fmla="*/ 41 h 41"/>
                  <a:gd name="T20" fmla="*/ 4 w 18"/>
                  <a:gd name="T21" fmla="*/ 39 h 41"/>
                  <a:gd name="T22" fmla="*/ 0 w 18"/>
                  <a:gd name="T23" fmla="*/ 3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41"/>
                  <a:gd name="T38" fmla="*/ 18 w 18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41">
                    <a:moveTo>
                      <a:pt x="0" y="37"/>
                    </a:moveTo>
                    <a:lnTo>
                      <a:pt x="4" y="39"/>
                    </a:lnTo>
                    <a:lnTo>
                      <a:pt x="18" y="1"/>
                    </a:lnTo>
                    <a:lnTo>
                      <a:pt x="14" y="0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2" name="Freeform 852"/>
              <p:cNvSpPr>
                <a:spLocks/>
              </p:cNvSpPr>
              <p:nvPr/>
            </p:nvSpPr>
            <p:spPr bwMode="auto">
              <a:xfrm>
                <a:off x="2750" y="1867"/>
                <a:ext cx="21" cy="26"/>
              </a:xfrm>
              <a:custGeom>
                <a:avLst/>
                <a:gdLst>
                  <a:gd name="T0" fmla="*/ 20 w 21"/>
                  <a:gd name="T1" fmla="*/ 1 h 26"/>
                  <a:gd name="T2" fmla="*/ 17 w 21"/>
                  <a:gd name="T3" fmla="*/ 1 h 26"/>
                  <a:gd name="T4" fmla="*/ 0 w 21"/>
                  <a:gd name="T5" fmla="*/ 23 h 26"/>
                  <a:gd name="T6" fmla="*/ 4 w 21"/>
                  <a:gd name="T7" fmla="*/ 26 h 26"/>
                  <a:gd name="T8" fmla="*/ 20 w 21"/>
                  <a:gd name="T9" fmla="*/ 5 h 26"/>
                  <a:gd name="T10" fmla="*/ 17 w 21"/>
                  <a:gd name="T11" fmla="*/ 5 h 26"/>
                  <a:gd name="T12" fmla="*/ 20 w 21"/>
                  <a:gd name="T13" fmla="*/ 5 h 26"/>
                  <a:gd name="T14" fmla="*/ 21 w 21"/>
                  <a:gd name="T15" fmla="*/ 2 h 26"/>
                  <a:gd name="T16" fmla="*/ 20 w 21"/>
                  <a:gd name="T17" fmla="*/ 1 h 26"/>
                  <a:gd name="T18" fmla="*/ 18 w 21"/>
                  <a:gd name="T19" fmla="*/ 0 h 26"/>
                  <a:gd name="T20" fmla="*/ 17 w 21"/>
                  <a:gd name="T21" fmla="*/ 1 h 26"/>
                  <a:gd name="T22" fmla="*/ 20 w 21"/>
                  <a:gd name="T23" fmla="*/ 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26"/>
                  <a:gd name="T38" fmla="*/ 21 w 2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26">
                    <a:moveTo>
                      <a:pt x="20" y="1"/>
                    </a:moveTo>
                    <a:lnTo>
                      <a:pt x="17" y="1"/>
                    </a:lnTo>
                    <a:lnTo>
                      <a:pt x="0" y="23"/>
                    </a:lnTo>
                    <a:lnTo>
                      <a:pt x="4" y="26"/>
                    </a:lnTo>
                    <a:lnTo>
                      <a:pt x="20" y="5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3" name="Freeform 853"/>
              <p:cNvSpPr>
                <a:spLocks/>
              </p:cNvSpPr>
              <p:nvPr/>
            </p:nvSpPr>
            <p:spPr bwMode="auto">
              <a:xfrm>
                <a:off x="2766" y="1868"/>
                <a:ext cx="14" cy="17"/>
              </a:xfrm>
              <a:custGeom>
                <a:avLst/>
                <a:gdLst>
                  <a:gd name="T0" fmla="*/ 8 w 14"/>
                  <a:gd name="T1" fmla="*/ 14 h 17"/>
                  <a:gd name="T2" fmla="*/ 13 w 14"/>
                  <a:gd name="T3" fmla="*/ 13 h 17"/>
                  <a:gd name="T4" fmla="*/ 4 w 14"/>
                  <a:gd name="T5" fmla="*/ 0 h 17"/>
                  <a:gd name="T6" fmla="*/ 0 w 14"/>
                  <a:gd name="T7" fmla="*/ 4 h 17"/>
                  <a:gd name="T8" fmla="*/ 10 w 14"/>
                  <a:gd name="T9" fmla="*/ 16 h 17"/>
                  <a:gd name="T10" fmla="*/ 14 w 14"/>
                  <a:gd name="T11" fmla="*/ 15 h 17"/>
                  <a:gd name="T12" fmla="*/ 10 w 14"/>
                  <a:gd name="T13" fmla="*/ 16 h 17"/>
                  <a:gd name="T14" fmla="*/ 11 w 14"/>
                  <a:gd name="T15" fmla="*/ 17 h 17"/>
                  <a:gd name="T16" fmla="*/ 13 w 14"/>
                  <a:gd name="T17" fmla="*/ 16 h 17"/>
                  <a:gd name="T18" fmla="*/ 14 w 14"/>
                  <a:gd name="T19" fmla="*/ 15 h 17"/>
                  <a:gd name="T20" fmla="*/ 13 w 14"/>
                  <a:gd name="T21" fmla="*/ 13 h 17"/>
                  <a:gd name="T22" fmla="*/ 8 w 14"/>
                  <a:gd name="T23" fmla="*/ 1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8" y="14"/>
                    </a:moveTo>
                    <a:lnTo>
                      <a:pt x="13" y="13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10" y="16"/>
                    </a:lnTo>
                    <a:lnTo>
                      <a:pt x="14" y="15"/>
                    </a:lnTo>
                    <a:lnTo>
                      <a:pt x="10" y="16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4" name="Freeform 854"/>
              <p:cNvSpPr>
                <a:spLocks/>
              </p:cNvSpPr>
              <p:nvPr/>
            </p:nvSpPr>
            <p:spPr bwMode="auto">
              <a:xfrm>
                <a:off x="2776" y="1828"/>
                <a:ext cx="23" cy="55"/>
              </a:xfrm>
              <a:custGeom>
                <a:avLst/>
                <a:gdLst>
                  <a:gd name="T0" fmla="*/ 23 w 23"/>
                  <a:gd name="T1" fmla="*/ 3 h 55"/>
                  <a:gd name="T2" fmla="*/ 19 w 23"/>
                  <a:gd name="T3" fmla="*/ 1 h 55"/>
                  <a:gd name="T4" fmla="*/ 0 w 23"/>
                  <a:gd name="T5" fmla="*/ 54 h 55"/>
                  <a:gd name="T6" fmla="*/ 4 w 23"/>
                  <a:gd name="T7" fmla="*/ 55 h 55"/>
                  <a:gd name="T8" fmla="*/ 23 w 23"/>
                  <a:gd name="T9" fmla="*/ 3 h 55"/>
                  <a:gd name="T10" fmla="*/ 19 w 23"/>
                  <a:gd name="T11" fmla="*/ 1 h 55"/>
                  <a:gd name="T12" fmla="*/ 23 w 23"/>
                  <a:gd name="T13" fmla="*/ 3 h 55"/>
                  <a:gd name="T14" fmla="*/ 23 w 23"/>
                  <a:gd name="T15" fmla="*/ 1 h 55"/>
                  <a:gd name="T16" fmla="*/ 21 w 23"/>
                  <a:gd name="T17" fmla="*/ 0 h 55"/>
                  <a:gd name="T18" fmla="*/ 20 w 23"/>
                  <a:gd name="T19" fmla="*/ 0 h 55"/>
                  <a:gd name="T20" fmla="*/ 19 w 23"/>
                  <a:gd name="T21" fmla="*/ 1 h 55"/>
                  <a:gd name="T22" fmla="*/ 23 w 23"/>
                  <a:gd name="T23" fmla="*/ 3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5"/>
                  <a:gd name="T38" fmla="*/ 23 w 23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5">
                    <a:moveTo>
                      <a:pt x="23" y="3"/>
                    </a:moveTo>
                    <a:lnTo>
                      <a:pt x="19" y="1"/>
                    </a:lnTo>
                    <a:lnTo>
                      <a:pt x="0" y="54"/>
                    </a:lnTo>
                    <a:lnTo>
                      <a:pt x="4" y="55"/>
                    </a:lnTo>
                    <a:lnTo>
                      <a:pt x="23" y="3"/>
                    </a:lnTo>
                    <a:lnTo>
                      <a:pt x="19" y="1"/>
                    </a:lnTo>
                    <a:lnTo>
                      <a:pt x="23" y="3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19" y="1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5" name="Freeform 855"/>
              <p:cNvSpPr>
                <a:spLocks/>
              </p:cNvSpPr>
              <p:nvPr/>
            </p:nvSpPr>
            <p:spPr bwMode="auto">
              <a:xfrm>
                <a:off x="2753" y="1833"/>
                <a:ext cx="43" cy="57"/>
              </a:xfrm>
              <a:custGeom>
                <a:avLst/>
                <a:gdLst>
                  <a:gd name="T0" fmla="*/ 43 w 43"/>
                  <a:gd name="T1" fmla="*/ 0 h 57"/>
                  <a:gd name="T2" fmla="*/ 25 w 43"/>
                  <a:gd name="T3" fmla="*/ 49 h 57"/>
                  <a:gd name="T4" fmla="*/ 15 w 43"/>
                  <a:gd name="T5" fmla="*/ 36 h 57"/>
                  <a:gd name="T6" fmla="*/ 0 w 43"/>
                  <a:gd name="T7" fmla="*/ 57 h 57"/>
                  <a:gd name="T8" fmla="*/ 13 w 43"/>
                  <a:gd name="T9" fmla="*/ 21 h 57"/>
                  <a:gd name="T10" fmla="*/ 23 w 43"/>
                  <a:gd name="T11" fmla="*/ 34 h 57"/>
                  <a:gd name="T12" fmla="*/ 43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7"/>
                  <a:gd name="T23" fmla="*/ 43 w 43"/>
                  <a:gd name="T24" fmla="*/ 57 h 5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7">
                    <a:moveTo>
                      <a:pt x="43" y="0"/>
                    </a:moveTo>
                    <a:lnTo>
                      <a:pt x="25" y="49"/>
                    </a:lnTo>
                    <a:lnTo>
                      <a:pt x="15" y="36"/>
                    </a:lnTo>
                    <a:lnTo>
                      <a:pt x="0" y="57"/>
                    </a:lnTo>
                    <a:lnTo>
                      <a:pt x="13" y="21"/>
                    </a:lnTo>
                    <a:lnTo>
                      <a:pt x="23" y="34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6" name="Freeform 856"/>
              <p:cNvSpPr>
                <a:spLocks/>
              </p:cNvSpPr>
              <p:nvPr/>
            </p:nvSpPr>
            <p:spPr bwMode="auto">
              <a:xfrm>
                <a:off x="2754" y="1836"/>
                <a:ext cx="41" cy="52"/>
              </a:xfrm>
              <a:custGeom>
                <a:avLst/>
                <a:gdLst>
                  <a:gd name="T0" fmla="*/ 41 w 41"/>
                  <a:gd name="T1" fmla="*/ 0 h 52"/>
                  <a:gd name="T2" fmla="*/ 24 w 41"/>
                  <a:gd name="T3" fmla="*/ 45 h 52"/>
                  <a:gd name="T4" fmla="*/ 14 w 41"/>
                  <a:gd name="T5" fmla="*/ 32 h 52"/>
                  <a:gd name="T6" fmla="*/ 0 w 41"/>
                  <a:gd name="T7" fmla="*/ 52 h 52"/>
                  <a:gd name="T8" fmla="*/ 12 w 41"/>
                  <a:gd name="T9" fmla="*/ 20 h 52"/>
                  <a:gd name="T10" fmla="*/ 23 w 41"/>
                  <a:gd name="T11" fmla="*/ 31 h 52"/>
                  <a:gd name="T12" fmla="*/ 41 w 4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52"/>
                  <a:gd name="T23" fmla="*/ 41 w 41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52">
                    <a:moveTo>
                      <a:pt x="41" y="0"/>
                    </a:moveTo>
                    <a:lnTo>
                      <a:pt x="24" y="45"/>
                    </a:lnTo>
                    <a:lnTo>
                      <a:pt x="14" y="32"/>
                    </a:lnTo>
                    <a:lnTo>
                      <a:pt x="0" y="52"/>
                    </a:lnTo>
                    <a:lnTo>
                      <a:pt x="12" y="20"/>
                    </a:lnTo>
                    <a:lnTo>
                      <a:pt x="23" y="3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7" name="Freeform 857"/>
              <p:cNvSpPr>
                <a:spLocks/>
              </p:cNvSpPr>
              <p:nvPr/>
            </p:nvSpPr>
            <p:spPr bwMode="auto">
              <a:xfrm>
                <a:off x="2755" y="1840"/>
                <a:ext cx="38" cy="47"/>
              </a:xfrm>
              <a:custGeom>
                <a:avLst/>
                <a:gdLst>
                  <a:gd name="T0" fmla="*/ 38 w 38"/>
                  <a:gd name="T1" fmla="*/ 0 h 47"/>
                  <a:gd name="T2" fmla="*/ 23 w 38"/>
                  <a:gd name="T3" fmla="*/ 41 h 47"/>
                  <a:gd name="T4" fmla="*/ 13 w 38"/>
                  <a:gd name="T5" fmla="*/ 28 h 47"/>
                  <a:gd name="T6" fmla="*/ 0 w 38"/>
                  <a:gd name="T7" fmla="*/ 47 h 47"/>
                  <a:gd name="T8" fmla="*/ 11 w 38"/>
                  <a:gd name="T9" fmla="*/ 16 h 47"/>
                  <a:gd name="T10" fmla="*/ 21 w 38"/>
                  <a:gd name="T11" fmla="*/ 28 h 47"/>
                  <a:gd name="T12" fmla="*/ 38 w 3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47"/>
                  <a:gd name="T23" fmla="*/ 38 w 38"/>
                  <a:gd name="T24" fmla="*/ 47 h 4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47">
                    <a:moveTo>
                      <a:pt x="38" y="0"/>
                    </a:moveTo>
                    <a:lnTo>
                      <a:pt x="23" y="41"/>
                    </a:lnTo>
                    <a:lnTo>
                      <a:pt x="13" y="28"/>
                    </a:lnTo>
                    <a:lnTo>
                      <a:pt x="0" y="47"/>
                    </a:lnTo>
                    <a:lnTo>
                      <a:pt x="11" y="16"/>
                    </a:lnTo>
                    <a:lnTo>
                      <a:pt x="21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8" name="Freeform 858"/>
              <p:cNvSpPr>
                <a:spLocks/>
              </p:cNvSpPr>
              <p:nvPr/>
            </p:nvSpPr>
            <p:spPr bwMode="auto">
              <a:xfrm>
                <a:off x="2756" y="1843"/>
                <a:ext cx="36" cy="41"/>
              </a:xfrm>
              <a:custGeom>
                <a:avLst/>
                <a:gdLst>
                  <a:gd name="T0" fmla="*/ 36 w 36"/>
                  <a:gd name="T1" fmla="*/ 0 h 41"/>
                  <a:gd name="T2" fmla="*/ 22 w 36"/>
                  <a:gd name="T3" fmla="*/ 38 h 41"/>
                  <a:gd name="T4" fmla="*/ 12 w 36"/>
                  <a:gd name="T5" fmla="*/ 24 h 41"/>
                  <a:gd name="T6" fmla="*/ 0 w 36"/>
                  <a:gd name="T7" fmla="*/ 41 h 41"/>
                  <a:gd name="T8" fmla="*/ 11 w 36"/>
                  <a:gd name="T9" fmla="*/ 14 h 41"/>
                  <a:gd name="T10" fmla="*/ 21 w 36"/>
                  <a:gd name="T11" fmla="*/ 26 h 41"/>
                  <a:gd name="T12" fmla="*/ 36 w 3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1"/>
                  <a:gd name="T23" fmla="*/ 36 w 3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1">
                    <a:moveTo>
                      <a:pt x="36" y="0"/>
                    </a:moveTo>
                    <a:lnTo>
                      <a:pt x="22" y="38"/>
                    </a:lnTo>
                    <a:lnTo>
                      <a:pt x="12" y="24"/>
                    </a:lnTo>
                    <a:lnTo>
                      <a:pt x="0" y="41"/>
                    </a:lnTo>
                    <a:lnTo>
                      <a:pt x="11" y="14"/>
                    </a:lnTo>
                    <a:lnTo>
                      <a:pt x="21" y="2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09" name="Freeform 859"/>
              <p:cNvSpPr>
                <a:spLocks/>
              </p:cNvSpPr>
              <p:nvPr/>
            </p:nvSpPr>
            <p:spPr bwMode="auto">
              <a:xfrm>
                <a:off x="2756" y="1846"/>
                <a:ext cx="34" cy="36"/>
              </a:xfrm>
              <a:custGeom>
                <a:avLst/>
                <a:gdLst>
                  <a:gd name="T0" fmla="*/ 34 w 34"/>
                  <a:gd name="T1" fmla="*/ 0 h 36"/>
                  <a:gd name="T2" fmla="*/ 22 w 34"/>
                  <a:gd name="T3" fmla="*/ 34 h 36"/>
                  <a:gd name="T4" fmla="*/ 11 w 34"/>
                  <a:gd name="T5" fmla="*/ 21 h 36"/>
                  <a:gd name="T6" fmla="*/ 0 w 34"/>
                  <a:gd name="T7" fmla="*/ 36 h 36"/>
                  <a:gd name="T8" fmla="*/ 10 w 34"/>
                  <a:gd name="T9" fmla="*/ 12 h 36"/>
                  <a:gd name="T10" fmla="*/ 20 w 34"/>
                  <a:gd name="T11" fmla="*/ 23 h 36"/>
                  <a:gd name="T12" fmla="*/ 34 w 3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36"/>
                  <a:gd name="T23" fmla="*/ 34 w 3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36">
                    <a:moveTo>
                      <a:pt x="34" y="0"/>
                    </a:moveTo>
                    <a:lnTo>
                      <a:pt x="22" y="34"/>
                    </a:lnTo>
                    <a:lnTo>
                      <a:pt x="11" y="21"/>
                    </a:lnTo>
                    <a:lnTo>
                      <a:pt x="0" y="36"/>
                    </a:lnTo>
                    <a:lnTo>
                      <a:pt x="10" y="12"/>
                    </a:lnTo>
                    <a:lnTo>
                      <a:pt x="20" y="2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0" name="Freeform 860"/>
              <p:cNvSpPr>
                <a:spLocks/>
              </p:cNvSpPr>
              <p:nvPr/>
            </p:nvSpPr>
            <p:spPr bwMode="auto">
              <a:xfrm>
                <a:off x="2758" y="1849"/>
                <a:ext cx="30" cy="31"/>
              </a:xfrm>
              <a:custGeom>
                <a:avLst/>
                <a:gdLst>
                  <a:gd name="T0" fmla="*/ 30 w 30"/>
                  <a:gd name="T1" fmla="*/ 0 h 31"/>
                  <a:gd name="T2" fmla="*/ 20 w 30"/>
                  <a:gd name="T3" fmla="*/ 30 h 31"/>
                  <a:gd name="T4" fmla="*/ 10 w 30"/>
                  <a:gd name="T5" fmla="*/ 17 h 31"/>
                  <a:gd name="T6" fmla="*/ 0 w 30"/>
                  <a:gd name="T7" fmla="*/ 31 h 31"/>
                  <a:gd name="T8" fmla="*/ 9 w 30"/>
                  <a:gd name="T9" fmla="*/ 9 h 31"/>
                  <a:gd name="T10" fmla="*/ 18 w 30"/>
                  <a:gd name="T11" fmla="*/ 21 h 31"/>
                  <a:gd name="T12" fmla="*/ 30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30" y="0"/>
                    </a:moveTo>
                    <a:lnTo>
                      <a:pt x="20" y="30"/>
                    </a:lnTo>
                    <a:lnTo>
                      <a:pt x="10" y="17"/>
                    </a:lnTo>
                    <a:lnTo>
                      <a:pt x="0" y="31"/>
                    </a:lnTo>
                    <a:lnTo>
                      <a:pt x="9" y="9"/>
                    </a:lnTo>
                    <a:lnTo>
                      <a:pt x="18" y="2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1" name="Freeform 861"/>
              <p:cNvSpPr>
                <a:spLocks/>
              </p:cNvSpPr>
              <p:nvPr/>
            </p:nvSpPr>
            <p:spPr bwMode="auto">
              <a:xfrm>
                <a:off x="2758" y="1852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20 w 29"/>
                  <a:gd name="T3" fmla="*/ 27 h 27"/>
                  <a:gd name="T4" fmla="*/ 9 w 29"/>
                  <a:gd name="T5" fmla="*/ 14 h 27"/>
                  <a:gd name="T6" fmla="*/ 0 w 29"/>
                  <a:gd name="T7" fmla="*/ 27 h 27"/>
                  <a:gd name="T8" fmla="*/ 8 w 29"/>
                  <a:gd name="T9" fmla="*/ 7 h 27"/>
                  <a:gd name="T10" fmla="*/ 18 w 29"/>
                  <a:gd name="T11" fmla="*/ 20 h 27"/>
                  <a:gd name="T12" fmla="*/ 29 w 2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27"/>
                  <a:gd name="T23" fmla="*/ 29 w 2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27">
                    <a:moveTo>
                      <a:pt x="29" y="0"/>
                    </a:moveTo>
                    <a:lnTo>
                      <a:pt x="20" y="27"/>
                    </a:lnTo>
                    <a:lnTo>
                      <a:pt x="9" y="14"/>
                    </a:lnTo>
                    <a:lnTo>
                      <a:pt x="0" y="27"/>
                    </a:lnTo>
                    <a:lnTo>
                      <a:pt x="8" y="7"/>
                    </a:lnTo>
                    <a:lnTo>
                      <a:pt x="18" y="2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2" name="Freeform 862"/>
              <p:cNvSpPr>
                <a:spLocks/>
              </p:cNvSpPr>
              <p:nvPr/>
            </p:nvSpPr>
            <p:spPr bwMode="auto">
              <a:xfrm>
                <a:off x="2760" y="1856"/>
                <a:ext cx="25" cy="22"/>
              </a:xfrm>
              <a:custGeom>
                <a:avLst/>
                <a:gdLst>
                  <a:gd name="T0" fmla="*/ 25 w 25"/>
                  <a:gd name="T1" fmla="*/ 0 h 22"/>
                  <a:gd name="T2" fmla="*/ 17 w 25"/>
                  <a:gd name="T3" fmla="*/ 22 h 22"/>
                  <a:gd name="T4" fmla="*/ 7 w 25"/>
                  <a:gd name="T5" fmla="*/ 9 h 22"/>
                  <a:gd name="T6" fmla="*/ 0 w 25"/>
                  <a:gd name="T7" fmla="*/ 20 h 22"/>
                  <a:gd name="T8" fmla="*/ 6 w 25"/>
                  <a:gd name="T9" fmla="*/ 3 h 22"/>
                  <a:gd name="T10" fmla="*/ 16 w 25"/>
                  <a:gd name="T11" fmla="*/ 16 h 22"/>
                  <a:gd name="T12" fmla="*/ 25 w 2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2"/>
                  <a:gd name="T23" fmla="*/ 25 w 25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2">
                    <a:moveTo>
                      <a:pt x="25" y="0"/>
                    </a:moveTo>
                    <a:lnTo>
                      <a:pt x="17" y="22"/>
                    </a:lnTo>
                    <a:lnTo>
                      <a:pt x="7" y="9"/>
                    </a:lnTo>
                    <a:lnTo>
                      <a:pt x="0" y="20"/>
                    </a:lnTo>
                    <a:lnTo>
                      <a:pt x="6" y="3"/>
                    </a:lnTo>
                    <a:lnTo>
                      <a:pt x="16" y="1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3" name="Freeform 863"/>
              <p:cNvSpPr>
                <a:spLocks/>
              </p:cNvSpPr>
              <p:nvPr/>
            </p:nvSpPr>
            <p:spPr bwMode="auto">
              <a:xfrm>
                <a:off x="2761" y="1859"/>
                <a:ext cx="23" cy="19"/>
              </a:xfrm>
              <a:custGeom>
                <a:avLst/>
                <a:gdLst>
                  <a:gd name="T0" fmla="*/ 23 w 23"/>
                  <a:gd name="T1" fmla="*/ 0 h 19"/>
                  <a:gd name="T2" fmla="*/ 16 w 23"/>
                  <a:gd name="T3" fmla="*/ 19 h 19"/>
                  <a:gd name="T4" fmla="*/ 6 w 23"/>
                  <a:gd name="T5" fmla="*/ 6 h 19"/>
                  <a:gd name="T6" fmla="*/ 0 w 23"/>
                  <a:gd name="T7" fmla="*/ 16 h 19"/>
                  <a:gd name="T8" fmla="*/ 5 w 23"/>
                  <a:gd name="T9" fmla="*/ 1 h 19"/>
                  <a:gd name="T10" fmla="*/ 15 w 23"/>
                  <a:gd name="T11" fmla="*/ 14 h 19"/>
                  <a:gd name="T12" fmla="*/ 23 w 2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19"/>
                  <a:gd name="T23" fmla="*/ 23 w 23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19">
                    <a:moveTo>
                      <a:pt x="23" y="0"/>
                    </a:moveTo>
                    <a:lnTo>
                      <a:pt x="16" y="19"/>
                    </a:lnTo>
                    <a:lnTo>
                      <a:pt x="6" y="6"/>
                    </a:lnTo>
                    <a:lnTo>
                      <a:pt x="0" y="16"/>
                    </a:lnTo>
                    <a:lnTo>
                      <a:pt x="5" y="1"/>
                    </a:lnTo>
                    <a:lnTo>
                      <a:pt x="15" y="1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4" name="Freeform 864"/>
              <p:cNvSpPr>
                <a:spLocks/>
              </p:cNvSpPr>
              <p:nvPr/>
            </p:nvSpPr>
            <p:spPr bwMode="auto">
              <a:xfrm>
                <a:off x="2762" y="1861"/>
                <a:ext cx="20" cy="16"/>
              </a:xfrm>
              <a:custGeom>
                <a:avLst/>
                <a:gdLst>
                  <a:gd name="T0" fmla="*/ 20 w 20"/>
                  <a:gd name="T1" fmla="*/ 2 h 16"/>
                  <a:gd name="T2" fmla="*/ 14 w 20"/>
                  <a:gd name="T3" fmla="*/ 12 h 16"/>
                  <a:gd name="T4" fmla="*/ 4 w 20"/>
                  <a:gd name="T5" fmla="*/ 0 h 16"/>
                  <a:gd name="T6" fmla="*/ 0 w 20"/>
                  <a:gd name="T7" fmla="*/ 12 h 16"/>
                  <a:gd name="T8" fmla="*/ 5 w 20"/>
                  <a:gd name="T9" fmla="*/ 3 h 16"/>
                  <a:gd name="T10" fmla="*/ 15 w 20"/>
                  <a:gd name="T11" fmla="*/ 16 h 16"/>
                  <a:gd name="T12" fmla="*/ 20 w 20"/>
                  <a:gd name="T13" fmla="*/ 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20" y="2"/>
                    </a:moveTo>
                    <a:lnTo>
                      <a:pt x="14" y="12"/>
                    </a:lnTo>
                    <a:lnTo>
                      <a:pt x="4" y="0"/>
                    </a:lnTo>
                    <a:lnTo>
                      <a:pt x="0" y="12"/>
                    </a:lnTo>
                    <a:lnTo>
                      <a:pt x="5" y="3"/>
                    </a:lnTo>
                    <a:lnTo>
                      <a:pt x="15" y="16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5" name="Freeform 865"/>
              <p:cNvSpPr>
                <a:spLocks/>
              </p:cNvSpPr>
              <p:nvPr/>
            </p:nvSpPr>
            <p:spPr bwMode="auto">
              <a:xfrm>
                <a:off x="2776" y="1938"/>
                <a:ext cx="75" cy="29"/>
              </a:xfrm>
              <a:custGeom>
                <a:avLst/>
                <a:gdLst>
                  <a:gd name="T0" fmla="*/ 75 w 75"/>
                  <a:gd name="T1" fmla="*/ 5 h 29"/>
                  <a:gd name="T2" fmla="*/ 34 w 75"/>
                  <a:gd name="T3" fmla="*/ 16 h 29"/>
                  <a:gd name="T4" fmla="*/ 36 w 75"/>
                  <a:gd name="T5" fmla="*/ 0 h 29"/>
                  <a:gd name="T6" fmla="*/ 0 w 75"/>
                  <a:gd name="T7" fmla="*/ 16 h 29"/>
                  <a:gd name="T8" fmla="*/ 26 w 75"/>
                  <a:gd name="T9" fmla="*/ 13 h 29"/>
                  <a:gd name="T10" fmla="*/ 24 w 75"/>
                  <a:gd name="T11" fmla="*/ 29 h 29"/>
                  <a:gd name="T12" fmla="*/ 75 w 75"/>
                  <a:gd name="T13" fmla="*/ 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29"/>
                  <a:gd name="T23" fmla="*/ 75 w 75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29">
                    <a:moveTo>
                      <a:pt x="75" y="5"/>
                    </a:moveTo>
                    <a:lnTo>
                      <a:pt x="34" y="16"/>
                    </a:lnTo>
                    <a:lnTo>
                      <a:pt x="36" y="0"/>
                    </a:lnTo>
                    <a:lnTo>
                      <a:pt x="0" y="16"/>
                    </a:lnTo>
                    <a:lnTo>
                      <a:pt x="26" y="13"/>
                    </a:lnTo>
                    <a:lnTo>
                      <a:pt x="24" y="29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6" name="Freeform 866"/>
              <p:cNvSpPr>
                <a:spLocks/>
              </p:cNvSpPr>
              <p:nvPr/>
            </p:nvSpPr>
            <p:spPr bwMode="auto">
              <a:xfrm>
                <a:off x="2808" y="1941"/>
                <a:ext cx="43" cy="16"/>
              </a:xfrm>
              <a:custGeom>
                <a:avLst/>
                <a:gdLst>
                  <a:gd name="T0" fmla="*/ 0 w 43"/>
                  <a:gd name="T1" fmla="*/ 13 h 16"/>
                  <a:gd name="T2" fmla="*/ 3 w 43"/>
                  <a:gd name="T3" fmla="*/ 16 h 16"/>
                  <a:gd name="T4" fmla="*/ 43 w 43"/>
                  <a:gd name="T5" fmla="*/ 5 h 16"/>
                  <a:gd name="T6" fmla="*/ 42 w 43"/>
                  <a:gd name="T7" fmla="*/ 0 h 16"/>
                  <a:gd name="T8" fmla="*/ 2 w 43"/>
                  <a:gd name="T9" fmla="*/ 11 h 16"/>
                  <a:gd name="T10" fmla="*/ 5 w 43"/>
                  <a:gd name="T11" fmla="*/ 14 h 16"/>
                  <a:gd name="T12" fmla="*/ 2 w 43"/>
                  <a:gd name="T13" fmla="*/ 11 h 16"/>
                  <a:gd name="T14" fmla="*/ 0 w 43"/>
                  <a:gd name="T15" fmla="*/ 12 h 16"/>
                  <a:gd name="T16" fmla="*/ 0 w 43"/>
                  <a:gd name="T17" fmla="*/ 14 h 16"/>
                  <a:gd name="T18" fmla="*/ 1 w 43"/>
                  <a:gd name="T19" fmla="*/ 16 h 16"/>
                  <a:gd name="T20" fmla="*/ 3 w 43"/>
                  <a:gd name="T21" fmla="*/ 16 h 16"/>
                  <a:gd name="T22" fmla="*/ 0 w 43"/>
                  <a:gd name="T23" fmla="*/ 1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3"/>
                  <a:gd name="T37" fmla="*/ 0 h 16"/>
                  <a:gd name="T38" fmla="*/ 43 w 43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3" h="16">
                    <a:moveTo>
                      <a:pt x="0" y="13"/>
                    </a:moveTo>
                    <a:lnTo>
                      <a:pt x="3" y="16"/>
                    </a:lnTo>
                    <a:lnTo>
                      <a:pt x="43" y="5"/>
                    </a:lnTo>
                    <a:lnTo>
                      <a:pt x="42" y="0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7" name="Freeform 867"/>
              <p:cNvSpPr>
                <a:spLocks/>
              </p:cNvSpPr>
              <p:nvPr/>
            </p:nvSpPr>
            <p:spPr bwMode="auto">
              <a:xfrm>
                <a:off x="2808" y="1936"/>
                <a:ext cx="7" cy="19"/>
              </a:xfrm>
              <a:custGeom>
                <a:avLst/>
                <a:gdLst>
                  <a:gd name="T0" fmla="*/ 5 w 7"/>
                  <a:gd name="T1" fmla="*/ 5 h 19"/>
                  <a:gd name="T2" fmla="*/ 2 w 7"/>
                  <a:gd name="T3" fmla="*/ 2 h 19"/>
                  <a:gd name="T4" fmla="*/ 0 w 7"/>
                  <a:gd name="T5" fmla="*/ 18 h 19"/>
                  <a:gd name="T6" fmla="*/ 5 w 7"/>
                  <a:gd name="T7" fmla="*/ 19 h 19"/>
                  <a:gd name="T8" fmla="*/ 7 w 7"/>
                  <a:gd name="T9" fmla="*/ 3 h 19"/>
                  <a:gd name="T10" fmla="*/ 4 w 7"/>
                  <a:gd name="T11" fmla="*/ 0 h 19"/>
                  <a:gd name="T12" fmla="*/ 7 w 7"/>
                  <a:gd name="T13" fmla="*/ 3 h 19"/>
                  <a:gd name="T14" fmla="*/ 6 w 7"/>
                  <a:gd name="T15" fmla="*/ 1 h 19"/>
                  <a:gd name="T16" fmla="*/ 5 w 7"/>
                  <a:gd name="T17" fmla="*/ 0 h 19"/>
                  <a:gd name="T18" fmla="*/ 3 w 7"/>
                  <a:gd name="T19" fmla="*/ 1 h 19"/>
                  <a:gd name="T20" fmla="*/ 2 w 7"/>
                  <a:gd name="T21" fmla="*/ 2 h 19"/>
                  <a:gd name="T22" fmla="*/ 5 w 7"/>
                  <a:gd name="T23" fmla="*/ 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9"/>
                  <a:gd name="T38" fmla="*/ 7 w 7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9">
                    <a:moveTo>
                      <a:pt x="5" y="5"/>
                    </a:moveTo>
                    <a:lnTo>
                      <a:pt x="2" y="2"/>
                    </a:lnTo>
                    <a:lnTo>
                      <a:pt x="0" y="18"/>
                    </a:lnTo>
                    <a:lnTo>
                      <a:pt x="5" y="19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8" name="Freeform 868"/>
              <p:cNvSpPr>
                <a:spLocks/>
              </p:cNvSpPr>
              <p:nvPr/>
            </p:nvSpPr>
            <p:spPr bwMode="auto">
              <a:xfrm>
                <a:off x="2773" y="1936"/>
                <a:ext cx="40" cy="21"/>
              </a:xfrm>
              <a:custGeom>
                <a:avLst/>
                <a:gdLst>
                  <a:gd name="T0" fmla="*/ 3 w 40"/>
                  <a:gd name="T1" fmla="*/ 16 h 21"/>
                  <a:gd name="T2" fmla="*/ 4 w 40"/>
                  <a:gd name="T3" fmla="*/ 21 h 21"/>
                  <a:gd name="T4" fmla="*/ 40 w 40"/>
                  <a:gd name="T5" fmla="*/ 4 h 21"/>
                  <a:gd name="T6" fmla="*/ 38 w 40"/>
                  <a:gd name="T7" fmla="*/ 0 h 21"/>
                  <a:gd name="T8" fmla="*/ 1 w 40"/>
                  <a:gd name="T9" fmla="*/ 16 h 21"/>
                  <a:gd name="T10" fmla="*/ 3 w 40"/>
                  <a:gd name="T11" fmla="*/ 21 h 21"/>
                  <a:gd name="T12" fmla="*/ 1 w 40"/>
                  <a:gd name="T13" fmla="*/ 16 h 21"/>
                  <a:gd name="T14" fmla="*/ 0 w 40"/>
                  <a:gd name="T15" fmla="*/ 18 h 21"/>
                  <a:gd name="T16" fmla="*/ 0 w 40"/>
                  <a:gd name="T17" fmla="*/ 19 h 21"/>
                  <a:gd name="T18" fmla="*/ 1 w 40"/>
                  <a:gd name="T19" fmla="*/ 21 h 21"/>
                  <a:gd name="T20" fmla="*/ 4 w 40"/>
                  <a:gd name="T21" fmla="*/ 21 h 21"/>
                  <a:gd name="T22" fmla="*/ 3 w 40"/>
                  <a:gd name="T23" fmla="*/ 16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1"/>
                  <a:gd name="T38" fmla="*/ 40 w 40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1">
                    <a:moveTo>
                      <a:pt x="3" y="16"/>
                    </a:moveTo>
                    <a:lnTo>
                      <a:pt x="4" y="21"/>
                    </a:lnTo>
                    <a:lnTo>
                      <a:pt x="40" y="4"/>
                    </a:lnTo>
                    <a:lnTo>
                      <a:pt x="38" y="0"/>
                    </a:lnTo>
                    <a:lnTo>
                      <a:pt x="1" y="16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1" y="21"/>
                    </a:lnTo>
                    <a:lnTo>
                      <a:pt x="4" y="21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19" name="Freeform 869"/>
              <p:cNvSpPr>
                <a:spLocks/>
              </p:cNvSpPr>
              <p:nvPr/>
            </p:nvSpPr>
            <p:spPr bwMode="auto">
              <a:xfrm>
                <a:off x="2776" y="1948"/>
                <a:ext cx="28" cy="9"/>
              </a:xfrm>
              <a:custGeom>
                <a:avLst/>
                <a:gdLst>
                  <a:gd name="T0" fmla="*/ 28 w 28"/>
                  <a:gd name="T1" fmla="*/ 4 h 9"/>
                  <a:gd name="T2" fmla="*/ 25 w 28"/>
                  <a:gd name="T3" fmla="*/ 0 h 9"/>
                  <a:gd name="T4" fmla="*/ 0 w 28"/>
                  <a:gd name="T5" fmla="*/ 4 h 9"/>
                  <a:gd name="T6" fmla="*/ 1 w 28"/>
                  <a:gd name="T7" fmla="*/ 9 h 9"/>
                  <a:gd name="T8" fmla="*/ 26 w 28"/>
                  <a:gd name="T9" fmla="*/ 5 h 9"/>
                  <a:gd name="T10" fmla="*/ 23 w 28"/>
                  <a:gd name="T11" fmla="*/ 3 h 9"/>
                  <a:gd name="T12" fmla="*/ 26 w 28"/>
                  <a:gd name="T13" fmla="*/ 5 h 9"/>
                  <a:gd name="T14" fmla="*/ 27 w 28"/>
                  <a:gd name="T15" fmla="*/ 5 h 9"/>
                  <a:gd name="T16" fmla="*/ 28 w 28"/>
                  <a:gd name="T17" fmla="*/ 3 h 9"/>
                  <a:gd name="T18" fmla="*/ 27 w 28"/>
                  <a:gd name="T19" fmla="*/ 2 h 9"/>
                  <a:gd name="T20" fmla="*/ 25 w 28"/>
                  <a:gd name="T21" fmla="*/ 0 h 9"/>
                  <a:gd name="T22" fmla="*/ 28 w 28"/>
                  <a:gd name="T23" fmla="*/ 4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9"/>
                  <a:gd name="T38" fmla="*/ 28 w 28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9">
                    <a:moveTo>
                      <a:pt x="28" y="4"/>
                    </a:moveTo>
                    <a:lnTo>
                      <a:pt x="25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26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0" name="Freeform 870"/>
              <p:cNvSpPr>
                <a:spLocks/>
              </p:cNvSpPr>
              <p:nvPr/>
            </p:nvSpPr>
            <p:spPr bwMode="auto">
              <a:xfrm>
                <a:off x="2797" y="1951"/>
                <a:ext cx="7" cy="18"/>
              </a:xfrm>
              <a:custGeom>
                <a:avLst/>
                <a:gdLst>
                  <a:gd name="T0" fmla="*/ 2 w 7"/>
                  <a:gd name="T1" fmla="*/ 14 h 18"/>
                  <a:gd name="T2" fmla="*/ 5 w 7"/>
                  <a:gd name="T3" fmla="*/ 16 h 18"/>
                  <a:gd name="T4" fmla="*/ 7 w 7"/>
                  <a:gd name="T5" fmla="*/ 1 h 18"/>
                  <a:gd name="T6" fmla="*/ 2 w 7"/>
                  <a:gd name="T7" fmla="*/ 0 h 18"/>
                  <a:gd name="T8" fmla="*/ 0 w 7"/>
                  <a:gd name="T9" fmla="*/ 16 h 18"/>
                  <a:gd name="T10" fmla="*/ 3 w 7"/>
                  <a:gd name="T11" fmla="*/ 18 h 18"/>
                  <a:gd name="T12" fmla="*/ 0 w 7"/>
                  <a:gd name="T13" fmla="*/ 16 h 18"/>
                  <a:gd name="T14" fmla="*/ 1 w 7"/>
                  <a:gd name="T15" fmla="*/ 17 h 18"/>
                  <a:gd name="T16" fmla="*/ 2 w 7"/>
                  <a:gd name="T17" fmla="*/ 18 h 18"/>
                  <a:gd name="T18" fmla="*/ 4 w 7"/>
                  <a:gd name="T19" fmla="*/ 18 h 18"/>
                  <a:gd name="T20" fmla="*/ 5 w 7"/>
                  <a:gd name="T21" fmla="*/ 16 h 18"/>
                  <a:gd name="T22" fmla="*/ 2 w 7"/>
                  <a:gd name="T23" fmla="*/ 1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2" y="14"/>
                    </a:moveTo>
                    <a:lnTo>
                      <a:pt x="5" y="16"/>
                    </a:lnTo>
                    <a:lnTo>
                      <a:pt x="7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6"/>
                    </a:ln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1" name="Freeform 871"/>
              <p:cNvSpPr>
                <a:spLocks/>
              </p:cNvSpPr>
              <p:nvPr/>
            </p:nvSpPr>
            <p:spPr bwMode="auto">
              <a:xfrm>
                <a:off x="2799" y="1941"/>
                <a:ext cx="55" cy="28"/>
              </a:xfrm>
              <a:custGeom>
                <a:avLst/>
                <a:gdLst>
                  <a:gd name="T0" fmla="*/ 53 w 55"/>
                  <a:gd name="T1" fmla="*/ 5 h 28"/>
                  <a:gd name="T2" fmla="*/ 51 w 55"/>
                  <a:gd name="T3" fmla="*/ 0 h 28"/>
                  <a:gd name="T4" fmla="*/ 0 w 55"/>
                  <a:gd name="T5" fmla="*/ 24 h 28"/>
                  <a:gd name="T6" fmla="*/ 2 w 55"/>
                  <a:gd name="T7" fmla="*/ 28 h 28"/>
                  <a:gd name="T8" fmla="*/ 53 w 55"/>
                  <a:gd name="T9" fmla="*/ 4 h 28"/>
                  <a:gd name="T10" fmla="*/ 51 w 55"/>
                  <a:gd name="T11" fmla="*/ 0 h 28"/>
                  <a:gd name="T12" fmla="*/ 53 w 55"/>
                  <a:gd name="T13" fmla="*/ 4 h 28"/>
                  <a:gd name="T14" fmla="*/ 55 w 55"/>
                  <a:gd name="T15" fmla="*/ 3 h 28"/>
                  <a:gd name="T16" fmla="*/ 55 w 55"/>
                  <a:gd name="T17" fmla="*/ 1 h 28"/>
                  <a:gd name="T18" fmla="*/ 53 w 55"/>
                  <a:gd name="T19" fmla="*/ 0 h 28"/>
                  <a:gd name="T20" fmla="*/ 51 w 55"/>
                  <a:gd name="T21" fmla="*/ 0 h 28"/>
                  <a:gd name="T22" fmla="*/ 53 w 55"/>
                  <a:gd name="T23" fmla="*/ 5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"/>
                  <a:gd name="T37" fmla="*/ 0 h 28"/>
                  <a:gd name="T38" fmla="*/ 55 w 55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" h="28">
                    <a:moveTo>
                      <a:pt x="53" y="5"/>
                    </a:moveTo>
                    <a:lnTo>
                      <a:pt x="51" y="0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53" y="4"/>
                    </a:lnTo>
                    <a:lnTo>
                      <a:pt x="51" y="0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2" name="Freeform 872"/>
              <p:cNvSpPr>
                <a:spLocks/>
              </p:cNvSpPr>
              <p:nvPr/>
            </p:nvSpPr>
            <p:spPr bwMode="auto">
              <a:xfrm>
                <a:off x="2778" y="1939"/>
                <a:ext cx="70" cy="27"/>
              </a:xfrm>
              <a:custGeom>
                <a:avLst/>
                <a:gdLst>
                  <a:gd name="T0" fmla="*/ 70 w 70"/>
                  <a:gd name="T1" fmla="*/ 6 h 27"/>
                  <a:gd name="T2" fmla="*/ 22 w 70"/>
                  <a:gd name="T3" fmla="*/ 27 h 27"/>
                  <a:gd name="T4" fmla="*/ 25 w 70"/>
                  <a:gd name="T5" fmla="*/ 12 h 27"/>
                  <a:gd name="T6" fmla="*/ 0 w 70"/>
                  <a:gd name="T7" fmla="*/ 15 h 27"/>
                  <a:gd name="T8" fmla="*/ 34 w 70"/>
                  <a:gd name="T9" fmla="*/ 0 h 27"/>
                  <a:gd name="T10" fmla="*/ 32 w 70"/>
                  <a:gd name="T11" fmla="*/ 15 h 27"/>
                  <a:gd name="T12" fmla="*/ 70 w 70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70" y="6"/>
                    </a:moveTo>
                    <a:lnTo>
                      <a:pt x="22" y="27"/>
                    </a:lnTo>
                    <a:lnTo>
                      <a:pt x="25" y="12"/>
                    </a:lnTo>
                    <a:lnTo>
                      <a:pt x="0" y="15"/>
                    </a:lnTo>
                    <a:lnTo>
                      <a:pt x="34" y="0"/>
                    </a:lnTo>
                    <a:lnTo>
                      <a:pt x="32" y="15"/>
                    </a:lnTo>
                    <a:lnTo>
                      <a:pt x="70" y="6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3" name="Freeform 873"/>
              <p:cNvSpPr>
                <a:spLocks/>
              </p:cNvSpPr>
              <p:nvPr/>
            </p:nvSpPr>
            <p:spPr bwMode="auto">
              <a:xfrm>
                <a:off x="2780" y="1939"/>
                <a:ext cx="65" cy="27"/>
              </a:xfrm>
              <a:custGeom>
                <a:avLst/>
                <a:gdLst>
                  <a:gd name="T0" fmla="*/ 65 w 65"/>
                  <a:gd name="T1" fmla="*/ 7 h 27"/>
                  <a:gd name="T2" fmla="*/ 21 w 65"/>
                  <a:gd name="T3" fmla="*/ 27 h 27"/>
                  <a:gd name="T4" fmla="*/ 23 w 65"/>
                  <a:gd name="T5" fmla="*/ 11 h 27"/>
                  <a:gd name="T6" fmla="*/ 0 w 65"/>
                  <a:gd name="T7" fmla="*/ 14 h 27"/>
                  <a:gd name="T8" fmla="*/ 32 w 65"/>
                  <a:gd name="T9" fmla="*/ 0 h 27"/>
                  <a:gd name="T10" fmla="*/ 30 w 65"/>
                  <a:gd name="T11" fmla="*/ 16 h 27"/>
                  <a:gd name="T12" fmla="*/ 65 w 65"/>
                  <a:gd name="T13" fmla="*/ 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65" y="7"/>
                    </a:moveTo>
                    <a:lnTo>
                      <a:pt x="21" y="27"/>
                    </a:lnTo>
                    <a:lnTo>
                      <a:pt x="23" y="11"/>
                    </a:lnTo>
                    <a:lnTo>
                      <a:pt x="0" y="14"/>
                    </a:lnTo>
                    <a:lnTo>
                      <a:pt x="32" y="0"/>
                    </a:lnTo>
                    <a:lnTo>
                      <a:pt x="30" y="16"/>
                    </a:lnTo>
                    <a:lnTo>
                      <a:pt x="65" y="7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4" name="Freeform 874"/>
              <p:cNvSpPr>
                <a:spLocks/>
              </p:cNvSpPr>
              <p:nvPr/>
            </p:nvSpPr>
            <p:spPr bwMode="auto">
              <a:xfrm>
                <a:off x="2782" y="1940"/>
                <a:ext cx="59" cy="26"/>
              </a:xfrm>
              <a:custGeom>
                <a:avLst/>
                <a:gdLst>
                  <a:gd name="T0" fmla="*/ 59 w 59"/>
                  <a:gd name="T1" fmla="*/ 7 h 26"/>
                  <a:gd name="T2" fmla="*/ 19 w 59"/>
                  <a:gd name="T3" fmla="*/ 26 h 26"/>
                  <a:gd name="T4" fmla="*/ 21 w 59"/>
                  <a:gd name="T5" fmla="*/ 10 h 26"/>
                  <a:gd name="T6" fmla="*/ 0 w 59"/>
                  <a:gd name="T7" fmla="*/ 13 h 26"/>
                  <a:gd name="T8" fmla="*/ 29 w 59"/>
                  <a:gd name="T9" fmla="*/ 0 h 26"/>
                  <a:gd name="T10" fmla="*/ 27 w 59"/>
                  <a:gd name="T11" fmla="*/ 16 h 26"/>
                  <a:gd name="T12" fmla="*/ 59 w 59"/>
                  <a:gd name="T13" fmla="*/ 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59" y="7"/>
                    </a:moveTo>
                    <a:lnTo>
                      <a:pt x="19" y="26"/>
                    </a:lnTo>
                    <a:lnTo>
                      <a:pt x="21" y="10"/>
                    </a:lnTo>
                    <a:lnTo>
                      <a:pt x="0" y="13"/>
                    </a:lnTo>
                    <a:lnTo>
                      <a:pt x="29" y="0"/>
                    </a:lnTo>
                    <a:lnTo>
                      <a:pt x="27" y="16"/>
                    </a:lnTo>
                    <a:lnTo>
                      <a:pt x="59" y="7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5" name="Freeform 875"/>
              <p:cNvSpPr>
                <a:spLocks/>
              </p:cNvSpPr>
              <p:nvPr/>
            </p:nvSpPr>
            <p:spPr bwMode="auto">
              <a:xfrm>
                <a:off x="2784" y="1940"/>
                <a:ext cx="54" cy="25"/>
              </a:xfrm>
              <a:custGeom>
                <a:avLst/>
                <a:gdLst>
                  <a:gd name="T0" fmla="*/ 54 w 54"/>
                  <a:gd name="T1" fmla="*/ 8 h 25"/>
                  <a:gd name="T2" fmla="*/ 17 w 54"/>
                  <a:gd name="T3" fmla="*/ 25 h 25"/>
                  <a:gd name="T4" fmla="*/ 19 w 54"/>
                  <a:gd name="T5" fmla="*/ 8 h 25"/>
                  <a:gd name="T6" fmla="*/ 0 w 54"/>
                  <a:gd name="T7" fmla="*/ 12 h 25"/>
                  <a:gd name="T8" fmla="*/ 27 w 54"/>
                  <a:gd name="T9" fmla="*/ 0 h 25"/>
                  <a:gd name="T10" fmla="*/ 25 w 54"/>
                  <a:gd name="T11" fmla="*/ 16 h 25"/>
                  <a:gd name="T12" fmla="*/ 54 w 54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54" y="8"/>
                    </a:moveTo>
                    <a:lnTo>
                      <a:pt x="17" y="25"/>
                    </a:lnTo>
                    <a:lnTo>
                      <a:pt x="19" y="8"/>
                    </a:lnTo>
                    <a:lnTo>
                      <a:pt x="0" y="12"/>
                    </a:lnTo>
                    <a:lnTo>
                      <a:pt x="27" y="0"/>
                    </a:lnTo>
                    <a:lnTo>
                      <a:pt x="25" y="1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6" name="Freeform 876"/>
              <p:cNvSpPr>
                <a:spLocks/>
              </p:cNvSpPr>
              <p:nvPr/>
            </p:nvSpPr>
            <p:spPr bwMode="auto">
              <a:xfrm>
                <a:off x="2786" y="1941"/>
                <a:ext cx="48" cy="24"/>
              </a:xfrm>
              <a:custGeom>
                <a:avLst/>
                <a:gdLst>
                  <a:gd name="T0" fmla="*/ 48 w 48"/>
                  <a:gd name="T1" fmla="*/ 9 h 24"/>
                  <a:gd name="T2" fmla="*/ 16 w 48"/>
                  <a:gd name="T3" fmla="*/ 24 h 24"/>
                  <a:gd name="T4" fmla="*/ 18 w 48"/>
                  <a:gd name="T5" fmla="*/ 7 h 24"/>
                  <a:gd name="T6" fmla="*/ 0 w 48"/>
                  <a:gd name="T7" fmla="*/ 11 h 24"/>
                  <a:gd name="T8" fmla="*/ 24 w 48"/>
                  <a:gd name="T9" fmla="*/ 0 h 24"/>
                  <a:gd name="T10" fmla="*/ 22 w 48"/>
                  <a:gd name="T11" fmla="*/ 16 h 24"/>
                  <a:gd name="T12" fmla="*/ 48 w 48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4"/>
                  <a:gd name="T23" fmla="*/ 48 w 4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4">
                    <a:moveTo>
                      <a:pt x="48" y="9"/>
                    </a:moveTo>
                    <a:lnTo>
                      <a:pt x="16" y="24"/>
                    </a:lnTo>
                    <a:lnTo>
                      <a:pt x="18" y="7"/>
                    </a:lnTo>
                    <a:lnTo>
                      <a:pt x="0" y="11"/>
                    </a:lnTo>
                    <a:lnTo>
                      <a:pt x="24" y="0"/>
                    </a:lnTo>
                    <a:lnTo>
                      <a:pt x="22" y="1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7" name="Freeform 877"/>
              <p:cNvSpPr>
                <a:spLocks/>
              </p:cNvSpPr>
              <p:nvPr/>
            </p:nvSpPr>
            <p:spPr bwMode="auto">
              <a:xfrm>
                <a:off x="2788" y="1941"/>
                <a:ext cx="43" cy="22"/>
              </a:xfrm>
              <a:custGeom>
                <a:avLst/>
                <a:gdLst>
                  <a:gd name="T0" fmla="*/ 43 w 43"/>
                  <a:gd name="T1" fmla="*/ 10 h 22"/>
                  <a:gd name="T2" fmla="*/ 14 w 43"/>
                  <a:gd name="T3" fmla="*/ 22 h 22"/>
                  <a:gd name="T4" fmla="*/ 16 w 43"/>
                  <a:gd name="T5" fmla="*/ 7 h 22"/>
                  <a:gd name="T6" fmla="*/ 0 w 43"/>
                  <a:gd name="T7" fmla="*/ 10 h 22"/>
                  <a:gd name="T8" fmla="*/ 22 w 43"/>
                  <a:gd name="T9" fmla="*/ 0 h 22"/>
                  <a:gd name="T10" fmla="*/ 20 w 43"/>
                  <a:gd name="T11" fmla="*/ 16 h 22"/>
                  <a:gd name="T12" fmla="*/ 43 w 43"/>
                  <a:gd name="T13" fmla="*/ 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2"/>
                  <a:gd name="T23" fmla="*/ 43 w 43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2">
                    <a:moveTo>
                      <a:pt x="43" y="10"/>
                    </a:moveTo>
                    <a:lnTo>
                      <a:pt x="14" y="22"/>
                    </a:lnTo>
                    <a:lnTo>
                      <a:pt x="16" y="7"/>
                    </a:lnTo>
                    <a:lnTo>
                      <a:pt x="0" y="10"/>
                    </a:lnTo>
                    <a:lnTo>
                      <a:pt x="22" y="0"/>
                    </a:lnTo>
                    <a:lnTo>
                      <a:pt x="20" y="16"/>
                    </a:lnTo>
                    <a:lnTo>
                      <a:pt x="43" y="1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8" name="Freeform 878"/>
              <p:cNvSpPr>
                <a:spLocks/>
              </p:cNvSpPr>
              <p:nvPr/>
            </p:nvSpPr>
            <p:spPr bwMode="auto">
              <a:xfrm>
                <a:off x="2790" y="1942"/>
                <a:ext cx="38" cy="21"/>
              </a:xfrm>
              <a:custGeom>
                <a:avLst/>
                <a:gdLst>
                  <a:gd name="T0" fmla="*/ 38 w 38"/>
                  <a:gd name="T1" fmla="*/ 11 h 21"/>
                  <a:gd name="T2" fmla="*/ 12 w 38"/>
                  <a:gd name="T3" fmla="*/ 21 h 21"/>
                  <a:gd name="T4" fmla="*/ 14 w 38"/>
                  <a:gd name="T5" fmla="*/ 5 h 21"/>
                  <a:gd name="T6" fmla="*/ 0 w 38"/>
                  <a:gd name="T7" fmla="*/ 9 h 21"/>
                  <a:gd name="T8" fmla="*/ 20 w 38"/>
                  <a:gd name="T9" fmla="*/ 0 h 21"/>
                  <a:gd name="T10" fmla="*/ 17 w 38"/>
                  <a:gd name="T11" fmla="*/ 15 h 21"/>
                  <a:gd name="T12" fmla="*/ 38 w 38"/>
                  <a:gd name="T13" fmla="*/ 1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38" y="11"/>
                    </a:moveTo>
                    <a:lnTo>
                      <a:pt x="12" y="21"/>
                    </a:lnTo>
                    <a:lnTo>
                      <a:pt x="14" y="5"/>
                    </a:lnTo>
                    <a:lnTo>
                      <a:pt x="0" y="9"/>
                    </a:lnTo>
                    <a:lnTo>
                      <a:pt x="20" y="0"/>
                    </a:lnTo>
                    <a:lnTo>
                      <a:pt x="17" y="15"/>
                    </a:lnTo>
                    <a:lnTo>
                      <a:pt x="38" y="11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29" name="Freeform 879"/>
              <p:cNvSpPr>
                <a:spLocks/>
              </p:cNvSpPr>
              <p:nvPr/>
            </p:nvSpPr>
            <p:spPr bwMode="auto">
              <a:xfrm>
                <a:off x="2792" y="1942"/>
                <a:ext cx="33" cy="21"/>
              </a:xfrm>
              <a:custGeom>
                <a:avLst/>
                <a:gdLst>
                  <a:gd name="T0" fmla="*/ 33 w 33"/>
                  <a:gd name="T1" fmla="*/ 12 h 21"/>
                  <a:gd name="T2" fmla="*/ 10 w 33"/>
                  <a:gd name="T3" fmla="*/ 21 h 21"/>
                  <a:gd name="T4" fmla="*/ 12 w 33"/>
                  <a:gd name="T5" fmla="*/ 5 h 21"/>
                  <a:gd name="T6" fmla="*/ 0 w 33"/>
                  <a:gd name="T7" fmla="*/ 8 h 21"/>
                  <a:gd name="T8" fmla="*/ 17 w 33"/>
                  <a:gd name="T9" fmla="*/ 0 h 21"/>
                  <a:gd name="T10" fmla="*/ 15 w 33"/>
                  <a:gd name="T11" fmla="*/ 16 h 21"/>
                  <a:gd name="T12" fmla="*/ 33 w 33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21"/>
                  <a:gd name="T23" fmla="*/ 33 w 33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21">
                    <a:moveTo>
                      <a:pt x="33" y="12"/>
                    </a:moveTo>
                    <a:lnTo>
                      <a:pt x="10" y="21"/>
                    </a:lnTo>
                    <a:lnTo>
                      <a:pt x="12" y="5"/>
                    </a:lnTo>
                    <a:lnTo>
                      <a:pt x="0" y="8"/>
                    </a:lnTo>
                    <a:lnTo>
                      <a:pt x="17" y="0"/>
                    </a:lnTo>
                    <a:lnTo>
                      <a:pt x="15" y="16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0" name="Freeform 880"/>
              <p:cNvSpPr>
                <a:spLocks/>
              </p:cNvSpPr>
              <p:nvPr/>
            </p:nvSpPr>
            <p:spPr bwMode="auto">
              <a:xfrm>
                <a:off x="2794" y="1942"/>
                <a:ext cx="27" cy="20"/>
              </a:xfrm>
              <a:custGeom>
                <a:avLst/>
                <a:gdLst>
                  <a:gd name="T0" fmla="*/ 27 w 27"/>
                  <a:gd name="T1" fmla="*/ 12 h 20"/>
                  <a:gd name="T2" fmla="*/ 9 w 27"/>
                  <a:gd name="T3" fmla="*/ 20 h 20"/>
                  <a:gd name="T4" fmla="*/ 11 w 27"/>
                  <a:gd name="T5" fmla="*/ 4 h 20"/>
                  <a:gd name="T6" fmla="*/ 0 w 27"/>
                  <a:gd name="T7" fmla="*/ 6 h 20"/>
                  <a:gd name="T8" fmla="*/ 15 w 27"/>
                  <a:gd name="T9" fmla="*/ 0 h 20"/>
                  <a:gd name="T10" fmla="*/ 11 w 27"/>
                  <a:gd name="T11" fmla="*/ 16 h 20"/>
                  <a:gd name="T12" fmla="*/ 27 w 27"/>
                  <a:gd name="T13" fmla="*/ 1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27" y="12"/>
                    </a:moveTo>
                    <a:lnTo>
                      <a:pt x="9" y="20"/>
                    </a:lnTo>
                    <a:lnTo>
                      <a:pt x="11" y="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1" y="16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1" name="Freeform 881"/>
              <p:cNvSpPr>
                <a:spLocks/>
              </p:cNvSpPr>
              <p:nvPr/>
            </p:nvSpPr>
            <p:spPr bwMode="auto">
              <a:xfrm>
                <a:off x="2796" y="1943"/>
                <a:ext cx="21" cy="19"/>
              </a:xfrm>
              <a:custGeom>
                <a:avLst/>
                <a:gdLst>
                  <a:gd name="T0" fmla="*/ 21 w 21"/>
                  <a:gd name="T1" fmla="*/ 13 h 19"/>
                  <a:gd name="T2" fmla="*/ 9 w 21"/>
                  <a:gd name="T3" fmla="*/ 16 h 19"/>
                  <a:gd name="T4" fmla="*/ 12 w 21"/>
                  <a:gd name="T5" fmla="*/ 0 h 19"/>
                  <a:gd name="T6" fmla="*/ 0 w 21"/>
                  <a:gd name="T7" fmla="*/ 5 h 19"/>
                  <a:gd name="T8" fmla="*/ 9 w 21"/>
                  <a:gd name="T9" fmla="*/ 3 h 19"/>
                  <a:gd name="T10" fmla="*/ 7 w 21"/>
                  <a:gd name="T11" fmla="*/ 19 h 19"/>
                  <a:gd name="T12" fmla="*/ 21 w 21"/>
                  <a:gd name="T13" fmla="*/ 1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21" y="13"/>
                    </a:moveTo>
                    <a:lnTo>
                      <a:pt x="9" y="16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7" y="1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2" name="Freeform 882"/>
              <p:cNvSpPr>
                <a:spLocks/>
              </p:cNvSpPr>
              <p:nvPr/>
            </p:nvSpPr>
            <p:spPr bwMode="auto">
              <a:xfrm>
                <a:off x="2627" y="1888"/>
                <a:ext cx="128" cy="165"/>
              </a:xfrm>
              <a:custGeom>
                <a:avLst/>
                <a:gdLst>
                  <a:gd name="T0" fmla="*/ 71 w 128"/>
                  <a:gd name="T1" fmla="*/ 0 h 165"/>
                  <a:gd name="T2" fmla="*/ 83 w 128"/>
                  <a:gd name="T3" fmla="*/ 3 h 165"/>
                  <a:gd name="T4" fmla="*/ 95 w 128"/>
                  <a:gd name="T5" fmla="*/ 7 h 165"/>
                  <a:gd name="T6" fmla="*/ 105 w 128"/>
                  <a:gd name="T7" fmla="*/ 15 h 165"/>
                  <a:gd name="T8" fmla="*/ 113 w 128"/>
                  <a:gd name="T9" fmla="*/ 23 h 165"/>
                  <a:gd name="T10" fmla="*/ 121 w 128"/>
                  <a:gd name="T11" fmla="*/ 34 h 165"/>
                  <a:gd name="T12" fmla="*/ 125 w 128"/>
                  <a:gd name="T13" fmla="*/ 46 h 165"/>
                  <a:gd name="T14" fmla="*/ 128 w 128"/>
                  <a:gd name="T15" fmla="*/ 58 h 165"/>
                  <a:gd name="T16" fmla="*/ 128 w 128"/>
                  <a:gd name="T17" fmla="*/ 71 h 165"/>
                  <a:gd name="T18" fmla="*/ 125 w 128"/>
                  <a:gd name="T19" fmla="*/ 85 h 165"/>
                  <a:gd name="T20" fmla="*/ 121 w 128"/>
                  <a:gd name="T21" fmla="*/ 96 h 165"/>
                  <a:gd name="T22" fmla="*/ 113 w 128"/>
                  <a:gd name="T23" fmla="*/ 106 h 165"/>
                  <a:gd name="T24" fmla="*/ 107 w 128"/>
                  <a:gd name="T25" fmla="*/ 114 h 165"/>
                  <a:gd name="T26" fmla="*/ 99 w 128"/>
                  <a:gd name="T27" fmla="*/ 122 h 165"/>
                  <a:gd name="T28" fmla="*/ 92 w 128"/>
                  <a:gd name="T29" fmla="*/ 135 h 165"/>
                  <a:gd name="T30" fmla="*/ 87 w 128"/>
                  <a:gd name="T31" fmla="*/ 153 h 165"/>
                  <a:gd name="T32" fmla="*/ 43 w 128"/>
                  <a:gd name="T33" fmla="*/ 165 h 165"/>
                  <a:gd name="T34" fmla="*/ 40 w 128"/>
                  <a:gd name="T35" fmla="*/ 144 h 165"/>
                  <a:gd name="T36" fmla="*/ 33 w 128"/>
                  <a:gd name="T37" fmla="*/ 128 h 165"/>
                  <a:gd name="T38" fmla="*/ 25 w 128"/>
                  <a:gd name="T39" fmla="*/ 118 h 165"/>
                  <a:gd name="T40" fmla="*/ 18 w 128"/>
                  <a:gd name="T41" fmla="*/ 111 h 165"/>
                  <a:gd name="T42" fmla="*/ 11 w 128"/>
                  <a:gd name="T43" fmla="*/ 101 h 165"/>
                  <a:gd name="T44" fmla="*/ 5 w 128"/>
                  <a:gd name="T45" fmla="*/ 90 h 165"/>
                  <a:gd name="T46" fmla="*/ 1 w 128"/>
                  <a:gd name="T47" fmla="*/ 79 h 165"/>
                  <a:gd name="T48" fmla="*/ 0 w 128"/>
                  <a:gd name="T49" fmla="*/ 65 h 165"/>
                  <a:gd name="T50" fmla="*/ 1 w 128"/>
                  <a:gd name="T51" fmla="*/ 52 h 165"/>
                  <a:gd name="T52" fmla="*/ 5 w 128"/>
                  <a:gd name="T53" fmla="*/ 40 h 165"/>
                  <a:gd name="T54" fmla="*/ 11 w 128"/>
                  <a:gd name="T55" fmla="*/ 28 h 165"/>
                  <a:gd name="T56" fmla="*/ 19 w 128"/>
                  <a:gd name="T57" fmla="*/ 19 h 165"/>
                  <a:gd name="T58" fmla="*/ 28 w 128"/>
                  <a:gd name="T59" fmla="*/ 11 h 165"/>
                  <a:gd name="T60" fmla="*/ 40 w 128"/>
                  <a:gd name="T61" fmla="*/ 5 h 165"/>
                  <a:gd name="T62" fmla="*/ 51 w 128"/>
                  <a:gd name="T63" fmla="*/ 1 h 165"/>
                  <a:gd name="T64" fmla="*/ 64 w 128"/>
                  <a:gd name="T65" fmla="*/ 0 h 1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165"/>
                  <a:gd name="T101" fmla="*/ 128 w 128"/>
                  <a:gd name="T102" fmla="*/ 165 h 1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165">
                    <a:moveTo>
                      <a:pt x="64" y="0"/>
                    </a:moveTo>
                    <a:lnTo>
                      <a:pt x="71" y="0"/>
                    </a:lnTo>
                    <a:lnTo>
                      <a:pt x="77" y="1"/>
                    </a:lnTo>
                    <a:lnTo>
                      <a:pt x="83" y="3"/>
                    </a:lnTo>
                    <a:lnTo>
                      <a:pt x="89" y="5"/>
                    </a:lnTo>
                    <a:lnTo>
                      <a:pt x="95" y="7"/>
                    </a:lnTo>
                    <a:lnTo>
                      <a:pt x="100" y="11"/>
                    </a:lnTo>
                    <a:lnTo>
                      <a:pt x="105" y="15"/>
                    </a:lnTo>
                    <a:lnTo>
                      <a:pt x="109" y="19"/>
                    </a:lnTo>
                    <a:lnTo>
                      <a:pt x="113" y="23"/>
                    </a:lnTo>
                    <a:lnTo>
                      <a:pt x="118" y="28"/>
                    </a:lnTo>
                    <a:lnTo>
                      <a:pt x="121" y="34"/>
                    </a:lnTo>
                    <a:lnTo>
                      <a:pt x="123" y="40"/>
                    </a:lnTo>
                    <a:lnTo>
                      <a:pt x="125" y="46"/>
                    </a:lnTo>
                    <a:lnTo>
                      <a:pt x="127" y="52"/>
                    </a:lnTo>
                    <a:lnTo>
                      <a:pt x="128" y="58"/>
                    </a:lnTo>
                    <a:lnTo>
                      <a:pt x="128" y="65"/>
                    </a:lnTo>
                    <a:lnTo>
                      <a:pt x="128" y="71"/>
                    </a:lnTo>
                    <a:lnTo>
                      <a:pt x="127" y="79"/>
                    </a:lnTo>
                    <a:lnTo>
                      <a:pt x="125" y="85"/>
                    </a:lnTo>
                    <a:lnTo>
                      <a:pt x="123" y="90"/>
                    </a:lnTo>
                    <a:lnTo>
                      <a:pt x="121" y="96"/>
                    </a:lnTo>
                    <a:lnTo>
                      <a:pt x="118" y="101"/>
                    </a:lnTo>
                    <a:lnTo>
                      <a:pt x="113" y="106"/>
                    </a:lnTo>
                    <a:lnTo>
                      <a:pt x="110" y="111"/>
                    </a:lnTo>
                    <a:lnTo>
                      <a:pt x="107" y="114"/>
                    </a:lnTo>
                    <a:lnTo>
                      <a:pt x="104" y="118"/>
                    </a:lnTo>
                    <a:lnTo>
                      <a:pt x="99" y="122"/>
                    </a:lnTo>
                    <a:lnTo>
                      <a:pt x="95" y="128"/>
                    </a:lnTo>
                    <a:lnTo>
                      <a:pt x="92" y="135"/>
                    </a:lnTo>
                    <a:lnTo>
                      <a:pt x="89" y="144"/>
                    </a:lnTo>
                    <a:lnTo>
                      <a:pt x="87" y="153"/>
                    </a:lnTo>
                    <a:lnTo>
                      <a:pt x="85" y="165"/>
                    </a:lnTo>
                    <a:lnTo>
                      <a:pt x="43" y="165"/>
                    </a:lnTo>
                    <a:lnTo>
                      <a:pt x="42" y="153"/>
                    </a:lnTo>
                    <a:lnTo>
                      <a:pt x="40" y="144"/>
                    </a:lnTo>
                    <a:lnTo>
                      <a:pt x="36" y="135"/>
                    </a:lnTo>
                    <a:lnTo>
                      <a:pt x="33" y="128"/>
                    </a:lnTo>
                    <a:lnTo>
                      <a:pt x="29" y="122"/>
                    </a:lnTo>
                    <a:lnTo>
                      <a:pt x="25" y="118"/>
                    </a:lnTo>
                    <a:lnTo>
                      <a:pt x="21" y="114"/>
                    </a:lnTo>
                    <a:lnTo>
                      <a:pt x="18" y="111"/>
                    </a:lnTo>
                    <a:lnTo>
                      <a:pt x="15" y="106"/>
                    </a:lnTo>
                    <a:lnTo>
                      <a:pt x="11" y="101"/>
                    </a:lnTo>
                    <a:lnTo>
                      <a:pt x="7" y="96"/>
                    </a:lnTo>
                    <a:lnTo>
                      <a:pt x="5" y="90"/>
                    </a:lnTo>
                    <a:lnTo>
                      <a:pt x="3" y="85"/>
                    </a:lnTo>
                    <a:lnTo>
                      <a:pt x="1" y="79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33" y="7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1" y="1"/>
                    </a:lnTo>
                    <a:lnTo>
                      <a:pt x="58" y="0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3" name="Freeform 883"/>
              <p:cNvSpPr>
                <a:spLocks/>
              </p:cNvSpPr>
              <p:nvPr/>
            </p:nvSpPr>
            <p:spPr bwMode="auto">
              <a:xfrm>
                <a:off x="2628" y="1889"/>
                <a:ext cx="126" cy="164"/>
              </a:xfrm>
              <a:custGeom>
                <a:avLst/>
                <a:gdLst>
                  <a:gd name="T0" fmla="*/ 70 w 126"/>
                  <a:gd name="T1" fmla="*/ 0 h 164"/>
                  <a:gd name="T2" fmla="*/ 82 w 126"/>
                  <a:gd name="T3" fmla="*/ 3 h 164"/>
                  <a:gd name="T4" fmla="*/ 93 w 126"/>
                  <a:gd name="T5" fmla="*/ 8 h 164"/>
                  <a:gd name="T6" fmla="*/ 103 w 126"/>
                  <a:gd name="T7" fmla="*/ 15 h 164"/>
                  <a:gd name="T8" fmla="*/ 112 w 126"/>
                  <a:gd name="T9" fmla="*/ 24 h 164"/>
                  <a:gd name="T10" fmla="*/ 119 w 126"/>
                  <a:gd name="T11" fmla="*/ 34 h 164"/>
                  <a:gd name="T12" fmla="*/ 123 w 126"/>
                  <a:gd name="T13" fmla="*/ 47 h 164"/>
                  <a:gd name="T14" fmla="*/ 126 w 126"/>
                  <a:gd name="T15" fmla="*/ 58 h 164"/>
                  <a:gd name="T16" fmla="*/ 126 w 126"/>
                  <a:gd name="T17" fmla="*/ 72 h 164"/>
                  <a:gd name="T18" fmla="*/ 123 w 126"/>
                  <a:gd name="T19" fmla="*/ 84 h 164"/>
                  <a:gd name="T20" fmla="*/ 119 w 126"/>
                  <a:gd name="T21" fmla="*/ 96 h 164"/>
                  <a:gd name="T22" fmla="*/ 111 w 126"/>
                  <a:gd name="T23" fmla="*/ 105 h 164"/>
                  <a:gd name="T24" fmla="*/ 105 w 126"/>
                  <a:gd name="T25" fmla="*/ 113 h 164"/>
                  <a:gd name="T26" fmla="*/ 97 w 126"/>
                  <a:gd name="T27" fmla="*/ 121 h 164"/>
                  <a:gd name="T28" fmla="*/ 90 w 126"/>
                  <a:gd name="T29" fmla="*/ 134 h 164"/>
                  <a:gd name="T30" fmla="*/ 84 w 126"/>
                  <a:gd name="T31" fmla="*/ 152 h 164"/>
                  <a:gd name="T32" fmla="*/ 43 w 126"/>
                  <a:gd name="T33" fmla="*/ 164 h 164"/>
                  <a:gd name="T34" fmla="*/ 40 w 126"/>
                  <a:gd name="T35" fmla="*/ 143 h 164"/>
                  <a:gd name="T36" fmla="*/ 33 w 126"/>
                  <a:gd name="T37" fmla="*/ 127 h 164"/>
                  <a:gd name="T38" fmla="*/ 25 w 126"/>
                  <a:gd name="T39" fmla="*/ 117 h 164"/>
                  <a:gd name="T40" fmla="*/ 18 w 126"/>
                  <a:gd name="T41" fmla="*/ 111 h 164"/>
                  <a:gd name="T42" fmla="*/ 11 w 126"/>
                  <a:gd name="T43" fmla="*/ 101 h 164"/>
                  <a:gd name="T44" fmla="*/ 5 w 126"/>
                  <a:gd name="T45" fmla="*/ 90 h 164"/>
                  <a:gd name="T46" fmla="*/ 1 w 126"/>
                  <a:gd name="T47" fmla="*/ 78 h 164"/>
                  <a:gd name="T48" fmla="*/ 0 w 126"/>
                  <a:gd name="T49" fmla="*/ 65 h 164"/>
                  <a:gd name="T50" fmla="*/ 1 w 126"/>
                  <a:gd name="T51" fmla="*/ 52 h 164"/>
                  <a:gd name="T52" fmla="*/ 5 w 126"/>
                  <a:gd name="T53" fmla="*/ 40 h 164"/>
                  <a:gd name="T54" fmla="*/ 11 w 126"/>
                  <a:gd name="T55" fmla="*/ 28 h 164"/>
                  <a:gd name="T56" fmla="*/ 18 w 126"/>
                  <a:gd name="T57" fmla="*/ 19 h 164"/>
                  <a:gd name="T58" fmla="*/ 28 w 126"/>
                  <a:gd name="T59" fmla="*/ 11 h 164"/>
                  <a:gd name="T60" fmla="*/ 39 w 126"/>
                  <a:gd name="T61" fmla="*/ 5 h 164"/>
                  <a:gd name="T62" fmla="*/ 50 w 126"/>
                  <a:gd name="T63" fmla="*/ 1 h 164"/>
                  <a:gd name="T64" fmla="*/ 63 w 126"/>
                  <a:gd name="T65" fmla="*/ 0 h 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6"/>
                  <a:gd name="T100" fmla="*/ 0 h 164"/>
                  <a:gd name="T101" fmla="*/ 126 w 126"/>
                  <a:gd name="T102" fmla="*/ 164 h 16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6" h="164">
                    <a:moveTo>
                      <a:pt x="63" y="0"/>
                    </a:moveTo>
                    <a:lnTo>
                      <a:pt x="70" y="0"/>
                    </a:lnTo>
                    <a:lnTo>
                      <a:pt x="76" y="1"/>
                    </a:lnTo>
                    <a:lnTo>
                      <a:pt x="82" y="3"/>
                    </a:lnTo>
                    <a:lnTo>
                      <a:pt x="88" y="5"/>
                    </a:lnTo>
                    <a:lnTo>
                      <a:pt x="93" y="8"/>
                    </a:lnTo>
                    <a:lnTo>
                      <a:pt x="98" y="11"/>
                    </a:lnTo>
                    <a:lnTo>
                      <a:pt x="103" y="15"/>
                    </a:lnTo>
                    <a:lnTo>
                      <a:pt x="108" y="19"/>
                    </a:lnTo>
                    <a:lnTo>
                      <a:pt x="112" y="24"/>
                    </a:lnTo>
                    <a:lnTo>
                      <a:pt x="115" y="28"/>
                    </a:lnTo>
                    <a:lnTo>
                      <a:pt x="119" y="34"/>
                    </a:lnTo>
                    <a:lnTo>
                      <a:pt x="121" y="40"/>
                    </a:lnTo>
                    <a:lnTo>
                      <a:pt x="123" y="47"/>
                    </a:lnTo>
                    <a:lnTo>
                      <a:pt x="125" y="52"/>
                    </a:lnTo>
                    <a:lnTo>
                      <a:pt x="126" y="58"/>
                    </a:lnTo>
                    <a:lnTo>
                      <a:pt x="126" y="65"/>
                    </a:lnTo>
                    <a:lnTo>
                      <a:pt x="126" y="72"/>
                    </a:lnTo>
                    <a:lnTo>
                      <a:pt x="125" y="78"/>
                    </a:lnTo>
                    <a:lnTo>
                      <a:pt x="123" y="84"/>
                    </a:lnTo>
                    <a:lnTo>
                      <a:pt x="121" y="90"/>
                    </a:lnTo>
                    <a:lnTo>
                      <a:pt x="119" y="96"/>
                    </a:lnTo>
                    <a:lnTo>
                      <a:pt x="115" y="101"/>
                    </a:lnTo>
                    <a:lnTo>
                      <a:pt x="111" y="105"/>
                    </a:lnTo>
                    <a:lnTo>
                      <a:pt x="108" y="111"/>
                    </a:lnTo>
                    <a:lnTo>
                      <a:pt x="105" y="113"/>
                    </a:lnTo>
                    <a:lnTo>
                      <a:pt x="102" y="117"/>
                    </a:lnTo>
                    <a:lnTo>
                      <a:pt x="97" y="121"/>
                    </a:lnTo>
                    <a:lnTo>
                      <a:pt x="93" y="127"/>
                    </a:lnTo>
                    <a:lnTo>
                      <a:pt x="90" y="134"/>
                    </a:lnTo>
                    <a:lnTo>
                      <a:pt x="87" y="143"/>
                    </a:lnTo>
                    <a:lnTo>
                      <a:pt x="84" y="152"/>
                    </a:lnTo>
                    <a:lnTo>
                      <a:pt x="83" y="164"/>
                    </a:lnTo>
                    <a:lnTo>
                      <a:pt x="43" y="164"/>
                    </a:lnTo>
                    <a:lnTo>
                      <a:pt x="42" y="152"/>
                    </a:lnTo>
                    <a:lnTo>
                      <a:pt x="40" y="143"/>
                    </a:lnTo>
                    <a:lnTo>
                      <a:pt x="36" y="134"/>
                    </a:lnTo>
                    <a:lnTo>
                      <a:pt x="33" y="127"/>
                    </a:lnTo>
                    <a:lnTo>
                      <a:pt x="29" y="121"/>
                    </a:lnTo>
                    <a:lnTo>
                      <a:pt x="25" y="117"/>
                    </a:lnTo>
                    <a:lnTo>
                      <a:pt x="21" y="113"/>
                    </a:lnTo>
                    <a:lnTo>
                      <a:pt x="18" y="111"/>
                    </a:lnTo>
                    <a:lnTo>
                      <a:pt x="15" y="105"/>
                    </a:lnTo>
                    <a:lnTo>
                      <a:pt x="11" y="101"/>
                    </a:lnTo>
                    <a:lnTo>
                      <a:pt x="8" y="96"/>
                    </a:lnTo>
                    <a:lnTo>
                      <a:pt x="5" y="90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8" y="11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50" y="1"/>
                    </a:lnTo>
                    <a:lnTo>
                      <a:pt x="57" y="0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4" name="Freeform 884"/>
              <p:cNvSpPr>
                <a:spLocks/>
              </p:cNvSpPr>
              <p:nvPr/>
            </p:nvSpPr>
            <p:spPr bwMode="auto">
              <a:xfrm>
                <a:off x="2629" y="1890"/>
                <a:ext cx="124" cy="163"/>
              </a:xfrm>
              <a:custGeom>
                <a:avLst/>
                <a:gdLst>
                  <a:gd name="T0" fmla="*/ 69 w 124"/>
                  <a:gd name="T1" fmla="*/ 0 h 163"/>
                  <a:gd name="T2" fmla="*/ 81 w 124"/>
                  <a:gd name="T3" fmla="*/ 3 h 163"/>
                  <a:gd name="T4" fmla="*/ 92 w 124"/>
                  <a:gd name="T5" fmla="*/ 8 h 163"/>
                  <a:gd name="T6" fmla="*/ 102 w 124"/>
                  <a:gd name="T7" fmla="*/ 15 h 163"/>
                  <a:gd name="T8" fmla="*/ 110 w 124"/>
                  <a:gd name="T9" fmla="*/ 23 h 163"/>
                  <a:gd name="T10" fmla="*/ 117 w 124"/>
                  <a:gd name="T11" fmla="*/ 34 h 163"/>
                  <a:gd name="T12" fmla="*/ 121 w 124"/>
                  <a:gd name="T13" fmla="*/ 46 h 163"/>
                  <a:gd name="T14" fmla="*/ 124 w 124"/>
                  <a:gd name="T15" fmla="*/ 58 h 163"/>
                  <a:gd name="T16" fmla="*/ 124 w 124"/>
                  <a:gd name="T17" fmla="*/ 71 h 163"/>
                  <a:gd name="T18" fmla="*/ 121 w 124"/>
                  <a:gd name="T19" fmla="*/ 84 h 163"/>
                  <a:gd name="T20" fmla="*/ 116 w 124"/>
                  <a:gd name="T21" fmla="*/ 95 h 163"/>
                  <a:gd name="T22" fmla="*/ 109 w 124"/>
                  <a:gd name="T23" fmla="*/ 105 h 163"/>
                  <a:gd name="T24" fmla="*/ 103 w 124"/>
                  <a:gd name="T25" fmla="*/ 113 h 163"/>
                  <a:gd name="T26" fmla="*/ 95 w 124"/>
                  <a:gd name="T27" fmla="*/ 120 h 163"/>
                  <a:gd name="T28" fmla="*/ 88 w 124"/>
                  <a:gd name="T29" fmla="*/ 133 h 163"/>
                  <a:gd name="T30" fmla="*/ 83 w 124"/>
                  <a:gd name="T31" fmla="*/ 151 h 163"/>
                  <a:gd name="T32" fmla="*/ 42 w 124"/>
                  <a:gd name="T33" fmla="*/ 163 h 163"/>
                  <a:gd name="T34" fmla="*/ 39 w 124"/>
                  <a:gd name="T35" fmla="*/ 142 h 163"/>
                  <a:gd name="T36" fmla="*/ 32 w 124"/>
                  <a:gd name="T37" fmla="*/ 127 h 163"/>
                  <a:gd name="T38" fmla="*/ 25 w 124"/>
                  <a:gd name="T39" fmla="*/ 116 h 163"/>
                  <a:gd name="T40" fmla="*/ 18 w 124"/>
                  <a:gd name="T41" fmla="*/ 110 h 163"/>
                  <a:gd name="T42" fmla="*/ 12 w 124"/>
                  <a:gd name="T43" fmla="*/ 100 h 163"/>
                  <a:gd name="T44" fmla="*/ 5 w 124"/>
                  <a:gd name="T45" fmla="*/ 89 h 163"/>
                  <a:gd name="T46" fmla="*/ 1 w 124"/>
                  <a:gd name="T47" fmla="*/ 78 h 163"/>
                  <a:gd name="T48" fmla="*/ 0 w 124"/>
                  <a:gd name="T49" fmla="*/ 65 h 163"/>
                  <a:gd name="T50" fmla="*/ 1 w 124"/>
                  <a:gd name="T51" fmla="*/ 52 h 163"/>
                  <a:gd name="T52" fmla="*/ 5 w 124"/>
                  <a:gd name="T53" fmla="*/ 40 h 163"/>
                  <a:gd name="T54" fmla="*/ 11 w 124"/>
                  <a:gd name="T55" fmla="*/ 29 h 163"/>
                  <a:gd name="T56" fmla="*/ 18 w 124"/>
                  <a:gd name="T57" fmla="*/ 19 h 163"/>
                  <a:gd name="T58" fmla="*/ 27 w 124"/>
                  <a:gd name="T59" fmla="*/ 11 h 163"/>
                  <a:gd name="T60" fmla="*/ 38 w 124"/>
                  <a:gd name="T61" fmla="*/ 5 h 163"/>
                  <a:gd name="T62" fmla="*/ 49 w 124"/>
                  <a:gd name="T63" fmla="*/ 1 h 163"/>
                  <a:gd name="T64" fmla="*/ 62 w 124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4"/>
                  <a:gd name="T100" fmla="*/ 0 h 163"/>
                  <a:gd name="T101" fmla="*/ 124 w 124"/>
                  <a:gd name="T102" fmla="*/ 163 h 1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4" h="163">
                    <a:moveTo>
                      <a:pt x="62" y="0"/>
                    </a:moveTo>
                    <a:lnTo>
                      <a:pt x="69" y="0"/>
                    </a:lnTo>
                    <a:lnTo>
                      <a:pt x="75" y="1"/>
                    </a:lnTo>
                    <a:lnTo>
                      <a:pt x="81" y="3"/>
                    </a:lnTo>
                    <a:lnTo>
                      <a:pt x="87" y="5"/>
                    </a:lnTo>
                    <a:lnTo>
                      <a:pt x="92" y="8"/>
                    </a:lnTo>
                    <a:lnTo>
                      <a:pt x="96" y="11"/>
                    </a:lnTo>
                    <a:lnTo>
                      <a:pt x="102" y="15"/>
                    </a:lnTo>
                    <a:lnTo>
                      <a:pt x="106" y="19"/>
                    </a:lnTo>
                    <a:lnTo>
                      <a:pt x="110" y="23"/>
                    </a:lnTo>
                    <a:lnTo>
                      <a:pt x="113" y="29"/>
                    </a:lnTo>
                    <a:lnTo>
                      <a:pt x="117" y="34"/>
                    </a:lnTo>
                    <a:lnTo>
                      <a:pt x="119" y="40"/>
                    </a:lnTo>
                    <a:lnTo>
                      <a:pt x="121" y="46"/>
                    </a:lnTo>
                    <a:lnTo>
                      <a:pt x="123" y="52"/>
                    </a:lnTo>
                    <a:lnTo>
                      <a:pt x="124" y="58"/>
                    </a:lnTo>
                    <a:lnTo>
                      <a:pt x="124" y="65"/>
                    </a:lnTo>
                    <a:lnTo>
                      <a:pt x="124" y="71"/>
                    </a:lnTo>
                    <a:lnTo>
                      <a:pt x="123" y="78"/>
                    </a:lnTo>
                    <a:lnTo>
                      <a:pt x="121" y="84"/>
                    </a:lnTo>
                    <a:lnTo>
                      <a:pt x="119" y="89"/>
                    </a:lnTo>
                    <a:lnTo>
                      <a:pt x="116" y="95"/>
                    </a:lnTo>
                    <a:lnTo>
                      <a:pt x="112" y="100"/>
                    </a:lnTo>
                    <a:lnTo>
                      <a:pt x="109" y="105"/>
                    </a:lnTo>
                    <a:lnTo>
                      <a:pt x="106" y="110"/>
                    </a:lnTo>
                    <a:lnTo>
                      <a:pt x="103" y="113"/>
                    </a:lnTo>
                    <a:lnTo>
                      <a:pt x="100" y="116"/>
                    </a:lnTo>
                    <a:lnTo>
                      <a:pt x="95" y="120"/>
                    </a:lnTo>
                    <a:lnTo>
                      <a:pt x="92" y="127"/>
                    </a:lnTo>
                    <a:lnTo>
                      <a:pt x="88" y="133"/>
                    </a:lnTo>
                    <a:lnTo>
                      <a:pt x="86" y="142"/>
                    </a:lnTo>
                    <a:lnTo>
                      <a:pt x="83" y="151"/>
                    </a:lnTo>
                    <a:lnTo>
                      <a:pt x="82" y="163"/>
                    </a:lnTo>
                    <a:lnTo>
                      <a:pt x="42" y="163"/>
                    </a:lnTo>
                    <a:lnTo>
                      <a:pt x="41" y="151"/>
                    </a:lnTo>
                    <a:lnTo>
                      <a:pt x="39" y="142"/>
                    </a:lnTo>
                    <a:lnTo>
                      <a:pt x="36" y="133"/>
                    </a:lnTo>
                    <a:lnTo>
                      <a:pt x="32" y="127"/>
                    </a:lnTo>
                    <a:lnTo>
                      <a:pt x="29" y="120"/>
                    </a:lnTo>
                    <a:lnTo>
                      <a:pt x="25" y="116"/>
                    </a:lnTo>
                    <a:lnTo>
                      <a:pt x="22" y="113"/>
                    </a:lnTo>
                    <a:lnTo>
                      <a:pt x="18" y="110"/>
                    </a:lnTo>
                    <a:lnTo>
                      <a:pt x="15" y="105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5" y="89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7" y="11"/>
                    </a:lnTo>
                    <a:lnTo>
                      <a:pt x="32" y="8"/>
                    </a:lnTo>
                    <a:lnTo>
                      <a:pt x="38" y="5"/>
                    </a:lnTo>
                    <a:lnTo>
                      <a:pt x="43" y="3"/>
                    </a:lnTo>
                    <a:lnTo>
                      <a:pt x="49" y="1"/>
                    </a:lnTo>
                    <a:lnTo>
                      <a:pt x="56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5" name="Freeform 885"/>
              <p:cNvSpPr>
                <a:spLocks/>
              </p:cNvSpPr>
              <p:nvPr/>
            </p:nvSpPr>
            <p:spPr bwMode="auto">
              <a:xfrm>
                <a:off x="2630" y="1891"/>
                <a:ext cx="122" cy="162"/>
              </a:xfrm>
              <a:custGeom>
                <a:avLst/>
                <a:gdLst>
                  <a:gd name="T0" fmla="*/ 68 w 122"/>
                  <a:gd name="T1" fmla="*/ 0 h 162"/>
                  <a:gd name="T2" fmla="*/ 79 w 122"/>
                  <a:gd name="T3" fmla="*/ 3 h 162"/>
                  <a:gd name="T4" fmla="*/ 90 w 122"/>
                  <a:gd name="T5" fmla="*/ 8 h 162"/>
                  <a:gd name="T6" fmla="*/ 100 w 122"/>
                  <a:gd name="T7" fmla="*/ 15 h 162"/>
                  <a:gd name="T8" fmla="*/ 108 w 122"/>
                  <a:gd name="T9" fmla="*/ 23 h 162"/>
                  <a:gd name="T10" fmla="*/ 115 w 122"/>
                  <a:gd name="T11" fmla="*/ 34 h 162"/>
                  <a:gd name="T12" fmla="*/ 119 w 122"/>
                  <a:gd name="T13" fmla="*/ 46 h 162"/>
                  <a:gd name="T14" fmla="*/ 122 w 122"/>
                  <a:gd name="T15" fmla="*/ 59 h 162"/>
                  <a:gd name="T16" fmla="*/ 122 w 122"/>
                  <a:gd name="T17" fmla="*/ 71 h 162"/>
                  <a:gd name="T18" fmla="*/ 119 w 122"/>
                  <a:gd name="T19" fmla="*/ 83 h 162"/>
                  <a:gd name="T20" fmla="*/ 113 w 122"/>
                  <a:gd name="T21" fmla="*/ 95 h 162"/>
                  <a:gd name="T22" fmla="*/ 107 w 122"/>
                  <a:gd name="T23" fmla="*/ 104 h 162"/>
                  <a:gd name="T24" fmla="*/ 101 w 122"/>
                  <a:gd name="T25" fmla="*/ 112 h 162"/>
                  <a:gd name="T26" fmla="*/ 93 w 122"/>
                  <a:gd name="T27" fmla="*/ 121 h 162"/>
                  <a:gd name="T28" fmla="*/ 87 w 122"/>
                  <a:gd name="T29" fmla="*/ 132 h 162"/>
                  <a:gd name="T30" fmla="*/ 81 w 122"/>
                  <a:gd name="T31" fmla="*/ 150 h 162"/>
                  <a:gd name="T32" fmla="*/ 42 w 122"/>
                  <a:gd name="T33" fmla="*/ 162 h 162"/>
                  <a:gd name="T34" fmla="*/ 39 w 122"/>
                  <a:gd name="T35" fmla="*/ 141 h 162"/>
                  <a:gd name="T36" fmla="*/ 32 w 122"/>
                  <a:gd name="T37" fmla="*/ 126 h 162"/>
                  <a:gd name="T38" fmla="*/ 25 w 122"/>
                  <a:gd name="T39" fmla="*/ 115 h 162"/>
                  <a:gd name="T40" fmla="*/ 18 w 122"/>
                  <a:gd name="T41" fmla="*/ 110 h 162"/>
                  <a:gd name="T42" fmla="*/ 12 w 122"/>
                  <a:gd name="T43" fmla="*/ 100 h 162"/>
                  <a:gd name="T44" fmla="*/ 6 w 122"/>
                  <a:gd name="T45" fmla="*/ 90 h 162"/>
                  <a:gd name="T46" fmla="*/ 2 w 122"/>
                  <a:gd name="T47" fmla="*/ 78 h 162"/>
                  <a:gd name="T48" fmla="*/ 0 w 122"/>
                  <a:gd name="T49" fmla="*/ 65 h 162"/>
                  <a:gd name="T50" fmla="*/ 1 w 122"/>
                  <a:gd name="T51" fmla="*/ 52 h 162"/>
                  <a:gd name="T52" fmla="*/ 4 w 122"/>
                  <a:gd name="T53" fmla="*/ 39 h 162"/>
                  <a:gd name="T54" fmla="*/ 11 w 122"/>
                  <a:gd name="T55" fmla="*/ 29 h 162"/>
                  <a:gd name="T56" fmla="*/ 17 w 122"/>
                  <a:gd name="T57" fmla="*/ 19 h 162"/>
                  <a:gd name="T58" fmla="*/ 26 w 122"/>
                  <a:gd name="T59" fmla="*/ 12 h 162"/>
                  <a:gd name="T60" fmla="*/ 37 w 122"/>
                  <a:gd name="T61" fmla="*/ 5 h 162"/>
                  <a:gd name="T62" fmla="*/ 48 w 122"/>
                  <a:gd name="T63" fmla="*/ 1 h 162"/>
                  <a:gd name="T64" fmla="*/ 61 w 122"/>
                  <a:gd name="T65" fmla="*/ 0 h 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2"/>
                  <a:gd name="T100" fmla="*/ 0 h 162"/>
                  <a:gd name="T101" fmla="*/ 122 w 122"/>
                  <a:gd name="T102" fmla="*/ 162 h 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2" h="162">
                    <a:moveTo>
                      <a:pt x="61" y="0"/>
                    </a:moveTo>
                    <a:lnTo>
                      <a:pt x="68" y="0"/>
                    </a:lnTo>
                    <a:lnTo>
                      <a:pt x="74" y="1"/>
                    </a:lnTo>
                    <a:lnTo>
                      <a:pt x="79" y="3"/>
                    </a:lnTo>
                    <a:lnTo>
                      <a:pt x="85" y="5"/>
                    </a:lnTo>
                    <a:lnTo>
                      <a:pt x="90" y="8"/>
                    </a:lnTo>
                    <a:lnTo>
                      <a:pt x="95" y="12"/>
                    </a:lnTo>
                    <a:lnTo>
                      <a:pt x="100" y="15"/>
                    </a:lnTo>
                    <a:lnTo>
                      <a:pt x="104" y="19"/>
                    </a:lnTo>
                    <a:lnTo>
                      <a:pt x="108" y="23"/>
                    </a:lnTo>
                    <a:lnTo>
                      <a:pt x="111" y="29"/>
                    </a:lnTo>
                    <a:lnTo>
                      <a:pt x="115" y="34"/>
                    </a:lnTo>
                    <a:lnTo>
                      <a:pt x="117" y="39"/>
                    </a:lnTo>
                    <a:lnTo>
                      <a:pt x="119" y="46"/>
                    </a:lnTo>
                    <a:lnTo>
                      <a:pt x="121" y="52"/>
                    </a:lnTo>
                    <a:lnTo>
                      <a:pt x="122" y="59"/>
                    </a:lnTo>
                    <a:lnTo>
                      <a:pt x="122" y="65"/>
                    </a:lnTo>
                    <a:lnTo>
                      <a:pt x="122" y="71"/>
                    </a:lnTo>
                    <a:lnTo>
                      <a:pt x="120" y="78"/>
                    </a:lnTo>
                    <a:lnTo>
                      <a:pt x="119" y="83"/>
                    </a:lnTo>
                    <a:lnTo>
                      <a:pt x="117" y="90"/>
                    </a:lnTo>
                    <a:lnTo>
                      <a:pt x="113" y="95"/>
                    </a:lnTo>
                    <a:lnTo>
                      <a:pt x="110" y="100"/>
                    </a:lnTo>
                    <a:lnTo>
                      <a:pt x="107" y="104"/>
                    </a:lnTo>
                    <a:lnTo>
                      <a:pt x="104" y="110"/>
                    </a:lnTo>
                    <a:lnTo>
                      <a:pt x="101" y="112"/>
                    </a:lnTo>
                    <a:lnTo>
                      <a:pt x="97" y="115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7" y="132"/>
                    </a:lnTo>
                    <a:lnTo>
                      <a:pt x="84" y="141"/>
                    </a:lnTo>
                    <a:lnTo>
                      <a:pt x="81" y="150"/>
                    </a:lnTo>
                    <a:lnTo>
                      <a:pt x="80" y="162"/>
                    </a:lnTo>
                    <a:lnTo>
                      <a:pt x="42" y="162"/>
                    </a:lnTo>
                    <a:lnTo>
                      <a:pt x="41" y="150"/>
                    </a:lnTo>
                    <a:lnTo>
                      <a:pt x="39" y="141"/>
                    </a:lnTo>
                    <a:lnTo>
                      <a:pt x="35" y="132"/>
                    </a:lnTo>
                    <a:lnTo>
                      <a:pt x="32" y="126"/>
                    </a:lnTo>
                    <a:lnTo>
                      <a:pt x="29" y="121"/>
                    </a:lnTo>
                    <a:lnTo>
                      <a:pt x="25" y="115"/>
                    </a:lnTo>
                    <a:lnTo>
                      <a:pt x="22" y="112"/>
                    </a:lnTo>
                    <a:lnTo>
                      <a:pt x="18" y="110"/>
                    </a:lnTo>
                    <a:lnTo>
                      <a:pt x="15" y="104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6" y="90"/>
                    </a:lnTo>
                    <a:lnTo>
                      <a:pt x="3" y="83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4" y="39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22" y="15"/>
                    </a:lnTo>
                    <a:lnTo>
                      <a:pt x="26" y="12"/>
                    </a:lnTo>
                    <a:lnTo>
                      <a:pt x="31" y="8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1"/>
                    </a:lnTo>
                    <a:lnTo>
                      <a:pt x="5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6" name="Freeform 886"/>
              <p:cNvSpPr>
                <a:spLocks/>
              </p:cNvSpPr>
              <p:nvPr/>
            </p:nvSpPr>
            <p:spPr bwMode="auto">
              <a:xfrm>
                <a:off x="2631" y="1892"/>
                <a:ext cx="119" cy="161"/>
              </a:xfrm>
              <a:custGeom>
                <a:avLst/>
                <a:gdLst>
                  <a:gd name="T0" fmla="*/ 65 w 119"/>
                  <a:gd name="T1" fmla="*/ 0 h 161"/>
                  <a:gd name="T2" fmla="*/ 77 w 119"/>
                  <a:gd name="T3" fmla="*/ 3 h 161"/>
                  <a:gd name="T4" fmla="*/ 88 w 119"/>
                  <a:gd name="T5" fmla="*/ 8 h 161"/>
                  <a:gd name="T6" fmla="*/ 98 w 119"/>
                  <a:gd name="T7" fmla="*/ 15 h 161"/>
                  <a:gd name="T8" fmla="*/ 106 w 119"/>
                  <a:gd name="T9" fmla="*/ 23 h 161"/>
                  <a:gd name="T10" fmla="*/ 111 w 119"/>
                  <a:gd name="T11" fmla="*/ 34 h 161"/>
                  <a:gd name="T12" fmla="*/ 117 w 119"/>
                  <a:gd name="T13" fmla="*/ 46 h 161"/>
                  <a:gd name="T14" fmla="*/ 119 w 119"/>
                  <a:gd name="T15" fmla="*/ 59 h 161"/>
                  <a:gd name="T16" fmla="*/ 119 w 119"/>
                  <a:gd name="T17" fmla="*/ 71 h 161"/>
                  <a:gd name="T18" fmla="*/ 116 w 119"/>
                  <a:gd name="T19" fmla="*/ 83 h 161"/>
                  <a:gd name="T20" fmla="*/ 110 w 119"/>
                  <a:gd name="T21" fmla="*/ 95 h 161"/>
                  <a:gd name="T22" fmla="*/ 104 w 119"/>
                  <a:gd name="T23" fmla="*/ 105 h 161"/>
                  <a:gd name="T24" fmla="*/ 98 w 119"/>
                  <a:gd name="T25" fmla="*/ 111 h 161"/>
                  <a:gd name="T26" fmla="*/ 91 w 119"/>
                  <a:gd name="T27" fmla="*/ 120 h 161"/>
                  <a:gd name="T28" fmla="*/ 84 w 119"/>
                  <a:gd name="T29" fmla="*/ 132 h 161"/>
                  <a:gd name="T30" fmla="*/ 79 w 119"/>
                  <a:gd name="T31" fmla="*/ 149 h 161"/>
                  <a:gd name="T32" fmla="*/ 41 w 119"/>
                  <a:gd name="T33" fmla="*/ 161 h 161"/>
                  <a:gd name="T34" fmla="*/ 38 w 119"/>
                  <a:gd name="T35" fmla="*/ 140 h 161"/>
                  <a:gd name="T36" fmla="*/ 32 w 119"/>
                  <a:gd name="T37" fmla="*/ 125 h 161"/>
                  <a:gd name="T38" fmla="*/ 25 w 119"/>
                  <a:gd name="T39" fmla="*/ 115 h 161"/>
                  <a:gd name="T40" fmla="*/ 18 w 119"/>
                  <a:gd name="T41" fmla="*/ 109 h 161"/>
                  <a:gd name="T42" fmla="*/ 12 w 119"/>
                  <a:gd name="T43" fmla="*/ 99 h 161"/>
                  <a:gd name="T44" fmla="*/ 6 w 119"/>
                  <a:gd name="T45" fmla="*/ 89 h 161"/>
                  <a:gd name="T46" fmla="*/ 1 w 119"/>
                  <a:gd name="T47" fmla="*/ 78 h 161"/>
                  <a:gd name="T48" fmla="*/ 0 w 119"/>
                  <a:gd name="T49" fmla="*/ 65 h 161"/>
                  <a:gd name="T50" fmla="*/ 1 w 119"/>
                  <a:gd name="T51" fmla="*/ 52 h 161"/>
                  <a:gd name="T52" fmla="*/ 5 w 119"/>
                  <a:gd name="T53" fmla="*/ 40 h 161"/>
                  <a:gd name="T54" fmla="*/ 10 w 119"/>
                  <a:gd name="T55" fmla="*/ 29 h 161"/>
                  <a:gd name="T56" fmla="*/ 16 w 119"/>
                  <a:gd name="T57" fmla="*/ 19 h 161"/>
                  <a:gd name="T58" fmla="*/ 26 w 119"/>
                  <a:gd name="T59" fmla="*/ 12 h 161"/>
                  <a:gd name="T60" fmla="*/ 36 w 119"/>
                  <a:gd name="T61" fmla="*/ 5 h 161"/>
                  <a:gd name="T62" fmla="*/ 47 w 119"/>
                  <a:gd name="T63" fmla="*/ 1 h 161"/>
                  <a:gd name="T64" fmla="*/ 60 w 119"/>
                  <a:gd name="T65" fmla="*/ 0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9"/>
                  <a:gd name="T100" fmla="*/ 0 h 161"/>
                  <a:gd name="T101" fmla="*/ 119 w 119"/>
                  <a:gd name="T102" fmla="*/ 161 h 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9" h="161">
                    <a:moveTo>
                      <a:pt x="60" y="0"/>
                    </a:moveTo>
                    <a:lnTo>
                      <a:pt x="65" y="0"/>
                    </a:lnTo>
                    <a:lnTo>
                      <a:pt x="72" y="1"/>
                    </a:lnTo>
                    <a:lnTo>
                      <a:pt x="77" y="3"/>
                    </a:lnTo>
                    <a:lnTo>
                      <a:pt x="83" y="5"/>
                    </a:lnTo>
                    <a:lnTo>
                      <a:pt x="88" y="8"/>
                    </a:lnTo>
                    <a:lnTo>
                      <a:pt x="93" y="12"/>
                    </a:lnTo>
                    <a:lnTo>
                      <a:pt x="98" y="15"/>
                    </a:lnTo>
                    <a:lnTo>
                      <a:pt x="102" y="19"/>
                    </a:lnTo>
                    <a:lnTo>
                      <a:pt x="106" y="23"/>
                    </a:lnTo>
                    <a:lnTo>
                      <a:pt x="109" y="29"/>
                    </a:lnTo>
                    <a:lnTo>
                      <a:pt x="111" y="34"/>
                    </a:lnTo>
                    <a:lnTo>
                      <a:pt x="115" y="40"/>
                    </a:lnTo>
                    <a:lnTo>
                      <a:pt x="117" y="46"/>
                    </a:lnTo>
                    <a:lnTo>
                      <a:pt x="118" y="52"/>
                    </a:lnTo>
                    <a:lnTo>
                      <a:pt x="119" y="59"/>
                    </a:lnTo>
                    <a:lnTo>
                      <a:pt x="119" y="65"/>
                    </a:lnTo>
                    <a:lnTo>
                      <a:pt x="119" y="71"/>
                    </a:lnTo>
                    <a:lnTo>
                      <a:pt x="118" y="78"/>
                    </a:lnTo>
                    <a:lnTo>
                      <a:pt x="116" y="83"/>
                    </a:lnTo>
                    <a:lnTo>
                      <a:pt x="114" y="89"/>
                    </a:lnTo>
                    <a:lnTo>
                      <a:pt x="110" y="95"/>
                    </a:lnTo>
                    <a:lnTo>
                      <a:pt x="107" y="99"/>
                    </a:lnTo>
                    <a:lnTo>
                      <a:pt x="104" y="105"/>
                    </a:lnTo>
                    <a:lnTo>
                      <a:pt x="101" y="109"/>
                    </a:lnTo>
                    <a:lnTo>
                      <a:pt x="98" y="111"/>
                    </a:lnTo>
                    <a:lnTo>
                      <a:pt x="94" y="115"/>
                    </a:lnTo>
                    <a:lnTo>
                      <a:pt x="91" y="120"/>
                    </a:lnTo>
                    <a:lnTo>
                      <a:pt x="87" y="125"/>
                    </a:lnTo>
                    <a:lnTo>
                      <a:pt x="84" y="132"/>
                    </a:lnTo>
                    <a:lnTo>
                      <a:pt x="81" y="140"/>
                    </a:lnTo>
                    <a:lnTo>
                      <a:pt x="79" y="149"/>
                    </a:lnTo>
                    <a:lnTo>
                      <a:pt x="78" y="161"/>
                    </a:lnTo>
                    <a:lnTo>
                      <a:pt x="41" y="161"/>
                    </a:lnTo>
                    <a:lnTo>
                      <a:pt x="40" y="149"/>
                    </a:lnTo>
                    <a:lnTo>
                      <a:pt x="38" y="140"/>
                    </a:lnTo>
                    <a:lnTo>
                      <a:pt x="36" y="132"/>
                    </a:lnTo>
                    <a:lnTo>
                      <a:pt x="32" y="125"/>
                    </a:lnTo>
                    <a:lnTo>
                      <a:pt x="28" y="120"/>
                    </a:lnTo>
                    <a:lnTo>
                      <a:pt x="25" y="115"/>
                    </a:lnTo>
                    <a:lnTo>
                      <a:pt x="22" y="111"/>
                    </a:lnTo>
                    <a:lnTo>
                      <a:pt x="18" y="109"/>
                    </a:lnTo>
                    <a:lnTo>
                      <a:pt x="15" y="105"/>
                    </a:lnTo>
                    <a:lnTo>
                      <a:pt x="12" y="99"/>
                    </a:lnTo>
                    <a:lnTo>
                      <a:pt x="9" y="95"/>
                    </a:lnTo>
                    <a:lnTo>
                      <a:pt x="6" y="89"/>
                    </a:lnTo>
                    <a:lnTo>
                      <a:pt x="3" y="83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3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6" y="12"/>
                    </a:lnTo>
                    <a:lnTo>
                      <a:pt x="30" y="8"/>
                    </a:lnTo>
                    <a:lnTo>
                      <a:pt x="36" y="5"/>
                    </a:lnTo>
                    <a:lnTo>
                      <a:pt x="41" y="3"/>
                    </a:lnTo>
                    <a:lnTo>
                      <a:pt x="47" y="1"/>
                    </a:lnTo>
                    <a:lnTo>
                      <a:pt x="54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7" name="Freeform 887"/>
              <p:cNvSpPr>
                <a:spLocks/>
              </p:cNvSpPr>
              <p:nvPr/>
            </p:nvSpPr>
            <p:spPr bwMode="auto">
              <a:xfrm>
                <a:off x="2633" y="1893"/>
                <a:ext cx="116" cy="160"/>
              </a:xfrm>
              <a:custGeom>
                <a:avLst/>
                <a:gdLst>
                  <a:gd name="T0" fmla="*/ 65 w 116"/>
                  <a:gd name="T1" fmla="*/ 0 h 160"/>
                  <a:gd name="T2" fmla="*/ 75 w 116"/>
                  <a:gd name="T3" fmla="*/ 3 h 160"/>
                  <a:gd name="T4" fmla="*/ 86 w 116"/>
                  <a:gd name="T5" fmla="*/ 8 h 160"/>
                  <a:gd name="T6" fmla="*/ 96 w 116"/>
                  <a:gd name="T7" fmla="*/ 15 h 160"/>
                  <a:gd name="T8" fmla="*/ 103 w 116"/>
                  <a:gd name="T9" fmla="*/ 24 h 160"/>
                  <a:gd name="T10" fmla="*/ 109 w 116"/>
                  <a:gd name="T11" fmla="*/ 34 h 160"/>
                  <a:gd name="T12" fmla="*/ 114 w 116"/>
                  <a:gd name="T13" fmla="*/ 46 h 160"/>
                  <a:gd name="T14" fmla="*/ 116 w 116"/>
                  <a:gd name="T15" fmla="*/ 59 h 160"/>
                  <a:gd name="T16" fmla="*/ 116 w 116"/>
                  <a:gd name="T17" fmla="*/ 72 h 160"/>
                  <a:gd name="T18" fmla="*/ 113 w 116"/>
                  <a:gd name="T19" fmla="*/ 83 h 160"/>
                  <a:gd name="T20" fmla="*/ 107 w 116"/>
                  <a:gd name="T21" fmla="*/ 94 h 160"/>
                  <a:gd name="T22" fmla="*/ 101 w 116"/>
                  <a:gd name="T23" fmla="*/ 104 h 160"/>
                  <a:gd name="T24" fmla="*/ 94 w 116"/>
                  <a:gd name="T25" fmla="*/ 111 h 160"/>
                  <a:gd name="T26" fmla="*/ 88 w 116"/>
                  <a:gd name="T27" fmla="*/ 119 h 160"/>
                  <a:gd name="T28" fmla="*/ 82 w 116"/>
                  <a:gd name="T29" fmla="*/ 131 h 160"/>
                  <a:gd name="T30" fmla="*/ 77 w 116"/>
                  <a:gd name="T31" fmla="*/ 148 h 160"/>
                  <a:gd name="T32" fmla="*/ 40 w 116"/>
                  <a:gd name="T33" fmla="*/ 160 h 160"/>
                  <a:gd name="T34" fmla="*/ 38 w 116"/>
                  <a:gd name="T35" fmla="*/ 139 h 160"/>
                  <a:gd name="T36" fmla="*/ 31 w 116"/>
                  <a:gd name="T37" fmla="*/ 124 h 160"/>
                  <a:gd name="T38" fmla="*/ 24 w 116"/>
                  <a:gd name="T39" fmla="*/ 114 h 160"/>
                  <a:gd name="T40" fmla="*/ 19 w 116"/>
                  <a:gd name="T41" fmla="*/ 109 h 160"/>
                  <a:gd name="T42" fmla="*/ 12 w 116"/>
                  <a:gd name="T43" fmla="*/ 99 h 160"/>
                  <a:gd name="T44" fmla="*/ 6 w 116"/>
                  <a:gd name="T45" fmla="*/ 89 h 160"/>
                  <a:gd name="T46" fmla="*/ 1 w 116"/>
                  <a:gd name="T47" fmla="*/ 77 h 160"/>
                  <a:gd name="T48" fmla="*/ 0 w 116"/>
                  <a:gd name="T49" fmla="*/ 65 h 160"/>
                  <a:gd name="T50" fmla="*/ 1 w 116"/>
                  <a:gd name="T51" fmla="*/ 52 h 160"/>
                  <a:gd name="T52" fmla="*/ 5 w 116"/>
                  <a:gd name="T53" fmla="*/ 41 h 160"/>
                  <a:gd name="T54" fmla="*/ 10 w 116"/>
                  <a:gd name="T55" fmla="*/ 29 h 160"/>
                  <a:gd name="T56" fmla="*/ 16 w 116"/>
                  <a:gd name="T57" fmla="*/ 19 h 160"/>
                  <a:gd name="T58" fmla="*/ 25 w 116"/>
                  <a:gd name="T59" fmla="*/ 12 h 160"/>
                  <a:gd name="T60" fmla="*/ 35 w 116"/>
                  <a:gd name="T61" fmla="*/ 5 h 160"/>
                  <a:gd name="T62" fmla="*/ 46 w 116"/>
                  <a:gd name="T63" fmla="*/ 1 h 160"/>
                  <a:gd name="T64" fmla="*/ 58 w 116"/>
                  <a:gd name="T65" fmla="*/ 0 h 1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6"/>
                  <a:gd name="T100" fmla="*/ 0 h 160"/>
                  <a:gd name="T101" fmla="*/ 116 w 116"/>
                  <a:gd name="T102" fmla="*/ 160 h 1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6" h="160">
                    <a:moveTo>
                      <a:pt x="58" y="0"/>
                    </a:moveTo>
                    <a:lnTo>
                      <a:pt x="65" y="0"/>
                    </a:lnTo>
                    <a:lnTo>
                      <a:pt x="70" y="1"/>
                    </a:lnTo>
                    <a:lnTo>
                      <a:pt x="75" y="3"/>
                    </a:lnTo>
                    <a:lnTo>
                      <a:pt x="81" y="5"/>
                    </a:lnTo>
                    <a:lnTo>
                      <a:pt x="86" y="8"/>
                    </a:lnTo>
                    <a:lnTo>
                      <a:pt x="90" y="12"/>
                    </a:lnTo>
                    <a:lnTo>
                      <a:pt x="96" y="15"/>
                    </a:lnTo>
                    <a:lnTo>
                      <a:pt x="99" y="19"/>
                    </a:lnTo>
                    <a:lnTo>
                      <a:pt x="103" y="24"/>
                    </a:lnTo>
                    <a:lnTo>
                      <a:pt x="106" y="29"/>
                    </a:lnTo>
                    <a:lnTo>
                      <a:pt x="109" y="34"/>
                    </a:lnTo>
                    <a:lnTo>
                      <a:pt x="112" y="41"/>
                    </a:lnTo>
                    <a:lnTo>
                      <a:pt x="114" y="46"/>
                    </a:lnTo>
                    <a:lnTo>
                      <a:pt x="115" y="52"/>
                    </a:lnTo>
                    <a:lnTo>
                      <a:pt x="116" y="59"/>
                    </a:lnTo>
                    <a:lnTo>
                      <a:pt x="116" y="65"/>
                    </a:lnTo>
                    <a:lnTo>
                      <a:pt x="116" y="72"/>
                    </a:lnTo>
                    <a:lnTo>
                      <a:pt x="115" y="77"/>
                    </a:lnTo>
                    <a:lnTo>
                      <a:pt x="113" y="83"/>
                    </a:lnTo>
                    <a:lnTo>
                      <a:pt x="110" y="89"/>
                    </a:lnTo>
                    <a:lnTo>
                      <a:pt x="107" y="94"/>
                    </a:lnTo>
                    <a:lnTo>
                      <a:pt x="104" y="99"/>
                    </a:lnTo>
                    <a:lnTo>
                      <a:pt x="101" y="104"/>
                    </a:lnTo>
                    <a:lnTo>
                      <a:pt x="98" y="109"/>
                    </a:lnTo>
                    <a:lnTo>
                      <a:pt x="94" y="111"/>
                    </a:lnTo>
                    <a:lnTo>
                      <a:pt x="92" y="114"/>
                    </a:lnTo>
                    <a:lnTo>
                      <a:pt x="88" y="119"/>
                    </a:lnTo>
                    <a:lnTo>
                      <a:pt x="85" y="124"/>
                    </a:lnTo>
                    <a:lnTo>
                      <a:pt x="82" y="131"/>
                    </a:lnTo>
                    <a:lnTo>
                      <a:pt x="78" y="139"/>
                    </a:lnTo>
                    <a:lnTo>
                      <a:pt x="77" y="148"/>
                    </a:lnTo>
                    <a:lnTo>
                      <a:pt x="76" y="160"/>
                    </a:lnTo>
                    <a:lnTo>
                      <a:pt x="40" y="160"/>
                    </a:lnTo>
                    <a:lnTo>
                      <a:pt x="39" y="148"/>
                    </a:lnTo>
                    <a:lnTo>
                      <a:pt x="38" y="139"/>
                    </a:lnTo>
                    <a:lnTo>
                      <a:pt x="35" y="131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4" y="114"/>
                    </a:lnTo>
                    <a:lnTo>
                      <a:pt x="22" y="111"/>
                    </a:lnTo>
                    <a:lnTo>
                      <a:pt x="19" y="109"/>
                    </a:lnTo>
                    <a:lnTo>
                      <a:pt x="15" y="104"/>
                    </a:lnTo>
                    <a:lnTo>
                      <a:pt x="12" y="99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3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5" y="12"/>
                    </a:lnTo>
                    <a:lnTo>
                      <a:pt x="29" y="8"/>
                    </a:lnTo>
                    <a:lnTo>
                      <a:pt x="35" y="5"/>
                    </a:lnTo>
                    <a:lnTo>
                      <a:pt x="40" y="3"/>
                    </a:lnTo>
                    <a:lnTo>
                      <a:pt x="46" y="1"/>
                    </a:lnTo>
                    <a:lnTo>
                      <a:pt x="52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8" name="Freeform 888"/>
              <p:cNvSpPr>
                <a:spLocks/>
              </p:cNvSpPr>
              <p:nvPr/>
            </p:nvSpPr>
            <p:spPr bwMode="auto">
              <a:xfrm>
                <a:off x="2634" y="1894"/>
                <a:ext cx="114" cy="159"/>
              </a:xfrm>
              <a:custGeom>
                <a:avLst/>
                <a:gdLst>
                  <a:gd name="T0" fmla="*/ 64 w 114"/>
                  <a:gd name="T1" fmla="*/ 0 h 159"/>
                  <a:gd name="T2" fmla="*/ 74 w 114"/>
                  <a:gd name="T3" fmla="*/ 3 h 159"/>
                  <a:gd name="T4" fmla="*/ 84 w 114"/>
                  <a:gd name="T5" fmla="*/ 9 h 159"/>
                  <a:gd name="T6" fmla="*/ 93 w 114"/>
                  <a:gd name="T7" fmla="*/ 15 h 159"/>
                  <a:gd name="T8" fmla="*/ 101 w 114"/>
                  <a:gd name="T9" fmla="*/ 23 h 159"/>
                  <a:gd name="T10" fmla="*/ 107 w 114"/>
                  <a:gd name="T11" fmla="*/ 34 h 159"/>
                  <a:gd name="T12" fmla="*/ 112 w 114"/>
                  <a:gd name="T13" fmla="*/ 46 h 159"/>
                  <a:gd name="T14" fmla="*/ 114 w 114"/>
                  <a:gd name="T15" fmla="*/ 58 h 159"/>
                  <a:gd name="T16" fmla="*/ 114 w 114"/>
                  <a:gd name="T17" fmla="*/ 71 h 159"/>
                  <a:gd name="T18" fmla="*/ 111 w 114"/>
                  <a:gd name="T19" fmla="*/ 82 h 159"/>
                  <a:gd name="T20" fmla="*/ 105 w 114"/>
                  <a:gd name="T21" fmla="*/ 94 h 159"/>
                  <a:gd name="T22" fmla="*/ 99 w 114"/>
                  <a:gd name="T23" fmla="*/ 104 h 159"/>
                  <a:gd name="T24" fmla="*/ 92 w 114"/>
                  <a:gd name="T25" fmla="*/ 110 h 159"/>
                  <a:gd name="T26" fmla="*/ 86 w 114"/>
                  <a:gd name="T27" fmla="*/ 119 h 159"/>
                  <a:gd name="T28" fmla="*/ 80 w 114"/>
                  <a:gd name="T29" fmla="*/ 130 h 159"/>
                  <a:gd name="T30" fmla="*/ 75 w 114"/>
                  <a:gd name="T31" fmla="*/ 147 h 159"/>
                  <a:gd name="T32" fmla="*/ 39 w 114"/>
                  <a:gd name="T33" fmla="*/ 159 h 159"/>
                  <a:gd name="T34" fmla="*/ 37 w 114"/>
                  <a:gd name="T35" fmla="*/ 138 h 159"/>
                  <a:gd name="T36" fmla="*/ 31 w 114"/>
                  <a:gd name="T37" fmla="*/ 124 h 159"/>
                  <a:gd name="T38" fmla="*/ 25 w 114"/>
                  <a:gd name="T39" fmla="*/ 114 h 159"/>
                  <a:gd name="T40" fmla="*/ 19 w 114"/>
                  <a:gd name="T41" fmla="*/ 108 h 159"/>
                  <a:gd name="T42" fmla="*/ 12 w 114"/>
                  <a:gd name="T43" fmla="*/ 98 h 159"/>
                  <a:gd name="T44" fmla="*/ 6 w 114"/>
                  <a:gd name="T45" fmla="*/ 89 h 159"/>
                  <a:gd name="T46" fmla="*/ 2 w 114"/>
                  <a:gd name="T47" fmla="*/ 77 h 159"/>
                  <a:gd name="T48" fmla="*/ 0 w 114"/>
                  <a:gd name="T49" fmla="*/ 64 h 159"/>
                  <a:gd name="T50" fmla="*/ 2 w 114"/>
                  <a:gd name="T51" fmla="*/ 52 h 159"/>
                  <a:gd name="T52" fmla="*/ 5 w 114"/>
                  <a:gd name="T53" fmla="*/ 41 h 159"/>
                  <a:gd name="T54" fmla="*/ 9 w 114"/>
                  <a:gd name="T55" fmla="*/ 29 h 159"/>
                  <a:gd name="T56" fmla="*/ 17 w 114"/>
                  <a:gd name="T57" fmla="*/ 19 h 159"/>
                  <a:gd name="T58" fmla="*/ 24 w 114"/>
                  <a:gd name="T59" fmla="*/ 12 h 159"/>
                  <a:gd name="T60" fmla="*/ 34 w 114"/>
                  <a:gd name="T61" fmla="*/ 5 h 159"/>
                  <a:gd name="T62" fmla="*/ 45 w 114"/>
                  <a:gd name="T63" fmla="*/ 1 h 159"/>
                  <a:gd name="T64" fmla="*/ 57 w 114"/>
                  <a:gd name="T65" fmla="*/ 0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4"/>
                  <a:gd name="T100" fmla="*/ 0 h 159"/>
                  <a:gd name="T101" fmla="*/ 114 w 114"/>
                  <a:gd name="T102" fmla="*/ 159 h 1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4" h="159">
                    <a:moveTo>
                      <a:pt x="57" y="0"/>
                    </a:moveTo>
                    <a:lnTo>
                      <a:pt x="64" y="0"/>
                    </a:lnTo>
                    <a:lnTo>
                      <a:pt x="69" y="1"/>
                    </a:lnTo>
                    <a:lnTo>
                      <a:pt x="74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9" y="12"/>
                    </a:lnTo>
                    <a:lnTo>
                      <a:pt x="93" y="15"/>
                    </a:lnTo>
                    <a:lnTo>
                      <a:pt x="97" y="19"/>
                    </a:lnTo>
                    <a:lnTo>
                      <a:pt x="101" y="23"/>
                    </a:lnTo>
                    <a:lnTo>
                      <a:pt x="104" y="29"/>
                    </a:lnTo>
                    <a:lnTo>
                      <a:pt x="107" y="34"/>
                    </a:lnTo>
                    <a:lnTo>
                      <a:pt x="109" y="41"/>
                    </a:lnTo>
                    <a:lnTo>
                      <a:pt x="112" y="46"/>
                    </a:lnTo>
                    <a:lnTo>
                      <a:pt x="113" y="52"/>
                    </a:lnTo>
                    <a:lnTo>
                      <a:pt x="114" y="58"/>
                    </a:lnTo>
                    <a:lnTo>
                      <a:pt x="114" y="64"/>
                    </a:lnTo>
                    <a:lnTo>
                      <a:pt x="114" y="71"/>
                    </a:lnTo>
                    <a:lnTo>
                      <a:pt x="113" y="77"/>
                    </a:lnTo>
                    <a:lnTo>
                      <a:pt x="111" y="82"/>
                    </a:lnTo>
                    <a:lnTo>
                      <a:pt x="108" y="89"/>
                    </a:lnTo>
                    <a:lnTo>
                      <a:pt x="105" y="94"/>
                    </a:lnTo>
                    <a:lnTo>
                      <a:pt x="102" y="98"/>
                    </a:lnTo>
                    <a:lnTo>
                      <a:pt x="99" y="104"/>
                    </a:lnTo>
                    <a:lnTo>
                      <a:pt x="96" y="108"/>
                    </a:lnTo>
                    <a:lnTo>
                      <a:pt x="92" y="110"/>
                    </a:lnTo>
                    <a:lnTo>
                      <a:pt x="89" y="114"/>
                    </a:lnTo>
                    <a:lnTo>
                      <a:pt x="86" y="119"/>
                    </a:lnTo>
                    <a:lnTo>
                      <a:pt x="83" y="124"/>
                    </a:lnTo>
                    <a:lnTo>
                      <a:pt x="80" y="130"/>
                    </a:lnTo>
                    <a:lnTo>
                      <a:pt x="77" y="138"/>
                    </a:lnTo>
                    <a:lnTo>
                      <a:pt x="75" y="147"/>
                    </a:lnTo>
                    <a:lnTo>
                      <a:pt x="75" y="159"/>
                    </a:lnTo>
                    <a:lnTo>
                      <a:pt x="39" y="159"/>
                    </a:lnTo>
                    <a:lnTo>
                      <a:pt x="39" y="147"/>
                    </a:lnTo>
                    <a:lnTo>
                      <a:pt x="37" y="138"/>
                    </a:lnTo>
                    <a:lnTo>
                      <a:pt x="35" y="130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5" y="114"/>
                    </a:lnTo>
                    <a:lnTo>
                      <a:pt x="22" y="110"/>
                    </a:lnTo>
                    <a:lnTo>
                      <a:pt x="19" y="108"/>
                    </a:lnTo>
                    <a:lnTo>
                      <a:pt x="15" y="104"/>
                    </a:lnTo>
                    <a:lnTo>
                      <a:pt x="12" y="98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2"/>
                    </a:lnTo>
                    <a:lnTo>
                      <a:pt x="2" y="77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2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9" y="29"/>
                    </a:lnTo>
                    <a:lnTo>
                      <a:pt x="12" y="23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4" y="12"/>
                    </a:lnTo>
                    <a:lnTo>
                      <a:pt x="29" y="9"/>
                    </a:lnTo>
                    <a:lnTo>
                      <a:pt x="34" y="5"/>
                    </a:lnTo>
                    <a:lnTo>
                      <a:pt x="39" y="3"/>
                    </a:lnTo>
                    <a:lnTo>
                      <a:pt x="45" y="1"/>
                    </a:lnTo>
                    <a:lnTo>
                      <a:pt x="5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39" name="Freeform 889"/>
              <p:cNvSpPr>
                <a:spLocks/>
              </p:cNvSpPr>
              <p:nvPr/>
            </p:nvSpPr>
            <p:spPr bwMode="auto">
              <a:xfrm>
                <a:off x="2636" y="1895"/>
                <a:ext cx="110" cy="158"/>
              </a:xfrm>
              <a:custGeom>
                <a:avLst/>
                <a:gdLst>
                  <a:gd name="T0" fmla="*/ 60 w 110"/>
                  <a:gd name="T1" fmla="*/ 0 h 158"/>
                  <a:gd name="T2" fmla="*/ 71 w 110"/>
                  <a:gd name="T3" fmla="*/ 3 h 158"/>
                  <a:gd name="T4" fmla="*/ 81 w 110"/>
                  <a:gd name="T5" fmla="*/ 9 h 158"/>
                  <a:gd name="T6" fmla="*/ 90 w 110"/>
                  <a:gd name="T7" fmla="*/ 15 h 158"/>
                  <a:gd name="T8" fmla="*/ 97 w 110"/>
                  <a:gd name="T9" fmla="*/ 24 h 158"/>
                  <a:gd name="T10" fmla="*/ 103 w 110"/>
                  <a:gd name="T11" fmla="*/ 34 h 158"/>
                  <a:gd name="T12" fmla="*/ 107 w 110"/>
                  <a:gd name="T13" fmla="*/ 46 h 158"/>
                  <a:gd name="T14" fmla="*/ 110 w 110"/>
                  <a:gd name="T15" fmla="*/ 58 h 158"/>
                  <a:gd name="T16" fmla="*/ 110 w 110"/>
                  <a:gd name="T17" fmla="*/ 71 h 158"/>
                  <a:gd name="T18" fmla="*/ 106 w 110"/>
                  <a:gd name="T19" fmla="*/ 82 h 158"/>
                  <a:gd name="T20" fmla="*/ 101 w 110"/>
                  <a:gd name="T21" fmla="*/ 93 h 158"/>
                  <a:gd name="T22" fmla="*/ 95 w 110"/>
                  <a:gd name="T23" fmla="*/ 104 h 158"/>
                  <a:gd name="T24" fmla="*/ 89 w 110"/>
                  <a:gd name="T25" fmla="*/ 110 h 158"/>
                  <a:gd name="T26" fmla="*/ 83 w 110"/>
                  <a:gd name="T27" fmla="*/ 118 h 158"/>
                  <a:gd name="T28" fmla="*/ 76 w 110"/>
                  <a:gd name="T29" fmla="*/ 129 h 158"/>
                  <a:gd name="T30" fmla="*/ 72 w 110"/>
                  <a:gd name="T31" fmla="*/ 147 h 158"/>
                  <a:gd name="T32" fmla="*/ 37 w 110"/>
                  <a:gd name="T33" fmla="*/ 158 h 158"/>
                  <a:gd name="T34" fmla="*/ 35 w 110"/>
                  <a:gd name="T35" fmla="*/ 138 h 158"/>
                  <a:gd name="T36" fmla="*/ 29 w 110"/>
                  <a:gd name="T37" fmla="*/ 123 h 158"/>
                  <a:gd name="T38" fmla="*/ 23 w 110"/>
                  <a:gd name="T39" fmla="*/ 113 h 158"/>
                  <a:gd name="T40" fmla="*/ 18 w 110"/>
                  <a:gd name="T41" fmla="*/ 107 h 158"/>
                  <a:gd name="T42" fmla="*/ 11 w 110"/>
                  <a:gd name="T43" fmla="*/ 98 h 158"/>
                  <a:gd name="T44" fmla="*/ 5 w 110"/>
                  <a:gd name="T45" fmla="*/ 88 h 158"/>
                  <a:gd name="T46" fmla="*/ 1 w 110"/>
                  <a:gd name="T47" fmla="*/ 76 h 158"/>
                  <a:gd name="T48" fmla="*/ 0 w 110"/>
                  <a:gd name="T49" fmla="*/ 64 h 158"/>
                  <a:gd name="T50" fmla="*/ 1 w 110"/>
                  <a:gd name="T51" fmla="*/ 52 h 158"/>
                  <a:gd name="T52" fmla="*/ 4 w 110"/>
                  <a:gd name="T53" fmla="*/ 40 h 158"/>
                  <a:gd name="T54" fmla="*/ 8 w 110"/>
                  <a:gd name="T55" fmla="*/ 29 h 158"/>
                  <a:gd name="T56" fmla="*/ 15 w 110"/>
                  <a:gd name="T57" fmla="*/ 19 h 158"/>
                  <a:gd name="T58" fmla="*/ 22 w 110"/>
                  <a:gd name="T59" fmla="*/ 12 h 158"/>
                  <a:gd name="T60" fmla="*/ 32 w 110"/>
                  <a:gd name="T61" fmla="*/ 5 h 158"/>
                  <a:gd name="T62" fmla="*/ 42 w 110"/>
                  <a:gd name="T63" fmla="*/ 1 h 158"/>
                  <a:gd name="T64" fmla="*/ 55 w 110"/>
                  <a:gd name="T65" fmla="*/ 0 h 15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0"/>
                  <a:gd name="T100" fmla="*/ 0 h 158"/>
                  <a:gd name="T101" fmla="*/ 110 w 110"/>
                  <a:gd name="T102" fmla="*/ 158 h 15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0" h="158">
                    <a:moveTo>
                      <a:pt x="55" y="0"/>
                    </a:moveTo>
                    <a:lnTo>
                      <a:pt x="60" y="0"/>
                    </a:lnTo>
                    <a:lnTo>
                      <a:pt x="66" y="1"/>
                    </a:lnTo>
                    <a:lnTo>
                      <a:pt x="71" y="3"/>
                    </a:lnTo>
                    <a:lnTo>
                      <a:pt x="76" y="5"/>
                    </a:lnTo>
                    <a:lnTo>
                      <a:pt x="81" y="9"/>
                    </a:lnTo>
                    <a:lnTo>
                      <a:pt x="86" y="12"/>
                    </a:lnTo>
                    <a:lnTo>
                      <a:pt x="90" y="15"/>
                    </a:lnTo>
                    <a:lnTo>
                      <a:pt x="94" y="19"/>
                    </a:lnTo>
                    <a:lnTo>
                      <a:pt x="97" y="24"/>
                    </a:lnTo>
                    <a:lnTo>
                      <a:pt x="100" y="29"/>
                    </a:lnTo>
                    <a:lnTo>
                      <a:pt x="103" y="34"/>
                    </a:lnTo>
                    <a:lnTo>
                      <a:pt x="105" y="40"/>
                    </a:lnTo>
                    <a:lnTo>
                      <a:pt x="107" y="46"/>
                    </a:lnTo>
                    <a:lnTo>
                      <a:pt x="109" y="52"/>
                    </a:lnTo>
                    <a:lnTo>
                      <a:pt x="110" y="58"/>
                    </a:lnTo>
                    <a:lnTo>
                      <a:pt x="110" y="64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6" y="82"/>
                    </a:lnTo>
                    <a:lnTo>
                      <a:pt x="103" y="88"/>
                    </a:lnTo>
                    <a:lnTo>
                      <a:pt x="101" y="93"/>
                    </a:lnTo>
                    <a:lnTo>
                      <a:pt x="98" y="98"/>
                    </a:lnTo>
                    <a:lnTo>
                      <a:pt x="95" y="104"/>
                    </a:lnTo>
                    <a:lnTo>
                      <a:pt x="91" y="107"/>
                    </a:lnTo>
                    <a:lnTo>
                      <a:pt x="89" y="110"/>
                    </a:lnTo>
                    <a:lnTo>
                      <a:pt x="86" y="113"/>
                    </a:lnTo>
                    <a:lnTo>
                      <a:pt x="83" y="118"/>
                    </a:lnTo>
                    <a:lnTo>
                      <a:pt x="80" y="123"/>
                    </a:lnTo>
                    <a:lnTo>
                      <a:pt x="76" y="129"/>
                    </a:lnTo>
                    <a:lnTo>
                      <a:pt x="74" y="138"/>
                    </a:lnTo>
                    <a:lnTo>
                      <a:pt x="72" y="147"/>
                    </a:lnTo>
                    <a:lnTo>
                      <a:pt x="71" y="158"/>
                    </a:lnTo>
                    <a:lnTo>
                      <a:pt x="37" y="158"/>
                    </a:lnTo>
                    <a:lnTo>
                      <a:pt x="37" y="147"/>
                    </a:lnTo>
                    <a:lnTo>
                      <a:pt x="35" y="138"/>
                    </a:lnTo>
                    <a:lnTo>
                      <a:pt x="33" y="129"/>
                    </a:lnTo>
                    <a:lnTo>
                      <a:pt x="29" y="123"/>
                    </a:lnTo>
                    <a:lnTo>
                      <a:pt x="26" y="118"/>
                    </a:lnTo>
                    <a:lnTo>
                      <a:pt x="23" y="113"/>
                    </a:lnTo>
                    <a:lnTo>
                      <a:pt x="20" y="110"/>
                    </a:lnTo>
                    <a:lnTo>
                      <a:pt x="18" y="107"/>
                    </a:lnTo>
                    <a:lnTo>
                      <a:pt x="15" y="104"/>
                    </a:lnTo>
                    <a:lnTo>
                      <a:pt x="11" y="98"/>
                    </a:lnTo>
                    <a:lnTo>
                      <a:pt x="8" y="93"/>
                    </a:lnTo>
                    <a:lnTo>
                      <a:pt x="5" y="88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4" y="40"/>
                    </a:lnTo>
                    <a:lnTo>
                      <a:pt x="6" y="34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42" y="1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0" name="Freeform 890"/>
              <p:cNvSpPr>
                <a:spLocks/>
              </p:cNvSpPr>
              <p:nvPr/>
            </p:nvSpPr>
            <p:spPr bwMode="auto">
              <a:xfrm>
                <a:off x="2638" y="1896"/>
                <a:ext cx="107" cy="157"/>
              </a:xfrm>
              <a:custGeom>
                <a:avLst/>
                <a:gdLst>
                  <a:gd name="T0" fmla="*/ 70 w 107"/>
                  <a:gd name="T1" fmla="*/ 146 h 157"/>
                  <a:gd name="T2" fmla="*/ 74 w 107"/>
                  <a:gd name="T3" fmla="*/ 128 h 157"/>
                  <a:gd name="T4" fmla="*/ 80 w 107"/>
                  <a:gd name="T5" fmla="*/ 118 h 157"/>
                  <a:gd name="T6" fmla="*/ 86 w 107"/>
                  <a:gd name="T7" fmla="*/ 109 h 157"/>
                  <a:gd name="T8" fmla="*/ 92 w 107"/>
                  <a:gd name="T9" fmla="*/ 103 h 157"/>
                  <a:gd name="T10" fmla="*/ 98 w 107"/>
                  <a:gd name="T11" fmla="*/ 93 h 157"/>
                  <a:gd name="T12" fmla="*/ 103 w 107"/>
                  <a:gd name="T13" fmla="*/ 82 h 157"/>
                  <a:gd name="T14" fmla="*/ 107 w 107"/>
                  <a:gd name="T15" fmla="*/ 71 h 157"/>
                  <a:gd name="T16" fmla="*/ 107 w 107"/>
                  <a:gd name="T17" fmla="*/ 58 h 157"/>
                  <a:gd name="T18" fmla="*/ 104 w 107"/>
                  <a:gd name="T19" fmla="*/ 46 h 157"/>
                  <a:gd name="T20" fmla="*/ 100 w 107"/>
                  <a:gd name="T21" fmla="*/ 34 h 157"/>
                  <a:gd name="T22" fmla="*/ 95 w 107"/>
                  <a:gd name="T23" fmla="*/ 25 h 157"/>
                  <a:gd name="T24" fmla="*/ 87 w 107"/>
                  <a:gd name="T25" fmla="*/ 15 h 157"/>
                  <a:gd name="T26" fmla="*/ 79 w 107"/>
                  <a:gd name="T27" fmla="*/ 9 h 157"/>
                  <a:gd name="T28" fmla="*/ 69 w 107"/>
                  <a:gd name="T29" fmla="*/ 3 h 157"/>
                  <a:gd name="T30" fmla="*/ 58 w 107"/>
                  <a:gd name="T31" fmla="*/ 0 h 157"/>
                  <a:gd name="T32" fmla="*/ 47 w 107"/>
                  <a:gd name="T33" fmla="*/ 0 h 157"/>
                  <a:gd name="T34" fmla="*/ 36 w 107"/>
                  <a:gd name="T35" fmla="*/ 3 h 157"/>
                  <a:gd name="T36" fmla="*/ 26 w 107"/>
                  <a:gd name="T37" fmla="*/ 9 h 157"/>
                  <a:gd name="T38" fmla="*/ 18 w 107"/>
                  <a:gd name="T39" fmla="*/ 15 h 157"/>
                  <a:gd name="T40" fmla="*/ 10 w 107"/>
                  <a:gd name="T41" fmla="*/ 25 h 157"/>
                  <a:gd name="T42" fmla="*/ 6 w 107"/>
                  <a:gd name="T43" fmla="*/ 34 h 157"/>
                  <a:gd name="T44" fmla="*/ 2 w 107"/>
                  <a:gd name="T45" fmla="*/ 46 h 157"/>
                  <a:gd name="T46" fmla="*/ 0 w 107"/>
                  <a:gd name="T47" fmla="*/ 58 h 157"/>
                  <a:gd name="T48" fmla="*/ 0 w 107"/>
                  <a:gd name="T49" fmla="*/ 71 h 157"/>
                  <a:gd name="T50" fmla="*/ 3 w 107"/>
                  <a:gd name="T51" fmla="*/ 82 h 157"/>
                  <a:gd name="T52" fmla="*/ 8 w 107"/>
                  <a:gd name="T53" fmla="*/ 93 h 157"/>
                  <a:gd name="T54" fmla="*/ 15 w 107"/>
                  <a:gd name="T55" fmla="*/ 103 h 157"/>
                  <a:gd name="T56" fmla="*/ 20 w 107"/>
                  <a:gd name="T57" fmla="*/ 109 h 157"/>
                  <a:gd name="T58" fmla="*/ 26 w 107"/>
                  <a:gd name="T59" fmla="*/ 118 h 157"/>
                  <a:gd name="T60" fmla="*/ 32 w 107"/>
                  <a:gd name="T61" fmla="*/ 128 h 157"/>
                  <a:gd name="T62" fmla="*/ 36 w 107"/>
                  <a:gd name="T63" fmla="*/ 146 h 157"/>
                  <a:gd name="T64" fmla="*/ 70 w 107"/>
                  <a:gd name="T65" fmla="*/ 157 h 1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157"/>
                  <a:gd name="T101" fmla="*/ 107 w 107"/>
                  <a:gd name="T102" fmla="*/ 157 h 15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157">
                    <a:moveTo>
                      <a:pt x="70" y="157"/>
                    </a:moveTo>
                    <a:lnTo>
                      <a:pt x="70" y="146"/>
                    </a:lnTo>
                    <a:lnTo>
                      <a:pt x="72" y="137"/>
                    </a:lnTo>
                    <a:lnTo>
                      <a:pt x="74" y="128"/>
                    </a:lnTo>
                    <a:lnTo>
                      <a:pt x="78" y="122"/>
                    </a:lnTo>
                    <a:lnTo>
                      <a:pt x="80" y="118"/>
                    </a:lnTo>
                    <a:lnTo>
                      <a:pt x="83" y="112"/>
                    </a:lnTo>
                    <a:lnTo>
                      <a:pt x="86" y="109"/>
                    </a:lnTo>
                    <a:lnTo>
                      <a:pt x="88" y="107"/>
                    </a:lnTo>
                    <a:lnTo>
                      <a:pt x="92" y="103"/>
                    </a:lnTo>
                    <a:lnTo>
                      <a:pt x="95" y="97"/>
                    </a:lnTo>
                    <a:lnTo>
                      <a:pt x="98" y="93"/>
                    </a:lnTo>
                    <a:lnTo>
                      <a:pt x="100" y="88"/>
                    </a:lnTo>
                    <a:lnTo>
                      <a:pt x="103" y="82"/>
                    </a:lnTo>
                    <a:lnTo>
                      <a:pt x="104" y="77"/>
                    </a:lnTo>
                    <a:lnTo>
                      <a:pt x="107" y="71"/>
                    </a:lnTo>
                    <a:lnTo>
                      <a:pt x="107" y="64"/>
                    </a:lnTo>
                    <a:lnTo>
                      <a:pt x="107" y="58"/>
                    </a:lnTo>
                    <a:lnTo>
                      <a:pt x="105" y="52"/>
                    </a:lnTo>
                    <a:lnTo>
                      <a:pt x="104" y="46"/>
                    </a:lnTo>
                    <a:lnTo>
                      <a:pt x="102" y="40"/>
                    </a:lnTo>
                    <a:lnTo>
                      <a:pt x="100" y="34"/>
                    </a:lnTo>
                    <a:lnTo>
                      <a:pt x="98" y="29"/>
                    </a:lnTo>
                    <a:lnTo>
                      <a:pt x="95" y="25"/>
                    </a:lnTo>
                    <a:lnTo>
                      <a:pt x="91" y="19"/>
                    </a:lnTo>
                    <a:lnTo>
                      <a:pt x="87" y="15"/>
                    </a:lnTo>
                    <a:lnTo>
                      <a:pt x="83" y="12"/>
                    </a:lnTo>
                    <a:lnTo>
                      <a:pt x="79" y="9"/>
                    </a:lnTo>
                    <a:lnTo>
                      <a:pt x="74" y="5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8" y="0"/>
                    </a:lnTo>
                    <a:lnTo>
                      <a:pt x="53" y="0"/>
                    </a:lnTo>
                    <a:lnTo>
                      <a:pt x="47" y="0"/>
                    </a:lnTo>
                    <a:lnTo>
                      <a:pt x="41" y="1"/>
                    </a:lnTo>
                    <a:lnTo>
                      <a:pt x="36" y="3"/>
                    </a:lnTo>
                    <a:lnTo>
                      <a:pt x="31" y="5"/>
                    </a:lnTo>
                    <a:lnTo>
                      <a:pt x="26" y="9"/>
                    </a:lnTo>
                    <a:lnTo>
                      <a:pt x="22" y="12"/>
                    </a:lnTo>
                    <a:lnTo>
                      <a:pt x="18" y="15"/>
                    </a:lnTo>
                    <a:lnTo>
                      <a:pt x="14" y="19"/>
                    </a:lnTo>
                    <a:lnTo>
                      <a:pt x="10" y="25"/>
                    </a:lnTo>
                    <a:lnTo>
                      <a:pt x="8" y="29"/>
                    </a:lnTo>
                    <a:lnTo>
                      <a:pt x="6" y="34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1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2" y="77"/>
                    </a:lnTo>
                    <a:lnTo>
                      <a:pt x="3" y="82"/>
                    </a:lnTo>
                    <a:lnTo>
                      <a:pt x="6" y="88"/>
                    </a:lnTo>
                    <a:lnTo>
                      <a:pt x="8" y="93"/>
                    </a:lnTo>
                    <a:lnTo>
                      <a:pt x="11" y="97"/>
                    </a:lnTo>
                    <a:lnTo>
                      <a:pt x="15" y="103"/>
                    </a:lnTo>
                    <a:lnTo>
                      <a:pt x="18" y="107"/>
                    </a:lnTo>
                    <a:lnTo>
                      <a:pt x="20" y="109"/>
                    </a:lnTo>
                    <a:lnTo>
                      <a:pt x="23" y="112"/>
                    </a:lnTo>
                    <a:lnTo>
                      <a:pt x="26" y="118"/>
                    </a:lnTo>
                    <a:lnTo>
                      <a:pt x="29" y="122"/>
                    </a:lnTo>
                    <a:lnTo>
                      <a:pt x="32" y="128"/>
                    </a:lnTo>
                    <a:lnTo>
                      <a:pt x="34" y="137"/>
                    </a:lnTo>
                    <a:lnTo>
                      <a:pt x="36" y="146"/>
                    </a:lnTo>
                    <a:lnTo>
                      <a:pt x="36" y="157"/>
                    </a:lnTo>
                    <a:lnTo>
                      <a:pt x="70" y="15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1" name="Freeform 891"/>
              <p:cNvSpPr>
                <a:spLocks/>
              </p:cNvSpPr>
              <p:nvPr/>
            </p:nvSpPr>
            <p:spPr bwMode="auto">
              <a:xfrm>
                <a:off x="2654" y="1913"/>
                <a:ext cx="72" cy="52"/>
              </a:xfrm>
              <a:custGeom>
                <a:avLst/>
                <a:gdLst>
                  <a:gd name="T0" fmla="*/ 61 w 72"/>
                  <a:gd name="T1" fmla="*/ 52 h 52"/>
                  <a:gd name="T2" fmla="*/ 72 w 72"/>
                  <a:gd name="T3" fmla="*/ 19 h 52"/>
                  <a:gd name="T4" fmla="*/ 46 w 72"/>
                  <a:gd name="T5" fmla="*/ 35 h 52"/>
                  <a:gd name="T6" fmla="*/ 35 w 72"/>
                  <a:gd name="T7" fmla="*/ 0 h 52"/>
                  <a:gd name="T8" fmla="*/ 26 w 72"/>
                  <a:gd name="T9" fmla="*/ 35 h 52"/>
                  <a:gd name="T10" fmla="*/ 0 w 72"/>
                  <a:gd name="T11" fmla="*/ 21 h 52"/>
                  <a:gd name="T12" fmla="*/ 10 w 72"/>
                  <a:gd name="T13" fmla="*/ 52 h 52"/>
                  <a:gd name="T14" fmla="*/ 19 w 72"/>
                  <a:gd name="T15" fmla="*/ 52 h 52"/>
                  <a:gd name="T16" fmla="*/ 13 w 72"/>
                  <a:gd name="T17" fmla="*/ 33 h 52"/>
                  <a:gd name="T18" fmla="*/ 27 w 72"/>
                  <a:gd name="T19" fmla="*/ 41 h 52"/>
                  <a:gd name="T20" fmla="*/ 35 w 72"/>
                  <a:gd name="T21" fmla="*/ 23 h 52"/>
                  <a:gd name="T22" fmla="*/ 44 w 72"/>
                  <a:gd name="T23" fmla="*/ 41 h 52"/>
                  <a:gd name="T24" fmla="*/ 58 w 72"/>
                  <a:gd name="T25" fmla="*/ 33 h 52"/>
                  <a:gd name="T26" fmla="*/ 53 w 72"/>
                  <a:gd name="T27" fmla="*/ 52 h 52"/>
                  <a:gd name="T28" fmla="*/ 61 w 72"/>
                  <a:gd name="T29" fmla="*/ 52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2"/>
                  <a:gd name="T46" fmla="*/ 0 h 52"/>
                  <a:gd name="T47" fmla="*/ 72 w 72"/>
                  <a:gd name="T48" fmla="*/ 52 h 5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2" h="52">
                    <a:moveTo>
                      <a:pt x="61" y="52"/>
                    </a:moveTo>
                    <a:lnTo>
                      <a:pt x="72" y="19"/>
                    </a:lnTo>
                    <a:lnTo>
                      <a:pt x="46" y="35"/>
                    </a:lnTo>
                    <a:lnTo>
                      <a:pt x="35" y="0"/>
                    </a:lnTo>
                    <a:lnTo>
                      <a:pt x="26" y="35"/>
                    </a:lnTo>
                    <a:lnTo>
                      <a:pt x="0" y="21"/>
                    </a:lnTo>
                    <a:lnTo>
                      <a:pt x="10" y="52"/>
                    </a:lnTo>
                    <a:lnTo>
                      <a:pt x="19" y="52"/>
                    </a:lnTo>
                    <a:lnTo>
                      <a:pt x="13" y="33"/>
                    </a:lnTo>
                    <a:lnTo>
                      <a:pt x="27" y="41"/>
                    </a:lnTo>
                    <a:lnTo>
                      <a:pt x="35" y="23"/>
                    </a:lnTo>
                    <a:lnTo>
                      <a:pt x="44" y="41"/>
                    </a:lnTo>
                    <a:lnTo>
                      <a:pt x="58" y="33"/>
                    </a:lnTo>
                    <a:lnTo>
                      <a:pt x="53" y="52"/>
                    </a:lnTo>
                    <a:lnTo>
                      <a:pt x="61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2" name="Freeform 892"/>
              <p:cNvSpPr>
                <a:spLocks/>
              </p:cNvSpPr>
              <p:nvPr/>
            </p:nvSpPr>
            <p:spPr bwMode="auto">
              <a:xfrm>
                <a:off x="2655" y="1914"/>
                <a:ext cx="71" cy="49"/>
              </a:xfrm>
              <a:custGeom>
                <a:avLst/>
                <a:gdLst>
                  <a:gd name="T0" fmla="*/ 35 w 71"/>
                  <a:gd name="T1" fmla="*/ 0 h 49"/>
                  <a:gd name="T2" fmla="*/ 45 w 71"/>
                  <a:gd name="T3" fmla="*/ 34 h 49"/>
                  <a:gd name="T4" fmla="*/ 71 w 71"/>
                  <a:gd name="T5" fmla="*/ 20 h 49"/>
                  <a:gd name="T6" fmla="*/ 61 w 71"/>
                  <a:gd name="T7" fmla="*/ 49 h 49"/>
                  <a:gd name="T8" fmla="*/ 52 w 71"/>
                  <a:gd name="T9" fmla="*/ 49 h 49"/>
                  <a:gd name="T10" fmla="*/ 59 w 71"/>
                  <a:gd name="T11" fmla="*/ 32 h 49"/>
                  <a:gd name="T12" fmla="*/ 44 w 71"/>
                  <a:gd name="T13" fmla="*/ 40 h 49"/>
                  <a:gd name="T14" fmla="*/ 35 w 71"/>
                  <a:gd name="T15" fmla="*/ 22 h 49"/>
                  <a:gd name="T16" fmla="*/ 26 w 71"/>
                  <a:gd name="T17" fmla="*/ 40 h 49"/>
                  <a:gd name="T18" fmla="*/ 12 w 71"/>
                  <a:gd name="T19" fmla="*/ 32 h 49"/>
                  <a:gd name="T20" fmla="*/ 18 w 71"/>
                  <a:gd name="T21" fmla="*/ 49 h 49"/>
                  <a:gd name="T22" fmla="*/ 9 w 71"/>
                  <a:gd name="T23" fmla="*/ 49 h 49"/>
                  <a:gd name="T24" fmla="*/ 0 w 71"/>
                  <a:gd name="T25" fmla="*/ 21 h 49"/>
                  <a:gd name="T26" fmla="*/ 25 w 71"/>
                  <a:gd name="T27" fmla="*/ 34 h 49"/>
                  <a:gd name="T28" fmla="*/ 35 w 71"/>
                  <a:gd name="T29" fmla="*/ 0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1"/>
                  <a:gd name="T46" fmla="*/ 0 h 49"/>
                  <a:gd name="T47" fmla="*/ 71 w 71"/>
                  <a:gd name="T48" fmla="*/ 49 h 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1" h="49">
                    <a:moveTo>
                      <a:pt x="35" y="0"/>
                    </a:moveTo>
                    <a:lnTo>
                      <a:pt x="45" y="34"/>
                    </a:lnTo>
                    <a:lnTo>
                      <a:pt x="71" y="20"/>
                    </a:lnTo>
                    <a:lnTo>
                      <a:pt x="61" y="49"/>
                    </a:lnTo>
                    <a:lnTo>
                      <a:pt x="52" y="49"/>
                    </a:lnTo>
                    <a:lnTo>
                      <a:pt x="59" y="32"/>
                    </a:lnTo>
                    <a:lnTo>
                      <a:pt x="44" y="40"/>
                    </a:lnTo>
                    <a:lnTo>
                      <a:pt x="35" y="22"/>
                    </a:lnTo>
                    <a:lnTo>
                      <a:pt x="26" y="40"/>
                    </a:lnTo>
                    <a:lnTo>
                      <a:pt x="12" y="32"/>
                    </a:lnTo>
                    <a:lnTo>
                      <a:pt x="18" y="49"/>
                    </a:lnTo>
                    <a:lnTo>
                      <a:pt x="9" y="49"/>
                    </a:lnTo>
                    <a:lnTo>
                      <a:pt x="0" y="21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3" name="Freeform 893"/>
              <p:cNvSpPr>
                <a:spLocks/>
              </p:cNvSpPr>
              <p:nvPr/>
            </p:nvSpPr>
            <p:spPr bwMode="auto">
              <a:xfrm>
                <a:off x="2655" y="1916"/>
                <a:ext cx="70" cy="46"/>
              </a:xfrm>
              <a:custGeom>
                <a:avLst/>
                <a:gdLst>
                  <a:gd name="T0" fmla="*/ 35 w 70"/>
                  <a:gd name="T1" fmla="*/ 0 h 46"/>
                  <a:gd name="T2" fmla="*/ 45 w 70"/>
                  <a:gd name="T3" fmla="*/ 34 h 46"/>
                  <a:gd name="T4" fmla="*/ 70 w 70"/>
                  <a:gd name="T5" fmla="*/ 18 h 46"/>
                  <a:gd name="T6" fmla="*/ 61 w 70"/>
                  <a:gd name="T7" fmla="*/ 46 h 46"/>
                  <a:gd name="T8" fmla="*/ 52 w 70"/>
                  <a:gd name="T9" fmla="*/ 46 h 46"/>
                  <a:gd name="T10" fmla="*/ 59 w 70"/>
                  <a:gd name="T11" fmla="*/ 30 h 46"/>
                  <a:gd name="T12" fmla="*/ 44 w 70"/>
                  <a:gd name="T13" fmla="*/ 38 h 46"/>
                  <a:gd name="T14" fmla="*/ 35 w 70"/>
                  <a:gd name="T15" fmla="*/ 20 h 46"/>
                  <a:gd name="T16" fmla="*/ 26 w 70"/>
                  <a:gd name="T17" fmla="*/ 38 h 46"/>
                  <a:gd name="T18" fmla="*/ 10 w 70"/>
                  <a:gd name="T19" fmla="*/ 30 h 46"/>
                  <a:gd name="T20" fmla="*/ 17 w 70"/>
                  <a:gd name="T21" fmla="*/ 46 h 46"/>
                  <a:gd name="T22" fmla="*/ 9 w 70"/>
                  <a:gd name="T23" fmla="*/ 46 h 46"/>
                  <a:gd name="T24" fmla="*/ 0 w 70"/>
                  <a:gd name="T25" fmla="*/ 20 h 46"/>
                  <a:gd name="T26" fmla="*/ 25 w 70"/>
                  <a:gd name="T27" fmla="*/ 34 h 46"/>
                  <a:gd name="T28" fmla="*/ 35 w 70"/>
                  <a:gd name="T29" fmla="*/ 0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"/>
                  <a:gd name="T46" fmla="*/ 0 h 46"/>
                  <a:gd name="T47" fmla="*/ 70 w 70"/>
                  <a:gd name="T48" fmla="*/ 46 h 4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" h="46">
                    <a:moveTo>
                      <a:pt x="35" y="0"/>
                    </a:moveTo>
                    <a:lnTo>
                      <a:pt x="45" y="34"/>
                    </a:lnTo>
                    <a:lnTo>
                      <a:pt x="70" y="18"/>
                    </a:lnTo>
                    <a:lnTo>
                      <a:pt x="61" y="46"/>
                    </a:lnTo>
                    <a:lnTo>
                      <a:pt x="52" y="46"/>
                    </a:lnTo>
                    <a:lnTo>
                      <a:pt x="59" y="30"/>
                    </a:lnTo>
                    <a:lnTo>
                      <a:pt x="44" y="38"/>
                    </a:lnTo>
                    <a:lnTo>
                      <a:pt x="35" y="20"/>
                    </a:lnTo>
                    <a:lnTo>
                      <a:pt x="26" y="38"/>
                    </a:lnTo>
                    <a:lnTo>
                      <a:pt x="10" y="30"/>
                    </a:lnTo>
                    <a:lnTo>
                      <a:pt x="17" y="46"/>
                    </a:lnTo>
                    <a:lnTo>
                      <a:pt x="9" y="46"/>
                    </a:lnTo>
                    <a:lnTo>
                      <a:pt x="0" y="20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8E8E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4" name="Freeform 894"/>
              <p:cNvSpPr>
                <a:spLocks/>
              </p:cNvSpPr>
              <p:nvPr/>
            </p:nvSpPr>
            <p:spPr bwMode="auto">
              <a:xfrm>
                <a:off x="2656" y="1917"/>
                <a:ext cx="68" cy="44"/>
              </a:xfrm>
              <a:custGeom>
                <a:avLst/>
                <a:gdLst>
                  <a:gd name="T0" fmla="*/ 33 w 68"/>
                  <a:gd name="T1" fmla="*/ 0 h 44"/>
                  <a:gd name="T2" fmla="*/ 44 w 68"/>
                  <a:gd name="T3" fmla="*/ 33 h 44"/>
                  <a:gd name="T4" fmla="*/ 68 w 68"/>
                  <a:gd name="T5" fmla="*/ 18 h 44"/>
                  <a:gd name="T6" fmla="*/ 59 w 68"/>
                  <a:gd name="T7" fmla="*/ 44 h 44"/>
                  <a:gd name="T8" fmla="*/ 52 w 68"/>
                  <a:gd name="T9" fmla="*/ 44 h 44"/>
                  <a:gd name="T10" fmla="*/ 56 w 68"/>
                  <a:gd name="T11" fmla="*/ 29 h 44"/>
                  <a:gd name="T12" fmla="*/ 42 w 68"/>
                  <a:gd name="T13" fmla="*/ 37 h 44"/>
                  <a:gd name="T14" fmla="*/ 33 w 68"/>
                  <a:gd name="T15" fmla="*/ 19 h 44"/>
                  <a:gd name="T16" fmla="*/ 25 w 68"/>
                  <a:gd name="T17" fmla="*/ 37 h 44"/>
                  <a:gd name="T18" fmla="*/ 9 w 68"/>
                  <a:gd name="T19" fmla="*/ 29 h 44"/>
                  <a:gd name="T20" fmla="*/ 16 w 68"/>
                  <a:gd name="T21" fmla="*/ 44 h 44"/>
                  <a:gd name="T22" fmla="*/ 8 w 68"/>
                  <a:gd name="T23" fmla="*/ 44 h 44"/>
                  <a:gd name="T24" fmla="*/ 0 w 68"/>
                  <a:gd name="T25" fmla="*/ 19 h 44"/>
                  <a:gd name="T26" fmla="*/ 24 w 68"/>
                  <a:gd name="T27" fmla="*/ 33 h 44"/>
                  <a:gd name="T28" fmla="*/ 33 w 68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8"/>
                  <a:gd name="T46" fmla="*/ 0 h 44"/>
                  <a:gd name="T47" fmla="*/ 68 w 68"/>
                  <a:gd name="T48" fmla="*/ 44 h 4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8" h="44">
                    <a:moveTo>
                      <a:pt x="33" y="0"/>
                    </a:moveTo>
                    <a:lnTo>
                      <a:pt x="44" y="33"/>
                    </a:lnTo>
                    <a:lnTo>
                      <a:pt x="68" y="18"/>
                    </a:lnTo>
                    <a:lnTo>
                      <a:pt x="59" y="44"/>
                    </a:lnTo>
                    <a:lnTo>
                      <a:pt x="52" y="44"/>
                    </a:lnTo>
                    <a:lnTo>
                      <a:pt x="56" y="29"/>
                    </a:lnTo>
                    <a:lnTo>
                      <a:pt x="42" y="37"/>
                    </a:lnTo>
                    <a:lnTo>
                      <a:pt x="33" y="19"/>
                    </a:lnTo>
                    <a:lnTo>
                      <a:pt x="25" y="37"/>
                    </a:lnTo>
                    <a:lnTo>
                      <a:pt x="9" y="29"/>
                    </a:lnTo>
                    <a:lnTo>
                      <a:pt x="16" y="44"/>
                    </a:lnTo>
                    <a:lnTo>
                      <a:pt x="8" y="44"/>
                    </a:lnTo>
                    <a:lnTo>
                      <a:pt x="0" y="19"/>
                    </a:lnTo>
                    <a:lnTo>
                      <a:pt x="24" y="3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BDBDB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5" name="Freeform 895"/>
              <p:cNvSpPr>
                <a:spLocks/>
              </p:cNvSpPr>
              <p:nvPr/>
            </p:nvSpPr>
            <p:spPr bwMode="auto">
              <a:xfrm>
                <a:off x="2657" y="1919"/>
                <a:ext cx="66" cy="41"/>
              </a:xfrm>
              <a:custGeom>
                <a:avLst/>
                <a:gdLst>
                  <a:gd name="T0" fmla="*/ 33 w 66"/>
                  <a:gd name="T1" fmla="*/ 0 h 41"/>
                  <a:gd name="T2" fmla="*/ 43 w 66"/>
                  <a:gd name="T3" fmla="*/ 31 h 41"/>
                  <a:gd name="T4" fmla="*/ 66 w 66"/>
                  <a:gd name="T5" fmla="*/ 17 h 41"/>
                  <a:gd name="T6" fmla="*/ 58 w 66"/>
                  <a:gd name="T7" fmla="*/ 41 h 41"/>
                  <a:gd name="T8" fmla="*/ 51 w 66"/>
                  <a:gd name="T9" fmla="*/ 41 h 41"/>
                  <a:gd name="T10" fmla="*/ 55 w 66"/>
                  <a:gd name="T11" fmla="*/ 27 h 41"/>
                  <a:gd name="T12" fmla="*/ 41 w 66"/>
                  <a:gd name="T13" fmla="*/ 35 h 41"/>
                  <a:gd name="T14" fmla="*/ 33 w 66"/>
                  <a:gd name="T15" fmla="*/ 17 h 41"/>
                  <a:gd name="T16" fmla="*/ 24 w 66"/>
                  <a:gd name="T17" fmla="*/ 35 h 41"/>
                  <a:gd name="T18" fmla="*/ 10 w 66"/>
                  <a:gd name="T19" fmla="*/ 27 h 41"/>
                  <a:gd name="T20" fmla="*/ 15 w 66"/>
                  <a:gd name="T21" fmla="*/ 41 h 41"/>
                  <a:gd name="T22" fmla="*/ 7 w 66"/>
                  <a:gd name="T23" fmla="*/ 41 h 41"/>
                  <a:gd name="T24" fmla="*/ 0 w 66"/>
                  <a:gd name="T25" fmla="*/ 18 h 41"/>
                  <a:gd name="T26" fmla="*/ 23 w 66"/>
                  <a:gd name="T27" fmla="*/ 31 h 41"/>
                  <a:gd name="T28" fmla="*/ 33 w 66"/>
                  <a:gd name="T29" fmla="*/ 0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6"/>
                  <a:gd name="T46" fmla="*/ 0 h 41"/>
                  <a:gd name="T47" fmla="*/ 66 w 66"/>
                  <a:gd name="T48" fmla="*/ 41 h 4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6" h="41">
                    <a:moveTo>
                      <a:pt x="33" y="0"/>
                    </a:moveTo>
                    <a:lnTo>
                      <a:pt x="43" y="31"/>
                    </a:lnTo>
                    <a:lnTo>
                      <a:pt x="66" y="17"/>
                    </a:lnTo>
                    <a:lnTo>
                      <a:pt x="58" y="41"/>
                    </a:lnTo>
                    <a:lnTo>
                      <a:pt x="51" y="41"/>
                    </a:lnTo>
                    <a:lnTo>
                      <a:pt x="55" y="27"/>
                    </a:lnTo>
                    <a:lnTo>
                      <a:pt x="41" y="35"/>
                    </a:lnTo>
                    <a:lnTo>
                      <a:pt x="33" y="17"/>
                    </a:lnTo>
                    <a:lnTo>
                      <a:pt x="24" y="35"/>
                    </a:lnTo>
                    <a:lnTo>
                      <a:pt x="10" y="27"/>
                    </a:lnTo>
                    <a:lnTo>
                      <a:pt x="15" y="41"/>
                    </a:lnTo>
                    <a:lnTo>
                      <a:pt x="7" y="41"/>
                    </a:lnTo>
                    <a:lnTo>
                      <a:pt x="0" y="18"/>
                    </a:lnTo>
                    <a:lnTo>
                      <a:pt x="23" y="3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1D1D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6" name="Freeform 896"/>
              <p:cNvSpPr>
                <a:spLocks/>
              </p:cNvSpPr>
              <p:nvPr/>
            </p:nvSpPr>
            <p:spPr bwMode="auto">
              <a:xfrm>
                <a:off x="2657" y="1921"/>
                <a:ext cx="65" cy="38"/>
              </a:xfrm>
              <a:custGeom>
                <a:avLst/>
                <a:gdLst>
                  <a:gd name="T0" fmla="*/ 32 w 65"/>
                  <a:gd name="T1" fmla="*/ 0 h 38"/>
                  <a:gd name="T2" fmla="*/ 42 w 65"/>
                  <a:gd name="T3" fmla="*/ 29 h 38"/>
                  <a:gd name="T4" fmla="*/ 65 w 65"/>
                  <a:gd name="T5" fmla="*/ 16 h 38"/>
                  <a:gd name="T6" fmla="*/ 58 w 65"/>
                  <a:gd name="T7" fmla="*/ 38 h 38"/>
                  <a:gd name="T8" fmla="*/ 51 w 65"/>
                  <a:gd name="T9" fmla="*/ 38 h 38"/>
                  <a:gd name="T10" fmla="*/ 55 w 65"/>
                  <a:gd name="T11" fmla="*/ 25 h 38"/>
                  <a:gd name="T12" fmla="*/ 41 w 65"/>
                  <a:gd name="T13" fmla="*/ 33 h 38"/>
                  <a:gd name="T14" fmla="*/ 32 w 65"/>
                  <a:gd name="T15" fmla="*/ 15 h 38"/>
                  <a:gd name="T16" fmla="*/ 24 w 65"/>
                  <a:gd name="T17" fmla="*/ 33 h 38"/>
                  <a:gd name="T18" fmla="*/ 8 w 65"/>
                  <a:gd name="T19" fmla="*/ 25 h 38"/>
                  <a:gd name="T20" fmla="*/ 14 w 65"/>
                  <a:gd name="T21" fmla="*/ 38 h 38"/>
                  <a:gd name="T22" fmla="*/ 6 w 65"/>
                  <a:gd name="T23" fmla="*/ 38 h 38"/>
                  <a:gd name="T24" fmla="*/ 0 w 65"/>
                  <a:gd name="T25" fmla="*/ 17 h 38"/>
                  <a:gd name="T26" fmla="*/ 22 w 65"/>
                  <a:gd name="T27" fmla="*/ 30 h 38"/>
                  <a:gd name="T28" fmla="*/ 32 w 65"/>
                  <a:gd name="T29" fmla="*/ 0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5"/>
                  <a:gd name="T46" fmla="*/ 0 h 38"/>
                  <a:gd name="T47" fmla="*/ 65 w 65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5" h="38">
                    <a:moveTo>
                      <a:pt x="32" y="0"/>
                    </a:moveTo>
                    <a:lnTo>
                      <a:pt x="42" y="29"/>
                    </a:lnTo>
                    <a:lnTo>
                      <a:pt x="65" y="16"/>
                    </a:lnTo>
                    <a:lnTo>
                      <a:pt x="58" y="38"/>
                    </a:lnTo>
                    <a:lnTo>
                      <a:pt x="51" y="38"/>
                    </a:lnTo>
                    <a:lnTo>
                      <a:pt x="55" y="25"/>
                    </a:lnTo>
                    <a:lnTo>
                      <a:pt x="41" y="33"/>
                    </a:lnTo>
                    <a:lnTo>
                      <a:pt x="32" y="15"/>
                    </a:lnTo>
                    <a:lnTo>
                      <a:pt x="24" y="33"/>
                    </a:lnTo>
                    <a:lnTo>
                      <a:pt x="8" y="25"/>
                    </a:lnTo>
                    <a:lnTo>
                      <a:pt x="14" y="38"/>
                    </a:lnTo>
                    <a:lnTo>
                      <a:pt x="6" y="38"/>
                    </a:lnTo>
                    <a:lnTo>
                      <a:pt x="0" y="17"/>
                    </a:lnTo>
                    <a:lnTo>
                      <a:pt x="22" y="3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C4C4C4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7" name="Freeform 897"/>
              <p:cNvSpPr>
                <a:spLocks/>
              </p:cNvSpPr>
              <p:nvPr/>
            </p:nvSpPr>
            <p:spPr bwMode="auto">
              <a:xfrm>
                <a:off x="2658" y="1922"/>
                <a:ext cx="64" cy="36"/>
              </a:xfrm>
              <a:custGeom>
                <a:avLst/>
                <a:gdLst>
                  <a:gd name="T0" fmla="*/ 32 w 64"/>
                  <a:gd name="T1" fmla="*/ 0 h 36"/>
                  <a:gd name="T2" fmla="*/ 42 w 64"/>
                  <a:gd name="T3" fmla="*/ 28 h 36"/>
                  <a:gd name="T4" fmla="*/ 64 w 64"/>
                  <a:gd name="T5" fmla="*/ 16 h 36"/>
                  <a:gd name="T6" fmla="*/ 58 w 64"/>
                  <a:gd name="T7" fmla="*/ 36 h 36"/>
                  <a:gd name="T8" fmla="*/ 51 w 64"/>
                  <a:gd name="T9" fmla="*/ 36 h 36"/>
                  <a:gd name="T10" fmla="*/ 56 w 64"/>
                  <a:gd name="T11" fmla="*/ 24 h 36"/>
                  <a:gd name="T12" fmla="*/ 41 w 64"/>
                  <a:gd name="T13" fmla="*/ 32 h 36"/>
                  <a:gd name="T14" fmla="*/ 32 w 64"/>
                  <a:gd name="T15" fmla="*/ 14 h 36"/>
                  <a:gd name="T16" fmla="*/ 23 w 64"/>
                  <a:gd name="T17" fmla="*/ 32 h 36"/>
                  <a:gd name="T18" fmla="*/ 9 w 64"/>
                  <a:gd name="T19" fmla="*/ 24 h 36"/>
                  <a:gd name="T20" fmla="*/ 13 w 64"/>
                  <a:gd name="T21" fmla="*/ 36 h 36"/>
                  <a:gd name="T22" fmla="*/ 6 w 64"/>
                  <a:gd name="T23" fmla="*/ 36 h 36"/>
                  <a:gd name="T24" fmla="*/ 0 w 64"/>
                  <a:gd name="T25" fmla="*/ 16 h 36"/>
                  <a:gd name="T26" fmla="*/ 22 w 64"/>
                  <a:gd name="T27" fmla="*/ 29 h 36"/>
                  <a:gd name="T28" fmla="*/ 32 w 64"/>
                  <a:gd name="T29" fmla="*/ 0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4"/>
                  <a:gd name="T46" fmla="*/ 0 h 36"/>
                  <a:gd name="T47" fmla="*/ 64 w 64"/>
                  <a:gd name="T48" fmla="*/ 36 h 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4" h="36">
                    <a:moveTo>
                      <a:pt x="32" y="0"/>
                    </a:moveTo>
                    <a:lnTo>
                      <a:pt x="42" y="28"/>
                    </a:lnTo>
                    <a:lnTo>
                      <a:pt x="64" y="16"/>
                    </a:lnTo>
                    <a:lnTo>
                      <a:pt x="58" y="36"/>
                    </a:lnTo>
                    <a:lnTo>
                      <a:pt x="51" y="36"/>
                    </a:lnTo>
                    <a:lnTo>
                      <a:pt x="56" y="24"/>
                    </a:lnTo>
                    <a:lnTo>
                      <a:pt x="41" y="32"/>
                    </a:lnTo>
                    <a:lnTo>
                      <a:pt x="32" y="14"/>
                    </a:lnTo>
                    <a:lnTo>
                      <a:pt x="23" y="32"/>
                    </a:lnTo>
                    <a:lnTo>
                      <a:pt x="9" y="24"/>
                    </a:lnTo>
                    <a:lnTo>
                      <a:pt x="13" y="36"/>
                    </a:lnTo>
                    <a:lnTo>
                      <a:pt x="6" y="36"/>
                    </a:lnTo>
                    <a:lnTo>
                      <a:pt x="0" y="16"/>
                    </a:lnTo>
                    <a:lnTo>
                      <a:pt x="22" y="2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7B7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8" name="Freeform 898"/>
              <p:cNvSpPr>
                <a:spLocks/>
              </p:cNvSpPr>
              <p:nvPr/>
            </p:nvSpPr>
            <p:spPr bwMode="auto">
              <a:xfrm>
                <a:off x="2659" y="1923"/>
                <a:ext cx="62" cy="34"/>
              </a:xfrm>
              <a:custGeom>
                <a:avLst/>
                <a:gdLst>
                  <a:gd name="T0" fmla="*/ 31 w 62"/>
                  <a:gd name="T1" fmla="*/ 0 h 34"/>
                  <a:gd name="T2" fmla="*/ 41 w 62"/>
                  <a:gd name="T3" fmla="*/ 28 h 34"/>
                  <a:gd name="T4" fmla="*/ 62 w 62"/>
                  <a:gd name="T5" fmla="*/ 15 h 34"/>
                  <a:gd name="T6" fmla="*/ 56 w 62"/>
                  <a:gd name="T7" fmla="*/ 34 h 34"/>
                  <a:gd name="T8" fmla="*/ 50 w 62"/>
                  <a:gd name="T9" fmla="*/ 34 h 34"/>
                  <a:gd name="T10" fmla="*/ 55 w 62"/>
                  <a:gd name="T11" fmla="*/ 23 h 34"/>
                  <a:gd name="T12" fmla="*/ 40 w 62"/>
                  <a:gd name="T13" fmla="*/ 31 h 34"/>
                  <a:gd name="T14" fmla="*/ 31 w 62"/>
                  <a:gd name="T15" fmla="*/ 13 h 34"/>
                  <a:gd name="T16" fmla="*/ 22 w 62"/>
                  <a:gd name="T17" fmla="*/ 31 h 34"/>
                  <a:gd name="T18" fmla="*/ 8 w 62"/>
                  <a:gd name="T19" fmla="*/ 23 h 34"/>
                  <a:gd name="T20" fmla="*/ 12 w 62"/>
                  <a:gd name="T21" fmla="*/ 34 h 34"/>
                  <a:gd name="T22" fmla="*/ 6 w 62"/>
                  <a:gd name="T23" fmla="*/ 34 h 34"/>
                  <a:gd name="T24" fmla="*/ 0 w 62"/>
                  <a:gd name="T25" fmla="*/ 16 h 34"/>
                  <a:gd name="T26" fmla="*/ 21 w 62"/>
                  <a:gd name="T27" fmla="*/ 28 h 34"/>
                  <a:gd name="T28" fmla="*/ 31 w 62"/>
                  <a:gd name="T29" fmla="*/ 0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2"/>
                  <a:gd name="T46" fmla="*/ 0 h 34"/>
                  <a:gd name="T47" fmla="*/ 62 w 62"/>
                  <a:gd name="T48" fmla="*/ 34 h 3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2" h="34">
                    <a:moveTo>
                      <a:pt x="31" y="0"/>
                    </a:moveTo>
                    <a:lnTo>
                      <a:pt x="41" y="28"/>
                    </a:lnTo>
                    <a:lnTo>
                      <a:pt x="62" y="15"/>
                    </a:lnTo>
                    <a:lnTo>
                      <a:pt x="56" y="34"/>
                    </a:lnTo>
                    <a:lnTo>
                      <a:pt x="50" y="34"/>
                    </a:lnTo>
                    <a:lnTo>
                      <a:pt x="55" y="23"/>
                    </a:lnTo>
                    <a:lnTo>
                      <a:pt x="40" y="31"/>
                    </a:lnTo>
                    <a:lnTo>
                      <a:pt x="31" y="13"/>
                    </a:lnTo>
                    <a:lnTo>
                      <a:pt x="22" y="31"/>
                    </a:lnTo>
                    <a:lnTo>
                      <a:pt x="8" y="23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0" y="16"/>
                    </a:lnTo>
                    <a:lnTo>
                      <a:pt x="21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AAAAA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49" name="Freeform 899"/>
              <p:cNvSpPr>
                <a:spLocks/>
              </p:cNvSpPr>
              <p:nvPr/>
            </p:nvSpPr>
            <p:spPr bwMode="auto">
              <a:xfrm>
                <a:off x="2659" y="1925"/>
                <a:ext cx="61" cy="32"/>
              </a:xfrm>
              <a:custGeom>
                <a:avLst/>
                <a:gdLst>
                  <a:gd name="T0" fmla="*/ 30 w 61"/>
                  <a:gd name="T1" fmla="*/ 0 h 32"/>
                  <a:gd name="T2" fmla="*/ 40 w 61"/>
                  <a:gd name="T3" fmla="*/ 27 h 32"/>
                  <a:gd name="T4" fmla="*/ 61 w 61"/>
                  <a:gd name="T5" fmla="*/ 15 h 32"/>
                  <a:gd name="T6" fmla="*/ 56 w 61"/>
                  <a:gd name="T7" fmla="*/ 32 h 32"/>
                  <a:gd name="T8" fmla="*/ 50 w 61"/>
                  <a:gd name="T9" fmla="*/ 32 h 32"/>
                  <a:gd name="T10" fmla="*/ 53 w 61"/>
                  <a:gd name="T11" fmla="*/ 21 h 32"/>
                  <a:gd name="T12" fmla="*/ 39 w 61"/>
                  <a:gd name="T13" fmla="*/ 29 h 32"/>
                  <a:gd name="T14" fmla="*/ 30 w 61"/>
                  <a:gd name="T15" fmla="*/ 12 h 32"/>
                  <a:gd name="T16" fmla="*/ 21 w 61"/>
                  <a:gd name="T17" fmla="*/ 29 h 32"/>
                  <a:gd name="T18" fmla="*/ 6 w 61"/>
                  <a:gd name="T19" fmla="*/ 21 h 32"/>
                  <a:gd name="T20" fmla="*/ 10 w 61"/>
                  <a:gd name="T21" fmla="*/ 32 h 32"/>
                  <a:gd name="T22" fmla="*/ 5 w 61"/>
                  <a:gd name="T23" fmla="*/ 32 h 32"/>
                  <a:gd name="T24" fmla="*/ 0 w 61"/>
                  <a:gd name="T25" fmla="*/ 15 h 32"/>
                  <a:gd name="T26" fmla="*/ 20 w 61"/>
                  <a:gd name="T27" fmla="*/ 27 h 32"/>
                  <a:gd name="T28" fmla="*/ 30 w 61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1"/>
                  <a:gd name="T46" fmla="*/ 0 h 32"/>
                  <a:gd name="T47" fmla="*/ 61 w 61"/>
                  <a:gd name="T48" fmla="*/ 32 h 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1" h="32">
                    <a:moveTo>
                      <a:pt x="30" y="0"/>
                    </a:moveTo>
                    <a:lnTo>
                      <a:pt x="40" y="27"/>
                    </a:lnTo>
                    <a:lnTo>
                      <a:pt x="61" y="15"/>
                    </a:lnTo>
                    <a:lnTo>
                      <a:pt x="56" y="32"/>
                    </a:lnTo>
                    <a:lnTo>
                      <a:pt x="50" y="32"/>
                    </a:lnTo>
                    <a:lnTo>
                      <a:pt x="53" y="21"/>
                    </a:lnTo>
                    <a:lnTo>
                      <a:pt x="39" y="29"/>
                    </a:lnTo>
                    <a:lnTo>
                      <a:pt x="30" y="12"/>
                    </a:lnTo>
                    <a:lnTo>
                      <a:pt x="21" y="29"/>
                    </a:lnTo>
                    <a:lnTo>
                      <a:pt x="6" y="21"/>
                    </a:lnTo>
                    <a:lnTo>
                      <a:pt x="10" y="32"/>
                    </a:lnTo>
                    <a:lnTo>
                      <a:pt x="5" y="32"/>
                    </a:lnTo>
                    <a:lnTo>
                      <a:pt x="0" y="15"/>
                    </a:lnTo>
                    <a:lnTo>
                      <a:pt x="20" y="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A0A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50" name="Freeform 900"/>
              <p:cNvSpPr>
                <a:spLocks/>
              </p:cNvSpPr>
              <p:nvPr/>
            </p:nvSpPr>
            <p:spPr bwMode="auto">
              <a:xfrm>
                <a:off x="2660" y="1926"/>
                <a:ext cx="59" cy="29"/>
              </a:xfrm>
              <a:custGeom>
                <a:avLst/>
                <a:gdLst>
                  <a:gd name="T0" fmla="*/ 29 w 59"/>
                  <a:gd name="T1" fmla="*/ 0 h 29"/>
                  <a:gd name="T2" fmla="*/ 39 w 59"/>
                  <a:gd name="T3" fmla="*/ 25 h 29"/>
                  <a:gd name="T4" fmla="*/ 59 w 59"/>
                  <a:gd name="T5" fmla="*/ 14 h 29"/>
                  <a:gd name="T6" fmla="*/ 55 w 59"/>
                  <a:gd name="T7" fmla="*/ 29 h 29"/>
                  <a:gd name="T8" fmla="*/ 49 w 59"/>
                  <a:gd name="T9" fmla="*/ 29 h 29"/>
                  <a:gd name="T10" fmla="*/ 52 w 59"/>
                  <a:gd name="T11" fmla="*/ 20 h 29"/>
                  <a:gd name="T12" fmla="*/ 38 w 59"/>
                  <a:gd name="T13" fmla="*/ 27 h 29"/>
                  <a:gd name="T14" fmla="*/ 29 w 59"/>
                  <a:gd name="T15" fmla="*/ 10 h 29"/>
                  <a:gd name="T16" fmla="*/ 21 w 59"/>
                  <a:gd name="T17" fmla="*/ 27 h 29"/>
                  <a:gd name="T18" fmla="*/ 5 w 59"/>
                  <a:gd name="T19" fmla="*/ 20 h 29"/>
                  <a:gd name="T20" fmla="*/ 10 w 59"/>
                  <a:gd name="T21" fmla="*/ 29 h 29"/>
                  <a:gd name="T22" fmla="*/ 4 w 59"/>
                  <a:gd name="T23" fmla="*/ 29 h 29"/>
                  <a:gd name="T24" fmla="*/ 0 w 59"/>
                  <a:gd name="T25" fmla="*/ 14 h 29"/>
                  <a:gd name="T26" fmla="*/ 20 w 59"/>
                  <a:gd name="T27" fmla="*/ 25 h 29"/>
                  <a:gd name="T28" fmla="*/ 29 w 59"/>
                  <a:gd name="T29" fmla="*/ 0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9"/>
                  <a:gd name="T46" fmla="*/ 0 h 29"/>
                  <a:gd name="T47" fmla="*/ 59 w 59"/>
                  <a:gd name="T48" fmla="*/ 29 h 2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9" h="29">
                    <a:moveTo>
                      <a:pt x="29" y="0"/>
                    </a:moveTo>
                    <a:lnTo>
                      <a:pt x="39" y="25"/>
                    </a:lnTo>
                    <a:lnTo>
                      <a:pt x="59" y="14"/>
                    </a:lnTo>
                    <a:lnTo>
                      <a:pt x="55" y="29"/>
                    </a:lnTo>
                    <a:lnTo>
                      <a:pt x="49" y="29"/>
                    </a:lnTo>
                    <a:lnTo>
                      <a:pt x="52" y="20"/>
                    </a:lnTo>
                    <a:lnTo>
                      <a:pt x="38" y="27"/>
                    </a:lnTo>
                    <a:lnTo>
                      <a:pt x="29" y="10"/>
                    </a:lnTo>
                    <a:lnTo>
                      <a:pt x="21" y="27"/>
                    </a:lnTo>
                    <a:lnTo>
                      <a:pt x="5" y="20"/>
                    </a:lnTo>
                    <a:lnTo>
                      <a:pt x="10" y="29"/>
                    </a:lnTo>
                    <a:lnTo>
                      <a:pt x="4" y="29"/>
                    </a:lnTo>
                    <a:lnTo>
                      <a:pt x="0" y="14"/>
                    </a:lnTo>
                    <a:lnTo>
                      <a:pt x="20" y="25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93939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51" name="Freeform 901"/>
              <p:cNvSpPr>
                <a:spLocks/>
              </p:cNvSpPr>
              <p:nvPr/>
            </p:nvSpPr>
            <p:spPr bwMode="auto">
              <a:xfrm>
                <a:off x="2661" y="1927"/>
                <a:ext cx="57" cy="28"/>
              </a:xfrm>
              <a:custGeom>
                <a:avLst/>
                <a:gdLst>
                  <a:gd name="T0" fmla="*/ 28 w 57"/>
                  <a:gd name="T1" fmla="*/ 0 h 28"/>
                  <a:gd name="T2" fmla="*/ 39 w 57"/>
                  <a:gd name="T3" fmla="*/ 25 h 28"/>
                  <a:gd name="T4" fmla="*/ 57 w 57"/>
                  <a:gd name="T5" fmla="*/ 14 h 28"/>
                  <a:gd name="T6" fmla="*/ 54 w 57"/>
                  <a:gd name="T7" fmla="*/ 28 h 28"/>
                  <a:gd name="T8" fmla="*/ 49 w 57"/>
                  <a:gd name="T9" fmla="*/ 28 h 28"/>
                  <a:gd name="T10" fmla="*/ 51 w 57"/>
                  <a:gd name="T11" fmla="*/ 19 h 28"/>
                  <a:gd name="T12" fmla="*/ 37 w 57"/>
                  <a:gd name="T13" fmla="*/ 27 h 28"/>
                  <a:gd name="T14" fmla="*/ 28 w 57"/>
                  <a:gd name="T15" fmla="*/ 9 h 28"/>
                  <a:gd name="T16" fmla="*/ 20 w 57"/>
                  <a:gd name="T17" fmla="*/ 27 h 28"/>
                  <a:gd name="T18" fmla="*/ 6 w 57"/>
                  <a:gd name="T19" fmla="*/ 19 h 28"/>
                  <a:gd name="T20" fmla="*/ 9 w 57"/>
                  <a:gd name="T21" fmla="*/ 28 h 28"/>
                  <a:gd name="T22" fmla="*/ 3 w 57"/>
                  <a:gd name="T23" fmla="*/ 28 h 28"/>
                  <a:gd name="T24" fmla="*/ 0 w 57"/>
                  <a:gd name="T25" fmla="*/ 14 h 28"/>
                  <a:gd name="T26" fmla="*/ 19 w 57"/>
                  <a:gd name="T27" fmla="*/ 25 h 28"/>
                  <a:gd name="T28" fmla="*/ 28 w 57"/>
                  <a:gd name="T29" fmla="*/ 0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8"/>
                  <a:gd name="T47" fmla="*/ 57 w 57"/>
                  <a:gd name="T48" fmla="*/ 28 h 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8">
                    <a:moveTo>
                      <a:pt x="28" y="0"/>
                    </a:moveTo>
                    <a:lnTo>
                      <a:pt x="39" y="25"/>
                    </a:lnTo>
                    <a:lnTo>
                      <a:pt x="57" y="14"/>
                    </a:lnTo>
                    <a:lnTo>
                      <a:pt x="54" y="28"/>
                    </a:lnTo>
                    <a:lnTo>
                      <a:pt x="49" y="28"/>
                    </a:lnTo>
                    <a:lnTo>
                      <a:pt x="51" y="19"/>
                    </a:lnTo>
                    <a:lnTo>
                      <a:pt x="37" y="27"/>
                    </a:lnTo>
                    <a:lnTo>
                      <a:pt x="28" y="9"/>
                    </a:lnTo>
                    <a:lnTo>
                      <a:pt x="20" y="27"/>
                    </a:lnTo>
                    <a:lnTo>
                      <a:pt x="6" y="19"/>
                    </a:lnTo>
                    <a:lnTo>
                      <a:pt x="9" y="28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19" y="2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89898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52" name="Freeform 902"/>
              <p:cNvSpPr>
                <a:spLocks/>
              </p:cNvSpPr>
              <p:nvPr/>
            </p:nvSpPr>
            <p:spPr bwMode="auto">
              <a:xfrm>
                <a:off x="2661" y="1928"/>
                <a:ext cx="57" cy="26"/>
              </a:xfrm>
              <a:custGeom>
                <a:avLst/>
                <a:gdLst>
                  <a:gd name="T0" fmla="*/ 28 w 57"/>
                  <a:gd name="T1" fmla="*/ 0 h 26"/>
                  <a:gd name="T2" fmla="*/ 39 w 57"/>
                  <a:gd name="T3" fmla="*/ 24 h 26"/>
                  <a:gd name="T4" fmla="*/ 57 w 57"/>
                  <a:gd name="T5" fmla="*/ 13 h 26"/>
                  <a:gd name="T6" fmla="*/ 54 w 57"/>
                  <a:gd name="T7" fmla="*/ 25 h 26"/>
                  <a:gd name="T8" fmla="*/ 50 w 57"/>
                  <a:gd name="T9" fmla="*/ 25 h 26"/>
                  <a:gd name="T10" fmla="*/ 53 w 57"/>
                  <a:gd name="T11" fmla="*/ 18 h 26"/>
                  <a:gd name="T12" fmla="*/ 38 w 57"/>
                  <a:gd name="T13" fmla="*/ 26 h 26"/>
                  <a:gd name="T14" fmla="*/ 28 w 57"/>
                  <a:gd name="T15" fmla="*/ 8 h 26"/>
                  <a:gd name="T16" fmla="*/ 20 w 57"/>
                  <a:gd name="T17" fmla="*/ 26 h 26"/>
                  <a:gd name="T18" fmla="*/ 4 w 57"/>
                  <a:gd name="T19" fmla="*/ 18 h 26"/>
                  <a:gd name="T20" fmla="*/ 8 w 57"/>
                  <a:gd name="T21" fmla="*/ 25 h 26"/>
                  <a:gd name="T22" fmla="*/ 3 w 57"/>
                  <a:gd name="T23" fmla="*/ 25 h 26"/>
                  <a:gd name="T24" fmla="*/ 0 w 57"/>
                  <a:gd name="T25" fmla="*/ 14 h 26"/>
                  <a:gd name="T26" fmla="*/ 19 w 57"/>
                  <a:gd name="T27" fmla="*/ 24 h 26"/>
                  <a:gd name="T28" fmla="*/ 28 w 57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6"/>
                  <a:gd name="T47" fmla="*/ 57 w 57"/>
                  <a:gd name="T48" fmla="*/ 26 h 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6">
                    <a:moveTo>
                      <a:pt x="28" y="0"/>
                    </a:moveTo>
                    <a:lnTo>
                      <a:pt x="39" y="24"/>
                    </a:lnTo>
                    <a:lnTo>
                      <a:pt x="57" y="13"/>
                    </a:lnTo>
                    <a:lnTo>
                      <a:pt x="54" y="25"/>
                    </a:lnTo>
                    <a:lnTo>
                      <a:pt x="50" y="25"/>
                    </a:lnTo>
                    <a:lnTo>
                      <a:pt x="53" y="18"/>
                    </a:lnTo>
                    <a:lnTo>
                      <a:pt x="38" y="26"/>
                    </a:lnTo>
                    <a:lnTo>
                      <a:pt x="28" y="8"/>
                    </a:lnTo>
                    <a:lnTo>
                      <a:pt x="20" y="26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3" y="25"/>
                    </a:lnTo>
                    <a:lnTo>
                      <a:pt x="0" y="14"/>
                    </a:lnTo>
                    <a:lnTo>
                      <a:pt x="19" y="2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C7C7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53" name="Freeform 903"/>
              <p:cNvSpPr>
                <a:spLocks/>
              </p:cNvSpPr>
              <p:nvPr/>
            </p:nvSpPr>
            <p:spPr bwMode="auto">
              <a:xfrm>
                <a:off x="2662" y="1929"/>
                <a:ext cx="55" cy="25"/>
              </a:xfrm>
              <a:custGeom>
                <a:avLst/>
                <a:gdLst>
                  <a:gd name="T0" fmla="*/ 28 w 55"/>
                  <a:gd name="T1" fmla="*/ 0 h 25"/>
                  <a:gd name="T2" fmla="*/ 38 w 55"/>
                  <a:gd name="T3" fmla="*/ 23 h 25"/>
                  <a:gd name="T4" fmla="*/ 55 w 55"/>
                  <a:gd name="T5" fmla="*/ 13 h 25"/>
                  <a:gd name="T6" fmla="*/ 53 w 55"/>
                  <a:gd name="T7" fmla="*/ 23 h 25"/>
                  <a:gd name="T8" fmla="*/ 49 w 55"/>
                  <a:gd name="T9" fmla="*/ 23 h 25"/>
                  <a:gd name="T10" fmla="*/ 52 w 55"/>
                  <a:gd name="T11" fmla="*/ 17 h 25"/>
                  <a:gd name="T12" fmla="*/ 37 w 55"/>
                  <a:gd name="T13" fmla="*/ 25 h 25"/>
                  <a:gd name="T14" fmla="*/ 28 w 55"/>
                  <a:gd name="T15" fmla="*/ 7 h 25"/>
                  <a:gd name="T16" fmla="*/ 19 w 55"/>
                  <a:gd name="T17" fmla="*/ 25 h 25"/>
                  <a:gd name="T18" fmla="*/ 5 w 55"/>
                  <a:gd name="T19" fmla="*/ 17 h 25"/>
                  <a:gd name="T20" fmla="*/ 7 w 55"/>
                  <a:gd name="T21" fmla="*/ 24 h 25"/>
                  <a:gd name="T22" fmla="*/ 2 w 55"/>
                  <a:gd name="T23" fmla="*/ 24 h 25"/>
                  <a:gd name="T24" fmla="*/ 0 w 55"/>
                  <a:gd name="T25" fmla="*/ 13 h 25"/>
                  <a:gd name="T26" fmla="*/ 18 w 55"/>
                  <a:gd name="T27" fmla="*/ 23 h 25"/>
                  <a:gd name="T28" fmla="*/ 28 w 55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25"/>
                  <a:gd name="T47" fmla="*/ 55 w 55"/>
                  <a:gd name="T48" fmla="*/ 25 h 2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25">
                    <a:moveTo>
                      <a:pt x="28" y="0"/>
                    </a:moveTo>
                    <a:lnTo>
                      <a:pt x="38" y="23"/>
                    </a:lnTo>
                    <a:lnTo>
                      <a:pt x="55" y="13"/>
                    </a:lnTo>
                    <a:lnTo>
                      <a:pt x="53" y="23"/>
                    </a:lnTo>
                    <a:lnTo>
                      <a:pt x="49" y="23"/>
                    </a:lnTo>
                    <a:lnTo>
                      <a:pt x="52" y="17"/>
                    </a:lnTo>
                    <a:lnTo>
                      <a:pt x="37" y="25"/>
                    </a:lnTo>
                    <a:lnTo>
                      <a:pt x="28" y="7"/>
                    </a:lnTo>
                    <a:lnTo>
                      <a:pt x="19" y="25"/>
                    </a:lnTo>
                    <a:lnTo>
                      <a:pt x="5" y="17"/>
                    </a:lnTo>
                    <a:lnTo>
                      <a:pt x="7" y="24"/>
                    </a:lnTo>
                    <a:lnTo>
                      <a:pt x="2" y="24"/>
                    </a:lnTo>
                    <a:lnTo>
                      <a:pt x="0" y="13"/>
                    </a:lnTo>
                    <a:lnTo>
                      <a:pt x="18" y="2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0707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54" name="Freeform 904"/>
              <p:cNvSpPr>
                <a:spLocks/>
              </p:cNvSpPr>
              <p:nvPr/>
            </p:nvSpPr>
            <p:spPr bwMode="auto">
              <a:xfrm>
                <a:off x="2663" y="1931"/>
                <a:ext cx="53" cy="23"/>
              </a:xfrm>
              <a:custGeom>
                <a:avLst/>
                <a:gdLst>
                  <a:gd name="T0" fmla="*/ 26 w 53"/>
                  <a:gd name="T1" fmla="*/ 0 h 23"/>
                  <a:gd name="T2" fmla="*/ 37 w 53"/>
                  <a:gd name="T3" fmla="*/ 21 h 23"/>
                  <a:gd name="T4" fmla="*/ 53 w 53"/>
                  <a:gd name="T5" fmla="*/ 12 h 23"/>
                  <a:gd name="T6" fmla="*/ 51 w 53"/>
                  <a:gd name="T7" fmla="*/ 20 h 23"/>
                  <a:gd name="T8" fmla="*/ 48 w 53"/>
                  <a:gd name="T9" fmla="*/ 20 h 23"/>
                  <a:gd name="T10" fmla="*/ 49 w 53"/>
                  <a:gd name="T11" fmla="*/ 15 h 23"/>
                  <a:gd name="T12" fmla="*/ 35 w 53"/>
                  <a:gd name="T13" fmla="*/ 23 h 23"/>
                  <a:gd name="T14" fmla="*/ 26 w 53"/>
                  <a:gd name="T15" fmla="*/ 5 h 23"/>
                  <a:gd name="T16" fmla="*/ 18 w 53"/>
                  <a:gd name="T17" fmla="*/ 23 h 23"/>
                  <a:gd name="T18" fmla="*/ 4 w 53"/>
                  <a:gd name="T19" fmla="*/ 15 h 23"/>
                  <a:gd name="T20" fmla="*/ 5 w 53"/>
                  <a:gd name="T21" fmla="*/ 21 h 23"/>
                  <a:gd name="T22" fmla="*/ 1 w 53"/>
                  <a:gd name="T23" fmla="*/ 21 h 23"/>
                  <a:gd name="T24" fmla="*/ 0 w 53"/>
                  <a:gd name="T25" fmla="*/ 12 h 23"/>
                  <a:gd name="T26" fmla="*/ 17 w 53"/>
                  <a:gd name="T27" fmla="*/ 22 h 23"/>
                  <a:gd name="T28" fmla="*/ 26 w 5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3"/>
                  <a:gd name="T46" fmla="*/ 0 h 23"/>
                  <a:gd name="T47" fmla="*/ 53 w 53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3" h="23">
                    <a:moveTo>
                      <a:pt x="26" y="0"/>
                    </a:moveTo>
                    <a:lnTo>
                      <a:pt x="37" y="21"/>
                    </a:lnTo>
                    <a:lnTo>
                      <a:pt x="53" y="12"/>
                    </a:lnTo>
                    <a:lnTo>
                      <a:pt x="51" y="20"/>
                    </a:lnTo>
                    <a:lnTo>
                      <a:pt x="48" y="20"/>
                    </a:lnTo>
                    <a:lnTo>
                      <a:pt x="49" y="15"/>
                    </a:lnTo>
                    <a:lnTo>
                      <a:pt x="35" y="23"/>
                    </a:lnTo>
                    <a:lnTo>
                      <a:pt x="26" y="5"/>
                    </a:lnTo>
                    <a:lnTo>
                      <a:pt x="18" y="23"/>
                    </a:lnTo>
                    <a:lnTo>
                      <a:pt x="4" y="15"/>
                    </a:lnTo>
                    <a:lnTo>
                      <a:pt x="5" y="21"/>
                    </a:lnTo>
                    <a:lnTo>
                      <a:pt x="1" y="21"/>
                    </a:lnTo>
                    <a:lnTo>
                      <a:pt x="0" y="12"/>
                    </a:lnTo>
                    <a:lnTo>
                      <a:pt x="17" y="2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255" name="Freeform 905"/>
              <p:cNvSpPr>
                <a:spLocks/>
              </p:cNvSpPr>
              <p:nvPr/>
            </p:nvSpPr>
            <p:spPr bwMode="auto">
              <a:xfrm>
                <a:off x="2663" y="1932"/>
                <a:ext cx="52" cy="22"/>
              </a:xfrm>
              <a:custGeom>
                <a:avLst/>
                <a:gdLst>
                  <a:gd name="T0" fmla="*/ 51 w 52"/>
                  <a:gd name="T1" fmla="*/ 18 h 22"/>
                  <a:gd name="T2" fmla="*/ 52 w 52"/>
                  <a:gd name="T3" fmla="*/ 12 h 22"/>
                  <a:gd name="T4" fmla="*/ 36 w 52"/>
                  <a:gd name="T5" fmla="*/ 21 h 22"/>
                  <a:gd name="T6" fmla="*/ 26 w 52"/>
                  <a:gd name="T7" fmla="*/ 0 h 22"/>
                  <a:gd name="T8" fmla="*/ 16 w 52"/>
                  <a:gd name="T9" fmla="*/ 21 h 22"/>
                  <a:gd name="T10" fmla="*/ 0 w 52"/>
                  <a:gd name="T11" fmla="*/ 12 h 22"/>
                  <a:gd name="T12" fmla="*/ 1 w 52"/>
                  <a:gd name="T13" fmla="*/ 19 h 22"/>
                  <a:gd name="T14" fmla="*/ 4 w 52"/>
                  <a:gd name="T15" fmla="*/ 19 h 22"/>
                  <a:gd name="T16" fmla="*/ 2 w 52"/>
                  <a:gd name="T17" fmla="*/ 14 h 22"/>
                  <a:gd name="T18" fmla="*/ 17 w 52"/>
                  <a:gd name="T19" fmla="*/ 22 h 22"/>
                  <a:gd name="T20" fmla="*/ 26 w 52"/>
                  <a:gd name="T21" fmla="*/ 4 h 22"/>
                  <a:gd name="T22" fmla="*/ 35 w 52"/>
                  <a:gd name="T23" fmla="*/ 22 h 22"/>
                  <a:gd name="T24" fmla="*/ 49 w 52"/>
                  <a:gd name="T25" fmla="*/ 14 h 22"/>
                  <a:gd name="T26" fmla="*/ 48 w 52"/>
                  <a:gd name="T27" fmla="*/ 18 h 22"/>
                  <a:gd name="T28" fmla="*/ 51 w 52"/>
                  <a:gd name="T29" fmla="*/ 18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2"/>
                  <a:gd name="T46" fmla="*/ 0 h 22"/>
                  <a:gd name="T47" fmla="*/ 52 w 52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2" h="22">
                    <a:moveTo>
                      <a:pt x="51" y="18"/>
                    </a:moveTo>
                    <a:lnTo>
                      <a:pt x="52" y="12"/>
                    </a:lnTo>
                    <a:lnTo>
                      <a:pt x="36" y="21"/>
                    </a:lnTo>
                    <a:lnTo>
                      <a:pt x="26" y="0"/>
                    </a:lnTo>
                    <a:lnTo>
                      <a:pt x="16" y="21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19"/>
                    </a:lnTo>
                    <a:lnTo>
                      <a:pt x="2" y="14"/>
                    </a:lnTo>
                    <a:lnTo>
                      <a:pt x="17" y="22"/>
                    </a:lnTo>
                    <a:lnTo>
                      <a:pt x="26" y="4"/>
                    </a:lnTo>
                    <a:lnTo>
                      <a:pt x="35" y="22"/>
                    </a:lnTo>
                    <a:lnTo>
                      <a:pt x="49" y="14"/>
                    </a:lnTo>
                    <a:lnTo>
                      <a:pt x="48" y="18"/>
                    </a:lnTo>
                    <a:lnTo>
                      <a:pt x="51" y="18"/>
                    </a:lnTo>
                    <a:close/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6905" name="Rectangle 906"/>
            <p:cNvSpPr>
              <a:spLocks noChangeArrowheads="1"/>
            </p:cNvSpPr>
            <p:nvPr/>
          </p:nvSpPr>
          <p:spPr bwMode="auto">
            <a:xfrm>
              <a:off x="2794" y="2595"/>
              <a:ext cx="525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Pre-Qualification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36906" name="Group 907"/>
            <p:cNvGrpSpPr>
              <a:grpSpLocks/>
            </p:cNvGrpSpPr>
            <p:nvPr/>
          </p:nvGrpSpPr>
          <p:grpSpPr bwMode="auto">
            <a:xfrm>
              <a:off x="3433" y="2349"/>
              <a:ext cx="422" cy="323"/>
              <a:chOff x="2997" y="1867"/>
              <a:chExt cx="387" cy="300"/>
            </a:xfrm>
          </p:grpSpPr>
          <p:sp>
            <p:nvSpPr>
              <p:cNvPr id="37038" name="Freeform 908"/>
              <p:cNvSpPr>
                <a:spLocks/>
              </p:cNvSpPr>
              <p:nvPr/>
            </p:nvSpPr>
            <p:spPr bwMode="auto">
              <a:xfrm>
                <a:off x="2998" y="2056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3 h 110"/>
                  <a:gd name="T12" fmla="*/ 86 w 252"/>
                  <a:gd name="T13" fmla="*/ 5 h 110"/>
                  <a:gd name="T14" fmla="*/ 118 w 252"/>
                  <a:gd name="T15" fmla="*/ 7 h 110"/>
                  <a:gd name="T16" fmla="*/ 149 w 252"/>
                  <a:gd name="T17" fmla="*/ 9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20 h 110"/>
                  <a:gd name="T26" fmla="*/ 245 w 252"/>
                  <a:gd name="T27" fmla="*/ 38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8 h 110"/>
                  <a:gd name="T36" fmla="*/ 238 w 252"/>
                  <a:gd name="T37" fmla="*/ 70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5 h 110"/>
                  <a:gd name="T44" fmla="*/ 193 w 252"/>
                  <a:gd name="T45" fmla="*/ 90 h 110"/>
                  <a:gd name="T46" fmla="*/ 180 w 252"/>
                  <a:gd name="T47" fmla="*/ 95 h 110"/>
                  <a:gd name="T48" fmla="*/ 170 w 252"/>
                  <a:gd name="T49" fmla="*/ 101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8 h 110"/>
                  <a:gd name="T66" fmla="*/ 101 w 252"/>
                  <a:gd name="T67" fmla="*/ 91 h 110"/>
                  <a:gd name="T68" fmla="*/ 87 w 252"/>
                  <a:gd name="T69" fmla="*/ 84 h 110"/>
                  <a:gd name="T70" fmla="*/ 72 w 252"/>
                  <a:gd name="T71" fmla="*/ 75 h 110"/>
                  <a:gd name="T72" fmla="*/ 58 w 252"/>
                  <a:gd name="T73" fmla="*/ 68 h 110"/>
                  <a:gd name="T74" fmla="*/ 44 w 252"/>
                  <a:gd name="T75" fmla="*/ 60 h 110"/>
                  <a:gd name="T76" fmla="*/ 33 w 252"/>
                  <a:gd name="T77" fmla="*/ 54 h 110"/>
                  <a:gd name="T78" fmla="*/ 23 w 252"/>
                  <a:gd name="T79" fmla="*/ 50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8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8"/>
                    </a:moveTo>
                    <a:lnTo>
                      <a:pt x="3" y="35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3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76" y="4"/>
                    </a:lnTo>
                    <a:lnTo>
                      <a:pt x="86" y="5"/>
                    </a:lnTo>
                    <a:lnTo>
                      <a:pt x="96" y="7"/>
                    </a:lnTo>
                    <a:lnTo>
                      <a:pt x="107" y="7"/>
                    </a:lnTo>
                    <a:lnTo>
                      <a:pt x="118" y="7"/>
                    </a:lnTo>
                    <a:lnTo>
                      <a:pt x="128" y="9"/>
                    </a:lnTo>
                    <a:lnTo>
                      <a:pt x="140" y="9"/>
                    </a:lnTo>
                    <a:lnTo>
                      <a:pt x="149" y="9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7"/>
                    </a:lnTo>
                    <a:lnTo>
                      <a:pt x="228" y="17"/>
                    </a:lnTo>
                    <a:lnTo>
                      <a:pt x="234" y="19"/>
                    </a:lnTo>
                    <a:lnTo>
                      <a:pt x="237" y="19"/>
                    </a:lnTo>
                    <a:lnTo>
                      <a:pt x="241" y="20"/>
                    </a:lnTo>
                    <a:lnTo>
                      <a:pt x="243" y="20"/>
                    </a:lnTo>
                    <a:lnTo>
                      <a:pt x="245" y="29"/>
                    </a:lnTo>
                    <a:lnTo>
                      <a:pt x="245" y="38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1" y="64"/>
                    </a:lnTo>
                    <a:lnTo>
                      <a:pt x="249" y="66"/>
                    </a:lnTo>
                    <a:lnTo>
                      <a:pt x="248" y="67"/>
                    </a:lnTo>
                    <a:lnTo>
                      <a:pt x="247" y="68"/>
                    </a:lnTo>
                    <a:lnTo>
                      <a:pt x="245" y="68"/>
                    </a:lnTo>
                    <a:lnTo>
                      <a:pt x="241" y="69"/>
                    </a:lnTo>
                    <a:lnTo>
                      <a:pt x="238" y="70"/>
                    </a:lnTo>
                    <a:lnTo>
                      <a:pt x="236" y="71"/>
                    </a:lnTo>
                    <a:lnTo>
                      <a:pt x="233" y="73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2"/>
                    </a:lnTo>
                    <a:lnTo>
                      <a:pt x="210" y="82"/>
                    </a:lnTo>
                    <a:lnTo>
                      <a:pt x="205" y="85"/>
                    </a:lnTo>
                    <a:lnTo>
                      <a:pt x="202" y="86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5"/>
                    </a:lnTo>
                    <a:lnTo>
                      <a:pt x="177" y="98"/>
                    </a:lnTo>
                    <a:lnTo>
                      <a:pt x="173" y="98"/>
                    </a:lnTo>
                    <a:lnTo>
                      <a:pt x="170" y="101"/>
                    </a:lnTo>
                    <a:lnTo>
                      <a:pt x="165" y="102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2"/>
                    </a:lnTo>
                    <a:lnTo>
                      <a:pt x="118" y="101"/>
                    </a:lnTo>
                    <a:lnTo>
                      <a:pt x="113" y="98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4"/>
                    </a:lnTo>
                    <a:lnTo>
                      <a:pt x="82" y="82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71"/>
                    </a:lnTo>
                    <a:lnTo>
                      <a:pt x="58" y="68"/>
                    </a:lnTo>
                    <a:lnTo>
                      <a:pt x="53" y="66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4"/>
                    </a:lnTo>
                    <a:lnTo>
                      <a:pt x="30" y="53"/>
                    </a:lnTo>
                    <a:lnTo>
                      <a:pt x="25" y="51"/>
                    </a:lnTo>
                    <a:lnTo>
                      <a:pt x="23" y="50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9"/>
                    </a:ln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9" name="Freeform 909"/>
              <p:cNvSpPr>
                <a:spLocks/>
              </p:cNvSpPr>
              <p:nvPr/>
            </p:nvSpPr>
            <p:spPr bwMode="auto">
              <a:xfrm>
                <a:off x="2997" y="2056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5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6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3 h 38"/>
                  <a:gd name="T24" fmla="*/ 4 w 14"/>
                  <a:gd name="T25" fmla="*/ 30 h 38"/>
                  <a:gd name="T26" fmla="*/ 2 w 14"/>
                  <a:gd name="T27" fmla="*/ 26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6 h 38"/>
                  <a:gd name="T36" fmla="*/ 14 w 14"/>
                  <a:gd name="T37" fmla="*/ 1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5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0" name="Freeform 910"/>
              <p:cNvSpPr>
                <a:spLocks/>
              </p:cNvSpPr>
              <p:nvPr/>
            </p:nvSpPr>
            <p:spPr bwMode="auto">
              <a:xfrm>
                <a:off x="3010" y="2056"/>
                <a:ext cx="231" cy="22"/>
              </a:xfrm>
              <a:custGeom>
                <a:avLst/>
                <a:gdLst>
                  <a:gd name="T0" fmla="*/ 231 w 231"/>
                  <a:gd name="T1" fmla="*/ 21 h 22"/>
                  <a:gd name="T2" fmla="*/ 228 w 231"/>
                  <a:gd name="T3" fmla="*/ 20 h 22"/>
                  <a:gd name="T4" fmla="*/ 221 w 231"/>
                  <a:gd name="T5" fmla="*/ 19 h 22"/>
                  <a:gd name="T6" fmla="*/ 210 w 231"/>
                  <a:gd name="T7" fmla="*/ 17 h 22"/>
                  <a:gd name="T8" fmla="*/ 195 w 231"/>
                  <a:gd name="T9" fmla="*/ 15 h 22"/>
                  <a:gd name="T10" fmla="*/ 178 w 231"/>
                  <a:gd name="T11" fmla="*/ 13 h 22"/>
                  <a:gd name="T12" fmla="*/ 158 w 231"/>
                  <a:gd name="T13" fmla="*/ 11 h 22"/>
                  <a:gd name="T14" fmla="*/ 137 w 231"/>
                  <a:gd name="T15" fmla="*/ 9 h 22"/>
                  <a:gd name="T16" fmla="*/ 116 w 231"/>
                  <a:gd name="T17" fmla="*/ 8 h 22"/>
                  <a:gd name="T18" fmla="*/ 96 w 231"/>
                  <a:gd name="T19" fmla="*/ 6 h 22"/>
                  <a:gd name="T20" fmla="*/ 74 w 231"/>
                  <a:gd name="T21" fmla="*/ 5 h 22"/>
                  <a:gd name="T22" fmla="*/ 55 w 231"/>
                  <a:gd name="T23" fmla="*/ 4 h 22"/>
                  <a:gd name="T24" fmla="*/ 38 w 231"/>
                  <a:gd name="T25" fmla="*/ 3 h 22"/>
                  <a:gd name="T26" fmla="*/ 22 w 231"/>
                  <a:gd name="T27" fmla="*/ 1 h 22"/>
                  <a:gd name="T28" fmla="*/ 10 w 231"/>
                  <a:gd name="T29" fmla="*/ 0 h 22"/>
                  <a:gd name="T30" fmla="*/ 3 w 231"/>
                  <a:gd name="T31" fmla="*/ 0 h 22"/>
                  <a:gd name="T32" fmla="*/ 0 w 231"/>
                  <a:gd name="T33" fmla="*/ 0 h 22"/>
                  <a:gd name="T34" fmla="*/ 3 w 231"/>
                  <a:gd name="T35" fmla="*/ 3 h 22"/>
                  <a:gd name="T36" fmla="*/ 10 w 231"/>
                  <a:gd name="T37" fmla="*/ 3 h 22"/>
                  <a:gd name="T38" fmla="*/ 22 w 231"/>
                  <a:gd name="T39" fmla="*/ 3 h 22"/>
                  <a:gd name="T40" fmla="*/ 38 w 231"/>
                  <a:gd name="T41" fmla="*/ 4 h 22"/>
                  <a:gd name="T42" fmla="*/ 55 w 231"/>
                  <a:gd name="T43" fmla="*/ 5 h 22"/>
                  <a:gd name="T44" fmla="*/ 74 w 231"/>
                  <a:gd name="T45" fmla="*/ 7 h 22"/>
                  <a:gd name="T46" fmla="*/ 96 w 231"/>
                  <a:gd name="T47" fmla="*/ 8 h 22"/>
                  <a:gd name="T48" fmla="*/ 116 w 231"/>
                  <a:gd name="T49" fmla="*/ 9 h 22"/>
                  <a:gd name="T50" fmla="*/ 137 w 231"/>
                  <a:gd name="T51" fmla="*/ 11 h 22"/>
                  <a:gd name="T52" fmla="*/ 158 w 231"/>
                  <a:gd name="T53" fmla="*/ 13 h 22"/>
                  <a:gd name="T54" fmla="*/ 178 w 231"/>
                  <a:gd name="T55" fmla="*/ 15 h 22"/>
                  <a:gd name="T56" fmla="*/ 195 w 231"/>
                  <a:gd name="T57" fmla="*/ 17 h 22"/>
                  <a:gd name="T58" fmla="*/ 210 w 231"/>
                  <a:gd name="T59" fmla="*/ 19 h 22"/>
                  <a:gd name="T60" fmla="*/ 221 w 231"/>
                  <a:gd name="T61" fmla="*/ 21 h 22"/>
                  <a:gd name="T62" fmla="*/ 228 w 231"/>
                  <a:gd name="T63" fmla="*/ 22 h 22"/>
                  <a:gd name="T64" fmla="*/ 229 w 231"/>
                  <a:gd name="T65" fmla="*/ 21 h 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2"/>
                  <a:gd name="T101" fmla="*/ 231 w 231"/>
                  <a:gd name="T102" fmla="*/ 22 h 2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2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5" y="19"/>
                    </a:lnTo>
                    <a:lnTo>
                      <a:pt x="221" y="19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9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6"/>
                    </a:lnTo>
                    <a:lnTo>
                      <a:pt x="84" y="6"/>
                    </a:lnTo>
                    <a:lnTo>
                      <a:pt x="74" y="5"/>
                    </a:lnTo>
                    <a:lnTo>
                      <a:pt x="65" y="4"/>
                    </a:lnTo>
                    <a:lnTo>
                      <a:pt x="55" y="4"/>
                    </a:lnTo>
                    <a:lnTo>
                      <a:pt x="46" y="3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29" y="4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6"/>
                    </a:lnTo>
                    <a:lnTo>
                      <a:pt x="74" y="7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9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9"/>
                    </a:lnTo>
                    <a:lnTo>
                      <a:pt x="210" y="19"/>
                    </a:lnTo>
                    <a:lnTo>
                      <a:pt x="215" y="20"/>
                    </a:lnTo>
                    <a:lnTo>
                      <a:pt x="221" y="21"/>
                    </a:lnTo>
                    <a:lnTo>
                      <a:pt x="225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1" name="Freeform 911"/>
              <p:cNvSpPr>
                <a:spLocks/>
              </p:cNvSpPr>
              <p:nvPr/>
            </p:nvSpPr>
            <p:spPr bwMode="auto">
              <a:xfrm>
                <a:off x="3239" y="2076"/>
                <a:ext cx="5" cy="37"/>
              </a:xfrm>
              <a:custGeom>
                <a:avLst/>
                <a:gdLst>
                  <a:gd name="T0" fmla="*/ 4 w 5"/>
                  <a:gd name="T1" fmla="*/ 36 h 37"/>
                  <a:gd name="T2" fmla="*/ 5 w 5"/>
                  <a:gd name="T3" fmla="*/ 36 h 37"/>
                  <a:gd name="T4" fmla="*/ 4 w 5"/>
                  <a:gd name="T5" fmla="*/ 27 h 37"/>
                  <a:gd name="T6" fmla="*/ 4 w 5"/>
                  <a:gd name="T7" fmla="*/ 17 h 37"/>
                  <a:gd name="T8" fmla="*/ 2 w 5"/>
                  <a:gd name="T9" fmla="*/ 8 h 37"/>
                  <a:gd name="T10" fmla="*/ 2 w 5"/>
                  <a:gd name="T11" fmla="*/ 0 h 37"/>
                  <a:gd name="T12" fmla="*/ 0 w 5"/>
                  <a:gd name="T13" fmla="*/ 0 h 37"/>
                  <a:gd name="T14" fmla="*/ 0 w 5"/>
                  <a:gd name="T15" fmla="*/ 8 h 37"/>
                  <a:gd name="T16" fmla="*/ 1 w 5"/>
                  <a:gd name="T17" fmla="*/ 17 h 37"/>
                  <a:gd name="T18" fmla="*/ 1 w 5"/>
                  <a:gd name="T19" fmla="*/ 27 h 37"/>
                  <a:gd name="T20" fmla="*/ 2 w 5"/>
                  <a:gd name="T21" fmla="*/ 36 h 37"/>
                  <a:gd name="T22" fmla="*/ 4 w 5"/>
                  <a:gd name="T23" fmla="*/ 37 h 37"/>
                  <a:gd name="T24" fmla="*/ 2 w 5"/>
                  <a:gd name="T25" fmla="*/ 36 h 37"/>
                  <a:gd name="T26" fmla="*/ 2 w 5"/>
                  <a:gd name="T27" fmla="*/ 37 h 37"/>
                  <a:gd name="T28" fmla="*/ 4 w 5"/>
                  <a:gd name="T29" fmla="*/ 37 h 37"/>
                  <a:gd name="T30" fmla="*/ 4 w 5"/>
                  <a:gd name="T31" fmla="*/ 36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7"/>
                  <a:gd name="T50" fmla="*/ 5 w 5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7">
                    <a:moveTo>
                      <a:pt x="4" y="36"/>
                    </a:moveTo>
                    <a:lnTo>
                      <a:pt x="5" y="36"/>
                    </a:lnTo>
                    <a:lnTo>
                      <a:pt x="4" y="27"/>
                    </a:lnTo>
                    <a:lnTo>
                      <a:pt x="4" y="17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" y="17"/>
                    </a:lnTo>
                    <a:lnTo>
                      <a:pt x="1" y="27"/>
                    </a:lnTo>
                    <a:lnTo>
                      <a:pt x="2" y="36"/>
                    </a:lnTo>
                    <a:lnTo>
                      <a:pt x="4" y="37"/>
                    </a:lnTo>
                    <a:lnTo>
                      <a:pt x="2" y="36"/>
                    </a:lnTo>
                    <a:lnTo>
                      <a:pt x="2" y="37"/>
                    </a:lnTo>
                    <a:lnTo>
                      <a:pt x="4" y="37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2" name="Freeform 912"/>
              <p:cNvSpPr>
                <a:spLocks/>
              </p:cNvSpPr>
              <p:nvPr/>
            </p:nvSpPr>
            <p:spPr bwMode="auto">
              <a:xfrm>
                <a:off x="3241" y="2111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8 h 12"/>
                  <a:gd name="T8" fmla="*/ 9 w 9"/>
                  <a:gd name="T9" fmla="*/ 7 h 12"/>
                  <a:gd name="T10" fmla="*/ 8 w 9"/>
                  <a:gd name="T11" fmla="*/ 5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1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5 h 12"/>
                  <a:gd name="T28" fmla="*/ 7 w 9"/>
                  <a:gd name="T29" fmla="*/ 5 h 12"/>
                  <a:gd name="T30" fmla="*/ 7 w 9"/>
                  <a:gd name="T31" fmla="*/ 7 h 12"/>
                  <a:gd name="T32" fmla="*/ 7 w 9"/>
                  <a:gd name="T33" fmla="*/ 8 h 12"/>
                  <a:gd name="T34" fmla="*/ 7 w 9"/>
                  <a:gd name="T35" fmla="*/ 9 h 12"/>
                  <a:gd name="T36" fmla="*/ 4 w 9"/>
                  <a:gd name="T37" fmla="*/ 11 h 12"/>
                  <a:gd name="T38" fmla="*/ 5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3" name="Freeform 913"/>
              <p:cNvSpPr>
                <a:spLocks/>
              </p:cNvSpPr>
              <p:nvPr/>
            </p:nvSpPr>
            <p:spPr bwMode="auto">
              <a:xfrm>
                <a:off x="3143" y="2122"/>
                <a:ext cx="103" cy="45"/>
              </a:xfrm>
              <a:custGeom>
                <a:avLst/>
                <a:gdLst>
                  <a:gd name="T0" fmla="*/ 1 w 103"/>
                  <a:gd name="T1" fmla="*/ 45 h 45"/>
                  <a:gd name="T2" fmla="*/ 3 w 103"/>
                  <a:gd name="T3" fmla="*/ 44 h 45"/>
                  <a:gd name="T4" fmla="*/ 9 w 103"/>
                  <a:gd name="T5" fmla="*/ 42 h 45"/>
                  <a:gd name="T6" fmla="*/ 14 w 103"/>
                  <a:gd name="T7" fmla="*/ 40 h 45"/>
                  <a:gd name="T8" fmla="*/ 20 w 103"/>
                  <a:gd name="T9" fmla="*/ 37 h 45"/>
                  <a:gd name="T10" fmla="*/ 27 w 103"/>
                  <a:gd name="T11" fmla="*/ 35 h 45"/>
                  <a:gd name="T12" fmla="*/ 35 w 103"/>
                  <a:gd name="T13" fmla="*/ 31 h 45"/>
                  <a:gd name="T14" fmla="*/ 44 w 103"/>
                  <a:gd name="T15" fmla="*/ 27 h 45"/>
                  <a:gd name="T16" fmla="*/ 52 w 103"/>
                  <a:gd name="T17" fmla="*/ 23 h 45"/>
                  <a:gd name="T18" fmla="*/ 60 w 103"/>
                  <a:gd name="T19" fmla="*/ 20 h 45"/>
                  <a:gd name="T20" fmla="*/ 70 w 103"/>
                  <a:gd name="T21" fmla="*/ 17 h 45"/>
                  <a:gd name="T22" fmla="*/ 77 w 103"/>
                  <a:gd name="T23" fmla="*/ 12 h 45"/>
                  <a:gd name="T24" fmla="*/ 83 w 103"/>
                  <a:gd name="T25" fmla="*/ 9 h 45"/>
                  <a:gd name="T26" fmla="*/ 90 w 103"/>
                  <a:gd name="T27" fmla="*/ 6 h 45"/>
                  <a:gd name="T28" fmla="*/ 96 w 103"/>
                  <a:gd name="T29" fmla="*/ 4 h 45"/>
                  <a:gd name="T30" fmla="*/ 100 w 103"/>
                  <a:gd name="T31" fmla="*/ 3 h 45"/>
                  <a:gd name="T32" fmla="*/ 103 w 103"/>
                  <a:gd name="T33" fmla="*/ 1 h 45"/>
                  <a:gd name="T34" fmla="*/ 101 w 103"/>
                  <a:gd name="T35" fmla="*/ 0 h 45"/>
                  <a:gd name="T36" fmla="*/ 97 w 103"/>
                  <a:gd name="T37" fmla="*/ 2 h 45"/>
                  <a:gd name="T38" fmla="*/ 92 w 103"/>
                  <a:gd name="T39" fmla="*/ 4 h 45"/>
                  <a:gd name="T40" fmla="*/ 86 w 103"/>
                  <a:gd name="T41" fmla="*/ 6 h 45"/>
                  <a:gd name="T42" fmla="*/ 79 w 103"/>
                  <a:gd name="T43" fmla="*/ 9 h 45"/>
                  <a:gd name="T44" fmla="*/ 73 w 103"/>
                  <a:gd name="T45" fmla="*/ 12 h 45"/>
                  <a:gd name="T46" fmla="*/ 64 w 103"/>
                  <a:gd name="T47" fmla="*/ 17 h 45"/>
                  <a:gd name="T48" fmla="*/ 56 w 103"/>
                  <a:gd name="T49" fmla="*/ 20 h 45"/>
                  <a:gd name="T50" fmla="*/ 47 w 103"/>
                  <a:gd name="T51" fmla="*/ 23 h 45"/>
                  <a:gd name="T52" fmla="*/ 39 w 103"/>
                  <a:gd name="T53" fmla="*/ 27 h 45"/>
                  <a:gd name="T54" fmla="*/ 31 w 103"/>
                  <a:gd name="T55" fmla="*/ 31 h 45"/>
                  <a:gd name="T56" fmla="*/ 23 w 103"/>
                  <a:gd name="T57" fmla="*/ 35 h 45"/>
                  <a:gd name="T58" fmla="*/ 16 w 103"/>
                  <a:gd name="T59" fmla="*/ 37 h 45"/>
                  <a:gd name="T60" fmla="*/ 11 w 103"/>
                  <a:gd name="T61" fmla="*/ 40 h 45"/>
                  <a:gd name="T62" fmla="*/ 5 w 103"/>
                  <a:gd name="T63" fmla="*/ 42 h 45"/>
                  <a:gd name="T64" fmla="*/ 1 w 103"/>
                  <a:gd name="T65" fmla="*/ 43 h 45"/>
                  <a:gd name="T66" fmla="*/ 1 w 103"/>
                  <a:gd name="T67" fmla="*/ 45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5"/>
                  <a:gd name="T104" fmla="*/ 103 w 103"/>
                  <a:gd name="T105" fmla="*/ 45 h 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5">
                    <a:moveTo>
                      <a:pt x="1" y="45"/>
                    </a:move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9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8"/>
                    </a:lnTo>
                    <a:lnTo>
                      <a:pt x="44" y="27"/>
                    </a:lnTo>
                    <a:lnTo>
                      <a:pt x="47" y="25"/>
                    </a:lnTo>
                    <a:lnTo>
                      <a:pt x="52" y="23"/>
                    </a:lnTo>
                    <a:lnTo>
                      <a:pt x="57" y="21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4"/>
                    </a:lnTo>
                    <a:lnTo>
                      <a:pt x="77" y="12"/>
                    </a:lnTo>
                    <a:lnTo>
                      <a:pt x="80" y="10"/>
                    </a:lnTo>
                    <a:lnTo>
                      <a:pt x="83" y="9"/>
                    </a:lnTo>
                    <a:lnTo>
                      <a:pt x="87" y="7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7"/>
                    </a:lnTo>
                    <a:lnTo>
                      <a:pt x="79" y="9"/>
                    </a:lnTo>
                    <a:lnTo>
                      <a:pt x="76" y="10"/>
                    </a:lnTo>
                    <a:lnTo>
                      <a:pt x="73" y="12"/>
                    </a:lnTo>
                    <a:lnTo>
                      <a:pt x="67" y="14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5"/>
                    </a:lnTo>
                    <a:lnTo>
                      <a:pt x="39" y="27"/>
                    </a:lnTo>
                    <a:lnTo>
                      <a:pt x="35" y="28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1" y="40"/>
                    </a:lnTo>
                    <a:lnTo>
                      <a:pt x="9" y="41"/>
                    </a:lnTo>
                    <a:lnTo>
                      <a:pt x="5" y="42"/>
                    </a:lnTo>
                    <a:lnTo>
                      <a:pt x="3" y="42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1" y="45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4" name="Freeform 914"/>
              <p:cNvSpPr>
                <a:spLocks/>
              </p:cNvSpPr>
              <p:nvPr/>
            </p:nvSpPr>
            <p:spPr bwMode="auto">
              <a:xfrm>
                <a:off x="3129" y="2163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5" name="Freeform 915"/>
              <p:cNvSpPr>
                <a:spLocks/>
              </p:cNvSpPr>
              <p:nvPr/>
            </p:nvSpPr>
            <p:spPr bwMode="auto">
              <a:xfrm>
                <a:off x="3015" y="2102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5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1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7 h 62"/>
                  <a:gd name="T20" fmla="*/ 75 w 115"/>
                  <a:gd name="T21" fmla="*/ 41 h 62"/>
                  <a:gd name="T22" fmla="*/ 83 w 115"/>
                  <a:gd name="T23" fmla="*/ 46 h 62"/>
                  <a:gd name="T24" fmla="*/ 93 w 115"/>
                  <a:gd name="T25" fmla="*/ 52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2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3 h 62"/>
                  <a:gd name="T58" fmla="*/ 16 w 115"/>
                  <a:gd name="T59" fmla="*/ 8 h 62"/>
                  <a:gd name="T60" fmla="*/ 8 w 115"/>
                  <a:gd name="T61" fmla="*/ 5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11" y="8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6"/>
                    </a:lnTo>
                    <a:lnTo>
                      <a:pt x="61" y="32"/>
                    </a:lnTo>
                    <a:lnTo>
                      <a:pt x="55" y="29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20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6" name="Freeform 916"/>
              <p:cNvSpPr>
                <a:spLocks/>
              </p:cNvSpPr>
              <p:nvPr/>
            </p:nvSpPr>
            <p:spPr bwMode="auto">
              <a:xfrm>
                <a:off x="3003" y="2093"/>
                <a:ext cx="13" cy="10"/>
              </a:xfrm>
              <a:custGeom>
                <a:avLst/>
                <a:gdLst>
                  <a:gd name="T0" fmla="*/ 0 w 13"/>
                  <a:gd name="T1" fmla="*/ 1 h 10"/>
                  <a:gd name="T2" fmla="*/ 0 w 13"/>
                  <a:gd name="T3" fmla="*/ 1 h 10"/>
                  <a:gd name="T4" fmla="*/ 1 w 13"/>
                  <a:gd name="T5" fmla="*/ 3 h 10"/>
                  <a:gd name="T6" fmla="*/ 2 w 13"/>
                  <a:gd name="T7" fmla="*/ 4 h 10"/>
                  <a:gd name="T8" fmla="*/ 5 w 13"/>
                  <a:gd name="T9" fmla="*/ 5 h 10"/>
                  <a:gd name="T10" fmla="*/ 7 w 13"/>
                  <a:gd name="T11" fmla="*/ 7 h 10"/>
                  <a:gd name="T12" fmla="*/ 8 w 13"/>
                  <a:gd name="T13" fmla="*/ 7 h 10"/>
                  <a:gd name="T14" fmla="*/ 9 w 13"/>
                  <a:gd name="T15" fmla="*/ 7 h 10"/>
                  <a:gd name="T16" fmla="*/ 11 w 13"/>
                  <a:gd name="T17" fmla="*/ 9 h 10"/>
                  <a:gd name="T18" fmla="*/ 12 w 13"/>
                  <a:gd name="T19" fmla="*/ 10 h 10"/>
                  <a:gd name="T20" fmla="*/ 13 w 13"/>
                  <a:gd name="T21" fmla="*/ 9 h 10"/>
                  <a:gd name="T22" fmla="*/ 11 w 13"/>
                  <a:gd name="T23" fmla="*/ 7 h 10"/>
                  <a:gd name="T24" fmla="*/ 10 w 13"/>
                  <a:gd name="T25" fmla="*/ 7 h 10"/>
                  <a:gd name="T26" fmla="*/ 9 w 13"/>
                  <a:gd name="T27" fmla="*/ 5 h 10"/>
                  <a:gd name="T28" fmla="*/ 8 w 13"/>
                  <a:gd name="T29" fmla="*/ 4 h 10"/>
                  <a:gd name="T30" fmla="*/ 7 w 13"/>
                  <a:gd name="T31" fmla="*/ 4 h 10"/>
                  <a:gd name="T32" fmla="*/ 5 w 13"/>
                  <a:gd name="T33" fmla="*/ 3 h 10"/>
                  <a:gd name="T34" fmla="*/ 2 w 13"/>
                  <a:gd name="T35" fmla="*/ 1 h 10"/>
                  <a:gd name="T36" fmla="*/ 1 w 13"/>
                  <a:gd name="T37" fmla="*/ 0 h 10"/>
                  <a:gd name="T38" fmla="*/ 0 w 13"/>
                  <a:gd name="T39" fmla="*/ 1 h 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0"/>
                  <a:gd name="T62" fmla="*/ 13 w 13"/>
                  <a:gd name="T63" fmla="*/ 10 h 1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0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7" name="Freeform 917"/>
              <p:cNvSpPr>
                <a:spLocks/>
              </p:cNvSpPr>
              <p:nvPr/>
            </p:nvSpPr>
            <p:spPr bwMode="auto">
              <a:xfrm>
                <a:off x="3132" y="2125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8 h 41"/>
                  <a:gd name="T8" fmla="*/ 4 w 10"/>
                  <a:gd name="T9" fmla="*/ 36 h 41"/>
                  <a:gd name="T10" fmla="*/ 4 w 10"/>
                  <a:gd name="T11" fmla="*/ 34 h 41"/>
                  <a:gd name="T12" fmla="*/ 2 w 10"/>
                  <a:gd name="T13" fmla="*/ 31 h 41"/>
                  <a:gd name="T14" fmla="*/ 0 w 10"/>
                  <a:gd name="T15" fmla="*/ 29 h 41"/>
                  <a:gd name="T16" fmla="*/ 0 w 10"/>
                  <a:gd name="T17" fmla="*/ 25 h 41"/>
                  <a:gd name="T18" fmla="*/ 0 w 10"/>
                  <a:gd name="T19" fmla="*/ 21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8 h 41"/>
                  <a:gd name="T26" fmla="*/ 4 w 10"/>
                  <a:gd name="T27" fmla="*/ 6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8" name="Freeform 918"/>
              <p:cNvSpPr>
                <a:spLocks/>
              </p:cNvSpPr>
              <p:nvPr/>
            </p:nvSpPr>
            <p:spPr bwMode="auto">
              <a:xfrm>
                <a:off x="3132" y="2150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7 h 17"/>
                  <a:gd name="T8" fmla="*/ 2 w 10"/>
                  <a:gd name="T9" fmla="*/ 9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7 h 17"/>
                  <a:gd name="T34" fmla="*/ 3 w 10"/>
                  <a:gd name="T35" fmla="*/ 3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49" name="Freeform 919"/>
              <p:cNvSpPr>
                <a:spLocks/>
              </p:cNvSpPr>
              <p:nvPr/>
            </p:nvSpPr>
            <p:spPr bwMode="auto">
              <a:xfrm>
                <a:off x="3132" y="2125"/>
                <a:ext cx="9" cy="25"/>
              </a:xfrm>
              <a:custGeom>
                <a:avLst/>
                <a:gdLst>
                  <a:gd name="T0" fmla="*/ 8 w 9"/>
                  <a:gd name="T1" fmla="*/ 0 h 25"/>
                  <a:gd name="T2" fmla="*/ 6 w 9"/>
                  <a:gd name="T3" fmla="*/ 1 h 25"/>
                  <a:gd name="T4" fmla="*/ 4 w 9"/>
                  <a:gd name="T5" fmla="*/ 3 h 25"/>
                  <a:gd name="T6" fmla="*/ 3 w 9"/>
                  <a:gd name="T7" fmla="*/ 6 h 25"/>
                  <a:gd name="T8" fmla="*/ 2 w 9"/>
                  <a:gd name="T9" fmla="*/ 9 h 25"/>
                  <a:gd name="T10" fmla="*/ 0 w 9"/>
                  <a:gd name="T11" fmla="*/ 13 h 25"/>
                  <a:gd name="T12" fmla="*/ 0 w 9"/>
                  <a:gd name="T13" fmla="*/ 17 h 25"/>
                  <a:gd name="T14" fmla="*/ 0 w 9"/>
                  <a:gd name="T15" fmla="*/ 21 h 25"/>
                  <a:gd name="T16" fmla="*/ 0 w 9"/>
                  <a:gd name="T17" fmla="*/ 25 h 25"/>
                  <a:gd name="T18" fmla="*/ 3 w 9"/>
                  <a:gd name="T19" fmla="*/ 25 h 25"/>
                  <a:gd name="T20" fmla="*/ 3 w 9"/>
                  <a:gd name="T21" fmla="*/ 21 h 25"/>
                  <a:gd name="T22" fmla="*/ 3 w 9"/>
                  <a:gd name="T23" fmla="*/ 17 h 25"/>
                  <a:gd name="T24" fmla="*/ 3 w 9"/>
                  <a:gd name="T25" fmla="*/ 13 h 25"/>
                  <a:gd name="T26" fmla="*/ 4 w 9"/>
                  <a:gd name="T27" fmla="*/ 9 h 25"/>
                  <a:gd name="T28" fmla="*/ 4 w 9"/>
                  <a:gd name="T29" fmla="*/ 6 h 25"/>
                  <a:gd name="T30" fmla="*/ 6 w 9"/>
                  <a:gd name="T31" fmla="*/ 4 h 25"/>
                  <a:gd name="T32" fmla="*/ 7 w 9"/>
                  <a:gd name="T33" fmla="*/ 3 h 25"/>
                  <a:gd name="T34" fmla="*/ 9 w 9"/>
                  <a:gd name="T35" fmla="*/ 1 h 25"/>
                  <a:gd name="T36" fmla="*/ 8 w 9"/>
                  <a:gd name="T37" fmla="*/ 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5"/>
                  <a:gd name="T59" fmla="*/ 9 w 9"/>
                  <a:gd name="T60" fmla="*/ 25 h 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5">
                    <a:moveTo>
                      <a:pt x="8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0" name="Freeform 920"/>
              <p:cNvSpPr>
                <a:spLocks/>
              </p:cNvSpPr>
              <p:nvPr/>
            </p:nvSpPr>
            <p:spPr bwMode="auto">
              <a:xfrm>
                <a:off x="3011" y="2010"/>
                <a:ext cx="239" cy="115"/>
              </a:xfrm>
              <a:custGeom>
                <a:avLst/>
                <a:gdLst>
                  <a:gd name="T0" fmla="*/ 8 w 239"/>
                  <a:gd name="T1" fmla="*/ 42 h 115"/>
                  <a:gd name="T2" fmla="*/ 24 w 239"/>
                  <a:gd name="T3" fmla="*/ 35 h 115"/>
                  <a:gd name="T4" fmla="*/ 45 w 239"/>
                  <a:gd name="T5" fmla="*/ 24 h 115"/>
                  <a:gd name="T6" fmla="*/ 67 w 239"/>
                  <a:gd name="T7" fmla="*/ 14 h 115"/>
                  <a:gd name="T8" fmla="*/ 85 w 239"/>
                  <a:gd name="T9" fmla="*/ 5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2 h 115"/>
                  <a:gd name="T16" fmla="*/ 108 w 239"/>
                  <a:gd name="T17" fmla="*/ 4 h 115"/>
                  <a:gd name="T18" fmla="*/ 114 w 239"/>
                  <a:gd name="T19" fmla="*/ 7 h 115"/>
                  <a:gd name="T20" fmla="*/ 126 w 239"/>
                  <a:gd name="T21" fmla="*/ 12 h 115"/>
                  <a:gd name="T22" fmla="*/ 140 w 239"/>
                  <a:gd name="T23" fmla="*/ 19 h 115"/>
                  <a:gd name="T24" fmla="*/ 155 w 239"/>
                  <a:gd name="T25" fmla="*/ 25 h 115"/>
                  <a:gd name="T26" fmla="*/ 172 w 239"/>
                  <a:gd name="T27" fmla="*/ 34 h 115"/>
                  <a:gd name="T28" fmla="*/ 188 w 239"/>
                  <a:gd name="T29" fmla="*/ 40 h 115"/>
                  <a:gd name="T30" fmla="*/ 204 w 239"/>
                  <a:gd name="T31" fmla="*/ 47 h 115"/>
                  <a:gd name="T32" fmla="*/ 217 w 239"/>
                  <a:gd name="T33" fmla="*/ 54 h 115"/>
                  <a:gd name="T34" fmla="*/ 226 w 239"/>
                  <a:gd name="T35" fmla="*/ 58 h 115"/>
                  <a:gd name="T36" fmla="*/ 233 w 239"/>
                  <a:gd name="T37" fmla="*/ 60 h 115"/>
                  <a:gd name="T38" fmla="*/ 237 w 239"/>
                  <a:gd name="T39" fmla="*/ 63 h 115"/>
                  <a:gd name="T40" fmla="*/ 239 w 239"/>
                  <a:gd name="T41" fmla="*/ 68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2 h 115"/>
                  <a:gd name="T50" fmla="*/ 197 w 239"/>
                  <a:gd name="T51" fmla="*/ 87 h 115"/>
                  <a:gd name="T52" fmla="*/ 184 w 239"/>
                  <a:gd name="T53" fmla="*/ 92 h 115"/>
                  <a:gd name="T54" fmla="*/ 172 w 239"/>
                  <a:gd name="T55" fmla="*/ 98 h 115"/>
                  <a:gd name="T56" fmla="*/ 160 w 239"/>
                  <a:gd name="T57" fmla="*/ 103 h 115"/>
                  <a:gd name="T58" fmla="*/ 149 w 239"/>
                  <a:gd name="T59" fmla="*/ 108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08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3 h 115"/>
                  <a:gd name="T80" fmla="*/ 51 w 239"/>
                  <a:gd name="T81" fmla="*/ 75 h 115"/>
                  <a:gd name="T82" fmla="*/ 36 w 239"/>
                  <a:gd name="T83" fmla="*/ 68 h 115"/>
                  <a:gd name="T84" fmla="*/ 23 w 239"/>
                  <a:gd name="T85" fmla="*/ 60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7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24" y="35"/>
                    </a:lnTo>
                    <a:lnTo>
                      <a:pt x="31" y="30"/>
                    </a:lnTo>
                    <a:lnTo>
                      <a:pt x="37" y="27"/>
                    </a:lnTo>
                    <a:lnTo>
                      <a:pt x="45" y="24"/>
                    </a:lnTo>
                    <a:lnTo>
                      <a:pt x="52" y="21"/>
                    </a:lnTo>
                    <a:lnTo>
                      <a:pt x="61" y="18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7"/>
                    </a:lnTo>
                    <a:lnTo>
                      <a:pt x="85" y="5"/>
                    </a:lnTo>
                    <a:lnTo>
                      <a:pt x="89" y="3"/>
                    </a:lnTo>
                    <a:lnTo>
                      <a:pt x="93" y="2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2"/>
                    </a:lnTo>
                    <a:lnTo>
                      <a:pt x="104" y="2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0" y="4"/>
                    </a:lnTo>
                    <a:lnTo>
                      <a:pt x="112" y="5"/>
                    </a:lnTo>
                    <a:lnTo>
                      <a:pt x="114" y="7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9"/>
                    </a:lnTo>
                    <a:lnTo>
                      <a:pt x="145" y="21"/>
                    </a:lnTo>
                    <a:lnTo>
                      <a:pt x="149" y="23"/>
                    </a:lnTo>
                    <a:lnTo>
                      <a:pt x="155" y="25"/>
                    </a:lnTo>
                    <a:lnTo>
                      <a:pt x="161" y="27"/>
                    </a:lnTo>
                    <a:lnTo>
                      <a:pt x="166" y="30"/>
                    </a:lnTo>
                    <a:lnTo>
                      <a:pt x="172" y="34"/>
                    </a:lnTo>
                    <a:lnTo>
                      <a:pt x="178" y="36"/>
                    </a:lnTo>
                    <a:lnTo>
                      <a:pt x="183" y="38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4"/>
                    </a:lnTo>
                    <a:lnTo>
                      <a:pt x="220" y="55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6"/>
                    </a:lnTo>
                    <a:lnTo>
                      <a:pt x="239" y="66"/>
                    </a:lnTo>
                    <a:lnTo>
                      <a:pt x="239" y="68"/>
                    </a:lnTo>
                    <a:lnTo>
                      <a:pt x="238" y="68"/>
                    </a:lnTo>
                    <a:lnTo>
                      <a:pt x="236" y="70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5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2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0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100"/>
                    </a:lnTo>
                    <a:lnTo>
                      <a:pt x="164" y="101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8"/>
                    </a:lnTo>
                    <a:lnTo>
                      <a:pt x="143" y="110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0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5"/>
                    </a:lnTo>
                    <a:lnTo>
                      <a:pt x="66" y="83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6" y="68"/>
                    </a:lnTo>
                    <a:lnTo>
                      <a:pt x="32" y="66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1" name="Freeform 921"/>
              <p:cNvSpPr>
                <a:spLocks/>
              </p:cNvSpPr>
              <p:nvPr/>
            </p:nvSpPr>
            <p:spPr bwMode="auto">
              <a:xfrm>
                <a:off x="3014" y="2010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2 h 44"/>
                  <a:gd name="T6" fmla="*/ 81 w 90"/>
                  <a:gd name="T7" fmla="*/ 4 h 44"/>
                  <a:gd name="T8" fmla="*/ 77 w 90"/>
                  <a:gd name="T9" fmla="*/ 6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20 h 44"/>
                  <a:gd name="T18" fmla="*/ 42 w 90"/>
                  <a:gd name="T19" fmla="*/ 23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4 h 44"/>
                  <a:gd name="T26" fmla="*/ 15 w 90"/>
                  <a:gd name="T27" fmla="*/ 36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3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8 h 44"/>
                  <a:gd name="T46" fmla="*/ 21 w 90"/>
                  <a:gd name="T47" fmla="*/ 34 h 44"/>
                  <a:gd name="T48" fmla="*/ 28 w 90"/>
                  <a:gd name="T49" fmla="*/ 31 h 44"/>
                  <a:gd name="T50" fmla="*/ 35 w 90"/>
                  <a:gd name="T51" fmla="*/ 28 h 44"/>
                  <a:gd name="T52" fmla="*/ 42 w 90"/>
                  <a:gd name="T53" fmla="*/ 24 h 44"/>
                  <a:gd name="T54" fmla="*/ 50 w 90"/>
                  <a:gd name="T55" fmla="*/ 21 h 44"/>
                  <a:gd name="T56" fmla="*/ 56 w 90"/>
                  <a:gd name="T57" fmla="*/ 18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6 h 44"/>
                  <a:gd name="T66" fmla="*/ 86 w 90"/>
                  <a:gd name="T67" fmla="*/ 4 h 44"/>
                  <a:gd name="T68" fmla="*/ 90 w 90"/>
                  <a:gd name="T69" fmla="*/ 2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2"/>
                    </a:lnTo>
                    <a:lnTo>
                      <a:pt x="81" y="4"/>
                    </a:lnTo>
                    <a:lnTo>
                      <a:pt x="77" y="6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20"/>
                    </a:lnTo>
                    <a:lnTo>
                      <a:pt x="42" y="23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3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4"/>
                    </a:lnTo>
                    <a:lnTo>
                      <a:pt x="28" y="31"/>
                    </a:lnTo>
                    <a:lnTo>
                      <a:pt x="35" y="28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6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2" name="Freeform 922"/>
              <p:cNvSpPr>
                <a:spLocks/>
              </p:cNvSpPr>
              <p:nvPr/>
            </p:nvSpPr>
            <p:spPr bwMode="auto">
              <a:xfrm>
                <a:off x="3103" y="2009"/>
                <a:ext cx="13" cy="4"/>
              </a:xfrm>
              <a:custGeom>
                <a:avLst/>
                <a:gdLst>
                  <a:gd name="T0" fmla="*/ 13 w 13"/>
                  <a:gd name="T1" fmla="*/ 3 h 4"/>
                  <a:gd name="T2" fmla="*/ 13 w 13"/>
                  <a:gd name="T3" fmla="*/ 3 h 4"/>
                  <a:gd name="T4" fmla="*/ 12 w 13"/>
                  <a:gd name="T5" fmla="*/ 1 h 4"/>
                  <a:gd name="T6" fmla="*/ 10 w 13"/>
                  <a:gd name="T7" fmla="*/ 1 h 4"/>
                  <a:gd name="T8" fmla="*/ 9 w 13"/>
                  <a:gd name="T9" fmla="*/ 0 h 4"/>
                  <a:gd name="T10" fmla="*/ 6 w 13"/>
                  <a:gd name="T11" fmla="*/ 0 h 4"/>
                  <a:gd name="T12" fmla="*/ 5 w 13"/>
                  <a:gd name="T13" fmla="*/ 0 h 4"/>
                  <a:gd name="T14" fmla="*/ 3 w 13"/>
                  <a:gd name="T15" fmla="*/ 0 h 4"/>
                  <a:gd name="T16" fmla="*/ 2 w 13"/>
                  <a:gd name="T17" fmla="*/ 0 h 4"/>
                  <a:gd name="T18" fmla="*/ 0 w 13"/>
                  <a:gd name="T19" fmla="*/ 1 h 4"/>
                  <a:gd name="T20" fmla="*/ 0 w 13"/>
                  <a:gd name="T21" fmla="*/ 3 h 4"/>
                  <a:gd name="T22" fmla="*/ 2 w 13"/>
                  <a:gd name="T23" fmla="*/ 3 h 4"/>
                  <a:gd name="T24" fmla="*/ 3 w 13"/>
                  <a:gd name="T25" fmla="*/ 3 h 4"/>
                  <a:gd name="T26" fmla="*/ 5 w 13"/>
                  <a:gd name="T27" fmla="*/ 3 h 4"/>
                  <a:gd name="T28" fmla="*/ 6 w 13"/>
                  <a:gd name="T29" fmla="*/ 3 h 4"/>
                  <a:gd name="T30" fmla="*/ 9 w 13"/>
                  <a:gd name="T31" fmla="*/ 3 h 4"/>
                  <a:gd name="T32" fmla="*/ 10 w 13"/>
                  <a:gd name="T33" fmla="*/ 3 h 4"/>
                  <a:gd name="T34" fmla="*/ 11 w 13"/>
                  <a:gd name="T35" fmla="*/ 3 h 4"/>
                  <a:gd name="T36" fmla="*/ 12 w 13"/>
                  <a:gd name="T37" fmla="*/ 4 h 4"/>
                  <a:gd name="T38" fmla="*/ 13 w 13"/>
                  <a:gd name="T39" fmla="*/ 3 h 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4"/>
                  <a:gd name="T62" fmla="*/ 13 w 13"/>
                  <a:gd name="T63" fmla="*/ 4 h 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4">
                    <a:moveTo>
                      <a:pt x="13" y="3"/>
                    </a:moveTo>
                    <a:lnTo>
                      <a:pt x="13" y="3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3" name="Freeform 923"/>
              <p:cNvSpPr>
                <a:spLocks/>
              </p:cNvSpPr>
              <p:nvPr/>
            </p:nvSpPr>
            <p:spPr bwMode="auto">
              <a:xfrm>
                <a:off x="3115" y="2012"/>
                <a:ext cx="128" cy="59"/>
              </a:xfrm>
              <a:custGeom>
                <a:avLst/>
                <a:gdLst>
                  <a:gd name="T0" fmla="*/ 128 w 128"/>
                  <a:gd name="T1" fmla="*/ 58 h 59"/>
                  <a:gd name="T2" fmla="*/ 124 w 128"/>
                  <a:gd name="T3" fmla="*/ 56 h 59"/>
                  <a:gd name="T4" fmla="*/ 119 w 128"/>
                  <a:gd name="T5" fmla="*/ 53 h 59"/>
                  <a:gd name="T6" fmla="*/ 111 w 128"/>
                  <a:gd name="T7" fmla="*/ 51 h 59"/>
                  <a:gd name="T8" fmla="*/ 104 w 128"/>
                  <a:gd name="T9" fmla="*/ 47 h 59"/>
                  <a:gd name="T10" fmla="*/ 94 w 128"/>
                  <a:gd name="T11" fmla="*/ 42 h 59"/>
                  <a:gd name="T12" fmla="*/ 84 w 128"/>
                  <a:gd name="T13" fmla="*/ 38 h 59"/>
                  <a:gd name="T14" fmla="*/ 73 w 128"/>
                  <a:gd name="T15" fmla="*/ 32 h 59"/>
                  <a:gd name="T16" fmla="*/ 62 w 128"/>
                  <a:gd name="T17" fmla="*/ 27 h 59"/>
                  <a:gd name="T18" fmla="*/ 51 w 128"/>
                  <a:gd name="T19" fmla="*/ 22 h 59"/>
                  <a:gd name="T20" fmla="*/ 41 w 128"/>
                  <a:gd name="T21" fmla="*/ 18 h 59"/>
                  <a:gd name="T22" fmla="*/ 30 w 128"/>
                  <a:gd name="T23" fmla="*/ 12 h 59"/>
                  <a:gd name="T24" fmla="*/ 22 w 128"/>
                  <a:gd name="T25" fmla="*/ 8 h 59"/>
                  <a:gd name="T26" fmla="*/ 14 w 128"/>
                  <a:gd name="T27" fmla="*/ 5 h 59"/>
                  <a:gd name="T28" fmla="*/ 8 w 128"/>
                  <a:gd name="T29" fmla="*/ 3 h 59"/>
                  <a:gd name="T30" fmla="*/ 4 w 128"/>
                  <a:gd name="T31" fmla="*/ 1 h 59"/>
                  <a:gd name="T32" fmla="*/ 0 w 128"/>
                  <a:gd name="T33" fmla="*/ 2 h 59"/>
                  <a:gd name="T34" fmla="*/ 2 w 128"/>
                  <a:gd name="T35" fmla="*/ 2 h 59"/>
                  <a:gd name="T36" fmla="*/ 7 w 128"/>
                  <a:gd name="T37" fmla="*/ 4 h 59"/>
                  <a:gd name="T38" fmla="*/ 13 w 128"/>
                  <a:gd name="T39" fmla="*/ 7 h 59"/>
                  <a:gd name="T40" fmla="*/ 21 w 128"/>
                  <a:gd name="T41" fmla="*/ 10 h 59"/>
                  <a:gd name="T42" fmla="*/ 29 w 128"/>
                  <a:gd name="T43" fmla="*/ 14 h 59"/>
                  <a:gd name="T44" fmla="*/ 40 w 128"/>
                  <a:gd name="T45" fmla="*/ 20 h 59"/>
                  <a:gd name="T46" fmla="*/ 50 w 128"/>
                  <a:gd name="T47" fmla="*/ 24 h 59"/>
                  <a:gd name="T48" fmla="*/ 61 w 128"/>
                  <a:gd name="T49" fmla="*/ 28 h 59"/>
                  <a:gd name="T50" fmla="*/ 72 w 128"/>
                  <a:gd name="T51" fmla="*/ 35 h 59"/>
                  <a:gd name="T52" fmla="*/ 83 w 128"/>
                  <a:gd name="T53" fmla="*/ 39 h 59"/>
                  <a:gd name="T54" fmla="*/ 94 w 128"/>
                  <a:gd name="T55" fmla="*/ 43 h 59"/>
                  <a:gd name="T56" fmla="*/ 103 w 128"/>
                  <a:gd name="T57" fmla="*/ 48 h 59"/>
                  <a:gd name="T58" fmla="*/ 110 w 128"/>
                  <a:gd name="T59" fmla="*/ 53 h 59"/>
                  <a:gd name="T60" fmla="*/ 119 w 128"/>
                  <a:gd name="T61" fmla="*/ 55 h 59"/>
                  <a:gd name="T62" fmla="*/ 123 w 128"/>
                  <a:gd name="T63" fmla="*/ 58 h 59"/>
                  <a:gd name="T64" fmla="*/ 126 w 128"/>
                  <a:gd name="T65" fmla="*/ 59 h 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59"/>
                  <a:gd name="T101" fmla="*/ 128 w 128"/>
                  <a:gd name="T102" fmla="*/ 59 h 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59">
                    <a:moveTo>
                      <a:pt x="128" y="58"/>
                    </a:moveTo>
                    <a:lnTo>
                      <a:pt x="128" y="58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3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49"/>
                    </a:lnTo>
                    <a:lnTo>
                      <a:pt x="104" y="47"/>
                    </a:lnTo>
                    <a:lnTo>
                      <a:pt x="99" y="44"/>
                    </a:lnTo>
                    <a:lnTo>
                      <a:pt x="94" y="42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68" y="29"/>
                    </a:lnTo>
                    <a:lnTo>
                      <a:pt x="62" y="27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2"/>
                    </a:lnTo>
                    <a:lnTo>
                      <a:pt x="29" y="14"/>
                    </a:lnTo>
                    <a:lnTo>
                      <a:pt x="36" y="17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8"/>
                    </a:lnTo>
                    <a:lnTo>
                      <a:pt x="67" y="32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3"/>
                    </a:lnTo>
                    <a:lnTo>
                      <a:pt x="99" y="45"/>
                    </a:lnTo>
                    <a:lnTo>
                      <a:pt x="103" y="48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3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8"/>
                    </a:lnTo>
                    <a:lnTo>
                      <a:pt x="125" y="58"/>
                    </a:lnTo>
                    <a:lnTo>
                      <a:pt x="126" y="59"/>
                    </a:lnTo>
                    <a:lnTo>
                      <a:pt x="128" y="5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4" name="Freeform 924"/>
              <p:cNvSpPr>
                <a:spLocks/>
              </p:cNvSpPr>
              <p:nvPr/>
            </p:nvSpPr>
            <p:spPr bwMode="auto">
              <a:xfrm>
                <a:off x="3241" y="2070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6 h 11"/>
                  <a:gd name="T10" fmla="*/ 8 w 9"/>
                  <a:gd name="T11" fmla="*/ 6 h 11"/>
                  <a:gd name="T12" fmla="*/ 7 w 9"/>
                  <a:gd name="T13" fmla="*/ 2 h 11"/>
                  <a:gd name="T14" fmla="*/ 5 w 9"/>
                  <a:gd name="T15" fmla="*/ 1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6 h 11"/>
                  <a:gd name="T28" fmla="*/ 7 w 9"/>
                  <a:gd name="T29" fmla="*/ 6 h 11"/>
                  <a:gd name="T30" fmla="*/ 7 w 9"/>
                  <a:gd name="T31" fmla="*/ 6 h 11"/>
                  <a:gd name="T32" fmla="*/ 7 w 9"/>
                  <a:gd name="T33" fmla="*/ 8 h 11"/>
                  <a:gd name="T34" fmla="*/ 7 w 9"/>
                  <a:gd name="T35" fmla="*/ 8 h 11"/>
                  <a:gd name="T36" fmla="*/ 4 w 9"/>
                  <a:gd name="T37" fmla="*/ 10 h 11"/>
                  <a:gd name="T38" fmla="*/ 5 w 9"/>
                  <a:gd name="T39" fmla="*/ 1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1"/>
                  <a:gd name="T62" fmla="*/ 9 w 9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5" name="Freeform 925"/>
              <p:cNvSpPr>
                <a:spLocks/>
              </p:cNvSpPr>
              <p:nvPr/>
            </p:nvSpPr>
            <p:spPr bwMode="auto">
              <a:xfrm>
                <a:off x="3143" y="2080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0 h 46"/>
                  <a:gd name="T8" fmla="*/ 20 w 103"/>
                  <a:gd name="T9" fmla="*/ 37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3 h 46"/>
                  <a:gd name="T18" fmla="*/ 60 w 103"/>
                  <a:gd name="T19" fmla="*/ 20 h 46"/>
                  <a:gd name="T20" fmla="*/ 70 w 103"/>
                  <a:gd name="T21" fmla="*/ 17 h 46"/>
                  <a:gd name="T22" fmla="*/ 77 w 103"/>
                  <a:gd name="T23" fmla="*/ 14 h 46"/>
                  <a:gd name="T24" fmla="*/ 83 w 103"/>
                  <a:gd name="T25" fmla="*/ 11 h 46"/>
                  <a:gd name="T26" fmla="*/ 90 w 103"/>
                  <a:gd name="T27" fmla="*/ 6 h 46"/>
                  <a:gd name="T28" fmla="*/ 95 w 103"/>
                  <a:gd name="T29" fmla="*/ 4 h 46"/>
                  <a:gd name="T30" fmla="*/ 100 w 103"/>
                  <a:gd name="T31" fmla="*/ 3 h 46"/>
                  <a:gd name="T32" fmla="*/ 103 w 103"/>
                  <a:gd name="T33" fmla="*/ 2 h 46"/>
                  <a:gd name="T34" fmla="*/ 101 w 103"/>
                  <a:gd name="T35" fmla="*/ 1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6 h 46"/>
                  <a:gd name="T42" fmla="*/ 79 w 103"/>
                  <a:gd name="T43" fmla="*/ 11 h 46"/>
                  <a:gd name="T44" fmla="*/ 72 w 103"/>
                  <a:gd name="T45" fmla="*/ 14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3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7 h 46"/>
                  <a:gd name="T60" fmla="*/ 11 w 103"/>
                  <a:gd name="T61" fmla="*/ 40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3"/>
                    </a:lnTo>
                    <a:lnTo>
                      <a:pt x="57" y="22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8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5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2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9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7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6" name="Freeform 926"/>
              <p:cNvSpPr>
                <a:spLocks/>
              </p:cNvSpPr>
              <p:nvPr/>
            </p:nvSpPr>
            <p:spPr bwMode="auto">
              <a:xfrm>
                <a:off x="3129" y="2122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7" name="Freeform 927"/>
              <p:cNvSpPr>
                <a:spLocks/>
              </p:cNvSpPr>
              <p:nvPr/>
            </p:nvSpPr>
            <p:spPr bwMode="auto">
              <a:xfrm>
                <a:off x="3015" y="2061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5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0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7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59 h 62"/>
                  <a:gd name="T36" fmla="*/ 110 w 115"/>
                  <a:gd name="T37" fmla="*/ 57 h 62"/>
                  <a:gd name="T38" fmla="*/ 104 w 115"/>
                  <a:gd name="T39" fmla="*/ 54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1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5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8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0"/>
                    </a:lnTo>
                    <a:lnTo>
                      <a:pt x="79" y="43"/>
                    </a:lnTo>
                    <a:lnTo>
                      <a:pt x="83" y="46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6"/>
                    </a:lnTo>
                    <a:lnTo>
                      <a:pt x="107" y="57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59"/>
                    </a:lnTo>
                    <a:lnTo>
                      <a:pt x="112" y="58"/>
                    </a:lnTo>
                    <a:lnTo>
                      <a:pt x="110" y="57"/>
                    </a:lnTo>
                    <a:lnTo>
                      <a:pt x="107" y="56"/>
                    </a:lnTo>
                    <a:lnTo>
                      <a:pt x="104" y="54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6"/>
                    </a:lnTo>
                    <a:lnTo>
                      <a:pt x="84" y="43"/>
                    </a:lnTo>
                    <a:lnTo>
                      <a:pt x="80" y="41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8" name="Freeform 928"/>
              <p:cNvSpPr>
                <a:spLocks/>
              </p:cNvSpPr>
              <p:nvPr/>
            </p:nvSpPr>
            <p:spPr bwMode="auto">
              <a:xfrm>
                <a:off x="3010" y="2053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2 w 6"/>
                  <a:gd name="T5" fmla="*/ 1 h 9"/>
                  <a:gd name="T6" fmla="*/ 1 w 6"/>
                  <a:gd name="T7" fmla="*/ 3 h 9"/>
                  <a:gd name="T8" fmla="*/ 0 w 6"/>
                  <a:gd name="T9" fmla="*/ 3 h 9"/>
                  <a:gd name="T10" fmla="*/ 0 w 6"/>
                  <a:gd name="T11" fmla="*/ 6 h 9"/>
                  <a:gd name="T12" fmla="*/ 1 w 6"/>
                  <a:gd name="T13" fmla="*/ 7 h 9"/>
                  <a:gd name="T14" fmla="*/ 2 w 6"/>
                  <a:gd name="T15" fmla="*/ 8 h 9"/>
                  <a:gd name="T16" fmla="*/ 4 w 6"/>
                  <a:gd name="T17" fmla="*/ 8 h 9"/>
                  <a:gd name="T18" fmla="*/ 5 w 6"/>
                  <a:gd name="T19" fmla="*/ 9 h 9"/>
                  <a:gd name="T20" fmla="*/ 6 w 6"/>
                  <a:gd name="T21" fmla="*/ 8 h 9"/>
                  <a:gd name="T22" fmla="*/ 4 w 6"/>
                  <a:gd name="T23" fmla="*/ 7 h 9"/>
                  <a:gd name="T24" fmla="*/ 3 w 6"/>
                  <a:gd name="T25" fmla="*/ 6 h 9"/>
                  <a:gd name="T26" fmla="*/ 2 w 6"/>
                  <a:gd name="T27" fmla="*/ 6 h 9"/>
                  <a:gd name="T28" fmla="*/ 2 w 6"/>
                  <a:gd name="T29" fmla="*/ 3 h 9"/>
                  <a:gd name="T30" fmla="*/ 3 w 6"/>
                  <a:gd name="T31" fmla="*/ 3 h 9"/>
                  <a:gd name="T32" fmla="*/ 5 w 6"/>
                  <a:gd name="T33" fmla="*/ 1 h 9"/>
                  <a:gd name="T34" fmla="*/ 4 w 6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9"/>
                  <a:gd name="T56" fmla="*/ 6 w 6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59" name="Freeform 929"/>
              <p:cNvSpPr>
                <a:spLocks/>
              </p:cNvSpPr>
              <p:nvPr/>
            </p:nvSpPr>
            <p:spPr bwMode="auto">
              <a:xfrm>
                <a:off x="3137" y="2112"/>
                <a:ext cx="106" cy="49"/>
              </a:xfrm>
              <a:custGeom>
                <a:avLst/>
                <a:gdLst>
                  <a:gd name="T0" fmla="*/ 106 w 106"/>
                  <a:gd name="T1" fmla="*/ 0 h 49"/>
                  <a:gd name="T2" fmla="*/ 104 w 106"/>
                  <a:gd name="T3" fmla="*/ 0 h 49"/>
                  <a:gd name="T4" fmla="*/ 102 w 106"/>
                  <a:gd name="T5" fmla="*/ 1 h 49"/>
                  <a:gd name="T6" fmla="*/ 100 w 106"/>
                  <a:gd name="T7" fmla="*/ 2 h 49"/>
                  <a:gd name="T8" fmla="*/ 98 w 106"/>
                  <a:gd name="T9" fmla="*/ 3 h 49"/>
                  <a:gd name="T10" fmla="*/ 95 w 106"/>
                  <a:gd name="T11" fmla="*/ 4 h 49"/>
                  <a:gd name="T12" fmla="*/ 92 w 106"/>
                  <a:gd name="T13" fmla="*/ 5 h 49"/>
                  <a:gd name="T14" fmla="*/ 88 w 106"/>
                  <a:gd name="T15" fmla="*/ 7 h 49"/>
                  <a:gd name="T16" fmla="*/ 85 w 106"/>
                  <a:gd name="T17" fmla="*/ 10 h 49"/>
                  <a:gd name="T18" fmla="*/ 82 w 106"/>
                  <a:gd name="T19" fmla="*/ 10 h 49"/>
                  <a:gd name="T20" fmla="*/ 79 w 106"/>
                  <a:gd name="T21" fmla="*/ 13 h 49"/>
                  <a:gd name="T22" fmla="*/ 75 w 106"/>
                  <a:gd name="T23" fmla="*/ 15 h 49"/>
                  <a:gd name="T24" fmla="*/ 70 w 106"/>
                  <a:gd name="T25" fmla="*/ 16 h 49"/>
                  <a:gd name="T26" fmla="*/ 66 w 106"/>
                  <a:gd name="T27" fmla="*/ 18 h 49"/>
                  <a:gd name="T28" fmla="*/ 62 w 106"/>
                  <a:gd name="T29" fmla="*/ 20 h 49"/>
                  <a:gd name="T30" fmla="*/ 57 w 106"/>
                  <a:gd name="T31" fmla="*/ 22 h 49"/>
                  <a:gd name="T32" fmla="*/ 53 w 106"/>
                  <a:gd name="T33" fmla="*/ 23 h 49"/>
                  <a:gd name="T34" fmla="*/ 50 w 106"/>
                  <a:gd name="T35" fmla="*/ 26 h 49"/>
                  <a:gd name="T36" fmla="*/ 45 w 106"/>
                  <a:gd name="T37" fmla="*/ 29 h 49"/>
                  <a:gd name="T38" fmla="*/ 40 w 106"/>
                  <a:gd name="T39" fmla="*/ 31 h 49"/>
                  <a:gd name="T40" fmla="*/ 36 w 106"/>
                  <a:gd name="T41" fmla="*/ 32 h 49"/>
                  <a:gd name="T42" fmla="*/ 31 w 106"/>
                  <a:gd name="T43" fmla="*/ 34 h 49"/>
                  <a:gd name="T44" fmla="*/ 28 w 106"/>
                  <a:gd name="T45" fmla="*/ 36 h 49"/>
                  <a:gd name="T46" fmla="*/ 23 w 106"/>
                  <a:gd name="T47" fmla="*/ 37 h 49"/>
                  <a:gd name="T48" fmla="*/ 20 w 106"/>
                  <a:gd name="T49" fmla="*/ 39 h 49"/>
                  <a:gd name="T50" fmla="*/ 17 w 106"/>
                  <a:gd name="T51" fmla="*/ 42 h 49"/>
                  <a:gd name="T52" fmla="*/ 14 w 106"/>
                  <a:gd name="T53" fmla="*/ 42 h 49"/>
                  <a:gd name="T54" fmla="*/ 10 w 106"/>
                  <a:gd name="T55" fmla="*/ 45 h 49"/>
                  <a:gd name="T56" fmla="*/ 8 w 106"/>
                  <a:gd name="T57" fmla="*/ 46 h 49"/>
                  <a:gd name="T58" fmla="*/ 5 w 106"/>
                  <a:gd name="T59" fmla="*/ 47 h 49"/>
                  <a:gd name="T60" fmla="*/ 3 w 106"/>
                  <a:gd name="T61" fmla="*/ 48 h 49"/>
                  <a:gd name="T62" fmla="*/ 1 w 106"/>
                  <a:gd name="T63" fmla="*/ 48 h 49"/>
                  <a:gd name="T64" fmla="*/ 0 w 106"/>
                  <a:gd name="T65" fmla="*/ 49 h 49"/>
                  <a:gd name="T66" fmla="*/ 106 w 106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9"/>
                  <a:gd name="T104" fmla="*/ 106 w 106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9">
                    <a:moveTo>
                      <a:pt x="106" y="0"/>
                    </a:moveTo>
                    <a:lnTo>
                      <a:pt x="104" y="0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6"/>
                    </a:lnTo>
                    <a:lnTo>
                      <a:pt x="45" y="29"/>
                    </a:lnTo>
                    <a:lnTo>
                      <a:pt x="40" y="31"/>
                    </a:lnTo>
                    <a:lnTo>
                      <a:pt x="36" y="32"/>
                    </a:lnTo>
                    <a:lnTo>
                      <a:pt x="31" y="34"/>
                    </a:lnTo>
                    <a:lnTo>
                      <a:pt x="28" y="36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2"/>
                    </a:lnTo>
                    <a:lnTo>
                      <a:pt x="14" y="42"/>
                    </a:lnTo>
                    <a:lnTo>
                      <a:pt x="10" y="45"/>
                    </a:lnTo>
                    <a:lnTo>
                      <a:pt x="8" y="46"/>
                    </a:lnTo>
                    <a:lnTo>
                      <a:pt x="5" y="47"/>
                    </a:lnTo>
                    <a:lnTo>
                      <a:pt x="3" y="48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0" name="Freeform 930"/>
              <p:cNvSpPr>
                <a:spLocks/>
              </p:cNvSpPr>
              <p:nvPr/>
            </p:nvSpPr>
            <p:spPr bwMode="auto">
              <a:xfrm>
                <a:off x="3136" y="2112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6 h 50"/>
                  <a:gd name="T6" fmla="*/ 18 w 107"/>
                  <a:gd name="T7" fmla="*/ 42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8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3 h 50"/>
                  <a:gd name="T24" fmla="*/ 89 w 107"/>
                  <a:gd name="T25" fmla="*/ 10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10 h 50"/>
                  <a:gd name="T42" fmla="*/ 79 w 107"/>
                  <a:gd name="T43" fmla="*/ 13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9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2 h 50"/>
                  <a:gd name="T60" fmla="*/ 7 w 107"/>
                  <a:gd name="T61" fmla="*/ 45 h 50"/>
                  <a:gd name="T62" fmla="*/ 3 w 107"/>
                  <a:gd name="T63" fmla="*/ 47 h 50"/>
                  <a:gd name="T64" fmla="*/ 0 w 107"/>
                  <a:gd name="T65" fmla="*/ 49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6"/>
                    </a:lnTo>
                    <a:lnTo>
                      <a:pt x="15" y="44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30"/>
                    </a:lnTo>
                    <a:lnTo>
                      <a:pt x="49" y="28"/>
                    </a:lnTo>
                    <a:lnTo>
                      <a:pt x="54" y="26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3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2"/>
                    </a:lnTo>
                    <a:lnTo>
                      <a:pt x="105" y="0"/>
                    </a:lnTo>
                    <a:lnTo>
                      <a:pt x="104" y="1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6"/>
                    </a:lnTo>
                    <a:lnTo>
                      <a:pt x="45" y="29"/>
                    </a:lnTo>
                    <a:lnTo>
                      <a:pt x="40" y="30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7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1" name="Freeform 931"/>
              <p:cNvSpPr>
                <a:spLocks/>
              </p:cNvSpPr>
              <p:nvPr/>
            </p:nvSpPr>
            <p:spPr bwMode="auto">
              <a:xfrm>
                <a:off x="2998" y="2015"/>
                <a:ext cx="252" cy="110"/>
              </a:xfrm>
              <a:custGeom>
                <a:avLst/>
                <a:gdLst>
                  <a:gd name="T0" fmla="*/ 2 w 252"/>
                  <a:gd name="T1" fmla="*/ 29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8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6 h 110"/>
                  <a:gd name="T28" fmla="*/ 247 w 252"/>
                  <a:gd name="T29" fmla="*/ 56 h 110"/>
                  <a:gd name="T30" fmla="*/ 251 w 252"/>
                  <a:gd name="T31" fmla="*/ 60 h 110"/>
                  <a:gd name="T32" fmla="*/ 251 w 252"/>
                  <a:gd name="T33" fmla="*/ 63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3 h 110"/>
                  <a:gd name="T40" fmla="*/ 218 w 252"/>
                  <a:gd name="T41" fmla="*/ 78 h 110"/>
                  <a:gd name="T42" fmla="*/ 205 w 252"/>
                  <a:gd name="T43" fmla="*/ 83 h 110"/>
                  <a:gd name="T44" fmla="*/ 193 w 252"/>
                  <a:gd name="T45" fmla="*/ 89 h 110"/>
                  <a:gd name="T46" fmla="*/ 180 w 252"/>
                  <a:gd name="T47" fmla="*/ 94 h 110"/>
                  <a:gd name="T48" fmla="*/ 170 w 252"/>
                  <a:gd name="T49" fmla="*/ 99 h 110"/>
                  <a:gd name="T50" fmla="*/ 159 w 252"/>
                  <a:gd name="T51" fmla="*/ 103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1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2 h 110"/>
                  <a:gd name="T70" fmla="*/ 72 w 252"/>
                  <a:gd name="T71" fmla="*/ 74 h 110"/>
                  <a:gd name="T72" fmla="*/ 58 w 252"/>
                  <a:gd name="T73" fmla="*/ 66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8 h 110"/>
                  <a:gd name="T80" fmla="*/ 18 w 252"/>
                  <a:gd name="T81" fmla="*/ 46 h 110"/>
                  <a:gd name="T82" fmla="*/ 15 w 252"/>
                  <a:gd name="T83" fmla="*/ 44 h 110"/>
                  <a:gd name="T84" fmla="*/ 10 w 252"/>
                  <a:gd name="T85" fmla="*/ 40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29"/>
                    </a:lnTo>
                    <a:lnTo>
                      <a:pt x="1" y="24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8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5"/>
                    </a:lnTo>
                    <a:lnTo>
                      <a:pt x="107" y="5"/>
                    </a:lnTo>
                    <a:lnTo>
                      <a:pt x="118" y="6"/>
                    </a:lnTo>
                    <a:lnTo>
                      <a:pt x="128" y="7"/>
                    </a:lnTo>
                    <a:lnTo>
                      <a:pt x="140" y="8"/>
                    </a:lnTo>
                    <a:lnTo>
                      <a:pt x="149" y="8"/>
                    </a:lnTo>
                    <a:lnTo>
                      <a:pt x="160" y="9"/>
                    </a:lnTo>
                    <a:lnTo>
                      <a:pt x="170" y="10"/>
                    </a:lnTo>
                    <a:lnTo>
                      <a:pt x="180" y="13"/>
                    </a:lnTo>
                    <a:lnTo>
                      <a:pt x="189" y="13"/>
                    </a:lnTo>
                    <a:lnTo>
                      <a:pt x="199" y="13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6"/>
                    </a:lnTo>
                    <a:lnTo>
                      <a:pt x="245" y="45"/>
                    </a:lnTo>
                    <a:lnTo>
                      <a:pt x="246" y="55"/>
                    </a:lnTo>
                    <a:lnTo>
                      <a:pt x="247" y="56"/>
                    </a:lnTo>
                    <a:lnTo>
                      <a:pt x="249" y="57"/>
                    </a:lnTo>
                    <a:lnTo>
                      <a:pt x="250" y="58"/>
                    </a:lnTo>
                    <a:lnTo>
                      <a:pt x="251" y="60"/>
                    </a:lnTo>
                    <a:lnTo>
                      <a:pt x="252" y="61"/>
                    </a:lnTo>
                    <a:lnTo>
                      <a:pt x="252" y="62"/>
                    </a:lnTo>
                    <a:lnTo>
                      <a:pt x="251" y="63"/>
                    </a:lnTo>
                    <a:lnTo>
                      <a:pt x="249" y="64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6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1"/>
                    </a:lnTo>
                    <a:lnTo>
                      <a:pt x="230" y="73"/>
                    </a:lnTo>
                    <a:lnTo>
                      <a:pt x="226" y="74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0"/>
                    </a:lnTo>
                    <a:lnTo>
                      <a:pt x="210" y="81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3" y="89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6"/>
                    </a:lnTo>
                    <a:lnTo>
                      <a:pt x="173" y="98"/>
                    </a:lnTo>
                    <a:lnTo>
                      <a:pt x="170" y="99"/>
                    </a:lnTo>
                    <a:lnTo>
                      <a:pt x="165" y="101"/>
                    </a:lnTo>
                    <a:lnTo>
                      <a:pt x="162" y="103"/>
                    </a:lnTo>
                    <a:lnTo>
                      <a:pt x="159" y="103"/>
                    </a:lnTo>
                    <a:lnTo>
                      <a:pt x="156" y="105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5"/>
                    </a:lnTo>
                    <a:lnTo>
                      <a:pt x="127" y="103"/>
                    </a:lnTo>
                    <a:lnTo>
                      <a:pt x="124" y="101"/>
                    </a:lnTo>
                    <a:lnTo>
                      <a:pt x="122" y="101"/>
                    </a:lnTo>
                    <a:lnTo>
                      <a:pt x="118" y="99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8"/>
                    </a:lnTo>
                    <a:lnTo>
                      <a:pt x="92" y="85"/>
                    </a:lnTo>
                    <a:lnTo>
                      <a:pt x="87" y="82"/>
                    </a:lnTo>
                    <a:lnTo>
                      <a:pt x="82" y="80"/>
                    </a:lnTo>
                    <a:lnTo>
                      <a:pt x="77" y="78"/>
                    </a:lnTo>
                    <a:lnTo>
                      <a:pt x="72" y="74"/>
                    </a:lnTo>
                    <a:lnTo>
                      <a:pt x="67" y="72"/>
                    </a:lnTo>
                    <a:lnTo>
                      <a:pt x="63" y="70"/>
                    </a:lnTo>
                    <a:lnTo>
                      <a:pt x="58" y="66"/>
                    </a:lnTo>
                    <a:lnTo>
                      <a:pt x="53" y="64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7"/>
                    </a:lnTo>
                    <a:lnTo>
                      <a:pt x="36" y="55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7" y="45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2"/>
                    </a:lnTo>
                    <a:lnTo>
                      <a:pt x="12" y="41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2" name="Freeform 932"/>
              <p:cNvSpPr>
                <a:spLocks/>
              </p:cNvSpPr>
              <p:nvPr/>
            </p:nvSpPr>
            <p:spPr bwMode="auto">
              <a:xfrm>
                <a:off x="2997" y="2014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4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5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4 h 38"/>
                  <a:gd name="T24" fmla="*/ 4 w 14"/>
                  <a:gd name="T25" fmla="*/ 30 h 38"/>
                  <a:gd name="T26" fmla="*/ 2 w 14"/>
                  <a:gd name="T27" fmla="*/ 25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5 h 38"/>
                  <a:gd name="T36" fmla="*/ 14 w 14"/>
                  <a:gd name="T37" fmla="*/ 2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3" name="Freeform 933"/>
              <p:cNvSpPr>
                <a:spLocks/>
              </p:cNvSpPr>
              <p:nvPr/>
            </p:nvSpPr>
            <p:spPr bwMode="auto">
              <a:xfrm>
                <a:off x="3010" y="2014"/>
                <a:ext cx="231" cy="21"/>
              </a:xfrm>
              <a:custGeom>
                <a:avLst/>
                <a:gdLst>
                  <a:gd name="T0" fmla="*/ 231 w 231"/>
                  <a:gd name="T1" fmla="*/ 20 h 21"/>
                  <a:gd name="T2" fmla="*/ 228 w 231"/>
                  <a:gd name="T3" fmla="*/ 18 h 21"/>
                  <a:gd name="T4" fmla="*/ 221 w 231"/>
                  <a:gd name="T5" fmla="*/ 18 h 21"/>
                  <a:gd name="T6" fmla="*/ 210 w 231"/>
                  <a:gd name="T7" fmla="*/ 16 h 21"/>
                  <a:gd name="T8" fmla="*/ 195 w 231"/>
                  <a:gd name="T9" fmla="*/ 15 h 21"/>
                  <a:gd name="T10" fmla="*/ 178 w 231"/>
                  <a:gd name="T11" fmla="*/ 12 h 21"/>
                  <a:gd name="T12" fmla="*/ 158 w 231"/>
                  <a:gd name="T13" fmla="*/ 11 h 21"/>
                  <a:gd name="T14" fmla="*/ 137 w 231"/>
                  <a:gd name="T15" fmla="*/ 9 h 21"/>
                  <a:gd name="T16" fmla="*/ 116 w 231"/>
                  <a:gd name="T17" fmla="*/ 8 h 21"/>
                  <a:gd name="T18" fmla="*/ 96 w 231"/>
                  <a:gd name="T19" fmla="*/ 5 h 21"/>
                  <a:gd name="T20" fmla="*/ 74 w 231"/>
                  <a:gd name="T21" fmla="*/ 5 h 21"/>
                  <a:gd name="T22" fmla="*/ 55 w 231"/>
                  <a:gd name="T23" fmla="*/ 2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2 h 21"/>
                  <a:gd name="T40" fmla="*/ 38 w 231"/>
                  <a:gd name="T41" fmla="*/ 3 h 21"/>
                  <a:gd name="T42" fmla="*/ 55 w 231"/>
                  <a:gd name="T43" fmla="*/ 5 h 21"/>
                  <a:gd name="T44" fmla="*/ 74 w 231"/>
                  <a:gd name="T45" fmla="*/ 5 h 21"/>
                  <a:gd name="T46" fmla="*/ 96 w 231"/>
                  <a:gd name="T47" fmla="*/ 8 h 21"/>
                  <a:gd name="T48" fmla="*/ 116 w 231"/>
                  <a:gd name="T49" fmla="*/ 9 h 21"/>
                  <a:gd name="T50" fmla="*/ 137 w 231"/>
                  <a:gd name="T51" fmla="*/ 11 h 21"/>
                  <a:gd name="T52" fmla="*/ 158 w 231"/>
                  <a:gd name="T53" fmla="*/ 12 h 21"/>
                  <a:gd name="T54" fmla="*/ 178 w 231"/>
                  <a:gd name="T55" fmla="*/ 15 h 21"/>
                  <a:gd name="T56" fmla="*/ 195 w 231"/>
                  <a:gd name="T57" fmla="*/ 16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29 w 231"/>
                  <a:gd name="T65" fmla="*/ 20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0"/>
                    </a:moveTo>
                    <a:lnTo>
                      <a:pt x="231" y="20"/>
                    </a:lnTo>
                    <a:lnTo>
                      <a:pt x="230" y="18"/>
                    </a:lnTo>
                    <a:lnTo>
                      <a:pt x="228" y="18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6"/>
                    </a:lnTo>
                    <a:lnTo>
                      <a:pt x="210" y="16"/>
                    </a:lnTo>
                    <a:lnTo>
                      <a:pt x="202" y="15"/>
                    </a:lnTo>
                    <a:lnTo>
                      <a:pt x="195" y="15"/>
                    </a:lnTo>
                    <a:lnTo>
                      <a:pt x="187" y="14"/>
                    </a:lnTo>
                    <a:lnTo>
                      <a:pt x="178" y="12"/>
                    </a:lnTo>
                    <a:lnTo>
                      <a:pt x="167" y="11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8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5"/>
                    </a:lnTo>
                    <a:lnTo>
                      <a:pt x="65" y="3"/>
                    </a:lnTo>
                    <a:lnTo>
                      <a:pt x="55" y="2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2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5"/>
                    </a:lnTo>
                    <a:lnTo>
                      <a:pt x="74" y="5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8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1"/>
                    </a:lnTo>
                    <a:lnTo>
                      <a:pt x="158" y="12"/>
                    </a:lnTo>
                    <a:lnTo>
                      <a:pt x="167" y="14"/>
                    </a:lnTo>
                    <a:lnTo>
                      <a:pt x="178" y="15"/>
                    </a:lnTo>
                    <a:lnTo>
                      <a:pt x="187" y="15"/>
                    </a:lnTo>
                    <a:lnTo>
                      <a:pt x="195" y="16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8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29" y="20"/>
                    </a:lnTo>
                    <a:lnTo>
                      <a:pt x="23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4" name="Freeform 934"/>
              <p:cNvSpPr>
                <a:spLocks/>
              </p:cNvSpPr>
              <p:nvPr/>
            </p:nvSpPr>
            <p:spPr bwMode="auto">
              <a:xfrm>
                <a:off x="3239" y="2035"/>
                <a:ext cx="5" cy="35"/>
              </a:xfrm>
              <a:custGeom>
                <a:avLst/>
                <a:gdLst>
                  <a:gd name="T0" fmla="*/ 4 w 5"/>
                  <a:gd name="T1" fmla="*/ 33 h 35"/>
                  <a:gd name="T2" fmla="*/ 5 w 5"/>
                  <a:gd name="T3" fmla="*/ 34 h 35"/>
                  <a:gd name="T4" fmla="*/ 4 w 5"/>
                  <a:gd name="T5" fmla="*/ 26 h 35"/>
                  <a:gd name="T6" fmla="*/ 4 w 5"/>
                  <a:gd name="T7" fmla="*/ 16 h 35"/>
                  <a:gd name="T8" fmla="*/ 2 w 5"/>
                  <a:gd name="T9" fmla="*/ 9 h 35"/>
                  <a:gd name="T10" fmla="*/ 2 w 5"/>
                  <a:gd name="T11" fmla="*/ 0 h 35"/>
                  <a:gd name="T12" fmla="*/ 0 w 5"/>
                  <a:gd name="T13" fmla="*/ 0 h 35"/>
                  <a:gd name="T14" fmla="*/ 0 w 5"/>
                  <a:gd name="T15" fmla="*/ 9 h 35"/>
                  <a:gd name="T16" fmla="*/ 1 w 5"/>
                  <a:gd name="T17" fmla="*/ 16 h 35"/>
                  <a:gd name="T18" fmla="*/ 1 w 5"/>
                  <a:gd name="T19" fmla="*/ 26 h 35"/>
                  <a:gd name="T20" fmla="*/ 2 w 5"/>
                  <a:gd name="T21" fmla="*/ 34 h 35"/>
                  <a:gd name="T22" fmla="*/ 4 w 5"/>
                  <a:gd name="T23" fmla="*/ 35 h 35"/>
                  <a:gd name="T24" fmla="*/ 2 w 5"/>
                  <a:gd name="T25" fmla="*/ 34 h 35"/>
                  <a:gd name="T26" fmla="*/ 2 w 5"/>
                  <a:gd name="T27" fmla="*/ 35 h 35"/>
                  <a:gd name="T28" fmla="*/ 4 w 5"/>
                  <a:gd name="T29" fmla="*/ 35 h 35"/>
                  <a:gd name="T30" fmla="*/ 4 w 5"/>
                  <a:gd name="T31" fmla="*/ 33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5"/>
                  <a:gd name="T50" fmla="*/ 5 w 5"/>
                  <a:gd name="T51" fmla="*/ 35 h 3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5">
                    <a:moveTo>
                      <a:pt x="4" y="33"/>
                    </a:moveTo>
                    <a:lnTo>
                      <a:pt x="5" y="34"/>
                    </a:lnTo>
                    <a:lnTo>
                      <a:pt x="4" y="26"/>
                    </a:lnTo>
                    <a:lnTo>
                      <a:pt x="4" y="16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1" y="26"/>
                    </a:lnTo>
                    <a:lnTo>
                      <a:pt x="2" y="34"/>
                    </a:lnTo>
                    <a:lnTo>
                      <a:pt x="4" y="35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5" name="Freeform 935"/>
              <p:cNvSpPr>
                <a:spLocks/>
              </p:cNvSpPr>
              <p:nvPr/>
            </p:nvSpPr>
            <p:spPr bwMode="auto">
              <a:xfrm>
                <a:off x="3241" y="2069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9 h 12"/>
                  <a:gd name="T8" fmla="*/ 9 w 9"/>
                  <a:gd name="T9" fmla="*/ 8 h 12"/>
                  <a:gd name="T10" fmla="*/ 8 w 9"/>
                  <a:gd name="T11" fmla="*/ 4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2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4 h 12"/>
                  <a:gd name="T28" fmla="*/ 7 w 9"/>
                  <a:gd name="T29" fmla="*/ 7 h 12"/>
                  <a:gd name="T30" fmla="*/ 7 w 9"/>
                  <a:gd name="T31" fmla="*/ 8 h 12"/>
                  <a:gd name="T32" fmla="*/ 7 w 9"/>
                  <a:gd name="T33" fmla="*/ 9 h 12"/>
                  <a:gd name="T34" fmla="*/ 4 w 9"/>
                  <a:gd name="T35" fmla="*/ 11 h 12"/>
                  <a:gd name="T36" fmla="*/ 5 w 9"/>
                  <a:gd name="T37" fmla="*/ 12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2"/>
                  <a:gd name="T59" fmla="*/ 9 w 9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6" name="Freeform 936"/>
              <p:cNvSpPr>
                <a:spLocks/>
              </p:cNvSpPr>
              <p:nvPr/>
            </p:nvSpPr>
            <p:spPr bwMode="auto">
              <a:xfrm>
                <a:off x="3143" y="2078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0 h 47"/>
                  <a:gd name="T8" fmla="*/ 20 w 103"/>
                  <a:gd name="T9" fmla="*/ 38 h 47"/>
                  <a:gd name="T10" fmla="*/ 27 w 103"/>
                  <a:gd name="T11" fmla="*/ 35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4 h 47"/>
                  <a:gd name="T18" fmla="*/ 61 w 103"/>
                  <a:gd name="T19" fmla="*/ 20 h 47"/>
                  <a:gd name="T20" fmla="*/ 70 w 103"/>
                  <a:gd name="T21" fmla="*/ 17 h 47"/>
                  <a:gd name="T22" fmla="*/ 77 w 103"/>
                  <a:gd name="T23" fmla="*/ 14 h 47"/>
                  <a:gd name="T24" fmla="*/ 83 w 103"/>
                  <a:gd name="T25" fmla="*/ 10 h 47"/>
                  <a:gd name="T26" fmla="*/ 90 w 103"/>
                  <a:gd name="T27" fmla="*/ 6 h 47"/>
                  <a:gd name="T28" fmla="*/ 96 w 103"/>
                  <a:gd name="T29" fmla="*/ 4 h 47"/>
                  <a:gd name="T30" fmla="*/ 100 w 103"/>
                  <a:gd name="T31" fmla="*/ 3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2 h 47"/>
                  <a:gd name="T38" fmla="*/ 92 w 103"/>
                  <a:gd name="T39" fmla="*/ 4 h 47"/>
                  <a:gd name="T40" fmla="*/ 86 w 103"/>
                  <a:gd name="T41" fmla="*/ 6 h 47"/>
                  <a:gd name="T42" fmla="*/ 79 w 103"/>
                  <a:gd name="T43" fmla="*/ 10 h 47"/>
                  <a:gd name="T44" fmla="*/ 72 w 103"/>
                  <a:gd name="T45" fmla="*/ 14 h 47"/>
                  <a:gd name="T46" fmla="*/ 64 w 103"/>
                  <a:gd name="T47" fmla="*/ 17 h 47"/>
                  <a:gd name="T48" fmla="*/ 56 w 103"/>
                  <a:gd name="T49" fmla="*/ 20 h 47"/>
                  <a:gd name="T50" fmla="*/ 47 w 103"/>
                  <a:gd name="T51" fmla="*/ 24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5 h 47"/>
                  <a:gd name="T58" fmla="*/ 16 w 103"/>
                  <a:gd name="T59" fmla="*/ 38 h 47"/>
                  <a:gd name="T60" fmla="*/ 11 w 103"/>
                  <a:gd name="T61" fmla="*/ 40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2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7" y="9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6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0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2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7" name="Freeform 937"/>
              <p:cNvSpPr>
                <a:spLocks/>
              </p:cNvSpPr>
              <p:nvPr/>
            </p:nvSpPr>
            <p:spPr bwMode="auto">
              <a:xfrm>
                <a:off x="3129" y="2120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4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4 h 6"/>
                  <a:gd name="T22" fmla="*/ 11 w 14"/>
                  <a:gd name="T23" fmla="*/ 4 h 6"/>
                  <a:gd name="T24" fmla="*/ 10 w 14"/>
                  <a:gd name="T25" fmla="*/ 4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2 h 6"/>
                  <a:gd name="T32" fmla="*/ 2 w 14"/>
                  <a:gd name="T33" fmla="*/ 2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8" name="Freeform 938"/>
              <p:cNvSpPr>
                <a:spLocks/>
              </p:cNvSpPr>
              <p:nvPr/>
            </p:nvSpPr>
            <p:spPr bwMode="auto">
              <a:xfrm>
                <a:off x="3015" y="2060"/>
                <a:ext cx="115" cy="63"/>
              </a:xfrm>
              <a:custGeom>
                <a:avLst/>
                <a:gdLst>
                  <a:gd name="T0" fmla="*/ 0 w 115"/>
                  <a:gd name="T1" fmla="*/ 2 h 63"/>
                  <a:gd name="T2" fmla="*/ 2 w 115"/>
                  <a:gd name="T3" fmla="*/ 3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2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5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1 h 63"/>
                  <a:gd name="T22" fmla="*/ 83 w 115"/>
                  <a:gd name="T23" fmla="*/ 47 h 63"/>
                  <a:gd name="T24" fmla="*/ 93 w 115"/>
                  <a:gd name="T25" fmla="*/ 52 h 63"/>
                  <a:gd name="T26" fmla="*/ 99 w 115"/>
                  <a:gd name="T27" fmla="*/ 55 h 63"/>
                  <a:gd name="T28" fmla="*/ 107 w 115"/>
                  <a:gd name="T29" fmla="*/ 58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0 h 63"/>
                  <a:gd name="T36" fmla="*/ 110 w 115"/>
                  <a:gd name="T37" fmla="*/ 58 h 63"/>
                  <a:gd name="T38" fmla="*/ 104 w 115"/>
                  <a:gd name="T39" fmla="*/ 55 h 63"/>
                  <a:gd name="T40" fmla="*/ 97 w 115"/>
                  <a:gd name="T41" fmla="*/ 52 h 63"/>
                  <a:gd name="T42" fmla="*/ 90 w 115"/>
                  <a:gd name="T43" fmla="*/ 47 h 63"/>
                  <a:gd name="T44" fmla="*/ 80 w 115"/>
                  <a:gd name="T45" fmla="*/ 42 h 63"/>
                  <a:gd name="T46" fmla="*/ 70 w 115"/>
                  <a:gd name="T47" fmla="*/ 37 h 63"/>
                  <a:gd name="T48" fmla="*/ 61 w 115"/>
                  <a:gd name="T49" fmla="*/ 33 h 63"/>
                  <a:gd name="T50" fmla="*/ 51 w 115"/>
                  <a:gd name="T51" fmla="*/ 26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2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3"/>
                    </a:lnTo>
                    <a:lnTo>
                      <a:pt x="83" y="47"/>
                    </a:lnTo>
                    <a:lnTo>
                      <a:pt x="88" y="50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50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3"/>
                    </a:lnTo>
                    <a:lnTo>
                      <a:pt x="55" y="28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9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69" name="Freeform 939"/>
              <p:cNvSpPr>
                <a:spLocks/>
              </p:cNvSpPr>
              <p:nvPr/>
            </p:nvSpPr>
            <p:spPr bwMode="auto">
              <a:xfrm>
                <a:off x="3003" y="2051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3 h 11"/>
                  <a:gd name="T6" fmla="*/ 2 w 13"/>
                  <a:gd name="T7" fmla="*/ 5 h 11"/>
                  <a:gd name="T8" fmla="*/ 5 w 13"/>
                  <a:gd name="T9" fmla="*/ 5 h 11"/>
                  <a:gd name="T10" fmla="*/ 7 w 13"/>
                  <a:gd name="T11" fmla="*/ 8 h 11"/>
                  <a:gd name="T12" fmla="*/ 8 w 13"/>
                  <a:gd name="T13" fmla="*/ 9 h 11"/>
                  <a:gd name="T14" fmla="*/ 9 w 13"/>
                  <a:gd name="T15" fmla="*/ 9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9 h 11"/>
                  <a:gd name="T22" fmla="*/ 11 w 13"/>
                  <a:gd name="T23" fmla="*/ 9 h 11"/>
                  <a:gd name="T24" fmla="*/ 10 w 13"/>
                  <a:gd name="T25" fmla="*/ 8 h 11"/>
                  <a:gd name="T26" fmla="*/ 9 w 13"/>
                  <a:gd name="T27" fmla="*/ 5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3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0" name="Freeform 940"/>
              <p:cNvSpPr>
                <a:spLocks/>
              </p:cNvSpPr>
              <p:nvPr/>
            </p:nvSpPr>
            <p:spPr bwMode="auto">
              <a:xfrm>
                <a:off x="3132" y="2083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9 h 41"/>
                  <a:gd name="T8" fmla="*/ 4 w 10"/>
                  <a:gd name="T9" fmla="*/ 36 h 41"/>
                  <a:gd name="T10" fmla="*/ 4 w 10"/>
                  <a:gd name="T11" fmla="*/ 33 h 41"/>
                  <a:gd name="T12" fmla="*/ 2 w 10"/>
                  <a:gd name="T13" fmla="*/ 30 h 41"/>
                  <a:gd name="T14" fmla="*/ 0 w 10"/>
                  <a:gd name="T15" fmla="*/ 27 h 41"/>
                  <a:gd name="T16" fmla="*/ 0 w 10"/>
                  <a:gd name="T17" fmla="*/ 25 h 41"/>
                  <a:gd name="T18" fmla="*/ 0 w 10"/>
                  <a:gd name="T19" fmla="*/ 20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9 h 41"/>
                  <a:gd name="T26" fmla="*/ 4 w 10"/>
                  <a:gd name="T27" fmla="*/ 5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3"/>
                    </a:lnTo>
                    <a:lnTo>
                      <a:pt x="2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1" name="Freeform 941"/>
              <p:cNvSpPr>
                <a:spLocks/>
              </p:cNvSpPr>
              <p:nvPr/>
            </p:nvSpPr>
            <p:spPr bwMode="auto">
              <a:xfrm>
                <a:off x="3132" y="2108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2 h 17"/>
                  <a:gd name="T6" fmla="*/ 2 w 10"/>
                  <a:gd name="T7" fmla="*/ 5 h 17"/>
                  <a:gd name="T8" fmla="*/ 2 w 10"/>
                  <a:gd name="T9" fmla="*/ 8 h 17"/>
                  <a:gd name="T10" fmla="*/ 3 w 10"/>
                  <a:gd name="T11" fmla="*/ 10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4 h 17"/>
                  <a:gd name="T26" fmla="*/ 6 w 10"/>
                  <a:gd name="T27" fmla="*/ 12 h 17"/>
                  <a:gd name="T28" fmla="*/ 5 w 10"/>
                  <a:gd name="T29" fmla="*/ 10 h 17"/>
                  <a:gd name="T30" fmla="*/ 4 w 10"/>
                  <a:gd name="T31" fmla="*/ 8 h 17"/>
                  <a:gd name="T32" fmla="*/ 3 w 10"/>
                  <a:gd name="T33" fmla="*/ 5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2" name="Freeform 942"/>
              <p:cNvSpPr>
                <a:spLocks/>
              </p:cNvSpPr>
              <p:nvPr/>
            </p:nvSpPr>
            <p:spPr bwMode="auto">
              <a:xfrm>
                <a:off x="3132" y="2082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2 h 26"/>
                  <a:gd name="T4" fmla="*/ 4 w 9"/>
                  <a:gd name="T5" fmla="*/ 3 h 26"/>
                  <a:gd name="T6" fmla="*/ 3 w 9"/>
                  <a:gd name="T7" fmla="*/ 6 h 26"/>
                  <a:gd name="T8" fmla="*/ 2 w 9"/>
                  <a:gd name="T9" fmla="*/ 10 h 26"/>
                  <a:gd name="T10" fmla="*/ 0 w 9"/>
                  <a:gd name="T11" fmla="*/ 14 h 26"/>
                  <a:gd name="T12" fmla="*/ 0 w 9"/>
                  <a:gd name="T13" fmla="*/ 17 h 26"/>
                  <a:gd name="T14" fmla="*/ 0 w 9"/>
                  <a:gd name="T15" fmla="*/ 21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1 h 26"/>
                  <a:gd name="T22" fmla="*/ 3 w 9"/>
                  <a:gd name="T23" fmla="*/ 17 h 26"/>
                  <a:gd name="T24" fmla="*/ 3 w 9"/>
                  <a:gd name="T25" fmla="*/ 14 h 26"/>
                  <a:gd name="T26" fmla="*/ 4 w 9"/>
                  <a:gd name="T27" fmla="*/ 10 h 26"/>
                  <a:gd name="T28" fmla="*/ 4 w 9"/>
                  <a:gd name="T29" fmla="*/ 6 h 26"/>
                  <a:gd name="T30" fmla="*/ 6 w 9"/>
                  <a:gd name="T31" fmla="*/ 4 h 26"/>
                  <a:gd name="T32" fmla="*/ 7 w 9"/>
                  <a:gd name="T33" fmla="*/ 3 h 26"/>
                  <a:gd name="T34" fmla="*/ 9 w 9"/>
                  <a:gd name="T35" fmla="*/ 2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3" name="Freeform 943"/>
              <p:cNvSpPr>
                <a:spLocks/>
              </p:cNvSpPr>
              <p:nvPr/>
            </p:nvSpPr>
            <p:spPr bwMode="auto">
              <a:xfrm>
                <a:off x="3011" y="1968"/>
                <a:ext cx="239" cy="115"/>
              </a:xfrm>
              <a:custGeom>
                <a:avLst/>
                <a:gdLst>
                  <a:gd name="T0" fmla="*/ 8 w 239"/>
                  <a:gd name="T1" fmla="*/ 41 h 115"/>
                  <a:gd name="T2" fmla="*/ 24 w 239"/>
                  <a:gd name="T3" fmla="*/ 34 h 115"/>
                  <a:gd name="T4" fmla="*/ 45 w 239"/>
                  <a:gd name="T5" fmla="*/ 23 h 115"/>
                  <a:gd name="T6" fmla="*/ 67 w 239"/>
                  <a:gd name="T7" fmla="*/ 14 h 115"/>
                  <a:gd name="T8" fmla="*/ 85 w 239"/>
                  <a:gd name="T9" fmla="*/ 4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1 h 115"/>
                  <a:gd name="T16" fmla="*/ 108 w 239"/>
                  <a:gd name="T17" fmla="*/ 2 h 115"/>
                  <a:gd name="T18" fmla="*/ 114 w 239"/>
                  <a:gd name="T19" fmla="*/ 5 h 115"/>
                  <a:gd name="T20" fmla="*/ 126 w 239"/>
                  <a:gd name="T21" fmla="*/ 10 h 115"/>
                  <a:gd name="T22" fmla="*/ 140 w 239"/>
                  <a:gd name="T23" fmla="*/ 18 h 115"/>
                  <a:gd name="T24" fmla="*/ 155 w 239"/>
                  <a:gd name="T25" fmla="*/ 24 h 115"/>
                  <a:gd name="T26" fmla="*/ 172 w 239"/>
                  <a:gd name="T27" fmla="*/ 33 h 115"/>
                  <a:gd name="T28" fmla="*/ 188 w 239"/>
                  <a:gd name="T29" fmla="*/ 40 h 115"/>
                  <a:gd name="T30" fmla="*/ 204 w 239"/>
                  <a:gd name="T31" fmla="*/ 48 h 115"/>
                  <a:gd name="T32" fmla="*/ 217 w 239"/>
                  <a:gd name="T33" fmla="*/ 53 h 115"/>
                  <a:gd name="T34" fmla="*/ 226 w 239"/>
                  <a:gd name="T35" fmla="*/ 57 h 115"/>
                  <a:gd name="T36" fmla="*/ 233 w 239"/>
                  <a:gd name="T37" fmla="*/ 61 h 115"/>
                  <a:gd name="T38" fmla="*/ 237 w 239"/>
                  <a:gd name="T39" fmla="*/ 63 h 115"/>
                  <a:gd name="T40" fmla="*/ 239 w 239"/>
                  <a:gd name="T41" fmla="*/ 67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1 h 115"/>
                  <a:gd name="T50" fmla="*/ 197 w 239"/>
                  <a:gd name="T51" fmla="*/ 87 h 115"/>
                  <a:gd name="T52" fmla="*/ 184 w 239"/>
                  <a:gd name="T53" fmla="*/ 93 h 115"/>
                  <a:gd name="T54" fmla="*/ 172 w 239"/>
                  <a:gd name="T55" fmla="*/ 98 h 115"/>
                  <a:gd name="T56" fmla="*/ 160 w 239"/>
                  <a:gd name="T57" fmla="*/ 104 h 115"/>
                  <a:gd name="T58" fmla="*/ 149 w 239"/>
                  <a:gd name="T59" fmla="*/ 109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10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2 h 115"/>
                  <a:gd name="T80" fmla="*/ 51 w 239"/>
                  <a:gd name="T81" fmla="*/ 74 h 115"/>
                  <a:gd name="T82" fmla="*/ 36 w 239"/>
                  <a:gd name="T83" fmla="*/ 67 h 115"/>
                  <a:gd name="T84" fmla="*/ 23 w 239"/>
                  <a:gd name="T85" fmla="*/ 61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8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4"/>
                    </a:lnTo>
                    <a:lnTo>
                      <a:pt x="8" y="41"/>
                    </a:lnTo>
                    <a:lnTo>
                      <a:pt x="14" y="39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2"/>
                    </a:lnTo>
                    <a:lnTo>
                      <a:pt x="37" y="27"/>
                    </a:lnTo>
                    <a:lnTo>
                      <a:pt x="45" y="23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0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7"/>
                    </a:lnTo>
                    <a:lnTo>
                      <a:pt x="123" y="8"/>
                    </a:lnTo>
                    <a:lnTo>
                      <a:pt x="126" y="10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4"/>
                    </a:lnTo>
                    <a:lnTo>
                      <a:pt x="161" y="26"/>
                    </a:lnTo>
                    <a:lnTo>
                      <a:pt x="166" y="31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8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3"/>
                    </a:lnTo>
                    <a:lnTo>
                      <a:pt x="220" y="55"/>
                    </a:lnTo>
                    <a:lnTo>
                      <a:pt x="223" y="56"/>
                    </a:lnTo>
                    <a:lnTo>
                      <a:pt x="226" y="57"/>
                    </a:lnTo>
                    <a:lnTo>
                      <a:pt x="228" y="58"/>
                    </a:lnTo>
                    <a:lnTo>
                      <a:pt x="232" y="60"/>
                    </a:lnTo>
                    <a:lnTo>
                      <a:pt x="233" y="61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69"/>
                    </a:lnTo>
                    <a:lnTo>
                      <a:pt x="235" y="71"/>
                    </a:lnTo>
                    <a:lnTo>
                      <a:pt x="234" y="71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9"/>
                    </a:lnTo>
                    <a:lnTo>
                      <a:pt x="213" y="80"/>
                    </a:lnTo>
                    <a:lnTo>
                      <a:pt x="209" y="81"/>
                    </a:lnTo>
                    <a:lnTo>
                      <a:pt x="205" y="83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3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99"/>
                    </a:lnTo>
                    <a:lnTo>
                      <a:pt x="164" y="101"/>
                    </a:lnTo>
                    <a:lnTo>
                      <a:pt x="160" y="104"/>
                    </a:lnTo>
                    <a:lnTo>
                      <a:pt x="157" y="104"/>
                    </a:lnTo>
                    <a:lnTo>
                      <a:pt x="152" y="107"/>
                    </a:lnTo>
                    <a:lnTo>
                      <a:pt x="149" y="109"/>
                    </a:lnTo>
                    <a:lnTo>
                      <a:pt x="146" y="110"/>
                    </a:lnTo>
                    <a:lnTo>
                      <a:pt x="143" y="111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1"/>
                    </a:lnTo>
                    <a:lnTo>
                      <a:pt x="114" y="110"/>
                    </a:lnTo>
                    <a:lnTo>
                      <a:pt x="112" y="108"/>
                    </a:lnTo>
                    <a:lnTo>
                      <a:pt x="109" y="107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4"/>
                    </a:lnTo>
                    <a:lnTo>
                      <a:pt x="80" y="91"/>
                    </a:lnTo>
                    <a:lnTo>
                      <a:pt x="74" y="88"/>
                    </a:lnTo>
                    <a:lnTo>
                      <a:pt x="70" y="85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8"/>
                    </a:lnTo>
                    <a:lnTo>
                      <a:pt x="51" y="74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3"/>
                    </a:lnTo>
                    <a:lnTo>
                      <a:pt x="23" y="61"/>
                    </a:lnTo>
                    <a:lnTo>
                      <a:pt x="20" y="58"/>
                    </a:lnTo>
                    <a:lnTo>
                      <a:pt x="17" y="56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50"/>
                    </a:lnTo>
                    <a:lnTo>
                      <a:pt x="2" y="48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4" name="Freeform 944"/>
              <p:cNvSpPr>
                <a:spLocks/>
              </p:cNvSpPr>
              <p:nvPr/>
            </p:nvSpPr>
            <p:spPr bwMode="auto">
              <a:xfrm>
                <a:off x="3014" y="1968"/>
                <a:ext cx="90" cy="45"/>
              </a:xfrm>
              <a:custGeom>
                <a:avLst/>
                <a:gdLst>
                  <a:gd name="T0" fmla="*/ 89 w 90"/>
                  <a:gd name="T1" fmla="*/ 0 h 45"/>
                  <a:gd name="T2" fmla="*/ 89 w 90"/>
                  <a:gd name="T3" fmla="*/ 0 h 45"/>
                  <a:gd name="T4" fmla="*/ 85 w 90"/>
                  <a:gd name="T5" fmla="*/ 1 h 45"/>
                  <a:gd name="T6" fmla="*/ 81 w 90"/>
                  <a:gd name="T7" fmla="*/ 3 h 45"/>
                  <a:gd name="T8" fmla="*/ 77 w 90"/>
                  <a:gd name="T9" fmla="*/ 5 h 45"/>
                  <a:gd name="T10" fmla="*/ 69 w 90"/>
                  <a:gd name="T11" fmla="*/ 8 h 45"/>
                  <a:gd name="T12" fmla="*/ 63 w 90"/>
                  <a:gd name="T13" fmla="*/ 13 h 45"/>
                  <a:gd name="T14" fmla="*/ 55 w 90"/>
                  <a:gd name="T15" fmla="*/ 16 h 45"/>
                  <a:gd name="T16" fmla="*/ 49 w 90"/>
                  <a:gd name="T17" fmla="*/ 19 h 45"/>
                  <a:gd name="T18" fmla="*/ 42 w 90"/>
                  <a:gd name="T19" fmla="*/ 22 h 45"/>
                  <a:gd name="T20" fmla="*/ 34 w 90"/>
                  <a:gd name="T21" fmla="*/ 26 h 45"/>
                  <a:gd name="T22" fmla="*/ 28 w 90"/>
                  <a:gd name="T23" fmla="*/ 30 h 45"/>
                  <a:gd name="T24" fmla="*/ 20 w 90"/>
                  <a:gd name="T25" fmla="*/ 34 h 45"/>
                  <a:gd name="T26" fmla="*/ 15 w 90"/>
                  <a:gd name="T27" fmla="*/ 36 h 45"/>
                  <a:gd name="T28" fmla="*/ 8 w 90"/>
                  <a:gd name="T29" fmla="*/ 39 h 45"/>
                  <a:gd name="T30" fmla="*/ 4 w 90"/>
                  <a:gd name="T31" fmla="*/ 40 h 45"/>
                  <a:gd name="T32" fmla="*/ 2 w 90"/>
                  <a:gd name="T33" fmla="*/ 42 h 45"/>
                  <a:gd name="T34" fmla="*/ 0 w 90"/>
                  <a:gd name="T35" fmla="*/ 42 h 45"/>
                  <a:gd name="T36" fmla="*/ 1 w 90"/>
                  <a:gd name="T37" fmla="*/ 45 h 45"/>
                  <a:gd name="T38" fmla="*/ 2 w 90"/>
                  <a:gd name="T39" fmla="*/ 44 h 45"/>
                  <a:gd name="T40" fmla="*/ 5 w 90"/>
                  <a:gd name="T41" fmla="*/ 42 h 45"/>
                  <a:gd name="T42" fmla="*/ 11 w 90"/>
                  <a:gd name="T43" fmla="*/ 40 h 45"/>
                  <a:gd name="T44" fmla="*/ 15 w 90"/>
                  <a:gd name="T45" fmla="*/ 38 h 45"/>
                  <a:gd name="T46" fmla="*/ 21 w 90"/>
                  <a:gd name="T47" fmla="*/ 35 h 45"/>
                  <a:gd name="T48" fmla="*/ 28 w 90"/>
                  <a:gd name="T49" fmla="*/ 32 h 45"/>
                  <a:gd name="T50" fmla="*/ 35 w 90"/>
                  <a:gd name="T51" fmla="*/ 27 h 45"/>
                  <a:gd name="T52" fmla="*/ 42 w 90"/>
                  <a:gd name="T53" fmla="*/ 24 h 45"/>
                  <a:gd name="T54" fmla="*/ 50 w 90"/>
                  <a:gd name="T55" fmla="*/ 21 h 45"/>
                  <a:gd name="T56" fmla="*/ 56 w 90"/>
                  <a:gd name="T57" fmla="*/ 18 h 45"/>
                  <a:gd name="T58" fmla="*/ 63 w 90"/>
                  <a:gd name="T59" fmla="*/ 15 h 45"/>
                  <a:gd name="T60" fmla="*/ 70 w 90"/>
                  <a:gd name="T61" fmla="*/ 10 h 45"/>
                  <a:gd name="T62" fmla="*/ 77 w 90"/>
                  <a:gd name="T63" fmla="*/ 7 h 45"/>
                  <a:gd name="T64" fmla="*/ 82 w 90"/>
                  <a:gd name="T65" fmla="*/ 5 h 45"/>
                  <a:gd name="T66" fmla="*/ 86 w 90"/>
                  <a:gd name="T67" fmla="*/ 3 h 45"/>
                  <a:gd name="T68" fmla="*/ 90 w 90"/>
                  <a:gd name="T69" fmla="*/ 1 h 45"/>
                  <a:gd name="T70" fmla="*/ 89 w 90"/>
                  <a:gd name="T71" fmla="*/ 0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5"/>
                  <a:gd name="T110" fmla="*/ 90 w 90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5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8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30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5"/>
                    </a:lnTo>
                    <a:lnTo>
                      <a:pt x="28" y="32"/>
                    </a:lnTo>
                    <a:lnTo>
                      <a:pt x="35" y="27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5"/>
                    </a:lnTo>
                    <a:lnTo>
                      <a:pt x="70" y="10"/>
                    </a:lnTo>
                    <a:lnTo>
                      <a:pt x="77" y="7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5" name="Freeform 945"/>
              <p:cNvSpPr>
                <a:spLocks/>
              </p:cNvSpPr>
              <p:nvPr/>
            </p:nvSpPr>
            <p:spPr bwMode="auto">
              <a:xfrm>
                <a:off x="3103" y="1967"/>
                <a:ext cx="13" cy="3"/>
              </a:xfrm>
              <a:custGeom>
                <a:avLst/>
                <a:gdLst>
                  <a:gd name="T0" fmla="*/ 13 w 13"/>
                  <a:gd name="T1" fmla="*/ 1 h 3"/>
                  <a:gd name="T2" fmla="*/ 13 w 13"/>
                  <a:gd name="T3" fmla="*/ 1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1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1"/>
                    </a:moveTo>
                    <a:lnTo>
                      <a:pt x="13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6" name="Freeform 946"/>
              <p:cNvSpPr>
                <a:spLocks/>
              </p:cNvSpPr>
              <p:nvPr/>
            </p:nvSpPr>
            <p:spPr bwMode="auto">
              <a:xfrm>
                <a:off x="3115" y="1969"/>
                <a:ext cx="128" cy="60"/>
              </a:xfrm>
              <a:custGeom>
                <a:avLst/>
                <a:gdLst>
                  <a:gd name="T0" fmla="*/ 128 w 128"/>
                  <a:gd name="T1" fmla="*/ 59 h 60"/>
                  <a:gd name="T2" fmla="*/ 124 w 128"/>
                  <a:gd name="T3" fmla="*/ 56 h 60"/>
                  <a:gd name="T4" fmla="*/ 119 w 128"/>
                  <a:gd name="T5" fmla="*/ 54 h 60"/>
                  <a:gd name="T6" fmla="*/ 111 w 128"/>
                  <a:gd name="T7" fmla="*/ 51 h 60"/>
                  <a:gd name="T8" fmla="*/ 104 w 128"/>
                  <a:gd name="T9" fmla="*/ 47 h 60"/>
                  <a:gd name="T10" fmla="*/ 94 w 128"/>
                  <a:gd name="T11" fmla="*/ 43 h 60"/>
                  <a:gd name="T12" fmla="*/ 84 w 128"/>
                  <a:gd name="T13" fmla="*/ 38 h 60"/>
                  <a:gd name="T14" fmla="*/ 73 w 128"/>
                  <a:gd name="T15" fmla="*/ 33 h 60"/>
                  <a:gd name="T16" fmla="*/ 62 w 128"/>
                  <a:gd name="T17" fmla="*/ 28 h 60"/>
                  <a:gd name="T18" fmla="*/ 51 w 128"/>
                  <a:gd name="T19" fmla="*/ 22 h 60"/>
                  <a:gd name="T20" fmla="*/ 41 w 128"/>
                  <a:gd name="T21" fmla="*/ 18 h 60"/>
                  <a:gd name="T22" fmla="*/ 30 w 128"/>
                  <a:gd name="T23" fmla="*/ 13 h 60"/>
                  <a:gd name="T24" fmla="*/ 22 w 128"/>
                  <a:gd name="T25" fmla="*/ 8 h 60"/>
                  <a:gd name="T26" fmla="*/ 14 w 128"/>
                  <a:gd name="T27" fmla="*/ 5 h 60"/>
                  <a:gd name="T28" fmla="*/ 8 w 128"/>
                  <a:gd name="T29" fmla="*/ 3 h 60"/>
                  <a:gd name="T30" fmla="*/ 4 w 128"/>
                  <a:gd name="T31" fmla="*/ 1 h 60"/>
                  <a:gd name="T32" fmla="*/ 0 w 128"/>
                  <a:gd name="T33" fmla="*/ 2 h 60"/>
                  <a:gd name="T34" fmla="*/ 2 w 128"/>
                  <a:gd name="T35" fmla="*/ 3 h 60"/>
                  <a:gd name="T36" fmla="*/ 7 w 128"/>
                  <a:gd name="T37" fmla="*/ 4 h 60"/>
                  <a:gd name="T38" fmla="*/ 13 w 128"/>
                  <a:gd name="T39" fmla="*/ 7 h 60"/>
                  <a:gd name="T40" fmla="*/ 21 w 128"/>
                  <a:gd name="T41" fmla="*/ 10 h 60"/>
                  <a:gd name="T42" fmla="*/ 29 w 128"/>
                  <a:gd name="T43" fmla="*/ 16 h 60"/>
                  <a:gd name="T44" fmla="*/ 40 w 128"/>
                  <a:gd name="T45" fmla="*/ 20 h 60"/>
                  <a:gd name="T46" fmla="*/ 50 w 128"/>
                  <a:gd name="T47" fmla="*/ 24 h 60"/>
                  <a:gd name="T48" fmla="*/ 61 w 128"/>
                  <a:gd name="T49" fmla="*/ 29 h 60"/>
                  <a:gd name="T50" fmla="*/ 72 w 128"/>
                  <a:gd name="T51" fmla="*/ 35 h 60"/>
                  <a:gd name="T52" fmla="*/ 83 w 128"/>
                  <a:gd name="T53" fmla="*/ 39 h 60"/>
                  <a:gd name="T54" fmla="*/ 94 w 128"/>
                  <a:gd name="T55" fmla="*/ 44 h 60"/>
                  <a:gd name="T56" fmla="*/ 103 w 128"/>
                  <a:gd name="T57" fmla="*/ 49 h 60"/>
                  <a:gd name="T58" fmla="*/ 110 w 128"/>
                  <a:gd name="T59" fmla="*/ 53 h 60"/>
                  <a:gd name="T60" fmla="*/ 119 w 128"/>
                  <a:gd name="T61" fmla="*/ 55 h 60"/>
                  <a:gd name="T62" fmla="*/ 123 w 128"/>
                  <a:gd name="T63" fmla="*/ 59 h 60"/>
                  <a:gd name="T64" fmla="*/ 126 w 128"/>
                  <a:gd name="T65" fmla="*/ 6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0"/>
                  <a:gd name="T101" fmla="*/ 128 w 128"/>
                  <a:gd name="T102" fmla="*/ 60 h 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0">
                    <a:moveTo>
                      <a:pt x="128" y="59"/>
                    </a:moveTo>
                    <a:lnTo>
                      <a:pt x="128" y="59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4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50"/>
                    </a:lnTo>
                    <a:lnTo>
                      <a:pt x="104" y="47"/>
                    </a:lnTo>
                    <a:lnTo>
                      <a:pt x="99" y="45"/>
                    </a:lnTo>
                    <a:lnTo>
                      <a:pt x="94" y="43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3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3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9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4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4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9"/>
                    </a:lnTo>
                    <a:lnTo>
                      <a:pt x="125" y="59"/>
                    </a:lnTo>
                    <a:lnTo>
                      <a:pt x="126" y="60"/>
                    </a:lnTo>
                    <a:lnTo>
                      <a:pt x="128" y="5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7" name="Freeform 947"/>
              <p:cNvSpPr>
                <a:spLocks/>
              </p:cNvSpPr>
              <p:nvPr/>
            </p:nvSpPr>
            <p:spPr bwMode="auto">
              <a:xfrm>
                <a:off x="3241" y="2028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4 h 11"/>
                  <a:gd name="T12" fmla="*/ 7 w 9"/>
                  <a:gd name="T13" fmla="*/ 3 h 11"/>
                  <a:gd name="T14" fmla="*/ 5 w 9"/>
                  <a:gd name="T15" fmla="*/ 2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4 h 11"/>
                  <a:gd name="T28" fmla="*/ 7 w 9"/>
                  <a:gd name="T29" fmla="*/ 5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8" name="Freeform 948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0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2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0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2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79" name="Freeform 949"/>
              <p:cNvSpPr>
                <a:spLocks/>
              </p:cNvSpPr>
              <p:nvPr/>
            </p:nvSpPr>
            <p:spPr bwMode="auto">
              <a:xfrm>
                <a:off x="3129" y="2078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3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3 h 6"/>
                  <a:gd name="T22" fmla="*/ 11 w 14"/>
                  <a:gd name="T23" fmla="*/ 3 h 6"/>
                  <a:gd name="T24" fmla="*/ 10 w 14"/>
                  <a:gd name="T25" fmla="*/ 3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1 h 6"/>
                  <a:gd name="T32" fmla="*/ 2 w 14"/>
                  <a:gd name="T33" fmla="*/ 1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0" name="Freeform 950"/>
              <p:cNvSpPr>
                <a:spLocks/>
              </p:cNvSpPr>
              <p:nvPr/>
            </p:nvSpPr>
            <p:spPr bwMode="auto">
              <a:xfrm>
                <a:off x="3015" y="2018"/>
                <a:ext cx="115" cy="63"/>
              </a:xfrm>
              <a:custGeom>
                <a:avLst/>
                <a:gdLst>
                  <a:gd name="T0" fmla="*/ 0 w 115"/>
                  <a:gd name="T1" fmla="*/ 1 h 63"/>
                  <a:gd name="T2" fmla="*/ 2 w 115"/>
                  <a:gd name="T3" fmla="*/ 2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1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6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2 h 63"/>
                  <a:gd name="T22" fmla="*/ 83 w 115"/>
                  <a:gd name="T23" fmla="*/ 47 h 63"/>
                  <a:gd name="T24" fmla="*/ 93 w 115"/>
                  <a:gd name="T25" fmla="*/ 51 h 63"/>
                  <a:gd name="T26" fmla="*/ 99 w 115"/>
                  <a:gd name="T27" fmla="*/ 54 h 63"/>
                  <a:gd name="T28" fmla="*/ 107 w 115"/>
                  <a:gd name="T29" fmla="*/ 59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1 h 63"/>
                  <a:gd name="T36" fmla="*/ 110 w 115"/>
                  <a:gd name="T37" fmla="*/ 59 h 63"/>
                  <a:gd name="T38" fmla="*/ 104 w 115"/>
                  <a:gd name="T39" fmla="*/ 54 h 63"/>
                  <a:gd name="T40" fmla="*/ 97 w 115"/>
                  <a:gd name="T41" fmla="*/ 51 h 63"/>
                  <a:gd name="T42" fmla="*/ 90 w 115"/>
                  <a:gd name="T43" fmla="*/ 47 h 63"/>
                  <a:gd name="T44" fmla="*/ 80 w 115"/>
                  <a:gd name="T45" fmla="*/ 43 h 63"/>
                  <a:gd name="T46" fmla="*/ 70 w 115"/>
                  <a:gd name="T47" fmla="*/ 37 h 63"/>
                  <a:gd name="T48" fmla="*/ 61 w 115"/>
                  <a:gd name="T49" fmla="*/ 32 h 63"/>
                  <a:gd name="T50" fmla="*/ 51 w 115"/>
                  <a:gd name="T51" fmla="*/ 27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3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3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4"/>
                    </a:lnTo>
                    <a:lnTo>
                      <a:pt x="102" y="58"/>
                    </a:lnTo>
                    <a:lnTo>
                      <a:pt x="107" y="59"/>
                    </a:lnTo>
                    <a:lnTo>
                      <a:pt x="110" y="61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1"/>
                    </a:lnTo>
                    <a:lnTo>
                      <a:pt x="112" y="60"/>
                    </a:lnTo>
                    <a:lnTo>
                      <a:pt x="110" y="59"/>
                    </a:lnTo>
                    <a:lnTo>
                      <a:pt x="107" y="58"/>
                    </a:lnTo>
                    <a:lnTo>
                      <a:pt x="104" y="54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5"/>
                    </a:lnTo>
                    <a:lnTo>
                      <a:pt x="80" y="43"/>
                    </a:lnTo>
                    <a:lnTo>
                      <a:pt x="76" y="41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7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1" name="Freeform 951"/>
              <p:cNvSpPr>
                <a:spLocks/>
              </p:cNvSpPr>
              <p:nvPr/>
            </p:nvSpPr>
            <p:spPr bwMode="auto">
              <a:xfrm>
                <a:off x="3010" y="20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2 w 6"/>
                  <a:gd name="T5" fmla="*/ 1 h 8"/>
                  <a:gd name="T6" fmla="*/ 1 w 6"/>
                  <a:gd name="T7" fmla="*/ 2 h 8"/>
                  <a:gd name="T8" fmla="*/ 0 w 6"/>
                  <a:gd name="T9" fmla="*/ 4 h 8"/>
                  <a:gd name="T10" fmla="*/ 0 w 6"/>
                  <a:gd name="T11" fmla="*/ 4 h 8"/>
                  <a:gd name="T12" fmla="*/ 1 w 6"/>
                  <a:gd name="T13" fmla="*/ 6 h 8"/>
                  <a:gd name="T14" fmla="*/ 2 w 6"/>
                  <a:gd name="T15" fmla="*/ 7 h 8"/>
                  <a:gd name="T16" fmla="*/ 4 w 6"/>
                  <a:gd name="T17" fmla="*/ 7 h 8"/>
                  <a:gd name="T18" fmla="*/ 5 w 6"/>
                  <a:gd name="T19" fmla="*/ 8 h 8"/>
                  <a:gd name="T20" fmla="*/ 6 w 6"/>
                  <a:gd name="T21" fmla="*/ 7 h 8"/>
                  <a:gd name="T22" fmla="*/ 4 w 6"/>
                  <a:gd name="T23" fmla="*/ 6 h 8"/>
                  <a:gd name="T24" fmla="*/ 3 w 6"/>
                  <a:gd name="T25" fmla="*/ 4 h 8"/>
                  <a:gd name="T26" fmla="*/ 2 w 6"/>
                  <a:gd name="T27" fmla="*/ 4 h 8"/>
                  <a:gd name="T28" fmla="*/ 2 w 6"/>
                  <a:gd name="T29" fmla="*/ 4 h 8"/>
                  <a:gd name="T30" fmla="*/ 3 w 6"/>
                  <a:gd name="T31" fmla="*/ 2 h 8"/>
                  <a:gd name="T32" fmla="*/ 5 w 6"/>
                  <a:gd name="T33" fmla="*/ 2 h 8"/>
                  <a:gd name="T34" fmla="*/ 4 w 6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8"/>
                  <a:gd name="T56" fmla="*/ 6 w 6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2" name="Freeform 952"/>
              <p:cNvSpPr>
                <a:spLocks/>
              </p:cNvSpPr>
              <p:nvPr/>
            </p:nvSpPr>
            <p:spPr bwMode="auto">
              <a:xfrm>
                <a:off x="3137" y="2070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5 h 48"/>
                  <a:gd name="T12" fmla="*/ 92 w 106"/>
                  <a:gd name="T13" fmla="*/ 6 h 48"/>
                  <a:gd name="T14" fmla="*/ 88 w 106"/>
                  <a:gd name="T15" fmla="*/ 8 h 48"/>
                  <a:gd name="T16" fmla="*/ 85 w 106"/>
                  <a:gd name="T17" fmla="*/ 9 h 48"/>
                  <a:gd name="T18" fmla="*/ 82 w 106"/>
                  <a:gd name="T19" fmla="*/ 11 h 48"/>
                  <a:gd name="T20" fmla="*/ 79 w 106"/>
                  <a:gd name="T21" fmla="*/ 13 h 48"/>
                  <a:gd name="T22" fmla="*/ 75 w 106"/>
                  <a:gd name="T23" fmla="*/ 15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1 h 48"/>
                  <a:gd name="T30" fmla="*/ 57 w 106"/>
                  <a:gd name="T31" fmla="*/ 23 h 48"/>
                  <a:gd name="T32" fmla="*/ 53 w 106"/>
                  <a:gd name="T33" fmla="*/ 24 h 48"/>
                  <a:gd name="T34" fmla="*/ 50 w 106"/>
                  <a:gd name="T35" fmla="*/ 26 h 48"/>
                  <a:gd name="T36" fmla="*/ 45 w 106"/>
                  <a:gd name="T37" fmla="*/ 28 h 48"/>
                  <a:gd name="T38" fmla="*/ 40 w 106"/>
                  <a:gd name="T39" fmla="*/ 30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6 h 48"/>
                  <a:gd name="T46" fmla="*/ 23 w 106"/>
                  <a:gd name="T47" fmla="*/ 38 h 48"/>
                  <a:gd name="T48" fmla="*/ 20 w 106"/>
                  <a:gd name="T49" fmla="*/ 40 h 48"/>
                  <a:gd name="T50" fmla="*/ 17 w 106"/>
                  <a:gd name="T51" fmla="*/ 41 h 48"/>
                  <a:gd name="T52" fmla="*/ 14 w 106"/>
                  <a:gd name="T53" fmla="*/ 42 h 48"/>
                  <a:gd name="T54" fmla="*/ 10 w 106"/>
                  <a:gd name="T55" fmla="*/ 44 h 48"/>
                  <a:gd name="T56" fmla="*/ 8 w 106"/>
                  <a:gd name="T57" fmla="*/ 45 h 48"/>
                  <a:gd name="T58" fmla="*/ 5 w 106"/>
                  <a:gd name="T59" fmla="*/ 46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5"/>
                    </a:lnTo>
                    <a:lnTo>
                      <a:pt x="92" y="6"/>
                    </a:lnTo>
                    <a:lnTo>
                      <a:pt x="88" y="8"/>
                    </a:lnTo>
                    <a:lnTo>
                      <a:pt x="85" y="9"/>
                    </a:lnTo>
                    <a:lnTo>
                      <a:pt x="82" y="11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1"/>
                    </a:lnTo>
                    <a:lnTo>
                      <a:pt x="57" y="23"/>
                    </a:lnTo>
                    <a:lnTo>
                      <a:pt x="53" y="24"/>
                    </a:lnTo>
                    <a:lnTo>
                      <a:pt x="50" y="26"/>
                    </a:lnTo>
                    <a:lnTo>
                      <a:pt x="45" y="28"/>
                    </a:lnTo>
                    <a:lnTo>
                      <a:pt x="40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6"/>
                    </a:lnTo>
                    <a:lnTo>
                      <a:pt x="23" y="38"/>
                    </a:lnTo>
                    <a:lnTo>
                      <a:pt x="20" y="40"/>
                    </a:lnTo>
                    <a:lnTo>
                      <a:pt x="17" y="41"/>
                    </a:lnTo>
                    <a:lnTo>
                      <a:pt x="14" y="42"/>
                    </a:lnTo>
                    <a:lnTo>
                      <a:pt x="10" y="44"/>
                    </a:lnTo>
                    <a:lnTo>
                      <a:pt x="8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3" name="Freeform 953"/>
              <p:cNvSpPr>
                <a:spLocks/>
              </p:cNvSpPr>
              <p:nvPr/>
            </p:nvSpPr>
            <p:spPr bwMode="auto">
              <a:xfrm>
                <a:off x="3136" y="2069"/>
                <a:ext cx="107" cy="49"/>
              </a:xfrm>
              <a:custGeom>
                <a:avLst/>
                <a:gdLst>
                  <a:gd name="T0" fmla="*/ 2 w 107"/>
                  <a:gd name="T1" fmla="*/ 48 h 49"/>
                  <a:gd name="T2" fmla="*/ 6 w 107"/>
                  <a:gd name="T3" fmla="*/ 47 h 49"/>
                  <a:gd name="T4" fmla="*/ 10 w 107"/>
                  <a:gd name="T5" fmla="*/ 45 h 49"/>
                  <a:gd name="T6" fmla="*/ 18 w 107"/>
                  <a:gd name="T7" fmla="*/ 42 h 49"/>
                  <a:gd name="T8" fmla="*/ 24 w 107"/>
                  <a:gd name="T9" fmla="*/ 39 h 49"/>
                  <a:gd name="T10" fmla="*/ 32 w 107"/>
                  <a:gd name="T11" fmla="*/ 35 h 49"/>
                  <a:gd name="T12" fmla="*/ 41 w 107"/>
                  <a:gd name="T13" fmla="*/ 31 h 49"/>
                  <a:gd name="T14" fmla="*/ 50 w 107"/>
                  <a:gd name="T15" fmla="*/ 27 h 49"/>
                  <a:gd name="T16" fmla="*/ 58 w 107"/>
                  <a:gd name="T17" fmla="*/ 24 h 49"/>
                  <a:gd name="T18" fmla="*/ 67 w 107"/>
                  <a:gd name="T19" fmla="*/ 19 h 49"/>
                  <a:gd name="T20" fmla="*/ 76 w 107"/>
                  <a:gd name="T21" fmla="*/ 16 h 49"/>
                  <a:gd name="T22" fmla="*/ 83 w 107"/>
                  <a:gd name="T23" fmla="*/ 12 h 49"/>
                  <a:gd name="T24" fmla="*/ 89 w 107"/>
                  <a:gd name="T25" fmla="*/ 9 h 49"/>
                  <a:gd name="T26" fmla="*/ 96 w 107"/>
                  <a:gd name="T27" fmla="*/ 7 h 49"/>
                  <a:gd name="T28" fmla="*/ 101 w 107"/>
                  <a:gd name="T29" fmla="*/ 4 h 49"/>
                  <a:gd name="T30" fmla="*/ 105 w 107"/>
                  <a:gd name="T31" fmla="*/ 2 h 49"/>
                  <a:gd name="T32" fmla="*/ 105 w 107"/>
                  <a:gd name="T33" fmla="*/ 0 h 49"/>
                  <a:gd name="T34" fmla="*/ 103 w 107"/>
                  <a:gd name="T35" fmla="*/ 1 h 49"/>
                  <a:gd name="T36" fmla="*/ 99 w 107"/>
                  <a:gd name="T37" fmla="*/ 3 h 49"/>
                  <a:gd name="T38" fmla="*/ 93 w 107"/>
                  <a:gd name="T39" fmla="*/ 7 h 49"/>
                  <a:gd name="T40" fmla="*/ 86 w 107"/>
                  <a:gd name="T41" fmla="*/ 9 h 49"/>
                  <a:gd name="T42" fmla="*/ 79 w 107"/>
                  <a:gd name="T43" fmla="*/ 12 h 49"/>
                  <a:gd name="T44" fmla="*/ 70 w 107"/>
                  <a:gd name="T45" fmla="*/ 16 h 49"/>
                  <a:gd name="T46" fmla="*/ 62 w 107"/>
                  <a:gd name="T47" fmla="*/ 20 h 49"/>
                  <a:gd name="T48" fmla="*/ 52 w 107"/>
                  <a:gd name="T49" fmla="*/ 24 h 49"/>
                  <a:gd name="T50" fmla="*/ 45 w 107"/>
                  <a:gd name="T51" fmla="*/ 28 h 49"/>
                  <a:gd name="T52" fmla="*/ 35 w 107"/>
                  <a:gd name="T53" fmla="*/ 31 h 49"/>
                  <a:gd name="T54" fmla="*/ 27 w 107"/>
                  <a:gd name="T55" fmla="*/ 35 h 49"/>
                  <a:gd name="T56" fmla="*/ 20 w 107"/>
                  <a:gd name="T57" fmla="*/ 39 h 49"/>
                  <a:gd name="T58" fmla="*/ 12 w 107"/>
                  <a:gd name="T59" fmla="*/ 42 h 49"/>
                  <a:gd name="T60" fmla="*/ 7 w 107"/>
                  <a:gd name="T61" fmla="*/ 44 h 49"/>
                  <a:gd name="T62" fmla="*/ 3 w 107"/>
                  <a:gd name="T63" fmla="*/ 46 h 49"/>
                  <a:gd name="T64" fmla="*/ 0 w 107"/>
                  <a:gd name="T65" fmla="*/ 48 h 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49"/>
                  <a:gd name="T101" fmla="*/ 107 w 107"/>
                  <a:gd name="T102" fmla="*/ 49 h 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49">
                    <a:moveTo>
                      <a:pt x="1" y="49"/>
                    </a:moveTo>
                    <a:lnTo>
                      <a:pt x="2" y="48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8" y="46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9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1"/>
                    </a:lnTo>
                    <a:lnTo>
                      <a:pt x="46" y="29"/>
                    </a:lnTo>
                    <a:lnTo>
                      <a:pt x="50" y="27"/>
                    </a:lnTo>
                    <a:lnTo>
                      <a:pt x="54" y="25"/>
                    </a:lnTo>
                    <a:lnTo>
                      <a:pt x="58" y="24"/>
                    </a:lnTo>
                    <a:lnTo>
                      <a:pt x="63" y="22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2"/>
                    </a:lnTo>
                    <a:lnTo>
                      <a:pt x="86" y="11"/>
                    </a:lnTo>
                    <a:lnTo>
                      <a:pt x="89" y="9"/>
                    </a:lnTo>
                    <a:lnTo>
                      <a:pt x="93" y="9"/>
                    </a:lnTo>
                    <a:lnTo>
                      <a:pt x="96" y="7"/>
                    </a:lnTo>
                    <a:lnTo>
                      <a:pt x="99" y="4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3" y="7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11"/>
                    </a:lnTo>
                    <a:lnTo>
                      <a:pt x="79" y="12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49" y="26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1"/>
                    </a:lnTo>
                    <a:lnTo>
                      <a:pt x="32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9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6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4" name="Freeform 954"/>
              <p:cNvSpPr>
                <a:spLocks/>
              </p:cNvSpPr>
              <p:nvPr/>
            </p:nvSpPr>
            <p:spPr bwMode="auto">
              <a:xfrm>
                <a:off x="2998" y="1972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10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7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4 h 110"/>
                  <a:gd name="T44" fmla="*/ 193 w 252"/>
                  <a:gd name="T45" fmla="*/ 90 h 110"/>
                  <a:gd name="T46" fmla="*/ 180 w 252"/>
                  <a:gd name="T47" fmla="*/ 94 h 110"/>
                  <a:gd name="T48" fmla="*/ 170 w 252"/>
                  <a:gd name="T49" fmla="*/ 100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3 h 110"/>
                  <a:gd name="T70" fmla="*/ 72 w 252"/>
                  <a:gd name="T71" fmla="*/ 75 h 110"/>
                  <a:gd name="T72" fmla="*/ 58 w 252"/>
                  <a:gd name="T73" fmla="*/ 67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9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6"/>
                    </a:lnTo>
                    <a:lnTo>
                      <a:pt x="107" y="6"/>
                    </a:lnTo>
                    <a:lnTo>
                      <a:pt x="118" y="6"/>
                    </a:lnTo>
                    <a:lnTo>
                      <a:pt x="128" y="9"/>
                    </a:lnTo>
                    <a:lnTo>
                      <a:pt x="140" y="10"/>
                    </a:lnTo>
                    <a:lnTo>
                      <a:pt x="149" y="10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7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2" y="63"/>
                    </a:lnTo>
                    <a:lnTo>
                      <a:pt x="251" y="64"/>
                    </a:lnTo>
                    <a:lnTo>
                      <a:pt x="249" y="65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7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2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1"/>
                    </a:lnTo>
                    <a:lnTo>
                      <a:pt x="210" y="81"/>
                    </a:lnTo>
                    <a:lnTo>
                      <a:pt x="205" y="84"/>
                    </a:lnTo>
                    <a:lnTo>
                      <a:pt x="202" y="85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7"/>
                    </a:lnTo>
                    <a:lnTo>
                      <a:pt x="173" y="99"/>
                    </a:lnTo>
                    <a:lnTo>
                      <a:pt x="170" y="100"/>
                    </a:lnTo>
                    <a:lnTo>
                      <a:pt x="165" y="101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1"/>
                    </a:lnTo>
                    <a:lnTo>
                      <a:pt x="118" y="100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3"/>
                    </a:lnTo>
                    <a:lnTo>
                      <a:pt x="82" y="81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69"/>
                    </a:lnTo>
                    <a:lnTo>
                      <a:pt x="58" y="67"/>
                    </a:lnTo>
                    <a:lnTo>
                      <a:pt x="53" y="65"/>
                    </a:lnTo>
                    <a:lnTo>
                      <a:pt x="49" y="63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5" name="Freeform 955"/>
              <p:cNvSpPr>
                <a:spLocks/>
              </p:cNvSpPr>
              <p:nvPr/>
            </p:nvSpPr>
            <p:spPr bwMode="auto">
              <a:xfrm>
                <a:off x="2997" y="1972"/>
                <a:ext cx="14" cy="37"/>
              </a:xfrm>
              <a:custGeom>
                <a:avLst/>
                <a:gdLst>
                  <a:gd name="T0" fmla="*/ 13 w 14"/>
                  <a:gd name="T1" fmla="*/ 0 h 37"/>
                  <a:gd name="T2" fmla="*/ 13 w 14"/>
                  <a:gd name="T3" fmla="*/ 0 h 37"/>
                  <a:gd name="T4" fmla="*/ 6 w 14"/>
                  <a:gd name="T5" fmla="*/ 4 h 37"/>
                  <a:gd name="T6" fmla="*/ 2 w 14"/>
                  <a:gd name="T7" fmla="*/ 10 h 37"/>
                  <a:gd name="T8" fmla="*/ 0 w 14"/>
                  <a:gd name="T9" fmla="*/ 15 h 37"/>
                  <a:gd name="T10" fmla="*/ 0 w 14"/>
                  <a:gd name="T11" fmla="*/ 20 h 37"/>
                  <a:gd name="T12" fmla="*/ 0 w 14"/>
                  <a:gd name="T13" fmla="*/ 25 h 37"/>
                  <a:gd name="T14" fmla="*/ 2 w 14"/>
                  <a:gd name="T15" fmla="*/ 31 h 37"/>
                  <a:gd name="T16" fmla="*/ 4 w 14"/>
                  <a:gd name="T17" fmla="*/ 34 h 37"/>
                  <a:gd name="T18" fmla="*/ 6 w 14"/>
                  <a:gd name="T19" fmla="*/ 37 h 37"/>
                  <a:gd name="T20" fmla="*/ 8 w 14"/>
                  <a:gd name="T21" fmla="*/ 36 h 37"/>
                  <a:gd name="T22" fmla="*/ 6 w 14"/>
                  <a:gd name="T23" fmla="*/ 34 h 37"/>
                  <a:gd name="T24" fmla="*/ 4 w 14"/>
                  <a:gd name="T25" fmla="*/ 29 h 37"/>
                  <a:gd name="T26" fmla="*/ 2 w 14"/>
                  <a:gd name="T27" fmla="*/ 25 h 37"/>
                  <a:gd name="T28" fmla="*/ 2 w 14"/>
                  <a:gd name="T29" fmla="*/ 20 h 37"/>
                  <a:gd name="T30" fmla="*/ 2 w 14"/>
                  <a:gd name="T31" fmla="*/ 15 h 37"/>
                  <a:gd name="T32" fmla="*/ 4 w 14"/>
                  <a:gd name="T33" fmla="*/ 11 h 37"/>
                  <a:gd name="T34" fmla="*/ 8 w 14"/>
                  <a:gd name="T35" fmla="*/ 6 h 37"/>
                  <a:gd name="T36" fmla="*/ 14 w 14"/>
                  <a:gd name="T37" fmla="*/ 1 h 37"/>
                  <a:gd name="T38" fmla="*/ 13 w 14"/>
                  <a:gd name="T39" fmla="*/ 0 h 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7"/>
                  <a:gd name="T62" fmla="*/ 14 w 14"/>
                  <a:gd name="T63" fmla="*/ 37 h 3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7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1"/>
                    </a:lnTo>
                    <a:lnTo>
                      <a:pt x="4" y="3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4" y="11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6" name="Freeform 956"/>
              <p:cNvSpPr>
                <a:spLocks/>
              </p:cNvSpPr>
              <p:nvPr/>
            </p:nvSpPr>
            <p:spPr bwMode="auto">
              <a:xfrm>
                <a:off x="3010" y="1971"/>
                <a:ext cx="231" cy="21"/>
              </a:xfrm>
              <a:custGeom>
                <a:avLst/>
                <a:gdLst>
                  <a:gd name="T0" fmla="*/ 231 w 231"/>
                  <a:gd name="T1" fmla="*/ 21 h 21"/>
                  <a:gd name="T2" fmla="*/ 228 w 231"/>
                  <a:gd name="T3" fmla="*/ 19 h 21"/>
                  <a:gd name="T4" fmla="*/ 221 w 231"/>
                  <a:gd name="T5" fmla="*/ 18 h 21"/>
                  <a:gd name="T6" fmla="*/ 210 w 231"/>
                  <a:gd name="T7" fmla="*/ 17 h 21"/>
                  <a:gd name="T8" fmla="*/ 195 w 231"/>
                  <a:gd name="T9" fmla="*/ 15 h 21"/>
                  <a:gd name="T10" fmla="*/ 178 w 231"/>
                  <a:gd name="T11" fmla="*/ 13 h 21"/>
                  <a:gd name="T12" fmla="*/ 158 w 231"/>
                  <a:gd name="T13" fmla="*/ 11 h 21"/>
                  <a:gd name="T14" fmla="*/ 137 w 231"/>
                  <a:gd name="T15" fmla="*/ 11 h 21"/>
                  <a:gd name="T16" fmla="*/ 116 w 231"/>
                  <a:gd name="T17" fmla="*/ 7 h 21"/>
                  <a:gd name="T18" fmla="*/ 96 w 231"/>
                  <a:gd name="T19" fmla="*/ 5 h 21"/>
                  <a:gd name="T20" fmla="*/ 74 w 231"/>
                  <a:gd name="T21" fmla="*/ 4 h 21"/>
                  <a:gd name="T22" fmla="*/ 55 w 231"/>
                  <a:gd name="T23" fmla="*/ 3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3 h 21"/>
                  <a:gd name="T40" fmla="*/ 38 w 231"/>
                  <a:gd name="T41" fmla="*/ 3 h 21"/>
                  <a:gd name="T42" fmla="*/ 55 w 231"/>
                  <a:gd name="T43" fmla="*/ 4 h 21"/>
                  <a:gd name="T44" fmla="*/ 74 w 231"/>
                  <a:gd name="T45" fmla="*/ 6 h 21"/>
                  <a:gd name="T46" fmla="*/ 96 w 231"/>
                  <a:gd name="T47" fmla="*/ 7 h 21"/>
                  <a:gd name="T48" fmla="*/ 116 w 231"/>
                  <a:gd name="T49" fmla="*/ 11 h 21"/>
                  <a:gd name="T50" fmla="*/ 137 w 231"/>
                  <a:gd name="T51" fmla="*/ 11 h 21"/>
                  <a:gd name="T52" fmla="*/ 158 w 231"/>
                  <a:gd name="T53" fmla="*/ 13 h 21"/>
                  <a:gd name="T54" fmla="*/ 178 w 231"/>
                  <a:gd name="T55" fmla="*/ 15 h 21"/>
                  <a:gd name="T56" fmla="*/ 195 w 231"/>
                  <a:gd name="T57" fmla="*/ 17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31 w 231"/>
                  <a:gd name="T65" fmla="*/ 21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19"/>
                    </a:lnTo>
                    <a:lnTo>
                      <a:pt x="228" y="19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1"/>
                    </a:lnTo>
                    <a:lnTo>
                      <a:pt x="137" y="11"/>
                    </a:lnTo>
                    <a:lnTo>
                      <a:pt x="127" y="8"/>
                    </a:lnTo>
                    <a:lnTo>
                      <a:pt x="116" y="7"/>
                    </a:lnTo>
                    <a:lnTo>
                      <a:pt x="106" y="6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4"/>
                    </a:lnTo>
                    <a:lnTo>
                      <a:pt x="65" y="3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3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5" y="5"/>
                    </a:lnTo>
                    <a:lnTo>
                      <a:pt x="74" y="6"/>
                    </a:lnTo>
                    <a:lnTo>
                      <a:pt x="84" y="6"/>
                    </a:lnTo>
                    <a:lnTo>
                      <a:pt x="96" y="7"/>
                    </a:lnTo>
                    <a:lnTo>
                      <a:pt x="106" y="8"/>
                    </a:lnTo>
                    <a:lnTo>
                      <a:pt x="116" y="11"/>
                    </a:lnTo>
                    <a:lnTo>
                      <a:pt x="127" y="11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9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7" name="Freeform 957"/>
              <p:cNvSpPr>
                <a:spLocks/>
              </p:cNvSpPr>
              <p:nvPr/>
            </p:nvSpPr>
            <p:spPr bwMode="auto">
              <a:xfrm>
                <a:off x="3239" y="1991"/>
                <a:ext cx="5" cy="38"/>
              </a:xfrm>
              <a:custGeom>
                <a:avLst/>
                <a:gdLst>
                  <a:gd name="T0" fmla="*/ 4 w 5"/>
                  <a:gd name="T1" fmla="*/ 37 h 38"/>
                  <a:gd name="T2" fmla="*/ 5 w 5"/>
                  <a:gd name="T3" fmla="*/ 37 h 38"/>
                  <a:gd name="T4" fmla="*/ 4 w 5"/>
                  <a:gd name="T5" fmla="*/ 28 h 38"/>
                  <a:gd name="T6" fmla="*/ 4 w 5"/>
                  <a:gd name="T7" fmla="*/ 17 h 38"/>
                  <a:gd name="T8" fmla="*/ 2 w 5"/>
                  <a:gd name="T9" fmla="*/ 9 h 38"/>
                  <a:gd name="T10" fmla="*/ 2 w 5"/>
                  <a:gd name="T11" fmla="*/ 0 h 38"/>
                  <a:gd name="T12" fmla="*/ 0 w 5"/>
                  <a:gd name="T13" fmla="*/ 0 h 38"/>
                  <a:gd name="T14" fmla="*/ 0 w 5"/>
                  <a:gd name="T15" fmla="*/ 9 h 38"/>
                  <a:gd name="T16" fmla="*/ 1 w 5"/>
                  <a:gd name="T17" fmla="*/ 17 h 38"/>
                  <a:gd name="T18" fmla="*/ 1 w 5"/>
                  <a:gd name="T19" fmla="*/ 28 h 38"/>
                  <a:gd name="T20" fmla="*/ 2 w 5"/>
                  <a:gd name="T21" fmla="*/ 37 h 38"/>
                  <a:gd name="T22" fmla="*/ 4 w 5"/>
                  <a:gd name="T23" fmla="*/ 38 h 38"/>
                  <a:gd name="T24" fmla="*/ 2 w 5"/>
                  <a:gd name="T25" fmla="*/ 37 h 38"/>
                  <a:gd name="T26" fmla="*/ 2 w 5"/>
                  <a:gd name="T27" fmla="*/ 38 h 38"/>
                  <a:gd name="T28" fmla="*/ 4 w 5"/>
                  <a:gd name="T29" fmla="*/ 38 h 38"/>
                  <a:gd name="T30" fmla="*/ 4 w 5"/>
                  <a:gd name="T31" fmla="*/ 37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8"/>
                  <a:gd name="T50" fmla="*/ 5 w 5"/>
                  <a:gd name="T51" fmla="*/ 38 h 3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8">
                    <a:moveTo>
                      <a:pt x="4" y="37"/>
                    </a:moveTo>
                    <a:lnTo>
                      <a:pt x="5" y="37"/>
                    </a:lnTo>
                    <a:lnTo>
                      <a:pt x="4" y="28"/>
                    </a:lnTo>
                    <a:lnTo>
                      <a:pt x="4" y="17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7"/>
                    </a:lnTo>
                    <a:lnTo>
                      <a:pt x="1" y="28"/>
                    </a:lnTo>
                    <a:lnTo>
                      <a:pt x="2" y="37"/>
                    </a:lnTo>
                    <a:lnTo>
                      <a:pt x="4" y="38"/>
                    </a:lnTo>
                    <a:lnTo>
                      <a:pt x="2" y="37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4" y="3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8" name="Freeform 958"/>
              <p:cNvSpPr>
                <a:spLocks/>
              </p:cNvSpPr>
              <p:nvPr/>
            </p:nvSpPr>
            <p:spPr bwMode="auto">
              <a:xfrm>
                <a:off x="3241" y="2026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5 h 11"/>
                  <a:gd name="T12" fmla="*/ 7 w 9"/>
                  <a:gd name="T13" fmla="*/ 4 h 11"/>
                  <a:gd name="T14" fmla="*/ 5 w 9"/>
                  <a:gd name="T15" fmla="*/ 3 h 11"/>
                  <a:gd name="T16" fmla="*/ 3 w 9"/>
                  <a:gd name="T17" fmla="*/ 2 h 11"/>
                  <a:gd name="T18" fmla="*/ 2 w 9"/>
                  <a:gd name="T19" fmla="*/ 0 h 11"/>
                  <a:gd name="T20" fmla="*/ 0 w 9"/>
                  <a:gd name="T21" fmla="*/ 2 h 11"/>
                  <a:gd name="T22" fmla="*/ 2 w 9"/>
                  <a:gd name="T23" fmla="*/ 3 h 11"/>
                  <a:gd name="T24" fmla="*/ 4 w 9"/>
                  <a:gd name="T25" fmla="*/ 4 h 11"/>
                  <a:gd name="T26" fmla="*/ 5 w 9"/>
                  <a:gd name="T27" fmla="*/ 5 h 11"/>
                  <a:gd name="T28" fmla="*/ 7 w 9"/>
                  <a:gd name="T29" fmla="*/ 6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89" name="Freeform 959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0" name="Freeform 960"/>
              <p:cNvSpPr>
                <a:spLocks/>
              </p:cNvSpPr>
              <p:nvPr/>
            </p:nvSpPr>
            <p:spPr bwMode="auto">
              <a:xfrm>
                <a:off x="3129" y="2078"/>
                <a:ext cx="14" cy="5"/>
              </a:xfrm>
              <a:custGeom>
                <a:avLst/>
                <a:gdLst>
                  <a:gd name="T0" fmla="*/ 0 w 14"/>
                  <a:gd name="T1" fmla="*/ 1 h 5"/>
                  <a:gd name="T2" fmla="*/ 0 w 14"/>
                  <a:gd name="T3" fmla="*/ 1 h 5"/>
                  <a:gd name="T4" fmla="*/ 1 w 14"/>
                  <a:gd name="T5" fmla="*/ 3 h 5"/>
                  <a:gd name="T6" fmla="*/ 3 w 14"/>
                  <a:gd name="T7" fmla="*/ 3 h 5"/>
                  <a:gd name="T8" fmla="*/ 7 w 14"/>
                  <a:gd name="T9" fmla="*/ 4 h 5"/>
                  <a:gd name="T10" fmla="*/ 7 w 14"/>
                  <a:gd name="T11" fmla="*/ 4 h 5"/>
                  <a:gd name="T12" fmla="*/ 10 w 14"/>
                  <a:gd name="T13" fmla="*/ 5 h 5"/>
                  <a:gd name="T14" fmla="*/ 11 w 14"/>
                  <a:gd name="T15" fmla="*/ 5 h 5"/>
                  <a:gd name="T16" fmla="*/ 13 w 14"/>
                  <a:gd name="T17" fmla="*/ 5 h 5"/>
                  <a:gd name="T18" fmla="*/ 14 w 14"/>
                  <a:gd name="T19" fmla="*/ 5 h 5"/>
                  <a:gd name="T20" fmla="*/ 13 w 14"/>
                  <a:gd name="T21" fmla="*/ 3 h 5"/>
                  <a:gd name="T22" fmla="*/ 11 w 14"/>
                  <a:gd name="T23" fmla="*/ 3 h 5"/>
                  <a:gd name="T24" fmla="*/ 10 w 14"/>
                  <a:gd name="T25" fmla="*/ 3 h 5"/>
                  <a:gd name="T26" fmla="*/ 9 w 14"/>
                  <a:gd name="T27" fmla="*/ 3 h 5"/>
                  <a:gd name="T28" fmla="*/ 7 w 14"/>
                  <a:gd name="T29" fmla="*/ 3 h 5"/>
                  <a:gd name="T30" fmla="*/ 3 w 14"/>
                  <a:gd name="T31" fmla="*/ 1 h 5"/>
                  <a:gd name="T32" fmla="*/ 2 w 14"/>
                  <a:gd name="T33" fmla="*/ 1 h 5"/>
                  <a:gd name="T34" fmla="*/ 1 w 14"/>
                  <a:gd name="T35" fmla="*/ 0 h 5"/>
                  <a:gd name="T36" fmla="*/ 0 w 14"/>
                  <a:gd name="T37" fmla="*/ 1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5"/>
                  <a:gd name="T59" fmla="*/ 14 w 14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5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4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1" name="Freeform 961"/>
              <p:cNvSpPr>
                <a:spLocks/>
              </p:cNvSpPr>
              <p:nvPr/>
            </p:nvSpPr>
            <p:spPr bwMode="auto">
              <a:xfrm>
                <a:off x="3015" y="2018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7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2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1 h 62"/>
                  <a:gd name="T58" fmla="*/ 16 w 115"/>
                  <a:gd name="T59" fmla="*/ 7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2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0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6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1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2" name="Freeform 962"/>
              <p:cNvSpPr>
                <a:spLocks/>
              </p:cNvSpPr>
              <p:nvPr/>
            </p:nvSpPr>
            <p:spPr bwMode="auto">
              <a:xfrm>
                <a:off x="3003" y="2008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4 h 11"/>
                  <a:gd name="T6" fmla="*/ 3 w 13"/>
                  <a:gd name="T7" fmla="*/ 5 h 11"/>
                  <a:gd name="T8" fmla="*/ 5 w 13"/>
                  <a:gd name="T9" fmla="*/ 6 h 11"/>
                  <a:gd name="T10" fmla="*/ 7 w 13"/>
                  <a:gd name="T11" fmla="*/ 8 h 11"/>
                  <a:gd name="T12" fmla="*/ 8 w 13"/>
                  <a:gd name="T13" fmla="*/ 8 h 11"/>
                  <a:gd name="T14" fmla="*/ 9 w 13"/>
                  <a:gd name="T15" fmla="*/ 8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10 h 11"/>
                  <a:gd name="T22" fmla="*/ 11 w 13"/>
                  <a:gd name="T23" fmla="*/ 8 h 11"/>
                  <a:gd name="T24" fmla="*/ 10 w 13"/>
                  <a:gd name="T25" fmla="*/ 8 h 11"/>
                  <a:gd name="T26" fmla="*/ 9 w 13"/>
                  <a:gd name="T27" fmla="*/ 6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4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3" name="Freeform 963"/>
              <p:cNvSpPr>
                <a:spLocks/>
              </p:cNvSpPr>
              <p:nvPr/>
            </p:nvSpPr>
            <p:spPr bwMode="auto">
              <a:xfrm>
                <a:off x="3132" y="2040"/>
                <a:ext cx="10" cy="42"/>
              </a:xfrm>
              <a:custGeom>
                <a:avLst/>
                <a:gdLst>
                  <a:gd name="T0" fmla="*/ 10 w 10"/>
                  <a:gd name="T1" fmla="*/ 42 h 42"/>
                  <a:gd name="T2" fmla="*/ 8 w 10"/>
                  <a:gd name="T3" fmla="*/ 42 h 42"/>
                  <a:gd name="T4" fmla="*/ 7 w 10"/>
                  <a:gd name="T5" fmla="*/ 41 h 42"/>
                  <a:gd name="T6" fmla="*/ 6 w 10"/>
                  <a:gd name="T7" fmla="*/ 40 h 42"/>
                  <a:gd name="T8" fmla="*/ 4 w 10"/>
                  <a:gd name="T9" fmla="*/ 37 h 42"/>
                  <a:gd name="T10" fmla="*/ 4 w 10"/>
                  <a:gd name="T11" fmla="*/ 35 h 42"/>
                  <a:gd name="T12" fmla="*/ 2 w 10"/>
                  <a:gd name="T13" fmla="*/ 32 h 42"/>
                  <a:gd name="T14" fmla="*/ 0 w 10"/>
                  <a:gd name="T15" fmla="*/ 29 h 42"/>
                  <a:gd name="T16" fmla="*/ 0 w 10"/>
                  <a:gd name="T17" fmla="*/ 26 h 42"/>
                  <a:gd name="T18" fmla="*/ 0 w 10"/>
                  <a:gd name="T19" fmla="*/ 22 h 42"/>
                  <a:gd name="T20" fmla="*/ 0 w 10"/>
                  <a:gd name="T21" fmla="*/ 17 h 42"/>
                  <a:gd name="T22" fmla="*/ 0 w 10"/>
                  <a:gd name="T23" fmla="*/ 13 h 42"/>
                  <a:gd name="T24" fmla="*/ 2 w 10"/>
                  <a:gd name="T25" fmla="*/ 9 h 42"/>
                  <a:gd name="T26" fmla="*/ 4 w 10"/>
                  <a:gd name="T27" fmla="*/ 7 h 42"/>
                  <a:gd name="T28" fmla="*/ 4 w 10"/>
                  <a:gd name="T29" fmla="*/ 4 h 42"/>
                  <a:gd name="T30" fmla="*/ 6 w 10"/>
                  <a:gd name="T31" fmla="*/ 1 h 42"/>
                  <a:gd name="T32" fmla="*/ 8 w 10"/>
                  <a:gd name="T33" fmla="*/ 0 h 42"/>
                  <a:gd name="T34" fmla="*/ 10 w 10"/>
                  <a:gd name="T35" fmla="*/ 4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2"/>
                  <a:gd name="T56" fmla="*/ 10 w 10"/>
                  <a:gd name="T57" fmla="*/ 42 h 4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2">
                    <a:moveTo>
                      <a:pt x="10" y="42"/>
                    </a:moveTo>
                    <a:lnTo>
                      <a:pt x="8" y="42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2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4" name="Freeform 964"/>
              <p:cNvSpPr>
                <a:spLocks/>
              </p:cNvSpPr>
              <p:nvPr/>
            </p:nvSpPr>
            <p:spPr bwMode="auto">
              <a:xfrm>
                <a:off x="3132" y="2066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6 h 17"/>
                  <a:gd name="T8" fmla="*/ 2 w 10"/>
                  <a:gd name="T9" fmla="*/ 10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6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5" name="Freeform 965"/>
              <p:cNvSpPr>
                <a:spLocks/>
              </p:cNvSpPr>
              <p:nvPr/>
            </p:nvSpPr>
            <p:spPr bwMode="auto">
              <a:xfrm>
                <a:off x="3132" y="2040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1 h 26"/>
                  <a:gd name="T4" fmla="*/ 4 w 9"/>
                  <a:gd name="T5" fmla="*/ 4 h 26"/>
                  <a:gd name="T6" fmla="*/ 3 w 9"/>
                  <a:gd name="T7" fmla="*/ 7 h 26"/>
                  <a:gd name="T8" fmla="*/ 2 w 9"/>
                  <a:gd name="T9" fmla="*/ 10 h 26"/>
                  <a:gd name="T10" fmla="*/ 0 w 9"/>
                  <a:gd name="T11" fmla="*/ 13 h 26"/>
                  <a:gd name="T12" fmla="*/ 0 w 9"/>
                  <a:gd name="T13" fmla="*/ 17 h 26"/>
                  <a:gd name="T14" fmla="*/ 0 w 9"/>
                  <a:gd name="T15" fmla="*/ 22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2 h 26"/>
                  <a:gd name="T22" fmla="*/ 3 w 9"/>
                  <a:gd name="T23" fmla="*/ 17 h 26"/>
                  <a:gd name="T24" fmla="*/ 3 w 9"/>
                  <a:gd name="T25" fmla="*/ 13 h 26"/>
                  <a:gd name="T26" fmla="*/ 4 w 9"/>
                  <a:gd name="T27" fmla="*/ 10 h 26"/>
                  <a:gd name="T28" fmla="*/ 4 w 9"/>
                  <a:gd name="T29" fmla="*/ 7 h 26"/>
                  <a:gd name="T30" fmla="*/ 6 w 9"/>
                  <a:gd name="T31" fmla="*/ 5 h 26"/>
                  <a:gd name="T32" fmla="*/ 7 w 9"/>
                  <a:gd name="T33" fmla="*/ 4 h 26"/>
                  <a:gd name="T34" fmla="*/ 9 w 9"/>
                  <a:gd name="T35" fmla="*/ 1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6" name="Freeform 966"/>
              <p:cNvSpPr>
                <a:spLocks/>
              </p:cNvSpPr>
              <p:nvPr/>
            </p:nvSpPr>
            <p:spPr bwMode="auto">
              <a:xfrm>
                <a:off x="3011" y="1926"/>
                <a:ext cx="239" cy="114"/>
              </a:xfrm>
              <a:custGeom>
                <a:avLst/>
                <a:gdLst>
                  <a:gd name="T0" fmla="*/ 8 w 239"/>
                  <a:gd name="T1" fmla="*/ 42 h 114"/>
                  <a:gd name="T2" fmla="*/ 24 w 239"/>
                  <a:gd name="T3" fmla="*/ 34 h 114"/>
                  <a:gd name="T4" fmla="*/ 45 w 239"/>
                  <a:gd name="T5" fmla="*/ 24 h 114"/>
                  <a:gd name="T6" fmla="*/ 67 w 239"/>
                  <a:gd name="T7" fmla="*/ 14 h 114"/>
                  <a:gd name="T8" fmla="*/ 85 w 239"/>
                  <a:gd name="T9" fmla="*/ 4 h 114"/>
                  <a:gd name="T10" fmla="*/ 94 w 239"/>
                  <a:gd name="T11" fmla="*/ 0 h 114"/>
                  <a:gd name="T12" fmla="*/ 99 w 239"/>
                  <a:gd name="T13" fmla="*/ 0 h 114"/>
                  <a:gd name="T14" fmla="*/ 104 w 239"/>
                  <a:gd name="T15" fmla="*/ 1 h 114"/>
                  <a:gd name="T16" fmla="*/ 108 w 239"/>
                  <a:gd name="T17" fmla="*/ 2 h 114"/>
                  <a:gd name="T18" fmla="*/ 114 w 239"/>
                  <a:gd name="T19" fmla="*/ 5 h 114"/>
                  <a:gd name="T20" fmla="*/ 126 w 239"/>
                  <a:gd name="T21" fmla="*/ 12 h 114"/>
                  <a:gd name="T22" fmla="*/ 140 w 239"/>
                  <a:gd name="T23" fmla="*/ 18 h 114"/>
                  <a:gd name="T24" fmla="*/ 155 w 239"/>
                  <a:gd name="T25" fmla="*/ 25 h 114"/>
                  <a:gd name="T26" fmla="*/ 172 w 239"/>
                  <a:gd name="T27" fmla="*/ 33 h 114"/>
                  <a:gd name="T28" fmla="*/ 188 w 239"/>
                  <a:gd name="T29" fmla="*/ 40 h 114"/>
                  <a:gd name="T30" fmla="*/ 204 w 239"/>
                  <a:gd name="T31" fmla="*/ 47 h 114"/>
                  <a:gd name="T32" fmla="*/ 217 w 239"/>
                  <a:gd name="T33" fmla="*/ 53 h 114"/>
                  <a:gd name="T34" fmla="*/ 226 w 239"/>
                  <a:gd name="T35" fmla="*/ 58 h 114"/>
                  <a:gd name="T36" fmla="*/ 233 w 239"/>
                  <a:gd name="T37" fmla="*/ 60 h 114"/>
                  <a:gd name="T38" fmla="*/ 237 w 239"/>
                  <a:gd name="T39" fmla="*/ 63 h 114"/>
                  <a:gd name="T40" fmla="*/ 239 w 239"/>
                  <a:gd name="T41" fmla="*/ 67 h 114"/>
                  <a:gd name="T42" fmla="*/ 235 w 239"/>
                  <a:gd name="T43" fmla="*/ 71 h 114"/>
                  <a:gd name="T44" fmla="*/ 228 w 239"/>
                  <a:gd name="T45" fmla="*/ 73 h 114"/>
                  <a:gd name="T46" fmla="*/ 220 w 239"/>
                  <a:gd name="T47" fmla="*/ 77 h 114"/>
                  <a:gd name="T48" fmla="*/ 209 w 239"/>
                  <a:gd name="T49" fmla="*/ 81 h 114"/>
                  <a:gd name="T50" fmla="*/ 197 w 239"/>
                  <a:gd name="T51" fmla="*/ 87 h 114"/>
                  <a:gd name="T52" fmla="*/ 184 w 239"/>
                  <a:gd name="T53" fmla="*/ 92 h 114"/>
                  <a:gd name="T54" fmla="*/ 172 w 239"/>
                  <a:gd name="T55" fmla="*/ 97 h 114"/>
                  <a:gd name="T56" fmla="*/ 160 w 239"/>
                  <a:gd name="T57" fmla="*/ 103 h 114"/>
                  <a:gd name="T58" fmla="*/ 149 w 239"/>
                  <a:gd name="T59" fmla="*/ 108 h 114"/>
                  <a:gd name="T60" fmla="*/ 141 w 239"/>
                  <a:gd name="T61" fmla="*/ 111 h 114"/>
                  <a:gd name="T62" fmla="*/ 134 w 239"/>
                  <a:gd name="T63" fmla="*/ 113 h 114"/>
                  <a:gd name="T64" fmla="*/ 130 w 239"/>
                  <a:gd name="T65" fmla="*/ 114 h 114"/>
                  <a:gd name="T66" fmla="*/ 125 w 239"/>
                  <a:gd name="T67" fmla="*/ 113 h 114"/>
                  <a:gd name="T68" fmla="*/ 120 w 239"/>
                  <a:gd name="T69" fmla="*/ 111 h 114"/>
                  <a:gd name="T70" fmla="*/ 114 w 239"/>
                  <a:gd name="T71" fmla="*/ 109 h 114"/>
                  <a:gd name="T72" fmla="*/ 105 w 239"/>
                  <a:gd name="T73" fmla="*/ 104 h 114"/>
                  <a:gd name="T74" fmla="*/ 94 w 239"/>
                  <a:gd name="T75" fmla="*/ 97 h 114"/>
                  <a:gd name="T76" fmla="*/ 80 w 239"/>
                  <a:gd name="T77" fmla="*/ 91 h 114"/>
                  <a:gd name="T78" fmla="*/ 66 w 239"/>
                  <a:gd name="T79" fmla="*/ 82 h 114"/>
                  <a:gd name="T80" fmla="*/ 51 w 239"/>
                  <a:gd name="T81" fmla="*/ 75 h 114"/>
                  <a:gd name="T82" fmla="*/ 36 w 239"/>
                  <a:gd name="T83" fmla="*/ 67 h 114"/>
                  <a:gd name="T84" fmla="*/ 23 w 239"/>
                  <a:gd name="T85" fmla="*/ 60 h 114"/>
                  <a:gd name="T86" fmla="*/ 14 w 239"/>
                  <a:gd name="T87" fmla="*/ 56 h 114"/>
                  <a:gd name="T88" fmla="*/ 8 w 239"/>
                  <a:gd name="T89" fmla="*/ 52 h 114"/>
                  <a:gd name="T90" fmla="*/ 3 w 239"/>
                  <a:gd name="T91" fmla="*/ 49 h 114"/>
                  <a:gd name="T92" fmla="*/ 0 w 239"/>
                  <a:gd name="T93" fmla="*/ 47 h 114"/>
                  <a:gd name="T94" fmla="*/ 4 w 239"/>
                  <a:gd name="T95" fmla="*/ 44 h 1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4"/>
                  <a:gd name="T146" fmla="*/ 239 w 239"/>
                  <a:gd name="T147" fmla="*/ 114 h 1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4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0"/>
                    </a:lnTo>
                    <a:lnTo>
                      <a:pt x="37" y="28"/>
                    </a:lnTo>
                    <a:lnTo>
                      <a:pt x="45" y="24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0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5"/>
                    </a:lnTo>
                    <a:lnTo>
                      <a:pt x="161" y="28"/>
                    </a:lnTo>
                    <a:lnTo>
                      <a:pt x="166" y="30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3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49"/>
                    </a:lnTo>
                    <a:lnTo>
                      <a:pt x="213" y="51"/>
                    </a:lnTo>
                    <a:lnTo>
                      <a:pt x="217" y="53"/>
                    </a:lnTo>
                    <a:lnTo>
                      <a:pt x="220" y="56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5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71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1"/>
                    </a:lnTo>
                    <a:lnTo>
                      <a:pt x="205" y="82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5"/>
                    </a:lnTo>
                    <a:lnTo>
                      <a:pt x="172" y="97"/>
                    </a:lnTo>
                    <a:lnTo>
                      <a:pt x="167" y="99"/>
                    </a:lnTo>
                    <a:lnTo>
                      <a:pt x="164" y="100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9"/>
                    </a:lnTo>
                    <a:lnTo>
                      <a:pt x="143" y="110"/>
                    </a:lnTo>
                    <a:lnTo>
                      <a:pt x="141" y="111"/>
                    </a:lnTo>
                    <a:lnTo>
                      <a:pt x="137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0" y="114"/>
                    </a:lnTo>
                    <a:lnTo>
                      <a:pt x="128" y="114"/>
                    </a:lnTo>
                    <a:lnTo>
                      <a:pt x="127" y="113"/>
                    </a:lnTo>
                    <a:lnTo>
                      <a:pt x="125" y="113"/>
                    </a:lnTo>
                    <a:lnTo>
                      <a:pt x="124" y="112"/>
                    </a:lnTo>
                    <a:lnTo>
                      <a:pt x="121" y="112"/>
                    </a:lnTo>
                    <a:lnTo>
                      <a:pt x="120" y="111"/>
                    </a:lnTo>
                    <a:lnTo>
                      <a:pt x="118" y="111"/>
                    </a:lnTo>
                    <a:lnTo>
                      <a:pt x="116" y="110"/>
                    </a:lnTo>
                    <a:lnTo>
                      <a:pt x="114" y="109"/>
                    </a:lnTo>
                    <a:lnTo>
                      <a:pt x="112" y="106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99"/>
                    </a:lnTo>
                    <a:lnTo>
                      <a:pt x="94" y="97"/>
                    </a:lnTo>
                    <a:lnTo>
                      <a:pt x="89" y="95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4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6"/>
                    </a:lnTo>
                    <a:lnTo>
                      <a:pt x="11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7" name="Freeform 967"/>
              <p:cNvSpPr>
                <a:spLocks/>
              </p:cNvSpPr>
              <p:nvPr/>
            </p:nvSpPr>
            <p:spPr bwMode="auto">
              <a:xfrm>
                <a:off x="3014" y="1926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1 h 44"/>
                  <a:gd name="T6" fmla="*/ 81 w 90"/>
                  <a:gd name="T7" fmla="*/ 3 h 44"/>
                  <a:gd name="T8" fmla="*/ 77 w 90"/>
                  <a:gd name="T9" fmla="*/ 5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19 h 44"/>
                  <a:gd name="T18" fmla="*/ 42 w 90"/>
                  <a:gd name="T19" fmla="*/ 22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3 h 44"/>
                  <a:gd name="T26" fmla="*/ 15 w 90"/>
                  <a:gd name="T27" fmla="*/ 35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2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7 h 44"/>
                  <a:gd name="T46" fmla="*/ 21 w 90"/>
                  <a:gd name="T47" fmla="*/ 33 h 44"/>
                  <a:gd name="T48" fmla="*/ 28 w 90"/>
                  <a:gd name="T49" fmla="*/ 31 h 44"/>
                  <a:gd name="T50" fmla="*/ 35 w 90"/>
                  <a:gd name="T51" fmla="*/ 27 h 44"/>
                  <a:gd name="T52" fmla="*/ 42 w 90"/>
                  <a:gd name="T53" fmla="*/ 25 h 44"/>
                  <a:gd name="T54" fmla="*/ 50 w 90"/>
                  <a:gd name="T55" fmla="*/ 20 h 44"/>
                  <a:gd name="T56" fmla="*/ 56 w 90"/>
                  <a:gd name="T57" fmla="*/ 17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5 h 44"/>
                  <a:gd name="T66" fmla="*/ 86 w 90"/>
                  <a:gd name="T67" fmla="*/ 3 h 44"/>
                  <a:gd name="T68" fmla="*/ 90 w 90"/>
                  <a:gd name="T69" fmla="*/ 1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3"/>
                    </a:lnTo>
                    <a:lnTo>
                      <a:pt x="15" y="35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7"/>
                    </a:lnTo>
                    <a:lnTo>
                      <a:pt x="21" y="33"/>
                    </a:lnTo>
                    <a:lnTo>
                      <a:pt x="28" y="31"/>
                    </a:lnTo>
                    <a:lnTo>
                      <a:pt x="35" y="27"/>
                    </a:lnTo>
                    <a:lnTo>
                      <a:pt x="42" y="25"/>
                    </a:lnTo>
                    <a:lnTo>
                      <a:pt x="50" y="20"/>
                    </a:lnTo>
                    <a:lnTo>
                      <a:pt x="56" y="17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8" name="Freeform 968"/>
              <p:cNvSpPr>
                <a:spLocks/>
              </p:cNvSpPr>
              <p:nvPr/>
            </p:nvSpPr>
            <p:spPr bwMode="auto">
              <a:xfrm>
                <a:off x="3103" y="1925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3 w 13"/>
                  <a:gd name="T3" fmla="*/ 2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2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2"/>
                    </a:moveTo>
                    <a:lnTo>
                      <a:pt x="13" y="2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99" name="Freeform 969"/>
              <p:cNvSpPr>
                <a:spLocks/>
              </p:cNvSpPr>
              <p:nvPr/>
            </p:nvSpPr>
            <p:spPr bwMode="auto">
              <a:xfrm>
                <a:off x="3115" y="1926"/>
                <a:ext cx="128" cy="61"/>
              </a:xfrm>
              <a:custGeom>
                <a:avLst/>
                <a:gdLst>
                  <a:gd name="T0" fmla="*/ 128 w 128"/>
                  <a:gd name="T1" fmla="*/ 60 h 61"/>
                  <a:gd name="T2" fmla="*/ 124 w 128"/>
                  <a:gd name="T3" fmla="*/ 58 h 61"/>
                  <a:gd name="T4" fmla="*/ 119 w 128"/>
                  <a:gd name="T5" fmla="*/ 56 h 61"/>
                  <a:gd name="T6" fmla="*/ 111 w 128"/>
                  <a:gd name="T7" fmla="*/ 52 h 61"/>
                  <a:gd name="T8" fmla="*/ 104 w 128"/>
                  <a:gd name="T9" fmla="*/ 48 h 61"/>
                  <a:gd name="T10" fmla="*/ 94 w 128"/>
                  <a:gd name="T11" fmla="*/ 44 h 61"/>
                  <a:gd name="T12" fmla="*/ 84 w 128"/>
                  <a:gd name="T13" fmla="*/ 39 h 61"/>
                  <a:gd name="T14" fmla="*/ 73 w 128"/>
                  <a:gd name="T15" fmla="*/ 33 h 61"/>
                  <a:gd name="T16" fmla="*/ 62 w 128"/>
                  <a:gd name="T17" fmla="*/ 28 h 61"/>
                  <a:gd name="T18" fmla="*/ 51 w 128"/>
                  <a:gd name="T19" fmla="*/ 24 h 61"/>
                  <a:gd name="T20" fmla="*/ 41 w 128"/>
                  <a:gd name="T21" fmla="*/ 18 h 61"/>
                  <a:gd name="T22" fmla="*/ 30 w 128"/>
                  <a:gd name="T23" fmla="*/ 14 h 61"/>
                  <a:gd name="T24" fmla="*/ 22 w 128"/>
                  <a:gd name="T25" fmla="*/ 9 h 61"/>
                  <a:gd name="T26" fmla="*/ 14 w 128"/>
                  <a:gd name="T27" fmla="*/ 5 h 61"/>
                  <a:gd name="T28" fmla="*/ 8 w 128"/>
                  <a:gd name="T29" fmla="*/ 3 h 61"/>
                  <a:gd name="T30" fmla="*/ 4 w 128"/>
                  <a:gd name="T31" fmla="*/ 1 h 61"/>
                  <a:gd name="T32" fmla="*/ 0 w 128"/>
                  <a:gd name="T33" fmla="*/ 1 h 61"/>
                  <a:gd name="T34" fmla="*/ 2 w 128"/>
                  <a:gd name="T35" fmla="*/ 2 h 61"/>
                  <a:gd name="T36" fmla="*/ 7 w 128"/>
                  <a:gd name="T37" fmla="*/ 4 h 61"/>
                  <a:gd name="T38" fmla="*/ 13 w 128"/>
                  <a:gd name="T39" fmla="*/ 9 h 61"/>
                  <a:gd name="T40" fmla="*/ 21 w 128"/>
                  <a:gd name="T41" fmla="*/ 12 h 61"/>
                  <a:gd name="T42" fmla="*/ 29 w 128"/>
                  <a:gd name="T43" fmla="*/ 16 h 61"/>
                  <a:gd name="T44" fmla="*/ 40 w 128"/>
                  <a:gd name="T45" fmla="*/ 20 h 61"/>
                  <a:gd name="T46" fmla="*/ 50 w 128"/>
                  <a:gd name="T47" fmla="*/ 25 h 61"/>
                  <a:gd name="T48" fmla="*/ 61 w 128"/>
                  <a:gd name="T49" fmla="*/ 30 h 61"/>
                  <a:gd name="T50" fmla="*/ 72 w 128"/>
                  <a:gd name="T51" fmla="*/ 35 h 61"/>
                  <a:gd name="T52" fmla="*/ 83 w 128"/>
                  <a:gd name="T53" fmla="*/ 41 h 61"/>
                  <a:gd name="T54" fmla="*/ 94 w 128"/>
                  <a:gd name="T55" fmla="*/ 45 h 61"/>
                  <a:gd name="T56" fmla="*/ 103 w 128"/>
                  <a:gd name="T57" fmla="*/ 49 h 61"/>
                  <a:gd name="T58" fmla="*/ 110 w 128"/>
                  <a:gd name="T59" fmla="*/ 55 h 61"/>
                  <a:gd name="T60" fmla="*/ 119 w 128"/>
                  <a:gd name="T61" fmla="*/ 57 h 61"/>
                  <a:gd name="T62" fmla="*/ 123 w 128"/>
                  <a:gd name="T63" fmla="*/ 60 h 61"/>
                  <a:gd name="T64" fmla="*/ 126 w 128"/>
                  <a:gd name="T65" fmla="*/ 6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1"/>
                  <a:gd name="T101" fmla="*/ 128 w 128"/>
                  <a:gd name="T102" fmla="*/ 61 h 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1">
                    <a:moveTo>
                      <a:pt x="128" y="60"/>
                    </a:moveTo>
                    <a:lnTo>
                      <a:pt x="128" y="60"/>
                    </a:lnTo>
                    <a:lnTo>
                      <a:pt x="126" y="59"/>
                    </a:lnTo>
                    <a:lnTo>
                      <a:pt x="124" y="58"/>
                    </a:lnTo>
                    <a:lnTo>
                      <a:pt x="122" y="57"/>
                    </a:lnTo>
                    <a:lnTo>
                      <a:pt x="119" y="56"/>
                    </a:lnTo>
                    <a:lnTo>
                      <a:pt x="115" y="55"/>
                    </a:lnTo>
                    <a:lnTo>
                      <a:pt x="111" y="52"/>
                    </a:lnTo>
                    <a:lnTo>
                      <a:pt x="108" y="49"/>
                    </a:lnTo>
                    <a:lnTo>
                      <a:pt x="104" y="48"/>
                    </a:lnTo>
                    <a:lnTo>
                      <a:pt x="99" y="46"/>
                    </a:lnTo>
                    <a:lnTo>
                      <a:pt x="94" y="44"/>
                    </a:lnTo>
                    <a:lnTo>
                      <a:pt x="89" y="41"/>
                    </a:lnTo>
                    <a:lnTo>
                      <a:pt x="84" y="39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6"/>
                    </a:lnTo>
                    <a:lnTo>
                      <a:pt x="51" y="24"/>
                    </a:lnTo>
                    <a:lnTo>
                      <a:pt x="45" y="21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17" y="9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9"/>
                    </a:lnTo>
                    <a:lnTo>
                      <a:pt x="17" y="9"/>
                    </a:lnTo>
                    <a:lnTo>
                      <a:pt x="21" y="12"/>
                    </a:lnTo>
                    <a:lnTo>
                      <a:pt x="25" y="14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5"/>
                    </a:lnTo>
                    <a:lnTo>
                      <a:pt x="56" y="28"/>
                    </a:lnTo>
                    <a:lnTo>
                      <a:pt x="61" y="30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9"/>
                    </a:lnTo>
                    <a:lnTo>
                      <a:pt x="83" y="41"/>
                    </a:lnTo>
                    <a:lnTo>
                      <a:pt x="88" y="43"/>
                    </a:lnTo>
                    <a:lnTo>
                      <a:pt x="94" y="45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2"/>
                    </a:lnTo>
                    <a:lnTo>
                      <a:pt x="110" y="55"/>
                    </a:lnTo>
                    <a:lnTo>
                      <a:pt x="115" y="56"/>
                    </a:lnTo>
                    <a:lnTo>
                      <a:pt x="119" y="57"/>
                    </a:lnTo>
                    <a:lnTo>
                      <a:pt x="121" y="59"/>
                    </a:lnTo>
                    <a:lnTo>
                      <a:pt x="123" y="60"/>
                    </a:lnTo>
                    <a:lnTo>
                      <a:pt x="125" y="60"/>
                    </a:lnTo>
                    <a:lnTo>
                      <a:pt x="126" y="61"/>
                    </a:lnTo>
                    <a:lnTo>
                      <a:pt x="128" y="6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0" name="Freeform 970"/>
              <p:cNvSpPr>
                <a:spLocks/>
              </p:cNvSpPr>
              <p:nvPr/>
            </p:nvSpPr>
            <p:spPr bwMode="auto">
              <a:xfrm>
                <a:off x="3241" y="1986"/>
                <a:ext cx="9" cy="9"/>
              </a:xfrm>
              <a:custGeom>
                <a:avLst/>
                <a:gdLst>
                  <a:gd name="T0" fmla="*/ 5 w 9"/>
                  <a:gd name="T1" fmla="*/ 9 h 9"/>
                  <a:gd name="T2" fmla="*/ 5 w 9"/>
                  <a:gd name="T3" fmla="*/ 9 h 9"/>
                  <a:gd name="T4" fmla="*/ 8 w 9"/>
                  <a:gd name="T5" fmla="*/ 8 h 9"/>
                  <a:gd name="T6" fmla="*/ 9 w 9"/>
                  <a:gd name="T7" fmla="*/ 7 h 9"/>
                  <a:gd name="T8" fmla="*/ 9 w 9"/>
                  <a:gd name="T9" fmla="*/ 5 h 9"/>
                  <a:gd name="T10" fmla="*/ 8 w 9"/>
                  <a:gd name="T11" fmla="*/ 4 h 9"/>
                  <a:gd name="T12" fmla="*/ 7 w 9"/>
                  <a:gd name="T13" fmla="*/ 2 h 9"/>
                  <a:gd name="T14" fmla="*/ 5 w 9"/>
                  <a:gd name="T15" fmla="*/ 1 h 9"/>
                  <a:gd name="T16" fmla="*/ 3 w 9"/>
                  <a:gd name="T17" fmla="*/ 1 h 9"/>
                  <a:gd name="T18" fmla="*/ 2 w 9"/>
                  <a:gd name="T19" fmla="*/ 0 h 9"/>
                  <a:gd name="T20" fmla="*/ 0 w 9"/>
                  <a:gd name="T21" fmla="*/ 1 h 9"/>
                  <a:gd name="T22" fmla="*/ 2 w 9"/>
                  <a:gd name="T23" fmla="*/ 2 h 9"/>
                  <a:gd name="T24" fmla="*/ 4 w 9"/>
                  <a:gd name="T25" fmla="*/ 3 h 9"/>
                  <a:gd name="T26" fmla="*/ 5 w 9"/>
                  <a:gd name="T27" fmla="*/ 4 h 9"/>
                  <a:gd name="T28" fmla="*/ 7 w 9"/>
                  <a:gd name="T29" fmla="*/ 5 h 9"/>
                  <a:gd name="T30" fmla="*/ 7 w 9"/>
                  <a:gd name="T31" fmla="*/ 6 h 9"/>
                  <a:gd name="T32" fmla="*/ 7 w 9"/>
                  <a:gd name="T33" fmla="*/ 7 h 9"/>
                  <a:gd name="T34" fmla="*/ 4 w 9"/>
                  <a:gd name="T35" fmla="*/ 8 h 9"/>
                  <a:gd name="T36" fmla="*/ 5 w 9"/>
                  <a:gd name="T37" fmla="*/ 9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9"/>
                  <a:gd name="T59" fmla="*/ 9 w 9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9">
                    <a:moveTo>
                      <a:pt x="5" y="9"/>
                    </a:moveTo>
                    <a:lnTo>
                      <a:pt x="5" y="9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1" name="Freeform 971"/>
              <p:cNvSpPr>
                <a:spLocks/>
              </p:cNvSpPr>
              <p:nvPr/>
            </p:nvSpPr>
            <p:spPr bwMode="auto">
              <a:xfrm>
                <a:off x="3143" y="1994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2 h 47"/>
                  <a:gd name="T8" fmla="*/ 20 w 103"/>
                  <a:gd name="T9" fmla="*/ 38 h 47"/>
                  <a:gd name="T10" fmla="*/ 27 w 103"/>
                  <a:gd name="T11" fmla="*/ 36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5 h 47"/>
                  <a:gd name="T18" fmla="*/ 60 w 103"/>
                  <a:gd name="T19" fmla="*/ 22 h 47"/>
                  <a:gd name="T20" fmla="*/ 70 w 103"/>
                  <a:gd name="T21" fmla="*/ 18 h 47"/>
                  <a:gd name="T22" fmla="*/ 77 w 103"/>
                  <a:gd name="T23" fmla="*/ 14 h 47"/>
                  <a:gd name="T24" fmla="*/ 83 w 103"/>
                  <a:gd name="T25" fmla="*/ 11 h 47"/>
                  <a:gd name="T26" fmla="*/ 90 w 103"/>
                  <a:gd name="T27" fmla="*/ 8 h 47"/>
                  <a:gd name="T28" fmla="*/ 96 w 103"/>
                  <a:gd name="T29" fmla="*/ 5 h 47"/>
                  <a:gd name="T30" fmla="*/ 100 w 103"/>
                  <a:gd name="T31" fmla="*/ 4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3 h 47"/>
                  <a:gd name="T38" fmla="*/ 92 w 103"/>
                  <a:gd name="T39" fmla="*/ 5 h 47"/>
                  <a:gd name="T40" fmla="*/ 86 w 103"/>
                  <a:gd name="T41" fmla="*/ 8 h 47"/>
                  <a:gd name="T42" fmla="*/ 79 w 103"/>
                  <a:gd name="T43" fmla="*/ 11 h 47"/>
                  <a:gd name="T44" fmla="*/ 73 w 103"/>
                  <a:gd name="T45" fmla="*/ 14 h 47"/>
                  <a:gd name="T46" fmla="*/ 64 w 103"/>
                  <a:gd name="T47" fmla="*/ 18 h 47"/>
                  <a:gd name="T48" fmla="*/ 56 w 103"/>
                  <a:gd name="T49" fmla="*/ 22 h 47"/>
                  <a:gd name="T50" fmla="*/ 47 w 103"/>
                  <a:gd name="T51" fmla="*/ 25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6 h 47"/>
                  <a:gd name="T58" fmla="*/ 16 w 103"/>
                  <a:gd name="T59" fmla="*/ 38 h 47"/>
                  <a:gd name="T60" fmla="*/ 11 w 103"/>
                  <a:gd name="T61" fmla="*/ 42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4" y="42"/>
                    </a:lnTo>
                    <a:lnTo>
                      <a:pt x="17" y="41"/>
                    </a:lnTo>
                    <a:lnTo>
                      <a:pt x="20" y="38"/>
                    </a:lnTo>
                    <a:lnTo>
                      <a:pt x="24" y="38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7" y="24"/>
                    </a:lnTo>
                    <a:lnTo>
                      <a:pt x="60" y="22"/>
                    </a:lnTo>
                    <a:lnTo>
                      <a:pt x="64" y="19"/>
                    </a:lnTo>
                    <a:lnTo>
                      <a:pt x="70" y="18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2"/>
                    </a:lnTo>
                    <a:lnTo>
                      <a:pt x="83" y="11"/>
                    </a:lnTo>
                    <a:lnTo>
                      <a:pt x="87" y="10"/>
                    </a:lnTo>
                    <a:lnTo>
                      <a:pt x="90" y="8"/>
                    </a:lnTo>
                    <a:lnTo>
                      <a:pt x="92" y="6"/>
                    </a:lnTo>
                    <a:lnTo>
                      <a:pt x="96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3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6" y="8"/>
                    </a:lnTo>
                    <a:lnTo>
                      <a:pt x="82" y="9"/>
                    </a:lnTo>
                    <a:lnTo>
                      <a:pt x="79" y="11"/>
                    </a:lnTo>
                    <a:lnTo>
                      <a:pt x="76" y="12"/>
                    </a:lnTo>
                    <a:lnTo>
                      <a:pt x="73" y="14"/>
                    </a:lnTo>
                    <a:lnTo>
                      <a:pt x="67" y="15"/>
                    </a:lnTo>
                    <a:lnTo>
                      <a:pt x="64" y="18"/>
                    </a:lnTo>
                    <a:lnTo>
                      <a:pt x="60" y="19"/>
                    </a:lnTo>
                    <a:lnTo>
                      <a:pt x="56" y="22"/>
                    </a:lnTo>
                    <a:lnTo>
                      <a:pt x="50" y="24"/>
                    </a:lnTo>
                    <a:lnTo>
                      <a:pt x="47" y="25"/>
                    </a:lnTo>
                    <a:lnTo>
                      <a:pt x="43" y="27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4"/>
                    </a:lnTo>
                    <a:lnTo>
                      <a:pt x="23" y="36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4" y="40"/>
                    </a:lnTo>
                    <a:lnTo>
                      <a:pt x="11" y="42"/>
                    </a:lnTo>
                    <a:lnTo>
                      <a:pt x="9" y="43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2" name="Freeform 972"/>
              <p:cNvSpPr>
                <a:spLocks/>
              </p:cNvSpPr>
              <p:nvPr/>
            </p:nvSpPr>
            <p:spPr bwMode="auto">
              <a:xfrm>
                <a:off x="3129" y="2037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3" name="Freeform 973"/>
              <p:cNvSpPr>
                <a:spLocks/>
              </p:cNvSpPr>
              <p:nvPr/>
            </p:nvSpPr>
            <p:spPr bwMode="auto">
              <a:xfrm>
                <a:off x="3015" y="1975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9 h 62"/>
                  <a:gd name="T8" fmla="*/ 18 w 115"/>
                  <a:gd name="T9" fmla="*/ 12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1 h 62"/>
                  <a:gd name="T18" fmla="*/ 64 w 115"/>
                  <a:gd name="T19" fmla="*/ 37 h 62"/>
                  <a:gd name="T20" fmla="*/ 75 w 115"/>
                  <a:gd name="T21" fmla="*/ 42 h 62"/>
                  <a:gd name="T22" fmla="*/ 83 w 115"/>
                  <a:gd name="T23" fmla="*/ 47 h 62"/>
                  <a:gd name="T24" fmla="*/ 93 w 115"/>
                  <a:gd name="T25" fmla="*/ 51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7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8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9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8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19" y="11"/>
                    </a:lnTo>
                    <a:lnTo>
                      <a:pt x="16" y="9"/>
                    </a:lnTo>
                    <a:lnTo>
                      <a:pt x="13" y="7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4" name="Freeform 974"/>
              <p:cNvSpPr>
                <a:spLocks/>
              </p:cNvSpPr>
              <p:nvPr/>
            </p:nvSpPr>
            <p:spPr bwMode="auto">
              <a:xfrm>
                <a:off x="3010" y="196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2 w 6"/>
                  <a:gd name="T5" fmla="*/ 1 h 7"/>
                  <a:gd name="T6" fmla="*/ 1 w 6"/>
                  <a:gd name="T7" fmla="*/ 2 h 7"/>
                  <a:gd name="T8" fmla="*/ 0 w 6"/>
                  <a:gd name="T9" fmla="*/ 3 h 7"/>
                  <a:gd name="T10" fmla="*/ 0 w 6"/>
                  <a:gd name="T11" fmla="*/ 4 h 7"/>
                  <a:gd name="T12" fmla="*/ 1 w 6"/>
                  <a:gd name="T13" fmla="*/ 5 h 7"/>
                  <a:gd name="T14" fmla="*/ 2 w 6"/>
                  <a:gd name="T15" fmla="*/ 5 h 7"/>
                  <a:gd name="T16" fmla="*/ 4 w 6"/>
                  <a:gd name="T17" fmla="*/ 6 h 7"/>
                  <a:gd name="T18" fmla="*/ 5 w 6"/>
                  <a:gd name="T19" fmla="*/ 7 h 7"/>
                  <a:gd name="T20" fmla="*/ 6 w 6"/>
                  <a:gd name="T21" fmla="*/ 6 h 7"/>
                  <a:gd name="T22" fmla="*/ 4 w 6"/>
                  <a:gd name="T23" fmla="*/ 5 h 7"/>
                  <a:gd name="T24" fmla="*/ 3 w 6"/>
                  <a:gd name="T25" fmla="*/ 4 h 7"/>
                  <a:gd name="T26" fmla="*/ 2 w 6"/>
                  <a:gd name="T27" fmla="*/ 4 h 7"/>
                  <a:gd name="T28" fmla="*/ 2 w 6"/>
                  <a:gd name="T29" fmla="*/ 3 h 7"/>
                  <a:gd name="T30" fmla="*/ 3 w 6"/>
                  <a:gd name="T31" fmla="*/ 3 h 7"/>
                  <a:gd name="T32" fmla="*/ 5 w 6"/>
                  <a:gd name="T33" fmla="*/ 1 h 7"/>
                  <a:gd name="T34" fmla="*/ 4 w 6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7"/>
                  <a:gd name="T56" fmla="*/ 6 w 6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5" name="Freeform 975"/>
              <p:cNvSpPr>
                <a:spLocks/>
              </p:cNvSpPr>
              <p:nvPr/>
            </p:nvSpPr>
            <p:spPr bwMode="auto">
              <a:xfrm>
                <a:off x="3137" y="2028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4 h 48"/>
                  <a:gd name="T12" fmla="*/ 92 w 106"/>
                  <a:gd name="T13" fmla="*/ 5 h 48"/>
                  <a:gd name="T14" fmla="*/ 88 w 106"/>
                  <a:gd name="T15" fmla="*/ 7 h 48"/>
                  <a:gd name="T16" fmla="*/ 85 w 106"/>
                  <a:gd name="T17" fmla="*/ 8 h 48"/>
                  <a:gd name="T18" fmla="*/ 82 w 106"/>
                  <a:gd name="T19" fmla="*/ 10 h 48"/>
                  <a:gd name="T20" fmla="*/ 79 w 106"/>
                  <a:gd name="T21" fmla="*/ 12 h 48"/>
                  <a:gd name="T22" fmla="*/ 75 w 106"/>
                  <a:gd name="T23" fmla="*/ 14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0 h 48"/>
                  <a:gd name="T30" fmla="*/ 57 w 106"/>
                  <a:gd name="T31" fmla="*/ 22 h 48"/>
                  <a:gd name="T32" fmla="*/ 53 w 106"/>
                  <a:gd name="T33" fmla="*/ 23 h 48"/>
                  <a:gd name="T34" fmla="*/ 50 w 106"/>
                  <a:gd name="T35" fmla="*/ 25 h 48"/>
                  <a:gd name="T36" fmla="*/ 45 w 106"/>
                  <a:gd name="T37" fmla="*/ 27 h 48"/>
                  <a:gd name="T38" fmla="*/ 40 w 106"/>
                  <a:gd name="T39" fmla="*/ 29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5 h 48"/>
                  <a:gd name="T46" fmla="*/ 23 w 106"/>
                  <a:gd name="T47" fmla="*/ 37 h 48"/>
                  <a:gd name="T48" fmla="*/ 20 w 106"/>
                  <a:gd name="T49" fmla="*/ 39 h 48"/>
                  <a:gd name="T50" fmla="*/ 17 w 106"/>
                  <a:gd name="T51" fmla="*/ 40 h 48"/>
                  <a:gd name="T52" fmla="*/ 14 w 106"/>
                  <a:gd name="T53" fmla="*/ 41 h 48"/>
                  <a:gd name="T54" fmla="*/ 10 w 106"/>
                  <a:gd name="T55" fmla="*/ 43 h 48"/>
                  <a:gd name="T56" fmla="*/ 8 w 106"/>
                  <a:gd name="T57" fmla="*/ 44 h 48"/>
                  <a:gd name="T58" fmla="*/ 5 w 106"/>
                  <a:gd name="T59" fmla="*/ 45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8"/>
                    </a:lnTo>
                    <a:lnTo>
                      <a:pt x="82" y="10"/>
                    </a:lnTo>
                    <a:lnTo>
                      <a:pt x="79" y="12"/>
                    </a:lnTo>
                    <a:lnTo>
                      <a:pt x="75" y="14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5" y="27"/>
                    </a:lnTo>
                    <a:lnTo>
                      <a:pt x="40" y="29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5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0"/>
                    </a:lnTo>
                    <a:lnTo>
                      <a:pt x="14" y="41"/>
                    </a:lnTo>
                    <a:lnTo>
                      <a:pt x="10" y="43"/>
                    </a:lnTo>
                    <a:lnTo>
                      <a:pt x="8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6" name="Freeform 976"/>
              <p:cNvSpPr>
                <a:spLocks/>
              </p:cNvSpPr>
              <p:nvPr/>
            </p:nvSpPr>
            <p:spPr bwMode="auto">
              <a:xfrm>
                <a:off x="3136" y="2028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5 h 50"/>
                  <a:gd name="T6" fmla="*/ 18 w 107"/>
                  <a:gd name="T7" fmla="*/ 41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7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2 h 50"/>
                  <a:gd name="T24" fmla="*/ 89 w 107"/>
                  <a:gd name="T25" fmla="*/ 9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9 h 50"/>
                  <a:gd name="T42" fmla="*/ 79 w 107"/>
                  <a:gd name="T43" fmla="*/ 12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8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1 h 50"/>
                  <a:gd name="T60" fmla="*/ 7 w 107"/>
                  <a:gd name="T61" fmla="*/ 44 h 50"/>
                  <a:gd name="T62" fmla="*/ 3 w 107"/>
                  <a:gd name="T63" fmla="*/ 47 h 50"/>
                  <a:gd name="T64" fmla="*/ 0 w 107"/>
                  <a:gd name="T65" fmla="*/ 48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29"/>
                    </a:lnTo>
                    <a:lnTo>
                      <a:pt x="49" y="27"/>
                    </a:lnTo>
                    <a:lnTo>
                      <a:pt x="54" y="24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3"/>
                    </a:lnTo>
                    <a:lnTo>
                      <a:pt x="83" y="12"/>
                    </a:lnTo>
                    <a:lnTo>
                      <a:pt x="86" y="9"/>
                    </a:lnTo>
                    <a:lnTo>
                      <a:pt x="89" y="9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9"/>
                    </a:lnTo>
                    <a:lnTo>
                      <a:pt x="79" y="12"/>
                    </a:lnTo>
                    <a:lnTo>
                      <a:pt x="73" y="13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5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0"/>
                    </a:lnTo>
                    <a:lnTo>
                      <a:pt x="12" y="41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7" name="Freeform 977"/>
              <p:cNvSpPr>
                <a:spLocks/>
              </p:cNvSpPr>
              <p:nvPr/>
            </p:nvSpPr>
            <p:spPr bwMode="auto">
              <a:xfrm>
                <a:off x="3075" y="1868"/>
                <a:ext cx="80" cy="127"/>
              </a:xfrm>
              <a:custGeom>
                <a:avLst/>
                <a:gdLst>
                  <a:gd name="T0" fmla="*/ 68 w 80"/>
                  <a:gd name="T1" fmla="*/ 105 h 127"/>
                  <a:gd name="T2" fmla="*/ 67 w 80"/>
                  <a:gd name="T3" fmla="*/ 108 h 127"/>
                  <a:gd name="T4" fmla="*/ 69 w 80"/>
                  <a:gd name="T5" fmla="*/ 109 h 127"/>
                  <a:gd name="T6" fmla="*/ 73 w 80"/>
                  <a:gd name="T7" fmla="*/ 111 h 127"/>
                  <a:gd name="T8" fmla="*/ 73 w 80"/>
                  <a:gd name="T9" fmla="*/ 114 h 127"/>
                  <a:gd name="T10" fmla="*/ 71 w 80"/>
                  <a:gd name="T11" fmla="*/ 117 h 127"/>
                  <a:gd name="T12" fmla="*/ 69 w 80"/>
                  <a:gd name="T13" fmla="*/ 119 h 127"/>
                  <a:gd name="T14" fmla="*/ 66 w 80"/>
                  <a:gd name="T15" fmla="*/ 122 h 127"/>
                  <a:gd name="T16" fmla="*/ 62 w 80"/>
                  <a:gd name="T17" fmla="*/ 124 h 127"/>
                  <a:gd name="T18" fmla="*/ 55 w 80"/>
                  <a:gd name="T19" fmla="*/ 125 h 127"/>
                  <a:gd name="T20" fmla="*/ 50 w 80"/>
                  <a:gd name="T21" fmla="*/ 126 h 127"/>
                  <a:gd name="T22" fmla="*/ 44 w 80"/>
                  <a:gd name="T23" fmla="*/ 127 h 127"/>
                  <a:gd name="T24" fmla="*/ 36 w 80"/>
                  <a:gd name="T25" fmla="*/ 127 h 127"/>
                  <a:gd name="T26" fmla="*/ 30 w 80"/>
                  <a:gd name="T27" fmla="*/ 126 h 127"/>
                  <a:gd name="T28" fmla="*/ 24 w 80"/>
                  <a:gd name="T29" fmla="*/ 125 h 127"/>
                  <a:gd name="T30" fmla="*/ 19 w 80"/>
                  <a:gd name="T31" fmla="*/ 124 h 127"/>
                  <a:gd name="T32" fmla="*/ 14 w 80"/>
                  <a:gd name="T33" fmla="*/ 122 h 127"/>
                  <a:gd name="T34" fmla="*/ 10 w 80"/>
                  <a:gd name="T35" fmla="*/ 119 h 127"/>
                  <a:gd name="T36" fmla="*/ 8 w 80"/>
                  <a:gd name="T37" fmla="*/ 117 h 127"/>
                  <a:gd name="T38" fmla="*/ 6 w 80"/>
                  <a:gd name="T39" fmla="*/ 114 h 127"/>
                  <a:gd name="T40" fmla="*/ 6 w 80"/>
                  <a:gd name="T41" fmla="*/ 110 h 127"/>
                  <a:gd name="T42" fmla="*/ 8 w 80"/>
                  <a:gd name="T43" fmla="*/ 107 h 127"/>
                  <a:gd name="T44" fmla="*/ 12 w 80"/>
                  <a:gd name="T45" fmla="*/ 105 h 127"/>
                  <a:gd name="T46" fmla="*/ 10 w 80"/>
                  <a:gd name="T47" fmla="*/ 102 h 127"/>
                  <a:gd name="T48" fmla="*/ 3 w 80"/>
                  <a:gd name="T49" fmla="*/ 94 h 127"/>
                  <a:gd name="T50" fmla="*/ 1 w 80"/>
                  <a:gd name="T51" fmla="*/ 75 h 127"/>
                  <a:gd name="T52" fmla="*/ 0 w 80"/>
                  <a:gd name="T53" fmla="*/ 51 h 127"/>
                  <a:gd name="T54" fmla="*/ 3 w 80"/>
                  <a:gd name="T55" fmla="*/ 32 h 127"/>
                  <a:gd name="T56" fmla="*/ 8 w 80"/>
                  <a:gd name="T57" fmla="*/ 25 h 127"/>
                  <a:gd name="T58" fmla="*/ 12 w 80"/>
                  <a:gd name="T59" fmla="*/ 22 h 127"/>
                  <a:gd name="T60" fmla="*/ 8 w 80"/>
                  <a:gd name="T61" fmla="*/ 20 h 127"/>
                  <a:gd name="T62" fmla="*/ 6 w 80"/>
                  <a:gd name="T63" fmla="*/ 17 h 127"/>
                  <a:gd name="T64" fmla="*/ 6 w 80"/>
                  <a:gd name="T65" fmla="*/ 13 h 127"/>
                  <a:gd name="T66" fmla="*/ 8 w 80"/>
                  <a:gd name="T67" fmla="*/ 10 h 127"/>
                  <a:gd name="T68" fmla="*/ 10 w 80"/>
                  <a:gd name="T69" fmla="*/ 8 h 127"/>
                  <a:gd name="T70" fmla="*/ 14 w 80"/>
                  <a:gd name="T71" fmla="*/ 6 h 127"/>
                  <a:gd name="T72" fmla="*/ 19 w 80"/>
                  <a:gd name="T73" fmla="*/ 4 h 127"/>
                  <a:gd name="T74" fmla="*/ 24 w 80"/>
                  <a:gd name="T75" fmla="*/ 1 h 127"/>
                  <a:gd name="T76" fmla="*/ 30 w 80"/>
                  <a:gd name="T77" fmla="*/ 1 h 127"/>
                  <a:gd name="T78" fmla="*/ 36 w 80"/>
                  <a:gd name="T79" fmla="*/ 0 h 127"/>
                  <a:gd name="T80" fmla="*/ 44 w 80"/>
                  <a:gd name="T81" fmla="*/ 0 h 127"/>
                  <a:gd name="T82" fmla="*/ 50 w 80"/>
                  <a:gd name="T83" fmla="*/ 1 h 127"/>
                  <a:gd name="T84" fmla="*/ 55 w 80"/>
                  <a:gd name="T85" fmla="*/ 1 h 127"/>
                  <a:gd name="T86" fmla="*/ 62 w 80"/>
                  <a:gd name="T87" fmla="*/ 4 h 127"/>
                  <a:gd name="T88" fmla="*/ 66 w 80"/>
                  <a:gd name="T89" fmla="*/ 6 h 127"/>
                  <a:gd name="T90" fmla="*/ 69 w 80"/>
                  <a:gd name="T91" fmla="*/ 8 h 127"/>
                  <a:gd name="T92" fmla="*/ 71 w 80"/>
                  <a:gd name="T93" fmla="*/ 10 h 127"/>
                  <a:gd name="T94" fmla="*/ 73 w 80"/>
                  <a:gd name="T95" fmla="*/ 13 h 127"/>
                  <a:gd name="T96" fmla="*/ 73 w 80"/>
                  <a:gd name="T97" fmla="*/ 17 h 127"/>
                  <a:gd name="T98" fmla="*/ 70 w 80"/>
                  <a:gd name="T99" fmla="*/ 20 h 127"/>
                  <a:gd name="T100" fmla="*/ 68 w 80"/>
                  <a:gd name="T101" fmla="*/ 21 h 127"/>
                  <a:gd name="T102" fmla="*/ 70 w 80"/>
                  <a:gd name="T103" fmla="*/ 24 h 127"/>
                  <a:gd name="T104" fmla="*/ 77 w 80"/>
                  <a:gd name="T105" fmla="*/ 32 h 127"/>
                  <a:gd name="T106" fmla="*/ 80 w 80"/>
                  <a:gd name="T107" fmla="*/ 54 h 127"/>
                  <a:gd name="T108" fmla="*/ 79 w 80"/>
                  <a:gd name="T109" fmla="*/ 80 h 127"/>
                  <a:gd name="T110" fmla="*/ 73 w 80"/>
                  <a:gd name="T111" fmla="*/ 100 h 12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"/>
                  <a:gd name="T169" fmla="*/ 0 h 127"/>
                  <a:gd name="T170" fmla="*/ 80 w 80"/>
                  <a:gd name="T171" fmla="*/ 127 h 12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" h="127">
                    <a:moveTo>
                      <a:pt x="70" y="103"/>
                    </a:moveTo>
                    <a:lnTo>
                      <a:pt x="68" y="105"/>
                    </a:lnTo>
                    <a:lnTo>
                      <a:pt x="67" y="107"/>
                    </a:lnTo>
                    <a:lnTo>
                      <a:pt x="67" y="108"/>
                    </a:lnTo>
                    <a:lnTo>
                      <a:pt x="68" y="109"/>
                    </a:lnTo>
                    <a:lnTo>
                      <a:pt x="69" y="109"/>
                    </a:lnTo>
                    <a:lnTo>
                      <a:pt x="71" y="110"/>
                    </a:lnTo>
                    <a:lnTo>
                      <a:pt x="73" y="111"/>
                    </a:lnTo>
                    <a:lnTo>
                      <a:pt x="73" y="113"/>
                    </a:lnTo>
                    <a:lnTo>
                      <a:pt x="73" y="114"/>
                    </a:lnTo>
                    <a:lnTo>
                      <a:pt x="73" y="116"/>
                    </a:lnTo>
                    <a:lnTo>
                      <a:pt x="71" y="117"/>
                    </a:lnTo>
                    <a:lnTo>
                      <a:pt x="70" y="119"/>
                    </a:lnTo>
                    <a:lnTo>
                      <a:pt x="69" y="119"/>
                    </a:lnTo>
                    <a:lnTo>
                      <a:pt x="68" y="121"/>
                    </a:lnTo>
                    <a:lnTo>
                      <a:pt x="66" y="122"/>
                    </a:lnTo>
                    <a:lnTo>
                      <a:pt x="64" y="123"/>
                    </a:lnTo>
                    <a:lnTo>
                      <a:pt x="62" y="124"/>
                    </a:lnTo>
                    <a:lnTo>
                      <a:pt x="60" y="125"/>
                    </a:lnTo>
                    <a:lnTo>
                      <a:pt x="55" y="125"/>
                    </a:lnTo>
                    <a:lnTo>
                      <a:pt x="53" y="126"/>
                    </a:lnTo>
                    <a:lnTo>
                      <a:pt x="50" y="126"/>
                    </a:lnTo>
                    <a:lnTo>
                      <a:pt x="47" y="127"/>
                    </a:lnTo>
                    <a:lnTo>
                      <a:pt x="44" y="127"/>
                    </a:lnTo>
                    <a:lnTo>
                      <a:pt x="39" y="127"/>
                    </a:lnTo>
                    <a:lnTo>
                      <a:pt x="36" y="127"/>
                    </a:lnTo>
                    <a:lnTo>
                      <a:pt x="33" y="127"/>
                    </a:lnTo>
                    <a:lnTo>
                      <a:pt x="30" y="126"/>
                    </a:lnTo>
                    <a:lnTo>
                      <a:pt x="28" y="126"/>
                    </a:lnTo>
                    <a:lnTo>
                      <a:pt x="24" y="125"/>
                    </a:lnTo>
                    <a:lnTo>
                      <a:pt x="22" y="125"/>
                    </a:lnTo>
                    <a:lnTo>
                      <a:pt x="19" y="124"/>
                    </a:lnTo>
                    <a:lnTo>
                      <a:pt x="16" y="123"/>
                    </a:lnTo>
                    <a:lnTo>
                      <a:pt x="14" y="122"/>
                    </a:lnTo>
                    <a:lnTo>
                      <a:pt x="13" y="121"/>
                    </a:lnTo>
                    <a:lnTo>
                      <a:pt x="10" y="119"/>
                    </a:lnTo>
                    <a:lnTo>
                      <a:pt x="8" y="119"/>
                    </a:lnTo>
                    <a:lnTo>
                      <a:pt x="8" y="117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0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12" y="106"/>
                    </a:lnTo>
                    <a:lnTo>
                      <a:pt x="12" y="105"/>
                    </a:lnTo>
                    <a:lnTo>
                      <a:pt x="12" y="104"/>
                    </a:lnTo>
                    <a:lnTo>
                      <a:pt x="10" y="102"/>
                    </a:lnTo>
                    <a:lnTo>
                      <a:pt x="6" y="100"/>
                    </a:lnTo>
                    <a:lnTo>
                      <a:pt x="3" y="94"/>
                    </a:lnTo>
                    <a:lnTo>
                      <a:pt x="2" y="87"/>
                    </a:lnTo>
                    <a:lnTo>
                      <a:pt x="1" y="75"/>
                    </a:lnTo>
                    <a:lnTo>
                      <a:pt x="0" y="63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3" y="32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2" y="23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4"/>
                    </a:lnTo>
                    <a:lnTo>
                      <a:pt x="22" y="2"/>
                    </a:lnTo>
                    <a:lnTo>
                      <a:pt x="24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4" y="5"/>
                    </a:lnTo>
                    <a:lnTo>
                      <a:pt x="66" y="6"/>
                    </a:lnTo>
                    <a:lnTo>
                      <a:pt x="68" y="7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1" y="10"/>
                    </a:lnTo>
                    <a:lnTo>
                      <a:pt x="73" y="11"/>
                    </a:lnTo>
                    <a:lnTo>
                      <a:pt x="73" y="13"/>
                    </a:lnTo>
                    <a:lnTo>
                      <a:pt x="73" y="15"/>
                    </a:lnTo>
                    <a:lnTo>
                      <a:pt x="73" y="17"/>
                    </a:lnTo>
                    <a:lnTo>
                      <a:pt x="71" y="19"/>
                    </a:lnTo>
                    <a:lnTo>
                      <a:pt x="70" y="20"/>
                    </a:lnTo>
                    <a:lnTo>
                      <a:pt x="69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70" y="24"/>
                    </a:lnTo>
                    <a:lnTo>
                      <a:pt x="73" y="26"/>
                    </a:lnTo>
                    <a:lnTo>
                      <a:pt x="77" y="32"/>
                    </a:lnTo>
                    <a:lnTo>
                      <a:pt x="79" y="42"/>
                    </a:lnTo>
                    <a:lnTo>
                      <a:pt x="80" y="54"/>
                    </a:lnTo>
                    <a:lnTo>
                      <a:pt x="80" y="67"/>
                    </a:lnTo>
                    <a:lnTo>
                      <a:pt x="79" y="80"/>
                    </a:lnTo>
                    <a:lnTo>
                      <a:pt x="77" y="90"/>
                    </a:lnTo>
                    <a:lnTo>
                      <a:pt x="73" y="100"/>
                    </a:lnTo>
                    <a:lnTo>
                      <a:pt x="70" y="103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8" name="Freeform 978"/>
              <p:cNvSpPr>
                <a:spLocks/>
              </p:cNvSpPr>
              <p:nvPr/>
            </p:nvSpPr>
            <p:spPr bwMode="auto">
              <a:xfrm>
                <a:off x="3141" y="1970"/>
                <a:ext cx="9" cy="12"/>
              </a:xfrm>
              <a:custGeom>
                <a:avLst/>
                <a:gdLst>
                  <a:gd name="T0" fmla="*/ 9 w 9"/>
                  <a:gd name="T1" fmla="*/ 12 h 12"/>
                  <a:gd name="T2" fmla="*/ 9 w 9"/>
                  <a:gd name="T3" fmla="*/ 12 h 12"/>
                  <a:gd name="T4" fmla="*/ 7 w 9"/>
                  <a:gd name="T5" fmla="*/ 9 h 12"/>
                  <a:gd name="T6" fmla="*/ 6 w 9"/>
                  <a:gd name="T7" fmla="*/ 8 h 12"/>
                  <a:gd name="T8" fmla="*/ 4 w 9"/>
                  <a:gd name="T9" fmla="*/ 7 h 12"/>
                  <a:gd name="T10" fmla="*/ 3 w 9"/>
                  <a:gd name="T11" fmla="*/ 5 h 12"/>
                  <a:gd name="T12" fmla="*/ 2 w 9"/>
                  <a:gd name="T13" fmla="*/ 5 h 12"/>
                  <a:gd name="T14" fmla="*/ 2 w 9"/>
                  <a:gd name="T15" fmla="*/ 4 h 12"/>
                  <a:gd name="T16" fmla="*/ 3 w 9"/>
                  <a:gd name="T17" fmla="*/ 3 h 12"/>
                  <a:gd name="T18" fmla="*/ 5 w 9"/>
                  <a:gd name="T19" fmla="*/ 2 h 12"/>
                  <a:gd name="T20" fmla="*/ 4 w 9"/>
                  <a:gd name="T21" fmla="*/ 0 h 12"/>
                  <a:gd name="T22" fmla="*/ 1 w 9"/>
                  <a:gd name="T23" fmla="*/ 2 h 12"/>
                  <a:gd name="T24" fmla="*/ 0 w 9"/>
                  <a:gd name="T25" fmla="*/ 4 h 12"/>
                  <a:gd name="T26" fmla="*/ 0 w 9"/>
                  <a:gd name="T27" fmla="*/ 7 h 12"/>
                  <a:gd name="T28" fmla="*/ 2 w 9"/>
                  <a:gd name="T29" fmla="*/ 8 h 12"/>
                  <a:gd name="T30" fmla="*/ 3 w 9"/>
                  <a:gd name="T31" fmla="*/ 9 h 12"/>
                  <a:gd name="T32" fmla="*/ 5 w 9"/>
                  <a:gd name="T33" fmla="*/ 11 h 12"/>
                  <a:gd name="T34" fmla="*/ 6 w 9"/>
                  <a:gd name="T35" fmla="*/ 11 h 12"/>
                  <a:gd name="T36" fmla="*/ 6 w 9"/>
                  <a:gd name="T37" fmla="*/ 12 h 12"/>
                  <a:gd name="T38" fmla="*/ 9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9" y="12"/>
                    </a:move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09" name="Freeform 979"/>
              <p:cNvSpPr>
                <a:spLocks/>
              </p:cNvSpPr>
              <p:nvPr/>
            </p:nvSpPr>
            <p:spPr bwMode="auto">
              <a:xfrm>
                <a:off x="3115" y="1982"/>
                <a:ext cx="35" cy="13"/>
              </a:xfrm>
              <a:custGeom>
                <a:avLst/>
                <a:gdLst>
                  <a:gd name="T0" fmla="*/ 0 w 35"/>
                  <a:gd name="T1" fmla="*/ 13 h 13"/>
                  <a:gd name="T2" fmla="*/ 0 w 35"/>
                  <a:gd name="T3" fmla="*/ 13 h 13"/>
                  <a:gd name="T4" fmla="*/ 4 w 35"/>
                  <a:gd name="T5" fmla="*/ 13 h 13"/>
                  <a:gd name="T6" fmla="*/ 7 w 35"/>
                  <a:gd name="T7" fmla="*/ 13 h 13"/>
                  <a:gd name="T8" fmla="*/ 10 w 35"/>
                  <a:gd name="T9" fmla="*/ 12 h 13"/>
                  <a:gd name="T10" fmla="*/ 13 w 35"/>
                  <a:gd name="T11" fmla="*/ 12 h 13"/>
                  <a:gd name="T12" fmla="*/ 17 w 35"/>
                  <a:gd name="T13" fmla="*/ 12 h 13"/>
                  <a:gd name="T14" fmla="*/ 20 w 35"/>
                  <a:gd name="T15" fmla="*/ 11 h 13"/>
                  <a:gd name="T16" fmla="*/ 22 w 35"/>
                  <a:gd name="T17" fmla="*/ 10 h 13"/>
                  <a:gd name="T18" fmla="*/ 25 w 35"/>
                  <a:gd name="T19" fmla="*/ 9 h 13"/>
                  <a:gd name="T20" fmla="*/ 27 w 35"/>
                  <a:gd name="T21" fmla="*/ 8 h 13"/>
                  <a:gd name="T22" fmla="*/ 28 w 35"/>
                  <a:gd name="T23" fmla="*/ 8 h 13"/>
                  <a:gd name="T24" fmla="*/ 30 w 35"/>
                  <a:gd name="T25" fmla="*/ 6 h 13"/>
                  <a:gd name="T26" fmla="*/ 31 w 35"/>
                  <a:gd name="T27" fmla="*/ 5 h 13"/>
                  <a:gd name="T28" fmla="*/ 32 w 35"/>
                  <a:gd name="T29" fmla="*/ 4 h 13"/>
                  <a:gd name="T30" fmla="*/ 33 w 35"/>
                  <a:gd name="T31" fmla="*/ 3 h 13"/>
                  <a:gd name="T32" fmla="*/ 35 w 35"/>
                  <a:gd name="T33" fmla="*/ 1 h 13"/>
                  <a:gd name="T34" fmla="*/ 35 w 35"/>
                  <a:gd name="T35" fmla="*/ 0 h 13"/>
                  <a:gd name="T36" fmla="*/ 32 w 35"/>
                  <a:gd name="T37" fmla="*/ 0 h 13"/>
                  <a:gd name="T38" fmla="*/ 32 w 35"/>
                  <a:gd name="T39" fmla="*/ 1 h 13"/>
                  <a:gd name="T40" fmla="*/ 32 w 35"/>
                  <a:gd name="T41" fmla="*/ 2 h 13"/>
                  <a:gd name="T42" fmla="*/ 31 w 35"/>
                  <a:gd name="T43" fmla="*/ 3 h 13"/>
                  <a:gd name="T44" fmla="*/ 30 w 35"/>
                  <a:gd name="T45" fmla="*/ 4 h 13"/>
                  <a:gd name="T46" fmla="*/ 29 w 35"/>
                  <a:gd name="T47" fmla="*/ 5 h 13"/>
                  <a:gd name="T48" fmla="*/ 27 w 35"/>
                  <a:gd name="T49" fmla="*/ 6 h 13"/>
                  <a:gd name="T50" fmla="*/ 26 w 35"/>
                  <a:gd name="T51" fmla="*/ 7 h 13"/>
                  <a:gd name="T52" fmla="*/ 24 w 35"/>
                  <a:gd name="T53" fmla="*/ 8 h 13"/>
                  <a:gd name="T54" fmla="*/ 22 w 35"/>
                  <a:gd name="T55" fmla="*/ 9 h 13"/>
                  <a:gd name="T56" fmla="*/ 20 w 35"/>
                  <a:gd name="T57" fmla="*/ 9 h 13"/>
                  <a:gd name="T58" fmla="*/ 15 w 35"/>
                  <a:gd name="T59" fmla="*/ 10 h 13"/>
                  <a:gd name="T60" fmla="*/ 13 w 35"/>
                  <a:gd name="T61" fmla="*/ 10 h 13"/>
                  <a:gd name="T62" fmla="*/ 10 w 35"/>
                  <a:gd name="T63" fmla="*/ 11 h 13"/>
                  <a:gd name="T64" fmla="*/ 7 w 35"/>
                  <a:gd name="T65" fmla="*/ 11 h 13"/>
                  <a:gd name="T66" fmla="*/ 4 w 35"/>
                  <a:gd name="T67" fmla="*/ 11 h 13"/>
                  <a:gd name="T68" fmla="*/ 0 w 35"/>
                  <a:gd name="T69" fmla="*/ 11 h 13"/>
                  <a:gd name="T70" fmla="*/ 0 w 35"/>
                  <a:gd name="T71" fmla="*/ 13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13"/>
                    </a:moveTo>
                    <a:lnTo>
                      <a:pt x="0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3" y="12"/>
                    </a:lnTo>
                    <a:lnTo>
                      <a:pt x="17" y="12"/>
                    </a:lnTo>
                    <a:lnTo>
                      <a:pt x="20" y="11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30" y="6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3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1" y="3"/>
                    </a:lnTo>
                    <a:lnTo>
                      <a:pt x="30" y="4"/>
                    </a:lnTo>
                    <a:lnTo>
                      <a:pt x="29" y="5"/>
                    </a:lnTo>
                    <a:lnTo>
                      <a:pt x="27" y="6"/>
                    </a:lnTo>
                    <a:lnTo>
                      <a:pt x="26" y="7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0" name="Freeform 980"/>
              <p:cNvSpPr>
                <a:spLocks/>
              </p:cNvSpPr>
              <p:nvPr/>
            </p:nvSpPr>
            <p:spPr bwMode="auto">
              <a:xfrm>
                <a:off x="3080" y="1982"/>
                <a:ext cx="35" cy="13"/>
              </a:xfrm>
              <a:custGeom>
                <a:avLst/>
                <a:gdLst>
                  <a:gd name="T0" fmla="*/ 0 w 35"/>
                  <a:gd name="T1" fmla="*/ 0 h 13"/>
                  <a:gd name="T2" fmla="*/ 0 w 35"/>
                  <a:gd name="T3" fmla="*/ 0 h 13"/>
                  <a:gd name="T4" fmla="*/ 0 w 35"/>
                  <a:gd name="T5" fmla="*/ 1 h 13"/>
                  <a:gd name="T6" fmla="*/ 1 w 35"/>
                  <a:gd name="T7" fmla="*/ 3 h 13"/>
                  <a:gd name="T8" fmla="*/ 1 w 35"/>
                  <a:gd name="T9" fmla="*/ 4 h 13"/>
                  <a:gd name="T10" fmla="*/ 3 w 35"/>
                  <a:gd name="T11" fmla="*/ 5 h 13"/>
                  <a:gd name="T12" fmla="*/ 4 w 35"/>
                  <a:gd name="T13" fmla="*/ 6 h 13"/>
                  <a:gd name="T14" fmla="*/ 7 w 35"/>
                  <a:gd name="T15" fmla="*/ 8 h 13"/>
                  <a:gd name="T16" fmla="*/ 8 w 35"/>
                  <a:gd name="T17" fmla="*/ 8 h 13"/>
                  <a:gd name="T18" fmla="*/ 11 w 35"/>
                  <a:gd name="T19" fmla="*/ 9 h 13"/>
                  <a:gd name="T20" fmla="*/ 14 w 35"/>
                  <a:gd name="T21" fmla="*/ 10 h 13"/>
                  <a:gd name="T22" fmla="*/ 16 w 35"/>
                  <a:gd name="T23" fmla="*/ 11 h 13"/>
                  <a:gd name="T24" fmla="*/ 19 w 35"/>
                  <a:gd name="T25" fmla="*/ 12 h 13"/>
                  <a:gd name="T26" fmla="*/ 21 w 35"/>
                  <a:gd name="T27" fmla="*/ 12 h 13"/>
                  <a:gd name="T28" fmla="*/ 25 w 35"/>
                  <a:gd name="T29" fmla="*/ 12 h 13"/>
                  <a:gd name="T30" fmla="*/ 29 w 35"/>
                  <a:gd name="T31" fmla="*/ 13 h 13"/>
                  <a:gd name="T32" fmla="*/ 32 w 35"/>
                  <a:gd name="T33" fmla="*/ 13 h 13"/>
                  <a:gd name="T34" fmla="*/ 35 w 35"/>
                  <a:gd name="T35" fmla="*/ 13 h 13"/>
                  <a:gd name="T36" fmla="*/ 35 w 35"/>
                  <a:gd name="T37" fmla="*/ 11 h 13"/>
                  <a:gd name="T38" fmla="*/ 32 w 35"/>
                  <a:gd name="T39" fmla="*/ 11 h 13"/>
                  <a:gd name="T40" fmla="*/ 29 w 35"/>
                  <a:gd name="T41" fmla="*/ 11 h 13"/>
                  <a:gd name="T42" fmla="*/ 25 w 35"/>
                  <a:gd name="T43" fmla="*/ 11 h 13"/>
                  <a:gd name="T44" fmla="*/ 21 w 35"/>
                  <a:gd name="T45" fmla="*/ 10 h 13"/>
                  <a:gd name="T46" fmla="*/ 19 w 35"/>
                  <a:gd name="T47" fmla="*/ 10 h 13"/>
                  <a:gd name="T48" fmla="*/ 16 w 35"/>
                  <a:gd name="T49" fmla="*/ 9 h 13"/>
                  <a:gd name="T50" fmla="*/ 14 w 35"/>
                  <a:gd name="T51" fmla="*/ 9 h 13"/>
                  <a:gd name="T52" fmla="*/ 11 w 35"/>
                  <a:gd name="T53" fmla="*/ 8 h 13"/>
                  <a:gd name="T54" fmla="*/ 9 w 35"/>
                  <a:gd name="T55" fmla="*/ 7 h 13"/>
                  <a:gd name="T56" fmla="*/ 8 w 35"/>
                  <a:gd name="T57" fmla="*/ 6 h 13"/>
                  <a:gd name="T58" fmla="*/ 5 w 35"/>
                  <a:gd name="T59" fmla="*/ 5 h 13"/>
                  <a:gd name="T60" fmla="*/ 4 w 35"/>
                  <a:gd name="T61" fmla="*/ 4 h 13"/>
                  <a:gd name="T62" fmla="*/ 3 w 35"/>
                  <a:gd name="T63" fmla="*/ 3 h 13"/>
                  <a:gd name="T64" fmla="*/ 2 w 35"/>
                  <a:gd name="T65" fmla="*/ 2 h 13"/>
                  <a:gd name="T66" fmla="*/ 2 w 35"/>
                  <a:gd name="T67" fmla="*/ 1 h 13"/>
                  <a:gd name="T68" fmla="*/ 2 w 35"/>
                  <a:gd name="T69" fmla="*/ 0 h 13"/>
                  <a:gd name="T70" fmla="*/ 0 w 35"/>
                  <a:gd name="T71" fmla="*/ 0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5" y="12"/>
                    </a:lnTo>
                    <a:lnTo>
                      <a:pt x="29" y="13"/>
                    </a:lnTo>
                    <a:lnTo>
                      <a:pt x="32" y="13"/>
                    </a:lnTo>
                    <a:lnTo>
                      <a:pt x="35" y="13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1" name="Freeform 981"/>
              <p:cNvSpPr>
                <a:spLocks/>
              </p:cNvSpPr>
              <p:nvPr/>
            </p:nvSpPr>
            <p:spPr bwMode="auto">
              <a:xfrm>
                <a:off x="3080" y="1967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0 w 8"/>
                  <a:gd name="T3" fmla="*/ 2 h 15"/>
                  <a:gd name="T4" fmla="*/ 3 w 8"/>
                  <a:gd name="T5" fmla="*/ 4 h 15"/>
                  <a:gd name="T6" fmla="*/ 5 w 8"/>
                  <a:gd name="T7" fmla="*/ 5 h 15"/>
                  <a:gd name="T8" fmla="*/ 5 w 8"/>
                  <a:gd name="T9" fmla="*/ 6 h 15"/>
                  <a:gd name="T10" fmla="*/ 5 w 8"/>
                  <a:gd name="T11" fmla="*/ 8 h 15"/>
                  <a:gd name="T12" fmla="*/ 3 w 8"/>
                  <a:gd name="T13" fmla="*/ 8 h 15"/>
                  <a:gd name="T14" fmla="*/ 2 w 8"/>
                  <a:gd name="T15" fmla="*/ 10 h 15"/>
                  <a:gd name="T16" fmla="*/ 1 w 8"/>
                  <a:gd name="T17" fmla="*/ 12 h 15"/>
                  <a:gd name="T18" fmla="*/ 0 w 8"/>
                  <a:gd name="T19" fmla="*/ 15 h 15"/>
                  <a:gd name="T20" fmla="*/ 2 w 8"/>
                  <a:gd name="T21" fmla="*/ 15 h 15"/>
                  <a:gd name="T22" fmla="*/ 2 w 8"/>
                  <a:gd name="T23" fmla="*/ 12 h 15"/>
                  <a:gd name="T24" fmla="*/ 3 w 8"/>
                  <a:gd name="T25" fmla="*/ 11 h 15"/>
                  <a:gd name="T26" fmla="*/ 5 w 8"/>
                  <a:gd name="T27" fmla="*/ 10 h 15"/>
                  <a:gd name="T28" fmla="*/ 7 w 8"/>
                  <a:gd name="T29" fmla="*/ 8 h 15"/>
                  <a:gd name="T30" fmla="*/ 8 w 8"/>
                  <a:gd name="T31" fmla="*/ 6 h 15"/>
                  <a:gd name="T32" fmla="*/ 8 w 8"/>
                  <a:gd name="T33" fmla="*/ 5 h 15"/>
                  <a:gd name="T34" fmla="*/ 5 w 8"/>
                  <a:gd name="T35" fmla="*/ 3 h 15"/>
                  <a:gd name="T36" fmla="*/ 1 w 8"/>
                  <a:gd name="T37" fmla="*/ 0 h 15"/>
                  <a:gd name="T38" fmla="*/ 0 w 8"/>
                  <a:gd name="T39" fmla="*/ 1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15"/>
                  <a:gd name="T62" fmla="*/ 8 w 8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15">
                    <a:moveTo>
                      <a:pt x="0" y="1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2" name="Freeform 982"/>
              <p:cNvSpPr>
                <a:spLocks/>
              </p:cNvSpPr>
              <p:nvPr/>
            </p:nvSpPr>
            <p:spPr bwMode="auto">
              <a:xfrm>
                <a:off x="3074" y="1894"/>
                <a:ext cx="8" cy="74"/>
              </a:xfrm>
              <a:custGeom>
                <a:avLst/>
                <a:gdLst>
                  <a:gd name="T0" fmla="*/ 7 w 8"/>
                  <a:gd name="T1" fmla="*/ 0 h 74"/>
                  <a:gd name="T2" fmla="*/ 7 w 8"/>
                  <a:gd name="T3" fmla="*/ 0 h 74"/>
                  <a:gd name="T4" fmla="*/ 3 w 8"/>
                  <a:gd name="T5" fmla="*/ 6 h 74"/>
                  <a:gd name="T6" fmla="*/ 1 w 8"/>
                  <a:gd name="T7" fmla="*/ 14 h 74"/>
                  <a:gd name="T8" fmla="*/ 0 w 8"/>
                  <a:gd name="T9" fmla="*/ 25 h 74"/>
                  <a:gd name="T10" fmla="*/ 0 w 8"/>
                  <a:gd name="T11" fmla="*/ 37 h 74"/>
                  <a:gd name="T12" fmla="*/ 1 w 8"/>
                  <a:gd name="T13" fmla="*/ 50 h 74"/>
                  <a:gd name="T14" fmla="*/ 2 w 8"/>
                  <a:gd name="T15" fmla="*/ 60 h 74"/>
                  <a:gd name="T16" fmla="*/ 3 w 8"/>
                  <a:gd name="T17" fmla="*/ 69 h 74"/>
                  <a:gd name="T18" fmla="*/ 7 w 8"/>
                  <a:gd name="T19" fmla="*/ 74 h 74"/>
                  <a:gd name="T20" fmla="*/ 8 w 8"/>
                  <a:gd name="T21" fmla="*/ 73 h 74"/>
                  <a:gd name="T22" fmla="*/ 6 w 8"/>
                  <a:gd name="T23" fmla="*/ 68 h 74"/>
                  <a:gd name="T24" fmla="*/ 4 w 8"/>
                  <a:gd name="T25" fmla="*/ 60 h 74"/>
                  <a:gd name="T26" fmla="*/ 2 w 8"/>
                  <a:gd name="T27" fmla="*/ 50 h 74"/>
                  <a:gd name="T28" fmla="*/ 2 w 8"/>
                  <a:gd name="T29" fmla="*/ 37 h 74"/>
                  <a:gd name="T30" fmla="*/ 2 w 8"/>
                  <a:gd name="T31" fmla="*/ 25 h 74"/>
                  <a:gd name="T32" fmla="*/ 3 w 8"/>
                  <a:gd name="T33" fmla="*/ 15 h 74"/>
                  <a:gd name="T34" fmla="*/ 4 w 8"/>
                  <a:gd name="T35" fmla="*/ 6 h 74"/>
                  <a:gd name="T36" fmla="*/ 8 w 8"/>
                  <a:gd name="T37" fmla="*/ 2 h 74"/>
                  <a:gd name="T38" fmla="*/ 7 w 8"/>
                  <a:gd name="T39" fmla="*/ 0 h 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74"/>
                  <a:gd name="T62" fmla="*/ 8 w 8"/>
                  <a:gd name="T63" fmla="*/ 74 h 7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7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1" y="14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1" y="50"/>
                    </a:lnTo>
                    <a:lnTo>
                      <a:pt x="2" y="60"/>
                    </a:lnTo>
                    <a:lnTo>
                      <a:pt x="3" y="69"/>
                    </a:lnTo>
                    <a:lnTo>
                      <a:pt x="7" y="74"/>
                    </a:lnTo>
                    <a:lnTo>
                      <a:pt x="8" y="73"/>
                    </a:lnTo>
                    <a:lnTo>
                      <a:pt x="6" y="68"/>
                    </a:lnTo>
                    <a:lnTo>
                      <a:pt x="4" y="60"/>
                    </a:lnTo>
                    <a:lnTo>
                      <a:pt x="2" y="50"/>
                    </a:lnTo>
                    <a:lnTo>
                      <a:pt x="2" y="37"/>
                    </a:lnTo>
                    <a:lnTo>
                      <a:pt x="2" y="25"/>
                    </a:lnTo>
                    <a:lnTo>
                      <a:pt x="3" y="15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3" name="Freeform 983"/>
              <p:cNvSpPr>
                <a:spLocks/>
              </p:cNvSpPr>
              <p:nvPr/>
            </p:nvSpPr>
            <p:spPr bwMode="auto">
              <a:xfrm>
                <a:off x="3080" y="1883"/>
                <a:ext cx="8" cy="14"/>
              </a:xfrm>
              <a:custGeom>
                <a:avLst/>
                <a:gdLst>
                  <a:gd name="T0" fmla="*/ 0 w 8"/>
                  <a:gd name="T1" fmla="*/ 0 h 14"/>
                  <a:gd name="T2" fmla="*/ 0 w 8"/>
                  <a:gd name="T3" fmla="*/ 0 h 14"/>
                  <a:gd name="T4" fmla="*/ 1 w 8"/>
                  <a:gd name="T5" fmla="*/ 2 h 14"/>
                  <a:gd name="T6" fmla="*/ 2 w 8"/>
                  <a:gd name="T7" fmla="*/ 5 h 14"/>
                  <a:gd name="T8" fmla="*/ 4 w 8"/>
                  <a:gd name="T9" fmla="*/ 6 h 14"/>
                  <a:gd name="T10" fmla="*/ 5 w 8"/>
                  <a:gd name="T11" fmla="*/ 7 h 14"/>
                  <a:gd name="T12" fmla="*/ 5 w 8"/>
                  <a:gd name="T13" fmla="*/ 8 h 14"/>
                  <a:gd name="T14" fmla="*/ 4 w 8"/>
                  <a:gd name="T15" fmla="*/ 10 h 14"/>
                  <a:gd name="T16" fmla="*/ 0 w 8"/>
                  <a:gd name="T17" fmla="*/ 12 h 14"/>
                  <a:gd name="T18" fmla="*/ 1 w 8"/>
                  <a:gd name="T19" fmla="*/ 14 h 14"/>
                  <a:gd name="T20" fmla="*/ 5 w 8"/>
                  <a:gd name="T21" fmla="*/ 12 h 14"/>
                  <a:gd name="T22" fmla="*/ 8 w 8"/>
                  <a:gd name="T23" fmla="*/ 10 h 14"/>
                  <a:gd name="T24" fmla="*/ 8 w 8"/>
                  <a:gd name="T25" fmla="*/ 7 h 14"/>
                  <a:gd name="T26" fmla="*/ 7 w 8"/>
                  <a:gd name="T27" fmla="*/ 6 h 14"/>
                  <a:gd name="T28" fmla="*/ 5 w 8"/>
                  <a:gd name="T29" fmla="*/ 5 h 14"/>
                  <a:gd name="T30" fmla="*/ 3 w 8"/>
                  <a:gd name="T31" fmla="*/ 4 h 14"/>
                  <a:gd name="T32" fmla="*/ 2 w 8"/>
                  <a:gd name="T33" fmla="*/ 2 h 14"/>
                  <a:gd name="T34" fmla="*/ 2 w 8"/>
                  <a:gd name="T35" fmla="*/ 0 h 14"/>
                  <a:gd name="T36" fmla="*/ 0 w 8"/>
                  <a:gd name="T37" fmla="*/ 0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4"/>
                  <a:gd name="T59" fmla="*/ 8 w 8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5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4" name="Freeform 984"/>
              <p:cNvSpPr>
                <a:spLocks/>
              </p:cNvSpPr>
              <p:nvPr/>
            </p:nvSpPr>
            <p:spPr bwMode="auto">
              <a:xfrm>
                <a:off x="3080" y="1867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35 w 35"/>
                  <a:gd name="T3" fmla="*/ 0 h 16"/>
                  <a:gd name="T4" fmla="*/ 32 w 35"/>
                  <a:gd name="T5" fmla="*/ 0 h 16"/>
                  <a:gd name="T6" fmla="*/ 29 w 35"/>
                  <a:gd name="T7" fmla="*/ 0 h 16"/>
                  <a:gd name="T8" fmla="*/ 25 w 35"/>
                  <a:gd name="T9" fmla="*/ 1 h 16"/>
                  <a:gd name="T10" fmla="*/ 21 w 35"/>
                  <a:gd name="T11" fmla="*/ 1 h 16"/>
                  <a:gd name="T12" fmla="*/ 19 w 35"/>
                  <a:gd name="T13" fmla="*/ 2 h 16"/>
                  <a:gd name="T14" fmla="*/ 16 w 35"/>
                  <a:gd name="T15" fmla="*/ 2 h 16"/>
                  <a:gd name="T16" fmla="*/ 14 w 35"/>
                  <a:gd name="T17" fmla="*/ 3 h 16"/>
                  <a:gd name="T18" fmla="*/ 11 w 35"/>
                  <a:gd name="T19" fmla="*/ 5 h 16"/>
                  <a:gd name="T20" fmla="*/ 8 w 35"/>
                  <a:gd name="T21" fmla="*/ 6 h 16"/>
                  <a:gd name="T22" fmla="*/ 7 w 35"/>
                  <a:gd name="T23" fmla="*/ 7 h 16"/>
                  <a:gd name="T24" fmla="*/ 4 w 35"/>
                  <a:gd name="T25" fmla="*/ 9 h 16"/>
                  <a:gd name="T26" fmla="*/ 3 w 35"/>
                  <a:gd name="T27" fmla="*/ 10 h 16"/>
                  <a:gd name="T28" fmla="*/ 1 w 35"/>
                  <a:gd name="T29" fmla="*/ 12 h 16"/>
                  <a:gd name="T30" fmla="*/ 1 w 35"/>
                  <a:gd name="T31" fmla="*/ 13 h 16"/>
                  <a:gd name="T32" fmla="*/ 0 w 35"/>
                  <a:gd name="T33" fmla="*/ 15 h 16"/>
                  <a:gd name="T34" fmla="*/ 0 w 35"/>
                  <a:gd name="T35" fmla="*/ 16 h 16"/>
                  <a:gd name="T36" fmla="*/ 2 w 35"/>
                  <a:gd name="T37" fmla="*/ 16 h 16"/>
                  <a:gd name="T38" fmla="*/ 2 w 35"/>
                  <a:gd name="T39" fmla="*/ 15 h 16"/>
                  <a:gd name="T40" fmla="*/ 2 w 35"/>
                  <a:gd name="T41" fmla="*/ 14 h 16"/>
                  <a:gd name="T42" fmla="*/ 3 w 35"/>
                  <a:gd name="T43" fmla="*/ 13 h 16"/>
                  <a:gd name="T44" fmla="*/ 4 w 35"/>
                  <a:gd name="T45" fmla="*/ 11 h 16"/>
                  <a:gd name="T46" fmla="*/ 5 w 35"/>
                  <a:gd name="T47" fmla="*/ 10 h 16"/>
                  <a:gd name="T48" fmla="*/ 8 w 35"/>
                  <a:gd name="T49" fmla="*/ 9 h 16"/>
                  <a:gd name="T50" fmla="*/ 9 w 35"/>
                  <a:gd name="T51" fmla="*/ 7 h 16"/>
                  <a:gd name="T52" fmla="*/ 11 w 35"/>
                  <a:gd name="T53" fmla="*/ 7 h 16"/>
                  <a:gd name="T54" fmla="*/ 14 w 35"/>
                  <a:gd name="T55" fmla="*/ 6 h 16"/>
                  <a:gd name="T56" fmla="*/ 16 w 35"/>
                  <a:gd name="T57" fmla="*/ 5 h 16"/>
                  <a:gd name="T58" fmla="*/ 19 w 35"/>
                  <a:gd name="T59" fmla="*/ 3 h 16"/>
                  <a:gd name="T60" fmla="*/ 21 w 35"/>
                  <a:gd name="T61" fmla="*/ 3 h 16"/>
                  <a:gd name="T62" fmla="*/ 25 w 35"/>
                  <a:gd name="T63" fmla="*/ 2 h 16"/>
                  <a:gd name="T64" fmla="*/ 29 w 35"/>
                  <a:gd name="T65" fmla="*/ 2 h 16"/>
                  <a:gd name="T66" fmla="*/ 32 w 35"/>
                  <a:gd name="T67" fmla="*/ 2 h 16"/>
                  <a:gd name="T68" fmla="*/ 35 w 35"/>
                  <a:gd name="T69" fmla="*/ 2 h 16"/>
                  <a:gd name="T70" fmla="*/ 35 w 35"/>
                  <a:gd name="T71" fmla="*/ 0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1" y="1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3"/>
                    </a:lnTo>
                    <a:lnTo>
                      <a:pt x="11" y="5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5" name="Freeform 985"/>
              <p:cNvSpPr>
                <a:spLocks/>
              </p:cNvSpPr>
              <p:nvPr/>
            </p:nvSpPr>
            <p:spPr bwMode="auto">
              <a:xfrm>
                <a:off x="3115" y="1867"/>
                <a:ext cx="35" cy="16"/>
              </a:xfrm>
              <a:custGeom>
                <a:avLst/>
                <a:gdLst>
                  <a:gd name="T0" fmla="*/ 35 w 35"/>
                  <a:gd name="T1" fmla="*/ 16 h 16"/>
                  <a:gd name="T2" fmla="*/ 35 w 35"/>
                  <a:gd name="T3" fmla="*/ 16 h 16"/>
                  <a:gd name="T4" fmla="*/ 35 w 35"/>
                  <a:gd name="T5" fmla="*/ 15 h 16"/>
                  <a:gd name="T6" fmla="*/ 33 w 35"/>
                  <a:gd name="T7" fmla="*/ 13 h 16"/>
                  <a:gd name="T8" fmla="*/ 32 w 35"/>
                  <a:gd name="T9" fmla="*/ 12 h 16"/>
                  <a:gd name="T10" fmla="*/ 31 w 35"/>
                  <a:gd name="T11" fmla="*/ 10 h 16"/>
                  <a:gd name="T12" fmla="*/ 30 w 35"/>
                  <a:gd name="T13" fmla="*/ 9 h 16"/>
                  <a:gd name="T14" fmla="*/ 28 w 35"/>
                  <a:gd name="T15" fmla="*/ 7 h 16"/>
                  <a:gd name="T16" fmla="*/ 27 w 35"/>
                  <a:gd name="T17" fmla="*/ 6 h 16"/>
                  <a:gd name="T18" fmla="*/ 25 w 35"/>
                  <a:gd name="T19" fmla="*/ 5 h 16"/>
                  <a:gd name="T20" fmla="*/ 22 w 35"/>
                  <a:gd name="T21" fmla="*/ 3 h 16"/>
                  <a:gd name="T22" fmla="*/ 20 w 35"/>
                  <a:gd name="T23" fmla="*/ 2 h 16"/>
                  <a:gd name="T24" fmla="*/ 17 w 35"/>
                  <a:gd name="T25" fmla="*/ 2 h 16"/>
                  <a:gd name="T26" fmla="*/ 13 w 35"/>
                  <a:gd name="T27" fmla="*/ 1 h 16"/>
                  <a:gd name="T28" fmla="*/ 10 w 35"/>
                  <a:gd name="T29" fmla="*/ 1 h 16"/>
                  <a:gd name="T30" fmla="*/ 7 w 35"/>
                  <a:gd name="T31" fmla="*/ 0 h 16"/>
                  <a:gd name="T32" fmla="*/ 4 w 35"/>
                  <a:gd name="T33" fmla="*/ 0 h 16"/>
                  <a:gd name="T34" fmla="*/ 0 w 35"/>
                  <a:gd name="T35" fmla="*/ 0 h 16"/>
                  <a:gd name="T36" fmla="*/ 0 w 35"/>
                  <a:gd name="T37" fmla="*/ 2 h 16"/>
                  <a:gd name="T38" fmla="*/ 4 w 35"/>
                  <a:gd name="T39" fmla="*/ 2 h 16"/>
                  <a:gd name="T40" fmla="*/ 7 w 35"/>
                  <a:gd name="T41" fmla="*/ 2 h 16"/>
                  <a:gd name="T42" fmla="*/ 10 w 35"/>
                  <a:gd name="T43" fmla="*/ 2 h 16"/>
                  <a:gd name="T44" fmla="*/ 13 w 35"/>
                  <a:gd name="T45" fmla="*/ 3 h 16"/>
                  <a:gd name="T46" fmla="*/ 15 w 35"/>
                  <a:gd name="T47" fmla="*/ 3 h 16"/>
                  <a:gd name="T48" fmla="*/ 20 w 35"/>
                  <a:gd name="T49" fmla="*/ 5 h 16"/>
                  <a:gd name="T50" fmla="*/ 22 w 35"/>
                  <a:gd name="T51" fmla="*/ 6 h 16"/>
                  <a:gd name="T52" fmla="*/ 24 w 35"/>
                  <a:gd name="T53" fmla="*/ 7 h 16"/>
                  <a:gd name="T54" fmla="*/ 26 w 35"/>
                  <a:gd name="T55" fmla="*/ 7 h 16"/>
                  <a:gd name="T56" fmla="*/ 27 w 35"/>
                  <a:gd name="T57" fmla="*/ 9 h 16"/>
                  <a:gd name="T58" fmla="*/ 29 w 35"/>
                  <a:gd name="T59" fmla="*/ 10 h 16"/>
                  <a:gd name="T60" fmla="*/ 30 w 35"/>
                  <a:gd name="T61" fmla="*/ 11 h 16"/>
                  <a:gd name="T62" fmla="*/ 31 w 35"/>
                  <a:gd name="T63" fmla="*/ 13 h 16"/>
                  <a:gd name="T64" fmla="*/ 32 w 35"/>
                  <a:gd name="T65" fmla="*/ 14 h 16"/>
                  <a:gd name="T66" fmla="*/ 32 w 35"/>
                  <a:gd name="T67" fmla="*/ 15 h 16"/>
                  <a:gd name="T68" fmla="*/ 32 w 35"/>
                  <a:gd name="T69" fmla="*/ 16 h 16"/>
                  <a:gd name="T70" fmla="*/ 35 w 35"/>
                  <a:gd name="T71" fmla="*/ 16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16"/>
                    </a:moveTo>
                    <a:lnTo>
                      <a:pt x="35" y="16"/>
                    </a:lnTo>
                    <a:lnTo>
                      <a:pt x="35" y="15"/>
                    </a:lnTo>
                    <a:lnTo>
                      <a:pt x="33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6"/>
                    </a:lnTo>
                    <a:lnTo>
                      <a:pt x="25" y="5"/>
                    </a:lnTo>
                    <a:lnTo>
                      <a:pt x="22" y="3"/>
                    </a:lnTo>
                    <a:lnTo>
                      <a:pt x="20" y="2"/>
                    </a:lnTo>
                    <a:lnTo>
                      <a:pt x="17" y="2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2" y="6"/>
                    </a:lnTo>
                    <a:lnTo>
                      <a:pt x="24" y="7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1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6" name="Freeform 986"/>
              <p:cNvSpPr>
                <a:spLocks/>
              </p:cNvSpPr>
              <p:nvPr/>
            </p:nvSpPr>
            <p:spPr bwMode="auto">
              <a:xfrm>
                <a:off x="3142" y="1883"/>
                <a:ext cx="8" cy="12"/>
              </a:xfrm>
              <a:custGeom>
                <a:avLst/>
                <a:gdLst>
                  <a:gd name="T0" fmla="*/ 6 w 8"/>
                  <a:gd name="T1" fmla="*/ 11 h 12"/>
                  <a:gd name="T2" fmla="*/ 6 w 8"/>
                  <a:gd name="T3" fmla="*/ 11 h 12"/>
                  <a:gd name="T4" fmla="*/ 3 w 8"/>
                  <a:gd name="T5" fmla="*/ 8 h 12"/>
                  <a:gd name="T6" fmla="*/ 2 w 8"/>
                  <a:gd name="T7" fmla="*/ 7 h 12"/>
                  <a:gd name="T8" fmla="*/ 2 w 8"/>
                  <a:gd name="T9" fmla="*/ 6 h 12"/>
                  <a:gd name="T10" fmla="*/ 3 w 8"/>
                  <a:gd name="T11" fmla="*/ 6 h 12"/>
                  <a:gd name="T12" fmla="*/ 5 w 8"/>
                  <a:gd name="T13" fmla="*/ 5 h 12"/>
                  <a:gd name="T14" fmla="*/ 6 w 8"/>
                  <a:gd name="T15" fmla="*/ 2 h 12"/>
                  <a:gd name="T16" fmla="*/ 8 w 8"/>
                  <a:gd name="T17" fmla="*/ 0 h 12"/>
                  <a:gd name="T18" fmla="*/ 5 w 8"/>
                  <a:gd name="T19" fmla="*/ 0 h 12"/>
                  <a:gd name="T20" fmla="*/ 5 w 8"/>
                  <a:gd name="T21" fmla="*/ 2 h 12"/>
                  <a:gd name="T22" fmla="*/ 4 w 8"/>
                  <a:gd name="T23" fmla="*/ 4 h 12"/>
                  <a:gd name="T24" fmla="*/ 2 w 8"/>
                  <a:gd name="T25" fmla="*/ 4 h 12"/>
                  <a:gd name="T26" fmla="*/ 1 w 8"/>
                  <a:gd name="T27" fmla="*/ 5 h 12"/>
                  <a:gd name="T28" fmla="*/ 0 w 8"/>
                  <a:gd name="T29" fmla="*/ 6 h 12"/>
                  <a:gd name="T30" fmla="*/ 0 w 8"/>
                  <a:gd name="T31" fmla="*/ 7 h 12"/>
                  <a:gd name="T32" fmla="*/ 2 w 8"/>
                  <a:gd name="T33" fmla="*/ 9 h 12"/>
                  <a:gd name="T34" fmla="*/ 5 w 8"/>
                  <a:gd name="T35" fmla="*/ 12 h 12"/>
                  <a:gd name="T36" fmla="*/ 6 w 8"/>
                  <a:gd name="T37" fmla="*/ 11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2"/>
                  <a:gd name="T59" fmla="*/ 8 w 8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2">
                    <a:moveTo>
                      <a:pt x="6" y="11"/>
                    </a:moveTo>
                    <a:lnTo>
                      <a:pt x="6" y="11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12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7" name="Freeform 987"/>
              <p:cNvSpPr>
                <a:spLocks/>
              </p:cNvSpPr>
              <p:nvPr/>
            </p:nvSpPr>
            <p:spPr bwMode="auto">
              <a:xfrm>
                <a:off x="3145" y="1894"/>
                <a:ext cx="11" cy="78"/>
              </a:xfrm>
              <a:custGeom>
                <a:avLst/>
                <a:gdLst>
                  <a:gd name="T0" fmla="*/ 1 w 11"/>
                  <a:gd name="T1" fmla="*/ 78 h 78"/>
                  <a:gd name="T2" fmla="*/ 1 w 11"/>
                  <a:gd name="T3" fmla="*/ 78 h 78"/>
                  <a:gd name="T4" fmla="*/ 6 w 11"/>
                  <a:gd name="T5" fmla="*/ 74 h 78"/>
                  <a:gd name="T6" fmla="*/ 8 w 11"/>
                  <a:gd name="T7" fmla="*/ 65 h 78"/>
                  <a:gd name="T8" fmla="*/ 10 w 11"/>
                  <a:gd name="T9" fmla="*/ 53 h 78"/>
                  <a:gd name="T10" fmla="*/ 11 w 11"/>
                  <a:gd name="T11" fmla="*/ 41 h 78"/>
                  <a:gd name="T12" fmla="*/ 11 w 11"/>
                  <a:gd name="T13" fmla="*/ 28 h 78"/>
                  <a:gd name="T14" fmla="*/ 10 w 11"/>
                  <a:gd name="T15" fmla="*/ 16 h 78"/>
                  <a:gd name="T16" fmla="*/ 8 w 11"/>
                  <a:gd name="T17" fmla="*/ 6 h 78"/>
                  <a:gd name="T18" fmla="*/ 3 w 11"/>
                  <a:gd name="T19" fmla="*/ 0 h 78"/>
                  <a:gd name="T20" fmla="*/ 2 w 11"/>
                  <a:gd name="T21" fmla="*/ 1 h 78"/>
                  <a:gd name="T22" fmla="*/ 6 w 11"/>
                  <a:gd name="T23" fmla="*/ 6 h 78"/>
                  <a:gd name="T24" fmla="*/ 8 w 11"/>
                  <a:gd name="T25" fmla="*/ 17 h 78"/>
                  <a:gd name="T26" fmla="*/ 9 w 11"/>
                  <a:gd name="T27" fmla="*/ 28 h 78"/>
                  <a:gd name="T28" fmla="*/ 9 w 11"/>
                  <a:gd name="T29" fmla="*/ 41 h 78"/>
                  <a:gd name="T30" fmla="*/ 8 w 11"/>
                  <a:gd name="T31" fmla="*/ 53 h 78"/>
                  <a:gd name="T32" fmla="*/ 6 w 11"/>
                  <a:gd name="T33" fmla="*/ 65 h 78"/>
                  <a:gd name="T34" fmla="*/ 2 w 11"/>
                  <a:gd name="T35" fmla="*/ 73 h 78"/>
                  <a:gd name="T36" fmla="*/ 0 w 11"/>
                  <a:gd name="T37" fmla="*/ 77 h 78"/>
                  <a:gd name="T38" fmla="*/ 1 w 11"/>
                  <a:gd name="T39" fmla="*/ 78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78"/>
                  <a:gd name="T62" fmla="*/ 11 w 11"/>
                  <a:gd name="T63" fmla="*/ 78 h 7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78">
                    <a:moveTo>
                      <a:pt x="1" y="78"/>
                    </a:moveTo>
                    <a:lnTo>
                      <a:pt x="1" y="78"/>
                    </a:lnTo>
                    <a:lnTo>
                      <a:pt x="6" y="74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1" y="41"/>
                    </a:lnTo>
                    <a:lnTo>
                      <a:pt x="11" y="28"/>
                    </a:lnTo>
                    <a:lnTo>
                      <a:pt x="10" y="16"/>
                    </a:lnTo>
                    <a:lnTo>
                      <a:pt x="8" y="6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6" y="6"/>
                    </a:lnTo>
                    <a:lnTo>
                      <a:pt x="8" y="17"/>
                    </a:lnTo>
                    <a:lnTo>
                      <a:pt x="9" y="28"/>
                    </a:lnTo>
                    <a:lnTo>
                      <a:pt x="9" y="41"/>
                    </a:lnTo>
                    <a:lnTo>
                      <a:pt x="8" y="53"/>
                    </a:lnTo>
                    <a:lnTo>
                      <a:pt x="6" y="65"/>
                    </a:lnTo>
                    <a:lnTo>
                      <a:pt x="2" y="73"/>
                    </a:lnTo>
                    <a:lnTo>
                      <a:pt x="0" y="77"/>
                    </a:lnTo>
                    <a:lnTo>
                      <a:pt x="1" y="7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8" name="Freeform 988"/>
              <p:cNvSpPr>
                <a:spLocks/>
              </p:cNvSpPr>
              <p:nvPr/>
            </p:nvSpPr>
            <p:spPr bwMode="auto">
              <a:xfrm>
                <a:off x="3348" y="1912"/>
                <a:ext cx="36" cy="34"/>
              </a:xfrm>
              <a:custGeom>
                <a:avLst/>
                <a:gdLst>
                  <a:gd name="T0" fmla="*/ 17 w 36"/>
                  <a:gd name="T1" fmla="*/ 34 h 34"/>
                  <a:gd name="T2" fmla="*/ 22 w 36"/>
                  <a:gd name="T3" fmla="*/ 34 h 34"/>
                  <a:gd name="T4" fmla="*/ 24 w 36"/>
                  <a:gd name="T5" fmla="*/ 33 h 34"/>
                  <a:gd name="T6" fmla="*/ 27 w 36"/>
                  <a:gd name="T7" fmla="*/ 31 h 34"/>
                  <a:gd name="T8" fmla="*/ 29 w 36"/>
                  <a:gd name="T9" fmla="*/ 30 h 34"/>
                  <a:gd name="T10" fmla="*/ 32 w 36"/>
                  <a:gd name="T11" fmla="*/ 26 h 34"/>
                  <a:gd name="T12" fmla="*/ 35 w 36"/>
                  <a:gd name="T13" fmla="*/ 24 h 34"/>
                  <a:gd name="T14" fmla="*/ 36 w 36"/>
                  <a:gd name="T15" fmla="*/ 20 h 34"/>
                  <a:gd name="T16" fmla="*/ 36 w 36"/>
                  <a:gd name="T17" fmla="*/ 17 h 34"/>
                  <a:gd name="T18" fmla="*/ 36 w 36"/>
                  <a:gd name="T19" fmla="*/ 14 h 34"/>
                  <a:gd name="T20" fmla="*/ 35 w 36"/>
                  <a:gd name="T21" fmla="*/ 10 h 34"/>
                  <a:gd name="T22" fmla="*/ 32 w 36"/>
                  <a:gd name="T23" fmla="*/ 8 h 34"/>
                  <a:gd name="T24" fmla="*/ 29 w 36"/>
                  <a:gd name="T25" fmla="*/ 4 h 34"/>
                  <a:gd name="T26" fmla="*/ 27 w 36"/>
                  <a:gd name="T27" fmla="*/ 3 h 34"/>
                  <a:gd name="T28" fmla="*/ 24 w 36"/>
                  <a:gd name="T29" fmla="*/ 1 h 34"/>
                  <a:gd name="T30" fmla="*/ 22 w 36"/>
                  <a:gd name="T31" fmla="*/ 0 h 34"/>
                  <a:gd name="T32" fmla="*/ 17 w 36"/>
                  <a:gd name="T33" fmla="*/ 0 h 34"/>
                  <a:gd name="T34" fmla="*/ 13 w 36"/>
                  <a:gd name="T35" fmla="*/ 0 h 34"/>
                  <a:gd name="T36" fmla="*/ 11 w 36"/>
                  <a:gd name="T37" fmla="*/ 1 h 34"/>
                  <a:gd name="T38" fmla="*/ 8 w 36"/>
                  <a:gd name="T39" fmla="*/ 3 h 34"/>
                  <a:gd name="T40" fmla="*/ 6 w 36"/>
                  <a:gd name="T41" fmla="*/ 4 h 34"/>
                  <a:gd name="T42" fmla="*/ 4 w 36"/>
                  <a:gd name="T43" fmla="*/ 8 h 34"/>
                  <a:gd name="T44" fmla="*/ 1 w 36"/>
                  <a:gd name="T45" fmla="*/ 10 h 34"/>
                  <a:gd name="T46" fmla="*/ 0 w 36"/>
                  <a:gd name="T47" fmla="*/ 14 h 34"/>
                  <a:gd name="T48" fmla="*/ 0 w 36"/>
                  <a:gd name="T49" fmla="*/ 17 h 34"/>
                  <a:gd name="T50" fmla="*/ 0 w 36"/>
                  <a:gd name="T51" fmla="*/ 20 h 34"/>
                  <a:gd name="T52" fmla="*/ 1 w 36"/>
                  <a:gd name="T53" fmla="*/ 24 h 34"/>
                  <a:gd name="T54" fmla="*/ 4 w 36"/>
                  <a:gd name="T55" fmla="*/ 26 h 34"/>
                  <a:gd name="T56" fmla="*/ 6 w 36"/>
                  <a:gd name="T57" fmla="*/ 30 h 34"/>
                  <a:gd name="T58" fmla="*/ 8 w 36"/>
                  <a:gd name="T59" fmla="*/ 31 h 34"/>
                  <a:gd name="T60" fmla="*/ 11 w 36"/>
                  <a:gd name="T61" fmla="*/ 33 h 34"/>
                  <a:gd name="T62" fmla="*/ 13 w 36"/>
                  <a:gd name="T63" fmla="*/ 34 h 34"/>
                  <a:gd name="T64" fmla="*/ 17 w 36"/>
                  <a:gd name="T65" fmla="*/ 34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6"/>
                  <a:gd name="T100" fmla="*/ 0 h 34"/>
                  <a:gd name="T101" fmla="*/ 36 w 36"/>
                  <a:gd name="T102" fmla="*/ 34 h 3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6" h="34">
                    <a:moveTo>
                      <a:pt x="17" y="34"/>
                    </a:moveTo>
                    <a:lnTo>
                      <a:pt x="22" y="34"/>
                    </a:lnTo>
                    <a:lnTo>
                      <a:pt x="24" y="33"/>
                    </a:lnTo>
                    <a:lnTo>
                      <a:pt x="27" y="31"/>
                    </a:lnTo>
                    <a:lnTo>
                      <a:pt x="29" y="30"/>
                    </a:lnTo>
                    <a:lnTo>
                      <a:pt x="32" y="26"/>
                    </a:lnTo>
                    <a:lnTo>
                      <a:pt x="35" y="24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6" y="14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4" y="26"/>
                    </a:lnTo>
                    <a:lnTo>
                      <a:pt x="6" y="30"/>
                    </a:lnTo>
                    <a:lnTo>
                      <a:pt x="8" y="31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119" name="Freeform 989"/>
              <p:cNvSpPr>
                <a:spLocks/>
              </p:cNvSpPr>
              <p:nvPr/>
            </p:nvSpPr>
            <p:spPr bwMode="auto">
              <a:xfrm>
                <a:off x="3156" y="1912"/>
                <a:ext cx="209" cy="34"/>
              </a:xfrm>
              <a:custGeom>
                <a:avLst/>
                <a:gdLst>
                  <a:gd name="T0" fmla="*/ 209 w 209"/>
                  <a:gd name="T1" fmla="*/ 0 h 34"/>
                  <a:gd name="T2" fmla="*/ 0 w 209"/>
                  <a:gd name="T3" fmla="*/ 10 h 34"/>
                  <a:gd name="T4" fmla="*/ 0 w 209"/>
                  <a:gd name="T5" fmla="*/ 26 h 34"/>
                  <a:gd name="T6" fmla="*/ 209 w 209"/>
                  <a:gd name="T7" fmla="*/ 34 h 34"/>
                  <a:gd name="T8" fmla="*/ 209 w 20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34"/>
                  <a:gd name="T17" fmla="*/ 209 w 20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34">
                    <a:moveTo>
                      <a:pt x="209" y="0"/>
                    </a:moveTo>
                    <a:lnTo>
                      <a:pt x="0" y="10"/>
                    </a:lnTo>
                    <a:lnTo>
                      <a:pt x="0" y="26"/>
                    </a:lnTo>
                    <a:lnTo>
                      <a:pt x="209" y="34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6907" name="Rectangle 990"/>
            <p:cNvSpPr>
              <a:spLocks noChangeArrowheads="1"/>
            </p:cNvSpPr>
            <p:nvPr/>
          </p:nvSpPr>
          <p:spPr bwMode="auto">
            <a:xfrm>
              <a:off x="3440" y="2687"/>
              <a:ext cx="292" cy="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Selection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36908" name="Rectangle 991"/>
            <p:cNvSpPr>
              <a:spLocks noChangeArrowheads="1"/>
            </p:cNvSpPr>
            <p:nvPr/>
          </p:nvSpPr>
          <p:spPr bwMode="auto">
            <a:xfrm>
              <a:off x="2258" y="2721"/>
              <a:ext cx="546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Risk Assessment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36909" name="Group 992"/>
            <p:cNvGrpSpPr>
              <a:grpSpLocks/>
            </p:cNvGrpSpPr>
            <p:nvPr/>
          </p:nvGrpSpPr>
          <p:grpSpPr bwMode="auto">
            <a:xfrm>
              <a:off x="2372" y="2391"/>
              <a:ext cx="312" cy="302"/>
              <a:chOff x="2028" y="1892"/>
              <a:chExt cx="263" cy="282"/>
            </a:xfrm>
          </p:grpSpPr>
          <p:sp>
            <p:nvSpPr>
              <p:cNvPr id="37011" name="Freeform 993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24 w 263"/>
                  <a:gd name="T27" fmla="*/ 282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3"/>
                  <a:gd name="T43" fmla="*/ 0 h 282"/>
                  <a:gd name="T44" fmla="*/ 263 w 263"/>
                  <a:gd name="T45" fmla="*/ 282 h 28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2" name="Freeform 994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3"/>
                  <a:gd name="T40" fmla="*/ 0 h 282"/>
                  <a:gd name="T41" fmla="*/ 263 w 263"/>
                  <a:gd name="T42" fmla="*/ 282 h 28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3" name="Line 995"/>
              <p:cNvSpPr>
                <a:spLocks noChangeShapeType="1"/>
              </p:cNvSpPr>
              <p:nvPr/>
            </p:nvSpPr>
            <p:spPr bwMode="auto">
              <a:xfrm>
                <a:off x="2086" y="1914"/>
                <a:ext cx="17" cy="32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4" name="Line 996"/>
              <p:cNvSpPr>
                <a:spLocks noChangeShapeType="1"/>
              </p:cNvSpPr>
              <p:nvPr/>
            </p:nvSpPr>
            <p:spPr bwMode="auto">
              <a:xfrm>
                <a:off x="2053" y="1942"/>
                <a:ext cx="29" cy="2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5" name="Line 997"/>
              <p:cNvSpPr>
                <a:spLocks noChangeShapeType="1"/>
              </p:cNvSpPr>
              <p:nvPr/>
            </p:nvSpPr>
            <p:spPr bwMode="auto">
              <a:xfrm flipV="1">
                <a:off x="2041" y="2030"/>
                <a:ext cx="34" cy="3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6" name="Line 998"/>
              <p:cNvSpPr>
                <a:spLocks noChangeShapeType="1"/>
              </p:cNvSpPr>
              <p:nvPr/>
            </p:nvSpPr>
            <p:spPr bwMode="auto">
              <a:xfrm flipH="1">
                <a:off x="2054" y="2069"/>
                <a:ext cx="37" cy="3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7" name="Line 999"/>
              <p:cNvSpPr>
                <a:spLocks noChangeShapeType="1"/>
              </p:cNvSpPr>
              <p:nvPr/>
            </p:nvSpPr>
            <p:spPr bwMode="auto">
              <a:xfrm flipH="1">
                <a:off x="2169" y="1903"/>
                <a:ext cx="2" cy="28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8" name="Line 1000"/>
              <p:cNvSpPr>
                <a:spLocks noChangeShapeType="1"/>
              </p:cNvSpPr>
              <p:nvPr/>
            </p:nvSpPr>
            <p:spPr bwMode="auto">
              <a:xfrm flipH="1">
                <a:off x="2218" y="1916"/>
                <a:ext cx="28" cy="3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19" name="Line 1001"/>
              <p:cNvSpPr>
                <a:spLocks noChangeShapeType="1"/>
              </p:cNvSpPr>
              <p:nvPr/>
            </p:nvSpPr>
            <p:spPr bwMode="auto">
              <a:xfrm flipV="1">
                <a:off x="2241" y="2006"/>
                <a:ext cx="40" cy="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0" name="Line 1002"/>
              <p:cNvSpPr>
                <a:spLocks noChangeShapeType="1"/>
              </p:cNvSpPr>
              <p:nvPr/>
            </p:nvSpPr>
            <p:spPr bwMode="auto">
              <a:xfrm>
                <a:off x="2231" y="2061"/>
                <a:ext cx="34" cy="40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1" name="Line 1003"/>
              <p:cNvSpPr>
                <a:spLocks noChangeShapeType="1"/>
              </p:cNvSpPr>
              <p:nvPr/>
            </p:nvSpPr>
            <p:spPr bwMode="auto">
              <a:xfrm>
                <a:off x="2241" y="2037"/>
                <a:ext cx="25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2" name="Line 1004"/>
              <p:cNvSpPr>
                <a:spLocks noChangeShapeType="1"/>
              </p:cNvSpPr>
              <p:nvPr/>
            </p:nvSpPr>
            <p:spPr bwMode="auto">
              <a:xfrm flipH="1">
                <a:off x="2060" y="2049"/>
                <a:ext cx="16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3" name="Line 1005"/>
              <p:cNvSpPr>
                <a:spLocks noChangeShapeType="1"/>
              </p:cNvSpPr>
              <p:nvPr/>
            </p:nvSpPr>
            <p:spPr bwMode="auto">
              <a:xfrm flipV="1">
                <a:off x="2192" y="1917"/>
                <a:ext cx="6" cy="1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4" name="Freeform 1006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5" name="Freeform 1007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6" name="Freeform 1008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7" name="Freeform 1009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8" name="Freeform 1010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29" name="Freeform 1011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0" name="Freeform 1012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71 w 140"/>
                  <a:gd name="T83" fmla="*/ 150 h 1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0"/>
                  <a:gd name="T127" fmla="*/ 0 h 150"/>
                  <a:gd name="T128" fmla="*/ 140 w 140"/>
                  <a:gd name="T129" fmla="*/ 150 h 15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1" name="Freeform 1013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0"/>
                  <a:gd name="T124" fmla="*/ 0 h 150"/>
                  <a:gd name="T125" fmla="*/ 140 w 140"/>
                  <a:gd name="T126" fmla="*/ 150 h 15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2" name="Freeform 1014"/>
              <p:cNvSpPr>
                <a:spLocks/>
              </p:cNvSpPr>
              <p:nvPr/>
            </p:nvSpPr>
            <p:spPr bwMode="auto">
              <a:xfrm>
                <a:off x="2120" y="2023"/>
                <a:ext cx="25" cy="31"/>
              </a:xfrm>
              <a:custGeom>
                <a:avLst/>
                <a:gdLst>
                  <a:gd name="T0" fmla="*/ 0 w 25"/>
                  <a:gd name="T1" fmla="*/ 0 h 31"/>
                  <a:gd name="T2" fmla="*/ 0 w 25"/>
                  <a:gd name="T3" fmla="*/ 5 h 31"/>
                  <a:gd name="T4" fmla="*/ 2 w 25"/>
                  <a:gd name="T5" fmla="*/ 10 h 31"/>
                  <a:gd name="T6" fmla="*/ 4 w 25"/>
                  <a:gd name="T7" fmla="*/ 14 h 31"/>
                  <a:gd name="T8" fmla="*/ 6 w 25"/>
                  <a:gd name="T9" fmla="*/ 17 h 31"/>
                  <a:gd name="T10" fmla="*/ 8 w 25"/>
                  <a:gd name="T11" fmla="*/ 22 h 31"/>
                  <a:gd name="T12" fmla="*/ 11 w 25"/>
                  <a:gd name="T13" fmla="*/ 25 h 31"/>
                  <a:gd name="T14" fmla="*/ 14 w 25"/>
                  <a:gd name="T15" fmla="*/ 27 h 31"/>
                  <a:gd name="T16" fmla="*/ 18 w 25"/>
                  <a:gd name="T17" fmla="*/ 29 h 31"/>
                  <a:gd name="T18" fmla="*/ 22 w 25"/>
                  <a:gd name="T19" fmla="*/ 30 h 31"/>
                  <a:gd name="T20" fmla="*/ 25 w 25"/>
                  <a:gd name="T21" fmla="*/ 31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"/>
                  <a:gd name="T34" fmla="*/ 0 h 31"/>
                  <a:gd name="T35" fmla="*/ 25 w 25"/>
                  <a:gd name="T36" fmla="*/ 31 h 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" h="31">
                    <a:moveTo>
                      <a:pt x="0" y="0"/>
                    </a:moveTo>
                    <a:lnTo>
                      <a:pt x="0" y="5"/>
                    </a:lnTo>
                    <a:lnTo>
                      <a:pt x="2" y="10"/>
                    </a:lnTo>
                    <a:lnTo>
                      <a:pt x="4" y="14"/>
                    </a:lnTo>
                    <a:lnTo>
                      <a:pt x="6" y="17"/>
                    </a:lnTo>
                    <a:lnTo>
                      <a:pt x="8" y="22"/>
                    </a:lnTo>
                    <a:lnTo>
                      <a:pt x="11" y="25"/>
                    </a:lnTo>
                    <a:lnTo>
                      <a:pt x="14" y="27"/>
                    </a:lnTo>
                    <a:lnTo>
                      <a:pt x="18" y="29"/>
                    </a:lnTo>
                    <a:lnTo>
                      <a:pt x="22" y="30"/>
                    </a:lnTo>
                    <a:lnTo>
                      <a:pt x="25" y="31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3" name="Freeform 1015"/>
              <p:cNvSpPr>
                <a:spLocks/>
              </p:cNvSpPr>
              <p:nvPr/>
            </p:nvSpPr>
            <p:spPr bwMode="auto">
              <a:xfrm>
                <a:off x="2144" y="2016"/>
                <a:ext cx="45" cy="45"/>
              </a:xfrm>
              <a:custGeom>
                <a:avLst/>
                <a:gdLst>
                  <a:gd name="T0" fmla="*/ 22 w 45"/>
                  <a:gd name="T1" fmla="*/ 0 h 45"/>
                  <a:gd name="T2" fmla="*/ 28 w 45"/>
                  <a:gd name="T3" fmla="*/ 17 h 45"/>
                  <a:gd name="T4" fmla="*/ 45 w 45"/>
                  <a:gd name="T5" fmla="*/ 17 h 45"/>
                  <a:gd name="T6" fmla="*/ 31 w 45"/>
                  <a:gd name="T7" fmla="*/ 28 h 45"/>
                  <a:gd name="T8" fmla="*/ 36 w 45"/>
                  <a:gd name="T9" fmla="*/ 45 h 45"/>
                  <a:gd name="T10" fmla="*/ 22 w 45"/>
                  <a:gd name="T11" fmla="*/ 35 h 45"/>
                  <a:gd name="T12" fmla="*/ 9 w 45"/>
                  <a:gd name="T13" fmla="*/ 45 h 45"/>
                  <a:gd name="T14" fmla="*/ 14 w 45"/>
                  <a:gd name="T15" fmla="*/ 28 h 45"/>
                  <a:gd name="T16" fmla="*/ 0 w 45"/>
                  <a:gd name="T17" fmla="*/ 17 h 45"/>
                  <a:gd name="T18" fmla="*/ 17 w 45"/>
                  <a:gd name="T19" fmla="*/ 17 h 45"/>
                  <a:gd name="T20" fmla="*/ 22 w 45"/>
                  <a:gd name="T21" fmla="*/ 0 h 45"/>
                  <a:gd name="T22" fmla="*/ 22 w 45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45"/>
                  <a:gd name="T38" fmla="*/ 45 w 45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45">
                    <a:moveTo>
                      <a:pt x="22" y="0"/>
                    </a:moveTo>
                    <a:lnTo>
                      <a:pt x="28" y="17"/>
                    </a:lnTo>
                    <a:lnTo>
                      <a:pt x="45" y="17"/>
                    </a:lnTo>
                    <a:lnTo>
                      <a:pt x="31" y="28"/>
                    </a:lnTo>
                    <a:lnTo>
                      <a:pt x="36" y="45"/>
                    </a:lnTo>
                    <a:lnTo>
                      <a:pt x="22" y="35"/>
                    </a:lnTo>
                    <a:lnTo>
                      <a:pt x="9" y="45"/>
                    </a:lnTo>
                    <a:lnTo>
                      <a:pt x="14" y="28"/>
                    </a:lnTo>
                    <a:lnTo>
                      <a:pt x="0" y="17"/>
                    </a:lnTo>
                    <a:lnTo>
                      <a:pt x="17" y="17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4" name="Freeform 1016"/>
              <p:cNvSpPr>
                <a:spLocks/>
              </p:cNvSpPr>
              <p:nvPr/>
            </p:nvSpPr>
            <p:spPr bwMode="auto">
              <a:xfrm>
                <a:off x="2036" y="1968"/>
                <a:ext cx="42" cy="41"/>
              </a:xfrm>
              <a:custGeom>
                <a:avLst/>
                <a:gdLst>
                  <a:gd name="T0" fmla="*/ 20 w 42"/>
                  <a:gd name="T1" fmla="*/ 0 h 41"/>
                  <a:gd name="T2" fmla="*/ 26 w 42"/>
                  <a:gd name="T3" fmla="*/ 16 h 41"/>
                  <a:gd name="T4" fmla="*/ 42 w 42"/>
                  <a:gd name="T5" fmla="*/ 16 h 41"/>
                  <a:gd name="T6" fmla="*/ 29 w 42"/>
                  <a:gd name="T7" fmla="*/ 25 h 41"/>
                  <a:gd name="T8" fmla="*/ 34 w 42"/>
                  <a:gd name="T9" fmla="*/ 41 h 41"/>
                  <a:gd name="T10" fmla="*/ 21 w 42"/>
                  <a:gd name="T11" fmla="*/ 32 h 41"/>
                  <a:gd name="T12" fmla="*/ 8 w 42"/>
                  <a:gd name="T13" fmla="*/ 41 h 41"/>
                  <a:gd name="T14" fmla="*/ 13 w 42"/>
                  <a:gd name="T15" fmla="*/ 25 h 41"/>
                  <a:gd name="T16" fmla="*/ 0 w 42"/>
                  <a:gd name="T17" fmla="*/ 16 h 41"/>
                  <a:gd name="T18" fmla="*/ 16 w 42"/>
                  <a:gd name="T19" fmla="*/ 16 h 41"/>
                  <a:gd name="T20" fmla="*/ 21 w 42"/>
                  <a:gd name="T21" fmla="*/ 0 h 41"/>
                  <a:gd name="T22" fmla="*/ 20 w 42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1"/>
                  <a:gd name="T38" fmla="*/ 42 w 42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1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5"/>
                    </a:lnTo>
                    <a:lnTo>
                      <a:pt x="34" y="41"/>
                    </a:lnTo>
                    <a:lnTo>
                      <a:pt x="21" y="32"/>
                    </a:lnTo>
                    <a:lnTo>
                      <a:pt x="8" y="41"/>
                    </a:lnTo>
                    <a:lnTo>
                      <a:pt x="13" y="25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1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5" name="Freeform 1017"/>
              <p:cNvSpPr>
                <a:spLocks/>
              </p:cNvSpPr>
              <p:nvPr/>
            </p:nvSpPr>
            <p:spPr bwMode="auto">
              <a:xfrm>
                <a:off x="2110" y="1897"/>
                <a:ext cx="41" cy="42"/>
              </a:xfrm>
              <a:custGeom>
                <a:avLst/>
                <a:gdLst>
                  <a:gd name="T0" fmla="*/ 20 w 41"/>
                  <a:gd name="T1" fmla="*/ 0 h 42"/>
                  <a:gd name="T2" fmla="*/ 25 w 41"/>
                  <a:gd name="T3" fmla="*/ 15 h 42"/>
                  <a:gd name="T4" fmla="*/ 41 w 41"/>
                  <a:gd name="T5" fmla="*/ 16 h 42"/>
                  <a:gd name="T6" fmla="*/ 29 w 41"/>
                  <a:gd name="T7" fmla="*/ 26 h 42"/>
                  <a:gd name="T8" fmla="*/ 34 w 41"/>
                  <a:gd name="T9" fmla="*/ 42 h 42"/>
                  <a:gd name="T10" fmla="*/ 20 w 41"/>
                  <a:gd name="T11" fmla="*/ 32 h 42"/>
                  <a:gd name="T12" fmla="*/ 7 w 41"/>
                  <a:gd name="T13" fmla="*/ 42 h 42"/>
                  <a:gd name="T14" fmla="*/ 13 w 41"/>
                  <a:gd name="T15" fmla="*/ 26 h 42"/>
                  <a:gd name="T16" fmla="*/ 0 w 41"/>
                  <a:gd name="T17" fmla="*/ 16 h 42"/>
                  <a:gd name="T18" fmla="*/ 16 w 41"/>
                  <a:gd name="T19" fmla="*/ 15 h 42"/>
                  <a:gd name="T20" fmla="*/ 20 w 41"/>
                  <a:gd name="T21" fmla="*/ 0 h 42"/>
                  <a:gd name="T22" fmla="*/ 20 w 41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42"/>
                  <a:gd name="T38" fmla="*/ 41 w 41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42">
                    <a:moveTo>
                      <a:pt x="20" y="0"/>
                    </a:moveTo>
                    <a:lnTo>
                      <a:pt x="25" y="15"/>
                    </a:lnTo>
                    <a:lnTo>
                      <a:pt x="41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7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6" name="Freeform 1018"/>
              <p:cNvSpPr>
                <a:spLocks/>
              </p:cNvSpPr>
              <p:nvPr/>
            </p:nvSpPr>
            <p:spPr bwMode="auto">
              <a:xfrm>
                <a:off x="2240" y="1944"/>
                <a:ext cx="42" cy="42"/>
              </a:xfrm>
              <a:custGeom>
                <a:avLst/>
                <a:gdLst>
                  <a:gd name="T0" fmla="*/ 20 w 42"/>
                  <a:gd name="T1" fmla="*/ 0 h 42"/>
                  <a:gd name="T2" fmla="*/ 26 w 42"/>
                  <a:gd name="T3" fmla="*/ 16 h 42"/>
                  <a:gd name="T4" fmla="*/ 42 w 42"/>
                  <a:gd name="T5" fmla="*/ 16 h 42"/>
                  <a:gd name="T6" fmla="*/ 29 w 42"/>
                  <a:gd name="T7" fmla="*/ 26 h 42"/>
                  <a:gd name="T8" fmla="*/ 34 w 42"/>
                  <a:gd name="T9" fmla="*/ 42 h 42"/>
                  <a:gd name="T10" fmla="*/ 20 w 42"/>
                  <a:gd name="T11" fmla="*/ 32 h 42"/>
                  <a:gd name="T12" fmla="*/ 8 w 42"/>
                  <a:gd name="T13" fmla="*/ 42 h 42"/>
                  <a:gd name="T14" fmla="*/ 13 w 42"/>
                  <a:gd name="T15" fmla="*/ 26 h 42"/>
                  <a:gd name="T16" fmla="*/ 0 w 42"/>
                  <a:gd name="T17" fmla="*/ 16 h 42"/>
                  <a:gd name="T18" fmla="*/ 16 w 42"/>
                  <a:gd name="T19" fmla="*/ 16 h 42"/>
                  <a:gd name="T20" fmla="*/ 20 w 42"/>
                  <a:gd name="T21" fmla="*/ 0 h 42"/>
                  <a:gd name="T22" fmla="*/ 20 w 42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2"/>
                  <a:gd name="T38" fmla="*/ 42 w 42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2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8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7037" name="Freeform 1019"/>
              <p:cNvSpPr>
                <a:spLocks/>
              </p:cNvSpPr>
              <p:nvPr/>
            </p:nvSpPr>
            <p:spPr bwMode="auto">
              <a:xfrm>
                <a:off x="2101" y="1975"/>
                <a:ext cx="44" cy="47"/>
              </a:xfrm>
              <a:custGeom>
                <a:avLst/>
                <a:gdLst>
                  <a:gd name="T0" fmla="*/ 18 w 44"/>
                  <a:gd name="T1" fmla="*/ 0 h 47"/>
                  <a:gd name="T2" fmla="*/ 28 w 44"/>
                  <a:gd name="T3" fmla="*/ 15 h 47"/>
                  <a:gd name="T4" fmla="*/ 44 w 44"/>
                  <a:gd name="T5" fmla="*/ 12 h 47"/>
                  <a:gd name="T6" fmla="*/ 33 w 44"/>
                  <a:gd name="T7" fmla="*/ 26 h 47"/>
                  <a:gd name="T8" fmla="*/ 41 w 44"/>
                  <a:gd name="T9" fmla="*/ 41 h 47"/>
                  <a:gd name="T10" fmla="*/ 26 w 44"/>
                  <a:gd name="T11" fmla="*/ 34 h 47"/>
                  <a:gd name="T12" fmla="*/ 14 w 44"/>
                  <a:gd name="T13" fmla="*/ 47 h 47"/>
                  <a:gd name="T14" fmla="*/ 15 w 44"/>
                  <a:gd name="T15" fmla="*/ 29 h 47"/>
                  <a:gd name="T16" fmla="*/ 0 w 44"/>
                  <a:gd name="T17" fmla="*/ 22 h 47"/>
                  <a:gd name="T18" fmla="*/ 16 w 44"/>
                  <a:gd name="T19" fmla="*/ 17 h 47"/>
                  <a:gd name="T20" fmla="*/ 18 w 44"/>
                  <a:gd name="T21" fmla="*/ 0 h 47"/>
                  <a:gd name="T22" fmla="*/ 18 w 44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4"/>
                  <a:gd name="T37" fmla="*/ 0 h 47"/>
                  <a:gd name="T38" fmla="*/ 44 w 44"/>
                  <a:gd name="T39" fmla="*/ 47 h 4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4" h="47">
                    <a:moveTo>
                      <a:pt x="18" y="0"/>
                    </a:moveTo>
                    <a:lnTo>
                      <a:pt x="28" y="15"/>
                    </a:lnTo>
                    <a:lnTo>
                      <a:pt x="44" y="12"/>
                    </a:lnTo>
                    <a:lnTo>
                      <a:pt x="33" y="26"/>
                    </a:lnTo>
                    <a:lnTo>
                      <a:pt x="41" y="41"/>
                    </a:lnTo>
                    <a:lnTo>
                      <a:pt x="26" y="34"/>
                    </a:lnTo>
                    <a:lnTo>
                      <a:pt x="14" y="47"/>
                    </a:lnTo>
                    <a:lnTo>
                      <a:pt x="15" y="29"/>
                    </a:lnTo>
                    <a:lnTo>
                      <a:pt x="0" y="22"/>
                    </a:lnTo>
                    <a:lnTo>
                      <a:pt x="16" y="1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6910" name="Rectangle 1020"/>
            <p:cNvSpPr>
              <a:spLocks noChangeArrowheads="1"/>
            </p:cNvSpPr>
            <p:nvPr/>
          </p:nvSpPr>
          <p:spPr bwMode="auto">
            <a:xfrm>
              <a:off x="2998" y="2789"/>
              <a:ext cx="123" cy="57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11" name="Oval 1021"/>
            <p:cNvSpPr>
              <a:spLocks noChangeArrowheads="1"/>
            </p:cNvSpPr>
            <p:nvPr/>
          </p:nvSpPr>
          <p:spPr bwMode="auto">
            <a:xfrm>
              <a:off x="2954" y="2717"/>
              <a:ext cx="210" cy="94"/>
            </a:xfrm>
            <a:prstGeom prst="ellipse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12" name="Rectangle 1022"/>
            <p:cNvSpPr>
              <a:spLocks noChangeArrowheads="1"/>
            </p:cNvSpPr>
            <p:nvPr/>
          </p:nvSpPr>
          <p:spPr bwMode="auto">
            <a:xfrm>
              <a:off x="3012" y="2789"/>
              <a:ext cx="95" cy="71"/>
            </a:xfrm>
            <a:prstGeom prst="rect">
              <a:avLst/>
            </a:prstGeom>
            <a:solidFill>
              <a:srgbClr val="FFFF66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13" name="Rectangle 1023"/>
            <p:cNvSpPr>
              <a:spLocks noChangeArrowheads="1"/>
            </p:cNvSpPr>
            <p:nvPr/>
          </p:nvSpPr>
          <p:spPr bwMode="auto">
            <a:xfrm>
              <a:off x="2292" y="2195"/>
              <a:ext cx="682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14" name="Rectangle 1024"/>
            <p:cNvSpPr>
              <a:spLocks noChangeArrowheads="1"/>
            </p:cNvSpPr>
            <p:nvPr/>
          </p:nvSpPr>
          <p:spPr bwMode="auto">
            <a:xfrm>
              <a:off x="2261" y="2230"/>
              <a:ext cx="1755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Administration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Select A Qualified Contractor</a:t>
              </a:r>
            </a:p>
          </p:txBody>
        </p:sp>
        <p:grpSp>
          <p:nvGrpSpPr>
            <p:cNvPr id="36915" name="Group 1025"/>
            <p:cNvGrpSpPr>
              <a:grpSpLocks/>
            </p:cNvGrpSpPr>
            <p:nvPr/>
          </p:nvGrpSpPr>
          <p:grpSpPr bwMode="auto">
            <a:xfrm>
              <a:off x="2800" y="2908"/>
              <a:ext cx="490" cy="457"/>
              <a:chOff x="2736" y="2379"/>
              <a:chExt cx="396" cy="390"/>
            </a:xfrm>
          </p:grpSpPr>
          <p:sp>
            <p:nvSpPr>
              <p:cNvPr id="36963" name="Rectangle 1026"/>
              <p:cNvSpPr>
                <a:spLocks noChangeArrowheads="1"/>
              </p:cNvSpPr>
              <p:nvPr/>
            </p:nvSpPr>
            <p:spPr bwMode="auto">
              <a:xfrm>
                <a:off x="2736" y="2690"/>
                <a:ext cx="396" cy="7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900" b="0">
                    <a:solidFill>
                      <a:srgbClr val="000000"/>
                    </a:solidFill>
                    <a:latin typeface="Arial Narrow" pitchFamily="34" charset="0"/>
                  </a:rPr>
                  <a:t>Contract Award</a:t>
                </a:r>
                <a:endParaRPr lang="en-US" sz="900" b="0">
                  <a:latin typeface="Times New Roman" pitchFamily="18" charset="0"/>
                </a:endParaRPr>
              </a:p>
            </p:txBody>
          </p:sp>
          <p:grpSp>
            <p:nvGrpSpPr>
              <p:cNvPr id="36964" name="Group 1027"/>
              <p:cNvGrpSpPr>
                <a:grpSpLocks/>
              </p:cNvGrpSpPr>
              <p:nvPr/>
            </p:nvGrpSpPr>
            <p:grpSpPr bwMode="auto">
              <a:xfrm>
                <a:off x="2814" y="2379"/>
                <a:ext cx="252" cy="268"/>
                <a:chOff x="2509" y="2443"/>
                <a:chExt cx="286" cy="292"/>
              </a:xfrm>
            </p:grpSpPr>
            <p:sp>
              <p:nvSpPr>
                <p:cNvPr id="36965" name="Freeform 1028"/>
                <p:cNvSpPr>
                  <a:spLocks/>
                </p:cNvSpPr>
                <p:nvPr/>
              </p:nvSpPr>
              <p:spPr bwMode="auto">
                <a:xfrm>
                  <a:off x="2509" y="2443"/>
                  <a:ext cx="286" cy="292"/>
                </a:xfrm>
                <a:custGeom>
                  <a:avLst/>
                  <a:gdLst>
                    <a:gd name="T0" fmla="*/ 28 w 286"/>
                    <a:gd name="T1" fmla="*/ 0 h 292"/>
                    <a:gd name="T2" fmla="*/ 23 w 286"/>
                    <a:gd name="T3" fmla="*/ 1 h 292"/>
                    <a:gd name="T4" fmla="*/ 18 w 286"/>
                    <a:gd name="T5" fmla="*/ 2 h 292"/>
                    <a:gd name="T6" fmla="*/ 8 w 286"/>
                    <a:gd name="T7" fmla="*/ 9 h 292"/>
                    <a:gd name="T8" fmla="*/ 3 w 286"/>
                    <a:gd name="T9" fmla="*/ 17 h 292"/>
                    <a:gd name="T10" fmla="*/ 2 w 286"/>
                    <a:gd name="T11" fmla="*/ 23 h 292"/>
                    <a:gd name="T12" fmla="*/ 0 w 286"/>
                    <a:gd name="T13" fmla="*/ 28 h 292"/>
                    <a:gd name="T14" fmla="*/ 0 w 286"/>
                    <a:gd name="T15" fmla="*/ 264 h 292"/>
                    <a:gd name="T16" fmla="*/ 2 w 286"/>
                    <a:gd name="T17" fmla="*/ 269 h 292"/>
                    <a:gd name="T18" fmla="*/ 3 w 286"/>
                    <a:gd name="T19" fmla="*/ 275 h 292"/>
                    <a:gd name="T20" fmla="*/ 8 w 286"/>
                    <a:gd name="T21" fmla="*/ 284 h 292"/>
                    <a:gd name="T22" fmla="*/ 18 w 286"/>
                    <a:gd name="T23" fmla="*/ 290 h 292"/>
                    <a:gd name="T24" fmla="*/ 23 w 286"/>
                    <a:gd name="T25" fmla="*/ 292 h 292"/>
                    <a:gd name="T26" fmla="*/ 28 w 286"/>
                    <a:gd name="T27" fmla="*/ 292 h 292"/>
                    <a:gd name="T28" fmla="*/ 258 w 286"/>
                    <a:gd name="T29" fmla="*/ 292 h 292"/>
                    <a:gd name="T30" fmla="*/ 263 w 286"/>
                    <a:gd name="T31" fmla="*/ 292 h 292"/>
                    <a:gd name="T32" fmla="*/ 269 w 286"/>
                    <a:gd name="T33" fmla="*/ 290 h 292"/>
                    <a:gd name="T34" fmla="*/ 278 w 286"/>
                    <a:gd name="T35" fmla="*/ 284 h 292"/>
                    <a:gd name="T36" fmla="*/ 284 w 286"/>
                    <a:gd name="T37" fmla="*/ 275 h 292"/>
                    <a:gd name="T38" fmla="*/ 286 w 286"/>
                    <a:gd name="T39" fmla="*/ 269 h 292"/>
                    <a:gd name="T40" fmla="*/ 286 w 286"/>
                    <a:gd name="T41" fmla="*/ 264 h 292"/>
                    <a:gd name="T42" fmla="*/ 286 w 286"/>
                    <a:gd name="T43" fmla="*/ 28 h 292"/>
                    <a:gd name="T44" fmla="*/ 286 w 286"/>
                    <a:gd name="T45" fmla="*/ 23 h 292"/>
                    <a:gd name="T46" fmla="*/ 284 w 286"/>
                    <a:gd name="T47" fmla="*/ 17 h 292"/>
                    <a:gd name="T48" fmla="*/ 278 w 286"/>
                    <a:gd name="T49" fmla="*/ 9 h 292"/>
                    <a:gd name="T50" fmla="*/ 269 w 286"/>
                    <a:gd name="T51" fmla="*/ 2 h 292"/>
                    <a:gd name="T52" fmla="*/ 263 w 286"/>
                    <a:gd name="T53" fmla="*/ 1 h 292"/>
                    <a:gd name="T54" fmla="*/ 258 w 286"/>
                    <a:gd name="T55" fmla="*/ 0 h 292"/>
                    <a:gd name="T56" fmla="*/ 28 w 286"/>
                    <a:gd name="T57" fmla="*/ 0 h 29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86"/>
                    <a:gd name="T88" fmla="*/ 0 h 292"/>
                    <a:gd name="T89" fmla="*/ 286 w 286"/>
                    <a:gd name="T90" fmla="*/ 292 h 29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86" h="292">
                      <a:moveTo>
                        <a:pt x="28" y="0"/>
                      </a:moveTo>
                      <a:lnTo>
                        <a:pt x="23" y="1"/>
                      </a:lnTo>
                      <a:lnTo>
                        <a:pt x="18" y="2"/>
                      </a:lnTo>
                      <a:lnTo>
                        <a:pt x="8" y="9"/>
                      </a:lnTo>
                      <a:lnTo>
                        <a:pt x="3" y="17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0" y="264"/>
                      </a:lnTo>
                      <a:lnTo>
                        <a:pt x="2" y="269"/>
                      </a:lnTo>
                      <a:lnTo>
                        <a:pt x="3" y="275"/>
                      </a:lnTo>
                      <a:lnTo>
                        <a:pt x="8" y="284"/>
                      </a:lnTo>
                      <a:lnTo>
                        <a:pt x="18" y="290"/>
                      </a:lnTo>
                      <a:lnTo>
                        <a:pt x="23" y="292"/>
                      </a:lnTo>
                      <a:lnTo>
                        <a:pt x="28" y="292"/>
                      </a:lnTo>
                      <a:lnTo>
                        <a:pt x="258" y="292"/>
                      </a:lnTo>
                      <a:lnTo>
                        <a:pt x="263" y="292"/>
                      </a:lnTo>
                      <a:lnTo>
                        <a:pt x="269" y="290"/>
                      </a:lnTo>
                      <a:lnTo>
                        <a:pt x="278" y="284"/>
                      </a:lnTo>
                      <a:lnTo>
                        <a:pt x="284" y="275"/>
                      </a:lnTo>
                      <a:lnTo>
                        <a:pt x="286" y="269"/>
                      </a:lnTo>
                      <a:lnTo>
                        <a:pt x="286" y="264"/>
                      </a:lnTo>
                      <a:lnTo>
                        <a:pt x="286" y="28"/>
                      </a:lnTo>
                      <a:lnTo>
                        <a:pt x="286" y="23"/>
                      </a:lnTo>
                      <a:lnTo>
                        <a:pt x="284" y="17"/>
                      </a:lnTo>
                      <a:lnTo>
                        <a:pt x="278" y="9"/>
                      </a:lnTo>
                      <a:lnTo>
                        <a:pt x="269" y="2"/>
                      </a:lnTo>
                      <a:lnTo>
                        <a:pt x="263" y="1"/>
                      </a:lnTo>
                      <a:lnTo>
                        <a:pt x="25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66" name="Freeform 1029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67" name="Freeform 1030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68" name="Freeform 1031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69" name="Freeform 1032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70" name="Freeform 1033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71" name="Freeform 1034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72" name="Freeform 1035"/>
                <p:cNvSpPr>
                  <a:spLocks/>
                </p:cNvSpPr>
                <p:nvPr/>
              </p:nvSpPr>
              <p:spPr bwMode="auto">
                <a:xfrm>
                  <a:off x="2603" y="2498"/>
                  <a:ext cx="162" cy="107"/>
                </a:xfrm>
                <a:custGeom>
                  <a:avLst/>
                  <a:gdLst>
                    <a:gd name="T0" fmla="*/ 102 w 162"/>
                    <a:gd name="T1" fmla="*/ 12 h 107"/>
                    <a:gd name="T2" fmla="*/ 104 w 162"/>
                    <a:gd name="T3" fmla="*/ 10 h 107"/>
                    <a:gd name="T4" fmla="*/ 106 w 162"/>
                    <a:gd name="T5" fmla="*/ 8 h 107"/>
                    <a:gd name="T6" fmla="*/ 108 w 162"/>
                    <a:gd name="T7" fmla="*/ 7 h 107"/>
                    <a:gd name="T8" fmla="*/ 111 w 162"/>
                    <a:gd name="T9" fmla="*/ 6 h 107"/>
                    <a:gd name="T10" fmla="*/ 162 w 162"/>
                    <a:gd name="T11" fmla="*/ 94 h 107"/>
                    <a:gd name="T12" fmla="*/ 158 w 162"/>
                    <a:gd name="T13" fmla="*/ 96 h 107"/>
                    <a:gd name="T14" fmla="*/ 153 w 162"/>
                    <a:gd name="T15" fmla="*/ 99 h 107"/>
                    <a:gd name="T16" fmla="*/ 149 w 162"/>
                    <a:gd name="T17" fmla="*/ 103 h 107"/>
                    <a:gd name="T18" fmla="*/ 145 w 162"/>
                    <a:gd name="T19" fmla="*/ 105 h 107"/>
                    <a:gd name="T20" fmla="*/ 140 w 162"/>
                    <a:gd name="T21" fmla="*/ 107 h 107"/>
                    <a:gd name="T22" fmla="*/ 128 w 162"/>
                    <a:gd name="T23" fmla="*/ 94 h 107"/>
                    <a:gd name="T24" fmla="*/ 116 w 162"/>
                    <a:gd name="T25" fmla="*/ 80 h 107"/>
                    <a:gd name="T26" fmla="*/ 104 w 162"/>
                    <a:gd name="T27" fmla="*/ 67 h 107"/>
                    <a:gd name="T28" fmla="*/ 91 w 162"/>
                    <a:gd name="T29" fmla="*/ 53 h 107"/>
                    <a:gd name="T30" fmla="*/ 78 w 162"/>
                    <a:gd name="T31" fmla="*/ 41 h 107"/>
                    <a:gd name="T32" fmla="*/ 73 w 162"/>
                    <a:gd name="T33" fmla="*/ 38 h 107"/>
                    <a:gd name="T34" fmla="*/ 66 w 162"/>
                    <a:gd name="T35" fmla="*/ 36 h 107"/>
                    <a:gd name="T36" fmla="*/ 60 w 162"/>
                    <a:gd name="T37" fmla="*/ 33 h 107"/>
                    <a:gd name="T38" fmla="*/ 55 w 162"/>
                    <a:gd name="T39" fmla="*/ 31 h 107"/>
                    <a:gd name="T40" fmla="*/ 48 w 162"/>
                    <a:gd name="T41" fmla="*/ 28 h 107"/>
                    <a:gd name="T42" fmla="*/ 50 w 162"/>
                    <a:gd name="T43" fmla="*/ 26 h 107"/>
                    <a:gd name="T44" fmla="*/ 50 w 162"/>
                    <a:gd name="T45" fmla="*/ 23 h 107"/>
                    <a:gd name="T46" fmla="*/ 44 w 162"/>
                    <a:gd name="T47" fmla="*/ 28 h 107"/>
                    <a:gd name="T48" fmla="*/ 36 w 162"/>
                    <a:gd name="T49" fmla="*/ 37 h 107"/>
                    <a:gd name="T50" fmla="*/ 26 w 162"/>
                    <a:gd name="T51" fmla="*/ 46 h 107"/>
                    <a:gd name="T52" fmla="*/ 18 w 162"/>
                    <a:gd name="T53" fmla="*/ 51 h 107"/>
                    <a:gd name="T54" fmla="*/ 6 w 162"/>
                    <a:gd name="T55" fmla="*/ 52 h 107"/>
                    <a:gd name="T56" fmla="*/ 11 w 162"/>
                    <a:gd name="T57" fmla="*/ 24 h 107"/>
                    <a:gd name="T58" fmla="*/ 13 w 162"/>
                    <a:gd name="T59" fmla="*/ 26 h 107"/>
                    <a:gd name="T60" fmla="*/ 15 w 162"/>
                    <a:gd name="T61" fmla="*/ 26 h 107"/>
                    <a:gd name="T62" fmla="*/ 17 w 162"/>
                    <a:gd name="T63" fmla="*/ 28 h 107"/>
                    <a:gd name="T64" fmla="*/ 17 w 162"/>
                    <a:gd name="T65" fmla="*/ 31 h 107"/>
                    <a:gd name="T66" fmla="*/ 18 w 162"/>
                    <a:gd name="T67" fmla="*/ 34 h 107"/>
                    <a:gd name="T68" fmla="*/ 17 w 162"/>
                    <a:gd name="T69" fmla="*/ 37 h 107"/>
                    <a:gd name="T70" fmla="*/ 14 w 162"/>
                    <a:gd name="T71" fmla="*/ 40 h 107"/>
                    <a:gd name="T72" fmla="*/ 13 w 162"/>
                    <a:gd name="T73" fmla="*/ 42 h 107"/>
                    <a:gd name="T74" fmla="*/ 11 w 162"/>
                    <a:gd name="T75" fmla="*/ 46 h 107"/>
                    <a:gd name="T76" fmla="*/ 14 w 162"/>
                    <a:gd name="T77" fmla="*/ 46 h 107"/>
                    <a:gd name="T78" fmla="*/ 15 w 162"/>
                    <a:gd name="T79" fmla="*/ 41 h 107"/>
                    <a:gd name="T80" fmla="*/ 18 w 162"/>
                    <a:gd name="T81" fmla="*/ 38 h 107"/>
                    <a:gd name="T82" fmla="*/ 19 w 162"/>
                    <a:gd name="T83" fmla="*/ 35 h 107"/>
                    <a:gd name="T84" fmla="*/ 20 w 162"/>
                    <a:gd name="T85" fmla="*/ 32 h 107"/>
                    <a:gd name="T86" fmla="*/ 19 w 162"/>
                    <a:gd name="T87" fmla="*/ 29 h 107"/>
                    <a:gd name="T88" fmla="*/ 18 w 162"/>
                    <a:gd name="T89" fmla="*/ 26 h 107"/>
                    <a:gd name="T90" fmla="*/ 17 w 162"/>
                    <a:gd name="T91" fmla="*/ 24 h 107"/>
                    <a:gd name="T92" fmla="*/ 14 w 162"/>
                    <a:gd name="T93" fmla="*/ 23 h 107"/>
                    <a:gd name="T94" fmla="*/ 19 w 162"/>
                    <a:gd name="T95" fmla="*/ 10 h 107"/>
                    <a:gd name="T96" fmla="*/ 101 w 162"/>
                    <a:gd name="T97" fmla="*/ 12 h 1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62"/>
                    <a:gd name="T148" fmla="*/ 0 h 107"/>
                    <a:gd name="T149" fmla="*/ 162 w 162"/>
                    <a:gd name="T150" fmla="*/ 107 h 1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62" h="107">
                      <a:moveTo>
                        <a:pt x="101" y="12"/>
                      </a:moveTo>
                      <a:lnTo>
                        <a:pt x="102" y="12"/>
                      </a:lnTo>
                      <a:lnTo>
                        <a:pt x="103" y="10"/>
                      </a:lnTo>
                      <a:lnTo>
                        <a:pt x="104" y="10"/>
                      </a:lnTo>
                      <a:lnTo>
                        <a:pt x="105" y="10"/>
                      </a:lnTo>
                      <a:lnTo>
                        <a:pt x="106" y="8"/>
                      </a:lnTo>
                      <a:lnTo>
                        <a:pt x="107" y="8"/>
                      </a:lnTo>
                      <a:lnTo>
                        <a:pt x="108" y="7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62" y="94"/>
                      </a:lnTo>
                      <a:lnTo>
                        <a:pt x="160" y="95"/>
                      </a:lnTo>
                      <a:lnTo>
                        <a:pt x="158" y="96"/>
                      </a:lnTo>
                      <a:lnTo>
                        <a:pt x="155" y="97"/>
                      </a:lnTo>
                      <a:lnTo>
                        <a:pt x="153" y="99"/>
                      </a:lnTo>
                      <a:lnTo>
                        <a:pt x="151" y="101"/>
                      </a:lnTo>
                      <a:lnTo>
                        <a:pt x="149" y="103"/>
                      </a:lnTo>
                      <a:lnTo>
                        <a:pt x="147" y="104"/>
                      </a:lnTo>
                      <a:lnTo>
                        <a:pt x="145" y="105"/>
                      </a:lnTo>
                      <a:lnTo>
                        <a:pt x="143" y="106"/>
                      </a:lnTo>
                      <a:lnTo>
                        <a:pt x="140" y="107"/>
                      </a:lnTo>
                      <a:lnTo>
                        <a:pt x="134" y="101"/>
                      </a:lnTo>
                      <a:lnTo>
                        <a:pt x="128" y="94"/>
                      </a:lnTo>
                      <a:lnTo>
                        <a:pt x="122" y="87"/>
                      </a:lnTo>
                      <a:lnTo>
                        <a:pt x="116" y="80"/>
                      </a:lnTo>
                      <a:lnTo>
                        <a:pt x="111" y="73"/>
                      </a:lnTo>
                      <a:lnTo>
                        <a:pt x="104" y="67"/>
                      </a:lnTo>
                      <a:lnTo>
                        <a:pt x="98" y="59"/>
                      </a:lnTo>
                      <a:lnTo>
                        <a:pt x="91" y="53"/>
                      </a:lnTo>
                      <a:lnTo>
                        <a:pt x="85" y="48"/>
                      </a:lnTo>
                      <a:lnTo>
                        <a:pt x="78" y="41"/>
                      </a:lnTo>
                      <a:lnTo>
                        <a:pt x="75" y="40"/>
                      </a:lnTo>
                      <a:lnTo>
                        <a:pt x="73" y="38"/>
                      </a:lnTo>
                      <a:lnTo>
                        <a:pt x="69" y="37"/>
                      </a:lnTo>
                      <a:lnTo>
                        <a:pt x="66" y="36"/>
                      </a:lnTo>
                      <a:lnTo>
                        <a:pt x="64" y="35"/>
                      </a:lnTo>
                      <a:lnTo>
                        <a:pt x="60" y="33"/>
                      </a:lnTo>
                      <a:lnTo>
                        <a:pt x="57" y="32"/>
                      </a:lnTo>
                      <a:lnTo>
                        <a:pt x="55" y="31"/>
                      </a:lnTo>
                      <a:lnTo>
                        <a:pt x="52" y="29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44" y="28"/>
                      </a:lnTo>
                      <a:lnTo>
                        <a:pt x="40" y="33"/>
                      </a:lnTo>
                      <a:lnTo>
                        <a:pt x="36" y="37"/>
                      </a:lnTo>
                      <a:lnTo>
                        <a:pt x="30" y="40"/>
                      </a:lnTo>
                      <a:lnTo>
                        <a:pt x="26" y="46"/>
                      </a:lnTo>
                      <a:lnTo>
                        <a:pt x="22" y="48"/>
                      </a:lnTo>
                      <a:lnTo>
                        <a:pt x="18" y="51"/>
                      </a:lnTo>
                      <a:lnTo>
                        <a:pt x="11" y="52"/>
                      </a:lnTo>
                      <a:lnTo>
                        <a:pt x="6" y="52"/>
                      </a:lnTo>
                      <a:lnTo>
                        <a:pt x="0" y="48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8" y="32"/>
                      </a:lnTo>
                      <a:lnTo>
                        <a:pt x="18" y="34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5" y="38"/>
                      </a:lnTo>
                      <a:lnTo>
                        <a:pt x="14" y="40"/>
                      </a:lnTo>
                      <a:lnTo>
                        <a:pt x="13" y="41"/>
                      </a:lnTo>
                      <a:lnTo>
                        <a:pt x="13" y="42"/>
                      </a:lnTo>
                      <a:lnTo>
                        <a:pt x="11" y="43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5" y="42"/>
                      </a:lnTo>
                      <a:lnTo>
                        <a:pt x="15" y="41"/>
                      </a:lnTo>
                      <a:lnTo>
                        <a:pt x="17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4"/>
                      </a:lnTo>
                      <a:lnTo>
                        <a:pt x="20" y="32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8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9" y="10"/>
                      </a:lnTo>
                      <a:lnTo>
                        <a:pt x="48" y="0"/>
                      </a:lnTo>
                      <a:lnTo>
                        <a:pt x="101" y="12"/>
                      </a:lnTo>
                      <a:close/>
                    </a:path>
                  </a:pathLst>
                </a:custGeom>
                <a:solidFill>
                  <a:srgbClr val="4A29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6973" name="Group 1036"/>
                <p:cNvGrpSpPr>
                  <a:grpSpLocks/>
                </p:cNvGrpSpPr>
                <p:nvPr/>
              </p:nvGrpSpPr>
              <p:grpSpPr bwMode="auto">
                <a:xfrm>
                  <a:off x="2603" y="2498"/>
                  <a:ext cx="162" cy="107"/>
                  <a:chOff x="2603" y="2498"/>
                  <a:chExt cx="162" cy="107"/>
                </a:xfrm>
              </p:grpSpPr>
              <p:sp>
                <p:nvSpPr>
                  <p:cNvPr id="37009" name="Freeform 1037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10" name="Freeform 1038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36974" name="Freeform 1039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63 w 207"/>
                    <a:gd name="T113" fmla="*/ 40 h 17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07"/>
                    <a:gd name="T172" fmla="*/ 0 h 175"/>
                    <a:gd name="T173" fmla="*/ 207 w 207"/>
                    <a:gd name="T174" fmla="*/ 175 h 17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  <a:lnTo>
                        <a:pt x="63" y="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6975" name="Freeform 1040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07"/>
                    <a:gd name="T169" fmla="*/ 0 h 175"/>
                    <a:gd name="T170" fmla="*/ 207 w 207"/>
                    <a:gd name="T171" fmla="*/ 175 h 17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36976" name="Group 1041"/>
                <p:cNvGrpSpPr>
                  <a:grpSpLocks/>
                </p:cNvGrpSpPr>
                <p:nvPr/>
              </p:nvGrpSpPr>
              <p:grpSpPr bwMode="auto">
                <a:xfrm>
                  <a:off x="2547" y="2599"/>
                  <a:ext cx="95" cy="88"/>
                  <a:chOff x="2547" y="2599"/>
                  <a:chExt cx="95" cy="88"/>
                </a:xfrm>
              </p:grpSpPr>
              <p:sp>
                <p:nvSpPr>
                  <p:cNvPr id="36977" name="Freeform 1042"/>
                  <p:cNvSpPr>
                    <a:spLocks/>
                  </p:cNvSpPr>
                  <p:nvPr/>
                </p:nvSpPr>
                <p:spPr bwMode="auto">
                  <a:xfrm>
                    <a:off x="2547" y="2599"/>
                    <a:ext cx="32" cy="36"/>
                  </a:xfrm>
                  <a:custGeom>
                    <a:avLst/>
                    <a:gdLst>
                      <a:gd name="T0" fmla="*/ 28 w 32"/>
                      <a:gd name="T1" fmla="*/ 3 h 36"/>
                      <a:gd name="T2" fmla="*/ 29 w 32"/>
                      <a:gd name="T3" fmla="*/ 3 h 36"/>
                      <a:gd name="T4" fmla="*/ 30 w 32"/>
                      <a:gd name="T5" fmla="*/ 6 h 36"/>
                      <a:gd name="T6" fmla="*/ 31 w 32"/>
                      <a:gd name="T7" fmla="*/ 6 h 36"/>
                      <a:gd name="T8" fmla="*/ 31 w 32"/>
                      <a:gd name="T9" fmla="*/ 9 h 36"/>
                      <a:gd name="T10" fmla="*/ 31 w 32"/>
                      <a:gd name="T11" fmla="*/ 10 h 36"/>
                      <a:gd name="T12" fmla="*/ 32 w 32"/>
                      <a:gd name="T13" fmla="*/ 12 h 36"/>
                      <a:gd name="T14" fmla="*/ 32 w 32"/>
                      <a:gd name="T15" fmla="*/ 13 h 36"/>
                      <a:gd name="T16" fmla="*/ 32 w 32"/>
                      <a:gd name="T17" fmla="*/ 15 h 36"/>
                      <a:gd name="T18" fmla="*/ 32 w 32"/>
                      <a:gd name="T19" fmla="*/ 16 h 36"/>
                      <a:gd name="T20" fmla="*/ 32 w 32"/>
                      <a:gd name="T21" fmla="*/ 17 h 36"/>
                      <a:gd name="T22" fmla="*/ 31 w 32"/>
                      <a:gd name="T23" fmla="*/ 19 h 36"/>
                      <a:gd name="T24" fmla="*/ 30 w 32"/>
                      <a:gd name="T25" fmla="*/ 21 h 36"/>
                      <a:gd name="T26" fmla="*/ 29 w 32"/>
                      <a:gd name="T27" fmla="*/ 24 h 36"/>
                      <a:gd name="T28" fmla="*/ 28 w 32"/>
                      <a:gd name="T29" fmla="*/ 26 h 36"/>
                      <a:gd name="T30" fmla="*/ 26 w 32"/>
                      <a:gd name="T31" fmla="*/ 28 h 36"/>
                      <a:gd name="T32" fmla="*/ 24 w 32"/>
                      <a:gd name="T33" fmla="*/ 31 h 36"/>
                      <a:gd name="T34" fmla="*/ 22 w 32"/>
                      <a:gd name="T35" fmla="*/ 32 h 36"/>
                      <a:gd name="T36" fmla="*/ 20 w 32"/>
                      <a:gd name="T37" fmla="*/ 34 h 36"/>
                      <a:gd name="T38" fmla="*/ 18 w 32"/>
                      <a:gd name="T39" fmla="*/ 35 h 36"/>
                      <a:gd name="T40" fmla="*/ 16 w 32"/>
                      <a:gd name="T41" fmla="*/ 35 h 36"/>
                      <a:gd name="T42" fmla="*/ 15 w 32"/>
                      <a:gd name="T43" fmla="*/ 36 h 36"/>
                      <a:gd name="T44" fmla="*/ 14 w 32"/>
                      <a:gd name="T45" fmla="*/ 36 h 36"/>
                      <a:gd name="T46" fmla="*/ 13 w 32"/>
                      <a:gd name="T47" fmla="*/ 36 h 36"/>
                      <a:gd name="T48" fmla="*/ 12 w 32"/>
                      <a:gd name="T49" fmla="*/ 36 h 36"/>
                      <a:gd name="T50" fmla="*/ 11 w 32"/>
                      <a:gd name="T51" fmla="*/ 36 h 36"/>
                      <a:gd name="T52" fmla="*/ 9 w 32"/>
                      <a:gd name="T53" fmla="*/ 35 h 36"/>
                      <a:gd name="T54" fmla="*/ 8 w 32"/>
                      <a:gd name="T55" fmla="*/ 35 h 36"/>
                      <a:gd name="T56" fmla="*/ 6 w 32"/>
                      <a:gd name="T57" fmla="*/ 34 h 36"/>
                      <a:gd name="T58" fmla="*/ 6 w 32"/>
                      <a:gd name="T59" fmla="*/ 34 h 36"/>
                      <a:gd name="T60" fmla="*/ 4 w 32"/>
                      <a:gd name="T61" fmla="*/ 33 h 36"/>
                      <a:gd name="T62" fmla="*/ 3 w 32"/>
                      <a:gd name="T63" fmla="*/ 32 h 36"/>
                      <a:gd name="T64" fmla="*/ 2 w 32"/>
                      <a:gd name="T65" fmla="*/ 31 h 36"/>
                      <a:gd name="T66" fmla="*/ 2 w 32"/>
                      <a:gd name="T67" fmla="*/ 30 h 36"/>
                      <a:gd name="T68" fmla="*/ 1 w 32"/>
                      <a:gd name="T69" fmla="*/ 28 h 36"/>
                      <a:gd name="T70" fmla="*/ 1 w 32"/>
                      <a:gd name="T71" fmla="*/ 28 h 36"/>
                      <a:gd name="T72" fmla="*/ 0 w 32"/>
                      <a:gd name="T73" fmla="*/ 26 h 36"/>
                      <a:gd name="T74" fmla="*/ 0 w 32"/>
                      <a:gd name="T75" fmla="*/ 24 h 36"/>
                      <a:gd name="T76" fmla="*/ 0 w 32"/>
                      <a:gd name="T77" fmla="*/ 23 h 36"/>
                      <a:gd name="T78" fmla="*/ 0 w 32"/>
                      <a:gd name="T79" fmla="*/ 21 h 36"/>
                      <a:gd name="T80" fmla="*/ 1 w 32"/>
                      <a:gd name="T81" fmla="*/ 18 h 36"/>
                      <a:gd name="T82" fmla="*/ 1 w 32"/>
                      <a:gd name="T83" fmla="*/ 16 h 36"/>
                      <a:gd name="T84" fmla="*/ 2 w 32"/>
                      <a:gd name="T85" fmla="*/ 14 h 36"/>
                      <a:gd name="T86" fmla="*/ 4 w 32"/>
                      <a:gd name="T87" fmla="*/ 12 h 36"/>
                      <a:gd name="T88" fmla="*/ 6 w 32"/>
                      <a:gd name="T89" fmla="*/ 10 h 36"/>
                      <a:gd name="T90" fmla="*/ 6 w 32"/>
                      <a:gd name="T91" fmla="*/ 6 h 36"/>
                      <a:gd name="T92" fmla="*/ 9 w 32"/>
                      <a:gd name="T93" fmla="*/ 4 h 36"/>
                      <a:gd name="T94" fmla="*/ 12 w 32"/>
                      <a:gd name="T95" fmla="*/ 2 h 36"/>
                      <a:gd name="T96" fmla="*/ 13 w 32"/>
                      <a:gd name="T97" fmla="*/ 1 h 36"/>
                      <a:gd name="T98" fmla="*/ 16 w 32"/>
                      <a:gd name="T99" fmla="*/ 0 h 36"/>
                      <a:gd name="T100" fmla="*/ 17 w 32"/>
                      <a:gd name="T101" fmla="*/ 0 h 36"/>
                      <a:gd name="T102" fmla="*/ 18 w 32"/>
                      <a:gd name="T103" fmla="*/ 0 h 36"/>
                      <a:gd name="T104" fmla="*/ 19 w 32"/>
                      <a:gd name="T105" fmla="*/ 0 h 36"/>
                      <a:gd name="T106" fmla="*/ 20 w 32"/>
                      <a:gd name="T107" fmla="*/ 0 h 36"/>
                      <a:gd name="T108" fmla="*/ 22 w 32"/>
                      <a:gd name="T109" fmla="*/ 0 h 36"/>
                      <a:gd name="T110" fmla="*/ 22 w 32"/>
                      <a:gd name="T111" fmla="*/ 1 h 36"/>
                      <a:gd name="T112" fmla="*/ 24 w 32"/>
                      <a:gd name="T113" fmla="*/ 1 h 36"/>
                      <a:gd name="T114" fmla="*/ 26 w 32"/>
                      <a:gd name="T115" fmla="*/ 1 h 36"/>
                      <a:gd name="T116" fmla="*/ 27 w 32"/>
                      <a:gd name="T117" fmla="*/ 2 h 36"/>
                      <a:gd name="T118" fmla="*/ 28 w 32"/>
                      <a:gd name="T119" fmla="*/ 3 h 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32"/>
                      <a:gd name="T181" fmla="*/ 0 h 36"/>
                      <a:gd name="T182" fmla="*/ 32 w 32"/>
                      <a:gd name="T183" fmla="*/ 36 h 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32" h="36">
                        <a:moveTo>
                          <a:pt x="28" y="3"/>
                        </a:moveTo>
                        <a:lnTo>
                          <a:pt x="29" y="3"/>
                        </a:lnTo>
                        <a:lnTo>
                          <a:pt x="30" y="6"/>
                        </a:lnTo>
                        <a:lnTo>
                          <a:pt x="31" y="6"/>
                        </a:lnTo>
                        <a:lnTo>
                          <a:pt x="31" y="9"/>
                        </a:lnTo>
                        <a:lnTo>
                          <a:pt x="31" y="10"/>
                        </a:lnTo>
                        <a:lnTo>
                          <a:pt x="32" y="12"/>
                        </a:lnTo>
                        <a:lnTo>
                          <a:pt x="32" y="13"/>
                        </a:lnTo>
                        <a:lnTo>
                          <a:pt x="32" y="15"/>
                        </a:lnTo>
                        <a:lnTo>
                          <a:pt x="32" y="16"/>
                        </a:lnTo>
                        <a:lnTo>
                          <a:pt x="32" y="17"/>
                        </a:lnTo>
                        <a:lnTo>
                          <a:pt x="31" y="19"/>
                        </a:lnTo>
                        <a:lnTo>
                          <a:pt x="30" y="21"/>
                        </a:lnTo>
                        <a:lnTo>
                          <a:pt x="29" y="24"/>
                        </a:lnTo>
                        <a:lnTo>
                          <a:pt x="28" y="26"/>
                        </a:lnTo>
                        <a:lnTo>
                          <a:pt x="26" y="28"/>
                        </a:lnTo>
                        <a:lnTo>
                          <a:pt x="24" y="31"/>
                        </a:lnTo>
                        <a:lnTo>
                          <a:pt x="22" y="32"/>
                        </a:lnTo>
                        <a:lnTo>
                          <a:pt x="20" y="34"/>
                        </a:lnTo>
                        <a:lnTo>
                          <a:pt x="18" y="35"/>
                        </a:lnTo>
                        <a:lnTo>
                          <a:pt x="16" y="35"/>
                        </a:lnTo>
                        <a:lnTo>
                          <a:pt x="15" y="36"/>
                        </a:lnTo>
                        <a:lnTo>
                          <a:pt x="14" y="36"/>
                        </a:lnTo>
                        <a:lnTo>
                          <a:pt x="13" y="36"/>
                        </a:lnTo>
                        <a:lnTo>
                          <a:pt x="12" y="36"/>
                        </a:lnTo>
                        <a:lnTo>
                          <a:pt x="11" y="36"/>
                        </a:lnTo>
                        <a:lnTo>
                          <a:pt x="9" y="35"/>
                        </a:lnTo>
                        <a:lnTo>
                          <a:pt x="8" y="35"/>
                        </a:lnTo>
                        <a:lnTo>
                          <a:pt x="6" y="34"/>
                        </a:lnTo>
                        <a:lnTo>
                          <a:pt x="4" y="33"/>
                        </a:lnTo>
                        <a:lnTo>
                          <a:pt x="3" y="32"/>
                        </a:lnTo>
                        <a:lnTo>
                          <a:pt x="2" y="31"/>
                        </a:lnTo>
                        <a:lnTo>
                          <a:pt x="2" y="30"/>
                        </a:lnTo>
                        <a:lnTo>
                          <a:pt x="1" y="28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1" y="18"/>
                        </a:lnTo>
                        <a:lnTo>
                          <a:pt x="1" y="16"/>
                        </a:lnTo>
                        <a:lnTo>
                          <a:pt x="2" y="14"/>
                        </a:lnTo>
                        <a:lnTo>
                          <a:pt x="4" y="12"/>
                        </a:lnTo>
                        <a:lnTo>
                          <a:pt x="6" y="10"/>
                        </a:lnTo>
                        <a:lnTo>
                          <a:pt x="6" y="6"/>
                        </a:lnTo>
                        <a:lnTo>
                          <a:pt x="9" y="4"/>
                        </a:lnTo>
                        <a:lnTo>
                          <a:pt x="12" y="2"/>
                        </a:lnTo>
                        <a:lnTo>
                          <a:pt x="13" y="1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8" y="0"/>
                        </a:lnTo>
                        <a:lnTo>
                          <a:pt x="19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2" y="1"/>
                        </a:lnTo>
                        <a:lnTo>
                          <a:pt x="24" y="1"/>
                        </a:lnTo>
                        <a:lnTo>
                          <a:pt x="26" y="1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78" name="Group 1043"/>
                  <p:cNvGrpSpPr>
                    <a:grpSpLocks/>
                  </p:cNvGrpSpPr>
                  <p:nvPr/>
                </p:nvGrpSpPr>
                <p:grpSpPr bwMode="auto">
                  <a:xfrm>
                    <a:off x="2547" y="2599"/>
                    <a:ext cx="32" cy="36"/>
                    <a:chOff x="2547" y="2599"/>
                    <a:chExt cx="32" cy="36"/>
                  </a:xfrm>
                </p:grpSpPr>
                <p:sp>
                  <p:nvSpPr>
                    <p:cNvPr id="37007" name="Freeform 1044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08" name="Freeform 1045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6979" name="Freeform 1046"/>
                  <p:cNvSpPr>
                    <a:spLocks/>
                  </p:cNvSpPr>
                  <p:nvPr/>
                </p:nvSpPr>
                <p:spPr bwMode="auto">
                  <a:xfrm>
                    <a:off x="2560" y="2603"/>
                    <a:ext cx="15" cy="14"/>
                  </a:xfrm>
                  <a:custGeom>
                    <a:avLst/>
                    <a:gdLst>
                      <a:gd name="T0" fmla="*/ 15 w 15"/>
                      <a:gd name="T1" fmla="*/ 14 h 14"/>
                      <a:gd name="T2" fmla="*/ 15 w 15"/>
                      <a:gd name="T3" fmla="*/ 14 h 14"/>
                      <a:gd name="T4" fmla="*/ 13 w 15"/>
                      <a:gd name="T5" fmla="*/ 13 h 14"/>
                      <a:gd name="T6" fmla="*/ 11 w 15"/>
                      <a:gd name="T7" fmla="*/ 12 h 14"/>
                      <a:gd name="T8" fmla="*/ 10 w 15"/>
                      <a:gd name="T9" fmla="*/ 11 h 14"/>
                      <a:gd name="T10" fmla="*/ 8 w 15"/>
                      <a:gd name="T11" fmla="*/ 10 h 14"/>
                      <a:gd name="T12" fmla="*/ 6 w 15"/>
                      <a:gd name="T13" fmla="*/ 7 h 14"/>
                      <a:gd name="T14" fmla="*/ 6 w 15"/>
                      <a:gd name="T15" fmla="*/ 6 h 14"/>
                      <a:gd name="T16" fmla="*/ 3 w 15"/>
                      <a:gd name="T17" fmla="*/ 5 h 14"/>
                      <a:gd name="T18" fmla="*/ 2 w 15"/>
                      <a:gd name="T19" fmla="*/ 4 h 14"/>
                      <a:gd name="T20" fmla="*/ 1 w 15"/>
                      <a:gd name="T21" fmla="*/ 1 h 14"/>
                      <a:gd name="T22" fmla="*/ 0 w 15"/>
                      <a:gd name="T23" fmla="*/ 0 h 14"/>
                      <a:gd name="T24" fmla="*/ 1 w 15"/>
                      <a:gd name="T25" fmla="*/ 1 h 14"/>
                      <a:gd name="T26" fmla="*/ 3 w 15"/>
                      <a:gd name="T27" fmla="*/ 2 h 14"/>
                      <a:gd name="T28" fmla="*/ 4 w 15"/>
                      <a:gd name="T29" fmla="*/ 4 h 14"/>
                      <a:gd name="T30" fmla="*/ 6 w 15"/>
                      <a:gd name="T31" fmla="*/ 5 h 14"/>
                      <a:gd name="T32" fmla="*/ 8 w 15"/>
                      <a:gd name="T33" fmla="*/ 7 h 14"/>
                      <a:gd name="T34" fmla="*/ 9 w 15"/>
                      <a:gd name="T35" fmla="*/ 9 h 14"/>
                      <a:gd name="T36" fmla="*/ 10 w 15"/>
                      <a:gd name="T37" fmla="*/ 10 h 14"/>
                      <a:gd name="T38" fmla="*/ 11 w 15"/>
                      <a:gd name="T39" fmla="*/ 11 h 14"/>
                      <a:gd name="T40" fmla="*/ 14 w 15"/>
                      <a:gd name="T41" fmla="*/ 13 h 14"/>
                      <a:gd name="T42" fmla="*/ 15 w 15"/>
                      <a:gd name="T43" fmla="*/ 14 h 14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5"/>
                      <a:gd name="T67" fmla="*/ 0 h 14"/>
                      <a:gd name="T68" fmla="*/ 15 w 15"/>
                      <a:gd name="T69" fmla="*/ 14 h 14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5" h="14">
                        <a:moveTo>
                          <a:pt x="15" y="14"/>
                        </a:moveTo>
                        <a:lnTo>
                          <a:pt x="15" y="14"/>
                        </a:lnTo>
                        <a:lnTo>
                          <a:pt x="13" y="13"/>
                        </a:lnTo>
                        <a:lnTo>
                          <a:pt x="11" y="12"/>
                        </a:lnTo>
                        <a:lnTo>
                          <a:pt x="10" y="11"/>
                        </a:lnTo>
                        <a:lnTo>
                          <a:pt x="8" y="10"/>
                        </a:lnTo>
                        <a:lnTo>
                          <a:pt x="6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2" y="4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8" y="7"/>
                        </a:lnTo>
                        <a:lnTo>
                          <a:pt x="9" y="9"/>
                        </a:lnTo>
                        <a:lnTo>
                          <a:pt x="10" y="10"/>
                        </a:lnTo>
                        <a:lnTo>
                          <a:pt x="11" y="11"/>
                        </a:lnTo>
                        <a:lnTo>
                          <a:pt x="14" y="13"/>
                        </a:ln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80" name="Group 1047"/>
                  <p:cNvGrpSpPr>
                    <a:grpSpLocks/>
                  </p:cNvGrpSpPr>
                  <p:nvPr/>
                </p:nvGrpSpPr>
                <p:grpSpPr bwMode="auto">
                  <a:xfrm>
                    <a:off x="2560" y="2603"/>
                    <a:ext cx="15" cy="14"/>
                    <a:chOff x="2560" y="2603"/>
                    <a:chExt cx="15" cy="14"/>
                  </a:xfrm>
                </p:grpSpPr>
                <p:sp>
                  <p:nvSpPr>
                    <p:cNvPr id="37005" name="Freeform 1048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06" name="Freeform 1049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6981" name="Freeform 1050"/>
                  <p:cNvSpPr>
                    <a:spLocks/>
                  </p:cNvSpPr>
                  <p:nvPr/>
                </p:nvSpPr>
                <p:spPr bwMode="auto">
                  <a:xfrm>
                    <a:off x="2569" y="2619"/>
                    <a:ext cx="30" cy="33"/>
                  </a:xfrm>
                  <a:custGeom>
                    <a:avLst/>
                    <a:gdLst>
                      <a:gd name="T0" fmla="*/ 29 w 30"/>
                      <a:gd name="T1" fmla="*/ 8 h 33"/>
                      <a:gd name="T2" fmla="*/ 30 w 30"/>
                      <a:gd name="T3" fmla="*/ 11 h 33"/>
                      <a:gd name="T4" fmla="*/ 30 w 30"/>
                      <a:gd name="T5" fmla="*/ 13 h 33"/>
                      <a:gd name="T6" fmla="*/ 30 w 30"/>
                      <a:gd name="T7" fmla="*/ 16 h 33"/>
                      <a:gd name="T8" fmla="*/ 29 w 30"/>
                      <a:gd name="T9" fmla="*/ 19 h 33"/>
                      <a:gd name="T10" fmla="*/ 29 w 30"/>
                      <a:gd name="T11" fmla="*/ 21 h 33"/>
                      <a:gd name="T12" fmla="*/ 28 w 30"/>
                      <a:gd name="T13" fmla="*/ 24 h 33"/>
                      <a:gd name="T14" fmla="*/ 27 w 30"/>
                      <a:gd name="T15" fmla="*/ 24 h 33"/>
                      <a:gd name="T16" fmla="*/ 25 w 30"/>
                      <a:gd name="T17" fmla="*/ 27 h 33"/>
                      <a:gd name="T18" fmla="*/ 24 w 30"/>
                      <a:gd name="T19" fmla="*/ 29 h 33"/>
                      <a:gd name="T20" fmla="*/ 23 w 30"/>
                      <a:gd name="T21" fmla="*/ 31 h 33"/>
                      <a:gd name="T22" fmla="*/ 21 w 30"/>
                      <a:gd name="T23" fmla="*/ 31 h 33"/>
                      <a:gd name="T24" fmla="*/ 20 w 30"/>
                      <a:gd name="T25" fmla="*/ 32 h 33"/>
                      <a:gd name="T26" fmla="*/ 18 w 30"/>
                      <a:gd name="T27" fmla="*/ 32 h 33"/>
                      <a:gd name="T28" fmla="*/ 17 w 30"/>
                      <a:gd name="T29" fmla="*/ 33 h 33"/>
                      <a:gd name="T30" fmla="*/ 16 w 30"/>
                      <a:gd name="T31" fmla="*/ 33 h 33"/>
                      <a:gd name="T32" fmla="*/ 14 w 30"/>
                      <a:gd name="T33" fmla="*/ 33 h 33"/>
                      <a:gd name="T34" fmla="*/ 13 w 30"/>
                      <a:gd name="T35" fmla="*/ 33 h 33"/>
                      <a:gd name="T36" fmla="*/ 12 w 30"/>
                      <a:gd name="T37" fmla="*/ 33 h 33"/>
                      <a:gd name="T38" fmla="*/ 11 w 30"/>
                      <a:gd name="T39" fmla="*/ 33 h 33"/>
                      <a:gd name="T40" fmla="*/ 10 w 30"/>
                      <a:gd name="T41" fmla="*/ 33 h 33"/>
                      <a:gd name="T42" fmla="*/ 9 w 30"/>
                      <a:gd name="T43" fmla="*/ 32 h 33"/>
                      <a:gd name="T44" fmla="*/ 7 w 30"/>
                      <a:gd name="T45" fmla="*/ 32 h 33"/>
                      <a:gd name="T46" fmla="*/ 7 w 30"/>
                      <a:gd name="T47" fmla="*/ 31 h 33"/>
                      <a:gd name="T48" fmla="*/ 5 w 30"/>
                      <a:gd name="T49" fmla="*/ 30 h 33"/>
                      <a:gd name="T50" fmla="*/ 4 w 30"/>
                      <a:gd name="T51" fmla="*/ 29 h 33"/>
                      <a:gd name="T52" fmla="*/ 2 w 30"/>
                      <a:gd name="T53" fmla="*/ 29 h 33"/>
                      <a:gd name="T54" fmla="*/ 2 w 30"/>
                      <a:gd name="T55" fmla="*/ 28 h 33"/>
                      <a:gd name="T56" fmla="*/ 1 w 30"/>
                      <a:gd name="T57" fmla="*/ 27 h 33"/>
                      <a:gd name="T58" fmla="*/ 1 w 30"/>
                      <a:gd name="T59" fmla="*/ 26 h 33"/>
                      <a:gd name="T60" fmla="*/ 0 w 30"/>
                      <a:gd name="T61" fmla="*/ 24 h 33"/>
                      <a:gd name="T62" fmla="*/ 0 w 30"/>
                      <a:gd name="T63" fmla="*/ 20 h 33"/>
                      <a:gd name="T64" fmla="*/ 0 w 30"/>
                      <a:gd name="T65" fmla="*/ 17 h 33"/>
                      <a:gd name="T66" fmla="*/ 1 w 30"/>
                      <a:gd name="T67" fmla="*/ 16 h 33"/>
                      <a:gd name="T68" fmla="*/ 1 w 30"/>
                      <a:gd name="T69" fmla="*/ 14 h 33"/>
                      <a:gd name="T70" fmla="*/ 2 w 30"/>
                      <a:gd name="T71" fmla="*/ 12 h 33"/>
                      <a:gd name="T72" fmla="*/ 4 w 30"/>
                      <a:gd name="T73" fmla="*/ 10 h 33"/>
                      <a:gd name="T74" fmla="*/ 7 w 30"/>
                      <a:gd name="T75" fmla="*/ 8 h 33"/>
                      <a:gd name="T76" fmla="*/ 7 w 30"/>
                      <a:gd name="T77" fmla="*/ 6 h 33"/>
                      <a:gd name="T78" fmla="*/ 9 w 30"/>
                      <a:gd name="T79" fmla="*/ 4 h 33"/>
                      <a:gd name="T80" fmla="*/ 11 w 30"/>
                      <a:gd name="T81" fmla="*/ 3 h 33"/>
                      <a:gd name="T82" fmla="*/ 13 w 30"/>
                      <a:gd name="T83" fmla="*/ 1 h 33"/>
                      <a:gd name="T84" fmla="*/ 15 w 30"/>
                      <a:gd name="T85" fmla="*/ 0 h 33"/>
                      <a:gd name="T86" fmla="*/ 17 w 30"/>
                      <a:gd name="T87" fmla="*/ 0 h 33"/>
                      <a:gd name="T88" fmla="*/ 20 w 30"/>
                      <a:gd name="T89" fmla="*/ 0 h 33"/>
                      <a:gd name="T90" fmla="*/ 23 w 30"/>
                      <a:gd name="T91" fmla="*/ 1 h 33"/>
                      <a:gd name="T92" fmla="*/ 25 w 30"/>
                      <a:gd name="T93" fmla="*/ 3 h 33"/>
                      <a:gd name="T94" fmla="*/ 27 w 30"/>
                      <a:gd name="T95" fmla="*/ 4 h 33"/>
                      <a:gd name="T96" fmla="*/ 28 w 30"/>
                      <a:gd name="T97" fmla="*/ 6 h 33"/>
                      <a:gd name="T98" fmla="*/ 29 w 30"/>
                      <a:gd name="T99" fmla="*/ 8 h 33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30"/>
                      <a:gd name="T151" fmla="*/ 0 h 33"/>
                      <a:gd name="T152" fmla="*/ 30 w 30"/>
                      <a:gd name="T153" fmla="*/ 33 h 33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30" h="33">
                        <a:moveTo>
                          <a:pt x="29" y="8"/>
                        </a:moveTo>
                        <a:lnTo>
                          <a:pt x="30" y="11"/>
                        </a:lnTo>
                        <a:lnTo>
                          <a:pt x="30" y="13"/>
                        </a:lnTo>
                        <a:lnTo>
                          <a:pt x="30" y="16"/>
                        </a:lnTo>
                        <a:lnTo>
                          <a:pt x="29" y="19"/>
                        </a:lnTo>
                        <a:lnTo>
                          <a:pt x="29" y="21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5" y="27"/>
                        </a:lnTo>
                        <a:lnTo>
                          <a:pt x="24" y="29"/>
                        </a:lnTo>
                        <a:lnTo>
                          <a:pt x="23" y="31"/>
                        </a:lnTo>
                        <a:lnTo>
                          <a:pt x="21" y="31"/>
                        </a:lnTo>
                        <a:lnTo>
                          <a:pt x="20" y="32"/>
                        </a:lnTo>
                        <a:lnTo>
                          <a:pt x="18" y="32"/>
                        </a:lnTo>
                        <a:lnTo>
                          <a:pt x="17" y="33"/>
                        </a:lnTo>
                        <a:lnTo>
                          <a:pt x="16" y="33"/>
                        </a:lnTo>
                        <a:lnTo>
                          <a:pt x="14" y="33"/>
                        </a:lnTo>
                        <a:lnTo>
                          <a:pt x="13" y="33"/>
                        </a:lnTo>
                        <a:lnTo>
                          <a:pt x="12" y="33"/>
                        </a:lnTo>
                        <a:lnTo>
                          <a:pt x="11" y="33"/>
                        </a:lnTo>
                        <a:lnTo>
                          <a:pt x="10" y="33"/>
                        </a:lnTo>
                        <a:lnTo>
                          <a:pt x="9" y="32"/>
                        </a:lnTo>
                        <a:lnTo>
                          <a:pt x="7" y="32"/>
                        </a:lnTo>
                        <a:lnTo>
                          <a:pt x="7" y="31"/>
                        </a:lnTo>
                        <a:lnTo>
                          <a:pt x="5" y="30"/>
                        </a:lnTo>
                        <a:lnTo>
                          <a:pt x="4" y="29"/>
                        </a:lnTo>
                        <a:lnTo>
                          <a:pt x="2" y="29"/>
                        </a:lnTo>
                        <a:lnTo>
                          <a:pt x="2" y="28"/>
                        </a:lnTo>
                        <a:lnTo>
                          <a:pt x="1" y="27"/>
                        </a:lnTo>
                        <a:lnTo>
                          <a:pt x="1" y="26"/>
                        </a:lnTo>
                        <a:lnTo>
                          <a:pt x="0" y="24"/>
                        </a:lnTo>
                        <a:lnTo>
                          <a:pt x="0" y="20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13" y="1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20" y="0"/>
                        </a:lnTo>
                        <a:lnTo>
                          <a:pt x="23" y="1"/>
                        </a:lnTo>
                        <a:lnTo>
                          <a:pt x="25" y="3"/>
                        </a:lnTo>
                        <a:lnTo>
                          <a:pt x="27" y="4"/>
                        </a:lnTo>
                        <a:lnTo>
                          <a:pt x="28" y="6"/>
                        </a:lnTo>
                        <a:lnTo>
                          <a:pt x="29" y="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82" name="Group 1051"/>
                  <p:cNvGrpSpPr>
                    <a:grpSpLocks/>
                  </p:cNvGrpSpPr>
                  <p:nvPr/>
                </p:nvGrpSpPr>
                <p:grpSpPr bwMode="auto">
                  <a:xfrm>
                    <a:off x="2569" y="2619"/>
                    <a:ext cx="30" cy="33"/>
                    <a:chOff x="2569" y="2619"/>
                    <a:chExt cx="30" cy="33"/>
                  </a:xfrm>
                </p:grpSpPr>
                <p:sp>
                  <p:nvSpPr>
                    <p:cNvPr id="37003" name="Freeform 1052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04" name="Freeform 1053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6983" name="Freeform 1054"/>
                  <p:cNvSpPr>
                    <a:spLocks/>
                  </p:cNvSpPr>
                  <p:nvPr/>
                </p:nvSpPr>
                <p:spPr bwMode="auto">
                  <a:xfrm>
                    <a:off x="2582" y="2625"/>
                    <a:ext cx="13" cy="11"/>
                  </a:xfrm>
                  <a:custGeom>
                    <a:avLst/>
                    <a:gdLst>
                      <a:gd name="T0" fmla="*/ 13 w 13"/>
                      <a:gd name="T1" fmla="*/ 11 h 11"/>
                      <a:gd name="T2" fmla="*/ 13 w 13"/>
                      <a:gd name="T3" fmla="*/ 11 h 11"/>
                      <a:gd name="T4" fmla="*/ 0 w 13"/>
                      <a:gd name="T5" fmla="*/ 1 h 11"/>
                      <a:gd name="T6" fmla="*/ 1 w 13"/>
                      <a:gd name="T7" fmla="*/ 0 h 11"/>
                      <a:gd name="T8" fmla="*/ 2 w 13"/>
                      <a:gd name="T9" fmla="*/ 1 h 11"/>
                      <a:gd name="T10" fmla="*/ 3 w 13"/>
                      <a:gd name="T11" fmla="*/ 2 h 11"/>
                      <a:gd name="T12" fmla="*/ 4 w 13"/>
                      <a:gd name="T13" fmla="*/ 3 h 11"/>
                      <a:gd name="T14" fmla="*/ 5 w 13"/>
                      <a:gd name="T15" fmla="*/ 4 h 11"/>
                      <a:gd name="T16" fmla="*/ 7 w 13"/>
                      <a:gd name="T17" fmla="*/ 5 h 11"/>
                      <a:gd name="T18" fmla="*/ 9 w 13"/>
                      <a:gd name="T19" fmla="*/ 6 h 11"/>
                      <a:gd name="T20" fmla="*/ 10 w 13"/>
                      <a:gd name="T21" fmla="*/ 7 h 11"/>
                      <a:gd name="T22" fmla="*/ 11 w 13"/>
                      <a:gd name="T23" fmla="*/ 9 h 11"/>
                      <a:gd name="T24" fmla="*/ 12 w 13"/>
                      <a:gd name="T25" fmla="*/ 10 h 11"/>
                      <a:gd name="T26" fmla="*/ 13 w 13"/>
                      <a:gd name="T27" fmla="*/ 11 h 1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1"/>
                      <a:gd name="T44" fmla="*/ 13 w 13"/>
                      <a:gd name="T45" fmla="*/ 11 h 1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1">
                        <a:moveTo>
                          <a:pt x="13" y="11"/>
                        </a:moveTo>
                        <a:lnTo>
                          <a:pt x="13" y="1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0" y="7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84" name="Group 1055"/>
                  <p:cNvGrpSpPr>
                    <a:grpSpLocks/>
                  </p:cNvGrpSpPr>
                  <p:nvPr/>
                </p:nvGrpSpPr>
                <p:grpSpPr bwMode="auto">
                  <a:xfrm>
                    <a:off x="2582" y="2625"/>
                    <a:ext cx="13" cy="11"/>
                    <a:chOff x="2582" y="2625"/>
                    <a:chExt cx="13" cy="11"/>
                  </a:xfrm>
                </p:grpSpPr>
                <p:sp>
                  <p:nvSpPr>
                    <p:cNvPr id="37001" name="Freeform 1056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02" name="Freeform 1057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6985" name="Freeform 1058"/>
                  <p:cNvSpPr>
                    <a:spLocks/>
                  </p:cNvSpPr>
                  <p:nvPr/>
                </p:nvSpPr>
                <p:spPr bwMode="auto">
                  <a:xfrm>
                    <a:off x="2592" y="2639"/>
                    <a:ext cx="29" cy="31"/>
                  </a:xfrm>
                  <a:custGeom>
                    <a:avLst/>
                    <a:gdLst>
                      <a:gd name="T0" fmla="*/ 25 w 29"/>
                      <a:gd name="T1" fmla="*/ 4 h 31"/>
                      <a:gd name="T2" fmla="*/ 26 w 29"/>
                      <a:gd name="T3" fmla="*/ 5 h 31"/>
                      <a:gd name="T4" fmla="*/ 28 w 29"/>
                      <a:gd name="T5" fmla="*/ 7 h 31"/>
                      <a:gd name="T6" fmla="*/ 28 w 29"/>
                      <a:gd name="T7" fmla="*/ 7 h 31"/>
                      <a:gd name="T8" fmla="*/ 29 w 29"/>
                      <a:gd name="T9" fmla="*/ 9 h 31"/>
                      <a:gd name="T10" fmla="*/ 29 w 29"/>
                      <a:gd name="T11" fmla="*/ 10 h 31"/>
                      <a:gd name="T12" fmla="*/ 29 w 29"/>
                      <a:gd name="T13" fmla="*/ 12 h 31"/>
                      <a:gd name="T14" fmla="*/ 29 w 29"/>
                      <a:gd name="T15" fmla="*/ 13 h 31"/>
                      <a:gd name="T16" fmla="*/ 29 w 29"/>
                      <a:gd name="T17" fmla="*/ 15 h 31"/>
                      <a:gd name="T18" fmla="*/ 29 w 29"/>
                      <a:gd name="T19" fmla="*/ 17 h 31"/>
                      <a:gd name="T20" fmla="*/ 29 w 29"/>
                      <a:gd name="T21" fmla="*/ 18 h 31"/>
                      <a:gd name="T22" fmla="*/ 28 w 29"/>
                      <a:gd name="T23" fmla="*/ 19 h 31"/>
                      <a:gd name="T24" fmla="*/ 26 w 29"/>
                      <a:gd name="T25" fmla="*/ 21 h 31"/>
                      <a:gd name="T26" fmla="*/ 25 w 29"/>
                      <a:gd name="T27" fmla="*/ 23 h 31"/>
                      <a:gd name="T28" fmla="*/ 24 w 29"/>
                      <a:gd name="T29" fmla="*/ 23 h 31"/>
                      <a:gd name="T30" fmla="*/ 23 w 29"/>
                      <a:gd name="T31" fmla="*/ 25 h 31"/>
                      <a:gd name="T32" fmla="*/ 23 w 29"/>
                      <a:gd name="T33" fmla="*/ 27 h 31"/>
                      <a:gd name="T34" fmla="*/ 21 w 29"/>
                      <a:gd name="T35" fmla="*/ 28 h 31"/>
                      <a:gd name="T36" fmla="*/ 19 w 29"/>
                      <a:gd name="T37" fmla="*/ 30 h 31"/>
                      <a:gd name="T38" fmla="*/ 19 w 29"/>
                      <a:gd name="T39" fmla="*/ 30 h 31"/>
                      <a:gd name="T40" fmla="*/ 16 w 29"/>
                      <a:gd name="T41" fmla="*/ 31 h 31"/>
                      <a:gd name="T42" fmla="*/ 15 w 29"/>
                      <a:gd name="T43" fmla="*/ 31 h 31"/>
                      <a:gd name="T44" fmla="*/ 14 w 29"/>
                      <a:gd name="T45" fmla="*/ 31 h 31"/>
                      <a:gd name="T46" fmla="*/ 13 w 29"/>
                      <a:gd name="T47" fmla="*/ 31 h 31"/>
                      <a:gd name="T48" fmla="*/ 11 w 29"/>
                      <a:gd name="T49" fmla="*/ 31 h 31"/>
                      <a:gd name="T50" fmla="*/ 9 w 29"/>
                      <a:gd name="T51" fmla="*/ 30 h 31"/>
                      <a:gd name="T52" fmla="*/ 8 w 29"/>
                      <a:gd name="T53" fmla="*/ 30 h 31"/>
                      <a:gd name="T54" fmla="*/ 7 w 29"/>
                      <a:gd name="T55" fmla="*/ 28 h 31"/>
                      <a:gd name="T56" fmla="*/ 6 w 29"/>
                      <a:gd name="T57" fmla="*/ 28 h 31"/>
                      <a:gd name="T58" fmla="*/ 6 w 29"/>
                      <a:gd name="T59" fmla="*/ 27 h 31"/>
                      <a:gd name="T60" fmla="*/ 3 w 29"/>
                      <a:gd name="T61" fmla="*/ 27 h 31"/>
                      <a:gd name="T62" fmla="*/ 3 w 29"/>
                      <a:gd name="T63" fmla="*/ 26 h 31"/>
                      <a:gd name="T64" fmla="*/ 2 w 29"/>
                      <a:gd name="T65" fmla="*/ 25 h 31"/>
                      <a:gd name="T66" fmla="*/ 2 w 29"/>
                      <a:gd name="T67" fmla="*/ 23 h 31"/>
                      <a:gd name="T68" fmla="*/ 1 w 29"/>
                      <a:gd name="T69" fmla="*/ 23 h 31"/>
                      <a:gd name="T70" fmla="*/ 1 w 29"/>
                      <a:gd name="T71" fmla="*/ 21 h 31"/>
                      <a:gd name="T72" fmla="*/ 0 w 29"/>
                      <a:gd name="T73" fmla="*/ 20 h 31"/>
                      <a:gd name="T74" fmla="*/ 0 w 29"/>
                      <a:gd name="T75" fmla="*/ 19 h 31"/>
                      <a:gd name="T76" fmla="*/ 0 w 29"/>
                      <a:gd name="T77" fmla="*/ 18 h 31"/>
                      <a:gd name="T78" fmla="*/ 0 w 29"/>
                      <a:gd name="T79" fmla="*/ 17 h 31"/>
                      <a:gd name="T80" fmla="*/ 0 w 29"/>
                      <a:gd name="T81" fmla="*/ 16 h 31"/>
                      <a:gd name="T82" fmla="*/ 1 w 29"/>
                      <a:gd name="T83" fmla="*/ 13 h 31"/>
                      <a:gd name="T84" fmla="*/ 1 w 29"/>
                      <a:gd name="T85" fmla="*/ 11 h 31"/>
                      <a:gd name="T86" fmla="*/ 2 w 29"/>
                      <a:gd name="T87" fmla="*/ 9 h 31"/>
                      <a:gd name="T88" fmla="*/ 3 w 29"/>
                      <a:gd name="T89" fmla="*/ 7 h 31"/>
                      <a:gd name="T90" fmla="*/ 4 w 29"/>
                      <a:gd name="T91" fmla="*/ 5 h 31"/>
                      <a:gd name="T92" fmla="*/ 6 w 29"/>
                      <a:gd name="T93" fmla="*/ 4 h 31"/>
                      <a:gd name="T94" fmla="*/ 7 w 29"/>
                      <a:gd name="T95" fmla="*/ 2 h 31"/>
                      <a:gd name="T96" fmla="*/ 9 w 29"/>
                      <a:gd name="T97" fmla="*/ 2 h 31"/>
                      <a:gd name="T98" fmla="*/ 11 w 29"/>
                      <a:gd name="T99" fmla="*/ 1 h 31"/>
                      <a:gd name="T100" fmla="*/ 14 w 29"/>
                      <a:gd name="T101" fmla="*/ 0 h 31"/>
                      <a:gd name="T102" fmla="*/ 15 w 29"/>
                      <a:gd name="T103" fmla="*/ 0 h 31"/>
                      <a:gd name="T104" fmla="*/ 16 w 29"/>
                      <a:gd name="T105" fmla="*/ 0 h 31"/>
                      <a:gd name="T106" fmla="*/ 17 w 29"/>
                      <a:gd name="T107" fmla="*/ 0 h 31"/>
                      <a:gd name="T108" fmla="*/ 19 w 29"/>
                      <a:gd name="T109" fmla="*/ 0 h 31"/>
                      <a:gd name="T110" fmla="*/ 19 w 29"/>
                      <a:gd name="T111" fmla="*/ 1 h 31"/>
                      <a:gd name="T112" fmla="*/ 22 w 29"/>
                      <a:gd name="T113" fmla="*/ 1 h 31"/>
                      <a:gd name="T114" fmla="*/ 23 w 29"/>
                      <a:gd name="T115" fmla="*/ 2 h 31"/>
                      <a:gd name="T116" fmla="*/ 24 w 29"/>
                      <a:gd name="T117" fmla="*/ 2 h 31"/>
                      <a:gd name="T118" fmla="*/ 25 w 29"/>
                      <a:gd name="T119" fmla="*/ 3 h 31"/>
                      <a:gd name="T120" fmla="*/ 25 w 29"/>
                      <a:gd name="T121" fmla="*/ 4 h 31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9"/>
                      <a:gd name="T184" fmla="*/ 0 h 31"/>
                      <a:gd name="T185" fmla="*/ 29 w 29"/>
                      <a:gd name="T186" fmla="*/ 31 h 31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9" h="31">
                        <a:moveTo>
                          <a:pt x="25" y="4"/>
                        </a:moveTo>
                        <a:lnTo>
                          <a:pt x="26" y="5"/>
                        </a:lnTo>
                        <a:lnTo>
                          <a:pt x="28" y="7"/>
                        </a:lnTo>
                        <a:lnTo>
                          <a:pt x="29" y="9"/>
                        </a:lnTo>
                        <a:lnTo>
                          <a:pt x="29" y="10"/>
                        </a:lnTo>
                        <a:lnTo>
                          <a:pt x="29" y="12"/>
                        </a:lnTo>
                        <a:lnTo>
                          <a:pt x="29" y="13"/>
                        </a:lnTo>
                        <a:lnTo>
                          <a:pt x="29" y="15"/>
                        </a:lnTo>
                        <a:lnTo>
                          <a:pt x="29" y="17"/>
                        </a:lnTo>
                        <a:lnTo>
                          <a:pt x="29" y="18"/>
                        </a:lnTo>
                        <a:lnTo>
                          <a:pt x="28" y="19"/>
                        </a:lnTo>
                        <a:lnTo>
                          <a:pt x="26" y="21"/>
                        </a:lnTo>
                        <a:lnTo>
                          <a:pt x="25" y="23"/>
                        </a:lnTo>
                        <a:lnTo>
                          <a:pt x="24" y="23"/>
                        </a:lnTo>
                        <a:lnTo>
                          <a:pt x="23" y="25"/>
                        </a:lnTo>
                        <a:lnTo>
                          <a:pt x="23" y="27"/>
                        </a:lnTo>
                        <a:lnTo>
                          <a:pt x="21" y="28"/>
                        </a:lnTo>
                        <a:lnTo>
                          <a:pt x="19" y="30"/>
                        </a:lnTo>
                        <a:lnTo>
                          <a:pt x="16" y="31"/>
                        </a:lnTo>
                        <a:lnTo>
                          <a:pt x="15" y="31"/>
                        </a:lnTo>
                        <a:lnTo>
                          <a:pt x="14" y="31"/>
                        </a:lnTo>
                        <a:lnTo>
                          <a:pt x="13" y="31"/>
                        </a:lnTo>
                        <a:lnTo>
                          <a:pt x="11" y="31"/>
                        </a:lnTo>
                        <a:lnTo>
                          <a:pt x="9" y="30"/>
                        </a:lnTo>
                        <a:lnTo>
                          <a:pt x="8" y="30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6" y="27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1" y="23"/>
                        </a:lnTo>
                        <a:lnTo>
                          <a:pt x="1" y="21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9"/>
                        </a:lnTo>
                        <a:lnTo>
                          <a:pt x="3" y="7"/>
                        </a:lnTo>
                        <a:lnTo>
                          <a:pt x="4" y="5"/>
                        </a:lnTo>
                        <a:lnTo>
                          <a:pt x="6" y="4"/>
                        </a:lnTo>
                        <a:lnTo>
                          <a:pt x="7" y="2"/>
                        </a:lnTo>
                        <a:lnTo>
                          <a:pt x="9" y="2"/>
                        </a:lnTo>
                        <a:lnTo>
                          <a:pt x="11" y="1"/>
                        </a:lnTo>
                        <a:lnTo>
                          <a:pt x="14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9" y="1"/>
                        </a:lnTo>
                        <a:lnTo>
                          <a:pt x="22" y="1"/>
                        </a:lnTo>
                        <a:lnTo>
                          <a:pt x="23" y="2"/>
                        </a:lnTo>
                        <a:lnTo>
                          <a:pt x="24" y="2"/>
                        </a:lnTo>
                        <a:lnTo>
                          <a:pt x="25" y="3"/>
                        </a:lnTo>
                        <a:lnTo>
                          <a:pt x="25" y="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86" name="Group 1059"/>
                  <p:cNvGrpSpPr>
                    <a:grpSpLocks/>
                  </p:cNvGrpSpPr>
                  <p:nvPr/>
                </p:nvGrpSpPr>
                <p:grpSpPr bwMode="auto">
                  <a:xfrm>
                    <a:off x="2592" y="2639"/>
                    <a:ext cx="29" cy="31"/>
                    <a:chOff x="2592" y="2639"/>
                    <a:chExt cx="29" cy="31"/>
                  </a:xfrm>
                </p:grpSpPr>
                <p:sp>
                  <p:nvSpPr>
                    <p:cNvPr id="36999" name="Freeform 1060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00" name="Freeform 1061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6987" name="Freeform 1062"/>
                  <p:cNvSpPr>
                    <a:spLocks/>
                  </p:cNvSpPr>
                  <p:nvPr/>
                </p:nvSpPr>
                <p:spPr bwMode="auto">
                  <a:xfrm>
                    <a:off x="2603" y="2643"/>
                    <a:ext cx="13" cy="12"/>
                  </a:xfrm>
                  <a:custGeom>
                    <a:avLst/>
                    <a:gdLst>
                      <a:gd name="T0" fmla="*/ 13 w 13"/>
                      <a:gd name="T1" fmla="*/ 11 h 12"/>
                      <a:gd name="T2" fmla="*/ 13 w 13"/>
                      <a:gd name="T3" fmla="*/ 12 h 12"/>
                      <a:gd name="T4" fmla="*/ 0 w 13"/>
                      <a:gd name="T5" fmla="*/ 1 h 12"/>
                      <a:gd name="T6" fmla="*/ 0 w 13"/>
                      <a:gd name="T7" fmla="*/ 0 h 12"/>
                      <a:gd name="T8" fmla="*/ 2 w 13"/>
                      <a:gd name="T9" fmla="*/ 1 h 12"/>
                      <a:gd name="T10" fmla="*/ 4 w 13"/>
                      <a:gd name="T11" fmla="*/ 2 h 12"/>
                      <a:gd name="T12" fmla="*/ 5 w 13"/>
                      <a:gd name="T13" fmla="*/ 3 h 12"/>
                      <a:gd name="T14" fmla="*/ 6 w 13"/>
                      <a:gd name="T15" fmla="*/ 3 h 12"/>
                      <a:gd name="T16" fmla="*/ 8 w 13"/>
                      <a:gd name="T17" fmla="*/ 4 h 12"/>
                      <a:gd name="T18" fmla="*/ 8 w 13"/>
                      <a:gd name="T19" fmla="*/ 6 h 12"/>
                      <a:gd name="T20" fmla="*/ 10 w 13"/>
                      <a:gd name="T21" fmla="*/ 7 h 12"/>
                      <a:gd name="T22" fmla="*/ 11 w 13"/>
                      <a:gd name="T23" fmla="*/ 8 h 12"/>
                      <a:gd name="T24" fmla="*/ 12 w 13"/>
                      <a:gd name="T25" fmla="*/ 9 h 12"/>
                      <a:gd name="T26" fmla="*/ 13 w 13"/>
                      <a:gd name="T27" fmla="*/ 12 h 12"/>
                      <a:gd name="T28" fmla="*/ 13 w 13"/>
                      <a:gd name="T29" fmla="*/ 11 h 1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3"/>
                      <a:gd name="T46" fmla="*/ 0 h 12"/>
                      <a:gd name="T47" fmla="*/ 13 w 13"/>
                      <a:gd name="T48" fmla="*/ 12 h 1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3" h="12">
                        <a:moveTo>
                          <a:pt x="13" y="11"/>
                        </a:moveTo>
                        <a:lnTo>
                          <a:pt x="13" y="1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8" y="6"/>
                        </a:lnTo>
                        <a:lnTo>
                          <a:pt x="10" y="7"/>
                        </a:lnTo>
                        <a:lnTo>
                          <a:pt x="11" y="8"/>
                        </a:lnTo>
                        <a:lnTo>
                          <a:pt x="12" y="9"/>
                        </a:lnTo>
                        <a:lnTo>
                          <a:pt x="13" y="12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88" name="Group 1063"/>
                  <p:cNvGrpSpPr>
                    <a:grpSpLocks/>
                  </p:cNvGrpSpPr>
                  <p:nvPr/>
                </p:nvGrpSpPr>
                <p:grpSpPr bwMode="auto">
                  <a:xfrm>
                    <a:off x="2603" y="2643"/>
                    <a:ext cx="13" cy="12"/>
                    <a:chOff x="2603" y="2643"/>
                    <a:chExt cx="13" cy="12"/>
                  </a:xfrm>
                </p:grpSpPr>
                <p:sp>
                  <p:nvSpPr>
                    <p:cNvPr id="36997" name="Freeform 1064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13 w 13"/>
                        <a:gd name="T29" fmla="*/ 11 h 12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13"/>
                        <a:gd name="T46" fmla="*/ 0 h 12"/>
                        <a:gd name="T47" fmla="*/ 13 w 13"/>
                        <a:gd name="T48" fmla="*/ 12 h 12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6998" name="Freeform 1065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2"/>
                        <a:gd name="T44" fmla="*/ 13 w 13"/>
                        <a:gd name="T45" fmla="*/ 12 h 12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6989" name="Freeform 1066"/>
                  <p:cNvSpPr>
                    <a:spLocks/>
                  </p:cNvSpPr>
                  <p:nvPr/>
                </p:nvSpPr>
                <p:spPr bwMode="auto">
                  <a:xfrm>
                    <a:off x="2616" y="2658"/>
                    <a:ext cx="26" cy="29"/>
                  </a:xfrm>
                  <a:custGeom>
                    <a:avLst/>
                    <a:gdLst>
                      <a:gd name="T0" fmla="*/ 22 w 26"/>
                      <a:gd name="T1" fmla="*/ 2 h 29"/>
                      <a:gd name="T2" fmla="*/ 22 w 26"/>
                      <a:gd name="T3" fmla="*/ 3 h 29"/>
                      <a:gd name="T4" fmla="*/ 23 w 26"/>
                      <a:gd name="T5" fmla="*/ 4 h 29"/>
                      <a:gd name="T6" fmla="*/ 24 w 26"/>
                      <a:gd name="T7" fmla="*/ 5 h 29"/>
                      <a:gd name="T8" fmla="*/ 24 w 26"/>
                      <a:gd name="T9" fmla="*/ 7 h 29"/>
                      <a:gd name="T10" fmla="*/ 25 w 26"/>
                      <a:gd name="T11" fmla="*/ 7 h 29"/>
                      <a:gd name="T12" fmla="*/ 25 w 26"/>
                      <a:gd name="T13" fmla="*/ 9 h 29"/>
                      <a:gd name="T14" fmla="*/ 26 w 26"/>
                      <a:gd name="T15" fmla="*/ 9 h 29"/>
                      <a:gd name="T16" fmla="*/ 26 w 26"/>
                      <a:gd name="T17" fmla="*/ 12 h 29"/>
                      <a:gd name="T18" fmla="*/ 26 w 26"/>
                      <a:gd name="T19" fmla="*/ 13 h 29"/>
                      <a:gd name="T20" fmla="*/ 26 w 26"/>
                      <a:gd name="T21" fmla="*/ 15 h 29"/>
                      <a:gd name="T22" fmla="*/ 26 w 26"/>
                      <a:gd name="T23" fmla="*/ 16 h 29"/>
                      <a:gd name="T24" fmla="*/ 26 w 26"/>
                      <a:gd name="T25" fmla="*/ 18 h 29"/>
                      <a:gd name="T26" fmla="*/ 25 w 26"/>
                      <a:gd name="T27" fmla="*/ 19 h 29"/>
                      <a:gd name="T28" fmla="*/ 24 w 26"/>
                      <a:gd name="T29" fmla="*/ 21 h 29"/>
                      <a:gd name="T30" fmla="*/ 24 w 26"/>
                      <a:gd name="T31" fmla="*/ 22 h 29"/>
                      <a:gd name="T32" fmla="*/ 23 w 26"/>
                      <a:gd name="T33" fmla="*/ 23 h 29"/>
                      <a:gd name="T34" fmla="*/ 22 w 26"/>
                      <a:gd name="T35" fmla="*/ 25 h 29"/>
                      <a:gd name="T36" fmla="*/ 21 w 26"/>
                      <a:gd name="T37" fmla="*/ 27 h 29"/>
                      <a:gd name="T38" fmla="*/ 18 w 26"/>
                      <a:gd name="T39" fmla="*/ 28 h 29"/>
                      <a:gd name="T40" fmla="*/ 17 w 26"/>
                      <a:gd name="T41" fmla="*/ 29 h 29"/>
                      <a:gd name="T42" fmla="*/ 16 w 26"/>
                      <a:gd name="T43" fmla="*/ 29 h 29"/>
                      <a:gd name="T44" fmla="*/ 14 w 26"/>
                      <a:gd name="T45" fmla="*/ 29 h 29"/>
                      <a:gd name="T46" fmla="*/ 14 w 26"/>
                      <a:gd name="T47" fmla="*/ 29 h 29"/>
                      <a:gd name="T48" fmla="*/ 12 w 26"/>
                      <a:gd name="T49" fmla="*/ 29 h 29"/>
                      <a:gd name="T50" fmla="*/ 11 w 26"/>
                      <a:gd name="T51" fmla="*/ 29 h 29"/>
                      <a:gd name="T52" fmla="*/ 10 w 26"/>
                      <a:gd name="T53" fmla="*/ 29 h 29"/>
                      <a:gd name="T54" fmla="*/ 9 w 26"/>
                      <a:gd name="T55" fmla="*/ 29 h 29"/>
                      <a:gd name="T56" fmla="*/ 7 w 26"/>
                      <a:gd name="T57" fmla="*/ 28 h 29"/>
                      <a:gd name="T58" fmla="*/ 6 w 26"/>
                      <a:gd name="T59" fmla="*/ 28 h 29"/>
                      <a:gd name="T60" fmla="*/ 5 w 26"/>
                      <a:gd name="T61" fmla="*/ 27 h 29"/>
                      <a:gd name="T62" fmla="*/ 4 w 26"/>
                      <a:gd name="T63" fmla="*/ 25 h 29"/>
                      <a:gd name="T64" fmla="*/ 2 w 26"/>
                      <a:gd name="T65" fmla="*/ 23 h 29"/>
                      <a:gd name="T66" fmla="*/ 1 w 26"/>
                      <a:gd name="T67" fmla="*/ 21 h 29"/>
                      <a:gd name="T68" fmla="*/ 1 w 26"/>
                      <a:gd name="T69" fmla="*/ 20 h 29"/>
                      <a:gd name="T70" fmla="*/ 0 w 26"/>
                      <a:gd name="T71" fmla="*/ 18 h 29"/>
                      <a:gd name="T72" fmla="*/ 0 w 26"/>
                      <a:gd name="T73" fmla="*/ 17 h 29"/>
                      <a:gd name="T74" fmla="*/ 0 w 26"/>
                      <a:gd name="T75" fmla="*/ 15 h 29"/>
                      <a:gd name="T76" fmla="*/ 0 w 26"/>
                      <a:gd name="T77" fmla="*/ 14 h 29"/>
                      <a:gd name="T78" fmla="*/ 0 w 26"/>
                      <a:gd name="T79" fmla="*/ 12 h 29"/>
                      <a:gd name="T80" fmla="*/ 0 w 26"/>
                      <a:gd name="T81" fmla="*/ 9 h 29"/>
                      <a:gd name="T82" fmla="*/ 1 w 26"/>
                      <a:gd name="T83" fmla="*/ 7 h 29"/>
                      <a:gd name="T84" fmla="*/ 2 w 26"/>
                      <a:gd name="T85" fmla="*/ 7 h 29"/>
                      <a:gd name="T86" fmla="*/ 2 w 26"/>
                      <a:gd name="T87" fmla="*/ 5 h 29"/>
                      <a:gd name="T88" fmla="*/ 4 w 26"/>
                      <a:gd name="T89" fmla="*/ 4 h 29"/>
                      <a:gd name="T90" fmla="*/ 5 w 26"/>
                      <a:gd name="T91" fmla="*/ 3 h 29"/>
                      <a:gd name="T92" fmla="*/ 6 w 26"/>
                      <a:gd name="T93" fmla="*/ 3 h 29"/>
                      <a:gd name="T94" fmla="*/ 7 w 26"/>
                      <a:gd name="T95" fmla="*/ 2 h 29"/>
                      <a:gd name="T96" fmla="*/ 8 w 26"/>
                      <a:gd name="T97" fmla="*/ 1 h 29"/>
                      <a:gd name="T98" fmla="*/ 9 w 26"/>
                      <a:gd name="T99" fmla="*/ 1 h 29"/>
                      <a:gd name="T100" fmla="*/ 10 w 26"/>
                      <a:gd name="T101" fmla="*/ 0 h 29"/>
                      <a:gd name="T102" fmla="*/ 11 w 26"/>
                      <a:gd name="T103" fmla="*/ 0 h 29"/>
                      <a:gd name="T104" fmla="*/ 12 w 26"/>
                      <a:gd name="T105" fmla="*/ 0 h 29"/>
                      <a:gd name="T106" fmla="*/ 14 w 26"/>
                      <a:gd name="T107" fmla="*/ 0 h 29"/>
                      <a:gd name="T108" fmla="*/ 14 w 26"/>
                      <a:gd name="T109" fmla="*/ 0 h 29"/>
                      <a:gd name="T110" fmla="*/ 16 w 26"/>
                      <a:gd name="T111" fmla="*/ 0 h 29"/>
                      <a:gd name="T112" fmla="*/ 17 w 26"/>
                      <a:gd name="T113" fmla="*/ 1 h 29"/>
                      <a:gd name="T114" fmla="*/ 18 w 26"/>
                      <a:gd name="T115" fmla="*/ 1 h 29"/>
                      <a:gd name="T116" fmla="*/ 20 w 26"/>
                      <a:gd name="T117" fmla="*/ 1 h 29"/>
                      <a:gd name="T118" fmla="*/ 21 w 26"/>
                      <a:gd name="T119" fmla="*/ 2 h 29"/>
                      <a:gd name="T120" fmla="*/ 22 w 26"/>
                      <a:gd name="T121" fmla="*/ 2 h 2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6"/>
                      <a:gd name="T184" fmla="*/ 0 h 29"/>
                      <a:gd name="T185" fmla="*/ 26 w 26"/>
                      <a:gd name="T186" fmla="*/ 29 h 2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6" h="29">
                        <a:moveTo>
                          <a:pt x="22" y="2"/>
                        </a:moveTo>
                        <a:lnTo>
                          <a:pt x="22" y="3"/>
                        </a:lnTo>
                        <a:lnTo>
                          <a:pt x="23" y="4"/>
                        </a:lnTo>
                        <a:lnTo>
                          <a:pt x="24" y="5"/>
                        </a:lnTo>
                        <a:lnTo>
                          <a:pt x="24" y="7"/>
                        </a:lnTo>
                        <a:lnTo>
                          <a:pt x="25" y="7"/>
                        </a:lnTo>
                        <a:lnTo>
                          <a:pt x="25" y="9"/>
                        </a:lnTo>
                        <a:lnTo>
                          <a:pt x="26" y="9"/>
                        </a:lnTo>
                        <a:lnTo>
                          <a:pt x="26" y="12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6"/>
                        </a:lnTo>
                        <a:lnTo>
                          <a:pt x="26" y="18"/>
                        </a:lnTo>
                        <a:lnTo>
                          <a:pt x="25" y="19"/>
                        </a:lnTo>
                        <a:lnTo>
                          <a:pt x="24" y="21"/>
                        </a:lnTo>
                        <a:lnTo>
                          <a:pt x="24" y="22"/>
                        </a:lnTo>
                        <a:lnTo>
                          <a:pt x="23" y="23"/>
                        </a:lnTo>
                        <a:lnTo>
                          <a:pt x="22" y="25"/>
                        </a:lnTo>
                        <a:lnTo>
                          <a:pt x="21" y="27"/>
                        </a:lnTo>
                        <a:lnTo>
                          <a:pt x="18" y="28"/>
                        </a:lnTo>
                        <a:lnTo>
                          <a:pt x="17" y="29"/>
                        </a:lnTo>
                        <a:lnTo>
                          <a:pt x="16" y="29"/>
                        </a:lnTo>
                        <a:lnTo>
                          <a:pt x="14" y="29"/>
                        </a:lnTo>
                        <a:lnTo>
                          <a:pt x="12" y="29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9" y="29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5" y="27"/>
                        </a:lnTo>
                        <a:lnTo>
                          <a:pt x="4" y="25"/>
                        </a:lnTo>
                        <a:lnTo>
                          <a:pt x="2" y="23"/>
                        </a:lnTo>
                        <a:lnTo>
                          <a:pt x="1" y="21"/>
                        </a:lnTo>
                        <a:lnTo>
                          <a:pt x="1" y="20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9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5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2"/>
                        </a:lnTo>
                        <a:lnTo>
                          <a:pt x="8" y="1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20" y="1"/>
                        </a:lnTo>
                        <a:lnTo>
                          <a:pt x="21" y="2"/>
                        </a:lnTo>
                        <a:lnTo>
                          <a:pt x="22" y="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90" name="Group 1067"/>
                  <p:cNvGrpSpPr>
                    <a:grpSpLocks/>
                  </p:cNvGrpSpPr>
                  <p:nvPr/>
                </p:nvGrpSpPr>
                <p:grpSpPr bwMode="auto">
                  <a:xfrm>
                    <a:off x="2616" y="2658"/>
                    <a:ext cx="26" cy="29"/>
                    <a:chOff x="2616" y="2658"/>
                    <a:chExt cx="26" cy="29"/>
                  </a:xfrm>
                </p:grpSpPr>
                <p:sp>
                  <p:nvSpPr>
                    <p:cNvPr id="36995" name="Freeform 1068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6996" name="Freeform 1069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6991" name="Freeform 1070"/>
                  <p:cNvSpPr>
                    <a:spLocks/>
                  </p:cNvSpPr>
                  <p:nvPr/>
                </p:nvSpPr>
                <p:spPr bwMode="auto">
                  <a:xfrm>
                    <a:off x="2625" y="2662"/>
                    <a:ext cx="14" cy="12"/>
                  </a:xfrm>
                  <a:custGeom>
                    <a:avLst/>
                    <a:gdLst>
                      <a:gd name="T0" fmla="*/ 14 w 14"/>
                      <a:gd name="T1" fmla="*/ 12 h 12"/>
                      <a:gd name="T2" fmla="*/ 13 w 14"/>
                      <a:gd name="T3" fmla="*/ 12 h 12"/>
                      <a:gd name="T4" fmla="*/ 12 w 14"/>
                      <a:gd name="T5" fmla="*/ 11 h 12"/>
                      <a:gd name="T6" fmla="*/ 9 w 14"/>
                      <a:gd name="T7" fmla="*/ 10 h 12"/>
                      <a:gd name="T8" fmla="*/ 8 w 14"/>
                      <a:gd name="T9" fmla="*/ 9 h 12"/>
                      <a:gd name="T10" fmla="*/ 6 w 14"/>
                      <a:gd name="T11" fmla="*/ 8 h 12"/>
                      <a:gd name="T12" fmla="*/ 5 w 14"/>
                      <a:gd name="T13" fmla="*/ 5 h 12"/>
                      <a:gd name="T14" fmla="*/ 4 w 14"/>
                      <a:gd name="T15" fmla="*/ 4 h 12"/>
                      <a:gd name="T16" fmla="*/ 2 w 14"/>
                      <a:gd name="T17" fmla="*/ 3 h 12"/>
                      <a:gd name="T18" fmla="*/ 1 w 14"/>
                      <a:gd name="T19" fmla="*/ 2 h 12"/>
                      <a:gd name="T20" fmla="*/ 0 w 14"/>
                      <a:gd name="T21" fmla="*/ 1 h 12"/>
                      <a:gd name="T22" fmla="*/ 0 w 14"/>
                      <a:gd name="T23" fmla="*/ 0 h 12"/>
                      <a:gd name="T24" fmla="*/ 2 w 14"/>
                      <a:gd name="T25" fmla="*/ 1 h 12"/>
                      <a:gd name="T26" fmla="*/ 3 w 14"/>
                      <a:gd name="T27" fmla="*/ 2 h 12"/>
                      <a:gd name="T28" fmla="*/ 4 w 14"/>
                      <a:gd name="T29" fmla="*/ 3 h 12"/>
                      <a:gd name="T30" fmla="*/ 5 w 14"/>
                      <a:gd name="T31" fmla="*/ 4 h 12"/>
                      <a:gd name="T32" fmla="*/ 8 w 14"/>
                      <a:gd name="T33" fmla="*/ 5 h 12"/>
                      <a:gd name="T34" fmla="*/ 9 w 14"/>
                      <a:gd name="T35" fmla="*/ 8 h 12"/>
                      <a:gd name="T36" fmla="*/ 11 w 14"/>
                      <a:gd name="T37" fmla="*/ 9 h 12"/>
                      <a:gd name="T38" fmla="*/ 12 w 14"/>
                      <a:gd name="T39" fmla="*/ 10 h 12"/>
                      <a:gd name="T40" fmla="*/ 13 w 14"/>
                      <a:gd name="T41" fmla="*/ 11 h 12"/>
                      <a:gd name="T42" fmla="*/ 14 w 14"/>
                      <a:gd name="T43" fmla="*/ 12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4"/>
                      <a:gd name="T67" fmla="*/ 0 h 12"/>
                      <a:gd name="T68" fmla="*/ 14 w 14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4" h="12">
                        <a:moveTo>
                          <a:pt x="14" y="12"/>
                        </a:moveTo>
                        <a:lnTo>
                          <a:pt x="13" y="12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5"/>
                        </a:lnTo>
                        <a:lnTo>
                          <a:pt x="4" y="4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8" y="5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36992" name="Group 1071"/>
                  <p:cNvGrpSpPr>
                    <a:grpSpLocks/>
                  </p:cNvGrpSpPr>
                  <p:nvPr/>
                </p:nvGrpSpPr>
                <p:grpSpPr bwMode="auto">
                  <a:xfrm>
                    <a:off x="2625" y="2662"/>
                    <a:ext cx="14" cy="12"/>
                    <a:chOff x="2625" y="2662"/>
                    <a:chExt cx="14" cy="12"/>
                  </a:xfrm>
                </p:grpSpPr>
                <p:sp>
                  <p:nvSpPr>
                    <p:cNvPr id="36993" name="Freeform 1072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6994" name="Freeform 1073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36916" name="Rectangle 1074"/>
            <p:cNvSpPr>
              <a:spLocks noChangeArrowheads="1"/>
            </p:cNvSpPr>
            <p:nvPr/>
          </p:nvSpPr>
          <p:spPr bwMode="auto">
            <a:xfrm>
              <a:off x="2199" y="3488"/>
              <a:ext cx="1720" cy="643"/>
            </a:xfrm>
            <a:prstGeom prst="rect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6917" name="Group 1075"/>
            <p:cNvGrpSpPr>
              <a:grpSpLocks/>
            </p:cNvGrpSpPr>
            <p:nvPr/>
          </p:nvGrpSpPr>
          <p:grpSpPr bwMode="auto">
            <a:xfrm>
              <a:off x="2329" y="3692"/>
              <a:ext cx="301" cy="274"/>
              <a:chOff x="1983" y="3136"/>
              <a:chExt cx="306" cy="300"/>
            </a:xfrm>
          </p:grpSpPr>
          <p:sp>
            <p:nvSpPr>
              <p:cNvPr id="36943" name="Freeform 1076"/>
              <p:cNvSpPr>
                <a:spLocks/>
              </p:cNvSpPr>
              <p:nvPr/>
            </p:nvSpPr>
            <p:spPr bwMode="auto">
              <a:xfrm>
                <a:off x="1983" y="3136"/>
                <a:ext cx="300" cy="300"/>
              </a:xfrm>
              <a:custGeom>
                <a:avLst/>
                <a:gdLst>
                  <a:gd name="T0" fmla="*/ 171 w 300"/>
                  <a:gd name="T1" fmla="*/ 298 h 300"/>
                  <a:gd name="T2" fmla="*/ 199 w 300"/>
                  <a:gd name="T3" fmla="*/ 292 h 300"/>
                  <a:gd name="T4" fmla="*/ 225 w 300"/>
                  <a:gd name="T5" fmla="*/ 280 h 300"/>
                  <a:gd name="T6" fmla="*/ 249 w 300"/>
                  <a:gd name="T7" fmla="*/ 264 h 300"/>
                  <a:gd name="T8" fmla="*/ 268 w 300"/>
                  <a:gd name="T9" fmla="*/ 243 h 300"/>
                  <a:gd name="T10" fmla="*/ 283 w 300"/>
                  <a:gd name="T11" fmla="*/ 219 h 300"/>
                  <a:gd name="T12" fmla="*/ 293 w 300"/>
                  <a:gd name="T13" fmla="*/ 192 h 300"/>
                  <a:gd name="T14" fmla="*/ 299 w 300"/>
                  <a:gd name="T15" fmla="*/ 163 h 300"/>
                  <a:gd name="T16" fmla="*/ 299 w 300"/>
                  <a:gd name="T17" fmla="*/ 133 h 300"/>
                  <a:gd name="T18" fmla="*/ 293 w 300"/>
                  <a:gd name="T19" fmla="*/ 104 h 300"/>
                  <a:gd name="T20" fmla="*/ 282 w 300"/>
                  <a:gd name="T21" fmla="*/ 77 h 300"/>
                  <a:gd name="T22" fmla="*/ 266 w 300"/>
                  <a:gd name="T23" fmla="*/ 54 h 300"/>
                  <a:gd name="T24" fmla="*/ 245 w 300"/>
                  <a:gd name="T25" fmla="*/ 35 h 300"/>
                  <a:gd name="T26" fmla="*/ 222 w 300"/>
                  <a:gd name="T27" fmla="*/ 19 h 300"/>
                  <a:gd name="T28" fmla="*/ 195 w 300"/>
                  <a:gd name="T29" fmla="*/ 7 h 300"/>
                  <a:gd name="T30" fmla="*/ 166 w 300"/>
                  <a:gd name="T31" fmla="*/ 1 h 300"/>
                  <a:gd name="T32" fmla="*/ 136 w 300"/>
                  <a:gd name="T33" fmla="*/ 1 h 300"/>
                  <a:gd name="T34" fmla="*/ 108 w 300"/>
                  <a:gd name="T35" fmla="*/ 6 h 300"/>
                  <a:gd name="T36" fmla="*/ 81 w 300"/>
                  <a:gd name="T37" fmla="*/ 16 h 300"/>
                  <a:gd name="T38" fmla="*/ 56 w 300"/>
                  <a:gd name="T39" fmla="*/ 30 h 300"/>
                  <a:gd name="T40" fmla="*/ 36 w 300"/>
                  <a:gd name="T41" fmla="*/ 50 h 300"/>
                  <a:gd name="T42" fmla="*/ 19 w 300"/>
                  <a:gd name="T43" fmla="*/ 73 h 300"/>
                  <a:gd name="T44" fmla="*/ 7 w 300"/>
                  <a:gd name="T45" fmla="*/ 101 h 300"/>
                  <a:gd name="T46" fmla="*/ 1 w 300"/>
                  <a:gd name="T47" fmla="*/ 131 h 300"/>
                  <a:gd name="T48" fmla="*/ 1 w 300"/>
                  <a:gd name="T49" fmla="*/ 164 h 300"/>
                  <a:gd name="T50" fmla="*/ 7 w 300"/>
                  <a:gd name="T51" fmla="*/ 195 h 300"/>
                  <a:gd name="T52" fmla="*/ 19 w 300"/>
                  <a:gd name="T53" fmla="*/ 223 h 300"/>
                  <a:gd name="T54" fmla="*/ 36 w 300"/>
                  <a:gd name="T55" fmla="*/ 246 h 300"/>
                  <a:gd name="T56" fmla="*/ 58 w 300"/>
                  <a:gd name="T57" fmla="*/ 266 h 300"/>
                  <a:gd name="T58" fmla="*/ 83 w 300"/>
                  <a:gd name="T59" fmla="*/ 282 h 300"/>
                  <a:gd name="T60" fmla="*/ 111 w 300"/>
                  <a:gd name="T61" fmla="*/ 293 h 300"/>
                  <a:gd name="T62" fmla="*/ 141 w 300"/>
                  <a:gd name="T63" fmla="*/ 298 h 3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0"/>
                  <a:gd name="T97" fmla="*/ 0 h 300"/>
                  <a:gd name="T98" fmla="*/ 300 w 300"/>
                  <a:gd name="T99" fmla="*/ 300 h 3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0" h="300">
                    <a:moveTo>
                      <a:pt x="156" y="300"/>
                    </a:moveTo>
                    <a:lnTo>
                      <a:pt x="171" y="298"/>
                    </a:lnTo>
                    <a:lnTo>
                      <a:pt x="186" y="296"/>
                    </a:lnTo>
                    <a:lnTo>
                      <a:pt x="199" y="292"/>
                    </a:lnTo>
                    <a:lnTo>
                      <a:pt x="213" y="288"/>
                    </a:lnTo>
                    <a:lnTo>
                      <a:pt x="225" y="280"/>
                    </a:lnTo>
                    <a:lnTo>
                      <a:pt x="237" y="273"/>
                    </a:lnTo>
                    <a:lnTo>
                      <a:pt x="249" y="264"/>
                    </a:lnTo>
                    <a:lnTo>
                      <a:pt x="258" y="254"/>
                    </a:lnTo>
                    <a:lnTo>
                      <a:pt x="268" y="243"/>
                    </a:lnTo>
                    <a:lnTo>
                      <a:pt x="276" y="231"/>
                    </a:lnTo>
                    <a:lnTo>
                      <a:pt x="283" y="219"/>
                    </a:lnTo>
                    <a:lnTo>
                      <a:pt x="289" y="206"/>
                    </a:lnTo>
                    <a:lnTo>
                      <a:pt x="293" y="192"/>
                    </a:lnTo>
                    <a:lnTo>
                      <a:pt x="297" y="178"/>
                    </a:lnTo>
                    <a:lnTo>
                      <a:pt x="299" y="163"/>
                    </a:lnTo>
                    <a:lnTo>
                      <a:pt x="300" y="148"/>
                    </a:lnTo>
                    <a:lnTo>
                      <a:pt x="299" y="133"/>
                    </a:lnTo>
                    <a:lnTo>
                      <a:pt x="297" y="118"/>
                    </a:lnTo>
                    <a:lnTo>
                      <a:pt x="293" y="104"/>
                    </a:lnTo>
                    <a:lnTo>
                      <a:pt x="288" y="90"/>
                    </a:lnTo>
                    <a:lnTo>
                      <a:pt x="282" y="77"/>
                    </a:lnTo>
                    <a:lnTo>
                      <a:pt x="274" y="66"/>
                    </a:lnTo>
                    <a:lnTo>
                      <a:pt x="266" y="54"/>
                    </a:lnTo>
                    <a:lnTo>
                      <a:pt x="256" y="43"/>
                    </a:lnTo>
                    <a:lnTo>
                      <a:pt x="245" y="35"/>
                    </a:lnTo>
                    <a:lnTo>
                      <a:pt x="235" y="25"/>
                    </a:lnTo>
                    <a:lnTo>
                      <a:pt x="222" y="19"/>
                    </a:lnTo>
                    <a:lnTo>
                      <a:pt x="209" y="12"/>
                    </a:lnTo>
                    <a:lnTo>
                      <a:pt x="195" y="7"/>
                    </a:lnTo>
                    <a:lnTo>
                      <a:pt x="181" y="4"/>
                    </a:lnTo>
                    <a:lnTo>
                      <a:pt x="166" y="1"/>
                    </a:lnTo>
                    <a:lnTo>
                      <a:pt x="151" y="0"/>
                    </a:lnTo>
                    <a:lnTo>
                      <a:pt x="136" y="1"/>
                    </a:lnTo>
                    <a:lnTo>
                      <a:pt x="121" y="3"/>
                    </a:lnTo>
                    <a:lnTo>
                      <a:pt x="108" y="6"/>
                    </a:lnTo>
                    <a:lnTo>
                      <a:pt x="94" y="10"/>
                    </a:lnTo>
                    <a:lnTo>
                      <a:pt x="81" y="16"/>
                    </a:lnTo>
                    <a:lnTo>
                      <a:pt x="68" y="23"/>
                    </a:lnTo>
                    <a:lnTo>
                      <a:pt x="56" y="30"/>
                    </a:lnTo>
                    <a:lnTo>
                      <a:pt x="46" y="40"/>
                    </a:lnTo>
                    <a:lnTo>
                      <a:pt x="36" y="50"/>
                    </a:lnTo>
                    <a:lnTo>
                      <a:pt x="26" y="61"/>
                    </a:lnTo>
                    <a:lnTo>
                      <a:pt x="19" y="73"/>
                    </a:lnTo>
                    <a:lnTo>
                      <a:pt x="12" y="86"/>
                    </a:lnTo>
                    <a:lnTo>
                      <a:pt x="7" y="101"/>
                    </a:lnTo>
                    <a:lnTo>
                      <a:pt x="3" y="116"/>
                    </a:lnTo>
                    <a:lnTo>
                      <a:pt x="1" y="131"/>
                    </a:lnTo>
                    <a:lnTo>
                      <a:pt x="0" y="148"/>
                    </a:lnTo>
                    <a:lnTo>
                      <a:pt x="1" y="164"/>
                    </a:lnTo>
                    <a:lnTo>
                      <a:pt x="3" y="180"/>
                    </a:lnTo>
                    <a:lnTo>
                      <a:pt x="7" y="195"/>
                    </a:lnTo>
                    <a:lnTo>
                      <a:pt x="12" y="209"/>
                    </a:lnTo>
                    <a:lnTo>
                      <a:pt x="19" y="223"/>
                    </a:lnTo>
                    <a:lnTo>
                      <a:pt x="27" y="234"/>
                    </a:lnTo>
                    <a:lnTo>
                      <a:pt x="36" y="246"/>
                    </a:lnTo>
                    <a:lnTo>
                      <a:pt x="47" y="257"/>
                    </a:lnTo>
                    <a:lnTo>
                      <a:pt x="58" y="266"/>
                    </a:lnTo>
                    <a:lnTo>
                      <a:pt x="70" y="275"/>
                    </a:lnTo>
                    <a:lnTo>
                      <a:pt x="83" y="282"/>
                    </a:lnTo>
                    <a:lnTo>
                      <a:pt x="97" y="288"/>
                    </a:lnTo>
                    <a:lnTo>
                      <a:pt x="111" y="293"/>
                    </a:lnTo>
                    <a:lnTo>
                      <a:pt x="126" y="296"/>
                    </a:lnTo>
                    <a:lnTo>
                      <a:pt x="141" y="298"/>
                    </a:lnTo>
                    <a:lnTo>
                      <a:pt x="156" y="30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4" name="Freeform 1077"/>
              <p:cNvSpPr>
                <a:spLocks/>
              </p:cNvSpPr>
              <p:nvPr/>
            </p:nvSpPr>
            <p:spPr bwMode="auto">
              <a:xfrm>
                <a:off x="2140" y="3136"/>
                <a:ext cx="149" cy="300"/>
              </a:xfrm>
              <a:custGeom>
                <a:avLst/>
                <a:gdLst>
                  <a:gd name="T0" fmla="*/ 146 w 149"/>
                  <a:gd name="T1" fmla="*/ 116 h 300"/>
                  <a:gd name="T2" fmla="*/ 147 w 149"/>
                  <a:gd name="T3" fmla="*/ 179 h 300"/>
                  <a:gd name="T4" fmla="*/ 123 w 149"/>
                  <a:gd name="T5" fmla="*/ 235 h 300"/>
                  <a:gd name="T6" fmla="*/ 106 w 149"/>
                  <a:gd name="T7" fmla="*/ 256 h 300"/>
                  <a:gd name="T8" fmla="*/ 85 w 149"/>
                  <a:gd name="T9" fmla="*/ 273 h 300"/>
                  <a:gd name="T10" fmla="*/ 63 w 149"/>
                  <a:gd name="T11" fmla="*/ 286 h 300"/>
                  <a:gd name="T12" fmla="*/ 38 w 149"/>
                  <a:gd name="T13" fmla="*/ 294 h 300"/>
                  <a:gd name="T14" fmla="*/ 13 w 149"/>
                  <a:gd name="T15" fmla="*/ 298 h 300"/>
                  <a:gd name="T16" fmla="*/ 6 w 149"/>
                  <a:gd name="T17" fmla="*/ 292 h 300"/>
                  <a:gd name="T18" fmla="*/ 13 w 149"/>
                  <a:gd name="T19" fmla="*/ 282 h 300"/>
                  <a:gd name="T20" fmla="*/ 23 w 149"/>
                  <a:gd name="T21" fmla="*/ 277 h 300"/>
                  <a:gd name="T22" fmla="*/ 25 w 149"/>
                  <a:gd name="T23" fmla="*/ 265 h 300"/>
                  <a:gd name="T24" fmla="*/ 29 w 149"/>
                  <a:gd name="T25" fmla="*/ 254 h 300"/>
                  <a:gd name="T26" fmla="*/ 37 w 149"/>
                  <a:gd name="T27" fmla="*/ 247 h 300"/>
                  <a:gd name="T28" fmla="*/ 50 w 149"/>
                  <a:gd name="T29" fmla="*/ 246 h 300"/>
                  <a:gd name="T30" fmla="*/ 63 w 149"/>
                  <a:gd name="T31" fmla="*/ 246 h 300"/>
                  <a:gd name="T32" fmla="*/ 75 w 149"/>
                  <a:gd name="T33" fmla="*/ 245 h 300"/>
                  <a:gd name="T34" fmla="*/ 87 w 149"/>
                  <a:gd name="T35" fmla="*/ 243 h 300"/>
                  <a:gd name="T36" fmla="*/ 99 w 149"/>
                  <a:gd name="T37" fmla="*/ 240 h 300"/>
                  <a:gd name="T38" fmla="*/ 102 w 149"/>
                  <a:gd name="T39" fmla="*/ 224 h 300"/>
                  <a:gd name="T40" fmla="*/ 99 w 149"/>
                  <a:gd name="T41" fmla="*/ 213 h 300"/>
                  <a:gd name="T42" fmla="*/ 100 w 149"/>
                  <a:gd name="T43" fmla="*/ 206 h 300"/>
                  <a:gd name="T44" fmla="*/ 103 w 149"/>
                  <a:gd name="T45" fmla="*/ 198 h 300"/>
                  <a:gd name="T46" fmla="*/ 98 w 149"/>
                  <a:gd name="T47" fmla="*/ 196 h 300"/>
                  <a:gd name="T48" fmla="*/ 100 w 149"/>
                  <a:gd name="T49" fmla="*/ 193 h 300"/>
                  <a:gd name="T50" fmla="*/ 101 w 149"/>
                  <a:gd name="T51" fmla="*/ 186 h 300"/>
                  <a:gd name="T52" fmla="*/ 97 w 149"/>
                  <a:gd name="T53" fmla="*/ 172 h 300"/>
                  <a:gd name="T54" fmla="*/ 107 w 149"/>
                  <a:gd name="T55" fmla="*/ 168 h 300"/>
                  <a:gd name="T56" fmla="*/ 114 w 149"/>
                  <a:gd name="T57" fmla="*/ 162 h 300"/>
                  <a:gd name="T58" fmla="*/ 85 w 149"/>
                  <a:gd name="T59" fmla="*/ 119 h 300"/>
                  <a:gd name="T60" fmla="*/ 87 w 149"/>
                  <a:gd name="T61" fmla="*/ 96 h 300"/>
                  <a:gd name="T62" fmla="*/ 76 w 149"/>
                  <a:gd name="T63" fmla="*/ 69 h 300"/>
                  <a:gd name="T64" fmla="*/ 61 w 149"/>
                  <a:gd name="T65" fmla="*/ 44 h 300"/>
                  <a:gd name="T66" fmla="*/ 63 w 149"/>
                  <a:gd name="T67" fmla="*/ 40 h 300"/>
                  <a:gd name="T68" fmla="*/ 67 w 149"/>
                  <a:gd name="T69" fmla="*/ 37 h 300"/>
                  <a:gd name="T70" fmla="*/ 66 w 149"/>
                  <a:gd name="T71" fmla="*/ 31 h 300"/>
                  <a:gd name="T72" fmla="*/ 53 w 149"/>
                  <a:gd name="T73" fmla="*/ 27 h 300"/>
                  <a:gd name="T74" fmla="*/ 40 w 149"/>
                  <a:gd name="T75" fmla="*/ 24 h 300"/>
                  <a:gd name="T76" fmla="*/ 28 w 149"/>
                  <a:gd name="T77" fmla="*/ 21 h 300"/>
                  <a:gd name="T78" fmla="*/ 14 w 149"/>
                  <a:gd name="T79" fmla="*/ 20 h 300"/>
                  <a:gd name="T80" fmla="*/ 0 w 149"/>
                  <a:gd name="T81" fmla="*/ 19 h 300"/>
                  <a:gd name="T82" fmla="*/ 0 w 149"/>
                  <a:gd name="T83" fmla="*/ 4 h 300"/>
                  <a:gd name="T84" fmla="*/ 21 w 149"/>
                  <a:gd name="T85" fmla="*/ 3 h 300"/>
                  <a:gd name="T86" fmla="*/ 50 w 149"/>
                  <a:gd name="T87" fmla="*/ 10 h 300"/>
                  <a:gd name="T88" fmla="*/ 77 w 149"/>
                  <a:gd name="T89" fmla="*/ 23 h 300"/>
                  <a:gd name="T90" fmla="*/ 100 w 149"/>
                  <a:gd name="T91" fmla="*/ 40 h 300"/>
                  <a:gd name="T92" fmla="*/ 120 w 149"/>
                  <a:gd name="T93" fmla="*/ 61 h 3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49"/>
                  <a:gd name="T142" fmla="*/ 0 h 300"/>
                  <a:gd name="T143" fmla="*/ 149 w 149"/>
                  <a:gd name="T144" fmla="*/ 300 h 3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49" h="300">
                    <a:moveTo>
                      <a:pt x="131" y="78"/>
                    </a:moveTo>
                    <a:lnTo>
                      <a:pt x="140" y="97"/>
                    </a:lnTo>
                    <a:lnTo>
                      <a:pt x="146" y="116"/>
                    </a:lnTo>
                    <a:lnTo>
                      <a:pt x="149" y="137"/>
                    </a:lnTo>
                    <a:lnTo>
                      <a:pt x="149" y="159"/>
                    </a:lnTo>
                    <a:lnTo>
                      <a:pt x="147" y="179"/>
                    </a:lnTo>
                    <a:lnTo>
                      <a:pt x="142" y="200"/>
                    </a:lnTo>
                    <a:lnTo>
                      <a:pt x="134" y="218"/>
                    </a:lnTo>
                    <a:lnTo>
                      <a:pt x="123" y="235"/>
                    </a:lnTo>
                    <a:lnTo>
                      <a:pt x="117" y="243"/>
                    </a:lnTo>
                    <a:lnTo>
                      <a:pt x="112" y="249"/>
                    </a:lnTo>
                    <a:lnTo>
                      <a:pt x="106" y="256"/>
                    </a:lnTo>
                    <a:lnTo>
                      <a:pt x="99" y="262"/>
                    </a:lnTo>
                    <a:lnTo>
                      <a:pt x="93" y="267"/>
                    </a:lnTo>
                    <a:lnTo>
                      <a:pt x="85" y="273"/>
                    </a:lnTo>
                    <a:lnTo>
                      <a:pt x="78" y="277"/>
                    </a:lnTo>
                    <a:lnTo>
                      <a:pt x="70" y="281"/>
                    </a:lnTo>
                    <a:lnTo>
                      <a:pt x="63" y="286"/>
                    </a:lnTo>
                    <a:lnTo>
                      <a:pt x="55" y="289"/>
                    </a:lnTo>
                    <a:lnTo>
                      <a:pt x="47" y="292"/>
                    </a:lnTo>
                    <a:lnTo>
                      <a:pt x="38" y="294"/>
                    </a:lnTo>
                    <a:lnTo>
                      <a:pt x="30" y="296"/>
                    </a:lnTo>
                    <a:lnTo>
                      <a:pt x="21" y="297"/>
                    </a:lnTo>
                    <a:lnTo>
                      <a:pt x="13" y="298"/>
                    </a:lnTo>
                    <a:lnTo>
                      <a:pt x="3" y="300"/>
                    </a:lnTo>
                    <a:lnTo>
                      <a:pt x="5" y="295"/>
                    </a:lnTo>
                    <a:lnTo>
                      <a:pt x="6" y="292"/>
                    </a:lnTo>
                    <a:lnTo>
                      <a:pt x="8" y="289"/>
                    </a:lnTo>
                    <a:lnTo>
                      <a:pt x="10" y="286"/>
                    </a:lnTo>
                    <a:lnTo>
                      <a:pt x="13" y="282"/>
                    </a:lnTo>
                    <a:lnTo>
                      <a:pt x="16" y="280"/>
                    </a:lnTo>
                    <a:lnTo>
                      <a:pt x="19" y="278"/>
                    </a:lnTo>
                    <a:lnTo>
                      <a:pt x="23" y="277"/>
                    </a:lnTo>
                    <a:lnTo>
                      <a:pt x="23" y="273"/>
                    </a:lnTo>
                    <a:lnTo>
                      <a:pt x="24" y="270"/>
                    </a:lnTo>
                    <a:lnTo>
                      <a:pt x="25" y="265"/>
                    </a:lnTo>
                    <a:lnTo>
                      <a:pt x="25" y="261"/>
                    </a:lnTo>
                    <a:lnTo>
                      <a:pt x="26" y="258"/>
                    </a:lnTo>
                    <a:lnTo>
                      <a:pt x="29" y="254"/>
                    </a:lnTo>
                    <a:lnTo>
                      <a:pt x="31" y="250"/>
                    </a:lnTo>
                    <a:lnTo>
                      <a:pt x="33" y="248"/>
                    </a:lnTo>
                    <a:lnTo>
                      <a:pt x="37" y="247"/>
                    </a:lnTo>
                    <a:lnTo>
                      <a:pt x="41" y="247"/>
                    </a:lnTo>
                    <a:lnTo>
                      <a:pt x="46" y="247"/>
                    </a:lnTo>
                    <a:lnTo>
                      <a:pt x="50" y="246"/>
                    </a:lnTo>
                    <a:lnTo>
                      <a:pt x="54" y="246"/>
                    </a:lnTo>
                    <a:lnTo>
                      <a:pt x="58" y="246"/>
                    </a:lnTo>
                    <a:lnTo>
                      <a:pt x="63" y="246"/>
                    </a:lnTo>
                    <a:lnTo>
                      <a:pt x="67" y="246"/>
                    </a:lnTo>
                    <a:lnTo>
                      <a:pt x="71" y="245"/>
                    </a:lnTo>
                    <a:lnTo>
                      <a:pt x="75" y="245"/>
                    </a:lnTo>
                    <a:lnTo>
                      <a:pt x="79" y="244"/>
                    </a:lnTo>
                    <a:lnTo>
                      <a:pt x="83" y="244"/>
                    </a:lnTo>
                    <a:lnTo>
                      <a:pt x="87" y="243"/>
                    </a:lnTo>
                    <a:lnTo>
                      <a:pt x="91" y="242"/>
                    </a:lnTo>
                    <a:lnTo>
                      <a:pt x="95" y="241"/>
                    </a:lnTo>
                    <a:lnTo>
                      <a:pt x="99" y="240"/>
                    </a:lnTo>
                    <a:lnTo>
                      <a:pt x="102" y="234"/>
                    </a:lnTo>
                    <a:lnTo>
                      <a:pt x="102" y="229"/>
                    </a:lnTo>
                    <a:lnTo>
                      <a:pt x="102" y="224"/>
                    </a:lnTo>
                    <a:lnTo>
                      <a:pt x="100" y="218"/>
                    </a:lnTo>
                    <a:lnTo>
                      <a:pt x="99" y="215"/>
                    </a:lnTo>
                    <a:lnTo>
                      <a:pt x="99" y="213"/>
                    </a:lnTo>
                    <a:lnTo>
                      <a:pt x="99" y="211"/>
                    </a:lnTo>
                    <a:lnTo>
                      <a:pt x="99" y="208"/>
                    </a:lnTo>
                    <a:lnTo>
                      <a:pt x="100" y="206"/>
                    </a:lnTo>
                    <a:lnTo>
                      <a:pt x="101" y="203"/>
                    </a:lnTo>
                    <a:lnTo>
                      <a:pt x="102" y="200"/>
                    </a:lnTo>
                    <a:lnTo>
                      <a:pt x="103" y="198"/>
                    </a:lnTo>
                    <a:lnTo>
                      <a:pt x="101" y="197"/>
                    </a:lnTo>
                    <a:lnTo>
                      <a:pt x="100" y="197"/>
                    </a:lnTo>
                    <a:lnTo>
                      <a:pt x="98" y="196"/>
                    </a:lnTo>
                    <a:lnTo>
                      <a:pt x="98" y="194"/>
                    </a:lnTo>
                    <a:lnTo>
                      <a:pt x="99" y="193"/>
                    </a:lnTo>
                    <a:lnTo>
                      <a:pt x="100" y="193"/>
                    </a:lnTo>
                    <a:lnTo>
                      <a:pt x="102" y="192"/>
                    </a:lnTo>
                    <a:lnTo>
                      <a:pt x="103" y="191"/>
                    </a:lnTo>
                    <a:lnTo>
                      <a:pt x="101" y="186"/>
                    </a:lnTo>
                    <a:lnTo>
                      <a:pt x="100" y="182"/>
                    </a:lnTo>
                    <a:lnTo>
                      <a:pt x="99" y="177"/>
                    </a:lnTo>
                    <a:lnTo>
                      <a:pt x="97" y="172"/>
                    </a:lnTo>
                    <a:lnTo>
                      <a:pt x="100" y="170"/>
                    </a:lnTo>
                    <a:lnTo>
                      <a:pt x="103" y="169"/>
                    </a:lnTo>
                    <a:lnTo>
                      <a:pt x="107" y="168"/>
                    </a:lnTo>
                    <a:lnTo>
                      <a:pt x="109" y="166"/>
                    </a:lnTo>
                    <a:lnTo>
                      <a:pt x="112" y="164"/>
                    </a:lnTo>
                    <a:lnTo>
                      <a:pt x="114" y="162"/>
                    </a:lnTo>
                    <a:lnTo>
                      <a:pt x="115" y="160"/>
                    </a:lnTo>
                    <a:lnTo>
                      <a:pt x="115" y="155"/>
                    </a:lnTo>
                    <a:lnTo>
                      <a:pt x="85" y="119"/>
                    </a:lnTo>
                    <a:lnTo>
                      <a:pt x="93" y="114"/>
                    </a:lnTo>
                    <a:lnTo>
                      <a:pt x="91" y="105"/>
                    </a:lnTo>
                    <a:lnTo>
                      <a:pt x="87" y="96"/>
                    </a:lnTo>
                    <a:lnTo>
                      <a:pt x="84" y="86"/>
                    </a:lnTo>
                    <a:lnTo>
                      <a:pt x="81" y="77"/>
                    </a:lnTo>
                    <a:lnTo>
                      <a:pt x="76" y="69"/>
                    </a:lnTo>
                    <a:lnTo>
                      <a:pt x="71" y="60"/>
                    </a:lnTo>
                    <a:lnTo>
                      <a:pt x="66" y="52"/>
                    </a:lnTo>
                    <a:lnTo>
                      <a:pt x="61" y="44"/>
                    </a:lnTo>
                    <a:lnTo>
                      <a:pt x="62" y="43"/>
                    </a:lnTo>
                    <a:lnTo>
                      <a:pt x="63" y="41"/>
                    </a:lnTo>
                    <a:lnTo>
                      <a:pt x="63" y="40"/>
                    </a:lnTo>
                    <a:lnTo>
                      <a:pt x="65" y="39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9" y="35"/>
                    </a:lnTo>
                    <a:lnTo>
                      <a:pt x="70" y="34"/>
                    </a:lnTo>
                    <a:lnTo>
                      <a:pt x="66" y="31"/>
                    </a:lnTo>
                    <a:lnTo>
                      <a:pt x="62" y="30"/>
                    </a:lnTo>
                    <a:lnTo>
                      <a:pt x="57" y="28"/>
                    </a:lnTo>
                    <a:lnTo>
                      <a:pt x="53" y="27"/>
                    </a:lnTo>
                    <a:lnTo>
                      <a:pt x="49" y="26"/>
                    </a:lnTo>
                    <a:lnTo>
                      <a:pt x="45" y="25"/>
                    </a:lnTo>
                    <a:lnTo>
                      <a:pt x="40" y="24"/>
                    </a:lnTo>
                    <a:lnTo>
                      <a:pt x="36" y="23"/>
                    </a:lnTo>
                    <a:lnTo>
                      <a:pt x="32" y="22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8" y="20"/>
                    </a:lnTo>
                    <a:lnTo>
                      <a:pt x="14" y="20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1"/>
                    </a:lnTo>
                    <a:lnTo>
                      <a:pt x="21" y="3"/>
                    </a:lnTo>
                    <a:lnTo>
                      <a:pt x="31" y="5"/>
                    </a:lnTo>
                    <a:lnTo>
                      <a:pt x="40" y="7"/>
                    </a:lnTo>
                    <a:lnTo>
                      <a:pt x="50" y="10"/>
                    </a:lnTo>
                    <a:lnTo>
                      <a:pt x="58" y="14"/>
                    </a:lnTo>
                    <a:lnTo>
                      <a:pt x="68" y="18"/>
                    </a:lnTo>
                    <a:lnTo>
                      <a:pt x="77" y="23"/>
                    </a:lnTo>
                    <a:lnTo>
                      <a:pt x="85" y="28"/>
                    </a:lnTo>
                    <a:lnTo>
                      <a:pt x="93" y="34"/>
                    </a:lnTo>
                    <a:lnTo>
                      <a:pt x="100" y="40"/>
                    </a:lnTo>
                    <a:lnTo>
                      <a:pt x="108" y="46"/>
                    </a:lnTo>
                    <a:lnTo>
                      <a:pt x="114" y="54"/>
                    </a:lnTo>
                    <a:lnTo>
                      <a:pt x="120" y="61"/>
                    </a:lnTo>
                    <a:lnTo>
                      <a:pt x="126" y="70"/>
                    </a:lnTo>
                    <a:lnTo>
                      <a:pt x="131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5" name="Freeform 1078"/>
              <p:cNvSpPr>
                <a:spLocks/>
              </p:cNvSpPr>
              <p:nvPr/>
            </p:nvSpPr>
            <p:spPr bwMode="auto">
              <a:xfrm>
                <a:off x="2114" y="3137"/>
                <a:ext cx="21" cy="23"/>
              </a:xfrm>
              <a:custGeom>
                <a:avLst/>
                <a:gdLst>
                  <a:gd name="T0" fmla="*/ 20 w 21"/>
                  <a:gd name="T1" fmla="*/ 23 h 23"/>
                  <a:gd name="T2" fmla="*/ 12 w 21"/>
                  <a:gd name="T3" fmla="*/ 23 h 23"/>
                  <a:gd name="T4" fmla="*/ 13 w 21"/>
                  <a:gd name="T5" fmla="*/ 20 h 23"/>
                  <a:gd name="T6" fmla="*/ 13 w 21"/>
                  <a:gd name="T7" fmla="*/ 17 h 23"/>
                  <a:gd name="T8" fmla="*/ 12 w 21"/>
                  <a:gd name="T9" fmla="*/ 13 h 23"/>
                  <a:gd name="T10" fmla="*/ 11 w 21"/>
                  <a:gd name="T11" fmla="*/ 11 h 23"/>
                  <a:gd name="T12" fmla="*/ 9 w 21"/>
                  <a:gd name="T13" fmla="*/ 9 h 23"/>
                  <a:gd name="T14" fmla="*/ 8 w 21"/>
                  <a:gd name="T15" fmla="*/ 7 h 23"/>
                  <a:gd name="T16" fmla="*/ 4 w 21"/>
                  <a:gd name="T17" fmla="*/ 5 h 23"/>
                  <a:gd name="T18" fmla="*/ 2 w 21"/>
                  <a:gd name="T19" fmla="*/ 4 h 23"/>
                  <a:gd name="T20" fmla="*/ 0 w 21"/>
                  <a:gd name="T21" fmla="*/ 2 h 23"/>
                  <a:gd name="T22" fmla="*/ 2 w 21"/>
                  <a:gd name="T23" fmla="*/ 2 h 23"/>
                  <a:gd name="T24" fmla="*/ 4 w 21"/>
                  <a:gd name="T25" fmla="*/ 2 h 23"/>
                  <a:gd name="T26" fmla="*/ 8 w 21"/>
                  <a:gd name="T27" fmla="*/ 0 h 23"/>
                  <a:gd name="T28" fmla="*/ 10 w 21"/>
                  <a:gd name="T29" fmla="*/ 0 h 23"/>
                  <a:gd name="T30" fmla="*/ 13 w 21"/>
                  <a:gd name="T31" fmla="*/ 0 h 23"/>
                  <a:gd name="T32" fmla="*/ 16 w 21"/>
                  <a:gd name="T33" fmla="*/ 0 h 23"/>
                  <a:gd name="T34" fmla="*/ 19 w 21"/>
                  <a:gd name="T35" fmla="*/ 0 h 23"/>
                  <a:gd name="T36" fmla="*/ 21 w 21"/>
                  <a:gd name="T37" fmla="*/ 2 h 23"/>
                  <a:gd name="T38" fmla="*/ 20 w 21"/>
                  <a:gd name="T39" fmla="*/ 23 h 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"/>
                  <a:gd name="T61" fmla="*/ 0 h 23"/>
                  <a:gd name="T62" fmla="*/ 21 w 21"/>
                  <a:gd name="T63" fmla="*/ 23 h 2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" h="23">
                    <a:moveTo>
                      <a:pt x="20" y="23"/>
                    </a:moveTo>
                    <a:lnTo>
                      <a:pt x="12" y="23"/>
                    </a:lnTo>
                    <a:lnTo>
                      <a:pt x="13" y="20"/>
                    </a:lnTo>
                    <a:lnTo>
                      <a:pt x="13" y="17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2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6" name="Freeform 1079"/>
              <p:cNvSpPr>
                <a:spLocks/>
              </p:cNvSpPr>
              <p:nvPr/>
            </p:nvSpPr>
            <p:spPr bwMode="auto">
              <a:xfrm>
                <a:off x="2018" y="3141"/>
                <a:ext cx="104" cy="270"/>
              </a:xfrm>
              <a:custGeom>
                <a:avLst/>
                <a:gdLst>
                  <a:gd name="T0" fmla="*/ 104 w 104"/>
                  <a:gd name="T1" fmla="*/ 19 h 270"/>
                  <a:gd name="T2" fmla="*/ 102 w 104"/>
                  <a:gd name="T3" fmla="*/ 33 h 270"/>
                  <a:gd name="T4" fmla="*/ 97 w 104"/>
                  <a:gd name="T5" fmla="*/ 45 h 270"/>
                  <a:gd name="T6" fmla="*/ 92 w 104"/>
                  <a:gd name="T7" fmla="*/ 48 h 270"/>
                  <a:gd name="T8" fmla="*/ 85 w 104"/>
                  <a:gd name="T9" fmla="*/ 52 h 270"/>
                  <a:gd name="T10" fmla="*/ 83 w 104"/>
                  <a:gd name="T11" fmla="*/ 57 h 270"/>
                  <a:gd name="T12" fmla="*/ 83 w 104"/>
                  <a:gd name="T13" fmla="*/ 66 h 270"/>
                  <a:gd name="T14" fmla="*/ 85 w 104"/>
                  <a:gd name="T15" fmla="*/ 71 h 270"/>
                  <a:gd name="T16" fmla="*/ 91 w 104"/>
                  <a:gd name="T17" fmla="*/ 68 h 270"/>
                  <a:gd name="T18" fmla="*/ 93 w 104"/>
                  <a:gd name="T19" fmla="*/ 62 h 270"/>
                  <a:gd name="T20" fmla="*/ 98 w 104"/>
                  <a:gd name="T21" fmla="*/ 60 h 270"/>
                  <a:gd name="T22" fmla="*/ 96 w 104"/>
                  <a:gd name="T23" fmla="*/ 80 h 270"/>
                  <a:gd name="T24" fmla="*/ 91 w 104"/>
                  <a:gd name="T25" fmla="*/ 91 h 270"/>
                  <a:gd name="T26" fmla="*/ 85 w 104"/>
                  <a:gd name="T27" fmla="*/ 101 h 270"/>
                  <a:gd name="T28" fmla="*/ 88 w 104"/>
                  <a:gd name="T29" fmla="*/ 127 h 270"/>
                  <a:gd name="T30" fmla="*/ 86 w 104"/>
                  <a:gd name="T31" fmla="*/ 120 h 270"/>
                  <a:gd name="T32" fmla="*/ 85 w 104"/>
                  <a:gd name="T33" fmla="*/ 114 h 270"/>
                  <a:gd name="T34" fmla="*/ 73 w 104"/>
                  <a:gd name="T35" fmla="*/ 103 h 270"/>
                  <a:gd name="T36" fmla="*/ 66 w 104"/>
                  <a:gd name="T37" fmla="*/ 107 h 270"/>
                  <a:gd name="T38" fmla="*/ 62 w 104"/>
                  <a:gd name="T39" fmla="*/ 112 h 270"/>
                  <a:gd name="T40" fmla="*/ 55 w 104"/>
                  <a:gd name="T41" fmla="*/ 107 h 270"/>
                  <a:gd name="T42" fmla="*/ 46 w 104"/>
                  <a:gd name="T43" fmla="*/ 105 h 270"/>
                  <a:gd name="T44" fmla="*/ 38 w 104"/>
                  <a:gd name="T45" fmla="*/ 109 h 270"/>
                  <a:gd name="T46" fmla="*/ 39 w 104"/>
                  <a:gd name="T47" fmla="*/ 121 h 270"/>
                  <a:gd name="T48" fmla="*/ 38 w 104"/>
                  <a:gd name="T49" fmla="*/ 127 h 270"/>
                  <a:gd name="T50" fmla="*/ 32 w 104"/>
                  <a:gd name="T51" fmla="*/ 134 h 270"/>
                  <a:gd name="T52" fmla="*/ 26 w 104"/>
                  <a:gd name="T53" fmla="*/ 143 h 270"/>
                  <a:gd name="T54" fmla="*/ 34 w 104"/>
                  <a:gd name="T55" fmla="*/ 166 h 270"/>
                  <a:gd name="T56" fmla="*/ 47 w 104"/>
                  <a:gd name="T57" fmla="*/ 186 h 270"/>
                  <a:gd name="T58" fmla="*/ 65 w 104"/>
                  <a:gd name="T59" fmla="*/ 194 h 270"/>
                  <a:gd name="T60" fmla="*/ 74 w 104"/>
                  <a:gd name="T61" fmla="*/ 203 h 270"/>
                  <a:gd name="T62" fmla="*/ 77 w 104"/>
                  <a:gd name="T63" fmla="*/ 213 h 270"/>
                  <a:gd name="T64" fmla="*/ 63 w 104"/>
                  <a:gd name="T65" fmla="*/ 226 h 270"/>
                  <a:gd name="T66" fmla="*/ 61 w 104"/>
                  <a:gd name="T67" fmla="*/ 248 h 270"/>
                  <a:gd name="T68" fmla="*/ 60 w 104"/>
                  <a:gd name="T69" fmla="*/ 270 h 270"/>
                  <a:gd name="T70" fmla="*/ 47 w 104"/>
                  <a:gd name="T71" fmla="*/ 261 h 270"/>
                  <a:gd name="T72" fmla="*/ 37 w 104"/>
                  <a:gd name="T73" fmla="*/ 248 h 270"/>
                  <a:gd name="T74" fmla="*/ 30 w 104"/>
                  <a:gd name="T75" fmla="*/ 234 h 270"/>
                  <a:gd name="T76" fmla="*/ 24 w 104"/>
                  <a:gd name="T77" fmla="*/ 221 h 270"/>
                  <a:gd name="T78" fmla="*/ 14 w 104"/>
                  <a:gd name="T79" fmla="*/ 213 h 270"/>
                  <a:gd name="T80" fmla="*/ 4 w 104"/>
                  <a:gd name="T81" fmla="*/ 170 h 270"/>
                  <a:gd name="T82" fmla="*/ 13 w 104"/>
                  <a:gd name="T83" fmla="*/ 162 h 270"/>
                  <a:gd name="T84" fmla="*/ 21 w 104"/>
                  <a:gd name="T85" fmla="*/ 151 h 270"/>
                  <a:gd name="T86" fmla="*/ 24 w 104"/>
                  <a:gd name="T87" fmla="*/ 112 h 270"/>
                  <a:gd name="T88" fmla="*/ 19 w 104"/>
                  <a:gd name="T89" fmla="*/ 111 h 270"/>
                  <a:gd name="T90" fmla="*/ 14 w 104"/>
                  <a:gd name="T91" fmla="*/ 110 h 270"/>
                  <a:gd name="T92" fmla="*/ 13 w 104"/>
                  <a:gd name="T93" fmla="*/ 60 h 270"/>
                  <a:gd name="T94" fmla="*/ 7 w 104"/>
                  <a:gd name="T95" fmla="*/ 56 h 270"/>
                  <a:gd name="T96" fmla="*/ 4 w 104"/>
                  <a:gd name="T97" fmla="*/ 53 h 270"/>
                  <a:gd name="T98" fmla="*/ 6 w 104"/>
                  <a:gd name="T99" fmla="*/ 45 h 270"/>
                  <a:gd name="T100" fmla="*/ 20 w 104"/>
                  <a:gd name="T101" fmla="*/ 32 h 270"/>
                  <a:gd name="T102" fmla="*/ 35 w 104"/>
                  <a:gd name="T103" fmla="*/ 21 h 270"/>
                  <a:gd name="T104" fmla="*/ 51 w 104"/>
                  <a:gd name="T105" fmla="*/ 13 h 270"/>
                  <a:gd name="T106" fmla="*/ 69 w 104"/>
                  <a:gd name="T107" fmla="*/ 5 h 270"/>
                  <a:gd name="T108" fmla="*/ 86 w 104"/>
                  <a:gd name="T109" fmla="*/ 0 h 270"/>
                  <a:gd name="T110" fmla="*/ 94 w 104"/>
                  <a:gd name="T111" fmla="*/ 2 h 270"/>
                  <a:gd name="T112" fmla="*/ 99 w 104"/>
                  <a:gd name="T113" fmla="*/ 7 h 2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4"/>
                  <a:gd name="T172" fmla="*/ 0 h 270"/>
                  <a:gd name="T173" fmla="*/ 104 w 104"/>
                  <a:gd name="T174" fmla="*/ 270 h 27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4" h="270">
                    <a:moveTo>
                      <a:pt x="104" y="10"/>
                    </a:moveTo>
                    <a:lnTo>
                      <a:pt x="104" y="15"/>
                    </a:lnTo>
                    <a:lnTo>
                      <a:pt x="104" y="19"/>
                    </a:lnTo>
                    <a:lnTo>
                      <a:pt x="104" y="24"/>
                    </a:lnTo>
                    <a:lnTo>
                      <a:pt x="102" y="29"/>
                    </a:lnTo>
                    <a:lnTo>
                      <a:pt x="102" y="33"/>
                    </a:lnTo>
                    <a:lnTo>
                      <a:pt x="101" y="37"/>
                    </a:lnTo>
                    <a:lnTo>
                      <a:pt x="99" y="40"/>
                    </a:lnTo>
                    <a:lnTo>
                      <a:pt x="97" y="45"/>
                    </a:lnTo>
                    <a:lnTo>
                      <a:pt x="95" y="46"/>
                    </a:lnTo>
                    <a:lnTo>
                      <a:pt x="94" y="47"/>
                    </a:lnTo>
                    <a:lnTo>
                      <a:pt x="92" y="48"/>
                    </a:lnTo>
                    <a:lnTo>
                      <a:pt x="90" y="49"/>
                    </a:lnTo>
                    <a:lnTo>
                      <a:pt x="88" y="50"/>
                    </a:lnTo>
                    <a:lnTo>
                      <a:pt x="85" y="52"/>
                    </a:lnTo>
                    <a:lnTo>
                      <a:pt x="84" y="53"/>
                    </a:lnTo>
                    <a:lnTo>
                      <a:pt x="82" y="55"/>
                    </a:lnTo>
                    <a:lnTo>
                      <a:pt x="83" y="57"/>
                    </a:lnTo>
                    <a:lnTo>
                      <a:pt x="83" y="60"/>
                    </a:lnTo>
                    <a:lnTo>
                      <a:pt x="83" y="63"/>
                    </a:lnTo>
                    <a:lnTo>
                      <a:pt x="83" y="66"/>
                    </a:lnTo>
                    <a:lnTo>
                      <a:pt x="83" y="68"/>
                    </a:lnTo>
                    <a:lnTo>
                      <a:pt x="84" y="70"/>
                    </a:lnTo>
                    <a:lnTo>
                      <a:pt x="85" y="71"/>
                    </a:lnTo>
                    <a:lnTo>
                      <a:pt x="89" y="72"/>
                    </a:lnTo>
                    <a:lnTo>
                      <a:pt x="90" y="70"/>
                    </a:lnTo>
                    <a:lnTo>
                      <a:pt x="91" y="68"/>
                    </a:lnTo>
                    <a:lnTo>
                      <a:pt x="91" y="66"/>
                    </a:lnTo>
                    <a:lnTo>
                      <a:pt x="92" y="64"/>
                    </a:lnTo>
                    <a:lnTo>
                      <a:pt x="93" y="62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8" y="60"/>
                    </a:lnTo>
                    <a:lnTo>
                      <a:pt x="102" y="73"/>
                    </a:lnTo>
                    <a:lnTo>
                      <a:pt x="99" y="77"/>
                    </a:lnTo>
                    <a:lnTo>
                      <a:pt x="96" y="80"/>
                    </a:lnTo>
                    <a:lnTo>
                      <a:pt x="94" y="83"/>
                    </a:lnTo>
                    <a:lnTo>
                      <a:pt x="92" y="87"/>
                    </a:lnTo>
                    <a:lnTo>
                      <a:pt x="91" y="91"/>
                    </a:lnTo>
                    <a:lnTo>
                      <a:pt x="89" y="95"/>
                    </a:lnTo>
                    <a:lnTo>
                      <a:pt x="88" y="98"/>
                    </a:lnTo>
                    <a:lnTo>
                      <a:pt x="85" y="101"/>
                    </a:lnTo>
                    <a:lnTo>
                      <a:pt x="92" y="126"/>
                    </a:lnTo>
                    <a:lnTo>
                      <a:pt x="90" y="127"/>
                    </a:lnTo>
                    <a:lnTo>
                      <a:pt x="88" y="127"/>
                    </a:lnTo>
                    <a:lnTo>
                      <a:pt x="86" y="126"/>
                    </a:lnTo>
                    <a:lnTo>
                      <a:pt x="86" y="124"/>
                    </a:lnTo>
                    <a:lnTo>
                      <a:pt x="86" y="120"/>
                    </a:lnTo>
                    <a:lnTo>
                      <a:pt x="86" y="118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78" y="101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0" y="103"/>
                    </a:lnTo>
                    <a:lnTo>
                      <a:pt x="68" y="104"/>
                    </a:lnTo>
                    <a:lnTo>
                      <a:pt x="66" y="107"/>
                    </a:lnTo>
                    <a:lnTo>
                      <a:pt x="64" y="108"/>
                    </a:lnTo>
                    <a:lnTo>
                      <a:pt x="63" y="110"/>
                    </a:lnTo>
                    <a:lnTo>
                      <a:pt x="62" y="112"/>
                    </a:lnTo>
                    <a:lnTo>
                      <a:pt x="61" y="109"/>
                    </a:lnTo>
                    <a:lnTo>
                      <a:pt x="59" y="108"/>
                    </a:lnTo>
                    <a:lnTo>
                      <a:pt x="55" y="107"/>
                    </a:lnTo>
                    <a:lnTo>
                      <a:pt x="52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3" y="105"/>
                    </a:lnTo>
                    <a:lnTo>
                      <a:pt x="41" y="105"/>
                    </a:lnTo>
                    <a:lnTo>
                      <a:pt x="38" y="109"/>
                    </a:lnTo>
                    <a:lnTo>
                      <a:pt x="38" y="113"/>
                    </a:lnTo>
                    <a:lnTo>
                      <a:pt x="38" y="117"/>
                    </a:lnTo>
                    <a:lnTo>
                      <a:pt x="39" y="121"/>
                    </a:lnTo>
                    <a:lnTo>
                      <a:pt x="46" y="126"/>
                    </a:lnTo>
                    <a:lnTo>
                      <a:pt x="42" y="126"/>
                    </a:lnTo>
                    <a:lnTo>
                      <a:pt x="38" y="127"/>
                    </a:lnTo>
                    <a:lnTo>
                      <a:pt x="36" y="129"/>
                    </a:lnTo>
                    <a:lnTo>
                      <a:pt x="34" y="131"/>
                    </a:lnTo>
                    <a:lnTo>
                      <a:pt x="32" y="134"/>
                    </a:lnTo>
                    <a:lnTo>
                      <a:pt x="30" y="136"/>
                    </a:lnTo>
                    <a:lnTo>
                      <a:pt x="28" y="141"/>
                    </a:lnTo>
                    <a:lnTo>
                      <a:pt x="26" y="143"/>
                    </a:lnTo>
                    <a:lnTo>
                      <a:pt x="29" y="150"/>
                    </a:lnTo>
                    <a:lnTo>
                      <a:pt x="32" y="158"/>
                    </a:lnTo>
                    <a:lnTo>
                      <a:pt x="34" y="166"/>
                    </a:lnTo>
                    <a:lnTo>
                      <a:pt x="37" y="174"/>
                    </a:lnTo>
                    <a:lnTo>
                      <a:pt x="42" y="180"/>
                    </a:lnTo>
                    <a:lnTo>
                      <a:pt x="47" y="186"/>
                    </a:lnTo>
                    <a:lnTo>
                      <a:pt x="54" y="189"/>
                    </a:lnTo>
                    <a:lnTo>
                      <a:pt x="64" y="191"/>
                    </a:lnTo>
                    <a:lnTo>
                      <a:pt x="65" y="194"/>
                    </a:lnTo>
                    <a:lnTo>
                      <a:pt x="68" y="197"/>
                    </a:lnTo>
                    <a:lnTo>
                      <a:pt x="71" y="199"/>
                    </a:lnTo>
                    <a:lnTo>
                      <a:pt x="74" y="203"/>
                    </a:lnTo>
                    <a:lnTo>
                      <a:pt x="76" y="206"/>
                    </a:lnTo>
                    <a:lnTo>
                      <a:pt x="77" y="210"/>
                    </a:lnTo>
                    <a:lnTo>
                      <a:pt x="77" y="213"/>
                    </a:lnTo>
                    <a:lnTo>
                      <a:pt x="74" y="217"/>
                    </a:lnTo>
                    <a:lnTo>
                      <a:pt x="67" y="221"/>
                    </a:lnTo>
                    <a:lnTo>
                      <a:pt x="63" y="226"/>
                    </a:lnTo>
                    <a:lnTo>
                      <a:pt x="61" y="233"/>
                    </a:lnTo>
                    <a:lnTo>
                      <a:pt x="61" y="240"/>
                    </a:lnTo>
                    <a:lnTo>
                      <a:pt x="61" y="248"/>
                    </a:lnTo>
                    <a:lnTo>
                      <a:pt x="61" y="255"/>
                    </a:lnTo>
                    <a:lnTo>
                      <a:pt x="61" y="262"/>
                    </a:lnTo>
                    <a:lnTo>
                      <a:pt x="60" y="270"/>
                    </a:lnTo>
                    <a:lnTo>
                      <a:pt x="55" y="268"/>
                    </a:lnTo>
                    <a:lnTo>
                      <a:pt x="51" y="265"/>
                    </a:lnTo>
                    <a:lnTo>
                      <a:pt x="47" y="261"/>
                    </a:lnTo>
                    <a:lnTo>
                      <a:pt x="44" y="257"/>
                    </a:lnTo>
                    <a:lnTo>
                      <a:pt x="41" y="252"/>
                    </a:lnTo>
                    <a:lnTo>
                      <a:pt x="37" y="248"/>
                    </a:lnTo>
                    <a:lnTo>
                      <a:pt x="34" y="242"/>
                    </a:lnTo>
                    <a:lnTo>
                      <a:pt x="32" y="238"/>
                    </a:lnTo>
                    <a:lnTo>
                      <a:pt x="30" y="234"/>
                    </a:lnTo>
                    <a:lnTo>
                      <a:pt x="29" y="229"/>
                    </a:lnTo>
                    <a:lnTo>
                      <a:pt x="27" y="225"/>
                    </a:lnTo>
                    <a:lnTo>
                      <a:pt x="24" y="221"/>
                    </a:lnTo>
                    <a:lnTo>
                      <a:pt x="21" y="218"/>
                    </a:lnTo>
                    <a:lnTo>
                      <a:pt x="18" y="215"/>
                    </a:lnTo>
                    <a:lnTo>
                      <a:pt x="14" y="213"/>
                    </a:lnTo>
                    <a:lnTo>
                      <a:pt x="10" y="212"/>
                    </a:lnTo>
                    <a:lnTo>
                      <a:pt x="0" y="172"/>
                    </a:lnTo>
                    <a:lnTo>
                      <a:pt x="4" y="170"/>
                    </a:lnTo>
                    <a:lnTo>
                      <a:pt x="7" y="167"/>
                    </a:lnTo>
                    <a:lnTo>
                      <a:pt x="11" y="165"/>
                    </a:lnTo>
                    <a:lnTo>
                      <a:pt x="13" y="162"/>
                    </a:lnTo>
                    <a:lnTo>
                      <a:pt x="16" y="159"/>
                    </a:lnTo>
                    <a:lnTo>
                      <a:pt x="18" y="155"/>
                    </a:lnTo>
                    <a:lnTo>
                      <a:pt x="21" y="151"/>
                    </a:lnTo>
                    <a:lnTo>
                      <a:pt x="23" y="148"/>
                    </a:lnTo>
                    <a:lnTo>
                      <a:pt x="27" y="113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1" y="111"/>
                    </a:lnTo>
                    <a:lnTo>
                      <a:pt x="19" y="111"/>
                    </a:lnTo>
                    <a:lnTo>
                      <a:pt x="17" y="111"/>
                    </a:lnTo>
                    <a:lnTo>
                      <a:pt x="16" y="110"/>
                    </a:lnTo>
                    <a:lnTo>
                      <a:pt x="14" y="110"/>
                    </a:lnTo>
                    <a:lnTo>
                      <a:pt x="12" y="110"/>
                    </a:lnTo>
                    <a:lnTo>
                      <a:pt x="4" y="81"/>
                    </a:lnTo>
                    <a:lnTo>
                      <a:pt x="13" y="60"/>
                    </a:lnTo>
                    <a:lnTo>
                      <a:pt x="11" y="58"/>
                    </a:lnTo>
                    <a:lnTo>
                      <a:pt x="10" y="57"/>
                    </a:lnTo>
                    <a:lnTo>
                      <a:pt x="7" y="56"/>
                    </a:lnTo>
                    <a:lnTo>
                      <a:pt x="6" y="55"/>
                    </a:lnTo>
                    <a:lnTo>
                      <a:pt x="5" y="54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6" y="45"/>
                    </a:lnTo>
                    <a:lnTo>
                      <a:pt x="11" y="40"/>
                    </a:lnTo>
                    <a:lnTo>
                      <a:pt x="15" y="36"/>
                    </a:lnTo>
                    <a:lnTo>
                      <a:pt x="20" y="32"/>
                    </a:lnTo>
                    <a:lnTo>
                      <a:pt x="24" y="29"/>
                    </a:lnTo>
                    <a:lnTo>
                      <a:pt x="30" y="24"/>
                    </a:lnTo>
                    <a:lnTo>
                      <a:pt x="35" y="21"/>
                    </a:lnTo>
                    <a:lnTo>
                      <a:pt x="41" y="18"/>
                    </a:lnTo>
                    <a:lnTo>
                      <a:pt x="46" y="15"/>
                    </a:lnTo>
                    <a:lnTo>
                      <a:pt x="51" y="13"/>
                    </a:lnTo>
                    <a:lnTo>
                      <a:pt x="58" y="9"/>
                    </a:lnTo>
                    <a:lnTo>
                      <a:pt x="63" y="7"/>
                    </a:lnTo>
                    <a:lnTo>
                      <a:pt x="69" y="5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2" y="1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4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7" name="Freeform 1080"/>
              <p:cNvSpPr>
                <a:spLocks/>
              </p:cNvSpPr>
              <p:nvPr/>
            </p:nvSpPr>
            <p:spPr bwMode="auto">
              <a:xfrm>
                <a:off x="2107" y="3164"/>
                <a:ext cx="26" cy="38"/>
              </a:xfrm>
              <a:custGeom>
                <a:avLst/>
                <a:gdLst>
                  <a:gd name="T0" fmla="*/ 26 w 26"/>
                  <a:gd name="T1" fmla="*/ 38 h 38"/>
                  <a:gd name="T2" fmla="*/ 24 w 26"/>
                  <a:gd name="T3" fmla="*/ 37 h 38"/>
                  <a:gd name="T4" fmla="*/ 23 w 26"/>
                  <a:gd name="T5" fmla="*/ 37 h 38"/>
                  <a:gd name="T6" fmla="*/ 21 w 26"/>
                  <a:gd name="T7" fmla="*/ 38 h 38"/>
                  <a:gd name="T8" fmla="*/ 19 w 26"/>
                  <a:gd name="T9" fmla="*/ 38 h 38"/>
                  <a:gd name="T10" fmla="*/ 17 w 26"/>
                  <a:gd name="T11" fmla="*/ 38 h 38"/>
                  <a:gd name="T12" fmla="*/ 16 w 26"/>
                  <a:gd name="T13" fmla="*/ 37 h 38"/>
                  <a:gd name="T14" fmla="*/ 15 w 26"/>
                  <a:gd name="T15" fmla="*/ 35 h 38"/>
                  <a:gd name="T16" fmla="*/ 15 w 26"/>
                  <a:gd name="T17" fmla="*/ 34 h 38"/>
                  <a:gd name="T18" fmla="*/ 13 w 26"/>
                  <a:gd name="T19" fmla="*/ 32 h 38"/>
                  <a:gd name="T20" fmla="*/ 12 w 26"/>
                  <a:gd name="T21" fmla="*/ 31 h 38"/>
                  <a:gd name="T22" fmla="*/ 10 w 26"/>
                  <a:gd name="T23" fmla="*/ 30 h 38"/>
                  <a:gd name="T24" fmla="*/ 9 w 26"/>
                  <a:gd name="T25" fmla="*/ 31 h 38"/>
                  <a:gd name="T26" fmla="*/ 7 w 26"/>
                  <a:gd name="T27" fmla="*/ 31 h 38"/>
                  <a:gd name="T28" fmla="*/ 6 w 26"/>
                  <a:gd name="T29" fmla="*/ 32 h 38"/>
                  <a:gd name="T30" fmla="*/ 4 w 26"/>
                  <a:gd name="T31" fmla="*/ 32 h 38"/>
                  <a:gd name="T32" fmla="*/ 2 w 26"/>
                  <a:gd name="T33" fmla="*/ 32 h 38"/>
                  <a:gd name="T34" fmla="*/ 0 w 26"/>
                  <a:gd name="T35" fmla="*/ 35 h 38"/>
                  <a:gd name="T36" fmla="*/ 1 w 26"/>
                  <a:gd name="T37" fmla="*/ 33 h 38"/>
                  <a:gd name="T38" fmla="*/ 3 w 26"/>
                  <a:gd name="T39" fmla="*/ 30 h 38"/>
                  <a:gd name="T40" fmla="*/ 6 w 26"/>
                  <a:gd name="T41" fmla="*/ 27 h 38"/>
                  <a:gd name="T42" fmla="*/ 9 w 26"/>
                  <a:gd name="T43" fmla="*/ 25 h 38"/>
                  <a:gd name="T44" fmla="*/ 12 w 26"/>
                  <a:gd name="T45" fmla="*/ 22 h 38"/>
                  <a:gd name="T46" fmla="*/ 16 w 26"/>
                  <a:gd name="T47" fmla="*/ 18 h 38"/>
                  <a:gd name="T48" fmla="*/ 18 w 26"/>
                  <a:gd name="T49" fmla="*/ 14 h 38"/>
                  <a:gd name="T50" fmla="*/ 19 w 26"/>
                  <a:gd name="T51" fmla="*/ 10 h 38"/>
                  <a:gd name="T52" fmla="*/ 19 w 26"/>
                  <a:gd name="T53" fmla="*/ 7 h 38"/>
                  <a:gd name="T54" fmla="*/ 19 w 26"/>
                  <a:gd name="T55" fmla="*/ 4 h 38"/>
                  <a:gd name="T56" fmla="*/ 19 w 26"/>
                  <a:gd name="T57" fmla="*/ 1 h 38"/>
                  <a:gd name="T58" fmla="*/ 21 w 26"/>
                  <a:gd name="T59" fmla="*/ 0 h 38"/>
                  <a:gd name="T60" fmla="*/ 26 w 26"/>
                  <a:gd name="T61" fmla="*/ 1 h 38"/>
                  <a:gd name="T62" fmla="*/ 26 w 26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"/>
                  <a:gd name="T97" fmla="*/ 0 h 38"/>
                  <a:gd name="T98" fmla="*/ 26 w 26"/>
                  <a:gd name="T99" fmla="*/ 38 h 3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" h="38">
                    <a:moveTo>
                      <a:pt x="26" y="38"/>
                    </a:moveTo>
                    <a:lnTo>
                      <a:pt x="24" y="37"/>
                    </a:lnTo>
                    <a:lnTo>
                      <a:pt x="23" y="37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3" y="32"/>
                    </a:lnTo>
                    <a:lnTo>
                      <a:pt x="12" y="31"/>
                    </a:lnTo>
                    <a:lnTo>
                      <a:pt x="10" y="30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5"/>
                    </a:lnTo>
                    <a:lnTo>
                      <a:pt x="1" y="33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6" y="18"/>
                    </a:lnTo>
                    <a:lnTo>
                      <a:pt x="18" y="14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9" y="4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6" y="1"/>
                    </a:lnTo>
                    <a:lnTo>
                      <a:pt x="26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8" name="Freeform 1081"/>
              <p:cNvSpPr>
                <a:spLocks/>
              </p:cNvSpPr>
              <p:nvPr/>
            </p:nvSpPr>
            <p:spPr bwMode="auto">
              <a:xfrm>
                <a:off x="2140" y="3173"/>
                <a:ext cx="37" cy="68"/>
              </a:xfrm>
              <a:custGeom>
                <a:avLst/>
                <a:gdLst>
                  <a:gd name="T0" fmla="*/ 11 w 37"/>
                  <a:gd name="T1" fmla="*/ 5 h 68"/>
                  <a:gd name="T2" fmla="*/ 16 w 37"/>
                  <a:gd name="T3" fmla="*/ 3 h 68"/>
                  <a:gd name="T4" fmla="*/ 20 w 37"/>
                  <a:gd name="T5" fmla="*/ 3 h 68"/>
                  <a:gd name="T6" fmla="*/ 22 w 37"/>
                  <a:gd name="T7" fmla="*/ 5 h 68"/>
                  <a:gd name="T8" fmla="*/ 25 w 37"/>
                  <a:gd name="T9" fmla="*/ 7 h 68"/>
                  <a:gd name="T10" fmla="*/ 28 w 37"/>
                  <a:gd name="T11" fmla="*/ 10 h 68"/>
                  <a:gd name="T12" fmla="*/ 30 w 37"/>
                  <a:gd name="T13" fmla="*/ 13 h 68"/>
                  <a:gd name="T14" fmla="*/ 33 w 37"/>
                  <a:gd name="T15" fmla="*/ 15 h 68"/>
                  <a:gd name="T16" fmla="*/ 37 w 37"/>
                  <a:gd name="T17" fmla="*/ 15 h 68"/>
                  <a:gd name="T18" fmla="*/ 37 w 37"/>
                  <a:gd name="T19" fmla="*/ 20 h 68"/>
                  <a:gd name="T20" fmla="*/ 35 w 37"/>
                  <a:gd name="T21" fmla="*/ 23 h 68"/>
                  <a:gd name="T22" fmla="*/ 32 w 37"/>
                  <a:gd name="T23" fmla="*/ 25 h 68"/>
                  <a:gd name="T24" fmla="*/ 28 w 37"/>
                  <a:gd name="T25" fmla="*/ 28 h 68"/>
                  <a:gd name="T26" fmla="*/ 23 w 37"/>
                  <a:gd name="T27" fmla="*/ 29 h 68"/>
                  <a:gd name="T28" fmla="*/ 19 w 37"/>
                  <a:gd name="T29" fmla="*/ 31 h 68"/>
                  <a:gd name="T30" fmla="*/ 16 w 37"/>
                  <a:gd name="T31" fmla="*/ 34 h 68"/>
                  <a:gd name="T32" fmla="*/ 13 w 37"/>
                  <a:gd name="T33" fmla="*/ 38 h 68"/>
                  <a:gd name="T34" fmla="*/ 11 w 37"/>
                  <a:gd name="T35" fmla="*/ 42 h 68"/>
                  <a:gd name="T36" fmla="*/ 11 w 37"/>
                  <a:gd name="T37" fmla="*/ 46 h 68"/>
                  <a:gd name="T38" fmla="*/ 10 w 37"/>
                  <a:gd name="T39" fmla="*/ 50 h 68"/>
                  <a:gd name="T40" fmla="*/ 9 w 37"/>
                  <a:gd name="T41" fmla="*/ 54 h 68"/>
                  <a:gd name="T42" fmla="*/ 8 w 37"/>
                  <a:gd name="T43" fmla="*/ 59 h 68"/>
                  <a:gd name="T44" fmla="*/ 7 w 37"/>
                  <a:gd name="T45" fmla="*/ 63 h 68"/>
                  <a:gd name="T46" fmla="*/ 4 w 37"/>
                  <a:gd name="T47" fmla="*/ 66 h 68"/>
                  <a:gd name="T48" fmla="*/ 1 w 37"/>
                  <a:gd name="T49" fmla="*/ 68 h 68"/>
                  <a:gd name="T50" fmla="*/ 0 w 37"/>
                  <a:gd name="T51" fmla="*/ 0 h 68"/>
                  <a:gd name="T52" fmla="*/ 2 w 37"/>
                  <a:gd name="T53" fmla="*/ 0 h 68"/>
                  <a:gd name="T54" fmla="*/ 4 w 37"/>
                  <a:gd name="T55" fmla="*/ 0 h 68"/>
                  <a:gd name="T56" fmla="*/ 5 w 37"/>
                  <a:gd name="T57" fmla="*/ 0 h 68"/>
                  <a:gd name="T58" fmla="*/ 6 w 37"/>
                  <a:gd name="T59" fmla="*/ 1 h 68"/>
                  <a:gd name="T60" fmla="*/ 7 w 37"/>
                  <a:gd name="T61" fmla="*/ 2 h 68"/>
                  <a:gd name="T62" fmla="*/ 9 w 37"/>
                  <a:gd name="T63" fmla="*/ 3 h 68"/>
                  <a:gd name="T64" fmla="*/ 10 w 37"/>
                  <a:gd name="T65" fmla="*/ 3 h 68"/>
                  <a:gd name="T66" fmla="*/ 11 w 37"/>
                  <a:gd name="T67" fmla="*/ 5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"/>
                  <a:gd name="T103" fmla="*/ 0 h 68"/>
                  <a:gd name="T104" fmla="*/ 37 w 37"/>
                  <a:gd name="T105" fmla="*/ 68 h 6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" h="68">
                    <a:moveTo>
                      <a:pt x="11" y="5"/>
                    </a:moveTo>
                    <a:lnTo>
                      <a:pt x="16" y="3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25" y="7"/>
                    </a:lnTo>
                    <a:lnTo>
                      <a:pt x="28" y="10"/>
                    </a:lnTo>
                    <a:lnTo>
                      <a:pt x="30" y="13"/>
                    </a:lnTo>
                    <a:lnTo>
                      <a:pt x="33" y="15"/>
                    </a:lnTo>
                    <a:lnTo>
                      <a:pt x="37" y="15"/>
                    </a:lnTo>
                    <a:lnTo>
                      <a:pt x="37" y="20"/>
                    </a:lnTo>
                    <a:lnTo>
                      <a:pt x="35" y="23"/>
                    </a:lnTo>
                    <a:lnTo>
                      <a:pt x="32" y="25"/>
                    </a:lnTo>
                    <a:lnTo>
                      <a:pt x="28" y="28"/>
                    </a:lnTo>
                    <a:lnTo>
                      <a:pt x="23" y="29"/>
                    </a:lnTo>
                    <a:lnTo>
                      <a:pt x="19" y="31"/>
                    </a:lnTo>
                    <a:lnTo>
                      <a:pt x="16" y="34"/>
                    </a:lnTo>
                    <a:lnTo>
                      <a:pt x="13" y="38"/>
                    </a:lnTo>
                    <a:lnTo>
                      <a:pt x="11" y="42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9" y="54"/>
                    </a:lnTo>
                    <a:lnTo>
                      <a:pt x="8" y="59"/>
                    </a:lnTo>
                    <a:lnTo>
                      <a:pt x="7" y="63"/>
                    </a:lnTo>
                    <a:lnTo>
                      <a:pt x="4" y="66"/>
                    </a:lnTo>
                    <a:lnTo>
                      <a:pt x="1" y="6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9" name="Freeform 1082"/>
              <p:cNvSpPr>
                <a:spLocks/>
              </p:cNvSpPr>
              <p:nvPr/>
            </p:nvSpPr>
            <p:spPr bwMode="auto">
              <a:xfrm>
                <a:off x="2013" y="3194"/>
                <a:ext cx="6" cy="8"/>
              </a:xfrm>
              <a:custGeom>
                <a:avLst/>
                <a:gdLst>
                  <a:gd name="T0" fmla="*/ 5 w 6"/>
                  <a:gd name="T1" fmla="*/ 8 h 8"/>
                  <a:gd name="T2" fmla="*/ 0 w 6"/>
                  <a:gd name="T3" fmla="*/ 7 h 8"/>
                  <a:gd name="T4" fmla="*/ 3 w 6"/>
                  <a:gd name="T5" fmla="*/ 0 h 8"/>
                  <a:gd name="T6" fmla="*/ 5 w 6"/>
                  <a:gd name="T7" fmla="*/ 2 h 8"/>
                  <a:gd name="T8" fmla="*/ 6 w 6"/>
                  <a:gd name="T9" fmla="*/ 3 h 8"/>
                  <a:gd name="T10" fmla="*/ 6 w 6"/>
                  <a:gd name="T11" fmla="*/ 7 h 8"/>
                  <a:gd name="T12" fmla="*/ 5 w 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8"/>
                  <a:gd name="T23" fmla="*/ 6 w 6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8">
                    <a:moveTo>
                      <a:pt x="5" y="8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0" name="Freeform 1083"/>
              <p:cNvSpPr>
                <a:spLocks/>
              </p:cNvSpPr>
              <p:nvPr/>
            </p:nvSpPr>
            <p:spPr bwMode="auto">
              <a:xfrm>
                <a:off x="2140" y="3203"/>
                <a:ext cx="77" cy="202"/>
              </a:xfrm>
              <a:custGeom>
                <a:avLst/>
                <a:gdLst>
                  <a:gd name="T0" fmla="*/ 44 w 77"/>
                  <a:gd name="T1" fmla="*/ 5 h 202"/>
                  <a:gd name="T2" fmla="*/ 51 w 77"/>
                  <a:gd name="T3" fmla="*/ 17 h 202"/>
                  <a:gd name="T4" fmla="*/ 56 w 77"/>
                  <a:gd name="T5" fmla="*/ 30 h 202"/>
                  <a:gd name="T6" fmla="*/ 60 w 77"/>
                  <a:gd name="T7" fmla="*/ 45 h 202"/>
                  <a:gd name="T8" fmla="*/ 55 w 77"/>
                  <a:gd name="T9" fmla="*/ 57 h 202"/>
                  <a:gd name="T10" fmla="*/ 60 w 77"/>
                  <a:gd name="T11" fmla="*/ 66 h 202"/>
                  <a:gd name="T12" fmla="*/ 65 w 77"/>
                  <a:gd name="T13" fmla="*/ 73 h 202"/>
                  <a:gd name="T14" fmla="*/ 70 w 77"/>
                  <a:gd name="T15" fmla="*/ 81 h 202"/>
                  <a:gd name="T16" fmla="*/ 77 w 77"/>
                  <a:gd name="T17" fmla="*/ 88 h 202"/>
                  <a:gd name="T18" fmla="*/ 76 w 77"/>
                  <a:gd name="T19" fmla="*/ 95 h 202"/>
                  <a:gd name="T20" fmla="*/ 70 w 77"/>
                  <a:gd name="T21" fmla="*/ 99 h 202"/>
                  <a:gd name="T22" fmla="*/ 67 w 77"/>
                  <a:gd name="T23" fmla="*/ 100 h 202"/>
                  <a:gd name="T24" fmla="*/ 64 w 77"/>
                  <a:gd name="T25" fmla="*/ 101 h 202"/>
                  <a:gd name="T26" fmla="*/ 67 w 77"/>
                  <a:gd name="T27" fmla="*/ 114 h 202"/>
                  <a:gd name="T28" fmla="*/ 64 w 77"/>
                  <a:gd name="T29" fmla="*/ 115 h 202"/>
                  <a:gd name="T30" fmla="*/ 63 w 77"/>
                  <a:gd name="T31" fmla="*/ 117 h 202"/>
                  <a:gd name="T32" fmla="*/ 65 w 77"/>
                  <a:gd name="T33" fmla="*/ 118 h 202"/>
                  <a:gd name="T34" fmla="*/ 67 w 77"/>
                  <a:gd name="T35" fmla="*/ 119 h 202"/>
                  <a:gd name="T36" fmla="*/ 67 w 77"/>
                  <a:gd name="T37" fmla="*/ 121 h 202"/>
                  <a:gd name="T38" fmla="*/ 63 w 77"/>
                  <a:gd name="T39" fmla="*/ 126 h 202"/>
                  <a:gd name="T40" fmla="*/ 63 w 77"/>
                  <a:gd name="T41" fmla="*/ 133 h 202"/>
                  <a:gd name="T42" fmla="*/ 65 w 77"/>
                  <a:gd name="T43" fmla="*/ 141 h 202"/>
                  <a:gd name="T44" fmla="*/ 64 w 77"/>
                  <a:gd name="T45" fmla="*/ 148 h 202"/>
                  <a:gd name="T46" fmla="*/ 55 w 77"/>
                  <a:gd name="T47" fmla="*/ 151 h 202"/>
                  <a:gd name="T48" fmla="*/ 46 w 77"/>
                  <a:gd name="T49" fmla="*/ 153 h 202"/>
                  <a:gd name="T50" fmla="*/ 37 w 77"/>
                  <a:gd name="T51" fmla="*/ 155 h 202"/>
                  <a:gd name="T52" fmla="*/ 29 w 77"/>
                  <a:gd name="T53" fmla="*/ 158 h 202"/>
                  <a:gd name="T54" fmla="*/ 20 w 77"/>
                  <a:gd name="T55" fmla="*/ 165 h 202"/>
                  <a:gd name="T56" fmla="*/ 14 w 77"/>
                  <a:gd name="T57" fmla="*/ 175 h 202"/>
                  <a:gd name="T58" fmla="*/ 8 w 77"/>
                  <a:gd name="T59" fmla="*/ 186 h 202"/>
                  <a:gd name="T60" fmla="*/ 3 w 77"/>
                  <a:gd name="T61" fmla="*/ 196 h 202"/>
                  <a:gd name="T62" fmla="*/ 0 w 77"/>
                  <a:gd name="T63" fmla="*/ 64 h 202"/>
                  <a:gd name="T64" fmla="*/ 5 w 77"/>
                  <a:gd name="T65" fmla="*/ 59 h 202"/>
                  <a:gd name="T66" fmla="*/ 11 w 77"/>
                  <a:gd name="T67" fmla="*/ 54 h 202"/>
                  <a:gd name="T68" fmla="*/ 16 w 77"/>
                  <a:gd name="T69" fmla="*/ 48 h 202"/>
                  <a:gd name="T70" fmla="*/ 18 w 77"/>
                  <a:gd name="T71" fmla="*/ 41 h 202"/>
                  <a:gd name="T72" fmla="*/ 16 w 77"/>
                  <a:gd name="T73" fmla="*/ 24 h 202"/>
                  <a:gd name="T74" fmla="*/ 19 w 77"/>
                  <a:gd name="T75" fmla="*/ 8 h 202"/>
                  <a:gd name="T76" fmla="*/ 23 w 77"/>
                  <a:gd name="T77" fmla="*/ 5 h 202"/>
                  <a:gd name="T78" fmla="*/ 28 w 77"/>
                  <a:gd name="T79" fmla="*/ 2 h 202"/>
                  <a:gd name="T80" fmla="*/ 33 w 77"/>
                  <a:gd name="T81" fmla="*/ 0 h 202"/>
                  <a:gd name="T82" fmla="*/ 39 w 77"/>
                  <a:gd name="T83" fmla="*/ 0 h 20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7"/>
                  <a:gd name="T127" fmla="*/ 0 h 202"/>
                  <a:gd name="T128" fmla="*/ 77 w 77"/>
                  <a:gd name="T129" fmla="*/ 202 h 20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7" h="202">
                    <a:moveTo>
                      <a:pt x="39" y="0"/>
                    </a:moveTo>
                    <a:lnTo>
                      <a:pt x="44" y="5"/>
                    </a:lnTo>
                    <a:lnTo>
                      <a:pt x="48" y="11"/>
                    </a:lnTo>
                    <a:lnTo>
                      <a:pt x="51" y="17"/>
                    </a:lnTo>
                    <a:lnTo>
                      <a:pt x="54" y="23"/>
                    </a:lnTo>
                    <a:lnTo>
                      <a:pt x="56" y="30"/>
                    </a:lnTo>
                    <a:lnTo>
                      <a:pt x="58" y="37"/>
                    </a:lnTo>
                    <a:lnTo>
                      <a:pt x="60" y="45"/>
                    </a:lnTo>
                    <a:lnTo>
                      <a:pt x="60" y="52"/>
                    </a:lnTo>
                    <a:lnTo>
                      <a:pt x="55" y="57"/>
                    </a:lnTo>
                    <a:lnTo>
                      <a:pt x="56" y="62"/>
                    </a:lnTo>
                    <a:lnTo>
                      <a:pt x="60" y="66"/>
                    </a:lnTo>
                    <a:lnTo>
                      <a:pt x="62" y="70"/>
                    </a:lnTo>
                    <a:lnTo>
                      <a:pt x="65" y="73"/>
                    </a:lnTo>
                    <a:lnTo>
                      <a:pt x="67" y="77"/>
                    </a:lnTo>
                    <a:lnTo>
                      <a:pt x="70" y="81"/>
                    </a:lnTo>
                    <a:lnTo>
                      <a:pt x="73" y="84"/>
                    </a:lnTo>
                    <a:lnTo>
                      <a:pt x="77" y="88"/>
                    </a:lnTo>
                    <a:lnTo>
                      <a:pt x="77" y="92"/>
                    </a:lnTo>
                    <a:lnTo>
                      <a:pt x="76" y="95"/>
                    </a:lnTo>
                    <a:lnTo>
                      <a:pt x="73" y="97"/>
                    </a:lnTo>
                    <a:lnTo>
                      <a:pt x="70" y="99"/>
                    </a:lnTo>
                    <a:lnTo>
                      <a:pt x="69" y="99"/>
                    </a:lnTo>
                    <a:lnTo>
                      <a:pt x="67" y="100"/>
                    </a:lnTo>
                    <a:lnTo>
                      <a:pt x="65" y="100"/>
                    </a:lnTo>
                    <a:lnTo>
                      <a:pt x="64" y="101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5" y="115"/>
                    </a:lnTo>
                    <a:lnTo>
                      <a:pt x="64" y="115"/>
                    </a:lnTo>
                    <a:lnTo>
                      <a:pt x="62" y="117"/>
                    </a:lnTo>
                    <a:lnTo>
                      <a:pt x="63" y="117"/>
                    </a:lnTo>
                    <a:lnTo>
                      <a:pt x="64" y="118"/>
                    </a:lnTo>
                    <a:lnTo>
                      <a:pt x="65" y="118"/>
                    </a:lnTo>
                    <a:lnTo>
                      <a:pt x="66" y="119"/>
                    </a:lnTo>
                    <a:lnTo>
                      <a:pt x="67" y="119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6" y="123"/>
                    </a:lnTo>
                    <a:lnTo>
                      <a:pt x="63" y="126"/>
                    </a:lnTo>
                    <a:lnTo>
                      <a:pt x="62" y="129"/>
                    </a:lnTo>
                    <a:lnTo>
                      <a:pt x="63" y="133"/>
                    </a:lnTo>
                    <a:lnTo>
                      <a:pt x="64" y="137"/>
                    </a:lnTo>
                    <a:lnTo>
                      <a:pt x="65" y="141"/>
                    </a:lnTo>
                    <a:lnTo>
                      <a:pt x="65" y="145"/>
                    </a:lnTo>
                    <a:lnTo>
                      <a:pt x="64" y="148"/>
                    </a:lnTo>
                    <a:lnTo>
                      <a:pt x="60" y="151"/>
                    </a:lnTo>
                    <a:lnTo>
                      <a:pt x="55" y="151"/>
                    </a:lnTo>
                    <a:lnTo>
                      <a:pt x="51" y="152"/>
                    </a:lnTo>
                    <a:lnTo>
                      <a:pt x="46" y="153"/>
                    </a:lnTo>
                    <a:lnTo>
                      <a:pt x="41" y="155"/>
                    </a:lnTo>
                    <a:lnTo>
                      <a:pt x="37" y="155"/>
                    </a:lnTo>
                    <a:lnTo>
                      <a:pt x="33" y="157"/>
                    </a:lnTo>
                    <a:lnTo>
                      <a:pt x="29" y="158"/>
                    </a:lnTo>
                    <a:lnTo>
                      <a:pt x="24" y="161"/>
                    </a:lnTo>
                    <a:lnTo>
                      <a:pt x="20" y="165"/>
                    </a:lnTo>
                    <a:lnTo>
                      <a:pt x="17" y="170"/>
                    </a:lnTo>
                    <a:lnTo>
                      <a:pt x="14" y="175"/>
                    </a:lnTo>
                    <a:lnTo>
                      <a:pt x="10" y="180"/>
                    </a:lnTo>
                    <a:lnTo>
                      <a:pt x="8" y="186"/>
                    </a:lnTo>
                    <a:lnTo>
                      <a:pt x="5" y="191"/>
                    </a:lnTo>
                    <a:lnTo>
                      <a:pt x="3" y="196"/>
                    </a:lnTo>
                    <a:lnTo>
                      <a:pt x="0" y="202"/>
                    </a:lnTo>
                    <a:lnTo>
                      <a:pt x="0" y="64"/>
                    </a:lnTo>
                    <a:lnTo>
                      <a:pt x="3" y="62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4"/>
                    </a:lnTo>
                    <a:lnTo>
                      <a:pt x="14" y="51"/>
                    </a:lnTo>
                    <a:lnTo>
                      <a:pt x="16" y="48"/>
                    </a:lnTo>
                    <a:lnTo>
                      <a:pt x="17" y="45"/>
                    </a:lnTo>
                    <a:lnTo>
                      <a:pt x="18" y="41"/>
                    </a:lnTo>
                    <a:lnTo>
                      <a:pt x="17" y="33"/>
                    </a:lnTo>
                    <a:lnTo>
                      <a:pt x="16" y="24"/>
                    </a:lnTo>
                    <a:lnTo>
                      <a:pt x="17" y="17"/>
                    </a:lnTo>
                    <a:lnTo>
                      <a:pt x="19" y="8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31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1" name="Freeform 1084"/>
              <p:cNvSpPr>
                <a:spLocks/>
              </p:cNvSpPr>
              <p:nvPr/>
            </p:nvSpPr>
            <p:spPr bwMode="auto">
              <a:xfrm>
                <a:off x="1991" y="3205"/>
                <a:ext cx="32" cy="37"/>
              </a:xfrm>
              <a:custGeom>
                <a:avLst/>
                <a:gdLst>
                  <a:gd name="T0" fmla="*/ 32 w 32"/>
                  <a:gd name="T1" fmla="*/ 0 h 37"/>
                  <a:gd name="T2" fmla="*/ 30 w 32"/>
                  <a:gd name="T3" fmla="*/ 5 h 37"/>
                  <a:gd name="T4" fmla="*/ 28 w 32"/>
                  <a:gd name="T5" fmla="*/ 9 h 37"/>
                  <a:gd name="T6" fmla="*/ 28 w 32"/>
                  <a:gd name="T7" fmla="*/ 14 h 37"/>
                  <a:gd name="T8" fmla="*/ 28 w 32"/>
                  <a:gd name="T9" fmla="*/ 18 h 37"/>
                  <a:gd name="T10" fmla="*/ 28 w 32"/>
                  <a:gd name="T11" fmla="*/ 23 h 37"/>
                  <a:gd name="T12" fmla="*/ 29 w 32"/>
                  <a:gd name="T13" fmla="*/ 28 h 37"/>
                  <a:gd name="T14" fmla="*/ 30 w 32"/>
                  <a:gd name="T15" fmla="*/ 33 h 37"/>
                  <a:gd name="T16" fmla="*/ 31 w 32"/>
                  <a:gd name="T17" fmla="*/ 37 h 37"/>
                  <a:gd name="T18" fmla="*/ 0 w 32"/>
                  <a:gd name="T19" fmla="*/ 37 h 37"/>
                  <a:gd name="T20" fmla="*/ 2 w 32"/>
                  <a:gd name="T21" fmla="*/ 31 h 37"/>
                  <a:gd name="T22" fmla="*/ 4 w 32"/>
                  <a:gd name="T23" fmla="*/ 24 h 37"/>
                  <a:gd name="T24" fmla="*/ 7 w 32"/>
                  <a:gd name="T25" fmla="*/ 18 h 37"/>
                  <a:gd name="T26" fmla="*/ 10 w 32"/>
                  <a:gd name="T27" fmla="*/ 12 h 37"/>
                  <a:gd name="T28" fmla="*/ 13 w 32"/>
                  <a:gd name="T29" fmla="*/ 6 h 37"/>
                  <a:gd name="T30" fmla="*/ 18 w 32"/>
                  <a:gd name="T31" fmla="*/ 2 h 37"/>
                  <a:gd name="T32" fmla="*/ 24 w 32"/>
                  <a:gd name="T33" fmla="*/ 0 h 37"/>
                  <a:gd name="T34" fmla="*/ 32 w 3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2"/>
                  <a:gd name="T55" fmla="*/ 0 h 37"/>
                  <a:gd name="T56" fmla="*/ 32 w 32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2" h="37">
                    <a:moveTo>
                      <a:pt x="32" y="0"/>
                    </a:moveTo>
                    <a:lnTo>
                      <a:pt x="30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18"/>
                    </a:lnTo>
                    <a:lnTo>
                      <a:pt x="28" y="23"/>
                    </a:lnTo>
                    <a:lnTo>
                      <a:pt x="29" y="28"/>
                    </a:lnTo>
                    <a:lnTo>
                      <a:pt x="30" y="33"/>
                    </a:lnTo>
                    <a:lnTo>
                      <a:pt x="31" y="37"/>
                    </a:lnTo>
                    <a:lnTo>
                      <a:pt x="0" y="37"/>
                    </a:lnTo>
                    <a:lnTo>
                      <a:pt x="2" y="31"/>
                    </a:lnTo>
                    <a:lnTo>
                      <a:pt x="4" y="24"/>
                    </a:lnTo>
                    <a:lnTo>
                      <a:pt x="7" y="18"/>
                    </a:lnTo>
                    <a:lnTo>
                      <a:pt x="10" y="12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2" name="Freeform 1085"/>
              <p:cNvSpPr>
                <a:spLocks/>
              </p:cNvSpPr>
              <p:nvPr/>
            </p:nvSpPr>
            <p:spPr bwMode="auto">
              <a:xfrm>
                <a:off x="2109" y="3205"/>
                <a:ext cx="24" cy="37"/>
              </a:xfrm>
              <a:custGeom>
                <a:avLst/>
                <a:gdLst>
                  <a:gd name="T0" fmla="*/ 24 w 24"/>
                  <a:gd name="T1" fmla="*/ 37 h 37"/>
                  <a:gd name="T2" fmla="*/ 0 w 24"/>
                  <a:gd name="T3" fmla="*/ 37 h 37"/>
                  <a:gd name="T4" fmla="*/ 2 w 24"/>
                  <a:gd name="T5" fmla="*/ 34 h 37"/>
                  <a:gd name="T6" fmla="*/ 3 w 24"/>
                  <a:gd name="T7" fmla="*/ 31 h 37"/>
                  <a:gd name="T8" fmla="*/ 4 w 24"/>
                  <a:gd name="T9" fmla="*/ 27 h 37"/>
                  <a:gd name="T10" fmla="*/ 6 w 24"/>
                  <a:gd name="T11" fmla="*/ 23 h 37"/>
                  <a:gd name="T12" fmla="*/ 7 w 24"/>
                  <a:gd name="T13" fmla="*/ 20 h 37"/>
                  <a:gd name="T14" fmla="*/ 9 w 24"/>
                  <a:gd name="T15" fmla="*/ 17 h 37"/>
                  <a:gd name="T16" fmla="*/ 13 w 24"/>
                  <a:gd name="T17" fmla="*/ 14 h 37"/>
                  <a:gd name="T18" fmla="*/ 16 w 24"/>
                  <a:gd name="T19" fmla="*/ 12 h 37"/>
                  <a:gd name="T20" fmla="*/ 15 w 24"/>
                  <a:gd name="T21" fmla="*/ 0 h 37"/>
                  <a:gd name="T22" fmla="*/ 24 w 24"/>
                  <a:gd name="T23" fmla="*/ 0 h 37"/>
                  <a:gd name="T24" fmla="*/ 24 w 24"/>
                  <a:gd name="T25" fmla="*/ 37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37"/>
                  <a:gd name="T41" fmla="*/ 24 w 24"/>
                  <a:gd name="T42" fmla="*/ 37 h 3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37">
                    <a:moveTo>
                      <a:pt x="24" y="37"/>
                    </a:moveTo>
                    <a:lnTo>
                      <a:pt x="0" y="37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4" y="27"/>
                    </a:lnTo>
                    <a:lnTo>
                      <a:pt x="6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6" y="1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24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3" name="Freeform 1086"/>
              <p:cNvSpPr>
                <a:spLocks/>
              </p:cNvSpPr>
              <p:nvPr/>
            </p:nvSpPr>
            <p:spPr bwMode="auto">
              <a:xfrm>
                <a:off x="2140" y="3236"/>
                <a:ext cx="11" cy="25"/>
              </a:xfrm>
              <a:custGeom>
                <a:avLst/>
                <a:gdLst>
                  <a:gd name="T0" fmla="*/ 0 w 11"/>
                  <a:gd name="T1" fmla="*/ 25 h 25"/>
                  <a:gd name="T2" fmla="*/ 0 w 11"/>
                  <a:gd name="T3" fmla="*/ 10 h 25"/>
                  <a:gd name="T4" fmla="*/ 10 w 11"/>
                  <a:gd name="T5" fmla="*/ 0 h 25"/>
                  <a:gd name="T6" fmla="*/ 11 w 11"/>
                  <a:gd name="T7" fmla="*/ 4 h 25"/>
                  <a:gd name="T8" fmla="*/ 11 w 11"/>
                  <a:gd name="T9" fmla="*/ 8 h 25"/>
                  <a:gd name="T10" fmla="*/ 10 w 11"/>
                  <a:gd name="T11" fmla="*/ 12 h 25"/>
                  <a:gd name="T12" fmla="*/ 9 w 11"/>
                  <a:gd name="T13" fmla="*/ 15 h 25"/>
                  <a:gd name="T14" fmla="*/ 7 w 11"/>
                  <a:gd name="T15" fmla="*/ 18 h 25"/>
                  <a:gd name="T16" fmla="*/ 5 w 11"/>
                  <a:gd name="T17" fmla="*/ 20 h 25"/>
                  <a:gd name="T18" fmla="*/ 2 w 11"/>
                  <a:gd name="T19" fmla="*/ 23 h 25"/>
                  <a:gd name="T20" fmla="*/ 0 w 1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25"/>
                  <a:gd name="T35" fmla="*/ 11 w 11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25">
                    <a:moveTo>
                      <a:pt x="0" y="25"/>
                    </a:moveTo>
                    <a:lnTo>
                      <a:pt x="0" y="10"/>
                    </a:lnTo>
                    <a:lnTo>
                      <a:pt x="10" y="0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8"/>
                    </a:lnTo>
                    <a:lnTo>
                      <a:pt x="5" y="20"/>
                    </a:lnTo>
                    <a:lnTo>
                      <a:pt x="2" y="2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4" name="Freeform 1087"/>
              <p:cNvSpPr>
                <a:spLocks/>
              </p:cNvSpPr>
              <p:nvPr/>
            </p:nvSpPr>
            <p:spPr bwMode="auto">
              <a:xfrm>
                <a:off x="1984" y="3246"/>
                <a:ext cx="54" cy="38"/>
              </a:xfrm>
              <a:custGeom>
                <a:avLst/>
                <a:gdLst>
                  <a:gd name="T0" fmla="*/ 38 w 54"/>
                  <a:gd name="T1" fmla="*/ 0 h 38"/>
                  <a:gd name="T2" fmla="*/ 38 w 54"/>
                  <a:gd name="T3" fmla="*/ 4 h 38"/>
                  <a:gd name="T4" fmla="*/ 39 w 54"/>
                  <a:gd name="T5" fmla="*/ 6 h 38"/>
                  <a:gd name="T6" fmla="*/ 41 w 54"/>
                  <a:gd name="T7" fmla="*/ 7 h 38"/>
                  <a:gd name="T8" fmla="*/ 44 w 54"/>
                  <a:gd name="T9" fmla="*/ 8 h 38"/>
                  <a:gd name="T10" fmla="*/ 47 w 54"/>
                  <a:gd name="T11" fmla="*/ 9 h 38"/>
                  <a:gd name="T12" fmla="*/ 49 w 54"/>
                  <a:gd name="T13" fmla="*/ 9 h 38"/>
                  <a:gd name="T14" fmla="*/ 52 w 54"/>
                  <a:gd name="T15" fmla="*/ 10 h 38"/>
                  <a:gd name="T16" fmla="*/ 54 w 54"/>
                  <a:gd name="T17" fmla="*/ 10 h 38"/>
                  <a:gd name="T18" fmla="*/ 53 w 54"/>
                  <a:gd name="T19" fmla="*/ 37 h 38"/>
                  <a:gd name="T20" fmla="*/ 49 w 54"/>
                  <a:gd name="T21" fmla="*/ 37 h 38"/>
                  <a:gd name="T22" fmla="*/ 46 w 54"/>
                  <a:gd name="T23" fmla="*/ 37 h 38"/>
                  <a:gd name="T24" fmla="*/ 42 w 54"/>
                  <a:gd name="T25" fmla="*/ 37 h 38"/>
                  <a:gd name="T26" fmla="*/ 39 w 54"/>
                  <a:gd name="T27" fmla="*/ 38 h 38"/>
                  <a:gd name="T28" fmla="*/ 36 w 54"/>
                  <a:gd name="T29" fmla="*/ 38 h 38"/>
                  <a:gd name="T30" fmla="*/ 32 w 54"/>
                  <a:gd name="T31" fmla="*/ 38 h 38"/>
                  <a:gd name="T32" fmla="*/ 29 w 54"/>
                  <a:gd name="T33" fmla="*/ 38 h 38"/>
                  <a:gd name="T34" fmla="*/ 25 w 54"/>
                  <a:gd name="T35" fmla="*/ 38 h 38"/>
                  <a:gd name="T36" fmla="*/ 22 w 54"/>
                  <a:gd name="T37" fmla="*/ 38 h 38"/>
                  <a:gd name="T38" fmla="*/ 18 w 54"/>
                  <a:gd name="T39" fmla="*/ 38 h 38"/>
                  <a:gd name="T40" fmla="*/ 15 w 54"/>
                  <a:gd name="T41" fmla="*/ 38 h 38"/>
                  <a:gd name="T42" fmla="*/ 11 w 54"/>
                  <a:gd name="T43" fmla="*/ 38 h 38"/>
                  <a:gd name="T44" fmla="*/ 8 w 54"/>
                  <a:gd name="T45" fmla="*/ 37 h 38"/>
                  <a:gd name="T46" fmla="*/ 5 w 54"/>
                  <a:gd name="T47" fmla="*/ 37 h 38"/>
                  <a:gd name="T48" fmla="*/ 3 w 54"/>
                  <a:gd name="T49" fmla="*/ 37 h 38"/>
                  <a:gd name="T50" fmla="*/ 0 w 54"/>
                  <a:gd name="T51" fmla="*/ 36 h 38"/>
                  <a:gd name="T52" fmla="*/ 5 w 54"/>
                  <a:gd name="T53" fmla="*/ 0 h 38"/>
                  <a:gd name="T54" fmla="*/ 38 w 54"/>
                  <a:gd name="T55" fmla="*/ 0 h 3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4"/>
                  <a:gd name="T85" fmla="*/ 0 h 38"/>
                  <a:gd name="T86" fmla="*/ 54 w 54"/>
                  <a:gd name="T87" fmla="*/ 38 h 3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4" h="38">
                    <a:moveTo>
                      <a:pt x="38" y="0"/>
                    </a:moveTo>
                    <a:lnTo>
                      <a:pt x="38" y="4"/>
                    </a:lnTo>
                    <a:lnTo>
                      <a:pt x="39" y="6"/>
                    </a:lnTo>
                    <a:lnTo>
                      <a:pt x="41" y="7"/>
                    </a:lnTo>
                    <a:lnTo>
                      <a:pt x="44" y="8"/>
                    </a:lnTo>
                    <a:lnTo>
                      <a:pt x="47" y="9"/>
                    </a:lnTo>
                    <a:lnTo>
                      <a:pt x="49" y="9"/>
                    </a:lnTo>
                    <a:lnTo>
                      <a:pt x="52" y="10"/>
                    </a:lnTo>
                    <a:lnTo>
                      <a:pt x="54" y="10"/>
                    </a:lnTo>
                    <a:lnTo>
                      <a:pt x="53" y="37"/>
                    </a:lnTo>
                    <a:lnTo>
                      <a:pt x="49" y="37"/>
                    </a:lnTo>
                    <a:lnTo>
                      <a:pt x="46" y="37"/>
                    </a:lnTo>
                    <a:lnTo>
                      <a:pt x="42" y="37"/>
                    </a:lnTo>
                    <a:lnTo>
                      <a:pt x="39" y="38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5" y="38"/>
                    </a:lnTo>
                    <a:lnTo>
                      <a:pt x="22" y="38"/>
                    </a:lnTo>
                    <a:lnTo>
                      <a:pt x="18" y="38"/>
                    </a:lnTo>
                    <a:lnTo>
                      <a:pt x="15" y="38"/>
                    </a:lnTo>
                    <a:lnTo>
                      <a:pt x="11" y="38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0" y="36"/>
                    </a:lnTo>
                    <a:lnTo>
                      <a:pt x="5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5" name="Freeform 1088"/>
              <p:cNvSpPr>
                <a:spLocks/>
              </p:cNvSpPr>
              <p:nvPr/>
            </p:nvSpPr>
            <p:spPr bwMode="auto">
              <a:xfrm>
                <a:off x="2050" y="3246"/>
                <a:ext cx="84" cy="38"/>
              </a:xfrm>
              <a:custGeom>
                <a:avLst/>
                <a:gdLst>
                  <a:gd name="T0" fmla="*/ 84 w 84"/>
                  <a:gd name="T1" fmla="*/ 2 h 38"/>
                  <a:gd name="T2" fmla="*/ 84 w 84"/>
                  <a:gd name="T3" fmla="*/ 38 h 38"/>
                  <a:gd name="T4" fmla="*/ 0 w 84"/>
                  <a:gd name="T5" fmla="*/ 38 h 38"/>
                  <a:gd name="T6" fmla="*/ 2 w 84"/>
                  <a:gd name="T7" fmla="*/ 34 h 38"/>
                  <a:gd name="T8" fmla="*/ 4 w 84"/>
                  <a:gd name="T9" fmla="*/ 30 h 38"/>
                  <a:gd name="T10" fmla="*/ 7 w 84"/>
                  <a:gd name="T11" fmla="*/ 27 h 38"/>
                  <a:gd name="T12" fmla="*/ 11 w 84"/>
                  <a:gd name="T13" fmla="*/ 26 h 38"/>
                  <a:gd name="T14" fmla="*/ 15 w 84"/>
                  <a:gd name="T15" fmla="*/ 24 h 38"/>
                  <a:gd name="T16" fmla="*/ 19 w 84"/>
                  <a:gd name="T17" fmla="*/ 23 h 38"/>
                  <a:gd name="T18" fmla="*/ 23 w 84"/>
                  <a:gd name="T19" fmla="*/ 22 h 38"/>
                  <a:gd name="T20" fmla="*/ 27 w 84"/>
                  <a:gd name="T21" fmla="*/ 21 h 38"/>
                  <a:gd name="T22" fmla="*/ 25 w 84"/>
                  <a:gd name="T23" fmla="*/ 19 h 38"/>
                  <a:gd name="T24" fmla="*/ 21 w 84"/>
                  <a:gd name="T25" fmla="*/ 18 h 38"/>
                  <a:gd name="T26" fmla="*/ 19 w 84"/>
                  <a:gd name="T27" fmla="*/ 16 h 38"/>
                  <a:gd name="T28" fmla="*/ 16 w 84"/>
                  <a:gd name="T29" fmla="*/ 15 h 38"/>
                  <a:gd name="T30" fmla="*/ 14 w 84"/>
                  <a:gd name="T31" fmla="*/ 14 h 38"/>
                  <a:gd name="T32" fmla="*/ 12 w 84"/>
                  <a:gd name="T33" fmla="*/ 12 h 38"/>
                  <a:gd name="T34" fmla="*/ 12 w 84"/>
                  <a:gd name="T35" fmla="*/ 9 h 38"/>
                  <a:gd name="T36" fmla="*/ 13 w 84"/>
                  <a:gd name="T37" fmla="*/ 5 h 38"/>
                  <a:gd name="T38" fmla="*/ 15 w 84"/>
                  <a:gd name="T39" fmla="*/ 5 h 38"/>
                  <a:gd name="T40" fmla="*/ 17 w 84"/>
                  <a:gd name="T41" fmla="*/ 5 h 38"/>
                  <a:gd name="T42" fmla="*/ 20 w 84"/>
                  <a:gd name="T43" fmla="*/ 6 h 38"/>
                  <a:gd name="T44" fmla="*/ 23 w 84"/>
                  <a:gd name="T45" fmla="*/ 7 h 38"/>
                  <a:gd name="T46" fmla="*/ 26 w 84"/>
                  <a:gd name="T47" fmla="*/ 8 h 38"/>
                  <a:gd name="T48" fmla="*/ 27 w 84"/>
                  <a:gd name="T49" fmla="*/ 10 h 38"/>
                  <a:gd name="T50" fmla="*/ 28 w 84"/>
                  <a:gd name="T51" fmla="*/ 12 h 38"/>
                  <a:gd name="T52" fmla="*/ 29 w 84"/>
                  <a:gd name="T53" fmla="*/ 15 h 38"/>
                  <a:gd name="T54" fmla="*/ 30 w 84"/>
                  <a:gd name="T55" fmla="*/ 16 h 38"/>
                  <a:gd name="T56" fmla="*/ 32 w 84"/>
                  <a:gd name="T57" fmla="*/ 14 h 38"/>
                  <a:gd name="T58" fmla="*/ 33 w 84"/>
                  <a:gd name="T59" fmla="*/ 12 h 38"/>
                  <a:gd name="T60" fmla="*/ 34 w 84"/>
                  <a:gd name="T61" fmla="*/ 10 h 38"/>
                  <a:gd name="T62" fmla="*/ 35 w 84"/>
                  <a:gd name="T63" fmla="*/ 7 h 38"/>
                  <a:gd name="T64" fmla="*/ 36 w 84"/>
                  <a:gd name="T65" fmla="*/ 5 h 38"/>
                  <a:gd name="T66" fmla="*/ 37 w 84"/>
                  <a:gd name="T67" fmla="*/ 4 h 38"/>
                  <a:gd name="T68" fmla="*/ 39 w 84"/>
                  <a:gd name="T69" fmla="*/ 2 h 38"/>
                  <a:gd name="T70" fmla="*/ 43 w 84"/>
                  <a:gd name="T71" fmla="*/ 2 h 38"/>
                  <a:gd name="T72" fmla="*/ 47 w 84"/>
                  <a:gd name="T73" fmla="*/ 7 h 38"/>
                  <a:gd name="T74" fmla="*/ 48 w 84"/>
                  <a:gd name="T75" fmla="*/ 12 h 38"/>
                  <a:gd name="T76" fmla="*/ 49 w 84"/>
                  <a:gd name="T77" fmla="*/ 19 h 38"/>
                  <a:gd name="T78" fmla="*/ 50 w 84"/>
                  <a:gd name="T79" fmla="*/ 25 h 38"/>
                  <a:gd name="T80" fmla="*/ 64 w 84"/>
                  <a:gd name="T81" fmla="*/ 25 h 38"/>
                  <a:gd name="T82" fmla="*/ 64 w 84"/>
                  <a:gd name="T83" fmla="*/ 19 h 38"/>
                  <a:gd name="T84" fmla="*/ 62 w 84"/>
                  <a:gd name="T85" fmla="*/ 13 h 38"/>
                  <a:gd name="T86" fmla="*/ 61 w 84"/>
                  <a:gd name="T87" fmla="*/ 7 h 38"/>
                  <a:gd name="T88" fmla="*/ 60 w 84"/>
                  <a:gd name="T89" fmla="*/ 0 h 38"/>
                  <a:gd name="T90" fmla="*/ 63 w 84"/>
                  <a:gd name="T91" fmla="*/ 0 h 38"/>
                  <a:gd name="T92" fmla="*/ 66 w 84"/>
                  <a:gd name="T93" fmla="*/ 2 h 38"/>
                  <a:gd name="T94" fmla="*/ 69 w 84"/>
                  <a:gd name="T95" fmla="*/ 2 h 38"/>
                  <a:gd name="T96" fmla="*/ 72 w 84"/>
                  <a:gd name="T97" fmla="*/ 2 h 38"/>
                  <a:gd name="T98" fmla="*/ 75 w 84"/>
                  <a:gd name="T99" fmla="*/ 2 h 38"/>
                  <a:gd name="T100" fmla="*/ 78 w 84"/>
                  <a:gd name="T101" fmla="*/ 2 h 38"/>
                  <a:gd name="T102" fmla="*/ 81 w 84"/>
                  <a:gd name="T103" fmla="*/ 2 h 38"/>
                  <a:gd name="T104" fmla="*/ 84 w 84"/>
                  <a:gd name="T105" fmla="*/ 2 h 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38"/>
                  <a:gd name="T161" fmla="*/ 84 w 84"/>
                  <a:gd name="T162" fmla="*/ 38 h 3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38">
                    <a:moveTo>
                      <a:pt x="84" y="2"/>
                    </a:moveTo>
                    <a:lnTo>
                      <a:pt x="84" y="38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7" y="27"/>
                    </a:lnTo>
                    <a:lnTo>
                      <a:pt x="11" y="26"/>
                    </a:lnTo>
                    <a:lnTo>
                      <a:pt x="15" y="24"/>
                    </a:lnTo>
                    <a:lnTo>
                      <a:pt x="19" y="23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25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6" y="15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20" y="6"/>
                    </a:lnTo>
                    <a:lnTo>
                      <a:pt x="23" y="7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28" y="12"/>
                    </a:lnTo>
                    <a:lnTo>
                      <a:pt x="29" y="15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4" y="10"/>
                    </a:lnTo>
                    <a:lnTo>
                      <a:pt x="35" y="7"/>
                    </a:lnTo>
                    <a:lnTo>
                      <a:pt x="36" y="5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3" y="2"/>
                    </a:lnTo>
                    <a:lnTo>
                      <a:pt x="47" y="7"/>
                    </a:lnTo>
                    <a:lnTo>
                      <a:pt x="48" y="12"/>
                    </a:lnTo>
                    <a:lnTo>
                      <a:pt x="49" y="19"/>
                    </a:lnTo>
                    <a:lnTo>
                      <a:pt x="50" y="25"/>
                    </a:lnTo>
                    <a:lnTo>
                      <a:pt x="64" y="25"/>
                    </a:lnTo>
                    <a:lnTo>
                      <a:pt x="64" y="19"/>
                    </a:lnTo>
                    <a:lnTo>
                      <a:pt x="62" y="13"/>
                    </a:lnTo>
                    <a:lnTo>
                      <a:pt x="61" y="7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6" y="2"/>
                    </a:lnTo>
                    <a:lnTo>
                      <a:pt x="69" y="2"/>
                    </a:lnTo>
                    <a:lnTo>
                      <a:pt x="72" y="2"/>
                    </a:lnTo>
                    <a:lnTo>
                      <a:pt x="75" y="2"/>
                    </a:lnTo>
                    <a:lnTo>
                      <a:pt x="78" y="2"/>
                    </a:lnTo>
                    <a:lnTo>
                      <a:pt x="81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6" name="Freeform 1089"/>
              <p:cNvSpPr>
                <a:spLocks/>
              </p:cNvSpPr>
              <p:nvPr/>
            </p:nvSpPr>
            <p:spPr bwMode="auto">
              <a:xfrm>
                <a:off x="1984" y="3288"/>
                <a:ext cx="51" cy="38"/>
              </a:xfrm>
              <a:custGeom>
                <a:avLst/>
                <a:gdLst>
                  <a:gd name="T0" fmla="*/ 51 w 51"/>
                  <a:gd name="T1" fmla="*/ 1 h 38"/>
                  <a:gd name="T2" fmla="*/ 49 w 51"/>
                  <a:gd name="T3" fmla="*/ 8 h 38"/>
                  <a:gd name="T4" fmla="*/ 46 w 51"/>
                  <a:gd name="T5" fmla="*/ 12 h 38"/>
                  <a:gd name="T6" fmla="*/ 40 w 51"/>
                  <a:gd name="T7" fmla="*/ 15 h 38"/>
                  <a:gd name="T8" fmla="*/ 35 w 51"/>
                  <a:gd name="T9" fmla="*/ 17 h 38"/>
                  <a:gd name="T10" fmla="*/ 30 w 51"/>
                  <a:gd name="T11" fmla="*/ 20 h 38"/>
                  <a:gd name="T12" fmla="*/ 26 w 51"/>
                  <a:gd name="T13" fmla="*/ 25 h 38"/>
                  <a:gd name="T14" fmla="*/ 26 w 51"/>
                  <a:gd name="T15" fmla="*/ 30 h 38"/>
                  <a:gd name="T16" fmla="*/ 30 w 51"/>
                  <a:gd name="T17" fmla="*/ 38 h 38"/>
                  <a:gd name="T18" fmla="*/ 5 w 51"/>
                  <a:gd name="T19" fmla="*/ 38 h 38"/>
                  <a:gd name="T20" fmla="*/ 3 w 51"/>
                  <a:gd name="T21" fmla="*/ 28 h 38"/>
                  <a:gd name="T22" fmla="*/ 1 w 51"/>
                  <a:gd name="T23" fmla="*/ 19 h 38"/>
                  <a:gd name="T24" fmla="*/ 0 w 51"/>
                  <a:gd name="T25" fmla="*/ 10 h 38"/>
                  <a:gd name="T26" fmla="*/ 1 w 51"/>
                  <a:gd name="T27" fmla="*/ 0 h 38"/>
                  <a:gd name="T28" fmla="*/ 51 w 51"/>
                  <a:gd name="T29" fmla="*/ 1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1"/>
                  <a:gd name="T46" fmla="*/ 0 h 38"/>
                  <a:gd name="T47" fmla="*/ 51 w 51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1" h="38">
                    <a:moveTo>
                      <a:pt x="51" y="1"/>
                    </a:moveTo>
                    <a:lnTo>
                      <a:pt x="49" y="8"/>
                    </a:lnTo>
                    <a:lnTo>
                      <a:pt x="46" y="12"/>
                    </a:lnTo>
                    <a:lnTo>
                      <a:pt x="40" y="15"/>
                    </a:lnTo>
                    <a:lnTo>
                      <a:pt x="35" y="17"/>
                    </a:lnTo>
                    <a:lnTo>
                      <a:pt x="30" y="20"/>
                    </a:lnTo>
                    <a:lnTo>
                      <a:pt x="26" y="25"/>
                    </a:lnTo>
                    <a:lnTo>
                      <a:pt x="26" y="30"/>
                    </a:lnTo>
                    <a:lnTo>
                      <a:pt x="30" y="38"/>
                    </a:lnTo>
                    <a:lnTo>
                      <a:pt x="5" y="38"/>
                    </a:lnTo>
                    <a:lnTo>
                      <a:pt x="3" y="28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5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7" name="Freeform 1090"/>
              <p:cNvSpPr>
                <a:spLocks/>
              </p:cNvSpPr>
              <p:nvPr/>
            </p:nvSpPr>
            <p:spPr bwMode="auto">
              <a:xfrm>
                <a:off x="2052" y="3288"/>
                <a:ext cx="82" cy="38"/>
              </a:xfrm>
              <a:custGeom>
                <a:avLst/>
                <a:gdLst>
                  <a:gd name="T0" fmla="*/ 82 w 82"/>
                  <a:gd name="T1" fmla="*/ 38 h 38"/>
                  <a:gd name="T2" fmla="*/ 21 w 82"/>
                  <a:gd name="T3" fmla="*/ 38 h 38"/>
                  <a:gd name="T4" fmla="*/ 17 w 82"/>
                  <a:gd name="T5" fmla="*/ 35 h 38"/>
                  <a:gd name="T6" fmla="*/ 13 w 82"/>
                  <a:gd name="T7" fmla="*/ 32 h 38"/>
                  <a:gd name="T8" fmla="*/ 9 w 82"/>
                  <a:gd name="T9" fmla="*/ 28 h 38"/>
                  <a:gd name="T10" fmla="*/ 7 w 82"/>
                  <a:gd name="T11" fmla="*/ 23 h 38"/>
                  <a:gd name="T12" fmla="*/ 4 w 82"/>
                  <a:gd name="T13" fmla="*/ 17 h 38"/>
                  <a:gd name="T14" fmla="*/ 2 w 82"/>
                  <a:gd name="T15" fmla="*/ 11 h 38"/>
                  <a:gd name="T16" fmla="*/ 1 w 82"/>
                  <a:gd name="T17" fmla="*/ 5 h 38"/>
                  <a:gd name="T18" fmla="*/ 0 w 82"/>
                  <a:gd name="T19" fmla="*/ 0 h 38"/>
                  <a:gd name="T20" fmla="*/ 82 w 82"/>
                  <a:gd name="T21" fmla="*/ 1 h 38"/>
                  <a:gd name="T22" fmla="*/ 82 w 82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2"/>
                  <a:gd name="T37" fmla="*/ 0 h 38"/>
                  <a:gd name="T38" fmla="*/ 82 w 82"/>
                  <a:gd name="T39" fmla="*/ 38 h 3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2" h="38">
                    <a:moveTo>
                      <a:pt x="82" y="38"/>
                    </a:moveTo>
                    <a:lnTo>
                      <a:pt x="21" y="38"/>
                    </a:lnTo>
                    <a:lnTo>
                      <a:pt x="17" y="35"/>
                    </a:lnTo>
                    <a:lnTo>
                      <a:pt x="13" y="32"/>
                    </a:lnTo>
                    <a:lnTo>
                      <a:pt x="9" y="28"/>
                    </a:lnTo>
                    <a:lnTo>
                      <a:pt x="7" y="23"/>
                    </a:lnTo>
                    <a:lnTo>
                      <a:pt x="4" y="17"/>
                    </a:lnTo>
                    <a:lnTo>
                      <a:pt x="2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82" y="1"/>
                    </a:lnTo>
                    <a:lnTo>
                      <a:pt x="82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8" name="Freeform 1091"/>
              <p:cNvSpPr>
                <a:spLocks/>
              </p:cNvSpPr>
              <p:nvPr/>
            </p:nvSpPr>
            <p:spPr bwMode="auto">
              <a:xfrm>
                <a:off x="1991" y="3330"/>
                <a:ext cx="47" cy="36"/>
              </a:xfrm>
              <a:custGeom>
                <a:avLst/>
                <a:gdLst>
                  <a:gd name="T0" fmla="*/ 24 w 47"/>
                  <a:gd name="T1" fmla="*/ 1 h 36"/>
                  <a:gd name="T2" fmla="*/ 26 w 47"/>
                  <a:gd name="T3" fmla="*/ 5 h 36"/>
                  <a:gd name="T4" fmla="*/ 27 w 47"/>
                  <a:gd name="T5" fmla="*/ 10 h 36"/>
                  <a:gd name="T6" fmla="*/ 28 w 47"/>
                  <a:gd name="T7" fmla="*/ 15 h 36"/>
                  <a:gd name="T8" fmla="*/ 29 w 47"/>
                  <a:gd name="T9" fmla="*/ 20 h 36"/>
                  <a:gd name="T10" fmla="*/ 30 w 47"/>
                  <a:gd name="T11" fmla="*/ 24 h 36"/>
                  <a:gd name="T12" fmla="*/ 32 w 47"/>
                  <a:gd name="T13" fmla="*/ 29 h 36"/>
                  <a:gd name="T14" fmla="*/ 37 w 47"/>
                  <a:gd name="T15" fmla="*/ 31 h 36"/>
                  <a:gd name="T16" fmla="*/ 42 w 47"/>
                  <a:gd name="T17" fmla="*/ 32 h 36"/>
                  <a:gd name="T18" fmla="*/ 44 w 47"/>
                  <a:gd name="T19" fmla="*/ 32 h 36"/>
                  <a:gd name="T20" fmla="*/ 45 w 47"/>
                  <a:gd name="T21" fmla="*/ 32 h 36"/>
                  <a:gd name="T22" fmla="*/ 46 w 47"/>
                  <a:gd name="T23" fmla="*/ 33 h 36"/>
                  <a:gd name="T24" fmla="*/ 47 w 47"/>
                  <a:gd name="T25" fmla="*/ 34 h 36"/>
                  <a:gd name="T26" fmla="*/ 47 w 47"/>
                  <a:gd name="T27" fmla="*/ 36 h 36"/>
                  <a:gd name="T28" fmla="*/ 17 w 47"/>
                  <a:gd name="T29" fmla="*/ 36 h 36"/>
                  <a:gd name="T30" fmla="*/ 14 w 47"/>
                  <a:gd name="T31" fmla="*/ 32 h 36"/>
                  <a:gd name="T32" fmla="*/ 12 w 47"/>
                  <a:gd name="T33" fmla="*/ 28 h 36"/>
                  <a:gd name="T34" fmla="*/ 9 w 47"/>
                  <a:gd name="T35" fmla="*/ 23 h 36"/>
                  <a:gd name="T36" fmla="*/ 8 w 47"/>
                  <a:gd name="T37" fmla="*/ 19 h 36"/>
                  <a:gd name="T38" fmla="*/ 4 w 47"/>
                  <a:gd name="T39" fmla="*/ 14 h 36"/>
                  <a:gd name="T40" fmla="*/ 3 w 47"/>
                  <a:gd name="T41" fmla="*/ 9 h 36"/>
                  <a:gd name="T42" fmla="*/ 1 w 47"/>
                  <a:gd name="T43" fmla="*/ 5 h 36"/>
                  <a:gd name="T44" fmla="*/ 0 w 47"/>
                  <a:gd name="T45" fmla="*/ 0 h 36"/>
                  <a:gd name="T46" fmla="*/ 24 w 47"/>
                  <a:gd name="T47" fmla="*/ 1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7"/>
                  <a:gd name="T73" fmla="*/ 0 h 36"/>
                  <a:gd name="T74" fmla="*/ 47 w 47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7" h="36">
                    <a:moveTo>
                      <a:pt x="24" y="1"/>
                    </a:moveTo>
                    <a:lnTo>
                      <a:pt x="26" y="5"/>
                    </a:lnTo>
                    <a:lnTo>
                      <a:pt x="27" y="10"/>
                    </a:lnTo>
                    <a:lnTo>
                      <a:pt x="28" y="15"/>
                    </a:lnTo>
                    <a:lnTo>
                      <a:pt x="29" y="20"/>
                    </a:lnTo>
                    <a:lnTo>
                      <a:pt x="30" y="24"/>
                    </a:lnTo>
                    <a:lnTo>
                      <a:pt x="32" y="29"/>
                    </a:lnTo>
                    <a:lnTo>
                      <a:pt x="37" y="31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6" y="33"/>
                    </a:lnTo>
                    <a:lnTo>
                      <a:pt x="47" y="34"/>
                    </a:lnTo>
                    <a:lnTo>
                      <a:pt x="47" y="36"/>
                    </a:lnTo>
                    <a:lnTo>
                      <a:pt x="17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9" y="23"/>
                    </a:lnTo>
                    <a:lnTo>
                      <a:pt x="8" y="19"/>
                    </a:lnTo>
                    <a:lnTo>
                      <a:pt x="4" y="14"/>
                    </a:lnTo>
                    <a:lnTo>
                      <a:pt x="3" y="9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59" name="Freeform 1092"/>
              <p:cNvSpPr>
                <a:spLocks/>
              </p:cNvSpPr>
              <p:nvPr/>
            </p:nvSpPr>
            <p:spPr bwMode="auto">
              <a:xfrm>
                <a:off x="2086" y="3330"/>
                <a:ext cx="47" cy="37"/>
              </a:xfrm>
              <a:custGeom>
                <a:avLst/>
                <a:gdLst>
                  <a:gd name="T0" fmla="*/ 47 w 47"/>
                  <a:gd name="T1" fmla="*/ 36 h 37"/>
                  <a:gd name="T2" fmla="*/ 45 w 47"/>
                  <a:gd name="T3" fmla="*/ 36 h 37"/>
                  <a:gd name="T4" fmla="*/ 42 w 47"/>
                  <a:gd name="T5" fmla="*/ 36 h 37"/>
                  <a:gd name="T6" fmla="*/ 40 w 47"/>
                  <a:gd name="T7" fmla="*/ 37 h 37"/>
                  <a:gd name="T8" fmla="*/ 37 w 47"/>
                  <a:gd name="T9" fmla="*/ 37 h 37"/>
                  <a:gd name="T10" fmla="*/ 33 w 47"/>
                  <a:gd name="T11" fmla="*/ 37 h 37"/>
                  <a:gd name="T12" fmla="*/ 30 w 47"/>
                  <a:gd name="T13" fmla="*/ 37 h 37"/>
                  <a:gd name="T14" fmla="*/ 28 w 47"/>
                  <a:gd name="T15" fmla="*/ 37 h 37"/>
                  <a:gd name="T16" fmla="*/ 25 w 47"/>
                  <a:gd name="T17" fmla="*/ 37 h 37"/>
                  <a:gd name="T18" fmla="*/ 22 w 47"/>
                  <a:gd name="T19" fmla="*/ 37 h 37"/>
                  <a:gd name="T20" fmla="*/ 20 w 47"/>
                  <a:gd name="T21" fmla="*/ 37 h 37"/>
                  <a:gd name="T22" fmla="*/ 16 w 47"/>
                  <a:gd name="T23" fmla="*/ 37 h 37"/>
                  <a:gd name="T24" fmla="*/ 13 w 47"/>
                  <a:gd name="T25" fmla="*/ 37 h 37"/>
                  <a:gd name="T26" fmla="*/ 11 w 47"/>
                  <a:gd name="T27" fmla="*/ 37 h 37"/>
                  <a:gd name="T28" fmla="*/ 9 w 47"/>
                  <a:gd name="T29" fmla="*/ 37 h 37"/>
                  <a:gd name="T30" fmla="*/ 7 w 47"/>
                  <a:gd name="T31" fmla="*/ 37 h 37"/>
                  <a:gd name="T32" fmla="*/ 5 w 47"/>
                  <a:gd name="T33" fmla="*/ 36 h 37"/>
                  <a:gd name="T34" fmla="*/ 6 w 47"/>
                  <a:gd name="T35" fmla="*/ 35 h 37"/>
                  <a:gd name="T36" fmla="*/ 7 w 47"/>
                  <a:gd name="T37" fmla="*/ 34 h 37"/>
                  <a:gd name="T38" fmla="*/ 9 w 47"/>
                  <a:gd name="T39" fmla="*/ 31 h 37"/>
                  <a:gd name="T40" fmla="*/ 10 w 47"/>
                  <a:gd name="T41" fmla="*/ 29 h 37"/>
                  <a:gd name="T42" fmla="*/ 11 w 47"/>
                  <a:gd name="T43" fmla="*/ 26 h 37"/>
                  <a:gd name="T44" fmla="*/ 12 w 47"/>
                  <a:gd name="T45" fmla="*/ 23 h 37"/>
                  <a:gd name="T46" fmla="*/ 13 w 47"/>
                  <a:gd name="T47" fmla="*/ 20 h 37"/>
                  <a:gd name="T48" fmla="*/ 14 w 47"/>
                  <a:gd name="T49" fmla="*/ 18 h 37"/>
                  <a:gd name="T50" fmla="*/ 12 w 47"/>
                  <a:gd name="T51" fmla="*/ 16 h 37"/>
                  <a:gd name="T52" fmla="*/ 10 w 47"/>
                  <a:gd name="T53" fmla="*/ 14 h 37"/>
                  <a:gd name="T54" fmla="*/ 8 w 47"/>
                  <a:gd name="T55" fmla="*/ 12 h 37"/>
                  <a:gd name="T56" fmla="*/ 7 w 47"/>
                  <a:gd name="T57" fmla="*/ 9 h 37"/>
                  <a:gd name="T58" fmla="*/ 5 w 47"/>
                  <a:gd name="T59" fmla="*/ 7 h 37"/>
                  <a:gd name="T60" fmla="*/ 2 w 47"/>
                  <a:gd name="T61" fmla="*/ 5 h 37"/>
                  <a:gd name="T62" fmla="*/ 1 w 47"/>
                  <a:gd name="T63" fmla="*/ 2 h 37"/>
                  <a:gd name="T64" fmla="*/ 0 w 47"/>
                  <a:gd name="T65" fmla="*/ 0 h 37"/>
                  <a:gd name="T66" fmla="*/ 47 w 47"/>
                  <a:gd name="T67" fmla="*/ 1 h 37"/>
                  <a:gd name="T68" fmla="*/ 47 w 47"/>
                  <a:gd name="T69" fmla="*/ 36 h 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"/>
                  <a:gd name="T106" fmla="*/ 0 h 37"/>
                  <a:gd name="T107" fmla="*/ 47 w 47"/>
                  <a:gd name="T108" fmla="*/ 37 h 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" h="37">
                    <a:moveTo>
                      <a:pt x="47" y="36"/>
                    </a:moveTo>
                    <a:lnTo>
                      <a:pt x="45" y="36"/>
                    </a:lnTo>
                    <a:lnTo>
                      <a:pt x="42" y="36"/>
                    </a:lnTo>
                    <a:lnTo>
                      <a:pt x="40" y="37"/>
                    </a:lnTo>
                    <a:lnTo>
                      <a:pt x="37" y="37"/>
                    </a:lnTo>
                    <a:lnTo>
                      <a:pt x="33" y="37"/>
                    </a:lnTo>
                    <a:lnTo>
                      <a:pt x="30" y="37"/>
                    </a:lnTo>
                    <a:lnTo>
                      <a:pt x="28" y="37"/>
                    </a:lnTo>
                    <a:lnTo>
                      <a:pt x="25" y="37"/>
                    </a:lnTo>
                    <a:lnTo>
                      <a:pt x="22" y="37"/>
                    </a:lnTo>
                    <a:lnTo>
                      <a:pt x="20" y="37"/>
                    </a:lnTo>
                    <a:lnTo>
                      <a:pt x="16" y="37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9" y="31"/>
                    </a:lnTo>
                    <a:lnTo>
                      <a:pt x="10" y="29"/>
                    </a:lnTo>
                    <a:lnTo>
                      <a:pt x="11" y="26"/>
                    </a:lnTo>
                    <a:lnTo>
                      <a:pt x="12" y="23"/>
                    </a:lnTo>
                    <a:lnTo>
                      <a:pt x="13" y="20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47" y="1"/>
                    </a:lnTo>
                    <a:lnTo>
                      <a:pt x="47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60" name="Freeform 1093"/>
              <p:cNvSpPr>
                <a:spLocks/>
              </p:cNvSpPr>
              <p:nvPr/>
            </p:nvSpPr>
            <p:spPr bwMode="auto">
              <a:xfrm>
                <a:off x="2013" y="3370"/>
                <a:ext cx="50" cy="38"/>
              </a:xfrm>
              <a:custGeom>
                <a:avLst/>
                <a:gdLst>
                  <a:gd name="T0" fmla="*/ 28 w 50"/>
                  <a:gd name="T1" fmla="*/ 1 h 38"/>
                  <a:gd name="T2" fmla="*/ 31 w 50"/>
                  <a:gd name="T3" fmla="*/ 7 h 38"/>
                  <a:gd name="T4" fmla="*/ 33 w 50"/>
                  <a:gd name="T5" fmla="*/ 11 h 38"/>
                  <a:gd name="T6" fmla="*/ 35 w 50"/>
                  <a:gd name="T7" fmla="*/ 15 h 38"/>
                  <a:gd name="T8" fmla="*/ 38 w 50"/>
                  <a:gd name="T9" fmla="*/ 20 h 38"/>
                  <a:gd name="T10" fmla="*/ 41 w 50"/>
                  <a:gd name="T11" fmla="*/ 24 h 38"/>
                  <a:gd name="T12" fmla="*/ 44 w 50"/>
                  <a:gd name="T13" fmla="*/ 28 h 38"/>
                  <a:gd name="T14" fmla="*/ 47 w 50"/>
                  <a:gd name="T15" fmla="*/ 32 h 38"/>
                  <a:gd name="T16" fmla="*/ 50 w 50"/>
                  <a:gd name="T17" fmla="*/ 38 h 38"/>
                  <a:gd name="T18" fmla="*/ 46 w 50"/>
                  <a:gd name="T19" fmla="*/ 38 h 38"/>
                  <a:gd name="T20" fmla="*/ 41 w 50"/>
                  <a:gd name="T21" fmla="*/ 37 h 38"/>
                  <a:gd name="T22" fmla="*/ 37 w 50"/>
                  <a:gd name="T23" fmla="*/ 37 h 38"/>
                  <a:gd name="T24" fmla="*/ 33 w 50"/>
                  <a:gd name="T25" fmla="*/ 35 h 38"/>
                  <a:gd name="T26" fmla="*/ 29 w 50"/>
                  <a:gd name="T27" fmla="*/ 33 h 38"/>
                  <a:gd name="T28" fmla="*/ 26 w 50"/>
                  <a:gd name="T29" fmla="*/ 31 h 38"/>
                  <a:gd name="T30" fmla="*/ 23 w 50"/>
                  <a:gd name="T31" fmla="*/ 29 h 38"/>
                  <a:gd name="T32" fmla="*/ 20 w 50"/>
                  <a:gd name="T33" fmla="*/ 26 h 38"/>
                  <a:gd name="T34" fmla="*/ 18 w 50"/>
                  <a:gd name="T35" fmla="*/ 23 h 38"/>
                  <a:gd name="T36" fmla="*/ 15 w 50"/>
                  <a:gd name="T37" fmla="*/ 20 h 38"/>
                  <a:gd name="T38" fmla="*/ 12 w 50"/>
                  <a:gd name="T39" fmla="*/ 16 h 38"/>
                  <a:gd name="T40" fmla="*/ 9 w 50"/>
                  <a:gd name="T41" fmla="*/ 13 h 38"/>
                  <a:gd name="T42" fmla="*/ 7 w 50"/>
                  <a:gd name="T43" fmla="*/ 10 h 38"/>
                  <a:gd name="T44" fmla="*/ 5 w 50"/>
                  <a:gd name="T45" fmla="*/ 7 h 38"/>
                  <a:gd name="T46" fmla="*/ 2 w 50"/>
                  <a:gd name="T47" fmla="*/ 4 h 38"/>
                  <a:gd name="T48" fmla="*/ 0 w 50"/>
                  <a:gd name="T49" fmla="*/ 0 h 38"/>
                  <a:gd name="T50" fmla="*/ 28 w 50"/>
                  <a:gd name="T51" fmla="*/ 1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0"/>
                  <a:gd name="T79" fmla="*/ 0 h 38"/>
                  <a:gd name="T80" fmla="*/ 50 w 50"/>
                  <a:gd name="T81" fmla="*/ 38 h 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0" h="38">
                    <a:moveTo>
                      <a:pt x="28" y="1"/>
                    </a:moveTo>
                    <a:lnTo>
                      <a:pt x="31" y="7"/>
                    </a:lnTo>
                    <a:lnTo>
                      <a:pt x="33" y="11"/>
                    </a:lnTo>
                    <a:lnTo>
                      <a:pt x="35" y="15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50" y="38"/>
                    </a:lnTo>
                    <a:lnTo>
                      <a:pt x="46" y="38"/>
                    </a:lnTo>
                    <a:lnTo>
                      <a:pt x="41" y="37"/>
                    </a:lnTo>
                    <a:lnTo>
                      <a:pt x="37" y="37"/>
                    </a:lnTo>
                    <a:lnTo>
                      <a:pt x="33" y="35"/>
                    </a:lnTo>
                    <a:lnTo>
                      <a:pt x="29" y="33"/>
                    </a:lnTo>
                    <a:lnTo>
                      <a:pt x="26" y="31"/>
                    </a:lnTo>
                    <a:lnTo>
                      <a:pt x="23" y="29"/>
                    </a:lnTo>
                    <a:lnTo>
                      <a:pt x="20" y="26"/>
                    </a:lnTo>
                    <a:lnTo>
                      <a:pt x="18" y="23"/>
                    </a:lnTo>
                    <a:lnTo>
                      <a:pt x="15" y="20"/>
                    </a:lnTo>
                    <a:lnTo>
                      <a:pt x="12" y="16"/>
                    </a:lnTo>
                    <a:lnTo>
                      <a:pt x="9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61" name="Freeform 1094"/>
              <p:cNvSpPr>
                <a:spLocks/>
              </p:cNvSpPr>
              <p:nvPr/>
            </p:nvSpPr>
            <p:spPr bwMode="auto">
              <a:xfrm>
                <a:off x="2083" y="3370"/>
                <a:ext cx="50" cy="38"/>
              </a:xfrm>
              <a:custGeom>
                <a:avLst/>
                <a:gdLst>
                  <a:gd name="T0" fmla="*/ 50 w 50"/>
                  <a:gd name="T1" fmla="*/ 1 h 38"/>
                  <a:gd name="T2" fmla="*/ 50 w 50"/>
                  <a:gd name="T3" fmla="*/ 10 h 38"/>
                  <a:gd name="T4" fmla="*/ 50 w 50"/>
                  <a:gd name="T5" fmla="*/ 19 h 38"/>
                  <a:gd name="T6" fmla="*/ 50 w 50"/>
                  <a:gd name="T7" fmla="*/ 29 h 38"/>
                  <a:gd name="T8" fmla="*/ 50 w 50"/>
                  <a:gd name="T9" fmla="*/ 38 h 38"/>
                  <a:gd name="T10" fmla="*/ 0 w 50"/>
                  <a:gd name="T11" fmla="*/ 38 h 38"/>
                  <a:gd name="T12" fmla="*/ 2 w 50"/>
                  <a:gd name="T13" fmla="*/ 0 h 38"/>
                  <a:gd name="T14" fmla="*/ 4 w 50"/>
                  <a:gd name="T15" fmla="*/ 0 h 38"/>
                  <a:gd name="T16" fmla="*/ 8 w 50"/>
                  <a:gd name="T17" fmla="*/ 0 h 38"/>
                  <a:gd name="T18" fmla="*/ 11 w 50"/>
                  <a:gd name="T19" fmla="*/ 1 h 38"/>
                  <a:gd name="T20" fmla="*/ 13 w 50"/>
                  <a:gd name="T21" fmla="*/ 1 h 38"/>
                  <a:gd name="T22" fmla="*/ 16 w 50"/>
                  <a:gd name="T23" fmla="*/ 1 h 38"/>
                  <a:gd name="T24" fmla="*/ 19 w 50"/>
                  <a:gd name="T25" fmla="*/ 1 h 38"/>
                  <a:gd name="T26" fmla="*/ 23 w 50"/>
                  <a:gd name="T27" fmla="*/ 1 h 38"/>
                  <a:gd name="T28" fmla="*/ 26 w 50"/>
                  <a:gd name="T29" fmla="*/ 1 h 38"/>
                  <a:gd name="T30" fmla="*/ 29 w 50"/>
                  <a:gd name="T31" fmla="*/ 1 h 38"/>
                  <a:gd name="T32" fmla="*/ 32 w 50"/>
                  <a:gd name="T33" fmla="*/ 1 h 38"/>
                  <a:gd name="T34" fmla="*/ 35 w 50"/>
                  <a:gd name="T35" fmla="*/ 1 h 38"/>
                  <a:gd name="T36" fmla="*/ 39 w 50"/>
                  <a:gd name="T37" fmla="*/ 1 h 38"/>
                  <a:gd name="T38" fmla="*/ 41 w 50"/>
                  <a:gd name="T39" fmla="*/ 1 h 38"/>
                  <a:gd name="T40" fmla="*/ 44 w 50"/>
                  <a:gd name="T41" fmla="*/ 1 h 38"/>
                  <a:gd name="T42" fmla="*/ 47 w 50"/>
                  <a:gd name="T43" fmla="*/ 1 h 38"/>
                  <a:gd name="T44" fmla="*/ 50 w 50"/>
                  <a:gd name="T45" fmla="*/ 1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0"/>
                  <a:gd name="T70" fmla="*/ 0 h 38"/>
                  <a:gd name="T71" fmla="*/ 50 w 50"/>
                  <a:gd name="T72" fmla="*/ 38 h 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0" h="38">
                    <a:moveTo>
                      <a:pt x="50" y="1"/>
                    </a:moveTo>
                    <a:lnTo>
                      <a:pt x="50" y="10"/>
                    </a:lnTo>
                    <a:lnTo>
                      <a:pt x="50" y="19"/>
                    </a:lnTo>
                    <a:lnTo>
                      <a:pt x="50" y="29"/>
                    </a:lnTo>
                    <a:lnTo>
                      <a:pt x="50" y="38"/>
                    </a:lnTo>
                    <a:lnTo>
                      <a:pt x="0" y="38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1" y="1"/>
                    </a:lnTo>
                    <a:lnTo>
                      <a:pt x="44" y="1"/>
                    </a:lnTo>
                    <a:lnTo>
                      <a:pt x="47" y="1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62" name="Freeform 1095"/>
              <p:cNvSpPr>
                <a:spLocks/>
              </p:cNvSpPr>
              <p:nvPr/>
            </p:nvSpPr>
            <p:spPr bwMode="auto">
              <a:xfrm>
                <a:off x="2056" y="3412"/>
                <a:ext cx="77" cy="24"/>
              </a:xfrm>
              <a:custGeom>
                <a:avLst/>
                <a:gdLst>
                  <a:gd name="T0" fmla="*/ 27 w 77"/>
                  <a:gd name="T1" fmla="*/ 5 h 24"/>
                  <a:gd name="T2" fmla="*/ 28 w 77"/>
                  <a:gd name="T3" fmla="*/ 4 h 24"/>
                  <a:gd name="T4" fmla="*/ 28 w 77"/>
                  <a:gd name="T5" fmla="*/ 3 h 24"/>
                  <a:gd name="T6" fmla="*/ 28 w 77"/>
                  <a:gd name="T7" fmla="*/ 2 h 24"/>
                  <a:gd name="T8" fmla="*/ 28 w 77"/>
                  <a:gd name="T9" fmla="*/ 1 h 24"/>
                  <a:gd name="T10" fmla="*/ 77 w 77"/>
                  <a:gd name="T11" fmla="*/ 1 h 24"/>
                  <a:gd name="T12" fmla="*/ 77 w 77"/>
                  <a:gd name="T13" fmla="*/ 24 h 24"/>
                  <a:gd name="T14" fmla="*/ 72 w 77"/>
                  <a:gd name="T15" fmla="*/ 24 h 24"/>
                  <a:gd name="T16" fmla="*/ 67 w 77"/>
                  <a:gd name="T17" fmla="*/ 22 h 24"/>
                  <a:gd name="T18" fmla="*/ 62 w 77"/>
                  <a:gd name="T19" fmla="*/ 22 h 24"/>
                  <a:gd name="T20" fmla="*/ 57 w 77"/>
                  <a:gd name="T21" fmla="*/ 21 h 24"/>
                  <a:gd name="T22" fmla="*/ 52 w 77"/>
                  <a:gd name="T23" fmla="*/ 20 h 24"/>
                  <a:gd name="T24" fmla="*/ 47 w 77"/>
                  <a:gd name="T25" fmla="*/ 19 h 24"/>
                  <a:gd name="T26" fmla="*/ 42 w 77"/>
                  <a:gd name="T27" fmla="*/ 18 h 24"/>
                  <a:gd name="T28" fmla="*/ 38 w 77"/>
                  <a:gd name="T29" fmla="*/ 17 h 24"/>
                  <a:gd name="T30" fmla="*/ 32 w 77"/>
                  <a:gd name="T31" fmla="*/ 16 h 24"/>
                  <a:gd name="T32" fmla="*/ 27 w 77"/>
                  <a:gd name="T33" fmla="*/ 14 h 24"/>
                  <a:gd name="T34" fmla="*/ 23 w 77"/>
                  <a:gd name="T35" fmla="*/ 13 h 24"/>
                  <a:gd name="T36" fmla="*/ 19 w 77"/>
                  <a:gd name="T37" fmla="*/ 11 h 24"/>
                  <a:gd name="T38" fmla="*/ 13 w 77"/>
                  <a:gd name="T39" fmla="*/ 9 h 24"/>
                  <a:gd name="T40" fmla="*/ 9 w 77"/>
                  <a:gd name="T41" fmla="*/ 6 h 24"/>
                  <a:gd name="T42" fmla="*/ 5 w 77"/>
                  <a:gd name="T43" fmla="*/ 3 h 24"/>
                  <a:gd name="T44" fmla="*/ 0 w 77"/>
                  <a:gd name="T45" fmla="*/ 1 h 24"/>
                  <a:gd name="T46" fmla="*/ 4 w 77"/>
                  <a:gd name="T47" fmla="*/ 0 h 24"/>
                  <a:gd name="T48" fmla="*/ 7 w 77"/>
                  <a:gd name="T49" fmla="*/ 0 h 24"/>
                  <a:gd name="T50" fmla="*/ 10 w 77"/>
                  <a:gd name="T51" fmla="*/ 0 h 24"/>
                  <a:gd name="T52" fmla="*/ 13 w 77"/>
                  <a:gd name="T53" fmla="*/ 1 h 24"/>
                  <a:gd name="T54" fmla="*/ 16 w 77"/>
                  <a:gd name="T55" fmla="*/ 2 h 24"/>
                  <a:gd name="T56" fmla="*/ 20 w 77"/>
                  <a:gd name="T57" fmla="*/ 3 h 24"/>
                  <a:gd name="T58" fmla="*/ 24 w 77"/>
                  <a:gd name="T59" fmla="*/ 4 h 24"/>
                  <a:gd name="T60" fmla="*/ 27 w 77"/>
                  <a:gd name="T61" fmla="*/ 5 h 2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24"/>
                  <a:gd name="T95" fmla="*/ 77 w 77"/>
                  <a:gd name="T96" fmla="*/ 24 h 2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24">
                    <a:moveTo>
                      <a:pt x="27" y="5"/>
                    </a:moveTo>
                    <a:lnTo>
                      <a:pt x="28" y="4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8" y="1"/>
                    </a:lnTo>
                    <a:lnTo>
                      <a:pt x="77" y="1"/>
                    </a:lnTo>
                    <a:lnTo>
                      <a:pt x="77" y="24"/>
                    </a:lnTo>
                    <a:lnTo>
                      <a:pt x="72" y="24"/>
                    </a:lnTo>
                    <a:lnTo>
                      <a:pt x="67" y="22"/>
                    </a:lnTo>
                    <a:lnTo>
                      <a:pt x="62" y="22"/>
                    </a:lnTo>
                    <a:lnTo>
                      <a:pt x="57" y="21"/>
                    </a:lnTo>
                    <a:lnTo>
                      <a:pt x="52" y="20"/>
                    </a:lnTo>
                    <a:lnTo>
                      <a:pt x="47" y="19"/>
                    </a:lnTo>
                    <a:lnTo>
                      <a:pt x="42" y="18"/>
                    </a:lnTo>
                    <a:lnTo>
                      <a:pt x="38" y="17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2"/>
                    </a:lnTo>
                    <a:lnTo>
                      <a:pt x="20" y="3"/>
                    </a:lnTo>
                    <a:lnTo>
                      <a:pt x="24" y="4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6918" name="Rectangle 1096"/>
            <p:cNvSpPr>
              <a:spLocks noChangeArrowheads="1"/>
            </p:cNvSpPr>
            <p:nvPr/>
          </p:nvSpPr>
          <p:spPr bwMode="auto">
            <a:xfrm>
              <a:off x="2258" y="4007"/>
              <a:ext cx="488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Pre Job Activity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36919" name="Rectangle 1097"/>
            <p:cNvSpPr>
              <a:spLocks noChangeArrowheads="1"/>
            </p:cNvSpPr>
            <p:nvPr/>
          </p:nvSpPr>
          <p:spPr bwMode="auto">
            <a:xfrm>
              <a:off x="2704" y="3740"/>
              <a:ext cx="719" cy="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36920" name="Group 1098"/>
            <p:cNvGrpSpPr>
              <a:grpSpLocks/>
            </p:cNvGrpSpPr>
            <p:nvPr/>
          </p:nvGrpSpPr>
          <p:grpSpPr bwMode="auto">
            <a:xfrm>
              <a:off x="2872" y="3695"/>
              <a:ext cx="326" cy="268"/>
              <a:chOff x="2492" y="3139"/>
              <a:chExt cx="331" cy="295"/>
            </a:xfrm>
          </p:grpSpPr>
          <p:sp>
            <p:nvSpPr>
              <p:cNvPr id="36938" name="Freeform 1099"/>
              <p:cNvSpPr>
                <a:spLocks/>
              </p:cNvSpPr>
              <p:nvPr/>
            </p:nvSpPr>
            <p:spPr bwMode="auto">
              <a:xfrm>
                <a:off x="2514" y="3139"/>
                <a:ext cx="285" cy="295"/>
              </a:xfrm>
              <a:custGeom>
                <a:avLst/>
                <a:gdLst>
                  <a:gd name="T0" fmla="*/ 227 w 285"/>
                  <a:gd name="T1" fmla="*/ 295 h 295"/>
                  <a:gd name="T2" fmla="*/ 238 w 285"/>
                  <a:gd name="T3" fmla="*/ 295 h 295"/>
                  <a:gd name="T4" fmla="*/ 247 w 285"/>
                  <a:gd name="T5" fmla="*/ 292 h 295"/>
                  <a:gd name="T6" fmla="*/ 254 w 285"/>
                  <a:gd name="T7" fmla="*/ 289 h 295"/>
                  <a:gd name="T8" fmla="*/ 262 w 285"/>
                  <a:gd name="T9" fmla="*/ 284 h 295"/>
                  <a:gd name="T10" fmla="*/ 268 w 285"/>
                  <a:gd name="T11" fmla="*/ 278 h 295"/>
                  <a:gd name="T12" fmla="*/ 274 w 285"/>
                  <a:gd name="T13" fmla="*/ 272 h 295"/>
                  <a:gd name="T14" fmla="*/ 279 w 285"/>
                  <a:gd name="T15" fmla="*/ 263 h 295"/>
                  <a:gd name="T16" fmla="*/ 282 w 285"/>
                  <a:gd name="T17" fmla="*/ 255 h 295"/>
                  <a:gd name="T18" fmla="*/ 285 w 285"/>
                  <a:gd name="T19" fmla="*/ 246 h 295"/>
                  <a:gd name="T20" fmla="*/ 285 w 285"/>
                  <a:gd name="T21" fmla="*/ 236 h 295"/>
                  <a:gd name="T22" fmla="*/ 285 w 285"/>
                  <a:gd name="T23" fmla="*/ 58 h 295"/>
                  <a:gd name="T24" fmla="*/ 285 w 285"/>
                  <a:gd name="T25" fmla="*/ 49 h 295"/>
                  <a:gd name="T26" fmla="*/ 282 w 285"/>
                  <a:gd name="T27" fmla="*/ 40 h 295"/>
                  <a:gd name="T28" fmla="*/ 279 w 285"/>
                  <a:gd name="T29" fmla="*/ 32 h 295"/>
                  <a:gd name="T30" fmla="*/ 274 w 285"/>
                  <a:gd name="T31" fmla="*/ 23 h 295"/>
                  <a:gd name="T32" fmla="*/ 268 w 285"/>
                  <a:gd name="T33" fmla="*/ 17 h 295"/>
                  <a:gd name="T34" fmla="*/ 262 w 285"/>
                  <a:gd name="T35" fmla="*/ 11 h 295"/>
                  <a:gd name="T36" fmla="*/ 254 w 285"/>
                  <a:gd name="T37" fmla="*/ 6 h 295"/>
                  <a:gd name="T38" fmla="*/ 247 w 285"/>
                  <a:gd name="T39" fmla="*/ 3 h 295"/>
                  <a:gd name="T40" fmla="*/ 238 w 285"/>
                  <a:gd name="T41" fmla="*/ 0 h 295"/>
                  <a:gd name="T42" fmla="*/ 227 w 285"/>
                  <a:gd name="T43" fmla="*/ 0 h 295"/>
                  <a:gd name="T44" fmla="*/ 57 w 285"/>
                  <a:gd name="T45" fmla="*/ 0 h 295"/>
                  <a:gd name="T46" fmla="*/ 48 w 285"/>
                  <a:gd name="T47" fmla="*/ 0 h 295"/>
                  <a:gd name="T48" fmla="*/ 39 w 285"/>
                  <a:gd name="T49" fmla="*/ 3 h 295"/>
                  <a:gd name="T50" fmla="*/ 31 w 285"/>
                  <a:gd name="T51" fmla="*/ 6 h 295"/>
                  <a:gd name="T52" fmla="*/ 23 w 285"/>
                  <a:gd name="T53" fmla="*/ 11 h 295"/>
                  <a:gd name="T54" fmla="*/ 17 w 285"/>
                  <a:gd name="T55" fmla="*/ 17 h 295"/>
                  <a:gd name="T56" fmla="*/ 11 w 285"/>
                  <a:gd name="T57" fmla="*/ 23 h 295"/>
                  <a:gd name="T58" fmla="*/ 6 w 285"/>
                  <a:gd name="T59" fmla="*/ 32 h 295"/>
                  <a:gd name="T60" fmla="*/ 3 w 285"/>
                  <a:gd name="T61" fmla="*/ 40 h 295"/>
                  <a:gd name="T62" fmla="*/ 1 w 285"/>
                  <a:gd name="T63" fmla="*/ 49 h 295"/>
                  <a:gd name="T64" fmla="*/ 0 w 285"/>
                  <a:gd name="T65" fmla="*/ 58 h 295"/>
                  <a:gd name="T66" fmla="*/ 0 w 285"/>
                  <a:gd name="T67" fmla="*/ 236 h 295"/>
                  <a:gd name="T68" fmla="*/ 1 w 285"/>
                  <a:gd name="T69" fmla="*/ 246 h 295"/>
                  <a:gd name="T70" fmla="*/ 3 w 285"/>
                  <a:gd name="T71" fmla="*/ 255 h 295"/>
                  <a:gd name="T72" fmla="*/ 6 w 285"/>
                  <a:gd name="T73" fmla="*/ 263 h 295"/>
                  <a:gd name="T74" fmla="*/ 11 w 285"/>
                  <a:gd name="T75" fmla="*/ 272 h 295"/>
                  <a:gd name="T76" fmla="*/ 17 w 285"/>
                  <a:gd name="T77" fmla="*/ 278 h 295"/>
                  <a:gd name="T78" fmla="*/ 23 w 285"/>
                  <a:gd name="T79" fmla="*/ 284 h 295"/>
                  <a:gd name="T80" fmla="*/ 31 w 285"/>
                  <a:gd name="T81" fmla="*/ 289 h 295"/>
                  <a:gd name="T82" fmla="*/ 39 w 285"/>
                  <a:gd name="T83" fmla="*/ 292 h 295"/>
                  <a:gd name="T84" fmla="*/ 48 w 285"/>
                  <a:gd name="T85" fmla="*/ 295 h 295"/>
                  <a:gd name="T86" fmla="*/ 57 w 285"/>
                  <a:gd name="T87" fmla="*/ 295 h 295"/>
                  <a:gd name="T88" fmla="*/ 227 w 285"/>
                  <a:gd name="T89" fmla="*/ 295 h 295"/>
                  <a:gd name="T90" fmla="*/ 227 w 285"/>
                  <a:gd name="T91" fmla="*/ 295 h 29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85"/>
                  <a:gd name="T139" fmla="*/ 0 h 295"/>
                  <a:gd name="T140" fmla="*/ 285 w 285"/>
                  <a:gd name="T141" fmla="*/ 295 h 29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85" h="295">
                    <a:moveTo>
                      <a:pt x="227" y="295"/>
                    </a:moveTo>
                    <a:lnTo>
                      <a:pt x="238" y="295"/>
                    </a:lnTo>
                    <a:lnTo>
                      <a:pt x="247" y="292"/>
                    </a:lnTo>
                    <a:lnTo>
                      <a:pt x="254" y="289"/>
                    </a:lnTo>
                    <a:lnTo>
                      <a:pt x="262" y="284"/>
                    </a:lnTo>
                    <a:lnTo>
                      <a:pt x="268" y="278"/>
                    </a:lnTo>
                    <a:lnTo>
                      <a:pt x="274" y="272"/>
                    </a:lnTo>
                    <a:lnTo>
                      <a:pt x="279" y="263"/>
                    </a:lnTo>
                    <a:lnTo>
                      <a:pt x="282" y="255"/>
                    </a:lnTo>
                    <a:lnTo>
                      <a:pt x="285" y="246"/>
                    </a:lnTo>
                    <a:lnTo>
                      <a:pt x="285" y="236"/>
                    </a:lnTo>
                    <a:lnTo>
                      <a:pt x="285" y="58"/>
                    </a:lnTo>
                    <a:lnTo>
                      <a:pt x="285" y="49"/>
                    </a:lnTo>
                    <a:lnTo>
                      <a:pt x="282" y="40"/>
                    </a:lnTo>
                    <a:lnTo>
                      <a:pt x="279" y="32"/>
                    </a:lnTo>
                    <a:lnTo>
                      <a:pt x="274" y="23"/>
                    </a:lnTo>
                    <a:lnTo>
                      <a:pt x="268" y="17"/>
                    </a:lnTo>
                    <a:lnTo>
                      <a:pt x="262" y="11"/>
                    </a:lnTo>
                    <a:lnTo>
                      <a:pt x="254" y="6"/>
                    </a:lnTo>
                    <a:lnTo>
                      <a:pt x="247" y="3"/>
                    </a:lnTo>
                    <a:lnTo>
                      <a:pt x="238" y="0"/>
                    </a:lnTo>
                    <a:lnTo>
                      <a:pt x="227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39" y="3"/>
                    </a:lnTo>
                    <a:lnTo>
                      <a:pt x="31" y="6"/>
                    </a:lnTo>
                    <a:lnTo>
                      <a:pt x="23" y="11"/>
                    </a:lnTo>
                    <a:lnTo>
                      <a:pt x="17" y="17"/>
                    </a:lnTo>
                    <a:lnTo>
                      <a:pt x="11" y="23"/>
                    </a:lnTo>
                    <a:lnTo>
                      <a:pt x="6" y="32"/>
                    </a:lnTo>
                    <a:lnTo>
                      <a:pt x="3" y="40"/>
                    </a:lnTo>
                    <a:lnTo>
                      <a:pt x="1" y="49"/>
                    </a:lnTo>
                    <a:lnTo>
                      <a:pt x="0" y="58"/>
                    </a:lnTo>
                    <a:lnTo>
                      <a:pt x="0" y="236"/>
                    </a:lnTo>
                    <a:lnTo>
                      <a:pt x="1" y="246"/>
                    </a:lnTo>
                    <a:lnTo>
                      <a:pt x="3" y="255"/>
                    </a:lnTo>
                    <a:lnTo>
                      <a:pt x="6" y="263"/>
                    </a:lnTo>
                    <a:lnTo>
                      <a:pt x="11" y="272"/>
                    </a:lnTo>
                    <a:lnTo>
                      <a:pt x="17" y="278"/>
                    </a:lnTo>
                    <a:lnTo>
                      <a:pt x="23" y="284"/>
                    </a:lnTo>
                    <a:lnTo>
                      <a:pt x="31" y="289"/>
                    </a:lnTo>
                    <a:lnTo>
                      <a:pt x="39" y="292"/>
                    </a:lnTo>
                    <a:lnTo>
                      <a:pt x="48" y="295"/>
                    </a:lnTo>
                    <a:lnTo>
                      <a:pt x="57" y="295"/>
                    </a:lnTo>
                    <a:lnTo>
                      <a:pt x="227" y="29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9" name="Freeform 1100"/>
              <p:cNvSpPr>
                <a:spLocks/>
              </p:cNvSpPr>
              <p:nvPr/>
            </p:nvSpPr>
            <p:spPr bwMode="auto">
              <a:xfrm>
                <a:off x="2492" y="3152"/>
                <a:ext cx="178" cy="185"/>
              </a:xfrm>
              <a:custGeom>
                <a:avLst/>
                <a:gdLst>
                  <a:gd name="T0" fmla="*/ 156 w 178"/>
                  <a:gd name="T1" fmla="*/ 103 h 185"/>
                  <a:gd name="T2" fmla="*/ 156 w 178"/>
                  <a:gd name="T3" fmla="*/ 100 h 185"/>
                  <a:gd name="T4" fmla="*/ 156 w 178"/>
                  <a:gd name="T5" fmla="*/ 97 h 185"/>
                  <a:gd name="T6" fmla="*/ 156 w 178"/>
                  <a:gd name="T7" fmla="*/ 94 h 185"/>
                  <a:gd name="T8" fmla="*/ 156 w 178"/>
                  <a:gd name="T9" fmla="*/ 91 h 185"/>
                  <a:gd name="T10" fmla="*/ 156 w 178"/>
                  <a:gd name="T11" fmla="*/ 88 h 185"/>
                  <a:gd name="T12" fmla="*/ 156 w 178"/>
                  <a:gd name="T13" fmla="*/ 85 h 185"/>
                  <a:gd name="T14" fmla="*/ 178 w 178"/>
                  <a:gd name="T15" fmla="*/ 76 h 185"/>
                  <a:gd name="T16" fmla="*/ 148 w 178"/>
                  <a:gd name="T17" fmla="*/ 58 h 185"/>
                  <a:gd name="T18" fmla="*/ 145 w 178"/>
                  <a:gd name="T19" fmla="*/ 54 h 185"/>
                  <a:gd name="T20" fmla="*/ 141 w 178"/>
                  <a:gd name="T21" fmla="*/ 49 h 185"/>
                  <a:gd name="T22" fmla="*/ 137 w 178"/>
                  <a:gd name="T23" fmla="*/ 44 h 185"/>
                  <a:gd name="T24" fmla="*/ 119 w 178"/>
                  <a:gd name="T25" fmla="*/ 30 h 185"/>
                  <a:gd name="T26" fmla="*/ 114 w 178"/>
                  <a:gd name="T27" fmla="*/ 28 h 185"/>
                  <a:gd name="T28" fmla="*/ 108 w 178"/>
                  <a:gd name="T29" fmla="*/ 26 h 185"/>
                  <a:gd name="T30" fmla="*/ 103 w 178"/>
                  <a:gd name="T31" fmla="*/ 24 h 185"/>
                  <a:gd name="T32" fmla="*/ 77 w 178"/>
                  <a:gd name="T33" fmla="*/ 0 h 185"/>
                  <a:gd name="T34" fmla="*/ 74 w 178"/>
                  <a:gd name="T35" fmla="*/ 25 h 185"/>
                  <a:gd name="T36" fmla="*/ 69 w 178"/>
                  <a:gd name="T37" fmla="*/ 26 h 185"/>
                  <a:gd name="T38" fmla="*/ 63 w 178"/>
                  <a:gd name="T39" fmla="*/ 28 h 185"/>
                  <a:gd name="T40" fmla="*/ 46 w 178"/>
                  <a:gd name="T41" fmla="*/ 11 h 185"/>
                  <a:gd name="T42" fmla="*/ 39 w 178"/>
                  <a:gd name="T43" fmla="*/ 46 h 185"/>
                  <a:gd name="T44" fmla="*/ 36 w 178"/>
                  <a:gd name="T45" fmla="*/ 51 h 185"/>
                  <a:gd name="T46" fmla="*/ 32 w 178"/>
                  <a:gd name="T47" fmla="*/ 55 h 185"/>
                  <a:gd name="T48" fmla="*/ 30 w 178"/>
                  <a:gd name="T49" fmla="*/ 60 h 185"/>
                  <a:gd name="T50" fmla="*/ 23 w 178"/>
                  <a:gd name="T51" fmla="*/ 83 h 185"/>
                  <a:gd name="T52" fmla="*/ 23 w 178"/>
                  <a:gd name="T53" fmla="*/ 87 h 185"/>
                  <a:gd name="T54" fmla="*/ 22 w 178"/>
                  <a:gd name="T55" fmla="*/ 89 h 185"/>
                  <a:gd name="T56" fmla="*/ 22 w 178"/>
                  <a:gd name="T57" fmla="*/ 92 h 185"/>
                  <a:gd name="T58" fmla="*/ 22 w 178"/>
                  <a:gd name="T59" fmla="*/ 94 h 185"/>
                  <a:gd name="T60" fmla="*/ 22 w 178"/>
                  <a:gd name="T61" fmla="*/ 98 h 185"/>
                  <a:gd name="T62" fmla="*/ 23 w 178"/>
                  <a:gd name="T63" fmla="*/ 101 h 185"/>
                  <a:gd name="T64" fmla="*/ 0 w 178"/>
                  <a:gd name="T65" fmla="*/ 109 h 185"/>
                  <a:gd name="T66" fmla="*/ 31 w 178"/>
                  <a:gd name="T67" fmla="*/ 128 h 185"/>
                  <a:gd name="T68" fmla="*/ 35 w 178"/>
                  <a:gd name="T69" fmla="*/ 132 h 185"/>
                  <a:gd name="T70" fmla="*/ 37 w 178"/>
                  <a:gd name="T71" fmla="*/ 137 h 185"/>
                  <a:gd name="T72" fmla="*/ 41 w 178"/>
                  <a:gd name="T73" fmla="*/ 141 h 185"/>
                  <a:gd name="T74" fmla="*/ 60 w 178"/>
                  <a:gd name="T75" fmla="*/ 155 h 185"/>
                  <a:gd name="T76" fmla="*/ 64 w 178"/>
                  <a:gd name="T77" fmla="*/ 159 h 185"/>
                  <a:gd name="T78" fmla="*/ 71 w 178"/>
                  <a:gd name="T79" fmla="*/ 160 h 185"/>
                  <a:gd name="T80" fmla="*/ 75 w 178"/>
                  <a:gd name="T81" fmla="*/ 162 h 185"/>
                  <a:gd name="T82" fmla="*/ 101 w 178"/>
                  <a:gd name="T83" fmla="*/ 185 h 185"/>
                  <a:gd name="T84" fmla="*/ 105 w 178"/>
                  <a:gd name="T85" fmla="*/ 161 h 185"/>
                  <a:gd name="T86" fmla="*/ 110 w 178"/>
                  <a:gd name="T87" fmla="*/ 160 h 185"/>
                  <a:gd name="T88" fmla="*/ 115 w 178"/>
                  <a:gd name="T89" fmla="*/ 157 h 185"/>
                  <a:gd name="T90" fmla="*/ 133 w 178"/>
                  <a:gd name="T91" fmla="*/ 175 h 185"/>
                  <a:gd name="T92" fmla="*/ 139 w 178"/>
                  <a:gd name="T93" fmla="*/ 139 h 185"/>
                  <a:gd name="T94" fmla="*/ 142 w 178"/>
                  <a:gd name="T95" fmla="*/ 135 h 185"/>
                  <a:gd name="T96" fmla="*/ 146 w 178"/>
                  <a:gd name="T97" fmla="*/ 131 h 185"/>
                  <a:gd name="T98" fmla="*/ 148 w 178"/>
                  <a:gd name="T99" fmla="*/ 127 h 1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5"/>
                  <a:gd name="T152" fmla="*/ 178 w 178"/>
                  <a:gd name="T153" fmla="*/ 185 h 1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5">
                    <a:moveTo>
                      <a:pt x="170" y="133"/>
                    </a:moveTo>
                    <a:lnTo>
                      <a:pt x="178" y="109"/>
                    </a:lnTo>
                    <a:lnTo>
                      <a:pt x="156" y="103"/>
                    </a:lnTo>
                    <a:lnTo>
                      <a:pt x="156" y="101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91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5"/>
                    </a:lnTo>
                    <a:lnTo>
                      <a:pt x="156" y="83"/>
                    </a:lnTo>
                    <a:lnTo>
                      <a:pt x="178" y="76"/>
                    </a:lnTo>
                    <a:lnTo>
                      <a:pt x="170" y="53"/>
                    </a:lnTo>
                    <a:lnTo>
                      <a:pt x="148" y="60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6" y="55"/>
                    </a:lnTo>
                    <a:lnTo>
                      <a:pt x="145" y="54"/>
                    </a:lnTo>
                    <a:lnTo>
                      <a:pt x="144" y="52"/>
                    </a:lnTo>
                    <a:lnTo>
                      <a:pt x="142" y="51"/>
                    </a:lnTo>
                    <a:lnTo>
                      <a:pt x="141" y="49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4"/>
                    </a:lnTo>
                    <a:lnTo>
                      <a:pt x="151" y="25"/>
                    </a:lnTo>
                    <a:lnTo>
                      <a:pt x="133" y="11"/>
                    </a:lnTo>
                    <a:lnTo>
                      <a:pt x="119" y="30"/>
                    </a:lnTo>
                    <a:lnTo>
                      <a:pt x="117" y="29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1" y="27"/>
                    </a:lnTo>
                    <a:lnTo>
                      <a:pt x="110" y="26"/>
                    </a:lnTo>
                    <a:lnTo>
                      <a:pt x="108" y="26"/>
                    </a:lnTo>
                    <a:lnTo>
                      <a:pt x="107" y="25"/>
                    </a:lnTo>
                    <a:lnTo>
                      <a:pt x="105" y="25"/>
                    </a:lnTo>
                    <a:lnTo>
                      <a:pt x="103" y="24"/>
                    </a:lnTo>
                    <a:lnTo>
                      <a:pt x="101" y="24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4"/>
                    </a:lnTo>
                    <a:lnTo>
                      <a:pt x="75" y="24"/>
                    </a:lnTo>
                    <a:lnTo>
                      <a:pt x="74" y="25"/>
                    </a:lnTo>
                    <a:lnTo>
                      <a:pt x="72" y="25"/>
                    </a:lnTo>
                    <a:lnTo>
                      <a:pt x="71" y="26"/>
                    </a:lnTo>
                    <a:lnTo>
                      <a:pt x="69" y="26"/>
                    </a:lnTo>
                    <a:lnTo>
                      <a:pt x="67" y="27"/>
                    </a:lnTo>
                    <a:lnTo>
                      <a:pt x="64" y="28"/>
                    </a:lnTo>
                    <a:lnTo>
                      <a:pt x="63" y="28"/>
                    </a:lnTo>
                    <a:lnTo>
                      <a:pt x="61" y="29"/>
                    </a:lnTo>
                    <a:lnTo>
                      <a:pt x="60" y="30"/>
                    </a:lnTo>
                    <a:lnTo>
                      <a:pt x="46" y="11"/>
                    </a:lnTo>
                    <a:lnTo>
                      <a:pt x="27" y="25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5" y="52"/>
                    </a:lnTo>
                    <a:lnTo>
                      <a:pt x="35" y="54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9" y="53"/>
                    </a:lnTo>
                    <a:lnTo>
                      <a:pt x="0" y="76"/>
                    </a:lnTo>
                    <a:lnTo>
                      <a:pt x="23" y="83"/>
                    </a:lnTo>
                    <a:lnTo>
                      <a:pt x="23" y="85"/>
                    </a:lnTo>
                    <a:lnTo>
                      <a:pt x="23" y="87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1"/>
                    </a:lnTo>
                    <a:lnTo>
                      <a:pt x="22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3"/>
                    </a:lnTo>
                    <a:lnTo>
                      <a:pt x="0" y="109"/>
                    </a:lnTo>
                    <a:lnTo>
                      <a:pt x="9" y="133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2" y="131"/>
                    </a:lnTo>
                    <a:lnTo>
                      <a:pt x="35" y="132"/>
                    </a:lnTo>
                    <a:lnTo>
                      <a:pt x="35" y="134"/>
                    </a:lnTo>
                    <a:lnTo>
                      <a:pt x="36" y="135"/>
                    </a:lnTo>
                    <a:lnTo>
                      <a:pt x="37" y="137"/>
                    </a:lnTo>
                    <a:lnTo>
                      <a:pt x="38" y="138"/>
                    </a:lnTo>
                    <a:lnTo>
                      <a:pt x="39" y="139"/>
                    </a:lnTo>
                    <a:lnTo>
                      <a:pt x="41" y="141"/>
                    </a:lnTo>
                    <a:lnTo>
                      <a:pt x="27" y="161"/>
                    </a:lnTo>
                    <a:lnTo>
                      <a:pt x="46" y="175"/>
                    </a:lnTo>
                    <a:lnTo>
                      <a:pt x="60" y="155"/>
                    </a:lnTo>
                    <a:lnTo>
                      <a:pt x="61" y="156"/>
                    </a:lnTo>
                    <a:lnTo>
                      <a:pt x="63" y="157"/>
                    </a:lnTo>
                    <a:lnTo>
                      <a:pt x="64" y="159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1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85"/>
                    </a:lnTo>
                    <a:lnTo>
                      <a:pt x="101" y="185"/>
                    </a:lnTo>
                    <a:lnTo>
                      <a:pt x="101" y="162"/>
                    </a:lnTo>
                    <a:lnTo>
                      <a:pt x="103" y="162"/>
                    </a:lnTo>
                    <a:lnTo>
                      <a:pt x="105" y="161"/>
                    </a:lnTo>
                    <a:lnTo>
                      <a:pt x="107" y="160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59"/>
                    </a:lnTo>
                    <a:lnTo>
                      <a:pt x="114" y="157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5"/>
                    </a:lnTo>
                    <a:lnTo>
                      <a:pt x="151" y="161"/>
                    </a:lnTo>
                    <a:lnTo>
                      <a:pt x="137" y="141"/>
                    </a:lnTo>
                    <a:lnTo>
                      <a:pt x="139" y="139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2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6" y="131"/>
                    </a:lnTo>
                    <a:lnTo>
                      <a:pt x="147" y="129"/>
                    </a:lnTo>
                    <a:lnTo>
                      <a:pt x="148" y="128"/>
                    </a:lnTo>
                    <a:lnTo>
                      <a:pt x="148" y="127"/>
                    </a:lnTo>
                    <a:lnTo>
                      <a:pt x="170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0" name="Freeform 1101"/>
              <p:cNvSpPr>
                <a:spLocks/>
              </p:cNvSpPr>
              <p:nvPr/>
            </p:nvSpPr>
            <p:spPr bwMode="auto">
              <a:xfrm>
                <a:off x="2645" y="3234"/>
                <a:ext cx="178" cy="184"/>
              </a:xfrm>
              <a:custGeom>
                <a:avLst/>
                <a:gdLst>
                  <a:gd name="T0" fmla="*/ 156 w 178"/>
                  <a:gd name="T1" fmla="*/ 102 h 184"/>
                  <a:gd name="T2" fmla="*/ 156 w 178"/>
                  <a:gd name="T3" fmla="*/ 99 h 184"/>
                  <a:gd name="T4" fmla="*/ 156 w 178"/>
                  <a:gd name="T5" fmla="*/ 96 h 184"/>
                  <a:gd name="T6" fmla="*/ 156 w 178"/>
                  <a:gd name="T7" fmla="*/ 94 h 184"/>
                  <a:gd name="T8" fmla="*/ 156 w 178"/>
                  <a:gd name="T9" fmla="*/ 90 h 184"/>
                  <a:gd name="T10" fmla="*/ 156 w 178"/>
                  <a:gd name="T11" fmla="*/ 87 h 184"/>
                  <a:gd name="T12" fmla="*/ 156 w 178"/>
                  <a:gd name="T13" fmla="*/ 84 h 184"/>
                  <a:gd name="T14" fmla="*/ 178 w 178"/>
                  <a:gd name="T15" fmla="*/ 75 h 184"/>
                  <a:gd name="T16" fmla="*/ 148 w 178"/>
                  <a:gd name="T17" fmla="*/ 58 h 184"/>
                  <a:gd name="T18" fmla="*/ 144 w 178"/>
                  <a:gd name="T19" fmla="*/ 53 h 184"/>
                  <a:gd name="T20" fmla="*/ 141 w 178"/>
                  <a:gd name="T21" fmla="*/ 48 h 184"/>
                  <a:gd name="T22" fmla="*/ 137 w 178"/>
                  <a:gd name="T23" fmla="*/ 45 h 184"/>
                  <a:gd name="T24" fmla="*/ 119 w 178"/>
                  <a:gd name="T25" fmla="*/ 30 h 184"/>
                  <a:gd name="T26" fmla="*/ 113 w 178"/>
                  <a:gd name="T27" fmla="*/ 27 h 184"/>
                  <a:gd name="T28" fmla="*/ 108 w 178"/>
                  <a:gd name="T29" fmla="*/ 25 h 184"/>
                  <a:gd name="T30" fmla="*/ 103 w 178"/>
                  <a:gd name="T31" fmla="*/ 23 h 184"/>
                  <a:gd name="T32" fmla="*/ 77 w 178"/>
                  <a:gd name="T33" fmla="*/ 0 h 184"/>
                  <a:gd name="T34" fmla="*/ 74 w 178"/>
                  <a:gd name="T35" fmla="*/ 24 h 184"/>
                  <a:gd name="T36" fmla="*/ 69 w 178"/>
                  <a:gd name="T37" fmla="*/ 25 h 184"/>
                  <a:gd name="T38" fmla="*/ 63 w 178"/>
                  <a:gd name="T39" fmla="*/ 27 h 184"/>
                  <a:gd name="T40" fmla="*/ 46 w 178"/>
                  <a:gd name="T41" fmla="*/ 10 h 184"/>
                  <a:gd name="T42" fmla="*/ 39 w 178"/>
                  <a:gd name="T43" fmla="*/ 46 h 184"/>
                  <a:gd name="T44" fmla="*/ 35 w 178"/>
                  <a:gd name="T45" fmla="*/ 50 h 184"/>
                  <a:gd name="T46" fmla="*/ 32 w 178"/>
                  <a:gd name="T47" fmla="*/ 54 h 184"/>
                  <a:gd name="T48" fmla="*/ 30 w 178"/>
                  <a:gd name="T49" fmla="*/ 59 h 184"/>
                  <a:gd name="T50" fmla="*/ 23 w 178"/>
                  <a:gd name="T51" fmla="*/ 82 h 184"/>
                  <a:gd name="T52" fmla="*/ 23 w 178"/>
                  <a:gd name="T53" fmla="*/ 86 h 184"/>
                  <a:gd name="T54" fmla="*/ 22 w 178"/>
                  <a:gd name="T55" fmla="*/ 88 h 184"/>
                  <a:gd name="T56" fmla="*/ 22 w 178"/>
                  <a:gd name="T57" fmla="*/ 92 h 184"/>
                  <a:gd name="T58" fmla="*/ 22 w 178"/>
                  <a:gd name="T59" fmla="*/ 95 h 184"/>
                  <a:gd name="T60" fmla="*/ 22 w 178"/>
                  <a:gd name="T61" fmla="*/ 97 h 184"/>
                  <a:gd name="T62" fmla="*/ 23 w 178"/>
                  <a:gd name="T63" fmla="*/ 100 h 184"/>
                  <a:gd name="T64" fmla="*/ 0 w 178"/>
                  <a:gd name="T65" fmla="*/ 109 h 184"/>
                  <a:gd name="T66" fmla="*/ 31 w 178"/>
                  <a:gd name="T67" fmla="*/ 127 h 184"/>
                  <a:gd name="T68" fmla="*/ 34 w 178"/>
                  <a:gd name="T69" fmla="*/ 132 h 184"/>
                  <a:gd name="T70" fmla="*/ 36 w 178"/>
                  <a:gd name="T71" fmla="*/ 136 h 184"/>
                  <a:gd name="T72" fmla="*/ 41 w 178"/>
                  <a:gd name="T73" fmla="*/ 141 h 184"/>
                  <a:gd name="T74" fmla="*/ 60 w 178"/>
                  <a:gd name="T75" fmla="*/ 155 h 184"/>
                  <a:gd name="T76" fmla="*/ 64 w 178"/>
                  <a:gd name="T77" fmla="*/ 158 h 184"/>
                  <a:gd name="T78" fmla="*/ 71 w 178"/>
                  <a:gd name="T79" fmla="*/ 159 h 184"/>
                  <a:gd name="T80" fmla="*/ 75 w 178"/>
                  <a:gd name="T81" fmla="*/ 161 h 184"/>
                  <a:gd name="T82" fmla="*/ 101 w 178"/>
                  <a:gd name="T83" fmla="*/ 184 h 184"/>
                  <a:gd name="T84" fmla="*/ 105 w 178"/>
                  <a:gd name="T85" fmla="*/ 160 h 184"/>
                  <a:gd name="T86" fmla="*/ 110 w 178"/>
                  <a:gd name="T87" fmla="*/ 159 h 184"/>
                  <a:gd name="T88" fmla="*/ 115 w 178"/>
                  <a:gd name="T89" fmla="*/ 157 h 184"/>
                  <a:gd name="T90" fmla="*/ 133 w 178"/>
                  <a:gd name="T91" fmla="*/ 174 h 184"/>
                  <a:gd name="T92" fmla="*/ 139 w 178"/>
                  <a:gd name="T93" fmla="*/ 140 h 184"/>
                  <a:gd name="T94" fmla="*/ 142 w 178"/>
                  <a:gd name="T95" fmla="*/ 134 h 184"/>
                  <a:gd name="T96" fmla="*/ 145 w 178"/>
                  <a:gd name="T97" fmla="*/ 130 h 184"/>
                  <a:gd name="T98" fmla="*/ 148 w 178"/>
                  <a:gd name="T99" fmla="*/ 126 h 1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4"/>
                  <a:gd name="T152" fmla="*/ 178 w 178"/>
                  <a:gd name="T153" fmla="*/ 184 h 18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4">
                    <a:moveTo>
                      <a:pt x="170" y="132"/>
                    </a:moveTo>
                    <a:lnTo>
                      <a:pt x="178" y="109"/>
                    </a:lnTo>
                    <a:lnTo>
                      <a:pt x="156" y="102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5"/>
                    </a:lnTo>
                    <a:lnTo>
                      <a:pt x="156" y="94"/>
                    </a:lnTo>
                    <a:lnTo>
                      <a:pt x="156" y="93"/>
                    </a:lnTo>
                    <a:lnTo>
                      <a:pt x="156" y="92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6"/>
                    </a:lnTo>
                    <a:lnTo>
                      <a:pt x="156" y="84"/>
                    </a:lnTo>
                    <a:lnTo>
                      <a:pt x="156" y="82"/>
                    </a:lnTo>
                    <a:lnTo>
                      <a:pt x="178" y="75"/>
                    </a:lnTo>
                    <a:lnTo>
                      <a:pt x="170" y="52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7" y="56"/>
                    </a:lnTo>
                    <a:lnTo>
                      <a:pt x="145" y="54"/>
                    </a:lnTo>
                    <a:lnTo>
                      <a:pt x="144" y="53"/>
                    </a:lnTo>
                    <a:lnTo>
                      <a:pt x="143" y="51"/>
                    </a:lnTo>
                    <a:lnTo>
                      <a:pt x="142" y="50"/>
                    </a:lnTo>
                    <a:lnTo>
                      <a:pt x="141" y="48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5"/>
                    </a:lnTo>
                    <a:lnTo>
                      <a:pt x="151" y="24"/>
                    </a:lnTo>
                    <a:lnTo>
                      <a:pt x="133" y="10"/>
                    </a:lnTo>
                    <a:lnTo>
                      <a:pt x="119" y="30"/>
                    </a:lnTo>
                    <a:lnTo>
                      <a:pt x="117" y="28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5" y="24"/>
                    </a:lnTo>
                    <a:lnTo>
                      <a:pt x="103" y="23"/>
                    </a:lnTo>
                    <a:lnTo>
                      <a:pt x="101" y="23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3"/>
                    </a:lnTo>
                    <a:lnTo>
                      <a:pt x="75" y="23"/>
                    </a:lnTo>
                    <a:lnTo>
                      <a:pt x="74" y="24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6" y="26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0" y="30"/>
                    </a:lnTo>
                    <a:lnTo>
                      <a:pt x="46" y="10"/>
                    </a:lnTo>
                    <a:lnTo>
                      <a:pt x="27" y="24"/>
                    </a:lnTo>
                    <a:lnTo>
                      <a:pt x="41" y="45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6" y="49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4" y="53"/>
                    </a:lnTo>
                    <a:lnTo>
                      <a:pt x="32" y="54"/>
                    </a:lnTo>
                    <a:lnTo>
                      <a:pt x="31" y="56"/>
                    </a:lnTo>
                    <a:lnTo>
                      <a:pt x="31" y="58"/>
                    </a:lnTo>
                    <a:lnTo>
                      <a:pt x="30" y="59"/>
                    </a:lnTo>
                    <a:lnTo>
                      <a:pt x="9" y="52"/>
                    </a:lnTo>
                    <a:lnTo>
                      <a:pt x="0" y="75"/>
                    </a:lnTo>
                    <a:lnTo>
                      <a:pt x="23" y="82"/>
                    </a:lnTo>
                    <a:lnTo>
                      <a:pt x="23" y="84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2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2"/>
                    </a:lnTo>
                    <a:lnTo>
                      <a:pt x="0" y="109"/>
                    </a:lnTo>
                    <a:lnTo>
                      <a:pt x="9" y="132"/>
                    </a:lnTo>
                    <a:lnTo>
                      <a:pt x="30" y="126"/>
                    </a:lnTo>
                    <a:lnTo>
                      <a:pt x="31" y="127"/>
                    </a:lnTo>
                    <a:lnTo>
                      <a:pt x="31" y="128"/>
                    </a:lnTo>
                    <a:lnTo>
                      <a:pt x="32" y="130"/>
                    </a:lnTo>
                    <a:lnTo>
                      <a:pt x="34" y="132"/>
                    </a:lnTo>
                    <a:lnTo>
                      <a:pt x="34" y="133"/>
                    </a:lnTo>
                    <a:lnTo>
                      <a:pt x="35" y="134"/>
                    </a:lnTo>
                    <a:lnTo>
                      <a:pt x="36" y="136"/>
                    </a:lnTo>
                    <a:lnTo>
                      <a:pt x="38" y="137"/>
                    </a:lnTo>
                    <a:lnTo>
                      <a:pt x="39" y="140"/>
                    </a:lnTo>
                    <a:lnTo>
                      <a:pt x="41" y="141"/>
                    </a:lnTo>
                    <a:lnTo>
                      <a:pt x="27" y="160"/>
                    </a:lnTo>
                    <a:lnTo>
                      <a:pt x="46" y="174"/>
                    </a:lnTo>
                    <a:lnTo>
                      <a:pt x="60" y="155"/>
                    </a:lnTo>
                    <a:lnTo>
                      <a:pt x="62" y="156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6" y="158"/>
                    </a:lnTo>
                    <a:lnTo>
                      <a:pt x="69" y="159"/>
                    </a:lnTo>
                    <a:lnTo>
                      <a:pt x="71" y="159"/>
                    </a:lnTo>
                    <a:lnTo>
                      <a:pt x="72" y="160"/>
                    </a:lnTo>
                    <a:lnTo>
                      <a:pt x="74" y="160"/>
                    </a:lnTo>
                    <a:lnTo>
                      <a:pt x="75" y="161"/>
                    </a:lnTo>
                    <a:lnTo>
                      <a:pt x="77" y="161"/>
                    </a:lnTo>
                    <a:lnTo>
                      <a:pt x="77" y="184"/>
                    </a:lnTo>
                    <a:lnTo>
                      <a:pt x="101" y="184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5" y="160"/>
                    </a:lnTo>
                    <a:lnTo>
                      <a:pt x="107" y="160"/>
                    </a:lnTo>
                    <a:lnTo>
                      <a:pt x="108" y="159"/>
                    </a:lnTo>
                    <a:lnTo>
                      <a:pt x="110" y="159"/>
                    </a:lnTo>
                    <a:lnTo>
                      <a:pt x="111" y="158"/>
                    </a:lnTo>
                    <a:lnTo>
                      <a:pt x="113" y="158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4"/>
                    </a:lnTo>
                    <a:lnTo>
                      <a:pt x="151" y="160"/>
                    </a:lnTo>
                    <a:lnTo>
                      <a:pt x="137" y="141"/>
                    </a:lnTo>
                    <a:lnTo>
                      <a:pt x="139" y="140"/>
                    </a:lnTo>
                    <a:lnTo>
                      <a:pt x="140" y="137"/>
                    </a:lnTo>
                    <a:lnTo>
                      <a:pt x="141" y="136"/>
                    </a:lnTo>
                    <a:lnTo>
                      <a:pt x="142" y="134"/>
                    </a:lnTo>
                    <a:lnTo>
                      <a:pt x="143" y="133"/>
                    </a:lnTo>
                    <a:lnTo>
                      <a:pt x="144" y="131"/>
                    </a:lnTo>
                    <a:lnTo>
                      <a:pt x="145" y="130"/>
                    </a:lnTo>
                    <a:lnTo>
                      <a:pt x="147" y="128"/>
                    </a:lnTo>
                    <a:lnTo>
                      <a:pt x="148" y="127"/>
                    </a:lnTo>
                    <a:lnTo>
                      <a:pt x="148" y="126"/>
                    </a:lnTo>
                    <a:lnTo>
                      <a:pt x="170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1" name="Freeform 1102"/>
              <p:cNvSpPr>
                <a:spLocks/>
              </p:cNvSpPr>
              <p:nvPr/>
            </p:nvSpPr>
            <p:spPr bwMode="auto">
              <a:xfrm>
                <a:off x="2545" y="3207"/>
                <a:ext cx="72" cy="76"/>
              </a:xfrm>
              <a:custGeom>
                <a:avLst/>
                <a:gdLst>
                  <a:gd name="T0" fmla="*/ 0 w 72"/>
                  <a:gd name="T1" fmla="*/ 37 h 76"/>
                  <a:gd name="T2" fmla="*/ 0 w 72"/>
                  <a:gd name="T3" fmla="*/ 32 h 76"/>
                  <a:gd name="T4" fmla="*/ 2 w 72"/>
                  <a:gd name="T5" fmla="*/ 27 h 76"/>
                  <a:gd name="T6" fmla="*/ 4 w 72"/>
                  <a:gd name="T7" fmla="*/ 20 h 76"/>
                  <a:gd name="T8" fmla="*/ 6 w 72"/>
                  <a:gd name="T9" fmla="*/ 16 h 76"/>
                  <a:gd name="T10" fmla="*/ 10 w 72"/>
                  <a:gd name="T11" fmla="*/ 11 h 76"/>
                  <a:gd name="T12" fmla="*/ 15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7 h 76"/>
                  <a:gd name="T38" fmla="*/ 72 w 72"/>
                  <a:gd name="T39" fmla="*/ 32 h 76"/>
                  <a:gd name="T40" fmla="*/ 72 w 72"/>
                  <a:gd name="T41" fmla="*/ 37 h 76"/>
                  <a:gd name="T42" fmla="*/ 72 w 72"/>
                  <a:gd name="T43" fmla="*/ 44 h 76"/>
                  <a:gd name="T44" fmla="*/ 70 w 72"/>
                  <a:gd name="T45" fmla="*/ 50 h 76"/>
                  <a:gd name="T46" fmla="*/ 68 w 72"/>
                  <a:gd name="T47" fmla="*/ 55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9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5 w 72"/>
                  <a:gd name="T69" fmla="*/ 69 h 76"/>
                  <a:gd name="T70" fmla="*/ 10 w 72"/>
                  <a:gd name="T71" fmla="*/ 65 h 76"/>
                  <a:gd name="T72" fmla="*/ 6 w 72"/>
                  <a:gd name="T73" fmla="*/ 60 h 76"/>
                  <a:gd name="T74" fmla="*/ 4 w 72"/>
                  <a:gd name="T75" fmla="*/ 55 h 76"/>
                  <a:gd name="T76" fmla="*/ 2 w 72"/>
                  <a:gd name="T77" fmla="*/ 50 h 76"/>
                  <a:gd name="T78" fmla="*/ 0 w 72"/>
                  <a:gd name="T79" fmla="*/ 44 h 76"/>
                  <a:gd name="T80" fmla="*/ 0 w 72"/>
                  <a:gd name="T81" fmla="*/ 37 h 76"/>
                  <a:gd name="T82" fmla="*/ 0 w 72"/>
                  <a:gd name="T83" fmla="*/ 37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7"/>
                    </a:moveTo>
                    <a:lnTo>
                      <a:pt x="0" y="32"/>
                    </a:lnTo>
                    <a:lnTo>
                      <a:pt x="2" y="27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10" y="11"/>
                    </a:lnTo>
                    <a:lnTo>
                      <a:pt x="15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7"/>
                    </a:lnTo>
                    <a:lnTo>
                      <a:pt x="72" y="32"/>
                    </a:lnTo>
                    <a:lnTo>
                      <a:pt x="72" y="37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5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9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5" y="69"/>
                    </a:lnTo>
                    <a:lnTo>
                      <a:pt x="10" y="65"/>
                    </a:lnTo>
                    <a:lnTo>
                      <a:pt x="6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42" name="Freeform 1103"/>
              <p:cNvSpPr>
                <a:spLocks/>
              </p:cNvSpPr>
              <p:nvPr/>
            </p:nvSpPr>
            <p:spPr bwMode="auto">
              <a:xfrm>
                <a:off x="2698" y="3288"/>
                <a:ext cx="72" cy="76"/>
              </a:xfrm>
              <a:custGeom>
                <a:avLst/>
                <a:gdLst>
                  <a:gd name="T0" fmla="*/ 0 w 72"/>
                  <a:gd name="T1" fmla="*/ 38 h 76"/>
                  <a:gd name="T2" fmla="*/ 1 w 72"/>
                  <a:gd name="T3" fmla="*/ 32 h 76"/>
                  <a:gd name="T4" fmla="*/ 2 w 72"/>
                  <a:gd name="T5" fmla="*/ 26 h 76"/>
                  <a:gd name="T6" fmla="*/ 4 w 72"/>
                  <a:gd name="T7" fmla="*/ 20 h 76"/>
                  <a:gd name="T8" fmla="*/ 7 w 72"/>
                  <a:gd name="T9" fmla="*/ 16 h 76"/>
                  <a:gd name="T10" fmla="*/ 10 w 72"/>
                  <a:gd name="T11" fmla="*/ 11 h 76"/>
                  <a:gd name="T12" fmla="*/ 14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6 h 76"/>
                  <a:gd name="T38" fmla="*/ 72 w 72"/>
                  <a:gd name="T39" fmla="*/ 32 h 76"/>
                  <a:gd name="T40" fmla="*/ 72 w 72"/>
                  <a:gd name="T41" fmla="*/ 38 h 76"/>
                  <a:gd name="T42" fmla="*/ 72 w 72"/>
                  <a:gd name="T43" fmla="*/ 45 h 76"/>
                  <a:gd name="T44" fmla="*/ 70 w 72"/>
                  <a:gd name="T45" fmla="*/ 50 h 76"/>
                  <a:gd name="T46" fmla="*/ 68 w 72"/>
                  <a:gd name="T47" fmla="*/ 56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8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4 w 72"/>
                  <a:gd name="T69" fmla="*/ 68 h 76"/>
                  <a:gd name="T70" fmla="*/ 10 w 72"/>
                  <a:gd name="T71" fmla="*/ 65 h 76"/>
                  <a:gd name="T72" fmla="*/ 7 w 72"/>
                  <a:gd name="T73" fmla="*/ 60 h 76"/>
                  <a:gd name="T74" fmla="*/ 4 w 72"/>
                  <a:gd name="T75" fmla="*/ 56 h 76"/>
                  <a:gd name="T76" fmla="*/ 2 w 72"/>
                  <a:gd name="T77" fmla="*/ 50 h 76"/>
                  <a:gd name="T78" fmla="*/ 1 w 72"/>
                  <a:gd name="T79" fmla="*/ 45 h 76"/>
                  <a:gd name="T80" fmla="*/ 0 w 72"/>
                  <a:gd name="T81" fmla="*/ 38 h 76"/>
                  <a:gd name="T82" fmla="*/ 0 w 72"/>
                  <a:gd name="T83" fmla="*/ 38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8"/>
                    </a:moveTo>
                    <a:lnTo>
                      <a:pt x="1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4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2" y="38"/>
                    </a:lnTo>
                    <a:lnTo>
                      <a:pt x="72" y="45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8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4" y="68"/>
                    </a:lnTo>
                    <a:lnTo>
                      <a:pt x="10" y="65"/>
                    </a:lnTo>
                    <a:lnTo>
                      <a:pt x="7" y="60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1" y="45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6921" name="Rectangle 1104"/>
            <p:cNvSpPr>
              <a:spLocks noChangeArrowheads="1"/>
            </p:cNvSpPr>
            <p:nvPr/>
          </p:nvSpPr>
          <p:spPr bwMode="auto">
            <a:xfrm>
              <a:off x="2780" y="4010"/>
              <a:ext cx="550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Work In Progress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36922" name="Group 1105"/>
            <p:cNvGrpSpPr>
              <a:grpSpLocks/>
            </p:cNvGrpSpPr>
            <p:nvPr/>
          </p:nvGrpSpPr>
          <p:grpSpPr bwMode="auto">
            <a:xfrm>
              <a:off x="3434" y="3698"/>
              <a:ext cx="304" cy="261"/>
              <a:chOff x="3034" y="3151"/>
              <a:chExt cx="294" cy="277"/>
            </a:xfrm>
          </p:grpSpPr>
          <p:sp>
            <p:nvSpPr>
              <p:cNvPr id="36928" name="Freeform 1106"/>
              <p:cNvSpPr>
                <a:spLocks/>
              </p:cNvSpPr>
              <p:nvPr/>
            </p:nvSpPr>
            <p:spPr bwMode="auto">
              <a:xfrm>
                <a:off x="3041" y="3155"/>
                <a:ext cx="274" cy="273"/>
              </a:xfrm>
              <a:custGeom>
                <a:avLst/>
                <a:gdLst>
                  <a:gd name="T0" fmla="*/ 219 w 274"/>
                  <a:gd name="T1" fmla="*/ 273 h 273"/>
                  <a:gd name="T2" fmla="*/ 228 w 274"/>
                  <a:gd name="T3" fmla="*/ 273 h 273"/>
                  <a:gd name="T4" fmla="*/ 237 w 274"/>
                  <a:gd name="T5" fmla="*/ 271 h 273"/>
                  <a:gd name="T6" fmla="*/ 245 w 274"/>
                  <a:gd name="T7" fmla="*/ 267 h 273"/>
                  <a:gd name="T8" fmla="*/ 252 w 274"/>
                  <a:gd name="T9" fmla="*/ 262 h 273"/>
                  <a:gd name="T10" fmla="*/ 258 w 274"/>
                  <a:gd name="T11" fmla="*/ 257 h 273"/>
                  <a:gd name="T12" fmla="*/ 263 w 274"/>
                  <a:gd name="T13" fmla="*/ 251 h 273"/>
                  <a:gd name="T14" fmla="*/ 269 w 274"/>
                  <a:gd name="T15" fmla="*/ 243 h 273"/>
                  <a:gd name="T16" fmla="*/ 271 w 274"/>
                  <a:gd name="T17" fmla="*/ 236 h 273"/>
                  <a:gd name="T18" fmla="*/ 274 w 274"/>
                  <a:gd name="T19" fmla="*/ 227 h 273"/>
                  <a:gd name="T20" fmla="*/ 274 w 274"/>
                  <a:gd name="T21" fmla="*/ 219 h 273"/>
                  <a:gd name="T22" fmla="*/ 274 w 274"/>
                  <a:gd name="T23" fmla="*/ 54 h 273"/>
                  <a:gd name="T24" fmla="*/ 274 w 274"/>
                  <a:gd name="T25" fmla="*/ 46 h 273"/>
                  <a:gd name="T26" fmla="*/ 271 w 274"/>
                  <a:gd name="T27" fmla="*/ 37 h 273"/>
                  <a:gd name="T28" fmla="*/ 269 w 274"/>
                  <a:gd name="T29" fmla="*/ 29 h 273"/>
                  <a:gd name="T30" fmla="*/ 263 w 274"/>
                  <a:gd name="T31" fmla="*/ 22 h 273"/>
                  <a:gd name="T32" fmla="*/ 258 w 274"/>
                  <a:gd name="T33" fmla="*/ 16 h 273"/>
                  <a:gd name="T34" fmla="*/ 252 w 274"/>
                  <a:gd name="T35" fmla="*/ 10 h 273"/>
                  <a:gd name="T36" fmla="*/ 245 w 274"/>
                  <a:gd name="T37" fmla="*/ 6 h 273"/>
                  <a:gd name="T38" fmla="*/ 237 w 274"/>
                  <a:gd name="T39" fmla="*/ 2 h 273"/>
                  <a:gd name="T40" fmla="*/ 228 w 274"/>
                  <a:gd name="T41" fmla="*/ 0 h 273"/>
                  <a:gd name="T42" fmla="*/ 220 w 274"/>
                  <a:gd name="T43" fmla="*/ 0 h 273"/>
                  <a:gd name="T44" fmla="*/ 55 w 274"/>
                  <a:gd name="T45" fmla="*/ 0 h 273"/>
                  <a:gd name="T46" fmla="*/ 46 w 274"/>
                  <a:gd name="T47" fmla="*/ 0 h 273"/>
                  <a:gd name="T48" fmla="*/ 37 w 274"/>
                  <a:gd name="T49" fmla="*/ 2 h 273"/>
                  <a:gd name="T50" fmla="*/ 29 w 274"/>
                  <a:gd name="T51" fmla="*/ 6 h 273"/>
                  <a:gd name="T52" fmla="*/ 22 w 274"/>
                  <a:gd name="T53" fmla="*/ 10 h 273"/>
                  <a:gd name="T54" fmla="*/ 17 w 274"/>
                  <a:gd name="T55" fmla="*/ 16 h 273"/>
                  <a:gd name="T56" fmla="*/ 10 w 274"/>
                  <a:gd name="T57" fmla="*/ 22 h 273"/>
                  <a:gd name="T58" fmla="*/ 6 w 274"/>
                  <a:gd name="T59" fmla="*/ 29 h 273"/>
                  <a:gd name="T60" fmla="*/ 2 w 274"/>
                  <a:gd name="T61" fmla="*/ 37 h 273"/>
                  <a:gd name="T62" fmla="*/ 1 w 274"/>
                  <a:gd name="T63" fmla="*/ 46 h 273"/>
                  <a:gd name="T64" fmla="*/ 0 w 274"/>
                  <a:gd name="T65" fmla="*/ 54 h 273"/>
                  <a:gd name="T66" fmla="*/ 0 w 274"/>
                  <a:gd name="T67" fmla="*/ 219 h 273"/>
                  <a:gd name="T68" fmla="*/ 1 w 274"/>
                  <a:gd name="T69" fmla="*/ 227 h 273"/>
                  <a:gd name="T70" fmla="*/ 2 w 274"/>
                  <a:gd name="T71" fmla="*/ 236 h 273"/>
                  <a:gd name="T72" fmla="*/ 6 w 274"/>
                  <a:gd name="T73" fmla="*/ 243 h 273"/>
                  <a:gd name="T74" fmla="*/ 10 w 274"/>
                  <a:gd name="T75" fmla="*/ 251 h 273"/>
                  <a:gd name="T76" fmla="*/ 17 w 274"/>
                  <a:gd name="T77" fmla="*/ 257 h 273"/>
                  <a:gd name="T78" fmla="*/ 22 w 274"/>
                  <a:gd name="T79" fmla="*/ 262 h 273"/>
                  <a:gd name="T80" fmla="*/ 29 w 274"/>
                  <a:gd name="T81" fmla="*/ 267 h 273"/>
                  <a:gd name="T82" fmla="*/ 37 w 274"/>
                  <a:gd name="T83" fmla="*/ 271 h 273"/>
                  <a:gd name="T84" fmla="*/ 46 w 274"/>
                  <a:gd name="T85" fmla="*/ 273 h 273"/>
                  <a:gd name="T86" fmla="*/ 55 w 274"/>
                  <a:gd name="T87" fmla="*/ 273 h 273"/>
                  <a:gd name="T88" fmla="*/ 220 w 274"/>
                  <a:gd name="T89" fmla="*/ 273 h 273"/>
                  <a:gd name="T90" fmla="*/ 219 w 274"/>
                  <a:gd name="T91" fmla="*/ 273 h 2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4"/>
                  <a:gd name="T139" fmla="*/ 0 h 273"/>
                  <a:gd name="T140" fmla="*/ 274 w 274"/>
                  <a:gd name="T141" fmla="*/ 273 h 27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4" h="273">
                    <a:moveTo>
                      <a:pt x="219" y="273"/>
                    </a:moveTo>
                    <a:lnTo>
                      <a:pt x="228" y="273"/>
                    </a:lnTo>
                    <a:lnTo>
                      <a:pt x="237" y="271"/>
                    </a:lnTo>
                    <a:lnTo>
                      <a:pt x="245" y="267"/>
                    </a:lnTo>
                    <a:lnTo>
                      <a:pt x="252" y="262"/>
                    </a:lnTo>
                    <a:lnTo>
                      <a:pt x="258" y="257"/>
                    </a:lnTo>
                    <a:lnTo>
                      <a:pt x="263" y="251"/>
                    </a:lnTo>
                    <a:lnTo>
                      <a:pt x="269" y="243"/>
                    </a:lnTo>
                    <a:lnTo>
                      <a:pt x="271" y="236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54"/>
                    </a:lnTo>
                    <a:lnTo>
                      <a:pt x="274" y="46"/>
                    </a:lnTo>
                    <a:lnTo>
                      <a:pt x="271" y="37"/>
                    </a:lnTo>
                    <a:lnTo>
                      <a:pt x="269" y="29"/>
                    </a:lnTo>
                    <a:lnTo>
                      <a:pt x="263" y="22"/>
                    </a:lnTo>
                    <a:lnTo>
                      <a:pt x="258" y="16"/>
                    </a:lnTo>
                    <a:lnTo>
                      <a:pt x="252" y="10"/>
                    </a:lnTo>
                    <a:lnTo>
                      <a:pt x="245" y="6"/>
                    </a:lnTo>
                    <a:lnTo>
                      <a:pt x="237" y="2"/>
                    </a:lnTo>
                    <a:lnTo>
                      <a:pt x="228" y="0"/>
                    </a:lnTo>
                    <a:lnTo>
                      <a:pt x="220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9" y="6"/>
                    </a:lnTo>
                    <a:lnTo>
                      <a:pt x="22" y="10"/>
                    </a:lnTo>
                    <a:lnTo>
                      <a:pt x="17" y="16"/>
                    </a:lnTo>
                    <a:lnTo>
                      <a:pt x="10" y="22"/>
                    </a:lnTo>
                    <a:lnTo>
                      <a:pt x="6" y="29"/>
                    </a:lnTo>
                    <a:lnTo>
                      <a:pt x="2" y="37"/>
                    </a:lnTo>
                    <a:lnTo>
                      <a:pt x="1" y="46"/>
                    </a:lnTo>
                    <a:lnTo>
                      <a:pt x="0" y="54"/>
                    </a:lnTo>
                    <a:lnTo>
                      <a:pt x="0" y="219"/>
                    </a:lnTo>
                    <a:lnTo>
                      <a:pt x="1" y="227"/>
                    </a:lnTo>
                    <a:lnTo>
                      <a:pt x="2" y="236"/>
                    </a:lnTo>
                    <a:lnTo>
                      <a:pt x="6" y="243"/>
                    </a:lnTo>
                    <a:lnTo>
                      <a:pt x="10" y="251"/>
                    </a:lnTo>
                    <a:lnTo>
                      <a:pt x="17" y="257"/>
                    </a:lnTo>
                    <a:lnTo>
                      <a:pt x="22" y="262"/>
                    </a:lnTo>
                    <a:lnTo>
                      <a:pt x="29" y="267"/>
                    </a:lnTo>
                    <a:lnTo>
                      <a:pt x="37" y="271"/>
                    </a:lnTo>
                    <a:lnTo>
                      <a:pt x="46" y="273"/>
                    </a:lnTo>
                    <a:lnTo>
                      <a:pt x="55" y="273"/>
                    </a:lnTo>
                    <a:lnTo>
                      <a:pt x="220" y="273"/>
                    </a:lnTo>
                    <a:lnTo>
                      <a:pt x="219" y="27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29" name="Line 1107"/>
              <p:cNvSpPr>
                <a:spLocks noChangeShapeType="1"/>
              </p:cNvSpPr>
              <p:nvPr/>
            </p:nvSpPr>
            <p:spPr bwMode="auto">
              <a:xfrm>
                <a:off x="3034" y="3180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0" name="Line 1108"/>
              <p:cNvSpPr>
                <a:spLocks noChangeShapeType="1"/>
              </p:cNvSpPr>
              <p:nvPr/>
            </p:nvSpPr>
            <p:spPr bwMode="auto">
              <a:xfrm>
                <a:off x="3034" y="3254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1" name="Line 1109"/>
              <p:cNvSpPr>
                <a:spLocks noChangeShapeType="1"/>
              </p:cNvSpPr>
              <p:nvPr/>
            </p:nvSpPr>
            <p:spPr bwMode="auto">
              <a:xfrm>
                <a:off x="3034" y="3328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2" name="Line 1110"/>
              <p:cNvSpPr>
                <a:spLocks noChangeShapeType="1"/>
              </p:cNvSpPr>
              <p:nvPr/>
            </p:nvSpPr>
            <p:spPr bwMode="auto">
              <a:xfrm>
                <a:off x="3034" y="3401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3" name="Freeform 1111"/>
              <p:cNvSpPr>
                <a:spLocks/>
              </p:cNvSpPr>
              <p:nvPr/>
            </p:nvSpPr>
            <p:spPr bwMode="auto">
              <a:xfrm>
                <a:off x="3136" y="3194"/>
                <a:ext cx="84" cy="218"/>
              </a:xfrm>
              <a:custGeom>
                <a:avLst/>
                <a:gdLst>
                  <a:gd name="T0" fmla="*/ 46 w 84"/>
                  <a:gd name="T1" fmla="*/ 218 h 218"/>
                  <a:gd name="T2" fmla="*/ 47 w 84"/>
                  <a:gd name="T3" fmla="*/ 201 h 218"/>
                  <a:gd name="T4" fmla="*/ 50 w 84"/>
                  <a:gd name="T5" fmla="*/ 185 h 218"/>
                  <a:gd name="T6" fmla="*/ 54 w 84"/>
                  <a:gd name="T7" fmla="*/ 169 h 218"/>
                  <a:gd name="T8" fmla="*/ 59 w 84"/>
                  <a:gd name="T9" fmla="*/ 155 h 218"/>
                  <a:gd name="T10" fmla="*/ 65 w 84"/>
                  <a:gd name="T11" fmla="*/ 142 h 218"/>
                  <a:gd name="T12" fmla="*/ 71 w 84"/>
                  <a:gd name="T13" fmla="*/ 132 h 218"/>
                  <a:gd name="T14" fmla="*/ 77 w 84"/>
                  <a:gd name="T15" fmla="*/ 123 h 218"/>
                  <a:gd name="T16" fmla="*/ 80 w 84"/>
                  <a:gd name="T17" fmla="*/ 117 h 218"/>
                  <a:gd name="T18" fmla="*/ 83 w 84"/>
                  <a:gd name="T19" fmla="*/ 112 h 218"/>
                  <a:gd name="T20" fmla="*/ 84 w 84"/>
                  <a:gd name="T21" fmla="*/ 110 h 218"/>
                  <a:gd name="T22" fmla="*/ 74 w 84"/>
                  <a:gd name="T23" fmla="*/ 0 h 218"/>
                  <a:gd name="T24" fmla="*/ 41 w 84"/>
                  <a:gd name="T25" fmla="*/ 0 h 218"/>
                  <a:gd name="T26" fmla="*/ 9 w 84"/>
                  <a:gd name="T27" fmla="*/ 0 h 218"/>
                  <a:gd name="T28" fmla="*/ 0 w 84"/>
                  <a:gd name="T29" fmla="*/ 110 h 218"/>
                  <a:gd name="T30" fmla="*/ 1 w 84"/>
                  <a:gd name="T31" fmla="*/ 112 h 218"/>
                  <a:gd name="T32" fmla="*/ 4 w 84"/>
                  <a:gd name="T33" fmla="*/ 117 h 218"/>
                  <a:gd name="T34" fmla="*/ 7 w 84"/>
                  <a:gd name="T35" fmla="*/ 123 h 218"/>
                  <a:gd name="T36" fmla="*/ 12 w 84"/>
                  <a:gd name="T37" fmla="*/ 132 h 218"/>
                  <a:gd name="T38" fmla="*/ 19 w 84"/>
                  <a:gd name="T39" fmla="*/ 142 h 218"/>
                  <a:gd name="T40" fmla="*/ 24 w 84"/>
                  <a:gd name="T41" fmla="*/ 155 h 218"/>
                  <a:gd name="T42" fmla="*/ 30 w 84"/>
                  <a:gd name="T43" fmla="*/ 169 h 218"/>
                  <a:gd name="T44" fmla="*/ 34 w 84"/>
                  <a:gd name="T45" fmla="*/ 185 h 218"/>
                  <a:gd name="T46" fmla="*/ 37 w 84"/>
                  <a:gd name="T47" fmla="*/ 201 h 218"/>
                  <a:gd name="T48" fmla="*/ 38 w 84"/>
                  <a:gd name="T49" fmla="*/ 218 h 218"/>
                  <a:gd name="T50" fmla="*/ 46 w 84"/>
                  <a:gd name="T51" fmla="*/ 218 h 218"/>
                  <a:gd name="T52" fmla="*/ 46 w 84"/>
                  <a:gd name="T53" fmla="*/ 218 h 2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84"/>
                  <a:gd name="T82" fmla="*/ 0 h 218"/>
                  <a:gd name="T83" fmla="*/ 84 w 84"/>
                  <a:gd name="T84" fmla="*/ 218 h 2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84" h="218">
                    <a:moveTo>
                      <a:pt x="46" y="218"/>
                    </a:moveTo>
                    <a:lnTo>
                      <a:pt x="47" y="201"/>
                    </a:lnTo>
                    <a:lnTo>
                      <a:pt x="50" y="185"/>
                    </a:lnTo>
                    <a:lnTo>
                      <a:pt x="54" y="169"/>
                    </a:lnTo>
                    <a:lnTo>
                      <a:pt x="59" y="155"/>
                    </a:lnTo>
                    <a:lnTo>
                      <a:pt x="65" y="142"/>
                    </a:lnTo>
                    <a:lnTo>
                      <a:pt x="71" y="132"/>
                    </a:lnTo>
                    <a:lnTo>
                      <a:pt x="77" y="123"/>
                    </a:lnTo>
                    <a:lnTo>
                      <a:pt x="80" y="117"/>
                    </a:lnTo>
                    <a:lnTo>
                      <a:pt x="83" y="112"/>
                    </a:lnTo>
                    <a:lnTo>
                      <a:pt x="84" y="110"/>
                    </a:lnTo>
                    <a:lnTo>
                      <a:pt x="74" y="0"/>
                    </a:lnTo>
                    <a:lnTo>
                      <a:pt x="41" y="0"/>
                    </a:lnTo>
                    <a:lnTo>
                      <a:pt x="9" y="0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4" y="117"/>
                    </a:lnTo>
                    <a:lnTo>
                      <a:pt x="7" y="123"/>
                    </a:lnTo>
                    <a:lnTo>
                      <a:pt x="12" y="132"/>
                    </a:lnTo>
                    <a:lnTo>
                      <a:pt x="19" y="142"/>
                    </a:lnTo>
                    <a:lnTo>
                      <a:pt x="24" y="155"/>
                    </a:lnTo>
                    <a:lnTo>
                      <a:pt x="30" y="169"/>
                    </a:lnTo>
                    <a:lnTo>
                      <a:pt x="34" y="185"/>
                    </a:lnTo>
                    <a:lnTo>
                      <a:pt x="37" y="201"/>
                    </a:lnTo>
                    <a:lnTo>
                      <a:pt x="38" y="218"/>
                    </a:lnTo>
                    <a:lnTo>
                      <a:pt x="46" y="2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4" name="Freeform 1112"/>
              <p:cNvSpPr>
                <a:spLocks/>
              </p:cNvSpPr>
              <p:nvPr/>
            </p:nvSpPr>
            <p:spPr bwMode="auto">
              <a:xfrm>
                <a:off x="3130" y="3189"/>
                <a:ext cx="96" cy="229"/>
              </a:xfrm>
              <a:custGeom>
                <a:avLst/>
                <a:gdLst>
                  <a:gd name="T0" fmla="*/ 59 w 96"/>
                  <a:gd name="T1" fmla="*/ 207 h 229"/>
                  <a:gd name="T2" fmla="*/ 61 w 96"/>
                  <a:gd name="T3" fmla="*/ 191 h 229"/>
                  <a:gd name="T4" fmla="*/ 65 w 96"/>
                  <a:gd name="T5" fmla="*/ 176 h 229"/>
                  <a:gd name="T6" fmla="*/ 71 w 96"/>
                  <a:gd name="T7" fmla="*/ 162 h 229"/>
                  <a:gd name="T8" fmla="*/ 76 w 96"/>
                  <a:gd name="T9" fmla="*/ 150 h 229"/>
                  <a:gd name="T10" fmla="*/ 83 w 96"/>
                  <a:gd name="T11" fmla="*/ 140 h 229"/>
                  <a:gd name="T12" fmla="*/ 91 w 96"/>
                  <a:gd name="T13" fmla="*/ 125 h 229"/>
                  <a:gd name="T14" fmla="*/ 93 w 96"/>
                  <a:gd name="T15" fmla="*/ 120 h 229"/>
                  <a:gd name="T16" fmla="*/ 95 w 96"/>
                  <a:gd name="T17" fmla="*/ 115 h 229"/>
                  <a:gd name="T18" fmla="*/ 85 w 96"/>
                  <a:gd name="T19" fmla="*/ 1 h 229"/>
                  <a:gd name="T20" fmla="*/ 15 w 96"/>
                  <a:gd name="T21" fmla="*/ 0 h 229"/>
                  <a:gd name="T22" fmla="*/ 10 w 96"/>
                  <a:gd name="T23" fmla="*/ 5 h 229"/>
                  <a:gd name="T24" fmla="*/ 1 w 96"/>
                  <a:gd name="T25" fmla="*/ 118 h 229"/>
                  <a:gd name="T26" fmla="*/ 6 w 96"/>
                  <a:gd name="T27" fmla="*/ 125 h 229"/>
                  <a:gd name="T28" fmla="*/ 9 w 96"/>
                  <a:gd name="T29" fmla="*/ 131 h 229"/>
                  <a:gd name="T30" fmla="*/ 18 w 96"/>
                  <a:gd name="T31" fmla="*/ 137 h 229"/>
                  <a:gd name="T32" fmla="*/ 25 w 96"/>
                  <a:gd name="T33" fmla="*/ 147 h 229"/>
                  <a:gd name="T34" fmla="*/ 31 w 96"/>
                  <a:gd name="T35" fmla="*/ 176 h 229"/>
                  <a:gd name="T36" fmla="*/ 35 w 96"/>
                  <a:gd name="T37" fmla="*/ 192 h 229"/>
                  <a:gd name="T38" fmla="*/ 38 w 96"/>
                  <a:gd name="T39" fmla="*/ 207 h 229"/>
                  <a:gd name="T40" fmla="*/ 39 w 96"/>
                  <a:gd name="T41" fmla="*/ 224 h 229"/>
                  <a:gd name="T42" fmla="*/ 52 w 96"/>
                  <a:gd name="T43" fmla="*/ 229 h 229"/>
                  <a:gd name="T44" fmla="*/ 48 w 96"/>
                  <a:gd name="T45" fmla="*/ 219 h 229"/>
                  <a:gd name="T46" fmla="*/ 49 w 96"/>
                  <a:gd name="T47" fmla="*/ 206 h 229"/>
                  <a:gd name="T48" fmla="*/ 45 w 96"/>
                  <a:gd name="T49" fmla="*/ 189 h 229"/>
                  <a:gd name="T50" fmla="*/ 36 w 96"/>
                  <a:gd name="T51" fmla="*/ 158 h 229"/>
                  <a:gd name="T52" fmla="*/ 24 w 96"/>
                  <a:gd name="T53" fmla="*/ 134 h 229"/>
                  <a:gd name="T54" fmla="*/ 13 w 96"/>
                  <a:gd name="T55" fmla="*/ 128 h 229"/>
                  <a:gd name="T56" fmla="*/ 14 w 96"/>
                  <a:gd name="T57" fmla="*/ 118 h 229"/>
                  <a:gd name="T58" fmla="*/ 12 w 96"/>
                  <a:gd name="T59" fmla="*/ 115 h 229"/>
                  <a:gd name="T60" fmla="*/ 12 w 96"/>
                  <a:gd name="T61" fmla="*/ 116 h 229"/>
                  <a:gd name="T62" fmla="*/ 20 w 96"/>
                  <a:gd name="T63" fmla="*/ 9 h 229"/>
                  <a:gd name="T64" fmla="*/ 15 w 96"/>
                  <a:gd name="T65" fmla="*/ 12 h 229"/>
                  <a:gd name="T66" fmla="*/ 76 w 96"/>
                  <a:gd name="T67" fmla="*/ 9 h 229"/>
                  <a:gd name="T68" fmla="*/ 85 w 96"/>
                  <a:gd name="T69" fmla="*/ 116 h 229"/>
                  <a:gd name="T70" fmla="*/ 85 w 96"/>
                  <a:gd name="T71" fmla="*/ 115 h 229"/>
                  <a:gd name="T72" fmla="*/ 82 w 96"/>
                  <a:gd name="T73" fmla="*/ 118 h 229"/>
                  <a:gd name="T74" fmla="*/ 83 w 96"/>
                  <a:gd name="T75" fmla="*/ 128 h 229"/>
                  <a:gd name="T76" fmla="*/ 73 w 96"/>
                  <a:gd name="T77" fmla="*/ 134 h 229"/>
                  <a:gd name="T78" fmla="*/ 67 w 96"/>
                  <a:gd name="T79" fmla="*/ 145 h 229"/>
                  <a:gd name="T80" fmla="*/ 55 w 96"/>
                  <a:gd name="T81" fmla="*/ 173 h 229"/>
                  <a:gd name="T82" fmla="*/ 47 w 96"/>
                  <a:gd name="T83" fmla="*/ 205 h 2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6"/>
                  <a:gd name="T127" fmla="*/ 0 h 229"/>
                  <a:gd name="T128" fmla="*/ 96 w 96"/>
                  <a:gd name="T129" fmla="*/ 229 h 22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6" h="229">
                    <a:moveTo>
                      <a:pt x="46" y="223"/>
                    </a:moveTo>
                    <a:lnTo>
                      <a:pt x="58" y="224"/>
                    </a:lnTo>
                    <a:lnTo>
                      <a:pt x="59" y="207"/>
                    </a:lnTo>
                    <a:lnTo>
                      <a:pt x="53" y="206"/>
                    </a:lnTo>
                    <a:lnTo>
                      <a:pt x="58" y="207"/>
                    </a:lnTo>
                    <a:lnTo>
                      <a:pt x="61" y="191"/>
                    </a:lnTo>
                    <a:lnTo>
                      <a:pt x="56" y="190"/>
                    </a:lnTo>
                    <a:lnTo>
                      <a:pt x="61" y="192"/>
                    </a:lnTo>
                    <a:lnTo>
                      <a:pt x="65" y="176"/>
                    </a:lnTo>
                    <a:lnTo>
                      <a:pt x="60" y="174"/>
                    </a:lnTo>
                    <a:lnTo>
                      <a:pt x="65" y="176"/>
                    </a:lnTo>
                    <a:lnTo>
                      <a:pt x="71" y="162"/>
                    </a:lnTo>
                    <a:lnTo>
                      <a:pt x="76" y="149"/>
                    </a:lnTo>
                    <a:lnTo>
                      <a:pt x="71" y="147"/>
                    </a:lnTo>
                    <a:lnTo>
                      <a:pt x="76" y="150"/>
                    </a:lnTo>
                    <a:lnTo>
                      <a:pt x="83" y="140"/>
                    </a:lnTo>
                    <a:lnTo>
                      <a:pt x="77" y="137"/>
                    </a:lnTo>
                    <a:lnTo>
                      <a:pt x="83" y="140"/>
                    </a:lnTo>
                    <a:lnTo>
                      <a:pt x="88" y="131"/>
                    </a:lnTo>
                    <a:lnTo>
                      <a:pt x="91" y="125"/>
                    </a:lnTo>
                    <a:lnTo>
                      <a:pt x="86" y="122"/>
                    </a:lnTo>
                    <a:lnTo>
                      <a:pt x="90" y="125"/>
                    </a:lnTo>
                    <a:lnTo>
                      <a:pt x="93" y="120"/>
                    </a:lnTo>
                    <a:lnTo>
                      <a:pt x="94" y="120"/>
                    </a:lnTo>
                    <a:lnTo>
                      <a:pt x="95" y="118"/>
                    </a:lnTo>
                    <a:lnTo>
                      <a:pt x="95" y="115"/>
                    </a:lnTo>
                    <a:lnTo>
                      <a:pt x="96" y="115"/>
                    </a:lnTo>
                    <a:lnTo>
                      <a:pt x="87" y="5"/>
                    </a:lnTo>
                    <a:lnTo>
                      <a:pt x="85" y="1"/>
                    </a:lnTo>
                    <a:lnTo>
                      <a:pt x="80" y="0"/>
                    </a:lnTo>
                    <a:lnTo>
                      <a:pt x="47" y="0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10" y="5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2" y="120"/>
                    </a:lnTo>
                    <a:lnTo>
                      <a:pt x="6" y="125"/>
                    </a:lnTo>
                    <a:lnTo>
                      <a:pt x="10" y="122"/>
                    </a:lnTo>
                    <a:lnTo>
                      <a:pt x="6" y="125"/>
                    </a:lnTo>
                    <a:lnTo>
                      <a:pt x="9" y="131"/>
                    </a:lnTo>
                    <a:lnTo>
                      <a:pt x="14" y="140"/>
                    </a:lnTo>
                    <a:lnTo>
                      <a:pt x="18" y="137"/>
                    </a:lnTo>
                    <a:lnTo>
                      <a:pt x="14" y="140"/>
                    </a:lnTo>
                    <a:lnTo>
                      <a:pt x="21" y="150"/>
                    </a:lnTo>
                    <a:lnTo>
                      <a:pt x="25" y="147"/>
                    </a:lnTo>
                    <a:lnTo>
                      <a:pt x="21" y="149"/>
                    </a:lnTo>
                    <a:lnTo>
                      <a:pt x="26" y="162"/>
                    </a:lnTo>
                    <a:lnTo>
                      <a:pt x="31" y="176"/>
                    </a:lnTo>
                    <a:lnTo>
                      <a:pt x="36" y="174"/>
                    </a:lnTo>
                    <a:lnTo>
                      <a:pt x="30" y="176"/>
                    </a:lnTo>
                    <a:lnTo>
                      <a:pt x="35" y="192"/>
                    </a:lnTo>
                    <a:lnTo>
                      <a:pt x="40" y="190"/>
                    </a:lnTo>
                    <a:lnTo>
                      <a:pt x="35" y="191"/>
                    </a:lnTo>
                    <a:lnTo>
                      <a:pt x="38" y="207"/>
                    </a:lnTo>
                    <a:lnTo>
                      <a:pt x="43" y="206"/>
                    </a:lnTo>
                    <a:lnTo>
                      <a:pt x="38" y="207"/>
                    </a:lnTo>
                    <a:lnTo>
                      <a:pt x="39" y="224"/>
                    </a:lnTo>
                    <a:lnTo>
                      <a:pt x="40" y="227"/>
                    </a:lnTo>
                    <a:lnTo>
                      <a:pt x="44" y="229"/>
                    </a:lnTo>
                    <a:lnTo>
                      <a:pt x="52" y="229"/>
                    </a:lnTo>
                    <a:lnTo>
                      <a:pt x="52" y="218"/>
                    </a:lnTo>
                    <a:lnTo>
                      <a:pt x="44" y="218"/>
                    </a:lnTo>
                    <a:lnTo>
                      <a:pt x="48" y="219"/>
                    </a:lnTo>
                    <a:lnTo>
                      <a:pt x="44" y="223"/>
                    </a:lnTo>
                    <a:lnTo>
                      <a:pt x="51" y="223"/>
                    </a:lnTo>
                    <a:lnTo>
                      <a:pt x="49" y="206"/>
                    </a:lnTo>
                    <a:lnTo>
                      <a:pt x="48" y="205"/>
                    </a:lnTo>
                    <a:lnTo>
                      <a:pt x="45" y="189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36" y="158"/>
                    </a:lnTo>
                    <a:lnTo>
                      <a:pt x="30" y="14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18" y="125"/>
                    </a:lnTo>
                    <a:lnTo>
                      <a:pt x="13" y="128"/>
                    </a:lnTo>
                    <a:lnTo>
                      <a:pt x="18" y="126"/>
                    </a:lnTo>
                    <a:lnTo>
                      <a:pt x="15" y="119"/>
                    </a:lnTo>
                    <a:lnTo>
                      <a:pt x="14" y="118"/>
                    </a:lnTo>
                    <a:lnTo>
                      <a:pt x="11" y="114"/>
                    </a:lnTo>
                    <a:lnTo>
                      <a:pt x="7" y="117"/>
                    </a:lnTo>
                    <a:lnTo>
                      <a:pt x="12" y="115"/>
                    </a:lnTo>
                    <a:lnTo>
                      <a:pt x="11" y="113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22" y="6"/>
                    </a:lnTo>
                    <a:lnTo>
                      <a:pt x="15" y="10"/>
                    </a:lnTo>
                    <a:lnTo>
                      <a:pt x="20" y="9"/>
                    </a:lnTo>
                    <a:lnTo>
                      <a:pt x="21" y="5"/>
                    </a:lnTo>
                    <a:lnTo>
                      <a:pt x="15" y="5"/>
                    </a:lnTo>
                    <a:lnTo>
                      <a:pt x="15" y="12"/>
                    </a:lnTo>
                    <a:lnTo>
                      <a:pt x="47" y="12"/>
                    </a:lnTo>
                    <a:lnTo>
                      <a:pt x="80" y="12"/>
                    </a:lnTo>
                    <a:lnTo>
                      <a:pt x="76" y="9"/>
                    </a:lnTo>
                    <a:lnTo>
                      <a:pt x="80" y="5"/>
                    </a:lnTo>
                    <a:lnTo>
                      <a:pt x="75" y="6"/>
                    </a:lnTo>
                    <a:lnTo>
                      <a:pt x="85" y="116"/>
                    </a:lnTo>
                    <a:lnTo>
                      <a:pt x="90" y="115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9" y="117"/>
                    </a:lnTo>
                    <a:lnTo>
                      <a:pt x="85" y="114"/>
                    </a:lnTo>
                    <a:lnTo>
                      <a:pt x="82" y="118"/>
                    </a:lnTo>
                    <a:lnTo>
                      <a:pt x="82" y="119"/>
                    </a:lnTo>
                    <a:lnTo>
                      <a:pt x="78" y="126"/>
                    </a:lnTo>
                    <a:lnTo>
                      <a:pt x="83" y="128"/>
                    </a:lnTo>
                    <a:lnTo>
                      <a:pt x="78" y="125"/>
                    </a:lnTo>
                    <a:lnTo>
                      <a:pt x="73" y="133"/>
                    </a:lnTo>
                    <a:lnTo>
                      <a:pt x="73" y="134"/>
                    </a:lnTo>
                    <a:lnTo>
                      <a:pt x="67" y="145"/>
                    </a:lnTo>
                    <a:lnTo>
                      <a:pt x="65" y="147"/>
                    </a:lnTo>
                    <a:lnTo>
                      <a:pt x="67" y="145"/>
                    </a:lnTo>
                    <a:lnTo>
                      <a:pt x="61" y="158"/>
                    </a:lnTo>
                    <a:lnTo>
                      <a:pt x="56" y="172"/>
                    </a:lnTo>
                    <a:lnTo>
                      <a:pt x="55" y="173"/>
                    </a:lnTo>
                    <a:lnTo>
                      <a:pt x="51" y="189"/>
                    </a:lnTo>
                    <a:lnTo>
                      <a:pt x="47" y="205"/>
                    </a:lnTo>
                    <a:lnTo>
                      <a:pt x="47" y="206"/>
                    </a:lnTo>
                    <a:lnTo>
                      <a:pt x="46" y="22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5" name="Line 1113"/>
              <p:cNvSpPr>
                <a:spLocks noChangeShapeType="1"/>
              </p:cNvSpPr>
              <p:nvPr/>
            </p:nvSpPr>
            <p:spPr bwMode="auto">
              <a:xfrm flipV="1">
                <a:off x="3177" y="3308"/>
                <a:ext cx="1" cy="103"/>
              </a:xfrm>
              <a:prstGeom prst="line">
                <a:avLst/>
              </a:prstGeom>
              <a:noFill/>
              <a:ln w="11113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6" name="Freeform 1114"/>
              <p:cNvSpPr>
                <a:spLocks/>
              </p:cNvSpPr>
              <p:nvPr/>
            </p:nvSpPr>
            <p:spPr bwMode="auto">
              <a:xfrm>
                <a:off x="3168" y="3298"/>
                <a:ext cx="21" cy="21"/>
              </a:xfrm>
              <a:custGeom>
                <a:avLst/>
                <a:gdLst>
                  <a:gd name="T0" fmla="*/ 9 w 21"/>
                  <a:gd name="T1" fmla="*/ 21 h 21"/>
                  <a:gd name="T2" fmla="*/ 11 w 21"/>
                  <a:gd name="T3" fmla="*/ 21 h 21"/>
                  <a:gd name="T4" fmla="*/ 14 w 21"/>
                  <a:gd name="T5" fmla="*/ 20 h 21"/>
                  <a:gd name="T6" fmla="*/ 15 w 21"/>
                  <a:gd name="T7" fmla="*/ 20 h 21"/>
                  <a:gd name="T8" fmla="*/ 17 w 21"/>
                  <a:gd name="T9" fmla="*/ 19 h 21"/>
                  <a:gd name="T10" fmla="*/ 17 w 21"/>
                  <a:gd name="T11" fmla="*/ 18 h 21"/>
                  <a:gd name="T12" fmla="*/ 19 w 21"/>
                  <a:gd name="T13" fmla="*/ 17 h 21"/>
                  <a:gd name="T14" fmla="*/ 20 w 21"/>
                  <a:gd name="T15" fmla="*/ 16 h 21"/>
                  <a:gd name="T16" fmla="*/ 20 w 21"/>
                  <a:gd name="T17" fmla="*/ 14 h 21"/>
                  <a:gd name="T18" fmla="*/ 20 w 21"/>
                  <a:gd name="T19" fmla="*/ 11 h 21"/>
                  <a:gd name="T20" fmla="*/ 21 w 21"/>
                  <a:gd name="T21" fmla="*/ 10 h 21"/>
                  <a:gd name="T22" fmla="*/ 20 w 21"/>
                  <a:gd name="T23" fmla="*/ 8 h 21"/>
                  <a:gd name="T24" fmla="*/ 20 w 21"/>
                  <a:gd name="T25" fmla="*/ 7 h 21"/>
                  <a:gd name="T26" fmla="*/ 20 w 21"/>
                  <a:gd name="T27" fmla="*/ 5 h 21"/>
                  <a:gd name="T28" fmla="*/ 19 w 21"/>
                  <a:gd name="T29" fmla="*/ 4 h 21"/>
                  <a:gd name="T30" fmla="*/ 17 w 21"/>
                  <a:gd name="T31" fmla="*/ 3 h 21"/>
                  <a:gd name="T32" fmla="*/ 17 w 21"/>
                  <a:gd name="T33" fmla="*/ 2 h 21"/>
                  <a:gd name="T34" fmla="*/ 15 w 21"/>
                  <a:gd name="T35" fmla="*/ 2 h 21"/>
                  <a:gd name="T36" fmla="*/ 14 w 21"/>
                  <a:gd name="T37" fmla="*/ 0 h 21"/>
                  <a:gd name="T38" fmla="*/ 11 w 21"/>
                  <a:gd name="T39" fmla="*/ 0 h 21"/>
                  <a:gd name="T40" fmla="*/ 10 w 21"/>
                  <a:gd name="T41" fmla="*/ 0 h 21"/>
                  <a:gd name="T42" fmla="*/ 8 w 21"/>
                  <a:gd name="T43" fmla="*/ 0 h 21"/>
                  <a:gd name="T44" fmla="*/ 7 w 21"/>
                  <a:gd name="T45" fmla="*/ 0 h 21"/>
                  <a:gd name="T46" fmla="*/ 5 w 21"/>
                  <a:gd name="T47" fmla="*/ 2 h 21"/>
                  <a:gd name="T48" fmla="*/ 4 w 21"/>
                  <a:gd name="T49" fmla="*/ 2 h 21"/>
                  <a:gd name="T50" fmla="*/ 3 w 21"/>
                  <a:gd name="T51" fmla="*/ 3 h 21"/>
                  <a:gd name="T52" fmla="*/ 2 w 21"/>
                  <a:gd name="T53" fmla="*/ 4 h 21"/>
                  <a:gd name="T54" fmla="*/ 1 w 21"/>
                  <a:gd name="T55" fmla="*/ 5 h 21"/>
                  <a:gd name="T56" fmla="*/ 0 w 21"/>
                  <a:gd name="T57" fmla="*/ 7 h 21"/>
                  <a:gd name="T58" fmla="*/ 0 w 21"/>
                  <a:gd name="T59" fmla="*/ 8 h 21"/>
                  <a:gd name="T60" fmla="*/ 0 w 21"/>
                  <a:gd name="T61" fmla="*/ 10 h 21"/>
                  <a:gd name="T62" fmla="*/ 0 w 21"/>
                  <a:gd name="T63" fmla="*/ 11 h 21"/>
                  <a:gd name="T64" fmla="*/ 0 w 21"/>
                  <a:gd name="T65" fmla="*/ 14 h 21"/>
                  <a:gd name="T66" fmla="*/ 1 w 21"/>
                  <a:gd name="T67" fmla="*/ 16 h 21"/>
                  <a:gd name="T68" fmla="*/ 2 w 21"/>
                  <a:gd name="T69" fmla="*/ 17 h 21"/>
                  <a:gd name="T70" fmla="*/ 3 w 21"/>
                  <a:gd name="T71" fmla="*/ 18 h 21"/>
                  <a:gd name="T72" fmla="*/ 4 w 21"/>
                  <a:gd name="T73" fmla="*/ 19 h 21"/>
                  <a:gd name="T74" fmla="*/ 5 w 21"/>
                  <a:gd name="T75" fmla="*/ 20 h 21"/>
                  <a:gd name="T76" fmla="*/ 7 w 21"/>
                  <a:gd name="T77" fmla="*/ 20 h 21"/>
                  <a:gd name="T78" fmla="*/ 8 w 21"/>
                  <a:gd name="T79" fmla="*/ 21 h 21"/>
                  <a:gd name="T80" fmla="*/ 10 w 21"/>
                  <a:gd name="T81" fmla="*/ 21 h 21"/>
                  <a:gd name="T82" fmla="*/ 9 w 21"/>
                  <a:gd name="T83" fmla="*/ 21 h 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1"/>
                  <a:gd name="T127" fmla="*/ 0 h 21"/>
                  <a:gd name="T128" fmla="*/ 21 w 21"/>
                  <a:gd name="T129" fmla="*/ 21 h 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1" h="21">
                    <a:moveTo>
                      <a:pt x="9" y="21"/>
                    </a:moveTo>
                    <a:lnTo>
                      <a:pt x="11" y="21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2" y="17"/>
                    </a:lnTo>
                    <a:lnTo>
                      <a:pt x="3" y="18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8" y="21"/>
                    </a:lnTo>
                    <a:lnTo>
                      <a:pt x="10" y="21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6937" name="Freeform 1115"/>
              <p:cNvSpPr>
                <a:spLocks/>
              </p:cNvSpPr>
              <p:nvPr/>
            </p:nvSpPr>
            <p:spPr bwMode="auto">
              <a:xfrm>
                <a:off x="3136" y="3151"/>
                <a:ext cx="84" cy="42"/>
              </a:xfrm>
              <a:custGeom>
                <a:avLst/>
                <a:gdLst>
                  <a:gd name="T0" fmla="*/ 0 w 84"/>
                  <a:gd name="T1" fmla="*/ 0 h 42"/>
                  <a:gd name="T2" fmla="*/ 0 w 84"/>
                  <a:gd name="T3" fmla="*/ 42 h 42"/>
                  <a:gd name="T4" fmla="*/ 84 w 84"/>
                  <a:gd name="T5" fmla="*/ 42 h 42"/>
                  <a:gd name="T6" fmla="*/ 84 w 84"/>
                  <a:gd name="T7" fmla="*/ 0 h 42"/>
                  <a:gd name="T8" fmla="*/ 0 w 84"/>
                  <a:gd name="T9" fmla="*/ 0 h 42"/>
                  <a:gd name="T10" fmla="*/ 0 w 84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"/>
                  <a:gd name="T19" fmla="*/ 0 h 42"/>
                  <a:gd name="T20" fmla="*/ 84 w 84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" h="42">
                    <a:moveTo>
                      <a:pt x="0" y="0"/>
                    </a:moveTo>
                    <a:lnTo>
                      <a:pt x="0" y="42"/>
                    </a:lnTo>
                    <a:lnTo>
                      <a:pt x="84" y="42"/>
                    </a:lnTo>
                    <a:lnTo>
                      <a:pt x="8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36923" name="Rectangle 1116"/>
            <p:cNvSpPr>
              <a:spLocks noChangeArrowheads="1"/>
            </p:cNvSpPr>
            <p:nvPr/>
          </p:nvSpPr>
          <p:spPr bwMode="auto">
            <a:xfrm>
              <a:off x="3358" y="4004"/>
              <a:ext cx="504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Final Evaluation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36924" name="Rectangle 1117"/>
            <p:cNvSpPr>
              <a:spLocks noChangeArrowheads="1"/>
            </p:cNvSpPr>
            <p:nvPr/>
          </p:nvSpPr>
          <p:spPr bwMode="auto">
            <a:xfrm>
              <a:off x="2249" y="3543"/>
              <a:ext cx="1767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Field Implementation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Ensure Field Safe Work</a:t>
              </a:r>
            </a:p>
          </p:txBody>
        </p:sp>
        <p:sp>
          <p:nvSpPr>
            <p:cNvPr id="36925" name="Rectangle 1118"/>
            <p:cNvSpPr>
              <a:spLocks noChangeArrowheads="1"/>
            </p:cNvSpPr>
            <p:nvPr/>
          </p:nvSpPr>
          <p:spPr bwMode="auto">
            <a:xfrm>
              <a:off x="3012" y="3461"/>
              <a:ext cx="95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26" name="Rectangle 1119"/>
            <p:cNvSpPr>
              <a:spLocks noChangeArrowheads="1"/>
            </p:cNvSpPr>
            <p:nvPr/>
          </p:nvSpPr>
          <p:spPr bwMode="auto">
            <a:xfrm>
              <a:off x="3018" y="3456"/>
              <a:ext cx="92" cy="50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927" name="Rectangle 1120"/>
            <p:cNvSpPr>
              <a:spLocks noChangeArrowheads="1"/>
            </p:cNvSpPr>
            <p:nvPr/>
          </p:nvSpPr>
          <p:spPr bwMode="auto">
            <a:xfrm>
              <a:off x="3015" y="2833"/>
              <a:ext cx="88" cy="54"/>
            </a:xfrm>
            <a:prstGeom prst="rect">
              <a:avLst/>
            </a:prstGeom>
            <a:solidFill>
              <a:srgbClr val="FFFF66"/>
            </a:solidFill>
            <a:ln w="9525">
              <a:solidFill>
                <a:srgbClr val="FFFF66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36873" name="Group 1121"/>
          <p:cNvGrpSpPr>
            <a:grpSpLocks/>
          </p:cNvGrpSpPr>
          <p:nvPr/>
        </p:nvGrpSpPr>
        <p:grpSpPr bwMode="auto">
          <a:xfrm>
            <a:off x="2916238" y="1641475"/>
            <a:ext cx="622300" cy="695325"/>
            <a:chOff x="1991" y="1351"/>
            <a:chExt cx="458" cy="485"/>
          </a:xfrm>
        </p:grpSpPr>
        <p:sp>
          <p:nvSpPr>
            <p:cNvPr id="36880" name="Freeform 1122"/>
            <p:cNvSpPr>
              <a:spLocks/>
            </p:cNvSpPr>
            <p:nvPr/>
          </p:nvSpPr>
          <p:spPr bwMode="auto">
            <a:xfrm>
              <a:off x="1991" y="1351"/>
              <a:ext cx="449" cy="485"/>
            </a:xfrm>
            <a:custGeom>
              <a:avLst/>
              <a:gdLst>
                <a:gd name="T0" fmla="*/ 256 w 449"/>
                <a:gd name="T1" fmla="*/ 482 h 485"/>
                <a:gd name="T2" fmla="*/ 298 w 449"/>
                <a:gd name="T3" fmla="*/ 472 h 485"/>
                <a:gd name="T4" fmla="*/ 337 w 449"/>
                <a:gd name="T5" fmla="*/ 453 h 485"/>
                <a:gd name="T6" fmla="*/ 373 w 449"/>
                <a:gd name="T7" fmla="*/ 427 h 485"/>
                <a:gd name="T8" fmla="*/ 401 w 449"/>
                <a:gd name="T9" fmla="*/ 393 h 485"/>
                <a:gd name="T10" fmla="*/ 423 w 449"/>
                <a:gd name="T11" fmla="*/ 354 h 485"/>
                <a:gd name="T12" fmla="*/ 439 w 449"/>
                <a:gd name="T13" fmla="*/ 310 h 485"/>
                <a:gd name="T14" fmla="*/ 448 w 449"/>
                <a:gd name="T15" fmla="*/ 263 h 485"/>
                <a:gd name="T16" fmla="*/ 448 w 449"/>
                <a:gd name="T17" fmla="*/ 215 h 485"/>
                <a:gd name="T18" fmla="*/ 439 w 449"/>
                <a:gd name="T19" fmla="*/ 168 h 485"/>
                <a:gd name="T20" fmla="*/ 422 w 449"/>
                <a:gd name="T21" fmla="*/ 124 h 485"/>
                <a:gd name="T22" fmla="*/ 399 w 449"/>
                <a:gd name="T23" fmla="*/ 88 h 485"/>
                <a:gd name="T24" fmla="*/ 366 w 449"/>
                <a:gd name="T25" fmla="*/ 57 h 485"/>
                <a:gd name="T26" fmla="*/ 333 w 449"/>
                <a:gd name="T27" fmla="*/ 30 h 485"/>
                <a:gd name="T28" fmla="*/ 292 w 449"/>
                <a:gd name="T29" fmla="*/ 11 h 485"/>
                <a:gd name="T30" fmla="*/ 249 w 449"/>
                <a:gd name="T31" fmla="*/ 1 h 485"/>
                <a:gd name="T32" fmla="*/ 204 w 449"/>
                <a:gd name="T33" fmla="*/ 1 h 485"/>
                <a:gd name="T34" fmla="*/ 161 w 449"/>
                <a:gd name="T35" fmla="*/ 10 h 485"/>
                <a:gd name="T36" fmla="*/ 121 w 449"/>
                <a:gd name="T37" fmla="*/ 26 h 485"/>
                <a:gd name="T38" fmla="*/ 84 w 449"/>
                <a:gd name="T39" fmla="*/ 48 h 485"/>
                <a:gd name="T40" fmla="*/ 54 w 449"/>
                <a:gd name="T41" fmla="*/ 81 h 485"/>
                <a:gd name="T42" fmla="*/ 28 w 449"/>
                <a:gd name="T43" fmla="*/ 118 h 485"/>
                <a:gd name="T44" fmla="*/ 10 w 449"/>
                <a:gd name="T45" fmla="*/ 164 h 485"/>
                <a:gd name="T46" fmla="*/ 1 w 449"/>
                <a:gd name="T47" fmla="*/ 212 h 485"/>
                <a:gd name="T48" fmla="*/ 1 w 449"/>
                <a:gd name="T49" fmla="*/ 266 h 485"/>
                <a:gd name="T50" fmla="*/ 10 w 449"/>
                <a:gd name="T51" fmla="*/ 315 h 485"/>
                <a:gd name="T52" fmla="*/ 28 w 449"/>
                <a:gd name="T53" fmla="*/ 361 h 485"/>
                <a:gd name="T54" fmla="*/ 54 w 449"/>
                <a:gd name="T55" fmla="*/ 398 h 485"/>
                <a:gd name="T56" fmla="*/ 87 w 449"/>
                <a:gd name="T57" fmla="*/ 430 h 485"/>
                <a:gd name="T58" fmla="*/ 124 w 449"/>
                <a:gd name="T59" fmla="*/ 456 h 485"/>
                <a:gd name="T60" fmla="*/ 166 w 449"/>
                <a:gd name="T61" fmla="*/ 474 h 485"/>
                <a:gd name="T62" fmla="*/ 210 w 449"/>
                <a:gd name="T63" fmla="*/ 482 h 4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49"/>
                <a:gd name="T97" fmla="*/ 0 h 485"/>
                <a:gd name="T98" fmla="*/ 449 w 449"/>
                <a:gd name="T99" fmla="*/ 485 h 48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49" h="485">
                  <a:moveTo>
                    <a:pt x="234" y="485"/>
                  </a:moveTo>
                  <a:lnTo>
                    <a:pt x="256" y="482"/>
                  </a:lnTo>
                  <a:lnTo>
                    <a:pt x="279" y="479"/>
                  </a:lnTo>
                  <a:lnTo>
                    <a:pt x="298" y="472"/>
                  </a:lnTo>
                  <a:lnTo>
                    <a:pt x="319" y="466"/>
                  </a:lnTo>
                  <a:lnTo>
                    <a:pt x="337" y="453"/>
                  </a:lnTo>
                  <a:lnTo>
                    <a:pt x="355" y="442"/>
                  </a:lnTo>
                  <a:lnTo>
                    <a:pt x="373" y="427"/>
                  </a:lnTo>
                  <a:lnTo>
                    <a:pt x="386" y="411"/>
                  </a:lnTo>
                  <a:lnTo>
                    <a:pt x="401" y="393"/>
                  </a:lnTo>
                  <a:lnTo>
                    <a:pt x="413" y="373"/>
                  </a:lnTo>
                  <a:lnTo>
                    <a:pt x="423" y="354"/>
                  </a:lnTo>
                  <a:lnTo>
                    <a:pt x="432" y="333"/>
                  </a:lnTo>
                  <a:lnTo>
                    <a:pt x="439" y="310"/>
                  </a:lnTo>
                  <a:lnTo>
                    <a:pt x="444" y="288"/>
                  </a:lnTo>
                  <a:lnTo>
                    <a:pt x="448" y="263"/>
                  </a:lnTo>
                  <a:lnTo>
                    <a:pt x="449" y="240"/>
                  </a:lnTo>
                  <a:lnTo>
                    <a:pt x="448" y="215"/>
                  </a:lnTo>
                  <a:lnTo>
                    <a:pt x="444" y="191"/>
                  </a:lnTo>
                  <a:lnTo>
                    <a:pt x="439" y="168"/>
                  </a:lnTo>
                  <a:lnTo>
                    <a:pt x="431" y="146"/>
                  </a:lnTo>
                  <a:lnTo>
                    <a:pt x="422" y="124"/>
                  </a:lnTo>
                  <a:lnTo>
                    <a:pt x="410" y="107"/>
                  </a:lnTo>
                  <a:lnTo>
                    <a:pt x="399" y="88"/>
                  </a:lnTo>
                  <a:lnTo>
                    <a:pt x="383" y="70"/>
                  </a:lnTo>
                  <a:lnTo>
                    <a:pt x="366" y="57"/>
                  </a:lnTo>
                  <a:lnTo>
                    <a:pt x="352" y="40"/>
                  </a:lnTo>
                  <a:lnTo>
                    <a:pt x="333" y="30"/>
                  </a:lnTo>
                  <a:lnTo>
                    <a:pt x="312" y="19"/>
                  </a:lnTo>
                  <a:lnTo>
                    <a:pt x="292" y="11"/>
                  </a:lnTo>
                  <a:lnTo>
                    <a:pt x="271" y="7"/>
                  </a:lnTo>
                  <a:lnTo>
                    <a:pt x="249" y="1"/>
                  </a:lnTo>
                  <a:lnTo>
                    <a:pt x="226" y="0"/>
                  </a:lnTo>
                  <a:lnTo>
                    <a:pt x="204" y="1"/>
                  </a:lnTo>
                  <a:lnTo>
                    <a:pt x="181" y="5"/>
                  </a:lnTo>
                  <a:lnTo>
                    <a:pt x="161" y="10"/>
                  </a:lnTo>
                  <a:lnTo>
                    <a:pt x="141" y="16"/>
                  </a:lnTo>
                  <a:lnTo>
                    <a:pt x="121" y="26"/>
                  </a:lnTo>
                  <a:lnTo>
                    <a:pt x="102" y="37"/>
                  </a:lnTo>
                  <a:lnTo>
                    <a:pt x="84" y="48"/>
                  </a:lnTo>
                  <a:lnTo>
                    <a:pt x="68" y="65"/>
                  </a:lnTo>
                  <a:lnTo>
                    <a:pt x="54" y="81"/>
                  </a:lnTo>
                  <a:lnTo>
                    <a:pt x="39" y="99"/>
                  </a:lnTo>
                  <a:lnTo>
                    <a:pt x="28" y="118"/>
                  </a:lnTo>
                  <a:lnTo>
                    <a:pt x="18" y="139"/>
                  </a:lnTo>
                  <a:lnTo>
                    <a:pt x="10" y="164"/>
                  </a:lnTo>
                  <a:lnTo>
                    <a:pt x="4" y="187"/>
                  </a:lnTo>
                  <a:lnTo>
                    <a:pt x="1" y="212"/>
                  </a:lnTo>
                  <a:lnTo>
                    <a:pt x="0" y="240"/>
                  </a:lnTo>
                  <a:lnTo>
                    <a:pt x="1" y="266"/>
                  </a:lnTo>
                  <a:lnTo>
                    <a:pt x="4" y="291"/>
                  </a:lnTo>
                  <a:lnTo>
                    <a:pt x="10" y="315"/>
                  </a:lnTo>
                  <a:lnTo>
                    <a:pt x="18" y="338"/>
                  </a:lnTo>
                  <a:lnTo>
                    <a:pt x="28" y="361"/>
                  </a:lnTo>
                  <a:lnTo>
                    <a:pt x="40" y="379"/>
                  </a:lnTo>
                  <a:lnTo>
                    <a:pt x="54" y="398"/>
                  </a:lnTo>
                  <a:lnTo>
                    <a:pt x="70" y="416"/>
                  </a:lnTo>
                  <a:lnTo>
                    <a:pt x="87" y="430"/>
                  </a:lnTo>
                  <a:lnTo>
                    <a:pt x="105" y="445"/>
                  </a:lnTo>
                  <a:lnTo>
                    <a:pt x="124" y="456"/>
                  </a:lnTo>
                  <a:lnTo>
                    <a:pt x="145" y="466"/>
                  </a:lnTo>
                  <a:lnTo>
                    <a:pt x="166" y="474"/>
                  </a:lnTo>
                  <a:lnTo>
                    <a:pt x="188" y="479"/>
                  </a:lnTo>
                  <a:lnTo>
                    <a:pt x="210" y="482"/>
                  </a:lnTo>
                  <a:lnTo>
                    <a:pt x="234" y="48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123"/>
            <p:cNvSpPr>
              <a:spLocks/>
            </p:cNvSpPr>
            <p:nvPr/>
          </p:nvSpPr>
          <p:spPr bwMode="auto">
            <a:xfrm>
              <a:off x="2226" y="1351"/>
              <a:ext cx="223" cy="485"/>
            </a:xfrm>
            <a:custGeom>
              <a:avLst/>
              <a:gdLst>
                <a:gd name="T0" fmla="*/ 218 w 223"/>
                <a:gd name="T1" fmla="*/ 187 h 485"/>
                <a:gd name="T2" fmla="*/ 220 w 223"/>
                <a:gd name="T3" fmla="*/ 289 h 485"/>
                <a:gd name="T4" fmla="*/ 184 w 223"/>
                <a:gd name="T5" fmla="*/ 380 h 485"/>
                <a:gd name="T6" fmla="*/ 159 w 223"/>
                <a:gd name="T7" fmla="*/ 414 h 485"/>
                <a:gd name="T8" fmla="*/ 128 w 223"/>
                <a:gd name="T9" fmla="*/ 442 h 485"/>
                <a:gd name="T10" fmla="*/ 94 w 223"/>
                <a:gd name="T11" fmla="*/ 463 h 485"/>
                <a:gd name="T12" fmla="*/ 57 w 223"/>
                <a:gd name="T13" fmla="*/ 475 h 485"/>
                <a:gd name="T14" fmla="*/ 19 w 223"/>
                <a:gd name="T15" fmla="*/ 482 h 485"/>
                <a:gd name="T16" fmla="*/ 9 w 223"/>
                <a:gd name="T17" fmla="*/ 472 h 485"/>
                <a:gd name="T18" fmla="*/ 19 w 223"/>
                <a:gd name="T19" fmla="*/ 456 h 485"/>
                <a:gd name="T20" fmla="*/ 35 w 223"/>
                <a:gd name="T21" fmla="*/ 448 h 485"/>
                <a:gd name="T22" fmla="*/ 37 w 223"/>
                <a:gd name="T23" fmla="*/ 428 h 485"/>
                <a:gd name="T24" fmla="*/ 44 w 223"/>
                <a:gd name="T25" fmla="*/ 411 h 485"/>
                <a:gd name="T26" fmla="*/ 55 w 223"/>
                <a:gd name="T27" fmla="*/ 400 h 485"/>
                <a:gd name="T28" fmla="*/ 75 w 223"/>
                <a:gd name="T29" fmla="*/ 398 h 485"/>
                <a:gd name="T30" fmla="*/ 94 w 223"/>
                <a:gd name="T31" fmla="*/ 398 h 485"/>
                <a:gd name="T32" fmla="*/ 112 w 223"/>
                <a:gd name="T33" fmla="*/ 397 h 485"/>
                <a:gd name="T34" fmla="*/ 130 w 223"/>
                <a:gd name="T35" fmla="*/ 393 h 485"/>
                <a:gd name="T36" fmla="*/ 148 w 223"/>
                <a:gd name="T37" fmla="*/ 388 h 485"/>
                <a:gd name="T38" fmla="*/ 152 w 223"/>
                <a:gd name="T39" fmla="*/ 362 h 485"/>
                <a:gd name="T40" fmla="*/ 148 w 223"/>
                <a:gd name="T41" fmla="*/ 344 h 485"/>
                <a:gd name="T42" fmla="*/ 150 w 223"/>
                <a:gd name="T43" fmla="*/ 333 h 485"/>
                <a:gd name="T44" fmla="*/ 155 w 223"/>
                <a:gd name="T45" fmla="*/ 321 h 485"/>
                <a:gd name="T46" fmla="*/ 147 w 223"/>
                <a:gd name="T47" fmla="*/ 317 h 485"/>
                <a:gd name="T48" fmla="*/ 150 w 223"/>
                <a:gd name="T49" fmla="*/ 313 h 485"/>
                <a:gd name="T50" fmla="*/ 151 w 223"/>
                <a:gd name="T51" fmla="*/ 300 h 485"/>
                <a:gd name="T52" fmla="*/ 146 w 223"/>
                <a:gd name="T53" fmla="*/ 278 h 485"/>
                <a:gd name="T54" fmla="*/ 160 w 223"/>
                <a:gd name="T55" fmla="*/ 271 h 485"/>
                <a:gd name="T56" fmla="*/ 170 w 223"/>
                <a:gd name="T57" fmla="*/ 262 h 485"/>
                <a:gd name="T58" fmla="*/ 128 w 223"/>
                <a:gd name="T59" fmla="*/ 193 h 485"/>
                <a:gd name="T60" fmla="*/ 130 w 223"/>
                <a:gd name="T61" fmla="*/ 156 h 485"/>
                <a:gd name="T62" fmla="*/ 114 w 223"/>
                <a:gd name="T63" fmla="*/ 112 h 485"/>
                <a:gd name="T64" fmla="*/ 91 w 223"/>
                <a:gd name="T65" fmla="*/ 72 h 485"/>
                <a:gd name="T66" fmla="*/ 94 w 223"/>
                <a:gd name="T67" fmla="*/ 65 h 485"/>
                <a:gd name="T68" fmla="*/ 100 w 223"/>
                <a:gd name="T69" fmla="*/ 59 h 485"/>
                <a:gd name="T70" fmla="*/ 99 w 223"/>
                <a:gd name="T71" fmla="*/ 51 h 485"/>
                <a:gd name="T72" fmla="*/ 80 w 223"/>
                <a:gd name="T73" fmla="*/ 44 h 485"/>
                <a:gd name="T74" fmla="*/ 59 w 223"/>
                <a:gd name="T75" fmla="*/ 39 h 485"/>
                <a:gd name="T76" fmla="*/ 42 w 223"/>
                <a:gd name="T77" fmla="*/ 34 h 485"/>
                <a:gd name="T78" fmla="*/ 21 w 223"/>
                <a:gd name="T79" fmla="*/ 33 h 485"/>
                <a:gd name="T80" fmla="*/ 0 w 223"/>
                <a:gd name="T81" fmla="*/ 30 h 485"/>
                <a:gd name="T82" fmla="*/ 0 w 223"/>
                <a:gd name="T83" fmla="*/ 7 h 485"/>
                <a:gd name="T84" fmla="*/ 31 w 223"/>
                <a:gd name="T85" fmla="*/ 5 h 485"/>
                <a:gd name="T86" fmla="*/ 75 w 223"/>
                <a:gd name="T87" fmla="*/ 16 h 485"/>
                <a:gd name="T88" fmla="*/ 115 w 223"/>
                <a:gd name="T89" fmla="*/ 37 h 485"/>
                <a:gd name="T90" fmla="*/ 150 w 223"/>
                <a:gd name="T91" fmla="*/ 65 h 485"/>
                <a:gd name="T92" fmla="*/ 179 w 223"/>
                <a:gd name="T93" fmla="*/ 99 h 48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23"/>
                <a:gd name="T142" fmla="*/ 0 h 485"/>
                <a:gd name="T143" fmla="*/ 223 w 223"/>
                <a:gd name="T144" fmla="*/ 485 h 48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23" h="485">
                  <a:moveTo>
                    <a:pt x="196" y="127"/>
                  </a:moveTo>
                  <a:lnTo>
                    <a:pt x="209" y="157"/>
                  </a:lnTo>
                  <a:lnTo>
                    <a:pt x="218" y="187"/>
                  </a:lnTo>
                  <a:lnTo>
                    <a:pt x="223" y="222"/>
                  </a:lnTo>
                  <a:lnTo>
                    <a:pt x="223" y="257"/>
                  </a:lnTo>
                  <a:lnTo>
                    <a:pt x="220" y="289"/>
                  </a:lnTo>
                  <a:lnTo>
                    <a:pt x="213" y="324"/>
                  </a:lnTo>
                  <a:lnTo>
                    <a:pt x="201" y="353"/>
                  </a:lnTo>
                  <a:lnTo>
                    <a:pt x="184" y="380"/>
                  </a:lnTo>
                  <a:lnTo>
                    <a:pt x="175" y="393"/>
                  </a:lnTo>
                  <a:lnTo>
                    <a:pt x="168" y="402"/>
                  </a:lnTo>
                  <a:lnTo>
                    <a:pt x="159" y="414"/>
                  </a:lnTo>
                  <a:lnTo>
                    <a:pt x="148" y="424"/>
                  </a:lnTo>
                  <a:lnTo>
                    <a:pt x="139" y="431"/>
                  </a:lnTo>
                  <a:lnTo>
                    <a:pt x="128" y="442"/>
                  </a:lnTo>
                  <a:lnTo>
                    <a:pt x="117" y="448"/>
                  </a:lnTo>
                  <a:lnTo>
                    <a:pt x="104" y="455"/>
                  </a:lnTo>
                  <a:lnTo>
                    <a:pt x="94" y="463"/>
                  </a:lnTo>
                  <a:lnTo>
                    <a:pt x="82" y="467"/>
                  </a:lnTo>
                  <a:lnTo>
                    <a:pt x="71" y="472"/>
                  </a:lnTo>
                  <a:lnTo>
                    <a:pt x="57" y="475"/>
                  </a:lnTo>
                  <a:lnTo>
                    <a:pt x="45" y="479"/>
                  </a:lnTo>
                  <a:lnTo>
                    <a:pt x="31" y="481"/>
                  </a:lnTo>
                  <a:lnTo>
                    <a:pt x="19" y="482"/>
                  </a:lnTo>
                  <a:lnTo>
                    <a:pt x="5" y="485"/>
                  </a:lnTo>
                  <a:lnTo>
                    <a:pt x="8" y="477"/>
                  </a:lnTo>
                  <a:lnTo>
                    <a:pt x="9" y="472"/>
                  </a:lnTo>
                  <a:lnTo>
                    <a:pt x="12" y="467"/>
                  </a:lnTo>
                  <a:lnTo>
                    <a:pt x="15" y="463"/>
                  </a:lnTo>
                  <a:lnTo>
                    <a:pt x="19" y="456"/>
                  </a:lnTo>
                  <a:lnTo>
                    <a:pt x="24" y="453"/>
                  </a:lnTo>
                  <a:lnTo>
                    <a:pt x="28" y="449"/>
                  </a:lnTo>
                  <a:lnTo>
                    <a:pt x="35" y="448"/>
                  </a:lnTo>
                  <a:lnTo>
                    <a:pt x="35" y="442"/>
                  </a:lnTo>
                  <a:lnTo>
                    <a:pt x="36" y="437"/>
                  </a:lnTo>
                  <a:lnTo>
                    <a:pt x="37" y="428"/>
                  </a:lnTo>
                  <a:lnTo>
                    <a:pt x="37" y="422"/>
                  </a:lnTo>
                  <a:lnTo>
                    <a:pt x="39" y="417"/>
                  </a:lnTo>
                  <a:lnTo>
                    <a:pt x="44" y="411"/>
                  </a:lnTo>
                  <a:lnTo>
                    <a:pt x="46" y="405"/>
                  </a:lnTo>
                  <a:lnTo>
                    <a:pt x="49" y="401"/>
                  </a:lnTo>
                  <a:lnTo>
                    <a:pt x="55" y="400"/>
                  </a:lnTo>
                  <a:lnTo>
                    <a:pt x="62" y="400"/>
                  </a:lnTo>
                  <a:lnTo>
                    <a:pt x="68" y="400"/>
                  </a:lnTo>
                  <a:lnTo>
                    <a:pt x="75" y="398"/>
                  </a:lnTo>
                  <a:lnTo>
                    <a:pt x="81" y="398"/>
                  </a:lnTo>
                  <a:lnTo>
                    <a:pt x="86" y="398"/>
                  </a:lnTo>
                  <a:lnTo>
                    <a:pt x="94" y="398"/>
                  </a:lnTo>
                  <a:lnTo>
                    <a:pt x="100" y="398"/>
                  </a:lnTo>
                  <a:lnTo>
                    <a:pt x="106" y="397"/>
                  </a:lnTo>
                  <a:lnTo>
                    <a:pt x="112" y="397"/>
                  </a:lnTo>
                  <a:lnTo>
                    <a:pt x="119" y="394"/>
                  </a:lnTo>
                  <a:lnTo>
                    <a:pt x="124" y="394"/>
                  </a:lnTo>
                  <a:lnTo>
                    <a:pt x="130" y="393"/>
                  </a:lnTo>
                  <a:lnTo>
                    <a:pt x="137" y="391"/>
                  </a:lnTo>
                  <a:lnTo>
                    <a:pt x="142" y="390"/>
                  </a:lnTo>
                  <a:lnTo>
                    <a:pt x="148" y="388"/>
                  </a:lnTo>
                  <a:lnTo>
                    <a:pt x="152" y="379"/>
                  </a:lnTo>
                  <a:lnTo>
                    <a:pt x="152" y="371"/>
                  </a:lnTo>
                  <a:lnTo>
                    <a:pt x="152" y="362"/>
                  </a:lnTo>
                  <a:lnTo>
                    <a:pt x="150" y="353"/>
                  </a:lnTo>
                  <a:lnTo>
                    <a:pt x="148" y="347"/>
                  </a:lnTo>
                  <a:lnTo>
                    <a:pt x="148" y="344"/>
                  </a:lnTo>
                  <a:lnTo>
                    <a:pt x="148" y="342"/>
                  </a:lnTo>
                  <a:lnTo>
                    <a:pt x="148" y="336"/>
                  </a:lnTo>
                  <a:lnTo>
                    <a:pt x="150" y="333"/>
                  </a:lnTo>
                  <a:lnTo>
                    <a:pt x="151" y="328"/>
                  </a:lnTo>
                  <a:lnTo>
                    <a:pt x="152" y="324"/>
                  </a:lnTo>
                  <a:lnTo>
                    <a:pt x="155" y="321"/>
                  </a:lnTo>
                  <a:lnTo>
                    <a:pt x="151" y="318"/>
                  </a:lnTo>
                  <a:lnTo>
                    <a:pt x="150" y="318"/>
                  </a:lnTo>
                  <a:lnTo>
                    <a:pt x="147" y="317"/>
                  </a:lnTo>
                  <a:lnTo>
                    <a:pt x="147" y="314"/>
                  </a:lnTo>
                  <a:lnTo>
                    <a:pt x="148" y="313"/>
                  </a:lnTo>
                  <a:lnTo>
                    <a:pt x="150" y="313"/>
                  </a:lnTo>
                  <a:lnTo>
                    <a:pt x="152" y="310"/>
                  </a:lnTo>
                  <a:lnTo>
                    <a:pt x="155" y="309"/>
                  </a:lnTo>
                  <a:lnTo>
                    <a:pt x="151" y="300"/>
                  </a:lnTo>
                  <a:lnTo>
                    <a:pt x="150" y="295"/>
                  </a:lnTo>
                  <a:lnTo>
                    <a:pt x="148" y="286"/>
                  </a:lnTo>
                  <a:lnTo>
                    <a:pt x="146" y="278"/>
                  </a:lnTo>
                  <a:lnTo>
                    <a:pt x="150" y="275"/>
                  </a:lnTo>
                  <a:lnTo>
                    <a:pt x="155" y="273"/>
                  </a:lnTo>
                  <a:lnTo>
                    <a:pt x="160" y="271"/>
                  </a:lnTo>
                  <a:lnTo>
                    <a:pt x="164" y="269"/>
                  </a:lnTo>
                  <a:lnTo>
                    <a:pt x="168" y="266"/>
                  </a:lnTo>
                  <a:lnTo>
                    <a:pt x="170" y="262"/>
                  </a:lnTo>
                  <a:lnTo>
                    <a:pt x="173" y="259"/>
                  </a:lnTo>
                  <a:lnTo>
                    <a:pt x="173" y="251"/>
                  </a:lnTo>
                  <a:lnTo>
                    <a:pt x="128" y="193"/>
                  </a:lnTo>
                  <a:lnTo>
                    <a:pt x="139" y="185"/>
                  </a:lnTo>
                  <a:lnTo>
                    <a:pt x="137" y="170"/>
                  </a:lnTo>
                  <a:lnTo>
                    <a:pt x="130" y="156"/>
                  </a:lnTo>
                  <a:lnTo>
                    <a:pt x="126" y="139"/>
                  </a:lnTo>
                  <a:lnTo>
                    <a:pt x="121" y="124"/>
                  </a:lnTo>
                  <a:lnTo>
                    <a:pt x="114" y="112"/>
                  </a:lnTo>
                  <a:lnTo>
                    <a:pt x="106" y="98"/>
                  </a:lnTo>
                  <a:lnTo>
                    <a:pt x="99" y="84"/>
                  </a:lnTo>
                  <a:lnTo>
                    <a:pt x="91" y="72"/>
                  </a:lnTo>
                  <a:lnTo>
                    <a:pt x="93" y="70"/>
                  </a:lnTo>
                  <a:lnTo>
                    <a:pt x="94" y="66"/>
                  </a:lnTo>
                  <a:lnTo>
                    <a:pt x="94" y="65"/>
                  </a:lnTo>
                  <a:lnTo>
                    <a:pt x="98" y="63"/>
                  </a:lnTo>
                  <a:lnTo>
                    <a:pt x="99" y="62"/>
                  </a:lnTo>
                  <a:lnTo>
                    <a:pt x="100" y="59"/>
                  </a:lnTo>
                  <a:lnTo>
                    <a:pt x="103" y="57"/>
                  </a:lnTo>
                  <a:lnTo>
                    <a:pt x="104" y="55"/>
                  </a:lnTo>
                  <a:lnTo>
                    <a:pt x="99" y="51"/>
                  </a:lnTo>
                  <a:lnTo>
                    <a:pt x="93" y="48"/>
                  </a:lnTo>
                  <a:lnTo>
                    <a:pt x="85" y="45"/>
                  </a:lnTo>
                  <a:lnTo>
                    <a:pt x="80" y="44"/>
                  </a:lnTo>
                  <a:lnTo>
                    <a:pt x="73" y="43"/>
                  </a:lnTo>
                  <a:lnTo>
                    <a:pt x="67" y="40"/>
                  </a:lnTo>
                  <a:lnTo>
                    <a:pt x="59" y="39"/>
                  </a:lnTo>
                  <a:lnTo>
                    <a:pt x="54" y="37"/>
                  </a:lnTo>
                  <a:lnTo>
                    <a:pt x="48" y="36"/>
                  </a:lnTo>
                  <a:lnTo>
                    <a:pt x="42" y="34"/>
                  </a:lnTo>
                  <a:lnTo>
                    <a:pt x="35" y="34"/>
                  </a:lnTo>
                  <a:lnTo>
                    <a:pt x="27" y="33"/>
                  </a:lnTo>
                  <a:lnTo>
                    <a:pt x="21" y="33"/>
                  </a:lnTo>
                  <a:lnTo>
                    <a:pt x="14" y="30"/>
                  </a:lnTo>
                  <a:lnTo>
                    <a:pt x="6" y="30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0" y="7"/>
                  </a:lnTo>
                  <a:lnTo>
                    <a:pt x="3" y="0"/>
                  </a:lnTo>
                  <a:lnTo>
                    <a:pt x="17" y="1"/>
                  </a:lnTo>
                  <a:lnTo>
                    <a:pt x="31" y="5"/>
                  </a:lnTo>
                  <a:lnTo>
                    <a:pt x="46" y="8"/>
                  </a:lnTo>
                  <a:lnTo>
                    <a:pt x="59" y="11"/>
                  </a:lnTo>
                  <a:lnTo>
                    <a:pt x="75" y="16"/>
                  </a:lnTo>
                  <a:lnTo>
                    <a:pt x="86" y="23"/>
                  </a:lnTo>
                  <a:lnTo>
                    <a:pt x="102" y="29"/>
                  </a:lnTo>
                  <a:lnTo>
                    <a:pt x="115" y="37"/>
                  </a:lnTo>
                  <a:lnTo>
                    <a:pt x="128" y="45"/>
                  </a:lnTo>
                  <a:lnTo>
                    <a:pt x="139" y="55"/>
                  </a:lnTo>
                  <a:lnTo>
                    <a:pt x="150" y="65"/>
                  </a:lnTo>
                  <a:lnTo>
                    <a:pt x="161" y="74"/>
                  </a:lnTo>
                  <a:lnTo>
                    <a:pt x="170" y="88"/>
                  </a:lnTo>
                  <a:lnTo>
                    <a:pt x="179" y="99"/>
                  </a:lnTo>
                  <a:lnTo>
                    <a:pt x="188" y="113"/>
                  </a:lnTo>
                  <a:lnTo>
                    <a:pt x="196" y="1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124"/>
            <p:cNvSpPr>
              <a:spLocks/>
            </p:cNvSpPr>
            <p:nvPr/>
          </p:nvSpPr>
          <p:spPr bwMode="auto">
            <a:xfrm>
              <a:off x="2187" y="1352"/>
              <a:ext cx="31" cy="38"/>
            </a:xfrm>
            <a:custGeom>
              <a:avLst/>
              <a:gdLst>
                <a:gd name="T0" fmla="*/ 30 w 31"/>
                <a:gd name="T1" fmla="*/ 38 h 38"/>
                <a:gd name="T2" fmla="*/ 18 w 31"/>
                <a:gd name="T3" fmla="*/ 38 h 38"/>
                <a:gd name="T4" fmla="*/ 19 w 31"/>
                <a:gd name="T5" fmla="*/ 34 h 38"/>
                <a:gd name="T6" fmla="*/ 19 w 31"/>
                <a:gd name="T7" fmla="*/ 28 h 38"/>
                <a:gd name="T8" fmla="*/ 18 w 31"/>
                <a:gd name="T9" fmla="*/ 22 h 38"/>
                <a:gd name="T10" fmla="*/ 17 w 31"/>
                <a:gd name="T11" fmla="*/ 18 h 38"/>
                <a:gd name="T12" fmla="*/ 13 w 31"/>
                <a:gd name="T13" fmla="*/ 15 h 38"/>
                <a:gd name="T14" fmla="*/ 12 w 31"/>
                <a:gd name="T15" fmla="*/ 11 h 38"/>
                <a:gd name="T16" fmla="*/ 5 w 31"/>
                <a:gd name="T17" fmla="*/ 8 h 38"/>
                <a:gd name="T18" fmla="*/ 3 w 31"/>
                <a:gd name="T19" fmla="*/ 7 h 38"/>
                <a:gd name="T20" fmla="*/ 0 w 31"/>
                <a:gd name="T21" fmla="*/ 4 h 38"/>
                <a:gd name="T22" fmla="*/ 3 w 31"/>
                <a:gd name="T23" fmla="*/ 4 h 38"/>
                <a:gd name="T24" fmla="*/ 5 w 31"/>
                <a:gd name="T25" fmla="*/ 4 h 38"/>
                <a:gd name="T26" fmla="*/ 12 w 31"/>
                <a:gd name="T27" fmla="*/ 0 h 38"/>
                <a:gd name="T28" fmla="*/ 14 w 31"/>
                <a:gd name="T29" fmla="*/ 0 h 38"/>
                <a:gd name="T30" fmla="*/ 19 w 31"/>
                <a:gd name="T31" fmla="*/ 0 h 38"/>
                <a:gd name="T32" fmla="*/ 23 w 31"/>
                <a:gd name="T33" fmla="*/ 0 h 38"/>
                <a:gd name="T34" fmla="*/ 28 w 31"/>
                <a:gd name="T35" fmla="*/ 0 h 38"/>
                <a:gd name="T36" fmla="*/ 31 w 31"/>
                <a:gd name="T37" fmla="*/ 4 h 38"/>
                <a:gd name="T38" fmla="*/ 30 w 31"/>
                <a:gd name="T39" fmla="*/ 38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1"/>
                <a:gd name="T61" fmla="*/ 0 h 38"/>
                <a:gd name="T62" fmla="*/ 31 w 31"/>
                <a:gd name="T63" fmla="*/ 38 h 3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1" h="38">
                  <a:moveTo>
                    <a:pt x="30" y="38"/>
                  </a:moveTo>
                  <a:lnTo>
                    <a:pt x="18" y="38"/>
                  </a:lnTo>
                  <a:lnTo>
                    <a:pt x="19" y="34"/>
                  </a:lnTo>
                  <a:lnTo>
                    <a:pt x="19" y="28"/>
                  </a:lnTo>
                  <a:lnTo>
                    <a:pt x="18" y="22"/>
                  </a:lnTo>
                  <a:lnTo>
                    <a:pt x="17" y="18"/>
                  </a:lnTo>
                  <a:lnTo>
                    <a:pt x="13" y="15"/>
                  </a:lnTo>
                  <a:lnTo>
                    <a:pt x="12" y="11"/>
                  </a:lnTo>
                  <a:lnTo>
                    <a:pt x="5" y="8"/>
                  </a:lnTo>
                  <a:lnTo>
                    <a:pt x="3" y="7"/>
                  </a:lnTo>
                  <a:lnTo>
                    <a:pt x="0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1" y="4"/>
                  </a:lnTo>
                  <a:lnTo>
                    <a:pt x="30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125"/>
            <p:cNvSpPr>
              <a:spLocks/>
            </p:cNvSpPr>
            <p:nvPr/>
          </p:nvSpPr>
          <p:spPr bwMode="auto">
            <a:xfrm>
              <a:off x="2044" y="1359"/>
              <a:ext cx="155" cy="437"/>
            </a:xfrm>
            <a:custGeom>
              <a:avLst/>
              <a:gdLst>
                <a:gd name="T0" fmla="*/ 155 w 155"/>
                <a:gd name="T1" fmla="*/ 30 h 437"/>
                <a:gd name="T2" fmla="*/ 152 w 155"/>
                <a:gd name="T3" fmla="*/ 54 h 437"/>
                <a:gd name="T4" fmla="*/ 145 w 155"/>
                <a:gd name="T5" fmla="*/ 73 h 437"/>
                <a:gd name="T6" fmla="*/ 137 w 155"/>
                <a:gd name="T7" fmla="*/ 77 h 437"/>
                <a:gd name="T8" fmla="*/ 127 w 155"/>
                <a:gd name="T9" fmla="*/ 84 h 437"/>
                <a:gd name="T10" fmla="*/ 124 w 155"/>
                <a:gd name="T11" fmla="*/ 92 h 437"/>
                <a:gd name="T12" fmla="*/ 124 w 155"/>
                <a:gd name="T13" fmla="*/ 106 h 437"/>
                <a:gd name="T14" fmla="*/ 127 w 155"/>
                <a:gd name="T15" fmla="*/ 115 h 437"/>
                <a:gd name="T16" fmla="*/ 136 w 155"/>
                <a:gd name="T17" fmla="*/ 110 h 437"/>
                <a:gd name="T18" fmla="*/ 138 w 155"/>
                <a:gd name="T19" fmla="*/ 101 h 437"/>
                <a:gd name="T20" fmla="*/ 146 w 155"/>
                <a:gd name="T21" fmla="*/ 97 h 437"/>
                <a:gd name="T22" fmla="*/ 143 w 155"/>
                <a:gd name="T23" fmla="*/ 130 h 437"/>
                <a:gd name="T24" fmla="*/ 136 w 155"/>
                <a:gd name="T25" fmla="*/ 147 h 437"/>
                <a:gd name="T26" fmla="*/ 127 w 155"/>
                <a:gd name="T27" fmla="*/ 164 h 437"/>
                <a:gd name="T28" fmla="*/ 132 w 155"/>
                <a:gd name="T29" fmla="*/ 205 h 437"/>
                <a:gd name="T30" fmla="*/ 128 w 155"/>
                <a:gd name="T31" fmla="*/ 194 h 437"/>
                <a:gd name="T32" fmla="*/ 127 w 155"/>
                <a:gd name="T33" fmla="*/ 185 h 437"/>
                <a:gd name="T34" fmla="*/ 109 w 155"/>
                <a:gd name="T35" fmla="*/ 167 h 437"/>
                <a:gd name="T36" fmla="*/ 98 w 155"/>
                <a:gd name="T37" fmla="*/ 174 h 437"/>
                <a:gd name="T38" fmla="*/ 92 w 155"/>
                <a:gd name="T39" fmla="*/ 181 h 437"/>
                <a:gd name="T40" fmla="*/ 82 w 155"/>
                <a:gd name="T41" fmla="*/ 174 h 437"/>
                <a:gd name="T42" fmla="*/ 68 w 155"/>
                <a:gd name="T43" fmla="*/ 170 h 437"/>
                <a:gd name="T44" fmla="*/ 57 w 155"/>
                <a:gd name="T45" fmla="*/ 176 h 437"/>
                <a:gd name="T46" fmla="*/ 58 w 155"/>
                <a:gd name="T47" fmla="*/ 196 h 437"/>
                <a:gd name="T48" fmla="*/ 57 w 155"/>
                <a:gd name="T49" fmla="*/ 205 h 437"/>
                <a:gd name="T50" fmla="*/ 48 w 155"/>
                <a:gd name="T51" fmla="*/ 217 h 437"/>
                <a:gd name="T52" fmla="*/ 39 w 155"/>
                <a:gd name="T53" fmla="*/ 232 h 437"/>
                <a:gd name="T54" fmla="*/ 50 w 155"/>
                <a:gd name="T55" fmla="*/ 269 h 437"/>
                <a:gd name="T56" fmla="*/ 70 w 155"/>
                <a:gd name="T57" fmla="*/ 301 h 437"/>
                <a:gd name="T58" fmla="*/ 97 w 155"/>
                <a:gd name="T59" fmla="*/ 314 h 437"/>
                <a:gd name="T60" fmla="*/ 110 w 155"/>
                <a:gd name="T61" fmla="*/ 328 h 437"/>
                <a:gd name="T62" fmla="*/ 115 w 155"/>
                <a:gd name="T63" fmla="*/ 345 h 437"/>
                <a:gd name="T64" fmla="*/ 94 w 155"/>
                <a:gd name="T65" fmla="*/ 365 h 437"/>
                <a:gd name="T66" fmla="*/ 91 w 155"/>
                <a:gd name="T67" fmla="*/ 401 h 437"/>
                <a:gd name="T68" fmla="*/ 89 w 155"/>
                <a:gd name="T69" fmla="*/ 437 h 437"/>
                <a:gd name="T70" fmla="*/ 70 w 155"/>
                <a:gd name="T71" fmla="*/ 422 h 437"/>
                <a:gd name="T72" fmla="*/ 54 w 155"/>
                <a:gd name="T73" fmla="*/ 401 h 437"/>
                <a:gd name="T74" fmla="*/ 44 w 155"/>
                <a:gd name="T75" fmla="*/ 379 h 437"/>
                <a:gd name="T76" fmla="*/ 35 w 155"/>
                <a:gd name="T77" fmla="*/ 357 h 437"/>
                <a:gd name="T78" fmla="*/ 21 w 155"/>
                <a:gd name="T79" fmla="*/ 345 h 437"/>
                <a:gd name="T80" fmla="*/ 5 w 155"/>
                <a:gd name="T81" fmla="*/ 276 h 437"/>
                <a:gd name="T82" fmla="*/ 19 w 155"/>
                <a:gd name="T83" fmla="*/ 262 h 437"/>
                <a:gd name="T84" fmla="*/ 31 w 155"/>
                <a:gd name="T85" fmla="*/ 244 h 437"/>
                <a:gd name="T86" fmla="*/ 35 w 155"/>
                <a:gd name="T87" fmla="*/ 181 h 437"/>
                <a:gd name="T88" fmla="*/ 28 w 155"/>
                <a:gd name="T89" fmla="*/ 179 h 437"/>
                <a:gd name="T90" fmla="*/ 21 w 155"/>
                <a:gd name="T91" fmla="*/ 178 h 437"/>
                <a:gd name="T92" fmla="*/ 19 w 155"/>
                <a:gd name="T93" fmla="*/ 97 h 437"/>
                <a:gd name="T94" fmla="*/ 10 w 155"/>
                <a:gd name="T95" fmla="*/ 91 h 437"/>
                <a:gd name="T96" fmla="*/ 5 w 155"/>
                <a:gd name="T97" fmla="*/ 86 h 437"/>
                <a:gd name="T98" fmla="*/ 8 w 155"/>
                <a:gd name="T99" fmla="*/ 73 h 437"/>
                <a:gd name="T100" fmla="*/ 30 w 155"/>
                <a:gd name="T101" fmla="*/ 51 h 437"/>
                <a:gd name="T102" fmla="*/ 52 w 155"/>
                <a:gd name="T103" fmla="*/ 34 h 437"/>
                <a:gd name="T104" fmla="*/ 76 w 155"/>
                <a:gd name="T105" fmla="*/ 21 h 437"/>
                <a:gd name="T106" fmla="*/ 103 w 155"/>
                <a:gd name="T107" fmla="*/ 8 h 437"/>
                <a:gd name="T108" fmla="*/ 128 w 155"/>
                <a:gd name="T109" fmla="*/ 0 h 437"/>
                <a:gd name="T110" fmla="*/ 141 w 155"/>
                <a:gd name="T111" fmla="*/ 3 h 437"/>
                <a:gd name="T112" fmla="*/ 147 w 155"/>
                <a:gd name="T113" fmla="*/ 11 h 43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5"/>
                <a:gd name="T172" fmla="*/ 0 h 437"/>
                <a:gd name="T173" fmla="*/ 155 w 155"/>
                <a:gd name="T174" fmla="*/ 437 h 43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5" h="437">
                  <a:moveTo>
                    <a:pt x="155" y="16"/>
                  </a:moveTo>
                  <a:lnTo>
                    <a:pt x="155" y="25"/>
                  </a:lnTo>
                  <a:lnTo>
                    <a:pt x="155" y="30"/>
                  </a:lnTo>
                  <a:lnTo>
                    <a:pt x="155" y="39"/>
                  </a:lnTo>
                  <a:lnTo>
                    <a:pt x="152" y="47"/>
                  </a:lnTo>
                  <a:lnTo>
                    <a:pt x="152" y="54"/>
                  </a:lnTo>
                  <a:lnTo>
                    <a:pt x="151" y="59"/>
                  </a:lnTo>
                  <a:lnTo>
                    <a:pt x="147" y="65"/>
                  </a:lnTo>
                  <a:lnTo>
                    <a:pt x="145" y="73"/>
                  </a:lnTo>
                  <a:lnTo>
                    <a:pt x="142" y="74"/>
                  </a:lnTo>
                  <a:lnTo>
                    <a:pt x="141" y="76"/>
                  </a:lnTo>
                  <a:lnTo>
                    <a:pt x="137" y="77"/>
                  </a:lnTo>
                  <a:lnTo>
                    <a:pt x="134" y="80"/>
                  </a:lnTo>
                  <a:lnTo>
                    <a:pt x="132" y="81"/>
                  </a:lnTo>
                  <a:lnTo>
                    <a:pt x="127" y="84"/>
                  </a:lnTo>
                  <a:lnTo>
                    <a:pt x="125" y="86"/>
                  </a:lnTo>
                  <a:lnTo>
                    <a:pt x="123" y="88"/>
                  </a:lnTo>
                  <a:lnTo>
                    <a:pt x="124" y="92"/>
                  </a:lnTo>
                  <a:lnTo>
                    <a:pt x="124" y="97"/>
                  </a:lnTo>
                  <a:lnTo>
                    <a:pt x="124" y="102"/>
                  </a:lnTo>
                  <a:lnTo>
                    <a:pt x="124" y="106"/>
                  </a:lnTo>
                  <a:lnTo>
                    <a:pt x="124" y="110"/>
                  </a:lnTo>
                  <a:lnTo>
                    <a:pt x="125" y="113"/>
                  </a:lnTo>
                  <a:lnTo>
                    <a:pt x="127" y="115"/>
                  </a:lnTo>
                  <a:lnTo>
                    <a:pt x="133" y="116"/>
                  </a:lnTo>
                  <a:lnTo>
                    <a:pt x="134" y="113"/>
                  </a:lnTo>
                  <a:lnTo>
                    <a:pt x="136" y="110"/>
                  </a:lnTo>
                  <a:lnTo>
                    <a:pt x="136" y="106"/>
                  </a:lnTo>
                  <a:lnTo>
                    <a:pt x="137" y="103"/>
                  </a:lnTo>
                  <a:lnTo>
                    <a:pt x="138" y="101"/>
                  </a:lnTo>
                  <a:lnTo>
                    <a:pt x="142" y="97"/>
                  </a:lnTo>
                  <a:lnTo>
                    <a:pt x="143" y="97"/>
                  </a:lnTo>
                  <a:lnTo>
                    <a:pt x="146" y="97"/>
                  </a:lnTo>
                  <a:lnTo>
                    <a:pt x="152" y="118"/>
                  </a:lnTo>
                  <a:lnTo>
                    <a:pt x="147" y="124"/>
                  </a:lnTo>
                  <a:lnTo>
                    <a:pt x="143" y="130"/>
                  </a:lnTo>
                  <a:lnTo>
                    <a:pt x="141" y="134"/>
                  </a:lnTo>
                  <a:lnTo>
                    <a:pt x="137" y="141"/>
                  </a:lnTo>
                  <a:lnTo>
                    <a:pt x="136" y="147"/>
                  </a:lnTo>
                  <a:lnTo>
                    <a:pt x="133" y="153"/>
                  </a:lnTo>
                  <a:lnTo>
                    <a:pt x="132" y="159"/>
                  </a:lnTo>
                  <a:lnTo>
                    <a:pt x="127" y="164"/>
                  </a:lnTo>
                  <a:lnTo>
                    <a:pt x="137" y="204"/>
                  </a:lnTo>
                  <a:lnTo>
                    <a:pt x="134" y="205"/>
                  </a:lnTo>
                  <a:lnTo>
                    <a:pt x="132" y="205"/>
                  </a:lnTo>
                  <a:lnTo>
                    <a:pt x="128" y="204"/>
                  </a:lnTo>
                  <a:lnTo>
                    <a:pt x="128" y="201"/>
                  </a:lnTo>
                  <a:lnTo>
                    <a:pt x="128" y="194"/>
                  </a:lnTo>
                  <a:lnTo>
                    <a:pt x="128" y="190"/>
                  </a:lnTo>
                  <a:lnTo>
                    <a:pt x="128" y="186"/>
                  </a:lnTo>
                  <a:lnTo>
                    <a:pt x="127" y="185"/>
                  </a:lnTo>
                  <a:lnTo>
                    <a:pt x="116" y="164"/>
                  </a:lnTo>
                  <a:lnTo>
                    <a:pt x="114" y="165"/>
                  </a:lnTo>
                  <a:lnTo>
                    <a:pt x="109" y="167"/>
                  </a:lnTo>
                  <a:lnTo>
                    <a:pt x="105" y="167"/>
                  </a:lnTo>
                  <a:lnTo>
                    <a:pt x="101" y="168"/>
                  </a:lnTo>
                  <a:lnTo>
                    <a:pt x="98" y="174"/>
                  </a:lnTo>
                  <a:lnTo>
                    <a:pt x="96" y="175"/>
                  </a:lnTo>
                  <a:lnTo>
                    <a:pt x="94" y="178"/>
                  </a:lnTo>
                  <a:lnTo>
                    <a:pt x="92" y="181"/>
                  </a:lnTo>
                  <a:lnTo>
                    <a:pt x="91" y="176"/>
                  </a:lnTo>
                  <a:lnTo>
                    <a:pt x="88" y="175"/>
                  </a:lnTo>
                  <a:lnTo>
                    <a:pt x="82" y="174"/>
                  </a:lnTo>
                  <a:lnTo>
                    <a:pt x="77" y="174"/>
                  </a:lnTo>
                  <a:lnTo>
                    <a:pt x="72" y="174"/>
                  </a:lnTo>
                  <a:lnTo>
                    <a:pt x="68" y="170"/>
                  </a:lnTo>
                  <a:lnTo>
                    <a:pt x="63" y="170"/>
                  </a:lnTo>
                  <a:lnTo>
                    <a:pt x="61" y="170"/>
                  </a:lnTo>
                  <a:lnTo>
                    <a:pt x="57" y="176"/>
                  </a:lnTo>
                  <a:lnTo>
                    <a:pt x="57" y="183"/>
                  </a:lnTo>
                  <a:lnTo>
                    <a:pt x="57" y="189"/>
                  </a:lnTo>
                  <a:lnTo>
                    <a:pt x="58" y="196"/>
                  </a:lnTo>
                  <a:lnTo>
                    <a:pt x="68" y="204"/>
                  </a:lnTo>
                  <a:lnTo>
                    <a:pt x="62" y="204"/>
                  </a:lnTo>
                  <a:lnTo>
                    <a:pt x="57" y="205"/>
                  </a:lnTo>
                  <a:lnTo>
                    <a:pt x="53" y="208"/>
                  </a:lnTo>
                  <a:lnTo>
                    <a:pt x="50" y="212"/>
                  </a:lnTo>
                  <a:lnTo>
                    <a:pt x="48" y="217"/>
                  </a:lnTo>
                  <a:lnTo>
                    <a:pt x="44" y="220"/>
                  </a:lnTo>
                  <a:lnTo>
                    <a:pt x="41" y="229"/>
                  </a:lnTo>
                  <a:lnTo>
                    <a:pt x="39" y="232"/>
                  </a:lnTo>
                  <a:lnTo>
                    <a:pt x="43" y="243"/>
                  </a:lnTo>
                  <a:lnTo>
                    <a:pt x="48" y="255"/>
                  </a:lnTo>
                  <a:lnTo>
                    <a:pt x="50" y="269"/>
                  </a:lnTo>
                  <a:lnTo>
                    <a:pt x="54" y="281"/>
                  </a:lnTo>
                  <a:lnTo>
                    <a:pt x="62" y="291"/>
                  </a:lnTo>
                  <a:lnTo>
                    <a:pt x="70" y="301"/>
                  </a:lnTo>
                  <a:lnTo>
                    <a:pt x="80" y="306"/>
                  </a:lnTo>
                  <a:lnTo>
                    <a:pt x="96" y="309"/>
                  </a:lnTo>
                  <a:lnTo>
                    <a:pt x="97" y="314"/>
                  </a:lnTo>
                  <a:lnTo>
                    <a:pt x="101" y="319"/>
                  </a:lnTo>
                  <a:lnTo>
                    <a:pt x="106" y="321"/>
                  </a:lnTo>
                  <a:lnTo>
                    <a:pt x="110" y="328"/>
                  </a:lnTo>
                  <a:lnTo>
                    <a:pt x="114" y="334"/>
                  </a:lnTo>
                  <a:lnTo>
                    <a:pt x="115" y="339"/>
                  </a:lnTo>
                  <a:lnTo>
                    <a:pt x="115" y="345"/>
                  </a:lnTo>
                  <a:lnTo>
                    <a:pt x="110" y="351"/>
                  </a:lnTo>
                  <a:lnTo>
                    <a:pt x="100" y="357"/>
                  </a:lnTo>
                  <a:lnTo>
                    <a:pt x="94" y="365"/>
                  </a:lnTo>
                  <a:lnTo>
                    <a:pt x="91" y="378"/>
                  </a:lnTo>
                  <a:lnTo>
                    <a:pt x="91" y="389"/>
                  </a:lnTo>
                  <a:lnTo>
                    <a:pt x="91" y="401"/>
                  </a:lnTo>
                  <a:lnTo>
                    <a:pt x="91" y="412"/>
                  </a:lnTo>
                  <a:lnTo>
                    <a:pt x="91" y="423"/>
                  </a:lnTo>
                  <a:lnTo>
                    <a:pt x="89" y="437"/>
                  </a:lnTo>
                  <a:lnTo>
                    <a:pt x="82" y="434"/>
                  </a:lnTo>
                  <a:lnTo>
                    <a:pt x="76" y="429"/>
                  </a:lnTo>
                  <a:lnTo>
                    <a:pt x="70" y="422"/>
                  </a:lnTo>
                  <a:lnTo>
                    <a:pt x="66" y="416"/>
                  </a:lnTo>
                  <a:lnTo>
                    <a:pt x="61" y="408"/>
                  </a:lnTo>
                  <a:lnTo>
                    <a:pt x="54" y="401"/>
                  </a:lnTo>
                  <a:lnTo>
                    <a:pt x="50" y="392"/>
                  </a:lnTo>
                  <a:lnTo>
                    <a:pt x="48" y="385"/>
                  </a:lnTo>
                  <a:lnTo>
                    <a:pt x="44" y="379"/>
                  </a:lnTo>
                  <a:lnTo>
                    <a:pt x="43" y="371"/>
                  </a:lnTo>
                  <a:lnTo>
                    <a:pt x="40" y="364"/>
                  </a:lnTo>
                  <a:lnTo>
                    <a:pt x="35" y="357"/>
                  </a:lnTo>
                  <a:lnTo>
                    <a:pt x="31" y="353"/>
                  </a:lnTo>
                  <a:lnTo>
                    <a:pt x="26" y="348"/>
                  </a:lnTo>
                  <a:lnTo>
                    <a:pt x="21" y="345"/>
                  </a:lnTo>
                  <a:lnTo>
                    <a:pt x="14" y="343"/>
                  </a:lnTo>
                  <a:lnTo>
                    <a:pt x="0" y="278"/>
                  </a:lnTo>
                  <a:lnTo>
                    <a:pt x="5" y="276"/>
                  </a:lnTo>
                  <a:lnTo>
                    <a:pt x="10" y="270"/>
                  </a:lnTo>
                  <a:lnTo>
                    <a:pt x="16" y="267"/>
                  </a:lnTo>
                  <a:lnTo>
                    <a:pt x="19" y="262"/>
                  </a:lnTo>
                  <a:lnTo>
                    <a:pt x="23" y="258"/>
                  </a:lnTo>
                  <a:lnTo>
                    <a:pt x="26" y="251"/>
                  </a:lnTo>
                  <a:lnTo>
                    <a:pt x="31" y="244"/>
                  </a:lnTo>
                  <a:lnTo>
                    <a:pt x="34" y="240"/>
                  </a:lnTo>
                  <a:lnTo>
                    <a:pt x="40" y="183"/>
                  </a:lnTo>
                  <a:lnTo>
                    <a:pt x="35" y="181"/>
                  </a:lnTo>
                  <a:lnTo>
                    <a:pt x="34" y="181"/>
                  </a:lnTo>
                  <a:lnTo>
                    <a:pt x="31" y="179"/>
                  </a:lnTo>
                  <a:lnTo>
                    <a:pt x="28" y="179"/>
                  </a:lnTo>
                  <a:lnTo>
                    <a:pt x="25" y="179"/>
                  </a:lnTo>
                  <a:lnTo>
                    <a:pt x="23" y="178"/>
                  </a:lnTo>
                  <a:lnTo>
                    <a:pt x="21" y="178"/>
                  </a:lnTo>
                  <a:lnTo>
                    <a:pt x="17" y="178"/>
                  </a:lnTo>
                  <a:lnTo>
                    <a:pt x="5" y="131"/>
                  </a:lnTo>
                  <a:lnTo>
                    <a:pt x="19" y="97"/>
                  </a:lnTo>
                  <a:lnTo>
                    <a:pt x="16" y="94"/>
                  </a:lnTo>
                  <a:lnTo>
                    <a:pt x="14" y="92"/>
                  </a:lnTo>
                  <a:lnTo>
                    <a:pt x="10" y="91"/>
                  </a:lnTo>
                  <a:lnTo>
                    <a:pt x="8" y="88"/>
                  </a:lnTo>
                  <a:lnTo>
                    <a:pt x="7" y="87"/>
                  </a:lnTo>
                  <a:lnTo>
                    <a:pt x="5" y="86"/>
                  </a:lnTo>
                  <a:lnTo>
                    <a:pt x="4" y="84"/>
                  </a:lnTo>
                  <a:lnTo>
                    <a:pt x="3" y="81"/>
                  </a:lnTo>
                  <a:lnTo>
                    <a:pt x="8" y="73"/>
                  </a:lnTo>
                  <a:lnTo>
                    <a:pt x="16" y="65"/>
                  </a:lnTo>
                  <a:lnTo>
                    <a:pt x="22" y="58"/>
                  </a:lnTo>
                  <a:lnTo>
                    <a:pt x="30" y="51"/>
                  </a:lnTo>
                  <a:lnTo>
                    <a:pt x="35" y="47"/>
                  </a:lnTo>
                  <a:lnTo>
                    <a:pt x="44" y="39"/>
                  </a:lnTo>
                  <a:lnTo>
                    <a:pt x="52" y="34"/>
                  </a:lnTo>
                  <a:lnTo>
                    <a:pt x="61" y="29"/>
                  </a:lnTo>
                  <a:lnTo>
                    <a:pt x="68" y="25"/>
                  </a:lnTo>
                  <a:lnTo>
                    <a:pt x="76" y="21"/>
                  </a:lnTo>
                  <a:lnTo>
                    <a:pt x="87" y="15"/>
                  </a:lnTo>
                  <a:lnTo>
                    <a:pt x="94" y="11"/>
                  </a:lnTo>
                  <a:lnTo>
                    <a:pt x="103" y="8"/>
                  </a:lnTo>
                  <a:lnTo>
                    <a:pt x="112" y="4"/>
                  </a:lnTo>
                  <a:lnTo>
                    <a:pt x="120" y="1"/>
                  </a:lnTo>
                  <a:lnTo>
                    <a:pt x="128" y="0"/>
                  </a:lnTo>
                  <a:lnTo>
                    <a:pt x="134" y="0"/>
                  </a:lnTo>
                  <a:lnTo>
                    <a:pt x="137" y="1"/>
                  </a:lnTo>
                  <a:lnTo>
                    <a:pt x="141" y="3"/>
                  </a:lnTo>
                  <a:lnTo>
                    <a:pt x="143" y="7"/>
                  </a:lnTo>
                  <a:lnTo>
                    <a:pt x="145" y="8"/>
                  </a:lnTo>
                  <a:lnTo>
                    <a:pt x="147" y="11"/>
                  </a:lnTo>
                  <a:lnTo>
                    <a:pt x="151" y="13"/>
                  </a:lnTo>
                  <a:lnTo>
                    <a:pt x="155" y="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126"/>
            <p:cNvSpPr>
              <a:spLocks/>
            </p:cNvSpPr>
            <p:nvPr/>
          </p:nvSpPr>
          <p:spPr bwMode="auto">
            <a:xfrm>
              <a:off x="2177" y="1396"/>
              <a:ext cx="38" cy="62"/>
            </a:xfrm>
            <a:custGeom>
              <a:avLst/>
              <a:gdLst>
                <a:gd name="T0" fmla="*/ 38 w 38"/>
                <a:gd name="T1" fmla="*/ 62 h 62"/>
                <a:gd name="T2" fmla="*/ 35 w 38"/>
                <a:gd name="T3" fmla="*/ 60 h 62"/>
                <a:gd name="T4" fmla="*/ 33 w 38"/>
                <a:gd name="T5" fmla="*/ 60 h 62"/>
                <a:gd name="T6" fmla="*/ 30 w 38"/>
                <a:gd name="T7" fmla="*/ 62 h 62"/>
                <a:gd name="T8" fmla="*/ 28 w 38"/>
                <a:gd name="T9" fmla="*/ 62 h 62"/>
                <a:gd name="T10" fmla="*/ 24 w 38"/>
                <a:gd name="T11" fmla="*/ 62 h 62"/>
                <a:gd name="T12" fmla="*/ 23 w 38"/>
                <a:gd name="T13" fmla="*/ 60 h 62"/>
                <a:gd name="T14" fmla="*/ 22 w 38"/>
                <a:gd name="T15" fmla="*/ 57 h 62"/>
                <a:gd name="T16" fmla="*/ 22 w 38"/>
                <a:gd name="T17" fmla="*/ 55 h 62"/>
                <a:gd name="T18" fmla="*/ 19 w 38"/>
                <a:gd name="T19" fmla="*/ 51 h 62"/>
                <a:gd name="T20" fmla="*/ 18 w 38"/>
                <a:gd name="T21" fmla="*/ 50 h 62"/>
                <a:gd name="T22" fmla="*/ 14 w 38"/>
                <a:gd name="T23" fmla="*/ 48 h 62"/>
                <a:gd name="T24" fmla="*/ 13 w 38"/>
                <a:gd name="T25" fmla="*/ 50 h 62"/>
                <a:gd name="T26" fmla="*/ 10 w 38"/>
                <a:gd name="T27" fmla="*/ 50 h 62"/>
                <a:gd name="T28" fmla="*/ 9 w 38"/>
                <a:gd name="T29" fmla="*/ 51 h 62"/>
                <a:gd name="T30" fmla="*/ 5 w 38"/>
                <a:gd name="T31" fmla="*/ 51 h 62"/>
                <a:gd name="T32" fmla="*/ 3 w 38"/>
                <a:gd name="T33" fmla="*/ 51 h 62"/>
                <a:gd name="T34" fmla="*/ 0 w 38"/>
                <a:gd name="T35" fmla="*/ 57 h 62"/>
                <a:gd name="T36" fmla="*/ 1 w 38"/>
                <a:gd name="T37" fmla="*/ 54 h 62"/>
                <a:gd name="T38" fmla="*/ 4 w 38"/>
                <a:gd name="T39" fmla="*/ 48 h 62"/>
                <a:gd name="T40" fmla="*/ 9 w 38"/>
                <a:gd name="T41" fmla="*/ 44 h 62"/>
                <a:gd name="T42" fmla="*/ 13 w 38"/>
                <a:gd name="T43" fmla="*/ 40 h 62"/>
                <a:gd name="T44" fmla="*/ 18 w 38"/>
                <a:gd name="T45" fmla="*/ 36 h 62"/>
                <a:gd name="T46" fmla="*/ 23 w 38"/>
                <a:gd name="T47" fmla="*/ 29 h 62"/>
                <a:gd name="T48" fmla="*/ 27 w 38"/>
                <a:gd name="T49" fmla="*/ 22 h 62"/>
                <a:gd name="T50" fmla="*/ 28 w 38"/>
                <a:gd name="T51" fmla="*/ 16 h 62"/>
                <a:gd name="T52" fmla="*/ 28 w 38"/>
                <a:gd name="T53" fmla="*/ 11 h 62"/>
                <a:gd name="T54" fmla="*/ 28 w 38"/>
                <a:gd name="T55" fmla="*/ 7 h 62"/>
                <a:gd name="T56" fmla="*/ 28 w 38"/>
                <a:gd name="T57" fmla="*/ 1 h 62"/>
                <a:gd name="T58" fmla="*/ 30 w 38"/>
                <a:gd name="T59" fmla="*/ 0 h 62"/>
                <a:gd name="T60" fmla="*/ 38 w 38"/>
                <a:gd name="T61" fmla="*/ 1 h 62"/>
                <a:gd name="T62" fmla="*/ 38 w 38"/>
                <a:gd name="T63" fmla="*/ 62 h 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"/>
                <a:gd name="T97" fmla="*/ 0 h 62"/>
                <a:gd name="T98" fmla="*/ 38 w 38"/>
                <a:gd name="T99" fmla="*/ 62 h 6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" h="62">
                  <a:moveTo>
                    <a:pt x="38" y="62"/>
                  </a:moveTo>
                  <a:lnTo>
                    <a:pt x="35" y="60"/>
                  </a:lnTo>
                  <a:lnTo>
                    <a:pt x="33" y="60"/>
                  </a:lnTo>
                  <a:lnTo>
                    <a:pt x="30" y="62"/>
                  </a:lnTo>
                  <a:lnTo>
                    <a:pt x="28" y="62"/>
                  </a:lnTo>
                  <a:lnTo>
                    <a:pt x="24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22" y="55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4" y="48"/>
                  </a:lnTo>
                  <a:lnTo>
                    <a:pt x="13" y="50"/>
                  </a:lnTo>
                  <a:lnTo>
                    <a:pt x="10" y="50"/>
                  </a:lnTo>
                  <a:lnTo>
                    <a:pt x="9" y="51"/>
                  </a:lnTo>
                  <a:lnTo>
                    <a:pt x="5" y="51"/>
                  </a:lnTo>
                  <a:lnTo>
                    <a:pt x="3" y="51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48"/>
                  </a:lnTo>
                  <a:lnTo>
                    <a:pt x="9" y="44"/>
                  </a:lnTo>
                  <a:lnTo>
                    <a:pt x="13" y="40"/>
                  </a:lnTo>
                  <a:lnTo>
                    <a:pt x="18" y="36"/>
                  </a:lnTo>
                  <a:lnTo>
                    <a:pt x="23" y="29"/>
                  </a:lnTo>
                  <a:lnTo>
                    <a:pt x="27" y="22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8" y="7"/>
                  </a:lnTo>
                  <a:lnTo>
                    <a:pt x="28" y="1"/>
                  </a:lnTo>
                  <a:lnTo>
                    <a:pt x="30" y="0"/>
                  </a:lnTo>
                  <a:lnTo>
                    <a:pt x="38" y="1"/>
                  </a:lnTo>
                  <a:lnTo>
                    <a:pt x="38" y="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127"/>
            <p:cNvSpPr>
              <a:spLocks/>
            </p:cNvSpPr>
            <p:nvPr/>
          </p:nvSpPr>
          <p:spPr bwMode="auto">
            <a:xfrm>
              <a:off x="2226" y="1410"/>
              <a:ext cx="55" cy="111"/>
            </a:xfrm>
            <a:custGeom>
              <a:avLst/>
              <a:gdLst>
                <a:gd name="T0" fmla="*/ 17 w 55"/>
                <a:gd name="T1" fmla="*/ 8 h 111"/>
                <a:gd name="T2" fmla="*/ 24 w 55"/>
                <a:gd name="T3" fmla="*/ 5 h 111"/>
                <a:gd name="T4" fmla="*/ 29 w 55"/>
                <a:gd name="T5" fmla="*/ 5 h 111"/>
                <a:gd name="T6" fmla="*/ 33 w 55"/>
                <a:gd name="T7" fmla="*/ 8 h 111"/>
                <a:gd name="T8" fmla="*/ 37 w 55"/>
                <a:gd name="T9" fmla="*/ 12 h 111"/>
                <a:gd name="T10" fmla="*/ 42 w 55"/>
                <a:gd name="T11" fmla="*/ 17 h 111"/>
                <a:gd name="T12" fmla="*/ 45 w 55"/>
                <a:gd name="T13" fmla="*/ 22 h 111"/>
                <a:gd name="T14" fmla="*/ 49 w 55"/>
                <a:gd name="T15" fmla="*/ 25 h 111"/>
                <a:gd name="T16" fmla="*/ 55 w 55"/>
                <a:gd name="T17" fmla="*/ 25 h 111"/>
                <a:gd name="T18" fmla="*/ 55 w 55"/>
                <a:gd name="T19" fmla="*/ 33 h 111"/>
                <a:gd name="T20" fmla="*/ 52 w 55"/>
                <a:gd name="T21" fmla="*/ 37 h 111"/>
                <a:gd name="T22" fmla="*/ 47 w 55"/>
                <a:gd name="T23" fmla="*/ 41 h 111"/>
                <a:gd name="T24" fmla="*/ 42 w 55"/>
                <a:gd name="T25" fmla="*/ 46 h 111"/>
                <a:gd name="T26" fmla="*/ 34 w 55"/>
                <a:gd name="T27" fmla="*/ 48 h 111"/>
                <a:gd name="T28" fmla="*/ 28 w 55"/>
                <a:gd name="T29" fmla="*/ 51 h 111"/>
                <a:gd name="T30" fmla="*/ 24 w 55"/>
                <a:gd name="T31" fmla="*/ 55 h 111"/>
                <a:gd name="T32" fmla="*/ 19 w 55"/>
                <a:gd name="T33" fmla="*/ 62 h 111"/>
                <a:gd name="T34" fmla="*/ 17 w 55"/>
                <a:gd name="T35" fmla="*/ 69 h 111"/>
                <a:gd name="T36" fmla="*/ 17 w 55"/>
                <a:gd name="T37" fmla="*/ 76 h 111"/>
                <a:gd name="T38" fmla="*/ 15 w 55"/>
                <a:gd name="T39" fmla="*/ 82 h 111"/>
                <a:gd name="T40" fmla="*/ 14 w 55"/>
                <a:gd name="T41" fmla="*/ 89 h 111"/>
                <a:gd name="T42" fmla="*/ 12 w 55"/>
                <a:gd name="T43" fmla="*/ 97 h 111"/>
                <a:gd name="T44" fmla="*/ 10 w 55"/>
                <a:gd name="T45" fmla="*/ 104 h 111"/>
                <a:gd name="T46" fmla="*/ 6 w 55"/>
                <a:gd name="T47" fmla="*/ 108 h 111"/>
                <a:gd name="T48" fmla="*/ 1 w 55"/>
                <a:gd name="T49" fmla="*/ 111 h 111"/>
                <a:gd name="T50" fmla="*/ 0 w 55"/>
                <a:gd name="T51" fmla="*/ 0 h 111"/>
                <a:gd name="T52" fmla="*/ 3 w 55"/>
                <a:gd name="T53" fmla="*/ 0 h 111"/>
                <a:gd name="T54" fmla="*/ 6 w 55"/>
                <a:gd name="T55" fmla="*/ 0 h 111"/>
                <a:gd name="T56" fmla="*/ 8 w 55"/>
                <a:gd name="T57" fmla="*/ 0 h 111"/>
                <a:gd name="T58" fmla="*/ 9 w 55"/>
                <a:gd name="T59" fmla="*/ 2 h 111"/>
                <a:gd name="T60" fmla="*/ 10 w 55"/>
                <a:gd name="T61" fmla="*/ 4 h 111"/>
                <a:gd name="T62" fmla="*/ 14 w 55"/>
                <a:gd name="T63" fmla="*/ 5 h 111"/>
                <a:gd name="T64" fmla="*/ 15 w 55"/>
                <a:gd name="T65" fmla="*/ 5 h 111"/>
                <a:gd name="T66" fmla="*/ 17 w 55"/>
                <a:gd name="T67" fmla="*/ 8 h 11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5"/>
                <a:gd name="T103" fmla="*/ 0 h 111"/>
                <a:gd name="T104" fmla="*/ 55 w 55"/>
                <a:gd name="T105" fmla="*/ 111 h 11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5" h="111">
                  <a:moveTo>
                    <a:pt x="17" y="8"/>
                  </a:moveTo>
                  <a:lnTo>
                    <a:pt x="24" y="5"/>
                  </a:lnTo>
                  <a:lnTo>
                    <a:pt x="29" y="5"/>
                  </a:lnTo>
                  <a:lnTo>
                    <a:pt x="33" y="8"/>
                  </a:lnTo>
                  <a:lnTo>
                    <a:pt x="37" y="12"/>
                  </a:lnTo>
                  <a:lnTo>
                    <a:pt x="42" y="17"/>
                  </a:lnTo>
                  <a:lnTo>
                    <a:pt x="45" y="22"/>
                  </a:lnTo>
                  <a:lnTo>
                    <a:pt x="49" y="25"/>
                  </a:lnTo>
                  <a:lnTo>
                    <a:pt x="55" y="25"/>
                  </a:lnTo>
                  <a:lnTo>
                    <a:pt x="55" y="33"/>
                  </a:lnTo>
                  <a:lnTo>
                    <a:pt x="52" y="37"/>
                  </a:lnTo>
                  <a:lnTo>
                    <a:pt x="47" y="41"/>
                  </a:lnTo>
                  <a:lnTo>
                    <a:pt x="42" y="46"/>
                  </a:lnTo>
                  <a:lnTo>
                    <a:pt x="34" y="48"/>
                  </a:lnTo>
                  <a:lnTo>
                    <a:pt x="28" y="51"/>
                  </a:lnTo>
                  <a:lnTo>
                    <a:pt x="24" y="55"/>
                  </a:lnTo>
                  <a:lnTo>
                    <a:pt x="19" y="62"/>
                  </a:lnTo>
                  <a:lnTo>
                    <a:pt x="17" y="69"/>
                  </a:lnTo>
                  <a:lnTo>
                    <a:pt x="17" y="76"/>
                  </a:lnTo>
                  <a:lnTo>
                    <a:pt x="15" y="82"/>
                  </a:lnTo>
                  <a:lnTo>
                    <a:pt x="14" y="89"/>
                  </a:lnTo>
                  <a:lnTo>
                    <a:pt x="12" y="97"/>
                  </a:lnTo>
                  <a:lnTo>
                    <a:pt x="10" y="104"/>
                  </a:lnTo>
                  <a:lnTo>
                    <a:pt x="6" y="108"/>
                  </a:lnTo>
                  <a:lnTo>
                    <a:pt x="1" y="111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0" y="4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7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128"/>
            <p:cNvSpPr>
              <a:spLocks/>
            </p:cNvSpPr>
            <p:nvPr/>
          </p:nvSpPr>
          <p:spPr bwMode="auto">
            <a:xfrm>
              <a:off x="2036" y="1445"/>
              <a:ext cx="9" cy="13"/>
            </a:xfrm>
            <a:custGeom>
              <a:avLst/>
              <a:gdLst>
                <a:gd name="T0" fmla="*/ 8 w 9"/>
                <a:gd name="T1" fmla="*/ 13 h 13"/>
                <a:gd name="T2" fmla="*/ 0 w 9"/>
                <a:gd name="T3" fmla="*/ 11 h 13"/>
                <a:gd name="T4" fmla="*/ 4 w 9"/>
                <a:gd name="T5" fmla="*/ 0 h 13"/>
                <a:gd name="T6" fmla="*/ 8 w 9"/>
                <a:gd name="T7" fmla="*/ 4 h 13"/>
                <a:gd name="T8" fmla="*/ 9 w 9"/>
                <a:gd name="T9" fmla="*/ 5 h 13"/>
                <a:gd name="T10" fmla="*/ 9 w 9"/>
                <a:gd name="T11" fmla="*/ 11 h 13"/>
                <a:gd name="T12" fmla="*/ 8 w 9"/>
                <a:gd name="T13" fmla="*/ 1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13"/>
                <a:gd name="T23" fmla="*/ 9 w 9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13">
                  <a:moveTo>
                    <a:pt x="8" y="13"/>
                  </a:moveTo>
                  <a:lnTo>
                    <a:pt x="0" y="11"/>
                  </a:lnTo>
                  <a:lnTo>
                    <a:pt x="4" y="0"/>
                  </a:lnTo>
                  <a:lnTo>
                    <a:pt x="8" y="4"/>
                  </a:lnTo>
                  <a:lnTo>
                    <a:pt x="9" y="5"/>
                  </a:lnTo>
                  <a:lnTo>
                    <a:pt x="9" y="11"/>
                  </a:lnTo>
                  <a:lnTo>
                    <a:pt x="8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129"/>
            <p:cNvSpPr>
              <a:spLocks/>
            </p:cNvSpPr>
            <p:nvPr/>
          </p:nvSpPr>
          <p:spPr bwMode="auto">
            <a:xfrm>
              <a:off x="2226" y="1460"/>
              <a:ext cx="115" cy="326"/>
            </a:xfrm>
            <a:custGeom>
              <a:avLst/>
              <a:gdLst>
                <a:gd name="T0" fmla="*/ 66 w 115"/>
                <a:gd name="T1" fmla="*/ 8 h 326"/>
                <a:gd name="T2" fmla="*/ 76 w 115"/>
                <a:gd name="T3" fmla="*/ 27 h 326"/>
                <a:gd name="T4" fmla="*/ 84 w 115"/>
                <a:gd name="T5" fmla="*/ 48 h 326"/>
                <a:gd name="T6" fmla="*/ 90 w 115"/>
                <a:gd name="T7" fmla="*/ 73 h 326"/>
                <a:gd name="T8" fmla="*/ 83 w 115"/>
                <a:gd name="T9" fmla="*/ 92 h 326"/>
                <a:gd name="T10" fmla="*/ 90 w 115"/>
                <a:gd name="T11" fmla="*/ 106 h 326"/>
                <a:gd name="T12" fmla="*/ 98 w 115"/>
                <a:gd name="T13" fmla="*/ 117 h 326"/>
                <a:gd name="T14" fmla="*/ 105 w 115"/>
                <a:gd name="T15" fmla="*/ 131 h 326"/>
                <a:gd name="T16" fmla="*/ 115 w 115"/>
                <a:gd name="T17" fmla="*/ 142 h 326"/>
                <a:gd name="T18" fmla="*/ 114 w 115"/>
                <a:gd name="T19" fmla="*/ 153 h 326"/>
                <a:gd name="T20" fmla="*/ 105 w 115"/>
                <a:gd name="T21" fmla="*/ 160 h 326"/>
                <a:gd name="T22" fmla="*/ 101 w 115"/>
                <a:gd name="T23" fmla="*/ 161 h 326"/>
                <a:gd name="T24" fmla="*/ 96 w 115"/>
                <a:gd name="T25" fmla="*/ 162 h 326"/>
                <a:gd name="T26" fmla="*/ 101 w 115"/>
                <a:gd name="T27" fmla="*/ 184 h 326"/>
                <a:gd name="T28" fmla="*/ 96 w 115"/>
                <a:gd name="T29" fmla="*/ 186 h 326"/>
                <a:gd name="T30" fmla="*/ 94 w 115"/>
                <a:gd name="T31" fmla="*/ 189 h 326"/>
                <a:gd name="T32" fmla="*/ 98 w 115"/>
                <a:gd name="T33" fmla="*/ 190 h 326"/>
                <a:gd name="T34" fmla="*/ 101 w 115"/>
                <a:gd name="T35" fmla="*/ 191 h 326"/>
                <a:gd name="T36" fmla="*/ 101 w 115"/>
                <a:gd name="T37" fmla="*/ 195 h 326"/>
                <a:gd name="T38" fmla="*/ 94 w 115"/>
                <a:gd name="T39" fmla="*/ 204 h 326"/>
                <a:gd name="T40" fmla="*/ 94 w 115"/>
                <a:gd name="T41" fmla="*/ 215 h 326"/>
                <a:gd name="T42" fmla="*/ 98 w 115"/>
                <a:gd name="T43" fmla="*/ 227 h 326"/>
                <a:gd name="T44" fmla="*/ 96 w 115"/>
                <a:gd name="T45" fmla="*/ 238 h 326"/>
                <a:gd name="T46" fmla="*/ 83 w 115"/>
                <a:gd name="T47" fmla="*/ 244 h 326"/>
                <a:gd name="T48" fmla="*/ 70 w 115"/>
                <a:gd name="T49" fmla="*/ 246 h 326"/>
                <a:gd name="T50" fmla="*/ 55 w 115"/>
                <a:gd name="T51" fmla="*/ 250 h 326"/>
                <a:gd name="T52" fmla="*/ 44 w 115"/>
                <a:gd name="T53" fmla="*/ 255 h 326"/>
                <a:gd name="T54" fmla="*/ 30 w 115"/>
                <a:gd name="T55" fmla="*/ 266 h 326"/>
                <a:gd name="T56" fmla="*/ 21 w 115"/>
                <a:gd name="T57" fmla="*/ 282 h 326"/>
                <a:gd name="T58" fmla="*/ 12 w 115"/>
                <a:gd name="T59" fmla="*/ 300 h 326"/>
                <a:gd name="T60" fmla="*/ 5 w 115"/>
                <a:gd name="T61" fmla="*/ 316 h 326"/>
                <a:gd name="T62" fmla="*/ 0 w 115"/>
                <a:gd name="T63" fmla="*/ 103 h 326"/>
                <a:gd name="T64" fmla="*/ 8 w 115"/>
                <a:gd name="T65" fmla="*/ 95 h 326"/>
                <a:gd name="T66" fmla="*/ 17 w 115"/>
                <a:gd name="T67" fmla="*/ 87 h 326"/>
                <a:gd name="T68" fmla="*/ 24 w 115"/>
                <a:gd name="T69" fmla="*/ 77 h 326"/>
                <a:gd name="T70" fmla="*/ 27 w 115"/>
                <a:gd name="T71" fmla="*/ 66 h 326"/>
                <a:gd name="T72" fmla="*/ 24 w 115"/>
                <a:gd name="T73" fmla="*/ 39 h 326"/>
                <a:gd name="T74" fmla="*/ 28 w 115"/>
                <a:gd name="T75" fmla="*/ 13 h 326"/>
                <a:gd name="T76" fmla="*/ 35 w 115"/>
                <a:gd name="T77" fmla="*/ 8 h 326"/>
                <a:gd name="T78" fmla="*/ 42 w 115"/>
                <a:gd name="T79" fmla="*/ 3 h 326"/>
                <a:gd name="T80" fmla="*/ 49 w 115"/>
                <a:gd name="T81" fmla="*/ 0 h 326"/>
                <a:gd name="T82" fmla="*/ 58 w 115"/>
                <a:gd name="T83" fmla="*/ 0 h 3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5"/>
                <a:gd name="T127" fmla="*/ 0 h 326"/>
                <a:gd name="T128" fmla="*/ 115 w 115"/>
                <a:gd name="T129" fmla="*/ 326 h 3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5" h="326">
                  <a:moveTo>
                    <a:pt x="58" y="0"/>
                  </a:moveTo>
                  <a:lnTo>
                    <a:pt x="66" y="8"/>
                  </a:lnTo>
                  <a:lnTo>
                    <a:pt x="72" y="18"/>
                  </a:lnTo>
                  <a:lnTo>
                    <a:pt x="76" y="27"/>
                  </a:lnTo>
                  <a:lnTo>
                    <a:pt x="81" y="37"/>
                  </a:lnTo>
                  <a:lnTo>
                    <a:pt x="84" y="48"/>
                  </a:lnTo>
                  <a:lnTo>
                    <a:pt x="87" y="59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3" y="92"/>
                  </a:lnTo>
                  <a:lnTo>
                    <a:pt x="84" y="100"/>
                  </a:lnTo>
                  <a:lnTo>
                    <a:pt x="90" y="106"/>
                  </a:lnTo>
                  <a:lnTo>
                    <a:pt x="93" y="113"/>
                  </a:lnTo>
                  <a:lnTo>
                    <a:pt x="98" y="117"/>
                  </a:lnTo>
                  <a:lnTo>
                    <a:pt x="101" y="124"/>
                  </a:lnTo>
                  <a:lnTo>
                    <a:pt x="105" y="131"/>
                  </a:lnTo>
                  <a:lnTo>
                    <a:pt x="110" y="135"/>
                  </a:lnTo>
                  <a:lnTo>
                    <a:pt x="115" y="142"/>
                  </a:lnTo>
                  <a:lnTo>
                    <a:pt x="115" y="149"/>
                  </a:lnTo>
                  <a:lnTo>
                    <a:pt x="114" y="153"/>
                  </a:lnTo>
                  <a:lnTo>
                    <a:pt x="110" y="157"/>
                  </a:lnTo>
                  <a:lnTo>
                    <a:pt x="105" y="160"/>
                  </a:lnTo>
                  <a:lnTo>
                    <a:pt x="103" y="160"/>
                  </a:lnTo>
                  <a:lnTo>
                    <a:pt x="101" y="161"/>
                  </a:lnTo>
                  <a:lnTo>
                    <a:pt x="98" y="161"/>
                  </a:lnTo>
                  <a:lnTo>
                    <a:pt x="96" y="162"/>
                  </a:lnTo>
                  <a:lnTo>
                    <a:pt x="102" y="184"/>
                  </a:lnTo>
                  <a:lnTo>
                    <a:pt x="101" y="184"/>
                  </a:lnTo>
                  <a:lnTo>
                    <a:pt x="98" y="186"/>
                  </a:lnTo>
                  <a:lnTo>
                    <a:pt x="96" y="186"/>
                  </a:lnTo>
                  <a:lnTo>
                    <a:pt x="93" y="189"/>
                  </a:lnTo>
                  <a:lnTo>
                    <a:pt x="94" y="189"/>
                  </a:lnTo>
                  <a:lnTo>
                    <a:pt x="96" y="190"/>
                  </a:lnTo>
                  <a:lnTo>
                    <a:pt x="98" y="190"/>
                  </a:lnTo>
                  <a:lnTo>
                    <a:pt x="99" y="191"/>
                  </a:lnTo>
                  <a:lnTo>
                    <a:pt x="101" y="191"/>
                  </a:lnTo>
                  <a:lnTo>
                    <a:pt x="101" y="194"/>
                  </a:lnTo>
                  <a:lnTo>
                    <a:pt x="101" y="195"/>
                  </a:lnTo>
                  <a:lnTo>
                    <a:pt x="99" y="198"/>
                  </a:lnTo>
                  <a:lnTo>
                    <a:pt x="94" y="204"/>
                  </a:lnTo>
                  <a:lnTo>
                    <a:pt x="93" y="208"/>
                  </a:lnTo>
                  <a:lnTo>
                    <a:pt x="94" y="215"/>
                  </a:lnTo>
                  <a:lnTo>
                    <a:pt x="96" y="220"/>
                  </a:lnTo>
                  <a:lnTo>
                    <a:pt x="98" y="227"/>
                  </a:lnTo>
                  <a:lnTo>
                    <a:pt x="98" y="234"/>
                  </a:lnTo>
                  <a:lnTo>
                    <a:pt x="96" y="238"/>
                  </a:lnTo>
                  <a:lnTo>
                    <a:pt x="90" y="244"/>
                  </a:lnTo>
                  <a:lnTo>
                    <a:pt x="83" y="244"/>
                  </a:lnTo>
                  <a:lnTo>
                    <a:pt x="76" y="245"/>
                  </a:lnTo>
                  <a:lnTo>
                    <a:pt x="70" y="246"/>
                  </a:lnTo>
                  <a:lnTo>
                    <a:pt x="62" y="250"/>
                  </a:lnTo>
                  <a:lnTo>
                    <a:pt x="55" y="250"/>
                  </a:lnTo>
                  <a:lnTo>
                    <a:pt x="49" y="253"/>
                  </a:lnTo>
                  <a:lnTo>
                    <a:pt x="44" y="255"/>
                  </a:lnTo>
                  <a:lnTo>
                    <a:pt x="36" y="260"/>
                  </a:lnTo>
                  <a:lnTo>
                    <a:pt x="30" y="266"/>
                  </a:lnTo>
                  <a:lnTo>
                    <a:pt x="26" y="274"/>
                  </a:lnTo>
                  <a:lnTo>
                    <a:pt x="21" y="282"/>
                  </a:lnTo>
                  <a:lnTo>
                    <a:pt x="15" y="290"/>
                  </a:lnTo>
                  <a:lnTo>
                    <a:pt x="12" y="300"/>
                  </a:lnTo>
                  <a:lnTo>
                    <a:pt x="8" y="308"/>
                  </a:lnTo>
                  <a:lnTo>
                    <a:pt x="5" y="316"/>
                  </a:lnTo>
                  <a:lnTo>
                    <a:pt x="0" y="326"/>
                  </a:lnTo>
                  <a:lnTo>
                    <a:pt x="0" y="103"/>
                  </a:lnTo>
                  <a:lnTo>
                    <a:pt x="5" y="100"/>
                  </a:lnTo>
                  <a:lnTo>
                    <a:pt x="8" y="95"/>
                  </a:lnTo>
                  <a:lnTo>
                    <a:pt x="12" y="91"/>
                  </a:lnTo>
                  <a:lnTo>
                    <a:pt x="17" y="87"/>
                  </a:lnTo>
                  <a:lnTo>
                    <a:pt x="21" y="82"/>
                  </a:lnTo>
                  <a:lnTo>
                    <a:pt x="24" y="77"/>
                  </a:lnTo>
                  <a:lnTo>
                    <a:pt x="26" y="73"/>
                  </a:lnTo>
                  <a:lnTo>
                    <a:pt x="27" y="66"/>
                  </a:lnTo>
                  <a:lnTo>
                    <a:pt x="26" y="54"/>
                  </a:lnTo>
                  <a:lnTo>
                    <a:pt x="24" y="39"/>
                  </a:lnTo>
                  <a:lnTo>
                    <a:pt x="26" y="27"/>
                  </a:lnTo>
                  <a:lnTo>
                    <a:pt x="28" y="13"/>
                  </a:lnTo>
                  <a:lnTo>
                    <a:pt x="31" y="11"/>
                  </a:lnTo>
                  <a:lnTo>
                    <a:pt x="35" y="8"/>
                  </a:lnTo>
                  <a:lnTo>
                    <a:pt x="37" y="4"/>
                  </a:lnTo>
                  <a:lnTo>
                    <a:pt x="42" y="3"/>
                  </a:lnTo>
                  <a:lnTo>
                    <a:pt x="46" y="1"/>
                  </a:lnTo>
                  <a:lnTo>
                    <a:pt x="49" y="0"/>
                  </a:lnTo>
                  <a:lnTo>
                    <a:pt x="54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130"/>
            <p:cNvSpPr>
              <a:spLocks/>
            </p:cNvSpPr>
            <p:nvPr/>
          </p:nvSpPr>
          <p:spPr bwMode="auto">
            <a:xfrm>
              <a:off x="2003" y="1463"/>
              <a:ext cx="47" cy="60"/>
            </a:xfrm>
            <a:custGeom>
              <a:avLst/>
              <a:gdLst>
                <a:gd name="T0" fmla="*/ 47 w 47"/>
                <a:gd name="T1" fmla="*/ 0 h 60"/>
                <a:gd name="T2" fmla="*/ 44 w 47"/>
                <a:gd name="T3" fmla="*/ 8 h 60"/>
                <a:gd name="T4" fmla="*/ 42 w 47"/>
                <a:gd name="T5" fmla="*/ 15 h 60"/>
                <a:gd name="T6" fmla="*/ 42 w 47"/>
                <a:gd name="T7" fmla="*/ 23 h 60"/>
                <a:gd name="T8" fmla="*/ 42 w 47"/>
                <a:gd name="T9" fmla="*/ 29 h 60"/>
                <a:gd name="T10" fmla="*/ 42 w 47"/>
                <a:gd name="T11" fmla="*/ 37 h 60"/>
                <a:gd name="T12" fmla="*/ 43 w 47"/>
                <a:gd name="T13" fmla="*/ 45 h 60"/>
                <a:gd name="T14" fmla="*/ 44 w 47"/>
                <a:gd name="T15" fmla="*/ 53 h 60"/>
                <a:gd name="T16" fmla="*/ 46 w 47"/>
                <a:gd name="T17" fmla="*/ 60 h 60"/>
                <a:gd name="T18" fmla="*/ 0 w 47"/>
                <a:gd name="T19" fmla="*/ 60 h 60"/>
                <a:gd name="T20" fmla="*/ 4 w 47"/>
                <a:gd name="T21" fmla="*/ 49 h 60"/>
                <a:gd name="T22" fmla="*/ 6 w 47"/>
                <a:gd name="T23" fmla="*/ 38 h 60"/>
                <a:gd name="T24" fmla="*/ 10 w 47"/>
                <a:gd name="T25" fmla="*/ 29 h 60"/>
                <a:gd name="T26" fmla="*/ 15 w 47"/>
                <a:gd name="T27" fmla="*/ 19 h 60"/>
                <a:gd name="T28" fmla="*/ 19 w 47"/>
                <a:gd name="T29" fmla="*/ 10 h 60"/>
                <a:gd name="T30" fmla="*/ 27 w 47"/>
                <a:gd name="T31" fmla="*/ 4 h 60"/>
                <a:gd name="T32" fmla="*/ 35 w 47"/>
                <a:gd name="T33" fmla="*/ 0 h 60"/>
                <a:gd name="T34" fmla="*/ 47 w 47"/>
                <a:gd name="T35" fmla="*/ 0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7"/>
                <a:gd name="T55" fmla="*/ 0 h 60"/>
                <a:gd name="T56" fmla="*/ 47 w 47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7" h="60">
                  <a:moveTo>
                    <a:pt x="47" y="0"/>
                  </a:moveTo>
                  <a:lnTo>
                    <a:pt x="44" y="8"/>
                  </a:lnTo>
                  <a:lnTo>
                    <a:pt x="42" y="15"/>
                  </a:lnTo>
                  <a:lnTo>
                    <a:pt x="42" y="23"/>
                  </a:lnTo>
                  <a:lnTo>
                    <a:pt x="42" y="29"/>
                  </a:lnTo>
                  <a:lnTo>
                    <a:pt x="42" y="37"/>
                  </a:lnTo>
                  <a:lnTo>
                    <a:pt x="43" y="45"/>
                  </a:lnTo>
                  <a:lnTo>
                    <a:pt x="44" y="53"/>
                  </a:lnTo>
                  <a:lnTo>
                    <a:pt x="46" y="60"/>
                  </a:lnTo>
                  <a:lnTo>
                    <a:pt x="0" y="60"/>
                  </a:lnTo>
                  <a:lnTo>
                    <a:pt x="4" y="49"/>
                  </a:lnTo>
                  <a:lnTo>
                    <a:pt x="6" y="38"/>
                  </a:lnTo>
                  <a:lnTo>
                    <a:pt x="10" y="29"/>
                  </a:lnTo>
                  <a:lnTo>
                    <a:pt x="15" y="19"/>
                  </a:lnTo>
                  <a:lnTo>
                    <a:pt x="19" y="10"/>
                  </a:lnTo>
                  <a:lnTo>
                    <a:pt x="27" y="4"/>
                  </a:lnTo>
                  <a:lnTo>
                    <a:pt x="35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131"/>
            <p:cNvSpPr>
              <a:spLocks/>
            </p:cNvSpPr>
            <p:nvPr/>
          </p:nvSpPr>
          <p:spPr bwMode="auto">
            <a:xfrm>
              <a:off x="2179" y="1463"/>
              <a:ext cx="36" cy="60"/>
            </a:xfrm>
            <a:custGeom>
              <a:avLst/>
              <a:gdLst>
                <a:gd name="T0" fmla="*/ 36 w 36"/>
                <a:gd name="T1" fmla="*/ 60 h 60"/>
                <a:gd name="T2" fmla="*/ 0 w 36"/>
                <a:gd name="T3" fmla="*/ 60 h 60"/>
                <a:gd name="T4" fmla="*/ 3 w 36"/>
                <a:gd name="T5" fmla="*/ 55 h 60"/>
                <a:gd name="T6" fmla="*/ 5 w 36"/>
                <a:gd name="T7" fmla="*/ 49 h 60"/>
                <a:gd name="T8" fmla="*/ 6 w 36"/>
                <a:gd name="T9" fmla="*/ 44 h 60"/>
                <a:gd name="T10" fmla="*/ 9 w 36"/>
                <a:gd name="T11" fmla="*/ 37 h 60"/>
                <a:gd name="T12" fmla="*/ 10 w 36"/>
                <a:gd name="T13" fmla="*/ 33 h 60"/>
                <a:gd name="T14" fmla="*/ 13 w 36"/>
                <a:gd name="T15" fmla="*/ 27 h 60"/>
                <a:gd name="T16" fmla="*/ 19 w 36"/>
                <a:gd name="T17" fmla="*/ 23 h 60"/>
                <a:gd name="T18" fmla="*/ 24 w 36"/>
                <a:gd name="T19" fmla="*/ 19 h 60"/>
                <a:gd name="T20" fmla="*/ 22 w 36"/>
                <a:gd name="T21" fmla="*/ 0 h 60"/>
                <a:gd name="T22" fmla="*/ 36 w 36"/>
                <a:gd name="T23" fmla="*/ 0 h 60"/>
                <a:gd name="T24" fmla="*/ 36 w 36"/>
                <a:gd name="T25" fmla="*/ 60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60"/>
                <a:gd name="T41" fmla="*/ 36 w 36"/>
                <a:gd name="T42" fmla="*/ 60 h 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60">
                  <a:moveTo>
                    <a:pt x="36" y="60"/>
                  </a:moveTo>
                  <a:lnTo>
                    <a:pt x="0" y="60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6" y="44"/>
                  </a:lnTo>
                  <a:lnTo>
                    <a:pt x="9" y="37"/>
                  </a:lnTo>
                  <a:lnTo>
                    <a:pt x="10" y="33"/>
                  </a:lnTo>
                  <a:lnTo>
                    <a:pt x="13" y="27"/>
                  </a:lnTo>
                  <a:lnTo>
                    <a:pt x="19" y="23"/>
                  </a:lnTo>
                  <a:lnTo>
                    <a:pt x="24" y="19"/>
                  </a:lnTo>
                  <a:lnTo>
                    <a:pt x="22" y="0"/>
                  </a:lnTo>
                  <a:lnTo>
                    <a:pt x="36" y="0"/>
                  </a:lnTo>
                  <a:lnTo>
                    <a:pt x="36" y="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132"/>
            <p:cNvSpPr>
              <a:spLocks/>
            </p:cNvSpPr>
            <p:nvPr/>
          </p:nvSpPr>
          <p:spPr bwMode="auto">
            <a:xfrm>
              <a:off x="2226" y="1512"/>
              <a:ext cx="17" cy="41"/>
            </a:xfrm>
            <a:custGeom>
              <a:avLst/>
              <a:gdLst>
                <a:gd name="T0" fmla="*/ 0 w 17"/>
                <a:gd name="T1" fmla="*/ 41 h 41"/>
                <a:gd name="T2" fmla="*/ 0 w 17"/>
                <a:gd name="T3" fmla="*/ 16 h 41"/>
                <a:gd name="T4" fmla="*/ 16 w 17"/>
                <a:gd name="T5" fmla="*/ 0 h 41"/>
                <a:gd name="T6" fmla="*/ 17 w 17"/>
                <a:gd name="T7" fmla="*/ 7 h 41"/>
                <a:gd name="T8" fmla="*/ 17 w 17"/>
                <a:gd name="T9" fmla="*/ 14 h 41"/>
                <a:gd name="T10" fmla="*/ 16 w 17"/>
                <a:gd name="T11" fmla="*/ 19 h 41"/>
                <a:gd name="T12" fmla="*/ 14 w 17"/>
                <a:gd name="T13" fmla="*/ 25 h 41"/>
                <a:gd name="T14" fmla="*/ 11 w 17"/>
                <a:gd name="T15" fmla="*/ 30 h 41"/>
                <a:gd name="T16" fmla="*/ 8 w 17"/>
                <a:gd name="T17" fmla="*/ 33 h 41"/>
                <a:gd name="T18" fmla="*/ 3 w 17"/>
                <a:gd name="T19" fmla="*/ 37 h 41"/>
                <a:gd name="T20" fmla="*/ 0 w 1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41"/>
                <a:gd name="T35" fmla="*/ 17 w 1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41">
                  <a:moveTo>
                    <a:pt x="0" y="41"/>
                  </a:moveTo>
                  <a:lnTo>
                    <a:pt x="0" y="16"/>
                  </a:lnTo>
                  <a:lnTo>
                    <a:pt x="16" y="0"/>
                  </a:lnTo>
                  <a:lnTo>
                    <a:pt x="17" y="7"/>
                  </a:lnTo>
                  <a:lnTo>
                    <a:pt x="17" y="14"/>
                  </a:lnTo>
                  <a:lnTo>
                    <a:pt x="16" y="19"/>
                  </a:lnTo>
                  <a:lnTo>
                    <a:pt x="14" y="25"/>
                  </a:lnTo>
                  <a:lnTo>
                    <a:pt x="11" y="30"/>
                  </a:lnTo>
                  <a:lnTo>
                    <a:pt x="8" y="33"/>
                  </a:lnTo>
                  <a:lnTo>
                    <a:pt x="3" y="37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133"/>
            <p:cNvSpPr>
              <a:spLocks/>
            </p:cNvSpPr>
            <p:nvPr/>
          </p:nvSpPr>
          <p:spPr bwMode="auto">
            <a:xfrm>
              <a:off x="1992" y="1529"/>
              <a:ext cx="82" cy="62"/>
            </a:xfrm>
            <a:custGeom>
              <a:avLst/>
              <a:gdLst>
                <a:gd name="T0" fmla="*/ 57 w 82"/>
                <a:gd name="T1" fmla="*/ 0 h 62"/>
                <a:gd name="T2" fmla="*/ 57 w 82"/>
                <a:gd name="T3" fmla="*/ 7 h 62"/>
                <a:gd name="T4" fmla="*/ 59 w 82"/>
                <a:gd name="T5" fmla="*/ 10 h 62"/>
                <a:gd name="T6" fmla="*/ 62 w 82"/>
                <a:gd name="T7" fmla="*/ 11 h 62"/>
                <a:gd name="T8" fmla="*/ 66 w 82"/>
                <a:gd name="T9" fmla="*/ 14 h 62"/>
                <a:gd name="T10" fmla="*/ 72 w 82"/>
                <a:gd name="T11" fmla="*/ 15 h 62"/>
                <a:gd name="T12" fmla="*/ 74 w 82"/>
                <a:gd name="T13" fmla="*/ 15 h 62"/>
                <a:gd name="T14" fmla="*/ 78 w 82"/>
                <a:gd name="T15" fmla="*/ 16 h 62"/>
                <a:gd name="T16" fmla="*/ 82 w 82"/>
                <a:gd name="T17" fmla="*/ 16 h 62"/>
                <a:gd name="T18" fmla="*/ 81 w 82"/>
                <a:gd name="T19" fmla="*/ 61 h 62"/>
                <a:gd name="T20" fmla="*/ 74 w 82"/>
                <a:gd name="T21" fmla="*/ 61 h 62"/>
                <a:gd name="T22" fmla="*/ 69 w 82"/>
                <a:gd name="T23" fmla="*/ 61 h 62"/>
                <a:gd name="T24" fmla="*/ 64 w 82"/>
                <a:gd name="T25" fmla="*/ 61 h 62"/>
                <a:gd name="T26" fmla="*/ 59 w 82"/>
                <a:gd name="T27" fmla="*/ 62 h 62"/>
                <a:gd name="T28" fmla="*/ 55 w 82"/>
                <a:gd name="T29" fmla="*/ 62 h 62"/>
                <a:gd name="T30" fmla="*/ 48 w 82"/>
                <a:gd name="T31" fmla="*/ 62 h 62"/>
                <a:gd name="T32" fmla="*/ 44 w 82"/>
                <a:gd name="T33" fmla="*/ 62 h 62"/>
                <a:gd name="T34" fmla="*/ 38 w 82"/>
                <a:gd name="T35" fmla="*/ 62 h 62"/>
                <a:gd name="T36" fmla="*/ 34 w 82"/>
                <a:gd name="T37" fmla="*/ 62 h 62"/>
                <a:gd name="T38" fmla="*/ 27 w 82"/>
                <a:gd name="T39" fmla="*/ 62 h 62"/>
                <a:gd name="T40" fmla="*/ 22 w 82"/>
                <a:gd name="T41" fmla="*/ 62 h 62"/>
                <a:gd name="T42" fmla="*/ 17 w 82"/>
                <a:gd name="T43" fmla="*/ 62 h 62"/>
                <a:gd name="T44" fmla="*/ 12 w 82"/>
                <a:gd name="T45" fmla="*/ 61 h 62"/>
                <a:gd name="T46" fmla="*/ 8 w 82"/>
                <a:gd name="T47" fmla="*/ 61 h 62"/>
                <a:gd name="T48" fmla="*/ 4 w 82"/>
                <a:gd name="T49" fmla="*/ 61 h 62"/>
                <a:gd name="T50" fmla="*/ 0 w 82"/>
                <a:gd name="T51" fmla="*/ 59 h 62"/>
                <a:gd name="T52" fmla="*/ 8 w 82"/>
                <a:gd name="T53" fmla="*/ 0 h 62"/>
                <a:gd name="T54" fmla="*/ 57 w 82"/>
                <a:gd name="T55" fmla="*/ 0 h 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82"/>
                <a:gd name="T85" fmla="*/ 0 h 62"/>
                <a:gd name="T86" fmla="*/ 82 w 82"/>
                <a:gd name="T87" fmla="*/ 62 h 6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82" h="62">
                  <a:moveTo>
                    <a:pt x="57" y="0"/>
                  </a:moveTo>
                  <a:lnTo>
                    <a:pt x="57" y="7"/>
                  </a:lnTo>
                  <a:lnTo>
                    <a:pt x="59" y="10"/>
                  </a:lnTo>
                  <a:lnTo>
                    <a:pt x="62" y="11"/>
                  </a:lnTo>
                  <a:lnTo>
                    <a:pt x="66" y="14"/>
                  </a:lnTo>
                  <a:lnTo>
                    <a:pt x="72" y="15"/>
                  </a:lnTo>
                  <a:lnTo>
                    <a:pt x="74" y="15"/>
                  </a:lnTo>
                  <a:lnTo>
                    <a:pt x="78" y="16"/>
                  </a:lnTo>
                  <a:lnTo>
                    <a:pt x="82" y="16"/>
                  </a:lnTo>
                  <a:lnTo>
                    <a:pt x="81" y="61"/>
                  </a:lnTo>
                  <a:lnTo>
                    <a:pt x="74" y="61"/>
                  </a:lnTo>
                  <a:lnTo>
                    <a:pt x="69" y="61"/>
                  </a:lnTo>
                  <a:lnTo>
                    <a:pt x="64" y="61"/>
                  </a:lnTo>
                  <a:lnTo>
                    <a:pt x="59" y="62"/>
                  </a:lnTo>
                  <a:lnTo>
                    <a:pt x="55" y="62"/>
                  </a:lnTo>
                  <a:lnTo>
                    <a:pt x="48" y="62"/>
                  </a:lnTo>
                  <a:lnTo>
                    <a:pt x="44" y="62"/>
                  </a:lnTo>
                  <a:lnTo>
                    <a:pt x="38" y="62"/>
                  </a:lnTo>
                  <a:lnTo>
                    <a:pt x="34" y="62"/>
                  </a:lnTo>
                  <a:lnTo>
                    <a:pt x="27" y="62"/>
                  </a:lnTo>
                  <a:lnTo>
                    <a:pt x="22" y="62"/>
                  </a:lnTo>
                  <a:lnTo>
                    <a:pt x="17" y="62"/>
                  </a:lnTo>
                  <a:lnTo>
                    <a:pt x="12" y="61"/>
                  </a:lnTo>
                  <a:lnTo>
                    <a:pt x="8" y="61"/>
                  </a:lnTo>
                  <a:lnTo>
                    <a:pt x="4" y="61"/>
                  </a:lnTo>
                  <a:lnTo>
                    <a:pt x="0" y="59"/>
                  </a:lnTo>
                  <a:lnTo>
                    <a:pt x="8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134"/>
            <p:cNvSpPr>
              <a:spLocks/>
            </p:cNvSpPr>
            <p:nvPr/>
          </p:nvSpPr>
          <p:spPr bwMode="auto">
            <a:xfrm>
              <a:off x="2092" y="1529"/>
              <a:ext cx="125" cy="62"/>
            </a:xfrm>
            <a:custGeom>
              <a:avLst/>
              <a:gdLst>
                <a:gd name="T0" fmla="*/ 125 w 125"/>
                <a:gd name="T1" fmla="*/ 4 h 62"/>
                <a:gd name="T2" fmla="*/ 125 w 125"/>
                <a:gd name="T3" fmla="*/ 62 h 62"/>
                <a:gd name="T4" fmla="*/ 0 w 125"/>
                <a:gd name="T5" fmla="*/ 62 h 62"/>
                <a:gd name="T6" fmla="*/ 3 w 125"/>
                <a:gd name="T7" fmla="*/ 55 h 62"/>
                <a:gd name="T8" fmla="*/ 5 w 125"/>
                <a:gd name="T9" fmla="*/ 48 h 62"/>
                <a:gd name="T10" fmla="*/ 10 w 125"/>
                <a:gd name="T11" fmla="*/ 44 h 62"/>
                <a:gd name="T12" fmla="*/ 16 w 125"/>
                <a:gd name="T13" fmla="*/ 43 h 62"/>
                <a:gd name="T14" fmla="*/ 22 w 125"/>
                <a:gd name="T15" fmla="*/ 39 h 62"/>
                <a:gd name="T16" fmla="*/ 28 w 125"/>
                <a:gd name="T17" fmla="*/ 37 h 62"/>
                <a:gd name="T18" fmla="*/ 34 w 125"/>
                <a:gd name="T19" fmla="*/ 36 h 62"/>
                <a:gd name="T20" fmla="*/ 40 w 125"/>
                <a:gd name="T21" fmla="*/ 34 h 62"/>
                <a:gd name="T22" fmla="*/ 37 w 125"/>
                <a:gd name="T23" fmla="*/ 31 h 62"/>
                <a:gd name="T24" fmla="*/ 31 w 125"/>
                <a:gd name="T25" fmla="*/ 29 h 62"/>
                <a:gd name="T26" fmla="*/ 28 w 125"/>
                <a:gd name="T27" fmla="*/ 26 h 62"/>
                <a:gd name="T28" fmla="*/ 23 w 125"/>
                <a:gd name="T29" fmla="*/ 25 h 62"/>
                <a:gd name="T30" fmla="*/ 21 w 125"/>
                <a:gd name="T31" fmla="*/ 23 h 62"/>
                <a:gd name="T32" fmla="*/ 18 w 125"/>
                <a:gd name="T33" fmla="*/ 19 h 62"/>
                <a:gd name="T34" fmla="*/ 18 w 125"/>
                <a:gd name="T35" fmla="*/ 15 h 62"/>
                <a:gd name="T36" fmla="*/ 19 w 125"/>
                <a:gd name="T37" fmla="*/ 8 h 62"/>
                <a:gd name="T38" fmla="*/ 22 w 125"/>
                <a:gd name="T39" fmla="*/ 8 h 62"/>
                <a:gd name="T40" fmla="*/ 25 w 125"/>
                <a:gd name="T41" fmla="*/ 8 h 62"/>
                <a:gd name="T42" fmla="*/ 30 w 125"/>
                <a:gd name="T43" fmla="*/ 10 h 62"/>
                <a:gd name="T44" fmla="*/ 34 w 125"/>
                <a:gd name="T45" fmla="*/ 11 h 62"/>
                <a:gd name="T46" fmla="*/ 39 w 125"/>
                <a:gd name="T47" fmla="*/ 14 h 62"/>
                <a:gd name="T48" fmla="*/ 40 w 125"/>
                <a:gd name="T49" fmla="*/ 16 h 62"/>
                <a:gd name="T50" fmla="*/ 41 w 125"/>
                <a:gd name="T51" fmla="*/ 19 h 62"/>
                <a:gd name="T52" fmla="*/ 43 w 125"/>
                <a:gd name="T53" fmla="*/ 25 h 62"/>
                <a:gd name="T54" fmla="*/ 44 w 125"/>
                <a:gd name="T55" fmla="*/ 26 h 62"/>
                <a:gd name="T56" fmla="*/ 48 w 125"/>
                <a:gd name="T57" fmla="*/ 23 h 62"/>
                <a:gd name="T58" fmla="*/ 49 w 125"/>
                <a:gd name="T59" fmla="*/ 19 h 62"/>
                <a:gd name="T60" fmla="*/ 50 w 125"/>
                <a:gd name="T61" fmla="*/ 16 h 62"/>
                <a:gd name="T62" fmla="*/ 52 w 125"/>
                <a:gd name="T63" fmla="*/ 11 h 62"/>
                <a:gd name="T64" fmla="*/ 53 w 125"/>
                <a:gd name="T65" fmla="*/ 8 h 62"/>
                <a:gd name="T66" fmla="*/ 55 w 125"/>
                <a:gd name="T67" fmla="*/ 7 h 62"/>
                <a:gd name="T68" fmla="*/ 58 w 125"/>
                <a:gd name="T69" fmla="*/ 4 h 62"/>
                <a:gd name="T70" fmla="*/ 64 w 125"/>
                <a:gd name="T71" fmla="*/ 4 h 62"/>
                <a:gd name="T72" fmla="*/ 70 w 125"/>
                <a:gd name="T73" fmla="*/ 11 h 62"/>
                <a:gd name="T74" fmla="*/ 71 w 125"/>
                <a:gd name="T75" fmla="*/ 19 h 62"/>
                <a:gd name="T76" fmla="*/ 72 w 125"/>
                <a:gd name="T77" fmla="*/ 31 h 62"/>
                <a:gd name="T78" fmla="*/ 75 w 125"/>
                <a:gd name="T79" fmla="*/ 41 h 62"/>
                <a:gd name="T80" fmla="*/ 95 w 125"/>
                <a:gd name="T81" fmla="*/ 41 h 62"/>
                <a:gd name="T82" fmla="*/ 95 w 125"/>
                <a:gd name="T83" fmla="*/ 31 h 62"/>
                <a:gd name="T84" fmla="*/ 93 w 125"/>
                <a:gd name="T85" fmla="*/ 22 h 62"/>
                <a:gd name="T86" fmla="*/ 90 w 125"/>
                <a:gd name="T87" fmla="*/ 11 h 62"/>
                <a:gd name="T88" fmla="*/ 89 w 125"/>
                <a:gd name="T89" fmla="*/ 0 h 62"/>
                <a:gd name="T90" fmla="*/ 94 w 125"/>
                <a:gd name="T91" fmla="*/ 0 h 62"/>
                <a:gd name="T92" fmla="*/ 98 w 125"/>
                <a:gd name="T93" fmla="*/ 4 h 62"/>
                <a:gd name="T94" fmla="*/ 103 w 125"/>
                <a:gd name="T95" fmla="*/ 4 h 62"/>
                <a:gd name="T96" fmla="*/ 107 w 125"/>
                <a:gd name="T97" fmla="*/ 4 h 62"/>
                <a:gd name="T98" fmla="*/ 112 w 125"/>
                <a:gd name="T99" fmla="*/ 4 h 62"/>
                <a:gd name="T100" fmla="*/ 116 w 125"/>
                <a:gd name="T101" fmla="*/ 4 h 62"/>
                <a:gd name="T102" fmla="*/ 121 w 125"/>
                <a:gd name="T103" fmla="*/ 4 h 62"/>
                <a:gd name="T104" fmla="*/ 125 w 125"/>
                <a:gd name="T105" fmla="*/ 4 h 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5"/>
                <a:gd name="T160" fmla="*/ 0 h 62"/>
                <a:gd name="T161" fmla="*/ 125 w 125"/>
                <a:gd name="T162" fmla="*/ 62 h 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5" h="62">
                  <a:moveTo>
                    <a:pt x="125" y="4"/>
                  </a:moveTo>
                  <a:lnTo>
                    <a:pt x="125" y="62"/>
                  </a:lnTo>
                  <a:lnTo>
                    <a:pt x="0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10" y="44"/>
                  </a:lnTo>
                  <a:lnTo>
                    <a:pt x="16" y="43"/>
                  </a:lnTo>
                  <a:lnTo>
                    <a:pt x="22" y="39"/>
                  </a:lnTo>
                  <a:lnTo>
                    <a:pt x="28" y="37"/>
                  </a:lnTo>
                  <a:lnTo>
                    <a:pt x="34" y="36"/>
                  </a:lnTo>
                  <a:lnTo>
                    <a:pt x="40" y="34"/>
                  </a:lnTo>
                  <a:lnTo>
                    <a:pt x="37" y="31"/>
                  </a:lnTo>
                  <a:lnTo>
                    <a:pt x="31" y="29"/>
                  </a:lnTo>
                  <a:lnTo>
                    <a:pt x="28" y="26"/>
                  </a:lnTo>
                  <a:lnTo>
                    <a:pt x="23" y="25"/>
                  </a:lnTo>
                  <a:lnTo>
                    <a:pt x="21" y="23"/>
                  </a:lnTo>
                  <a:lnTo>
                    <a:pt x="18" y="19"/>
                  </a:lnTo>
                  <a:lnTo>
                    <a:pt x="18" y="15"/>
                  </a:lnTo>
                  <a:lnTo>
                    <a:pt x="19" y="8"/>
                  </a:lnTo>
                  <a:lnTo>
                    <a:pt x="22" y="8"/>
                  </a:lnTo>
                  <a:lnTo>
                    <a:pt x="25" y="8"/>
                  </a:lnTo>
                  <a:lnTo>
                    <a:pt x="30" y="10"/>
                  </a:lnTo>
                  <a:lnTo>
                    <a:pt x="34" y="11"/>
                  </a:lnTo>
                  <a:lnTo>
                    <a:pt x="39" y="14"/>
                  </a:lnTo>
                  <a:lnTo>
                    <a:pt x="40" y="16"/>
                  </a:lnTo>
                  <a:lnTo>
                    <a:pt x="41" y="19"/>
                  </a:lnTo>
                  <a:lnTo>
                    <a:pt x="43" y="25"/>
                  </a:lnTo>
                  <a:lnTo>
                    <a:pt x="44" y="26"/>
                  </a:lnTo>
                  <a:lnTo>
                    <a:pt x="48" y="23"/>
                  </a:lnTo>
                  <a:lnTo>
                    <a:pt x="49" y="19"/>
                  </a:lnTo>
                  <a:lnTo>
                    <a:pt x="50" y="16"/>
                  </a:lnTo>
                  <a:lnTo>
                    <a:pt x="52" y="11"/>
                  </a:lnTo>
                  <a:lnTo>
                    <a:pt x="53" y="8"/>
                  </a:lnTo>
                  <a:lnTo>
                    <a:pt x="55" y="7"/>
                  </a:lnTo>
                  <a:lnTo>
                    <a:pt x="58" y="4"/>
                  </a:lnTo>
                  <a:lnTo>
                    <a:pt x="64" y="4"/>
                  </a:lnTo>
                  <a:lnTo>
                    <a:pt x="70" y="11"/>
                  </a:lnTo>
                  <a:lnTo>
                    <a:pt x="71" y="19"/>
                  </a:lnTo>
                  <a:lnTo>
                    <a:pt x="72" y="31"/>
                  </a:lnTo>
                  <a:lnTo>
                    <a:pt x="75" y="41"/>
                  </a:lnTo>
                  <a:lnTo>
                    <a:pt x="95" y="41"/>
                  </a:lnTo>
                  <a:lnTo>
                    <a:pt x="95" y="31"/>
                  </a:lnTo>
                  <a:lnTo>
                    <a:pt x="93" y="22"/>
                  </a:lnTo>
                  <a:lnTo>
                    <a:pt x="90" y="11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8" y="4"/>
                  </a:lnTo>
                  <a:lnTo>
                    <a:pt x="103" y="4"/>
                  </a:lnTo>
                  <a:lnTo>
                    <a:pt x="107" y="4"/>
                  </a:lnTo>
                  <a:lnTo>
                    <a:pt x="112" y="4"/>
                  </a:lnTo>
                  <a:lnTo>
                    <a:pt x="116" y="4"/>
                  </a:lnTo>
                  <a:lnTo>
                    <a:pt x="121" y="4"/>
                  </a:lnTo>
                  <a:lnTo>
                    <a:pt x="125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135"/>
            <p:cNvSpPr>
              <a:spLocks/>
            </p:cNvSpPr>
            <p:nvPr/>
          </p:nvSpPr>
          <p:spPr bwMode="auto">
            <a:xfrm>
              <a:off x="1992" y="1596"/>
              <a:ext cx="77" cy="62"/>
            </a:xfrm>
            <a:custGeom>
              <a:avLst/>
              <a:gdLst>
                <a:gd name="T0" fmla="*/ 77 w 77"/>
                <a:gd name="T1" fmla="*/ 2 h 62"/>
                <a:gd name="T2" fmla="*/ 74 w 77"/>
                <a:gd name="T3" fmla="*/ 14 h 62"/>
                <a:gd name="T4" fmla="*/ 69 w 77"/>
                <a:gd name="T5" fmla="*/ 20 h 62"/>
                <a:gd name="T6" fmla="*/ 60 w 77"/>
                <a:gd name="T7" fmla="*/ 25 h 62"/>
                <a:gd name="T8" fmla="*/ 53 w 77"/>
                <a:gd name="T9" fmla="*/ 28 h 62"/>
                <a:gd name="T10" fmla="*/ 46 w 77"/>
                <a:gd name="T11" fmla="*/ 33 h 62"/>
                <a:gd name="T12" fmla="*/ 39 w 77"/>
                <a:gd name="T13" fmla="*/ 41 h 62"/>
                <a:gd name="T14" fmla="*/ 39 w 77"/>
                <a:gd name="T15" fmla="*/ 49 h 62"/>
                <a:gd name="T16" fmla="*/ 46 w 77"/>
                <a:gd name="T17" fmla="*/ 62 h 62"/>
                <a:gd name="T18" fmla="*/ 8 w 77"/>
                <a:gd name="T19" fmla="*/ 62 h 62"/>
                <a:gd name="T20" fmla="*/ 4 w 77"/>
                <a:gd name="T21" fmla="*/ 46 h 62"/>
                <a:gd name="T22" fmla="*/ 1 w 77"/>
                <a:gd name="T23" fmla="*/ 31 h 62"/>
                <a:gd name="T24" fmla="*/ 0 w 77"/>
                <a:gd name="T25" fmla="*/ 16 h 62"/>
                <a:gd name="T26" fmla="*/ 1 w 77"/>
                <a:gd name="T27" fmla="*/ 0 h 62"/>
                <a:gd name="T28" fmla="*/ 77 w 77"/>
                <a:gd name="T29" fmla="*/ 2 h 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7"/>
                <a:gd name="T46" fmla="*/ 0 h 62"/>
                <a:gd name="T47" fmla="*/ 77 w 77"/>
                <a:gd name="T48" fmla="*/ 62 h 6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7" h="62">
                  <a:moveTo>
                    <a:pt x="77" y="2"/>
                  </a:moveTo>
                  <a:lnTo>
                    <a:pt x="74" y="14"/>
                  </a:lnTo>
                  <a:lnTo>
                    <a:pt x="69" y="20"/>
                  </a:lnTo>
                  <a:lnTo>
                    <a:pt x="60" y="25"/>
                  </a:lnTo>
                  <a:lnTo>
                    <a:pt x="53" y="28"/>
                  </a:lnTo>
                  <a:lnTo>
                    <a:pt x="46" y="33"/>
                  </a:lnTo>
                  <a:lnTo>
                    <a:pt x="39" y="41"/>
                  </a:lnTo>
                  <a:lnTo>
                    <a:pt x="39" y="49"/>
                  </a:lnTo>
                  <a:lnTo>
                    <a:pt x="46" y="62"/>
                  </a:lnTo>
                  <a:lnTo>
                    <a:pt x="8" y="62"/>
                  </a:lnTo>
                  <a:lnTo>
                    <a:pt x="4" y="46"/>
                  </a:lnTo>
                  <a:lnTo>
                    <a:pt x="1" y="31"/>
                  </a:lnTo>
                  <a:lnTo>
                    <a:pt x="0" y="16"/>
                  </a:lnTo>
                  <a:lnTo>
                    <a:pt x="1" y="0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136"/>
            <p:cNvSpPr>
              <a:spLocks/>
            </p:cNvSpPr>
            <p:nvPr/>
          </p:nvSpPr>
          <p:spPr bwMode="auto">
            <a:xfrm>
              <a:off x="2094" y="1596"/>
              <a:ext cx="123" cy="62"/>
            </a:xfrm>
            <a:custGeom>
              <a:avLst/>
              <a:gdLst>
                <a:gd name="T0" fmla="*/ 123 w 123"/>
                <a:gd name="T1" fmla="*/ 62 h 62"/>
                <a:gd name="T2" fmla="*/ 31 w 123"/>
                <a:gd name="T3" fmla="*/ 62 h 62"/>
                <a:gd name="T4" fmla="*/ 26 w 123"/>
                <a:gd name="T5" fmla="*/ 58 h 62"/>
                <a:gd name="T6" fmla="*/ 19 w 123"/>
                <a:gd name="T7" fmla="*/ 52 h 62"/>
                <a:gd name="T8" fmla="*/ 13 w 123"/>
                <a:gd name="T9" fmla="*/ 46 h 62"/>
                <a:gd name="T10" fmla="*/ 10 w 123"/>
                <a:gd name="T11" fmla="*/ 37 h 62"/>
                <a:gd name="T12" fmla="*/ 6 w 123"/>
                <a:gd name="T13" fmla="*/ 28 h 62"/>
                <a:gd name="T14" fmla="*/ 3 w 123"/>
                <a:gd name="T15" fmla="*/ 18 h 62"/>
                <a:gd name="T16" fmla="*/ 1 w 123"/>
                <a:gd name="T17" fmla="*/ 8 h 62"/>
                <a:gd name="T18" fmla="*/ 0 w 123"/>
                <a:gd name="T19" fmla="*/ 0 h 62"/>
                <a:gd name="T20" fmla="*/ 123 w 123"/>
                <a:gd name="T21" fmla="*/ 2 h 62"/>
                <a:gd name="T22" fmla="*/ 123 w 123"/>
                <a:gd name="T23" fmla="*/ 62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3"/>
                <a:gd name="T37" fmla="*/ 0 h 62"/>
                <a:gd name="T38" fmla="*/ 123 w 123"/>
                <a:gd name="T39" fmla="*/ 62 h 6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3" h="62">
                  <a:moveTo>
                    <a:pt x="123" y="62"/>
                  </a:moveTo>
                  <a:lnTo>
                    <a:pt x="31" y="62"/>
                  </a:lnTo>
                  <a:lnTo>
                    <a:pt x="26" y="58"/>
                  </a:lnTo>
                  <a:lnTo>
                    <a:pt x="19" y="52"/>
                  </a:lnTo>
                  <a:lnTo>
                    <a:pt x="13" y="46"/>
                  </a:lnTo>
                  <a:lnTo>
                    <a:pt x="10" y="37"/>
                  </a:lnTo>
                  <a:lnTo>
                    <a:pt x="6" y="28"/>
                  </a:lnTo>
                  <a:lnTo>
                    <a:pt x="3" y="18"/>
                  </a:lnTo>
                  <a:lnTo>
                    <a:pt x="1" y="8"/>
                  </a:lnTo>
                  <a:lnTo>
                    <a:pt x="0" y="0"/>
                  </a:lnTo>
                  <a:lnTo>
                    <a:pt x="123" y="2"/>
                  </a:lnTo>
                  <a:lnTo>
                    <a:pt x="123" y="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137"/>
            <p:cNvSpPr>
              <a:spLocks/>
            </p:cNvSpPr>
            <p:nvPr/>
          </p:nvSpPr>
          <p:spPr bwMode="auto">
            <a:xfrm>
              <a:off x="2003" y="1665"/>
              <a:ext cx="71" cy="58"/>
            </a:xfrm>
            <a:custGeom>
              <a:avLst/>
              <a:gdLst>
                <a:gd name="T0" fmla="*/ 36 w 71"/>
                <a:gd name="T1" fmla="*/ 1 h 58"/>
                <a:gd name="T2" fmla="*/ 39 w 71"/>
                <a:gd name="T3" fmla="*/ 8 h 58"/>
                <a:gd name="T4" fmla="*/ 41 w 71"/>
                <a:gd name="T5" fmla="*/ 15 h 58"/>
                <a:gd name="T6" fmla="*/ 43 w 71"/>
                <a:gd name="T7" fmla="*/ 24 h 58"/>
                <a:gd name="T8" fmla="*/ 44 w 71"/>
                <a:gd name="T9" fmla="*/ 32 h 58"/>
                <a:gd name="T10" fmla="*/ 45 w 71"/>
                <a:gd name="T11" fmla="*/ 39 h 58"/>
                <a:gd name="T12" fmla="*/ 48 w 71"/>
                <a:gd name="T13" fmla="*/ 47 h 58"/>
                <a:gd name="T14" fmla="*/ 56 w 71"/>
                <a:gd name="T15" fmla="*/ 50 h 58"/>
                <a:gd name="T16" fmla="*/ 63 w 71"/>
                <a:gd name="T17" fmla="*/ 51 h 58"/>
                <a:gd name="T18" fmla="*/ 66 w 71"/>
                <a:gd name="T19" fmla="*/ 51 h 58"/>
                <a:gd name="T20" fmla="*/ 67 w 71"/>
                <a:gd name="T21" fmla="*/ 51 h 58"/>
                <a:gd name="T22" fmla="*/ 70 w 71"/>
                <a:gd name="T23" fmla="*/ 54 h 58"/>
                <a:gd name="T24" fmla="*/ 71 w 71"/>
                <a:gd name="T25" fmla="*/ 55 h 58"/>
                <a:gd name="T26" fmla="*/ 71 w 71"/>
                <a:gd name="T27" fmla="*/ 58 h 58"/>
                <a:gd name="T28" fmla="*/ 26 w 71"/>
                <a:gd name="T29" fmla="*/ 58 h 58"/>
                <a:gd name="T30" fmla="*/ 21 w 71"/>
                <a:gd name="T31" fmla="*/ 51 h 58"/>
                <a:gd name="T32" fmla="*/ 18 w 71"/>
                <a:gd name="T33" fmla="*/ 45 h 58"/>
                <a:gd name="T34" fmla="*/ 14 w 71"/>
                <a:gd name="T35" fmla="*/ 37 h 58"/>
                <a:gd name="T36" fmla="*/ 13 w 71"/>
                <a:gd name="T37" fmla="*/ 30 h 58"/>
                <a:gd name="T38" fmla="*/ 6 w 71"/>
                <a:gd name="T39" fmla="*/ 22 h 58"/>
                <a:gd name="T40" fmla="*/ 5 w 71"/>
                <a:gd name="T41" fmla="*/ 14 h 58"/>
                <a:gd name="T42" fmla="*/ 1 w 71"/>
                <a:gd name="T43" fmla="*/ 8 h 58"/>
                <a:gd name="T44" fmla="*/ 0 w 71"/>
                <a:gd name="T45" fmla="*/ 0 h 58"/>
                <a:gd name="T46" fmla="*/ 36 w 71"/>
                <a:gd name="T47" fmla="*/ 1 h 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1"/>
                <a:gd name="T73" fmla="*/ 0 h 58"/>
                <a:gd name="T74" fmla="*/ 71 w 71"/>
                <a:gd name="T75" fmla="*/ 58 h 5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1" h="58">
                  <a:moveTo>
                    <a:pt x="36" y="1"/>
                  </a:moveTo>
                  <a:lnTo>
                    <a:pt x="39" y="8"/>
                  </a:lnTo>
                  <a:lnTo>
                    <a:pt x="41" y="15"/>
                  </a:lnTo>
                  <a:lnTo>
                    <a:pt x="43" y="24"/>
                  </a:lnTo>
                  <a:lnTo>
                    <a:pt x="44" y="32"/>
                  </a:lnTo>
                  <a:lnTo>
                    <a:pt x="45" y="39"/>
                  </a:lnTo>
                  <a:lnTo>
                    <a:pt x="48" y="47"/>
                  </a:lnTo>
                  <a:lnTo>
                    <a:pt x="56" y="50"/>
                  </a:lnTo>
                  <a:lnTo>
                    <a:pt x="63" y="51"/>
                  </a:lnTo>
                  <a:lnTo>
                    <a:pt x="66" y="51"/>
                  </a:lnTo>
                  <a:lnTo>
                    <a:pt x="67" y="51"/>
                  </a:lnTo>
                  <a:lnTo>
                    <a:pt x="70" y="54"/>
                  </a:lnTo>
                  <a:lnTo>
                    <a:pt x="71" y="55"/>
                  </a:lnTo>
                  <a:lnTo>
                    <a:pt x="71" y="58"/>
                  </a:lnTo>
                  <a:lnTo>
                    <a:pt x="26" y="58"/>
                  </a:lnTo>
                  <a:lnTo>
                    <a:pt x="21" y="51"/>
                  </a:lnTo>
                  <a:lnTo>
                    <a:pt x="18" y="45"/>
                  </a:lnTo>
                  <a:lnTo>
                    <a:pt x="14" y="37"/>
                  </a:lnTo>
                  <a:lnTo>
                    <a:pt x="13" y="30"/>
                  </a:lnTo>
                  <a:lnTo>
                    <a:pt x="6" y="22"/>
                  </a:lnTo>
                  <a:lnTo>
                    <a:pt x="5" y="14"/>
                  </a:lnTo>
                  <a:lnTo>
                    <a:pt x="1" y="8"/>
                  </a:lnTo>
                  <a:lnTo>
                    <a:pt x="0" y="0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138"/>
            <p:cNvSpPr>
              <a:spLocks/>
            </p:cNvSpPr>
            <p:nvPr/>
          </p:nvSpPr>
          <p:spPr bwMode="auto">
            <a:xfrm>
              <a:off x="2145" y="1665"/>
              <a:ext cx="70" cy="59"/>
            </a:xfrm>
            <a:custGeom>
              <a:avLst/>
              <a:gdLst>
                <a:gd name="T0" fmla="*/ 70 w 70"/>
                <a:gd name="T1" fmla="*/ 58 h 59"/>
                <a:gd name="T2" fmla="*/ 67 w 70"/>
                <a:gd name="T3" fmla="*/ 58 h 59"/>
                <a:gd name="T4" fmla="*/ 62 w 70"/>
                <a:gd name="T5" fmla="*/ 58 h 59"/>
                <a:gd name="T6" fmla="*/ 60 w 70"/>
                <a:gd name="T7" fmla="*/ 59 h 59"/>
                <a:gd name="T8" fmla="*/ 55 w 70"/>
                <a:gd name="T9" fmla="*/ 59 h 59"/>
                <a:gd name="T10" fmla="*/ 50 w 70"/>
                <a:gd name="T11" fmla="*/ 59 h 59"/>
                <a:gd name="T12" fmla="*/ 45 w 70"/>
                <a:gd name="T13" fmla="*/ 59 h 59"/>
                <a:gd name="T14" fmla="*/ 42 w 70"/>
                <a:gd name="T15" fmla="*/ 59 h 59"/>
                <a:gd name="T16" fmla="*/ 37 w 70"/>
                <a:gd name="T17" fmla="*/ 59 h 59"/>
                <a:gd name="T18" fmla="*/ 33 w 70"/>
                <a:gd name="T19" fmla="*/ 59 h 59"/>
                <a:gd name="T20" fmla="*/ 30 w 70"/>
                <a:gd name="T21" fmla="*/ 59 h 59"/>
                <a:gd name="T22" fmla="*/ 24 w 70"/>
                <a:gd name="T23" fmla="*/ 59 h 59"/>
                <a:gd name="T24" fmla="*/ 19 w 70"/>
                <a:gd name="T25" fmla="*/ 59 h 59"/>
                <a:gd name="T26" fmla="*/ 17 w 70"/>
                <a:gd name="T27" fmla="*/ 59 h 59"/>
                <a:gd name="T28" fmla="*/ 14 w 70"/>
                <a:gd name="T29" fmla="*/ 59 h 59"/>
                <a:gd name="T30" fmla="*/ 11 w 70"/>
                <a:gd name="T31" fmla="*/ 59 h 59"/>
                <a:gd name="T32" fmla="*/ 8 w 70"/>
                <a:gd name="T33" fmla="*/ 58 h 59"/>
                <a:gd name="T34" fmla="*/ 9 w 70"/>
                <a:gd name="T35" fmla="*/ 56 h 59"/>
                <a:gd name="T36" fmla="*/ 11 w 70"/>
                <a:gd name="T37" fmla="*/ 55 h 59"/>
                <a:gd name="T38" fmla="*/ 14 w 70"/>
                <a:gd name="T39" fmla="*/ 49 h 59"/>
                <a:gd name="T40" fmla="*/ 15 w 70"/>
                <a:gd name="T41" fmla="*/ 47 h 59"/>
                <a:gd name="T42" fmla="*/ 17 w 70"/>
                <a:gd name="T43" fmla="*/ 41 h 59"/>
                <a:gd name="T44" fmla="*/ 18 w 70"/>
                <a:gd name="T45" fmla="*/ 37 h 59"/>
                <a:gd name="T46" fmla="*/ 19 w 70"/>
                <a:gd name="T47" fmla="*/ 32 h 59"/>
                <a:gd name="T48" fmla="*/ 21 w 70"/>
                <a:gd name="T49" fmla="*/ 29 h 59"/>
                <a:gd name="T50" fmla="*/ 18 w 70"/>
                <a:gd name="T51" fmla="*/ 26 h 59"/>
                <a:gd name="T52" fmla="*/ 15 w 70"/>
                <a:gd name="T53" fmla="*/ 22 h 59"/>
                <a:gd name="T54" fmla="*/ 13 w 70"/>
                <a:gd name="T55" fmla="*/ 19 h 59"/>
                <a:gd name="T56" fmla="*/ 11 w 70"/>
                <a:gd name="T57" fmla="*/ 14 h 59"/>
                <a:gd name="T58" fmla="*/ 8 w 70"/>
                <a:gd name="T59" fmla="*/ 11 h 59"/>
                <a:gd name="T60" fmla="*/ 4 w 70"/>
                <a:gd name="T61" fmla="*/ 8 h 59"/>
                <a:gd name="T62" fmla="*/ 2 w 70"/>
                <a:gd name="T63" fmla="*/ 3 h 59"/>
                <a:gd name="T64" fmla="*/ 0 w 70"/>
                <a:gd name="T65" fmla="*/ 0 h 59"/>
                <a:gd name="T66" fmla="*/ 70 w 70"/>
                <a:gd name="T67" fmla="*/ 1 h 59"/>
                <a:gd name="T68" fmla="*/ 70 w 70"/>
                <a:gd name="T69" fmla="*/ 58 h 5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0"/>
                <a:gd name="T106" fmla="*/ 0 h 59"/>
                <a:gd name="T107" fmla="*/ 70 w 70"/>
                <a:gd name="T108" fmla="*/ 59 h 5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0" h="59">
                  <a:moveTo>
                    <a:pt x="70" y="58"/>
                  </a:moveTo>
                  <a:lnTo>
                    <a:pt x="67" y="58"/>
                  </a:lnTo>
                  <a:lnTo>
                    <a:pt x="62" y="58"/>
                  </a:lnTo>
                  <a:lnTo>
                    <a:pt x="60" y="59"/>
                  </a:lnTo>
                  <a:lnTo>
                    <a:pt x="55" y="59"/>
                  </a:lnTo>
                  <a:lnTo>
                    <a:pt x="50" y="59"/>
                  </a:lnTo>
                  <a:lnTo>
                    <a:pt x="45" y="59"/>
                  </a:lnTo>
                  <a:lnTo>
                    <a:pt x="42" y="59"/>
                  </a:lnTo>
                  <a:lnTo>
                    <a:pt x="37" y="59"/>
                  </a:lnTo>
                  <a:lnTo>
                    <a:pt x="33" y="59"/>
                  </a:lnTo>
                  <a:lnTo>
                    <a:pt x="30" y="59"/>
                  </a:lnTo>
                  <a:lnTo>
                    <a:pt x="24" y="59"/>
                  </a:lnTo>
                  <a:lnTo>
                    <a:pt x="19" y="59"/>
                  </a:lnTo>
                  <a:lnTo>
                    <a:pt x="17" y="59"/>
                  </a:lnTo>
                  <a:lnTo>
                    <a:pt x="14" y="59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9" y="56"/>
                  </a:lnTo>
                  <a:lnTo>
                    <a:pt x="11" y="55"/>
                  </a:lnTo>
                  <a:lnTo>
                    <a:pt x="14" y="49"/>
                  </a:lnTo>
                  <a:lnTo>
                    <a:pt x="15" y="47"/>
                  </a:lnTo>
                  <a:lnTo>
                    <a:pt x="17" y="41"/>
                  </a:lnTo>
                  <a:lnTo>
                    <a:pt x="18" y="37"/>
                  </a:lnTo>
                  <a:lnTo>
                    <a:pt x="19" y="32"/>
                  </a:lnTo>
                  <a:lnTo>
                    <a:pt x="21" y="29"/>
                  </a:lnTo>
                  <a:lnTo>
                    <a:pt x="18" y="26"/>
                  </a:lnTo>
                  <a:lnTo>
                    <a:pt x="15" y="22"/>
                  </a:lnTo>
                  <a:lnTo>
                    <a:pt x="13" y="19"/>
                  </a:lnTo>
                  <a:lnTo>
                    <a:pt x="11" y="14"/>
                  </a:lnTo>
                  <a:lnTo>
                    <a:pt x="8" y="11"/>
                  </a:lnTo>
                  <a:lnTo>
                    <a:pt x="4" y="8"/>
                  </a:lnTo>
                  <a:lnTo>
                    <a:pt x="2" y="3"/>
                  </a:lnTo>
                  <a:lnTo>
                    <a:pt x="0" y="0"/>
                  </a:lnTo>
                  <a:lnTo>
                    <a:pt x="70" y="1"/>
                  </a:lnTo>
                  <a:lnTo>
                    <a:pt x="70" y="5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139"/>
            <p:cNvSpPr>
              <a:spLocks/>
            </p:cNvSpPr>
            <p:nvPr/>
          </p:nvSpPr>
          <p:spPr bwMode="auto">
            <a:xfrm>
              <a:off x="2036" y="1730"/>
              <a:ext cx="75" cy="61"/>
            </a:xfrm>
            <a:custGeom>
              <a:avLst/>
              <a:gdLst>
                <a:gd name="T0" fmla="*/ 42 w 75"/>
                <a:gd name="T1" fmla="*/ 1 h 61"/>
                <a:gd name="T2" fmla="*/ 47 w 75"/>
                <a:gd name="T3" fmla="*/ 11 h 61"/>
                <a:gd name="T4" fmla="*/ 49 w 75"/>
                <a:gd name="T5" fmla="*/ 18 h 61"/>
                <a:gd name="T6" fmla="*/ 52 w 75"/>
                <a:gd name="T7" fmla="*/ 24 h 61"/>
                <a:gd name="T8" fmla="*/ 57 w 75"/>
                <a:gd name="T9" fmla="*/ 32 h 61"/>
                <a:gd name="T10" fmla="*/ 61 w 75"/>
                <a:gd name="T11" fmla="*/ 39 h 61"/>
                <a:gd name="T12" fmla="*/ 66 w 75"/>
                <a:gd name="T13" fmla="*/ 46 h 61"/>
                <a:gd name="T14" fmla="*/ 70 w 75"/>
                <a:gd name="T15" fmla="*/ 51 h 61"/>
                <a:gd name="T16" fmla="*/ 75 w 75"/>
                <a:gd name="T17" fmla="*/ 61 h 61"/>
                <a:gd name="T18" fmla="*/ 69 w 75"/>
                <a:gd name="T19" fmla="*/ 61 h 61"/>
                <a:gd name="T20" fmla="*/ 61 w 75"/>
                <a:gd name="T21" fmla="*/ 60 h 61"/>
                <a:gd name="T22" fmla="*/ 56 w 75"/>
                <a:gd name="T23" fmla="*/ 60 h 61"/>
                <a:gd name="T24" fmla="*/ 49 w 75"/>
                <a:gd name="T25" fmla="*/ 57 h 61"/>
                <a:gd name="T26" fmla="*/ 43 w 75"/>
                <a:gd name="T27" fmla="*/ 54 h 61"/>
                <a:gd name="T28" fmla="*/ 39 w 75"/>
                <a:gd name="T29" fmla="*/ 50 h 61"/>
                <a:gd name="T30" fmla="*/ 34 w 75"/>
                <a:gd name="T31" fmla="*/ 47 h 61"/>
                <a:gd name="T32" fmla="*/ 30 w 75"/>
                <a:gd name="T33" fmla="*/ 42 h 61"/>
                <a:gd name="T34" fmla="*/ 27 w 75"/>
                <a:gd name="T35" fmla="*/ 37 h 61"/>
                <a:gd name="T36" fmla="*/ 22 w 75"/>
                <a:gd name="T37" fmla="*/ 32 h 61"/>
                <a:gd name="T38" fmla="*/ 18 w 75"/>
                <a:gd name="T39" fmla="*/ 26 h 61"/>
                <a:gd name="T40" fmla="*/ 13 w 75"/>
                <a:gd name="T41" fmla="*/ 21 h 61"/>
                <a:gd name="T42" fmla="*/ 10 w 75"/>
                <a:gd name="T43" fmla="*/ 15 h 61"/>
                <a:gd name="T44" fmla="*/ 8 w 75"/>
                <a:gd name="T45" fmla="*/ 11 h 61"/>
                <a:gd name="T46" fmla="*/ 3 w 75"/>
                <a:gd name="T47" fmla="*/ 7 h 61"/>
                <a:gd name="T48" fmla="*/ 0 w 75"/>
                <a:gd name="T49" fmla="*/ 0 h 61"/>
                <a:gd name="T50" fmla="*/ 42 w 75"/>
                <a:gd name="T51" fmla="*/ 1 h 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5"/>
                <a:gd name="T79" fmla="*/ 0 h 61"/>
                <a:gd name="T80" fmla="*/ 75 w 75"/>
                <a:gd name="T81" fmla="*/ 61 h 6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5" h="61">
                  <a:moveTo>
                    <a:pt x="42" y="1"/>
                  </a:moveTo>
                  <a:lnTo>
                    <a:pt x="47" y="11"/>
                  </a:lnTo>
                  <a:lnTo>
                    <a:pt x="49" y="18"/>
                  </a:lnTo>
                  <a:lnTo>
                    <a:pt x="52" y="24"/>
                  </a:lnTo>
                  <a:lnTo>
                    <a:pt x="57" y="32"/>
                  </a:lnTo>
                  <a:lnTo>
                    <a:pt x="61" y="39"/>
                  </a:lnTo>
                  <a:lnTo>
                    <a:pt x="66" y="46"/>
                  </a:lnTo>
                  <a:lnTo>
                    <a:pt x="70" y="51"/>
                  </a:lnTo>
                  <a:lnTo>
                    <a:pt x="75" y="61"/>
                  </a:lnTo>
                  <a:lnTo>
                    <a:pt x="69" y="61"/>
                  </a:lnTo>
                  <a:lnTo>
                    <a:pt x="61" y="60"/>
                  </a:lnTo>
                  <a:lnTo>
                    <a:pt x="56" y="60"/>
                  </a:lnTo>
                  <a:lnTo>
                    <a:pt x="49" y="57"/>
                  </a:lnTo>
                  <a:lnTo>
                    <a:pt x="43" y="54"/>
                  </a:lnTo>
                  <a:lnTo>
                    <a:pt x="39" y="50"/>
                  </a:lnTo>
                  <a:lnTo>
                    <a:pt x="34" y="47"/>
                  </a:lnTo>
                  <a:lnTo>
                    <a:pt x="30" y="42"/>
                  </a:lnTo>
                  <a:lnTo>
                    <a:pt x="27" y="37"/>
                  </a:lnTo>
                  <a:lnTo>
                    <a:pt x="22" y="32"/>
                  </a:lnTo>
                  <a:lnTo>
                    <a:pt x="18" y="26"/>
                  </a:lnTo>
                  <a:lnTo>
                    <a:pt x="13" y="21"/>
                  </a:lnTo>
                  <a:lnTo>
                    <a:pt x="10" y="15"/>
                  </a:lnTo>
                  <a:lnTo>
                    <a:pt x="8" y="11"/>
                  </a:lnTo>
                  <a:lnTo>
                    <a:pt x="3" y="7"/>
                  </a:lnTo>
                  <a:lnTo>
                    <a:pt x="0" y="0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140"/>
            <p:cNvSpPr>
              <a:spLocks/>
            </p:cNvSpPr>
            <p:nvPr/>
          </p:nvSpPr>
          <p:spPr bwMode="auto">
            <a:xfrm>
              <a:off x="2141" y="1730"/>
              <a:ext cx="74" cy="61"/>
            </a:xfrm>
            <a:custGeom>
              <a:avLst/>
              <a:gdLst>
                <a:gd name="T0" fmla="*/ 74 w 74"/>
                <a:gd name="T1" fmla="*/ 1 h 61"/>
                <a:gd name="T2" fmla="*/ 74 w 74"/>
                <a:gd name="T3" fmla="*/ 15 h 61"/>
                <a:gd name="T4" fmla="*/ 74 w 74"/>
                <a:gd name="T5" fmla="*/ 30 h 61"/>
                <a:gd name="T6" fmla="*/ 74 w 74"/>
                <a:gd name="T7" fmla="*/ 47 h 61"/>
                <a:gd name="T8" fmla="*/ 74 w 74"/>
                <a:gd name="T9" fmla="*/ 61 h 61"/>
                <a:gd name="T10" fmla="*/ 0 w 74"/>
                <a:gd name="T11" fmla="*/ 61 h 61"/>
                <a:gd name="T12" fmla="*/ 3 w 74"/>
                <a:gd name="T13" fmla="*/ 0 h 61"/>
                <a:gd name="T14" fmla="*/ 6 w 74"/>
                <a:gd name="T15" fmla="*/ 0 h 61"/>
                <a:gd name="T16" fmla="*/ 12 w 74"/>
                <a:gd name="T17" fmla="*/ 0 h 61"/>
                <a:gd name="T18" fmla="*/ 17 w 74"/>
                <a:gd name="T19" fmla="*/ 1 h 61"/>
                <a:gd name="T20" fmla="*/ 19 w 74"/>
                <a:gd name="T21" fmla="*/ 1 h 61"/>
                <a:gd name="T22" fmla="*/ 23 w 74"/>
                <a:gd name="T23" fmla="*/ 1 h 61"/>
                <a:gd name="T24" fmla="*/ 28 w 74"/>
                <a:gd name="T25" fmla="*/ 1 h 61"/>
                <a:gd name="T26" fmla="*/ 34 w 74"/>
                <a:gd name="T27" fmla="*/ 1 h 61"/>
                <a:gd name="T28" fmla="*/ 38 w 74"/>
                <a:gd name="T29" fmla="*/ 1 h 61"/>
                <a:gd name="T30" fmla="*/ 43 w 74"/>
                <a:gd name="T31" fmla="*/ 1 h 61"/>
                <a:gd name="T32" fmla="*/ 47 w 74"/>
                <a:gd name="T33" fmla="*/ 1 h 61"/>
                <a:gd name="T34" fmla="*/ 51 w 74"/>
                <a:gd name="T35" fmla="*/ 1 h 61"/>
                <a:gd name="T36" fmla="*/ 57 w 74"/>
                <a:gd name="T37" fmla="*/ 1 h 61"/>
                <a:gd name="T38" fmla="*/ 60 w 74"/>
                <a:gd name="T39" fmla="*/ 1 h 61"/>
                <a:gd name="T40" fmla="*/ 65 w 74"/>
                <a:gd name="T41" fmla="*/ 1 h 61"/>
                <a:gd name="T42" fmla="*/ 69 w 74"/>
                <a:gd name="T43" fmla="*/ 1 h 61"/>
                <a:gd name="T44" fmla="*/ 74 w 74"/>
                <a:gd name="T45" fmla="*/ 1 h 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74"/>
                <a:gd name="T70" fmla="*/ 0 h 61"/>
                <a:gd name="T71" fmla="*/ 74 w 74"/>
                <a:gd name="T72" fmla="*/ 61 h 6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74" h="61">
                  <a:moveTo>
                    <a:pt x="74" y="1"/>
                  </a:moveTo>
                  <a:lnTo>
                    <a:pt x="74" y="15"/>
                  </a:lnTo>
                  <a:lnTo>
                    <a:pt x="74" y="30"/>
                  </a:lnTo>
                  <a:lnTo>
                    <a:pt x="74" y="47"/>
                  </a:lnTo>
                  <a:lnTo>
                    <a:pt x="74" y="61"/>
                  </a:lnTo>
                  <a:lnTo>
                    <a:pt x="0" y="61"/>
                  </a:lnTo>
                  <a:lnTo>
                    <a:pt x="3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3" y="1"/>
                  </a:lnTo>
                  <a:lnTo>
                    <a:pt x="28" y="1"/>
                  </a:lnTo>
                  <a:lnTo>
                    <a:pt x="34" y="1"/>
                  </a:lnTo>
                  <a:lnTo>
                    <a:pt x="38" y="1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1" y="1"/>
                  </a:lnTo>
                  <a:lnTo>
                    <a:pt x="57" y="1"/>
                  </a:lnTo>
                  <a:lnTo>
                    <a:pt x="60" y="1"/>
                  </a:lnTo>
                  <a:lnTo>
                    <a:pt x="65" y="1"/>
                  </a:lnTo>
                  <a:lnTo>
                    <a:pt x="69" y="1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141"/>
            <p:cNvSpPr>
              <a:spLocks/>
            </p:cNvSpPr>
            <p:nvPr/>
          </p:nvSpPr>
          <p:spPr bwMode="auto">
            <a:xfrm>
              <a:off x="2101" y="1797"/>
              <a:ext cx="114" cy="39"/>
            </a:xfrm>
            <a:custGeom>
              <a:avLst/>
              <a:gdLst>
                <a:gd name="T0" fmla="*/ 40 w 114"/>
                <a:gd name="T1" fmla="*/ 8 h 39"/>
                <a:gd name="T2" fmla="*/ 41 w 114"/>
                <a:gd name="T3" fmla="*/ 7 h 39"/>
                <a:gd name="T4" fmla="*/ 41 w 114"/>
                <a:gd name="T5" fmla="*/ 4 h 39"/>
                <a:gd name="T6" fmla="*/ 41 w 114"/>
                <a:gd name="T7" fmla="*/ 3 h 39"/>
                <a:gd name="T8" fmla="*/ 41 w 114"/>
                <a:gd name="T9" fmla="*/ 1 h 39"/>
                <a:gd name="T10" fmla="*/ 114 w 114"/>
                <a:gd name="T11" fmla="*/ 1 h 39"/>
                <a:gd name="T12" fmla="*/ 114 w 114"/>
                <a:gd name="T13" fmla="*/ 39 h 39"/>
                <a:gd name="T14" fmla="*/ 106 w 114"/>
                <a:gd name="T15" fmla="*/ 39 h 39"/>
                <a:gd name="T16" fmla="*/ 99 w 114"/>
                <a:gd name="T17" fmla="*/ 36 h 39"/>
                <a:gd name="T18" fmla="*/ 91 w 114"/>
                <a:gd name="T19" fmla="*/ 36 h 39"/>
                <a:gd name="T20" fmla="*/ 85 w 114"/>
                <a:gd name="T21" fmla="*/ 35 h 39"/>
                <a:gd name="T22" fmla="*/ 77 w 114"/>
                <a:gd name="T23" fmla="*/ 33 h 39"/>
                <a:gd name="T24" fmla="*/ 69 w 114"/>
                <a:gd name="T25" fmla="*/ 31 h 39"/>
                <a:gd name="T26" fmla="*/ 62 w 114"/>
                <a:gd name="T27" fmla="*/ 29 h 39"/>
                <a:gd name="T28" fmla="*/ 56 w 114"/>
                <a:gd name="T29" fmla="*/ 28 h 39"/>
                <a:gd name="T30" fmla="*/ 47 w 114"/>
                <a:gd name="T31" fmla="*/ 26 h 39"/>
                <a:gd name="T32" fmla="*/ 40 w 114"/>
                <a:gd name="T33" fmla="*/ 22 h 39"/>
                <a:gd name="T34" fmla="*/ 33 w 114"/>
                <a:gd name="T35" fmla="*/ 21 h 39"/>
                <a:gd name="T36" fmla="*/ 28 w 114"/>
                <a:gd name="T37" fmla="*/ 18 h 39"/>
                <a:gd name="T38" fmla="*/ 19 w 114"/>
                <a:gd name="T39" fmla="*/ 15 h 39"/>
                <a:gd name="T40" fmla="*/ 13 w 114"/>
                <a:gd name="T41" fmla="*/ 10 h 39"/>
                <a:gd name="T42" fmla="*/ 7 w 114"/>
                <a:gd name="T43" fmla="*/ 4 h 39"/>
                <a:gd name="T44" fmla="*/ 0 w 114"/>
                <a:gd name="T45" fmla="*/ 1 h 39"/>
                <a:gd name="T46" fmla="*/ 5 w 114"/>
                <a:gd name="T47" fmla="*/ 0 h 39"/>
                <a:gd name="T48" fmla="*/ 10 w 114"/>
                <a:gd name="T49" fmla="*/ 0 h 39"/>
                <a:gd name="T50" fmla="*/ 14 w 114"/>
                <a:gd name="T51" fmla="*/ 0 h 39"/>
                <a:gd name="T52" fmla="*/ 19 w 114"/>
                <a:gd name="T53" fmla="*/ 1 h 39"/>
                <a:gd name="T54" fmla="*/ 23 w 114"/>
                <a:gd name="T55" fmla="*/ 3 h 39"/>
                <a:gd name="T56" fmla="*/ 29 w 114"/>
                <a:gd name="T57" fmla="*/ 4 h 39"/>
                <a:gd name="T58" fmla="*/ 35 w 114"/>
                <a:gd name="T59" fmla="*/ 7 h 39"/>
                <a:gd name="T60" fmla="*/ 40 w 114"/>
                <a:gd name="T61" fmla="*/ 8 h 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14"/>
                <a:gd name="T94" fmla="*/ 0 h 39"/>
                <a:gd name="T95" fmla="*/ 114 w 114"/>
                <a:gd name="T96" fmla="*/ 39 h 3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14" h="39">
                  <a:moveTo>
                    <a:pt x="40" y="8"/>
                  </a:moveTo>
                  <a:lnTo>
                    <a:pt x="41" y="7"/>
                  </a:lnTo>
                  <a:lnTo>
                    <a:pt x="41" y="4"/>
                  </a:lnTo>
                  <a:lnTo>
                    <a:pt x="41" y="3"/>
                  </a:lnTo>
                  <a:lnTo>
                    <a:pt x="41" y="1"/>
                  </a:lnTo>
                  <a:lnTo>
                    <a:pt x="114" y="1"/>
                  </a:lnTo>
                  <a:lnTo>
                    <a:pt x="114" y="39"/>
                  </a:lnTo>
                  <a:lnTo>
                    <a:pt x="106" y="39"/>
                  </a:lnTo>
                  <a:lnTo>
                    <a:pt x="99" y="36"/>
                  </a:lnTo>
                  <a:lnTo>
                    <a:pt x="91" y="36"/>
                  </a:lnTo>
                  <a:lnTo>
                    <a:pt x="85" y="35"/>
                  </a:lnTo>
                  <a:lnTo>
                    <a:pt x="77" y="33"/>
                  </a:lnTo>
                  <a:lnTo>
                    <a:pt x="69" y="31"/>
                  </a:lnTo>
                  <a:lnTo>
                    <a:pt x="62" y="29"/>
                  </a:lnTo>
                  <a:lnTo>
                    <a:pt x="56" y="28"/>
                  </a:lnTo>
                  <a:lnTo>
                    <a:pt x="47" y="26"/>
                  </a:lnTo>
                  <a:lnTo>
                    <a:pt x="40" y="22"/>
                  </a:lnTo>
                  <a:lnTo>
                    <a:pt x="33" y="21"/>
                  </a:lnTo>
                  <a:lnTo>
                    <a:pt x="28" y="18"/>
                  </a:lnTo>
                  <a:lnTo>
                    <a:pt x="19" y="15"/>
                  </a:lnTo>
                  <a:lnTo>
                    <a:pt x="13" y="10"/>
                  </a:lnTo>
                  <a:lnTo>
                    <a:pt x="7" y="4"/>
                  </a:lnTo>
                  <a:lnTo>
                    <a:pt x="0" y="1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9" y="1"/>
                  </a:lnTo>
                  <a:lnTo>
                    <a:pt x="23" y="3"/>
                  </a:lnTo>
                  <a:lnTo>
                    <a:pt x="29" y="4"/>
                  </a:lnTo>
                  <a:lnTo>
                    <a:pt x="35" y="7"/>
                  </a:lnTo>
                  <a:lnTo>
                    <a:pt x="40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74" name="Rectangle 1142"/>
          <p:cNvSpPr>
            <a:spLocks noChangeArrowheads="1"/>
          </p:cNvSpPr>
          <p:nvPr/>
        </p:nvSpPr>
        <p:spPr bwMode="auto">
          <a:xfrm>
            <a:off x="2698750" y="2414588"/>
            <a:ext cx="10572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6875" name="Rectangle 1143"/>
          <p:cNvSpPr>
            <a:spLocks noChangeArrowheads="1"/>
          </p:cNvSpPr>
          <p:nvPr/>
        </p:nvSpPr>
        <p:spPr bwMode="auto">
          <a:xfrm>
            <a:off x="2674938" y="2419350"/>
            <a:ext cx="1335087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819150" eaLnBrk="0" hangingPunct="0"/>
            <a:r>
              <a:rPr lang="en-US" sz="1700">
                <a:solidFill>
                  <a:srgbClr val="000000"/>
                </a:solidFill>
                <a:latin typeface="Arial Narrow" pitchFamily="34" charset="0"/>
              </a:rPr>
              <a:t>Pre Job Activity</a:t>
            </a:r>
            <a:endParaRPr lang="en-US" sz="2200" b="0">
              <a:latin typeface="Arial Narrow" pitchFamily="34" charset="0"/>
            </a:endParaRPr>
          </a:p>
        </p:txBody>
      </p:sp>
      <p:sp>
        <p:nvSpPr>
          <p:cNvPr id="36876" name="Line 1144"/>
          <p:cNvSpPr>
            <a:spLocks noChangeShapeType="1"/>
          </p:cNvSpPr>
          <p:nvPr/>
        </p:nvSpPr>
        <p:spPr bwMode="auto">
          <a:xfrm flipH="1" flipV="1">
            <a:off x="2676525" y="2614613"/>
            <a:ext cx="542925" cy="3125787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6877" name="Line 1145"/>
          <p:cNvSpPr>
            <a:spLocks noChangeShapeType="1"/>
          </p:cNvSpPr>
          <p:nvPr/>
        </p:nvSpPr>
        <p:spPr bwMode="auto">
          <a:xfrm flipH="1" flipV="1">
            <a:off x="2922588" y="2027238"/>
            <a:ext cx="390525" cy="3373437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6878" name="Line 1146"/>
          <p:cNvSpPr>
            <a:spLocks noChangeShapeType="1"/>
          </p:cNvSpPr>
          <p:nvPr/>
        </p:nvSpPr>
        <p:spPr bwMode="auto">
          <a:xfrm flipH="1" flipV="1">
            <a:off x="3549650" y="2027238"/>
            <a:ext cx="168275" cy="3389312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6879" name="Line 1147"/>
          <p:cNvSpPr>
            <a:spLocks noChangeShapeType="1"/>
          </p:cNvSpPr>
          <p:nvPr/>
        </p:nvSpPr>
        <p:spPr bwMode="auto">
          <a:xfrm flipH="1">
            <a:off x="3819525" y="2689225"/>
            <a:ext cx="39688" cy="305435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709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4"/>
          <p:cNvSpPr>
            <a:spLocks noChangeArrowheads="1"/>
          </p:cNvSpPr>
          <p:nvPr/>
        </p:nvSpPr>
        <p:spPr bwMode="auto">
          <a:xfrm>
            <a:off x="1258888" y="404813"/>
            <a:ext cx="7294562" cy="5575300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93695" tIns="46848" rIns="93695" bIns="46848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38915" name="Rectangle 5"/>
          <p:cNvSpPr>
            <a:spLocks noChangeArrowheads="1"/>
          </p:cNvSpPr>
          <p:nvPr/>
        </p:nvSpPr>
        <p:spPr bwMode="auto">
          <a:xfrm>
            <a:off x="1257300" y="5359400"/>
            <a:ext cx="7292975" cy="730250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99253" tIns="49626" rIns="99253" bIns="49626" anchor="ctr"/>
          <a:lstStyle/>
          <a:p>
            <a:endParaRPr lang="en-US"/>
          </a:p>
        </p:txBody>
      </p:sp>
      <p:sp>
        <p:nvSpPr>
          <p:cNvPr id="38916" name="Rectangle 6"/>
          <p:cNvSpPr>
            <a:spLocks noChangeArrowheads="1"/>
          </p:cNvSpPr>
          <p:nvPr/>
        </p:nvSpPr>
        <p:spPr bwMode="auto">
          <a:xfrm>
            <a:off x="1258888" y="404813"/>
            <a:ext cx="7294562" cy="1652587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3381" tIns="51692" rIns="103381" bIns="51692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218119" name="Text Box 7"/>
          <p:cNvSpPr txBox="1">
            <a:spLocks noChangeArrowheads="1"/>
          </p:cNvSpPr>
          <p:nvPr/>
        </p:nvSpPr>
        <p:spPr bwMode="auto">
          <a:xfrm>
            <a:off x="2751138" y="769938"/>
            <a:ext cx="4243387" cy="922337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</p:spPr>
        <p:txBody>
          <a:bodyPr wrap="none" lIns="103381" tIns="51692" rIns="103381" bIns="51692" anchor="ctr"/>
          <a:lstStyle/>
          <a:p>
            <a:pPr defTabSz="938213" eaLnBrk="0" hangingPunct="0">
              <a:defRPr/>
            </a:pPr>
            <a:r>
              <a:rPr lang="en-US" sz="5400">
                <a:solidFill>
                  <a:schemeClr val="bg1"/>
                </a:solidFill>
                <a:latin typeface="Arial Narrow" pitchFamily="34" charset="0"/>
              </a:rPr>
              <a:t>Pre-Job Activity</a:t>
            </a:r>
            <a:endParaRPr lang="en-US" sz="5400" b="0">
              <a:solidFill>
                <a:schemeClr val="bg1"/>
              </a:solidFill>
              <a:latin typeface="Times New Roman" pitchFamily="18" charset="0"/>
            </a:endParaRPr>
          </a:p>
        </p:txBody>
      </p:sp>
      <p:grpSp>
        <p:nvGrpSpPr>
          <p:cNvPr id="38918" name="Group 8"/>
          <p:cNvGrpSpPr>
            <a:grpSpLocks/>
          </p:cNvGrpSpPr>
          <p:nvPr/>
        </p:nvGrpSpPr>
        <p:grpSpPr bwMode="auto">
          <a:xfrm>
            <a:off x="1454150" y="611188"/>
            <a:ext cx="1173163" cy="1239837"/>
            <a:chOff x="1983" y="3136"/>
            <a:chExt cx="306" cy="300"/>
          </a:xfrm>
        </p:grpSpPr>
        <p:sp>
          <p:nvSpPr>
            <p:cNvPr id="39950" name="Freeform 9"/>
            <p:cNvSpPr>
              <a:spLocks/>
            </p:cNvSpPr>
            <p:nvPr/>
          </p:nvSpPr>
          <p:spPr bwMode="auto">
            <a:xfrm>
              <a:off x="1983" y="3136"/>
              <a:ext cx="300" cy="300"/>
            </a:xfrm>
            <a:custGeom>
              <a:avLst/>
              <a:gdLst>
                <a:gd name="T0" fmla="*/ 171 w 300"/>
                <a:gd name="T1" fmla="*/ 298 h 300"/>
                <a:gd name="T2" fmla="*/ 199 w 300"/>
                <a:gd name="T3" fmla="*/ 292 h 300"/>
                <a:gd name="T4" fmla="*/ 225 w 300"/>
                <a:gd name="T5" fmla="*/ 280 h 300"/>
                <a:gd name="T6" fmla="*/ 249 w 300"/>
                <a:gd name="T7" fmla="*/ 264 h 300"/>
                <a:gd name="T8" fmla="*/ 268 w 300"/>
                <a:gd name="T9" fmla="*/ 243 h 300"/>
                <a:gd name="T10" fmla="*/ 283 w 300"/>
                <a:gd name="T11" fmla="*/ 219 h 300"/>
                <a:gd name="T12" fmla="*/ 293 w 300"/>
                <a:gd name="T13" fmla="*/ 192 h 300"/>
                <a:gd name="T14" fmla="*/ 299 w 300"/>
                <a:gd name="T15" fmla="*/ 163 h 300"/>
                <a:gd name="T16" fmla="*/ 299 w 300"/>
                <a:gd name="T17" fmla="*/ 133 h 300"/>
                <a:gd name="T18" fmla="*/ 293 w 300"/>
                <a:gd name="T19" fmla="*/ 104 h 300"/>
                <a:gd name="T20" fmla="*/ 282 w 300"/>
                <a:gd name="T21" fmla="*/ 77 h 300"/>
                <a:gd name="T22" fmla="*/ 266 w 300"/>
                <a:gd name="T23" fmla="*/ 54 h 300"/>
                <a:gd name="T24" fmla="*/ 245 w 300"/>
                <a:gd name="T25" fmla="*/ 35 h 300"/>
                <a:gd name="T26" fmla="*/ 222 w 300"/>
                <a:gd name="T27" fmla="*/ 19 h 300"/>
                <a:gd name="T28" fmla="*/ 195 w 300"/>
                <a:gd name="T29" fmla="*/ 7 h 300"/>
                <a:gd name="T30" fmla="*/ 166 w 300"/>
                <a:gd name="T31" fmla="*/ 1 h 300"/>
                <a:gd name="T32" fmla="*/ 136 w 300"/>
                <a:gd name="T33" fmla="*/ 1 h 300"/>
                <a:gd name="T34" fmla="*/ 108 w 300"/>
                <a:gd name="T35" fmla="*/ 6 h 300"/>
                <a:gd name="T36" fmla="*/ 81 w 300"/>
                <a:gd name="T37" fmla="*/ 16 h 300"/>
                <a:gd name="T38" fmla="*/ 56 w 300"/>
                <a:gd name="T39" fmla="*/ 30 h 300"/>
                <a:gd name="T40" fmla="*/ 36 w 300"/>
                <a:gd name="T41" fmla="*/ 50 h 300"/>
                <a:gd name="T42" fmla="*/ 19 w 300"/>
                <a:gd name="T43" fmla="*/ 73 h 300"/>
                <a:gd name="T44" fmla="*/ 7 w 300"/>
                <a:gd name="T45" fmla="*/ 101 h 300"/>
                <a:gd name="T46" fmla="*/ 1 w 300"/>
                <a:gd name="T47" fmla="*/ 131 h 300"/>
                <a:gd name="T48" fmla="*/ 1 w 300"/>
                <a:gd name="T49" fmla="*/ 164 h 300"/>
                <a:gd name="T50" fmla="*/ 7 w 300"/>
                <a:gd name="T51" fmla="*/ 195 h 300"/>
                <a:gd name="T52" fmla="*/ 19 w 300"/>
                <a:gd name="T53" fmla="*/ 223 h 300"/>
                <a:gd name="T54" fmla="*/ 36 w 300"/>
                <a:gd name="T55" fmla="*/ 246 h 300"/>
                <a:gd name="T56" fmla="*/ 58 w 300"/>
                <a:gd name="T57" fmla="*/ 266 h 300"/>
                <a:gd name="T58" fmla="*/ 83 w 300"/>
                <a:gd name="T59" fmla="*/ 282 h 300"/>
                <a:gd name="T60" fmla="*/ 111 w 300"/>
                <a:gd name="T61" fmla="*/ 293 h 300"/>
                <a:gd name="T62" fmla="*/ 141 w 300"/>
                <a:gd name="T63" fmla="*/ 298 h 3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00"/>
                <a:gd name="T97" fmla="*/ 0 h 300"/>
                <a:gd name="T98" fmla="*/ 300 w 300"/>
                <a:gd name="T99" fmla="*/ 300 h 30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00" h="300">
                  <a:moveTo>
                    <a:pt x="156" y="300"/>
                  </a:moveTo>
                  <a:lnTo>
                    <a:pt x="171" y="298"/>
                  </a:lnTo>
                  <a:lnTo>
                    <a:pt x="186" y="296"/>
                  </a:lnTo>
                  <a:lnTo>
                    <a:pt x="199" y="292"/>
                  </a:lnTo>
                  <a:lnTo>
                    <a:pt x="213" y="288"/>
                  </a:lnTo>
                  <a:lnTo>
                    <a:pt x="225" y="280"/>
                  </a:lnTo>
                  <a:lnTo>
                    <a:pt x="237" y="273"/>
                  </a:lnTo>
                  <a:lnTo>
                    <a:pt x="249" y="264"/>
                  </a:lnTo>
                  <a:lnTo>
                    <a:pt x="258" y="254"/>
                  </a:lnTo>
                  <a:lnTo>
                    <a:pt x="268" y="243"/>
                  </a:lnTo>
                  <a:lnTo>
                    <a:pt x="276" y="231"/>
                  </a:lnTo>
                  <a:lnTo>
                    <a:pt x="283" y="219"/>
                  </a:lnTo>
                  <a:lnTo>
                    <a:pt x="289" y="206"/>
                  </a:lnTo>
                  <a:lnTo>
                    <a:pt x="293" y="192"/>
                  </a:lnTo>
                  <a:lnTo>
                    <a:pt x="297" y="178"/>
                  </a:lnTo>
                  <a:lnTo>
                    <a:pt x="299" y="163"/>
                  </a:lnTo>
                  <a:lnTo>
                    <a:pt x="300" y="148"/>
                  </a:lnTo>
                  <a:lnTo>
                    <a:pt x="299" y="133"/>
                  </a:lnTo>
                  <a:lnTo>
                    <a:pt x="297" y="118"/>
                  </a:lnTo>
                  <a:lnTo>
                    <a:pt x="293" y="104"/>
                  </a:lnTo>
                  <a:lnTo>
                    <a:pt x="288" y="90"/>
                  </a:lnTo>
                  <a:lnTo>
                    <a:pt x="282" y="77"/>
                  </a:lnTo>
                  <a:lnTo>
                    <a:pt x="274" y="66"/>
                  </a:lnTo>
                  <a:lnTo>
                    <a:pt x="266" y="54"/>
                  </a:lnTo>
                  <a:lnTo>
                    <a:pt x="256" y="43"/>
                  </a:lnTo>
                  <a:lnTo>
                    <a:pt x="245" y="35"/>
                  </a:lnTo>
                  <a:lnTo>
                    <a:pt x="235" y="25"/>
                  </a:lnTo>
                  <a:lnTo>
                    <a:pt x="222" y="19"/>
                  </a:lnTo>
                  <a:lnTo>
                    <a:pt x="209" y="12"/>
                  </a:lnTo>
                  <a:lnTo>
                    <a:pt x="195" y="7"/>
                  </a:lnTo>
                  <a:lnTo>
                    <a:pt x="181" y="4"/>
                  </a:lnTo>
                  <a:lnTo>
                    <a:pt x="166" y="1"/>
                  </a:lnTo>
                  <a:lnTo>
                    <a:pt x="151" y="0"/>
                  </a:lnTo>
                  <a:lnTo>
                    <a:pt x="136" y="1"/>
                  </a:lnTo>
                  <a:lnTo>
                    <a:pt x="121" y="3"/>
                  </a:lnTo>
                  <a:lnTo>
                    <a:pt x="108" y="6"/>
                  </a:lnTo>
                  <a:lnTo>
                    <a:pt x="94" y="10"/>
                  </a:lnTo>
                  <a:lnTo>
                    <a:pt x="81" y="16"/>
                  </a:lnTo>
                  <a:lnTo>
                    <a:pt x="68" y="23"/>
                  </a:lnTo>
                  <a:lnTo>
                    <a:pt x="56" y="30"/>
                  </a:lnTo>
                  <a:lnTo>
                    <a:pt x="46" y="40"/>
                  </a:lnTo>
                  <a:lnTo>
                    <a:pt x="36" y="50"/>
                  </a:lnTo>
                  <a:lnTo>
                    <a:pt x="26" y="61"/>
                  </a:lnTo>
                  <a:lnTo>
                    <a:pt x="19" y="73"/>
                  </a:lnTo>
                  <a:lnTo>
                    <a:pt x="12" y="86"/>
                  </a:lnTo>
                  <a:lnTo>
                    <a:pt x="7" y="101"/>
                  </a:lnTo>
                  <a:lnTo>
                    <a:pt x="3" y="116"/>
                  </a:lnTo>
                  <a:lnTo>
                    <a:pt x="1" y="131"/>
                  </a:lnTo>
                  <a:lnTo>
                    <a:pt x="0" y="148"/>
                  </a:lnTo>
                  <a:lnTo>
                    <a:pt x="1" y="164"/>
                  </a:lnTo>
                  <a:lnTo>
                    <a:pt x="3" y="180"/>
                  </a:lnTo>
                  <a:lnTo>
                    <a:pt x="7" y="195"/>
                  </a:lnTo>
                  <a:lnTo>
                    <a:pt x="12" y="209"/>
                  </a:lnTo>
                  <a:lnTo>
                    <a:pt x="19" y="223"/>
                  </a:lnTo>
                  <a:lnTo>
                    <a:pt x="27" y="234"/>
                  </a:lnTo>
                  <a:lnTo>
                    <a:pt x="36" y="246"/>
                  </a:lnTo>
                  <a:lnTo>
                    <a:pt x="47" y="257"/>
                  </a:lnTo>
                  <a:lnTo>
                    <a:pt x="58" y="266"/>
                  </a:lnTo>
                  <a:lnTo>
                    <a:pt x="70" y="275"/>
                  </a:lnTo>
                  <a:lnTo>
                    <a:pt x="83" y="282"/>
                  </a:lnTo>
                  <a:lnTo>
                    <a:pt x="97" y="288"/>
                  </a:lnTo>
                  <a:lnTo>
                    <a:pt x="111" y="293"/>
                  </a:lnTo>
                  <a:lnTo>
                    <a:pt x="126" y="296"/>
                  </a:lnTo>
                  <a:lnTo>
                    <a:pt x="141" y="298"/>
                  </a:lnTo>
                  <a:lnTo>
                    <a:pt x="156" y="30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1" name="Freeform 10"/>
            <p:cNvSpPr>
              <a:spLocks/>
            </p:cNvSpPr>
            <p:nvPr/>
          </p:nvSpPr>
          <p:spPr bwMode="auto">
            <a:xfrm>
              <a:off x="2140" y="3136"/>
              <a:ext cx="149" cy="300"/>
            </a:xfrm>
            <a:custGeom>
              <a:avLst/>
              <a:gdLst>
                <a:gd name="T0" fmla="*/ 146 w 149"/>
                <a:gd name="T1" fmla="*/ 116 h 300"/>
                <a:gd name="T2" fmla="*/ 147 w 149"/>
                <a:gd name="T3" fmla="*/ 179 h 300"/>
                <a:gd name="T4" fmla="*/ 123 w 149"/>
                <a:gd name="T5" fmla="*/ 235 h 300"/>
                <a:gd name="T6" fmla="*/ 106 w 149"/>
                <a:gd name="T7" fmla="*/ 256 h 300"/>
                <a:gd name="T8" fmla="*/ 85 w 149"/>
                <a:gd name="T9" fmla="*/ 273 h 300"/>
                <a:gd name="T10" fmla="*/ 63 w 149"/>
                <a:gd name="T11" fmla="*/ 286 h 300"/>
                <a:gd name="T12" fmla="*/ 38 w 149"/>
                <a:gd name="T13" fmla="*/ 294 h 300"/>
                <a:gd name="T14" fmla="*/ 13 w 149"/>
                <a:gd name="T15" fmla="*/ 298 h 300"/>
                <a:gd name="T16" fmla="*/ 6 w 149"/>
                <a:gd name="T17" fmla="*/ 292 h 300"/>
                <a:gd name="T18" fmla="*/ 13 w 149"/>
                <a:gd name="T19" fmla="*/ 282 h 300"/>
                <a:gd name="T20" fmla="*/ 23 w 149"/>
                <a:gd name="T21" fmla="*/ 277 h 300"/>
                <a:gd name="T22" fmla="*/ 25 w 149"/>
                <a:gd name="T23" fmla="*/ 265 h 300"/>
                <a:gd name="T24" fmla="*/ 29 w 149"/>
                <a:gd name="T25" fmla="*/ 254 h 300"/>
                <a:gd name="T26" fmla="*/ 37 w 149"/>
                <a:gd name="T27" fmla="*/ 247 h 300"/>
                <a:gd name="T28" fmla="*/ 50 w 149"/>
                <a:gd name="T29" fmla="*/ 246 h 300"/>
                <a:gd name="T30" fmla="*/ 63 w 149"/>
                <a:gd name="T31" fmla="*/ 246 h 300"/>
                <a:gd name="T32" fmla="*/ 75 w 149"/>
                <a:gd name="T33" fmla="*/ 245 h 300"/>
                <a:gd name="T34" fmla="*/ 87 w 149"/>
                <a:gd name="T35" fmla="*/ 243 h 300"/>
                <a:gd name="T36" fmla="*/ 99 w 149"/>
                <a:gd name="T37" fmla="*/ 240 h 300"/>
                <a:gd name="T38" fmla="*/ 102 w 149"/>
                <a:gd name="T39" fmla="*/ 224 h 300"/>
                <a:gd name="T40" fmla="*/ 99 w 149"/>
                <a:gd name="T41" fmla="*/ 213 h 300"/>
                <a:gd name="T42" fmla="*/ 100 w 149"/>
                <a:gd name="T43" fmla="*/ 206 h 300"/>
                <a:gd name="T44" fmla="*/ 103 w 149"/>
                <a:gd name="T45" fmla="*/ 198 h 300"/>
                <a:gd name="T46" fmla="*/ 98 w 149"/>
                <a:gd name="T47" fmla="*/ 196 h 300"/>
                <a:gd name="T48" fmla="*/ 100 w 149"/>
                <a:gd name="T49" fmla="*/ 193 h 300"/>
                <a:gd name="T50" fmla="*/ 101 w 149"/>
                <a:gd name="T51" fmla="*/ 186 h 300"/>
                <a:gd name="T52" fmla="*/ 97 w 149"/>
                <a:gd name="T53" fmla="*/ 172 h 300"/>
                <a:gd name="T54" fmla="*/ 107 w 149"/>
                <a:gd name="T55" fmla="*/ 168 h 300"/>
                <a:gd name="T56" fmla="*/ 114 w 149"/>
                <a:gd name="T57" fmla="*/ 162 h 300"/>
                <a:gd name="T58" fmla="*/ 85 w 149"/>
                <a:gd name="T59" fmla="*/ 119 h 300"/>
                <a:gd name="T60" fmla="*/ 87 w 149"/>
                <a:gd name="T61" fmla="*/ 96 h 300"/>
                <a:gd name="T62" fmla="*/ 76 w 149"/>
                <a:gd name="T63" fmla="*/ 69 h 300"/>
                <a:gd name="T64" fmla="*/ 61 w 149"/>
                <a:gd name="T65" fmla="*/ 44 h 300"/>
                <a:gd name="T66" fmla="*/ 63 w 149"/>
                <a:gd name="T67" fmla="*/ 40 h 300"/>
                <a:gd name="T68" fmla="*/ 67 w 149"/>
                <a:gd name="T69" fmla="*/ 37 h 300"/>
                <a:gd name="T70" fmla="*/ 66 w 149"/>
                <a:gd name="T71" fmla="*/ 31 h 300"/>
                <a:gd name="T72" fmla="*/ 53 w 149"/>
                <a:gd name="T73" fmla="*/ 27 h 300"/>
                <a:gd name="T74" fmla="*/ 40 w 149"/>
                <a:gd name="T75" fmla="*/ 24 h 300"/>
                <a:gd name="T76" fmla="*/ 28 w 149"/>
                <a:gd name="T77" fmla="*/ 21 h 300"/>
                <a:gd name="T78" fmla="*/ 14 w 149"/>
                <a:gd name="T79" fmla="*/ 20 h 300"/>
                <a:gd name="T80" fmla="*/ 0 w 149"/>
                <a:gd name="T81" fmla="*/ 19 h 300"/>
                <a:gd name="T82" fmla="*/ 0 w 149"/>
                <a:gd name="T83" fmla="*/ 4 h 300"/>
                <a:gd name="T84" fmla="*/ 21 w 149"/>
                <a:gd name="T85" fmla="*/ 3 h 300"/>
                <a:gd name="T86" fmla="*/ 50 w 149"/>
                <a:gd name="T87" fmla="*/ 10 h 300"/>
                <a:gd name="T88" fmla="*/ 77 w 149"/>
                <a:gd name="T89" fmla="*/ 23 h 300"/>
                <a:gd name="T90" fmla="*/ 100 w 149"/>
                <a:gd name="T91" fmla="*/ 40 h 300"/>
                <a:gd name="T92" fmla="*/ 120 w 149"/>
                <a:gd name="T93" fmla="*/ 61 h 30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49"/>
                <a:gd name="T142" fmla="*/ 0 h 300"/>
                <a:gd name="T143" fmla="*/ 149 w 149"/>
                <a:gd name="T144" fmla="*/ 300 h 30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49" h="300">
                  <a:moveTo>
                    <a:pt x="131" y="78"/>
                  </a:moveTo>
                  <a:lnTo>
                    <a:pt x="140" y="97"/>
                  </a:lnTo>
                  <a:lnTo>
                    <a:pt x="146" y="116"/>
                  </a:lnTo>
                  <a:lnTo>
                    <a:pt x="149" y="137"/>
                  </a:lnTo>
                  <a:lnTo>
                    <a:pt x="149" y="159"/>
                  </a:lnTo>
                  <a:lnTo>
                    <a:pt x="147" y="179"/>
                  </a:lnTo>
                  <a:lnTo>
                    <a:pt x="142" y="200"/>
                  </a:lnTo>
                  <a:lnTo>
                    <a:pt x="134" y="218"/>
                  </a:lnTo>
                  <a:lnTo>
                    <a:pt x="123" y="235"/>
                  </a:lnTo>
                  <a:lnTo>
                    <a:pt x="117" y="243"/>
                  </a:lnTo>
                  <a:lnTo>
                    <a:pt x="112" y="249"/>
                  </a:lnTo>
                  <a:lnTo>
                    <a:pt x="106" y="256"/>
                  </a:lnTo>
                  <a:lnTo>
                    <a:pt x="99" y="262"/>
                  </a:lnTo>
                  <a:lnTo>
                    <a:pt x="93" y="267"/>
                  </a:lnTo>
                  <a:lnTo>
                    <a:pt x="85" y="273"/>
                  </a:lnTo>
                  <a:lnTo>
                    <a:pt x="78" y="277"/>
                  </a:lnTo>
                  <a:lnTo>
                    <a:pt x="70" y="281"/>
                  </a:lnTo>
                  <a:lnTo>
                    <a:pt x="63" y="286"/>
                  </a:lnTo>
                  <a:lnTo>
                    <a:pt x="55" y="289"/>
                  </a:lnTo>
                  <a:lnTo>
                    <a:pt x="47" y="292"/>
                  </a:lnTo>
                  <a:lnTo>
                    <a:pt x="38" y="294"/>
                  </a:lnTo>
                  <a:lnTo>
                    <a:pt x="30" y="296"/>
                  </a:lnTo>
                  <a:lnTo>
                    <a:pt x="21" y="297"/>
                  </a:lnTo>
                  <a:lnTo>
                    <a:pt x="13" y="298"/>
                  </a:lnTo>
                  <a:lnTo>
                    <a:pt x="3" y="300"/>
                  </a:lnTo>
                  <a:lnTo>
                    <a:pt x="5" y="295"/>
                  </a:lnTo>
                  <a:lnTo>
                    <a:pt x="6" y="292"/>
                  </a:lnTo>
                  <a:lnTo>
                    <a:pt x="8" y="289"/>
                  </a:lnTo>
                  <a:lnTo>
                    <a:pt x="10" y="286"/>
                  </a:lnTo>
                  <a:lnTo>
                    <a:pt x="13" y="282"/>
                  </a:lnTo>
                  <a:lnTo>
                    <a:pt x="16" y="280"/>
                  </a:lnTo>
                  <a:lnTo>
                    <a:pt x="19" y="278"/>
                  </a:lnTo>
                  <a:lnTo>
                    <a:pt x="23" y="277"/>
                  </a:lnTo>
                  <a:lnTo>
                    <a:pt x="23" y="273"/>
                  </a:lnTo>
                  <a:lnTo>
                    <a:pt x="24" y="270"/>
                  </a:lnTo>
                  <a:lnTo>
                    <a:pt x="25" y="265"/>
                  </a:lnTo>
                  <a:lnTo>
                    <a:pt x="25" y="261"/>
                  </a:lnTo>
                  <a:lnTo>
                    <a:pt x="26" y="258"/>
                  </a:lnTo>
                  <a:lnTo>
                    <a:pt x="29" y="254"/>
                  </a:lnTo>
                  <a:lnTo>
                    <a:pt x="31" y="250"/>
                  </a:lnTo>
                  <a:lnTo>
                    <a:pt x="33" y="248"/>
                  </a:lnTo>
                  <a:lnTo>
                    <a:pt x="37" y="247"/>
                  </a:lnTo>
                  <a:lnTo>
                    <a:pt x="41" y="247"/>
                  </a:lnTo>
                  <a:lnTo>
                    <a:pt x="46" y="247"/>
                  </a:lnTo>
                  <a:lnTo>
                    <a:pt x="50" y="246"/>
                  </a:lnTo>
                  <a:lnTo>
                    <a:pt x="54" y="246"/>
                  </a:lnTo>
                  <a:lnTo>
                    <a:pt x="58" y="246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71" y="245"/>
                  </a:lnTo>
                  <a:lnTo>
                    <a:pt x="75" y="245"/>
                  </a:lnTo>
                  <a:lnTo>
                    <a:pt x="79" y="244"/>
                  </a:lnTo>
                  <a:lnTo>
                    <a:pt x="83" y="244"/>
                  </a:lnTo>
                  <a:lnTo>
                    <a:pt x="87" y="243"/>
                  </a:lnTo>
                  <a:lnTo>
                    <a:pt x="91" y="242"/>
                  </a:lnTo>
                  <a:lnTo>
                    <a:pt x="95" y="241"/>
                  </a:lnTo>
                  <a:lnTo>
                    <a:pt x="99" y="240"/>
                  </a:lnTo>
                  <a:lnTo>
                    <a:pt x="102" y="234"/>
                  </a:lnTo>
                  <a:lnTo>
                    <a:pt x="102" y="229"/>
                  </a:lnTo>
                  <a:lnTo>
                    <a:pt x="102" y="224"/>
                  </a:lnTo>
                  <a:lnTo>
                    <a:pt x="100" y="218"/>
                  </a:lnTo>
                  <a:lnTo>
                    <a:pt x="99" y="215"/>
                  </a:lnTo>
                  <a:lnTo>
                    <a:pt x="99" y="213"/>
                  </a:lnTo>
                  <a:lnTo>
                    <a:pt x="99" y="211"/>
                  </a:lnTo>
                  <a:lnTo>
                    <a:pt x="99" y="208"/>
                  </a:lnTo>
                  <a:lnTo>
                    <a:pt x="100" y="206"/>
                  </a:lnTo>
                  <a:lnTo>
                    <a:pt x="101" y="203"/>
                  </a:lnTo>
                  <a:lnTo>
                    <a:pt x="102" y="200"/>
                  </a:lnTo>
                  <a:lnTo>
                    <a:pt x="103" y="198"/>
                  </a:lnTo>
                  <a:lnTo>
                    <a:pt x="101" y="197"/>
                  </a:lnTo>
                  <a:lnTo>
                    <a:pt x="100" y="197"/>
                  </a:lnTo>
                  <a:lnTo>
                    <a:pt x="98" y="196"/>
                  </a:lnTo>
                  <a:lnTo>
                    <a:pt x="98" y="194"/>
                  </a:lnTo>
                  <a:lnTo>
                    <a:pt x="99" y="193"/>
                  </a:lnTo>
                  <a:lnTo>
                    <a:pt x="100" y="193"/>
                  </a:lnTo>
                  <a:lnTo>
                    <a:pt x="102" y="192"/>
                  </a:lnTo>
                  <a:lnTo>
                    <a:pt x="103" y="191"/>
                  </a:lnTo>
                  <a:lnTo>
                    <a:pt x="101" y="186"/>
                  </a:lnTo>
                  <a:lnTo>
                    <a:pt x="100" y="182"/>
                  </a:lnTo>
                  <a:lnTo>
                    <a:pt x="99" y="177"/>
                  </a:lnTo>
                  <a:lnTo>
                    <a:pt x="97" y="172"/>
                  </a:lnTo>
                  <a:lnTo>
                    <a:pt x="100" y="170"/>
                  </a:lnTo>
                  <a:lnTo>
                    <a:pt x="103" y="169"/>
                  </a:lnTo>
                  <a:lnTo>
                    <a:pt x="107" y="168"/>
                  </a:lnTo>
                  <a:lnTo>
                    <a:pt x="109" y="166"/>
                  </a:lnTo>
                  <a:lnTo>
                    <a:pt x="112" y="164"/>
                  </a:lnTo>
                  <a:lnTo>
                    <a:pt x="114" y="162"/>
                  </a:lnTo>
                  <a:lnTo>
                    <a:pt x="115" y="160"/>
                  </a:lnTo>
                  <a:lnTo>
                    <a:pt x="115" y="155"/>
                  </a:lnTo>
                  <a:lnTo>
                    <a:pt x="85" y="119"/>
                  </a:lnTo>
                  <a:lnTo>
                    <a:pt x="93" y="114"/>
                  </a:lnTo>
                  <a:lnTo>
                    <a:pt x="91" y="105"/>
                  </a:lnTo>
                  <a:lnTo>
                    <a:pt x="87" y="96"/>
                  </a:lnTo>
                  <a:lnTo>
                    <a:pt x="84" y="86"/>
                  </a:lnTo>
                  <a:lnTo>
                    <a:pt x="81" y="77"/>
                  </a:lnTo>
                  <a:lnTo>
                    <a:pt x="76" y="69"/>
                  </a:lnTo>
                  <a:lnTo>
                    <a:pt x="71" y="60"/>
                  </a:lnTo>
                  <a:lnTo>
                    <a:pt x="66" y="52"/>
                  </a:lnTo>
                  <a:lnTo>
                    <a:pt x="61" y="44"/>
                  </a:lnTo>
                  <a:lnTo>
                    <a:pt x="62" y="43"/>
                  </a:lnTo>
                  <a:lnTo>
                    <a:pt x="63" y="41"/>
                  </a:lnTo>
                  <a:lnTo>
                    <a:pt x="63" y="40"/>
                  </a:lnTo>
                  <a:lnTo>
                    <a:pt x="65" y="39"/>
                  </a:lnTo>
                  <a:lnTo>
                    <a:pt x="66" y="38"/>
                  </a:lnTo>
                  <a:lnTo>
                    <a:pt x="67" y="37"/>
                  </a:lnTo>
                  <a:lnTo>
                    <a:pt x="69" y="35"/>
                  </a:lnTo>
                  <a:lnTo>
                    <a:pt x="70" y="34"/>
                  </a:lnTo>
                  <a:lnTo>
                    <a:pt x="66" y="31"/>
                  </a:lnTo>
                  <a:lnTo>
                    <a:pt x="62" y="30"/>
                  </a:lnTo>
                  <a:lnTo>
                    <a:pt x="57" y="28"/>
                  </a:lnTo>
                  <a:lnTo>
                    <a:pt x="53" y="27"/>
                  </a:lnTo>
                  <a:lnTo>
                    <a:pt x="49" y="26"/>
                  </a:lnTo>
                  <a:lnTo>
                    <a:pt x="45" y="25"/>
                  </a:lnTo>
                  <a:lnTo>
                    <a:pt x="40" y="24"/>
                  </a:lnTo>
                  <a:lnTo>
                    <a:pt x="36" y="23"/>
                  </a:lnTo>
                  <a:lnTo>
                    <a:pt x="32" y="22"/>
                  </a:lnTo>
                  <a:lnTo>
                    <a:pt x="28" y="21"/>
                  </a:lnTo>
                  <a:lnTo>
                    <a:pt x="23" y="21"/>
                  </a:lnTo>
                  <a:lnTo>
                    <a:pt x="18" y="20"/>
                  </a:lnTo>
                  <a:lnTo>
                    <a:pt x="14" y="20"/>
                  </a:lnTo>
                  <a:lnTo>
                    <a:pt x="9" y="19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0"/>
                  </a:lnTo>
                  <a:lnTo>
                    <a:pt x="11" y="1"/>
                  </a:lnTo>
                  <a:lnTo>
                    <a:pt x="21" y="3"/>
                  </a:lnTo>
                  <a:lnTo>
                    <a:pt x="31" y="5"/>
                  </a:lnTo>
                  <a:lnTo>
                    <a:pt x="40" y="7"/>
                  </a:lnTo>
                  <a:lnTo>
                    <a:pt x="50" y="10"/>
                  </a:lnTo>
                  <a:lnTo>
                    <a:pt x="58" y="14"/>
                  </a:lnTo>
                  <a:lnTo>
                    <a:pt x="68" y="18"/>
                  </a:lnTo>
                  <a:lnTo>
                    <a:pt x="77" y="23"/>
                  </a:lnTo>
                  <a:lnTo>
                    <a:pt x="85" y="28"/>
                  </a:lnTo>
                  <a:lnTo>
                    <a:pt x="93" y="34"/>
                  </a:lnTo>
                  <a:lnTo>
                    <a:pt x="100" y="40"/>
                  </a:lnTo>
                  <a:lnTo>
                    <a:pt x="108" y="46"/>
                  </a:lnTo>
                  <a:lnTo>
                    <a:pt x="114" y="54"/>
                  </a:lnTo>
                  <a:lnTo>
                    <a:pt x="120" y="61"/>
                  </a:lnTo>
                  <a:lnTo>
                    <a:pt x="126" y="70"/>
                  </a:lnTo>
                  <a:lnTo>
                    <a:pt x="131" y="7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2" name="Freeform 11"/>
            <p:cNvSpPr>
              <a:spLocks/>
            </p:cNvSpPr>
            <p:nvPr/>
          </p:nvSpPr>
          <p:spPr bwMode="auto">
            <a:xfrm>
              <a:off x="2114" y="3137"/>
              <a:ext cx="21" cy="23"/>
            </a:xfrm>
            <a:custGeom>
              <a:avLst/>
              <a:gdLst>
                <a:gd name="T0" fmla="*/ 20 w 21"/>
                <a:gd name="T1" fmla="*/ 23 h 23"/>
                <a:gd name="T2" fmla="*/ 12 w 21"/>
                <a:gd name="T3" fmla="*/ 23 h 23"/>
                <a:gd name="T4" fmla="*/ 13 w 21"/>
                <a:gd name="T5" fmla="*/ 20 h 23"/>
                <a:gd name="T6" fmla="*/ 13 w 21"/>
                <a:gd name="T7" fmla="*/ 17 h 23"/>
                <a:gd name="T8" fmla="*/ 12 w 21"/>
                <a:gd name="T9" fmla="*/ 13 h 23"/>
                <a:gd name="T10" fmla="*/ 11 w 21"/>
                <a:gd name="T11" fmla="*/ 11 h 23"/>
                <a:gd name="T12" fmla="*/ 9 w 21"/>
                <a:gd name="T13" fmla="*/ 9 h 23"/>
                <a:gd name="T14" fmla="*/ 8 w 21"/>
                <a:gd name="T15" fmla="*/ 7 h 23"/>
                <a:gd name="T16" fmla="*/ 4 w 21"/>
                <a:gd name="T17" fmla="*/ 5 h 23"/>
                <a:gd name="T18" fmla="*/ 2 w 21"/>
                <a:gd name="T19" fmla="*/ 4 h 23"/>
                <a:gd name="T20" fmla="*/ 0 w 21"/>
                <a:gd name="T21" fmla="*/ 2 h 23"/>
                <a:gd name="T22" fmla="*/ 2 w 21"/>
                <a:gd name="T23" fmla="*/ 2 h 23"/>
                <a:gd name="T24" fmla="*/ 4 w 21"/>
                <a:gd name="T25" fmla="*/ 2 h 23"/>
                <a:gd name="T26" fmla="*/ 8 w 21"/>
                <a:gd name="T27" fmla="*/ 0 h 23"/>
                <a:gd name="T28" fmla="*/ 10 w 21"/>
                <a:gd name="T29" fmla="*/ 0 h 23"/>
                <a:gd name="T30" fmla="*/ 13 w 21"/>
                <a:gd name="T31" fmla="*/ 0 h 23"/>
                <a:gd name="T32" fmla="*/ 16 w 21"/>
                <a:gd name="T33" fmla="*/ 0 h 23"/>
                <a:gd name="T34" fmla="*/ 19 w 21"/>
                <a:gd name="T35" fmla="*/ 0 h 23"/>
                <a:gd name="T36" fmla="*/ 21 w 21"/>
                <a:gd name="T37" fmla="*/ 2 h 23"/>
                <a:gd name="T38" fmla="*/ 20 w 21"/>
                <a:gd name="T39" fmla="*/ 23 h 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1"/>
                <a:gd name="T61" fmla="*/ 0 h 23"/>
                <a:gd name="T62" fmla="*/ 21 w 21"/>
                <a:gd name="T63" fmla="*/ 23 h 2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1" h="23">
                  <a:moveTo>
                    <a:pt x="20" y="23"/>
                  </a:moveTo>
                  <a:lnTo>
                    <a:pt x="12" y="23"/>
                  </a:lnTo>
                  <a:lnTo>
                    <a:pt x="13" y="20"/>
                  </a:lnTo>
                  <a:lnTo>
                    <a:pt x="13" y="17"/>
                  </a:lnTo>
                  <a:lnTo>
                    <a:pt x="12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8" y="7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0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3" name="Freeform 12"/>
            <p:cNvSpPr>
              <a:spLocks/>
            </p:cNvSpPr>
            <p:nvPr/>
          </p:nvSpPr>
          <p:spPr bwMode="auto">
            <a:xfrm>
              <a:off x="2018" y="3141"/>
              <a:ext cx="104" cy="270"/>
            </a:xfrm>
            <a:custGeom>
              <a:avLst/>
              <a:gdLst>
                <a:gd name="T0" fmla="*/ 104 w 104"/>
                <a:gd name="T1" fmla="*/ 19 h 270"/>
                <a:gd name="T2" fmla="*/ 102 w 104"/>
                <a:gd name="T3" fmla="*/ 33 h 270"/>
                <a:gd name="T4" fmla="*/ 97 w 104"/>
                <a:gd name="T5" fmla="*/ 45 h 270"/>
                <a:gd name="T6" fmla="*/ 92 w 104"/>
                <a:gd name="T7" fmla="*/ 48 h 270"/>
                <a:gd name="T8" fmla="*/ 85 w 104"/>
                <a:gd name="T9" fmla="*/ 52 h 270"/>
                <a:gd name="T10" fmla="*/ 83 w 104"/>
                <a:gd name="T11" fmla="*/ 57 h 270"/>
                <a:gd name="T12" fmla="*/ 83 w 104"/>
                <a:gd name="T13" fmla="*/ 66 h 270"/>
                <a:gd name="T14" fmla="*/ 85 w 104"/>
                <a:gd name="T15" fmla="*/ 71 h 270"/>
                <a:gd name="T16" fmla="*/ 91 w 104"/>
                <a:gd name="T17" fmla="*/ 68 h 270"/>
                <a:gd name="T18" fmla="*/ 93 w 104"/>
                <a:gd name="T19" fmla="*/ 62 h 270"/>
                <a:gd name="T20" fmla="*/ 98 w 104"/>
                <a:gd name="T21" fmla="*/ 60 h 270"/>
                <a:gd name="T22" fmla="*/ 96 w 104"/>
                <a:gd name="T23" fmla="*/ 80 h 270"/>
                <a:gd name="T24" fmla="*/ 91 w 104"/>
                <a:gd name="T25" fmla="*/ 91 h 270"/>
                <a:gd name="T26" fmla="*/ 85 w 104"/>
                <a:gd name="T27" fmla="*/ 101 h 270"/>
                <a:gd name="T28" fmla="*/ 88 w 104"/>
                <a:gd name="T29" fmla="*/ 127 h 270"/>
                <a:gd name="T30" fmla="*/ 86 w 104"/>
                <a:gd name="T31" fmla="*/ 120 h 270"/>
                <a:gd name="T32" fmla="*/ 85 w 104"/>
                <a:gd name="T33" fmla="*/ 114 h 270"/>
                <a:gd name="T34" fmla="*/ 73 w 104"/>
                <a:gd name="T35" fmla="*/ 103 h 270"/>
                <a:gd name="T36" fmla="*/ 66 w 104"/>
                <a:gd name="T37" fmla="*/ 107 h 270"/>
                <a:gd name="T38" fmla="*/ 62 w 104"/>
                <a:gd name="T39" fmla="*/ 112 h 270"/>
                <a:gd name="T40" fmla="*/ 55 w 104"/>
                <a:gd name="T41" fmla="*/ 107 h 270"/>
                <a:gd name="T42" fmla="*/ 46 w 104"/>
                <a:gd name="T43" fmla="*/ 105 h 270"/>
                <a:gd name="T44" fmla="*/ 38 w 104"/>
                <a:gd name="T45" fmla="*/ 109 h 270"/>
                <a:gd name="T46" fmla="*/ 39 w 104"/>
                <a:gd name="T47" fmla="*/ 121 h 270"/>
                <a:gd name="T48" fmla="*/ 38 w 104"/>
                <a:gd name="T49" fmla="*/ 127 h 270"/>
                <a:gd name="T50" fmla="*/ 32 w 104"/>
                <a:gd name="T51" fmla="*/ 134 h 270"/>
                <a:gd name="T52" fmla="*/ 26 w 104"/>
                <a:gd name="T53" fmla="*/ 143 h 270"/>
                <a:gd name="T54" fmla="*/ 34 w 104"/>
                <a:gd name="T55" fmla="*/ 166 h 270"/>
                <a:gd name="T56" fmla="*/ 47 w 104"/>
                <a:gd name="T57" fmla="*/ 186 h 270"/>
                <a:gd name="T58" fmla="*/ 65 w 104"/>
                <a:gd name="T59" fmla="*/ 194 h 270"/>
                <a:gd name="T60" fmla="*/ 74 w 104"/>
                <a:gd name="T61" fmla="*/ 203 h 270"/>
                <a:gd name="T62" fmla="*/ 77 w 104"/>
                <a:gd name="T63" fmla="*/ 213 h 270"/>
                <a:gd name="T64" fmla="*/ 63 w 104"/>
                <a:gd name="T65" fmla="*/ 226 h 270"/>
                <a:gd name="T66" fmla="*/ 61 w 104"/>
                <a:gd name="T67" fmla="*/ 248 h 270"/>
                <a:gd name="T68" fmla="*/ 60 w 104"/>
                <a:gd name="T69" fmla="*/ 270 h 270"/>
                <a:gd name="T70" fmla="*/ 47 w 104"/>
                <a:gd name="T71" fmla="*/ 261 h 270"/>
                <a:gd name="T72" fmla="*/ 37 w 104"/>
                <a:gd name="T73" fmla="*/ 248 h 270"/>
                <a:gd name="T74" fmla="*/ 30 w 104"/>
                <a:gd name="T75" fmla="*/ 234 h 270"/>
                <a:gd name="T76" fmla="*/ 24 w 104"/>
                <a:gd name="T77" fmla="*/ 221 h 270"/>
                <a:gd name="T78" fmla="*/ 14 w 104"/>
                <a:gd name="T79" fmla="*/ 213 h 270"/>
                <a:gd name="T80" fmla="*/ 4 w 104"/>
                <a:gd name="T81" fmla="*/ 170 h 270"/>
                <a:gd name="T82" fmla="*/ 13 w 104"/>
                <a:gd name="T83" fmla="*/ 162 h 270"/>
                <a:gd name="T84" fmla="*/ 21 w 104"/>
                <a:gd name="T85" fmla="*/ 151 h 270"/>
                <a:gd name="T86" fmla="*/ 24 w 104"/>
                <a:gd name="T87" fmla="*/ 112 h 270"/>
                <a:gd name="T88" fmla="*/ 19 w 104"/>
                <a:gd name="T89" fmla="*/ 111 h 270"/>
                <a:gd name="T90" fmla="*/ 14 w 104"/>
                <a:gd name="T91" fmla="*/ 110 h 270"/>
                <a:gd name="T92" fmla="*/ 13 w 104"/>
                <a:gd name="T93" fmla="*/ 60 h 270"/>
                <a:gd name="T94" fmla="*/ 7 w 104"/>
                <a:gd name="T95" fmla="*/ 56 h 270"/>
                <a:gd name="T96" fmla="*/ 4 w 104"/>
                <a:gd name="T97" fmla="*/ 53 h 270"/>
                <a:gd name="T98" fmla="*/ 6 w 104"/>
                <a:gd name="T99" fmla="*/ 45 h 270"/>
                <a:gd name="T100" fmla="*/ 20 w 104"/>
                <a:gd name="T101" fmla="*/ 32 h 270"/>
                <a:gd name="T102" fmla="*/ 35 w 104"/>
                <a:gd name="T103" fmla="*/ 21 h 270"/>
                <a:gd name="T104" fmla="*/ 51 w 104"/>
                <a:gd name="T105" fmla="*/ 13 h 270"/>
                <a:gd name="T106" fmla="*/ 69 w 104"/>
                <a:gd name="T107" fmla="*/ 5 h 270"/>
                <a:gd name="T108" fmla="*/ 86 w 104"/>
                <a:gd name="T109" fmla="*/ 0 h 270"/>
                <a:gd name="T110" fmla="*/ 94 w 104"/>
                <a:gd name="T111" fmla="*/ 2 h 270"/>
                <a:gd name="T112" fmla="*/ 99 w 104"/>
                <a:gd name="T113" fmla="*/ 7 h 2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4"/>
                <a:gd name="T172" fmla="*/ 0 h 270"/>
                <a:gd name="T173" fmla="*/ 104 w 104"/>
                <a:gd name="T174" fmla="*/ 270 h 27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4" h="270">
                  <a:moveTo>
                    <a:pt x="104" y="10"/>
                  </a:moveTo>
                  <a:lnTo>
                    <a:pt x="104" y="15"/>
                  </a:lnTo>
                  <a:lnTo>
                    <a:pt x="104" y="19"/>
                  </a:lnTo>
                  <a:lnTo>
                    <a:pt x="104" y="24"/>
                  </a:lnTo>
                  <a:lnTo>
                    <a:pt x="102" y="29"/>
                  </a:lnTo>
                  <a:lnTo>
                    <a:pt x="102" y="33"/>
                  </a:lnTo>
                  <a:lnTo>
                    <a:pt x="101" y="37"/>
                  </a:lnTo>
                  <a:lnTo>
                    <a:pt x="99" y="40"/>
                  </a:lnTo>
                  <a:lnTo>
                    <a:pt x="97" y="45"/>
                  </a:lnTo>
                  <a:lnTo>
                    <a:pt x="95" y="46"/>
                  </a:lnTo>
                  <a:lnTo>
                    <a:pt x="94" y="47"/>
                  </a:lnTo>
                  <a:lnTo>
                    <a:pt x="92" y="48"/>
                  </a:lnTo>
                  <a:lnTo>
                    <a:pt x="90" y="49"/>
                  </a:lnTo>
                  <a:lnTo>
                    <a:pt x="88" y="50"/>
                  </a:lnTo>
                  <a:lnTo>
                    <a:pt x="85" y="52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3" y="57"/>
                  </a:lnTo>
                  <a:lnTo>
                    <a:pt x="83" y="60"/>
                  </a:lnTo>
                  <a:lnTo>
                    <a:pt x="83" y="63"/>
                  </a:lnTo>
                  <a:lnTo>
                    <a:pt x="83" y="66"/>
                  </a:lnTo>
                  <a:lnTo>
                    <a:pt x="83" y="68"/>
                  </a:lnTo>
                  <a:lnTo>
                    <a:pt x="84" y="70"/>
                  </a:lnTo>
                  <a:lnTo>
                    <a:pt x="85" y="71"/>
                  </a:lnTo>
                  <a:lnTo>
                    <a:pt x="89" y="72"/>
                  </a:lnTo>
                  <a:lnTo>
                    <a:pt x="90" y="70"/>
                  </a:lnTo>
                  <a:lnTo>
                    <a:pt x="91" y="68"/>
                  </a:lnTo>
                  <a:lnTo>
                    <a:pt x="91" y="66"/>
                  </a:lnTo>
                  <a:lnTo>
                    <a:pt x="92" y="64"/>
                  </a:lnTo>
                  <a:lnTo>
                    <a:pt x="93" y="62"/>
                  </a:lnTo>
                  <a:lnTo>
                    <a:pt x="95" y="60"/>
                  </a:lnTo>
                  <a:lnTo>
                    <a:pt x="96" y="60"/>
                  </a:lnTo>
                  <a:lnTo>
                    <a:pt x="98" y="60"/>
                  </a:lnTo>
                  <a:lnTo>
                    <a:pt x="102" y="73"/>
                  </a:lnTo>
                  <a:lnTo>
                    <a:pt x="99" y="77"/>
                  </a:lnTo>
                  <a:lnTo>
                    <a:pt x="96" y="80"/>
                  </a:lnTo>
                  <a:lnTo>
                    <a:pt x="94" y="83"/>
                  </a:lnTo>
                  <a:lnTo>
                    <a:pt x="92" y="87"/>
                  </a:lnTo>
                  <a:lnTo>
                    <a:pt x="91" y="91"/>
                  </a:lnTo>
                  <a:lnTo>
                    <a:pt x="89" y="95"/>
                  </a:lnTo>
                  <a:lnTo>
                    <a:pt x="88" y="98"/>
                  </a:lnTo>
                  <a:lnTo>
                    <a:pt x="85" y="101"/>
                  </a:lnTo>
                  <a:lnTo>
                    <a:pt x="92" y="126"/>
                  </a:lnTo>
                  <a:lnTo>
                    <a:pt x="90" y="127"/>
                  </a:lnTo>
                  <a:lnTo>
                    <a:pt x="88" y="127"/>
                  </a:lnTo>
                  <a:lnTo>
                    <a:pt x="86" y="126"/>
                  </a:lnTo>
                  <a:lnTo>
                    <a:pt x="86" y="124"/>
                  </a:lnTo>
                  <a:lnTo>
                    <a:pt x="86" y="120"/>
                  </a:lnTo>
                  <a:lnTo>
                    <a:pt x="86" y="118"/>
                  </a:lnTo>
                  <a:lnTo>
                    <a:pt x="86" y="115"/>
                  </a:lnTo>
                  <a:lnTo>
                    <a:pt x="85" y="114"/>
                  </a:lnTo>
                  <a:lnTo>
                    <a:pt x="78" y="101"/>
                  </a:lnTo>
                  <a:lnTo>
                    <a:pt x="76" y="102"/>
                  </a:lnTo>
                  <a:lnTo>
                    <a:pt x="73" y="103"/>
                  </a:lnTo>
                  <a:lnTo>
                    <a:pt x="70" y="103"/>
                  </a:lnTo>
                  <a:lnTo>
                    <a:pt x="68" y="104"/>
                  </a:lnTo>
                  <a:lnTo>
                    <a:pt x="66" y="107"/>
                  </a:lnTo>
                  <a:lnTo>
                    <a:pt x="64" y="108"/>
                  </a:lnTo>
                  <a:lnTo>
                    <a:pt x="63" y="110"/>
                  </a:lnTo>
                  <a:lnTo>
                    <a:pt x="62" y="112"/>
                  </a:lnTo>
                  <a:lnTo>
                    <a:pt x="61" y="109"/>
                  </a:lnTo>
                  <a:lnTo>
                    <a:pt x="59" y="108"/>
                  </a:lnTo>
                  <a:lnTo>
                    <a:pt x="55" y="107"/>
                  </a:lnTo>
                  <a:lnTo>
                    <a:pt x="52" y="107"/>
                  </a:lnTo>
                  <a:lnTo>
                    <a:pt x="49" y="107"/>
                  </a:lnTo>
                  <a:lnTo>
                    <a:pt x="46" y="105"/>
                  </a:lnTo>
                  <a:lnTo>
                    <a:pt x="43" y="105"/>
                  </a:lnTo>
                  <a:lnTo>
                    <a:pt x="41" y="105"/>
                  </a:lnTo>
                  <a:lnTo>
                    <a:pt x="38" y="109"/>
                  </a:lnTo>
                  <a:lnTo>
                    <a:pt x="38" y="113"/>
                  </a:lnTo>
                  <a:lnTo>
                    <a:pt x="38" y="117"/>
                  </a:lnTo>
                  <a:lnTo>
                    <a:pt x="39" y="121"/>
                  </a:lnTo>
                  <a:lnTo>
                    <a:pt x="46" y="126"/>
                  </a:lnTo>
                  <a:lnTo>
                    <a:pt x="42" y="126"/>
                  </a:lnTo>
                  <a:lnTo>
                    <a:pt x="38" y="127"/>
                  </a:lnTo>
                  <a:lnTo>
                    <a:pt x="36" y="129"/>
                  </a:lnTo>
                  <a:lnTo>
                    <a:pt x="34" y="131"/>
                  </a:lnTo>
                  <a:lnTo>
                    <a:pt x="32" y="134"/>
                  </a:lnTo>
                  <a:lnTo>
                    <a:pt x="30" y="136"/>
                  </a:lnTo>
                  <a:lnTo>
                    <a:pt x="28" y="141"/>
                  </a:lnTo>
                  <a:lnTo>
                    <a:pt x="26" y="143"/>
                  </a:lnTo>
                  <a:lnTo>
                    <a:pt x="29" y="150"/>
                  </a:lnTo>
                  <a:lnTo>
                    <a:pt x="32" y="158"/>
                  </a:lnTo>
                  <a:lnTo>
                    <a:pt x="34" y="166"/>
                  </a:lnTo>
                  <a:lnTo>
                    <a:pt x="37" y="174"/>
                  </a:lnTo>
                  <a:lnTo>
                    <a:pt x="42" y="180"/>
                  </a:lnTo>
                  <a:lnTo>
                    <a:pt x="47" y="186"/>
                  </a:lnTo>
                  <a:lnTo>
                    <a:pt x="54" y="189"/>
                  </a:lnTo>
                  <a:lnTo>
                    <a:pt x="64" y="191"/>
                  </a:lnTo>
                  <a:lnTo>
                    <a:pt x="65" y="194"/>
                  </a:lnTo>
                  <a:lnTo>
                    <a:pt x="68" y="197"/>
                  </a:lnTo>
                  <a:lnTo>
                    <a:pt x="71" y="199"/>
                  </a:lnTo>
                  <a:lnTo>
                    <a:pt x="74" y="203"/>
                  </a:lnTo>
                  <a:lnTo>
                    <a:pt x="76" y="206"/>
                  </a:lnTo>
                  <a:lnTo>
                    <a:pt x="77" y="210"/>
                  </a:lnTo>
                  <a:lnTo>
                    <a:pt x="77" y="213"/>
                  </a:lnTo>
                  <a:lnTo>
                    <a:pt x="74" y="217"/>
                  </a:lnTo>
                  <a:lnTo>
                    <a:pt x="67" y="221"/>
                  </a:lnTo>
                  <a:lnTo>
                    <a:pt x="63" y="226"/>
                  </a:lnTo>
                  <a:lnTo>
                    <a:pt x="61" y="233"/>
                  </a:lnTo>
                  <a:lnTo>
                    <a:pt x="61" y="240"/>
                  </a:lnTo>
                  <a:lnTo>
                    <a:pt x="61" y="248"/>
                  </a:lnTo>
                  <a:lnTo>
                    <a:pt x="61" y="255"/>
                  </a:lnTo>
                  <a:lnTo>
                    <a:pt x="61" y="262"/>
                  </a:lnTo>
                  <a:lnTo>
                    <a:pt x="60" y="270"/>
                  </a:lnTo>
                  <a:lnTo>
                    <a:pt x="55" y="268"/>
                  </a:lnTo>
                  <a:lnTo>
                    <a:pt x="51" y="265"/>
                  </a:lnTo>
                  <a:lnTo>
                    <a:pt x="47" y="261"/>
                  </a:lnTo>
                  <a:lnTo>
                    <a:pt x="44" y="257"/>
                  </a:lnTo>
                  <a:lnTo>
                    <a:pt x="41" y="252"/>
                  </a:lnTo>
                  <a:lnTo>
                    <a:pt x="37" y="248"/>
                  </a:lnTo>
                  <a:lnTo>
                    <a:pt x="34" y="242"/>
                  </a:lnTo>
                  <a:lnTo>
                    <a:pt x="32" y="238"/>
                  </a:lnTo>
                  <a:lnTo>
                    <a:pt x="30" y="234"/>
                  </a:lnTo>
                  <a:lnTo>
                    <a:pt x="29" y="229"/>
                  </a:lnTo>
                  <a:lnTo>
                    <a:pt x="27" y="225"/>
                  </a:lnTo>
                  <a:lnTo>
                    <a:pt x="24" y="221"/>
                  </a:lnTo>
                  <a:lnTo>
                    <a:pt x="21" y="218"/>
                  </a:lnTo>
                  <a:lnTo>
                    <a:pt x="18" y="215"/>
                  </a:lnTo>
                  <a:lnTo>
                    <a:pt x="14" y="213"/>
                  </a:lnTo>
                  <a:lnTo>
                    <a:pt x="10" y="212"/>
                  </a:lnTo>
                  <a:lnTo>
                    <a:pt x="0" y="172"/>
                  </a:lnTo>
                  <a:lnTo>
                    <a:pt x="4" y="170"/>
                  </a:lnTo>
                  <a:lnTo>
                    <a:pt x="7" y="167"/>
                  </a:lnTo>
                  <a:lnTo>
                    <a:pt x="11" y="165"/>
                  </a:lnTo>
                  <a:lnTo>
                    <a:pt x="13" y="162"/>
                  </a:lnTo>
                  <a:lnTo>
                    <a:pt x="16" y="159"/>
                  </a:lnTo>
                  <a:lnTo>
                    <a:pt x="18" y="155"/>
                  </a:lnTo>
                  <a:lnTo>
                    <a:pt x="21" y="151"/>
                  </a:lnTo>
                  <a:lnTo>
                    <a:pt x="23" y="148"/>
                  </a:lnTo>
                  <a:lnTo>
                    <a:pt x="27" y="113"/>
                  </a:lnTo>
                  <a:lnTo>
                    <a:pt x="24" y="112"/>
                  </a:lnTo>
                  <a:lnTo>
                    <a:pt x="23" y="112"/>
                  </a:lnTo>
                  <a:lnTo>
                    <a:pt x="21" y="111"/>
                  </a:lnTo>
                  <a:lnTo>
                    <a:pt x="19" y="111"/>
                  </a:lnTo>
                  <a:lnTo>
                    <a:pt x="17" y="111"/>
                  </a:lnTo>
                  <a:lnTo>
                    <a:pt x="16" y="110"/>
                  </a:lnTo>
                  <a:lnTo>
                    <a:pt x="14" y="110"/>
                  </a:lnTo>
                  <a:lnTo>
                    <a:pt x="12" y="110"/>
                  </a:lnTo>
                  <a:lnTo>
                    <a:pt x="4" y="81"/>
                  </a:lnTo>
                  <a:lnTo>
                    <a:pt x="13" y="60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4" y="53"/>
                  </a:lnTo>
                  <a:lnTo>
                    <a:pt x="3" y="52"/>
                  </a:lnTo>
                  <a:lnTo>
                    <a:pt x="2" y="50"/>
                  </a:lnTo>
                  <a:lnTo>
                    <a:pt x="6" y="45"/>
                  </a:lnTo>
                  <a:lnTo>
                    <a:pt x="11" y="40"/>
                  </a:lnTo>
                  <a:lnTo>
                    <a:pt x="15" y="36"/>
                  </a:lnTo>
                  <a:lnTo>
                    <a:pt x="20" y="32"/>
                  </a:lnTo>
                  <a:lnTo>
                    <a:pt x="24" y="29"/>
                  </a:lnTo>
                  <a:lnTo>
                    <a:pt x="30" y="24"/>
                  </a:lnTo>
                  <a:lnTo>
                    <a:pt x="35" y="21"/>
                  </a:lnTo>
                  <a:lnTo>
                    <a:pt x="41" y="18"/>
                  </a:lnTo>
                  <a:lnTo>
                    <a:pt x="46" y="15"/>
                  </a:lnTo>
                  <a:lnTo>
                    <a:pt x="51" y="13"/>
                  </a:lnTo>
                  <a:lnTo>
                    <a:pt x="58" y="9"/>
                  </a:lnTo>
                  <a:lnTo>
                    <a:pt x="63" y="7"/>
                  </a:lnTo>
                  <a:lnTo>
                    <a:pt x="69" y="5"/>
                  </a:lnTo>
                  <a:lnTo>
                    <a:pt x="75" y="3"/>
                  </a:lnTo>
                  <a:lnTo>
                    <a:pt x="81" y="1"/>
                  </a:lnTo>
                  <a:lnTo>
                    <a:pt x="86" y="0"/>
                  </a:lnTo>
                  <a:lnTo>
                    <a:pt x="90" y="0"/>
                  </a:lnTo>
                  <a:lnTo>
                    <a:pt x="92" y="1"/>
                  </a:lnTo>
                  <a:lnTo>
                    <a:pt x="94" y="2"/>
                  </a:lnTo>
                  <a:lnTo>
                    <a:pt x="96" y="4"/>
                  </a:lnTo>
                  <a:lnTo>
                    <a:pt x="97" y="5"/>
                  </a:lnTo>
                  <a:lnTo>
                    <a:pt x="99" y="7"/>
                  </a:lnTo>
                  <a:lnTo>
                    <a:pt x="101" y="8"/>
                  </a:lnTo>
                  <a:lnTo>
                    <a:pt x="104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4" name="Freeform 13"/>
            <p:cNvSpPr>
              <a:spLocks/>
            </p:cNvSpPr>
            <p:nvPr/>
          </p:nvSpPr>
          <p:spPr bwMode="auto">
            <a:xfrm>
              <a:off x="2107" y="3164"/>
              <a:ext cx="26" cy="38"/>
            </a:xfrm>
            <a:custGeom>
              <a:avLst/>
              <a:gdLst>
                <a:gd name="T0" fmla="*/ 26 w 26"/>
                <a:gd name="T1" fmla="*/ 38 h 38"/>
                <a:gd name="T2" fmla="*/ 24 w 26"/>
                <a:gd name="T3" fmla="*/ 37 h 38"/>
                <a:gd name="T4" fmla="*/ 23 w 26"/>
                <a:gd name="T5" fmla="*/ 37 h 38"/>
                <a:gd name="T6" fmla="*/ 21 w 26"/>
                <a:gd name="T7" fmla="*/ 38 h 38"/>
                <a:gd name="T8" fmla="*/ 19 w 26"/>
                <a:gd name="T9" fmla="*/ 38 h 38"/>
                <a:gd name="T10" fmla="*/ 17 w 26"/>
                <a:gd name="T11" fmla="*/ 38 h 38"/>
                <a:gd name="T12" fmla="*/ 16 w 26"/>
                <a:gd name="T13" fmla="*/ 37 h 38"/>
                <a:gd name="T14" fmla="*/ 15 w 26"/>
                <a:gd name="T15" fmla="*/ 35 h 38"/>
                <a:gd name="T16" fmla="*/ 15 w 26"/>
                <a:gd name="T17" fmla="*/ 34 h 38"/>
                <a:gd name="T18" fmla="*/ 13 w 26"/>
                <a:gd name="T19" fmla="*/ 32 h 38"/>
                <a:gd name="T20" fmla="*/ 12 w 26"/>
                <a:gd name="T21" fmla="*/ 31 h 38"/>
                <a:gd name="T22" fmla="*/ 10 w 26"/>
                <a:gd name="T23" fmla="*/ 30 h 38"/>
                <a:gd name="T24" fmla="*/ 9 w 26"/>
                <a:gd name="T25" fmla="*/ 31 h 38"/>
                <a:gd name="T26" fmla="*/ 7 w 26"/>
                <a:gd name="T27" fmla="*/ 31 h 38"/>
                <a:gd name="T28" fmla="*/ 6 w 26"/>
                <a:gd name="T29" fmla="*/ 32 h 38"/>
                <a:gd name="T30" fmla="*/ 4 w 26"/>
                <a:gd name="T31" fmla="*/ 32 h 38"/>
                <a:gd name="T32" fmla="*/ 2 w 26"/>
                <a:gd name="T33" fmla="*/ 32 h 38"/>
                <a:gd name="T34" fmla="*/ 0 w 26"/>
                <a:gd name="T35" fmla="*/ 35 h 38"/>
                <a:gd name="T36" fmla="*/ 1 w 26"/>
                <a:gd name="T37" fmla="*/ 33 h 38"/>
                <a:gd name="T38" fmla="*/ 3 w 26"/>
                <a:gd name="T39" fmla="*/ 30 h 38"/>
                <a:gd name="T40" fmla="*/ 6 w 26"/>
                <a:gd name="T41" fmla="*/ 27 h 38"/>
                <a:gd name="T42" fmla="*/ 9 w 26"/>
                <a:gd name="T43" fmla="*/ 25 h 38"/>
                <a:gd name="T44" fmla="*/ 12 w 26"/>
                <a:gd name="T45" fmla="*/ 22 h 38"/>
                <a:gd name="T46" fmla="*/ 16 w 26"/>
                <a:gd name="T47" fmla="*/ 18 h 38"/>
                <a:gd name="T48" fmla="*/ 18 w 26"/>
                <a:gd name="T49" fmla="*/ 14 h 38"/>
                <a:gd name="T50" fmla="*/ 19 w 26"/>
                <a:gd name="T51" fmla="*/ 10 h 38"/>
                <a:gd name="T52" fmla="*/ 19 w 26"/>
                <a:gd name="T53" fmla="*/ 7 h 38"/>
                <a:gd name="T54" fmla="*/ 19 w 26"/>
                <a:gd name="T55" fmla="*/ 4 h 38"/>
                <a:gd name="T56" fmla="*/ 19 w 26"/>
                <a:gd name="T57" fmla="*/ 1 h 38"/>
                <a:gd name="T58" fmla="*/ 21 w 26"/>
                <a:gd name="T59" fmla="*/ 0 h 38"/>
                <a:gd name="T60" fmla="*/ 26 w 26"/>
                <a:gd name="T61" fmla="*/ 1 h 38"/>
                <a:gd name="T62" fmla="*/ 26 w 26"/>
                <a:gd name="T63" fmla="*/ 38 h 3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"/>
                <a:gd name="T97" fmla="*/ 0 h 38"/>
                <a:gd name="T98" fmla="*/ 26 w 26"/>
                <a:gd name="T99" fmla="*/ 38 h 3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" h="38">
                  <a:moveTo>
                    <a:pt x="26" y="38"/>
                  </a:moveTo>
                  <a:lnTo>
                    <a:pt x="24" y="37"/>
                  </a:lnTo>
                  <a:lnTo>
                    <a:pt x="23" y="37"/>
                  </a:lnTo>
                  <a:lnTo>
                    <a:pt x="21" y="38"/>
                  </a:lnTo>
                  <a:lnTo>
                    <a:pt x="19" y="38"/>
                  </a:lnTo>
                  <a:lnTo>
                    <a:pt x="17" y="38"/>
                  </a:lnTo>
                  <a:lnTo>
                    <a:pt x="16" y="37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3" y="32"/>
                  </a:lnTo>
                  <a:lnTo>
                    <a:pt x="12" y="31"/>
                  </a:lnTo>
                  <a:lnTo>
                    <a:pt x="10" y="30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6" y="32"/>
                  </a:lnTo>
                  <a:lnTo>
                    <a:pt x="4" y="32"/>
                  </a:lnTo>
                  <a:lnTo>
                    <a:pt x="2" y="32"/>
                  </a:lnTo>
                  <a:lnTo>
                    <a:pt x="0" y="35"/>
                  </a:lnTo>
                  <a:lnTo>
                    <a:pt x="1" y="33"/>
                  </a:lnTo>
                  <a:lnTo>
                    <a:pt x="3" y="30"/>
                  </a:lnTo>
                  <a:lnTo>
                    <a:pt x="6" y="27"/>
                  </a:lnTo>
                  <a:lnTo>
                    <a:pt x="9" y="25"/>
                  </a:lnTo>
                  <a:lnTo>
                    <a:pt x="12" y="22"/>
                  </a:lnTo>
                  <a:lnTo>
                    <a:pt x="16" y="18"/>
                  </a:lnTo>
                  <a:lnTo>
                    <a:pt x="18" y="14"/>
                  </a:lnTo>
                  <a:lnTo>
                    <a:pt x="19" y="10"/>
                  </a:lnTo>
                  <a:lnTo>
                    <a:pt x="19" y="7"/>
                  </a:lnTo>
                  <a:lnTo>
                    <a:pt x="19" y="4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6" y="1"/>
                  </a:lnTo>
                  <a:lnTo>
                    <a:pt x="26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5" name="Freeform 14"/>
            <p:cNvSpPr>
              <a:spLocks/>
            </p:cNvSpPr>
            <p:nvPr/>
          </p:nvSpPr>
          <p:spPr bwMode="auto">
            <a:xfrm>
              <a:off x="2140" y="3173"/>
              <a:ext cx="37" cy="68"/>
            </a:xfrm>
            <a:custGeom>
              <a:avLst/>
              <a:gdLst>
                <a:gd name="T0" fmla="*/ 11 w 37"/>
                <a:gd name="T1" fmla="*/ 5 h 68"/>
                <a:gd name="T2" fmla="*/ 16 w 37"/>
                <a:gd name="T3" fmla="*/ 3 h 68"/>
                <a:gd name="T4" fmla="*/ 20 w 37"/>
                <a:gd name="T5" fmla="*/ 3 h 68"/>
                <a:gd name="T6" fmla="*/ 22 w 37"/>
                <a:gd name="T7" fmla="*/ 5 h 68"/>
                <a:gd name="T8" fmla="*/ 25 w 37"/>
                <a:gd name="T9" fmla="*/ 7 h 68"/>
                <a:gd name="T10" fmla="*/ 28 w 37"/>
                <a:gd name="T11" fmla="*/ 10 h 68"/>
                <a:gd name="T12" fmla="*/ 30 w 37"/>
                <a:gd name="T13" fmla="*/ 13 h 68"/>
                <a:gd name="T14" fmla="*/ 33 w 37"/>
                <a:gd name="T15" fmla="*/ 15 h 68"/>
                <a:gd name="T16" fmla="*/ 37 w 37"/>
                <a:gd name="T17" fmla="*/ 15 h 68"/>
                <a:gd name="T18" fmla="*/ 37 w 37"/>
                <a:gd name="T19" fmla="*/ 20 h 68"/>
                <a:gd name="T20" fmla="*/ 35 w 37"/>
                <a:gd name="T21" fmla="*/ 23 h 68"/>
                <a:gd name="T22" fmla="*/ 32 w 37"/>
                <a:gd name="T23" fmla="*/ 25 h 68"/>
                <a:gd name="T24" fmla="*/ 28 w 37"/>
                <a:gd name="T25" fmla="*/ 28 h 68"/>
                <a:gd name="T26" fmla="*/ 23 w 37"/>
                <a:gd name="T27" fmla="*/ 29 h 68"/>
                <a:gd name="T28" fmla="*/ 19 w 37"/>
                <a:gd name="T29" fmla="*/ 31 h 68"/>
                <a:gd name="T30" fmla="*/ 16 w 37"/>
                <a:gd name="T31" fmla="*/ 34 h 68"/>
                <a:gd name="T32" fmla="*/ 13 w 37"/>
                <a:gd name="T33" fmla="*/ 38 h 68"/>
                <a:gd name="T34" fmla="*/ 11 w 37"/>
                <a:gd name="T35" fmla="*/ 42 h 68"/>
                <a:gd name="T36" fmla="*/ 11 w 37"/>
                <a:gd name="T37" fmla="*/ 46 h 68"/>
                <a:gd name="T38" fmla="*/ 10 w 37"/>
                <a:gd name="T39" fmla="*/ 50 h 68"/>
                <a:gd name="T40" fmla="*/ 9 w 37"/>
                <a:gd name="T41" fmla="*/ 54 h 68"/>
                <a:gd name="T42" fmla="*/ 8 w 37"/>
                <a:gd name="T43" fmla="*/ 59 h 68"/>
                <a:gd name="T44" fmla="*/ 7 w 37"/>
                <a:gd name="T45" fmla="*/ 63 h 68"/>
                <a:gd name="T46" fmla="*/ 4 w 37"/>
                <a:gd name="T47" fmla="*/ 66 h 68"/>
                <a:gd name="T48" fmla="*/ 1 w 37"/>
                <a:gd name="T49" fmla="*/ 68 h 68"/>
                <a:gd name="T50" fmla="*/ 0 w 37"/>
                <a:gd name="T51" fmla="*/ 0 h 68"/>
                <a:gd name="T52" fmla="*/ 2 w 37"/>
                <a:gd name="T53" fmla="*/ 0 h 68"/>
                <a:gd name="T54" fmla="*/ 4 w 37"/>
                <a:gd name="T55" fmla="*/ 0 h 68"/>
                <a:gd name="T56" fmla="*/ 5 w 37"/>
                <a:gd name="T57" fmla="*/ 0 h 68"/>
                <a:gd name="T58" fmla="*/ 6 w 37"/>
                <a:gd name="T59" fmla="*/ 1 h 68"/>
                <a:gd name="T60" fmla="*/ 7 w 37"/>
                <a:gd name="T61" fmla="*/ 2 h 68"/>
                <a:gd name="T62" fmla="*/ 9 w 37"/>
                <a:gd name="T63" fmla="*/ 3 h 68"/>
                <a:gd name="T64" fmla="*/ 10 w 37"/>
                <a:gd name="T65" fmla="*/ 3 h 68"/>
                <a:gd name="T66" fmla="*/ 11 w 37"/>
                <a:gd name="T67" fmla="*/ 5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7"/>
                <a:gd name="T103" fmla="*/ 0 h 68"/>
                <a:gd name="T104" fmla="*/ 37 w 37"/>
                <a:gd name="T105" fmla="*/ 68 h 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7" h="68">
                  <a:moveTo>
                    <a:pt x="11" y="5"/>
                  </a:moveTo>
                  <a:lnTo>
                    <a:pt x="16" y="3"/>
                  </a:lnTo>
                  <a:lnTo>
                    <a:pt x="20" y="3"/>
                  </a:lnTo>
                  <a:lnTo>
                    <a:pt x="22" y="5"/>
                  </a:lnTo>
                  <a:lnTo>
                    <a:pt x="25" y="7"/>
                  </a:lnTo>
                  <a:lnTo>
                    <a:pt x="28" y="10"/>
                  </a:lnTo>
                  <a:lnTo>
                    <a:pt x="30" y="13"/>
                  </a:lnTo>
                  <a:lnTo>
                    <a:pt x="33" y="15"/>
                  </a:lnTo>
                  <a:lnTo>
                    <a:pt x="37" y="15"/>
                  </a:lnTo>
                  <a:lnTo>
                    <a:pt x="37" y="20"/>
                  </a:lnTo>
                  <a:lnTo>
                    <a:pt x="35" y="23"/>
                  </a:lnTo>
                  <a:lnTo>
                    <a:pt x="32" y="25"/>
                  </a:lnTo>
                  <a:lnTo>
                    <a:pt x="28" y="28"/>
                  </a:lnTo>
                  <a:lnTo>
                    <a:pt x="23" y="29"/>
                  </a:lnTo>
                  <a:lnTo>
                    <a:pt x="19" y="31"/>
                  </a:lnTo>
                  <a:lnTo>
                    <a:pt x="16" y="34"/>
                  </a:lnTo>
                  <a:lnTo>
                    <a:pt x="13" y="38"/>
                  </a:lnTo>
                  <a:lnTo>
                    <a:pt x="11" y="42"/>
                  </a:lnTo>
                  <a:lnTo>
                    <a:pt x="11" y="46"/>
                  </a:lnTo>
                  <a:lnTo>
                    <a:pt x="10" y="50"/>
                  </a:lnTo>
                  <a:lnTo>
                    <a:pt x="9" y="54"/>
                  </a:lnTo>
                  <a:lnTo>
                    <a:pt x="8" y="59"/>
                  </a:lnTo>
                  <a:lnTo>
                    <a:pt x="7" y="63"/>
                  </a:lnTo>
                  <a:lnTo>
                    <a:pt x="4" y="66"/>
                  </a:lnTo>
                  <a:lnTo>
                    <a:pt x="1" y="68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1"/>
                  </a:lnTo>
                  <a:lnTo>
                    <a:pt x="7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6" name="Freeform 15"/>
            <p:cNvSpPr>
              <a:spLocks/>
            </p:cNvSpPr>
            <p:nvPr/>
          </p:nvSpPr>
          <p:spPr bwMode="auto">
            <a:xfrm>
              <a:off x="2013" y="3194"/>
              <a:ext cx="6" cy="8"/>
            </a:xfrm>
            <a:custGeom>
              <a:avLst/>
              <a:gdLst>
                <a:gd name="T0" fmla="*/ 5 w 6"/>
                <a:gd name="T1" fmla="*/ 8 h 8"/>
                <a:gd name="T2" fmla="*/ 0 w 6"/>
                <a:gd name="T3" fmla="*/ 7 h 8"/>
                <a:gd name="T4" fmla="*/ 3 w 6"/>
                <a:gd name="T5" fmla="*/ 0 h 8"/>
                <a:gd name="T6" fmla="*/ 5 w 6"/>
                <a:gd name="T7" fmla="*/ 2 h 8"/>
                <a:gd name="T8" fmla="*/ 6 w 6"/>
                <a:gd name="T9" fmla="*/ 3 h 8"/>
                <a:gd name="T10" fmla="*/ 6 w 6"/>
                <a:gd name="T11" fmla="*/ 7 h 8"/>
                <a:gd name="T12" fmla="*/ 5 w 6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5" y="8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5" y="2"/>
                  </a:lnTo>
                  <a:lnTo>
                    <a:pt x="6" y="3"/>
                  </a:lnTo>
                  <a:lnTo>
                    <a:pt x="6" y="7"/>
                  </a:lnTo>
                  <a:lnTo>
                    <a:pt x="5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7" name="Freeform 16"/>
            <p:cNvSpPr>
              <a:spLocks/>
            </p:cNvSpPr>
            <p:nvPr/>
          </p:nvSpPr>
          <p:spPr bwMode="auto">
            <a:xfrm>
              <a:off x="2140" y="3203"/>
              <a:ext cx="77" cy="202"/>
            </a:xfrm>
            <a:custGeom>
              <a:avLst/>
              <a:gdLst>
                <a:gd name="T0" fmla="*/ 44 w 77"/>
                <a:gd name="T1" fmla="*/ 5 h 202"/>
                <a:gd name="T2" fmla="*/ 51 w 77"/>
                <a:gd name="T3" fmla="*/ 17 h 202"/>
                <a:gd name="T4" fmla="*/ 56 w 77"/>
                <a:gd name="T5" fmla="*/ 30 h 202"/>
                <a:gd name="T6" fmla="*/ 60 w 77"/>
                <a:gd name="T7" fmla="*/ 45 h 202"/>
                <a:gd name="T8" fmla="*/ 55 w 77"/>
                <a:gd name="T9" fmla="*/ 57 h 202"/>
                <a:gd name="T10" fmla="*/ 60 w 77"/>
                <a:gd name="T11" fmla="*/ 66 h 202"/>
                <a:gd name="T12" fmla="*/ 65 w 77"/>
                <a:gd name="T13" fmla="*/ 73 h 202"/>
                <a:gd name="T14" fmla="*/ 70 w 77"/>
                <a:gd name="T15" fmla="*/ 81 h 202"/>
                <a:gd name="T16" fmla="*/ 77 w 77"/>
                <a:gd name="T17" fmla="*/ 88 h 202"/>
                <a:gd name="T18" fmla="*/ 76 w 77"/>
                <a:gd name="T19" fmla="*/ 95 h 202"/>
                <a:gd name="T20" fmla="*/ 70 w 77"/>
                <a:gd name="T21" fmla="*/ 99 h 202"/>
                <a:gd name="T22" fmla="*/ 67 w 77"/>
                <a:gd name="T23" fmla="*/ 100 h 202"/>
                <a:gd name="T24" fmla="*/ 64 w 77"/>
                <a:gd name="T25" fmla="*/ 101 h 202"/>
                <a:gd name="T26" fmla="*/ 67 w 77"/>
                <a:gd name="T27" fmla="*/ 114 h 202"/>
                <a:gd name="T28" fmla="*/ 64 w 77"/>
                <a:gd name="T29" fmla="*/ 115 h 202"/>
                <a:gd name="T30" fmla="*/ 63 w 77"/>
                <a:gd name="T31" fmla="*/ 117 h 202"/>
                <a:gd name="T32" fmla="*/ 65 w 77"/>
                <a:gd name="T33" fmla="*/ 118 h 202"/>
                <a:gd name="T34" fmla="*/ 67 w 77"/>
                <a:gd name="T35" fmla="*/ 119 h 202"/>
                <a:gd name="T36" fmla="*/ 67 w 77"/>
                <a:gd name="T37" fmla="*/ 121 h 202"/>
                <a:gd name="T38" fmla="*/ 63 w 77"/>
                <a:gd name="T39" fmla="*/ 126 h 202"/>
                <a:gd name="T40" fmla="*/ 63 w 77"/>
                <a:gd name="T41" fmla="*/ 133 h 202"/>
                <a:gd name="T42" fmla="*/ 65 w 77"/>
                <a:gd name="T43" fmla="*/ 141 h 202"/>
                <a:gd name="T44" fmla="*/ 64 w 77"/>
                <a:gd name="T45" fmla="*/ 148 h 202"/>
                <a:gd name="T46" fmla="*/ 55 w 77"/>
                <a:gd name="T47" fmla="*/ 151 h 202"/>
                <a:gd name="T48" fmla="*/ 46 w 77"/>
                <a:gd name="T49" fmla="*/ 153 h 202"/>
                <a:gd name="T50" fmla="*/ 37 w 77"/>
                <a:gd name="T51" fmla="*/ 155 h 202"/>
                <a:gd name="T52" fmla="*/ 29 w 77"/>
                <a:gd name="T53" fmla="*/ 158 h 202"/>
                <a:gd name="T54" fmla="*/ 20 w 77"/>
                <a:gd name="T55" fmla="*/ 165 h 202"/>
                <a:gd name="T56" fmla="*/ 14 w 77"/>
                <a:gd name="T57" fmla="*/ 175 h 202"/>
                <a:gd name="T58" fmla="*/ 8 w 77"/>
                <a:gd name="T59" fmla="*/ 186 h 202"/>
                <a:gd name="T60" fmla="*/ 3 w 77"/>
                <a:gd name="T61" fmla="*/ 196 h 202"/>
                <a:gd name="T62" fmla="*/ 0 w 77"/>
                <a:gd name="T63" fmla="*/ 64 h 202"/>
                <a:gd name="T64" fmla="*/ 5 w 77"/>
                <a:gd name="T65" fmla="*/ 59 h 202"/>
                <a:gd name="T66" fmla="*/ 11 w 77"/>
                <a:gd name="T67" fmla="*/ 54 h 202"/>
                <a:gd name="T68" fmla="*/ 16 w 77"/>
                <a:gd name="T69" fmla="*/ 48 h 202"/>
                <a:gd name="T70" fmla="*/ 18 w 77"/>
                <a:gd name="T71" fmla="*/ 41 h 202"/>
                <a:gd name="T72" fmla="*/ 16 w 77"/>
                <a:gd name="T73" fmla="*/ 24 h 202"/>
                <a:gd name="T74" fmla="*/ 19 w 77"/>
                <a:gd name="T75" fmla="*/ 8 h 202"/>
                <a:gd name="T76" fmla="*/ 23 w 77"/>
                <a:gd name="T77" fmla="*/ 5 h 202"/>
                <a:gd name="T78" fmla="*/ 28 w 77"/>
                <a:gd name="T79" fmla="*/ 2 h 202"/>
                <a:gd name="T80" fmla="*/ 33 w 77"/>
                <a:gd name="T81" fmla="*/ 0 h 202"/>
                <a:gd name="T82" fmla="*/ 39 w 77"/>
                <a:gd name="T83" fmla="*/ 0 h 20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7"/>
                <a:gd name="T127" fmla="*/ 0 h 202"/>
                <a:gd name="T128" fmla="*/ 77 w 77"/>
                <a:gd name="T129" fmla="*/ 202 h 20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7" h="202">
                  <a:moveTo>
                    <a:pt x="39" y="0"/>
                  </a:moveTo>
                  <a:lnTo>
                    <a:pt x="44" y="5"/>
                  </a:lnTo>
                  <a:lnTo>
                    <a:pt x="48" y="11"/>
                  </a:lnTo>
                  <a:lnTo>
                    <a:pt x="51" y="17"/>
                  </a:lnTo>
                  <a:lnTo>
                    <a:pt x="54" y="23"/>
                  </a:lnTo>
                  <a:lnTo>
                    <a:pt x="56" y="30"/>
                  </a:lnTo>
                  <a:lnTo>
                    <a:pt x="58" y="37"/>
                  </a:lnTo>
                  <a:lnTo>
                    <a:pt x="60" y="45"/>
                  </a:lnTo>
                  <a:lnTo>
                    <a:pt x="60" y="52"/>
                  </a:lnTo>
                  <a:lnTo>
                    <a:pt x="55" y="57"/>
                  </a:lnTo>
                  <a:lnTo>
                    <a:pt x="56" y="62"/>
                  </a:lnTo>
                  <a:lnTo>
                    <a:pt x="60" y="66"/>
                  </a:lnTo>
                  <a:lnTo>
                    <a:pt x="62" y="70"/>
                  </a:lnTo>
                  <a:lnTo>
                    <a:pt x="65" y="73"/>
                  </a:lnTo>
                  <a:lnTo>
                    <a:pt x="67" y="77"/>
                  </a:lnTo>
                  <a:lnTo>
                    <a:pt x="70" y="81"/>
                  </a:lnTo>
                  <a:lnTo>
                    <a:pt x="73" y="84"/>
                  </a:lnTo>
                  <a:lnTo>
                    <a:pt x="77" y="88"/>
                  </a:lnTo>
                  <a:lnTo>
                    <a:pt x="77" y="92"/>
                  </a:lnTo>
                  <a:lnTo>
                    <a:pt x="76" y="95"/>
                  </a:lnTo>
                  <a:lnTo>
                    <a:pt x="73" y="97"/>
                  </a:lnTo>
                  <a:lnTo>
                    <a:pt x="70" y="99"/>
                  </a:lnTo>
                  <a:lnTo>
                    <a:pt x="69" y="99"/>
                  </a:lnTo>
                  <a:lnTo>
                    <a:pt x="67" y="100"/>
                  </a:lnTo>
                  <a:lnTo>
                    <a:pt x="65" y="100"/>
                  </a:lnTo>
                  <a:lnTo>
                    <a:pt x="64" y="101"/>
                  </a:lnTo>
                  <a:lnTo>
                    <a:pt x="68" y="114"/>
                  </a:lnTo>
                  <a:lnTo>
                    <a:pt x="67" y="114"/>
                  </a:lnTo>
                  <a:lnTo>
                    <a:pt x="65" y="115"/>
                  </a:lnTo>
                  <a:lnTo>
                    <a:pt x="64" y="115"/>
                  </a:lnTo>
                  <a:lnTo>
                    <a:pt x="62" y="117"/>
                  </a:lnTo>
                  <a:lnTo>
                    <a:pt x="63" y="117"/>
                  </a:lnTo>
                  <a:lnTo>
                    <a:pt x="64" y="118"/>
                  </a:lnTo>
                  <a:lnTo>
                    <a:pt x="65" y="118"/>
                  </a:lnTo>
                  <a:lnTo>
                    <a:pt x="66" y="119"/>
                  </a:lnTo>
                  <a:lnTo>
                    <a:pt x="67" y="119"/>
                  </a:lnTo>
                  <a:lnTo>
                    <a:pt x="67" y="120"/>
                  </a:lnTo>
                  <a:lnTo>
                    <a:pt x="67" y="121"/>
                  </a:lnTo>
                  <a:lnTo>
                    <a:pt x="66" y="123"/>
                  </a:lnTo>
                  <a:lnTo>
                    <a:pt x="63" y="126"/>
                  </a:lnTo>
                  <a:lnTo>
                    <a:pt x="62" y="129"/>
                  </a:lnTo>
                  <a:lnTo>
                    <a:pt x="63" y="133"/>
                  </a:lnTo>
                  <a:lnTo>
                    <a:pt x="64" y="137"/>
                  </a:lnTo>
                  <a:lnTo>
                    <a:pt x="65" y="141"/>
                  </a:lnTo>
                  <a:lnTo>
                    <a:pt x="65" y="145"/>
                  </a:lnTo>
                  <a:lnTo>
                    <a:pt x="64" y="148"/>
                  </a:lnTo>
                  <a:lnTo>
                    <a:pt x="60" y="151"/>
                  </a:lnTo>
                  <a:lnTo>
                    <a:pt x="55" y="151"/>
                  </a:lnTo>
                  <a:lnTo>
                    <a:pt x="51" y="152"/>
                  </a:lnTo>
                  <a:lnTo>
                    <a:pt x="46" y="153"/>
                  </a:lnTo>
                  <a:lnTo>
                    <a:pt x="41" y="155"/>
                  </a:lnTo>
                  <a:lnTo>
                    <a:pt x="37" y="155"/>
                  </a:lnTo>
                  <a:lnTo>
                    <a:pt x="33" y="157"/>
                  </a:lnTo>
                  <a:lnTo>
                    <a:pt x="29" y="158"/>
                  </a:lnTo>
                  <a:lnTo>
                    <a:pt x="24" y="161"/>
                  </a:lnTo>
                  <a:lnTo>
                    <a:pt x="20" y="165"/>
                  </a:lnTo>
                  <a:lnTo>
                    <a:pt x="17" y="170"/>
                  </a:lnTo>
                  <a:lnTo>
                    <a:pt x="14" y="175"/>
                  </a:lnTo>
                  <a:lnTo>
                    <a:pt x="10" y="180"/>
                  </a:lnTo>
                  <a:lnTo>
                    <a:pt x="8" y="186"/>
                  </a:lnTo>
                  <a:lnTo>
                    <a:pt x="5" y="191"/>
                  </a:lnTo>
                  <a:lnTo>
                    <a:pt x="3" y="196"/>
                  </a:lnTo>
                  <a:lnTo>
                    <a:pt x="0" y="202"/>
                  </a:lnTo>
                  <a:lnTo>
                    <a:pt x="0" y="64"/>
                  </a:lnTo>
                  <a:lnTo>
                    <a:pt x="3" y="62"/>
                  </a:lnTo>
                  <a:lnTo>
                    <a:pt x="5" y="59"/>
                  </a:lnTo>
                  <a:lnTo>
                    <a:pt x="8" y="56"/>
                  </a:lnTo>
                  <a:lnTo>
                    <a:pt x="11" y="54"/>
                  </a:lnTo>
                  <a:lnTo>
                    <a:pt x="14" y="51"/>
                  </a:lnTo>
                  <a:lnTo>
                    <a:pt x="16" y="48"/>
                  </a:lnTo>
                  <a:lnTo>
                    <a:pt x="17" y="45"/>
                  </a:lnTo>
                  <a:lnTo>
                    <a:pt x="18" y="41"/>
                  </a:lnTo>
                  <a:lnTo>
                    <a:pt x="17" y="33"/>
                  </a:lnTo>
                  <a:lnTo>
                    <a:pt x="16" y="24"/>
                  </a:lnTo>
                  <a:lnTo>
                    <a:pt x="17" y="17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3" y="5"/>
                  </a:lnTo>
                  <a:lnTo>
                    <a:pt x="25" y="3"/>
                  </a:lnTo>
                  <a:lnTo>
                    <a:pt x="28" y="2"/>
                  </a:lnTo>
                  <a:lnTo>
                    <a:pt x="31" y="1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8" name="Freeform 17"/>
            <p:cNvSpPr>
              <a:spLocks/>
            </p:cNvSpPr>
            <p:nvPr/>
          </p:nvSpPr>
          <p:spPr bwMode="auto">
            <a:xfrm>
              <a:off x="1991" y="3205"/>
              <a:ext cx="32" cy="37"/>
            </a:xfrm>
            <a:custGeom>
              <a:avLst/>
              <a:gdLst>
                <a:gd name="T0" fmla="*/ 32 w 32"/>
                <a:gd name="T1" fmla="*/ 0 h 37"/>
                <a:gd name="T2" fmla="*/ 30 w 32"/>
                <a:gd name="T3" fmla="*/ 5 h 37"/>
                <a:gd name="T4" fmla="*/ 28 w 32"/>
                <a:gd name="T5" fmla="*/ 9 h 37"/>
                <a:gd name="T6" fmla="*/ 28 w 32"/>
                <a:gd name="T7" fmla="*/ 14 h 37"/>
                <a:gd name="T8" fmla="*/ 28 w 32"/>
                <a:gd name="T9" fmla="*/ 18 h 37"/>
                <a:gd name="T10" fmla="*/ 28 w 32"/>
                <a:gd name="T11" fmla="*/ 23 h 37"/>
                <a:gd name="T12" fmla="*/ 29 w 32"/>
                <a:gd name="T13" fmla="*/ 28 h 37"/>
                <a:gd name="T14" fmla="*/ 30 w 32"/>
                <a:gd name="T15" fmla="*/ 33 h 37"/>
                <a:gd name="T16" fmla="*/ 31 w 32"/>
                <a:gd name="T17" fmla="*/ 37 h 37"/>
                <a:gd name="T18" fmla="*/ 0 w 32"/>
                <a:gd name="T19" fmla="*/ 37 h 37"/>
                <a:gd name="T20" fmla="*/ 2 w 32"/>
                <a:gd name="T21" fmla="*/ 31 h 37"/>
                <a:gd name="T22" fmla="*/ 4 w 32"/>
                <a:gd name="T23" fmla="*/ 24 h 37"/>
                <a:gd name="T24" fmla="*/ 7 w 32"/>
                <a:gd name="T25" fmla="*/ 18 h 37"/>
                <a:gd name="T26" fmla="*/ 10 w 32"/>
                <a:gd name="T27" fmla="*/ 12 h 37"/>
                <a:gd name="T28" fmla="*/ 13 w 32"/>
                <a:gd name="T29" fmla="*/ 6 h 37"/>
                <a:gd name="T30" fmla="*/ 18 w 32"/>
                <a:gd name="T31" fmla="*/ 2 h 37"/>
                <a:gd name="T32" fmla="*/ 24 w 32"/>
                <a:gd name="T33" fmla="*/ 0 h 37"/>
                <a:gd name="T34" fmla="*/ 32 w 32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2"/>
                <a:gd name="T55" fmla="*/ 0 h 37"/>
                <a:gd name="T56" fmla="*/ 32 w 32"/>
                <a:gd name="T57" fmla="*/ 37 h 3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2" h="37">
                  <a:moveTo>
                    <a:pt x="32" y="0"/>
                  </a:moveTo>
                  <a:lnTo>
                    <a:pt x="30" y="5"/>
                  </a:lnTo>
                  <a:lnTo>
                    <a:pt x="28" y="9"/>
                  </a:lnTo>
                  <a:lnTo>
                    <a:pt x="28" y="14"/>
                  </a:lnTo>
                  <a:lnTo>
                    <a:pt x="28" y="18"/>
                  </a:lnTo>
                  <a:lnTo>
                    <a:pt x="28" y="23"/>
                  </a:lnTo>
                  <a:lnTo>
                    <a:pt x="29" y="28"/>
                  </a:lnTo>
                  <a:lnTo>
                    <a:pt x="30" y="33"/>
                  </a:lnTo>
                  <a:lnTo>
                    <a:pt x="31" y="37"/>
                  </a:lnTo>
                  <a:lnTo>
                    <a:pt x="0" y="37"/>
                  </a:lnTo>
                  <a:lnTo>
                    <a:pt x="2" y="31"/>
                  </a:lnTo>
                  <a:lnTo>
                    <a:pt x="4" y="24"/>
                  </a:lnTo>
                  <a:lnTo>
                    <a:pt x="7" y="18"/>
                  </a:lnTo>
                  <a:lnTo>
                    <a:pt x="10" y="12"/>
                  </a:lnTo>
                  <a:lnTo>
                    <a:pt x="13" y="6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59" name="Freeform 18"/>
            <p:cNvSpPr>
              <a:spLocks/>
            </p:cNvSpPr>
            <p:nvPr/>
          </p:nvSpPr>
          <p:spPr bwMode="auto">
            <a:xfrm>
              <a:off x="2109" y="3205"/>
              <a:ext cx="24" cy="37"/>
            </a:xfrm>
            <a:custGeom>
              <a:avLst/>
              <a:gdLst>
                <a:gd name="T0" fmla="*/ 24 w 24"/>
                <a:gd name="T1" fmla="*/ 37 h 37"/>
                <a:gd name="T2" fmla="*/ 0 w 24"/>
                <a:gd name="T3" fmla="*/ 37 h 37"/>
                <a:gd name="T4" fmla="*/ 2 w 24"/>
                <a:gd name="T5" fmla="*/ 34 h 37"/>
                <a:gd name="T6" fmla="*/ 3 w 24"/>
                <a:gd name="T7" fmla="*/ 31 h 37"/>
                <a:gd name="T8" fmla="*/ 4 w 24"/>
                <a:gd name="T9" fmla="*/ 27 h 37"/>
                <a:gd name="T10" fmla="*/ 6 w 24"/>
                <a:gd name="T11" fmla="*/ 23 h 37"/>
                <a:gd name="T12" fmla="*/ 7 w 24"/>
                <a:gd name="T13" fmla="*/ 20 h 37"/>
                <a:gd name="T14" fmla="*/ 9 w 24"/>
                <a:gd name="T15" fmla="*/ 17 h 37"/>
                <a:gd name="T16" fmla="*/ 13 w 24"/>
                <a:gd name="T17" fmla="*/ 14 h 37"/>
                <a:gd name="T18" fmla="*/ 16 w 24"/>
                <a:gd name="T19" fmla="*/ 12 h 37"/>
                <a:gd name="T20" fmla="*/ 15 w 24"/>
                <a:gd name="T21" fmla="*/ 0 h 37"/>
                <a:gd name="T22" fmla="*/ 24 w 24"/>
                <a:gd name="T23" fmla="*/ 0 h 37"/>
                <a:gd name="T24" fmla="*/ 24 w 24"/>
                <a:gd name="T25" fmla="*/ 37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37"/>
                <a:gd name="T41" fmla="*/ 24 w 24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37">
                  <a:moveTo>
                    <a:pt x="24" y="37"/>
                  </a:moveTo>
                  <a:lnTo>
                    <a:pt x="0" y="37"/>
                  </a:lnTo>
                  <a:lnTo>
                    <a:pt x="2" y="34"/>
                  </a:lnTo>
                  <a:lnTo>
                    <a:pt x="3" y="31"/>
                  </a:lnTo>
                  <a:lnTo>
                    <a:pt x="4" y="27"/>
                  </a:lnTo>
                  <a:lnTo>
                    <a:pt x="6" y="23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13" y="14"/>
                  </a:lnTo>
                  <a:lnTo>
                    <a:pt x="16" y="12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4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0" name="Freeform 19"/>
            <p:cNvSpPr>
              <a:spLocks/>
            </p:cNvSpPr>
            <p:nvPr/>
          </p:nvSpPr>
          <p:spPr bwMode="auto">
            <a:xfrm>
              <a:off x="2140" y="3236"/>
              <a:ext cx="11" cy="25"/>
            </a:xfrm>
            <a:custGeom>
              <a:avLst/>
              <a:gdLst>
                <a:gd name="T0" fmla="*/ 0 w 11"/>
                <a:gd name="T1" fmla="*/ 25 h 25"/>
                <a:gd name="T2" fmla="*/ 0 w 11"/>
                <a:gd name="T3" fmla="*/ 10 h 25"/>
                <a:gd name="T4" fmla="*/ 10 w 11"/>
                <a:gd name="T5" fmla="*/ 0 h 25"/>
                <a:gd name="T6" fmla="*/ 11 w 11"/>
                <a:gd name="T7" fmla="*/ 4 h 25"/>
                <a:gd name="T8" fmla="*/ 11 w 11"/>
                <a:gd name="T9" fmla="*/ 8 h 25"/>
                <a:gd name="T10" fmla="*/ 10 w 11"/>
                <a:gd name="T11" fmla="*/ 12 h 25"/>
                <a:gd name="T12" fmla="*/ 9 w 11"/>
                <a:gd name="T13" fmla="*/ 15 h 25"/>
                <a:gd name="T14" fmla="*/ 7 w 11"/>
                <a:gd name="T15" fmla="*/ 18 h 25"/>
                <a:gd name="T16" fmla="*/ 5 w 11"/>
                <a:gd name="T17" fmla="*/ 20 h 25"/>
                <a:gd name="T18" fmla="*/ 2 w 11"/>
                <a:gd name="T19" fmla="*/ 23 h 25"/>
                <a:gd name="T20" fmla="*/ 0 w 11"/>
                <a:gd name="T21" fmla="*/ 2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25"/>
                <a:gd name="T35" fmla="*/ 11 w 11"/>
                <a:gd name="T36" fmla="*/ 25 h 2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25">
                  <a:moveTo>
                    <a:pt x="0" y="25"/>
                  </a:moveTo>
                  <a:lnTo>
                    <a:pt x="0" y="10"/>
                  </a:lnTo>
                  <a:lnTo>
                    <a:pt x="10" y="0"/>
                  </a:lnTo>
                  <a:lnTo>
                    <a:pt x="11" y="4"/>
                  </a:lnTo>
                  <a:lnTo>
                    <a:pt x="11" y="8"/>
                  </a:lnTo>
                  <a:lnTo>
                    <a:pt x="10" y="12"/>
                  </a:lnTo>
                  <a:lnTo>
                    <a:pt x="9" y="15"/>
                  </a:lnTo>
                  <a:lnTo>
                    <a:pt x="7" y="18"/>
                  </a:lnTo>
                  <a:lnTo>
                    <a:pt x="5" y="20"/>
                  </a:lnTo>
                  <a:lnTo>
                    <a:pt x="2" y="23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1" name="Freeform 20"/>
            <p:cNvSpPr>
              <a:spLocks/>
            </p:cNvSpPr>
            <p:nvPr/>
          </p:nvSpPr>
          <p:spPr bwMode="auto">
            <a:xfrm>
              <a:off x="1984" y="3246"/>
              <a:ext cx="54" cy="38"/>
            </a:xfrm>
            <a:custGeom>
              <a:avLst/>
              <a:gdLst>
                <a:gd name="T0" fmla="*/ 38 w 54"/>
                <a:gd name="T1" fmla="*/ 0 h 38"/>
                <a:gd name="T2" fmla="*/ 38 w 54"/>
                <a:gd name="T3" fmla="*/ 4 h 38"/>
                <a:gd name="T4" fmla="*/ 39 w 54"/>
                <a:gd name="T5" fmla="*/ 6 h 38"/>
                <a:gd name="T6" fmla="*/ 41 w 54"/>
                <a:gd name="T7" fmla="*/ 7 h 38"/>
                <a:gd name="T8" fmla="*/ 44 w 54"/>
                <a:gd name="T9" fmla="*/ 8 h 38"/>
                <a:gd name="T10" fmla="*/ 47 w 54"/>
                <a:gd name="T11" fmla="*/ 9 h 38"/>
                <a:gd name="T12" fmla="*/ 49 w 54"/>
                <a:gd name="T13" fmla="*/ 9 h 38"/>
                <a:gd name="T14" fmla="*/ 52 w 54"/>
                <a:gd name="T15" fmla="*/ 10 h 38"/>
                <a:gd name="T16" fmla="*/ 54 w 54"/>
                <a:gd name="T17" fmla="*/ 10 h 38"/>
                <a:gd name="T18" fmla="*/ 53 w 54"/>
                <a:gd name="T19" fmla="*/ 37 h 38"/>
                <a:gd name="T20" fmla="*/ 49 w 54"/>
                <a:gd name="T21" fmla="*/ 37 h 38"/>
                <a:gd name="T22" fmla="*/ 46 w 54"/>
                <a:gd name="T23" fmla="*/ 37 h 38"/>
                <a:gd name="T24" fmla="*/ 42 w 54"/>
                <a:gd name="T25" fmla="*/ 37 h 38"/>
                <a:gd name="T26" fmla="*/ 39 w 54"/>
                <a:gd name="T27" fmla="*/ 38 h 38"/>
                <a:gd name="T28" fmla="*/ 36 w 54"/>
                <a:gd name="T29" fmla="*/ 38 h 38"/>
                <a:gd name="T30" fmla="*/ 32 w 54"/>
                <a:gd name="T31" fmla="*/ 38 h 38"/>
                <a:gd name="T32" fmla="*/ 29 w 54"/>
                <a:gd name="T33" fmla="*/ 38 h 38"/>
                <a:gd name="T34" fmla="*/ 25 w 54"/>
                <a:gd name="T35" fmla="*/ 38 h 38"/>
                <a:gd name="T36" fmla="*/ 22 w 54"/>
                <a:gd name="T37" fmla="*/ 38 h 38"/>
                <a:gd name="T38" fmla="*/ 18 w 54"/>
                <a:gd name="T39" fmla="*/ 38 h 38"/>
                <a:gd name="T40" fmla="*/ 15 w 54"/>
                <a:gd name="T41" fmla="*/ 38 h 38"/>
                <a:gd name="T42" fmla="*/ 11 w 54"/>
                <a:gd name="T43" fmla="*/ 38 h 38"/>
                <a:gd name="T44" fmla="*/ 8 w 54"/>
                <a:gd name="T45" fmla="*/ 37 h 38"/>
                <a:gd name="T46" fmla="*/ 5 w 54"/>
                <a:gd name="T47" fmla="*/ 37 h 38"/>
                <a:gd name="T48" fmla="*/ 3 w 54"/>
                <a:gd name="T49" fmla="*/ 37 h 38"/>
                <a:gd name="T50" fmla="*/ 0 w 54"/>
                <a:gd name="T51" fmla="*/ 36 h 38"/>
                <a:gd name="T52" fmla="*/ 5 w 54"/>
                <a:gd name="T53" fmla="*/ 0 h 38"/>
                <a:gd name="T54" fmla="*/ 38 w 54"/>
                <a:gd name="T55" fmla="*/ 0 h 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4"/>
                <a:gd name="T85" fmla="*/ 0 h 38"/>
                <a:gd name="T86" fmla="*/ 54 w 54"/>
                <a:gd name="T87" fmla="*/ 38 h 3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4" h="38">
                  <a:moveTo>
                    <a:pt x="38" y="0"/>
                  </a:moveTo>
                  <a:lnTo>
                    <a:pt x="38" y="4"/>
                  </a:lnTo>
                  <a:lnTo>
                    <a:pt x="39" y="6"/>
                  </a:lnTo>
                  <a:lnTo>
                    <a:pt x="41" y="7"/>
                  </a:lnTo>
                  <a:lnTo>
                    <a:pt x="44" y="8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3" y="37"/>
                  </a:lnTo>
                  <a:lnTo>
                    <a:pt x="49" y="37"/>
                  </a:lnTo>
                  <a:lnTo>
                    <a:pt x="46" y="37"/>
                  </a:lnTo>
                  <a:lnTo>
                    <a:pt x="42" y="37"/>
                  </a:lnTo>
                  <a:lnTo>
                    <a:pt x="39" y="38"/>
                  </a:lnTo>
                  <a:lnTo>
                    <a:pt x="36" y="38"/>
                  </a:lnTo>
                  <a:lnTo>
                    <a:pt x="32" y="38"/>
                  </a:lnTo>
                  <a:lnTo>
                    <a:pt x="29" y="38"/>
                  </a:lnTo>
                  <a:lnTo>
                    <a:pt x="25" y="38"/>
                  </a:lnTo>
                  <a:lnTo>
                    <a:pt x="22" y="38"/>
                  </a:lnTo>
                  <a:lnTo>
                    <a:pt x="18" y="38"/>
                  </a:lnTo>
                  <a:lnTo>
                    <a:pt x="15" y="38"/>
                  </a:lnTo>
                  <a:lnTo>
                    <a:pt x="11" y="38"/>
                  </a:lnTo>
                  <a:lnTo>
                    <a:pt x="8" y="37"/>
                  </a:lnTo>
                  <a:lnTo>
                    <a:pt x="5" y="37"/>
                  </a:lnTo>
                  <a:lnTo>
                    <a:pt x="3" y="37"/>
                  </a:lnTo>
                  <a:lnTo>
                    <a:pt x="0" y="36"/>
                  </a:lnTo>
                  <a:lnTo>
                    <a:pt x="5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2" name="Freeform 21"/>
            <p:cNvSpPr>
              <a:spLocks/>
            </p:cNvSpPr>
            <p:nvPr/>
          </p:nvSpPr>
          <p:spPr bwMode="auto">
            <a:xfrm>
              <a:off x="2050" y="3246"/>
              <a:ext cx="84" cy="38"/>
            </a:xfrm>
            <a:custGeom>
              <a:avLst/>
              <a:gdLst>
                <a:gd name="T0" fmla="*/ 84 w 84"/>
                <a:gd name="T1" fmla="*/ 2 h 38"/>
                <a:gd name="T2" fmla="*/ 84 w 84"/>
                <a:gd name="T3" fmla="*/ 38 h 38"/>
                <a:gd name="T4" fmla="*/ 0 w 84"/>
                <a:gd name="T5" fmla="*/ 38 h 38"/>
                <a:gd name="T6" fmla="*/ 2 w 84"/>
                <a:gd name="T7" fmla="*/ 34 h 38"/>
                <a:gd name="T8" fmla="*/ 4 w 84"/>
                <a:gd name="T9" fmla="*/ 30 h 38"/>
                <a:gd name="T10" fmla="*/ 7 w 84"/>
                <a:gd name="T11" fmla="*/ 27 h 38"/>
                <a:gd name="T12" fmla="*/ 11 w 84"/>
                <a:gd name="T13" fmla="*/ 26 h 38"/>
                <a:gd name="T14" fmla="*/ 15 w 84"/>
                <a:gd name="T15" fmla="*/ 24 h 38"/>
                <a:gd name="T16" fmla="*/ 19 w 84"/>
                <a:gd name="T17" fmla="*/ 23 h 38"/>
                <a:gd name="T18" fmla="*/ 23 w 84"/>
                <a:gd name="T19" fmla="*/ 22 h 38"/>
                <a:gd name="T20" fmla="*/ 27 w 84"/>
                <a:gd name="T21" fmla="*/ 21 h 38"/>
                <a:gd name="T22" fmla="*/ 25 w 84"/>
                <a:gd name="T23" fmla="*/ 19 h 38"/>
                <a:gd name="T24" fmla="*/ 21 w 84"/>
                <a:gd name="T25" fmla="*/ 18 h 38"/>
                <a:gd name="T26" fmla="*/ 19 w 84"/>
                <a:gd name="T27" fmla="*/ 16 h 38"/>
                <a:gd name="T28" fmla="*/ 16 w 84"/>
                <a:gd name="T29" fmla="*/ 15 h 38"/>
                <a:gd name="T30" fmla="*/ 14 w 84"/>
                <a:gd name="T31" fmla="*/ 14 h 38"/>
                <a:gd name="T32" fmla="*/ 12 w 84"/>
                <a:gd name="T33" fmla="*/ 12 h 38"/>
                <a:gd name="T34" fmla="*/ 12 w 84"/>
                <a:gd name="T35" fmla="*/ 9 h 38"/>
                <a:gd name="T36" fmla="*/ 13 w 84"/>
                <a:gd name="T37" fmla="*/ 5 h 38"/>
                <a:gd name="T38" fmla="*/ 15 w 84"/>
                <a:gd name="T39" fmla="*/ 5 h 38"/>
                <a:gd name="T40" fmla="*/ 17 w 84"/>
                <a:gd name="T41" fmla="*/ 5 h 38"/>
                <a:gd name="T42" fmla="*/ 20 w 84"/>
                <a:gd name="T43" fmla="*/ 6 h 38"/>
                <a:gd name="T44" fmla="*/ 23 w 84"/>
                <a:gd name="T45" fmla="*/ 7 h 38"/>
                <a:gd name="T46" fmla="*/ 26 w 84"/>
                <a:gd name="T47" fmla="*/ 8 h 38"/>
                <a:gd name="T48" fmla="*/ 27 w 84"/>
                <a:gd name="T49" fmla="*/ 10 h 38"/>
                <a:gd name="T50" fmla="*/ 28 w 84"/>
                <a:gd name="T51" fmla="*/ 12 h 38"/>
                <a:gd name="T52" fmla="*/ 29 w 84"/>
                <a:gd name="T53" fmla="*/ 15 h 38"/>
                <a:gd name="T54" fmla="*/ 30 w 84"/>
                <a:gd name="T55" fmla="*/ 16 h 38"/>
                <a:gd name="T56" fmla="*/ 32 w 84"/>
                <a:gd name="T57" fmla="*/ 14 h 38"/>
                <a:gd name="T58" fmla="*/ 33 w 84"/>
                <a:gd name="T59" fmla="*/ 12 h 38"/>
                <a:gd name="T60" fmla="*/ 34 w 84"/>
                <a:gd name="T61" fmla="*/ 10 h 38"/>
                <a:gd name="T62" fmla="*/ 35 w 84"/>
                <a:gd name="T63" fmla="*/ 7 h 38"/>
                <a:gd name="T64" fmla="*/ 36 w 84"/>
                <a:gd name="T65" fmla="*/ 5 h 38"/>
                <a:gd name="T66" fmla="*/ 37 w 84"/>
                <a:gd name="T67" fmla="*/ 4 h 38"/>
                <a:gd name="T68" fmla="*/ 39 w 84"/>
                <a:gd name="T69" fmla="*/ 2 h 38"/>
                <a:gd name="T70" fmla="*/ 43 w 84"/>
                <a:gd name="T71" fmla="*/ 2 h 38"/>
                <a:gd name="T72" fmla="*/ 47 w 84"/>
                <a:gd name="T73" fmla="*/ 7 h 38"/>
                <a:gd name="T74" fmla="*/ 48 w 84"/>
                <a:gd name="T75" fmla="*/ 12 h 38"/>
                <a:gd name="T76" fmla="*/ 49 w 84"/>
                <a:gd name="T77" fmla="*/ 19 h 38"/>
                <a:gd name="T78" fmla="*/ 50 w 84"/>
                <a:gd name="T79" fmla="*/ 25 h 38"/>
                <a:gd name="T80" fmla="*/ 64 w 84"/>
                <a:gd name="T81" fmla="*/ 25 h 38"/>
                <a:gd name="T82" fmla="*/ 64 w 84"/>
                <a:gd name="T83" fmla="*/ 19 h 38"/>
                <a:gd name="T84" fmla="*/ 62 w 84"/>
                <a:gd name="T85" fmla="*/ 13 h 38"/>
                <a:gd name="T86" fmla="*/ 61 w 84"/>
                <a:gd name="T87" fmla="*/ 7 h 38"/>
                <a:gd name="T88" fmla="*/ 60 w 84"/>
                <a:gd name="T89" fmla="*/ 0 h 38"/>
                <a:gd name="T90" fmla="*/ 63 w 84"/>
                <a:gd name="T91" fmla="*/ 0 h 38"/>
                <a:gd name="T92" fmla="*/ 66 w 84"/>
                <a:gd name="T93" fmla="*/ 2 h 38"/>
                <a:gd name="T94" fmla="*/ 69 w 84"/>
                <a:gd name="T95" fmla="*/ 2 h 38"/>
                <a:gd name="T96" fmla="*/ 72 w 84"/>
                <a:gd name="T97" fmla="*/ 2 h 38"/>
                <a:gd name="T98" fmla="*/ 75 w 84"/>
                <a:gd name="T99" fmla="*/ 2 h 38"/>
                <a:gd name="T100" fmla="*/ 78 w 84"/>
                <a:gd name="T101" fmla="*/ 2 h 38"/>
                <a:gd name="T102" fmla="*/ 81 w 84"/>
                <a:gd name="T103" fmla="*/ 2 h 38"/>
                <a:gd name="T104" fmla="*/ 84 w 84"/>
                <a:gd name="T105" fmla="*/ 2 h 3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38"/>
                <a:gd name="T161" fmla="*/ 84 w 84"/>
                <a:gd name="T162" fmla="*/ 38 h 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38">
                  <a:moveTo>
                    <a:pt x="84" y="2"/>
                  </a:moveTo>
                  <a:lnTo>
                    <a:pt x="84" y="38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4" y="30"/>
                  </a:lnTo>
                  <a:lnTo>
                    <a:pt x="7" y="27"/>
                  </a:lnTo>
                  <a:lnTo>
                    <a:pt x="11" y="26"/>
                  </a:lnTo>
                  <a:lnTo>
                    <a:pt x="15" y="24"/>
                  </a:lnTo>
                  <a:lnTo>
                    <a:pt x="19" y="23"/>
                  </a:lnTo>
                  <a:lnTo>
                    <a:pt x="23" y="22"/>
                  </a:lnTo>
                  <a:lnTo>
                    <a:pt x="27" y="21"/>
                  </a:lnTo>
                  <a:lnTo>
                    <a:pt x="25" y="19"/>
                  </a:lnTo>
                  <a:lnTo>
                    <a:pt x="21" y="18"/>
                  </a:lnTo>
                  <a:lnTo>
                    <a:pt x="19" y="16"/>
                  </a:lnTo>
                  <a:lnTo>
                    <a:pt x="16" y="15"/>
                  </a:lnTo>
                  <a:lnTo>
                    <a:pt x="14" y="14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20" y="6"/>
                  </a:lnTo>
                  <a:lnTo>
                    <a:pt x="23" y="7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8" y="12"/>
                  </a:lnTo>
                  <a:lnTo>
                    <a:pt x="29" y="15"/>
                  </a:lnTo>
                  <a:lnTo>
                    <a:pt x="30" y="16"/>
                  </a:lnTo>
                  <a:lnTo>
                    <a:pt x="32" y="14"/>
                  </a:lnTo>
                  <a:lnTo>
                    <a:pt x="33" y="12"/>
                  </a:lnTo>
                  <a:lnTo>
                    <a:pt x="34" y="10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7" y="4"/>
                  </a:lnTo>
                  <a:lnTo>
                    <a:pt x="39" y="2"/>
                  </a:lnTo>
                  <a:lnTo>
                    <a:pt x="43" y="2"/>
                  </a:lnTo>
                  <a:lnTo>
                    <a:pt x="47" y="7"/>
                  </a:lnTo>
                  <a:lnTo>
                    <a:pt x="48" y="12"/>
                  </a:lnTo>
                  <a:lnTo>
                    <a:pt x="49" y="19"/>
                  </a:lnTo>
                  <a:lnTo>
                    <a:pt x="50" y="25"/>
                  </a:lnTo>
                  <a:lnTo>
                    <a:pt x="64" y="25"/>
                  </a:lnTo>
                  <a:lnTo>
                    <a:pt x="64" y="19"/>
                  </a:lnTo>
                  <a:lnTo>
                    <a:pt x="62" y="13"/>
                  </a:lnTo>
                  <a:lnTo>
                    <a:pt x="61" y="7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6" y="2"/>
                  </a:lnTo>
                  <a:lnTo>
                    <a:pt x="69" y="2"/>
                  </a:lnTo>
                  <a:lnTo>
                    <a:pt x="72" y="2"/>
                  </a:lnTo>
                  <a:lnTo>
                    <a:pt x="75" y="2"/>
                  </a:lnTo>
                  <a:lnTo>
                    <a:pt x="78" y="2"/>
                  </a:lnTo>
                  <a:lnTo>
                    <a:pt x="81" y="2"/>
                  </a:lnTo>
                  <a:lnTo>
                    <a:pt x="84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3" name="Freeform 22"/>
            <p:cNvSpPr>
              <a:spLocks/>
            </p:cNvSpPr>
            <p:nvPr/>
          </p:nvSpPr>
          <p:spPr bwMode="auto">
            <a:xfrm>
              <a:off x="1984" y="3288"/>
              <a:ext cx="51" cy="38"/>
            </a:xfrm>
            <a:custGeom>
              <a:avLst/>
              <a:gdLst>
                <a:gd name="T0" fmla="*/ 51 w 51"/>
                <a:gd name="T1" fmla="*/ 1 h 38"/>
                <a:gd name="T2" fmla="*/ 49 w 51"/>
                <a:gd name="T3" fmla="*/ 8 h 38"/>
                <a:gd name="T4" fmla="*/ 46 w 51"/>
                <a:gd name="T5" fmla="*/ 12 h 38"/>
                <a:gd name="T6" fmla="*/ 40 w 51"/>
                <a:gd name="T7" fmla="*/ 15 h 38"/>
                <a:gd name="T8" fmla="*/ 35 w 51"/>
                <a:gd name="T9" fmla="*/ 17 h 38"/>
                <a:gd name="T10" fmla="*/ 30 w 51"/>
                <a:gd name="T11" fmla="*/ 20 h 38"/>
                <a:gd name="T12" fmla="*/ 26 w 51"/>
                <a:gd name="T13" fmla="*/ 25 h 38"/>
                <a:gd name="T14" fmla="*/ 26 w 51"/>
                <a:gd name="T15" fmla="*/ 30 h 38"/>
                <a:gd name="T16" fmla="*/ 30 w 51"/>
                <a:gd name="T17" fmla="*/ 38 h 38"/>
                <a:gd name="T18" fmla="*/ 5 w 51"/>
                <a:gd name="T19" fmla="*/ 38 h 38"/>
                <a:gd name="T20" fmla="*/ 3 w 51"/>
                <a:gd name="T21" fmla="*/ 28 h 38"/>
                <a:gd name="T22" fmla="*/ 1 w 51"/>
                <a:gd name="T23" fmla="*/ 19 h 38"/>
                <a:gd name="T24" fmla="*/ 0 w 51"/>
                <a:gd name="T25" fmla="*/ 10 h 38"/>
                <a:gd name="T26" fmla="*/ 1 w 51"/>
                <a:gd name="T27" fmla="*/ 0 h 38"/>
                <a:gd name="T28" fmla="*/ 51 w 51"/>
                <a:gd name="T29" fmla="*/ 1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1"/>
                <a:gd name="T46" fmla="*/ 0 h 38"/>
                <a:gd name="T47" fmla="*/ 51 w 51"/>
                <a:gd name="T48" fmla="*/ 38 h 3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1" h="38">
                  <a:moveTo>
                    <a:pt x="51" y="1"/>
                  </a:moveTo>
                  <a:lnTo>
                    <a:pt x="49" y="8"/>
                  </a:lnTo>
                  <a:lnTo>
                    <a:pt x="46" y="12"/>
                  </a:lnTo>
                  <a:lnTo>
                    <a:pt x="40" y="15"/>
                  </a:lnTo>
                  <a:lnTo>
                    <a:pt x="35" y="17"/>
                  </a:lnTo>
                  <a:lnTo>
                    <a:pt x="30" y="20"/>
                  </a:lnTo>
                  <a:lnTo>
                    <a:pt x="26" y="25"/>
                  </a:lnTo>
                  <a:lnTo>
                    <a:pt x="26" y="30"/>
                  </a:lnTo>
                  <a:lnTo>
                    <a:pt x="30" y="38"/>
                  </a:lnTo>
                  <a:lnTo>
                    <a:pt x="5" y="38"/>
                  </a:lnTo>
                  <a:lnTo>
                    <a:pt x="3" y="28"/>
                  </a:lnTo>
                  <a:lnTo>
                    <a:pt x="1" y="19"/>
                  </a:lnTo>
                  <a:lnTo>
                    <a:pt x="0" y="10"/>
                  </a:lnTo>
                  <a:lnTo>
                    <a:pt x="1" y="0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4" name="Freeform 23"/>
            <p:cNvSpPr>
              <a:spLocks/>
            </p:cNvSpPr>
            <p:nvPr/>
          </p:nvSpPr>
          <p:spPr bwMode="auto">
            <a:xfrm>
              <a:off x="2052" y="3288"/>
              <a:ext cx="82" cy="38"/>
            </a:xfrm>
            <a:custGeom>
              <a:avLst/>
              <a:gdLst>
                <a:gd name="T0" fmla="*/ 82 w 82"/>
                <a:gd name="T1" fmla="*/ 38 h 38"/>
                <a:gd name="T2" fmla="*/ 21 w 82"/>
                <a:gd name="T3" fmla="*/ 38 h 38"/>
                <a:gd name="T4" fmla="*/ 17 w 82"/>
                <a:gd name="T5" fmla="*/ 35 h 38"/>
                <a:gd name="T6" fmla="*/ 13 w 82"/>
                <a:gd name="T7" fmla="*/ 32 h 38"/>
                <a:gd name="T8" fmla="*/ 9 w 82"/>
                <a:gd name="T9" fmla="*/ 28 h 38"/>
                <a:gd name="T10" fmla="*/ 7 w 82"/>
                <a:gd name="T11" fmla="*/ 23 h 38"/>
                <a:gd name="T12" fmla="*/ 4 w 82"/>
                <a:gd name="T13" fmla="*/ 17 h 38"/>
                <a:gd name="T14" fmla="*/ 2 w 82"/>
                <a:gd name="T15" fmla="*/ 11 h 38"/>
                <a:gd name="T16" fmla="*/ 1 w 82"/>
                <a:gd name="T17" fmla="*/ 5 h 38"/>
                <a:gd name="T18" fmla="*/ 0 w 82"/>
                <a:gd name="T19" fmla="*/ 0 h 38"/>
                <a:gd name="T20" fmla="*/ 82 w 82"/>
                <a:gd name="T21" fmla="*/ 1 h 38"/>
                <a:gd name="T22" fmla="*/ 82 w 82"/>
                <a:gd name="T23" fmla="*/ 3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"/>
                <a:gd name="T37" fmla="*/ 0 h 38"/>
                <a:gd name="T38" fmla="*/ 82 w 82"/>
                <a:gd name="T39" fmla="*/ 38 h 3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" h="38">
                  <a:moveTo>
                    <a:pt x="82" y="38"/>
                  </a:moveTo>
                  <a:lnTo>
                    <a:pt x="21" y="38"/>
                  </a:lnTo>
                  <a:lnTo>
                    <a:pt x="17" y="35"/>
                  </a:lnTo>
                  <a:lnTo>
                    <a:pt x="13" y="32"/>
                  </a:lnTo>
                  <a:lnTo>
                    <a:pt x="9" y="28"/>
                  </a:lnTo>
                  <a:lnTo>
                    <a:pt x="7" y="23"/>
                  </a:lnTo>
                  <a:lnTo>
                    <a:pt x="4" y="17"/>
                  </a:lnTo>
                  <a:lnTo>
                    <a:pt x="2" y="11"/>
                  </a:lnTo>
                  <a:lnTo>
                    <a:pt x="1" y="5"/>
                  </a:lnTo>
                  <a:lnTo>
                    <a:pt x="0" y="0"/>
                  </a:lnTo>
                  <a:lnTo>
                    <a:pt x="82" y="1"/>
                  </a:lnTo>
                  <a:lnTo>
                    <a:pt x="82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5" name="Freeform 24"/>
            <p:cNvSpPr>
              <a:spLocks/>
            </p:cNvSpPr>
            <p:nvPr/>
          </p:nvSpPr>
          <p:spPr bwMode="auto">
            <a:xfrm>
              <a:off x="1991" y="3330"/>
              <a:ext cx="47" cy="36"/>
            </a:xfrm>
            <a:custGeom>
              <a:avLst/>
              <a:gdLst>
                <a:gd name="T0" fmla="*/ 24 w 47"/>
                <a:gd name="T1" fmla="*/ 1 h 36"/>
                <a:gd name="T2" fmla="*/ 26 w 47"/>
                <a:gd name="T3" fmla="*/ 5 h 36"/>
                <a:gd name="T4" fmla="*/ 27 w 47"/>
                <a:gd name="T5" fmla="*/ 10 h 36"/>
                <a:gd name="T6" fmla="*/ 28 w 47"/>
                <a:gd name="T7" fmla="*/ 15 h 36"/>
                <a:gd name="T8" fmla="*/ 29 w 47"/>
                <a:gd name="T9" fmla="*/ 20 h 36"/>
                <a:gd name="T10" fmla="*/ 30 w 47"/>
                <a:gd name="T11" fmla="*/ 24 h 36"/>
                <a:gd name="T12" fmla="*/ 32 w 47"/>
                <a:gd name="T13" fmla="*/ 29 h 36"/>
                <a:gd name="T14" fmla="*/ 37 w 47"/>
                <a:gd name="T15" fmla="*/ 31 h 36"/>
                <a:gd name="T16" fmla="*/ 42 w 47"/>
                <a:gd name="T17" fmla="*/ 32 h 36"/>
                <a:gd name="T18" fmla="*/ 44 w 47"/>
                <a:gd name="T19" fmla="*/ 32 h 36"/>
                <a:gd name="T20" fmla="*/ 45 w 47"/>
                <a:gd name="T21" fmla="*/ 32 h 36"/>
                <a:gd name="T22" fmla="*/ 46 w 47"/>
                <a:gd name="T23" fmla="*/ 33 h 36"/>
                <a:gd name="T24" fmla="*/ 47 w 47"/>
                <a:gd name="T25" fmla="*/ 34 h 36"/>
                <a:gd name="T26" fmla="*/ 47 w 47"/>
                <a:gd name="T27" fmla="*/ 36 h 36"/>
                <a:gd name="T28" fmla="*/ 17 w 47"/>
                <a:gd name="T29" fmla="*/ 36 h 36"/>
                <a:gd name="T30" fmla="*/ 14 w 47"/>
                <a:gd name="T31" fmla="*/ 32 h 36"/>
                <a:gd name="T32" fmla="*/ 12 w 47"/>
                <a:gd name="T33" fmla="*/ 28 h 36"/>
                <a:gd name="T34" fmla="*/ 9 w 47"/>
                <a:gd name="T35" fmla="*/ 23 h 36"/>
                <a:gd name="T36" fmla="*/ 8 w 47"/>
                <a:gd name="T37" fmla="*/ 19 h 36"/>
                <a:gd name="T38" fmla="*/ 4 w 47"/>
                <a:gd name="T39" fmla="*/ 14 h 36"/>
                <a:gd name="T40" fmla="*/ 3 w 47"/>
                <a:gd name="T41" fmla="*/ 9 h 36"/>
                <a:gd name="T42" fmla="*/ 1 w 47"/>
                <a:gd name="T43" fmla="*/ 5 h 36"/>
                <a:gd name="T44" fmla="*/ 0 w 47"/>
                <a:gd name="T45" fmla="*/ 0 h 36"/>
                <a:gd name="T46" fmla="*/ 24 w 47"/>
                <a:gd name="T47" fmla="*/ 1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7"/>
                <a:gd name="T73" fmla="*/ 0 h 36"/>
                <a:gd name="T74" fmla="*/ 47 w 47"/>
                <a:gd name="T75" fmla="*/ 36 h 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7" h="36">
                  <a:moveTo>
                    <a:pt x="24" y="1"/>
                  </a:moveTo>
                  <a:lnTo>
                    <a:pt x="26" y="5"/>
                  </a:lnTo>
                  <a:lnTo>
                    <a:pt x="27" y="10"/>
                  </a:lnTo>
                  <a:lnTo>
                    <a:pt x="28" y="15"/>
                  </a:lnTo>
                  <a:lnTo>
                    <a:pt x="29" y="20"/>
                  </a:lnTo>
                  <a:lnTo>
                    <a:pt x="30" y="24"/>
                  </a:lnTo>
                  <a:lnTo>
                    <a:pt x="32" y="29"/>
                  </a:lnTo>
                  <a:lnTo>
                    <a:pt x="37" y="31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5" y="32"/>
                  </a:lnTo>
                  <a:lnTo>
                    <a:pt x="46" y="33"/>
                  </a:lnTo>
                  <a:lnTo>
                    <a:pt x="47" y="34"/>
                  </a:lnTo>
                  <a:lnTo>
                    <a:pt x="47" y="36"/>
                  </a:lnTo>
                  <a:lnTo>
                    <a:pt x="17" y="36"/>
                  </a:lnTo>
                  <a:lnTo>
                    <a:pt x="14" y="32"/>
                  </a:lnTo>
                  <a:lnTo>
                    <a:pt x="12" y="28"/>
                  </a:lnTo>
                  <a:lnTo>
                    <a:pt x="9" y="23"/>
                  </a:lnTo>
                  <a:lnTo>
                    <a:pt x="8" y="19"/>
                  </a:lnTo>
                  <a:lnTo>
                    <a:pt x="4" y="14"/>
                  </a:lnTo>
                  <a:lnTo>
                    <a:pt x="3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6" name="Freeform 25"/>
            <p:cNvSpPr>
              <a:spLocks/>
            </p:cNvSpPr>
            <p:nvPr/>
          </p:nvSpPr>
          <p:spPr bwMode="auto">
            <a:xfrm>
              <a:off x="2086" y="3330"/>
              <a:ext cx="47" cy="37"/>
            </a:xfrm>
            <a:custGeom>
              <a:avLst/>
              <a:gdLst>
                <a:gd name="T0" fmla="*/ 47 w 47"/>
                <a:gd name="T1" fmla="*/ 36 h 37"/>
                <a:gd name="T2" fmla="*/ 45 w 47"/>
                <a:gd name="T3" fmla="*/ 36 h 37"/>
                <a:gd name="T4" fmla="*/ 42 w 47"/>
                <a:gd name="T5" fmla="*/ 36 h 37"/>
                <a:gd name="T6" fmla="*/ 40 w 47"/>
                <a:gd name="T7" fmla="*/ 37 h 37"/>
                <a:gd name="T8" fmla="*/ 37 w 47"/>
                <a:gd name="T9" fmla="*/ 37 h 37"/>
                <a:gd name="T10" fmla="*/ 33 w 47"/>
                <a:gd name="T11" fmla="*/ 37 h 37"/>
                <a:gd name="T12" fmla="*/ 30 w 47"/>
                <a:gd name="T13" fmla="*/ 37 h 37"/>
                <a:gd name="T14" fmla="*/ 28 w 47"/>
                <a:gd name="T15" fmla="*/ 37 h 37"/>
                <a:gd name="T16" fmla="*/ 25 w 47"/>
                <a:gd name="T17" fmla="*/ 37 h 37"/>
                <a:gd name="T18" fmla="*/ 22 w 47"/>
                <a:gd name="T19" fmla="*/ 37 h 37"/>
                <a:gd name="T20" fmla="*/ 20 w 47"/>
                <a:gd name="T21" fmla="*/ 37 h 37"/>
                <a:gd name="T22" fmla="*/ 16 w 47"/>
                <a:gd name="T23" fmla="*/ 37 h 37"/>
                <a:gd name="T24" fmla="*/ 13 w 47"/>
                <a:gd name="T25" fmla="*/ 37 h 37"/>
                <a:gd name="T26" fmla="*/ 11 w 47"/>
                <a:gd name="T27" fmla="*/ 37 h 37"/>
                <a:gd name="T28" fmla="*/ 9 w 47"/>
                <a:gd name="T29" fmla="*/ 37 h 37"/>
                <a:gd name="T30" fmla="*/ 7 w 47"/>
                <a:gd name="T31" fmla="*/ 37 h 37"/>
                <a:gd name="T32" fmla="*/ 5 w 47"/>
                <a:gd name="T33" fmla="*/ 36 h 37"/>
                <a:gd name="T34" fmla="*/ 6 w 47"/>
                <a:gd name="T35" fmla="*/ 35 h 37"/>
                <a:gd name="T36" fmla="*/ 7 w 47"/>
                <a:gd name="T37" fmla="*/ 34 h 37"/>
                <a:gd name="T38" fmla="*/ 9 w 47"/>
                <a:gd name="T39" fmla="*/ 31 h 37"/>
                <a:gd name="T40" fmla="*/ 10 w 47"/>
                <a:gd name="T41" fmla="*/ 29 h 37"/>
                <a:gd name="T42" fmla="*/ 11 w 47"/>
                <a:gd name="T43" fmla="*/ 26 h 37"/>
                <a:gd name="T44" fmla="*/ 12 w 47"/>
                <a:gd name="T45" fmla="*/ 23 h 37"/>
                <a:gd name="T46" fmla="*/ 13 w 47"/>
                <a:gd name="T47" fmla="*/ 20 h 37"/>
                <a:gd name="T48" fmla="*/ 14 w 47"/>
                <a:gd name="T49" fmla="*/ 18 h 37"/>
                <a:gd name="T50" fmla="*/ 12 w 47"/>
                <a:gd name="T51" fmla="*/ 16 h 37"/>
                <a:gd name="T52" fmla="*/ 10 w 47"/>
                <a:gd name="T53" fmla="*/ 14 h 37"/>
                <a:gd name="T54" fmla="*/ 8 w 47"/>
                <a:gd name="T55" fmla="*/ 12 h 37"/>
                <a:gd name="T56" fmla="*/ 7 w 47"/>
                <a:gd name="T57" fmla="*/ 9 h 37"/>
                <a:gd name="T58" fmla="*/ 5 w 47"/>
                <a:gd name="T59" fmla="*/ 7 h 37"/>
                <a:gd name="T60" fmla="*/ 2 w 47"/>
                <a:gd name="T61" fmla="*/ 5 h 37"/>
                <a:gd name="T62" fmla="*/ 1 w 47"/>
                <a:gd name="T63" fmla="*/ 2 h 37"/>
                <a:gd name="T64" fmla="*/ 0 w 47"/>
                <a:gd name="T65" fmla="*/ 0 h 37"/>
                <a:gd name="T66" fmla="*/ 47 w 47"/>
                <a:gd name="T67" fmla="*/ 1 h 37"/>
                <a:gd name="T68" fmla="*/ 47 w 47"/>
                <a:gd name="T69" fmla="*/ 36 h 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7"/>
                <a:gd name="T106" fmla="*/ 0 h 37"/>
                <a:gd name="T107" fmla="*/ 47 w 47"/>
                <a:gd name="T108" fmla="*/ 37 h 3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7" h="37">
                  <a:moveTo>
                    <a:pt x="47" y="36"/>
                  </a:moveTo>
                  <a:lnTo>
                    <a:pt x="45" y="36"/>
                  </a:lnTo>
                  <a:lnTo>
                    <a:pt x="42" y="36"/>
                  </a:lnTo>
                  <a:lnTo>
                    <a:pt x="40" y="37"/>
                  </a:lnTo>
                  <a:lnTo>
                    <a:pt x="37" y="37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28" y="37"/>
                  </a:lnTo>
                  <a:lnTo>
                    <a:pt x="25" y="37"/>
                  </a:lnTo>
                  <a:lnTo>
                    <a:pt x="22" y="37"/>
                  </a:lnTo>
                  <a:lnTo>
                    <a:pt x="20" y="37"/>
                  </a:lnTo>
                  <a:lnTo>
                    <a:pt x="16" y="37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7" y="37"/>
                  </a:lnTo>
                  <a:lnTo>
                    <a:pt x="5" y="36"/>
                  </a:lnTo>
                  <a:lnTo>
                    <a:pt x="6" y="35"/>
                  </a:lnTo>
                  <a:lnTo>
                    <a:pt x="7" y="34"/>
                  </a:lnTo>
                  <a:lnTo>
                    <a:pt x="9" y="31"/>
                  </a:lnTo>
                  <a:lnTo>
                    <a:pt x="10" y="29"/>
                  </a:lnTo>
                  <a:lnTo>
                    <a:pt x="11" y="26"/>
                  </a:lnTo>
                  <a:lnTo>
                    <a:pt x="12" y="23"/>
                  </a:lnTo>
                  <a:lnTo>
                    <a:pt x="13" y="20"/>
                  </a:lnTo>
                  <a:lnTo>
                    <a:pt x="14" y="18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7" y="9"/>
                  </a:lnTo>
                  <a:lnTo>
                    <a:pt x="5" y="7"/>
                  </a:lnTo>
                  <a:lnTo>
                    <a:pt x="2" y="5"/>
                  </a:lnTo>
                  <a:lnTo>
                    <a:pt x="1" y="2"/>
                  </a:lnTo>
                  <a:lnTo>
                    <a:pt x="0" y="0"/>
                  </a:lnTo>
                  <a:lnTo>
                    <a:pt x="47" y="1"/>
                  </a:lnTo>
                  <a:lnTo>
                    <a:pt x="47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7" name="Freeform 26"/>
            <p:cNvSpPr>
              <a:spLocks/>
            </p:cNvSpPr>
            <p:nvPr/>
          </p:nvSpPr>
          <p:spPr bwMode="auto">
            <a:xfrm>
              <a:off x="2013" y="3370"/>
              <a:ext cx="50" cy="38"/>
            </a:xfrm>
            <a:custGeom>
              <a:avLst/>
              <a:gdLst>
                <a:gd name="T0" fmla="*/ 28 w 50"/>
                <a:gd name="T1" fmla="*/ 1 h 38"/>
                <a:gd name="T2" fmla="*/ 31 w 50"/>
                <a:gd name="T3" fmla="*/ 7 h 38"/>
                <a:gd name="T4" fmla="*/ 33 w 50"/>
                <a:gd name="T5" fmla="*/ 11 h 38"/>
                <a:gd name="T6" fmla="*/ 35 w 50"/>
                <a:gd name="T7" fmla="*/ 15 h 38"/>
                <a:gd name="T8" fmla="*/ 38 w 50"/>
                <a:gd name="T9" fmla="*/ 20 h 38"/>
                <a:gd name="T10" fmla="*/ 41 w 50"/>
                <a:gd name="T11" fmla="*/ 24 h 38"/>
                <a:gd name="T12" fmla="*/ 44 w 50"/>
                <a:gd name="T13" fmla="*/ 28 h 38"/>
                <a:gd name="T14" fmla="*/ 47 w 50"/>
                <a:gd name="T15" fmla="*/ 32 h 38"/>
                <a:gd name="T16" fmla="*/ 50 w 50"/>
                <a:gd name="T17" fmla="*/ 38 h 38"/>
                <a:gd name="T18" fmla="*/ 46 w 50"/>
                <a:gd name="T19" fmla="*/ 38 h 38"/>
                <a:gd name="T20" fmla="*/ 41 w 50"/>
                <a:gd name="T21" fmla="*/ 37 h 38"/>
                <a:gd name="T22" fmla="*/ 37 w 50"/>
                <a:gd name="T23" fmla="*/ 37 h 38"/>
                <a:gd name="T24" fmla="*/ 33 w 50"/>
                <a:gd name="T25" fmla="*/ 35 h 38"/>
                <a:gd name="T26" fmla="*/ 29 w 50"/>
                <a:gd name="T27" fmla="*/ 33 h 38"/>
                <a:gd name="T28" fmla="*/ 26 w 50"/>
                <a:gd name="T29" fmla="*/ 31 h 38"/>
                <a:gd name="T30" fmla="*/ 23 w 50"/>
                <a:gd name="T31" fmla="*/ 29 h 38"/>
                <a:gd name="T32" fmla="*/ 20 w 50"/>
                <a:gd name="T33" fmla="*/ 26 h 38"/>
                <a:gd name="T34" fmla="*/ 18 w 50"/>
                <a:gd name="T35" fmla="*/ 23 h 38"/>
                <a:gd name="T36" fmla="*/ 15 w 50"/>
                <a:gd name="T37" fmla="*/ 20 h 38"/>
                <a:gd name="T38" fmla="*/ 12 w 50"/>
                <a:gd name="T39" fmla="*/ 16 h 38"/>
                <a:gd name="T40" fmla="*/ 9 w 50"/>
                <a:gd name="T41" fmla="*/ 13 h 38"/>
                <a:gd name="T42" fmla="*/ 7 w 50"/>
                <a:gd name="T43" fmla="*/ 10 h 38"/>
                <a:gd name="T44" fmla="*/ 5 w 50"/>
                <a:gd name="T45" fmla="*/ 7 h 38"/>
                <a:gd name="T46" fmla="*/ 2 w 50"/>
                <a:gd name="T47" fmla="*/ 4 h 38"/>
                <a:gd name="T48" fmla="*/ 0 w 50"/>
                <a:gd name="T49" fmla="*/ 0 h 38"/>
                <a:gd name="T50" fmla="*/ 28 w 50"/>
                <a:gd name="T51" fmla="*/ 1 h 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38"/>
                <a:gd name="T80" fmla="*/ 50 w 50"/>
                <a:gd name="T81" fmla="*/ 38 h 3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38">
                  <a:moveTo>
                    <a:pt x="28" y="1"/>
                  </a:moveTo>
                  <a:lnTo>
                    <a:pt x="31" y="7"/>
                  </a:lnTo>
                  <a:lnTo>
                    <a:pt x="33" y="11"/>
                  </a:lnTo>
                  <a:lnTo>
                    <a:pt x="35" y="15"/>
                  </a:lnTo>
                  <a:lnTo>
                    <a:pt x="38" y="20"/>
                  </a:lnTo>
                  <a:lnTo>
                    <a:pt x="41" y="24"/>
                  </a:lnTo>
                  <a:lnTo>
                    <a:pt x="44" y="28"/>
                  </a:lnTo>
                  <a:lnTo>
                    <a:pt x="47" y="32"/>
                  </a:lnTo>
                  <a:lnTo>
                    <a:pt x="50" y="38"/>
                  </a:lnTo>
                  <a:lnTo>
                    <a:pt x="46" y="38"/>
                  </a:lnTo>
                  <a:lnTo>
                    <a:pt x="41" y="37"/>
                  </a:lnTo>
                  <a:lnTo>
                    <a:pt x="37" y="37"/>
                  </a:lnTo>
                  <a:lnTo>
                    <a:pt x="33" y="35"/>
                  </a:lnTo>
                  <a:lnTo>
                    <a:pt x="29" y="33"/>
                  </a:lnTo>
                  <a:lnTo>
                    <a:pt x="26" y="31"/>
                  </a:lnTo>
                  <a:lnTo>
                    <a:pt x="23" y="29"/>
                  </a:lnTo>
                  <a:lnTo>
                    <a:pt x="20" y="26"/>
                  </a:lnTo>
                  <a:lnTo>
                    <a:pt x="18" y="23"/>
                  </a:lnTo>
                  <a:lnTo>
                    <a:pt x="15" y="20"/>
                  </a:lnTo>
                  <a:lnTo>
                    <a:pt x="12" y="16"/>
                  </a:lnTo>
                  <a:lnTo>
                    <a:pt x="9" y="13"/>
                  </a:lnTo>
                  <a:lnTo>
                    <a:pt x="7" y="10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8" name="Freeform 27"/>
            <p:cNvSpPr>
              <a:spLocks/>
            </p:cNvSpPr>
            <p:nvPr/>
          </p:nvSpPr>
          <p:spPr bwMode="auto">
            <a:xfrm>
              <a:off x="2083" y="3370"/>
              <a:ext cx="50" cy="38"/>
            </a:xfrm>
            <a:custGeom>
              <a:avLst/>
              <a:gdLst>
                <a:gd name="T0" fmla="*/ 50 w 50"/>
                <a:gd name="T1" fmla="*/ 1 h 38"/>
                <a:gd name="T2" fmla="*/ 50 w 50"/>
                <a:gd name="T3" fmla="*/ 10 h 38"/>
                <a:gd name="T4" fmla="*/ 50 w 50"/>
                <a:gd name="T5" fmla="*/ 19 h 38"/>
                <a:gd name="T6" fmla="*/ 50 w 50"/>
                <a:gd name="T7" fmla="*/ 29 h 38"/>
                <a:gd name="T8" fmla="*/ 50 w 50"/>
                <a:gd name="T9" fmla="*/ 38 h 38"/>
                <a:gd name="T10" fmla="*/ 0 w 50"/>
                <a:gd name="T11" fmla="*/ 38 h 38"/>
                <a:gd name="T12" fmla="*/ 2 w 50"/>
                <a:gd name="T13" fmla="*/ 0 h 38"/>
                <a:gd name="T14" fmla="*/ 4 w 50"/>
                <a:gd name="T15" fmla="*/ 0 h 38"/>
                <a:gd name="T16" fmla="*/ 8 w 50"/>
                <a:gd name="T17" fmla="*/ 0 h 38"/>
                <a:gd name="T18" fmla="*/ 11 w 50"/>
                <a:gd name="T19" fmla="*/ 1 h 38"/>
                <a:gd name="T20" fmla="*/ 13 w 50"/>
                <a:gd name="T21" fmla="*/ 1 h 38"/>
                <a:gd name="T22" fmla="*/ 16 w 50"/>
                <a:gd name="T23" fmla="*/ 1 h 38"/>
                <a:gd name="T24" fmla="*/ 19 w 50"/>
                <a:gd name="T25" fmla="*/ 1 h 38"/>
                <a:gd name="T26" fmla="*/ 23 w 50"/>
                <a:gd name="T27" fmla="*/ 1 h 38"/>
                <a:gd name="T28" fmla="*/ 26 w 50"/>
                <a:gd name="T29" fmla="*/ 1 h 38"/>
                <a:gd name="T30" fmla="*/ 29 w 50"/>
                <a:gd name="T31" fmla="*/ 1 h 38"/>
                <a:gd name="T32" fmla="*/ 32 w 50"/>
                <a:gd name="T33" fmla="*/ 1 h 38"/>
                <a:gd name="T34" fmla="*/ 35 w 50"/>
                <a:gd name="T35" fmla="*/ 1 h 38"/>
                <a:gd name="T36" fmla="*/ 39 w 50"/>
                <a:gd name="T37" fmla="*/ 1 h 38"/>
                <a:gd name="T38" fmla="*/ 41 w 50"/>
                <a:gd name="T39" fmla="*/ 1 h 38"/>
                <a:gd name="T40" fmla="*/ 44 w 50"/>
                <a:gd name="T41" fmla="*/ 1 h 38"/>
                <a:gd name="T42" fmla="*/ 47 w 50"/>
                <a:gd name="T43" fmla="*/ 1 h 38"/>
                <a:gd name="T44" fmla="*/ 50 w 50"/>
                <a:gd name="T45" fmla="*/ 1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0"/>
                <a:gd name="T70" fmla="*/ 0 h 38"/>
                <a:gd name="T71" fmla="*/ 50 w 50"/>
                <a:gd name="T72" fmla="*/ 38 h 3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0" h="38">
                  <a:moveTo>
                    <a:pt x="50" y="1"/>
                  </a:moveTo>
                  <a:lnTo>
                    <a:pt x="50" y="10"/>
                  </a:lnTo>
                  <a:lnTo>
                    <a:pt x="50" y="19"/>
                  </a:lnTo>
                  <a:lnTo>
                    <a:pt x="50" y="29"/>
                  </a:lnTo>
                  <a:lnTo>
                    <a:pt x="50" y="38"/>
                  </a:lnTo>
                  <a:lnTo>
                    <a:pt x="0" y="38"/>
                  </a:lnTo>
                  <a:lnTo>
                    <a:pt x="2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3" y="1"/>
                  </a:lnTo>
                  <a:lnTo>
                    <a:pt x="26" y="1"/>
                  </a:lnTo>
                  <a:lnTo>
                    <a:pt x="29" y="1"/>
                  </a:lnTo>
                  <a:lnTo>
                    <a:pt x="32" y="1"/>
                  </a:lnTo>
                  <a:lnTo>
                    <a:pt x="35" y="1"/>
                  </a:lnTo>
                  <a:lnTo>
                    <a:pt x="39" y="1"/>
                  </a:lnTo>
                  <a:lnTo>
                    <a:pt x="41" y="1"/>
                  </a:lnTo>
                  <a:lnTo>
                    <a:pt x="44" y="1"/>
                  </a:lnTo>
                  <a:lnTo>
                    <a:pt x="47" y="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39969" name="Freeform 28"/>
            <p:cNvSpPr>
              <a:spLocks/>
            </p:cNvSpPr>
            <p:nvPr/>
          </p:nvSpPr>
          <p:spPr bwMode="auto">
            <a:xfrm>
              <a:off x="2056" y="3412"/>
              <a:ext cx="77" cy="24"/>
            </a:xfrm>
            <a:custGeom>
              <a:avLst/>
              <a:gdLst>
                <a:gd name="T0" fmla="*/ 27 w 77"/>
                <a:gd name="T1" fmla="*/ 5 h 24"/>
                <a:gd name="T2" fmla="*/ 28 w 77"/>
                <a:gd name="T3" fmla="*/ 4 h 24"/>
                <a:gd name="T4" fmla="*/ 28 w 77"/>
                <a:gd name="T5" fmla="*/ 3 h 24"/>
                <a:gd name="T6" fmla="*/ 28 w 77"/>
                <a:gd name="T7" fmla="*/ 2 h 24"/>
                <a:gd name="T8" fmla="*/ 28 w 77"/>
                <a:gd name="T9" fmla="*/ 1 h 24"/>
                <a:gd name="T10" fmla="*/ 77 w 77"/>
                <a:gd name="T11" fmla="*/ 1 h 24"/>
                <a:gd name="T12" fmla="*/ 77 w 77"/>
                <a:gd name="T13" fmla="*/ 24 h 24"/>
                <a:gd name="T14" fmla="*/ 72 w 77"/>
                <a:gd name="T15" fmla="*/ 24 h 24"/>
                <a:gd name="T16" fmla="*/ 67 w 77"/>
                <a:gd name="T17" fmla="*/ 22 h 24"/>
                <a:gd name="T18" fmla="*/ 62 w 77"/>
                <a:gd name="T19" fmla="*/ 22 h 24"/>
                <a:gd name="T20" fmla="*/ 57 w 77"/>
                <a:gd name="T21" fmla="*/ 21 h 24"/>
                <a:gd name="T22" fmla="*/ 52 w 77"/>
                <a:gd name="T23" fmla="*/ 20 h 24"/>
                <a:gd name="T24" fmla="*/ 47 w 77"/>
                <a:gd name="T25" fmla="*/ 19 h 24"/>
                <a:gd name="T26" fmla="*/ 42 w 77"/>
                <a:gd name="T27" fmla="*/ 18 h 24"/>
                <a:gd name="T28" fmla="*/ 38 w 77"/>
                <a:gd name="T29" fmla="*/ 17 h 24"/>
                <a:gd name="T30" fmla="*/ 32 w 77"/>
                <a:gd name="T31" fmla="*/ 16 h 24"/>
                <a:gd name="T32" fmla="*/ 27 w 77"/>
                <a:gd name="T33" fmla="*/ 14 h 24"/>
                <a:gd name="T34" fmla="*/ 23 w 77"/>
                <a:gd name="T35" fmla="*/ 13 h 24"/>
                <a:gd name="T36" fmla="*/ 19 w 77"/>
                <a:gd name="T37" fmla="*/ 11 h 24"/>
                <a:gd name="T38" fmla="*/ 13 w 77"/>
                <a:gd name="T39" fmla="*/ 9 h 24"/>
                <a:gd name="T40" fmla="*/ 9 w 77"/>
                <a:gd name="T41" fmla="*/ 6 h 24"/>
                <a:gd name="T42" fmla="*/ 5 w 77"/>
                <a:gd name="T43" fmla="*/ 3 h 24"/>
                <a:gd name="T44" fmla="*/ 0 w 77"/>
                <a:gd name="T45" fmla="*/ 1 h 24"/>
                <a:gd name="T46" fmla="*/ 4 w 77"/>
                <a:gd name="T47" fmla="*/ 0 h 24"/>
                <a:gd name="T48" fmla="*/ 7 w 77"/>
                <a:gd name="T49" fmla="*/ 0 h 24"/>
                <a:gd name="T50" fmla="*/ 10 w 77"/>
                <a:gd name="T51" fmla="*/ 0 h 24"/>
                <a:gd name="T52" fmla="*/ 13 w 77"/>
                <a:gd name="T53" fmla="*/ 1 h 24"/>
                <a:gd name="T54" fmla="*/ 16 w 77"/>
                <a:gd name="T55" fmla="*/ 2 h 24"/>
                <a:gd name="T56" fmla="*/ 20 w 77"/>
                <a:gd name="T57" fmla="*/ 3 h 24"/>
                <a:gd name="T58" fmla="*/ 24 w 77"/>
                <a:gd name="T59" fmla="*/ 4 h 24"/>
                <a:gd name="T60" fmla="*/ 27 w 77"/>
                <a:gd name="T61" fmla="*/ 5 h 2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7"/>
                <a:gd name="T94" fmla="*/ 0 h 24"/>
                <a:gd name="T95" fmla="*/ 77 w 77"/>
                <a:gd name="T96" fmla="*/ 24 h 2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7" h="24">
                  <a:moveTo>
                    <a:pt x="27" y="5"/>
                  </a:moveTo>
                  <a:lnTo>
                    <a:pt x="28" y="4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77" y="1"/>
                  </a:lnTo>
                  <a:lnTo>
                    <a:pt x="77" y="24"/>
                  </a:lnTo>
                  <a:lnTo>
                    <a:pt x="72" y="24"/>
                  </a:lnTo>
                  <a:lnTo>
                    <a:pt x="67" y="22"/>
                  </a:lnTo>
                  <a:lnTo>
                    <a:pt x="62" y="22"/>
                  </a:lnTo>
                  <a:lnTo>
                    <a:pt x="57" y="21"/>
                  </a:lnTo>
                  <a:lnTo>
                    <a:pt x="52" y="20"/>
                  </a:lnTo>
                  <a:lnTo>
                    <a:pt x="47" y="19"/>
                  </a:lnTo>
                  <a:lnTo>
                    <a:pt x="42" y="18"/>
                  </a:lnTo>
                  <a:lnTo>
                    <a:pt x="38" y="17"/>
                  </a:lnTo>
                  <a:lnTo>
                    <a:pt x="32" y="16"/>
                  </a:lnTo>
                  <a:lnTo>
                    <a:pt x="27" y="14"/>
                  </a:lnTo>
                  <a:lnTo>
                    <a:pt x="23" y="13"/>
                  </a:lnTo>
                  <a:lnTo>
                    <a:pt x="19" y="11"/>
                  </a:lnTo>
                  <a:lnTo>
                    <a:pt x="13" y="9"/>
                  </a:lnTo>
                  <a:lnTo>
                    <a:pt x="9" y="6"/>
                  </a:lnTo>
                  <a:lnTo>
                    <a:pt x="5" y="3"/>
                  </a:lnTo>
                  <a:lnTo>
                    <a:pt x="0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6" y="2"/>
                  </a:lnTo>
                  <a:lnTo>
                    <a:pt x="20" y="3"/>
                  </a:lnTo>
                  <a:lnTo>
                    <a:pt x="24" y="4"/>
                  </a:lnTo>
                  <a:lnTo>
                    <a:pt x="27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</p:grpSp>
      <p:grpSp>
        <p:nvGrpSpPr>
          <p:cNvPr id="38919" name="Group 29"/>
          <p:cNvGrpSpPr>
            <a:grpSpLocks/>
          </p:cNvGrpSpPr>
          <p:nvPr/>
        </p:nvGrpSpPr>
        <p:grpSpPr bwMode="auto">
          <a:xfrm flipH="1">
            <a:off x="1585913" y="3087688"/>
            <a:ext cx="2930525" cy="2687637"/>
            <a:chOff x="968" y="2549"/>
            <a:chExt cx="1830" cy="1629"/>
          </a:xfrm>
        </p:grpSpPr>
        <p:sp>
          <p:nvSpPr>
            <p:cNvPr id="39821" name="Freeform 30"/>
            <p:cNvSpPr>
              <a:spLocks/>
            </p:cNvSpPr>
            <p:nvPr/>
          </p:nvSpPr>
          <p:spPr bwMode="auto">
            <a:xfrm>
              <a:off x="2143" y="3244"/>
              <a:ext cx="625" cy="934"/>
            </a:xfrm>
            <a:custGeom>
              <a:avLst/>
              <a:gdLst>
                <a:gd name="T0" fmla="*/ 1148 w 1252"/>
                <a:gd name="T1" fmla="*/ 0 h 1868"/>
                <a:gd name="T2" fmla="*/ 526 w 1252"/>
                <a:gd name="T3" fmla="*/ 464 h 1868"/>
                <a:gd name="T4" fmla="*/ 176 w 1252"/>
                <a:gd name="T5" fmla="*/ 1204 h 1868"/>
                <a:gd name="T6" fmla="*/ 64 w 1252"/>
                <a:gd name="T7" fmla="*/ 1492 h 1868"/>
                <a:gd name="T8" fmla="*/ 0 w 1252"/>
                <a:gd name="T9" fmla="*/ 1854 h 1868"/>
                <a:gd name="T10" fmla="*/ 16 w 1252"/>
                <a:gd name="T11" fmla="*/ 1855 h 1868"/>
                <a:gd name="T12" fmla="*/ 63 w 1252"/>
                <a:gd name="T13" fmla="*/ 1856 h 1868"/>
                <a:gd name="T14" fmla="*/ 132 w 1252"/>
                <a:gd name="T15" fmla="*/ 1860 h 1868"/>
                <a:gd name="T16" fmla="*/ 220 w 1252"/>
                <a:gd name="T17" fmla="*/ 1862 h 1868"/>
                <a:gd name="T18" fmla="*/ 319 w 1252"/>
                <a:gd name="T19" fmla="*/ 1865 h 1868"/>
                <a:gd name="T20" fmla="*/ 425 w 1252"/>
                <a:gd name="T21" fmla="*/ 1868 h 1868"/>
                <a:gd name="T22" fmla="*/ 533 w 1252"/>
                <a:gd name="T23" fmla="*/ 1868 h 1868"/>
                <a:gd name="T24" fmla="*/ 636 w 1252"/>
                <a:gd name="T25" fmla="*/ 1868 h 1868"/>
                <a:gd name="T26" fmla="*/ 728 w 1252"/>
                <a:gd name="T27" fmla="*/ 1864 h 1868"/>
                <a:gd name="T28" fmla="*/ 806 w 1252"/>
                <a:gd name="T29" fmla="*/ 1858 h 1868"/>
                <a:gd name="T30" fmla="*/ 870 w 1252"/>
                <a:gd name="T31" fmla="*/ 1849 h 1868"/>
                <a:gd name="T32" fmla="*/ 930 w 1252"/>
                <a:gd name="T33" fmla="*/ 1838 h 1868"/>
                <a:gd name="T34" fmla="*/ 987 w 1252"/>
                <a:gd name="T35" fmla="*/ 1824 h 1868"/>
                <a:gd name="T36" fmla="*/ 1037 w 1252"/>
                <a:gd name="T37" fmla="*/ 1809 h 1868"/>
                <a:gd name="T38" fmla="*/ 1081 w 1252"/>
                <a:gd name="T39" fmla="*/ 1794 h 1868"/>
                <a:gd name="T40" fmla="*/ 1118 w 1252"/>
                <a:gd name="T41" fmla="*/ 1780 h 1868"/>
                <a:gd name="T42" fmla="*/ 1148 w 1252"/>
                <a:gd name="T43" fmla="*/ 1766 h 1868"/>
                <a:gd name="T44" fmla="*/ 1170 w 1252"/>
                <a:gd name="T45" fmla="*/ 1757 h 1868"/>
                <a:gd name="T46" fmla="*/ 1183 w 1252"/>
                <a:gd name="T47" fmla="*/ 1750 h 1868"/>
                <a:gd name="T48" fmla="*/ 1188 w 1252"/>
                <a:gd name="T49" fmla="*/ 1748 h 1868"/>
                <a:gd name="T50" fmla="*/ 1188 w 1252"/>
                <a:gd name="T51" fmla="*/ 1110 h 1868"/>
                <a:gd name="T52" fmla="*/ 1252 w 1252"/>
                <a:gd name="T53" fmla="*/ 73 h 1868"/>
                <a:gd name="T54" fmla="*/ 1149 w 1252"/>
                <a:gd name="T55" fmla="*/ 0 h 1868"/>
                <a:gd name="T56" fmla="*/ 1149 w 1252"/>
                <a:gd name="T57" fmla="*/ 0 h 1868"/>
                <a:gd name="T58" fmla="*/ 1148 w 1252"/>
                <a:gd name="T59" fmla="*/ 0 h 18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252"/>
                <a:gd name="T91" fmla="*/ 0 h 1868"/>
                <a:gd name="T92" fmla="*/ 1252 w 1252"/>
                <a:gd name="T93" fmla="*/ 1868 h 186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252" h="1868">
                  <a:moveTo>
                    <a:pt x="1148" y="0"/>
                  </a:moveTo>
                  <a:lnTo>
                    <a:pt x="526" y="464"/>
                  </a:lnTo>
                  <a:lnTo>
                    <a:pt x="176" y="1204"/>
                  </a:lnTo>
                  <a:lnTo>
                    <a:pt x="64" y="1492"/>
                  </a:lnTo>
                  <a:lnTo>
                    <a:pt x="0" y="1854"/>
                  </a:lnTo>
                  <a:lnTo>
                    <a:pt x="16" y="1855"/>
                  </a:lnTo>
                  <a:lnTo>
                    <a:pt x="63" y="1856"/>
                  </a:lnTo>
                  <a:lnTo>
                    <a:pt x="132" y="1860"/>
                  </a:lnTo>
                  <a:lnTo>
                    <a:pt x="220" y="1862"/>
                  </a:lnTo>
                  <a:lnTo>
                    <a:pt x="319" y="1865"/>
                  </a:lnTo>
                  <a:lnTo>
                    <a:pt x="425" y="1868"/>
                  </a:lnTo>
                  <a:lnTo>
                    <a:pt x="533" y="1868"/>
                  </a:lnTo>
                  <a:lnTo>
                    <a:pt x="636" y="1868"/>
                  </a:lnTo>
                  <a:lnTo>
                    <a:pt x="728" y="1864"/>
                  </a:lnTo>
                  <a:lnTo>
                    <a:pt x="806" y="1858"/>
                  </a:lnTo>
                  <a:lnTo>
                    <a:pt x="870" y="1849"/>
                  </a:lnTo>
                  <a:lnTo>
                    <a:pt x="930" y="1838"/>
                  </a:lnTo>
                  <a:lnTo>
                    <a:pt x="987" y="1824"/>
                  </a:lnTo>
                  <a:lnTo>
                    <a:pt x="1037" y="1809"/>
                  </a:lnTo>
                  <a:lnTo>
                    <a:pt x="1081" y="1794"/>
                  </a:lnTo>
                  <a:lnTo>
                    <a:pt x="1118" y="1780"/>
                  </a:lnTo>
                  <a:lnTo>
                    <a:pt x="1148" y="1766"/>
                  </a:lnTo>
                  <a:lnTo>
                    <a:pt x="1170" y="1757"/>
                  </a:lnTo>
                  <a:lnTo>
                    <a:pt x="1183" y="1750"/>
                  </a:lnTo>
                  <a:lnTo>
                    <a:pt x="1188" y="1748"/>
                  </a:lnTo>
                  <a:lnTo>
                    <a:pt x="1188" y="1110"/>
                  </a:lnTo>
                  <a:lnTo>
                    <a:pt x="1252" y="73"/>
                  </a:lnTo>
                  <a:lnTo>
                    <a:pt x="1149" y="0"/>
                  </a:lnTo>
                  <a:lnTo>
                    <a:pt x="1148" y="0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2" name="Freeform 31"/>
            <p:cNvSpPr>
              <a:spLocks/>
            </p:cNvSpPr>
            <p:nvPr/>
          </p:nvSpPr>
          <p:spPr bwMode="auto">
            <a:xfrm>
              <a:off x="968" y="2549"/>
              <a:ext cx="1830" cy="1622"/>
            </a:xfrm>
            <a:custGeom>
              <a:avLst/>
              <a:gdLst>
                <a:gd name="T0" fmla="*/ 3046 w 3661"/>
                <a:gd name="T1" fmla="*/ 556 h 3245"/>
                <a:gd name="T2" fmla="*/ 3182 w 3661"/>
                <a:gd name="T3" fmla="*/ 697 h 3245"/>
                <a:gd name="T4" fmla="*/ 3510 w 3661"/>
                <a:gd name="T5" fmla="*/ 1015 h 3245"/>
                <a:gd name="T6" fmla="*/ 3617 w 3661"/>
                <a:gd name="T7" fmla="*/ 1776 h 3245"/>
                <a:gd name="T8" fmla="*/ 3609 w 3661"/>
                <a:gd name="T9" fmla="*/ 2654 h 3245"/>
                <a:gd name="T10" fmla="*/ 3636 w 3661"/>
                <a:gd name="T11" fmla="*/ 2932 h 3245"/>
                <a:gd name="T12" fmla="*/ 3590 w 3661"/>
                <a:gd name="T13" fmla="*/ 3170 h 3245"/>
                <a:gd name="T14" fmla="*/ 3483 w 3661"/>
                <a:gd name="T15" fmla="*/ 2775 h 3245"/>
                <a:gd name="T16" fmla="*/ 3443 w 3661"/>
                <a:gd name="T17" fmla="*/ 2490 h 3245"/>
                <a:gd name="T18" fmla="*/ 3477 w 3661"/>
                <a:gd name="T19" fmla="*/ 1975 h 3245"/>
                <a:gd name="T20" fmla="*/ 3497 w 3661"/>
                <a:gd name="T21" fmla="*/ 1606 h 3245"/>
                <a:gd name="T22" fmla="*/ 3326 w 3661"/>
                <a:gd name="T23" fmla="*/ 1768 h 3245"/>
                <a:gd name="T24" fmla="*/ 3175 w 3661"/>
                <a:gd name="T25" fmla="*/ 2173 h 3245"/>
                <a:gd name="T26" fmla="*/ 3158 w 3661"/>
                <a:gd name="T27" fmla="*/ 2356 h 3245"/>
                <a:gd name="T28" fmla="*/ 2812 w 3661"/>
                <a:gd name="T29" fmla="*/ 2696 h 3245"/>
                <a:gd name="T30" fmla="*/ 2730 w 3661"/>
                <a:gd name="T31" fmla="*/ 2865 h 3245"/>
                <a:gd name="T32" fmla="*/ 3260 w 3661"/>
                <a:gd name="T33" fmla="*/ 2917 h 3245"/>
                <a:gd name="T34" fmla="*/ 3282 w 3661"/>
                <a:gd name="T35" fmla="*/ 2758 h 3245"/>
                <a:gd name="T36" fmla="*/ 3217 w 3661"/>
                <a:gd name="T37" fmla="*/ 2939 h 3245"/>
                <a:gd name="T38" fmla="*/ 2721 w 3661"/>
                <a:gd name="T39" fmla="*/ 2862 h 3245"/>
                <a:gd name="T40" fmla="*/ 2660 w 3661"/>
                <a:gd name="T41" fmla="*/ 2796 h 3245"/>
                <a:gd name="T42" fmla="*/ 2444 w 3661"/>
                <a:gd name="T43" fmla="*/ 2926 h 3245"/>
                <a:gd name="T44" fmla="*/ 2375 w 3661"/>
                <a:gd name="T45" fmla="*/ 3098 h 3245"/>
                <a:gd name="T46" fmla="*/ 2348 w 3661"/>
                <a:gd name="T47" fmla="*/ 3195 h 3245"/>
                <a:gd name="T48" fmla="*/ 2140 w 3661"/>
                <a:gd name="T49" fmla="*/ 3081 h 3245"/>
                <a:gd name="T50" fmla="*/ 1739 w 3661"/>
                <a:gd name="T51" fmla="*/ 3129 h 3245"/>
                <a:gd name="T52" fmla="*/ 1558 w 3661"/>
                <a:gd name="T53" fmla="*/ 3115 h 3245"/>
                <a:gd name="T54" fmla="*/ 1397 w 3661"/>
                <a:gd name="T55" fmla="*/ 3043 h 3245"/>
                <a:gd name="T56" fmla="*/ 563 w 3661"/>
                <a:gd name="T57" fmla="*/ 2892 h 3245"/>
                <a:gd name="T58" fmla="*/ 282 w 3661"/>
                <a:gd name="T59" fmla="*/ 2608 h 3245"/>
                <a:gd name="T60" fmla="*/ 142 w 3661"/>
                <a:gd name="T61" fmla="*/ 2385 h 3245"/>
                <a:gd name="T62" fmla="*/ 0 w 3661"/>
                <a:gd name="T63" fmla="*/ 2342 h 3245"/>
                <a:gd name="T64" fmla="*/ 155 w 3661"/>
                <a:gd name="T65" fmla="*/ 2316 h 3245"/>
                <a:gd name="T66" fmla="*/ 268 w 3661"/>
                <a:gd name="T67" fmla="*/ 2265 h 3245"/>
                <a:gd name="T68" fmla="*/ 313 w 3661"/>
                <a:gd name="T69" fmla="*/ 1910 h 3245"/>
                <a:gd name="T70" fmla="*/ 359 w 3661"/>
                <a:gd name="T71" fmla="*/ 1735 h 3245"/>
                <a:gd name="T72" fmla="*/ 363 w 3661"/>
                <a:gd name="T73" fmla="*/ 1560 h 3245"/>
                <a:gd name="T74" fmla="*/ 354 w 3661"/>
                <a:gd name="T75" fmla="*/ 1284 h 3245"/>
                <a:gd name="T76" fmla="*/ 402 w 3661"/>
                <a:gd name="T77" fmla="*/ 1180 h 3245"/>
                <a:gd name="T78" fmla="*/ 465 w 3661"/>
                <a:gd name="T79" fmla="*/ 1163 h 3245"/>
                <a:gd name="T80" fmla="*/ 526 w 3661"/>
                <a:gd name="T81" fmla="*/ 1225 h 3245"/>
                <a:gd name="T82" fmla="*/ 810 w 3661"/>
                <a:gd name="T83" fmla="*/ 1094 h 3245"/>
                <a:gd name="T84" fmla="*/ 772 w 3661"/>
                <a:gd name="T85" fmla="*/ 633 h 3245"/>
                <a:gd name="T86" fmla="*/ 1050 w 3661"/>
                <a:gd name="T87" fmla="*/ 498 h 3245"/>
                <a:gd name="T88" fmla="*/ 1194 w 3661"/>
                <a:gd name="T89" fmla="*/ 568 h 3245"/>
                <a:gd name="T90" fmla="*/ 1276 w 3661"/>
                <a:gd name="T91" fmla="*/ 754 h 3245"/>
                <a:gd name="T92" fmla="*/ 1342 w 3661"/>
                <a:gd name="T93" fmla="*/ 1034 h 3245"/>
                <a:gd name="T94" fmla="*/ 1738 w 3661"/>
                <a:gd name="T95" fmla="*/ 1112 h 3245"/>
                <a:gd name="T96" fmla="*/ 1890 w 3661"/>
                <a:gd name="T97" fmla="*/ 1346 h 3245"/>
                <a:gd name="T98" fmla="*/ 2090 w 3661"/>
                <a:gd name="T99" fmla="*/ 1662 h 3245"/>
                <a:gd name="T100" fmla="*/ 2180 w 3661"/>
                <a:gd name="T101" fmla="*/ 1684 h 3245"/>
                <a:gd name="T102" fmla="*/ 2190 w 3661"/>
                <a:gd name="T103" fmla="*/ 1350 h 3245"/>
                <a:gd name="T104" fmla="*/ 2123 w 3661"/>
                <a:gd name="T105" fmla="*/ 1128 h 3245"/>
                <a:gd name="T106" fmla="*/ 2057 w 3661"/>
                <a:gd name="T107" fmla="*/ 1101 h 3245"/>
                <a:gd name="T108" fmla="*/ 2022 w 3661"/>
                <a:gd name="T109" fmla="*/ 1017 h 3245"/>
                <a:gd name="T110" fmla="*/ 2043 w 3661"/>
                <a:gd name="T111" fmla="*/ 1007 h 3245"/>
                <a:gd name="T112" fmla="*/ 2094 w 3661"/>
                <a:gd name="T113" fmla="*/ 1040 h 3245"/>
                <a:gd name="T114" fmla="*/ 1909 w 3661"/>
                <a:gd name="T115" fmla="*/ 769 h 3245"/>
                <a:gd name="T116" fmla="*/ 1868 w 3661"/>
                <a:gd name="T117" fmla="*/ 302 h 3245"/>
                <a:gd name="T118" fmla="*/ 2020 w 3661"/>
                <a:gd name="T119" fmla="*/ 169 h 3245"/>
                <a:gd name="T120" fmla="*/ 2247 w 3661"/>
                <a:gd name="T121" fmla="*/ 177 h 3245"/>
                <a:gd name="T122" fmla="*/ 2670 w 3661"/>
                <a:gd name="T123" fmla="*/ 0 h 3245"/>
                <a:gd name="T124" fmla="*/ 2989 w 3661"/>
                <a:gd name="T125" fmla="*/ 202 h 3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661"/>
                <a:gd name="T190" fmla="*/ 0 h 3245"/>
                <a:gd name="T191" fmla="*/ 3661 w 3661"/>
                <a:gd name="T192" fmla="*/ 3245 h 3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661" h="3245">
                  <a:moveTo>
                    <a:pt x="3007" y="228"/>
                  </a:moveTo>
                  <a:lnTo>
                    <a:pt x="3003" y="268"/>
                  </a:lnTo>
                  <a:lnTo>
                    <a:pt x="3009" y="304"/>
                  </a:lnTo>
                  <a:lnTo>
                    <a:pt x="3022" y="336"/>
                  </a:lnTo>
                  <a:lnTo>
                    <a:pt x="3038" y="367"/>
                  </a:lnTo>
                  <a:lnTo>
                    <a:pt x="3055" y="395"/>
                  </a:lnTo>
                  <a:lnTo>
                    <a:pt x="3070" y="424"/>
                  </a:lnTo>
                  <a:lnTo>
                    <a:pt x="3079" y="453"/>
                  </a:lnTo>
                  <a:lnTo>
                    <a:pt x="3081" y="484"/>
                  </a:lnTo>
                  <a:lnTo>
                    <a:pt x="3070" y="519"/>
                  </a:lnTo>
                  <a:lnTo>
                    <a:pt x="3046" y="556"/>
                  </a:lnTo>
                  <a:lnTo>
                    <a:pt x="3084" y="594"/>
                  </a:lnTo>
                  <a:lnTo>
                    <a:pt x="3101" y="592"/>
                  </a:lnTo>
                  <a:lnTo>
                    <a:pt x="3115" y="594"/>
                  </a:lnTo>
                  <a:lnTo>
                    <a:pt x="3126" y="601"/>
                  </a:lnTo>
                  <a:lnTo>
                    <a:pt x="3135" y="613"/>
                  </a:lnTo>
                  <a:lnTo>
                    <a:pt x="3142" y="627"/>
                  </a:lnTo>
                  <a:lnTo>
                    <a:pt x="3148" y="642"/>
                  </a:lnTo>
                  <a:lnTo>
                    <a:pt x="3154" y="658"/>
                  </a:lnTo>
                  <a:lnTo>
                    <a:pt x="3161" y="673"/>
                  </a:lnTo>
                  <a:lnTo>
                    <a:pt x="3171" y="687"/>
                  </a:lnTo>
                  <a:lnTo>
                    <a:pt x="3182" y="697"/>
                  </a:lnTo>
                  <a:lnTo>
                    <a:pt x="3216" y="725"/>
                  </a:lnTo>
                  <a:lnTo>
                    <a:pt x="3249" y="750"/>
                  </a:lnTo>
                  <a:lnTo>
                    <a:pt x="3283" y="776"/>
                  </a:lnTo>
                  <a:lnTo>
                    <a:pt x="3315" y="800"/>
                  </a:lnTo>
                  <a:lnTo>
                    <a:pt x="3346" y="823"/>
                  </a:lnTo>
                  <a:lnTo>
                    <a:pt x="3378" y="847"/>
                  </a:lnTo>
                  <a:lnTo>
                    <a:pt x="3408" y="873"/>
                  </a:lnTo>
                  <a:lnTo>
                    <a:pt x="3435" y="898"/>
                  </a:lnTo>
                  <a:lnTo>
                    <a:pt x="3463" y="926"/>
                  </a:lnTo>
                  <a:lnTo>
                    <a:pt x="3488" y="955"/>
                  </a:lnTo>
                  <a:lnTo>
                    <a:pt x="3510" y="1015"/>
                  </a:lnTo>
                  <a:lnTo>
                    <a:pt x="3536" y="1074"/>
                  </a:lnTo>
                  <a:lnTo>
                    <a:pt x="3564" y="1131"/>
                  </a:lnTo>
                  <a:lnTo>
                    <a:pt x="3592" y="1190"/>
                  </a:lnTo>
                  <a:lnTo>
                    <a:pt x="3618" y="1249"/>
                  </a:lnTo>
                  <a:lnTo>
                    <a:pt x="3640" y="1309"/>
                  </a:lnTo>
                  <a:lnTo>
                    <a:pt x="3655" y="1371"/>
                  </a:lnTo>
                  <a:lnTo>
                    <a:pt x="3661" y="1433"/>
                  </a:lnTo>
                  <a:lnTo>
                    <a:pt x="3655" y="1499"/>
                  </a:lnTo>
                  <a:lnTo>
                    <a:pt x="3635" y="1567"/>
                  </a:lnTo>
                  <a:lnTo>
                    <a:pt x="3628" y="1672"/>
                  </a:lnTo>
                  <a:lnTo>
                    <a:pt x="3617" y="1776"/>
                  </a:lnTo>
                  <a:lnTo>
                    <a:pt x="3603" y="1880"/>
                  </a:lnTo>
                  <a:lnTo>
                    <a:pt x="3587" y="1982"/>
                  </a:lnTo>
                  <a:lnTo>
                    <a:pt x="3573" y="2084"/>
                  </a:lnTo>
                  <a:lnTo>
                    <a:pt x="3562" y="2186"/>
                  </a:lnTo>
                  <a:lnTo>
                    <a:pt x="3558" y="2288"/>
                  </a:lnTo>
                  <a:lnTo>
                    <a:pt x="3561" y="2391"/>
                  </a:lnTo>
                  <a:lnTo>
                    <a:pt x="3573" y="2495"/>
                  </a:lnTo>
                  <a:lnTo>
                    <a:pt x="3597" y="2600"/>
                  </a:lnTo>
                  <a:lnTo>
                    <a:pt x="3601" y="2619"/>
                  </a:lnTo>
                  <a:lnTo>
                    <a:pt x="3605" y="2637"/>
                  </a:lnTo>
                  <a:lnTo>
                    <a:pt x="3609" y="2654"/>
                  </a:lnTo>
                  <a:lnTo>
                    <a:pt x="3612" y="2672"/>
                  </a:lnTo>
                  <a:lnTo>
                    <a:pt x="3617" y="2689"/>
                  </a:lnTo>
                  <a:lnTo>
                    <a:pt x="3620" y="2706"/>
                  </a:lnTo>
                  <a:lnTo>
                    <a:pt x="3624" y="2724"/>
                  </a:lnTo>
                  <a:lnTo>
                    <a:pt x="3628" y="2741"/>
                  </a:lnTo>
                  <a:lnTo>
                    <a:pt x="3632" y="2758"/>
                  </a:lnTo>
                  <a:lnTo>
                    <a:pt x="3635" y="2776"/>
                  </a:lnTo>
                  <a:lnTo>
                    <a:pt x="3635" y="2812"/>
                  </a:lnTo>
                  <a:lnTo>
                    <a:pt x="3635" y="2850"/>
                  </a:lnTo>
                  <a:lnTo>
                    <a:pt x="3635" y="2890"/>
                  </a:lnTo>
                  <a:lnTo>
                    <a:pt x="3636" y="2932"/>
                  </a:lnTo>
                  <a:lnTo>
                    <a:pt x="3639" y="2974"/>
                  </a:lnTo>
                  <a:lnTo>
                    <a:pt x="3641" y="3017"/>
                  </a:lnTo>
                  <a:lnTo>
                    <a:pt x="3644" y="3060"/>
                  </a:lnTo>
                  <a:lnTo>
                    <a:pt x="3648" y="3103"/>
                  </a:lnTo>
                  <a:lnTo>
                    <a:pt x="3653" y="3144"/>
                  </a:lnTo>
                  <a:lnTo>
                    <a:pt x="3658" y="3185"/>
                  </a:lnTo>
                  <a:lnTo>
                    <a:pt x="3646" y="3184"/>
                  </a:lnTo>
                  <a:lnTo>
                    <a:pt x="3632" y="3181"/>
                  </a:lnTo>
                  <a:lnTo>
                    <a:pt x="3618" y="3178"/>
                  </a:lnTo>
                  <a:lnTo>
                    <a:pt x="3604" y="3174"/>
                  </a:lnTo>
                  <a:lnTo>
                    <a:pt x="3590" y="3170"/>
                  </a:lnTo>
                  <a:lnTo>
                    <a:pt x="3576" y="3165"/>
                  </a:lnTo>
                  <a:lnTo>
                    <a:pt x="3562" y="3159"/>
                  </a:lnTo>
                  <a:lnTo>
                    <a:pt x="3549" y="3155"/>
                  </a:lnTo>
                  <a:lnTo>
                    <a:pt x="3535" y="3150"/>
                  </a:lnTo>
                  <a:lnTo>
                    <a:pt x="3521" y="3145"/>
                  </a:lnTo>
                  <a:lnTo>
                    <a:pt x="3510" y="3083"/>
                  </a:lnTo>
                  <a:lnTo>
                    <a:pt x="3503" y="3021"/>
                  </a:lnTo>
                  <a:lnTo>
                    <a:pt x="3498" y="2958"/>
                  </a:lnTo>
                  <a:lnTo>
                    <a:pt x="3493" y="2897"/>
                  </a:lnTo>
                  <a:lnTo>
                    <a:pt x="3490" y="2836"/>
                  </a:lnTo>
                  <a:lnTo>
                    <a:pt x="3483" y="2775"/>
                  </a:lnTo>
                  <a:lnTo>
                    <a:pt x="3475" y="2716"/>
                  </a:lnTo>
                  <a:lnTo>
                    <a:pt x="3462" y="2658"/>
                  </a:lnTo>
                  <a:lnTo>
                    <a:pt x="3446" y="2601"/>
                  </a:lnTo>
                  <a:lnTo>
                    <a:pt x="3421" y="2547"/>
                  </a:lnTo>
                  <a:lnTo>
                    <a:pt x="3427" y="2540"/>
                  </a:lnTo>
                  <a:lnTo>
                    <a:pt x="3431" y="2532"/>
                  </a:lnTo>
                  <a:lnTo>
                    <a:pt x="3434" y="2524"/>
                  </a:lnTo>
                  <a:lnTo>
                    <a:pt x="3438" y="2516"/>
                  </a:lnTo>
                  <a:lnTo>
                    <a:pt x="3440" y="2508"/>
                  </a:lnTo>
                  <a:lnTo>
                    <a:pt x="3442" y="2498"/>
                  </a:lnTo>
                  <a:lnTo>
                    <a:pt x="3443" y="2490"/>
                  </a:lnTo>
                  <a:lnTo>
                    <a:pt x="3446" y="2481"/>
                  </a:lnTo>
                  <a:lnTo>
                    <a:pt x="3448" y="2472"/>
                  </a:lnTo>
                  <a:lnTo>
                    <a:pt x="3450" y="2464"/>
                  </a:lnTo>
                  <a:lnTo>
                    <a:pt x="3390" y="2448"/>
                  </a:lnTo>
                  <a:lnTo>
                    <a:pt x="3410" y="2383"/>
                  </a:lnTo>
                  <a:lnTo>
                    <a:pt x="3426" y="2317"/>
                  </a:lnTo>
                  <a:lnTo>
                    <a:pt x="3440" y="2250"/>
                  </a:lnTo>
                  <a:lnTo>
                    <a:pt x="3451" y="2182"/>
                  </a:lnTo>
                  <a:lnTo>
                    <a:pt x="3461" y="2112"/>
                  </a:lnTo>
                  <a:lnTo>
                    <a:pt x="3469" y="2043"/>
                  </a:lnTo>
                  <a:lnTo>
                    <a:pt x="3477" y="1975"/>
                  </a:lnTo>
                  <a:lnTo>
                    <a:pt x="3485" y="1907"/>
                  </a:lnTo>
                  <a:lnTo>
                    <a:pt x="3494" y="1840"/>
                  </a:lnTo>
                  <a:lnTo>
                    <a:pt x="3505" y="1775"/>
                  </a:lnTo>
                  <a:lnTo>
                    <a:pt x="3421" y="1819"/>
                  </a:lnTo>
                  <a:lnTo>
                    <a:pt x="3439" y="1791"/>
                  </a:lnTo>
                  <a:lnTo>
                    <a:pt x="3451" y="1762"/>
                  </a:lnTo>
                  <a:lnTo>
                    <a:pt x="3463" y="1732"/>
                  </a:lnTo>
                  <a:lnTo>
                    <a:pt x="3472" y="1701"/>
                  </a:lnTo>
                  <a:lnTo>
                    <a:pt x="3480" y="1670"/>
                  </a:lnTo>
                  <a:lnTo>
                    <a:pt x="3488" y="1638"/>
                  </a:lnTo>
                  <a:lnTo>
                    <a:pt x="3497" y="1606"/>
                  </a:lnTo>
                  <a:lnTo>
                    <a:pt x="3505" y="1574"/>
                  </a:lnTo>
                  <a:lnTo>
                    <a:pt x="3515" y="1543"/>
                  </a:lnTo>
                  <a:lnTo>
                    <a:pt x="3527" y="1513"/>
                  </a:lnTo>
                  <a:lnTo>
                    <a:pt x="3503" y="1540"/>
                  </a:lnTo>
                  <a:lnTo>
                    <a:pt x="3479" y="1569"/>
                  </a:lnTo>
                  <a:lnTo>
                    <a:pt x="3455" y="1601"/>
                  </a:lnTo>
                  <a:lnTo>
                    <a:pt x="3430" y="1633"/>
                  </a:lnTo>
                  <a:lnTo>
                    <a:pt x="3403" y="1665"/>
                  </a:lnTo>
                  <a:lnTo>
                    <a:pt x="3378" y="1700"/>
                  </a:lnTo>
                  <a:lnTo>
                    <a:pt x="3352" y="1735"/>
                  </a:lnTo>
                  <a:lnTo>
                    <a:pt x="3326" y="1768"/>
                  </a:lnTo>
                  <a:lnTo>
                    <a:pt x="3300" y="1802"/>
                  </a:lnTo>
                  <a:lnTo>
                    <a:pt x="3275" y="1835"/>
                  </a:lnTo>
                  <a:lnTo>
                    <a:pt x="3264" y="1872"/>
                  </a:lnTo>
                  <a:lnTo>
                    <a:pt x="3253" y="1909"/>
                  </a:lnTo>
                  <a:lnTo>
                    <a:pt x="3241" y="1947"/>
                  </a:lnTo>
                  <a:lnTo>
                    <a:pt x="3230" y="1984"/>
                  </a:lnTo>
                  <a:lnTo>
                    <a:pt x="3217" y="2021"/>
                  </a:lnTo>
                  <a:lnTo>
                    <a:pt x="3205" y="2058"/>
                  </a:lnTo>
                  <a:lnTo>
                    <a:pt x="3195" y="2096"/>
                  </a:lnTo>
                  <a:lnTo>
                    <a:pt x="3185" y="2134"/>
                  </a:lnTo>
                  <a:lnTo>
                    <a:pt x="3175" y="2173"/>
                  </a:lnTo>
                  <a:lnTo>
                    <a:pt x="3166" y="2212"/>
                  </a:lnTo>
                  <a:lnTo>
                    <a:pt x="3193" y="2212"/>
                  </a:lnTo>
                  <a:lnTo>
                    <a:pt x="3396" y="2027"/>
                  </a:lnTo>
                  <a:lnTo>
                    <a:pt x="3405" y="2081"/>
                  </a:lnTo>
                  <a:lnTo>
                    <a:pt x="3369" y="2117"/>
                  </a:lnTo>
                  <a:lnTo>
                    <a:pt x="3331" y="2154"/>
                  </a:lnTo>
                  <a:lnTo>
                    <a:pt x="3294" y="2192"/>
                  </a:lnTo>
                  <a:lnTo>
                    <a:pt x="3257" y="2230"/>
                  </a:lnTo>
                  <a:lnTo>
                    <a:pt x="3222" y="2272"/>
                  </a:lnTo>
                  <a:lnTo>
                    <a:pt x="3188" y="2314"/>
                  </a:lnTo>
                  <a:lnTo>
                    <a:pt x="3158" y="2356"/>
                  </a:lnTo>
                  <a:lnTo>
                    <a:pt x="3131" y="2401"/>
                  </a:lnTo>
                  <a:lnTo>
                    <a:pt x="3108" y="2448"/>
                  </a:lnTo>
                  <a:lnTo>
                    <a:pt x="3090" y="2495"/>
                  </a:lnTo>
                  <a:lnTo>
                    <a:pt x="3056" y="2520"/>
                  </a:lnTo>
                  <a:lnTo>
                    <a:pt x="3022" y="2545"/>
                  </a:lnTo>
                  <a:lnTo>
                    <a:pt x="2987" y="2571"/>
                  </a:lnTo>
                  <a:lnTo>
                    <a:pt x="2952" y="2597"/>
                  </a:lnTo>
                  <a:lnTo>
                    <a:pt x="2919" y="2622"/>
                  </a:lnTo>
                  <a:lnTo>
                    <a:pt x="2883" y="2647"/>
                  </a:lnTo>
                  <a:lnTo>
                    <a:pt x="2848" y="2673"/>
                  </a:lnTo>
                  <a:lnTo>
                    <a:pt x="2812" y="2696"/>
                  </a:lnTo>
                  <a:lnTo>
                    <a:pt x="2777" y="2718"/>
                  </a:lnTo>
                  <a:lnTo>
                    <a:pt x="2740" y="2738"/>
                  </a:lnTo>
                  <a:lnTo>
                    <a:pt x="2739" y="2753"/>
                  </a:lnTo>
                  <a:lnTo>
                    <a:pt x="2736" y="2766"/>
                  </a:lnTo>
                  <a:lnTo>
                    <a:pt x="2733" y="2780"/>
                  </a:lnTo>
                  <a:lnTo>
                    <a:pt x="2729" y="2795"/>
                  </a:lnTo>
                  <a:lnTo>
                    <a:pt x="2726" y="2809"/>
                  </a:lnTo>
                  <a:lnTo>
                    <a:pt x="2725" y="2823"/>
                  </a:lnTo>
                  <a:lnTo>
                    <a:pt x="2724" y="2837"/>
                  </a:lnTo>
                  <a:lnTo>
                    <a:pt x="2726" y="2851"/>
                  </a:lnTo>
                  <a:lnTo>
                    <a:pt x="2730" y="2865"/>
                  </a:lnTo>
                  <a:lnTo>
                    <a:pt x="2740" y="2879"/>
                  </a:lnTo>
                  <a:lnTo>
                    <a:pt x="2787" y="2899"/>
                  </a:lnTo>
                  <a:lnTo>
                    <a:pt x="2838" y="2916"/>
                  </a:lnTo>
                  <a:lnTo>
                    <a:pt x="2890" y="2927"/>
                  </a:lnTo>
                  <a:lnTo>
                    <a:pt x="2943" y="2935"/>
                  </a:lnTo>
                  <a:lnTo>
                    <a:pt x="2997" y="2939"/>
                  </a:lnTo>
                  <a:lnTo>
                    <a:pt x="3051" y="2940"/>
                  </a:lnTo>
                  <a:lnTo>
                    <a:pt x="3105" y="2937"/>
                  </a:lnTo>
                  <a:lnTo>
                    <a:pt x="3158" y="2932"/>
                  </a:lnTo>
                  <a:lnTo>
                    <a:pt x="3209" y="2925"/>
                  </a:lnTo>
                  <a:lnTo>
                    <a:pt x="3260" y="2917"/>
                  </a:lnTo>
                  <a:lnTo>
                    <a:pt x="3267" y="2899"/>
                  </a:lnTo>
                  <a:lnTo>
                    <a:pt x="3271" y="2882"/>
                  </a:lnTo>
                  <a:lnTo>
                    <a:pt x="3274" y="2864"/>
                  </a:lnTo>
                  <a:lnTo>
                    <a:pt x="3276" y="2845"/>
                  </a:lnTo>
                  <a:lnTo>
                    <a:pt x="3276" y="2827"/>
                  </a:lnTo>
                  <a:lnTo>
                    <a:pt x="3275" y="2807"/>
                  </a:lnTo>
                  <a:lnTo>
                    <a:pt x="3275" y="2787"/>
                  </a:lnTo>
                  <a:lnTo>
                    <a:pt x="3274" y="2769"/>
                  </a:lnTo>
                  <a:lnTo>
                    <a:pt x="3274" y="2750"/>
                  </a:lnTo>
                  <a:lnTo>
                    <a:pt x="3275" y="2732"/>
                  </a:lnTo>
                  <a:lnTo>
                    <a:pt x="3282" y="2758"/>
                  </a:lnTo>
                  <a:lnTo>
                    <a:pt x="3285" y="2787"/>
                  </a:lnTo>
                  <a:lnTo>
                    <a:pt x="3286" y="2817"/>
                  </a:lnTo>
                  <a:lnTo>
                    <a:pt x="3286" y="2848"/>
                  </a:lnTo>
                  <a:lnTo>
                    <a:pt x="3285" y="2881"/>
                  </a:lnTo>
                  <a:lnTo>
                    <a:pt x="3284" y="2913"/>
                  </a:lnTo>
                  <a:lnTo>
                    <a:pt x="3282" y="2946"/>
                  </a:lnTo>
                  <a:lnTo>
                    <a:pt x="3280" y="2978"/>
                  </a:lnTo>
                  <a:lnTo>
                    <a:pt x="3280" y="3011"/>
                  </a:lnTo>
                  <a:lnTo>
                    <a:pt x="3282" y="3044"/>
                  </a:lnTo>
                  <a:lnTo>
                    <a:pt x="3269" y="2929"/>
                  </a:lnTo>
                  <a:lnTo>
                    <a:pt x="3217" y="2939"/>
                  </a:lnTo>
                  <a:lnTo>
                    <a:pt x="3163" y="2946"/>
                  </a:lnTo>
                  <a:lnTo>
                    <a:pt x="3107" y="2951"/>
                  </a:lnTo>
                  <a:lnTo>
                    <a:pt x="3052" y="2955"/>
                  </a:lnTo>
                  <a:lnTo>
                    <a:pt x="2995" y="2955"/>
                  </a:lnTo>
                  <a:lnTo>
                    <a:pt x="2938" y="2950"/>
                  </a:lnTo>
                  <a:lnTo>
                    <a:pt x="2884" y="2942"/>
                  </a:lnTo>
                  <a:lnTo>
                    <a:pt x="2831" y="2929"/>
                  </a:lnTo>
                  <a:lnTo>
                    <a:pt x="2780" y="2910"/>
                  </a:lnTo>
                  <a:lnTo>
                    <a:pt x="2733" y="2884"/>
                  </a:lnTo>
                  <a:lnTo>
                    <a:pt x="2726" y="2874"/>
                  </a:lnTo>
                  <a:lnTo>
                    <a:pt x="2721" y="2862"/>
                  </a:lnTo>
                  <a:lnTo>
                    <a:pt x="2718" y="2850"/>
                  </a:lnTo>
                  <a:lnTo>
                    <a:pt x="2717" y="2836"/>
                  </a:lnTo>
                  <a:lnTo>
                    <a:pt x="2717" y="2823"/>
                  </a:lnTo>
                  <a:lnTo>
                    <a:pt x="2717" y="2809"/>
                  </a:lnTo>
                  <a:lnTo>
                    <a:pt x="2718" y="2796"/>
                  </a:lnTo>
                  <a:lnTo>
                    <a:pt x="2719" y="2784"/>
                  </a:lnTo>
                  <a:lnTo>
                    <a:pt x="2718" y="2772"/>
                  </a:lnTo>
                  <a:lnTo>
                    <a:pt x="2717" y="2763"/>
                  </a:lnTo>
                  <a:lnTo>
                    <a:pt x="2696" y="2770"/>
                  </a:lnTo>
                  <a:lnTo>
                    <a:pt x="2676" y="2781"/>
                  </a:lnTo>
                  <a:lnTo>
                    <a:pt x="2660" y="2796"/>
                  </a:lnTo>
                  <a:lnTo>
                    <a:pt x="2644" y="2814"/>
                  </a:lnTo>
                  <a:lnTo>
                    <a:pt x="2628" y="2831"/>
                  </a:lnTo>
                  <a:lnTo>
                    <a:pt x="2613" y="2846"/>
                  </a:lnTo>
                  <a:lnTo>
                    <a:pt x="2595" y="2859"/>
                  </a:lnTo>
                  <a:lnTo>
                    <a:pt x="2577" y="2867"/>
                  </a:lnTo>
                  <a:lnTo>
                    <a:pt x="2556" y="2868"/>
                  </a:lnTo>
                  <a:lnTo>
                    <a:pt x="2532" y="2862"/>
                  </a:lnTo>
                  <a:lnTo>
                    <a:pt x="2511" y="2876"/>
                  </a:lnTo>
                  <a:lnTo>
                    <a:pt x="2489" y="2892"/>
                  </a:lnTo>
                  <a:lnTo>
                    <a:pt x="2466" y="2909"/>
                  </a:lnTo>
                  <a:lnTo>
                    <a:pt x="2444" y="2926"/>
                  </a:lnTo>
                  <a:lnTo>
                    <a:pt x="2423" y="2944"/>
                  </a:lnTo>
                  <a:lnTo>
                    <a:pt x="2406" y="2965"/>
                  </a:lnTo>
                  <a:lnTo>
                    <a:pt x="2391" y="2987"/>
                  </a:lnTo>
                  <a:lnTo>
                    <a:pt x="2381" y="3013"/>
                  </a:lnTo>
                  <a:lnTo>
                    <a:pt x="2377" y="3039"/>
                  </a:lnTo>
                  <a:lnTo>
                    <a:pt x="2379" y="3069"/>
                  </a:lnTo>
                  <a:lnTo>
                    <a:pt x="2395" y="3082"/>
                  </a:lnTo>
                  <a:lnTo>
                    <a:pt x="2386" y="3084"/>
                  </a:lnTo>
                  <a:lnTo>
                    <a:pt x="2380" y="3088"/>
                  </a:lnTo>
                  <a:lnTo>
                    <a:pt x="2377" y="3092"/>
                  </a:lnTo>
                  <a:lnTo>
                    <a:pt x="2375" y="3098"/>
                  </a:lnTo>
                  <a:lnTo>
                    <a:pt x="2373" y="3105"/>
                  </a:lnTo>
                  <a:lnTo>
                    <a:pt x="2372" y="3111"/>
                  </a:lnTo>
                  <a:lnTo>
                    <a:pt x="2371" y="3118"/>
                  </a:lnTo>
                  <a:lnTo>
                    <a:pt x="2370" y="3125"/>
                  </a:lnTo>
                  <a:lnTo>
                    <a:pt x="2366" y="3132"/>
                  </a:lnTo>
                  <a:lnTo>
                    <a:pt x="2363" y="3136"/>
                  </a:lnTo>
                  <a:lnTo>
                    <a:pt x="2350" y="3245"/>
                  </a:lnTo>
                  <a:lnTo>
                    <a:pt x="2334" y="3245"/>
                  </a:lnTo>
                  <a:lnTo>
                    <a:pt x="2339" y="3229"/>
                  </a:lnTo>
                  <a:lnTo>
                    <a:pt x="2343" y="3212"/>
                  </a:lnTo>
                  <a:lnTo>
                    <a:pt x="2348" y="3195"/>
                  </a:lnTo>
                  <a:lnTo>
                    <a:pt x="2351" y="3178"/>
                  </a:lnTo>
                  <a:lnTo>
                    <a:pt x="2354" y="3162"/>
                  </a:lnTo>
                  <a:lnTo>
                    <a:pt x="2356" y="3144"/>
                  </a:lnTo>
                  <a:lnTo>
                    <a:pt x="2357" y="3127"/>
                  </a:lnTo>
                  <a:lnTo>
                    <a:pt x="2356" y="3111"/>
                  </a:lnTo>
                  <a:lnTo>
                    <a:pt x="2354" y="3096"/>
                  </a:lnTo>
                  <a:lnTo>
                    <a:pt x="2350" y="3082"/>
                  </a:lnTo>
                  <a:lnTo>
                    <a:pt x="2297" y="3084"/>
                  </a:lnTo>
                  <a:lnTo>
                    <a:pt x="2244" y="3084"/>
                  </a:lnTo>
                  <a:lnTo>
                    <a:pt x="2192" y="3083"/>
                  </a:lnTo>
                  <a:lnTo>
                    <a:pt x="2140" y="3081"/>
                  </a:lnTo>
                  <a:lnTo>
                    <a:pt x="2089" y="3078"/>
                  </a:lnTo>
                  <a:lnTo>
                    <a:pt x="2037" y="3076"/>
                  </a:lnTo>
                  <a:lnTo>
                    <a:pt x="1987" y="3075"/>
                  </a:lnTo>
                  <a:lnTo>
                    <a:pt x="1937" y="3074"/>
                  </a:lnTo>
                  <a:lnTo>
                    <a:pt x="1887" y="3074"/>
                  </a:lnTo>
                  <a:lnTo>
                    <a:pt x="1837" y="3076"/>
                  </a:lnTo>
                  <a:lnTo>
                    <a:pt x="1819" y="3087"/>
                  </a:lnTo>
                  <a:lnTo>
                    <a:pt x="1800" y="3098"/>
                  </a:lnTo>
                  <a:lnTo>
                    <a:pt x="1781" y="3110"/>
                  </a:lnTo>
                  <a:lnTo>
                    <a:pt x="1760" y="3120"/>
                  </a:lnTo>
                  <a:lnTo>
                    <a:pt x="1739" y="3129"/>
                  </a:lnTo>
                  <a:lnTo>
                    <a:pt x="1717" y="3135"/>
                  </a:lnTo>
                  <a:lnTo>
                    <a:pt x="1696" y="3139"/>
                  </a:lnTo>
                  <a:lnTo>
                    <a:pt x="1675" y="3137"/>
                  </a:lnTo>
                  <a:lnTo>
                    <a:pt x="1656" y="3132"/>
                  </a:lnTo>
                  <a:lnTo>
                    <a:pt x="1636" y="3120"/>
                  </a:lnTo>
                  <a:lnTo>
                    <a:pt x="1622" y="3129"/>
                  </a:lnTo>
                  <a:lnTo>
                    <a:pt x="1608" y="3132"/>
                  </a:lnTo>
                  <a:lnTo>
                    <a:pt x="1596" y="3130"/>
                  </a:lnTo>
                  <a:lnTo>
                    <a:pt x="1583" y="3127"/>
                  </a:lnTo>
                  <a:lnTo>
                    <a:pt x="1570" y="3121"/>
                  </a:lnTo>
                  <a:lnTo>
                    <a:pt x="1558" y="3115"/>
                  </a:lnTo>
                  <a:lnTo>
                    <a:pt x="1545" y="3110"/>
                  </a:lnTo>
                  <a:lnTo>
                    <a:pt x="1530" y="3105"/>
                  </a:lnTo>
                  <a:lnTo>
                    <a:pt x="1515" y="3104"/>
                  </a:lnTo>
                  <a:lnTo>
                    <a:pt x="1499" y="3107"/>
                  </a:lnTo>
                  <a:lnTo>
                    <a:pt x="1487" y="3092"/>
                  </a:lnTo>
                  <a:lnTo>
                    <a:pt x="1473" y="3081"/>
                  </a:lnTo>
                  <a:lnTo>
                    <a:pt x="1458" y="3073"/>
                  </a:lnTo>
                  <a:lnTo>
                    <a:pt x="1442" y="3065"/>
                  </a:lnTo>
                  <a:lnTo>
                    <a:pt x="1426" y="3059"/>
                  </a:lnTo>
                  <a:lnTo>
                    <a:pt x="1411" y="3051"/>
                  </a:lnTo>
                  <a:lnTo>
                    <a:pt x="1397" y="3043"/>
                  </a:lnTo>
                  <a:lnTo>
                    <a:pt x="1384" y="3032"/>
                  </a:lnTo>
                  <a:lnTo>
                    <a:pt x="1375" y="3018"/>
                  </a:lnTo>
                  <a:lnTo>
                    <a:pt x="1368" y="2999"/>
                  </a:lnTo>
                  <a:lnTo>
                    <a:pt x="1264" y="2995"/>
                  </a:lnTo>
                  <a:lnTo>
                    <a:pt x="1161" y="2986"/>
                  </a:lnTo>
                  <a:lnTo>
                    <a:pt x="1060" y="2973"/>
                  </a:lnTo>
                  <a:lnTo>
                    <a:pt x="960" y="2958"/>
                  </a:lnTo>
                  <a:lnTo>
                    <a:pt x="861" y="2942"/>
                  </a:lnTo>
                  <a:lnTo>
                    <a:pt x="761" y="2925"/>
                  </a:lnTo>
                  <a:lnTo>
                    <a:pt x="662" y="2909"/>
                  </a:lnTo>
                  <a:lnTo>
                    <a:pt x="563" y="2892"/>
                  </a:lnTo>
                  <a:lnTo>
                    <a:pt x="462" y="2879"/>
                  </a:lnTo>
                  <a:lnTo>
                    <a:pt x="361" y="2868"/>
                  </a:lnTo>
                  <a:lnTo>
                    <a:pt x="346" y="2842"/>
                  </a:lnTo>
                  <a:lnTo>
                    <a:pt x="333" y="2815"/>
                  </a:lnTo>
                  <a:lnTo>
                    <a:pt x="324" y="2786"/>
                  </a:lnTo>
                  <a:lnTo>
                    <a:pt x="314" y="2757"/>
                  </a:lnTo>
                  <a:lnTo>
                    <a:pt x="307" y="2728"/>
                  </a:lnTo>
                  <a:lnTo>
                    <a:pt x="302" y="2698"/>
                  </a:lnTo>
                  <a:lnTo>
                    <a:pt x="295" y="2668"/>
                  </a:lnTo>
                  <a:lnTo>
                    <a:pt x="289" y="2638"/>
                  </a:lnTo>
                  <a:lnTo>
                    <a:pt x="282" y="2608"/>
                  </a:lnTo>
                  <a:lnTo>
                    <a:pt x="274" y="2578"/>
                  </a:lnTo>
                  <a:lnTo>
                    <a:pt x="98" y="2585"/>
                  </a:lnTo>
                  <a:lnTo>
                    <a:pt x="106" y="2568"/>
                  </a:lnTo>
                  <a:lnTo>
                    <a:pt x="113" y="2548"/>
                  </a:lnTo>
                  <a:lnTo>
                    <a:pt x="119" y="2527"/>
                  </a:lnTo>
                  <a:lnTo>
                    <a:pt x="125" y="2504"/>
                  </a:lnTo>
                  <a:lnTo>
                    <a:pt x="129" y="2481"/>
                  </a:lnTo>
                  <a:lnTo>
                    <a:pt x="134" y="2457"/>
                  </a:lnTo>
                  <a:lnTo>
                    <a:pt x="138" y="2433"/>
                  </a:lnTo>
                  <a:lnTo>
                    <a:pt x="140" y="2408"/>
                  </a:lnTo>
                  <a:lnTo>
                    <a:pt x="142" y="2385"/>
                  </a:lnTo>
                  <a:lnTo>
                    <a:pt x="143" y="2364"/>
                  </a:lnTo>
                  <a:lnTo>
                    <a:pt x="131" y="2356"/>
                  </a:lnTo>
                  <a:lnTo>
                    <a:pt x="117" y="2352"/>
                  </a:lnTo>
                  <a:lnTo>
                    <a:pt x="102" y="2349"/>
                  </a:lnTo>
                  <a:lnTo>
                    <a:pt x="87" y="2348"/>
                  </a:lnTo>
                  <a:lnTo>
                    <a:pt x="71" y="2348"/>
                  </a:lnTo>
                  <a:lnTo>
                    <a:pt x="54" y="2349"/>
                  </a:lnTo>
                  <a:lnTo>
                    <a:pt x="39" y="2349"/>
                  </a:lnTo>
                  <a:lnTo>
                    <a:pt x="24" y="2349"/>
                  </a:lnTo>
                  <a:lnTo>
                    <a:pt x="12" y="2347"/>
                  </a:lnTo>
                  <a:lnTo>
                    <a:pt x="0" y="2342"/>
                  </a:lnTo>
                  <a:lnTo>
                    <a:pt x="15" y="2338"/>
                  </a:lnTo>
                  <a:lnTo>
                    <a:pt x="32" y="2338"/>
                  </a:lnTo>
                  <a:lnTo>
                    <a:pt x="51" y="2340"/>
                  </a:lnTo>
                  <a:lnTo>
                    <a:pt x="69" y="2345"/>
                  </a:lnTo>
                  <a:lnTo>
                    <a:pt x="88" y="2348"/>
                  </a:lnTo>
                  <a:lnTo>
                    <a:pt x="105" y="2349"/>
                  </a:lnTo>
                  <a:lnTo>
                    <a:pt x="120" y="2348"/>
                  </a:lnTo>
                  <a:lnTo>
                    <a:pt x="133" y="2342"/>
                  </a:lnTo>
                  <a:lnTo>
                    <a:pt x="141" y="2330"/>
                  </a:lnTo>
                  <a:lnTo>
                    <a:pt x="143" y="2310"/>
                  </a:lnTo>
                  <a:lnTo>
                    <a:pt x="155" y="2316"/>
                  </a:lnTo>
                  <a:lnTo>
                    <a:pt x="168" y="2319"/>
                  </a:lnTo>
                  <a:lnTo>
                    <a:pt x="181" y="2322"/>
                  </a:lnTo>
                  <a:lnTo>
                    <a:pt x="195" y="2323"/>
                  </a:lnTo>
                  <a:lnTo>
                    <a:pt x="209" y="2324"/>
                  </a:lnTo>
                  <a:lnTo>
                    <a:pt x="223" y="2325"/>
                  </a:lnTo>
                  <a:lnTo>
                    <a:pt x="236" y="2326"/>
                  </a:lnTo>
                  <a:lnTo>
                    <a:pt x="250" y="2327"/>
                  </a:lnTo>
                  <a:lnTo>
                    <a:pt x="262" y="2330"/>
                  </a:lnTo>
                  <a:lnTo>
                    <a:pt x="274" y="2333"/>
                  </a:lnTo>
                  <a:lnTo>
                    <a:pt x="273" y="2301"/>
                  </a:lnTo>
                  <a:lnTo>
                    <a:pt x="268" y="2265"/>
                  </a:lnTo>
                  <a:lnTo>
                    <a:pt x="261" y="2228"/>
                  </a:lnTo>
                  <a:lnTo>
                    <a:pt x="255" y="2190"/>
                  </a:lnTo>
                  <a:lnTo>
                    <a:pt x="252" y="2152"/>
                  </a:lnTo>
                  <a:lnTo>
                    <a:pt x="251" y="2114"/>
                  </a:lnTo>
                  <a:lnTo>
                    <a:pt x="254" y="2077"/>
                  </a:lnTo>
                  <a:lnTo>
                    <a:pt x="263" y="2042"/>
                  </a:lnTo>
                  <a:lnTo>
                    <a:pt x="281" y="2010"/>
                  </a:lnTo>
                  <a:lnTo>
                    <a:pt x="306" y="1982"/>
                  </a:lnTo>
                  <a:lnTo>
                    <a:pt x="303" y="1956"/>
                  </a:lnTo>
                  <a:lnTo>
                    <a:pt x="305" y="1932"/>
                  </a:lnTo>
                  <a:lnTo>
                    <a:pt x="313" y="1910"/>
                  </a:lnTo>
                  <a:lnTo>
                    <a:pt x="324" y="1888"/>
                  </a:lnTo>
                  <a:lnTo>
                    <a:pt x="334" y="1866"/>
                  </a:lnTo>
                  <a:lnTo>
                    <a:pt x="343" y="1847"/>
                  </a:lnTo>
                  <a:lnTo>
                    <a:pt x="350" y="1826"/>
                  </a:lnTo>
                  <a:lnTo>
                    <a:pt x="350" y="1806"/>
                  </a:lnTo>
                  <a:lnTo>
                    <a:pt x="344" y="1788"/>
                  </a:lnTo>
                  <a:lnTo>
                    <a:pt x="328" y="1768"/>
                  </a:lnTo>
                  <a:lnTo>
                    <a:pt x="334" y="1761"/>
                  </a:lnTo>
                  <a:lnTo>
                    <a:pt x="342" y="1754"/>
                  </a:lnTo>
                  <a:lnTo>
                    <a:pt x="351" y="1745"/>
                  </a:lnTo>
                  <a:lnTo>
                    <a:pt x="359" y="1735"/>
                  </a:lnTo>
                  <a:lnTo>
                    <a:pt x="367" y="1725"/>
                  </a:lnTo>
                  <a:lnTo>
                    <a:pt x="372" y="1715"/>
                  </a:lnTo>
                  <a:lnTo>
                    <a:pt x="374" y="1706"/>
                  </a:lnTo>
                  <a:lnTo>
                    <a:pt x="372" y="1696"/>
                  </a:lnTo>
                  <a:lnTo>
                    <a:pt x="364" y="1688"/>
                  </a:lnTo>
                  <a:lnTo>
                    <a:pt x="350" y="1683"/>
                  </a:lnTo>
                  <a:lnTo>
                    <a:pt x="367" y="1657"/>
                  </a:lnTo>
                  <a:lnTo>
                    <a:pt x="376" y="1633"/>
                  </a:lnTo>
                  <a:lnTo>
                    <a:pt x="376" y="1609"/>
                  </a:lnTo>
                  <a:lnTo>
                    <a:pt x="371" y="1584"/>
                  </a:lnTo>
                  <a:lnTo>
                    <a:pt x="363" y="1560"/>
                  </a:lnTo>
                  <a:lnTo>
                    <a:pt x="356" y="1536"/>
                  </a:lnTo>
                  <a:lnTo>
                    <a:pt x="349" y="1512"/>
                  </a:lnTo>
                  <a:lnTo>
                    <a:pt x="348" y="1487"/>
                  </a:lnTo>
                  <a:lnTo>
                    <a:pt x="352" y="1462"/>
                  </a:lnTo>
                  <a:lnTo>
                    <a:pt x="366" y="1437"/>
                  </a:lnTo>
                  <a:lnTo>
                    <a:pt x="365" y="1411"/>
                  </a:lnTo>
                  <a:lnTo>
                    <a:pt x="363" y="1386"/>
                  </a:lnTo>
                  <a:lnTo>
                    <a:pt x="359" y="1360"/>
                  </a:lnTo>
                  <a:lnTo>
                    <a:pt x="357" y="1335"/>
                  </a:lnTo>
                  <a:lnTo>
                    <a:pt x="355" y="1309"/>
                  </a:lnTo>
                  <a:lnTo>
                    <a:pt x="354" y="1284"/>
                  </a:lnTo>
                  <a:lnTo>
                    <a:pt x="354" y="1259"/>
                  </a:lnTo>
                  <a:lnTo>
                    <a:pt x="355" y="1232"/>
                  </a:lnTo>
                  <a:lnTo>
                    <a:pt x="359" y="1205"/>
                  </a:lnTo>
                  <a:lnTo>
                    <a:pt x="366" y="1179"/>
                  </a:lnTo>
                  <a:lnTo>
                    <a:pt x="366" y="1163"/>
                  </a:lnTo>
                  <a:lnTo>
                    <a:pt x="378" y="1158"/>
                  </a:lnTo>
                  <a:lnTo>
                    <a:pt x="387" y="1158"/>
                  </a:lnTo>
                  <a:lnTo>
                    <a:pt x="393" y="1161"/>
                  </a:lnTo>
                  <a:lnTo>
                    <a:pt x="396" y="1166"/>
                  </a:lnTo>
                  <a:lnTo>
                    <a:pt x="400" y="1173"/>
                  </a:lnTo>
                  <a:lnTo>
                    <a:pt x="402" y="1180"/>
                  </a:lnTo>
                  <a:lnTo>
                    <a:pt x="404" y="1188"/>
                  </a:lnTo>
                  <a:lnTo>
                    <a:pt x="408" y="1196"/>
                  </a:lnTo>
                  <a:lnTo>
                    <a:pt x="414" y="1202"/>
                  </a:lnTo>
                  <a:lnTo>
                    <a:pt x="421" y="1207"/>
                  </a:lnTo>
                  <a:lnTo>
                    <a:pt x="429" y="1204"/>
                  </a:lnTo>
                  <a:lnTo>
                    <a:pt x="436" y="1201"/>
                  </a:lnTo>
                  <a:lnTo>
                    <a:pt x="441" y="1194"/>
                  </a:lnTo>
                  <a:lnTo>
                    <a:pt x="447" y="1187"/>
                  </a:lnTo>
                  <a:lnTo>
                    <a:pt x="453" y="1179"/>
                  </a:lnTo>
                  <a:lnTo>
                    <a:pt x="459" y="1171"/>
                  </a:lnTo>
                  <a:lnTo>
                    <a:pt x="465" y="1163"/>
                  </a:lnTo>
                  <a:lnTo>
                    <a:pt x="471" y="1156"/>
                  </a:lnTo>
                  <a:lnTo>
                    <a:pt x="478" y="1150"/>
                  </a:lnTo>
                  <a:lnTo>
                    <a:pt x="488" y="1146"/>
                  </a:lnTo>
                  <a:lnTo>
                    <a:pt x="497" y="1153"/>
                  </a:lnTo>
                  <a:lnTo>
                    <a:pt x="504" y="1161"/>
                  </a:lnTo>
                  <a:lnTo>
                    <a:pt x="508" y="1172"/>
                  </a:lnTo>
                  <a:lnTo>
                    <a:pt x="512" y="1182"/>
                  </a:lnTo>
                  <a:lnTo>
                    <a:pt x="515" y="1194"/>
                  </a:lnTo>
                  <a:lnTo>
                    <a:pt x="518" y="1205"/>
                  </a:lnTo>
                  <a:lnTo>
                    <a:pt x="521" y="1216"/>
                  </a:lnTo>
                  <a:lnTo>
                    <a:pt x="526" y="1225"/>
                  </a:lnTo>
                  <a:lnTo>
                    <a:pt x="533" y="1233"/>
                  </a:lnTo>
                  <a:lnTo>
                    <a:pt x="542" y="1239"/>
                  </a:lnTo>
                  <a:lnTo>
                    <a:pt x="570" y="1223"/>
                  </a:lnTo>
                  <a:lnTo>
                    <a:pt x="600" y="1209"/>
                  </a:lnTo>
                  <a:lnTo>
                    <a:pt x="631" y="1196"/>
                  </a:lnTo>
                  <a:lnTo>
                    <a:pt x="663" y="1183"/>
                  </a:lnTo>
                  <a:lnTo>
                    <a:pt x="696" y="1172"/>
                  </a:lnTo>
                  <a:lnTo>
                    <a:pt x="727" y="1157"/>
                  </a:lnTo>
                  <a:lnTo>
                    <a:pt x="757" y="1141"/>
                  </a:lnTo>
                  <a:lnTo>
                    <a:pt x="785" y="1120"/>
                  </a:lnTo>
                  <a:lnTo>
                    <a:pt x="810" y="1094"/>
                  </a:lnTo>
                  <a:lnTo>
                    <a:pt x="832" y="1063"/>
                  </a:lnTo>
                  <a:lnTo>
                    <a:pt x="802" y="1027"/>
                  </a:lnTo>
                  <a:lnTo>
                    <a:pt x="778" y="987"/>
                  </a:lnTo>
                  <a:lnTo>
                    <a:pt x="760" y="945"/>
                  </a:lnTo>
                  <a:lnTo>
                    <a:pt x="749" y="900"/>
                  </a:lnTo>
                  <a:lnTo>
                    <a:pt x="742" y="855"/>
                  </a:lnTo>
                  <a:lnTo>
                    <a:pt x="741" y="809"/>
                  </a:lnTo>
                  <a:lnTo>
                    <a:pt x="743" y="763"/>
                  </a:lnTo>
                  <a:lnTo>
                    <a:pt x="750" y="718"/>
                  </a:lnTo>
                  <a:lnTo>
                    <a:pt x="759" y="674"/>
                  </a:lnTo>
                  <a:lnTo>
                    <a:pt x="772" y="633"/>
                  </a:lnTo>
                  <a:lnTo>
                    <a:pt x="786" y="609"/>
                  </a:lnTo>
                  <a:lnTo>
                    <a:pt x="804" y="586"/>
                  </a:lnTo>
                  <a:lnTo>
                    <a:pt x="825" y="565"/>
                  </a:lnTo>
                  <a:lnTo>
                    <a:pt x="849" y="546"/>
                  </a:lnTo>
                  <a:lnTo>
                    <a:pt x="876" y="527"/>
                  </a:lnTo>
                  <a:lnTo>
                    <a:pt x="905" y="513"/>
                  </a:lnTo>
                  <a:lnTo>
                    <a:pt x="936" y="501"/>
                  </a:lnTo>
                  <a:lnTo>
                    <a:pt x="969" y="492"/>
                  </a:lnTo>
                  <a:lnTo>
                    <a:pt x="1004" y="489"/>
                  </a:lnTo>
                  <a:lnTo>
                    <a:pt x="1040" y="489"/>
                  </a:lnTo>
                  <a:lnTo>
                    <a:pt x="1050" y="498"/>
                  </a:lnTo>
                  <a:lnTo>
                    <a:pt x="1062" y="505"/>
                  </a:lnTo>
                  <a:lnTo>
                    <a:pt x="1075" y="511"/>
                  </a:lnTo>
                  <a:lnTo>
                    <a:pt x="1087" y="516"/>
                  </a:lnTo>
                  <a:lnTo>
                    <a:pt x="1101" y="519"/>
                  </a:lnTo>
                  <a:lnTo>
                    <a:pt x="1115" y="524"/>
                  </a:lnTo>
                  <a:lnTo>
                    <a:pt x="1129" y="528"/>
                  </a:lnTo>
                  <a:lnTo>
                    <a:pt x="1142" y="535"/>
                  </a:lnTo>
                  <a:lnTo>
                    <a:pt x="1153" y="544"/>
                  </a:lnTo>
                  <a:lnTo>
                    <a:pt x="1164" y="556"/>
                  </a:lnTo>
                  <a:lnTo>
                    <a:pt x="1180" y="561"/>
                  </a:lnTo>
                  <a:lnTo>
                    <a:pt x="1194" y="568"/>
                  </a:lnTo>
                  <a:lnTo>
                    <a:pt x="1205" y="577"/>
                  </a:lnTo>
                  <a:lnTo>
                    <a:pt x="1216" y="588"/>
                  </a:lnTo>
                  <a:lnTo>
                    <a:pt x="1224" y="601"/>
                  </a:lnTo>
                  <a:lnTo>
                    <a:pt x="1232" y="615"/>
                  </a:lnTo>
                  <a:lnTo>
                    <a:pt x="1240" y="629"/>
                  </a:lnTo>
                  <a:lnTo>
                    <a:pt x="1247" y="642"/>
                  </a:lnTo>
                  <a:lnTo>
                    <a:pt x="1255" y="654"/>
                  </a:lnTo>
                  <a:lnTo>
                    <a:pt x="1263" y="665"/>
                  </a:lnTo>
                  <a:lnTo>
                    <a:pt x="1265" y="695"/>
                  </a:lnTo>
                  <a:lnTo>
                    <a:pt x="1271" y="725"/>
                  </a:lnTo>
                  <a:lnTo>
                    <a:pt x="1276" y="754"/>
                  </a:lnTo>
                  <a:lnTo>
                    <a:pt x="1283" y="784"/>
                  </a:lnTo>
                  <a:lnTo>
                    <a:pt x="1287" y="814"/>
                  </a:lnTo>
                  <a:lnTo>
                    <a:pt x="1292" y="844"/>
                  </a:lnTo>
                  <a:lnTo>
                    <a:pt x="1293" y="874"/>
                  </a:lnTo>
                  <a:lnTo>
                    <a:pt x="1292" y="904"/>
                  </a:lnTo>
                  <a:lnTo>
                    <a:pt x="1287" y="934"/>
                  </a:lnTo>
                  <a:lnTo>
                    <a:pt x="1279" y="965"/>
                  </a:lnTo>
                  <a:lnTo>
                    <a:pt x="1286" y="997"/>
                  </a:lnTo>
                  <a:lnTo>
                    <a:pt x="1300" y="1019"/>
                  </a:lnTo>
                  <a:lnTo>
                    <a:pt x="1318" y="1031"/>
                  </a:lnTo>
                  <a:lnTo>
                    <a:pt x="1342" y="1034"/>
                  </a:lnTo>
                  <a:lnTo>
                    <a:pt x="1369" y="1033"/>
                  </a:lnTo>
                  <a:lnTo>
                    <a:pt x="1398" y="1029"/>
                  </a:lnTo>
                  <a:lnTo>
                    <a:pt x="1429" y="1023"/>
                  </a:lnTo>
                  <a:lnTo>
                    <a:pt x="1461" y="1019"/>
                  </a:lnTo>
                  <a:lnTo>
                    <a:pt x="1492" y="1019"/>
                  </a:lnTo>
                  <a:lnTo>
                    <a:pt x="1521" y="1025"/>
                  </a:lnTo>
                  <a:lnTo>
                    <a:pt x="1645" y="1016"/>
                  </a:lnTo>
                  <a:lnTo>
                    <a:pt x="1669" y="1039"/>
                  </a:lnTo>
                  <a:lnTo>
                    <a:pt x="1692" y="1062"/>
                  </a:lnTo>
                  <a:lnTo>
                    <a:pt x="1715" y="1086"/>
                  </a:lnTo>
                  <a:lnTo>
                    <a:pt x="1738" y="1112"/>
                  </a:lnTo>
                  <a:lnTo>
                    <a:pt x="1759" y="1137"/>
                  </a:lnTo>
                  <a:lnTo>
                    <a:pt x="1777" y="1165"/>
                  </a:lnTo>
                  <a:lnTo>
                    <a:pt x="1793" y="1193"/>
                  </a:lnTo>
                  <a:lnTo>
                    <a:pt x="1806" y="1222"/>
                  </a:lnTo>
                  <a:lnTo>
                    <a:pt x="1815" y="1252"/>
                  </a:lnTo>
                  <a:lnTo>
                    <a:pt x="1821" y="1284"/>
                  </a:lnTo>
                  <a:lnTo>
                    <a:pt x="1830" y="1299"/>
                  </a:lnTo>
                  <a:lnTo>
                    <a:pt x="1844" y="1313"/>
                  </a:lnTo>
                  <a:lnTo>
                    <a:pt x="1859" y="1324"/>
                  </a:lnTo>
                  <a:lnTo>
                    <a:pt x="1875" y="1335"/>
                  </a:lnTo>
                  <a:lnTo>
                    <a:pt x="1890" y="1346"/>
                  </a:lnTo>
                  <a:lnTo>
                    <a:pt x="1904" y="1358"/>
                  </a:lnTo>
                  <a:lnTo>
                    <a:pt x="1916" y="1372"/>
                  </a:lnTo>
                  <a:lnTo>
                    <a:pt x="1923" y="1388"/>
                  </a:lnTo>
                  <a:lnTo>
                    <a:pt x="1925" y="1406"/>
                  </a:lnTo>
                  <a:lnTo>
                    <a:pt x="1919" y="1431"/>
                  </a:lnTo>
                  <a:lnTo>
                    <a:pt x="1957" y="1464"/>
                  </a:lnTo>
                  <a:lnTo>
                    <a:pt x="1990" y="1500"/>
                  </a:lnTo>
                  <a:lnTo>
                    <a:pt x="2019" y="1539"/>
                  </a:lnTo>
                  <a:lnTo>
                    <a:pt x="2045" y="1579"/>
                  </a:lnTo>
                  <a:lnTo>
                    <a:pt x="2068" y="1620"/>
                  </a:lnTo>
                  <a:lnTo>
                    <a:pt x="2090" y="1662"/>
                  </a:lnTo>
                  <a:lnTo>
                    <a:pt x="2112" y="1705"/>
                  </a:lnTo>
                  <a:lnTo>
                    <a:pt x="2134" y="1746"/>
                  </a:lnTo>
                  <a:lnTo>
                    <a:pt x="2156" y="1788"/>
                  </a:lnTo>
                  <a:lnTo>
                    <a:pt x="2182" y="1829"/>
                  </a:lnTo>
                  <a:lnTo>
                    <a:pt x="2193" y="1809"/>
                  </a:lnTo>
                  <a:lnTo>
                    <a:pt x="2198" y="1788"/>
                  </a:lnTo>
                  <a:lnTo>
                    <a:pt x="2197" y="1767"/>
                  </a:lnTo>
                  <a:lnTo>
                    <a:pt x="2193" y="1746"/>
                  </a:lnTo>
                  <a:lnTo>
                    <a:pt x="2187" y="1725"/>
                  </a:lnTo>
                  <a:lnTo>
                    <a:pt x="2183" y="1705"/>
                  </a:lnTo>
                  <a:lnTo>
                    <a:pt x="2180" y="1684"/>
                  </a:lnTo>
                  <a:lnTo>
                    <a:pt x="2183" y="1664"/>
                  </a:lnTo>
                  <a:lnTo>
                    <a:pt x="2192" y="1646"/>
                  </a:lnTo>
                  <a:lnTo>
                    <a:pt x="2210" y="1628"/>
                  </a:lnTo>
                  <a:lnTo>
                    <a:pt x="2208" y="1595"/>
                  </a:lnTo>
                  <a:lnTo>
                    <a:pt x="2209" y="1560"/>
                  </a:lnTo>
                  <a:lnTo>
                    <a:pt x="2210" y="1524"/>
                  </a:lnTo>
                  <a:lnTo>
                    <a:pt x="2212" y="1488"/>
                  </a:lnTo>
                  <a:lnTo>
                    <a:pt x="2210" y="1453"/>
                  </a:lnTo>
                  <a:lnTo>
                    <a:pt x="2208" y="1417"/>
                  </a:lnTo>
                  <a:lnTo>
                    <a:pt x="2201" y="1382"/>
                  </a:lnTo>
                  <a:lnTo>
                    <a:pt x="2190" y="1350"/>
                  </a:lnTo>
                  <a:lnTo>
                    <a:pt x="2173" y="1320"/>
                  </a:lnTo>
                  <a:lnTo>
                    <a:pt x="2149" y="1293"/>
                  </a:lnTo>
                  <a:lnTo>
                    <a:pt x="2164" y="1274"/>
                  </a:lnTo>
                  <a:lnTo>
                    <a:pt x="2172" y="1255"/>
                  </a:lnTo>
                  <a:lnTo>
                    <a:pt x="2172" y="1237"/>
                  </a:lnTo>
                  <a:lnTo>
                    <a:pt x="2168" y="1218"/>
                  </a:lnTo>
                  <a:lnTo>
                    <a:pt x="2160" y="1201"/>
                  </a:lnTo>
                  <a:lnTo>
                    <a:pt x="2150" y="1182"/>
                  </a:lnTo>
                  <a:lnTo>
                    <a:pt x="2140" y="1165"/>
                  </a:lnTo>
                  <a:lnTo>
                    <a:pt x="2130" y="1146"/>
                  </a:lnTo>
                  <a:lnTo>
                    <a:pt x="2123" y="1128"/>
                  </a:lnTo>
                  <a:lnTo>
                    <a:pt x="2120" y="1108"/>
                  </a:lnTo>
                  <a:lnTo>
                    <a:pt x="2113" y="1112"/>
                  </a:lnTo>
                  <a:lnTo>
                    <a:pt x="2105" y="1115"/>
                  </a:lnTo>
                  <a:lnTo>
                    <a:pt x="2098" y="1118"/>
                  </a:lnTo>
                  <a:lnTo>
                    <a:pt x="2091" y="1119"/>
                  </a:lnTo>
                  <a:lnTo>
                    <a:pt x="2086" y="1119"/>
                  </a:lnTo>
                  <a:lnTo>
                    <a:pt x="2079" y="1119"/>
                  </a:lnTo>
                  <a:lnTo>
                    <a:pt x="2073" y="1116"/>
                  </a:lnTo>
                  <a:lnTo>
                    <a:pt x="2067" y="1113"/>
                  </a:lnTo>
                  <a:lnTo>
                    <a:pt x="2061" y="1108"/>
                  </a:lnTo>
                  <a:lnTo>
                    <a:pt x="2057" y="1101"/>
                  </a:lnTo>
                  <a:lnTo>
                    <a:pt x="2048" y="1096"/>
                  </a:lnTo>
                  <a:lnTo>
                    <a:pt x="2041" y="1089"/>
                  </a:lnTo>
                  <a:lnTo>
                    <a:pt x="2036" y="1081"/>
                  </a:lnTo>
                  <a:lnTo>
                    <a:pt x="2033" y="1071"/>
                  </a:lnTo>
                  <a:lnTo>
                    <a:pt x="2030" y="1062"/>
                  </a:lnTo>
                  <a:lnTo>
                    <a:pt x="2029" y="1053"/>
                  </a:lnTo>
                  <a:lnTo>
                    <a:pt x="2027" y="1044"/>
                  </a:lnTo>
                  <a:lnTo>
                    <a:pt x="2026" y="1033"/>
                  </a:lnTo>
                  <a:lnTo>
                    <a:pt x="2022" y="1024"/>
                  </a:lnTo>
                  <a:lnTo>
                    <a:pt x="2019" y="1016"/>
                  </a:lnTo>
                  <a:lnTo>
                    <a:pt x="2022" y="1017"/>
                  </a:lnTo>
                  <a:lnTo>
                    <a:pt x="2026" y="1017"/>
                  </a:lnTo>
                  <a:lnTo>
                    <a:pt x="2028" y="1016"/>
                  </a:lnTo>
                  <a:lnTo>
                    <a:pt x="2030" y="1015"/>
                  </a:lnTo>
                  <a:lnTo>
                    <a:pt x="2033" y="1012"/>
                  </a:lnTo>
                  <a:lnTo>
                    <a:pt x="2035" y="1010"/>
                  </a:lnTo>
                  <a:lnTo>
                    <a:pt x="2037" y="1008"/>
                  </a:lnTo>
                  <a:lnTo>
                    <a:pt x="2039" y="1006"/>
                  </a:lnTo>
                  <a:lnTo>
                    <a:pt x="2042" y="1004"/>
                  </a:lnTo>
                  <a:lnTo>
                    <a:pt x="2044" y="1003"/>
                  </a:lnTo>
                  <a:lnTo>
                    <a:pt x="2044" y="1002"/>
                  </a:lnTo>
                  <a:lnTo>
                    <a:pt x="2043" y="1007"/>
                  </a:lnTo>
                  <a:lnTo>
                    <a:pt x="2043" y="1014"/>
                  </a:lnTo>
                  <a:lnTo>
                    <a:pt x="2044" y="1024"/>
                  </a:lnTo>
                  <a:lnTo>
                    <a:pt x="2045" y="1034"/>
                  </a:lnTo>
                  <a:lnTo>
                    <a:pt x="2049" y="1045"/>
                  </a:lnTo>
                  <a:lnTo>
                    <a:pt x="2053" y="1054"/>
                  </a:lnTo>
                  <a:lnTo>
                    <a:pt x="2060" y="1061"/>
                  </a:lnTo>
                  <a:lnTo>
                    <a:pt x="2069" y="1064"/>
                  </a:lnTo>
                  <a:lnTo>
                    <a:pt x="2082" y="1063"/>
                  </a:lnTo>
                  <a:lnTo>
                    <a:pt x="2089" y="1056"/>
                  </a:lnTo>
                  <a:lnTo>
                    <a:pt x="2093" y="1048"/>
                  </a:lnTo>
                  <a:lnTo>
                    <a:pt x="2094" y="1040"/>
                  </a:lnTo>
                  <a:lnTo>
                    <a:pt x="2094" y="1031"/>
                  </a:lnTo>
                  <a:lnTo>
                    <a:pt x="2091" y="1022"/>
                  </a:lnTo>
                  <a:lnTo>
                    <a:pt x="2089" y="1012"/>
                  </a:lnTo>
                  <a:lnTo>
                    <a:pt x="2086" y="1003"/>
                  </a:lnTo>
                  <a:lnTo>
                    <a:pt x="2081" y="994"/>
                  </a:lnTo>
                  <a:lnTo>
                    <a:pt x="2076" y="986"/>
                  </a:lnTo>
                  <a:lnTo>
                    <a:pt x="2073" y="978"/>
                  </a:lnTo>
                  <a:lnTo>
                    <a:pt x="2029" y="929"/>
                  </a:lnTo>
                  <a:lnTo>
                    <a:pt x="1986" y="878"/>
                  </a:lnTo>
                  <a:lnTo>
                    <a:pt x="1946" y="825"/>
                  </a:lnTo>
                  <a:lnTo>
                    <a:pt x="1909" y="769"/>
                  </a:lnTo>
                  <a:lnTo>
                    <a:pt x="1875" y="710"/>
                  </a:lnTo>
                  <a:lnTo>
                    <a:pt x="1850" y="650"/>
                  </a:lnTo>
                  <a:lnTo>
                    <a:pt x="1831" y="586"/>
                  </a:lnTo>
                  <a:lnTo>
                    <a:pt x="1822" y="520"/>
                  </a:lnTo>
                  <a:lnTo>
                    <a:pt x="1823" y="452"/>
                  </a:lnTo>
                  <a:lnTo>
                    <a:pt x="1837" y="382"/>
                  </a:lnTo>
                  <a:lnTo>
                    <a:pt x="1844" y="367"/>
                  </a:lnTo>
                  <a:lnTo>
                    <a:pt x="1850" y="350"/>
                  </a:lnTo>
                  <a:lnTo>
                    <a:pt x="1856" y="334"/>
                  </a:lnTo>
                  <a:lnTo>
                    <a:pt x="1862" y="318"/>
                  </a:lnTo>
                  <a:lnTo>
                    <a:pt x="1868" y="302"/>
                  </a:lnTo>
                  <a:lnTo>
                    <a:pt x="1877" y="287"/>
                  </a:lnTo>
                  <a:lnTo>
                    <a:pt x="1886" y="273"/>
                  </a:lnTo>
                  <a:lnTo>
                    <a:pt x="1897" y="261"/>
                  </a:lnTo>
                  <a:lnTo>
                    <a:pt x="1912" y="251"/>
                  </a:lnTo>
                  <a:lnTo>
                    <a:pt x="1930" y="244"/>
                  </a:lnTo>
                  <a:lnTo>
                    <a:pt x="1942" y="228"/>
                  </a:lnTo>
                  <a:lnTo>
                    <a:pt x="1956" y="214"/>
                  </a:lnTo>
                  <a:lnTo>
                    <a:pt x="1970" y="201"/>
                  </a:lnTo>
                  <a:lnTo>
                    <a:pt x="1986" y="190"/>
                  </a:lnTo>
                  <a:lnTo>
                    <a:pt x="2002" y="179"/>
                  </a:lnTo>
                  <a:lnTo>
                    <a:pt x="2020" y="169"/>
                  </a:lnTo>
                  <a:lnTo>
                    <a:pt x="2037" y="160"/>
                  </a:lnTo>
                  <a:lnTo>
                    <a:pt x="2056" y="152"/>
                  </a:lnTo>
                  <a:lnTo>
                    <a:pt x="2075" y="144"/>
                  </a:lnTo>
                  <a:lnTo>
                    <a:pt x="2095" y="135"/>
                  </a:lnTo>
                  <a:lnTo>
                    <a:pt x="2118" y="138"/>
                  </a:lnTo>
                  <a:lnTo>
                    <a:pt x="2141" y="141"/>
                  </a:lnTo>
                  <a:lnTo>
                    <a:pt x="2163" y="147"/>
                  </a:lnTo>
                  <a:lnTo>
                    <a:pt x="2185" y="154"/>
                  </a:lnTo>
                  <a:lnTo>
                    <a:pt x="2206" y="161"/>
                  </a:lnTo>
                  <a:lnTo>
                    <a:pt x="2227" y="169"/>
                  </a:lnTo>
                  <a:lnTo>
                    <a:pt x="2247" y="177"/>
                  </a:lnTo>
                  <a:lnTo>
                    <a:pt x="2269" y="185"/>
                  </a:lnTo>
                  <a:lnTo>
                    <a:pt x="2290" y="193"/>
                  </a:lnTo>
                  <a:lnTo>
                    <a:pt x="2312" y="199"/>
                  </a:lnTo>
                  <a:lnTo>
                    <a:pt x="2347" y="157"/>
                  </a:lnTo>
                  <a:lnTo>
                    <a:pt x="2385" y="120"/>
                  </a:lnTo>
                  <a:lnTo>
                    <a:pt x="2427" y="87"/>
                  </a:lnTo>
                  <a:lnTo>
                    <a:pt x="2470" y="57"/>
                  </a:lnTo>
                  <a:lnTo>
                    <a:pt x="2517" y="34"/>
                  </a:lnTo>
                  <a:lnTo>
                    <a:pt x="2566" y="16"/>
                  </a:lnTo>
                  <a:lnTo>
                    <a:pt x="2617" y="5"/>
                  </a:lnTo>
                  <a:lnTo>
                    <a:pt x="2670" y="0"/>
                  </a:lnTo>
                  <a:lnTo>
                    <a:pt x="2727" y="4"/>
                  </a:lnTo>
                  <a:lnTo>
                    <a:pt x="2784" y="14"/>
                  </a:lnTo>
                  <a:lnTo>
                    <a:pt x="2814" y="28"/>
                  </a:lnTo>
                  <a:lnTo>
                    <a:pt x="2841" y="44"/>
                  </a:lnTo>
                  <a:lnTo>
                    <a:pt x="2867" y="63"/>
                  </a:lnTo>
                  <a:lnTo>
                    <a:pt x="2890" y="82"/>
                  </a:lnTo>
                  <a:lnTo>
                    <a:pt x="2912" y="104"/>
                  </a:lnTo>
                  <a:lnTo>
                    <a:pt x="2933" y="127"/>
                  </a:lnTo>
                  <a:lnTo>
                    <a:pt x="2953" y="152"/>
                  </a:lnTo>
                  <a:lnTo>
                    <a:pt x="2972" y="177"/>
                  </a:lnTo>
                  <a:lnTo>
                    <a:pt x="2989" y="202"/>
                  </a:lnTo>
                  <a:lnTo>
                    <a:pt x="3007" y="228"/>
                  </a:lnTo>
                  <a:close/>
                </a:path>
              </a:pathLst>
            </a:custGeom>
            <a:solidFill>
              <a:srgbClr val="0036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3" name="Freeform 32"/>
            <p:cNvSpPr>
              <a:spLocks/>
            </p:cNvSpPr>
            <p:nvPr/>
          </p:nvSpPr>
          <p:spPr bwMode="auto">
            <a:xfrm>
              <a:off x="1361" y="2870"/>
              <a:ext cx="241" cy="303"/>
            </a:xfrm>
            <a:custGeom>
              <a:avLst/>
              <a:gdLst>
                <a:gd name="T0" fmla="*/ 483 w 483"/>
                <a:gd name="T1" fmla="*/ 356 h 606"/>
                <a:gd name="T2" fmla="*/ 467 w 483"/>
                <a:gd name="T3" fmla="*/ 268 h 606"/>
                <a:gd name="T4" fmla="*/ 457 w 483"/>
                <a:gd name="T5" fmla="*/ 187 h 606"/>
                <a:gd name="T6" fmla="*/ 417 w 483"/>
                <a:gd name="T7" fmla="*/ 189 h 606"/>
                <a:gd name="T8" fmla="*/ 372 w 483"/>
                <a:gd name="T9" fmla="*/ 198 h 606"/>
                <a:gd name="T10" fmla="*/ 375 w 483"/>
                <a:gd name="T11" fmla="*/ 159 h 606"/>
                <a:gd name="T12" fmla="*/ 418 w 483"/>
                <a:gd name="T13" fmla="*/ 144 h 606"/>
                <a:gd name="T14" fmla="*/ 451 w 483"/>
                <a:gd name="T15" fmla="*/ 121 h 606"/>
                <a:gd name="T16" fmla="*/ 427 w 483"/>
                <a:gd name="T17" fmla="*/ 61 h 606"/>
                <a:gd name="T18" fmla="*/ 393 w 483"/>
                <a:gd name="T19" fmla="*/ 10 h 606"/>
                <a:gd name="T20" fmla="*/ 360 w 483"/>
                <a:gd name="T21" fmla="*/ 30 h 606"/>
                <a:gd name="T22" fmla="*/ 320 w 483"/>
                <a:gd name="T23" fmla="*/ 61 h 606"/>
                <a:gd name="T24" fmla="*/ 284 w 483"/>
                <a:gd name="T25" fmla="*/ 38 h 606"/>
                <a:gd name="T26" fmla="*/ 256 w 483"/>
                <a:gd name="T27" fmla="*/ 72 h 606"/>
                <a:gd name="T28" fmla="*/ 225 w 483"/>
                <a:gd name="T29" fmla="*/ 97 h 606"/>
                <a:gd name="T30" fmla="*/ 218 w 483"/>
                <a:gd name="T31" fmla="*/ 72 h 606"/>
                <a:gd name="T32" fmla="*/ 196 w 483"/>
                <a:gd name="T33" fmla="*/ 89 h 606"/>
                <a:gd name="T34" fmla="*/ 174 w 483"/>
                <a:gd name="T35" fmla="*/ 101 h 606"/>
                <a:gd name="T36" fmla="*/ 143 w 483"/>
                <a:gd name="T37" fmla="*/ 114 h 606"/>
                <a:gd name="T38" fmla="*/ 114 w 483"/>
                <a:gd name="T39" fmla="*/ 94 h 606"/>
                <a:gd name="T40" fmla="*/ 109 w 483"/>
                <a:gd name="T41" fmla="*/ 83 h 606"/>
                <a:gd name="T42" fmla="*/ 87 w 483"/>
                <a:gd name="T43" fmla="*/ 120 h 606"/>
                <a:gd name="T44" fmla="*/ 91 w 483"/>
                <a:gd name="T45" fmla="*/ 159 h 606"/>
                <a:gd name="T46" fmla="*/ 114 w 483"/>
                <a:gd name="T47" fmla="*/ 209 h 606"/>
                <a:gd name="T48" fmla="*/ 90 w 483"/>
                <a:gd name="T49" fmla="*/ 278 h 606"/>
                <a:gd name="T50" fmla="*/ 88 w 483"/>
                <a:gd name="T51" fmla="*/ 334 h 606"/>
                <a:gd name="T52" fmla="*/ 70 w 483"/>
                <a:gd name="T53" fmla="*/ 327 h 606"/>
                <a:gd name="T54" fmla="*/ 58 w 483"/>
                <a:gd name="T55" fmla="*/ 312 h 606"/>
                <a:gd name="T56" fmla="*/ 37 w 483"/>
                <a:gd name="T57" fmla="*/ 341 h 606"/>
                <a:gd name="T58" fmla="*/ 16 w 483"/>
                <a:gd name="T59" fmla="*/ 315 h 606"/>
                <a:gd name="T60" fmla="*/ 14 w 483"/>
                <a:gd name="T61" fmla="*/ 278 h 606"/>
                <a:gd name="T62" fmla="*/ 2 w 483"/>
                <a:gd name="T63" fmla="*/ 293 h 606"/>
                <a:gd name="T64" fmla="*/ 23 w 483"/>
                <a:gd name="T65" fmla="*/ 332 h 606"/>
                <a:gd name="T66" fmla="*/ 39 w 483"/>
                <a:gd name="T67" fmla="*/ 373 h 606"/>
                <a:gd name="T68" fmla="*/ 25 w 483"/>
                <a:gd name="T69" fmla="*/ 369 h 606"/>
                <a:gd name="T70" fmla="*/ 13 w 483"/>
                <a:gd name="T71" fmla="*/ 365 h 606"/>
                <a:gd name="T72" fmla="*/ 16 w 483"/>
                <a:gd name="T73" fmla="*/ 368 h 606"/>
                <a:gd name="T74" fmla="*/ 35 w 483"/>
                <a:gd name="T75" fmla="*/ 386 h 606"/>
                <a:gd name="T76" fmla="*/ 54 w 483"/>
                <a:gd name="T77" fmla="*/ 398 h 606"/>
                <a:gd name="T78" fmla="*/ 83 w 483"/>
                <a:gd name="T79" fmla="*/ 389 h 606"/>
                <a:gd name="T80" fmla="*/ 83 w 483"/>
                <a:gd name="T81" fmla="*/ 427 h 606"/>
                <a:gd name="T82" fmla="*/ 97 w 483"/>
                <a:gd name="T83" fmla="*/ 467 h 606"/>
                <a:gd name="T84" fmla="*/ 132 w 483"/>
                <a:gd name="T85" fmla="*/ 483 h 606"/>
                <a:gd name="T86" fmla="*/ 150 w 483"/>
                <a:gd name="T87" fmla="*/ 503 h 606"/>
                <a:gd name="T88" fmla="*/ 161 w 483"/>
                <a:gd name="T89" fmla="*/ 522 h 606"/>
                <a:gd name="T90" fmla="*/ 164 w 483"/>
                <a:gd name="T91" fmla="*/ 517 h 606"/>
                <a:gd name="T92" fmla="*/ 167 w 483"/>
                <a:gd name="T93" fmla="*/ 514 h 606"/>
                <a:gd name="T94" fmla="*/ 179 w 483"/>
                <a:gd name="T95" fmla="*/ 515 h 606"/>
                <a:gd name="T96" fmla="*/ 165 w 483"/>
                <a:gd name="T97" fmla="*/ 465 h 606"/>
                <a:gd name="T98" fmla="*/ 156 w 483"/>
                <a:gd name="T99" fmla="*/ 419 h 606"/>
                <a:gd name="T100" fmla="*/ 180 w 483"/>
                <a:gd name="T101" fmla="*/ 435 h 606"/>
                <a:gd name="T102" fmla="*/ 192 w 483"/>
                <a:gd name="T103" fmla="*/ 483 h 606"/>
                <a:gd name="T104" fmla="*/ 208 w 483"/>
                <a:gd name="T105" fmla="*/ 531 h 606"/>
                <a:gd name="T106" fmla="*/ 252 w 483"/>
                <a:gd name="T107" fmla="*/ 573 h 606"/>
                <a:gd name="T108" fmla="*/ 307 w 483"/>
                <a:gd name="T109" fmla="*/ 598 h 606"/>
                <a:gd name="T110" fmla="*/ 404 w 483"/>
                <a:gd name="T111" fmla="*/ 583 h 606"/>
                <a:gd name="T112" fmla="*/ 448 w 483"/>
                <a:gd name="T113" fmla="*/ 478 h 606"/>
                <a:gd name="T114" fmla="*/ 467 w 483"/>
                <a:gd name="T115" fmla="*/ 420 h 6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83"/>
                <a:gd name="T175" fmla="*/ 0 h 606"/>
                <a:gd name="T176" fmla="*/ 483 w 483"/>
                <a:gd name="T177" fmla="*/ 606 h 6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83" h="606">
                  <a:moveTo>
                    <a:pt x="453" y="404"/>
                  </a:moveTo>
                  <a:lnTo>
                    <a:pt x="470" y="390"/>
                  </a:lnTo>
                  <a:lnTo>
                    <a:pt x="479" y="374"/>
                  </a:lnTo>
                  <a:lnTo>
                    <a:pt x="483" y="356"/>
                  </a:lnTo>
                  <a:lnTo>
                    <a:pt x="482" y="336"/>
                  </a:lnTo>
                  <a:lnTo>
                    <a:pt x="478" y="314"/>
                  </a:lnTo>
                  <a:lnTo>
                    <a:pt x="473" y="291"/>
                  </a:lnTo>
                  <a:lnTo>
                    <a:pt x="467" y="268"/>
                  </a:lnTo>
                  <a:lnTo>
                    <a:pt x="463" y="245"/>
                  </a:lnTo>
                  <a:lnTo>
                    <a:pt x="462" y="220"/>
                  </a:lnTo>
                  <a:lnTo>
                    <a:pt x="467" y="197"/>
                  </a:lnTo>
                  <a:lnTo>
                    <a:pt x="457" y="187"/>
                  </a:lnTo>
                  <a:lnTo>
                    <a:pt x="448" y="181"/>
                  </a:lnTo>
                  <a:lnTo>
                    <a:pt x="438" y="181"/>
                  </a:lnTo>
                  <a:lnTo>
                    <a:pt x="427" y="185"/>
                  </a:lnTo>
                  <a:lnTo>
                    <a:pt x="417" y="189"/>
                  </a:lnTo>
                  <a:lnTo>
                    <a:pt x="407" y="195"/>
                  </a:lnTo>
                  <a:lnTo>
                    <a:pt x="395" y="198"/>
                  </a:lnTo>
                  <a:lnTo>
                    <a:pt x="384" y="201"/>
                  </a:lnTo>
                  <a:lnTo>
                    <a:pt x="372" y="198"/>
                  </a:lnTo>
                  <a:lnTo>
                    <a:pt x="360" y="190"/>
                  </a:lnTo>
                  <a:lnTo>
                    <a:pt x="364" y="178"/>
                  </a:lnTo>
                  <a:lnTo>
                    <a:pt x="369" y="167"/>
                  </a:lnTo>
                  <a:lnTo>
                    <a:pt x="375" y="159"/>
                  </a:lnTo>
                  <a:lnTo>
                    <a:pt x="385" y="153"/>
                  </a:lnTo>
                  <a:lnTo>
                    <a:pt x="395" y="150"/>
                  </a:lnTo>
                  <a:lnTo>
                    <a:pt x="407" y="146"/>
                  </a:lnTo>
                  <a:lnTo>
                    <a:pt x="418" y="144"/>
                  </a:lnTo>
                  <a:lnTo>
                    <a:pt x="431" y="142"/>
                  </a:lnTo>
                  <a:lnTo>
                    <a:pt x="442" y="140"/>
                  </a:lnTo>
                  <a:lnTo>
                    <a:pt x="453" y="137"/>
                  </a:lnTo>
                  <a:lnTo>
                    <a:pt x="451" y="121"/>
                  </a:lnTo>
                  <a:lnTo>
                    <a:pt x="447" y="105"/>
                  </a:lnTo>
                  <a:lnTo>
                    <a:pt x="441" y="90"/>
                  </a:lnTo>
                  <a:lnTo>
                    <a:pt x="436" y="75"/>
                  </a:lnTo>
                  <a:lnTo>
                    <a:pt x="427" y="61"/>
                  </a:lnTo>
                  <a:lnTo>
                    <a:pt x="419" y="47"/>
                  </a:lnTo>
                  <a:lnTo>
                    <a:pt x="411" y="34"/>
                  </a:lnTo>
                  <a:lnTo>
                    <a:pt x="402" y="22"/>
                  </a:lnTo>
                  <a:lnTo>
                    <a:pt x="393" y="10"/>
                  </a:lnTo>
                  <a:lnTo>
                    <a:pt x="384" y="0"/>
                  </a:lnTo>
                  <a:lnTo>
                    <a:pt x="377" y="9"/>
                  </a:lnTo>
                  <a:lnTo>
                    <a:pt x="369" y="19"/>
                  </a:lnTo>
                  <a:lnTo>
                    <a:pt x="360" y="30"/>
                  </a:lnTo>
                  <a:lnTo>
                    <a:pt x="351" y="40"/>
                  </a:lnTo>
                  <a:lnTo>
                    <a:pt x="341" y="49"/>
                  </a:lnTo>
                  <a:lnTo>
                    <a:pt x="330" y="56"/>
                  </a:lnTo>
                  <a:lnTo>
                    <a:pt x="320" y="61"/>
                  </a:lnTo>
                  <a:lnTo>
                    <a:pt x="308" y="63"/>
                  </a:lnTo>
                  <a:lnTo>
                    <a:pt x="297" y="61"/>
                  </a:lnTo>
                  <a:lnTo>
                    <a:pt x="284" y="54"/>
                  </a:lnTo>
                  <a:lnTo>
                    <a:pt x="284" y="38"/>
                  </a:lnTo>
                  <a:lnTo>
                    <a:pt x="277" y="46"/>
                  </a:lnTo>
                  <a:lnTo>
                    <a:pt x="270" y="54"/>
                  </a:lnTo>
                  <a:lnTo>
                    <a:pt x="263" y="63"/>
                  </a:lnTo>
                  <a:lnTo>
                    <a:pt x="256" y="72"/>
                  </a:lnTo>
                  <a:lnTo>
                    <a:pt x="248" y="81"/>
                  </a:lnTo>
                  <a:lnTo>
                    <a:pt x="240" y="88"/>
                  </a:lnTo>
                  <a:lnTo>
                    <a:pt x="233" y="93"/>
                  </a:lnTo>
                  <a:lnTo>
                    <a:pt x="225" y="97"/>
                  </a:lnTo>
                  <a:lnTo>
                    <a:pt x="216" y="99"/>
                  </a:lnTo>
                  <a:lnTo>
                    <a:pt x="208" y="98"/>
                  </a:lnTo>
                  <a:lnTo>
                    <a:pt x="224" y="67"/>
                  </a:lnTo>
                  <a:lnTo>
                    <a:pt x="218" y="72"/>
                  </a:lnTo>
                  <a:lnTo>
                    <a:pt x="214" y="78"/>
                  </a:lnTo>
                  <a:lnTo>
                    <a:pt x="208" y="82"/>
                  </a:lnTo>
                  <a:lnTo>
                    <a:pt x="202" y="86"/>
                  </a:lnTo>
                  <a:lnTo>
                    <a:pt x="196" y="89"/>
                  </a:lnTo>
                  <a:lnTo>
                    <a:pt x="191" y="92"/>
                  </a:lnTo>
                  <a:lnTo>
                    <a:pt x="185" y="96"/>
                  </a:lnTo>
                  <a:lnTo>
                    <a:pt x="180" y="98"/>
                  </a:lnTo>
                  <a:lnTo>
                    <a:pt x="174" y="101"/>
                  </a:lnTo>
                  <a:lnTo>
                    <a:pt x="170" y="105"/>
                  </a:lnTo>
                  <a:lnTo>
                    <a:pt x="162" y="112"/>
                  </a:lnTo>
                  <a:lnTo>
                    <a:pt x="152" y="114"/>
                  </a:lnTo>
                  <a:lnTo>
                    <a:pt x="143" y="114"/>
                  </a:lnTo>
                  <a:lnTo>
                    <a:pt x="134" y="112"/>
                  </a:lnTo>
                  <a:lnTo>
                    <a:pt x="126" y="107"/>
                  </a:lnTo>
                  <a:lnTo>
                    <a:pt x="119" y="101"/>
                  </a:lnTo>
                  <a:lnTo>
                    <a:pt x="114" y="94"/>
                  </a:lnTo>
                  <a:lnTo>
                    <a:pt x="111" y="88"/>
                  </a:lnTo>
                  <a:lnTo>
                    <a:pt x="112" y="82"/>
                  </a:lnTo>
                  <a:lnTo>
                    <a:pt x="115" y="76"/>
                  </a:lnTo>
                  <a:lnTo>
                    <a:pt x="109" y="83"/>
                  </a:lnTo>
                  <a:lnTo>
                    <a:pt x="102" y="91"/>
                  </a:lnTo>
                  <a:lnTo>
                    <a:pt x="96" y="100"/>
                  </a:lnTo>
                  <a:lnTo>
                    <a:pt x="91" y="109"/>
                  </a:lnTo>
                  <a:lnTo>
                    <a:pt x="87" y="120"/>
                  </a:lnTo>
                  <a:lnTo>
                    <a:pt x="84" y="130"/>
                  </a:lnTo>
                  <a:lnTo>
                    <a:pt x="84" y="141"/>
                  </a:lnTo>
                  <a:lnTo>
                    <a:pt x="87" y="150"/>
                  </a:lnTo>
                  <a:lnTo>
                    <a:pt x="91" y="159"/>
                  </a:lnTo>
                  <a:lnTo>
                    <a:pt x="99" y="168"/>
                  </a:lnTo>
                  <a:lnTo>
                    <a:pt x="111" y="180"/>
                  </a:lnTo>
                  <a:lnTo>
                    <a:pt x="115" y="194"/>
                  </a:lnTo>
                  <a:lnTo>
                    <a:pt x="114" y="209"/>
                  </a:lnTo>
                  <a:lnTo>
                    <a:pt x="110" y="225"/>
                  </a:lnTo>
                  <a:lnTo>
                    <a:pt x="104" y="242"/>
                  </a:lnTo>
                  <a:lnTo>
                    <a:pt x="96" y="260"/>
                  </a:lnTo>
                  <a:lnTo>
                    <a:pt x="90" y="278"/>
                  </a:lnTo>
                  <a:lnTo>
                    <a:pt x="87" y="297"/>
                  </a:lnTo>
                  <a:lnTo>
                    <a:pt x="87" y="316"/>
                  </a:lnTo>
                  <a:lnTo>
                    <a:pt x="94" y="335"/>
                  </a:lnTo>
                  <a:lnTo>
                    <a:pt x="88" y="334"/>
                  </a:lnTo>
                  <a:lnTo>
                    <a:pt x="83" y="332"/>
                  </a:lnTo>
                  <a:lnTo>
                    <a:pt x="78" y="331"/>
                  </a:lnTo>
                  <a:lnTo>
                    <a:pt x="74" y="329"/>
                  </a:lnTo>
                  <a:lnTo>
                    <a:pt x="70" y="327"/>
                  </a:lnTo>
                  <a:lnTo>
                    <a:pt x="67" y="323"/>
                  </a:lnTo>
                  <a:lnTo>
                    <a:pt x="63" y="320"/>
                  </a:lnTo>
                  <a:lnTo>
                    <a:pt x="60" y="316"/>
                  </a:lnTo>
                  <a:lnTo>
                    <a:pt x="58" y="312"/>
                  </a:lnTo>
                  <a:lnTo>
                    <a:pt x="54" y="308"/>
                  </a:lnTo>
                  <a:lnTo>
                    <a:pt x="54" y="344"/>
                  </a:lnTo>
                  <a:lnTo>
                    <a:pt x="45" y="344"/>
                  </a:lnTo>
                  <a:lnTo>
                    <a:pt x="37" y="341"/>
                  </a:lnTo>
                  <a:lnTo>
                    <a:pt x="30" y="336"/>
                  </a:lnTo>
                  <a:lnTo>
                    <a:pt x="24" y="330"/>
                  </a:lnTo>
                  <a:lnTo>
                    <a:pt x="20" y="323"/>
                  </a:lnTo>
                  <a:lnTo>
                    <a:pt x="16" y="315"/>
                  </a:lnTo>
                  <a:lnTo>
                    <a:pt x="14" y="307"/>
                  </a:lnTo>
                  <a:lnTo>
                    <a:pt x="13" y="298"/>
                  </a:lnTo>
                  <a:lnTo>
                    <a:pt x="13" y="287"/>
                  </a:lnTo>
                  <a:lnTo>
                    <a:pt x="14" y="278"/>
                  </a:lnTo>
                  <a:lnTo>
                    <a:pt x="16" y="268"/>
                  </a:lnTo>
                  <a:lnTo>
                    <a:pt x="1" y="268"/>
                  </a:lnTo>
                  <a:lnTo>
                    <a:pt x="0" y="280"/>
                  </a:lnTo>
                  <a:lnTo>
                    <a:pt x="2" y="293"/>
                  </a:lnTo>
                  <a:lnTo>
                    <a:pt x="6" y="304"/>
                  </a:lnTo>
                  <a:lnTo>
                    <a:pt x="11" y="314"/>
                  </a:lnTo>
                  <a:lnTo>
                    <a:pt x="17" y="323"/>
                  </a:lnTo>
                  <a:lnTo>
                    <a:pt x="23" y="332"/>
                  </a:lnTo>
                  <a:lnTo>
                    <a:pt x="29" y="342"/>
                  </a:lnTo>
                  <a:lnTo>
                    <a:pt x="35" y="352"/>
                  </a:lnTo>
                  <a:lnTo>
                    <a:pt x="38" y="361"/>
                  </a:lnTo>
                  <a:lnTo>
                    <a:pt x="39" y="373"/>
                  </a:lnTo>
                  <a:lnTo>
                    <a:pt x="35" y="372"/>
                  </a:lnTo>
                  <a:lnTo>
                    <a:pt x="31" y="371"/>
                  </a:lnTo>
                  <a:lnTo>
                    <a:pt x="28" y="371"/>
                  </a:lnTo>
                  <a:lnTo>
                    <a:pt x="25" y="369"/>
                  </a:lnTo>
                  <a:lnTo>
                    <a:pt x="22" y="368"/>
                  </a:lnTo>
                  <a:lnTo>
                    <a:pt x="18" y="367"/>
                  </a:lnTo>
                  <a:lnTo>
                    <a:pt x="16" y="366"/>
                  </a:lnTo>
                  <a:lnTo>
                    <a:pt x="13" y="365"/>
                  </a:lnTo>
                  <a:lnTo>
                    <a:pt x="10" y="363"/>
                  </a:lnTo>
                  <a:lnTo>
                    <a:pt x="7" y="360"/>
                  </a:lnTo>
                  <a:lnTo>
                    <a:pt x="11" y="364"/>
                  </a:lnTo>
                  <a:lnTo>
                    <a:pt x="16" y="368"/>
                  </a:lnTo>
                  <a:lnTo>
                    <a:pt x="21" y="373"/>
                  </a:lnTo>
                  <a:lnTo>
                    <a:pt x="25" y="378"/>
                  </a:lnTo>
                  <a:lnTo>
                    <a:pt x="30" y="381"/>
                  </a:lnTo>
                  <a:lnTo>
                    <a:pt x="35" y="386"/>
                  </a:lnTo>
                  <a:lnTo>
                    <a:pt x="39" y="389"/>
                  </a:lnTo>
                  <a:lnTo>
                    <a:pt x="44" y="393"/>
                  </a:lnTo>
                  <a:lnTo>
                    <a:pt x="50" y="396"/>
                  </a:lnTo>
                  <a:lnTo>
                    <a:pt x="54" y="398"/>
                  </a:lnTo>
                  <a:lnTo>
                    <a:pt x="83" y="360"/>
                  </a:lnTo>
                  <a:lnTo>
                    <a:pt x="99" y="373"/>
                  </a:lnTo>
                  <a:lnTo>
                    <a:pt x="90" y="381"/>
                  </a:lnTo>
                  <a:lnTo>
                    <a:pt x="83" y="389"/>
                  </a:lnTo>
                  <a:lnTo>
                    <a:pt x="81" y="398"/>
                  </a:lnTo>
                  <a:lnTo>
                    <a:pt x="80" y="408"/>
                  </a:lnTo>
                  <a:lnTo>
                    <a:pt x="81" y="418"/>
                  </a:lnTo>
                  <a:lnTo>
                    <a:pt x="83" y="427"/>
                  </a:lnTo>
                  <a:lnTo>
                    <a:pt x="87" y="438"/>
                  </a:lnTo>
                  <a:lnTo>
                    <a:pt x="90" y="447"/>
                  </a:lnTo>
                  <a:lnTo>
                    <a:pt x="94" y="457"/>
                  </a:lnTo>
                  <a:lnTo>
                    <a:pt x="97" y="467"/>
                  </a:lnTo>
                  <a:lnTo>
                    <a:pt x="117" y="479"/>
                  </a:lnTo>
                  <a:lnTo>
                    <a:pt x="121" y="475"/>
                  </a:lnTo>
                  <a:lnTo>
                    <a:pt x="127" y="478"/>
                  </a:lnTo>
                  <a:lnTo>
                    <a:pt x="132" y="483"/>
                  </a:lnTo>
                  <a:lnTo>
                    <a:pt x="136" y="487"/>
                  </a:lnTo>
                  <a:lnTo>
                    <a:pt x="141" y="492"/>
                  </a:lnTo>
                  <a:lnTo>
                    <a:pt x="145" y="498"/>
                  </a:lnTo>
                  <a:lnTo>
                    <a:pt x="150" y="503"/>
                  </a:lnTo>
                  <a:lnTo>
                    <a:pt x="154" y="508"/>
                  </a:lnTo>
                  <a:lnTo>
                    <a:pt x="157" y="514"/>
                  </a:lnTo>
                  <a:lnTo>
                    <a:pt x="159" y="518"/>
                  </a:lnTo>
                  <a:lnTo>
                    <a:pt x="161" y="522"/>
                  </a:lnTo>
                  <a:lnTo>
                    <a:pt x="162" y="521"/>
                  </a:lnTo>
                  <a:lnTo>
                    <a:pt x="163" y="520"/>
                  </a:lnTo>
                  <a:lnTo>
                    <a:pt x="163" y="518"/>
                  </a:lnTo>
                  <a:lnTo>
                    <a:pt x="164" y="517"/>
                  </a:lnTo>
                  <a:lnTo>
                    <a:pt x="165" y="517"/>
                  </a:lnTo>
                  <a:lnTo>
                    <a:pt x="166" y="516"/>
                  </a:lnTo>
                  <a:lnTo>
                    <a:pt x="167" y="515"/>
                  </a:lnTo>
                  <a:lnTo>
                    <a:pt x="167" y="514"/>
                  </a:lnTo>
                  <a:lnTo>
                    <a:pt x="169" y="514"/>
                  </a:lnTo>
                  <a:lnTo>
                    <a:pt x="170" y="513"/>
                  </a:lnTo>
                  <a:lnTo>
                    <a:pt x="186" y="525"/>
                  </a:lnTo>
                  <a:lnTo>
                    <a:pt x="179" y="515"/>
                  </a:lnTo>
                  <a:lnTo>
                    <a:pt x="174" y="503"/>
                  </a:lnTo>
                  <a:lnTo>
                    <a:pt x="171" y="492"/>
                  </a:lnTo>
                  <a:lnTo>
                    <a:pt x="167" y="479"/>
                  </a:lnTo>
                  <a:lnTo>
                    <a:pt x="165" y="465"/>
                  </a:lnTo>
                  <a:lnTo>
                    <a:pt x="163" y="453"/>
                  </a:lnTo>
                  <a:lnTo>
                    <a:pt x="161" y="441"/>
                  </a:lnTo>
                  <a:lnTo>
                    <a:pt x="158" y="430"/>
                  </a:lnTo>
                  <a:lnTo>
                    <a:pt x="156" y="419"/>
                  </a:lnTo>
                  <a:lnTo>
                    <a:pt x="154" y="411"/>
                  </a:lnTo>
                  <a:lnTo>
                    <a:pt x="165" y="418"/>
                  </a:lnTo>
                  <a:lnTo>
                    <a:pt x="173" y="426"/>
                  </a:lnTo>
                  <a:lnTo>
                    <a:pt x="180" y="435"/>
                  </a:lnTo>
                  <a:lnTo>
                    <a:pt x="185" y="447"/>
                  </a:lnTo>
                  <a:lnTo>
                    <a:pt x="188" y="458"/>
                  </a:lnTo>
                  <a:lnTo>
                    <a:pt x="191" y="470"/>
                  </a:lnTo>
                  <a:lnTo>
                    <a:pt x="192" y="483"/>
                  </a:lnTo>
                  <a:lnTo>
                    <a:pt x="194" y="495"/>
                  </a:lnTo>
                  <a:lnTo>
                    <a:pt x="196" y="507"/>
                  </a:lnTo>
                  <a:lnTo>
                    <a:pt x="199" y="520"/>
                  </a:lnTo>
                  <a:lnTo>
                    <a:pt x="208" y="531"/>
                  </a:lnTo>
                  <a:lnTo>
                    <a:pt x="217" y="543"/>
                  </a:lnTo>
                  <a:lnTo>
                    <a:pt x="229" y="553"/>
                  </a:lnTo>
                  <a:lnTo>
                    <a:pt x="240" y="564"/>
                  </a:lnTo>
                  <a:lnTo>
                    <a:pt x="252" y="573"/>
                  </a:lnTo>
                  <a:lnTo>
                    <a:pt x="265" y="581"/>
                  </a:lnTo>
                  <a:lnTo>
                    <a:pt x="278" y="588"/>
                  </a:lnTo>
                  <a:lnTo>
                    <a:pt x="293" y="594"/>
                  </a:lnTo>
                  <a:lnTo>
                    <a:pt x="307" y="598"/>
                  </a:lnTo>
                  <a:lnTo>
                    <a:pt x="322" y="602"/>
                  </a:lnTo>
                  <a:lnTo>
                    <a:pt x="357" y="606"/>
                  </a:lnTo>
                  <a:lnTo>
                    <a:pt x="384" y="599"/>
                  </a:lnTo>
                  <a:lnTo>
                    <a:pt x="404" y="583"/>
                  </a:lnTo>
                  <a:lnTo>
                    <a:pt x="419" y="561"/>
                  </a:lnTo>
                  <a:lnTo>
                    <a:pt x="431" y="536"/>
                  </a:lnTo>
                  <a:lnTo>
                    <a:pt x="440" y="507"/>
                  </a:lnTo>
                  <a:lnTo>
                    <a:pt x="448" y="478"/>
                  </a:lnTo>
                  <a:lnTo>
                    <a:pt x="456" y="451"/>
                  </a:lnTo>
                  <a:lnTo>
                    <a:pt x="464" y="428"/>
                  </a:lnTo>
                  <a:lnTo>
                    <a:pt x="476" y="411"/>
                  </a:lnTo>
                  <a:lnTo>
                    <a:pt x="467" y="420"/>
                  </a:lnTo>
                  <a:lnTo>
                    <a:pt x="453" y="404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4" name="Freeform 33"/>
            <p:cNvSpPr>
              <a:spLocks/>
            </p:cNvSpPr>
            <p:nvPr/>
          </p:nvSpPr>
          <p:spPr bwMode="auto">
            <a:xfrm>
              <a:off x="2211" y="2586"/>
              <a:ext cx="11" cy="16"/>
            </a:xfrm>
            <a:custGeom>
              <a:avLst/>
              <a:gdLst>
                <a:gd name="T0" fmla="*/ 22 w 22"/>
                <a:gd name="T1" fmla="*/ 0 h 33"/>
                <a:gd name="T2" fmla="*/ 0 w 22"/>
                <a:gd name="T3" fmla="*/ 33 h 33"/>
                <a:gd name="T4" fmla="*/ 22 w 22"/>
                <a:gd name="T5" fmla="*/ 1 h 33"/>
                <a:gd name="T6" fmla="*/ 22 w 22"/>
                <a:gd name="T7" fmla="*/ 1 h 33"/>
                <a:gd name="T8" fmla="*/ 22 w 2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33"/>
                <a:gd name="T17" fmla="*/ 22 w 22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33">
                  <a:moveTo>
                    <a:pt x="22" y="0"/>
                  </a:moveTo>
                  <a:lnTo>
                    <a:pt x="0" y="33"/>
                  </a:lnTo>
                  <a:lnTo>
                    <a:pt x="22" y="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1843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5" name="Freeform 34"/>
            <p:cNvSpPr>
              <a:spLocks/>
            </p:cNvSpPr>
            <p:nvPr/>
          </p:nvSpPr>
          <p:spPr bwMode="auto">
            <a:xfrm>
              <a:off x="2195" y="2594"/>
              <a:ext cx="8" cy="16"/>
            </a:xfrm>
            <a:custGeom>
              <a:avLst/>
              <a:gdLst>
                <a:gd name="T0" fmla="*/ 15 w 17"/>
                <a:gd name="T1" fmla="*/ 0 h 33"/>
                <a:gd name="T2" fmla="*/ 0 w 17"/>
                <a:gd name="T3" fmla="*/ 33 h 33"/>
                <a:gd name="T4" fmla="*/ 17 w 17"/>
                <a:gd name="T5" fmla="*/ 0 h 33"/>
                <a:gd name="T6" fmla="*/ 17 w 17"/>
                <a:gd name="T7" fmla="*/ 0 h 33"/>
                <a:gd name="T8" fmla="*/ 15 w 1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33"/>
                <a:gd name="T17" fmla="*/ 17 w 17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33">
                  <a:moveTo>
                    <a:pt x="15" y="0"/>
                  </a:moveTo>
                  <a:lnTo>
                    <a:pt x="0" y="33"/>
                  </a:lnTo>
                  <a:lnTo>
                    <a:pt x="17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1843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6" name="Freeform 35"/>
            <p:cNvSpPr>
              <a:spLocks/>
            </p:cNvSpPr>
            <p:nvPr/>
          </p:nvSpPr>
          <p:spPr bwMode="auto">
            <a:xfrm>
              <a:off x="1962" y="2607"/>
              <a:ext cx="433" cy="397"/>
            </a:xfrm>
            <a:custGeom>
              <a:avLst/>
              <a:gdLst>
                <a:gd name="T0" fmla="*/ 450 w 864"/>
                <a:gd name="T1" fmla="*/ 161 h 795"/>
                <a:gd name="T2" fmla="*/ 383 w 864"/>
                <a:gd name="T3" fmla="*/ 231 h 795"/>
                <a:gd name="T4" fmla="*/ 403 w 864"/>
                <a:gd name="T5" fmla="*/ 261 h 795"/>
                <a:gd name="T6" fmla="*/ 370 w 864"/>
                <a:gd name="T7" fmla="*/ 280 h 795"/>
                <a:gd name="T8" fmla="*/ 385 w 864"/>
                <a:gd name="T9" fmla="*/ 297 h 795"/>
                <a:gd name="T10" fmla="*/ 415 w 864"/>
                <a:gd name="T11" fmla="*/ 351 h 795"/>
                <a:gd name="T12" fmla="*/ 504 w 864"/>
                <a:gd name="T13" fmla="*/ 449 h 795"/>
                <a:gd name="T14" fmla="*/ 573 w 864"/>
                <a:gd name="T15" fmla="*/ 475 h 795"/>
                <a:gd name="T16" fmla="*/ 589 w 864"/>
                <a:gd name="T17" fmla="*/ 446 h 795"/>
                <a:gd name="T18" fmla="*/ 612 w 864"/>
                <a:gd name="T19" fmla="*/ 503 h 795"/>
                <a:gd name="T20" fmla="*/ 686 w 864"/>
                <a:gd name="T21" fmla="*/ 477 h 795"/>
                <a:gd name="T22" fmla="*/ 653 w 864"/>
                <a:gd name="T23" fmla="*/ 380 h 795"/>
                <a:gd name="T24" fmla="*/ 583 w 864"/>
                <a:gd name="T25" fmla="*/ 377 h 795"/>
                <a:gd name="T26" fmla="*/ 578 w 864"/>
                <a:gd name="T27" fmla="*/ 399 h 795"/>
                <a:gd name="T28" fmla="*/ 574 w 864"/>
                <a:gd name="T29" fmla="*/ 363 h 795"/>
                <a:gd name="T30" fmla="*/ 641 w 864"/>
                <a:gd name="T31" fmla="*/ 360 h 795"/>
                <a:gd name="T32" fmla="*/ 690 w 864"/>
                <a:gd name="T33" fmla="*/ 516 h 795"/>
                <a:gd name="T34" fmla="*/ 621 w 864"/>
                <a:gd name="T35" fmla="*/ 558 h 795"/>
                <a:gd name="T36" fmla="*/ 647 w 864"/>
                <a:gd name="T37" fmla="*/ 596 h 795"/>
                <a:gd name="T38" fmla="*/ 717 w 864"/>
                <a:gd name="T39" fmla="*/ 549 h 795"/>
                <a:gd name="T40" fmla="*/ 804 w 864"/>
                <a:gd name="T41" fmla="*/ 488 h 795"/>
                <a:gd name="T42" fmla="*/ 848 w 864"/>
                <a:gd name="T43" fmla="*/ 493 h 795"/>
                <a:gd name="T44" fmla="*/ 670 w 864"/>
                <a:gd name="T45" fmla="*/ 771 h 795"/>
                <a:gd name="T46" fmla="*/ 639 w 864"/>
                <a:gd name="T47" fmla="*/ 744 h 795"/>
                <a:gd name="T48" fmla="*/ 717 w 864"/>
                <a:gd name="T49" fmla="*/ 664 h 795"/>
                <a:gd name="T50" fmla="*/ 727 w 864"/>
                <a:gd name="T51" fmla="*/ 678 h 795"/>
                <a:gd name="T52" fmla="*/ 744 w 864"/>
                <a:gd name="T53" fmla="*/ 582 h 795"/>
                <a:gd name="T54" fmla="*/ 670 w 864"/>
                <a:gd name="T55" fmla="*/ 699 h 795"/>
                <a:gd name="T56" fmla="*/ 564 w 864"/>
                <a:gd name="T57" fmla="*/ 774 h 795"/>
                <a:gd name="T58" fmla="*/ 424 w 864"/>
                <a:gd name="T59" fmla="*/ 669 h 795"/>
                <a:gd name="T60" fmla="*/ 440 w 864"/>
                <a:gd name="T61" fmla="*/ 728 h 795"/>
                <a:gd name="T62" fmla="*/ 403 w 864"/>
                <a:gd name="T63" fmla="*/ 787 h 795"/>
                <a:gd name="T64" fmla="*/ 361 w 864"/>
                <a:gd name="T65" fmla="*/ 774 h 795"/>
                <a:gd name="T66" fmla="*/ 375 w 864"/>
                <a:gd name="T67" fmla="*/ 685 h 795"/>
                <a:gd name="T68" fmla="*/ 389 w 864"/>
                <a:gd name="T69" fmla="*/ 678 h 795"/>
                <a:gd name="T70" fmla="*/ 330 w 864"/>
                <a:gd name="T71" fmla="*/ 655 h 795"/>
                <a:gd name="T72" fmla="*/ 326 w 864"/>
                <a:gd name="T73" fmla="*/ 678 h 795"/>
                <a:gd name="T74" fmla="*/ 319 w 864"/>
                <a:gd name="T75" fmla="*/ 717 h 795"/>
                <a:gd name="T76" fmla="*/ 272 w 864"/>
                <a:gd name="T77" fmla="*/ 727 h 795"/>
                <a:gd name="T78" fmla="*/ 260 w 864"/>
                <a:gd name="T79" fmla="*/ 708 h 795"/>
                <a:gd name="T80" fmla="*/ 202 w 864"/>
                <a:gd name="T81" fmla="*/ 714 h 795"/>
                <a:gd name="T82" fmla="*/ 114 w 864"/>
                <a:gd name="T83" fmla="*/ 669 h 795"/>
                <a:gd name="T84" fmla="*/ 103 w 864"/>
                <a:gd name="T85" fmla="*/ 659 h 795"/>
                <a:gd name="T86" fmla="*/ 90 w 864"/>
                <a:gd name="T87" fmla="*/ 653 h 795"/>
                <a:gd name="T88" fmla="*/ 39 w 864"/>
                <a:gd name="T89" fmla="*/ 647 h 795"/>
                <a:gd name="T90" fmla="*/ 39 w 864"/>
                <a:gd name="T91" fmla="*/ 570 h 795"/>
                <a:gd name="T92" fmla="*/ 152 w 864"/>
                <a:gd name="T93" fmla="*/ 481 h 795"/>
                <a:gd name="T94" fmla="*/ 307 w 864"/>
                <a:gd name="T95" fmla="*/ 503 h 795"/>
                <a:gd name="T96" fmla="*/ 389 w 864"/>
                <a:gd name="T97" fmla="*/ 618 h 795"/>
                <a:gd name="T98" fmla="*/ 398 w 864"/>
                <a:gd name="T99" fmla="*/ 604 h 795"/>
                <a:gd name="T100" fmla="*/ 391 w 864"/>
                <a:gd name="T101" fmla="*/ 612 h 795"/>
                <a:gd name="T102" fmla="*/ 458 w 864"/>
                <a:gd name="T103" fmla="*/ 676 h 795"/>
                <a:gd name="T104" fmla="*/ 500 w 864"/>
                <a:gd name="T105" fmla="*/ 681 h 795"/>
                <a:gd name="T106" fmla="*/ 520 w 864"/>
                <a:gd name="T107" fmla="*/ 674 h 795"/>
                <a:gd name="T108" fmla="*/ 439 w 864"/>
                <a:gd name="T109" fmla="*/ 585 h 795"/>
                <a:gd name="T110" fmla="*/ 401 w 864"/>
                <a:gd name="T111" fmla="*/ 568 h 795"/>
                <a:gd name="T112" fmla="*/ 351 w 864"/>
                <a:gd name="T113" fmla="*/ 417 h 795"/>
                <a:gd name="T114" fmla="*/ 320 w 864"/>
                <a:gd name="T115" fmla="*/ 360 h 795"/>
                <a:gd name="T116" fmla="*/ 326 w 864"/>
                <a:gd name="T117" fmla="*/ 110 h 795"/>
                <a:gd name="T118" fmla="*/ 486 w 864"/>
                <a:gd name="T119" fmla="*/ 33 h 795"/>
                <a:gd name="T120" fmla="*/ 596 w 864"/>
                <a:gd name="T121" fmla="*/ 0 h 7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4"/>
                <a:gd name="T184" fmla="*/ 0 h 795"/>
                <a:gd name="T185" fmla="*/ 864 w 864"/>
                <a:gd name="T186" fmla="*/ 795 h 7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4" h="795">
                  <a:moveTo>
                    <a:pt x="672" y="18"/>
                  </a:moveTo>
                  <a:lnTo>
                    <a:pt x="636" y="17"/>
                  </a:lnTo>
                  <a:lnTo>
                    <a:pt x="604" y="25"/>
                  </a:lnTo>
                  <a:lnTo>
                    <a:pt x="575" y="39"/>
                  </a:lnTo>
                  <a:lnTo>
                    <a:pt x="547" y="59"/>
                  </a:lnTo>
                  <a:lnTo>
                    <a:pt x="522" y="82"/>
                  </a:lnTo>
                  <a:lnTo>
                    <a:pt x="498" y="107"/>
                  </a:lnTo>
                  <a:lnTo>
                    <a:pt x="475" y="134"/>
                  </a:lnTo>
                  <a:lnTo>
                    <a:pt x="450" y="161"/>
                  </a:lnTo>
                  <a:lnTo>
                    <a:pt x="425" y="184"/>
                  </a:lnTo>
                  <a:lnTo>
                    <a:pt x="398" y="203"/>
                  </a:lnTo>
                  <a:lnTo>
                    <a:pt x="396" y="207"/>
                  </a:lnTo>
                  <a:lnTo>
                    <a:pt x="394" y="211"/>
                  </a:lnTo>
                  <a:lnTo>
                    <a:pt x="391" y="216"/>
                  </a:lnTo>
                  <a:lnTo>
                    <a:pt x="390" y="219"/>
                  </a:lnTo>
                  <a:lnTo>
                    <a:pt x="388" y="224"/>
                  </a:lnTo>
                  <a:lnTo>
                    <a:pt x="386" y="228"/>
                  </a:lnTo>
                  <a:lnTo>
                    <a:pt x="383" y="231"/>
                  </a:lnTo>
                  <a:lnTo>
                    <a:pt x="381" y="236"/>
                  </a:lnTo>
                  <a:lnTo>
                    <a:pt x="378" y="239"/>
                  </a:lnTo>
                  <a:lnTo>
                    <a:pt x="373" y="241"/>
                  </a:lnTo>
                  <a:lnTo>
                    <a:pt x="379" y="244"/>
                  </a:lnTo>
                  <a:lnTo>
                    <a:pt x="385" y="247"/>
                  </a:lnTo>
                  <a:lnTo>
                    <a:pt x="389" y="251"/>
                  </a:lnTo>
                  <a:lnTo>
                    <a:pt x="394" y="254"/>
                  </a:lnTo>
                  <a:lnTo>
                    <a:pt x="398" y="258"/>
                  </a:lnTo>
                  <a:lnTo>
                    <a:pt x="403" y="261"/>
                  </a:lnTo>
                  <a:lnTo>
                    <a:pt x="409" y="262"/>
                  </a:lnTo>
                  <a:lnTo>
                    <a:pt x="413" y="262"/>
                  </a:lnTo>
                  <a:lnTo>
                    <a:pt x="420" y="261"/>
                  </a:lnTo>
                  <a:lnTo>
                    <a:pt x="427" y="258"/>
                  </a:lnTo>
                  <a:lnTo>
                    <a:pt x="366" y="265"/>
                  </a:lnTo>
                  <a:lnTo>
                    <a:pt x="372" y="270"/>
                  </a:lnTo>
                  <a:lnTo>
                    <a:pt x="373" y="274"/>
                  </a:lnTo>
                  <a:lnTo>
                    <a:pt x="372" y="277"/>
                  </a:lnTo>
                  <a:lnTo>
                    <a:pt x="370" y="280"/>
                  </a:lnTo>
                  <a:lnTo>
                    <a:pt x="366" y="281"/>
                  </a:lnTo>
                  <a:lnTo>
                    <a:pt x="364" y="283"/>
                  </a:lnTo>
                  <a:lnTo>
                    <a:pt x="361" y="285"/>
                  </a:lnTo>
                  <a:lnTo>
                    <a:pt x="360" y="288"/>
                  </a:lnTo>
                  <a:lnTo>
                    <a:pt x="361" y="291"/>
                  </a:lnTo>
                  <a:lnTo>
                    <a:pt x="366" y="296"/>
                  </a:lnTo>
                  <a:lnTo>
                    <a:pt x="376" y="295"/>
                  </a:lnTo>
                  <a:lnTo>
                    <a:pt x="381" y="296"/>
                  </a:lnTo>
                  <a:lnTo>
                    <a:pt x="385" y="297"/>
                  </a:lnTo>
                  <a:lnTo>
                    <a:pt x="385" y="299"/>
                  </a:lnTo>
                  <a:lnTo>
                    <a:pt x="383" y="303"/>
                  </a:lnTo>
                  <a:lnTo>
                    <a:pt x="382" y="307"/>
                  </a:lnTo>
                  <a:lnTo>
                    <a:pt x="381" y="312"/>
                  </a:lnTo>
                  <a:lnTo>
                    <a:pt x="382" y="317"/>
                  </a:lnTo>
                  <a:lnTo>
                    <a:pt x="383" y="320"/>
                  </a:lnTo>
                  <a:lnTo>
                    <a:pt x="389" y="325"/>
                  </a:lnTo>
                  <a:lnTo>
                    <a:pt x="401" y="340"/>
                  </a:lnTo>
                  <a:lnTo>
                    <a:pt x="415" y="351"/>
                  </a:lnTo>
                  <a:lnTo>
                    <a:pt x="428" y="360"/>
                  </a:lnTo>
                  <a:lnTo>
                    <a:pt x="443" y="369"/>
                  </a:lnTo>
                  <a:lnTo>
                    <a:pt x="457" y="377"/>
                  </a:lnTo>
                  <a:lnTo>
                    <a:pt x="472" y="385"/>
                  </a:lnTo>
                  <a:lnTo>
                    <a:pt x="486" y="393"/>
                  </a:lnTo>
                  <a:lnTo>
                    <a:pt x="499" y="403"/>
                  </a:lnTo>
                  <a:lnTo>
                    <a:pt x="510" y="417"/>
                  </a:lnTo>
                  <a:lnTo>
                    <a:pt x="520" y="433"/>
                  </a:lnTo>
                  <a:lnTo>
                    <a:pt x="504" y="449"/>
                  </a:lnTo>
                  <a:lnTo>
                    <a:pt x="509" y="456"/>
                  </a:lnTo>
                  <a:lnTo>
                    <a:pt x="516" y="462"/>
                  </a:lnTo>
                  <a:lnTo>
                    <a:pt x="524" y="468"/>
                  </a:lnTo>
                  <a:lnTo>
                    <a:pt x="531" y="473"/>
                  </a:lnTo>
                  <a:lnTo>
                    <a:pt x="539" y="476"/>
                  </a:lnTo>
                  <a:lnTo>
                    <a:pt x="547" y="477"/>
                  </a:lnTo>
                  <a:lnTo>
                    <a:pt x="556" y="478"/>
                  </a:lnTo>
                  <a:lnTo>
                    <a:pt x="565" y="477"/>
                  </a:lnTo>
                  <a:lnTo>
                    <a:pt x="573" y="475"/>
                  </a:lnTo>
                  <a:lnTo>
                    <a:pt x="580" y="471"/>
                  </a:lnTo>
                  <a:lnTo>
                    <a:pt x="583" y="469"/>
                  </a:lnTo>
                  <a:lnTo>
                    <a:pt x="586" y="467"/>
                  </a:lnTo>
                  <a:lnTo>
                    <a:pt x="588" y="463"/>
                  </a:lnTo>
                  <a:lnTo>
                    <a:pt x="588" y="460"/>
                  </a:lnTo>
                  <a:lnTo>
                    <a:pt x="589" y="456"/>
                  </a:lnTo>
                  <a:lnTo>
                    <a:pt x="589" y="453"/>
                  </a:lnTo>
                  <a:lnTo>
                    <a:pt x="589" y="449"/>
                  </a:lnTo>
                  <a:lnTo>
                    <a:pt x="589" y="446"/>
                  </a:lnTo>
                  <a:lnTo>
                    <a:pt x="589" y="442"/>
                  </a:lnTo>
                  <a:lnTo>
                    <a:pt x="590" y="439"/>
                  </a:lnTo>
                  <a:lnTo>
                    <a:pt x="599" y="446"/>
                  </a:lnTo>
                  <a:lnTo>
                    <a:pt x="605" y="454"/>
                  </a:lnTo>
                  <a:lnTo>
                    <a:pt x="608" y="463"/>
                  </a:lnTo>
                  <a:lnTo>
                    <a:pt x="609" y="474"/>
                  </a:lnTo>
                  <a:lnTo>
                    <a:pt x="610" y="484"/>
                  </a:lnTo>
                  <a:lnTo>
                    <a:pt x="611" y="493"/>
                  </a:lnTo>
                  <a:lnTo>
                    <a:pt x="612" y="503"/>
                  </a:lnTo>
                  <a:lnTo>
                    <a:pt x="617" y="510"/>
                  </a:lnTo>
                  <a:lnTo>
                    <a:pt x="624" y="514"/>
                  </a:lnTo>
                  <a:lnTo>
                    <a:pt x="634" y="516"/>
                  </a:lnTo>
                  <a:lnTo>
                    <a:pt x="634" y="433"/>
                  </a:lnTo>
                  <a:lnTo>
                    <a:pt x="657" y="504"/>
                  </a:lnTo>
                  <a:lnTo>
                    <a:pt x="668" y="501"/>
                  </a:lnTo>
                  <a:lnTo>
                    <a:pt x="676" y="497"/>
                  </a:lnTo>
                  <a:lnTo>
                    <a:pt x="682" y="488"/>
                  </a:lnTo>
                  <a:lnTo>
                    <a:pt x="686" y="477"/>
                  </a:lnTo>
                  <a:lnTo>
                    <a:pt x="688" y="464"/>
                  </a:lnTo>
                  <a:lnTo>
                    <a:pt x="690" y="451"/>
                  </a:lnTo>
                  <a:lnTo>
                    <a:pt x="687" y="437"/>
                  </a:lnTo>
                  <a:lnTo>
                    <a:pt x="685" y="423"/>
                  </a:lnTo>
                  <a:lnTo>
                    <a:pt x="679" y="411"/>
                  </a:lnTo>
                  <a:lnTo>
                    <a:pt x="672" y="401"/>
                  </a:lnTo>
                  <a:lnTo>
                    <a:pt x="666" y="393"/>
                  </a:lnTo>
                  <a:lnTo>
                    <a:pt x="660" y="386"/>
                  </a:lnTo>
                  <a:lnTo>
                    <a:pt x="653" y="380"/>
                  </a:lnTo>
                  <a:lnTo>
                    <a:pt x="645" y="377"/>
                  </a:lnTo>
                  <a:lnTo>
                    <a:pt x="636" y="373"/>
                  </a:lnTo>
                  <a:lnTo>
                    <a:pt x="627" y="372"/>
                  </a:lnTo>
                  <a:lnTo>
                    <a:pt x="618" y="371"/>
                  </a:lnTo>
                  <a:lnTo>
                    <a:pt x="609" y="371"/>
                  </a:lnTo>
                  <a:lnTo>
                    <a:pt x="599" y="372"/>
                  </a:lnTo>
                  <a:lnTo>
                    <a:pt x="590" y="372"/>
                  </a:lnTo>
                  <a:lnTo>
                    <a:pt x="586" y="374"/>
                  </a:lnTo>
                  <a:lnTo>
                    <a:pt x="583" y="377"/>
                  </a:lnTo>
                  <a:lnTo>
                    <a:pt x="581" y="380"/>
                  </a:lnTo>
                  <a:lnTo>
                    <a:pt x="581" y="382"/>
                  </a:lnTo>
                  <a:lnTo>
                    <a:pt x="580" y="386"/>
                  </a:lnTo>
                  <a:lnTo>
                    <a:pt x="581" y="388"/>
                  </a:lnTo>
                  <a:lnTo>
                    <a:pt x="581" y="392"/>
                  </a:lnTo>
                  <a:lnTo>
                    <a:pt x="581" y="395"/>
                  </a:lnTo>
                  <a:lnTo>
                    <a:pt x="581" y="399"/>
                  </a:lnTo>
                  <a:lnTo>
                    <a:pt x="580" y="401"/>
                  </a:lnTo>
                  <a:lnTo>
                    <a:pt x="578" y="399"/>
                  </a:lnTo>
                  <a:lnTo>
                    <a:pt x="575" y="396"/>
                  </a:lnTo>
                  <a:lnTo>
                    <a:pt x="573" y="393"/>
                  </a:lnTo>
                  <a:lnTo>
                    <a:pt x="573" y="389"/>
                  </a:lnTo>
                  <a:lnTo>
                    <a:pt x="572" y="386"/>
                  </a:lnTo>
                  <a:lnTo>
                    <a:pt x="573" y="381"/>
                  </a:lnTo>
                  <a:lnTo>
                    <a:pt x="573" y="377"/>
                  </a:lnTo>
                  <a:lnTo>
                    <a:pt x="573" y="372"/>
                  </a:lnTo>
                  <a:lnTo>
                    <a:pt x="574" y="367"/>
                  </a:lnTo>
                  <a:lnTo>
                    <a:pt x="574" y="363"/>
                  </a:lnTo>
                  <a:lnTo>
                    <a:pt x="582" y="360"/>
                  </a:lnTo>
                  <a:lnTo>
                    <a:pt x="590" y="358"/>
                  </a:lnTo>
                  <a:lnTo>
                    <a:pt x="597" y="357"/>
                  </a:lnTo>
                  <a:lnTo>
                    <a:pt x="604" y="356"/>
                  </a:lnTo>
                  <a:lnTo>
                    <a:pt x="611" y="356"/>
                  </a:lnTo>
                  <a:lnTo>
                    <a:pt x="618" y="356"/>
                  </a:lnTo>
                  <a:lnTo>
                    <a:pt x="625" y="357"/>
                  </a:lnTo>
                  <a:lnTo>
                    <a:pt x="633" y="358"/>
                  </a:lnTo>
                  <a:lnTo>
                    <a:pt x="641" y="360"/>
                  </a:lnTo>
                  <a:lnTo>
                    <a:pt x="650" y="363"/>
                  </a:lnTo>
                  <a:lnTo>
                    <a:pt x="668" y="379"/>
                  </a:lnTo>
                  <a:lnTo>
                    <a:pt x="682" y="396"/>
                  </a:lnTo>
                  <a:lnTo>
                    <a:pt x="691" y="415"/>
                  </a:lnTo>
                  <a:lnTo>
                    <a:pt x="697" y="434"/>
                  </a:lnTo>
                  <a:lnTo>
                    <a:pt x="699" y="455"/>
                  </a:lnTo>
                  <a:lnTo>
                    <a:pt x="698" y="475"/>
                  </a:lnTo>
                  <a:lnTo>
                    <a:pt x="694" y="496"/>
                  </a:lnTo>
                  <a:lnTo>
                    <a:pt x="690" y="516"/>
                  </a:lnTo>
                  <a:lnTo>
                    <a:pt x="682" y="535"/>
                  </a:lnTo>
                  <a:lnTo>
                    <a:pt x="672" y="555"/>
                  </a:lnTo>
                  <a:lnTo>
                    <a:pt x="657" y="570"/>
                  </a:lnTo>
                  <a:lnTo>
                    <a:pt x="634" y="542"/>
                  </a:lnTo>
                  <a:lnTo>
                    <a:pt x="631" y="544"/>
                  </a:lnTo>
                  <a:lnTo>
                    <a:pt x="627" y="548"/>
                  </a:lnTo>
                  <a:lnTo>
                    <a:pt x="624" y="551"/>
                  </a:lnTo>
                  <a:lnTo>
                    <a:pt x="623" y="555"/>
                  </a:lnTo>
                  <a:lnTo>
                    <a:pt x="621" y="558"/>
                  </a:lnTo>
                  <a:lnTo>
                    <a:pt x="621" y="563"/>
                  </a:lnTo>
                  <a:lnTo>
                    <a:pt x="623" y="566"/>
                  </a:lnTo>
                  <a:lnTo>
                    <a:pt x="624" y="571"/>
                  </a:lnTo>
                  <a:lnTo>
                    <a:pt x="626" y="575"/>
                  </a:lnTo>
                  <a:lnTo>
                    <a:pt x="628" y="580"/>
                  </a:lnTo>
                  <a:lnTo>
                    <a:pt x="632" y="587"/>
                  </a:lnTo>
                  <a:lnTo>
                    <a:pt x="636" y="592"/>
                  </a:lnTo>
                  <a:lnTo>
                    <a:pt x="641" y="595"/>
                  </a:lnTo>
                  <a:lnTo>
                    <a:pt x="647" y="596"/>
                  </a:lnTo>
                  <a:lnTo>
                    <a:pt x="654" y="596"/>
                  </a:lnTo>
                  <a:lnTo>
                    <a:pt x="661" y="595"/>
                  </a:lnTo>
                  <a:lnTo>
                    <a:pt x="668" y="594"/>
                  </a:lnTo>
                  <a:lnTo>
                    <a:pt x="675" y="593"/>
                  </a:lnTo>
                  <a:lnTo>
                    <a:pt x="682" y="592"/>
                  </a:lnTo>
                  <a:lnTo>
                    <a:pt x="688" y="593"/>
                  </a:lnTo>
                  <a:lnTo>
                    <a:pt x="701" y="579"/>
                  </a:lnTo>
                  <a:lnTo>
                    <a:pt x="710" y="565"/>
                  </a:lnTo>
                  <a:lnTo>
                    <a:pt x="717" y="549"/>
                  </a:lnTo>
                  <a:lnTo>
                    <a:pt x="723" y="531"/>
                  </a:lnTo>
                  <a:lnTo>
                    <a:pt x="725" y="514"/>
                  </a:lnTo>
                  <a:lnTo>
                    <a:pt x="727" y="497"/>
                  </a:lnTo>
                  <a:lnTo>
                    <a:pt x="727" y="478"/>
                  </a:lnTo>
                  <a:lnTo>
                    <a:pt x="724" y="461"/>
                  </a:lnTo>
                  <a:lnTo>
                    <a:pt x="722" y="444"/>
                  </a:lnTo>
                  <a:lnTo>
                    <a:pt x="717" y="426"/>
                  </a:lnTo>
                  <a:lnTo>
                    <a:pt x="788" y="504"/>
                  </a:lnTo>
                  <a:lnTo>
                    <a:pt x="804" y="488"/>
                  </a:lnTo>
                  <a:lnTo>
                    <a:pt x="804" y="542"/>
                  </a:lnTo>
                  <a:lnTo>
                    <a:pt x="811" y="542"/>
                  </a:lnTo>
                  <a:lnTo>
                    <a:pt x="818" y="540"/>
                  </a:lnTo>
                  <a:lnTo>
                    <a:pt x="825" y="535"/>
                  </a:lnTo>
                  <a:lnTo>
                    <a:pt x="829" y="528"/>
                  </a:lnTo>
                  <a:lnTo>
                    <a:pt x="834" y="520"/>
                  </a:lnTo>
                  <a:lnTo>
                    <a:pt x="839" y="512"/>
                  </a:lnTo>
                  <a:lnTo>
                    <a:pt x="843" y="503"/>
                  </a:lnTo>
                  <a:lnTo>
                    <a:pt x="848" y="493"/>
                  </a:lnTo>
                  <a:lnTo>
                    <a:pt x="853" y="485"/>
                  </a:lnTo>
                  <a:lnTo>
                    <a:pt x="858" y="477"/>
                  </a:lnTo>
                  <a:lnTo>
                    <a:pt x="826" y="555"/>
                  </a:lnTo>
                  <a:lnTo>
                    <a:pt x="864" y="531"/>
                  </a:lnTo>
                  <a:lnTo>
                    <a:pt x="864" y="548"/>
                  </a:lnTo>
                  <a:lnTo>
                    <a:pt x="695" y="778"/>
                  </a:lnTo>
                  <a:lnTo>
                    <a:pt x="686" y="775"/>
                  </a:lnTo>
                  <a:lnTo>
                    <a:pt x="678" y="773"/>
                  </a:lnTo>
                  <a:lnTo>
                    <a:pt x="670" y="771"/>
                  </a:lnTo>
                  <a:lnTo>
                    <a:pt x="662" y="768"/>
                  </a:lnTo>
                  <a:lnTo>
                    <a:pt x="654" y="766"/>
                  </a:lnTo>
                  <a:lnTo>
                    <a:pt x="646" y="764"/>
                  </a:lnTo>
                  <a:lnTo>
                    <a:pt x="638" y="761"/>
                  </a:lnTo>
                  <a:lnTo>
                    <a:pt x="630" y="759"/>
                  </a:lnTo>
                  <a:lnTo>
                    <a:pt x="620" y="757"/>
                  </a:lnTo>
                  <a:lnTo>
                    <a:pt x="612" y="756"/>
                  </a:lnTo>
                  <a:lnTo>
                    <a:pt x="626" y="751"/>
                  </a:lnTo>
                  <a:lnTo>
                    <a:pt x="639" y="744"/>
                  </a:lnTo>
                  <a:lnTo>
                    <a:pt x="650" y="737"/>
                  </a:lnTo>
                  <a:lnTo>
                    <a:pt x="661" y="728"/>
                  </a:lnTo>
                  <a:lnTo>
                    <a:pt x="671" y="719"/>
                  </a:lnTo>
                  <a:lnTo>
                    <a:pt x="680" y="708"/>
                  </a:lnTo>
                  <a:lnTo>
                    <a:pt x="690" y="697"/>
                  </a:lnTo>
                  <a:lnTo>
                    <a:pt x="699" y="685"/>
                  </a:lnTo>
                  <a:lnTo>
                    <a:pt x="708" y="675"/>
                  </a:lnTo>
                  <a:lnTo>
                    <a:pt x="717" y="663"/>
                  </a:lnTo>
                  <a:lnTo>
                    <a:pt x="717" y="664"/>
                  </a:lnTo>
                  <a:lnTo>
                    <a:pt x="718" y="667"/>
                  </a:lnTo>
                  <a:lnTo>
                    <a:pt x="718" y="668"/>
                  </a:lnTo>
                  <a:lnTo>
                    <a:pt x="720" y="670"/>
                  </a:lnTo>
                  <a:lnTo>
                    <a:pt x="721" y="671"/>
                  </a:lnTo>
                  <a:lnTo>
                    <a:pt x="722" y="674"/>
                  </a:lnTo>
                  <a:lnTo>
                    <a:pt x="723" y="675"/>
                  </a:lnTo>
                  <a:lnTo>
                    <a:pt x="724" y="676"/>
                  </a:lnTo>
                  <a:lnTo>
                    <a:pt x="725" y="677"/>
                  </a:lnTo>
                  <a:lnTo>
                    <a:pt x="727" y="678"/>
                  </a:lnTo>
                  <a:lnTo>
                    <a:pt x="729" y="668"/>
                  </a:lnTo>
                  <a:lnTo>
                    <a:pt x="731" y="656"/>
                  </a:lnTo>
                  <a:lnTo>
                    <a:pt x="734" y="646"/>
                  </a:lnTo>
                  <a:lnTo>
                    <a:pt x="736" y="635"/>
                  </a:lnTo>
                  <a:lnTo>
                    <a:pt x="738" y="625"/>
                  </a:lnTo>
                  <a:lnTo>
                    <a:pt x="740" y="615"/>
                  </a:lnTo>
                  <a:lnTo>
                    <a:pt x="742" y="604"/>
                  </a:lnTo>
                  <a:lnTo>
                    <a:pt x="743" y="594"/>
                  </a:lnTo>
                  <a:lnTo>
                    <a:pt x="744" y="582"/>
                  </a:lnTo>
                  <a:lnTo>
                    <a:pt x="743" y="570"/>
                  </a:lnTo>
                  <a:lnTo>
                    <a:pt x="725" y="571"/>
                  </a:lnTo>
                  <a:lnTo>
                    <a:pt x="713" y="579"/>
                  </a:lnTo>
                  <a:lnTo>
                    <a:pt x="706" y="594"/>
                  </a:lnTo>
                  <a:lnTo>
                    <a:pt x="700" y="614"/>
                  </a:lnTo>
                  <a:lnTo>
                    <a:pt x="695" y="637"/>
                  </a:lnTo>
                  <a:lnTo>
                    <a:pt x="690" y="660"/>
                  </a:lnTo>
                  <a:lnTo>
                    <a:pt x="682" y="681"/>
                  </a:lnTo>
                  <a:lnTo>
                    <a:pt x="670" y="699"/>
                  </a:lnTo>
                  <a:lnTo>
                    <a:pt x="653" y="712"/>
                  </a:lnTo>
                  <a:lnTo>
                    <a:pt x="628" y="716"/>
                  </a:lnTo>
                  <a:lnTo>
                    <a:pt x="599" y="711"/>
                  </a:lnTo>
                  <a:lnTo>
                    <a:pt x="582" y="714"/>
                  </a:lnTo>
                  <a:lnTo>
                    <a:pt x="573" y="722"/>
                  </a:lnTo>
                  <a:lnTo>
                    <a:pt x="569" y="735"/>
                  </a:lnTo>
                  <a:lnTo>
                    <a:pt x="568" y="749"/>
                  </a:lnTo>
                  <a:lnTo>
                    <a:pt x="567" y="763"/>
                  </a:lnTo>
                  <a:lnTo>
                    <a:pt x="564" y="774"/>
                  </a:lnTo>
                  <a:lnTo>
                    <a:pt x="556" y="780"/>
                  </a:lnTo>
                  <a:lnTo>
                    <a:pt x="539" y="780"/>
                  </a:lnTo>
                  <a:lnTo>
                    <a:pt x="513" y="771"/>
                  </a:lnTo>
                  <a:lnTo>
                    <a:pt x="437" y="647"/>
                  </a:lnTo>
                  <a:lnTo>
                    <a:pt x="428" y="650"/>
                  </a:lnTo>
                  <a:lnTo>
                    <a:pt x="424" y="655"/>
                  </a:lnTo>
                  <a:lnTo>
                    <a:pt x="422" y="660"/>
                  </a:lnTo>
                  <a:lnTo>
                    <a:pt x="422" y="664"/>
                  </a:lnTo>
                  <a:lnTo>
                    <a:pt x="424" y="669"/>
                  </a:lnTo>
                  <a:lnTo>
                    <a:pt x="426" y="675"/>
                  </a:lnTo>
                  <a:lnTo>
                    <a:pt x="430" y="679"/>
                  </a:lnTo>
                  <a:lnTo>
                    <a:pt x="432" y="685"/>
                  </a:lnTo>
                  <a:lnTo>
                    <a:pt x="435" y="690"/>
                  </a:lnTo>
                  <a:lnTo>
                    <a:pt x="437" y="694"/>
                  </a:lnTo>
                  <a:lnTo>
                    <a:pt x="441" y="701"/>
                  </a:lnTo>
                  <a:lnTo>
                    <a:pt x="443" y="709"/>
                  </a:lnTo>
                  <a:lnTo>
                    <a:pt x="442" y="719"/>
                  </a:lnTo>
                  <a:lnTo>
                    <a:pt x="440" y="728"/>
                  </a:lnTo>
                  <a:lnTo>
                    <a:pt x="435" y="737"/>
                  </a:lnTo>
                  <a:lnTo>
                    <a:pt x="431" y="746"/>
                  </a:lnTo>
                  <a:lnTo>
                    <a:pt x="425" y="756"/>
                  </a:lnTo>
                  <a:lnTo>
                    <a:pt x="419" y="766"/>
                  </a:lnTo>
                  <a:lnTo>
                    <a:pt x="415" y="775"/>
                  </a:lnTo>
                  <a:lnTo>
                    <a:pt x="411" y="783"/>
                  </a:lnTo>
                  <a:lnTo>
                    <a:pt x="409" y="785"/>
                  </a:lnTo>
                  <a:lnTo>
                    <a:pt x="405" y="786"/>
                  </a:lnTo>
                  <a:lnTo>
                    <a:pt x="403" y="787"/>
                  </a:lnTo>
                  <a:lnTo>
                    <a:pt x="401" y="789"/>
                  </a:lnTo>
                  <a:lnTo>
                    <a:pt x="398" y="791"/>
                  </a:lnTo>
                  <a:lnTo>
                    <a:pt x="395" y="793"/>
                  </a:lnTo>
                  <a:lnTo>
                    <a:pt x="393" y="794"/>
                  </a:lnTo>
                  <a:lnTo>
                    <a:pt x="389" y="795"/>
                  </a:lnTo>
                  <a:lnTo>
                    <a:pt x="386" y="795"/>
                  </a:lnTo>
                  <a:lnTo>
                    <a:pt x="382" y="794"/>
                  </a:lnTo>
                  <a:lnTo>
                    <a:pt x="370" y="783"/>
                  </a:lnTo>
                  <a:lnTo>
                    <a:pt x="361" y="774"/>
                  </a:lnTo>
                  <a:lnTo>
                    <a:pt x="360" y="765"/>
                  </a:lnTo>
                  <a:lnTo>
                    <a:pt x="361" y="754"/>
                  </a:lnTo>
                  <a:lnTo>
                    <a:pt x="366" y="744"/>
                  </a:lnTo>
                  <a:lnTo>
                    <a:pt x="371" y="734"/>
                  </a:lnTo>
                  <a:lnTo>
                    <a:pt x="375" y="722"/>
                  </a:lnTo>
                  <a:lnTo>
                    <a:pt x="379" y="711"/>
                  </a:lnTo>
                  <a:lnTo>
                    <a:pt x="378" y="698"/>
                  </a:lnTo>
                  <a:lnTo>
                    <a:pt x="373" y="685"/>
                  </a:lnTo>
                  <a:lnTo>
                    <a:pt x="375" y="685"/>
                  </a:lnTo>
                  <a:lnTo>
                    <a:pt x="378" y="686"/>
                  </a:lnTo>
                  <a:lnTo>
                    <a:pt x="380" y="685"/>
                  </a:lnTo>
                  <a:lnTo>
                    <a:pt x="382" y="685"/>
                  </a:lnTo>
                  <a:lnTo>
                    <a:pt x="383" y="684"/>
                  </a:lnTo>
                  <a:lnTo>
                    <a:pt x="385" y="683"/>
                  </a:lnTo>
                  <a:lnTo>
                    <a:pt x="386" y="682"/>
                  </a:lnTo>
                  <a:lnTo>
                    <a:pt x="387" y="681"/>
                  </a:lnTo>
                  <a:lnTo>
                    <a:pt x="388" y="679"/>
                  </a:lnTo>
                  <a:lnTo>
                    <a:pt x="389" y="678"/>
                  </a:lnTo>
                  <a:lnTo>
                    <a:pt x="386" y="672"/>
                  </a:lnTo>
                  <a:lnTo>
                    <a:pt x="381" y="668"/>
                  </a:lnTo>
                  <a:lnTo>
                    <a:pt x="375" y="663"/>
                  </a:lnTo>
                  <a:lnTo>
                    <a:pt x="368" y="660"/>
                  </a:lnTo>
                  <a:lnTo>
                    <a:pt x="361" y="657"/>
                  </a:lnTo>
                  <a:lnTo>
                    <a:pt x="353" y="656"/>
                  </a:lnTo>
                  <a:lnTo>
                    <a:pt x="346" y="655"/>
                  </a:lnTo>
                  <a:lnTo>
                    <a:pt x="338" y="655"/>
                  </a:lnTo>
                  <a:lnTo>
                    <a:pt x="330" y="655"/>
                  </a:lnTo>
                  <a:lnTo>
                    <a:pt x="322" y="656"/>
                  </a:lnTo>
                  <a:lnTo>
                    <a:pt x="306" y="669"/>
                  </a:lnTo>
                  <a:lnTo>
                    <a:pt x="308" y="674"/>
                  </a:lnTo>
                  <a:lnTo>
                    <a:pt x="311" y="676"/>
                  </a:lnTo>
                  <a:lnTo>
                    <a:pt x="313" y="677"/>
                  </a:lnTo>
                  <a:lnTo>
                    <a:pt x="316" y="678"/>
                  </a:lnTo>
                  <a:lnTo>
                    <a:pt x="319" y="678"/>
                  </a:lnTo>
                  <a:lnTo>
                    <a:pt x="322" y="678"/>
                  </a:lnTo>
                  <a:lnTo>
                    <a:pt x="326" y="678"/>
                  </a:lnTo>
                  <a:lnTo>
                    <a:pt x="329" y="678"/>
                  </a:lnTo>
                  <a:lnTo>
                    <a:pt x="331" y="678"/>
                  </a:lnTo>
                  <a:lnTo>
                    <a:pt x="335" y="678"/>
                  </a:lnTo>
                  <a:lnTo>
                    <a:pt x="334" y="685"/>
                  </a:lnTo>
                  <a:lnTo>
                    <a:pt x="331" y="692"/>
                  </a:lnTo>
                  <a:lnTo>
                    <a:pt x="329" y="699"/>
                  </a:lnTo>
                  <a:lnTo>
                    <a:pt x="327" y="705"/>
                  </a:lnTo>
                  <a:lnTo>
                    <a:pt x="323" y="712"/>
                  </a:lnTo>
                  <a:lnTo>
                    <a:pt x="319" y="717"/>
                  </a:lnTo>
                  <a:lnTo>
                    <a:pt x="314" y="723"/>
                  </a:lnTo>
                  <a:lnTo>
                    <a:pt x="308" y="729"/>
                  </a:lnTo>
                  <a:lnTo>
                    <a:pt x="303" y="734"/>
                  </a:lnTo>
                  <a:lnTo>
                    <a:pt x="297" y="739"/>
                  </a:lnTo>
                  <a:lnTo>
                    <a:pt x="268" y="733"/>
                  </a:lnTo>
                  <a:lnTo>
                    <a:pt x="269" y="731"/>
                  </a:lnTo>
                  <a:lnTo>
                    <a:pt x="270" y="729"/>
                  </a:lnTo>
                  <a:lnTo>
                    <a:pt x="271" y="728"/>
                  </a:lnTo>
                  <a:lnTo>
                    <a:pt x="272" y="727"/>
                  </a:lnTo>
                  <a:lnTo>
                    <a:pt x="274" y="724"/>
                  </a:lnTo>
                  <a:lnTo>
                    <a:pt x="274" y="723"/>
                  </a:lnTo>
                  <a:lnTo>
                    <a:pt x="275" y="722"/>
                  </a:lnTo>
                  <a:lnTo>
                    <a:pt x="275" y="720"/>
                  </a:lnTo>
                  <a:lnTo>
                    <a:pt x="275" y="719"/>
                  </a:lnTo>
                  <a:lnTo>
                    <a:pt x="274" y="716"/>
                  </a:lnTo>
                  <a:lnTo>
                    <a:pt x="269" y="711"/>
                  </a:lnTo>
                  <a:lnTo>
                    <a:pt x="264" y="708"/>
                  </a:lnTo>
                  <a:lnTo>
                    <a:pt x="260" y="708"/>
                  </a:lnTo>
                  <a:lnTo>
                    <a:pt x="255" y="711"/>
                  </a:lnTo>
                  <a:lnTo>
                    <a:pt x="252" y="715"/>
                  </a:lnTo>
                  <a:lnTo>
                    <a:pt x="248" y="720"/>
                  </a:lnTo>
                  <a:lnTo>
                    <a:pt x="244" y="726"/>
                  </a:lnTo>
                  <a:lnTo>
                    <a:pt x="240" y="729"/>
                  </a:lnTo>
                  <a:lnTo>
                    <a:pt x="234" y="733"/>
                  </a:lnTo>
                  <a:lnTo>
                    <a:pt x="230" y="733"/>
                  </a:lnTo>
                  <a:lnTo>
                    <a:pt x="215" y="726"/>
                  </a:lnTo>
                  <a:lnTo>
                    <a:pt x="202" y="714"/>
                  </a:lnTo>
                  <a:lnTo>
                    <a:pt x="189" y="702"/>
                  </a:lnTo>
                  <a:lnTo>
                    <a:pt x="178" y="689"/>
                  </a:lnTo>
                  <a:lnTo>
                    <a:pt x="166" y="676"/>
                  </a:lnTo>
                  <a:lnTo>
                    <a:pt x="155" y="666"/>
                  </a:lnTo>
                  <a:lnTo>
                    <a:pt x="143" y="657"/>
                  </a:lnTo>
                  <a:lnTo>
                    <a:pt x="131" y="654"/>
                  </a:lnTo>
                  <a:lnTo>
                    <a:pt x="119" y="655"/>
                  </a:lnTo>
                  <a:lnTo>
                    <a:pt x="105" y="663"/>
                  </a:lnTo>
                  <a:lnTo>
                    <a:pt x="114" y="669"/>
                  </a:lnTo>
                  <a:lnTo>
                    <a:pt x="105" y="678"/>
                  </a:lnTo>
                  <a:lnTo>
                    <a:pt x="105" y="676"/>
                  </a:lnTo>
                  <a:lnTo>
                    <a:pt x="105" y="672"/>
                  </a:lnTo>
                  <a:lnTo>
                    <a:pt x="106" y="670"/>
                  </a:lnTo>
                  <a:lnTo>
                    <a:pt x="106" y="668"/>
                  </a:lnTo>
                  <a:lnTo>
                    <a:pt x="105" y="666"/>
                  </a:lnTo>
                  <a:lnTo>
                    <a:pt x="105" y="663"/>
                  </a:lnTo>
                  <a:lnTo>
                    <a:pt x="104" y="661"/>
                  </a:lnTo>
                  <a:lnTo>
                    <a:pt x="103" y="659"/>
                  </a:lnTo>
                  <a:lnTo>
                    <a:pt x="101" y="657"/>
                  </a:lnTo>
                  <a:lnTo>
                    <a:pt x="99" y="656"/>
                  </a:lnTo>
                  <a:lnTo>
                    <a:pt x="92" y="656"/>
                  </a:lnTo>
                  <a:lnTo>
                    <a:pt x="88" y="661"/>
                  </a:lnTo>
                  <a:lnTo>
                    <a:pt x="85" y="662"/>
                  </a:lnTo>
                  <a:lnTo>
                    <a:pt x="84" y="662"/>
                  </a:lnTo>
                  <a:lnTo>
                    <a:pt x="85" y="660"/>
                  </a:lnTo>
                  <a:lnTo>
                    <a:pt x="88" y="656"/>
                  </a:lnTo>
                  <a:lnTo>
                    <a:pt x="90" y="653"/>
                  </a:lnTo>
                  <a:lnTo>
                    <a:pt x="90" y="649"/>
                  </a:lnTo>
                  <a:lnTo>
                    <a:pt x="90" y="645"/>
                  </a:lnTo>
                  <a:lnTo>
                    <a:pt x="88" y="642"/>
                  </a:lnTo>
                  <a:lnTo>
                    <a:pt x="83" y="640"/>
                  </a:lnTo>
                  <a:lnTo>
                    <a:pt x="73" y="644"/>
                  </a:lnTo>
                  <a:lnTo>
                    <a:pt x="63" y="646"/>
                  </a:lnTo>
                  <a:lnTo>
                    <a:pt x="55" y="647"/>
                  </a:lnTo>
                  <a:lnTo>
                    <a:pt x="47" y="647"/>
                  </a:lnTo>
                  <a:lnTo>
                    <a:pt x="39" y="647"/>
                  </a:lnTo>
                  <a:lnTo>
                    <a:pt x="31" y="645"/>
                  </a:lnTo>
                  <a:lnTo>
                    <a:pt x="24" y="641"/>
                  </a:lnTo>
                  <a:lnTo>
                    <a:pt x="16" y="637"/>
                  </a:lnTo>
                  <a:lnTo>
                    <a:pt x="8" y="631"/>
                  </a:lnTo>
                  <a:lnTo>
                    <a:pt x="0" y="624"/>
                  </a:lnTo>
                  <a:lnTo>
                    <a:pt x="7" y="610"/>
                  </a:lnTo>
                  <a:lnTo>
                    <a:pt x="16" y="596"/>
                  </a:lnTo>
                  <a:lnTo>
                    <a:pt x="27" y="582"/>
                  </a:lnTo>
                  <a:lnTo>
                    <a:pt x="39" y="570"/>
                  </a:lnTo>
                  <a:lnTo>
                    <a:pt x="51" y="556"/>
                  </a:lnTo>
                  <a:lnTo>
                    <a:pt x="62" y="542"/>
                  </a:lnTo>
                  <a:lnTo>
                    <a:pt x="71" y="528"/>
                  </a:lnTo>
                  <a:lnTo>
                    <a:pt x="78" y="513"/>
                  </a:lnTo>
                  <a:lnTo>
                    <a:pt x="83" y="496"/>
                  </a:lnTo>
                  <a:lnTo>
                    <a:pt x="83" y="477"/>
                  </a:lnTo>
                  <a:lnTo>
                    <a:pt x="106" y="483"/>
                  </a:lnTo>
                  <a:lnTo>
                    <a:pt x="129" y="483"/>
                  </a:lnTo>
                  <a:lnTo>
                    <a:pt x="152" y="481"/>
                  </a:lnTo>
                  <a:lnTo>
                    <a:pt x="175" y="476"/>
                  </a:lnTo>
                  <a:lnTo>
                    <a:pt x="199" y="470"/>
                  </a:lnTo>
                  <a:lnTo>
                    <a:pt x="220" y="466"/>
                  </a:lnTo>
                  <a:lnTo>
                    <a:pt x="242" y="463"/>
                  </a:lnTo>
                  <a:lnTo>
                    <a:pt x="264" y="463"/>
                  </a:lnTo>
                  <a:lnTo>
                    <a:pt x="285" y="468"/>
                  </a:lnTo>
                  <a:lnTo>
                    <a:pt x="306" y="477"/>
                  </a:lnTo>
                  <a:lnTo>
                    <a:pt x="307" y="489"/>
                  </a:lnTo>
                  <a:lnTo>
                    <a:pt x="307" y="503"/>
                  </a:lnTo>
                  <a:lnTo>
                    <a:pt x="306" y="520"/>
                  </a:lnTo>
                  <a:lnTo>
                    <a:pt x="306" y="537"/>
                  </a:lnTo>
                  <a:lnTo>
                    <a:pt x="307" y="556"/>
                  </a:lnTo>
                  <a:lnTo>
                    <a:pt x="312" y="572"/>
                  </a:lnTo>
                  <a:lnTo>
                    <a:pt x="319" y="585"/>
                  </a:lnTo>
                  <a:lnTo>
                    <a:pt x="329" y="593"/>
                  </a:lnTo>
                  <a:lnTo>
                    <a:pt x="345" y="596"/>
                  </a:lnTo>
                  <a:lnTo>
                    <a:pt x="366" y="593"/>
                  </a:lnTo>
                  <a:lnTo>
                    <a:pt x="389" y="618"/>
                  </a:lnTo>
                  <a:lnTo>
                    <a:pt x="390" y="616"/>
                  </a:lnTo>
                  <a:lnTo>
                    <a:pt x="391" y="615"/>
                  </a:lnTo>
                  <a:lnTo>
                    <a:pt x="393" y="614"/>
                  </a:lnTo>
                  <a:lnTo>
                    <a:pt x="394" y="611"/>
                  </a:lnTo>
                  <a:lnTo>
                    <a:pt x="395" y="610"/>
                  </a:lnTo>
                  <a:lnTo>
                    <a:pt x="396" y="609"/>
                  </a:lnTo>
                  <a:lnTo>
                    <a:pt x="397" y="607"/>
                  </a:lnTo>
                  <a:lnTo>
                    <a:pt x="397" y="605"/>
                  </a:lnTo>
                  <a:lnTo>
                    <a:pt x="398" y="604"/>
                  </a:lnTo>
                  <a:lnTo>
                    <a:pt x="398" y="602"/>
                  </a:lnTo>
                  <a:lnTo>
                    <a:pt x="420" y="624"/>
                  </a:lnTo>
                  <a:lnTo>
                    <a:pt x="419" y="626"/>
                  </a:lnTo>
                  <a:lnTo>
                    <a:pt x="416" y="625"/>
                  </a:lnTo>
                  <a:lnTo>
                    <a:pt x="411" y="622"/>
                  </a:lnTo>
                  <a:lnTo>
                    <a:pt x="405" y="619"/>
                  </a:lnTo>
                  <a:lnTo>
                    <a:pt x="400" y="616"/>
                  </a:lnTo>
                  <a:lnTo>
                    <a:pt x="395" y="614"/>
                  </a:lnTo>
                  <a:lnTo>
                    <a:pt x="391" y="612"/>
                  </a:lnTo>
                  <a:lnTo>
                    <a:pt x="391" y="615"/>
                  </a:lnTo>
                  <a:lnTo>
                    <a:pt x="393" y="620"/>
                  </a:lnTo>
                  <a:lnTo>
                    <a:pt x="398" y="631"/>
                  </a:lnTo>
                  <a:lnTo>
                    <a:pt x="412" y="631"/>
                  </a:lnTo>
                  <a:lnTo>
                    <a:pt x="424" y="637"/>
                  </a:lnTo>
                  <a:lnTo>
                    <a:pt x="434" y="644"/>
                  </a:lnTo>
                  <a:lnTo>
                    <a:pt x="442" y="654"/>
                  </a:lnTo>
                  <a:lnTo>
                    <a:pt x="450" y="666"/>
                  </a:lnTo>
                  <a:lnTo>
                    <a:pt x="458" y="676"/>
                  </a:lnTo>
                  <a:lnTo>
                    <a:pt x="465" y="685"/>
                  </a:lnTo>
                  <a:lnTo>
                    <a:pt x="475" y="692"/>
                  </a:lnTo>
                  <a:lnTo>
                    <a:pt x="485" y="696"/>
                  </a:lnTo>
                  <a:lnTo>
                    <a:pt x="498" y="694"/>
                  </a:lnTo>
                  <a:lnTo>
                    <a:pt x="482" y="656"/>
                  </a:lnTo>
                  <a:lnTo>
                    <a:pt x="486" y="661"/>
                  </a:lnTo>
                  <a:lnTo>
                    <a:pt x="491" y="667"/>
                  </a:lnTo>
                  <a:lnTo>
                    <a:pt x="495" y="674"/>
                  </a:lnTo>
                  <a:lnTo>
                    <a:pt x="500" y="681"/>
                  </a:lnTo>
                  <a:lnTo>
                    <a:pt x="504" y="687"/>
                  </a:lnTo>
                  <a:lnTo>
                    <a:pt x="508" y="696"/>
                  </a:lnTo>
                  <a:lnTo>
                    <a:pt x="514" y="702"/>
                  </a:lnTo>
                  <a:lnTo>
                    <a:pt x="520" y="708"/>
                  </a:lnTo>
                  <a:lnTo>
                    <a:pt x="527" y="713"/>
                  </a:lnTo>
                  <a:lnTo>
                    <a:pt x="536" y="716"/>
                  </a:lnTo>
                  <a:lnTo>
                    <a:pt x="532" y="702"/>
                  </a:lnTo>
                  <a:lnTo>
                    <a:pt x="527" y="687"/>
                  </a:lnTo>
                  <a:lnTo>
                    <a:pt x="520" y="674"/>
                  </a:lnTo>
                  <a:lnTo>
                    <a:pt x="512" y="659"/>
                  </a:lnTo>
                  <a:lnTo>
                    <a:pt x="502" y="645"/>
                  </a:lnTo>
                  <a:lnTo>
                    <a:pt x="492" y="631"/>
                  </a:lnTo>
                  <a:lnTo>
                    <a:pt x="480" y="617"/>
                  </a:lnTo>
                  <a:lnTo>
                    <a:pt x="469" y="604"/>
                  </a:lnTo>
                  <a:lnTo>
                    <a:pt x="456" y="592"/>
                  </a:lnTo>
                  <a:lnTo>
                    <a:pt x="443" y="580"/>
                  </a:lnTo>
                  <a:lnTo>
                    <a:pt x="441" y="583"/>
                  </a:lnTo>
                  <a:lnTo>
                    <a:pt x="439" y="585"/>
                  </a:lnTo>
                  <a:lnTo>
                    <a:pt x="435" y="586"/>
                  </a:lnTo>
                  <a:lnTo>
                    <a:pt x="432" y="587"/>
                  </a:lnTo>
                  <a:lnTo>
                    <a:pt x="428" y="587"/>
                  </a:lnTo>
                  <a:lnTo>
                    <a:pt x="425" y="586"/>
                  </a:lnTo>
                  <a:lnTo>
                    <a:pt x="422" y="586"/>
                  </a:lnTo>
                  <a:lnTo>
                    <a:pt x="418" y="586"/>
                  </a:lnTo>
                  <a:lnTo>
                    <a:pt x="415" y="586"/>
                  </a:lnTo>
                  <a:lnTo>
                    <a:pt x="411" y="586"/>
                  </a:lnTo>
                  <a:lnTo>
                    <a:pt x="401" y="568"/>
                  </a:lnTo>
                  <a:lnTo>
                    <a:pt x="395" y="550"/>
                  </a:lnTo>
                  <a:lnTo>
                    <a:pt x="390" y="531"/>
                  </a:lnTo>
                  <a:lnTo>
                    <a:pt x="388" y="512"/>
                  </a:lnTo>
                  <a:lnTo>
                    <a:pt x="387" y="492"/>
                  </a:lnTo>
                  <a:lnTo>
                    <a:pt x="385" y="474"/>
                  </a:lnTo>
                  <a:lnTo>
                    <a:pt x="381" y="456"/>
                  </a:lnTo>
                  <a:lnTo>
                    <a:pt x="375" y="440"/>
                  </a:lnTo>
                  <a:lnTo>
                    <a:pt x="365" y="427"/>
                  </a:lnTo>
                  <a:lnTo>
                    <a:pt x="351" y="417"/>
                  </a:lnTo>
                  <a:lnTo>
                    <a:pt x="398" y="410"/>
                  </a:lnTo>
                  <a:lnTo>
                    <a:pt x="393" y="399"/>
                  </a:lnTo>
                  <a:lnTo>
                    <a:pt x="386" y="388"/>
                  </a:lnTo>
                  <a:lnTo>
                    <a:pt x="376" y="380"/>
                  </a:lnTo>
                  <a:lnTo>
                    <a:pt x="367" y="374"/>
                  </a:lnTo>
                  <a:lnTo>
                    <a:pt x="356" y="370"/>
                  </a:lnTo>
                  <a:lnTo>
                    <a:pt x="344" y="365"/>
                  </a:lnTo>
                  <a:lnTo>
                    <a:pt x="333" y="363"/>
                  </a:lnTo>
                  <a:lnTo>
                    <a:pt x="320" y="360"/>
                  </a:lnTo>
                  <a:lnTo>
                    <a:pt x="308" y="358"/>
                  </a:lnTo>
                  <a:lnTo>
                    <a:pt x="297" y="357"/>
                  </a:lnTo>
                  <a:lnTo>
                    <a:pt x="297" y="325"/>
                  </a:lnTo>
                  <a:lnTo>
                    <a:pt x="297" y="289"/>
                  </a:lnTo>
                  <a:lnTo>
                    <a:pt x="297" y="253"/>
                  </a:lnTo>
                  <a:lnTo>
                    <a:pt x="299" y="216"/>
                  </a:lnTo>
                  <a:lnTo>
                    <a:pt x="304" y="179"/>
                  </a:lnTo>
                  <a:lnTo>
                    <a:pt x="313" y="143"/>
                  </a:lnTo>
                  <a:lnTo>
                    <a:pt x="326" y="110"/>
                  </a:lnTo>
                  <a:lnTo>
                    <a:pt x="345" y="80"/>
                  </a:lnTo>
                  <a:lnTo>
                    <a:pt x="371" y="54"/>
                  </a:lnTo>
                  <a:lnTo>
                    <a:pt x="405" y="35"/>
                  </a:lnTo>
                  <a:lnTo>
                    <a:pt x="418" y="36"/>
                  </a:lnTo>
                  <a:lnTo>
                    <a:pt x="431" y="36"/>
                  </a:lnTo>
                  <a:lnTo>
                    <a:pt x="445" y="36"/>
                  </a:lnTo>
                  <a:lnTo>
                    <a:pt x="458" y="36"/>
                  </a:lnTo>
                  <a:lnTo>
                    <a:pt x="472" y="35"/>
                  </a:lnTo>
                  <a:lnTo>
                    <a:pt x="486" y="33"/>
                  </a:lnTo>
                  <a:lnTo>
                    <a:pt x="498" y="32"/>
                  </a:lnTo>
                  <a:lnTo>
                    <a:pt x="509" y="32"/>
                  </a:lnTo>
                  <a:lnTo>
                    <a:pt x="519" y="33"/>
                  </a:lnTo>
                  <a:lnTo>
                    <a:pt x="526" y="35"/>
                  </a:lnTo>
                  <a:lnTo>
                    <a:pt x="541" y="20"/>
                  </a:lnTo>
                  <a:lnTo>
                    <a:pt x="554" y="9"/>
                  </a:lnTo>
                  <a:lnTo>
                    <a:pt x="568" y="3"/>
                  </a:lnTo>
                  <a:lnTo>
                    <a:pt x="582" y="0"/>
                  </a:lnTo>
                  <a:lnTo>
                    <a:pt x="596" y="0"/>
                  </a:lnTo>
                  <a:lnTo>
                    <a:pt x="610" y="2"/>
                  </a:lnTo>
                  <a:lnTo>
                    <a:pt x="625" y="6"/>
                  </a:lnTo>
                  <a:lnTo>
                    <a:pt x="640" y="9"/>
                  </a:lnTo>
                  <a:lnTo>
                    <a:pt x="656" y="14"/>
                  </a:lnTo>
                  <a:lnTo>
                    <a:pt x="672" y="18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7" name="Freeform 36"/>
            <p:cNvSpPr>
              <a:spLocks/>
            </p:cNvSpPr>
            <p:nvPr/>
          </p:nvSpPr>
          <p:spPr bwMode="auto">
            <a:xfrm>
              <a:off x="1965" y="2632"/>
              <a:ext cx="31" cy="22"/>
            </a:xfrm>
            <a:custGeom>
              <a:avLst/>
              <a:gdLst>
                <a:gd name="T0" fmla="*/ 0 w 61"/>
                <a:gd name="T1" fmla="*/ 44 h 44"/>
                <a:gd name="T2" fmla="*/ 61 w 61"/>
                <a:gd name="T3" fmla="*/ 0 h 44"/>
                <a:gd name="T4" fmla="*/ 32 w 61"/>
                <a:gd name="T5" fmla="*/ 15 h 44"/>
                <a:gd name="T6" fmla="*/ 1 w 61"/>
                <a:gd name="T7" fmla="*/ 44 h 44"/>
                <a:gd name="T8" fmla="*/ 1 w 61"/>
                <a:gd name="T9" fmla="*/ 44 h 44"/>
                <a:gd name="T10" fmla="*/ 0 w 61"/>
                <a:gd name="T11" fmla="*/ 44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1"/>
                <a:gd name="T19" fmla="*/ 0 h 44"/>
                <a:gd name="T20" fmla="*/ 61 w 61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1" h="44">
                  <a:moveTo>
                    <a:pt x="0" y="44"/>
                  </a:moveTo>
                  <a:lnTo>
                    <a:pt x="61" y="0"/>
                  </a:lnTo>
                  <a:lnTo>
                    <a:pt x="32" y="15"/>
                  </a:lnTo>
                  <a:lnTo>
                    <a:pt x="1" y="44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8" name="Freeform 37"/>
            <p:cNvSpPr>
              <a:spLocks/>
            </p:cNvSpPr>
            <p:nvPr/>
          </p:nvSpPr>
          <p:spPr bwMode="auto">
            <a:xfrm>
              <a:off x="2244" y="2643"/>
              <a:ext cx="14" cy="8"/>
            </a:xfrm>
            <a:custGeom>
              <a:avLst/>
              <a:gdLst>
                <a:gd name="T0" fmla="*/ 0 w 26"/>
                <a:gd name="T1" fmla="*/ 15 h 16"/>
                <a:gd name="T2" fmla="*/ 26 w 26"/>
                <a:gd name="T3" fmla="*/ 0 h 16"/>
                <a:gd name="T4" fmla="*/ 26 w 26"/>
                <a:gd name="T5" fmla="*/ 16 h 16"/>
                <a:gd name="T6" fmla="*/ 1 w 26"/>
                <a:gd name="T7" fmla="*/ 16 h 16"/>
                <a:gd name="T8" fmla="*/ 1 w 26"/>
                <a:gd name="T9" fmla="*/ 16 h 16"/>
                <a:gd name="T10" fmla="*/ 0 w 26"/>
                <a:gd name="T11" fmla="*/ 1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6"/>
                <a:gd name="T20" fmla="*/ 26 w 26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6">
                  <a:moveTo>
                    <a:pt x="0" y="15"/>
                  </a:moveTo>
                  <a:lnTo>
                    <a:pt x="26" y="0"/>
                  </a:lnTo>
                  <a:lnTo>
                    <a:pt x="26" y="16"/>
                  </a:lnTo>
                  <a:lnTo>
                    <a:pt x="1" y="16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D1843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29" name="Freeform 38"/>
            <p:cNvSpPr>
              <a:spLocks/>
            </p:cNvSpPr>
            <p:nvPr/>
          </p:nvSpPr>
          <p:spPr bwMode="auto">
            <a:xfrm>
              <a:off x="1889" y="2660"/>
              <a:ext cx="65" cy="145"/>
            </a:xfrm>
            <a:custGeom>
              <a:avLst/>
              <a:gdLst>
                <a:gd name="T0" fmla="*/ 131 w 131"/>
                <a:gd name="T1" fmla="*/ 28 h 290"/>
                <a:gd name="T2" fmla="*/ 125 w 131"/>
                <a:gd name="T3" fmla="*/ 23 h 290"/>
                <a:gd name="T4" fmla="*/ 119 w 131"/>
                <a:gd name="T5" fmla="*/ 21 h 290"/>
                <a:gd name="T6" fmla="*/ 113 w 131"/>
                <a:gd name="T7" fmla="*/ 22 h 290"/>
                <a:gd name="T8" fmla="*/ 107 w 131"/>
                <a:gd name="T9" fmla="*/ 24 h 290"/>
                <a:gd name="T10" fmla="*/ 103 w 131"/>
                <a:gd name="T11" fmla="*/ 28 h 290"/>
                <a:gd name="T12" fmla="*/ 97 w 131"/>
                <a:gd name="T13" fmla="*/ 32 h 290"/>
                <a:gd name="T14" fmla="*/ 92 w 131"/>
                <a:gd name="T15" fmla="*/ 37 h 290"/>
                <a:gd name="T16" fmla="*/ 88 w 131"/>
                <a:gd name="T17" fmla="*/ 41 h 290"/>
                <a:gd name="T18" fmla="*/ 82 w 131"/>
                <a:gd name="T19" fmla="*/ 43 h 290"/>
                <a:gd name="T20" fmla="*/ 76 w 131"/>
                <a:gd name="T21" fmla="*/ 44 h 290"/>
                <a:gd name="T22" fmla="*/ 64 w 131"/>
                <a:gd name="T23" fmla="*/ 67 h 290"/>
                <a:gd name="T24" fmla="*/ 52 w 131"/>
                <a:gd name="T25" fmla="*/ 89 h 290"/>
                <a:gd name="T26" fmla="*/ 42 w 131"/>
                <a:gd name="T27" fmla="*/ 113 h 290"/>
                <a:gd name="T28" fmla="*/ 32 w 131"/>
                <a:gd name="T29" fmla="*/ 138 h 290"/>
                <a:gd name="T30" fmla="*/ 25 w 131"/>
                <a:gd name="T31" fmla="*/ 162 h 290"/>
                <a:gd name="T32" fmla="*/ 19 w 131"/>
                <a:gd name="T33" fmla="*/ 187 h 290"/>
                <a:gd name="T34" fmla="*/ 13 w 131"/>
                <a:gd name="T35" fmla="*/ 213 h 290"/>
                <a:gd name="T36" fmla="*/ 8 w 131"/>
                <a:gd name="T37" fmla="*/ 238 h 290"/>
                <a:gd name="T38" fmla="*/ 5 w 131"/>
                <a:gd name="T39" fmla="*/ 264 h 290"/>
                <a:gd name="T40" fmla="*/ 0 w 131"/>
                <a:gd name="T41" fmla="*/ 290 h 290"/>
                <a:gd name="T42" fmla="*/ 3 w 131"/>
                <a:gd name="T43" fmla="*/ 257 h 290"/>
                <a:gd name="T44" fmla="*/ 8 w 131"/>
                <a:gd name="T45" fmla="*/ 224 h 290"/>
                <a:gd name="T46" fmla="*/ 14 w 131"/>
                <a:gd name="T47" fmla="*/ 191 h 290"/>
                <a:gd name="T48" fmla="*/ 22 w 131"/>
                <a:gd name="T49" fmla="*/ 158 h 290"/>
                <a:gd name="T50" fmla="*/ 31 w 131"/>
                <a:gd name="T51" fmla="*/ 127 h 290"/>
                <a:gd name="T52" fmla="*/ 44 w 131"/>
                <a:gd name="T53" fmla="*/ 97 h 290"/>
                <a:gd name="T54" fmla="*/ 59 w 131"/>
                <a:gd name="T55" fmla="*/ 68 h 290"/>
                <a:gd name="T56" fmla="*/ 77 w 131"/>
                <a:gd name="T57" fmla="*/ 43 h 290"/>
                <a:gd name="T58" fmla="*/ 99 w 131"/>
                <a:gd name="T59" fmla="*/ 20 h 290"/>
                <a:gd name="T60" fmla="*/ 125 w 131"/>
                <a:gd name="T61" fmla="*/ 0 h 290"/>
                <a:gd name="T62" fmla="*/ 131 w 131"/>
                <a:gd name="T63" fmla="*/ 28 h 290"/>
                <a:gd name="T64" fmla="*/ 131 w 131"/>
                <a:gd name="T65" fmla="*/ 28 h 2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1"/>
                <a:gd name="T100" fmla="*/ 0 h 290"/>
                <a:gd name="T101" fmla="*/ 131 w 131"/>
                <a:gd name="T102" fmla="*/ 290 h 29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1" h="290">
                  <a:moveTo>
                    <a:pt x="131" y="28"/>
                  </a:moveTo>
                  <a:lnTo>
                    <a:pt x="125" y="23"/>
                  </a:lnTo>
                  <a:lnTo>
                    <a:pt x="119" y="21"/>
                  </a:lnTo>
                  <a:lnTo>
                    <a:pt x="113" y="22"/>
                  </a:lnTo>
                  <a:lnTo>
                    <a:pt x="107" y="24"/>
                  </a:lnTo>
                  <a:lnTo>
                    <a:pt x="103" y="28"/>
                  </a:lnTo>
                  <a:lnTo>
                    <a:pt x="97" y="32"/>
                  </a:lnTo>
                  <a:lnTo>
                    <a:pt x="92" y="37"/>
                  </a:lnTo>
                  <a:lnTo>
                    <a:pt x="88" y="41"/>
                  </a:lnTo>
                  <a:lnTo>
                    <a:pt x="82" y="43"/>
                  </a:lnTo>
                  <a:lnTo>
                    <a:pt x="76" y="44"/>
                  </a:lnTo>
                  <a:lnTo>
                    <a:pt x="64" y="67"/>
                  </a:lnTo>
                  <a:lnTo>
                    <a:pt x="52" y="89"/>
                  </a:lnTo>
                  <a:lnTo>
                    <a:pt x="42" y="113"/>
                  </a:lnTo>
                  <a:lnTo>
                    <a:pt x="32" y="138"/>
                  </a:lnTo>
                  <a:lnTo>
                    <a:pt x="25" y="162"/>
                  </a:lnTo>
                  <a:lnTo>
                    <a:pt x="19" y="187"/>
                  </a:lnTo>
                  <a:lnTo>
                    <a:pt x="13" y="213"/>
                  </a:lnTo>
                  <a:lnTo>
                    <a:pt x="8" y="238"/>
                  </a:lnTo>
                  <a:lnTo>
                    <a:pt x="5" y="264"/>
                  </a:lnTo>
                  <a:lnTo>
                    <a:pt x="0" y="290"/>
                  </a:lnTo>
                  <a:lnTo>
                    <a:pt x="3" y="257"/>
                  </a:lnTo>
                  <a:lnTo>
                    <a:pt x="8" y="224"/>
                  </a:lnTo>
                  <a:lnTo>
                    <a:pt x="14" y="191"/>
                  </a:lnTo>
                  <a:lnTo>
                    <a:pt x="22" y="158"/>
                  </a:lnTo>
                  <a:lnTo>
                    <a:pt x="31" y="127"/>
                  </a:lnTo>
                  <a:lnTo>
                    <a:pt x="44" y="97"/>
                  </a:lnTo>
                  <a:lnTo>
                    <a:pt x="59" y="68"/>
                  </a:lnTo>
                  <a:lnTo>
                    <a:pt x="77" y="43"/>
                  </a:lnTo>
                  <a:lnTo>
                    <a:pt x="99" y="20"/>
                  </a:lnTo>
                  <a:lnTo>
                    <a:pt x="125" y="0"/>
                  </a:lnTo>
                  <a:lnTo>
                    <a:pt x="131" y="2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0" name="Freeform 39"/>
            <p:cNvSpPr>
              <a:spLocks/>
            </p:cNvSpPr>
            <p:nvPr/>
          </p:nvSpPr>
          <p:spPr bwMode="auto">
            <a:xfrm>
              <a:off x="1974" y="2747"/>
              <a:ext cx="49" cy="65"/>
            </a:xfrm>
            <a:custGeom>
              <a:avLst/>
              <a:gdLst>
                <a:gd name="T0" fmla="*/ 37 w 98"/>
                <a:gd name="T1" fmla="*/ 121 h 130"/>
                <a:gd name="T2" fmla="*/ 98 w 98"/>
                <a:gd name="T3" fmla="*/ 92 h 130"/>
                <a:gd name="T4" fmla="*/ 90 w 98"/>
                <a:gd name="T5" fmla="*/ 97 h 130"/>
                <a:gd name="T6" fmla="*/ 82 w 98"/>
                <a:gd name="T7" fmla="*/ 102 h 130"/>
                <a:gd name="T8" fmla="*/ 74 w 98"/>
                <a:gd name="T9" fmla="*/ 109 h 130"/>
                <a:gd name="T10" fmla="*/ 67 w 98"/>
                <a:gd name="T11" fmla="*/ 116 h 130"/>
                <a:gd name="T12" fmla="*/ 60 w 98"/>
                <a:gd name="T13" fmla="*/ 123 h 130"/>
                <a:gd name="T14" fmla="*/ 53 w 98"/>
                <a:gd name="T15" fmla="*/ 128 h 130"/>
                <a:gd name="T16" fmla="*/ 45 w 98"/>
                <a:gd name="T17" fmla="*/ 130 h 130"/>
                <a:gd name="T18" fmla="*/ 38 w 98"/>
                <a:gd name="T19" fmla="*/ 129 h 130"/>
                <a:gd name="T20" fmla="*/ 30 w 98"/>
                <a:gd name="T21" fmla="*/ 124 h 130"/>
                <a:gd name="T22" fmla="*/ 22 w 98"/>
                <a:gd name="T23" fmla="*/ 115 h 130"/>
                <a:gd name="T24" fmla="*/ 22 w 98"/>
                <a:gd name="T25" fmla="*/ 102 h 130"/>
                <a:gd name="T26" fmla="*/ 20 w 98"/>
                <a:gd name="T27" fmla="*/ 92 h 130"/>
                <a:gd name="T28" fmla="*/ 16 w 98"/>
                <a:gd name="T29" fmla="*/ 80 h 130"/>
                <a:gd name="T30" fmla="*/ 11 w 98"/>
                <a:gd name="T31" fmla="*/ 70 h 130"/>
                <a:gd name="T32" fmla="*/ 8 w 98"/>
                <a:gd name="T33" fmla="*/ 60 h 130"/>
                <a:gd name="T34" fmla="*/ 3 w 98"/>
                <a:gd name="T35" fmla="*/ 49 h 130"/>
                <a:gd name="T36" fmla="*/ 1 w 98"/>
                <a:gd name="T37" fmla="*/ 38 h 130"/>
                <a:gd name="T38" fmla="*/ 0 w 98"/>
                <a:gd name="T39" fmla="*/ 26 h 130"/>
                <a:gd name="T40" fmla="*/ 1 w 98"/>
                <a:gd name="T41" fmla="*/ 13 h 130"/>
                <a:gd name="T42" fmla="*/ 6 w 98"/>
                <a:gd name="T43" fmla="*/ 0 h 130"/>
                <a:gd name="T44" fmla="*/ 3 w 98"/>
                <a:gd name="T45" fmla="*/ 15 h 130"/>
                <a:gd name="T46" fmla="*/ 3 w 98"/>
                <a:gd name="T47" fmla="*/ 28 h 130"/>
                <a:gd name="T48" fmla="*/ 4 w 98"/>
                <a:gd name="T49" fmla="*/ 41 h 130"/>
                <a:gd name="T50" fmla="*/ 8 w 98"/>
                <a:gd name="T51" fmla="*/ 54 h 130"/>
                <a:gd name="T52" fmla="*/ 13 w 98"/>
                <a:gd name="T53" fmla="*/ 65 h 130"/>
                <a:gd name="T54" fmla="*/ 18 w 98"/>
                <a:gd name="T55" fmla="*/ 77 h 130"/>
                <a:gd name="T56" fmla="*/ 24 w 98"/>
                <a:gd name="T57" fmla="*/ 87 h 130"/>
                <a:gd name="T58" fmla="*/ 29 w 98"/>
                <a:gd name="T59" fmla="*/ 99 h 130"/>
                <a:gd name="T60" fmla="*/ 33 w 98"/>
                <a:gd name="T61" fmla="*/ 109 h 130"/>
                <a:gd name="T62" fmla="*/ 38 w 98"/>
                <a:gd name="T63" fmla="*/ 121 h 130"/>
                <a:gd name="T64" fmla="*/ 38 w 98"/>
                <a:gd name="T65" fmla="*/ 121 h 130"/>
                <a:gd name="T66" fmla="*/ 37 w 98"/>
                <a:gd name="T67" fmla="*/ 121 h 1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8"/>
                <a:gd name="T103" fmla="*/ 0 h 130"/>
                <a:gd name="T104" fmla="*/ 98 w 98"/>
                <a:gd name="T105" fmla="*/ 130 h 13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8" h="130">
                  <a:moveTo>
                    <a:pt x="37" y="121"/>
                  </a:moveTo>
                  <a:lnTo>
                    <a:pt x="98" y="92"/>
                  </a:lnTo>
                  <a:lnTo>
                    <a:pt x="90" y="97"/>
                  </a:lnTo>
                  <a:lnTo>
                    <a:pt x="82" y="102"/>
                  </a:lnTo>
                  <a:lnTo>
                    <a:pt x="74" y="109"/>
                  </a:lnTo>
                  <a:lnTo>
                    <a:pt x="67" y="116"/>
                  </a:lnTo>
                  <a:lnTo>
                    <a:pt x="60" y="123"/>
                  </a:lnTo>
                  <a:lnTo>
                    <a:pt x="53" y="128"/>
                  </a:lnTo>
                  <a:lnTo>
                    <a:pt x="45" y="130"/>
                  </a:lnTo>
                  <a:lnTo>
                    <a:pt x="38" y="129"/>
                  </a:lnTo>
                  <a:lnTo>
                    <a:pt x="30" y="124"/>
                  </a:lnTo>
                  <a:lnTo>
                    <a:pt x="22" y="115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6" y="80"/>
                  </a:lnTo>
                  <a:lnTo>
                    <a:pt x="11" y="70"/>
                  </a:lnTo>
                  <a:lnTo>
                    <a:pt x="8" y="60"/>
                  </a:lnTo>
                  <a:lnTo>
                    <a:pt x="3" y="49"/>
                  </a:lnTo>
                  <a:lnTo>
                    <a:pt x="1" y="38"/>
                  </a:lnTo>
                  <a:lnTo>
                    <a:pt x="0" y="26"/>
                  </a:lnTo>
                  <a:lnTo>
                    <a:pt x="1" y="13"/>
                  </a:lnTo>
                  <a:lnTo>
                    <a:pt x="6" y="0"/>
                  </a:lnTo>
                  <a:lnTo>
                    <a:pt x="3" y="15"/>
                  </a:lnTo>
                  <a:lnTo>
                    <a:pt x="3" y="28"/>
                  </a:lnTo>
                  <a:lnTo>
                    <a:pt x="4" y="41"/>
                  </a:lnTo>
                  <a:lnTo>
                    <a:pt x="8" y="54"/>
                  </a:lnTo>
                  <a:lnTo>
                    <a:pt x="13" y="65"/>
                  </a:lnTo>
                  <a:lnTo>
                    <a:pt x="18" y="77"/>
                  </a:lnTo>
                  <a:lnTo>
                    <a:pt x="24" y="87"/>
                  </a:lnTo>
                  <a:lnTo>
                    <a:pt x="29" y="99"/>
                  </a:lnTo>
                  <a:lnTo>
                    <a:pt x="33" y="109"/>
                  </a:lnTo>
                  <a:lnTo>
                    <a:pt x="38" y="121"/>
                  </a:lnTo>
                  <a:lnTo>
                    <a:pt x="37" y="121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1" name="Freeform 40"/>
            <p:cNvSpPr>
              <a:spLocks/>
            </p:cNvSpPr>
            <p:nvPr/>
          </p:nvSpPr>
          <p:spPr bwMode="auto">
            <a:xfrm>
              <a:off x="1924" y="2785"/>
              <a:ext cx="11" cy="22"/>
            </a:xfrm>
            <a:custGeom>
              <a:avLst/>
              <a:gdLst>
                <a:gd name="T0" fmla="*/ 21 w 21"/>
                <a:gd name="T1" fmla="*/ 0 h 45"/>
                <a:gd name="T2" fmla="*/ 0 w 21"/>
                <a:gd name="T3" fmla="*/ 45 h 45"/>
                <a:gd name="T4" fmla="*/ 21 w 21"/>
                <a:gd name="T5" fmla="*/ 1 h 45"/>
                <a:gd name="T6" fmla="*/ 21 w 21"/>
                <a:gd name="T7" fmla="*/ 1 h 45"/>
                <a:gd name="T8" fmla="*/ 21 w 2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45"/>
                <a:gd name="T17" fmla="*/ 21 w 21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45">
                  <a:moveTo>
                    <a:pt x="21" y="0"/>
                  </a:moveTo>
                  <a:lnTo>
                    <a:pt x="0" y="45"/>
                  </a:lnTo>
                  <a:lnTo>
                    <a:pt x="21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2" name="Freeform 41"/>
            <p:cNvSpPr>
              <a:spLocks/>
            </p:cNvSpPr>
            <p:nvPr/>
          </p:nvSpPr>
          <p:spPr bwMode="auto">
            <a:xfrm>
              <a:off x="2264" y="2805"/>
              <a:ext cx="24" cy="7"/>
            </a:xfrm>
            <a:custGeom>
              <a:avLst/>
              <a:gdLst>
                <a:gd name="T0" fmla="*/ 47 w 47"/>
                <a:gd name="T1" fmla="*/ 15 h 15"/>
                <a:gd name="T2" fmla="*/ 0 w 47"/>
                <a:gd name="T3" fmla="*/ 0 h 15"/>
                <a:gd name="T4" fmla="*/ 38 w 47"/>
                <a:gd name="T5" fmla="*/ 6 h 15"/>
                <a:gd name="T6" fmla="*/ 47 w 47"/>
                <a:gd name="T7" fmla="*/ 15 h 15"/>
                <a:gd name="T8" fmla="*/ 47 w 47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5"/>
                <a:gd name="T17" fmla="*/ 47 w 47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5">
                  <a:moveTo>
                    <a:pt x="47" y="15"/>
                  </a:moveTo>
                  <a:lnTo>
                    <a:pt x="0" y="0"/>
                  </a:lnTo>
                  <a:lnTo>
                    <a:pt x="38" y="6"/>
                  </a:lnTo>
                  <a:lnTo>
                    <a:pt x="47" y="15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3" name="Freeform 42"/>
            <p:cNvSpPr>
              <a:spLocks/>
            </p:cNvSpPr>
            <p:nvPr/>
          </p:nvSpPr>
          <p:spPr bwMode="auto">
            <a:xfrm>
              <a:off x="1353" y="2807"/>
              <a:ext cx="88" cy="82"/>
            </a:xfrm>
            <a:custGeom>
              <a:avLst/>
              <a:gdLst>
                <a:gd name="T0" fmla="*/ 174 w 176"/>
                <a:gd name="T1" fmla="*/ 0 h 163"/>
                <a:gd name="T2" fmla="*/ 160 w 176"/>
                <a:gd name="T3" fmla="*/ 6 h 163"/>
                <a:gd name="T4" fmla="*/ 145 w 176"/>
                <a:gd name="T5" fmla="*/ 13 h 163"/>
                <a:gd name="T6" fmla="*/ 130 w 176"/>
                <a:gd name="T7" fmla="*/ 20 h 163"/>
                <a:gd name="T8" fmla="*/ 115 w 176"/>
                <a:gd name="T9" fmla="*/ 28 h 163"/>
                <a:gd name="T10" fmla="*/ 100 w 176"/>
                <a:gd name="T11" fmla="*/ 37 h 163"/>
                <a:gd name="T12" fmla="*/ 87 w 176"/>
                <a:gd name="T13" fmla="*/ 47 h 163"/>
                <a:gd name="T14" fmla="*/ 74 w 176"/>
                <a:gd name="T15" fmla="*/ 59 h 163"/>
                <a:gd name="T16" fmla="*/ 63 w 176"/>
                <a:gd name="T17" fmla="*/ 72 h 163"/>
                <a:gd name="T18" fmla="*/ 54 w 176"/>
                <a:gd name="T19" fmla="*/ 85 h 163"/>
                <a:gd name="T20" fmla="*/ 47 w 176"/>
                <a:gd name="T21" fmla="*/ 103 h 163"/>
                <a:gd name="T22" fmla="*/ 48 w 176"/>
                <a:gd name="T23" fmla="*/ 107 h 163"/>
                <a:gd name="T24" fmla="*/ 46 w 176"/>
                <a:gd name="T25" fmla="*/ 113 h 163"/>
                <a:gd name="T26" fmla="*/ 43 w 176"/>
                <a:gd name="T27" fmla="*/ 119 h 163"/>
                <a:gd name="T28" fmla="*/ 38 w 176"/>
                <a:gd name="T29" fmla="*/ 126 h 163"/>
                <a:gd name="T30" fmla="*/ 32 w 176"/>
                <a:gd name="T31" fmla="*/ 132 h 163"/>
                <a:gd name="T32" fmla="*/ 25 w 176"/>
                <a:gd name="T33" fmla="*/ 137 h 163"/>
                <a:gd name="T34" fmla="*/ 18 w 176"/>
                <a:gd name="T35" fmla="*/ 143 h 163"/>
                <a:gd name="T36" fmla="*/ 11 w 176"/>
                <a:gd name="T37" fmla="*/ 150 h 163"/>
                <a:gd name="T38" fmla="*/ 5 w 176"/>
                <a:gd name="T39" fmla="*/ 156 h 163"/>
                <a:gd name="T40" fmla="*/ 0 w 176"/>
                <a:gd name="T41" fmla="*/ 163 h 163"/>
                <a:gd name="T42" fmla="*/ 11 w 176"/>
                <a:gd name="T43" fmla="*/ 140 h 163"/>
                <a:gd name="T44" fmla="*/ 24 w 176"/>
                <a:gd name="T45" fmla="*/ 118 h 163"/>
                <a:gd name="T46" fmla="*/ 38 w 176"/>
                <a:gd name="T47" fmla="*/ 97 h 163"/>
                <a:gd name="T48" fmla="*/ 53 w 176"/>
                <a:gd name="T49" fmla="*/ 77 h 163"/>
                <a:gd name="T50" fmla="*/ 69 w 176"/>
                <a:gd name="T51" fmla="*/ 59 h 163"/>
                <a:gd name="T52" fmla="*/ 87 w 176"/>
                <a:gd name="T53" fmla="*/ 43 h 163"/>
                <a:gd name="T54" fmla="*/ 106 w 176"/>
                <a:gd name="T55" fmla="*/ 28 h 163"/>
                <a:gd name="T56" fmla="*/ 127 w 176"/>
                <a:gd name="T57" fmla="*/ 16 h 163"/>
                <a:gd name="T58" fmla="*/ 150 w 176"/>
                <a:gd name="T59" fmla="*/ 7 h 163"/>
                <a:gd name="T60" fmla="*/ 176 w 176"/>
                <a:gd name="T61" fmla="*/ 0 h 163"/>
                <a:gd name="T62" fmla="*/ 176 w 176"/>
                <a:gd name="T63" fmla="*/ 0 h 163"/>
                <a:gd name="T64" fmla="*/ 174 w 176"/>
                <a:gd name="T65" fmla="*/ 0 h 1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63"/>
                <a:gd name="T101" fmla="*/ 176 w 176"/>
                <a:gd name="T102" fmla="*/ 163 h 1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63">
                  <a:moveTo>
                    <a:pt x="174" y="0"/>
                  </a:moveTo>
                  <a:lnTo>
                    <a:pt x="160" y="6"/>
                  </a:lnTo>
                  <a:lnTo>
                    <a:pt x="145" y="13"/>
                  </a:lnTo>
                  <a:lnTo>
                    <a:pt x="130" y="20"/>
                  </a:lnTo>
                  <a:lnTo>
                    <a:pt x="115" y="28"/>
                  </a:lnTo>
                  <a:lnTo>
                    <a:pt x="100" y="37"/>
                  </a:lnTo>
                  <a:lnTo>
                    <a:pt x="87" y="47"/>
                  </a:lnTo>
                  <a:lnTo>
                    <a:pt x="74" y="59"/>
                  </a:lnTo>
                  <a:lnTo>
                    <a:pt x="63" y="72"/>
                  </a:lnTo>
                  <a:lnTo>
                    <a:pt x="54" y="85"/>
                  </a:lnTo>
                  <a:lnTo>
                    <a:pt x="47" y="103"/>
                  </a:lnTo>
                  <a:lnTo>
                    <a:pt x="48" y="107"/>
                  </a:lnTo>
                  <a:lnTo>
                    <a:pt x="46" y="113"/>
                  </a:lnTo>
                  <a:lnTo>
                    <a:pt x="43" y="119"/>
                  </a:lnTo>
                  <a:lnTo>
                    <a:pt x="38" y="126"/>
                  </a:lnTo>
                  <a:lnTo>
                    <a:pt x="32" y="132"/>
                  </a:lnTo>
                  <a:lnTo>
                    <a:pt x="25" y="137"/>
                  </a:lnTo>
                  <a:lnTo>
                    <a:pt x="18" y="143"/>
                  </a:lnTo>
                  <a:lnTo>
                    <a:pt x="11" y="150"/>
                  </a:lnTo>
                  <a:lnTo>
                    <a:pt x="5" y="156"/>
                  </a:lnTo>
                  <a:lnTo>
                    <a:pt x="0" y="163"/>
                  </a:lnTo>
                  <a:lnTo>
                    <a:pt x="11" y="140"/>
                  </a:lnTo>
                  <a:lnTo>
                    <a:pt x="24" y="118"/>
                  </a:lnTo>
                  <a:lnTo>
                    <a:pt x="38" y="97"/>
                  </a:lnTo>
                  <a:lnTo>
                    <a:pt x="53" y="77"/>
                  </a:lnTo>
                  <a:lnTo>
                    <a:pt x="69" y="59"/>
                  </a:lnTo>
                  <a:lnTo>
                    <a:pt x="87" y="43"/>
                  </a:lnTo>
                  <a:lnTo>
                    <a:pt x="106" y="28"/>
                  </a:lnTo>
                  <a:lnTo>
                    <a:pt x="127" y="16"/>
                  </a:lnTo>
                  <a:lnTo>
                    <a:pt x="150" y="7"/>
                  </a:lnTo>
                  <a:lnTo>
                    <a:pt x="176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D1843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4" name="Freeform 43"/>
            <p:cNvSpPr>
              <a:spLocks/>
            </p:cNvSpPr>
            <p:nvPr/>
          </p:nvSpPr>
          <p:spPr bwMode="auto">
            <a:xfrm>
              <a:off x="1916" y="2816"/>
              <a:ext cx="96" cy="221"/>
            </a:xfrm>
            <a:custGeom>
              <a:avLst/>
              <a:gdLst>
                <a:gd name="T0" fmla="*/ 95 w 192"/>
                <a:gd name="T1" fmla="*/ 86 h 444"/>
                <a:gd name="T2" fmla="*/ 97 w 192"/>
                <a:gd name="T3" fmla="*/ 84 h 444"/>
                <a:gd name="T4" fmla="*/ 101 w 192"/>
                <a:gd name="T5" fmla="*/ 82 h 444"/>
                <a:gd name="T6" fmla="*/ 103 w 192"/>
                <a:gd name="T7" fmla="*/ 80 h 444"/>
                <a:gd name="T8" fmla="*/ 107 w 192"/>
                <a:gd name="T9" fmla="*/ 77 h 444"/>
                <a:gd name="T10" fmla="*/ 105 w 192"/>
                <a:gd name="T11" fmla="*/ 80 h 444"/>
                <a:gd name="T12" fmla="*/ 100 w 192"/>
                <a:gd name="T13" fmla="*/ 86 h 444"/>
                <a:gd name="T14" fmla="*/ 95 w 192"/>
                <a:gd name="T15" fmla="*/ 91 h 444"/>
                <a:gd name="T16" fmla="*/ 92 w 192"/>
                <a:gd name="T17" fmla="*/ 98 h 444"/>
                <a:gd name="T18" fmla="*/ 92 w 192"/>
                <a:gd name="T19" fmla="*/ 105 h 444"/>
                <a:gd name="T20" fmla="*/ 97 w 192"/>
                <a:gd name="T21" fmla="*/ 110 h 444"/>
                <a:gd name="T22" fmla="*/ 108 w 192"/>
                <a:gd name="T23" fmla="*/ 106 h 444"/>
                <a:gd name="T24" fmla="*/ 118 w 192"/>
                <a:gd name="T25" fmla="*/ 99 h 444"/>
                <a:gd name="T26" fmla="*/ 130 w 192"/>
                <a:gd name="T27" fmla="*/ 90 h 444"/>
                <a:gd name="T28" fmla="*/ 141 w 192"/>
                <a:gd name="T29" fmla="*/ 81 h 444"/>
                <a:gd name="T30" fmla="*/ 131 w 192"/>
                <a:gd name="T31" fmla="*/ 95 h 444"/>
                <a:gd name="T32" fmla="*/ 102 w 192"/>
                <a:gd name="T33" fmla="*/ 135 h 444"/>
                <a:gd name="T34" fmla="*/ 80 w 192"/>
                <a:gd name="T35" fmla="*/ 178 h 444"/>
                <a:gd name="T36" fmla="*/ 67 w 192"/>
                <a:gd name="T37" fmla="*/ 222 h 444"/>
                <a:gd name="T38" fmla="*/ 66 w 192"/>
                <a:gd name="T39" fmla="*/ 267 h 444"/>
                <a:gd name="T40" fmla="*/ 85 w 192"/>
                <a:gd name="T41" fmla="*/ 305 h 444"/>
                <a:gd name="T42" fmla="*/ 114 w 192"/>
                <a:gd name="T43" fmla="*/ 334 h 444"/>
                <a:gd name="T44" fmla="*/ 140 w 192"/>
                <a:gd name="T45" fmla="*/ 363 h 444"/>
                <a:gd name="T46" fmla="*/ 164 w 192"/>
                <a:gd name="T47" fmla="*/ 394 h 444"/>
                <a:gd name="T48" fmla="*/ 184 w 192"/>
                <a:gd name="T49" fmla="*/ 426 h 444"/>
                <a:gd name="T50" fmla="*/ 0 w 192"/>
                <a:gd name="T51" fmla="*/ 192 h 444"/>
                <a:gd name="T52" fmla="*/ 10 w 192"/>
                <a:gd name="T53" fmla="*/ 200 h 444"/>
                <a:gd name="T54" fmla="*/ 19 w 192"/>
                <a:gd name="T55" fmla="*/ 212 h 444"/>
                <a:gd name="T56" fmla="*/ 28 w 192"/>
                <a:gd name="T57" fmla="*/ 225 h 444"/>
                <a:gd name="T58" fmla="*/ 37 w 192"/>
                <a:gd name="T59" fmla="*/ 239 h 444"/>
                <a:gd name="T60" fmla="*/ 45 w 192"/>
                <a:gd name="T61" fmla="*/ 252 h 444"/>
                <a:gd name="T62" fmla="*/ 64 w 192"/>
                <a:gd name="T63" fmla="*/ 222 h 444"/>
                <a:gd name="T64" fmla="*/ 70 w 192"/>
                <a:gd name="T65" fmla="*/ 191 h 444"/>
                <a:gd name="T66" fmla="*/ 70 w 192"/>
                <a:gd name="T67" fmla="*/ 158 h 444"/>
                <a:gd name="T68" fmla="*/ 72 w 192"/>
                <a:gd name="T69" fmla="*/ 125 h 444"/>
                <a:gd name="T70" fmla="*/ 84 w 192"/>
                <a:gd name="T71" fmla="*/ 93 h 444"/>
                <a:gd name="T72" fmla="*/ 79 w 192"/>
                <a:gd name="T73" fmla="*/ 86 h 444"/>
                <a:gd name="T74" fmla="*/ 79 w 192"/>
                <a:gd name="T75" fmla="*/ 68 h 444"/>
                <a:gd name="T76" fmla="*/ 78 w 192"/>
                <a:gd name="T77" fmla="*/ 51 h 444"/>
                <a:gd name="T78" fmla="*/ 71 w 192"/>
                <a:gd name="T79" fmla="*/ 42 h 444"/>
                <a:gd name="T80" fmla="*/ 55 w 192"/>
                <a:gd name="T81" fmla="*/ 47 h 444"/>
                <a:gd name="T82" fmla="*/ 77 w 192"/>
                <a:gd name="T83" fmla="*/ 7 h 444"/>
                <a:gd name="T84" fmla="*/ 75 w 192"/>
                <a:gd name="T85" fmla="*/ 23 h 444"/>
                <a:gd name="T86" fmla="*/ 84 w 192"/>
                <a:gd name="T87" fmla="*/ 41 h 444"/>
                <a:gd name="T88" fmla="*/ 93 w 192"/>
                <a:gd name="T89" fmla="*/ 59 h 444"/>
                <a:gd name="T90" fmla="*/ 96 w 192"/>
                <a:gd name="T91" fmla="*/ 77 h 444"/>
                <a:gd name="T92" fmla="*/ 93 w 192"/>
                <a:gd name="T93" fmla="*/ 8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2"/>
                <a:gd name="T142" fmla="*/ 0 h 444"/>
                <a:gd name="T143" fmla="*/ 192 w 19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2" h="444">
                  <a:moveTo>
                    <a:pt x="93" y="86"/>
                  </a:moveTo>
                  <a:lnTo>
                    <a:pt x="95" y="86"/>
                  </a:lnTo>
                  <a:lnTo>
                    <a:pt x="96" y="86"/>
                  </a:lnTo>
                  <a:lnTo>
                    <a:pt x="97" y="84"/>
                  </a:lnTo>
                  <a:lnTo>
                    <a:pt x="100" y="83"/>
                  </a:lnTo>
                  <a:lnTo>
                    <a:pt x="101" y="82"/>
                  </a:lnTo>
                  <a:lnTo>
                    <a:pt x="102" y="81"/>
                  </a:lnTo>
                  <a:lnTo>
                    <a:pt x="103" y="80"/>
                  </a:lnTo>
                  <a:lnTo>
                    <a:pt x="105" y="79"/>
                  </a:lnTo>
                  <a:lnTo>
                    <a:pt x="107" y="77"/>
                  </a:lnTo>
                  <a:lnTo>
                    <a:pt x="109" y="76"/>
                  </a:lnTo>
                  <a:lnTo>
                    <a:pt x="105" y="80"/>
                  </a:lnTo>
                  <a:lnTo>
                    <a:pt x="103" y="82"/>
                  </a:lnTo>
                  <a:lnTo>
                    <a:pt x="100" y="86"/>
                  </a:lnTo>
                  <a:lnTo>
                    <a:pt x="97" y="88"/>
                  </a:lnTo>
                  <a:lnTo>
                    <a:pt x="95" y="91"/>
                  </a:lnTo>
                  <a:lnTo>
                    <a:pt x="93" y="95"/>
                  </a:lnTo>
                  <a:lnTo>
                    <a:pt x="92" y="98"/>
                  </a:lnTo>
                  <a:lnTo>
                    <a:pt x="92" y="102"/>
                  </a:lnTo>
                  <a:lnTo>
                    <a:pt x="92" y="105"/>
                  </a:lnTo>
                  <a:lnTo>
                    <a:pt x="93" y="109"/>
                  </a:lnTo>
                  <a:lnTo>
                    <a:pt x="97" y="110"/>
                  </a:lnTo>
                  <a:lnTo>
                    <a:pt x="103" y="109"/>
                  </a:lnTo>
                  <a:lnTo>
                    <a:pt x="108" y="106"/>
                  </a:lnTo>
                  <a:lnTo>
                    <a:pt x="114" y="104"/>
                  </a:lnTo>
                  <a:lnTo>
                    <a:pt x="118" y="99"/>
                  </a:lnTo>
                  <a:lnTo>
                    <a:pt x="124" y="95"/>
                  </a:lnTo>
                  <a:lnTo>
                    <a:pt x="130" y="90"/>
                  </a:lnTo>
                  <a:lnTo>
                    <a:pt x="136" y="86"/>
                  </a:lnTo>
                  <a:lnTo>
                    <a:pt x="141" y="81"/>
                  </a:lnTo>
                  <a:lnTo>
                    <a:pt x="147" y="76"/>
                  </a:lnTo>
                  <a:lnTo>
                    <a:pt x="131" y="95"/>
                  </a:lnTo>
                  <a:lnTo>
                    <a:pt x="115" y="114"/>
                  </a:lnTo>
                  <a:lnTo>
                    <a:pt x="102" y="135"/>
                  </a:lnTo>
                  <a:lnTo>
                    <a:pt x="89" y="156"/>
                  </a:lnTo>
                  <a:lnTo>
                    <a:pt x="80" y="178"/>
                  </a:lnTo>
                  <a:lnTo>
                    <a:pt x="73" y="200"/>
                  </a:lnTo>
                  <a:lnTo>
                    <a:pt x="67" y="222"/>
                  </a:lnTo>
                  <a:lnTo>
                    <a:pt x="66" y="245"/>
                  </a:lnTo>
                  <a:lnTo>
                    <a:pt x="66" y="267"/>
                  </a:lnTo>
                  <a:lnTo>
                    <a:pt x="71" y="290"/>
                  </a:lnTo>
                  <a:lnTo>
                    <a:pt x="85" y="305"/>
                  </a:lnTo>
                  <a:lnTo>
                    <a:pt x="100" y="319"/>
                  </a:lnTo>
                  <a:lnTo>
                    <a:pt x="114" y="334"/>
                  </a:lnTo>
                  <a:lnTo>
                    <a:pt x="127" y="348"/>
                  </a:lnTo>
                  <a:lnTo>
                    <a:pt x="140" y="363"/>
                  </a:lnTo>
                  <a:lnTo>
                    <a:pt x="153" y="378"/>
                  </a:lnTo>
                  <a:lnTo>
                    <a:pt x="164" y="394"/>
                  </a:lnTo>
                  <a:lnTo>
                    <a:pt x="175" y="410"/>
                  </a:lnTo>
                  <a:lnTo>
                    <a:pt x="184" y="426"/>
                  </a:lnTo>
                  <a:lnTo>
                    <a:pt x="192" y="444"/>
                  </a:lnTo>
                  <a:lnTo>
                    <a:pt x="0" y="192"/>
                  </a:lnTo>
                  <a:lnTo>
                    <a:pt x="5" y="195"/>
                  </a:lnTo>
                  <a:lnTo>
                    <a:pt x="10" y="200"/>
                  </a:lnTo>
                  <a:lnTo>
                    <a:pt x="14" y="205"/>
                  </a:lnTo>
                  <a:lnTo>
                    <a:pt x="19" y="212"/>
                  </a:lnTo>
                  <a:lnTo>
                    <a:pt x="23" y="218"/>
                  </a:lnTo>
                  <a:lnTo>
                    <a:pt x="28" y="225"/>
                  </a:lnTo>
                  <a:lnTo>
                    <a:pt x="33" y="232"/>
                  </a:lnTo>
                  <a:lnTo>
                    <a:pt x="37" y="239"/>
                  </a:lnTo>
                  <a:lnTo>
                    <a:pt x="41" y="246"/>
                  </a:lnTo>
                  <a:lnTo>
                    <a:pt x="45" y="252"/>
                  </a:lnTo>
                  <a:lnTo>
                    <a:pt x="57" y="237"/>
                  </a:lnTo>
                  <a:lnTo>
                    <a:pt x="64" y="222"/>
                  </a:lnTo>
                  <a:lnTo>
                    <a:pt x="69" y="207"/>
                  </a:lnTo>
                  <a:lnTo>
                    <a:pt x="70" y="191"/>
                  </a:lnTo>
                  <a:lnTo>
                    <a:pt x="70" y="175"/>
                  </a:lnTo>
                  <a:lnTo>
                    <a:pt x="70" y="158"/>
                  </a:lnTo>
                  <a:lnTo>
                    <a:pt x="70" y="142"/>
                  </a:lnTo>
                  <a:lnTo>
                    <a:pt x="72" y="125"/>
                  </a:lnTo>
                  <a:lnTo>
                    <a:pt x="75" y="109"/>
                  </a:lnTo>
                  <a:lnTo>
                    <a:pt x="84" y="93"/>
                  </a:lnTo>
                  <a:lnTo>
                    <a:pt x="80" y="90"/>
                  </a:lnTo>
                  <a:lnTo>
                    <a:pt x="79" y="86"/>
                  </a:lnTo>
                  <a:lnTo>
                    <a:pt x="79" y="77"/>
                  </a:lnTo>
                  <a:lnTo>
                    <a:pt x="79" y="68"/>
                  </a:lnTo>
                  <a:lnTo>
                    <a:pt x="79" y="59"/>
                  </a:lnTo>
                  <a:lnTo>
                    <a:pt x="78" y="51"/>
                  </a:lnTo>
                  <a:lnTo>
                    <a:pt x="75" y="45"/>
                  </a:lnTo>
                  <a:lnTo>
                    <a:pt x="71" y="42"/>
                  </a:lnTo>
                  <a:lnTo>
                    <a:pt x="64" y="42"/>
                  </a:lnTo>
                  <a:lnTo>
                    <a:pt x="55" y="47"/>
                  </a:lnTo>
                  <a:lnTo>
                    <a:pt x="84" y="0"/>
                  </a:lnTo>
                  <a:lnTo>
                    <a:pt x="77" y="7"/>
                  </a:lnTo>
                  <a:lnTo>
                    <a:pt x="74" y="15"/>
                  </a:lnTo>
                  <a:lnTo>
                    <a:pt x="75" y="23"/>
                  </a:lnTo>
                  <a:lnTo>
                    <a:pt x="79" y="31"/>
                  </a:lnTo>
                  <a:lnTo>
                    <a:pt x="84" y="41"/>
                  </a:lnTo>
                  <a:lnTo>
                    <a:pt x="88" y="50"/>
                  </a:lnTo>
                  <a:lnTo>
                    <a:pt x="93" y="59"/>
                  </a:lnTo>
                  <a:lnTo>
                    <a:pt x="96" y="68"/>
                  </a:lnTo>
                  <a:lnTo>
                    <a:pt x="96" y="77"/>
                  </a:lnTo>
                  <a:lnTo>
                    <a:pt x="93" y="87"/>
                  </a:lnTo>
                  <a:lnTo>
                    <a:pt x="93" y="86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5" name="Freeform 44"/>
            <p:cNvSpPr>
              <a:spLocks/>
            </p:cNvSpPr>
            <p:nvPr/>
          </p:nvSpPr>
          <p:spPr bwMode="auto">
            <a:xfrm>
              <a:off x="2126" y="2832"/>
              <a:ext cx="23" cy="60"/>
            </a:xfrm>
            <a:custGeom>
              <a:avLst/>
              <a:gdLst>
                <a:gd name="T0" fmla="*/ 45 w 45"/>
                <a:gd name="T1" fmla="*/ 121 h 122"/>
                <a:gd name="T2" fmla="*/ 43 w 45"/>
                <a:gd name="T3" fmla="*/ 122 h 122"/>
                <a:gd name="T4" fmla="*/ 40 w 45"/>
                <a:gd name="T5" fmla="*/ 122 h 122"/>
                <a:gd name="T6" fmla="*/ 38 w 45"/>
                <a:gd name="T7" fmla="*/ 121 h 122"/>
                <a:gd name="T8" fmla="*/ 36 w 45"/>
                <a:gd name="T9" fmla="*/ 118 h 122"/>
                <a:gd name="T10" fmla="*/ 33 w 45"/>
                <a:gd name="T11" fmla="*/ 117 h 122"/>
                <a:gd name="T12" fmla="*/ 32 w 45"/>
                <a:gd name="T13" fmla="*/ 115 h 122"/>
                <a:gd name="T14" fmla="*/ 30 w 45"/>
                <a:gd name="T15" fmla="*/ 113 h 122"/>
                <a:gd name="T16" fmla="*/ 28 w 45"/>
                <a:gd name="T17" fmla="*/ 109 h 122"/>
                <a:gd name="T18" fmla="*/ 25 w 45"/>
                <a:gd name="T19" fmla="*/ 107 h 122"/>
                <a:gd name="T20" fmla="*/ 23 w 45"/>
                <a:gd name="T21" fmla="*/ 106 h 122"/>
                <a:gd name="T22" fmla="*/ 7 w 45"/>
                <a:gd name="T23" fmla="*/ 121 h 122"/>
                <a:gd name="T24" fmla="*/ 2 w 45"/>
                <a:gd name="T25" fmla="*/ 108 h 122"/>
                <a:gd name="T26" fmla="*/ 0 w 45"/>
                <a:gd name="T27" fmla="*/ 95 h 122"/>
                <a:gd name="T28" fmla="*/ 0 w 45"/>
                <a:gd name="T29" fmla="*/ 84 h 122"/>
                <a:gd name="T30" fmla="*/ 2 w 45"/>
                <a:gd name="T31" fmla="*/ 72 h 122"/>
                <a:gd name="T32" fmla="*/ 6 w 45"/>
                <a:gd name="T33" fmla="*/ 61 h 122"/>
                <a:gd name="T34" fmla="*/ 9 w 45"/>
                <a:gd name="T35" fmla="*/ 49 h 122"/>
                <a:gd name="T36" fmla="*/ 13 w 45"/>
                <a:gd name="T37" fmla="*/ 37 h 122"/>
                <a:gd name="T38" fmla="*/ 16 w 45"/>
                <a:gd name="T39" fmla="*/ 26 h 122"/>
                <a:gd name="T40" fmla="*/ 17 w 45"/>
                <a:gd name="T41" fmla="*/ 13 h 122"/>
                <a:gd name="T42" fmla="*/ 16 w 45"/>
                <a:gd name="T43" fmla="*/ 0 h 122"/>
                <a:gd name="T44" fmla="*/ 28 w 45"/>
                <a:gd name="T45" fmla="*/ 9 h 122"/>
                <a:gd name="T46" fmla="*/ 35 w 45"/>
                <a:gd name="T47" fmla="*/ 19 h 122"/>
                <a:gd name="T48" fmla="*/ 38 w 45"/>
                <a:gd name="T49" fmla="*/ 30 h 122"/>
                <a:gd name="T50" fmla="*/ 40 w 45"/>
                <a:gd name="T51" fmla="*/ 43 h 122"/>
                <a:gd name="T52" fmla="*/ 40 w 45"/>
                <a:gd name="T53" fmla="*/ 57 h 122"/>
                <a:gd name="T54" fmla="*/ 39 w 45"/>
                <a:gd name="T55" fmla="*/ 71 h 122"/>
                <a:gd name="T56" fmla="*/ 39 w 45"/>
                <a:gd name="T57" fmla="*/ 85 h 122"/>
                <a:gd name="T58" fmla="*/ 39 w 45"/>
                <a:gd name="T59" fmla="*/ 97 h 122"/>
                <a:gd name="T60" fmla="*/ 40 w 45"/>
                <a:gd name="T61" fmla="*/ 110 h 122"/>
                <a:gd name="T62" fmla="*/ 45 w 45"/>
                <a:gd name="T63" fmla="*/ 121 h 122"/>
                <a:gd name="T64" fmla="*/ 45 w 45"/>
                <a:gd name="T65" fmla="*/ 121 h 1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5"/>
                <a:gd name="T100" fmla="*/ 0 h 122"/>
                <a:gd name="T101" fmla="*/ 45 w 45"/>
                <a:gd name="T102" fmla="*/ 122 h 12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5" h="122">
                  <a:moveTo>
                    <a:pt x="45" y="121"/>
                  </a:moveTo>
                  <a:lnTo>
                    <a:pt x="43" y="122"/>
                  </a:lnTo>
                  <a:lnTo>
                    <a:pt x="40" y="122"/>
                  </a:lnTo>
                  <a:lnTo>
                    <a:pt x="38" y="121"/>
                  </a:lnTo>
                  <a:lnTo>
                    <a:pt x="36" y="118"/>
                  </a:lnTo>
                  <a:lnTo>
                    <a:pt x="33" y="117"/>
                  </a:lnTo>
                  <a:lnTo>
                    <a:pt x="32" y="115"/>
                  </a:lnTo>
                  <a:lnTo>
                    <a:pt x="30" y="113"/>
                  </a:lnTo>
                  <a:lnTo>
                    <a:pt x="28" y="109"/>
                  </a:lnTo>
                  <a:lnTo>
                    <a:pt x="25" y="107"/>
                  </a:lnTo>
                  <a:lnTo>
                    <a:pt x="23" y="106"/>
                  </a:lnTo>
                  <a:lnTo>
                    <a:pt x="7" y="121"/>
                  </a:lnTo>
                  <a:lnTo>
                    <a:pt x="2" y="108"/>
                  </a:lnTo>
                  <a:lnTo>
                    <a:pt x="0" y="95"/>
                  </a:lnTo>
                  <a:lnTo>
                    <a:pt x="0" y="84"/>
                  </a:lnTo>
                  <a:lnTo>
                    <a:pt x="2" y="72"/>
                  </a:lnTo>
                  <a:lnTo>
                    <a:pt x="6" y="61"/>
                  </a:lnTo>
                  <a:lnTo>
                    <a:pt x="9" y="49"/>
                  </a:lnTo>
                  <a:lnTo>
                    <a:pt x="13" y="37"/>
                  </a:lnTo>
                  <a:lnTo>
                    <a:pt x="16" y="26"/>
                  </a:lnTo>
                  <a:lnTo>
                    <a:pt x="17" y="13"/>
                  </a:lnTo>
                  <a:lnTo>
                    <a:pt x="16" y="0"/>
                  </a:lnTo>
                  <a:lnTo>
                    <a:pt x="28" y="9"/>
                  </a:lnTo>
                  <a:lnTo>
                    <a:pt x="35" y="19"/>
                  </a:lnTo>
                  <a:lnTo>
                    <a:pt x="38" y="30"/>
                  </a:lnTo>
                  <a:lnTo>
                    <a:pt x="40" y="43"/>
                  </a:lnTo>
                  <a:lnTo>
                    <a:pt x="40" y="57"/>
                  </a:lnTo>
                  <a:lnTo>
                    <a:pt x="39" y="71"/>
                  </a:lnTo>
                  <a:lnTo>
                    <a:pt x="39" y="85"/>
                  </a:lnTo>
                  <a:lnTo>
                    <a:pt x="39" y="97"/>
                  </a:lnTo>
                  <a:lnTo>
                    <a:pt x="40" y="110"/>
                  </a:lnTo>
                  <a:lnTo>
                    <a:pt x="45" y="121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6" name="Freeform 45"/>
            <p:cNvSpPr>
              <a:spLocks/>
            </p:cNvSpPr>
            <p:nvPr/>
          </p:nvSpPr>
          <p:spPr bwMode="auto">
            <a:xfrm>
              <a:off x="2309" y="2843"/>
              <a:ext cx="184" cy="241"/>
            </a:xfrm>
            <a:custGeom>
              <a:avLst/>
              <a:gdLst>
                <a:gd name="T0" fmla="*/ 369 w 369"/>
                <a:gd name="T1" fmla="*/ 22 h 482"/>
                <a:gd name="T2" fmla="*/ 321 w 369"/>
                <a:gd name="T3" fmla="*/ 59 h 482"/>
                <a:gd name="T4" fmla="*/ 279 w 369"/>
                <a:gd name="T5" fmla="*/ 99 h 482"/>
                <a:gd name="T6" fmla="*/ 240 w 369"/>
                <a:gd name="T7" fmla="*/ 141 h 482"/>
                <a:gd name="T8" fmla="*/ 207 w 369"/>
                <a:gd name="T9" fmla="*/ 188 h 482"/>
                <a:gd name="T10" fmla="*/ 176 w 369"/>
                <a:gd name="T11" fmla="*/ 234 h 482"/>
                <a:gd name="T12" fmla="*/ 148 w 369"/>
                <a:gd name="T13" fmla="*/ 283 h 482"/>
                <a:gd name="T14" fmla="*/ 123 w 369"/>
                <a:gd name="T15" fmla="*/ 333 h 482"/>
                <a:gd name="T16" fmla="*/ 97 w 369"/>
                <a:gd name="T17" fmla="*/ 383 h 482"/>
                <a:gd name="T18" fmla="*/ 74 w 369"/>
                <a:gd name="T19" fmla="*/ 433 h 482"/>
                <a:gd name="T20" fmla="*/ 50 w 369"/>
                <a:gd name="T21" fmla="*/ 482 h 482"/>
                <a:gd name="T22" fmla="*/ 15 w 369"/>
                <a:gd name="T23" fmla="*/ 442 h 482"/>
                <a:gd name="T24" fmla="*/ 0 w 369"/>
                <a:gd name="T25" fmla="*/ 402 h 482"/>
                <a:gd name="T26" fmla="*/ 1 w 369"/>
                <a:gd name="T27" fmla="*/ 364 h 482"/>
                <a:gd name="T28" fmla="*/ 14 w 369"/>
                <a:gd name="T29" fmla="*/ 327 h 482"/>
                <a:gd name="T30" fmla="*/ 37 w 369"/>
                <a:gd name="T31" fmla="*/ 290 h 482"/>
                <a:gd name="T32" fmla="*/ 66 w 369"/>
                <a:gd name="T33" fmla="*/ 253 h 482"/>
                <a:gd name="T34" fmla="*/ 97 w 369"/>
                <a:gd name="T35" fmla="*/ 219 h 482"/>
                <a:gd name="T36" fmla="*/ 129 w 369"/>
                <a:gd name="T37" fmla="*/ 183 h 482"/>
                <a:gd name="T38" fmla="*/ 157 w 369"/>
                <a:gd name="T39" fmla="*/ 149 h 482"/>
                <a:gd name="T40" fmla="*/ 178 w 369"/>
                <a:gd name="T41" fmla="*/ 115 h 482"/>
                <a:gd name="T42" fmla="*/ 194 w 369"/>
                <a:gd name="T43" fmla="*/ 102 h 482"/>
                <a:gd name="T44" fmla="*/ 212 w 369"/>
                <a:gd name="T45" fmla="*/ 88 h 482"/>
                <a:gd name="T46" fmla="*/ 231 w 369"/>
                <a:gd name="T47" fmla="*/ 74 h 482"/>
                <a:gd name="T48" fmla="*/ 250 w 369"/>
                <a:gd name="T49" fmla="*/ 60 h 482"/>
                <a:gd name="T50" fmla="*/ 269 w 369"/>
                <a:gd name="T51" fmla="*/ 48 h 482"/>
                <a:gd name="T52" fmla="*/ 290 w 369"/>
                <a:gd name="T53" fmla="*/ 36 h 482"/>
                <a:gd name="T54" fmla="*/ 310 w 369"/>
                <a:gd name="T55" fmla="*/ 25 h 482"/>
                <a:gd name="T56" fmla="*/ 329 w 369"/>
                <a:gd name="T57" fmla="*/ 15 h 482"/>
                <a:gd name="T58" fmla="*/ 349 w 369"/>
                <a:gd name="T59" fmla="*/ 7 h 482"/>
                <a:gd name="T60" fmla="*/ 369 w 369"/>
                <a:gd name="T61" fmla="*/ 0 h 482"/>
                <a:gd name="T62" fmla="*/ 369 w 369"/>
                <a:gd name="T63" fmla="*/ 22 h 482"/>
                <a:gd name="T64" fmla="*/ 369 w 369"/>
                <a:gd name="T65" fmla="*/ 22 h 4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69"/>
                <a:gd name="T100" fmla="*/ 0 h 482"/>
                <a:gd name="T101" fmla="*/ 369 w 369"/>
                <a:gd name="T102" fmla="*/ 482 h 4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69" h="482">
                  <a:moveTo>
                    <a:pt x="369" y="22"/>
                  </a:moveTo>
                  <a:lnTo>
                    <a:pt x="321" y="59"/>
                  </a:lnTo>
                  <a:lnTo>
                    <a:pt x="279" y="99"/>
                  </a:lnTo>
                  <a:lnTo>
                    <a:pt x="240" y="141"/>
                  </a:lnTo>
                  <a:lnTo>
                    <a:pt x="207" y="188"/>
                  </a:lnTo>
                  <a:lnTo>
                    <a:pt x="176" y="234"/>
                  </a:lnTo>
                  <a:lnTo>
                    <a:pt x="148" y="283"/>
                  </a:lnTo>
                  <a:lnTo>
                    <a:pt x="123" y="333"/>
                  </a:lnTo>
                  <a:lnTo>
                    <a:pt x="97" y="383"/>
                  </a:lnTo>
                  <a:lnTo>
                    <a:pt x="74" y="433"/>
                  </a:lnTo>
                  <a:lnTo>
                    <a:pt x="50" y="482"/>
                  </a:lnTo>
                  <a:lnTo>
                    <a:pt x="15" y="442"/>
                  </a:lnTo>
                  <a:lnTo>
                    <a:pt x="0" y="402"/>
                  </a:lnTo>
                  <a:lnTo>
                    <a:pt x="1" y="364"/>
                  </a:lnTo>
                  <a:lnTo>
                    <a:pt x="14" y="327"/>
                  </a:lnTo>
                  <a:lnTo>
                    <a:pt x="37" y="290"/>
                  </a:lnTo>
                  <a:lnTo>
                    <a:pt x="66" y="253"/>
                  </a:lnTo>
                  <a:lnTo>
                    <a:pt x="97" y="219"/>
                  </a:lnTo>
                  <a:lnTo>
                    <a:pt x="129" y="183"/>
                  </a:lnTo>
                  <a:lnTo>
                    <a:pt x="157" y="149"/>
                  </a:lnTo>
                  <a:lnTo>
                    <a:pt x="178" y="115"/>
                  </a:lnTo>
                  <a:lnTo>
                    <a:pt x="194" y="102"/>
                  </a:lnTo>
                  <a:lnTo>
                    <a:pt x="212" y="88"/>
                  </a:lnTo>
                  <a:lnTo>
                    <a:pt x="231" y="74"/>
                  </a:lnTo>
                  <a:lnTo>
                    <a:pt x="250" y="60"/>
                  </a:lnTo>
                  <a:lnTo>
                    <a:pt x="269" y="48"/>
                  </a:lnTo>
                  <a:lnTo>
                    <a:pt x="290" y="36"/>
                  </a:lnTo>
                  <a:lnTo>
                    <a:pt x="310" y="25"/>
                  </a:lnTo>
                  <a:lnTo>
                    <a:pt x="329" y="15"/>
                  </a:lnTo>
                  <a:lnTo>
                    <a:pt x="349" y="7"/>
                  </a:lnTo>
                  <a:lnTo>
                    <a:pt x="369" y="0"/>
                  </a:lnTo>
                  <a:lnTo>
                    <a:pt x="369" y="22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7" name="Freeform 46"/>
            <p:cNvSpPr>
              <a:spLocks/>
            </p:cNvSpPr>
            <p:nvPr/>
          </p:nvSpPr>
          <p:spPr bwMode="auto">
            <a:xfrm>
              <a:off x="2225" y="2854"/>
              <a:ext cx="319" cy="494"/>
            </a:xfrm>
            <a:custGeom>
              <a:avLst/>
              <a:gdLst>
                <a:gd name="T0" fmla="*/ 637 w 637"/>
                <a:gd name="T1" fmla="*/ 92 h 988"/>
                <a:gd name="T2" fmla="*/ 588 w 637"/>
                <a:gd name="T3" fmla="*/ 115 h 988"/>
                <a:gd name="T4" fmla="*/ 545 w 637"/>
                <a:gd name="T5" fmla="*/ 145 h 988"/>
                <a:gd name="T6" fmla="*/ 509 w 637"/>
                <a:gd name="T7" fmla="*/ 181 h 988"/>
                <a:gd name="T8" fmla="*/ 478 w 637"/>
                <a:gd name="T9" fmla="*/ 221 h 988"/>
                <a:gd name="T10" fmla="*/ 448 w 637"/>
                <a:gd name="T11" fmla="*/ 263 h 988"/>
                <a:gd name="T12" fmla="*/ 419 w 637"/>
                <a:gd name="T13" fmla="*/ 303 h 988"/>
                <a:gd name="T14" fmla="*/ 389 w 637"/>
                <a:gd name="T15" fmla="*/ 344 h 988"/>
                <a:gd name="T16" fmla="*/ 354 w 637"/>
                <a:gd name="T17" fmla="*/ 378 h 988"/>
                <a:gd name="T18" fmla="*/ 315 w 637"/>
                <a:gd name="T19" fmla="*/ 408 h 988"/>
                <a:gd name="T20" fmla="*/ 268 w 637"/>
                <a:gd name="T21" fmla="*/ 430 h 988"/>
                <a:gd name="T22" fmla="*/ 345 w 637"/>
                <a:gd name="T23" fmla="*/ 529 h 988"/>
                <a:gd name="T24" fmla="*/ 315 w 637"/>
                <a:gd name="T25" fmla="*/ 575 h 988"/>
                <a:gd name="T26" fmla="*/ 284 w 637"/>
                <a:gd name="T27" fmla="*/ 621 h 988"/>
                <a:gd name="T28" fmla="*/ 250 w 637"/>
                <a:gd name="T29" fmla="*/ 666 h 988"/>
                <a:gd name="T30" fmla="*/ 214 w 637"/>
                <a:gd name="T31" fmla="*/ 712 h 988"/>
                <a:gd name="T32" fmla="*/ 179 w 637"/>
                <a:gd name="T33" fmla="*/ 757 h 988"/>
                <a:gd name="T34" fmla="*/ 142 w 637"/>
                <a:gd name="T35" fmla="*/ 804 h 988"/>
                <a:gd name="T36" fmla="*/ 105 w 637"/>
                <a:gd name="T37" fmla="*/ 849 h 988"/>
                <a:gd name="T38" fmla="*/ 69 w 637"/>
                <a:gd name="T39" fmla="*/ 895 h 988"/>
                <a:gd name="T40" fmla="*/ 33 w 637"/>
                <a:gd name="T41" fmla="*/ 941 h 988"/>
                <a:gd name="T42" fmla="*/ 0 w 637"/>
                <a:gd name="T43" fmla="*/ 988 h 988"/>
                <a:gd name="T44" fmla="*/ 41 w 637"/>
                <a:gd name="T45" fmla="*/ 906 h 988"/>
                <a:gd name="T46" fmla="*/ 80 w 637"/>
                <a:gd name="T47" fmla="*/ 823 h 988"/>
                <a:gd name="T48" fmla="*/ 119 w 637"/>
                <a:gd name="T49" fmla="*/ 740 h 988"/>
                <a:gd name="T50" fmla="*/ 154 w 637"/>
                <a:gd name="T51" fmla="*/ 656 h 988"/>
                <a:gd name="T52" fmla="*/ 191 w 637"/>
                <a:gd name="T53" fmla="*/ 571 h 988"/>
                <a:gd name="T54" fmla="*/ 228 w 637"/>
                <a:gd name="T55" fmla="*/ 488 h 988"/>
                <a:gd name="T56" fmla="*/ 266 w 637"/>
                <a:gd name="T57" fmla="*/ 405 h 988"/>
                <a:gd name="T58" fmla="*/ 307 w 637"/>
                <a:gd name="T59" fmla="*/ 323 h 988"/>
                <a:gd name="T60" fmla="*/ 351 w 637"/>
                <a:gd name="T61" fmla="*/ 242 h 988"/>
                <a:gd name="T62" fmla="*/ 398 w 637"/>
                <a:gd name="T63" fmla="*/ 162 h 988"/>
                <a:gd name="T64" fmla="*/ 419 w 637"/>
                <a:gd name="T65" fmla="*/ 141 h 988"/>
                <a:gd name="T66" fmla="*/ 444 w 637"/>
                <a:gd name="T67" fmla="*/ 113 h 988"/>
                <a:gd name="T68" fmla="*/ 472 w 637"/>
                <a:gd name="T69" fmla="*/ 81 h 988"/>
                <a:gd name="T70" fmla="*/ 502 w 637"/>
                <a:gd name="T71" fmla="*/ 51 h 988"/>
                <a:gd name="T72" fmla="*/ 531 w 637"/>
                <a:gd name="T73" fmla="*/ 25 h 988"/>
                <a:gd name="T74" fmla="*/ 560 w 637"/>
                <a:gd name="T75" fmla="*/ 6 h 988"/>
                <a:gd name="T76" fmla="*/ 587 w 637"/>
                <a:gd name="T77" fmla="*/ 0 h 988"/>
                <a:gd name="T78" fmla="*/ 608 w 637"/>
                <a:gd name="T79" fmla="*/ 10 h 988"/>
                <a:gd name="T80" fmla="*/ 627 w 637"/>
                <a:gd name="T81" fmla="*/ 39 h 988"/>
                <a:gd name="T82" fmla="*/ 637 w 637"/>
                <a:gd name="T83" fmla="*/ 92 h 988"/>
                <a:gd name="T84" fmla="*/ 637 w 637"/>
                <a:gd name="T85" fmla="*/ 92 h 9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37"/>
                <a:gd name="T130" fmla="*/ 0 h 988"/>
                <a:gd name="T131" fmla="*/ 637 w 637"/>
                <a:gd name="T132" fmla="*/ 988 h 98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37" h="988">
                  <a:moveTo>
                    <a:pt x="637" y="92"/>
                  </a:moveTo>
                  <a:lnTo>
                    <a:pt x="588" y="115"/>
                  </a:lnTo>
                  <a:lnTo>
                    <a:pt x="545" y="145"/>
                  </a:lnTo>
                  <a:lnTo>
                    <a:pt x="509" y="181"/>
                  </a:lnTo>
                  <a:lnTo>
                    <a:pt x="478" y="221"/>
                  </a:lnTo>
                  <a:lnTo>
                    <a:pt x="448" y="263"/>
                  </a:lnTo>
                  <a:lnTo>
                    <a:pt x="419" y="303"/>
                  </a:lnTo>
                  <a:lnTo>
                    <a:pt x="389" y="344"/>
                  </a:lnTo>
                  <a:lnTo>
                    <a:pt x="354" y="378"/>
                  </a:lnTo>
                  <a:lnTo>
                    <a:pt x="315" y="408"/>
                  </a:lnTo>
                  <a:lnTo>
                    <a:pt x="268" y="430"/>
                  </a:lnTo>
                  <a:lnTo>
                    <a:pt x="345" y="529"/>
                  </a:lnTo>
                  <a:lnTo>
                    <a:pt x="315" y="575"/>
                  </a:lnTo>
                  <a:lnTo>
                    <a:pt x="284" y="621"/>
                  </a:lnTo>
                  <a:lnTo>
                    <a:pt x="250" y="666"/>
                  </a:lnTo>
                  <a:lnTo>
                    <a:pt x="214" y="712"/>
                  </a:lnTo>
                  <a:lnTo>
                    <a:pt x="179" y="757"/>
                  </a:lnTo>
                  <a:lnTo>
                    <a:pt x="142" y="804"/>
                  </a:lnTo>
                  <a:lnTo>
                    <a:pt x="105" y="849"/>
                  </a:lnTo>
                  <a:lnTo>
                    <a:pt x="69" y="895"/>
                  </a:lnTo>
                  <a:lnTo>
                    <a:pt x="33" y="941"/>
                  </a:lnTo>
                  <a:lnTo>
                    <a:pt x="0" y="988"/>
                  </a:lnTo>
                  <a:lnTo>
                    <a:pt x="41" y="906"/>
                  </a:lnTo>
                  <a:lnTo>
                    <a:pt x="80" y="823"/>
                  </a:lnTo>
                  <a:lnTo>
                    <a:pt x="119" y="740"/>
                  </a:lnTo>
                  <a:lnTo>
                    <a:pt x="154" y="656"/>
                  </a:lnTo>
                  <a:lnTo>
                    <a:pt x="191" y="571"/>
                  </a:lnTo>
                  <a:lnTo>
                    <a:pt x="228" y="488"/>
                  </a:lnTo>
                  <a:lnTo>
                    <a:pt x="266" y="405"/>
                  </a:lnTo>
                  <a:lnTo>
                    <a:pt x="307" y="323"/>
                  </a:lnTo>
                  <a:lnTo>
                    <a:pt x="351" y="242"/>
                  </a:lnTo>
                  <a:lnTo>
                    <a:pt x="398" y="162"/>
                  </a:lnTo>
                  <a:lnTo>
                    <a:pt x="419" y="141"/>
                  </a:lnTo>
                  <a:lnTo>
                    <a:pt x="444" y="113"/>
                  </a:lnTo>
                  <a:lnTo>
                    <a:pt x="472" y="81"/>
                  </a:lnTo>
                  <a:lnTo>
                    <a:pt x="502" y="51"/>
                  </a:lnTo>
                  <a:lnTo>
                    <a:pt x="531" y="25"/>
                  </a:lnTo>
                  <a:lnTo>
                    <a:pt x="560" y="6"/>
                  </a:lnTo>
                  <a:lnTo>
                    <a:pt x="587" y="0"/>
                  </a:lnTo>
                  <a:lnTo>
                    <a:pt x="608" y="10"/>
                  </a:lnTo>
                  <a:lnTo>
                    <a:pt x="627" y="39"/>
                  </a:lnTo>
                  <a:lnTo>
                    <a:pt x="637" y="92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8" name="Freeform 47"/>
            <p:cNvSpPr>
              <a:spLocks/>
            </p:cNvSpPr>
            <p:nvPr/>
          </p:nvSpPr>
          <p:spPr bwMode="auto">
            <a:xfrm>
              <a:off x="2028" y="2865"/>
              <a:ext cx="49" cy="51"/>
            </a:xfrm>
            <a:custGeom>
              <a:avLst/>
              <a:gdLst>
                <a:gd name="T0" fmla="*/ 0 w 100"/>
                <a:gd name="T1" fmla="*/ 101 h 102"/>
                <a:gd name="T2" fmla="*/ 6 w 100"/>
                <a:gd name="T3" fmla="*/ 89 h 102"/>
                <a:gd name="T4" fmla="*/ 12 w 100"/>
                <a:gd name="T5" fmla="*/ 76 h 102"/>
                <a:gd name="T6" fmla="*/ 18 w 100"/>
                <a:gd name="T7" fmla="*/ 62 h 102"/>
                <a:gd name="T8" fmla="*/ 26 w 100"/>
                <a:gd name="T9" fmla="*/ 48 h 102"/>
                <a:gd name="T10" fmla="*/ 35 w 100"/>
                <a:gd name="T11" fmla="*/ 35 h 102"/>
                <a:gd name="T12" fmla="*/ 44 w 100"/>
                <a:gd name="T13" fmla="*/ 24 h 102"/>
                <a:gd name="T14" fmla="*/ 56 w 100"/>
                <a:gd name="T15" fmla="*/ 14 h 102"/>
                <a:gd name="T16" fmla="*/ 69 w 100"/>
                <a:gd name="T17" fmla="*/ 6 h 102"/>
                <a:gd name="T18" fmla="*/ 84 w 100"/>
                <a:gd name="T19" fmla="*/ 2 h 102"/>
                <a:gd name="T20" fmla="*/ 100 w 100"/>
                <a:gd name="T21" fmla="*/ 0 h 102"/>
                <a:gd name="T22" fmla="*/ 88 w 100"/>
                <a:gd name="T23" fmla="*/ 3 h 102"/>
                <a:gd name="T24" fmla="*/ 79 w 100"/>
                <a:gd name="T25" fmla="*/ 10 h 102"/>
                <a:gd name="T26" fmla="*/ 70 w 100"/>
                <a:gd name="T27" fmla="*/ 20 h 102"/>
                <a:gd name="T28" fmla="*/ 60 w 100"/>
                <a:gd name="T29" fmla="*/ 33 h 102"/>
                <a:gd name="T30" fmla="*/ 52 w 100"/>
                <a:gd name="T31" fmla="*/ 47 h 102"/>
                <a:gd name="T32" fmla="*/ 43 w 100"/>
                <a:gd name="T33" fmla="*/ 61 h 102"/>
                <a:gd name="T34" fmla="*/ 34 w 100"/>
                <a:gd name="T35" fmla="*/ 73 h 102"/>
                <a:gd name="T36" fmla="*/ 25 w 100"/>
                <a:gd name="T37" fmla="*/ 86 h 102"/>
                <a:gd name="T38" fmla="*/ 13 w 100"/>
                <a:gd name="T39" fmla="*/ 95 h 102"/>
                <a:gd name="T40" fmla="*/ 0 w 100"/>
                <a:gd name="T41" fmla="*/ 102 h 102"/>
                <a:gd name="T42" fmla="*/ 0 w 100"/>
                <a:gd name="T43" fmla="*/ 102 h 102"/>
                <a:gd name="T44" fmla="*/ 0 w 100"/>
                <a:gd name="T45" fmla="*/ 101 h 1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0"/>
                <a:gd name="T70" fmla="*/ 0 h 102"/>
                <a:gd name="T71" fmla="*/ 100 w 100"/>
                <a:gd name="T72" fmla="*/ 102 h 10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0" h="102">
                  <a:moveTo>
                    <a:pt x="0" y="101"/>
                  </a:moveTo>
                  <a:lnTo>
                    <a:pt x="6" y="89"/>
                  </a:lnTo>
                  <a:lnTo>
                    <a:pt x="12" y="76"/>
                  </a:lnTo>
                  <a:lnTo>
                    <a:pt x="18" y="62"/>
                  </a:lnTo>
                  <a:lnTo>
                    <a:pt x="26" y="48"/>
                  </a:lnTo>
                  <a:lnTo>
                    <a:pt x="35" y="35"/>
                  </a:lnTo>
                  <a:lnTo>
                    <a:pt x="44" y="24"/>
                  </a:lnTo>
                  <a:lnTo>
                    <a:pt x="56" y="14"/>
                  </a:lnTo>
                  <a:lnTo>
                    <a:pt x="69" y="6"/>
                  </a:lnTo>
                  <a:lnTo>
                    <a:pt x="84" y="2"/>
                  </a:lnTo>
                  <a:lnTo>
                    <a:pt x="100" y="0"/>
                  </a:lnTo>
                  <a:lnTo>
                    <a:pt x="88" y="3"/>
                  </a:lnTo>
                  <a:lnTo>
                    <a:pt x="79" y="10"/>
                  </a:lnTo>
                  <a:lnTo>
                    <a:pt x="70" y="20"/>
                  </a:lnTo>
                  <a:lnTo>
                    <a:pt x="60" y="33"/>
                  </a:lnTo>
                  <a:lnTo>
                    <a:pt x="52" y="47"/>
                  </a:lnTo>
                  <a:lnTo>
                    <a:pt x="43" y="61"/>
                  </a:lnTo>
                  <a:lnTo>
                    <a:pt x="34" y="73"/>
                  </a:lnTo>
                  <a:lnTo>
                    <a:pt x="25" y="86"/>
                  </a:lnTo>
                  <a:lnTo>
                    <a:pt x="13" y="95"/>
                  </a:lnTo>
                  <a:lnTo>
                    <a:pt x="0" y="102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0036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39" name="Freeform 48"/>
            <p:cNvSpPr>
              <a:spLocks/>
            </p:cNvSpPr>
            <p:nvPr/>
          </p:nvSpPr>
          <p:spPr bwMode="auto">
            <a:xfrm>
              <a:off x="1927" y="2873"/>
              <a:ext cx="5" cy="19"/>
            </a:xfrm>
            <a:custGeom>
              <a:avLst/>
              <a:gdLst>
                <a:gd name="T0" fmla="*/ 0 w 11"/>
                <a:gd name="T1" fmla="*/ 39 h 39"/>
                <a:gd name="T2" fmla="*/ 11 w 11"/>
                <a:gd name="T3" fmla="*/ 0 h 39"/>
                <a:gd name="T4" fmla="*/ 11 w 11"/>
                <a:gd name="T5" fmla="*/ 33 h 39"/>
                <a:gd name="T6" fmla="*/ 0 w 11"/>
                <a:gd name="T7" fmla="*/ 39 h 39"/>
                <a:gd name="T8" fmla="*/ 0 w 11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39"/>
                <a:gd name="T17" fmla="*/ 11 w 11"/>
                <a:gd name="T18" fmla="*/ 39 h 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39">
                  <a:moveTo>
                    <a:pt x="0" y="39"/>
                  </a:moveTo>
                  <a:lnTo>
                    <a:pt x="11" y="0"/>
                  </a:lnTo>
                  <a:lnTo>
                    <a:pt x="11" y="33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0" name="Freeform 49"/>
            <p:cNvSpPr>
              <a:spLocks/>
            </p:cNvSpPr>
            <p:nvPr/>
          </p:nvSpPr>
          <p:spPr bwMode="auto">
            <a:xfrm>
              <a:off x="2050" y="2892"/>
              <a:ext cx="38" cy="30"/>
            </a:xfrm>
            <a:custGeom>
              <a:avLst/>
              <a:gdLst>
                <a:gd name="T0" fmla="*/ 77 w 77"/>
                <a:gd name="T1" fmla="*/ 9 h 61"/>
                <a:gd name="T2" fmla="*/ 74 w 77"/>
                <a:gd name="T3" fmla="*/ 17 h 61"/>
                <a:gd name="T4" fmla="*/ 72 w 77"/>
                <a:gd name="T5" fmla="*/ 24 h 61"/>
                <a:gd name="T6" fmla="*/ 70 w 77"/>
                <a:gd name="T7" fmla="*/ 31 h 61"/>
                <a:gd name="T8" fmla="*/ 66 w 77"/>
                <a:gd name="T9" fmla="*/ 38 h 61"/>
                <a:gd name="T10" fmla="*/ 63 w 77"/>
                <a:gd name="T11" fmla="*/ 45 h 61"/>
                <a:gd name="T12" fmla="*/ 58 w 77"/>
                <a:gd name="T13" fmla="*/ 50 h 61"/>
                <a:gd name="T14" fmla="*/ 54 w 77"/>
                <a:gd name="T15" fmla="*/ 55 h 61"/>
                <a:gd name="T16" fmla="*/ 47 w 77"/>
                <a:gd name="T17" fmla="*/ 59 h 61"/>
                <a:gd name="T18" fmla="*/ 40 w 77"/>
                <a:gd name="T19" fmla="*/ 61 h 61"/>
                <a:gd name="T20" fmla="*/ 32 w 77"/>
                <a:gd name="T21" fmla="*/ 61 h 61"/>
                <a:gd name="T22" fmla="*/ 0 w 77"/>
                <a:gd name="T23" fmla="*/ 39 h 61"/>
                <a:gd name="T24" fmla="*/ 45 w 77"/>
                <a:gd name="T25" fmla="*/ 0 h 61"/>
                <a:gd name="T26" fmla="*/ 45 w 77"/>
                <a:gd name="T27" fmla="*/ 10 h 61"/>
                <a:gd name="T28" fmla="*/ 77 w 77"/>
                <a:gd name="T29" fmla="*/ 10 h 61"/>
                <a:gd name="T30" fmla="*/ 77 w 77"/>
                <a:gd name="T31" fmla="*/ 10 h 61"/>
                <a:gd name="T32" fmla="*/ 77 w 77"/>
                <a:gd name="T33" fmla="*/ 9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61"/>
                <a:gd name="T53" fmla="*/ 77 w 77"/>
                <a:gd name="T54" fmla="*/ 61 h 6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61">
                  <a:moveTo>
                    <a:pt x="77" y="9"/>
                  </a:moveTo>
                  <a:lnTo>
                    <a:pt x="74" y="17"/>
                  </a:lnTo>
                  <a:lnTo>
                    <a:pt x="72" y="24"/>
                  </a:lnTo>
                  <a:lnTo>
                    <a:pt x="70" y="31"/>
                  </a:lnTo>
                  <a:lnTo>
                    <a:pt x="66" y="38"/>
                  </a:lnTo>
                  <a:lnTo>
                    <a:pt x="63" y="45"/>
                  </a:lnTo>
                  <a:lnTo>
                    <a:pt x="58" y="50"/>
                  </a:lnTo>
                  <a:lnTo>
                    <a:pt x="54" y="55"/>
                  </a:lnTo>
                  <a:lnTo>
                    <a:pt x="47" y="59"/>
                  </a:lnTo>
                  <a:lnTo>
                    <a:pt x="40" y="61"/>
                  </a:lnTo>
                  <a:lnTo>
                    <a:pt x="32" y="61"/>
                  </a:lnTo>
                  <a:lnTo>
                    <a:pt x="0" y="39"/>
                  </a:lnTo>
                  <a:lnTo>
                    <a:pt x="45" y="0"/>
                  </a:lnTo>
                  <a:lnTo>
                    <a:pt x="45" y="10"/>
                  </a:lnTo>
                  <a:lnTo>
                    <a:pt x="77" y="10"/>
                  </a:lnTo>
                  <a:lnTo>
                    <a:pt x="77" y="9"/>
                  </a:lnTo>
                  <a:close/>
                </a:path>
              </a:pathLst>
            </a:custGeom>
            <a:solidFill>
              <a:srgbClr val="0036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1" name="Freeform 50"/>
            <p:cNvSpPr>
              <a:spLocks/>
            </p:cNvSpPr>
            <p:nvPr/>
          </p:nvSpPr>
          <p:spPr bwMode="auto">
            <a:xfrm>
              <a:off x="1946" y="2910"/>
              <a:ext cx="790" cy="1070"/>
            </a:xfrm>
            <a:custGeom>
              <a:avLst/>
              <a:gdLst>
                <a:gd name="T0" fmla="*/ 1464 w 1580"/>
                <a:gd name="T1" fmla="*/ 451 h 2140"/>
                <a:gd name="T2" fmla="*/ 1353 w 1580"/>
                <a:gd name="T3" fmla="*/ 253 h 2140"/>
                <a:gd name="T4" fmla="*/ 1390 w 1580"/>
                <a:gd name="T5" fmla="*/ 341 h 2140"/>
                <a:gd name="T6" fmla="*/ 1464 w 1580"/>
                <a:gd name="T7" fmla="*/ 510 h 2140"/>
                <a:gd name="T8" fmla="*/ 1318 w 1580"/>
                <a:gd name="T9" fmla="*/ 725 h 2140"/>
                <a:gd name="T10" fmla="*/ 1395 w 1580"/>
                <a:gd name="T11" fmla="*/ 740 h 2140"/>
                <a:gd name="T12" fmla="*/ 1228 w 1580"/>
                <a:gd name="T13" fmla="*/ 1059 h 2140"/>
                <a:gd name="T14" fmla="*/ 1115 w 1580"/>
                <a:gd name="T15" fmla="*/ 1268 h 2140"/>
                <a:gd name="T16" fmla="*/ 1154 w 1580"/>
                <a:gd name="T17" fmla="*/ 1253 h 2140"/>
                <a:gd name="T18" fmla="*/ 1139 w 1580"/>
                <a:gd name="T19" fmla="*/ 1422 h 2140"/>
                <a:gd name="T20" fmla="*/ 1011 w 1580"/>
                <a:gd name="T21" fmla="*/ 1626 h 2140"/>
                <a:gd name="T22" fmla="*/ 803 w 1580"/>
                <a:gd name="T23" fmla="*/ 1702 h 2140"/>
                <a:gd name="T24" fmla="*/ 888 w 1580"/>
                <a:gd name="T25" fmla="*/ 1693 h 2140"/>
                <a:gd name="T26" fmla="*/ 934 w 1580"/>
                <a:gd name="T27" fmla="*/ 1687 h 2140"/>
                <a:gd name="T28" fmla="*/ 807 w 1580"/>
                <a:gd name="T29" fmla="*/ 1772 h 2140"/>
                <a:gd name="T30" fmla="*/ 501 w 1580"/>
                <a:gd name="T31" fmla="*/ 1930 h 2140"/>
                <a:gd name="T32" fmla="*/ 450 w 1580"/>
                <a:gd name="T33" fmla="*/ 1986 h 2140"/>
                <a:gd name="T34" fmla="*/ 428 w 1580"/>
                <a:gd name="T35" fmla="*/ 1992 h 2140"/>
                <a:gd name="T36" fmla="*/ 413 w 1580"/>
                <a:gd name="T37" fmla="*/ 2003 h 2140"/>
                <a:gd name="T38" fmla="*/ 407 w 1580"/>
                <a:gd name="T39" fmla="*/ 1995 h 2140"/>
                <a:gd name="T40" fmla="*/ 386 w 1580"/>
                <a:gd name="T41" fmla="*/ 1975 h 2140"/>
                <a:gd name="T42" fmla="*/ 354 w 1580"/>
                <a:gd name="T43" fmla="*/ 1975 h 2140"/>
                <a:gd name="T44" fmla="*/ 330 w 1580"/>
                <a:gd name="T45" fmla="*/ 1998 h 2140"/>
                <a:gd name="T46" fmla="*/ 337 w 1580"/>
                <a:gd name="T47" fmla="*/ 2023 h 2140"/>
                <a:gd name="T48" fmla="*/ 362 w 1580"/>
                <a:gd name="T49" fmla="*/ 2032 h 2140"/>
                <a:gd name="T50" fmla="*/ 390 w 1580"/>
                <a:gd name="T51" fmla="*/ 2021 h 2140"/>
                <a:gd name="T52" fmla="*/ 294 w 1580"/>
                <a:gd name="T53" fmla="*/ 2081 h 2140"/>
                <a:gd name="T54" fmla="*/ 184 w 1580"/>
                <a:gd name="T55" fmla="*/ 2137 h 2140"/>
                <a:gd name="T56" fmla="*/ 178 w 1580"/>
                <a:gd name="T57" fmla="*/ 2098 h 2140"/>
                <a:gd name="T58" fmla="*/ 100 w 1580"/>
                <a:gd name="T59" fmla="*/ 2039 h 2140"/>
                <a:gd name="T60" fmla="*/ 9 w 1580"/>
                <a:gd name="T61" fmla="*/ 1890 h 2140"/>
                <a:gd name="T62" fmla="*/ 619 w 1580"/>
                <a:gd name="T63" fmla="*/ 1471 h 2140"/>
                <a:gd name="T64" fmla="*/ 674 w 1580"/>
                <a:gd name="T65" fmla="*/ 1479 h 2140"/>
                <a:gd name="T66" fmla="*/ 755 w 1580"/>
                <a:gd name="T67" fmla="*/ 1460 h 2140"/>
                <a:gd name="T68" fmla="*/ 769 w 1580"/>
                <a:gd name="T69" fmla="*/ 1438 h 2140"/>
                <a:gd name="T70" fmla="*/ 689 w 1580"/>
                <a:gd name="T71" fmla="*/ 1427 h 2140"/>
                <a:gd name="T72" fmla="*/ 668 w 1580"/>
                <a:gd name="T73" fmla="*/ 1418 h 2140"/>
                <a:gd name="T74" fmla="*/ 667 w 1580"/>
                <a:gd name="T75" fmla="*/ 1397 h 2140"/>
                <a:gd name="T76" fmla="*/ 773 w 1580"/>
                <a:gd name="T77" fmla="*/ 1269 h 2140"/>
                <a:gd name="T78" fmla="*/ 820 w 1580"/>
                <a:gd name="T79" fmla="*/ 1077 h 2140"/>
                <a:gd name="T80" fmla="*/ 867 w 1580"/>
                <a:gd name="T81" fmla="*/ 903 h 2140"/>
                <a:gd name="T82" fmla="*/ 892 w 1580"/>
                <a:gd name="T83" fmla="*/ 842 h 2140"/>
                <a:gd name="T84" fmla="*/ 875 w 1580"/>
                <a:gd name="T85" fmla="*/ 829 h 2140"/>
                <a:gd name="T86" fmla="*/ 868 w 1580"/>
                <a:gd name="T87" fmla="*/ 884 h 2140"/>
                <a:gd name="T88" fmla="*/ 860 w 1580"/>
                <a:gd name="T89" fmla="*/ 876 h 2140"/>
                <a:gd name="T90" fmla="*/ 840 w 1580"/>
                <a:gd name="T91" fmla="*/ 746 h 2140"/>
                <a:gd name="T92" fmla="*/ 866 w 1580"/>
                <a:gd name="T93" fmla="*/ 728 h 2140"/>
                <a:gd name="T94" fmla="*/ 875 w 1580"/>
                <a:gd name="T95" fmla="*/ 753 h 2140"/>
                <a:gd name="T96" fmla="*/ 906 w 1580"/>
                <a:gd name="T97" fmla="*/ 501 h 2140"/>
                <a:gd name="T98" fmla="*/ 1096 w 1580"/>
                <a:gd name="T99" fmla="*/ 302 h 2140"/>
                <a:gd name="T100" fmla="*/ 1240 w 1580"/>
                <a:gd name="T101" fmla="*/ 263 h 2140"/>
                <a:gd name="T102" fmla="*/ 1230 w 1580"/>
                <a:gd name="T103" fmla="*/ 249 h 2140"/>
                <a:gd name="T104" fmla="*/ 992 w 1580"/>
                <a:gd name="T105" fmla="*/ 347 h 2140"/>
                <a:gd name="T106" fmla="*/ 991 w 1580"/>
                <a:gd name="T107" fmla="*/ 250 h 2140"/>
                <a:gd name="T108" fmla="*/ 1143 w 1580"/>
                <a:gd name="T109" fmla="*/ 42 h 2140"/>
                <a:gd name="T110" fmla="*/ 1320 w 1580"/>
                <a:gd name="T111" fmla="*/ 66 h 2140"/>
                <a:gd name="T112" fmla="*/ 1474 w 1580"/>
                <a:gd name="T113" fmla="*/ 258 h 2140"/>
                <a:gd name="T114" fmla="*/ 1549 w 1580"/>
                <a:gd name="T115" fmla="*/ 556 h 21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80"/>
                <a:gd name="T175" fmla="*/ 0 h 2140"/>
                <a:gd name="T176" fmla="*/ 1580 w 1580"/>
                <a:gd name="T177" fmla="*/ 2140 h 21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80" h="2140">
                  <a:moveTo>
                    <a:pt x="1579" y="653"/>
                  </a:moveTo>
                  <a:lnTo>
                    <a:pt x="1410" y="883"/>
                  </a:lnTo>
                  <a:lnTo>
                    <a:pt x="1493" y="555"/>
                  </a:lnTo>
                  <a:lnTo>
                    <a:pt x="1485" y="522"/>
                  </a:lnTo>
                  <a:lnTo>
                    <a:pt x="1476" y="486"/>
                  </a:lnTo>
                  <a:lnTo>
                    <a:pt x="1464" y="451"/>
                  </a:lnTo>
                  <a:lnTo>
                    <a:pt x="1453" y="415"/>
                  </a:lnTo>
                  <a:lnTo>
                    <a:pt x="1438" y="381"/>
                  </a:lnTo>
                  <a:lnTo>
                    <a:pt x="1421" y="346"/>
                  </a:lnTo>
                  <a:lnTo>
                    <a:pt x="1401" y="314"/>
                  </a:lnTo>
                  <a:lnTo>
                    <a:pt x="1379" y="282"/>
                  </a:lnTo>
                  <a:lnTo>
                    <a:pt x="1353" y="253"/>
                  </a:lnTo>
                  <a:lnTo>
                    <a:pt x="1325" y="227"/>
                  </a:lnTo>
                  <a:lnTo>
                    <a:pt x="1312" y="243"/>
                  </a:lnTo>
                  <a:lnTo>
                    <a:pt x="1336" y="265"/>
                  </a:lnTo>
                  <a:lnTo>
                    <a:pt x="1357" y="289"/>
                  </a:lnTo>
                  <a:lnTo>
                    <a:pt x="1375" y="315"/>
                  </a:lnTo>
                  <a:lnTo>
                    <a:pt x="1390" y="341"/>
                  </a:lnTo>
                  <a:lnTo>
                    <a:pt x="1405" y="368"/>
                  </a:lnTo>
                  <a:lnTo>
                    <a:pt x="1418" y="396"/>
                  </a:lnTo>
                  <a:lnTo>
                    <a:pt x="1430" y="424"/>
                  </a:lnTo>
                  <a:lnTo>
                    <a:pt x="1441" y="453"/>
                  </a:lnTo>
                  <a:lnTo>
                    <a:pt x="1453" y="482"/>
                  </a:lnTo>
                  <a:lnTo>
                    <a:pt x="1464" y="510"/>
                  </a:lnTo>
                  <a:lnTo>
                    <a:pt x="1444" y="547"/>
                  </a:lnTo>
                  <a:lnTo>
                    <a:pt x="1421" y="584"/>
                  </a:lnTo>
                  <a:lnTo>
                    <a:pt x="1396" y="620"/>
                  </a:lnTo>
                  <a:lnTo>
                    <a:pt x="1371" y="656"/>
                  </a:lnTo>
                  <a:lnTo>
                    <a:pt x="1344" y="690"/>
                  </a:lnTo>
                  <a:lnTo>
                    <a:pt x="1318" y="725"/>
                  </a:lnTo>
                  <a:lnTo>
                    <a:pt x="1292" y="761"/>
                  </a:lnTo>
                  <a:lnTo>
                    <a:pt x="1267" y="795"/>
                  </a:lnTo>
                  <a:lnTo>
                    <a:pt x="1243" y="831"/>
                  </a:lnTo>
                  <a:lnTo>
                    <a:pt x="1219" y="868"/>
                  </a:lnTo>
                  <a:lnTo>
                    <a:pt x="1248" y="883"/>
                  </a:lnTo>
                  <a:lnTo>
                    <a:pt x="1395" y="740"/>
                  </a:lnTo>
                  <a:lnTo>
                    <a:pt x="1382" y="799"/>
                  </a:lnTo>
                  <a:lnTo>
                    <a:pt x="1362" y="855"/>
                  </a:lnTo>
                  <a:lnTo>
                    <a:pt x="1334" y="909"/>
                  </a:lnTo>
                  <a:lnTo>
                    <a:pt x="1301" y="959"/>
                  </a:lnTo>
                  <a:lnTo>
                    <a:pt x="1265" y="1009"/>
                  </a:lnTo>
                  <a:lnTo>
                    <a:pt x="1228" y="1059"/>
                  </a:lnTo>
                  <a:lnTo>
                    <a:pt x="1191" y="1109"/>
                  </a:lnTo>
                  <a:lnTo>
                    <a:pt x="1157" y="1159"/>
                  </a:lnTo>
                  <a:lnTo>
                    <a:pt x="1127" y="1211"/>
                  </a:lnTo>
                  <a:lnTo>
                    <a:pt x="1104" y="1267"/>
                  </a:lnTo>
                  <a:lnTo>
                    <a:pt x="1110" y="1268"/>
                  </a:lnTo>
                  <a:lnTo>
                    <a:pt x="1115" y="1268"/>
                  </a:lnTo>
                  <a:lnTo>
                    <a:pt x="1121" y="1265"/>
                  </a:lnTo>
                  <a:lnTo>
                    <a:pt x="1128" y="1261"/>
                  </a:lnTo>
                  <a:lnTo>
                    <a:pt x="1135" y="1256"/>
                  </a:lnTo>
                  <a:lnTo>
                    <a:pt x="1141" y="1253"/>
                  </a:lnTo>
                  <a:lnTo>
                    <a:pt x="1148" y="1252"/>
                  </a:lnTo>
                  <a:lnTo>
                    <a:pt x="1154" y="1253"/>
                  </a:lnTo>
                  <a:lnTo>
                    <a:pt x="1159" y="1258"/>
                  </a:lnTo>
                  <a:lnTo>
                    <a:pt x="1165" y="1267"/>
                  </a:lnTo>
                  <a:lnTo>
                    <a:pt x="1155" y="1301"/>
                  </a:lnTo>
                  <a:lnTo>
                    <a:pt x="1148" y="1340"/>
                  </a:lnTo>
                  <a:lnTo>
                    <a:pt x="1143" y="1380"/>
                  </a:lnTo>
                  <a:lnTo>
                    <a:pt x="1139" y="1422"/>
                  </a:lnTo>
                  <a:lnTo>
                    <a:pt x="1132" y="1463"/>
                  </a:lnTo>
                  <a:lnTo>
                    <a:pt x="1121" y="1504"/>
                  </a:lnTo>
                  <a:lnTo>
                    <a:pt x="1106" y="1541"/>
                  </a:lnTo>
                  <a:lnTo>
                    <a:pt x="1084" y="1575"/>
                  </a:lnTo>
                  <a:lnTo>
                    <a:pt x="1053" y="1604"/>
                  </a:lnTo>
                  <a:lnTo>
                    <a:pt x="1011" y="1626"/>
                  </a:lnTo>
                  <a:lnTo>
                    <a:pt x="760" y="1649"/>
                  </a:lnTo>
                  <a:lnTo>
                    <a:pt x="762" y="1668"/>
                  </a:lnTo>
                  <a:lnTo>
                    <a:pt x="768" y="1682"/>
                  </a:lnTo>
                  <a:lnTo>
                    <a:pt x="777" y="1692"/>
                  </a:lnTo>
                  <a:lnTo>
                    <a:pt x="790" y="1699"/>
                  </a:lnTo>
                  <a:lnTo>
                    <a:pt x="803" y="1702"/>
                  </a:lnTo>
                  <a:lnTo>
                    <a:pt x="820" y="1705"/>
                  </a:lnTo>
                  <a:lnTo>
                    <a:pt x="836" y="1704"/>
                  </a:lnTo>
                  <a:lnTo>
                    <a:pt x="852" y="1702"/>
                  </a:lnTo>
                  <a:lnTo>
                    <a:pt x="867" y="1700"/>
                  </a:lnTo>
                  <a:lnTo>
                    <a:pt x="881" y="1697"/>
                  </a:lnTo>
                  <a:lnTo>
                    <a:pt x="888" y="1693"/>
                  </a:lnTo>
                  <a:lnTo>
                    <a:pt x="895" y="1690"/>
                  </a:lnTo>
                  <a:lnTo>
                    <a:pt x="903" y="1689"/>
                  </a:lnTo>
                  <a:lnTo>
                    <a:pt x="911" y="1687"/>
                  </a:lnTo>
                  <a:lnTo>
                    <a:pt x="918" y="1687"/>
                  </a:lnTo>
                  <a:lnTo>
                    <a:pt x="926" y="1687"/>
                  </a:lnTo>
                  <a:lnTo>
                    <a:pt x="934" y="1687"/>
                  </a:lnTo>
                  <a:lnTo>
                    <a:pt x="942" y="1687"/>
                  </a:lnTo>
                  <a:lnTo>
                    <a:pt x="950" y="1687"/>
                  </a:lnTo>
                  <a:lnTo>
                    <a:pt x="957" y="1687"/>
                  </a:lnTo>
                  <a:lnTo>
                    <a:pt x="909" y="1717"/>
                  </a:lnTo>
                  <a:lnTo>
                    <a:pt x="859" y="1746"/>
                  </a:lnTo>
                  <a:lnTo>
                    <a:pt x="807" y="1772"/>
                  </a:lnTo>
                  <a:lnTo>
                    <a:pt x="755" y="1796"/>
                  </a:lnTo>
                  <a:lnTo>
                    <a:pt x="703" y="1820"/>
                  </a:lnTo>
                  <a:lnTo>
                    <a:pt x="651" y="1845"/>
                  </a:lnTo>
                  <a:lnTo>
                    <a:pt x="600" y="1870"/>
                  </a:lnTo>
                  <a:lnTo>
                    <a:pt x="549" y="1899"/>
                  </a:lnTo>
                  <a:lnTo>
                    <a:pt x="501" y="1930"/>
                  </a:lnTo>
                  <a:lnTo>
                    <a:pt x="453" y="1965"/>
                  </a:lnTo>
                  <a:lnTo>
                    <a:pt x="455" y="1971"/>
                  </a:lnTo>
                  <a:lnTo>
                    <a:pt x="456" y="1975"/>
                  </a:lnTo>
                  <a:lnTo>
                    <a:pt x="455" y="1980"/>
                  </a:lnTo>
                  <a:lnTo>
                    <a:pt x="452" y="1982"/>
                  </a:lnTo>
                  <a:lnTo>
                    <a:pt x="450" y="1986"/>
                  </a:lnTo>
                  <a:lnTo>
                    <a:pt x="446" y="1987"/>
                  </a:lnTo>
                  <a:lnTo>
                    <a:pt x="443" y="1989"/>
                  </a:lnTo>
                  <a:lnTo>
                    <a:pt x="439" y="1990"/>
                  </a:lnTo>
                  <a:lnTo>
                    <a:pt x="435" y="1991"/>
                  </a:lnTo>
                  <a:lnTo>
                    <a:pt x="431" y="1994"/>
                  </a:lnTo>
                  <a:lnTo>
                    <a:pt x="428" y="1992"/>
                  </a:lnTo>
                  <a:lnTo>
                    <a:pt x="424" y="1994"/>
                  </a:lnTo>
                  <a:lnTo>
                    <a:pt x="422" y="1995"/>
                  </a:lnTo>
                  <a:lnTo>
                    <a:pt x="420" y="1996"/>
                  </a:lnTo>
                  <a:lnTo>
                    <a:pt x="418" y="1998"/>
                  </a:lnTo>
                  <a:lnTo>
                    <a:pt x="415" y="2001"/>
                  </a:lnTo>
                  <a:lnTo>
                    <a:pt x="413" y="2003"/>
                  </a:lnTo>
                  <a:lnTo>
                    <a:pt x="411" y="2005"/>
                  </a:lnTo>
                  <a:lnTo>
                    <a:pt x="408" y="2007"/>
                  </a:lnTo>
                  <a:lnTo>
                    <a:pt x="406" y="2010"/>
                  </a:lnTo>
                  <a:lnTo>
                    <a:pt x="408" y="2004"/>
                  </a:lnTo>
                  <a:lnTo>
                    <a:pt x="408" y="1999"/>
                  </a:lnTo>
                  <a:lnTo>
                    <a:pt x="407" y="1995"/>
                  </a:lnTo>
                  <a:lnTo>
                    <a:pt x="405" y="1991"/>
                  </a:lnTo>
                  <a:lnTo>
                    <a:pt x="403" y="1988"/>
                  </a:lnTo>
                  <a:lnTo>
                    <a:pt x="398" y="1984"/>
                  </a:lnTo>
                  <a:lnTo>
                    <a:pt x="394" y="1981"/>
                  </a:lnTo>
                  <a:lnTo>
                    <a:pt x="391" y="1979"/>
                  </a:lnTo>
                  <a:lnTo>
                    <a:pt x="386" y="1975"/>
                  </a:lnTo>
                  <a:lnTo>
                    <a:pt x="384" y="1972"/>
                  </a:lnTo>
                  <a:lnTo>
                    <a:pt x="377" y="1971"/>
                  </a:lnTo>
                  <a:lnTo>
                    <a:pt x="371" y="1971"/>
                  </a:lnTo>
                  <a:lnTo>
                    <a:pt x="366" y="1972"/>
                  </a:lnTo>
                  <a:lnTo>
                    <a:pt x="360" y="1973"/>
                  </a:lnTo>
                  <a:lnTo>
                    <a:pt x="354" y="1975"/>
                  </a:lnTo>
                  <a:lnTo>
                    <a:pt x="349" y="1977"/>
                  </a:lnTo>
                  <a:lnTo>
                    <a:pt x="344" y="1981"/>
                  </a:lnTo>
                  <a:lnTo>
                    <a:pt x="339" y="1984"/>
                  </a:lnTo>
                  <a:lnTo>
                    <a:pt x="334" y="1989"/>
                  </a:lnTo>
                  <a:lnTo>
                    <a:pt x="330" y="1994"/>
                  </a:lnTo>
                  <a:lnTo>
                    <a:pt x="330" y="1998"/>
                  </a:lnTo>
                  <a:lnTo>
                    <a:pt x="330" y="2003"/>
                  </a:lnTo>
                  <a:lnTo>
                    <a:pt x="331" y="2007"/>
                  </a:lnTo>
                  <a:lnTo>
                    <a:pt x="331" y="2011"/>
                  </a:lnTo>
                  <a:lnTo>
                    <a:pt x="333" y="2014"/>
                  </a:lnTo>
                  <a:lnTo>
                    <a:pt x="334" y="2019"/>
                  </a:lnTo>
                  <a:lnTo>
                    <a:pt x="337" y="2023"/>
                  </a:lnTo>
                  <a:lnTo>
                    <a:pt x="339" y="2026"/>
                  </a:lnTo>
                  <a:lnTo>
                    <a:pt x="341" y="2028"/>
                  </a:lnTo>
                  <a:lnTo>
                    <a:pt x="346" y="2032"/>
                  </a:lnTo>
                  <a:lnTo>
                    <a:pt x="352" y="2032"/>
                  </a:lnTo>
                  <a:lnTo>
                    <a:pt x="356" y="2032"/>
                  </a:lnTo>
                  <a:lnTo>
                    <a:pt x="362" y="2032"/>
                  </a:lnTo>
                  <a:lnTo>
                    <a:pt x="368" y="2032"/>
                  </a:lnTo>
                  <a:lnTo>
                    <a:pt x="372" y="2031"/>
                  </a:lnTo>
                  <a:lnTo>
                    <a:pt x="378" y="2029"/>
                  </a:lnTo>
                  <a:lnTo>
                    <a:pt x="382" y="2027"/>
                  </a:lnTo>
                  <a:lnTo>
                    <a:pt x="386" y="2025"/>
                  </a:lnTo>
                  <a:lnTo>
                    <a:pt x="390" y="2021"/>
                  </a:lnTo>
                  <a:lnTo>
                    <a:pt x="393" y="2016"/>
                  </a:lnTo>
                  <a:lnTo>
                    <a:pt x="374" y="2028"/>
                  </a:lnTo>
                  <a:lnTo>
                    <a:pt x="353" y="2041"/>
                  </a:lnTo>
                  <a:lnTo>
                    <a:pt x="333" y="2055"/>
                  </a:lnTo>
                  <a:lnTo>
                    <a:pt x="314" y="2069"/>
                  </a:lnTo>
                  <a:lnTo>
                    <a:pt x="294" y="2081"/>
                  </a:lnTo>
                  <a:lnTo>
                    <a:pt x="274" y="2094"/>
                  </a:lnTo>
                  <a:lnTo>
                    <a:pt x="253" y="2107"/>
                  </a:lnTo>
                  <a:lnTo>
                    <a:pt x="234" y="2118"/>
                  </a:lnTo>
                  <a:lnTo>
                    <a:pt x="213" y="2130"/>
                  </a:lnTo>
                  <a:lnTo>
                    <a:pt x="192" y="2140"/>
                  </a:lnTo>
                  <a:lnTo>
                    <a:pt x="184" y="2137"/>
                  </a:lnTo>
                  <a:lnTo>
                    <a:pt x="181" y="2131"/>
                  </a:lnTo>
                  <a:lnTo>
                    <a:pt x="178" y="2125"/>
                  </a:lnTo>
                  <a:lnTo>
                    <a:pt x="177" y="2117"/>
                  </a:lnTo>
                  <a:lnTo>
                    <a:pt x="178" y="2110"/>
                  </a:lnTo>
                  <a:lnTo>
                    <a:pt x="178" y="2103"/>
                  </a:lnTo>
                  <a:lnTo>
                    <a:pt x="178" y="2098"/>
                  </a:lnTo>
                  <a:lnTo>
                    <a:pt x="176" y="2092"/>
                  </a:lnTo>
                  <a:lnTo>
                    <a:pt x="171" y="2088"/>
                  </a:lnTo>
                  <a:lnTo>
                    <a:pt x="163" y="2086"/>
                  </a:lnTo>
                  <a:lnTo>
                    <a:pt x="141" y="2073"/>
                  </a:lnTo>
                  <a:lnTo>
                    <a:pt x="121" y="2058"/>
                  </a:lnTo>
                  <a:lnTo>
                    <a:pt x="100" y="2039"/>
                  </a:lnTo>
                  <a:lnTo>
                    <a:pt x="81" y="2018"/>
                  </a:lnTo>
                  <a:lnTo>
                    <a:pt x="63" y="1995"/>
                  </a:lnTo>
                  <a:lnTo>
                    <a:pt x="47" y="1969"/>
                  </a:lnTo>
                  <a:lnTo>
                    <a:pt x="32" y="1944"/>
                  </a:lnTo>
                  <a:lnTo>
                    <a:pt x="19" y="1917"/>
                  </a:lnTo>
                  <a:lnTo>
                    <a:pt x="9" y="1890"/>
                  </a:lnTo>
                  <a:lnTo>
                    <a:pt x="0" y="1863"/>
                  </a:lnTo>
                  <a:lnTo>
                    <a:pt x="575" y="1474"/>
                  </a:lnTo>
                  <a:lnTo>
                    <a:pt x="586" y="1476"/>
                  </a:lnTo>
                  <a:lnTo>
                    <a:pt x="597" y="1476"/>
                  </a:lnTo>
                  <a:lnTo>
                    <a:pt x="608" y="1474"/>
                  </a:lnTo>
                  <a:lnTo>
                    <a:pt x="619" y="1471"/>
                  </a:lnTo>
                  <a:lnTo>
                    <a:pt x="628" y="1468"/>
                  </a:lnTo>
                  <a:lnTo>
                    <a:pt x="638" y="1467"/>
                  </a:lnTo>
                  <a:lnTo>
                    <a:pt x="647" y="1466"/>
                  </a:lnTo>
                  <a:lnTo>
                    <a:pt x="657" y="1467"/>
                  </a:lnTo>
                  <a:lnTo>
                    <a:pt x="665" y="1471"/>
                  </a:lnTo>
                  <a:lnTo>
                    <a:pt x="674" y="1479"/>
                  </a:lnTo>
                  <a:lnTo>
                    <a:pt x="686" y="1474"/>
                  </a:lnTo>
                  <a:lnTo>
                    <a:pt x="699" y="1469"/>
                  </a:lnTo>
                  <a:lnTo>
                    <a:pt x="713" y="1467"/>
                  </a:lnTo>
                  <a:lnTo>
                    <a:pt x="727" y="1464"/>
                  </a:lnTo>
                  <a:lnTo>
                    <a:pt x="741" y="1462"/>
                  </a:lnTo>
                  <a:lnTo>
                    <a:pt x="755" y="1460"/>
                  </a:lnTo>
                  <a:lnTo>
                    <a:pt x="768" y="1457"/>
                  </a:lnTo>
                  <a:lnTo>
                    <a:pt x="779" y="1452"/>
                  </a:lnTo>
                  <a:lnTo>
                    <a:pt x="790" y="1445"/>
                  </a:lnTo>
                  <a:lnTo>
                    <a:pt x="798" y="1436"/>
                  </a:lnTo>
                  <a:lnTo>
                    <a:pt x="784" y="1437"/>
                  </a:lnTo>
                  <a:lnTo>
                    <a:pt x="769" y="1438"/>
                  </a:lnTo>
                  <a:lnTo>
                    <a:pt x="755" y="1437"/>
                  </a:lnTo>
                  <a:lnTo>
                    <a:pt x="742" y="1434"/>
                  </a:lnTo>
                  <a:lnTo>
                    <a:pt x="728" y="1432"/>
                  </a:lnTo>
                  <a:lnTo>
                    <a:pt x="716" y="1430"/>
                  </a:lnTo>
                  <a:lnTo>
                    <a:pt x="702" y="1427"/>
                  </a:lnTo>
                  <a:lnTo>
                    <a:pt x="689" y="1427"/>
                  </a:lnTo>
                  <a:lnTo>
                    <a:pt x="675" y="1427"/>
                  </a:lnTo>
                  <a:lnTo>
                    <a:pt x="661" y="1429"/>
                  </a:lnTo>
                  <a:lnTo>
                    <a:pt x="665" y="1426"/>
                  </a:lnTo>
                  <a:lnTo>
                    <a:pt x="666" y="1424"/>
                  </a:lnTo>
                  <a:lnTo>
                    <a:pt x="667" y="1420"/>
                  </a:lnTo>
                  <a:lnTo>
                    <a:pt x="668" y="1418"/>
                  </a:lnTo>
                  <a:lnTo>
                    <a:pt x="668" y="1415"/>
                  </a:lnTo>
                  <a:lnTo>
                    <a:pt x="667" y="1410"/>
                  </a:lnTo>
                  <a:lnTo>
                    <a:pt x="667" y="1407"/>
                  </a:lnTo>
                  <a:lnTo>
                    <a:pt x="667" y="1403"/>
                  </a:lnTo>
                  <a:lnTo>
                    <a:pt x="667" y="1400"/>
                  </a:lnTo>
                  <a:lnTo>
                    <a:pt x="667" y="1397"/>
                  </a:lnTo>
                  <a:lnTo>
                    <a:pt x="709" y="1399"/>
                  </a:lnTo>
                  <a:lnTo>
                    <a:pt x="736" y="1388"/>
                  </a:lnTo>
                  <a:lnTo>
                    <a:pt x="755" y="1367"/>
                  </a:lnTo>
                  <a:lnTo>
                    <a:pt x="765" y="1340"/>
                  </a:lnTo>
                  <a:lnTo>
                    <a:pt x="771" y="1306"/>
                  </a:lnTo>
                  <a:lnTo>
                    <a:pt x="773" y="1269"/>
                  </a:lnTo>
                  <a:lnTo>
                    <a:pt x="776" y="1231"/>
                  </a:lnTo>
                  <a:lnTo>
                    <a:pt x="780" y="1195"/>
                  </a:lnTo>
                  <a:lnTo>
                    <a:pt x="788" y="1162"/>
                  </a:lnTo>
                  <a:lnTo>
                    <a:pt x="805" y="1135"/>
                  </a:lnTo>
                  <a:lnTo>
                    <a:pt x="813" y="1107"/>
                  </a:lnTo>
                  <a:lnTo>
                    <a:pt x="820" y="1077"/>
                  </a:lnTo>
                  <a:lnTo>
                    <a:pt x="825" y="1048"/>
                  </a:lnTo>
                  <a:lnTo>
                    <a:pt x="831" y="1018"/>
                  </a:lnTo>
                  <a:lnTo>
                    <a:pt x="837" y="988"/>
                  </a:lnTo>
                  <a:lnTo>
                    <a:pt x="845" y="958"/>
                  </a:lnTo>
                  <a:lnTo>
                    <a:pt x="854" y="931"/>
                  </a:lnTo>
                  <a:lnTo>
                    <a:pt x="867" y="903"/>
                  </a:lnTo>
                  <a:lnTo>
                    <a:pt x="883" y="879"/>
                  </a:lnTo>
                  <a:lnTo>
                    <a:pt x="904" y="855"/>
                  </a:lnTo>
                  <a:lnTo>
                    <a:pt x="901" y="852"/>
                  </a:lnTo>
                  <a:lnTo>
                    <a:pt x="898" y="849"/>
                  </a:lnTo>
                  <a:lnTo>
                    <a:pt x="896" y="845"/>
                  </a:lnTo>
                  <a:lnTo>
                    <a:pt x="892" y="842"/>
                  </a:lnTo>
                  <a:lnTo>
                    <a:pt x="890" y="838"/>
                  </a:lnTo>
                  <a:lnTo>
                    <a:pt x="888" y="836"/>
                  </a:lnTo>
                  <a:lnTo>
                    <a:pt x="884" y="834"/>
                  </a:lnTo>
                  <a:lnTo>
                    <a:pt x="882" y="831"/>
                  </a:lnTo>
                  <a:lnTo>
                    <a:pt x="879" y="830"/>
                  </a:lnTo>
                  <a:lnTo>
                    <a:pt x="875" y="829"/>
                  </a:lnTo>
                  <a:lnTo>
                    <a:pt x="875" y="837"/>
                  </a:lnTo>
                  <a:lnTo>
                    <a:pt x="874" y="846"/>
                  </a:lnTo>
                  <a:lnTo>
                    <a:pt x="874" y="855"/>
                  </a:lnTo>
                  <a:lnTo>
                    <a:pt x="873" y="865"/>
                  </a:lnTo>
                  <a:lnTo>
                    <a:pt x="870" y="875"/>
                  </a:lnTo>
                  <a:lnTo>
                    <a:pt x="868" y="884"/>
                  </a:lnTo>
                  <a:lnTo>
                    <a:pt x="864" y="894"/>
                  </a:lnTo>
                  <a:lnTo>
                    <a:pt x="859" y="902"/>
                  </a:lnTo>
                  <a:lnTo>
                    <a:pt x="852" y="909"/>
                  </a:lnTo>
                  <a:lnTo>
                    <a:pt x="843" y="916"/>
                  </a:lnTo>
                  <a:lnTo>
                    <a:pt x="855" y="897"/>
                  </a:lnTo>
                  <a:lnTo>
                    <a:pt x="860" y="876"/>
                  </a:lnTo>
                  <a:lnTo>
                    <a:pt x="859" y="854"/>
                  </a:lnTo>
                  <a:lnTo>
                    <a:pt x="854" y="832"/>
                  </a:lnTo>
                  <a:lnTo>
                    <a:pt x="849" y="810"/>
                  </a:lnTo>
                  <a:lnTo>
                    <a:pt x="843" y="788"/>
                  </a:lnTo>
                  <a:lnTo>
                    <a:pt x="839" y="766"/>
                  </a:lnTo>
                  <a:lnTo>
                    <a:pt x="840" y="746"/>
                  </a:lnTo>
                  <a:lnTo>
                    <a:pt x="849" y="726"/>
                  </a:lnTo>
                  <a:lnTo>
                    <a:pt x="865" y="709"/>
                  </a:lnTo>
                  <a:lnTo>
                    <a:pt x="866" y="713"/>
                  </a:lnTo>
                  <a:lnTo>
                    <a:pt x="866" y="718"/>
                  </a:lnTo>
                  <a:lnTo>
                    <a:pt x="866" y="723"/>
                  </a:lnTo>
                  <a:lnTo>
                    <a:pt x="866" y="728"/>
                  </a:lnTo>
                  <a:lnTo>
                    <a:pt x="866" y="733"/>
                  </a:lnTo>
                  <a:lnTo>
                    <a:pt x="867" y="738"/>
                  </a:lnTo>
                  <a:lnTo>
                    <a:pt x="868" y="742"/>
                  </a:lnTo>
                  <a:lnTo>
                    <a:pt x="869" y="746"/>
                  </a:lnTo>
                  <a:lnTo>
                    <a:pt x="872" y="749"/>
                  </a:lnTo>
                  <a:lnTo>
                    <a:pt x="875" y="753"/>
                  </a:lnTo>
                  <a:lnTo>
                    <a:pt x="881" y="753"/>
                  </a:lnTo>
                  <a:lnTo>
                    <a:pt x="874" y="699"/>
                  </a:lnTo>
                  <a:lnTo>
                    <a:pt x="873" y="647"/>
                  </a:lnTo>
                  <a:lnTo>
                    <a:pt x="879" y="597"/>
                  </a:lnTo>
                  <a:lnTo>
                    <a:pt x="889" y="548"/>
                  </a:lnTo>
                  <a:lnTo>
                    <a:pt x="906" y="501"/>
                  </a:lnTo>
                  <a:lnTo>
                    <a:pt x="929" y="457"/>
                  </a:lnTo>
                  <a:lnTo>
                    <a:pt x="957" y="415"/>
                  </a:lnTo>
                  <a:lnTo>
                    <a:pt x="991" y="376"/>
                  </a:lnTo>
                  <a:lnTo>
                    <a:pt x="1029" y="341"/>
                  </a:lnTo>
                  <a:lnTo>
                    <a:pt x="1073" y="310"/>
                  </a:lnTo>
                  <a:lnTo>
                    <a:pt x="1096" y="302"/>
                  </a:lnTo>
                  <a:lnTo>
                    <a:pt x="1120" y="294"/>
                  </a:lnTo>
                  <a:lnTo>
                    <a:pt x="1144" y="287"/>
                  </a:lnTo>
                  <a:lnTo>
                    <a:pt x="1167" y="280"/>
                  </a:lnTo>
                  <a:lnTo>
                    <a:pt x="1192" y="273"/>
                  </a:lnTo>
                  <a:lnTo>
                    <a:pt x="1216" y="267"/>
                  </a:lnTo>
                  <a:lnTo>
                    <a:pt x="1240" y="263"/>
                  </a:lnTo>
                  <a:lnTo>
                    <a:pt x="1266" y="258"/>
                  </a:lnTo>
                  <a:lnTo>
                    <a:pt x="1291" y="256"/>
                  </a:lnTo>
                  <a:lnTo>
                    <a:pt x="1318" y="256"/>
                  </a:lnTo>
                  <a:lnTo>
                    <a:pt x="1318" y="249"/>
                  </a:lnTo>
                  <a:lnTo>
                    <a:pt x="1274" y="247"/>
                  </a:lnTo>
                  <a:lnTo>
                    <a:pt x="1230" y="249"/>
                  </a:lnTo>
                  <a:lnTo>
                    <a:pt x="1186" y="253"/>
                  </a:lnTo>
                  <a:lnTo>
                    <a:pt x="1143" y="264"/>
                  </a:lnTo>
                  <a:lnTo>
                    <a:pt x="1102" y="278"/>
                  </a:lnTo>
                  <a:lnTo>
                    <a:pt x="1062" y="295"/>
                  </a:lnTo>
                  <a:lnTo>
                    <a:pt x="1025" y="318"/>
                  </a:lnTo>
                  <a:lnTo>
                    <a:pt x="992" y="347"/>
                  </a:lnTo>
                  <a:lnTo>
                    <a:pt x="962" y="379"/>
                  </a:lnTo>
                  <a:lnTo>
                    <a:pt x="935" y="418"/>
                  </a:lnTo>
                  <a:lnTo>
                    <a:pt x="953" y="376"/>
                  </a:lnTo>
                  <a:lnTo>
                    <a:pt x="968" y="334"/>
                  </a:lnTo>
                  <a:lnTo>
                    <a:pt x="979" y="292"/>
                  </a:lnTo>
                  <a:lnTo>
                    <a:pt x="991" y="250"/>
                  </a:lnTo>
                  <a:lnTo>
                    <a:pt x="1003" y="210"/>
                  </a:lnTo>
                  <a:lnTo>
                    <a:pt x="1018" y="170"/>
                  </a:lnTo>
                  <a:lnTo>
                    <a:pt x="1039" y="133"/>
                  </a:lnTo>
                  <a:lnTo>
                    <a:pt x="1065" y="100"/>
                  </a:lnTo>
                  <a:lnTo>
                    <a:pt x="1099" y="69"/>
                  </a:lnTo>
                  <a:lnTo>
                    <a:pt x="1143" y="42"/>
                  </a:lnTo>
                  <a:lnTo>
                    <a:pt x="1176" y="12"/>
                  </a:lnTo>
                  <a:lnTo>
                    <a:pt x="1207" y="0"/>
                  </a:lnTo>
                  <a:lnTo>
                    <a:pt x="1236" y="3"/>
                  </a:lnTo>
                  <a:lnTo>
                    <a:pt x="1265" y="17"/>
                  </a:lnTo>
                  <a:lnTo>
                    <a:pt x="1292" y="40"/>
                  </a:lnTo>
                  <a:lnTo>
                    <a:pt x="1320" y="66"/>
                  </a:lnTo>
                  <a:lnTo>
                    <a:pt x="1348" y="96"/>
                  </a:lnTo>
                  <a:lnTo>
                    <a:pt x="1375" y="125"/>
                  </a:lnTo>
                  <a:lnTo>
                    <a:pt x="1403" y="149"/>
                  </a:lnTo>
                  <a:lnTo>
                    <a:pt x="1433" y="166"/>
                  </a:lnTo>
                  <a:lnTo>
                    <a:pt x="1455" y="211"/>
                  </a:lnTo>
                  <a:lnTo>
                    <a:pt x="1474" y="258"/>
                  </a:lnTo>
                  <a:lnTo>
                    <a:pt x="1490" y="305"/>
                  </a:lnTo>
                  <a:lnTo>
                    <a:pt x="1503" y="355"/>
                  </a:lnTo>
                  <a:lnTo>
                    <a:pt x="1514" y="405"/>
                  </a:lnTo>
                  <a:lnTo>
                    <a:pt x="1526" y="456"/>
                  </a:lnTo>
                  <a:lnTo>
                    <a:pt x="1537" y="507"/>
                  </a:lnTo>
                  <a:lnTo>
                    <a:pt x="1549" y="556"/>
                  </a:lnTo>
                  <a:lnTo>
                    <a:pt x="1563" y="606"/>
                  </a:lnTo>
                  <a:lnTo>
                    <a:pt x="1580" y="654"/>
                  </a:lnTo>
                  <a:lnTo>
                    <a:pt x="1579" y="653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2" name="Freeform 51"/>
            <p:cNvSpPr>
              <a:spLocks/>
            </p:cNvSpPr>
            <p:nvPr/>
          </p:nvSpPr>
          <p:spPr bwMode="auto">
            <a:xfrm>
              <a:off x="2022" y="2954"/>
              <a:ext cx="280" cy="616"/>
            </a:xfrm>
            <a:custGeom>
              <a:avLst/>
              <a:gdLst>
                <a:gd name="T0" fmla="*/ 45 w 559"/>
                <a:gd name="T1" fmla="*/ 22 h 1232"/>
                <a:gd name="T2" fmla="*/ 35 w 559"/>
                <a:gd name="T3" fmla="*/ 27 h 1232"/>
                <a:gd name="T4" fmla="*/ 74 w 559"/>
                <a:gd name="T5" fmla="*/ 58 h 1232"/>
                <a:gd name="T6" fmla="*/ 127 w 559"/>
                <a:gd name="T7" fmla="*/ 72 h 1232"/>
                <a:gd name="T8" fmla="*/ 207 w 559"/>
                <a:gd name="T9" fmla="*/ 82 h 1232"/>
                <a:gd name="T10" fmla="*/ 284 w 559"/>
                <a:gd name="T11" fmla="*/ 117 h 1232"/>
                <a:gd name="T12" fmla="*/ 396 w 559"/>
                <a:gd name="T13" fmla="*/ 123 h 1232"/>
                <a:gd name="T14" fmla="*/ 456 w 559"/>
                <a:gd name="T15" fmla="*/ 275 h 1232"/>
                <a:gd name="T16" fmla="*/ 483 w 559"/>
                <a:gd name="T17" fmla="*/ 265 h 1232"/>
                <a:gd name="T18" fmla="*/ 434 w 559"/>
                <a:gd name="T19" fmla="*/ 158 h 1232"/>
                <a:gd name="T20" fmla="*/ 456 w 559"/>
                <a:gd name="T21" fmla="*/ 100 h 1232"/>
                <a:gd name="T22" fmla="*/ 533 w 559"/>
                <a:gd name="T23" fmla="*/ 103 h 1232"/>
                <a:gd name="T24" fmla="*/ 521 w 559"/>
                <a:gd name="T25" fmla="*/ 264 h 1232"/>
                <a:gd name="T26" fmla="*/ 431 w 559"/>
                <a:gd name="T27" fmla="*/ 503 h 1232"/>
                <a:gd name="T28" fmla="*/ 370 w 559"/>
                <a:gd name="T29" fmla="*/ 574 h 1232"/>
                <a:gd name="T30" fmla="*/ 304 w 559"/>
                <a:gd name="T31" fmla="*/ 503 h 1232"/>
                <a:gd name="T32" fmla="*/ 285 w 559"/>
                <a:gd name="T33" fmla="*/ 399 h 1232"/>
                <a:gd name="T34" fmla="*/ 261 w 559"/>
                <a:gd name="T35" fmla="*/ 287 h 1232"/>
                <a:gd name="T36" fmla="*/ 230 w 559"/>
                <a:gd name="T37" fmla="*/ 268 h 1232"/>
                <a:gd name="T38" fmla="*/ 252 w 559"/>
                <a:gd name="T39" fmla="*/ 310 h 1232"/>
                <a:gd name="T40" fmla="*/ 188 w 559"/>
                <a:gd name="T41" fmla="*/ 250 h 1232"/>
                <a:gd name="T42" fmla="*/ 67 w 559"/>
                <a:gd name="T43" fmla="*/ 117 h 1232"/>
                <a:gd name="T44" fmla="*/ 193 w 559"/>
                <a:gd name="T45" fmla="*/ 297 h 1232"/>
                <a:gd name="T46" fmla="*/ 112 w 559"/>
                <a:gd name="T47" fmla="*/ 255 h 1232"/>
                <a:gd name="T48" fmla="*/ 72 w 559"/>
                <a:gd name="T49" fmla="*/ 264 h 1232"/>
                <a:gd name="T50" fmla="*/ 176 w 559"/>
                <a:gd name="T51" fmla="*/ 307 h 1232"/>
                <a:gd name="T52" fmla="*/ 231 w 559"/>
                <a:gd name="T53" fmla="*/ 379 h 1232"/>
                <a:gd name="T54" fmla="*/ 149 w 559"/>
                <a:gd name="T55" fmla="*/ 431 h 1232"/>
                <a:gd name="T56" fmla="*/ 96 w 559"/>
                <a:gd name="T57" fmla="*/ 460 h 1232"/>
                <a:gd name="T58" fmla="*/ 191 w 559"/>
                <a:gd name="T59" fmla="*/ 431 h 1232"/>
                <a:gd name="T60" fmla="*/ 250 w 559"/>
                <a:gd name="T61" fmla="*/ 411 h 1232"/>
                <a:gd name="T62" fmla="*/ 192 w 559"/>
                <a:gd name="T63" fmla="*/ 481 h 1232"/>
                <a:gd name="T64" fmla="*/ 262 w 559"/>
                <a:gd name="T65" fmla="*/ 450 h 1232"/>
                <a:gd name="T66" fmla="*/ 283 w 559"/>
                <a:gd name="T67" fmla="*/ 516 h 1232"/>
                <a:gd name="T68" fmla="*/ 323 w 559"/>
                <a:gd name="T69" fmla="*/ 575 h 1232"/>
                <a:gd name="T70" fmla="*/ 326 w 559"/>
                <a:gd name="T71" fmla="*/ 745 h 1232"/>
                <a:gd name="T72" fmla="*/ 340 w 559"/>
                <a:gd name="T73" fmla="*/ 894 h 1232"/>
                <a:gd name="T74" fmla="*/ 336 w 559"/>
                <a:gd name="T75" fmla="*/ 885 h 1232"/>
                <a:gd name="T76" fmla="*/ 329 w 559"/>
                <a:gd name="T77" fmla="*/ 881 h 1232"/>
                <a:gd name="T78" fmla="*/ 261 w 559"/>
                <a:gd name="T79" fmla="*/ 940 h 1232"/>
                <a:gd name="T80" fmla="*/ 253 w 559"/>
                <a:gd name="T81" fmla="*/ 1018 h 1232"/>
                <a:gd name="T82" fmla="*/ 321 w 559"/>
                <a:gd name="T83" fmla="*/ 1035 h 1232"/>
                <a:gd name="T84" fmla="*/ 232 w 559"/>
                <a:gd name="T85" fmla="*/ 1141 h 1232"/>
                <a:gd name="T86" fmla="*/ 169 w 559"/>
                <a:gd name="T87" fmla="*/ 1203 h 1232"/>
                <a:gd name="T88" fmla="*/ 103 w 559"/>
                <a:gd name="T89" fmla="*/ 1232 h 1232"/>
                <a:gd name="T90" fmla="*/ 95 w 559"/>
                <a:gd name="T91" fmla="*/ 1096 h 1232"/>
                <a:gd name="T92" fmla="*/ 91 w 559"/>
                <a:gd name="T93" fmla="*/ 905 h 1232"/>
                <a:gd name="T94" fmla="*/ 157 w 559"/>
                <a:gd name="T95" fmla="*/ 824 h 1232"/>
                <a:gd name="T96" fmla="*/ 248 w 559"/>
                <a:gd name="T97" fmla="*/ 766 h 1232"/>
                <a:gd name="T98" fmla="*/ 95 w 559"/>
                <a:gd name="T99" fmla="*/ 515 h 1232"/>
                <a:gd name="T100" fmla="*/ 68 w 559"/>
                <a:gd name="T101" fmla="*/ 487 h 1232"/>
                <a:gd name="T102" fmla="*/ 59 w 559"/>
                <a:gd name="T103" fmla="*/ 456 h 1232"/>
                <a:gd name="T104" fmla="*/ 76 w 559"/>
                <a:gd name="T105" fmla="*/ 454 h 1232"/>
                <a:gd name="T106" fmla="*/ 59 w 559"/>
                <a:gd name="T107" fmla="*/ 362 h 1232"/>
                <a:gd name="T108" fmla="*/ 0 w 559"/>
                <a:gd name="T109" fmla="*/ 136 h 1232"/>
                <a:gd name="T110" fmla="*/ 55 w 559"/>
                <a:gd name="T111" fmla="*/ 22 h 123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59"/>
                <a:gd name="T169" fmla="*/ 0 h 1232"/>
                <a:gd name="T170" fmla="*/ 559 w 559"/>
                <a:gd name="T171" fmla="*/ 1232 h 123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59" h="1232">
                  <a:moveTo>
                    <a:pt x="54" y="22"/>
                  </a:moveTo>
                  <a:lnTo>
                    <a:pt x="53" y="22"/>
                  </a:lnTo>
                  <a:lnTo>
                    <a:pt x="51" y="22"/>
                  </a:lnTo>
                  <a:lnTo>
                    <a:pt x="48" y="22"/>
                  </a:lnTo>
                  <a:lnTo>
                    <a:pt x="45" y="22"/>
                  </a:lnTo>
                  <a:lnTo>
                    <a:pt x="43" y="22"/>
                  </a:lnTo>
                  <a:lnTo>
                    <a:pt x="40" y="22"/>
                  </a:lnTo>
                  <a:lnTo>
                    <a:pt x="38" y="23"/>
                  </a:lnTo>
                  <a:lnTo>
                    <a:pt x="36" y="25"/>
                  </a:lnTo>
                  <a:lnTo>
                    <a:pt x="35" y="27"/>
                  </a:lnTo>
                  <a:lnTo>
                    <a:pt x="33" y="29"/>
                  </a:lnTo>
                  <a:lnTo>
                    <a:pt x="44" y="34"/>
                  </a:lnTo>
                  <a:lnTo>
                    <a:pt x="53" y="41"/>
                  </a:lnTo>
                  <a:lnTo>
                    <a:pt x="63" y="49"/>
                  </a:lnTo>
                  <a:lnTo>
                    <a:pt x="74" y="58"/>
                  </a:lnTo>
                  <a:lnTo>
                    <a:pt x="84" y="66"/>
                  </a:lnTo>
                  <a:lnTo>
                    <a:pt x="95" y="73"/>
                  </a:lnTo>
                  <a:lnTo>
                    <a:pt x="105" y="77"/>
                  </a:lnTo>
                  <a:lnTo>
                    <a:pt x="115" y="77"/>
                  </a:lnTo>
                  <a:lnTo>
                    <a:pt x="127" y="72"/>
                  </a:lnTo>
                  <a:lnTo>
                    <a:pt x="139" y="62"/>
                  </a:lnTo>
                  <a:lnTo>
                    <a:pt x="157" y="62"/>
                  </a:lnTo>
                  <a:lnTo>
                    <a:pt x="174" y="66"/>
                  </a:lnTo>
                  <a:lnTo>
                    <a:pt x="191" y="73"/>
                  </a:lnTo>
                  <a:lnTo>
                    <a:pt x="207" y="82"/>
                  </a:lnTo>
                  <a:lnTo>
                    <a:pt x="222" y="92"/>
                  </a:lnTo>
                  <a:lnTo>
                    <a:pt x="237" y="101"/>
                  </a:lnTo>
                  <a:lnTo>
                    <a:pt x="253" y="109"/>
                  </a:lnTo>
                  <a:lnTo>
                    <a:pt x="268" y="115"/>
                  </a:lnTo>
                  <a:lnTo>
                    <a:pt x="284" y="117"/>
                  </a:lnTo>
                  <a:lnTo>
                    <a:pt x="300" y="115"/>
                  </a:lnTo>
                  <a:lnTo>
                    <a:pt x="345" y="51"/>
                  </a:lnTo>
                  <a:lnTo>
                    <a:pt x="366" y="72"/>
                  </a:lnTo>
                  <a:lnTo>
                    <a:pt x="382" y="96"/>
                  </a:lnTo>
                  <a:lnTo>
                    <a:pt x="396" y="123"/>
                  </a:lnTo>
                  <a:lnTo>
                    <a:pt x="408" y="153"/>
                  </a:lnTo>
                  <a:lnTo>
                    <a:pt x="418" y="183"/>
                  </a:lnTo>
                  <a:lnTo>
                    <a:pt x="430" y="214"/>
                  </a:lnTo>
                  <a:lnTo>
                    <a:pt x="442" y="245"/>
                  </a:lnTo>
                  <a:lnTo>
                    <a:pt x="456" y="275"/>
                  </a:lnTo>
                  <a:lnTo>
                    <a:pt x="475" y="303"/>
                  </a:lnTo>
                  <a:lnTo>
                    <a:pt x="499" y="329"/>
                  </a:lnTo>
                  <a:lnTo>
                    <a:pt x="496" y="308"/>
                  </a:lnTo>
                  <a:lnTo>
                    <a:pt x="490" y="287"/>
                  </a:lnTo>
                  <a:lnTo>
                    <a:pt x="483" y="265"/>
                  </a:lnTo>
                  <a:lnTo>
                    <a:pt x="475" y="244"/>
                  </a:lnTo>
                  <a:lnTo>
                    <a:pt x="466" y="222"/>
                  </a:lnTo>
                  <a:lnTo>
                    <a:pt x="455" y="200"/>
                  </a:lnTo>
                  <a:lnTo>
                    <a:pt x="445" y="179"/>
                  </a:lnTo>
                  <a:lnTo>
                    <a:pt x="434" y="158"/>
                  </a:lnTo>
                  <a:lnTo>
                    <a:pt x="425" y="137"/>
                  </a:lnTo>
                  <a:lnTo>
                    <a:pt x="416" y="115"/>
                  </a:lnTo>
                  <a:lnTo>
                    <a:pt x="427" y="109"/>
                  </a:lnTo>
                  <a:lnTo>
                    <a:pt x="441" y="103"/>
                  </a:lnTo>
                  <a:lnTo>
                    <a:pt x="456" y="100"/>
                  </a:lnTo>
                  <a:lnTo>
                    <a:pt x="471" y="97"/>
                  </a:lnTo>
                  <a:lnTo>
                    <a:pt x="488" y="96"/>
                  </a:lnTo>
                  <a:lnTo>
                    <a:pt x="503" y="97"/>
                  </a:lnTo>
                  <a:lnTo>
                    <a:pt x="519" y="100"/>
                  </a:lnTo>
                  <a:lnTo>
                    <a:pt x="533" y="103"/>
                  </a:lnTo>
                  <a:lnTo>
                    <a:pt x="546" y="109"/>
                  </a:lnTo>
                  <a:lnTo>
                    <a:pt x="559" y="115"/>
                  </a:lnTo>
                  <a:lnTo>
                    <a:pt x="551" y="166"/>
                  </a:lnTo>
                  <a:lnTo>
                    <a:pt x="537" y="215"/>
                  </a:lnTo>
                  <a:lnTo>
                    <a:pt x="521" y="264"/>
                  </a:lnTo>
                  <a:lnTo>
                    <a:pt x="503" y="312"/>
                  </a:lnTo>
                  <a:lnTo>
                    <a:pt x="483" y="360"/>
                  </a:lnTo>
                  <a:lnTo>
                    <a:pt x="463" y="407"/>
                  </a:lnTo>
                  <a:lnTo>
                    <a:pt x="446" y="454"/>
                  </a:lnTo>
                  <a:lnTo>
                    <a:pt x="431" y="503"/>
                  </a:lnTo>
                  <a:lnTo>
                    <a:pt x="421" y="553"/>
                  </a:lnTo>
                  <a:lnTo>
                    <a:pt x="416" y="604"/>
                  </a:lnTo>
                  <a:lnTo>
                    <a:pt x="400" y="594"/>
                  </a:lnTo>
                  <a:lnTo>
                    <a:pt x="385" y="585"/>
                  </a:lnTo>
                  <a:lnTo>
                    <a:pt x="370" y="574"/>
                  </a:lnTo>
                  <a:lnTo>
                    <a:pt x="355" y="561"/>
                  </a:lnTo>
                  <a:lnTo>
                    <a:pt x="341" y="547"/>
                  </a:lnTo>
                  <a:lnTo>
                    <a:pt x="327" y="533"/>
                  </a:lnTo>
                  <a:lnTo>
                    <a:pt x="314" y="518"/>
                  </a:lnTo>
                  <a:lnTo>
                    <a:pt x="304" y="503"/>
                  </a:lnTo>
                  <a:lnTo>
                    <a:pt x="293" y="488"/>
                  </a:lnTo>
                  <a:lnTo>
                    <a:pt x="285" y="473"/>
                  </a:lnTo>
                  <a:lnTo>
                    <a:pt x="286" y="448"/>
                  </a:lnTo>
                  <a:lnTo>
                    <a:pt x="286" y="422"/>
                  </a:lnTo>
                  <a:lnTo>
                    <a:pt x="285" y="399"/>
                  </a:lnTo>
                  <a:lnTo>
                    <a:pt x="283" y="376"/>
                  </a:lnTo>
                  <a:lnTo>
                    <a:pt x="278" y="353"/>
                  </a:lnTo>
                  <a:lnTo>
                    <a:pt x="274" y="331"/>
                  </a:lnTo>
                  <a:lnTo>
                    <a:pt x="268" y="309"/>
                  </a:lnTo>
                  <a:lnTo>
                    <a:pt x="261" y="287"/>
                  </a:lnTo>
                  <a:lnTo>
                    <a:pt x="254" y="265"/>
                  </a:lnTo>
                  <a:lnTo>
                    <a:pt x="246" y="243"/>
                  </a:lnTo>
                  <a:lnTo>
                    <a:pt x="236" y="251"/>
                  </a:lnTo>
                  <a:lnTo>
                    <a:pt x="231" y="260"/>
                  </a:lnTo>
                  <a:lnTo>
                    <a:pt x="230" y="268"/>
                  </a:lnTo>
                  <a:lnTo>
                    <a:pt x="232" y="277"/>
                  </a:lnTo>
                  <a:lnTo>
                    <a:pt x="237" y="285"/>
                  </a:lnTo>
                  <a:lnTo>
                    <a:pt x="241" y="293"/>
                  </a:lnTo>
                  <a:lnTo>
                    <a:pt x="247" y="302"/>
                  </a:lnTo>
                  <a:lnTo>
                    <a:pt x="252" y="310"/>
                  </a:lnTo>
                  <a:lnTo>
                    <a:pt x="254" y="319"/>
                  </a:lnTo>
                  <a:lnTo>
                    <a:pt x="253" y="329"/>
                  </a:lnTo>
                  <a:lnTo>
                    <a:pt x="232" y="303"/>
                  </a:lnTo>
                  <a:lnTo>
                    <a:pt x="210" y="277"/>
                  </a:lnTo>
                  <a:lnTo>
                    <a:pt x="188" y="250"/>
                  </a:lnTo>
                  <a:lnTo>
                    <a:pt x="165" y="222"/>
                  </a:lnTo>
                  <a:lnTo>
                    <a:pt x="141" y="196"/>
                  </a:lnTo>
                  <a:lnTo>
                    <a:pt x="117" y="169"/>
                  </a:lnTo>
                  <a:lnTo>
                    <a:pt x="92" y="143"/>
                  </a:lnTo>
                  <a:lnTo>
                    <a:pt x="67" y="117"/>
                  </a:lnTo>
                  <a:lnTo>
                    <a:pt x="42" y="92"/>
                  </a:lnTo>
                  <a:lnTo>
                    <a:pt x="17" y="67"/>
                  </a:lnTo>
                  <a:lnTo>
                    <a:pt x="10" y="77"/>
                  </a:lnTo>
                  <a:lnTo>
                    <a:pt x="208" y="307"/>
                  </a:lnTo>
                  <a:lnTo>
                    <a:pt x="193" y="297"/>
                  </a:lnTo>
                  <a:lnTo>
                    <a:pt x="177" y="288"/>
                  </a:lnTo>
                  <a:lnTo>
                    <a:pt x="161" y="278"/>
                  </a:lnTo>
                  <a:lnTo>
                    <a:pt x="144" y="270"/>
                  </a:lnTo>
                  <a:lnTo>
                    <a:pt x="128" y="262"/>
                  </a:lnTo>
                  <a:lnTo>
                    <a:pt x="112" y="255"/>
                  </a:lnTo>
                  <a:lnTo>
                    <a:pt x="96" y="251"/>
                  </a:lnTo>
                  <a:lnTo>
                    <a:pt x="80" y="250"/>
                  </a:lnTo>
                  <a:lnTo>
                    <a:pt x="65" y="252"/>
                  </a:lnTo>
                  <a:lnTo>
                    <a:pt x="48" y="259"/>
                  </a:lnTo>
                  <a:lnTo>
                    <a:pt x="72" y="264"/>
                  </a:lnTo>
                  <a:lnTo>
                    <a:pt x="94" y="270"/>
                  </a:lnTo>
                  <a:lnTo>
                    <a:pt x="115" y="277"/>
                  </a:lnTo>
                  <a:lnTo>
                    <a:pt x="136" y="285"/>
                  </a:lnTo>
                  <a:lnTo>
                    <a:pt x="156" y="295"/>
                  </a:lnTo>
                  <a:lnTo>
                    <a:pt x="176" y="307"/>
                  </a:lnTo>
                  <a:lnTo>
                    <a:pt x="194" y="319"/>
                  </a:lnTo>
                  <a:lnTo>
                    <a:pt x="213" y="334"/>
                  </a:lnTo>
                  <a:lnTo>
                    <a:pt x="230" y="349"/>
                  </a:lnTo>
                  <a:lnTo>
                    <a:pt x="246" y="368"/>
                  </a:lnTo>
                  <a:lnTo>
                    <a:pt x="231" y="379"/>
                  </a:lnTo>
                  <a:lnTo>
                    <a:pt x="215" y="391"/>
                  </a:lnTo>
                  <a:lnTo>
                    <a:pt x="199" y="401"/>
                  </a:lnTo>
                  <a:lnTo>
                    <a:pt x="183" y="412"/>
                  </a:lnTo>
                  <a:lnTo>
                    <a:pt x="165" y="422"/>
                  </a:lnTo>
                  <a:lnTo>
                    <a:pt x="149" y="431"/>
                  </a:lnTo>
                  <a:lnTo>
                    <a:pt x="132" y="439"/>
                  </a:lnTo>
                  <a:lnTo>
                    <a:pt x="113" y="446"/>
                  </a:lnTo>
                  <a:lnTo>
                    <a:pt x="96" y="453"/>
                  </a:lnTo>
                  <a:lnTo>
                    <a:pt x="77" y="460"/>
                  </a:lnTo>
                  <a:lnTo>
                    <a:pt x="96" y="460"/>
                  </a:lnTo>
                  <a:lnTo>
                    <a:pt x="115" y="458"/>
                  </a:lnTo>
                  <a:lnTo>
                    <a:pt x="134" y="453"/>
                  </a:lnTo>
                  <a:lnTo>
                    <a:pt x="154" y="448"/>
                  </a:lnTo>
                  <a:lnTo>
                    <a:pt x="172" y="439"/>
                  </a:lnTo>
                  <a:lnTo>
                    <a:pt x="191" y="431"/>
                  </a:lnTo>
                  <a:lnTo>
                    <a:pt x="208" y="422"/>
                  </a:lnTo>
                  <a:lnTo>
                    <a:pt x="224" y="413"/>
                  </a:lnTo>
                  <a:lnTo>
                    <a:pt x="239" y="404"/>
                  </a:lnTo>
                  <a:lnTo>
                    <a:pt x="253" y="396"/>
                  </a:lnTo>
                  <a:lnTo>
                    <a:pt x="250" y="411"/>
                  </a:lnTo>
                  <a:lnTo>
                    <a:pt x="240" y="424"/>
                  </a:lnTo>
                  <a:lnTo>
                    <a:pt x="229" y="439"/>
                  </a:lnTo>
                  <a:lnTo>
                    <a:pt x="215" y="453"/>
                  </a:lnTo>
                  <a:lnTo>
                    <a:pt x="202" y="467"/>
                  </a:lnTo>
                  <a:lnTo>
                    <a:pt x="192" y="481"/>
                  </a:lnTo>
                  <a:lnTo>
                    <a:pt x="184" y="495"/>
                  </a:lnTo>
                  <a:lnTo>
                    <a:pt x="183" y="509"/>
                  </a:lnTo>
                  <a:lnTo>
                    <a:pt x="188" y="523"/>
                  </a:lnTo>
                  <a:lnTo>
                    <a:pt x="202" y="537"/>
                  </a:lnTo>
                  <a:lnTo>
                    <a:pt x="262" y="450"/>
                  </a:lnTo>
                  <a:lnTo>
                    <a:pt x="266" y="464"/>
                  </a:lnTo>
                  <a:lnTo>
                    <a:pt x="269" y="476"/>
                  </a:lnTo>
                  <a:lnTo>
                    <a:pt x="274" y="490"/>
                  </a:lnTo>
                  <a:lnTo>
                    <a:pt x="278" y="503"/>
                  </a:lnTo>
                  <a:lnTo>
                    <a:pt x="283" y="516"/>
                  </a:lnTo>
                  <a:lnTo>
                    <a:pt x="290" y="528"/>
                  </a:lnTo>
                  <a:lnTo>
                    <a:pt x="297" y="541"/>
                  </a:lnTo>
                  <a:lnTo>
                    <a:pt x="304" y="553"/>
                  </a:lnTo>
                  <a:lnTo>
                    <a:pt x="313" y="564"/>
                  </a:lnTo>
                  <a:lnTo>
                    <a:pt x="323" y="575"/>
                  </a:lnTo>
                  <a:lnTo>
                    <a:pt x="322" y="606"/>
                  </a:lnTo>
                  <a:lnTo>
                    <a:pt x="321" y="639"/>
                  </a:lnTo>
                  <a:lnTo>
                    <a:pt x="322" y="674"/>
                  </a:lnTo>
                  <a:lnTo>
                    <a:pt x="325" y="710"/>
                  </a:lnTo>
                  <a:lnTo>
                    <a:pt x="326" y="745"/>
                  </a:lnTo>
                  <a:lnTo>
                    <a:pt x="329" y="779"/>
                  </a:lnTo>
                  <a:lnTo>
                    <a:pt x="332" y="812"/>
                  </a:lnTo>
                  <a:lnTo>
                    <a:pt x="334" y="842"/>
                  </a:lnTo>
                  <a:lnTo>
                    <a:pt x="337" y="869"/>
                  </a:lnTo>
                  <a:lnTo>
                    <a:pt x="340" y="894"/>
                  </a:lnTo>
                  <a:lnTo>
                    <a:pt x="338" y="891"/>
                  </a:lnTo>
                  <a:lnTo>
                    <a:pt x="338" y="890"/>
                  </a:lnTo>
                  <a:lnTo>
                    <a:pt x="338" y="889"/>
                  </a:lnTo>
                  <a:lnTo>
                    <a:pt x="337" y="887"/>
                  </a:lnTo>
                  <a:lnTo>
                    <a:pt x="336" y="885"/>
                  </a:lnTo>
                  <a:lnTo>
                    <a:pt x="336" y="884"/>
                  </a:lnTo>
                  <a:lnTo>
                    <a:pt x="334" y="883"/>
                  </a:lnTo>
                  <a:lnTo>
                    <a:pt x="333" y="883"/>
                  </a:lnTo>
                  <a:lnTo>
                    <a:pt x="332" y="882"/>
                  </a:lnTo>
                  <a:lnTo>
                    <a:pt x="329" y="881"/>
                  </a:lnTo>
                  <a:lnTo>
                    <a:pt x="317" y="891"/>
                  </a:lnTo>
                  <a:lnTo>
                    <a:pt x="303" y="902"/>
                  </a:lnTo>
                  <a:lnTo>
                    <a:pt x="289" y="913"/>
                  </a:lnTo>
                  <a:lnTo>
                    <a:pt x="274" y="926"/>
                  </a:lnTo>
                  <a:lnTo>
                    <a:pt x="261" y="940"/>
                  </a:lnTo>
                  <a:lnTo>
                    <a:pt x="251" y="954"/>
                  </a:lnTo>
                  <a:lnTo>
                    <a:pt x="244" y="969"/>
                  </a:lnTo>
                  <a:lnTo>
                    <a:pt x="241" y="985"/>
                  </a:lnTo>
                  <a:lnTo>
                    <a:pt x="244" y="1001"/>
                  </a:lnTo>
                  <a:lnTo>
                    <a:pt x="253" y="1018"/>
                  </a:lnTo>
                  <a:lnTo>
                    <a:pt x="329" y="926"/>
                  </a:lnTo>
                  <a:lnTo>
                    <a:pt x="337" y="956"/>
                  </a:lnTo>
                  <a:lnTo>
                    <a:pt x="337" y="985"/>
                  </a:lnTo>
                  <a:lnTo>
                    <a:pt x="332" y="1011"/>
                  </a:lnTo>
                  <a:lnTo>
                    <a:pt x="321" y="1035"/>
                  </a:lnTo>
                  <a:lnTo>
                    <a:pt x="307" y="1058"/>
                  </a:lnTo>
                  <a:lnTo>
                    <a:pt x="290" y="1080"/>
                  </a:lnTo>
                  <a:lnTo>
                    <a:pt x="270" y="1100"/>
                  </a:lnTo>
                  <a:lnTo>
                    <a:pt x="251" y="1120"/>
                  </a:lnTo>
                  <a:lnTo>
                    <a:pt x="232" y="1141"/>
                  </a:lnTo>
                  <a:lnTo>
                    <a:pt x="215" y="1162"/>
                  </a:lnTo>
                  <a:lnTo>
                    <a:pt x="203" y="1172"/>
                  </a:lnTo>
                  <a:lnTo>
                    <a:pt x="192" y="1182"/>
                  </a:lnTo>
                  <a:lnTo>
                    <a:pt x="180" y="1193"/>
                  </a:lnTo>
                  <a:lnTo>
                    <a:pt x="169" y="1203"/>
                  </a:lnTo>
                  <a:lnTo>
                    <a:pt x="157" y="1212"/>
                  </a:lnTo>
                  <a:lnTo>
                    <a:pt x="144" y="1219"/>
                  </a:lnTo>
                  <a:lnTo>
                    <a:pt x="132" y="1226"/>
                  </a:lnTo>
                  <a:lnTo>
                    <a:pt x="118" y="1230"/>
                  </a:lnTo>
                  <a:lnTo>
                    <a:pt x="103" y="1232"/>
                  </a:lnTo>
                  <a:lnTo>
                    <a:pt x="87" y="1231"/>
                  </a:lnTo>
                  <a:lnTo>
                    <a:pt x="89" y="1202"/>
                  </a:lnTo>
                  <a:lnTo>
                    <a:pt x="91" y="1169"/>
                  </a:lnTo>
                  <a:lnTo>
                    <a:pt x="94" y="1134"/>
                  </a:lnTo>
                  <a:lnTo>
                    <a:pt x="95" y="1096"/>
                  </a:lnTo>
                  <a:lnTo>
                    <a:pt x="96" y="1058"/>
                  </a:lnTo>
                  <a:lnTo>
                    <a:pt x="96" y="1018"/>
                  </a:lnTo>
                  <a:lnTo>
                    <a:pt x="96" y="979"/>
                  </a:lnTo>
                  <a:lnTo>
                    <a:pt x="94" y="941"/>
                  </a:lnTo>
                  <a:lnTo>
                    <a:pt x="91" y="905"/>
                  </a:lnTo>
                  <a:lnTo>
                    <a:pt x="87" y="872"/>
                  </a:lnTo>
                  <a:lnTo>
                    <a:pt x="103" y="857"/>
                  </a:lnTo>
                  <a:lnTo>
                    <a:pt x="119" y="845"/>
                  </a:lnTo>
                  <a:lnTo>
                    <a:pt x="137" y="833"/>
                  </a:lnTo>
                  <a:lnTo>
                    <a:pt x="157" y="824"/>
                  </a:lnTo>
                  <a:lnTo>
                    <a:pt x="176" y="814"/>
                  </a:lnTo>
                  <a:lnTo>
                    <a:pt x="195" y="805"/>
                  </a:lnTo>
                  <a:lnTo>
                    <a:pt x="214" y="793"/>
                  </a:lnTo>
                  <a:lnTo>
                    <a:pt x="232" y="781"/>
                  </a:lnTo>
                  <a:lnTo>
                    <a:pt x="248" y="766"/>
                  </a:lnTo>
                  <a:lnTo>
                    <a:pt x="262" y="750"/>
                  </a:lnTo>
                  <a:lnTo>
                    <a:pt x="115" y="810"/>
                  </a:lnTo>
                  <a:lnTo>
                    <a:pt x="110" y="511"/>
                  </a:lnTo>
                  <a:lnTo>
                    <a:pt x="102" y="515"/>
                  </a:lnTo>
                  <a:lnTo>
                    <a:pt x="95" y="515"/>
                  </a:lnTo>
                  <a:lnTo>
                    <a:pt x="88" y="512"/>
                  </a:lnTo>
                  <a:lnTo>
                    <a:pt x="83" y="508"/>
                  </a:lnTo>
                  <a:lnTo>
                    <a:pt x="77" y="502"/>
                  </a:lnTo>
                  <a:lnTo>
                    <a:pt x="73" y="494"/>
                  </a:lnTo>
                  <a:lnTo>
                    <a:pt x="68" y="487"/>
                  </a:lnTo>
                  <a:lnTo>
                    <a:pt x="65" y="479"/>
                  </a:lnTo>
                  <a:lnTo>
                    <a:pt x="60" y="472"/>
                  </a:lnTo>
                  <a:lnTo>
                    <a:pt x="55" y="466"/>
                  </a:lnTo>
                  <a:lnTo>
                    <a:pt x="57" y="460"/>
                  </a:lnTo>
                  <a:lnTo>
                    <a:pt x="59" y="456"/>
                  </a:lnTo>
                  <a:lnTo>
                    <a:pt x="61" y="453"/>
                  </a:lnTo>
                  <a:lnTo>
                    <a:pt x="65" y="453"/>
                  </a:lnTo>
                  <a:lnTo>
                    <a:pt x="69" y="453"/>
                  </a:lnTo>
                  <a:lnTo>
                    <a:pt x="73" y="454"/>
                  </a:lnTo>
                  <a:lnTo>
                    <a:pt x="76" y="454"/>
                  </a:lnTo>
                  <a:lnTo>
                    <a:pt x="81" y="454"/>
                  </a:lnTo>
                  <a:lnTo>
                    <a:pt x="84" y="453"/>
                  </a:lnTo>
                  <a:lnTo>
                    <a:pt x="87" y="450"/>
                  </a:lnTo>
                  <a:lnTo>
                    <a:pt x="74" y="407"/>
                  </a:lnTo>
                  <a:lnTo>
                    <a:pt x="59" y="362"/>
                  </a:lnTo>
                  <a:lnTo>
                    <a:pt x="44" y="317"/>
                  </a:lnTo>
                  <a:lnTo>
                    <a:pt x="29" y="272"/>
                  </a:lnTo>
                  <a:lnTo>
                    <a:pt x="16" y="227"/>
                  </a:lnTo>
                  <a:lnTo>
                    <a:pt x="6" y="181"/>
                  </a:lnTo>
                  <a:lnTo>
                    <a:pt x="0" y="136"/>
                  </a:lnTo>
                  <a:lnTo>
                    <a:pt x="1" y="89"/>
                  </a:lnTo>
                  <a:lnTo>
                    <a:pt x="8" y="45"/>
                  </a:lnTo>
                  <a:lnTo>
                    <a:pt x="23" y="0"/>
                  </a:lnTo>
                  <a:lnTo>
                    <a:pt x="55" y="22"/>
                  </a:lnTo>
                  <a:lnTo>
                    <a:pt x="54" y="22"/>
                  </a:lnTo>
                  <a:close/>
                </a:path>
              </a:pathLst>
            </a:custGeom>
            <a:solidFill>
              <a:srgbClr val="FF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3" name="Freeform 52"/>
            <p:cNvSpPr>
              <a:spLocks/>
            </p:cNvSpPr>
            <p:nvPr/>
          </p:nvSpPr>
          <p:spPr bwMode="auto">
            <a:xfrm>
              <a:off x="2129" y="2958"/>
              <a:ext cx="14" cy="27"/>
            </a:xfrm>
            <a:custGeom>
              <a:avLst/>
              <a:gdLst>
                <a:gd name="T0" fmla="*/ 0 w 26"/>
                <a:gd name="T1" fmla="*/ 53 h 55"/>
                <a:gd name="T2" fmla="*/ 26 w 26"/>
                <a:gd name="T3" fmla="*/ 0 h 55"/>
                <a:gd name="T4" fmla="*/ 17 w 26"/>
                <a:gd name="T5" fmla="*/ 38 h 55"/>
                <a:gd name="T6" fmla="*/ 1 w 26"/>
                <a:gd name="T7" fmla="*/ 55 h 55"/>
                <a:gd name="T8" fmla="*/ 1 w 26"/>
                <a:gd name="T9" fmla="*/ 55 h 55"/>
                <a:gd name="T10" fmla="*/ 0 w 26"/>
                <a:gd name="T11" fmla="*/ 5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55"/>
                <a:gd name="T20" fmla="*/ 26 w 26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55">
                  <a:moveTo>
                    <a:pt x="0" y="53"/>
                  </a:moveTo>
                  <a:lnTo>
                    <a:pt x="26" y="0"/>
                  </a:lnTo>
                  <a:lnTo>
                    <a:pt x="17" y="38"/>
                  </a:lnTo>
                  <a:lnTo>
                    <a:pt x="1" y="55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C4002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4" name="Freeform 53"/>
            <p:cNvSpPr>
              <a:spLocks/>
            </p:cNvSpPr>
            <p:nvPr/>
          </p:nvSpPr>
          <p:spPr bwMode="auto">
            <a:xfrm>
              <a:off x="1430" y="2965"/>
              <a:ext cx="73" cy="50"/>
            </a:xfrm>
            <a:custGeom>
              <a:avLst/>
              <a:gdLst>
                <a:gd name="T0" fmla="*/ 117 w 147"/>
                <a:gd name="T1" fmla="*/ 33 h 101"/>
                <a:gd name="T2" fmla="*/ 124 w 147"/>
                <a:gd name="T3" fmla="*/ 42 h 101"/>
                <a:gd name="T4" fmla="*/ 121 w 147"/>
                <a:gd name="T5" fmla="*/ 52 h 101"/>
                <a:gd name="T6" fmla="*/ 115 w 147"/>
                <a:gd name="T7" fmla="*/ 64 h 101"/>
                <a:gd name="T8" fmla="*/ 114 w 147"/>
                <a:gd name="T9" fmla="*/ 74 h 101"/>
                <a:gd name="T10" fmla="*/ 125 w 147"/>
                <a:gd name="T11" fmla="*/ 79 h 101"/>
                <a:gd name="T12" fmla="*/ 121 w 147"/>
                <a:gd name="T13" fmla="*/ 90 h 101"/>
                <a:gd name="T14" fmla="*/ 111 w 147"/>
                <a:gd name="T15" fmla="*/ 95 h 101"/>
                <a:gd name="T16" fmla="*/ 100 w 147"/>
                <a:gd name="T17" fmla="*/ 97 h 101"/>
                <a:gd name="T18" fmla="*/ 88 w 147"/>
                <a:gd name="T19" fmla="*/ 98 h 101"/>
                <a:gd name="T20" fmla="*/ 77 w 147"/>
                <a:gd name="T21" fmla="*/ 101 h 101"/>
                <a:gd name="T22" fmla="*/ 109 w 147"/>
                <a:gd name="T23" fmla="*/ 75 h 101"/>
                <a:gd name="T24" fmla="*/ 95 w 147"/>
                <a:gd name="T25" fmla="*/ 72 h 101"/>
                <a:gd name="T26" fmla="*/ 80 w 147"/>
                <a:gd name="T27" fmla="*/ 70 h 101"/>
                <a:gd name="T28" fmla="*/ 63 w 147"/>
                <a:gd name="T29" fmla="*/ 70 h 101"/>
                <a:gd name="T30" fmla="*/ 47 w 147"/>
                <a:gd name="T31" fmla="*/ 70 h 101"/>
                <a:gd name="T32" fmla="*/ 45 w 147"/>
                <a:gd name="T33" fmla="*/ 64 h 101"/>
                <a:gd name="T34" fmla="*/ 59 w 147"/>
                <a:gd name="T35" fmla="*/ 57 h 101"/>
                <a:gd name="T36" fmla="*/ 74 w 147"/>
                <a:gd name="T37" fmla="*/ 51 h 101"/>
                <a:gd name="T38" fmla="*/ 89 w 147"/>
                <a:gd name="T39" fmla="*/ 45 h 101"/>
                <a:gd name="T40" fmla="*/ 103 w 147"/>
                <a:gd name="T41" fmla="*/ 36 h 101"/>
                <a:gd name="T42" fmla="*/ 97 w 147"/>
                <a:gd name="T43" fmla="*/ 24 h 101"/>
                <a:gd name="T44" fmla="*/ 74 w 147"/>
                <a:gd name="T45" fmla="*/ 23 h 101"/>
                <a:gd name="T46" fmla="*/ 54 w 147"/>
                <a:gd name="T47" fmla="*/ 30 h 101"/>
                <a:gd name="T48" fmla="*/ 33 w 147"/>
                <a:gd name="T49" fmla="*/ 42 h 101"/>
                <a:gd name="T50" fmla="*/ 12 w 147"/>
                <a:gd name="T51" fmla="*/ 52 h 101"/>
                <a:gd name="T52" fmla="*/ 0 w 147"/>
                <a:gd name="T53" fmla="*/ 50 h 101"/>
                <a:gd name="T54" fmla="*/ 5 w 147"/>
                <a:gd name="T55" fmla="*/ 37 h 101"/>
                <a:gd name="T56" fmla="*/ 15 w 147"/>
                <a:gd name="T57" fmla="*/ 26 h 101"/>
                <a:gd name="T58" fmla="*/ 28 w 147"/>
                <a:gd name="T59" fmla="*/ 14 h 101"/>
                <a:gd name="T60" fmla="*/ 42 w 147"/>
                <a:gd name="T61" fmla="*/ 5 h 101"/>
                <a:gd name="T62" fmla="*/ 60 w 147"/>
                <a:gd name="T63" fmla="*/ 1 h 101"/>
                <a:gd name="T64" fmla="*/ 82 w 147"/>
                <a:gd name="T65" fmla="*/ 1 h 101"/>
                <a:gd name="T66" fmla="*/ 103 w 147"/>
                <a:gd name="T67" fmla="*/ 0 h 101"/>
                <a:gd name="T68" fmla="*/ 122 w 147"/>
                <a:gd name="T69" fmla="*/ 0 h 101"/>
                <a:gd name="T70" fmla="*/ 139 w 147"/>
                <a:gd name="T71" fmla="*/ 1 h 101"/>
                <a:gd name="T72" fmla="*/ 109 w 147"/>
                <a:gd name="T73" fmla="*/ 30 h 1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7"/>
                <a:gd name="T112" fmla="*/ 0 h 101"/>
                <a:gd name="T113" fmla="*/ 147 w 147"/>
                <a:gd name="T114" fmla="*/ 101 h 1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7" h="101">
                  <a:moveTo>
                    <a:pt x="109" y="30"/>
                  </a:moveTo>
                  <a:lnTo>
                    <a:pt x="117" y="33"/>
                  </a:lnTo>
                  <a:lnTo>
                    <a:pt x="122" y="37"/>
                  </a:lnTo>
                  <a:lnTo>
                    <a:pt x="124" y="42"/>
                  </a:lnTo>
                  <a:lnTo>
                    <a:pt x="123" y="46"/>
                  </a:lnTo>
                  <a:lnTo>
                    <a:pt x="121" y="52"/>
                  </a:lnTo>
                  <a:lnTo>
                    <a:pt x="118" y="58"/>
                  </a:lnTo>
                  <a:lnTo>
                    <a:pt x="115" y="64"/>
                  </a:lnTo>
                  <a:lnTo>
                    <a:pt x="114" y="70"/>
                  </a:lnTo>
                  <a:lnTo>
                    <a:pt x="114" y="74"/>
                  </a:lnTo>
                  <a:lnTo>
                    <a:pt x="116" y="79"/>
                  </a:lnTo>
                  <a:lnTo>
                    <a:pt x="125" y="79"/>
                  </a:lnTo>
                  <a:lnTo>
                    <a:pt x="123" y="85"/>
                  </a:lnTo>
                  <a:lnTo>
                    <a:pt x="121" y="90"/>
                  </a:lnTo>
                  <a:lnTo>
                    <a:pt x="116" y="94"/>
                  </a:lnTo>
                  <a:lnTo>
                    <a:pt x="111" y="95"/>
                  </a:lnTo>
                  <a:lnTo>
                    <a:pt x="106" y="97"/>
                  </a:lnTo>
                  <a:lnTo>
                    <a:pt x="100" y="97"/>
                  </a:lnTo>
                  <a:lnTo>
                    <a:pt x="94" y="98"/>
                  </a:lnTo>
                  <a:lnTo>
                    <a:pt x="88" y="98"/>
                  </a:lnTo>
                  <a:lnTo>
                    <a:pt x="82" y="100"/>
                  </a:lnTo>
                  <a:lnTo>
                    <a:pt x="77" y="101"/>
                  </a:lnTo>
                  <a:lnTo>
                    <a:pt x="116" y="79"/>
                  </a:lnTo>
                  <a:lnTo>
                    <a:pt x="109" y="75"/>
                  </a:lnTo>
                  <a:lnTo>
                    <a:pt x="102" y="73"/>
                  </a:lnTo>
                  <a:lnTo>
                    <a:pt x="95" y="72"/>
                  </a:lnTo>
                  <a:lnTo>
                    <a:pt x="87" y="71"/>
                  </a:lnTo>
                  <a:lnTo>
                    <a:pt x="80" y="70"/>
                  </a:lnTo>
                  <a:lnTo>
                    <a:pt x="71" y="70"/>
                  </a:lnTo>
                  <a:lnTo>
                    <a:pt x="63" y="70"/>
                  </a:lnTo>
                  <a:lnTo>
                    <a:pt x="55" y="70"/>
                  </a:lnTo>
                  <a:lnTo>
                    <a:pt x="47" y="70"/>
                  </a:lnTo>
                  <a:lnTo>
                    <a:pt x="39" y="68"/>
                  </a:lnTo>
                  <a:lnTo>
                    <a:pt x="45" y="64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4" y="51"/>
                  </a:lnTo>
                  <a:lnTo>
                    <a:pt x="81" y="49"/>
                  </a:lnTo>
                  <a:lnTo>
                    <a:pt x="89" y="45"/>
                  </a:lnTo>
                  <a:lnTo>
                    <a:pt x="96" y="42"/>
                  </a:lnTo>
                  <a:lnTo>
                    <a:pt x="103" y="36"/>
                  </a:lnTo>
                  <a:lnTo>
                    <a:pt x="109" y="30"/>
                  </a:lnTo>
                  <a:lnTo>
                    <a:pt x="97" y="24"/>
                  </a:lnTo>
                  <a:lnTo>
                    <a:pt x="86" y="22"/>
                  </a:lnTo>
                  <a:lnTo>
                    <a:pt x="74" y="23"/>
                  </a:lnTo>
                  <a:lnTo>
                    <a:pt x="64" y="26"/>
                  </a:lnTo>
                  <a:lnTo>
                    <a:pt x="54" y="30"/>
                  </a:lnTo>
                  <a:lnTo>
                    <a:pt x="43" y="36"/>
                  </a:lnTo>
                  <a:lnTo>
                    <a:pt x="33" y="42"/>
                  </a:lnTo>
                  <a:lnTo>
                    <a:pt x="22" y="48"/>
                  </a:lnTo>
                  <a:lnTo>
                    <a:pt x="12" y="52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2" y="44"/>
                  </a:lnTo>
                  <a:lnTo>
                    <a:pt x="5" y="37"/>
                  </a:lnTo>
                  <a:lnTo>
                    <a:pt x="10" y="31"/>
                  </a:lnTo>
                  <a:lnTo>
                    <a:pt x="15" y="26"/>
                  </a:lnTo>
                  <a:lnTo>
                    <a:pt x="21" y="20"/>
                  </a:lnTo>
                  <a:lnTo>
                    <a:pt x="28" y="14"/>
                  </a:lnTo>
                  <a:lnTo>
                    <a:pt x="35" y="9"/>
                  </a:lnTo>
                  <a:lnTo>
                    <a:pt x="42" y="5"/>
                  </a:lnTo>
                  <a:lnTo>
                    <a:pt x="49" y="1"/>
                  </a:lnTo>
                  <a:lnTo>
                    <a:pt x="60" y="1"/>
                  </a:lnTo>
                  <a:lnTo>
                    <a:pt x="72" y="1"/>
                  </a:lnTo>
                  <a:lnTo>
                    <a:pt x="82" y="1"/>
                  </a:lnTo>
                  <a:lnTo>
                    <a:pt x="93" y="1"/>
                  </a:lnTo>
                  <a:lnTo>
                    <a:pt x="103" y="0"/>
                  </a:lnTo>
                  <a:lnTo>
                    <a:pt x="112" y="0"/>
                  </a:lnTo>
                  <a:lnTo>
                    <a:pt x="122" y="0"/>
                  </a:lnTo>
                  <a:lnTo>
                    <a:pt x="130" y="0"/>
                  </a:lnTo>
                  <a:lnTo>
                    <a:pt x="139" y="1"/>
                  </a:lnTo>
                  <a:lnTo>
                    <a:pt x="147" y="1"/>
                  </a:lnTo>
                  <a:lnTo>
                    <a:pt x="109" y="30"/>
                  </a:lnTo>
                  <a:close/>
                </a:path>
              </a:pathLst>
            </a:custGeom>
            <a:solidFill>
              <a:srgbClr val="0036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5" name="Freeform 54"/>
            <p:cNvSpPr>
              <a:spLocks/>
            </p:cNvSpPr>
            <p:nvPr/>
          </p:nvSpPr>
          <p:spPr bwMode="auto">
            <a:xfrm>
              <a:off x="1537" y="2972"/>
              <a:ext cx="46" cy="20"/>
            </a:xfrm>
            <a:custGeom>
              <a:avLst/>
              <a:gdLst>
                <a:gd name="T0" fmla="*/ 93 w 93"/>
                <a:gd name="T1" fmla="*/ 3 h 41"/>
                <a:gd name="T2" fmla="*/ 93 w 93"/>
                <a:gd name="T3" fmla="*/ 8 h 41"/>
                <a:gd name="T4" fmla="*/ 91 w 93"/>
                <a:gd name="T5" fmla="*/ 13 h 41"/>
                <a:gd name="T6" fmla="*/ 88 w 93"/>
                <a:gd name="T7" fmla="*/ 16 h 41"/>
                <a:gd name="T8" fmla="*/ 85 w 93"/>
                <a:gd name="T9" fmla="*/ 20 h 41"/>
                <a:gd name="T10" fmla="*/ 79 w 93"/>
                <a:gd name="T11" fmla="*/ 22 h 41"/>
                <a:gd name="T12" fmla="*/ 73 w 93"/>
                <a:gd name="T13" fmla="*/ 24 h 41"/>
                <a:gd name="T14" fmla="*/ 67 w 93"/>
                <a:gd name="T15" fmla="*/ 26 h 41"/>
                <a:gd name="T16" fmla="*/ 60 w 93"/>
                <a:gd name="T17" fmla="*/ 26 h 41"/>
                <a:gd name="T18" fmla="*/ 54 w 93"/>
                <a:gd name="T19" fmla="*/ 26 h 41"/>
                <a:gd name="T20" fmla="*/ 49 w 93"/>
                <a:gd name="T21" fmla="*/ 26 h 41"/>
                <a:gd name="T22" fmla="*/ 9 w 93"/>
                <a:gd name="T23" fmla="*/ 15 h 41"/>
                <a:gd name="T24" fmla="*/ 9 w 93"/>
                <a:gd name="T25" fmla="*/ 19 h 41"/>
                <a:gd name="T26" fmla="*/ 9 w 93"/>
                <a:gd name="T27" fmla="*/ 21 h 41"/>
                <a:gd name="T28" fmla="*/ 9 w 93"/>
                <a:gd name="T29" fmla="*/ 24 h 41"/>
                <a:gd name="T30" fmla="*/ 9 w 93"/>
                <a:gd name="T31" fmla="*/ 27 h 41"/>
                <a:gd name="T32" fmla="*/ 8 w 93"/>
                <a:gd name="T33" fmla="*/ 29 h 41"/>
                <a:gd name="T34" fmla="*/ 8 w 93"/>
                <a:gd name="T35" fmla="*/ 33 h 41"/>
                <a:gd name="T36" fmla="*/ 7 w 93"/>
                <a:gd name="T37" fmla="*/ 35 h 41"/>
                <a:gd name="T38" fmla="*/ 5 w 93"/>
                <a:gd name="T39" fmla="*/ 37 h 41"/>
                <a:gd name="T40" fmla="*/ 2 w 93"/>
                <a:gd name="T41" fmla="*/ 39 h 41"/>
                <a:gd name="T42" fmla="*/ 0 w 93"/>
                <a:gd name="T43" fmla="*/ 41 h 41"/>
                <a:gd name="T44" fmla="*/ 0 w 93"/>
                <a:gd name="T45" fmla="*/ 24 h 41"/>
                <a:gd name="T46" fmla="*/ 4 w 93"/>
                <a:gd name="T47" fmla="*/ 12 h 41"/>
                <a:gd name="T48" fmla="*/ 12 w 93"/>
                <a:gd name="T49" fmla="*/ 5 h 41"/>
                <a:gd name="T50" fmla="*/ 22 w 93"/>
                <a:gd name="T51" fmla="*/ 1 h 41"/>
                <a:gd name="T52" fmla="*/ 35 w 93"/>
                <a:gd name="T53" fmla="*/ 0 h 41"/>
                <a:gd name="T54" fmla="*/ 48 w 93"/>
                <a:gd name="T55" fmla="*/ 1 h 41"/>
                <a:gd name="T56" fmla="*/ 61 w 93"/>
                <a:gd name="T57" fmla="*/ 3 h 41"/>
                <a:gd name="T58" fmla="*/ 74 w 93"/>
                <a:gd name="T59" fmla="*/ 4 h 41"/>
                <a:gd name="T60" fmla="*/ 85 w 93"/>
                <a:gd name="T61" fmla="*/ 5 h 41"/>
                <a:gd name="T62" fmla="*/ 93 w 93"/>
                <a:gd name="T63" fmla="*/ 3 h 41"/>
                <a:gd name="T64" fmla="*/ 93 w 93"/>
                <a:gd name="T65" fmla="*/ 3 h 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3"/>
                <a:gd name="T100" fmla="*/ 0 h 41"/>
                <a:gd name="T101" fmla="*/ 93 w 93"/>
                <a:gd name="T102" fmla="*/ 41 h 4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3" h="41">
                  <a:moveTo>
                    <a:pt x="93" y="3"/>
                  </a:moveTo>
                  <a:lnTo>
                    <a:pt x="93" y="8"/>
                  </a:lnTo>
                  <a:lnTo>
                    <a:pt x="91" y="13"/>
                  </a:lnTo>
                  <a:lnTo>
                    <a:pt x="88" y="16"/>
                  </a:lnTo>
                  <a:lnTo>
                    <a:pt x="85" y="20"/>
                  </a:lnTo>
                  <a:lnTo>
                    <a:pt x="79" y="22"/>
                  </a:lnTo>
                  <a:lnTo>
                    <a:pt x="73" y="24"/>
                  </a:lnTo>
                  <a:lnTo>
                    <a:pt x="67" y="26"/>
                  </a:lnTo>
                  <a:lnTo>
                    <a:pt x="60" y="26"/>
                  </a:lnTo>
                  <a:lnTo>
                    <a:pt x="54" y="26"/>
                  </a:lnTo>
                  <a:lnTo>
                    <a:pt x="49" y="26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9" y="27"/>
                  </a:lnTo>
                  <a:lnTo>
                    <a:pt x="8" y="29"/>
                  </a:lnTo>
                  <a:lnTo>
                    <a:pt x="8" y="33"/>
                  </a:lnTo>
                  <a:lnTo>
                    <a:pt x="7" y="35"/>
                  </a:lnTo>
                  <a:lnTo>
                    <a:pt x="5" y="37"/>
                  </a:lnTo>
                  <a:lnTo>
                    <a:pt x="2" y="39"/>
                  </a:lnTo>
                  <a:lnTo>
                    <a:pt x="0" y="41"/>
                  </a:lnTo>
                  <a:lnTo>
                    <a:pt x="0" y="24"/>
                  </a:lnTo>
                  <a:lnTo>
                    <a:pt x="4" y="12"/>
                  </a:lnTo>
                  <a:lnTo>
                    <a:pt x="12" y="5"/>
                  </a:lnTo>
                  <a:lnTo>
                    <a:pt x="22" y="1"/>
                  </a:lnTo>
                  <a:lnTo>
                    <a:pt x="35" y="0"/>
                  </a:lnTo>
                  <a:lnTo>
                    <a:pt x="48" y="1"/>
                  </a:lnTo>
                  <a:lnTo>
                    <a:pt x="61" y="3"/>
                  </a:lnTo>
                  <a:lnTo>
                    <a:pt x="74" y="4"/>
                  </a:lnTo>
                  <a:lnTo>
                    <a:pt x="85" y="5"/>
                  </a:lnTo>
                  <a:lnTo>
                    <a:pt x="93" y="3"/>
                  </a:lnTo>
                  <a:close/>
                </a:path>
              </a:pathLst>
            </a:custGeom>
            <a:solidFill>
              <a:srgbClr val="0036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6" name="Freeform 55"/>
            <p:cNvSpPr>
              <a:spLocks/>
            </p:cNvSpPr>
            <p:nvPr/>
          </p:nvSpPr>
          <p:spPr bwMode="auto">
            <a:xfrm>
              <a:off x="1503" y="2976"/>
              <a:ext cx="31" cy="89"/>
            </a:xfrm>
            <a:custGeom>
              <a:avLst/>
              <a:gdLst>
                <a:gd name="T0" fmla="*/ 22 w 61"/>
                <a:gd name="T1" fmla="*/ 16 h 177"/>
                <a:gd name="T2" fmla="*/ 24 w 61"/>
                <a:gd name="T3" fmla="*/ 30 h 177"/>
                <a:gd name="T4" fmla="*/ 24 w 61"/>
                <a:gd name="T5" fmla="*/ 44 h 177"/>
                <a:gd name="T6" fmla="*/ 23 w 61"/>
                <a:gd name="T7" fmla="*/ 58 h 177"/>
                <a:gd name="T8" fmla="*/ 22 w 61"/>
                <a:gd name="T9" fmla="*/ 72 h 177"/>
                <a:gd name="T10" fmla="*/ 20 w 61"/>
                <a:gd name="T11" fmla="*/ 87 h 177"/>
                <a:gd name="T12" fmla="*/ 17 w 61"/>
                <a:gd name="T13" fmla="*/ 101 h 177"/>
                <a:gd name="T14" fmla="*/ 15 w 61"/>
                <a:gd name="T15" fmla="*/ 116 h 177"/>
                <a:gd name="T16" fmla="*/ 14 w 61"/>
                <a:gd name="T17" fmla="*/ 131 h 177"/>
                <a:gd name="T18" fmla="*/ 14 w 61"/>
                <a:gd name="T19" fmla="*/ 146 h 177"/>
                <a:gd name="T20" fmla="*/ 16 w 61"/>
                <a:gd name="T21" fmla="*/ 161 h 177"/>
                <a:gd name="T22" fmla="*/ 61 w 61"/>
                <a:gd name="T23" fmla="*/ 170 h 177"/>
                <a:gd name="T24" fmla="*/ 16 w 61"/>
                <a:gd name="T25" fmla="*/ 177 h 177"/>
                <a:gd name="T26" fmla="*/ 15 w 61"/>
                <a:gd name="T27" fmla="*/ 156 h 177"/>
                <a:gd name="T28" fmla="*/ 15 w 61"/>
                <a:gd name="T29" fmla="*/ 138 h 177"/>
                <a:gd name="T30" fmla="*/ 15 w 61"/>
                <a:gd name="T31" fmla="*/ 119 h 177"/>
                <a:gd name="T32" fmla="*/ 16 w 61"/>
                <a:gd name="T33" fmla="*/ 101 h 177"/>
                <a:gd name="T34" fmla="*/ 16 w 61"/>
                <a:gd name="T35" fmla="*/ 82 h 177"/>
                <a:gd name="T36" fmla="*/ 16 w 61"/>
                <a:gd name="T37" fmla="*/ 66 h 177"/>
                <a:gd name="T38" fmla="*/ 15 w 61"/>
                <a:gd name="T39" fmla="*/ 49 h 177"/>
                <a:gd name="T40" fmla="*/ 13 w 61"/>
                <a:gd name="T41" fmla="*/ 33 h 177"/>
                <a:gd name="T42" fmla="*/ 7 w 61"/>
                <a:gd name="T43" fmla="*/ 16 h 177"/>
                <a:gd name="T44" fmla="*/ 0 w 61"/>
                <a:gd name="T45" fmla="*/ 1 h 177"/>
                <a:gd name="T46" fmla="*/ 4 w 61"/>
                <a:gd name="T47" fmla="*/ 0 h 177"/>
                <a:gd name="T48" fmla="*/ 6 w 61"/>
                <a:gd name="T49" fmla="*/ 1 h 177"/>
                <a:gd name="T50" fmla="*/ 8 w 61"/>
                <a:gd name="T51" fmla="*/ 1 h 177"/>
                <a:gd name="T52" fmla="*/ 11 w 61"/>
                <a:gd name="T53" fmla="*/ 4 h 177"/>
                <a:gd name="T54" fmla="*/ 13 w 61"/>
                <a:gd name="T55" fmla="*/ 6 h 177"/>
                <a:gd name="T56" fmla="*/ 15 w 61"/>
                <a:gd name="T57" fmla="*/ 8 h 177"/>
                <a:gd name="T58" fmla="*/ 16 w 61"/>
                <a:gd name="T59" fmla="*/ 11 h 177"/>
                <a:gd name="T60" fmla="*/ 19 w 61"/>
                <a:gd name="T61" fmla="*/ 13 h 177"/>
                <a:gd name="T62" fmla="*/ 21 w 61"/>
                <a:gd name="T63" fmla="*/ 15 h 177"/>
                <a:gd name="T64" fmla="*/ 23 w 61"/>
                <a:gd name="T65" fmla="*/ 18 h 177"/>
                <a:gd name="T66" fmla="*/ 23 w 61"/>
                <a:gd name="T67" fmla="*/ 18 h 177"/>
                <a:gd name="T68" fmla="*/ 22 w 61"/>
                <a:gd name="T69" fmla="*/ 16 h 1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1"/>
                <a:gd name="T106" fmla="*/ 0 h 177"/>
                <a:gd name="T107" fmla="*/ 61 w 61"/>
                <a:gd name="T108" fmla="*/ 177 h 1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1" h="177">
                  <a:moveTo>
                    <a:pt x="22" y="16"/>
                  </a:moveTo>
                  <a:lnTo>
                    <a:pt x="24" y="30"/>
                  </a:lnTo>
                  <a:lnTo>
                    <a:pt x="24" y="44"/>
                  </a:lnTo>
                  <a:lnTo>
                    <a:pt x="23" y="58"/>
                  </a:lnTo>
                  <a:lnTo>
                    <a:pt x="22" y="72"/>
                  </a:lnTo>
                  <a:lnTo>
                    <a:pt x="20" y="87"/>
                  </a:lnTo>
                  <a:lnTo>
                    <a:pt x="17" y="101"/>
                  </a:lnTo>
                  <a:lnTo>
                    <a:pt x="15" y="116"/>
                  </a:lnTo>
                  <a:lnTo>
                    <a:pt x="14" y="131"/>
                  </a:lnTo>
                  <a:lnTo>
                    <a:pt x="14" y="146"/>
                  </a:lnTo>
                  <a:lnTo>
                    <a:pt x="16" y="161"/>
                  </a:lnTo>
                  <a:lnTo>
                    <a:pt x="61" y="170"/>
                  </a:lnTo>
                  <a:lnTo>
                    <a:pt x="16" y="177"/>
                  </a:lnTo>
                  <a:lnTo>
                    <a:pt x="15" y="156"/>
                  </a:lnTo>
                  <a:lnTo>
                    <a:pt x="15" y="138"/>
                  </a:lnTo>
                  <a:lnTo>
                    <a:pt x="15" y="119"/>
                  </a:lnTo>
                  <a:lnTo>
                    <a:pt x="16" y="101"/>
                  </a:lnTo>
                  <a:lnTo>
                    <a:pt x="16" y="82"/>
                  </a:lnTo>
                  <a:lnTo>
                    <a:pt x="16" y="66"/>
                  </a:lnTo>
                  <a:lnTo>
                    <a:pt x="15" y="49"/>
                  </a:lnTo>
                  <a:lnTo>
                    <a:pt x="13" y="33"/>
                  </a:lnTo>
                  <a:lnTo>
                    <a:pt x="7" y="16"/>
                  </a:lnTo>
                  <a:lnTo>
                    <a:pt x="0" y="1"/>
                  </a:lnTo>
                  <a:lnTo>
                    <a:pt x="4" y="0"/>
                  </a:lnTo>
                  <a:lnTo>
                    <a:pt x="6" y="1"/>
                  </a:lnTo>
                  <a:lnTo>
                    <a:pt x="8" y="1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5" y="8"/>
                  </a:lnTo>
                  <a:lnTo>
                    <a:pt x="16" y="11"/>
                  </a:lnTo>
                  <a:lnTo>
                    <a:pt x="19" y="13"/>
                  </a:lnTo>
                  <a:lnTo>
                    <a:pt x="21" y="15"/>
                  </a:lnTo>
                  <a:lnTo>
                    <a:pt x="23" y="18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7" name="Freeform 56"/>
            <p:cNvSpPr>
              <a:spLocks/>
            </p:cNvSpPr>
            <p:nvPr/>
          </p:nvSpPr>
          <p:spPr bwMode="auto">
            <a:xfrm>
              <a:off x="1345" y="2988"/>
              <a:ext cx="28" cy="8"/>
            </a:xfrm>
            <a:custGeom>
              <a:avLst/>
              <a:gdLst>
                <a:gd name="T0" fmla="*/ 0 w 54"/>
                <a:gd name="T1" fmla="*/ 15 h 17"/>
                <a:gd name="T2" fmla="*/ 9 w 54"/>
                <a:gd name="T3" fmla="*/ 0 h 17"/>
                <a:gd name="T4" fmla="*/ 54 w 54"/>
                <a:gd name="T5" fmla="*/ 10 h 17"/>
                <a:gd name="T6" fmla="*/ 0 w 54"/>
                <a:gd name="T7" fmla="*/ 17 h 17"/>
                <a:gd name="T8" fmla="*/ 0 w 54"/>
                <a:gd name="T9" fmla="*/ 17 h 17"/>
                <a:gd name="T10" fmla="*/ 0 w 54"/>
                <a:gd name="T11" fmla="*/ 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17"/>
                <a:gd name="T20" fmla="*/ 54 w 54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17">
                  <a:moveTo>
                    <a:pt x="0" y="15"/>
                  </a:moveTo>
                  <a:lnTo>
                    <a:pt x="9" y="0"/>
                  </a:lnTo>
                  <a:lnTo>
                    <a:pt x="54" y="10"/>
                  </a:lnTo>
                  <a:lnTo>
                    <a:pt x="0" y="17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8" name="Freeform 57"/>
            <p:cNvSpPr>
              <a:spLocks/>
            </p:cNvSpPr>
            <p:nvPr/>
          </p:nvSpPr>
          <p:spPr bwMode="auto">
            <a:xfrm>
              <a:off x="1610" y="2992"/>
              <a:ext cx="3" cy="15"/>
            </a:xfrm>
            <a:custGeom>
              <a:avLst/>
              <a:gdLst>
                <a:gd name="T0" fmla="*/ 0 w 7"/>
                <a:gd name="T1" fmla="*/ 0 h 29"/>
                <a:gd name="T2" fmla="*/ 7 w 7"/>
                <a:gd name="T3" fmla="*/ 0 h 29"/>
                <a:gd name="T4" fmla="*/ 7 w 7"/>
                <a:gd name="T5" fmla="*/ 29 h 29"/>
                <a:gd name="T6" fmla="*/ 0 w 7"/>
                <a:gd name="T7" fmla="*/ 29 h 29"/>
                <a:gd name="T8" fmla="*/ 0 w 7"/>
                <a:gd name="T9" fmla="*/ 0 h 29"/>
                <a:gd name="T10" fmla="*/ 0 w 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29"/>
                <a:gd name="T20" fmla="*/ 7 w 7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29">
                  <a:moveTo>
                    <a:pt x="0" y="0"/>
                  </a:moveTo>
                  <a:lnTo>
                    <a:pt x="7" y="0"/>
                  </a:lnTo>
                  <a:lnTo>
                    <a:pt x="7" y="29"/>
                  </a:lnTo>
                  <a:lnTo>
                    <a:pt x="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49" name="Freeform 58"/>
            <p:cNvSpPr>
              <a:spLocks/>
            </p:cNvSpPr>
            <p:nvPr/>
          </p:nvSpPr>
          <p:spPr bwMode="auto">
            <a:xfrm>
              <a:off x="1552" y="2995"/>
              <a:ext cx="28" cy="1"/>
            </a:xfrm>
            <a:custGeom>
              <a:avLst/>
              <a:gdLst>
                <a:gd name="T0" fmla="*/ 0 w 56"/>
                <a:gd name="T1" fmla="*/ 0 h 2"/>
                <a:gd name="T2" fmla="*/ 56 w 56"/>
                <a:gd name="T3" fmla="*/ 2 h 2"/>
                <a:gd name="T4" fmla="*/ 2 w 56"/>
                <a:gd name="T5" fmla="*/ 2 h 2"/>
                <a:gd name="T6" fmla="*/ 2 w 56"/>
                <a:gd name="T7" fmla="*/ 2 h 2"/>
                <a:gd name="T8" fmla="*/ 0 w 5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2"/>
                <a:gd name="T17" fmla="*/ 56 w 56"/>
                <a:gd name="T18" fmla="*/ 2 h 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2">
                  <a:moveTo>
                    <a:pt x="0" y="0"/>
                  </a:moveTo>
                  <a:lnTo>
                    <a:pt x="56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0" name="Freeform 59"/>
            <p:cNvSpPr>
              <a:spLocks/>
            </p:cNvSpPr>
            <p:nvPr/>
          </p:nvSpPr>
          <p:spPr bwMode="auto">
            <a:xfrm>
              <a:off x="1345" y="3003"/>
              <a:ext cx="8" cy="20"/>
            </a:xfrm>
            <a:custGeom>
              <a:avLst/>
              <a:gdLst>
                <a:gd name="T0" fmla="*/ 0 w 16"/>
                <a:gd name="T1" fmla="*/ 0 h 39"/>
                <a:gd name="T2" fmla="*/ 16 w 16"/>
                <a:gd name="T3" fmla="*/ 39 h 39"/>
                <a:gd name="T4" fmla="*/ 0 w 16"/>
                <a:gd name="T5" fmla="*/ 1 h 39"/>
                <a:gd name="T6" fmla="*/ 0 w 16"/>
                <a:gd name="T7" fmla="*/ 1 h 39"/>
                <a:gd name="T8" fmla="*/ 0 w 1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39"/>
                <a:gd name="T17" fmla="*/ 16 w 16"/>
                <a:gd name="T18" fmla="*/ 39 h 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39">
                  <a:moveTo>
                    <a:pt x="0" y="0"/>
                  </a:moveTo>
                  <a:lnTo>
                    <a:pt x="16" y="39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1" name="Freeform 60"/>
            <p:cNvSpPr>
              <a:spLocks/>
            </p:cNvSpPr>
            <p:nvPr/>
          </p:nvSpPr>
          <p:spPr bwMode="auto">
            <a:xfrm>
              <a:off x="2258" y="3007"/>
              <a:ext cx="22" cy="49"/>
            </a:xfrm>
            <a:custGeom>
              <a:avLst/>
              <a:gdLst>
                <a:gd name="T0" fmla="*/ 44 w 44"/>
                <a:gd name="T1" fmla="*/ 98 h 99"/>
                <a:gd name="T2" fmla="*/ 0 w 44"/>
                <a:gd name="T3" fmla="*/ 0 h 99"/>
                <a:gd name="T4" fmla="*/ 44 w 44"/>
                <a:gd name="T5" fmla="*/ 92 h 99"/>
                <a:gd name="T6" fmla="*/ 44 w 44"/>
                <a:gd name="T7" fmla="*/ 99 h 99"/>
                <a:gd name="T8" fmla="*/ 44 w 44"/>
                <a:gd name="T9" fmla="*/ 99 h 99"/>
                <a:gd name="T10" fmla="*/ 44 w 44"/>
                <a:gd name="T11" fmla="*/ 9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99"/>
                <a:gd name="T20" fmla="*/ 44 w 44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99">
                  <a:moveTo>
                    <a:pt x="44" y="98"/>
                  </a:moveTo>
                  <a:lnTo>
                    <a:pt x="0" y="0"/>
                  </a:lnTo>
                  <a:lnTo>
                    <a:pt x="44" y="92"/>
                  </a:lnTo>
                  <a:lnTo>
                    <a:pt x="44" y="99"/>
                  </a:lnTo>
                  <a:lnTo>
                    <a:pt x="44" y="98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2" name="Freeform 61"/>
            <p:cNvSpPr>
              <a:spLocks/>
            </p:cNvSpPr>
            <p:nvPr/>
          </p:nvSpPr>
          <p:spPr bwMode="auto">
            <a:xfrm>
              <a:off x="2444" y="3007"/>
              <a:ext cx="153" cy="43"/>
            </a:xfrm>
            <a:custGeom>
              <a:avLst/>
              <a:gdLst>
                <a:gd name="T0" fmla="*/ 305 w 307"/>
                <a:gd name="T1" fmla="*/ 21 h 86"/>
                <a:gd name="T2" fmla="*/ 275 w 307"/>
                <a:gd name="T3" fmla="*/ 16 h 86"/>
                <a:gd name="T4" fmla="*/ 244 w 307"/>
                <a:gd name="T5" fmla="*/ 13 h 86"/>
                <a:gd name="T6" fmla="*/ 212 w 307"/>
                <a:gd name="T7" fmla="*/ 15 h 86"/>
                <a:gd name="T8" fmla="*/ 181 w 307"/>
                <a:gd name="T9" fmla="*/ 18 h 86"/>
                <a:gd name="T10" fmla="*/ 150 w 307"/>
                <a:gd name="T11" fmla="*/ 25 h 86"/>
                <a:gd name="T12" fmla="*/ 118 w 307"/>
                <a:gd name="T13" fmla="*/ 34 h 86"/>
                <a:gd name="T14" fmla="*/ 87 w 307"/>
                <a:gd name="T15" fmla="*/ 46 h 86"/>
                <a:gd name="T16" fmla="*/ 57 w 307"/>
                <a:gd name="T17" fmla="*/ 58 h 86"/>
                <a:gd name="T18" fmla="*/ 28 w 307"/>
                <a:gd name="T19" fmla="*/ 71 h 86"/>
                <a:gd name="T20" fmla="*/ 0 w 307"/>
                <a:gd name="T21" fmla="*/ 86 h 86"/>
                <a:gd name="T22" fmla="*/ 10 w 307"/>
                <a:gd name="T23" fmla="*/ 71 h 86"/>
                <a:gd name="T24" fmla="*/ 21 w 307"/>
                <a:gd name="T25" fmla="*/ 58 h 86"/>
                <a:gd name="T26" fmla="*/ 35 w 307"/>
                <a:gd name="T27" fmla="*/ 47 h 86"/>
                <a:gd name="T28" fmla="*/ 50 w 307"/>
                <a:gd name="T29" fmla="*/ 38 h 86"/>
                <a:gd name="T30" fmla="*/ 67 w 307"/>
                <a:gd name="T31" fmla="*/ 30 h 86"/>
                <a:gd name="T32" fmla="*/ 84 w 307"/>
                <a:gd name="T33" fmla="*/ 23 h 86"/>
                <a:gd name="T34" fmla="*/ 101 w 307"/>
                <a:gd name="T35" fmla="*/ 17 h 86"/>
                <a:gd name="T36" fmla="*/ 119 w 307"/>
                <a:gd name="T37" fmla="*/ 11 h 86"/>
                <a:gd name="T38" fmla="*/ 137 w 307"/>
                <a:gd name="T39" fmla="*/ 5 h 86"/>
                <a:gd name="T40" fmla="*/ 153 w 307"/>
                <a:gd name="T41" fmla="*/ 0 h 86"/>
                <a:gd name="T42" fmla="*/ 170 w 307"/>
                <a:gd name="T43" fmla="*/ 2 h 86"/>
                <a:gd name="T44" fmla="*/ 188 w 307"/>
                <a:gd name="T45" fmla="*/ 2 h 86"/>
                <a:gd name="T46" fmla="*/ 204 w 307"/>
                <a:gd name="T47" fmla="*/ 2 h 86"/>
                <a:gd name="T48" fmla="*/ 220 w 307"/>
                <a:gd name="T49" fmla="*/ 1 h 86"/>
                <a:gd name="T50" fmla="*/ 235 w 307"/>
                <a:gd name="T51" fmla="*/ 1 h 86"/>
                <a:gd name="T52" fmla="*/ 250 w 307"/>
                <a:gd name="T53" fmla="*/ 1 h 86"/>
                <a:gd name="T54" fmla="*/ 265 w 307"/>
                <a:gd name="T55" fmla="*/ 2 h 86"/>
                <a:gd name="T56" fmla="*/ 279 w 307"/>
                <a:gd name="T57" fmla="*/ 6 h 86"/>
                <a:gd name="T58" fmla="*/ 293 w 307"/>
                <a:gd name="T59" fmla="*/ 12 h 86"/>
                <a:gd name="T60" fmla="*/ 307 w 307"/>
                <a:gd name="T61" fmla="*/ 23 h 86"/>
                <a:gd name="T62" fmla="*/ 307 w 307"/>
                <a:gd name="T63" fmla="*/ 23 h 86"/>
                <a:gd name="T64" fmla="*/ 305 w 307"/>
                <a:gd name="T65" fmla="*/ 21 h 8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7"/>
                <a:gd name="T100" fmla="*/ 0 h 86"/>
                <a:gd name="T101" fmla="*/ 307 w 307"/>
                <a:gd name="T102" fmla="*/ 86 h 8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7" h="86">
                  <a:moveTo>
                    <a:pt x="305" y="21"/>
                  </a:moveTo>
                  <a:lnTo>
                    <a:pt x="275" y="16"/>
                  </a:lnTo>
                  <a:lnTo>
                    <a:pt x="244" y="13"/>
                  </a:lnTo>
                  <a:lnTo>
                    <a:pt x="212" y="15"/>
                  </a:lnTo>
                  <a:lnTo>
                    <a:pt x="181" y="18"/>
                  </a:lnTo>
                  <a:lnTo>
                    <a:pt x="150" y="25"/>
                  </a:lnTo>
                  <a:lnTo>
                    <a:pt x="118" y="34"/>
                  </a:lnTo>
                  <a:lnTo>
                    <a:pt x="87" y="46"/>
                  </a:lnTo>
                  <a:lnTo>
                    <a:pt x="57" y="58"/>
                  </a:lnTo>
                  <a:lnTo>
                    <a:pt x="28" y="71"/>
                  </a:lnTo>
                  <a:lnTo>
                    <a:pt x="0" y="86"/>
                  </a:lnTo>
                  <a:lnTo>
                    <a:pt x="10" y="71"/>
                  </a:lnTo>
                  <a:lnTo>
                    <a:pt x="21" y="58"/>
                  </a:lnTo>
                  <a:lnTo>
                    <a:pt x="35" y="47"/>
                  </a:lnTo>
                  <a:lnTo>
                    <a:pt x="50" y="38"/>
                  </a:lnTo>
                  <a:lnTo>
                    <a:pt x="67" y="30"/>
                  </a:lnTo>
                  <a:lnTo>
                    <a:pt x="84" y="23"/>
                  </a:lnTo>
                  <a:lnTo>
                    <a:pt x="101" y="17"/>
                  </a:lnTo>
                  <a:lnTo>
                    <a:pt x="119" y="11"/>
                  </a:lnTo>
                  <a:lnTo>
                    <a:pt x="137" y="5"/>
                  </a:lnTo>
                  <a:lnTo>
                    <a:pt x="153" y="0"/>
                  </a:lnTo>
                  <a:lnTo>
                    <a:pt x="170" y="2"/>
                  </a:lnTo>
                  <a:lnTo>
                    <a:pt x="188" y="2"/>
                  </a:lnTo>
                  <a:lnTo>
                    <a:pt x="204" y="2"/>
                  </a:lnTo>
                  <a:lnTo>
                    <a:pt x="220" y="1"/>
                  </a:lnTo>
                  <a:lnTo>
                    <a:pt x="235" y="1"/>
                  </a:lnTo>
                  <a:lnTo>
                    <a:pt x="250" y="1"/>
                  </a:lnTo>
                  <a:lnTo>
                    <a:pt x="265" y="2"/>
                  </a:lnTo>
                  <a:lnTo>
                    <a:pt x="279" y="6"/>
                  </a:lnTo>
                  <a:lnTo>
                    <a:pt x="293" y="12"/>
                  </a:lnTo>
                  <a:lnTo>
                    <a:pt x="307" y="23"/>
                  </a:lnTo>
                  <a:lnTo>
                    <a:pt x="305" y="21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3" name="Freeform 62"/>
            <p:cNvSpPr>
              <a:spLocks/>
            </p:cNvSpPr>
            <p:nvPr/>
          </p:nvSpPr>
          <p:spPr bwMode="auto">
            <a:xfrm>
              <a:off x="1525" y="3018"/>
              <a:ext cx="5" cy="16"/>
            </a:xfrm>
            <a:custGeom>
              <a:avLst/>
              <a:gdLst>
                <a:gd name="T0" fmla="*/ 0 w 10"/>
                <a:gd name="T1" fmla="*/ 0 h 33"/>
                <a:gd name="T2" fmla="*/ 10 w 10"/>
                <a:gd name="T3" fmla="*/ 2 h 33"/>
                <a:gd name="T4" fmla="*/ 10 w 10"/>
                <a:gd name="T5" fmla="*/ 33 h 33"/>
                <a:gd name="T6" fmla="*/ 1 w 10"/>
                <a:gd name="T7" fmla="*/ 33 h 33"/>
                <a:gd name="T8" fmla="*/ 1 w 10"/>
                <a:gd name="T9" fmla="*/ 2 h 33"/>
                <a:gd name="T10" fmla="*/ 1 w 10"/>
                <a:gd name="T11" fmla="*/ 2 h 33"/>
                <a:gd name="T12" fmla="*/ 0 w 10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33"/>
                <a:gd name="T23" fmla="*/ 10 w 10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33">
                  <a:moveTo>
                    <a:pt x="0" y="0"/>
                  </a:moveTo>
                  <a:lnTo>
                    <a:pt x="10" y="2"/>
                  </a:lnTo>
                  <a:lnTo>
                    <a:pt x="10" y="33"/>
                  </a:lnTo>
                  <a:lnTo>
                    <a:pt x="1" y="33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4" name="Freeform 63"/>
            <p:cNvSpPr>
              <a:spLocks/>
            </p:cNvSpPr>
            <p:nvPr/>
          </p:nvSpPr>
          <p:spPr bwMode="auto">
            <a:xfrm>
              <a:off x="1546" y="3026"/>
              <a:ext cx="18" cy="35"/>
            </a:xfrm>
            <a:custGeom>
              <a:avLst/>
              <a:gdLst>
                <a:gd name="T0" fmla="*/ 34 w 36"/>
                <a:gd name="T1" fmla="*/ 54 h 70"/>
                <a:gd name="T2" fmla="*/ 6 w 36"/>
                <a:gd name="T3" fmla="*/ 70 h 70"/>
                <a:gd name="T4" fmla="*/ 1 w 36"/>
                <a:gd name="T5" fmla="*/ 69 h 70"/>
                <a:gd name="T6" fmla="*/ 0 w 36"/>
                <a:gd name="T7" fmla="*/ 66 h 70"/>
                <a:gd name="T8" fmla="*/ 3 w 36"/>
                <a:gd name="T9" fmla="*/ 60 h 70"/>
                <a:gd name="T10" fmla="*/ 8 w 36"/>
                <a:gd name="T11" fmla="*/ 52 h 70"/>
                <a:gd name="T12" fmla="*/ 13 w 36"/>
                <a:gd name="T13" fmla="*/ 44 h 70"/>
                <a:gd name="T14" fmla="*/ 18 w 36"/>
                <a:gd name="T15" fmla="*/ 34 h 70"/>
                <a:gd name="T16" fmla="*/ 21 w 36"/>
                <a:gd name="T17" fmla="*/ 25 h 70"/>
                <a:gd name="T18" fmla="*/ 21 w 36"/>
                <a:gd name="T19" fmla="*/ 16 h 70"/>
                <a:gd name="T20" fmla="*/ 16 w 36"/>
                <a:gd name="T21" fmla="*/ 8 h 70"/>
                <a:gd name="T22" fmla="*/ 6 w 36"/>
                <a:gd name="T23" fmla="*/ 0 h 70"/>
                <a:gd name="T24" fmla="*/ 11 w 36"/>
                <a:gd name="T25" fmla="*/ 2 h 70"/>
                <a:gd name="T26" fmla="*/ 17 w 36"/>
                <a:gd name="T27" fmla="*/ 5 h 70"/>
                <a:gd name="T28" fmla="*/ 22 w 36"/>
                <a:gd name="T29" fmla="*/ 10 h 70"/>
                <a:gd name="T30" fmla="*/ 26 w 36"/>
                <a:gd name="T31" fmla="*/ 15 h 70"/>
                <a:gd name="T32" fmla="*/ 30 w 36"/>
                <a:gd name="T33" fmla="*/ 20 h 70"/>
                <a:gd name="T34" fmla="*/ 32 w 36"/>
                <a:gd name="T35" fmla="*/ 26 h 70"/>
                <a:gd name="T36" fmla="*/ 34 w 36"/>
                <a:gd name="T37" fmla="*/ 32 h 70"/>
                <a:gd name="T38" fmla="*/ 36 w 36"/>
                <a:gd name="T39" fmla="*/ 39 h 70"/>
                <a:gd name="T40" fmla="*/ 36 w 36"/>
                <a:gd name="T41" fmla="*/ 47 h 70"/>
                <a:gd name="T42" fmla="*/ 34 w 36"/>
                <a:gd name="T43" fmla="*/ 54 h 70"/>
                <a:gd name="T44" fmla="*/ 34 w 36"/>
                <a:gd name="T45" fmla="*/ 54 h 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6"/>
                <a:gd name="T70" fmla="*/ 0 h 70"/>
                <a:gd name="T71" fmla="*/ 36 w 36"/>
                <a:gd name="T72" fmla="*/ 70 h 7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6" h="70">
                  <a:moveTo>
                    <a:pt x="34" y="54"/>
                  </a:moveTo>
                  <a:lnTo>
                    <a:pt x="6" y="70"/>
                  </a:lnTo>
                  <a:lnTo>
                    <a:pt x="1" y="69"/>
                  </a:lnTo>
                  <a:lnTo>
                    <a:pt x="0" y="66"/>
                  </a:lnTo>
                  <a:lnTo>
                    <a:pt x="3" y="60"/>
                  </a:lnTo>
                  <a:lnTo>
                    <a:pt x="8" y="52"/>
                  </a:lnTo>
                  <a:lnTo>
                    <a:pt x="13" y="44"/>
                  </a:lnTo>
                  <a:lnTo>
                    <a:pt x="18" y="34"/>
                  </a:lnTo>
                  <a:lnTo>
                    <a:pt x="21" y="25"/>
                  </a:lnTo>
                  <a:lnTo>
                    <a:pt x="21" y="16"/>
                  </a:lnTo>
                  <a:lnTo>
                    <a:pt x="16" y="8"/>
                  </a:lnTo>
                  <a:lnTo>
                    <a:pt x="6" y="0"/>
                  </a:lnTo>
                  <a:lnTo>
                    <a:pt x="11" y="2"/>
                  </a:lnTo>
                  <a:lnTo>
                    <a:pt x="17" y="5"/>
                  </a:lnTo>
                  <a:lnTo>
                    <a:pt x="22" y="10"/>
                  </a:lnTo>
                  <a:lnTo>
                    <a:pt x="26" y="15"/>
                  </a:lnTo>
                  <a:lnTo>
                    <a:pt x="30" y="20"/>
                  </a:lnTo>
                  <a:lnTo>
                    <a:pt x="32" y="26"/>
                  </a:lnTo>
                  <a:lnTo>
                    <a:pt x="34" y="32"/>
                  </a:lnTo>
                  <a:lnTo>
                    <a:pt x="36" y="39"/>
                  </a:lnTo>
                  <a:lnTo>
                    <a:pt x="36" y="47"/>
                  </a:lnTo>
                  <a:lnTo>
                    <a:pt x="34" y="54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5" name="Freeform 64"/>
            <p:cNvSpPr>
              <a:spLocks/>
            </p:cNvSpPr>
            <p:nvPr/>
          </p:nvSpPr>
          <p:spPr bwMode="auto">
            <a:xfrm>
              <a:off x="2047" y="3034"/>
              <a:ext cx="45" cy="38"/>
            </a:xfrm>
            <a:custGeom>
              <a:avLst/>
              <a:gdLst>
                <a:gd name="T0" fmla="*/ 89 w 91"/>
                <a:gd name="T1" fmla="*/ 76 h 76"/>
                <a:gd name="T2" fmla="*/ 0 w 91"/>
                <a:gd name="T3" fmla="*/ 0 h 76"/>
                <a:gd name="T4" fmla="*/ 78 w 91"/>
                <a:gd name="T5" fmla="*/ 61 h 76"/>
                <a:gd name="T6" fmla="*/ 91 w 91"/>
                <a:gd name="T7" fmla="*/ 76 h 76"/>
                <a:gd name="T8" fmla="*/ 91 w 91"/>
                <a:gd name="T9" fmla="*/ 76 h 76"/>
                <a:gd name="T10" fmla="*/ 89 w 91"/>
                <a:gd name="T11" fmla="*/ 76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1"/>
                <a:gd name="T19" fmla="*/ 0 h 76"/>
                <a:gd name="T20" fmla="*/ 91 w 91"/>
                <a:gd name="T21" fmla="*/ 76 h 7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1" h="76">
                  <a:moveTo>
                    <a:pt x="89" y="76"/>
                  </a:moveTo>
                  <a:lnTo>
                    <a:pt x="0" y="0"/>
                  </a:lnTo>
                  <a:lnTo>
                    <a:pt x="78" y="61"/>
                  </a:lnTo>
                  <a:lnTo>
                    <a:pt x="91" y="76"/>
                  </a:lnTo>
                  <a:lnTo>
                    <a:pt x="89" y="76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6" name="Freeform 65"/>
            <p:cNvSpPr>
              <a:spLocks/>
            </p:cNvSpPr>
            <p:nvPr/>
          </p:nvSpPr>
          <p:spPr bwMode="auto">
            <a:xfrm>
              <a:off x="2378" y="3045"/>
              <a:ext cx="47" cy="54"/>
            </a:xfrm>
            <a:custGeom>
              <a:avLst/>
              <a:gdLst>
                <a:gd name="T0" fmla="*/ 54 w 92"/>
                <a:gd name="T1" fmla="*/ 108 h 108"/>
                <a:gd name="T2" fmla="*/ 48 w 92"/>
                <a:gd name="T3" fmla="*/ 105 h 108"/>
                <a:gd name="T4" fmla="*/ 44 w 92"/>
                <a:gd name="T5" fmla="*/ 101 h 108"/>
                <a:gd name="T6" fmla="*/ 38 w 92"/>
                <a:gd name="T7" fmla="*/ 97 h 108"/>
                <a:gd name="T8" fmla="*/ 32 w 92"/>
                <a:gd name="T9" fmla="*/ 92 h 108"/>
                <a:gd name="T10" fmla="*/ 27 w 92"/>
                <a:gd name="T11" fmla="*/ 88 h 108"/>
                <a:gd name="T12" fmla="*/ 22 w 92"/>
                <a:gd name="T13" fmla="*/ 82 h 108"/>
                <a:gd name="T14" fmla="*/ 17 w 92"/>
                <a:gd name="T15" fmla="*/ 76 h 108"/>
                <a:gd name="T16" fmla="*/ 11 w 92"/>
                <a:gd name="T17" fmla="*/ 71 h 108"/>
                <a:gd name="T18" fmla="*/ 5 w 92"/>
                <a:gd name="T19" fmla="*/ 66 h 108"/>
                <a:gd name="T20" fmla="*/ 0 w 92"/>
                <a:gd name="T21" fmla="*/ 61 h 108"/>
                <a:gd name="T22" fmla="*/ 7 w 92"/>
                <a:gd name="T23" fmla="*/ 52 h 108"/>
                <a:gd name="T24" fmla="*/ 15 w 92"/>
                <a:gd name="T25" fmla="*/ 45 h 108"/>
                <a:gd name="T26" fmla="*/ 23 w 92"/>
                <a:gd name="T27" fmla="*/ 38 h 108"/>
                <a:gd name="T28" fmla="*/ 33 w 92"/>
                <a:gd name="T29" fmla="*/ 32 h 108"/>
                <a:gd name="T30" fmla="*/ 42 w 92"/>
                <a:gd name="T31" fmla="*/ 28 h 108"/>
                <a:gd name="T32" fmla="*/ 53 w 92"/>
                <a:gd name="T33" fmla="*/ 22 h 108"/>
                <a:gd name="T34" fmla="*/ 63 w 92"/>
                <a:gd name="T35" fmla="*/ 17 h 108"/>
                <a:gd name="T36" fmla="*/ 74 w 92"/>
                <a:gd name="T37" fmla="*/ 13 h 108"/>
                <a:gd name="T38" fmla="*/ 84 w 92"/>
                <a:gd name="T39" fmla="*/ 7 h 108"/>
                <a:gd name="T40" fmla="*/ 92 w 92"/>
                <a:gd name="T41" fmla="*/ 0 h 108"/>
                <a:gd name="T42" fmla="*/ 54 w 92"/>
                <a:gd name="T43" fmla="*/ 108 h 108"/>
                <a:gd name="T44" fmla="*/ 54 w 92"/>
                <a:gd name="T45" fmla="*/ 108 h 10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2"/>
                <a:gd name="T70" fmla="*/ 0 h 108"/>
                <a:gd name="T71" fmla="*/ 92 w 92"/>
                <a:gd name="T72" fmla="*/ 108 h 10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2" h="108">
                  <a:moveTo>
                    <a:pt x="54" y="108"/>
                  </a:moveTo>
                  <a:lnTo>
                    <a:pt x="48" y="105"/>
                  </a:lnTo>
                  <a:lnTo>
                    <a:pt x="44" y="101"/>
                  </a:lnTo>
                  <a:lnTo>
                    <a:pt x="38" y="97"/>
                  </a:lnTo>
                  <a:lnTo>
                    <a:pt x="32" y="92"/>
                  </a:lnTo>
                  <a:lnTo>
                    <a:pt x="27" y="88"/>
                  </a:lnTo>
                  <a:lnTo>
                    <a:pt x="22" y="82"/>
                  </a:lnTo>
                  <a:lnTo>
                    <a:pt x="17" y="76"/>
                  </a:lnTo>
                  <a:lnTo>
                    <a:pt x="11" y="71"/>
                  </a:lnTo>
                  <a:lnTo>
                    <a:pt x="5" y="66"/>
                  </a:lnTo>
                  <a:lnTo>
                    <a:pt x="0" y="61"/>
                  </a:lnTo>
                  <a:lnTo>
                    <a:pt x="7" y="52"/>
                  </a:lnTo>
                  <a:lnTo>
                    <a:pt x="15" y="45"/>
                  </a:lnTo>
                  <a:lnTo>
                    <a:pt x="23" y="38"/>
                  </a:lnTo>
                  <a:lnTo>
                    <a:pt x="33" y="32"/>
                  </a:lnTo>
                  <a:lnTo>
                    <a:pt x="42" y="28"/>
                  </a:lnTo>
                  <a:lnTo>
                    <a:pt x="53" y="22"/>
                  </a:lnTo>
                  <a:lnTo>
                    <a:pt x="63" y="17"/>
                  </a:lnTo>
                  <a:lnTo>
                    <a:pt x="74" y="13"/>
                  </a:lnTo>
                  <a:lnTo>
                    <a:pt x="84" y="7"/>
                  </a:lnTo>
                  <a:lnTo>
                    <a:pt x="92" y="0"/>
                  </a:lnTo>
                  <a:lnTo>
                    <a:pt x="54" y="108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7" name="Freeform 66"/>
            <p:cNvSpPr>
              <a:spLocks/>
            </p:cNvSpPr>
            <p:nvPr/>
          </p:nvSpPr>
          <p:spPr bwMode="auto">
            <a:xfrm>
              <a:off x="1465" y="3053"/>
              <a:ext cx="118" cy="58"/>
            </a:xfrm>
            <a:custGeom>
              <a:avLst/>
              <a:gdLst>
                <a:gd name="T0" fmla="*/ 236 w 236"/>
                <a:gd name="T1" fmla="*/ 54 h 116"/>
                <a:gd name="T2" fmla="*/ 223 w 236"/>
                <a:gd name="T3" fmla="*/ 49 h 116"/>
                <a:gd name="T4" fmla="*/ 213 w 236"/>
                <a:gd name="T5" fmla="*/ 54 h 116"/>
                <a:gd name="T6" fmla="*/ 201 w 236"/>
                <a:gd name="T7" fmla="*/ 65 h 116"/>
                <a:gd name="T8" fmla="*/ 189 w 236"/>
                <a:gd name="T9" fmla="*/ 75 h 116"/>
                <a:gd name="T10" fmla="*/ 176 w 236"/>
                <a:gd name="T11" fmla="*/ 76 h 116"/>
                <a:gd name="T12" fmla="*/ 179 w 236"/>
                <a:gd name="T13" fmla="*/ 80 h 116"/>
                <a:gd name="T14" fmla="*/ 181 w 236"/>
                <a:gd name="T15" fmla="*/ 84 h 116"/>
                <a:gd name="T16" fmla="*/ 182 w 236"/>
                <a:gd name="T17" fmla="*/ 89 h 116"/>
                <a:gd name="T18" fmla="*/ 181 w 236"/>
                <a:gd name="T19" fmla="*/ 95 h 116"/>
                <a:gd name="T20" fmla="*/ 181 w 236"/>
                <a:gd name="T21" fmla="*/ 99 h 116"/>
                <a:gd name="T22" fmla="*/ 173 w 236"/>
                <a:gd name="T23" fmla="*/ 111 h 116"/>
                <a:gd name="T24" fmla="*/ 163 w 236"/>
                <a:gd name="T25" fmla="*/ 116 h 116"/>
                <a:gd name="T26" fmla="*/ 149 w 236"/>
                <a:gd name="T27" fmla="*/ 116 h 116"/>
                <a:gd name="T28" fmla="*/ 135 w 236"/>
                <a:gd name="T29" fmla="*/ 113 h 116"/>
                <a:gd name="T30" fmla="*/ 121 w 236"/>
                <a:gd name="T31" fmla="*/ 116 h 116"/>
                <a:gd name="T32" fmla="*/ 113 w 236"/>
                <a:gd name="T33" fmla="*/ 90 h 116"/>
                <a:gd name="T34" fmla="*/ 130 w 236"/>
                <a:gd name="T35" fmla="*/ 85 h 116"/>
                <a:gd name="T36" fmla="*/ 148 w 236"/>
                <a:gd name="T37" fmla="*/ 82 h 116"/>
                <a:gd name="T38" fmla="*/ 164 w 236"/>
                <a:gd name="T39" fmla="*/ 76 h 116"/>
                <a:gd name="T40" fmla="*/ 177 w 236"/>
                <a:gd name="T41" fmla="*/ 67 h 116"/>
                <a:gd name="T42" fmla="*/ 172 w 236"/>
                <a:gd name="T43" fmla="*/ 61 h 116"/>
                <a:gd name="T44" fmla="*/ 151 w 236"/>
                <a:gd name="T45" fmla="*/ 61 h 116"/>
                <a:gd name="T46" fmla="*/ 128 w 236"/>
                <a:gd name="T47" fmla="*/ 65 h 116"/>
                <a:gd name="T48" fmla="*/ 107 w 236"/>
                <a:gd name="T49" fmla="*/ 72 h 116"/>
                <a:gd name="T50" fmla="*/ 89 w 236"/>
                <a:gd name="T51" fmla="*/ 84 h 116"/>
                <a:gd name="T52" fmla="*/ 99 w 236"/>
                <a:gd name="T53" fmla="*/ 109 h 116"/>
                <a:gd name="T54" fmla="*/ 78 w 236"/>
                <a:gd name="T55" fmla="*/ 98 h 116"/>
                <a:gd name="T56" fmla="*/ 55 w 236"/>
                <a:gd name="T57" fmla="*/ 88 h 116"/>
                <a:gd name="T58" fmla="*/ 33 w 236"/>
                <a:gd name="T59" fmla="*/ 80 h 116"/>
                <a:gd name="T60" fmla="*/ 15 w 236"/>
                <a:gd name="T61" fmla="*/ 73 h 116"/>
                <a:gd name="T62" fmla="*/ 0 w 236"/>
                <a:gd name="T63" fmla="*/ 70 h 116"/>
                <a:gd name="T64" fmla="*/ 38 w 236"/>
                <a:gd name="T65" fmla="*/ 61 h 116"/>
                <a:gd name="T66" fmla="*/ 77 w 236"/>
                <a:gd name="T67" fmla="*/ 67 h 116"/>
                <a:gd name="T68" fmla="*/ 115 w 236"/>
                <a:gd name="T69" fmla="*/ 64 h 116"/>
                <a:gd name="T70" fmla="*/ 154 w 236"/>
                <a:gd name="T71" fmla="*/ 53 h 116"/>
                <a:gd name="T72" fmla="*/ 192 w 236"/>
                <a:gd name="T73" fmla="*/ 40 h 116"/>
                <a:gd name="T74" fmla="*/ 230 w 236"/>
                <a:gd name="T75" fmla="*/ 32 h 116"/>
                <a:gd name="T76" fmla="*/ 217 w 236"/>
                <a:gd name="T77" fmla="*/ 1 h 116"/>
                <a:gd name="T78" fmla="*/ 224 w 236"/>
                <a:gd name="T79" fmla="*/ 3 h 116"/>
                <a:gd name="T80" fmla="*/ 230 w 236"/>
                <a:gd name="T81" fmla="*/ 8 h 116"/>
                <a:gd name="T82" fmla="*/ 233 w 236"/>
                <a:gd name="T83" fmla="*/ 14 h 116"/>
                <a:gd name="T84" fmla="*/ 236 w 236"/>
                <a:gd name="T85" fmla="*/ 20 h 116"/>
                <a:gd name="T86" fmla="*/ 236 w 236"/>
                <a:gd name="T87" fmla="*/ 23 h 1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36"/>
                <a:gd name="T133" fmla="*/ 0 h 116"/>
                <a:gd name="T134" fmla="*/ 236 w 236"/>
                <a:gd name="T135" fmla="*/ 116 h 1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36" h="116">
                  <a:moveTo>
                    <a:pt x="236" y="22"/>
                  </a:moveTo>
                  <a:lnTo>
                    <a:pt x="236" y="54"/>
                  </a:lnTo>
                  <a:lnTo>
                    <a:pt x="230" y="50"/>
                  </a:lnTo>
                  <a:lnTo>
                    <a:pt x="223" y="49"/>
                  </a:lnTo>
                  <a:lnTo>
                    <a:pt x="218" y="51"/>
                  </a:lnTo>
                  <a:lnTo>
                    <a:pt x="213" y="54"/>
                  </a:lnTo>
                  <a:lnTo>
                    <a:pt x="207" y="60"/>
                  </a:lnTo>
                  <a:lnTo>
                    <a:pt x="201" y="65"/>
                  </a:lnTo>
                  <a:lnTo>
                    <a:pt x="195" y="70"/>
                  </a:lnTo>
                  <a:lnTo>
                    <a:pt x="189" y="75"/>
                  </a:lnTo>
                  <a:lnTo>
                    <a:pt x="182" y="77"/>
                  </a:lnTo>
                  <a:lnTo>
                    <a:pt x="176" y="76"/>
                  </a:lnTo>
                  <a:lnTo>
                    <a:pt x="178" y="79"/>
                  </a:lnTo>
                  <a:lnTo>
                    <a:pt x="179" y="80"/>
                  </a:lnTo>
                  <a:lnTo>
                    <a:pt x="181" y="82"/>
                  </a:lnTo>
                  <a:lnTo>
                    <a:pt x="181" y="84"/>
                  </a:lnTo>
                  <a:lnTo>
                    <a:pt x="182" y="87"/>
                  </a:lnTo>
                  <a:lnTo>
                    <a:pt x="182" y="89"/>
                  </a:lnTo>
                  <a:lnTo>
                    <a:pt x="182" y="92"/>
                  </a:lnTo>
                  <a:lnTo>
                    <a:pt x="181" y="95"/>
                  </a:lnTo>
                  <a:lnTo>
                    <a:pt x="181" y="97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3" y="111"/>
                  </a:lnTo>
                  <a:lnTo>
                    <a:pt x="169" y="114"/>
                  </a:lnTo>
                  <a:lnTo>
                    <a:pt x="163" y="116"/>
                  </a:lnTo>
                  <a:lnTo>
                    <a:pt x="156" y="116"/>
                  </a:lnTo>
                  <a:lnTo>
                    <a:pt x="149" y="116"/>
                  </a:lnTo>
                  <a:lnTo>
                    <a:pt x="142" y="114"/>
                  </a:lnTo>
                  <a:lnTo>
                    <a:pt x="135" y="113"/>
                  </a:lnTo>
                  <a:lnTo>
                    <a:pt x="128" y="114"/>
                  </a:lnTo>
                  <a:lnTo>
                    <a:pt x="121" y="116"/>
                  </a:lnTo>
                  <a:lnTo>
                    <a:pt x="105" y="92"/>
                  </a:lnTo>
                  <a:lnTo>
                    <a:pt x="113" y="90"/>
                  </a:lnTo>
                  <a:lnTo>
                    <a:pt x="121" y="88"/>
                  </a:lnTo>
                  <a:lnTo>
                    <a:pt x="130" y="85"/>
                  </a:lnTo>
                  <a:lnTo>
                    <a:pt x="140" y="84"/>
                  </a:lnTo>
                  <a:lnTo>
                    <a:pt x="148" y="82"/>
                  </a:lnTo>
                  <a:lnTo>
                    <a:pt x="157" y="79"/>
                  </a:lnTo>
                  <a:lnTo>
                    <a:pt x="164" y="76"/>
                  </a:lnTo>
                  <a:lnTo>
                    <a:pt x="171" y="72"/>
                  </a:lnTo>
                  <a:lnTo>
                    <a:pt x="177" y="67"/>
                  </a:lnTo>
                  <a:lnTo>
                    <a:pt x="181" y="61"/>
                  </a:lnTo>
                  <a:lnTo>
                    <a:pt x="172" y="61"/>
                  </a:lnTo>
                  <a:lnTo>
                    <a:pt x="162" y="61"/>
                  </a:lnTo>
                  <a:lnTo>
                    <a:pt x="151" y="61"/>
                  </a:lnTo>
                  <a:lnTo>
                    <a:pt x="140" y="62"/>
                  </a:lnTo>
                  <a:lnTo>
                    <a:pt x="128" y="65"/>
                  </a:lnTo>
                  <a:lnTo>
                    <a:pt x="118" y="68"/>
                  </a:lnTo>
                  <a:lnTo>
                    <a:pt x="107" y="72"/>
                  </a:lnTo>
                  <a:lnTo>
                    <a:pt x="98" y="77"/>
                  </a:lnTo>
                  <a:lnTo>
                    <a:pt x="89" y="84"/>
                  </a:lnTo>
                  <a:lnTo>
                    <a:pt x="83" y="92"/>
                  </a:lnTo>
                  <a:lnTo>
                    <a:pt x="99" y="109"/>
                  </a:lnTo>
                  <a:lnTo>
                    <a:pt x="89" y="104"/>
                  </a:lnTo>
                  <a:lnTo>
                    <a:pt x="78" y="98"/>
                  </a:lnTo>
                  <a:lnTo>
                    <a:pt x="67" y="94"/>
                  </a:lnTo>
                  <a:lnTo>
                    <a:pt x="55" y="88"/>
                  </a:lnTo>
                  <a:lnTo>
                    <a:pt x="45" y="83"/>
                  </a:lnTo>
                  <a:lnTo>
                    <a:pt x="33" y="80"/>
                  </a:lnTo>
                  <a:lnTo>
                    <a:pt x="24" y="76"/>
                  </a:lnTo>
                  <a:lnTo>
                    <a:pt x="15" y="73"/>
                  </a:lnTo>
                  <a:lnTo>
                    <a:pt x="7" y="72"/>
                  </a:lnTo>
                  <a:lnTo>
                    <a:pt x="0" y="70"/>
                  </a:lnTo>
                  <a:lnTo>
                    <a:pt x="60" y="7"/>
                  </a:lnTo>
                  <a:lnTo>
                    <a:pt x="38" y="61"/>
                  </a:lnTo>
                  <a:lnTo>
                    <a:pt x="58" y="66"/>
                  </a:lnTo>
                  <a:lnTo>
                    <a:pt x="77" y="67"/>
                  </a:lnTo>
                  <a:lnTo>
                    <a:pt x="97" y="66"/>
                  </a:lnTo>
                  <a:lnTo>
                    <a:pt x="115" y="64"/>
                  </a:lnTo>
                  <a:lnTo>
                    <a:pt x="135" y="59"/>
                  </a:lnTo>
                  <a:lnTo>
                    <a:pt x="154" y="53"/>
                  </a:lnTo>
                  <a:lnTo>
                    <a:pt x="173" y="47"/>
                  </a:lnTo>
                  <a:lnTo>
                    <a:pt x="192" y="40"/>
                  </a:lnTo>
                  <a:lnTo>
                    <a:pt x="210" y="36"/>
                  </a:lnTo>
                  <a:lnTo>
                    <a:pt x="230" y="32"/>
                  </a:lnTo>
                  <a:lnTo>
                    <a:pt x="214" y="0"/>
                  </a:lnTo>
                  <a:lnTo>
                    <a:pt x="217" y="1"/>
                  </a:lnTo>
                  <a:lnTo>
                    <a:pt x="221" y="1"/>
                  </a:lnTo>
                  <a:lnTo>
                    <a:pt x="224" y="3"/>
                  </a:lnTo>
                  <a:lnTo>
                    <a:pt x="226" y="6"/>
                  </a:lnTo>
                  <a:lnTo>
                    <a:pt x="230" y="8"/>
                  </a:lnTo>
                  <a:lnTo>
                    <a:pt x="232" y="10"/>
                  </a:lnTo>
                  <a:lnTo>
                    <a:pt x="233" y="14"/>
                  </a:lnTo>
                  <a:lnTo>
                    <a:pt x="234" y="16"/>
                  </a:lnTo>
                  <a:lnTo>
                    <a:pt x="236" y="20"/>
                  </a:lnTo>
                  <a:lnTo>
                    <a:pt x="236" y="23"/>
                  </a:lnTo>
                  <a:lnTo>
                    <a:pt x="236" y="22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8" name="Freeform 67"/>
            <p:cNvSpPr>
              <a:spLocks/>
            </p:cNvSpPr>
            <p:nvPr/>
          </p:nvSpPr>
          <p:spPr bwMode="auto">
            <a:xfrm>
              <a:off x="1407" y="3080"/>
              <a:ext cx="12" cy="27"/>
            </a:xfrm>
            <a:custGeom>
              <a:avLst/>
              <a:gdLst>
                <a:gd name="T0" fmla="*/ 0 w 23"/>
                <a:gd name="T1" fmla="*/ 0 h 55"/>
                <a:gd name="T2" fmla="*/ 23 w 23"/>
                <a:gd name="T3" fmla="*/ 55 h 55"/>
                <a:gd name="T4" fmla="*/ 2 w 23"/>
                <a:gd name="T5" fmla="*/ 0 h 55"/>
                <a:gd name="T6" fmla="*/ 2 w 23"/>
                <a:gd name="T7" fmla="*/ 0 h 55"/>
                <a:gd name="T8" fmla="*/ 0 w 23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55"/>
                <a:gd name="T17" fmla="*/ 23 w 23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55">
                  <a:moveTo>
                    <a:pt x="0" y="0"/>
                  </a:moveTo>
                  <a:lnTo>
                    <a:pt x="23" y="55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59" name="Freeform 68"/>
            <p:cNvSpPr>
              <a:spLocks/>
            </p:cNvSpPr>
            <p:nvPr/>
          </p:nvSpPr>
          <p:spPr bwMode="auto">
            <a:xfrm>
              <a:off x="1419" y="3088"/>
              <a:ext cx="22" cy="34"/>
            </a:xfrm>
            <a:custGeom>
              <a:avLst/>
              <a:gdLst>
                <a:gd name="T0" fmla="*/ 0 w 46"/>
                <a:gd name="T1" fmla="*/ 0 h 67"/>
                <a:gd name="T2" fmla="*/ 46 w 46"/>
                <a:gd name="T3" fmla="*/ 67 h 67"/>
                <a:gd name="T4" fmla="*/ 0 w 46"/>
                <a:gd name="T5" fmla="*/ 0 h 67"/>
                <a:gd name="T6" fmla="*/ 0 w 46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67"/>
                <a:gd name="T14" fmla="*/ 46 w 46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67">
                  <a:moveTo>
                    <a:pt x="0" y="0"/>
                  </a:moveTo>
                  <a:lnTo>
                    <a:pt x="46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0" name="Freeform 69"/>
            <p:cNvSpPr>
              <a:spLocks/>
            </p:cNvSpPr>
            <p:nvPr/>
          </p:nvSpPr>
          <p:spPr bwMode="auto">
            <a:xfrm>
              <a:off x="1530" y="3099"/>
              <a:ext cx="15" cy="4"/>
            </a:xfrm>
            <a:custGeom>
              <a:avLst/>
              <a:gdLst>
                <a:gd name="T0" fmla="*/ 0 w 29"/>
                <a:gd name="T1" fmla="*/ 6 h 7"/>
                <a:gd name="T2" fmla="*/ 29 w 29"/>
                <a:gd name="T3" fmla="*/ 0 h 7"/>
                <a:gd name="T4" fmla="*/ 22 w 29"/>
                <a:gd name="T5" fmla="*/ 7 h 7"/>
                <a:gd name="T6" fmla="*/ 0 w 29"/>
                <a:gd name="T7" fmla="*/ 7 h 7"/>
                <a:gd name="T8" fmla="*/ 0 w 29"/>
                <a:gd name="T9" fmla="*/ 7 h 7"/>
                <a:gd name="T10" fmla="*/ 0 w 29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7"/>
                <a:gd name="T20" fmla="*/ 29 w 29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7">
                  <a:moveTo>
                    <a:pt x="0" y="6"/>
                  </a:moveTo>
                  <a:lnTo>
                    <a:pt x="29" y="0"/>
                  </a:lnTo>
                  <a:lnTo>
                    <a:pt x="22" y="7"/>
                  </a:lnTo>
                  <a:lnTo>
                    <a:pt x="0" y="7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1" name="Freeform 70"/>
            <p:cNvSpPr>
              <a:spLocks/>
            </p:cNvSpPr>
            <p:nvPr/>
          </p:nvSpPr>
          <p:spPr bwMode="auto">
            <a:xfrm>
              <a:off x="1515" y="3099"/>
              <a:ext cx="53" cy="39"/>
            </a:xfrm>
            <a:custGeom>
              <a:avLst/>
              <a:gdLst>
                <a:gd name="T0" fmla="*/ 44 w 108"/>
                <a:gd name="T1" fmla="*/ 67 h 78"/>
                <a:gd name="T2" fmla="*/ 42 w 108"/>
                <a:gd name="T3" fmla="*/ 70 h 78"/>
                <a:gd name="T4" fmla="*/ 38 w 108"/>
                <a:gd name="T5" fmla="*/ 71 h 78"/>
                <a:gd name="T6" fmla="*/ 34 w 108"/>
                <a:gd name="T7" fmla="*/ 71 h 78"/>
                <a:gd name="T8" fmla="*/ 29 w 108"/>
                <a:gd name="T9" fmla="*/ 70 h 78"/>
                <a:gd name="T10" fmla="*/ 25 w 108"/>
                <a:gd name="T11" fmla="*/ 69 h 78"/>
                <a:gd name="T12" fmla="*/ 19 w 108"/>
                <a:gd name="T13" fmla="*/ 69 h 78"/>
                <a:gd name="T14" fmla="*/ 14 w 108"/>
                <a:gd name="T15" fmla="*/ 69 h 78"/>
                <a:gd name="T16" fmla="*/ 8 w 108"/>
                <a:gd name="T17" fmla="*/ 70 h 78"/>
                <a:gd name="T18" fmla="*/ 4 w 108"/>
                <a:gd name="T19" fmla="*/ 72 h 78"/>
                <a:gd name="T20" fmla="*/ 0 w 108"/>
                <a:gd name="T21" fmla="*/ 78 h 78"/>
                <a:gd name="T22" fmla="*/ 0 w 108"/>
                <a:gd name="T23" fmla="*/ 45 h 78"/>
                <a:gd name="T24" fmla="*/ 8 w 108"/>
                <a:gd name="T25" fmla="*/ 41 h 78"/>
                <a:gd name="T26" fmla="*/ 14 w 108"/>
                <a:gd name="T27" fmla="*/ 41 h 78"/>
                <a:gd name="T28" fmla="*/ 19 w 108"/>
                <a:gd name="T29" fmla="*/ 44 h 78"/>
                <a:gd name="T30" fmla="*/ 22 w 108"/>
                <a:gd name="T31" fmla="*/ 49 h 78"/>
                <a:gd name="T32" fmla="*/ 26 w 108"/>
                <a:gd name="T33" fmla="*/ 54 h 78"/>
                <a:gd name="T34" fmla="*/ 28 w 108"/>
                <a:gd name="T35" fmla="*/ 58 h 78"/>
                <a:gd name="T36" fmla="*/ 30 w 108"/>
                <a:gd name="T37" fmla="*/ 60 h 78"/>
                <a:gd name="T38" fmla="*/ 34 w 108"/>
                <a:gd name="T39" fmla="*/ 60 h 78"/>
                <a:gd name="T40" fmla="*/ 38 w 108"/>
                <a:gd name="T41" fmla="*/ 56 h 78"/>
                <a:gd name="T42" fmla="*/ 44 w 108"/>
                <a:gd name="T43" fmla="*/ 45 h 78"/>
                <a:gd name="T44" fmla="*/ 60 w 108"/>
                <a:gd name="T45" fmla="*/ 62 h 78"/>
                <a:gd name="T46" fmla="*/ 66 w 108"/>
                <a:gd name="T47" fmla="*/ 55 h 78"/>
                <a:gd name="T48" fmla="*/ 73 w 108"/>
                <a:gd name="T49" fmla="*/ 49 h 78"/>
                <a:gd name="T50" fmla="*/ 79 w 108"/>
                <a:gd name="T51" fmla="*/ 43 h 78"/>
                <a:gd name="T52" fmla="*/ 86 w 108"/>
                <a:gd name="T53" fmla="*/ 39 h 78"/>
                <a:gd name="T54" fmla="*/ 92 w 108"/>
                <a:gd name="T55" fmla="*/ 35 h 78"/>
                <a:gd name="T56" fmla="*/ 97 w 108"/>
                <a:gd name="T57" fmla="*/ 29 h 78"/>
                <a:gd name="T58" fmla="*/ 102 w 108"/>
                <a:gd name="T59" fmla="*/ 25 h 78"/>
                <a:gd name="T60" fmla="*/ 105 w 108"/>
                <a:gd name="T61" fmla="*/ 18 h 78"/>
                <a:gd name="T62" fmla="*/ 108 w 108"/>
                <a:gd name="T63" fmla="*/ 11 h 78"/>
                <a:gd name="T64" fmla="*/ 108 w 108"/>
                <a:gd name="T65" fmla="*/ 0 h 78"/>
                <a:gd name="T66" fmla="*/ 108 w 108"/>
                <a:gd name="T67" fmla="*/ 15 h 78"/>
                <a:gd name="T68" fmla="*/ 105 w 108"/>
                <a:gd name="T69" fmla="*/ 27 h 78"/>
                <a:gd name="T70" fmla="*/ 101 w 108"/>
                <a:gd name="T71" fmla="*/ 35 h 78"/>
                <a:gd name="T72" fmla="*/ 95 w 108"/>
                <a:gd name="T73" fmla="*/ 42 h 78"/>
                <a:gd name="T74" fmla="*/ 88 w 108"/>
                <a:gd name="T75" fmla="*/ 48 h 78"/>
                <a:gd name="T76" fmla="*/ 80 w 108"/>
                <a:gd name="T77" fmla="*/ 51 h 78"/>
                <a:gd name="T78" fmla="*/ 72 w 108"/>
                <a:gd name="T79" fmla="*/ 55 h 78"/>
                <a:gd name="T80" fmla="*/ 63 w 108"/>
                <a:gd name="T81" fmla="*/ 58 h 78"/>
                <a:gd name="T82" fmla="*/ 53 w 108"/>
                <a:gd name="T83" fmla="*/ 63 h 78"/>
                <a:gd name="T84" fmla="*/ 44 w 108"/>
                <a:gd name="T85" fmla="*/ 67 h 78"/>
                <a:gd name="T86" fmla="*/ 44 w 108"/>
                <a:gd name="T87" fmla="*/ 67 h 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8"/>
                <a:gd name="T133" fmla="*/ 0 h 78"/>
                <a:gd name="T134" fmla="*/ 108 w 108"/>
                <a:gd name="T135" fmla="*/ 78 h 7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8" h="78">
                  <a:moveTo>
                    <a:pt x="44" y="67"/>
                  </a:moveTo>
                  <a:lnTo>
                    <a:pt x="42" y="70"/>
                  </a:lnTo>
                  <a:lnTo>
                    <a:pt x="38" y="71"/>
                  </a:lnTo>
                  <a:lnTo>
                    <a:pt x="34" y="71"/>
                  </a:lnTo>
                  <a:lnTo>
                    <a:pt x="29" y="70"/>
                  </a:lnTo>
                  <a:lnTo>
                    <a:pt x="25" y="69"/>
                  </a:lnTo>
                  <a:lnTo>
                    <a:pt x="19" y="69"/>
                  </a:lnTo>
                  <a:lnTo>
                    <a:pt x="14" y="69"/>
                  </a:lnTo>
                  <a:lnTo>
                    <a:pt x="8" y="70"/>
                  </a:lnTo>
                  <a:lnTo>
                    <a:pt x="4" y="72"/>
                  </a:lnTo>
                  <a:lnTo>
                    <a:pt x="0" y="78"/>
                  </a:lnTo>
                  <a:lnTo>
                    <a:pt x="0" y="45"/>
                  </a:lnTo>
                  <a:lnTo>
                    <a:pt x="8" y="41"/>
                  </a:lnTo>
                  <a:lnTo>
                    <a:pt x="14" y="41"/>
                  </a:lnTo>
                  <a:lnTo>
                    <a:pt x="19" y="44"/>
                  </a:lnTo>
                  <a:lnTo>
                    <a:pt x="22" y="49"/>
                  </a:lnTo>
                  <a:lnTo>
                    <a:pt x="26" y="54"/>
                  </a:lnTo>
                  <a:lnTo>
                    <a:pt x="28" y="58"/>
                  </a:lnTo>
                  <a:lnTo>
                    <a:pt x="30" y="60"/>
                  </a:lnTo>
                  <a:lnTo>
                    <a:pt x="34" y="60"/>
                  </a:lnTo>
                  <a:lnTo>
                    <a:pt x="38" y="56"/>
                  </a:lnTo>
                  <a:lnTo>
                    <a:pt x="44" y="45"/>
                  </a:lnTo>
                  <a:lnTo>
                    <a:pt x="60" y="62"/>
                  </a:lnTo>
                  <a:lnTo>
                    <a:pt x="66" y="55"/>
                  </a:lnTo>
                  <a:lnTo>
                    <a:pt x="73" y="49"/>
                  </a:lnTo>
                  <a:lnTo>
                    <a:pt x="79" y="43"/>
                  </a:lnTo>
                  <a:lnTo>
                    <a:pt x="86" y="39"/>
                  </a:lnTo>
                  <a:lnTo>
                    <a:pt x="92" y="35"/>
                  </a:lnTo>
                  <a:lnTo>
                    <a:pt x="97" y="29"/>
                  </a:lnTo>
                  <a:lnTo>
                    <a:pt x="102" y="25"/>
                  </a:lnTo>
                  <a:lnTo>
                    <a:pt x="105" y="18"/>
                  </a:lnTo>
                  <a:lnTo>
                    <a:pt x="108" y="11"/>
                  </a:lnTo>
                  <a:lnTo>
                    <a:pt x="108" y="0"/>
                  </a:lnTo>
                  <a:lnTo>
                    <a:pt x="108" y="15"/>
                  </a:lnTo>
                  <a:lnTo>
                    <a:pt x="105" y="27"/>
                  </a:lnTo>
                  <a:lnTo>
                    <a:pt x="101" y="35"/>
                  </a:lnTo>
                  <a:lnTo>
                    <a:pt x="95" y="42"/>
                  </a:lnTo>
                  <a:lnTo>
                    <a:pt x="88" y="48"/>
                  </a:lnTo>
                  <a:lnTo>
                    <a:pt x="80" y="51"/>
                  </a:lnTo>
                  <a:lnTo>
                    <a:pt x="72" y="55"/>
                  </a:lnTo>
                  <a:lnTo>
                    <a:pt x="63" y="58"/>
                  </a:lnTo>
                  <a:lnTo>
                    <a:pt x="53" y="63"/>
                  </a:lnTo>
                  <a:lnTo>
                    <a:pt x="44" y="67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2" name="Freeform 71"/>
            <p:cNvSpPr>
              <a:spLocks/>
            </p:cNvSpPr>
            <p:nvPr/>
          </p:nvSpPr>
          <p:spPr bwMode="auto">
            <a:xfrm>
              <a:off x="1400" y="3118"/>
              <a:ext cx="76" cy="123"/>
            </a:xfrm>
            <a:custGeom>
              <a:avLst/>
              <a:gdLst>
                <a:gd name="T0" fmla="*/ 153 w 153"/>
                <a:gd name="T1" fmla="*/ 191 h 246"/>
                <a:gd name="T2" fmla="*/ 147 w 153"/>
                <a:gd name="T3" fmla="*/ 220 h 246"/>
                <a:gd name="T4" fmla="*/ 131 w 153"/>
                <a:gd name="T5" fmla="*/ 208 h 246"/>
                <a:gd name="T6" fmla="*/ 130 w 153"/>
                <a:gd name="T7" fmla="*/ 209 h 246"/>
                <a:gd name="T8" fmla="*/ 129 w 153"/>
                <a:gd name="T9" fmla="*/ 209 h 246"/>
                <a:gd name="T10" fmla="*/ 127 w 153"/>
                <a:gd name="T11" fmla="*/ 210 h 246"/>
                <a:gd name="T12" fmla="*/ 126 w 153"/>
                <a:gd name="T13" fmla="*/ 211 h 246"/>
                <a:gd name="T14" fmla="*/ 125 w 153"/>
                <a:gd name="T15" fmla="*/ 212 h 246"/>
                <a:gd name="T16" fmla="*/ 124 w 153"/>
                <a:gd name="T17" fmla="*/ 213 h 246"/>
                <a:gd name="T18" fmla="*/ 123 w 153"/>
                <a:gd name="T19" fmla="*/ 216 h 246"/>
                <a:gd name="T20" fmla="*/ 122 w 153"/>
                <a:gd name="T21" fmla="*/ 217 h 246"/>
                <a:gd name="T22" fmla="*/ 122 w 153"/>
                <a:gd name="T23" fmla="*/ 218 h 246"/>
                <a:gd name="T24" fmla="*/ 122 w 153"/>
                <a:gd name="T25" fmla="*/ 220 h 246"/>
                <a:gd name="T26" fmla="*/ 137 w 153"/>
                <a:gd name="T27" fmla="*/ 236 h 246"/>
                <a:gd name="T28" fmla="*/ 131 w 153"/>
                <a:gd name="T29" fmla="*/ 246 h 246"/>
                <a:gd name="T30" fmla="*/ 118 w 153"/>
                <a:gd name="T31" fmla="*/ 235 h 246"/>
                <a:gd name="T32" fmla="*/ 104 w 153"/>
                <a:gd name="T33" fmla="*/ 223 h 246"/>
                <a:gd name="T34" fmla="*/ 89 w 153"/>
                <a:gd name="T35" fmla="*/ 208 h 246"/>
                <a:gd name="T36" fmla="*/ 74 w 153"/>
                <a:gd name="T37" fmla="*/ 189 h 246"/>
                <a:gd name="T38" fmla="*/ 60 w 153"/>
                <a:gd name="T39" fmla="*/ 171 h 246"/>
                <a:gd name="T40" fmla="*/ 47 w 153"/>
                <a:gd name="T41" fmla="*/ 151 h 246"/>
                <a:gd name="T42" fmla="*/ 34 w 153"/>
                <a:gd name="T43" fmla="*/ 130 h 246"/>
                <a:gd name="T44" fmla="*/ 22 w 153"/>
                <a:gd name="T45" fmla="*/ 108 h 246"/>
                <a:gd name="T46" fmla="*/ 13 w 153"/>
                <a:gd name="T47" fmla="*/ 87 h 246"/>
                <a:gd name="T48" fmla="*/ 6 w 153"/>
                <a:gd name="T49" fmla="*/ 67 h 246"/>
                <a:gd name="T50" fmla="*/ 13 w 153"/>
                <a:gd name="T51" fmla="*/ 78 h 246"/>
                <a:gd name="T52" fmla="*/ 20 w 153"/>
                <a:gd name="T53" fmla="*/ 90 h 246"/>
                <a:gd name="T54" fmla="*/ 27 w 153"/>
                <a:gd name="T55" fmla="*/ 101 h 246"/>
                <a:gd name="T56" fmla="*/ 34 w 153"/>
                <a:gd name="T57" fmla="*/ 112 h 246"/>
                <a:gd name="T58" fmla="*/ 41 w 153"/>
                <a:gd name="T59" fmla="*/ 123 h 246"/>
                <a:gd name="T60" fmla="*/ 49 w 153"/>
                <a:gd name="T61" fmla="*/ 134 h 246"/>
                <a:gd name="T62" fmla="*/ 57 w 153"/>
                <a:gd name="T63" fmla="*/ 143 h 246"/>
                <a:gd name="T64" fmla="*/ 65 w 153"/>
                <a:gd name="T65" fmla="*/ 152 h 246"/>
                <a:gd name="T66" fmla="*/ 74 w 153"/>
                <a:gd name="T67" fmla="*/ 161 h 246"/>
                <a:gd name="T68" fmla="*/ 84 w 153"/>
                <a:gd name="T69" fmla="*/ 169 h 246"/>
                <a:gd name="T70" fmla="*/ 80 w 153"/>
                <a:gd name="T71" fmla="*/ 152 h 246"/>
                <a:gd name="T72" fmla="*/ 74 w 153"/>
                <a:gd name="T73" fmla="*/ 136 h 246"/>
                <a:gd name="T74" fmla="*/ 65 w 153"/>
                <a:gd name="T75" fmla="*/ 120 h 246"/>
                <a:gd name="T76" fmla="*/ 55 w 153"/>
                <a:gd name="T77" fmla="*/ 104 h 246"/>
                <a:gd name="T78" fmla="*/ 43 w 153"/>
                <a:gd name="T79" fmla="*/ 87 h 246"/>
                <a:gd name="T80" fmla="*/ 32 w 153"/>
                <a:gd name="T81" fmla="*/ 70 h 246"/>
                <a:gd name="T82" fmla="*/ 20 w 153"/>
                <a:gd name="T83" fmla="*/ 54 h 246"/>
                <a:gd name="T84" fmla="*/ 11 w 153"/>
                <a:gd name="T85" fmla="*/ 37 h 246"/>
                <a:gd name="T86" fmla="*/ 4 w 153"/>
                <a:gd name="T87" fmla="*/ 19 h 246"/>
                <a:gd name="T88" fmla="*/ 0 w 153"/>
                <a:gd name="T89" fmla="*/ 0 h 246"/>
                <a:gd name="T90" fmla="*/ 8 w 153"/>
                <a:gd name="T91" fmla="*/ 21 h 246"/>
                <a:gd name="T92" fmla="*/ 20 w 153"/>
                <a:gd name="T93" fmla="*/ 42 h 246"/>
                <a:gd name="T94" fmla="*/ 33 w 153"/>
                <a:gd name="T95" fmla="*/ 62 h 246"/>
                <a:gd name="T96" fmla="*/ 48 w 153"/>
                <a:gd name="T97" fmla="*/ 82 h 246"/>
                <a:gd name="T98" fmla="*/ 64 w 153"/>
                <a:gd name="T99" fmla="*/ 100 h 246"/>
                <a:gd name="T100" fmla="*/ 80 w 153"/>
                <a:gd name="T101" fmla="*/ 119 h 246"/>
                <a:gd name="T102" fmla="*/ 99 w 153"/>
                <a:gd name="T103" fmla="*/ 137 h 246"/>
                <a:gd name="T104" fmla="*/ 116 w 153"/>
                <a:gd name="T105" fmla="*/ 156 h 246"/>
                <a:gd name="T106" fmla="*/ 134 w 153"/>
                <a:gd name="T107" fmla="*/ 173 h 246"/>
                <a:gd name="T108" fmla="*/ 153 w 153"/>
                <a:gd name="T109" fmla="*/ 191 h 246"/>
                <a:gd name="T110" fmla="*/ 153 w 153"/>
                <a:gd name="T111" fmla="*/ 191 h 2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53"/>
                <a:gd name="T169" fmla="*/ 0 h 246"/>
                <a:gd name="T170" fmla="*/ 153 w 153"/>
                <a:gd name="T171" fmla="*/ 246 h 24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53" h="246">
                  <a:moveTo>
                    <a:pt x="153" y="191"/>
                  </a:moveTo>
                  <a:lnTo>
                    <a:pt x="147" y="220"/>
                  </a:lnTo>
                  <a:lnTo>
                    <a:pt x="131" y="208"/>
                  </a:lnTo>
                  <a:lnTo>
                    <a:pt x="130" y="209"/>
                  </a:lnTo>
                  <a:lnTo>
                    <a:pt x="129" y="209"/>
                  </a:lnTo>
                  <a:lnTo>
                    <a:pt x="127" y="210"/>
                  </a:lnTo>
                  <a:lnTo>
                    <a:pt x="126" y="211"/>
                  </a:lnTo>
                  <a:lnTo>
                    <a:pt x="125" y="212"/>
                  </a:lnTo>
                  <a:lnTo>
                    <a:pt x="124" y="213"/>
                  </a:lnTo>
                  <a:lnTo>
                    <a:pt x="123" y="216"/>
                  </a:lnTo>
                  <a:lnTo>
                    <a:pt x="122" y="217"/>
                  </a:lnTo>
                  <a:lnTo>
                    <a:pt x="122" y="218"/>
                  </a:lnTo>
                  <a:lnTo>
                    <a:pt x="122" y="220"/>
                  </a:lnTo>
                  <a:lnTo>
                    <a:pt x="137" y="236"/>
                  </a:lnTo>
                  <a:lnTo>
                    <a:pt x="131" y="246"/>
                  </a:lnTo>
                  <a:lnTo>
                    <a:pt x="118" y="235"/>
                  </a:lnTo>
                  <a:lnTo>
                    <a:pt x="104" y="223"/>
                  </a:lnTo>
                  <a:lnTo>
                    <a:pt x="89" y="208"/>
                  </a:lnTo>
                  <a:lnTo>
                    <a:pt x="74" y="189"/>
                  </a:lnTo>
                  <a:lnTo>
                    <a:pt x="60" y="171"/>
                  </a:lnTo>
                  <a:lnTo>
                    <a:pt x="47" y="151"/>
                  </a:lnTo>
                  <a:lnTo>
                    <a:pt x="34" y="130"/>
                  </a:lnTo>
                  <a:lnTo>
                    <a:pt x="22" y="108"/>
                  </a:lnTo>
                  <a:lnTo>
                    <a:pt x="13" y="87"/>
                  </a:lnTo>
                  <a:lnTo>
                    <a:pt x="6" y="67"/>
                  </a:lnTo>
                  <a:lnTo>
                    <a:pt x="13" y="78"/>
                  </a:lnTo>
                  <a:lnTo>
                    <a:pt x="20" y="90"/>
                  </a:lnTo>
                  <a:lnTo>
                    <a:pt x="27" y="101"/>
                  </a:lnTo>
                  <a:lnTo>
                    <a:pt x="34" y="112"/>
                  </a:lnTo>
                  <a:lnTo>
                    <a:pt x="41" y="123"/>
                  </a:lnTo>
                  <a:lnTo>
                    <a:pt x="49" y="134"/>
                  </a:lnTo>
                  <a:lnTo>
                    <a:pt x="57" y="143"/>
                  </a:lnTo>
                  <a:lnTo>
                    <a:pt x="65" y="152"/>
                  </a:lnTo>
                  <a:lnTo>
                    <a:pt x="74" y="161"/>
                  </a:lnTo>
                  <a:lnTo>
                    <a:pt x="84" y="169"/>
                  </a:lnTo>
                  <a:lnTo>
                    <a:pt x="80" y="152"/>
                  </a:lnTo>
                  <a:lnTo>
                    <a:pt x="74" y="136"/>
                  </a:lnTo>
                  <a:lnTo>
                    <a:pt x="65" y="120"/>
                  </a:lnTo>
                  <a:lnTo>
                    <a:pt x="55" y="104"/>
                  </a:lnTo>
                  <a:lnTo>
                    <a:pt x="43" y="87"/>
                  </a:lnTo>
                  <a:lnTo>
                    <a:pt x="32" y="70"/>
                  </a:lnTo>
                  <a:lnTo>
                    <a:pt x="20" y="54"/>
                  </a:lnTo>
                  <a:lnTo>
                    <a:pt x="11" y="37"/>
                  </a:lnTo>
                  <a:lnTo>
                    <a:pt x="4" y="19"/>
                  </a:lnTo>
                  <a:lnTo>
                    <a:pt x="0" y="0"/>
                  </a:lnTo>
                  <a:lnTo>
                    <a:pt x="8" y="21"/>
                  </a:lnTo>
                  <a:lnTo>
                    <a:pt x="20" y="42"/>
                  </a:lnTo>
                  <a:lnTo>
                    <a:pt x="33" y="62"/>
                  </a:lnTo>
                  <a:lnTo>
                    <a:pt x="48" y="82"/>
                  </a:lnTo>
                  <a:lnTo>
                    <a:pt x="64" y="100"/>
                  </a:lnTo>
                  <a:lnTo>
                    <a:pt x="80" y="119"/>
                  </a:lnTo>
                  <a:lnTo>
                    <a:pt x="99" y="137"/>
                  </a:lnTo>
                  <a:lnTo>
                    <a:pt x="116" y="156"/>
                  </a:lnTo>
                  <a:lnTo>
                    <a:pt x="134" y="173"/>
                  </a:lnTo>
                  <a:lnTo>
                    <a:pt x="153" y="191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3" name="Freeform 72"/>
            <p:cNvSpPr>
              <a:spLocks/>
            </p:cNvSpPr>
            <p:nvPr/>
          </p:nvSpPr>
          <p:spPr bwMode="auto">
            <a:xfrm>
              <a:off x="1189" y="3130"/>
              <a:ext cx="85" cy="287"/>
            </a:xfrm>
            <a:custGeom>
              <a:avLst/>
              <a:gdLst>
                <a:gd name="T0" fmla="*/ 89 w 169"/>
                <a:gd name="T1" fmla="*/ 215 h 574"/>
                <a:gd name="T2" fmla="*/ 108 w 169"/>
                <a:gd name="T3" fmla="*/ 223 h 574"/>
                <a:gd name="T4" fmla="*/ 127 w 169"/>
                <a:gd name="T5" fmla="*/ 225 h 574"/>
                <a:gd name="T6" fmla="*/ 137 w 169"/>
                <a:gd name="T7" fmla="*/ 206 h 574"/>
                <a:gd name="T8" fmla="*/ 127 w 169"/>
                <a:gd name="T9" fmla="*/ 237 h 574"/>
                <a:gd name="T10" fmla="*/ 86 w 169"/>
                <a:gd name="T11" fmla="*/ 268 h 574"/>
                <a:gd name="T12" fmla="*/ 53 w 169"/>
                <a:gd name="T13" fmla="*/ 305 h 574"/>
                <a:gd name="T14" fmla="*/ 32 w 169"/>
                <a:gd name="T15" fmla="*/ 350 h 574"/>
                <a:gd name="T16" fmla="*/ 49 w 169"/>
                <a:gd name="T17" fmla="*/ 361 h 574"/>
                <a:gd name="T18" fmla="*/ 56 w 169"/>
                <a:gd name="T19" fmla="*/ 359 h 574"/>
                <a:gd name="T20" fmla="*/ 64 w 169"/>
                <a:gd name="T21" fmla="*/ 359 h 574"/>
                <a:gd name="T22" fmla="*/ 80 w 169"/>
                <a:gd name="T23" fmla="*/ 374 h 574"/>
                <a:gd name="T24" fmla="*/ 104 w 169"/>
                <a:gd name="T25" fmla="*/ 426 h 574"/>
                <a:gd name="T26" fmla="*/ 101 w 169"/>
                <a:gd name="T27" fmla="*/ 475 h 574"/>
                <a:gd name="T28" fmla="*/ 54 w 169"/>
                <a:gd name="T29" fmla="*/ 503 h 574"/>
                <a:gd name="T30" fmla="*/ 68 w 169"/>
                <a:gd name="T31" fmla="*/ 518 h 574"/>
                <a:gd name="T32" fmla="*/ 85 w 169"/>
                <a:gd name="T33" fmla="*/ 521 h 574"/>
                <a:gd name="T34" fmla="*/ 104 w 169"/>
                <a:gd name="T35" fmla="*/ 515 h 574"/>
                <a:gd name="T36" fmla="*/ 142 w 169"/>
                <a:gd name="T37" fmla="*/ 463 h 574"/>
                <a:gd name="T38" fmla="*/ 100 w 169"/>
                <a:gd name="T39" fmla="*/ 374 h 574"/>
                <a:gd name="T40" fmla="*/ 80 w 169"/>
                <a:gd name="T41" fmla="*/ 289 h 574"/>
                <a:gd name="T42" fmla="*/ 164 w 169"/>
                <a:gd name="T43" fmla="*/ 274 h 574"/>
                <a:gd name="T44" fmla="*/ 167 w 169"/>
                <a:gd name="T45" fmla="*/ 365 h 574"/>
                <a:gd name="T46" fmla="*/ 152 w 169"/>
                <a:gd name="T47" fmla="*/ 461 h 574"/>
                <a:gd name="T48" fmla="*/ 146 w 169"/>
                <a:gd name="T49" fmla="*/ 558 h 574"/>
                <a:gd name="T50" fmla="*/ 83 w 169"/>
                <a:gd name="T51" fmla="*/ 546 h 574"/>
                <a:gd name="T52" fmla="*/ 43 w 169"/>
                <a:gd name="T53" fmla="*/ 484 h 574"/>
                <a:gd name="T54" fmla="*/ 20 w 169"/>
                <a:gd name="T55" fmla="*/ 411 h 574"/>
                <a:gd name="T56" fmla="*/ 0 w 169"/>
                <a:gd name="T57" fmla="*/ 352 h 574"/>
                <a:gd name="T58" fmla="*/ 11 w 169"/>
                <a:gd name="T59" fmla="*/ 307 h 574"/>
                <a:gd name="T60" fmla="*/ 23 w 169"/>
                <a:gd name="T61" fmla="*/ 265 h 574"/>
                <a:gd name="T62" fmla="*/ 7 w 169"/>
                <a:gd name="T63" fmla="*/ 228 h 574"/>
                <a:gd name="T64" fmla="*/ 43 w 169"/>
                <a:gd name="T65" fmla="*/ 216 h 574"/>
                <a:gd name="T66" fmla="*/ 65 w 169"/>
                <a:gd name="T67" fmla="*/ 185 h 574"/>
                <a:gd name="T68" fmla="*/ 87 w 169"/>
                <a:gd name="T69" fmla="*/ 153 h 574"/>
                <a:gd name="T70" fmla="*/ 94 w 169"/>
                <a:gd name="T71" fmla="*/ 107 h 574"/>
                <a:gd name="T72" fmla="*/ 57 w 169"/>
                <a:gd name="T73" fmla="*/ 87 h 574"/>
                <a:gd name="T74" fmla="*/ 30 w 169"/>
                <a:gd name="T75" fmla="*/ 69 h 574"/>
                <a:gd name="T76" fmla="*/ 39 w 169"/>
                <a:gd name="T77" fmla="*/ 0 h 574"/>
                <a:gd name="T78" fmla="*/ 67 w 169"/>
                <a:gd name="T79" fmla="*/ 54 h 574"/>
                <a:gd name="T80" fmla="*/ 93 w 169"/>
                <a:gd name="T81" fmla="*/ 112 h 574"/>
                <a:gd name="T82" fmla="*/ 121 w 169"/>
                <a:gd name="T83" fmla="*/ 172 h 574"/>
                <a:gd name="T84" fmla="*/ 130 w 169"/>
                <a:gd name="T85" fmla="*/ 190 h 5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69"/>
                <a:gd name="T130" fmla="*/ 0 h 574"/>
                <a:gd name="T131" fmla="*/ 169 w 169"/>
                <a:gd name="T132" fmla="*/ 574 h 57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69" h="574">
                  <a:moveTo>
                    <a:pt x="130" y="190"/>
                  </a:moveTo>
                  <a:lnTo>
                    <a:pt x="83" y="213"/>
                  </a:lnTo>
                  <a:lnTo>
                    <a:pt x="89" y="215"/>
                  </a:lnTo>
                  <a:lnTo>
                    <a:pt x="95" y="217"/>
                  </a:lnTo>
                  <a:lnTo>
                    <a:pt x="102" y="220"/>
                  </a:lnTo>
                  <a:lnTo>
                    <a:pt x="108" y="223"/>
                  </a:lnTo>
                  <a:lnTo>
                    <a:pt x="115" y="225"/>
                  </a:lnTo>
                  <a:lnTo>
                    <a:pt x="121" y="226"/>
                  </a:lnTo>
                  <a:lnTo>
                    <a:pt x="127" y="225"/>
                  </a:lnTo>
                  <a:lnTo>
                    <a:pt x="131" y="223"/>
                  </a:lnTo>
                  <a:lnTo>
                    <a:pt x="135" y="216"/>
                  </a:lnTo>
                  <a:lnTo>
                    <a:pt x="137" y="206"/>
                  </a:lnTo>
                  <a:lnTo>
                    <a:pt x="146" y="213"/>
                  </a:lnTo>
                  <a:lnTo>
                    <a:pt x="138" y="226"/>
                  </a:lnTo>
                  <a:lnTo>
                    <a:pt x="127" y="237"/>
                  </a:lnTo>
                  <a:lnTo>
                    <a:pt x="114" y="247"/>
                  </a:lnTo>
                  <a:lnTo>
                    <a:pt x="100" y="257"/>
                  </a:lnTo>
                  <a:lnTo>
                    <a:pt x="86" y="268"/>
                  </a:lnTo>
                  <a:lnTo>
                    <a:pt x="74" y="279"/>
                  </a:lnTo>
                  <a:lnTo>
                    <a:pt x="62" y="291"/>
                  </a:lnTo>
                  <a:lnTo>
                    <a:pt x="53" y="305"/>
                  </a:lnTo>
                  <a:lnTo>
                    <a:pt x="47" y="320"/>
                  </a:lnTo>
                  <a:lnTo>
                    <a:pt x="45" y="337"/>
                  </a:lnTo>
                  <a:lnTo>
                    <a:pt x="32" y="350"/>
                  </a:lnTo>
                  <a:lnTo>
                    <a:pt x="45" y="366"/>
                  </a:lnTo>
                  <a:lnTo>
                    <a:pt x="47" y="364"/>
                  </a:lnTo>
                  <a:lnTo>
                    <a:pt x="49" y="361"/>
                  </a:lnTo>
                  <a:lnTo>
                    <a:pt x="52" y="360"/>
                  </a:lnTo>
                  <a:lnTo>
                    <a:pt x="54" y="360"/>
                  </a:lnTo>
                  <a:lnTo>
                    <a:pt x="56" y="359"/>
                  </a:lnTo>
                  <a:lnTo>
                    <a:pt x="59" y="359"/>
                  </a:lnTo>
                  <a:lnTo>
                    <a:pt x="62" y="359"/>
                  </a:lnTo>
                  <a:lnTo>
                    <a:pt x="64" y="359"/>
                  </a:lnTo>
                  <a:lnTo>
                    <a:pt x="68" y="360"/>
                  </a:lnTo>
                  <a:lnTo>
                    <a:pt x="70" y="360"/>
                  </a:lnTo>
                  <a:lnTo>
                    <a:pt x="80" y="374"/>
                  </a:lnTo>
                  <a:lnTo>
                    <a:pt x="90" y="390"/>
                  </a:lnTo>
                  <a:lnTo>
                    <a:pt x="98" y="408"/>
                  </a:lnTo>
                  <a:lnTo>
                    <a:pt x="104" y="426"/>
                  </a:lnTo>
                  <a:lnTo>
                    <a:pt x="107" y="443"/>
                  </a:lnTo>
                  <a:lnTo>
                    <a:pt x="106" y="460"/>
                  </a:lnTo>
                  <a:lnTo>
                    <a:pt x="101" y="475"/>
                  </a:lnTo>
                  <a:lnTo>
                    <a:pt x="91" y="487"/>
                  </a:lnTo>
                  <a:lnTo>
                    <a:pt x="76" y="498"/>
                  </a:lnTo>
                  <a:lnTo>
                    <a:pt x="54" y="503"/>
                  </a:lnTo>
                  <a:lnTo>
                    <a:pt x="57" y="510"/>
                  </a:lnTo>
                  <a:lnTo>
                    <a:pt x="62" y="515"/>
                  </a:lnTo>
                  <a:lnTo>
                    <a:pt x="68" y="518"/>
                  </a:lnTo>
                  <a:lnTo>
                    <a:pt x="74" y="521"/>
                  </a:lnTo>
                  <a:lnTo>
                    <a:pt x="79" y="521"/>
                  </a:lnTo>
                  <a:lnTo>
                    <a:pt x="85" y="521"/>
                  </a:lnTo>
                  <a:lnTo>
                    <a:pt x="92" y="520"/>
                  </a:lnTo>
                  <a:lnTo>
                    <a:pt x="98" y="518"/>
                  </a:lnTo>
                  <a:lnTo>
                    <a:pt x="104" y="515"/>
                  </a:lnTo>
                  <a:lnTo>
                    <a:pt x="108" y="513"/>
                  </a:lnTo>
                  <a:lnTo>
                    <a:pt x="135" y="490"/>
                  </a:lnTo>
                  <a:lnTo>
                    <a:pt x="142" y="463"/>
                  </a:lnTo>
                  <a:lnTo>
                    <a:pt x="135" y="434"/>
                  </a:lnTo>
                  <a:lnTo>
                    <a:pt x="119" y="404"/>
                  </a:lnTo>
                  <a:lnTo>
                    <a:pt x="100" y="374"/>
                  </a:lnTo>
                  <a:lnTo>
                    <a:pt x="83" y="344"/>
                  </a:lnTo>
                  <a:lnTo>
                    <a:pt x="75" y="315"/>
                  </a:lnTo>
                  <a:lnTo>
                    <a:pt x="80" y="289"/>
                  </a:lnTo>
                  <a:lnTo>
                    <a:pt x="105" y="265"/>
                  </a:lnTo>
                  <a:lnTo>
                    <a:pt x="153" y="245"/>
                  </a:lnTo>
                  <a:lnTo>
                    <a:pt x="164" y="274"/>
                  </a:lnTo>
                  <a:lnTo>
                    <a:pt x="168" y="304"/>
                  </a:lnTo>
                  <a:lnTo>
                    <a:pt x="169" y="334"/>
                  </a:lnTo>
                  <a:lnTo>
                    <a:pt x="167" y="365"/>
                  </a:lnTo>
                  <a:lnTo>
                    <a:pt x="164" y="396"/>
                  </a:lnTo>
                  <a:lnTo>
                    <a:pt x="158" y="428"/>
                  </a:lnTo>
                  <a:lnTo>
                    <a:pt x="152" y="461"/>
                  </a:lnTo>
                  <a:lnTo>
                    <a:pt x="149" y="492"/>
                  </a:lnTo>
                  <a:lnTo>
                    <a:pt x="146" y="525"/>
                  </a:lnTo>
                  <a:lnTo>
                    <a:pt x="146" y="558"/>
                  </a:lnTo>
                  <a:lnTo>
                    <a:pt x="131" y="574"/>
                  </a:lnTo>
                  <a:lnTo>
                    <a:pt x="105" y="561"/>
                  </a:lnTo>
                  <a:lnTo>
                    <a:pt x="83" y="546"/>
                  </a:lnTo>
                  <a:lnTo>
                    <a:pt x="67" y="528"/>
                  </a:lnTo>
                  <a:lnTo>
                    <a:pt x="54" y="507"/>
                  </a:lnTo>
                  <a:lnTo>
                    <a:pt x="43" y="484"/>
                  </a:lnTo>
                  <a:lnTo>
                    <a:pt x="35" y="461"/>
                  </a:lnTo>
                  <a:lnTo>
                    <a:pt x="28" y="435"/>
                  </a:lnTo>
                  <a:lnTo>
                    <a:pt x="20" y="411"/>
                  </a:lnTo>
                  <a:lnTo>
                    <a:pt x="11" y="388"/>
                  </a:lnTo>
                  <a:lnTo>
                    <a:pt x="0" y="366"/>
                  </a:lnTo>
                  <a:lnTo>
                    <a:pt x="0" y="352"/>
                  </a:lnTo>
                  <a:lnTo>
                    <a:pt x="2" y="337"/>
                  </a:lnTo>
                  <a:lnTo>
                    <a:pt x="5" y="322"/>
                  </a:lnTo>
                  <a:lnTo>
                    <a:pt x="11" y="307"/>
                  </a:lnTo>
                  <a:lnTo>
                    <a:pt x="17" y="293"/>
                  </a:lnTo>
                  <a:lnTo>
                    <a:pt x="20" y="278"/>
                  </a:lnTo>
                  <a:lnTo>
                    <a:pt x="23" y="265"/>
                  </a:lnTo>
                  <a:lnTo>
                    <a:pt x="22" y="252"/>
                  </a:lnTo>
                  <a:lnTo>
                    <a:pt x="17" y="240"/>
                  </a:lnTo>
                  <a:lnTo>
                    <a:pt x="7" y="228"/>
                  </a:lnTo>
                  <a:lnTo>
                    <a:pt x="22" y="228"/>
                  </a:lnTo>
                  <a:lnTo>
                    <a:pt x="34" y="224"/>
                  </a:lnTo>
                  <a:lnTo>
                    <a:pt x="43" y="216"/>
                  </a:lnTo>
                  <a:lnTo>
                    <a:pt x="52" y="206"/>
                  </a:lnTo>
                  <a:lnTo>
                    <a:pt x="59" y="196"/>
                  </a:lnTo>
                  <a:lnTo>
                    <a:pt x="65" y="185"/>
                  </a:lnTo>
                  <a:lnTo>
                    <a:pt x="71" y="173"/>
                  </a:lnTo>
                  <a:lnTo>
                    <a:pt x="79" y="163"/>
                  </a:lnTo>
                  <a:lnTo>
                    <a:pt x="87" y="153"/>
                  </a:lnTo>
                  <a:lnTo>
                    <a:pt x="99" y="146"/>
                  </a:lnTo>
                  <a:lnTo>
                    <a:pt x="100" y="123"/>
                  </a:lnTo>
                  <a:lnTo>
                    <a:pt x="94" y="107"/>
                  </a:lnTo>
                  <a:lnTo>
                    <a:pt x="84" y="98"/>
                  </a:lnTo>
                  <a:lnTo>
                    <a:pt x="71" y="91"/>
                  </a:lnTo>
                  <a:lnTo>
                    <a:pt x="57" y="87"/>
                  </a:lnTo>
                  <a:lnTo>
                    <a:pt x="45" y="84"/>
                  </a:lnTo>
                  <a:lnTo>
                    <a:pt x="34" y="78"/>
                  </a:lnTo>
                  <a:lnTo>
                    <a:pt x="30" y="69"/>
                  </a:lnTo>
                  <a:lnTo>
                    <a:pt x="30" y="54"/>
                  </a:lnTo>
                  <a:lnTo>
                    <a:pt x="39" y="31"/>
                  </a:lnTo>
                  <a:lnTo>
                    <a:pt x="39" y="0"/>
                  </a:lnTo>
                  <a:lnTo>
                    <a:pt x="48" y="17"/>
                  </a:lnTo>
                  <a:lnTo>
                    <a:pt x="57" y="35"/>
                  </a:lnTo>
                  <a:lnTo>
                    <a:pt x="67" y="54"/>
                  </a:lnTo>
                  <a:lnTo>
                    <a:pt x="76" y="74"/>
                  </a:lnTo>
                  <a:lnTo>
                    <a:pt x="85" y="92"/>
                  </a:lnTo>
                  <a:lnTo>
                    <a:pt x="93" y="112"/>
                  </a:lnTo>
                  <a:lnTo>
                    <a:pt x="102" y="133"/>
                  </a:lnTo>
                  <a:lnTo>
                    <a:pt x="112" y="152"/>
                  </a:lnTo>
                  <a:lnTo>
                    <a:pt x="121" y="172"/>
                  </a:lnTo>
                  <a:lnTo>
                    <a:pt x="131" y="190"/>
                  </a:lnTo>
                  <a:lnTo>
                    <a:pt x="130" y="190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4" name="Freeform 73"/>
            <p:cNvSpPr>
              <a:spLocks/>
            </p:cNvSpPr>
            <p:nvPr/>
          </p:nvSpPr>
          <p:spPr bwMode="auto">
            <a:xfrm>
              <a:off x="1152" y="3138"/>
              <a:ext cx="67" cy="164"/>
            </a:xfrm>
            <a:custGeom>
              <a:avLst/>
              <a:gdLst>
                <a:gd name="T0" fmla="*/ 13 w 135"/>
                <a:gd name="T1" fmla="*/ 60 h 328"/>
                <a:gd name="T2" fmla="*/ 27 w 135"/>
                <a:gd name="T3" fmla="*/ 62 h 328"/>
                <a:gd name="T4" fmla="*/ 41 w 135"/>
                <a:gd name="T5" fmla="*/ 56 h 328"/>
                <a:gd name="T6" fmla="*/ 55 w 135"/>
                <a:gd name="T7" fmla="*/ 47 h 328"/>
                <a:gd name="T8" fmla="*/ 68 w 135"/>
                <a:gd name="T9" fmla="*/ 34 h 328"/>
                <a:gd name="T10" fmla="*/ 81 w 135"/>
                <a:gd name="T11" fmla="*/ 22 h 328"/>
                <a:gd name="T12" fmla="*/ 90 w 135"/>
                <a:gd name="T13" fmla="*/ 44 h 328"/>
                <a:gd name="T14" fmla="*/ 72 w 135"/>
                <a:gd name="T15" fmla="*/ 58 h 328"/>
                <a:gd name="T16" fmla="*/ 54 w 135"/>
                <a:gd name="T17" fmla="*/ 75 h 328"/>
                <a:gd name="T18" fmla="*/ 40 w 135"/>
                <a:gd name="T19" fmla="*/ 93 h 328"/>
                <a:gd name="T20" fmla="*/ 33 w 135"/>
                <a:gd name="T21" fmla="*/ 117 h 328"/>
                <a:gd name="T22" fmla="*/ 35 w 135"/>
                <a:gd name="T23" fmla="*/ 143 h 328"/>
                <a:gd name="T24" fmla="*/ 57 w 135"/>
                <a:gd name="T25" fmla="*/ 144 h 328"/>
                <a:gd name="T26" fmla="*/ 82 w 135"/>
                <a:gd name="T27" fmla="*/ 135 h 328"/>
                <a:gd name="T28" fmla="*/ 105 w 135"/>
                <a:gd name="T29" fmla="*/ 123 h 328"/>
                <a:gd name="T30" fmla="*/ 123 w 135"/>
                <a:gd name="T31" fmla="*/ 121 h 328"/>
                <a:gd name="T32" fmla="*/ 135 w 135"/>
                <a:gd name="T33" fmla="*/ 136 h 328"/>
                <a:gd name="T34" fmla="*/ 111 w 135"/>
                <a:gd name="T35" fmla="*/ 148 h 328"/>
                <a:gd name="T36" fmla="*/ 90 w 135"/>
                <a:gd name="T37" fmla="*/ 166 h 328"/>
                <a:gd name="T38" fmla="*/ 71 w 135"/>
                <a:gd name="T39" fmla="*/ 188 h 328"/>
                <a:gd name="T40" fmla="*/ 56 w 135"/>
                <a:gd name="T41" fmla="*/ 211 h 328"/>
                <a:gd name="T42" fmla="*/ 42 w 135"/>
                <a:gd name="T43" fmla="*/ 236 h 328"/>
                <a:gd name="T44" fmla="*/ 52 w 135"/>
                <a:gd name="T45" fmla="*/ 328 h 328"/>
                <a:gd name="T46" fmla="*/ 41 w 135"/>
                <a:gd name="T47" fmla="*/ 291 h 328"/>
                <a:gd name="T48" fmla="*/ 22 w 135"/>
                <a:gd name="T49" fmla="*/ 254 h 328"/>
                <a:gd name="T50" fmla="*/ 7 w 135"/>
                <a:gd name="T51" fmla="*/ 217 h 328"/>
                <a:gd name="T52" fmla="*/ 9 w 135"/>
                <a:gd name="T53" fmla="*/ 184 h 328"/>
                <a:gd name="T54" fmla="*/ 42 w 135"/>
                <a:gd name="T55" fmla="*/ 152 h 328"/>
                <a:gd name="T56" fmla="*/ 1 w 135"/>
                <a:gd name="T57" fmla="*/ 141 h 328"/>
                <a:gd name="T58" fmla="*/ 0 w 135"/>
                <a:gd name="T59" fmla="*/ 108 h 328"/>
                <a:gd name="T60" fmla="*/ 2 w 135"/>
                <a:gd name="T61" fmla="*/ 80 h 328"/>
                <a:gd name="T62" fmla="*/ 7 w 135"/>
                <a:gd name="T63" fmla="*/ 50 h 328"/>
                <a:gd name="T64" fmla="*/ 11 w 135"/>
                <a:gd name="T65" fmla="*/ 17 h 328"/>
                <a:gd name="T66" fmla="*/ 18 w 135"/>
                <a:gd name="T67" fmla="*/ 2 h 328"/>
                <a:gd name="T68" fmla="*/ 24 w 135"/>
                <a:gd name="T69" fmla="*/ 10 h 328"/>
                <a:gd name="T70" fmla="*/ 27 w 135"/>
                <a:gd name="T71" fmla="*/ 23 h 328"/>
                <a:gd name="T72" fmla="*/ 27 w 135"/>
                <a:gd name="T73" fmla="*/ 36 h 328"/>
                <a:gd name="T74" fmla="*/ 23 w 135"/>
                <a:gd name="T75" fmla="*/ 48 h 328"/>
                <a:gd name="T76" fmla="*/ 20 w 135"/>
                <a:gd name="T77" fmla="*/ 53 h 3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5"/>
                <a:gd name="T118" fmla="*/ 0 h 328"/>
                <a:gd name="T119" fmla="*/ 135 w 135"/>
                <a:gd name="T120" fmla="*/ 328 h 32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5" h="328">
                  <a:moveTo>
                    <a:pt x="19" y="53"/>
                  </a:moveTo>
                  <a:lnTo>
                    <a:pt x="13" y="60"/>
                  </a:lnTo>
                  <a:lnTo>
                    <a:pt x="20" y="62"/>
                  </a:lnTo>
                  <a:lnTo>
                    <a:pt x="27" y="62"/>
                  </a:lnTo>
                  <a:lnTo>
                    <a:pt x="34" y="60"/>
                  </a:lnTo>
                  <a:lnTo>
                    <a:pt x="41" y="56"/>
                  </a:lnTo>
                  <a:lnTo>
                    <a:pt x="48" y="53"/>
                  </a:lnTo>
                  <a:lnTo>
                    <a:pt x="55" y="47"/>
                  </a:lnTo>
                  <a:lnTo>
                    <a:pt x="62" y="41"/>
                  </a:lnTo>
                  <a:lnTo>
                    <a:pt x="68" y="34"/>
                  </a:lnTo>
                  <a:lnTo>
                    <a:pt x="75" y="29"/>
                  </a:lnTo>
                  <a:lnTo>
                    <a:pt x="81" y="22"/>
                  </a:lnTo>
                  <a:lnTo>
                    <a:pt x="68" y="38"/>
                  </a:lnTo>
                  <a:lnTo>
                    <a:pt x="90" y="44"/>
                  </a:lnTo>
                  <a:lnTo>
                    <a:pt x="82" y="51"/>
                  </a:lnTo>
                  <a:lnTo>
                    <a:pt x="72" y="58"/>
                  </a:lnTo>
                  <a:lnTo>
                    <a:pt x="63" y="66"/>
                  </a:lnTo>
                  <a:lnTo>
                    <a:pt x="54" y="75"/>
                  </a:lnTo>
                  <a:lnTo>
                    <a:pt x="46" y="84"/>
                  </a:lnTo>
                  <a:lnTo>
                    <a:pt x="40" y="93"/>
                  </a:lnTo>
                  <a:lnTo>
                    <a:pt x="35" y="105"/>
                  </a:lnTo>
                  <a:lnTo>
                    <a:pt x="33" y="117"/>
                  </a:lnTo>
                  <a:lnTo>
                    <a:pt x="33" y="129"/>
                  </a:lnTo>
                  <a:lnTo>
                    <a:pt x="35" y="143"/>
                  </a:lnTo>
                  <a:lnTo>
                    <a:pt x="46" y="145"/>
                  </a:lnTo>
                  <a:lnTo>
                    <a:pt x="57" y="144"/>
                  </a:lnTo>
                  <a:lnTo>
                    <a:pt x="69" y="140"/>
                  </a:lnTo>
                  <a:lnTo>
                    <a:pt x="82" y="135"/>
                  </a:lnTo>
                  <a:lnTo>
                    <a:pt x="93" y="129"/>
                  </a:lnTo>
                  <a:lnTo>
                    <a:pt x="105" y="123"/>
                  </a:lnTo>
                  <a:lnTo>
                    <a:pt x="115" y="121"/>
                  </a:lnTo>
                  <a:lnTo>
                    <a:pt x="123" y="121"/>
                  </a:lnTo>
                  <a:lnTo>
                    <a:pt x="130" y="126"/>
                  </a:lnTo>
                  <a:lnTo>
                    <a:pt x="135" y="136"/>
                  </a:lnTo>
                  <a:lnTo>
                    <a:pt x="122" y="141"/>
                  </a:lnTo>
                  <a:lnTo>
                    <a:pt x="111" y="148"/>
                  </a:lnTo>
                  <a:lnTo>
                    <a:pt x="99" y="156"/>
                  </a:lnTo>
                  <a:lnTo>
                    <a:pt x="90" y="166"/>
                  </a:lnTo>
                  <a:lnTo>
                    <a:pt x="81" y="177"/>
                  </a:lnTo>
                  <a:lnTo>
                    <a:pt x="71" y="188"/>
                  </a:lnTo>
                  <a:lnTo>
                    <a:pt x="63" y="200"/>
                  </a:lnTo>
                  <a:lnTo>
                    <a:pt x="56" y="211"/>
                  </a:lnTo>
                  <a:lnTo>
                    <a:pt x="49" y="224"/>
                  </a:lnTo>
                  <a:lnTo>
                    <a:pt x="42" y="236"/>
                  </a:lnTo>
                  <a:lnTo>
                    <a:pt x="74" y="245"/>
                  </a:lnTo>
                  <a:lnTo>
                    <a:pt x="52" y="328"/>
                  </a:lnTo>
                  <a:lnTo>
                    <a:pt x="48" y="309"/>
                  </a:lnTo>
                  <a:lnTo>
                    <a:pt x="41" y="291"/>
                  </a:lnTo>
                  <a:lnTo>
                    <a:pt x="32" y="273"/>
                  </a:lnTo>
                  <a:lnTo>
                    <a:pt x="22" y="254"/>
                  </a:lnTo>
                  <a:lnTo>
                    <a:pt x="12" y="236"/>
                  </a:lnTo>
                  <a:lnTo>
                    <a:pt x="7" y="217"/>
                  </a:lnTo>
                  <a:lnTo>
                    <a:pt x="4" y="200"/>
                  </a:lnTo>
                  <a:lnTo>
                    <a:pt x="9" y="184"/>
                  </a:lnTo>
                  <a:lnTo>
                    <a:pt x="20" y="167"/>
                  </a:lnTo>
                  <a:lnTo>
                    <a:pt x="42" y="152"/>
                  </a:lnTo>
                  <a:lnTo>
                    <a:pt x="4" y="159"/>
                  </a:lnTo>
                  <a:lnTo>
                    <a:pt x="1" y="141"/>
                  </a:lnTo>
                  <a:lnTo>
                    <a:pt x="0" y="125"/>
                  </a:lnTo>
                  <a:lnTo>
                    <a:pt x="0" y="108"/>
                  </a:lnTo>
                  <a:lnTo>
                    <a:pt x="0" y="93"/>
                  </a:lnTo>
                  <a:lnTo>
                    <a:pt x="2" y="80"/>
                  </a:lnTo>
                  <a:lnTo>
                    <a:pt x="4" y="65"/>
                  </a:lnTo>
                  <a:lnTo>
                    <a:pt x="7" y="50"/>
                  </a:lnTo>
                  <a:lnTo>
                    <a:pt x="9" y="33"/>
                  </a:lnTo>
                  <a:lnTo>
                    <a:pt x="11" y="17"/>
                  </a:lnTo>
                  <a:lnTo>
                    <a:pt x="13" y="0"/>
                  </a:lnTo>
                  <a:lnTo>
                    <a:pt x="18" y="2"/>
                  </a:lnTo>
                  <a:lnTo>
                    <a:pt x="22" y="6"/>
                  </a:lnTo>
                  <a:lnTo>
                    <a:pt x="24" y="10"/>
                  </a:lnTo>
                  <a:lnTo>
                    <a:pt x="26" y="16"/>
                  </a:lnTo>
                  <a:lnTo>
                    <a:pt x="27" y="23"/>
                  </a:lnTo>
                  <a:lnTo>
                    <a:pt x="27" y="30"/>
                  </a:lnTo>
                  <a:lnTo>
                    <a:pt x="27" y="36"/>
                  </a:lnTo>
                  <a:lnTo>
                    <a:pt x="26" y="43"/>
                  </a:lnTo>
                  <a:lnTo>
                    <a:pt x="23" y="48"/>
                  </a:lnTo>
                  <a:lnTo>
                    <a:pt x="20" y="53"/>
                  </a:lnTo>
                  <a:lnTo>
                    <a:pt x="19" y="53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5" name="Freeform 74"/>
            <p:cNvSpPr>
              <a:spLocks/>
            </p:cNvSpPr>
            <p:nvPr/>
          </p:nvSpPr>
          <p:spPr bwMode="auto">
            <a:xfrm>
              <a:off x="1567" y="3149"/>
              <a:ext cx="16" cy="46"/>
            </a:xfrm>
            <a:custGeom>
              <a:avLst/>
              <a:gdLst>
                <a:gd name="T0" fmla="*/ 4 w 33"/>
                <a:gd name="T1" fmla="*/ 91 h 92"/>
                <a:gd name="T2" fmla="*/ 0 w 33"/>
                <a:gd name="T3" fmla="*/ 83 h 92"/>
                <a:gd name="T4" fmla="*/ 0 w 33"/>
                <a:gd name="T5" fmla="*/ 75 h 92"/>
                <a:gd name="T6" fmla="*/ 3 w 33"/>
                <a:gd name="T7" fmla="*/ 66 h 92"/>
                <a:gd name="T8" fmla="*/ 7 w 33"/>
                <a:gd name="T9" fmla="*/ 58 h 92"/>
                <a:gd name="T10" fmla="*/ 13 w 33"/>
                <a:gd name="T11" fmla="*/ 48 h 92"/>
                <a:gd name="T12" fmla="*/ 19 w 33"/>
                <a:gd name="T13" fmla="*/ 39 h 92"/>
                <a:gd name="T14" fmla="*/ 25 w 33"/>
                <a:gd name="T15" fmla="*/ 30 h 92"/>
                <a:gd name="T16" fmla="*/ 29 w 33"/>
                <a:gd name="T17" fmla="*/ 19 h 92"/>
                <a:gd name="T18" fmla="*/ 33 w 33"/>
                <a:gd name="T19" fmla="*/ 10 h 92"/>
                <a:gd name="T20" fmla="*/ 33 w 33"/>
                <a:gd name="T21" fmla="*/ 0 h 92"/>
                <a:gd name="T22" fmla="*/ 4 w 33"/>
                <a:gd name="T23" fmla="*/ 92 h 92"/>
                <a:gd name="T24" fmla="*/ 4 w 33"/>
                <a:gd name="T25" fmla="*/ 92 h 92"/>
                <a:gd name="T26" fmla="*/ 4 w 33"/>
                <a:gd name="T27" fmla="*/ 91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92"/>
                <a:gd name="T44" fmla="*/ 33 w 33"/>
                <a:gd name="T45" fmla="*/ 92 h 9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92">
                  <a:moveTo>
                    <a:pt x="4" y="91"/>
                  </a:moveTo>
                  <a:lnTo>
                    <a:pt x="0" y="83"/>
                  </a:lnTo>
                  <a:lnTo>
                    <a:pt x="0" y="75"/>
                  </a:lnTo>
                  <a:lnTo>
                    <a:pt x="3" y="66"/>
                  </a:lnTo>
                  <a:lnTo>
                    <a:pt x="7" y="58"/>
                  </a:lnTo>
                  <a:lnTo>
                    <a:pt x="13" y="48"/>
                  </a:lnTo>
                  <a:lnTo>
                    <a:pt x="19" y="39"/>
                  </a:lnTo>
                  <a:lnTo>
                    <a:pt x="25" y="30"/>
                  </a:lnTo>
                  <a:lnTo>
                    <a:pt x="29" y="19"/>
                  </a:lnTo>
                  <a:lnTo>
                    <a:pt x="33" y="10"/>
                  </a:lnTo>
                  <a:lnTo>
                    <a:pt x="33" y="0"/>
                  </a:lnTo>
                  <a:lnTo>
                    <a:pt x="4" y="92"/>
                  </a:lnTo>
                  <a:lnTo>
                    <a:pt x="4" y="91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6" name="Freeform 75"/>
            <p:cNvSpPr>
              <a:spLocks/>
            </p:cNvSpPr>
            <p:nvPr/>
          </p:nvSpPr>
          <p:spPr bwMode="auto">
            <a:xfrm>
              <a:off x="1578" y="3152"/>
              <a:ext cx="16" cy="62"/>
            </a:xfrm>
            <a:custGeom>
              <a:avLst/>
              <a:gdLst>
                <a:gd name="T0" fmla="*/ 3 w 33"/>
                <a:gd name="T1" fmla="*/ 124 h 124"/>
                <a:gd name="T2" fmla="*/ 0 w 33"/>
                <a:gd name="T3" fmla="*/ 114 h 124"/>
                <a:gd name="T4" fmla="*/ 0 w 33"/>
                <a:gd name="T5" fmla="*/ 102 h 124"/>
                <a:gd name="T6" fmla="*/ 3 w 33"/>
                <a:gd name="T7" fmla="*/ 90 h 124"/>
                <a:gd name="T8" fmla="*/ 5 w 33"/>
                <a:gd name="T9" fmla="*/ 77 h 124"/>
                <a:gd name="T10" fmla="*/ 10 w 33"/>
                <a:gd name="T11" fmla="*/ 64 h 124"/>
                <a:gd name="T12" fmla="*/ 14 w 33"/>
                <a:gd name="T13" fmla="*/ 52 h 124"/>
                <a:gd name="T14" fmla="*/ 19 w 33"/>
                <a:gd name="T15" fmla="*/ 39 h 124"/>
                <a:gd name="T16" fmla="*/ 25 w 33"/>
                <a:gd name="T17" fmla="*/ 25 h 124"/>
                <a:gd name="T18" fmla="*/ 28 w 33"/>
                <a:gd name="T19" fmla="*/ 12 h 124"/>
                <a:gd name="T20" fmla="*/ 33 w 33"/>
                <a:gd name="T21" fmla="*/ 0 h 124"/>
                <a:gd name="T22" fmla="*/ 4 w 33"/>
                <a:gd name="T23" fmla="*/ 124 h 124"/>
                <a:gd name="T24" fmla="*/ 4 w 33"/>
                <a:gd name="T25" fmla="*/ 124 h 124"/>
                <a:gd name="T26" fmla="*/ 3 w 33"/>
                <a:gd name="T27" fmla="*/ 124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24"/>
                <a:gd name="T44" fmla="*/ 33 w 33"/>
                <a:gd name="T45" fmla="*/ 124 h 1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24">
                  <a:moveTo>
                    <a:pt x="3" y="124"/>
                  </a:moveTo>
                  <a:lnTo>
                    <a:pt x="0" y="114"/>
                  </a:lnTo>
                  <a:lnTo>
                    <a:pt x="0" y="102"/>
                  </a:lnTo>
                  <a:lnTo>
                    <a:pt x="3" y="90"/>
                  </a:lnTo>
                  <a:lnTo>
                    <a:pt x="5" y="77"/>
                  </a:lnTo>
                  <a:lnTo>
                    <a:pt x="10" y="64"/>
                  </a:lnTo>
                  <a:lnTo>
                    <a:pt x="14" y="52"/>
                  </a:lnTo>
                  <a:lnTo>
                    <a:pt x="19" y="39"/>
                  </a:lnTo>
                  <a:lnTo>
                    <a:pt x="25" y="25"/>
                  </a:lnTo>
                  <a:lnTo>
                    <a:pt x="28" y="12"/>
                  </a:lnTo>
                  <a:lnTo>
                    <a:pt x="33" y="0"/>
                  </a:lnTo>
                  <a:lnTo>
                    <a:pt x="4" y="124"/>
                  </a:lnTo>
                  <a:lnTo>
                    <a:pt x="3" y="124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7" name="Freeform 76"/>
            <p:cNvSpPr>
              <a:spLocks/>
            </p:cNvSpPr>
            <p:nvPr/>
          </p:nvSpPr>
          <p:spPr bwMode="auto">
            <a:xfrm>
              <a:off x="1460" y="3160"/>
              <a:ext cx="38" cy="27"/>
            </a:xfrm>
            <a:custGeom>
              <a:avLst/>
              <a:gdLst>
                <a:gd name="T0" fmla="*/ 69 w 76"/>
                <a:gd name="T1" fmla="*/ 54 h 54"/>
                <a:gd name="T2" fmla="*/ 0 w 76"/>
                <a:gd name="T3" fmla="*/ 0 h 54"/>
                <a:gd name="T4" fmla="*/ 76 w 76"/>
                <a:gd name="T5" fmla="*/ 48 h 54"/>
                <a:gd name="T6" fmla="*/ 69 w 76"/>
                <a:gd name="T7" fmla="*/ 54 h 54"/>
                <a:gd name="T8" fmla="*/ 69 w 76"/>
                <a:gd name="T9" fmla="*/ 5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"/>
                <a:gd name="T16" fmla="*/ 0 h 54"/>
                <a:gd name="T17" fmla="*/ 76 w 76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" h="54">
                  <a:moveTo>
                    <a:pt x="69" y="54"/>
                  </a:moveTo>
                  <a:lnTo>
                    <a:pt x="0" y="0"/>
                  </a:lnTo>
                  <a:lnTo>
                    <a:pt x="76" y="48"/>
                  </a:lnTo>
                  <a:lnTo>
                    <a:pt x="69" y="54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8" name="Freeform 77"/>
            <p:cNvSpPr>
              <a:spLocks/>
            </p:cNvSpPr>
            <p:nvPr/>
          </p:nvSpPr>
          <p:spPr bwMode="auto">
            <a:xfrm>
              <a:off x="1182" y="3175"/>
              <a:ext cx="23" cy="23"/>
            </a:xfrm>
            <a:custGeom>
              <a:avLst/>
              <a:gdLst>
                <a:gd name="T0" fmla="*/ 46 w 46"/>
                <a:gd name="T1" fmla="*/ 24 h 46"/>
                <a:gd name="T2" fmla="*/ 41 w 46"/>
                <a:gd name="T3" fmla="*/ 26 h 46"/>
                <a:gd name="T4" fmla="*/ 37 w 46"/>
                <a:gd name="T5" fmla="*/ 29 h 46"/>
                <a:gd name="T6" fmla="*/ 33 w 46"/>
                <a:gd name="T7" fmla="*/ 32 h 46"/>
                <a:gd name="T8" fmla="*/ 30 w 46"/>
                <a:gd name="T9" fmla="*/ 34 h 46"/>
                <a:gd name="T10" fmla="*/ 25 w 46"/>
                <a:gd name="T11" fmla="*/ 38 h 46"/>
                <a:gd name="T12" fmla="*/ 22 w 46"/>
                <a:gd name="T13" fmla="*/ 40 h 46"/>
                <a:gd name="T14" fmla="*/ 18 w 46"/>
                <a:gd name="T15" fmla="*/ 43 h 46"/>
                <a:gd name="T16" fmla="*/ 15 w 46"/>
                <a:gd name="T17" fmla="*/ 45 h 46"/>
                <a:gd name="T18" fmla="*/ 11 w 46"/>
                <a:gd name="T19" fmla="*/ 46 h 46"/>
                <a:gd name="T20" fmla="*/ 8 w 46"/>
                <a:gd name="T21" fmla="*/ 46 h 46"/>
                <a:gd name="T22" fmla="*/ 3 w 46"/>
                <a:gd name="T23" fmla="*/ 41 h 46"/>
                <a:gd name="T24" fmla="*/ 1 w 46"/>
                <a:gd name="T25" fmla="*/ 37 h 46"/>
                <a:gd name="T26" fmla="*/ 0 w 46"/>
                <a:gd name="T27" fmla="*/ 32 h 46"/>
                <a:gd name="T28" fmla="*/ 0 w 46"/>
                <a:gd name="T29" fmla="*/ 26 h 46"/>
                <a:gd name="T30" fmla="*/ 2 w 46"/>
                <a:gd name="T31" fmla="*/ 22 h 46"/>
                <a:gd name="T32" fmla="*/ 5 w 46"/>
                <a:gd name="T33" fmla="*/ 17 h 46"/>
                <a:gd name="T34" fmla="*/ 9 w 46"/>
                <a:gd name="T35" fmla="*/ 12 h 46"/>
                <a:gd name="T36" fmla="*/ 12 w 46"/>
                <a:gd name="T37" fmla="*/ 9 h 46"/>
                <a:gd name="T38" fmla="*/ 17 w 46"/>
                <a:gd name="T39" fmla="*/ 4 h 46"/>
                <a:gd name="T40" fmla="*/ 21 w 46"/>
                <a:gd name="T41" fmla="*/ 2 h 46"/>
                <a:gd name="T42" fmla="*/ 26 w 46"/>
                <a:gd name="T43" fmla="*/ 0 h 46"/>
                <a:gd name="T44" fmla="*/ 31 w 46"/>
                <a:gd name="T45" fmla="*/ 0 h 46"/>
                <a:gd name="T46" fmla="*/ 34 w 46"/>
                <a:gd name="T47" fmla="*/ 1 h 46"/>
                <a:gd name="T48" fmla="*/ 37 w 46"/>
                <a:gd name="T49" fmla="*/ 3 h 46"/>
                <a:gd name="T50" fmla="*/ 38 w 46"/>
                <a:gd name="T51" fmla="*/ 6 h 46"/>
                <a:gd name="T52" fmla="*/ 39 w 46"/>
                <a:gd name="T53" fmla="*/ 9 h 46"/>
                <a:gd name="T54" fmla="*/ 40 w 46"/>
                <a:gd name="T55" fmla="*/ 14 h 46"/>
                <a:gd name="T56" fmla="*/ 41 w 46"/>
                <a:gd name="T57" fmla="*/ 17 h 46"/>
                <a:gd name="T58" fmla="*/ 44 w 46"/>
                <a:gd name="T59" fmla="*/ 21 h 46"/>
                <a:gd name="T60" fmla="*/ 46 w 46"/>
                <a:gd name="T61" fmla="*/ 24 h 46"/>
                <a:gd name="T62" fmla="*/ 46 w 46"/>
                <a:gd name="T63" fmla="*/ 24 h 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6"/>
                <a:gd name="T97" fmla="*/ 0 h 46"/>
                <a:gd name="T98" fmla="*/ 46 w 46"/>
                <a:gd name="T99" fmla="*/ 46 h 4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6" h="46">
                  <a:moveTo>
                    <a:pt x="46" y="24"/>
                  </a:moveTo>
                  <a:lnTo>
                    <a:pt x="41" y="26"/>
                  </a:lnTo>
                  <a:lnTo>
                    <a:pt x="37" y="29"/>
                  </a:lnTo>
                  <a:lnTo>
                    <a:pt x="33" y="32"/>
                  </a:lnTo>
                  <a:lnTo>
                    <a:pt x="30" y="34"/>
                  </a:lnTo>
                  <a:lnTo>
                    <a:pt x="25" y="38"/>
                  </a:lnTo>
                  <a:lnTo>
                    <a:pt x="22" y="40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11" y="46"/>
                  </a:lnTo>
                  <a:lnTo>
                    <a:pt x="8" y="46"/>
                  </a:lnTo>
                  <a:lnTo>
                    <a:pt x="3" y="41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5" y="17"/>
                  </a:lnTo>
                  <a:lnTo>
                    <a:pt x="9" y="12"/>
                  </a:lnTo>
                  <a:lnTo>
                    <a:pt x="12" y="9"/>
                  </a:lnTo>
                  <a:lnTo>
                    <a:pt x="17" y="4"/>
                  </a:lnTo>
                  <a:lnTo>
                    <a:pt x="21" y="2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4" y="1"/>
                  </a:lnTo>
                  <a:lnTo>
                    <a:pt x="37" y="3"/>
                  </a:lnTo>
                  <a:lnTo>
                    <a:pt x="38" y="6"/>
                  </a:lnTo>
                  <a:lnTo>
                    <a:pt x="39" y="9"/>
                  </a:lnTo>
                  <a:lnTo>
                    <a:pt x="40" y="14"/>
                  </a:lnTo>
                  <a:lnTo>
                    <a:pt x="41" y="17"/>
                  </a:lnTo>
                  <a:lnTo>
                    <a:pt x="44" y="21"/>
                  </a:lnTo>
                  <a:lnTo>
                    <a:pt x="46" y="24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69" name="Freeform 78"/>
            <p:cNvSpPr>
              <a:spLocks/>
            </p:cNvSpPr>
            <p:nvPr/>
          </p:nvSpPr>
          <p:spPr bwMode="auto">
            <a:xfrm>
              <a:off x="1494" y="3177"/>
              <a:ext cx="147" cy="459"/>
            </a:xfrm>
            <a:custGeom>
              <a:avLst/>
              <a:gdLst>
                <a:gd name="T0" fmla="*/ 119 w 292"/>
                <a:gd name="T1" fmla="*/ 203 h 918"/>
                <a:gd name="T2" fmla="*/ 175 w 292"/>
                <a:gd name="T3" fmla="*/ 342 h 918"/>
                <a:gd name="T4" fmla="*/ 221 w 292"/>
                <a:gd name="T5" fmla="*/ 488 h 918"/>
                <a:gd name="T6" fmla="*/ 254 w 292"/>
                <a:gd name="T7" fmla="*/ 638 h 918"/>
                <a:gd name="T8" fmla="*/ 281 w 292"/>
                <a:gd name="T9" fmla="*/ 791 h 918"/>
                <a:gd name="T10" fmla="*/ 275 w 292"/>
                <a:gd name="T11" fmla="*/ 868 h 918"/>
                <a:gd name="T12" fmla="*/ 246 w 292"/>
                <a:gd name="T13" fmla="*/ 879 h 918"/>
                <a:gd name="T14" fmla="*/ 219 w 292"/>
                <a:gd name="T15" fmla="*/ 895 h 918"/>
                <a:gd name="T16" fmla="*/ 194 w 292"/>
                <a:gd name="T17" fmla="*/ 911 h 918"/>
                <a:gd name="T18" fmla="*/ 165 w 292"/>
                <a:gd name="T19" fmla="*/ 918 h 918"/>
                <a:gd name="T20" fmla="*/ 148 w 292"/>
                <a:gd name="T21" fmla="*/ 903 h 918"/>
                <a:gd name="T22" fmla="*/ 164 w 292"/>
                <a:gd name="T23" fmla="*/ 887 h 918"/>
                <a:gd name="T24" fmla="*/ 190 w 292"/>
                <a:gd name="T25" fmla="*/ 879 h 918"/>
                <a:gd name="T26" fmla="*/ 211 w 292"/>
                <a:gd name="T27" fmla="*/ 867 h 918"/>
                <a:gd name="T28" fmla="*/ 211 w 292"/>
                <a:gd name="T29" fmla="*/ 846 h 918"/>
                <a:gd name="T30" fmla="*/ 170 w 292"/>
                <a:gd name="T31" fmla="*/ 842 h 918"/>
                <a:gd name="T32" fmla="*/ 130 w 292"/>
                <a:gd name="T33" fmla="*/ 831 h 918"/>
                <a:gd name="T34" fmla="*/ 110 w 292"/>
                <a:gd name="T35" fmla="*/ 791 h 918"/>
                <a:gd name="T36" fmla="*/ 97 w 292"/>
                <a:gd name="T37" fmla="*/ 735 h 918"/>
                <a:gd name="T38" fmla="*/ 82 w 292"/>
                <a:gd name="T39" fmla="*/ 683 h 918"/>
                <a:gd name="T40" fmla="*/ 66 w 292"/>
                <a:gd name="T41" fmla="*/ 614 h 918"/>
                <a:gd name="T42" fmla="*/ 50 w 292"/>
                <a:gd name="T43" fmla="*/ 510 h 918"/>
                <a:gd name="T44" fmla="*/ 36 w 292"/>
                <a:gd name="T45" fmla="*/ 405 h 918"/>
                <a:gd name="T46" fmla="*/ 31 w 292"/>
                <a:gd name="T47" fmla="*/ 302 h 918"/>
                <a:gd name="T48" fmla="*/ 46 w 292"/>
                <a:gd name="T49" fmla="*/ 204 h 918"/>
                <a:gd name="T50" fmla="*/ 58 w 292"/>
                <a:gd name="T51" fmla="*/ 144 h 918"/>
                <a:gd name="T52" fmla="*/ 38 w 292"/>
                <a:gd name="T53" fmla="*/ 119 h 918"/>
                <a:gd name="T54" fmla="*/ 14 w 292"/>
                <a:gd name="T55" fmla="*/ 94 h 918"/>
                <a:gd name="T56" fmla="*/ 0 w 292"/>
                <a:gd name="T57" fmla="*/ 69 h 918"/>
                <a:gd name="T58" fmla="*/ 8 w 292"/>
                <a:gd name="T59" fmla="*/ 41 h 918"/>
                <a:gd name="T60" fmla="*/ 47 w 292"/>
                <a:gd name="T61" fmla="*/ 7 h 918"/>
                <a:gd name="T62" fmla="*/ 80 w 292"/>
                <a:gd name="T63" fmla="*/ 4 h 918"/>
                <a:gd name="T64" fmla="*/ 96 w 292"/>
                <a:gd name="T65" fmla="*/ 32 h 918"/>
                <a:gd name="T66" fmla="*/ 99 w 292"/>
                <a:gd name="T67" fmla="*/ 76 h 918"/>
                <a:gd name="T68" fmla="*/ 91 w 292"/>
                <a:gd name="T69" fmla="*/ 118 h 918"/>
                <a:gd name="T70" fmla="*/ 84 w 292"/>
                <a:gd name="T71" fmla="*/ 134 h 9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92"/>
                <a:gd name="T109" fmla="*/ 0 h 918"/>
                <a:gd name="T110" fmla="*/ 292 w 292"/>
                <a:gd name="T111" fmla="*/ 918 h 91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92" h="918">
                  <a:moveTo>
                    <a:pt x="84" y="134"/>
                  </a:moveTo>
                  <a:lnTo>
                    <a:pt x="119" y="203"/>
                  </a:lnTo>
                  <a:lnTo>
                    <a:pt x="149" y="272"/>
                  </a:lnTo>
                  <a:lnTo>
                    <a:pt x="175" y="342"/>
                  </a:lnTo>
                  <a:lnTo>
                    <a:pt x="200" y="415"/>
                  </a:lnTo>
                  <a:lnTo>
                    <a:pt x="221" y="488"/>
                  </a:lnTo>
                  <a:lnTo>
                    <a:pt x="238" y="563"/>
                  </a:lnTo>
                  <a:lnTo>
                    <a:pt x="254" y="638"/>
                  </a:lnTo>
                  <a:lnTo>
                    <a:pt x="268" y="714"/>
                  </a:lnTo>
                  <a:lnTo>
                    <a:pt x="281" y="791"/>
                  </a:lnTo>
                  <a:lnTo>
                    <a:pt x="292" y="868"/>
                  </a:lnTo>
                  <a:lnTo>
                    <a:pt x="275" y="868"/>
                  </a:lnTo>
                  <a:lnTo>
                    <a:pt x="260" y="872"/>
                  </a:lnTo>
                  <a:lnTo>
                    <a:pt x="246" y="879"/>
                  </a:lnTo>
                  <a:lnTo>
                    <a:pt x="233" y="887"/>
                  </a:lnTo>
                  <a:lnTo>
                    <a:pt x="219" y="895"/>
                  </a:lnTo>
                  <a:lnTo>
                    <a:pt x="207" y="903"/>
                  </a:lnTo>
                  <a:lnTo>
                    <a:pt x="194" y="911"/>
                  </a:lnTo>
                  <a:lnTo>
                    <a:pt x="180" y="916"/>
                  </a:lnTo>
                  <a:lnTo>
                    <a:pt x="165" y="918"/>
                  </a:lnTo>
                  <a:lnTo>
                    <a:pt x="148" y="917"/>
                  </a:lnTo>
                  <a:lnTo>
                    <a:pt x="148" y="903"/>
                  </a:lnTo>
                  <a:lnTo>
                    <a:pt x="154" y="894"/>
                  </a:lnTo>
                  <a:lnTo>
                    <a:pt x="164" y="887"/>
                  </a:lnTo>
                  <a:lnTo>
                    <a:pt x="177" y="882"/>
                  </a:lnTo>
                  <a:lnTo>
                    <a:pt x="190" y="879"/>
                  </a:lnTo>
                  <a:lnTo>
                    <a:pt x="202" y="873"/>
                  </a:lnTo>
                  <a:lnTo>
                    <a:pt x="211" y="867"/>
                  </a:lnTo>
                  <a:lnTo>
                    <a:pt x="215" y="859"/>
                  </a:lnTo>
                  <a:lnTo>
                    <a:pt x="211" y="846"/>
                  </a:lnTo>
                  <a:lnTo>
                    <a:pt x="200" y="830"/>
                  </a:lnTo>
                  <a:lnTo>
                    <a:pt x="170" y="842"/>
                  </a:lnTo>
                  <a:lnTo>
                    <a:pt x="147" y="842"/>
                  </a:lnTo>
                  <a:lnTo>
                    <a:pt x="130" y="831"/>
                  </a:lnTo>
                  <a:lnTo>
                    <a:pt x="118" y="814"/>
                  </a:lnTo>
                  <a:lnTo>
                    <a:pt x="110" y="791"/>
                  </a:lnTo>
                  <a:lnTo>
                    <a:pt x="103" y="763"/>
                  </a:lnTo>
                  <a:lnTo>
                    <a:pt x="97" y="735"/>
                  </a:lnTo>
                  <a:lnTo>
                    <a:pt x="90" y="709"/>
                  </a:lnTo>
                  <a:lnTo>
                    <a:pt x="82" y="683"/>
                  </a:lnTo>
                  <a:lnTo>
                    <a:pt x="71" y="665"/>
                  </a:lnTo>
                  <a:lnTo>
                    <a:pt x="66" y="614"/>
                  </a:lnTo>
                  <a:lnTo>
                    <a:pt x="58" y="562"/>
                  </a:lnTo>
                  <a:lnTo>
                    <a:pt x="50" y="510"/>
                  </a:lnTo>
                  <a:lnTo>
                    <a:pt x="43" y="457"/>
                  </a:lnTo>
                  <a:lnTo>
                    <a:pt x="36" y="405"/>
                  </a:lnTo>
                  <a:lnTo>
                    <a:pt x="32" y="353"/>
                  </a:lnTo>
                  <a:lnTo>
                    <a:pt x="31" y="302"/>
                  </a:lnTo>
                  <a:lnTo>
                    <a:pt x="36" y="251"/>
                  </a:lnTo>
                  <a:lnTo>
                    <a:pt x="46" y="204"/>
                  </a:lnTo>
                  <a:lnTo>
                    <a:pt x="62" y="158"/>
                  </a:lnTo>
                  <a:lnTo>
                    <a:pt x="58" y="144"/>
                  </a:lnTo>
                  <a:lnTo>
                    <a:pt x="48" y="131"/>
                  </a:lnTo>
                  <a:lnTo>
                    <a:pt x="38" y="119"/>
                  </a:lnTo>
                  <a:lnTo>
                    <a:pt x="25" y="107"/>
                  </a:lnTo>
                  <a:lnTo>
                    <a:pt x="14" y="94"/>
                  </a:lnTo>
                  <a:lnTo>
                    <a:pt x="6" y="81"/>
                  </a:lnTo>
                  <a:lnTo>
                    <a:pt x="0" y="69"/>
                  </a:lnTo>
                  <a:lnTo>
                    <a:pt x="0" y="56"/>
                  </a:lnTo>
                  <a:lnTo>
                    <a:pt x="8" y="41"/>
                  </a:lnTo>
                  <a:lnTo>
                    <a:pt x="24" y="27"/>
                  </a:lnTo>
                  <a:lnTo>
                    <a:pt x="47" y="7"/>
                  </a:lnTo>
                  <a:lnTo>
                    <a:pt x="66" y="0"/>
                  </a:lnTo>
                  <a:lnTo>
                    <a:pt x="80" y="4"/>
                  </a:lnTo>
                  <a:lnTo>
                    <a:pt x="90" y="14"/>
                  </a:lnTo>
                  <a:lnTo>
                    <a:pt x="96" y="32"/>
                  </a:lnTo>
                  <a:lnTo>
                    <a:pt x="99" y="52"/>
                  </a:lnTo>
                  <a:lnTo>
                    <a:pt x="99" y="76"/>
                  </a:lnTo>
                  <a:lnTo>
                    <a:pt x="96" y="99"/>
                  </a:lnTo>
                  <a:lnTo>
                    <a:pt x="91" y="118"/>
                  </a:lnTo>
                  <a:lnTo>
                    <a:pt x="84" y="134"/>
                  </a:lnTo>
                  <a:close/>
                </a:path>
              </a:pathLst>
            </a:custGeom>
            <a:solidFill>
              <a:srgbClr val="FFFF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0" name="Freeform 79"/>
            <p:cNvSpPr>
              <a:spLocks/>
            </p:cNvSpPr>
            <p:nvPr/>
          </p:nvSpPr>
          <p:spPr bwMode="auto">
            <a:xfrm>
              <a:off x="2395" y="3184"/>
              <a:ext cx="95" cy="83"/>
            </a:xfrm>
            <a:custGeom>
              <a:avLst/>
              <a:gdLst>
                <a:gd name="T0" fmla="*/ 191 w 192"/>
                <a:gd name="T1" fmla="*/ 0 h 167"/>
                <a:gd name="T2" fmla="*/ 184 w 192"/>
                <a:gd name="T3" fmla="*/ 5 h 167"/>
                <a:gd name="T4" fmla="*/ 176 w 192"/>
                <a:gd name="T5" fmla="*/ 11 h 167"/>
                <a:gd name="T6" fmla="*/ 166 w 192"/>
                <a:gd name="T7" fmla="*/ 17 h 167"/>
                <a:gd name="T8" fmla="*/ 158 w 192"/>
                <a:gd name="T9" fmla="*/ 26 h 167"/>
                <a:gd name="T10" fmla="*/ 149 w 192"/>
                <a:gd name="T11" fmla="*/ 32 h 167"/>
                <a:gd name="T12" fmla="*/ 140 w 192"/>
                <a:gd name="T13" fmla="*/ 39 h 167"/>
                <a:gd name="T14" fmla="*/ 129 w 192"/>
                <a:gd name="T15" fmla="*/ 44 h 167"/>
                <a:gd name="T16" fmla="*/ 119 w 192"/>
                <a:gd name="T17" fmla="*/ 47 h 167"/>
                <a:gd name="T18" fmla="*/ 110 w 192"/>
                <a:gd name="T19" fmla="*/ 49 h 167"/>
                <a:gd name="T20" fmla="*/ 99 w 192"/>
                <a:gd name="T21" fmla="*/ 45 h 167"/>
                <a:gd name="T22" fmla="*/ 90 w 192"/>
                <a:gd name="T23" fmla="*/ 56 h 167"/>
                <a:gd name="T24" fmla="*/ 80 w 192"/>
                <a:gd name="T25" fmla="*/ 65 h 167"/>
                <a:gd name="T26" fmla="*/ 69 w 192"/>
                <a:gd name="T27" fmla="*/ 76 h 167"/>
                <a:gd name="T28" fmla="*/ 58 w 192"/>
                <a:gd name="T29" fmla="*/ 87 h 167"/>
                <a:gd name="T30" fmla="*/ 47 w 192"/>
                <a:gd name="T31" fmla="*/ 98 h 167"/>
                <a:gd name="T32" fmla="*/ 38 w 192"/>
                <a:gd name="T33" fmla="*/ 111 h 167"/>
                <a:gd name="T34" fmla="*/ 30 w 192"/>
                <a:gd name="T35" fmla="*/ 124 h 167"/>
                <a:gd name="T36" fmla="*/ 23 w 192"/>
                <a:gd name="T37" fmla="*/ 138 h 167"/>
                <a:gd name="T38" fmla="*/ 19 w 192"/>
                <a:gd name="T39" fmla="*/ 151 h 167"/>
                <a:gd name="T40" fmla="*/ 16 w 192"/>
                <a:gd name="T41" fmla="*/ 167 h 167"/>
                <a:gd name="T42" fmla="*/ 7 w 192"/>
                <a:gd name="T43" fmla="*/ 161 h 167"/>
                <a:gd name="T44" fmla="*/ 2 w 192"/>
                <a:gd name="T45" fmla="*/ 154 h 167"/>
                <a:gd name="T46" fmla="*/ 0 w 192"/>
                <a:gd name="T47" fmla="*/ 147 h 167"/>
                <a:gd name="T48" fmla="*/ 0 w 192"/>
                <a:gd name="T49" fmla="*/ 138 h 167"/>
                <a:gd name="T50" fmla="*/ 2 w 192"/>
                <a:gd name="T51" fmla="*/ 128 h 167"/>
                <a:gd name="T52" fmla="*/ 6 w 192"/>
                <a:gd name="T53" fmla="*/ 119 h 167"/>
                <a:gd name="T54" fmla="*/ 10 w 192"/>
                <a:gd name="T55" fmla="*/ 110 h 167"/>
                <a:gd name="T56" fmla="*/ 15 w 192"/>
                <a:gd name="T57" fmla="*/ 101 h 167"/>
                <a:gd name="T58" fmla="*/ 19 w 192"/>
                <a:gd name="T59" fmla="*/ 91 h 167"/>
                <a:gd name="T60" fmla="*/ 22 w 192"/>
                <a:gd name="T61" fmla="*/ 83 h 167"/>
                <a:gd name="T62" fmla="*/ 32 w 192"/>
                <a:gd name="T63" fmla="*/ 74 h 167"/>
                <a:gd name="T64" fmla="*/ 42 w 192"/>
                <a:gd name="T65" fmla="*/ 65 h 167"/>
                <a:gd name="T66" fmla="*/ 51 w 192"/>
                <a:gd name="T67" fmla="*/ 57 h 167"/>
                <a:gd name="T68" fmla="*/ 60 w 192"/>
                <a:gd name="T69" fmla="*/ 47 h 167"/>
                <a:gd name="T70" fmla="*/ 69 w 192"/>
                <a:gd name="T71" fmla="*/ 41 h 167"/>
                <a:gd name="T72" fmla="*/ 79 w 192"/>
                <a:gd name="T73" fmla="*/ 34 h 167"/>
                <a:gd name="T74" fmla="*/ 89 w 192"/>
                <a:gd name="T75" fmla="*/ 27 h 167"/>
                <a:gd name="T76" fmla="*/ 99 w 192"/>
                <a:gd name="T77" fmla="*/ 21 h 167"/>
                <a:gd name="T78" fmla="*/ 110 w 192"/>
                <a:gd name="T79" fmla="*/ 17 h 167"/>
                <a:gd name="T80" fmla="*/ 121 w 192"/>
                <a:gd name="T81" fmla="*/ 14 h 167"/>
                <a:gd name="T82" fmla="*/ 127 w 192"/>
                <a:gd name="T83" fmla="*/ 22 h 167"/>
                <a:gd name="T84" fmla="*/ 133 w 192"/>
                <a:gd name="T85" fmla="*/ 26 h 167"/>
                <a:gd name="T86" fmla="*/ 140 w 192"/>
                <a:gd name="T87" fmla="*/ 26 h 167"/>
                <a:gd name="T88" fmla="*/ 147 w 192"/>
                <a:gd name="T89" fmla="*/ 22 h 167"/>
                <a:gd name="T90" fmla="*/ 154 w 192"/>
                <a:gd name="T91" fmla="*/ 17 h 167"/>
                <a:gd name="T92" fmla="*/ 161 w 192"/>
                <a:gd name="T93" fmla="*/ 13 h 167"/>
                <a:gd name="T94" fmla="*/ 169 w 192"/>
                <a:gd name="T95" fmla="*/ 7 h 167"/>
                <a:gd name="T96" fmla="*/ 176 w 192"/>
                <a:gd name="T97" fmla="*/ 2 h 167"/>
                <a:gd name="T98" fmla="*/ 184 w 192"/>
                <a:gd name="T99" fmla="*/ 0 h 167"/>
                <a:gd name="T100" fmla="*/ 192 w 192"/>
                <a:gd name="T101" fmla="*/ 1 h 167"/>
                <a:gd name="T102" fmla="*/ 192 w 192"/>
                <a:gd name="T103" fmla="*/ 1 h 167"/>
                <a:gd name="T104" fmla="*/ 191 w 192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2"/>
                <a:gd name="T160" fmla="*/ 0 h 167"/>
                <a:gd name="T161" fmla="*/ 192 w 192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2" h="167">
                  <a:moveTo>
                    <a:pt x="191" y="0"/>
                  </a:moveTo>
                  <a:lnTo>
                    <a:pt x="184" y="5"/>
                  </a:lnTo>
                  <a:lnTo>
                    <a:pt x="176" y="11"/>
                  </a:lnTo>
                  <a:lnTo>
                    <a:pt x="166" y="17"/>
                  </a:lnTo>
                  <a:lnTo>
                    <a:pt x="158" y="26"/>
                  </a:lnTo>
                  <a:lnTo>
                    <a:pt x="149" y="32"/>
                  </a:lnTo>
                  <a:lnTo>
                    <a:pt x="140" y="39"/>
                  </a:lnTo>
                  <a:lnTo>
                    <a:pt x="129" y="44"/>
                  </a:lnTo>
                  <a:lnTo>
                    <a:pt x="119" y="47"/>
                  </a:lnTo>
                  <a:lnTo>
                    <a:pt x="110" y="49"/>
                  </a:lnTo>
                  <a:lnTo>
                    <a:pt x="99" y="45"/>
                  </a:lnTo>
                  <a:lnTo>
                    <a:pt x="90" y="56"/>
                  </a:lnTo>
                  <a:lnTo>
                    <a:pt x="80" y="65"/>
                  </a:lnTo>
                  <a:lnTo>
                    <a:pt x="69" y="76"/>
                  </a:lnTo>
                  <a:lnTo>
                    <a:pt x="58" y="87"/>
                  </a:lnTo>
                  <a:lnTo>
                    <a:pt x="47" y="98"/>
                  </a:lnTo>
                  <a:lnTo>
                    <a:pt x="38" y="111"/>
                  </a:lnTo>
                  <a:lnTo>
                    <a:pt x="30" y="124"/>
                  </a:lnTo>
                  <a:lnTo>
                    <a:pt x="23" y="138"/>
                  </a:lnTo>
                  <a:lnTo>
                    <a:pt x="19" y="151"/>
                  </a:lnTo>
                  <a:lnTo>
                    <a:pt x="16" y="167"/>
                  </a:lnTo>
                  <a:lnTo>
                    <a:pt x="7" y="161"/>
                  </a:lnTo>
                  <a:lnTo>
                    <a:pt x="2" y="154"/>
                  </a:lnTo>
                  <a:lnTo>
                    <a:pt x="0" y="147"/>
                  </a:lnTo>
                  <a:lnTo>
                    <a:pt x="0" y="138"/>
                  </a:lnTo>
                  <a:lnTo>
                    <a:pt x="2" y="128"/>
                  </a:lnTo>
                  <a:lnTo>
                    <a:pt x="6" y="119"/>
                  </a:lnTo>
                  <a:lnTo>
                    <a:pt x="10" y="110"/>
                  </a:lnTo>
                  <a:lnTo>
                    <a:pt x="15" y="101"/>
                  </a:lnTo>
                  <a:lnTo>
                    <a:pt x="19" y="91"/>
                  </a:lnTo>
                  <a:lnTo>
                    <a:pt x="22" y="83"/>
                  </a:lnTo>
                  <a:lnTo>
                    <a:pt x="32" y="74"/>
                  </a:lnTo>
                  <a:lnTo>
                    <a:pt x="42" y="65"/>
                  </a:lnTo>
                  <a:lnTo>
                    <a:pt x="51" y="57"/>
                  </a:lnTo>
                  <a:lnTo>
                    <a:pt x="60" y="47"/>
                  </a:lnTo>
                  <a:lnTo>
                    <a:pt x="69" y="41"/>
                  </a:lnTo>
                  <a:lnTo>
                    <a:pt x="79" y="34"/>
                  </a:lnTo>
                  <a:lnTo>
                    <a:pt x="89" y="27"/>
                  </a:lnTo>
                  <a:lnTo>
                    <a:pt x="99" y="21"/>
                  </a:lnTo>
                  <a:lnTo>
                    <a:pt x="110" y="17"/>
                  </a:lnTo>
                  <a:lnTo>
                    <a:pt x="121" y="14"/>
                  </a:lnTo>
                  <a:lnTo>
                    <a:pt x="127" y="22"/>
                  </a:lnTo>
                  <a:lnTo>
                    <a:pt x="133" y="26"/>
                  </a:lnTo>
                  <a:lnTo>
                    <a:pt x="140" y="26"/>
                  </a:lnTo>
                  <a:lnTo>
                    <a:pt x="147" y="22"/>
                  </a:lnTo>
                  <a:lnTo>
                    <a:pt x="154" y="17"/>
                  </a:lnTo>
                  <a:lnTo>
                    <a:pt x="161" y="13"/>
                  </a:lnTo>
                  <a:lnTo>
                    <a:pt x="169" y="7"/>
                  </a:lnTo>
                  <a:lnTo>
                    <a:pt x="176" y="2"/>
                  </a:lnTo>
                  <a:lnTo>
                    <a:pt x="184" y="0"/>
                  </a:lnTo>
                  <a:lnTo>
                    <a:pt x="192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1" name="Freeform 80"/>
            <p:cNvSpPr>
              <a:spLocks/>
            </p:cNvSpPr>
            <p:nvPr/>
          </p:nvSpPr>
          <p:spPr bwMode="auto">
            <a:xfrm>
              <a:off x="1403" y="3187"/>
              <a:ext cx="151" cy="470"/>
            </a:xfrm>
            <a:custGeom>
              <a:avLst/>
              <a:gdLst>
                <a:gd name="T0" fmla="*/ 277 w 304"/>
                <a:gd name="T1" fmla="*/ 810 h 941"/>
                <a:gd name="T2" fmla="*/ 273 w 304"/>
                <a:gd name="T3" fmla="*/ 824 h 941"/>
                <a:gd name="T4" fmla="*/ 272 w 304"/>
                <a:gd name="T5" fmla="*/ 837 h 941"/>
                <a:gd name="T6" fmla="*/ 276 w 304"/>
                <a:gd name="T7" fmla="*/ 849 h 941"/>
                <a:gd name="T8" fmla="*/ 282 w 304"/>
                <a:gd name="T9" fmla="*/ 861 h 941"/>
                <a:gd name="T10" fmla="*/ 289 w 304"/>
                <a:gd name="T11" fmla="*/ 874 h 941"/>
                <a:gd name="T12" fmla="*/ 297 w 304"/>
                <a:gd name="T13" fmla="*/ 885 h 941"/>
                <a:gd name="T14" fmla="*/ 302 w 304"/>
                <a:gd name="T15" fmla="*/ 898 h 941"/>
                <a:gd name="T16" fmla="*/ 304 w 304"/>
                <a:gd name="T17" fmla="*/ 911 h 941"/>
                <a:gd name="T18" fmla="*/ 302 w 304"/>
                <a:gd name="T19" fmla="*/ 926 h 941"/>
                <a:gd name="T20" fmla="*/ 294 w 304"/>
                <a:gd name="T21" fmla="*/ 941 h 941"/>
                <a:gd name="T22" fmla="*/ 273 w 304"/>
                <a:gd name="T23" fmla="*/ 865 h 941"/>
                <a:gd name="T24" fmla="*/ 254 w 304"/>
                <a:gd name="T25" fmla="*/ 788 h 941"/>
                <a:gd name="T26" fmla="*/ 237 w 304"/>
                <a:gd name="T27" fmla="*/ 708 h 941"/>
                <a:gd name="T28" fmla="*/ 221 w 304"/>
                <a:gd name="T29" fmla="*/ 629 h 941"/>
                <a:gd name="T30" fmla="*/ 205 w 304"/>
                <a:gd name="T31" fmla="*/ 548 h 941"/>
                <a:gd name="T32" fmla="*/ 188 w 304"/>
                <a:gd name="T33" fmla="*/ 468 h 941"/>
                <a:gd name="T34" fmla="*/ 171 w 304"/>
                <a:gd name="T35" fmla="*/ 387 h 941"/>
                <a:gd name="T36" fmla="*/ 153 w 304"/>
                <a:gd name="T37" fmla="*/ 309 h 941"/>
                <a:gd name="T38" fmla="*/ 132 w 304"/>
                <a:gd name="T39" fmla="*/ 230 h 941"/>
                <a:gd name="T40" fmla="*/ 109 w 304"/>
                <a:gd name="T41" fmla="*/ 154 h 941"/>
                <a:gd name="T42" fmla="*/ 103 w 304"/>
                <a:gd name="T43" fmla="*/ 154 h 941"/>
                <a:gd name="T44" fmla="*/ 0 w 304"/>
                <a:gd name="T45" fmla="*/ 0 h 941"/>
                <a:gd name="T46" fmla="*/ 11 w 304"/>
                <a:gd name="T47" fmla="*/ 0 h 941"/>
                <a:gd name="T48" fmla="*/ 65 w 304"/>
                <a:gd name="T49" fmla="*/ 68 h 941"/>
                <a:gd name="T50" fmla="*/ 106 w 304"/>
                <a:gd name="T51" fmla="*/ 142 h 941"/>
                <a:gd name="T52" fmla="*/ 139 w 304"/>
                <a:gd name="T53" fmla="*/ 221 h 941"/>
                <a:gd name="T54" fmla="*/ 163 w 304"/>
                <a:gd name="T55" fmla="*/ 303 h 941"/>
                <a:gd name="T56" fmla="*/ 183 w 304"/>
                <a:gd name="T57" fmla="*/ 387 h 941"/>
                <a:gd name="T58" fmla="*/ 199 w 304"/>
                <a:gd name="T59" fmla="*/ 473 h 941"/>
                <a:gd name="T60" fmla="*/ 214 w 304"/>
                <a:gd name="T61" fmla="*/ 559 h 941"/>
                <a:gd name="T62" fmla="*/ 230 w 304"/>
                <a:gd name="T63" fmla="*/ 645 h 941"/>
                <a:gd name="T64" fmla="*/ 251 w 304"/>
                <a:gd name="T65" fmla="*/ 729 h 941"/>
                <a:gd name="T66" fmla="*/ 277 w 304"/>
                <a:gd name="T67" fmla="*/ 810 h 941"/>
                <a:gd name="T68" fmla="*/ 277 w 304"/>
                <a:gd name="T69" fmla="*/ 810 h 94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04"/>
                <a:gd name="T106" fmla="*/ 0 h 941"/>
                <a:gd name="T107" fmla="*/ 304 w 304"/>
                <a:gd name="T108" fmla="*/ 941 h 94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04" h="941">
                  <a:moveTo>
                    <a:pt x="277" y="810"/>
                  </a:moveTo>
                  <a:lnTo>
                    <a:pt x="273" y="824"/>
                  </a:lnTo>
                  <a:lnTo>
                    <a:pt x="272" y="837"/>
                  </a:lnTo>
                  <a:lnTo>
                    <a:pt x="276" y="849"/>
                  </a:lnTo>
                  <a:lnTo>
                    <a:pt x="282" y="861"/>
                  </a:lnTo>
                  <a:lnTo>
                    <a:pt x="289" y="874"/>
                  </a:lnTo>
                  <a:lnTo>
                    <a:pt x="297" y="885"/>
                  </a:lnTo>
                  <a:lnTo>
                    <a:pt x="302" y="898"/>
                  </a:lnTo>
                  <a:lnTo>
                    <a:pt x="304" y="911"/>
                  </a:lnTo>
                  <a:lnTo>
                    <a:pt x="302" y="926"/>
                  </a:lnTo>
                  <a:lnTo>
                    <a:pt x="294" y="941"/>
                  </a:lnTo>
                  <a:lnTo>
                    <a:pt x="273" y="865"/>
                  </a:lnTo>
                  <a:lnTo>
                    <a:pt x="254" y="788"/>
                  </a:lnTo>
                  <a:lnTo>
                    <a:pt x="237" y="708"/>
                  </a:lnTo>
                  <a:lnTo>
                    <a:pt x="221" y="629"/>
                  </a:lnTo>
                  <a:lnTo>
                    <a:pt x="205" y="548"/>
                  </a:lnTo>
                  <a:lnTo>
                    <a:pt x="188" y="468"/>
                  </a:lnTo>
                  <a:lnTo>
                    <a:pt x="171" y="387"/>
                  </a:lnTo>
                  <a:lnTo>
                    <a:pt x="153" y="309"/>
                  </a:lnTo>
                  <a:lnTo>
                    <a:pt x="132" y="230"/>
                  </a:lnTo>
                  <a:lnTo>
                    <a:pt x="109" y="154"/>
                  </a:lnTo>
                  <a:lnTo>
                    <a:pt x="103" y="154"/>
                  </a:lnTo>
                  <a:lnTo>
                    <a:pt x="0" y="0"/>
                  </a:lnTo>
                  <a:lnTo>
                    <a:pt x="11" y="0"/>
                  </a:lnTo>
                  <a:lnTo>
                    <a:pt x="65" y="68"/>
                  </a:lnTo>
                  <a:lnTo>
                    <a:pt x="106" y="142"/>
                  </a:lnTo>
                  <a:lnTo>
                    <a:pt x="139" y="221"/>
                  </a:lnTo>
                  <a:lnTo>
                    <a:pt x="163" y="303"/>
                  </a:lnTo>
                  <a:lnTo>
                    <a:pt x="183" y="387"/>
                  </a:lnTo>
                  <a:lnTo>
                    <a:pt x="199" y="473"/>
                  </a:lnTo>
                  <a:lnTo>
                    <a:pt x="214" y="559"/>
                  </a:lnTo>
                  <a:lnTo>
                    <a:pt x="230" y="645"/>
                  </a:lnTo>
                  <a:lnTo>
                    <a:pt x="251" y="729"/>
                  </a:lnTo>
                  <a:lnTo>
                    <a:pt x="277" y="81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2" name="Freeform 81"/>
            <p:cNvSpPr>
              <a:spLocks/>
            </p:cNvSpPr>
            <p:nvPr/>
          </p:nvSpPr>
          <p:spPr bwMode="auto">
            <a:xfrm>
              <a:off x="2264" y="3187"/>
              <a:ext cx="117" cy="145"/>
            </a:xfrm>
            <a:custGeom>
              <a:avLst/>
              <a:gdLst>
                <a:gd name="T0" fmla="*/ 184 w 233"/>
                <a:gd name="T1" fmla="*/ 261 h 290"/>
                <a:gd name="T2" fmla="*/ 167 w 233"/>
                <a:gd name="T3" fmla="*/ 261 h 290"/>
                <a:gd name="T4" fmla="*/ 149 w 233"/>
                <a:gd name="T5" fmla="*/ 260 h 290"/>
                <a:gd name="T6" fmla="*/ 132 w 233"/>
                <a:gd name="T7" fmla="*/ 260 h 290"/>
                <a:gd name="T8" fmla="*/ 113 w 233"/>
                <a:gd name="T9" fmla="*/ 261 h 290"/>
                <a:gd name="T10" fmla="*/ 95 w 233"/>
                <a:gd name="T11" fmla="*/ 262 h 290"/>
                <a:gd name="T12" fmla="*/ 76 w 233"/>
                <a:gd name="T13" fmla="*/ 266 h 290"/>
                <a:gd name="T14" fmla="*/ 57 w 233"/>
                <a:gd name="T15" fmla="*/ 269 h 290"/>
                <a:gd name="T16" fmla="*/ 38 w 233"/>
                <a:gd name="T17" fmla="*/ 275 h 290"/>
                <a:gd name="T18" fmla="*/ 18 w 233"/>
                <a:gd name="T19" fmla="*/ 282 h 290"/>
                <a:gd name="T20" fmla="*/ 0 w 233"/>
                <a:gd name="T21" fmla="*/ 290 h 290"/>
                <a:gd name="T22" fmla="*/ 229 w 233"/>
                <a:gd name="T23" fmla="*/ 0 h 290"/>
                <a:gd name="T24" fmla="*/ 233 w 233"/>
                <a:gd name="T25" fmla="*/ 30 h 290"/>
                <a:gd name="T26" fmla="*/ 231 w 233"/>
                <a:gd name="T27" fmla="*/ 57 h 290"/>
                <a:gd name="T28" fmla="*/ 225 w 233"/>
                <a:gd name="T29" fmla="*/ 83 h 290"/>
                <a:gd name="T30" fmla="*/ 215 w 233"/>
                <a:gd name="T31" fmla="*/ 108 h 290"/>
                <a:gd name="T32" fmla="*/ 204 w 233"/>
                <a:gd name="T33" fmla="*/ 132 h 290"/>
                <a:gd name="T34" fmla="*/ 194 w 233"/>
                <a:gd name="T35" fmla="*/ 156 h 290"/>
                <a:gd name="T36" fmla="*/ 185 w 233"/>
                <a:gd name="T37" fmla="*/ 180 h 290"/>
                <a:gd name="T38" fmla="*/ 179 w 233"/>
                <a:gd name="T39" fmla="*/ 206 h 290"/>
                <a:gd name="T40" fmla="*/ 179 w 233"/>
                <a:gd name="T41" fmla="*/ 233 h 290"/>
                <a:gd name="T42" fmla="*/ 185 w 233"/>
                <a:gd name="T43" fmla="*/ 261 h 290"/>
                <a:gd name="T44" fmla="*/ 185 w 233"/>
                <a:gd name="T45" fmla="*/ 261 h 290"/>
                <a:gd name="T46" fmla="*/ 184 w 233"/>
                <a:gd name="T47" fmla="*/ 261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33"/>
                <a:gd name="T73" fmla="*/ 0 h 290"/>
                <a:gd name="T74" fmla="*/ 233 w 233"/>
                <a:gd name="T75" fmla="*/ 290 h 29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33" h="290">
                  <a:moveTo>
                    <a:pt x="184" y="261"/>
                  </a:moveTo>
                  <a:lnTo>
                    <a:pt x="167" y="261"/>
                  </a:lnTo>
                  <a:lnTo>
                    <a:pt x="149" y="260"/>
                  </a:lnTo>
                  <a:lnTo>
                    <a:pt x="132" y="260"/>
                  </a:lnTo>
                  <a:lnTo>
                    <a:pt x="113" y="261"/>
                  </a:lnTo>
                  <a:lnTo>
                    <a:pt x="95" y="262"/>
                  </a:lnTo>
                  <a:lnTo>
                    <a:pt x="76" y="266"/>
                  </a:lnTo>
                  <a:lnTo>
                    <a:pt x="57" y="269"/>
                  </a:lnTo>
                  <a:lnTo>
                    <a:pt x="38" y="275"/>
                  </a:lnTo>
                  <a:lnTo>
                    <a:pt x="18" y="282"/>
                  </a:lnTo>
                  <a:lnTo>
                    <a:pt x="0" y="290"/>
                  </a:lnTo>
                  <a:lnTo>
                    <a:pt x="229" y="0"/>
                  </a:lnTo>
                  <a:lnTo>
                    <a:pt x="233" y="30"/>
                  </a:lnTo>
                  <a:lnTo>
                    <a:pt x="231" y="57"/>
                  </a:lnTo>
                  <a:lnTo>
                    <a:pt x="225" y="83"/>
                  </a:lnTo>
                  <a:lnTo>
                    <a:pt x="215" y="108"/>
                  </a:lnTo>
                  <a:lnTo>
                    <a:pt x="204" y="132"/>
                  </a:lnTo>
                  <a:lnTo>
                    <a:pt x="194" y="156"/>
                  </a:lnTo>
                  <a:lnTo>
                    <a:pt x="185" y="180"/>
                  </a:lnTo>
                  <a:lnTo>
                    <a:pt x="179" y="206"/>
                  </a:lnTo>
                  <a:lnTo>
                    <a:pt x="179" y="233"/>
                  </a:lnTo>
                  <a:lnTo>
                    <a:pt x="185" y="261"/>
                  </a:lnTo>
                  <a:lnTo>
                    <a:pt x="184" y="261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3" name="Freeform 82"/>
            <p:cNvSpPr>
              <a:spLocks/>
            </p:cNvSpPr>
            <p:nvPr/>
          </p:nvSpPr>
          <p:spPr bwMode="auto">
            <a:xfrm>
              <a:off x="2678" y="3190"/>
              <a:ext cx="42" cy="104"/>
            </a:xfrm>
            <a:custGeom>
              <a:avLst/>
              <a:gdLst>
                <a:gd name="T0" fmla="*/ 0 w 84"/>
                <a:gd name="T1" fmla="*/ 207 h 207"/>
                <a:gd name="T2" fmla="*/ 0 w 84"/>
                <a:gd name="T3" fmla="*/ 187 h 207"/>
                <a:gd name="T4" fmla="*/ 5 w 84"/>
                <a:gd name="T5" fmla="*/ 168 h 207"/>
                <a:gd name="T6" fmla="*/ 12 w 84"/>
                <a:gd name="T7" fmla="*/ 148 h 207"/>
                <a:gd name="T8" fmla="*/ 21 w 84"/>
                <a:gd name="T9" fmla="*/ 127 h 207"/>
                <a:gd name="T10" fmla="*/ 32 w 84"/>
                <a:gd name="T11" fmla="*/ 106 h 207"/>
                <a:gd name="T12" fmla="*/ 43 w 84"/>
                <a:gd name="T13" fmla="*/ 85 h 207"/>
                <a:gd name="T14" fmla="*/ 55 w 84"/>
                <a:gd name="T15" fmla="*/ 65 h 207"/>
                <a:gd name="T16" fmla="*/ 66 w 84"/>
                <a:gd name="T17" fmla="*/ 43 h 207"/>
                <a:gd name="T18" fmla="*/ 76 w 84"/>
                <a:gd name="T19" fmla="*/ 22 h 207"/>
                <a:gd name="T20" fmla="*/ 84 w 84"/>
                <a:gd name="T21" fmla="*/ 0 h 207"/>
                <a:gd name="T22" fmla="*/ 78 w 84"/>
                <a:gd name="T23" fmla="*/ 21 h 207"/>
                <a:gd name="T24" fmla="*/ 72 w 84"/>
                <a:gd name="T25" fmla="*/ 43 h 207"/>
                <a:gd name="T26" fmla="*/ 64 w 84"/>
                <a:gd name="T27" fmla="*/ 64 h 207"/>
                <a:gd name="T28" fmla="*/ 56 w 84"/>
                <a:gd name="T29" fmla="*/ 84 h 207"/>
                <a:gd name="T30" fmla="*/ 47 w 84"/>
                <a:gd name="T31" fmla="*/ 105 h 207"/>
                <a:gd name="T32" fmla="*/ 37 w 84"/>
                <a:gd name="T33" fmla="*/ 126 h 207"/>
                <a:gd name="T34" fmla="*/ 28 w 84"/>
                <a:gd name="T35" fmla="*/ 147 h 207"/>
                <a:gd name="T36" fmla="*/ 19 w 84"/>
                <a:gd name="T37" fmla="*/ 166 h 207"/>
                <a:gd name="T38" fmla="*/ 10 w 84"/>
                <a:gd name="T39" fmla="*/ 187 h 207"/>
                <a:gd name="T40" fmla="*/ 0 w 84"/>
                <a:gd name="T41" fmla="*/ 207 h 207"/>
                <a:gd name="T42" fmla="*/ 0 w 84"/>
                <a:gd name="T43" fmla="*/ 207 h 2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4"/>
                <a:gd name="T67" fmla="*/ 0 h 207"/>
                <a:gd name="T68" fmla="*/ 84 w 84"/>
                <a:gd name="T69" fmla="*/ 207 h 20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4" h="207">
                  <a:moveTo>
                    <a:pt x="0" y="207"/>
                  </a:moveTo>
                  <a:lnTo>
                    <a:pt x="0" y="187"/>
                  </a:lnTo>
                  <a:lnTo>
                    <a:pt x="5" y="168"/>
                  </a:lnTo>
                  <a:lnTo>
                    <a:pt x="12" y="148"/>
                  </a:lnTo>
                  <a:lnTo>
                    <a:pt x="21" y="127"/>
                  </a:lnTo>
                  <a:lnTo>
                    <a:pt x="32" y="106"/>
                  </a:lnTo>
                  <a:lnTo>
                    <a:pt x="43" y="85"/>
                  </a:lnTo>
                  <a:lnTo>
                    <a:pt x="55" y="65"/>
                  </a:lnTo>
                  <a:lnTo>
                    <a:pt x="66" y="43"/>
                  </a:lnTo>
                  <a:lnTo>
                    <a:pt x="76" y="22"/>
                  </a:lnTo>
                  <a:lnTo>
                    <a:pt x="84" y="0"/>
                  </a:lnTo>
                  <a:lnTo>
                    <a:pt x="78" y="21"/>
                  </a:lnTo>
                  <a:lnTo>
                    <a:pt x="72" y="43"/>
                  </a:lnTo>
                  <a:lnTo>
                    <a:pt x="64" y="64"/>
                  </a:lnTo>
                  <a:lnTo>
                    <a:pt x="56" y="84"/>
                  </a:lnTo>
                  <a:lnTo>
                    <a:pt x="47" y="105"/>
                  </a:lnTo>
                  <a:lnTo>
                    <a:pt x="37" y="126"/>
                  </a:lnTo>
                  <a:lnTo>
                    <a:pt x="28" y="147"/>
                  </a:lnTo>
                  <a:lnTo>
                    <a:pt x="19" y="166"/>
                  </a:lnTo>
                  <a:lnTo>
                    <a:pt x="10" y="187"/>
                  </a:lnTo>
                  <a:lnTo>
                    <a:pt x="0" y="207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4" name="Freeform 83"/>
            <p:cNvSpPr>
              <a:spLocks/>
            </p:cNvSpPr>
            <p:nvPr/>
          </p:nvSpPr>
          <p:spPr bwMode="auto">
            <a:xfrm>
              <a:off x="1445" y="3203"/>
              <a:ext cx="15" cy="19"/>
            </a:xfrm>
            <a:custGeom>
              <a:avLst/>
              <a:gdLst>
                <a:gd name="T0" fmla="*/ 0 w 30"/>
                <a:gd name="T1" fmla="*/ 0 h 40"/>
                <a:gd name="T2" fmla="*/ 30 w 30"/>
                <a:gd name="T3" fmla="*/ 40 h 40"/>
                <a:gd name="T4" fmla="*/ 1 w 30"/>
                <a:gd name="T5" fmla="*/ 1 h 40"/>
                <a:gd name="T6" fmla="*/ 1 w 30"/>
                <a:gd name="T7" fmla="*/ 1 h 40"/>
                <a:gd name="T8" fmla="*/ 0 w 3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0"/>
                <a:gd name="T17" fmla="*/ 30 w 3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0">
                  <a:moveTo>
                    <a:pt x="0" y="0"/>
                  </a:moveTo>
                  <a:lnTo>
                    <a:pt x="30" y="4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5" name="Freeform 84"/>
            <p:cNvSpPr>
              <a:spLocks/>
            </p:cNvSpPr>
            <p:nvPr/>
          </p:nvSpPr>
          <p:spPr bwMode="auto">
            <a:xfrm>
              <a:off x="1587" y="3203"/>
              <a:ext cx="8" cy="30"/>
            </a:xfrm>
            <a:custGeom>
              <a:avLst/>
              <a:gdLst>
                <a:gd name="T0" fmla="*/ 8 w 16"/>
                <a:gd name="T1" fmla="*/ 60 h 60"/>
                <a:gd name="T2" fmla="*/ 2 w 16"/>
                <a:gd name="T3" fmla="*/ 54 h 60"/>
                <a:gd name="T4" fmla="*/ 0 w 16"/>
                <a:gd name="T5" fmla="*/ 48 h 60"/>
                <a:gd name="T6" fmla="*/ 0 w 16"/>
                <a:gd name="T7" fmla="*/ 41 h 60"/>
                <a:gd name="T8" fmla="*/ 1 w 16"/>
                <a:gd name="T9" fmla="*/ 35 h 60"/>
                <a:gd name="T10" fmla="*/ 2 w 16"/>
                <a:gd name="T11" fmla="*/ 29 h 60"/>
                <a:gd name="T12" fmla="*/ 5 w 16"/>
                <a:gd name="T13" fmla="*/ 24 h 60"/>
                <a:gd name="T14" fmla="*/ 9 w 16"/>
                <a:gd name="T15" fmla="*/ 18 h 60"/>
                <a:gd name="T16" fmla="*/ 11 w 16"/>
                <a:gd name="T17" fmla="*/ 12 h 60"/>
                <a:gd name="T18" fmla="*/ 14 w 16"/>
                <a:gd name="T19" fmla="*/ 6 h 60"/>
                <a:gd name="T20" fmla="*/ 15 w 16"/>
                <a:gd name="T21" fmla="*/ 0 h 60"/>
                <a:gd name="T22" fmla="*/ 15 w 16"/>
                <a:gd name="T23" fmla="*/ 6 h 60"/>
                <a:gd name="T24" fmla="*/ 15 w 16"/>
                <a:gd name="T25" fmla="*/ 12 h 60"/>
                <a:gd name="T26" fmla="*/ 15 w 16"/>
                <a:gd name="T27" fmla="*/ 19 h 60"/>
                <a:gd name="T28" fmla="*/ 16 w 16"/>
                <a:gd name="T29" fmla="*/ 25 h 60"/>
                <a:gd name="T30" fmla="*/ 16 w 16"/>
                <a:gd name="T31" fmla="*/ 32 h 60"/>
                <a:gd name="T32" fmla="*/ 16 w 16"/>
                <a:gd name="T33" fmla="*/ 37 h 60"/>
                <a:gd name="T34" fmla="*/ 15 w 16"/>
                <a:gd name="T35" fmla="*/ 44 h 60"/>
                <a:gd name="T36" fmla="*/ 14 w 16"/>
                <a:gd name="T37" fmla="*/ 50 h 60"/>
                <a:gd name="T38" fmla="*/ 11 w 16"/>
                <a:gd name="T39" fmla="*/ 56 h 60"/>
                <a:gd name="T40" fmla="*/ 8 w 16"/>
                <a:gd name="T41" fmla="*/ 60 h 60"/>
                <a:gd name="T42" fmla="*/ 8 w 16"/>
                <a:gd name="T43" fmla="*/ 60 h 6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60"/>
                <a:gd name="T68" fmla="*/ 16 w 16"/>
                <a:gd name="T69" fmla="*/ 60 h 6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60">
                  <a:moveTo>
                    <a:pt x="8" y="60"/>
                  </a:moveTo>
                  <a:lnTo>
                    <a:pt x="2" y="54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1" y="35"/>
                  </a:lnTo>
                  <a:lnTo>
                    <a:pt x="2" y="29"/>
                  </a:lnTo>
                  <a:lnTo>
                    <a:pt x="5" y="24"/>
                  </a:lnTo>
                  <a:lnTo>
                    <a:pt x="9" y="18"/>
                  </a:lnTo>
                  <a:lnTo>
                    <a:pt x="11" y="12"/>
                  </a:lnTo>
                  <a:lnTo>
                    <a:pt x="14" y="6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15" y="12"/>
                  </a:lnTo>
                  <a:lnTo>
                    <a:pt x="15" y="19"/>
                  </a:lnTo>
                  <a:lnTo>
                    <a:pt x="16" y="25"/>
                  </a:lnTo>
                  <a:lnTo>
                    <a:pt x="16" y="32"/>
                  </a:lnTo>
                  <a:lnTo>
                    <a:pt x="16" y="37"/>
                  </a:lnTo>
                  <a:lnTo>
                    <a:pt x="15" y="44"/>
                  </a:lnTo>
                  <a:lnTo>
                    <a:pt x="14" y="50"/>
                  </a:lnTo>
                  <a:lnTo>
                    <a:pt x="11" y="56"/>
                  </a:lnTo>
                  <a:lnTo>
                    <a:pt x="8" y="6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6" name="Freeform 85"/>
            <p:cNvSpPr>
              <a:spLocks/>
            </p:cNvSpPr>
            <p:nvPr/>
          </p:nvSpPr>
          <p:spPr bwMode="auto">
            <a:xfrm>
              <a:off x="2372" y="3210"/>
              <a:ext cx="222" cy="89"/>
            </a:xfrm>
            <a:custGeom>
              <a:avLst/>
              <a:gdLst>
                <a:gd name="T0" fmla="*/ 444 w 444"/>
                <a:gd name="T1" fmla="*/ 15 h 178"/>
                <a:gd name="T2" fmla="*/ 400 w 444"/>
                <a:gd name="T3" fmla="*/ 34 h 178"/>
                <a:gd name="T4" fmla="*/ 358 w 444"/>
                <a:gd name="T5" fmla="*/ 56 h 178"/>
                <a:gd name="T6" fmla="*/ 315 w 444"/>
                <a:gd name="T7" fmla="*/ 81 h 178"/>
                <a:gd name="T8" fmla="*/ 274 w 444"/>
                <a:gd name="T9" fmla="*/ 106 h 178"/>
                <a:gd name="T10" fmla="*/ 231 w 444"/>
                <a:gd name="T11" fmla="*/ 131 h 178"/>
                <a:gd name="T12" fmla="*/ 188 w 444"/>
                <a:gd name="T13" fmla="*/ 151 h 178"/>
                <a:gd name="T14" fmla="*/ 144 w 444"/>
                <a:gd name="T15" fmla="*/ 168 h 178"/>
                <a:gd name="T16" fmla="*/ 98 w 444"/>
                <a:gd name="T17" fmla="*/ 177 h 178"/>
                <a:gd name="T18" fmla="*/ 51 w 444"/>
                <a:gd name="T19" fmla="*/ 178 h 178"/>
                <a:gd name="T20" fmla="*/ 0 w 444"/>
                <a:gd name="T21" fmla="*/ 169 h 178"/>
                <a:gd name="T22" fmla="*/ 49 w 444"/>
                <a:gd name="T23" fmla="*/ 178 h 178"/>
                <a:gd name="T24" fmla="*/ 96 w 444"/>
                <a:gd name="T25" fmla="*/ 176 h 178"/>
                <a:gd name="T26" fmla="*/ 140 w 444"/>
                <a:gd name="T27" fmla="*/ 164 h 178"/>
                <a:gd name="T28" fmla="*/ 184 w 444"/>
                <a:gd name="T29" fmla="*/ 146 h 178"/>
                <a:gd name="T30" fmla="*/ 226 w 444"/>
                <a:gd name="T31" fmla="*/ 121 h 178"/>
                <a:gd name="T32" fmla="*/ 269 w 444"/>
                <a:gd name="T33" fmla="*/ 95 h 178"/>
                <a:gd name="T34" fmla="*/ 312 w 444"/>
                <a:gd name="T35" fmla="*/ 67 h 178"/>
                <a:gd name="T36" fmla="*/ 355 w 444"/>
                <a:gd name="T37" fmla="*/ 41 h 178"/>
                <a:gd name="T38" fmla="*/ 399 w 444"/>
                <a:gd name="T39" fmla="*/ 17 h 178"/>
                <a:gd name="T40" fmla="*/ 444 w 444"/>
                <a:gd name="T41" fmla="*/ 0 h 178"/>
                <a:gd name="T42" fmla="*/ 444 w 444"/>
                <a:gd name="T43" fmla="*/ 16 h 178"/>
                <a:gd name="T44" fmla="*/ 444 w 444"/>
                <a:gd name="T45" fmla="*/ 16 h 178"/>
                <a:gd name="T46" fmla="*/ 444 w 444"/>
                <a:gd name="T47" fmla="*/ 15 h 1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44"/>
                <a:gd name="T73" fmla="*/ 0 h 178"/>
                <a:gd name="T74" fmla="*/ 444 w 444"/>
                <a:gd name="T75" fmla="*/ 178 h 17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44" h="178">
                  <a:moveTo>
                    <a:pt x="444" y="15"/>
                  </a:moveTo>
                  <a:lnTo>
                    <a:pt x="400" y="34"/>
                  </a:lnTo>
                  <a:lnTo>
                    <a:pt x="358" y="56"/>
                  </a:lnTo>
                  <a:lnTo>
                    <a:pt x="315" y="81"/>
                  </a:lnTo>
                  <a:lnTo>
                    <a:pt x="274" y="106"/>
                  </a:lnTo>
                  <a:lnTo>
                    <a:pt x="231" y="131"/>
                  </a:lnTo>
                  <a:lnTo>
                    <a:pt x="188" y="151"/>
                  </a:lnTo>
                  <a:lnTo>
                    <a:pt x="144" y="168"/>
                  </a:lnTo>
                  <a:lnTo>
                    <a:pt x="98" y="177"/>
                  </a:lnTo>
                  <a:lnTo>
                    <a:pt x="51" y="178"/>
                  </a:lnTo>
                  <a:lnTo>
                    <a:pt x="0" y="169"/>
                  </a:lnTo>
                  <a:lnTo>
                    <a:pt x="49" y="178"/>
                  </a:lnTo>
                  <a:lnTo>
                    <a:pt x="96" y="176"/>
                  </a:lnTo>
                  <a:lnTo>
                    <a:pt x="140" y="164"/>
                  </a:lnTo>
                  <a:lnTo>
                    <a:pt x="184" y="146"/>
                  </a:lnTo>
                  <a:lnTo>
                    <a:pt x="226" y="121"/>
                  </a:lnTo>
                  <a:lnTo>
                    <a:pt x="269" y="95"/>
                  </a:lnTo>
                  <a:lnTo>
                    <a:pt x="312" y="67"/>
                  </a:lnTo>
                  <a:lnTo>
                    <a:pt x="355" y="41"/>
                  </a:lnTo>
                  <a:lnTo>
                    <a:pt x="399" y="17"/>
                  </a:lnTo>
                  <a:lnTo>
                    <a:pt x="444" y="0"/>
                  </a:lnTo>
                  <a:lnTo>
                    <a:pt x="444" y="16"/>
                  </a:lnTo>
                  <a:lnTo>
                    <a:pt x="444" y="15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7" name="Freeform 86"/>
            <p:cNvSpPr>
              <a:spLocks/>
            </p:cNvSpPr>
            <p:nvPr/>
          </p:nvSpPr>
          <p:spPr bwMode="auto">
            <a:xfrm>
              <a:off x="1552" y="3217"/>
              <a:ext cx="4" cy="35"/>
            </a:xfrm>
            <a:custGeom>
              <a:avLst/>
              <a:gdLst>
                <a:gd name="T0" fmla="*/ 0 w 7"/>
                <a:gd name="T1" fmla="*/ 0 h 71"/>
                <a:gd name="T2" fmla="*/ 7 w 7"/>
                <a:gd name="T3" fmla="*/ 71 h 71"/>
                <a:gd name="T4" fmla="*/ 2 w 7"/>
                <a:gd name="T5" fmla="*/ 1 h 71"/>
                <a:gd name="T6" fmla="*/ 2 w 7"/>
                <a:gd name="T7" fmla="*/ 1 h 71"/>
                <a:gd name="T8" fmla="*/ 0 w 7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1"/>
                <a:gd name="T17" fmla="*/ 7 w 7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1">
                  <a:moveTo>
                    <a:pt x="0" y="0"/>
                  </a:moveTo>
                  <a:lnTo>
                    <a:pt x="7" y="7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8" name="Freeform 87"/>
            <p:cNvSpPr>
              <a:spLocks/>
            </p:cNvSpPr>
            <p:nvPr/>
          </p:nvSpPr>
          <p:spPr bwMode="auto">
            <a:xfrm>
              <a:off x="1564" y="3218"/>
              <a:ext cx="16" cy="84"/>
            </a:xfrm>
            <a:custGeom>
              <a:avLst/>
              <a:gdLst>
                <a:gd name="T0" fmla="*/ 32 w 33"/>
                <a:gd name="T1" fmla="*/ 168 h 169"/>
                <a:gd name="T2" fmla="*/ 26 w 33"/>
                <a:gd name="T3" fmla="*/ 159 h 169"/>
                <a:gd name="T4" fmla="*/ 21 w 33"/>
                <a:gd name="T5" fmla="*/ 146 h 169"/>
                <a:gd name="T6" fmla="*/ 18 w 33"/>
                <a:gd name="T7" fmla="*/ 131 h 169"/>
                <a:gd name="T8" fmla="*/ 14 w 33"/>
                <a:gd name="T9" fmla="*/ 114 h 169"/>
                <a:gd name="T10" fmla="*/ 12 w 33"/>
                <a:gd name="T11" fmla="*/ 95 h 169"/>
                <a:gd name="T12" fmla="*/ 10 w 33"/>
                <a:gd name="T13" fmla="*/ 75 h 169"/>
                <a:gd name="T14" fmla="*/ 7 w 33"/>
                <a:gd name="T15" fmla="*/ 56 h 169"/>
                <a:gd name="T16" fmla="*/ 5 w 33"/>
                <a:gd name="T17" fmla="*/ 36 h 169"/>
                <a:gd name="T18" fmla="*/ 3 w 33"/>
                <a:gd name="T19" fmla="*/ 18 h 169"/>
                <a:gd name="T20" fmla="*/ 0 w 33"/>
                <a:gd name="T21" fmla="*/ 0 h 169"/>
                <a:gd name="T22" fmla="*/ 33 w 33"/>
                <a:gd name="T23" fmla="*/ 169 h 169"/>
                <a:gd name="T24" fmla="*/ 33 w 33"/>
                <a:gd name="T25" fmla="*/ 169 h 169"/>
                <a:gd name="T26" fmla="*/ 32 w 33"/>
                <a:gd name="T27" fmla="*/ 168 h 1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69"/>
                <a:gd name="T44" fmla="*/ 33 w 33"/>
                <a:gd name="T45" fmla="*/ 169 h 16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69">
                  <a:moveTo>
                    <a:pt x="32" y="168"/>
                  </a:moveTo>
                  <a:lnTo>
                    <a:pt x="26" y="159"/>
                  </a:lnTo>
                  <a:lnTo>
                    <a:pt x="21" y="146"/>
                  </a:lnTo>
                  <a:lnTo>
                    <a:pt x="18" y="131"/>
                  </a:lnTo>
                  <a:lnTo>
                    <a:pt x="14" y="114"/>
                  </a:lnTo>
                  <a:lnTo>
                    <a:pt x="12" y="95"/>
                  </a:lnTo>
                  <a:lnTo>
                    <a:pt x="10" y="75"/>
                  </a:lnTo>
                  <a:lnTo>
                    <a:pt x="7" y="56"/>
                  </a:lnTo>
                  <a:lnTo>
                    <a:pt x="5" y="36"/>
                  </a:lnTo>
                  <a:lnTo>
                    <a:pt x="3" y="18"/>
                  </a:lnTo>
                  <a:lnTo>
                    <a:pt x="0" y="0"/>
                  </a:lnTo>
                  <a:lnTo>
                    <a:pt x="33" y="169"/>
                  </a:lnTo>
                  <a:lnTo>
                    <a:pt x="32" y="168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79" name="Freeform 88"/>
            <p:cNvSpPr>
              <a:spLocks/>
            </p:cNvSpPr>
            <p:nvPr/>
          </p:nvSpPr>
          <p:spPr bwMode="auto">
            <a:xfrm>
              <a:off x="1415" y="3222"/>
              <a:ext cx="31" cy="115"/>
            </a:xfrm>
            <a:custGeom>
              <a:avLst/>
              <a:gdLst>
                <a:gd name="T0" fmla="*/ 60 w 61"/>
                <a:gd name="T1" fmla="*/ 228 h 229"/>
                <a:gd name="T2" fmla="*/ 0 w 61"/>
                <a:gd name="T3" fmla="*/ 0 h 229"/>
                <a:gd name="T4" fmla="*/ 28 w 61"/>
                <a:gd name="T5" fmla="*/ 60 h 229"/>
                <a:gd name="T6" fmla="*/ 61 w 61"/>
                <a:gd name="T7" fmla="*/ 229 h 229"/>
                <a:gd name="T8" fmla="*/ 61 w 61"/>
                <a:gd name="T9" fmla="*/ 229 h 229"/>
                <a:gd name="T10" fmla="*/ 60 w 61"/>
                <a:gd name="T11" fmla="*/ 228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1"/>
                <a:gd name="T19" fmla="*/ 0 h 229"/>
                <a:gd name="T20" fmla="*/ 61 w 61"/>
                <a:gd name="T21" fmla="*/ 229 h 2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1" h="229">
                  <a:moveTo>
                    <a:pt x="60" y="228"/>
                  </a:moveTo>
                  <a:lnTo>
                    <a:pt x="0" y="0"/>
                  </a:lnTo>
                  <a:lnTo>
                    <a:pt x="28" y="60"/>
                  </a:lnTo>
                  <a:lnTo>
                    <a:pt x="61" y="229"/>
                  </a:lnTo>
                  <a:lnTo>
                    <a:pt x="60" y="228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0" name="Freeform 89"/>
            <p:cNvSpPr>
              <a:spLocks/>
            </p:cNvSpPr>
            <p:nvPr/>
          </p:nvSpPr>
          <p:spPr bwMode="auto">
            <a:xfrm>
              <a:off x="1487" y="3229"/>
              <a:ext cx="16" cy="70"/>
            </a:xfrm>
            <a:custGeom>
              <a:avLst/>
              <a:gdLst>
                <a:gd name="T0" fmla="*/ 31 w 31"/>
                <a:gd name="T1" fmla="*/ 140 h 140"/>
                <a:gd name="T2" fmla="*/ 0 w 31"/>
                <a:gd name="T3" fmla="*/ 0 h 140"/>
                <a:gd name="T4" fmla="*/ 31 w 31"/>
                <a:gd name="T5" fmla="*/ 115 h 140"/>
                <a:gd name="T6" fmla="*/ 31 w 31"/>
                <a:gd name="T7" fmla="*/ 140 h 140"/>
                <a:gd name="T8" fmla="*/ 31 w 31"/>
                <a:gd name="T9" fmla="*/ 14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40"/>
                <a:gd name="T17" fmla="*/ 31 w 31"/>
                <a:gd name="T18" fmla="*/ 140 h 1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40">
                  <a:moveTo>
                    <a:pt x="31" y="140"/>
                  </a:moveTo>
                  <a:lnTo>
                    <a:pt x="0" y="0"/>
                  </a:lnTo>
                  <a:lnTo>
                    <a:pt x="31" y="115"/>
                  </a:lnTo>
                  <a:lnTo>
                    <a:pt x="31" y="14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1" name="Freeform 90"/>
            <p:cNvSpPr>
              <a:spLocks/>
            </p:cNvSpPr>
            <p:nvPr/>
          </p:nvSpPr>
          <p:spPr bwMode="auto">
            <a:xfrm>
              <a:off x="1583" y="3241"/>
              <a:ext cx="19" cy="118"/>
            </a:xfrm>
            <a:custGeom>
              <a:avLst/>
              <a:gdLst>
                <a:gd name="T0" fmla="*/ 38 w 38"/>
                <a:gd name="T1" fmla="*/ 235 h 235"/>
                <a:gd name="T2" fmla="*/ 29 w 38"/>
                <a:gd name="T3" fmla="*/ 212 h 235"/>
                <a:gd name="T4" fmla="*/ 22 w 38"/>
                <a:gd name="T5" fmla="*/ 189 h 235"/>
                <a:gd name="T6" fmla="*/ 17 w 38"/>
                <a:gd name="T7" fmla="*/ 166 h 235"/>
                <a:gd name="T8" fmla="*/ 13 w 38"/>
                <a:gd name="T9" fmla="*/ 143 h 235"/>
                <a:gd name="T10" fmla="*/ 10 w 38"/>
                <a:gd name="T11" fmla="*/ 120 h 235"/>
                <a:gd name="T12" fmla="*/ 9 w 38"/>
                <a:gd name="T13" fmla="*/ 97 h 235"/>
                <a:gd name="T14" fmla="*/ 7 w 38"/>
                <a:gd name="T15" fmla="*/ 74 h 235"/>
                <a:gd name="T16" fmla="*/ 5 w 38"/>
                <a:gd name="T17" fmla="*/ 49 h 235"/>
                <a:gd name="T18" fmla="*/ 3 w 38"/>
                <a:gd name="T19" fmla="*/ 25 h 235"/>
                <a:gd name="T20" fmla="*/ 0 w 38"/>
                <a:gd name="T21" fmla="*/ 0 h 235"/>
                <a:gd name="T22" fmla="*/ 38 w 38"/>
                <a:gd name="T23" fmla="*/ 235 h 235"/>
                <a:gd name="T24" fmla="*/ 38 w 38"/>
                <a:gd name="T25" fmla="*/ 235 h 2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235"/>
                <a:gd name="T41" fmla="*/ 38 w 38"/>
                <a:gd name="T42" fmla="*/ 235 h 23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235">
                  <a:moveTo>
                    <a:pt x="38" y="235"/>
                  </a:moveTo>
                  <a:lnTo>
                    <a:pt x="29" y="212"/>
                  </a:lnTo>
                  <a:lnTo>
                    <a:pt x="22" y="189"/>
                  </a:lnTo>
                  <a:lnTo>
                    <a:pt x="17" y="166"/>
                  </a:lnTo>
                  <a:lnTo>
                    <a:pt x="13" y="143"/>
                  </a:lnTo>
                  <a:lnTo>
                    <a:pt x="10" y="120"/>
                  </a:lnTo>
                  <a:lnTo>
                    <a:pt x="9" y="97"/>
                  </a:lnTo>
                  <a:lnTo>
                    <a:pt x="7" y="74"/>
                  </a:lnTo>
                  <a:lnTo>
                    <a:pt x="5" y="49"/>
                  </a:lnTo>
                  <a:lnTo>
                    <a:pt x="3" y="25"/>
                  </a:lnTo>
                  <a:lnTo>
                    <a:pt x="0" y="0"/>
                  </a:lnTo>
                  <a:lnTo>
                    <a:pt x="38" y="235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2" name="Freeform 91"/>
            <p:cNvSpPr>
              <a:spLocks/>
            </p:cNvSpPr>
            <p:nvPr/>
          </p:nvSpPr>
          <p:spPr bwMode="auto">
            <a:xfrm>
              <a:off x="1503" y="3244"/>
              <a:ext cx="8" cy="20"/>
            </a:xfrm>
            <a:custGeom>
              <a:avLst/>
              <a:gdLst>
                <a:gd name="T0" fmla="*/ 16 w 16"/>
                <a:gd name="T1" fmla="*/ 7 h 40"/>
                <a:gd name="T2" fmla="*/ 16 w 16"/>
                <a:gd name="T3" fmla="*/ 40 h 40"/>
                <a:gd name="T4" fmla="*/ 0 w 16"/>
                <a:gd name="T5" fmla="*/ 0 h 40"/>
                <a:gd name="T6" fmla="*/ 2 w 16"/>
                <a:gd name="T7" fmla="*/ 0 h 40"/>
                <a:gd name="T8" fmla="*/ 4 w 16"/>
                <a:gd name="T9" fmla="*/ 0 h 40"/>
                <a:gd name="T10" fmla="*/ 6 w 16"/>
                <a:gd name="T11" fmla="*/ 0 h 40"/>
                <a:gd name="T12" fmla="*/ 7 w 16"/>
                <a:gd name="T13" fmla="*/ 0 h 40"/>
                <a:gd name="T14" fmla="*/ 8 w 16"/>
                <a:gd name="T15" fmla="*/ 2 h 40"/>
                <a:gd name="T16" fmla="*/ 9 w 16"/>
                <a:gd name="T17" fmla="*/ 3 h 40"/>
                <a:gd name="T18" fmla="*/ 12 w 16"/>
                <a:gd name="T19" fmla="*/ 4 h 40"/>
                <a:gd name="T20" fmla="*/ 13 w 16"/>
                <a:gd name="T21" fmla="*/ 5 h 40"/>
                <a:gd name="T22" fmla="*/ 14 w 16"/>
                <a:gd name="T23" fmla="*/ 6 h 40"/>
                <a:gd name="T24" fmla="*/ 16 w 16"/>
                <a:gd name="T25" fmla="*/ 7 h 40"/>
                <a:gd name="T26" fmla="*/ 16 w 16"/>
                <a:gd name="T27" fmla="*/ 7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"/>
                <a:gd name="T43" fmla="*/ 0 h 40"/>
                <a:gd name="T44" fmla="*/ 16 w 16"/>
                <a:gd name="T45" fmla="*/ 40 h 4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" h="40">
                  <a:moveTo>
                    <a:pt x="16" y="7"/>
                  </a:moveTo>
                  <a:lnTo>
                    <a:pt x="16" y="40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2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3" name="Freeform 92"/>
            <p:cNvSpPr>
              <a:spLocks/>
            </p:cNvSpPr>
            <p:nvPr/>
          </p:nvSpPr>
          <p:spPr bwMode="auto">
            <a:xfrm>
              <a:off x="1599" y="3244"/>
              <a:ext cx="38" cy="257"/>
            </a:xfrm>
            <a:custGeom>
              <a:avLst/>
              <a:gdLst>
                <a:gd name="T0" fmla="*/ 76 w 76"/>
                <a:gd name="T1" fmla="*/ 513 h 515"/>
                <a:gd name="T2" fmla="*/ 66 w 76"/>
                <a:gd name="T3" fmla="*/ 467 h 515"/>
                <a:gd name="T4" fmla="*/ 57 w 76"/>
                <a:gd name="T5" fmla="*/ 419 h 515"/>
                <a:gd name="T6" fmla="*/ 47 w 76"/>
                <a:gd name="T7" fmla="*/ 368 h 515"/>
                <a:gd name="T8" fmla="*/ 40 w 76"/>
                <a:gd name="T9" fmla="*/ 316 h 515"/>
                <a:gd name="T10" fmla="*/ 33 w 76"/>
                <a:gd name="T11" fmla="*/ 264 h 515"/>
                <a:gd name="T12" fmla="*/ 27 w 76"/>
                <a:gd name="T13" fmla="*/ 211 h 515"/>
                <a:gd name="T14" fmla="*/ 21 w 76"/>
                <a:gd name="T15" fmla="*/ 158 h 515"/>
                <a:gd name="T16" fmla="*/ 14 w 76"/>
                <a:gd name="T17" fmla="*/ 104 h 515"/>
                <a:gd name="T18" fmla="*/ 7 w 76"/>
                <a:gd name="T19" fmla="*/ 52 h 515"/>
                <a:gd name="T20" fmla="*/ 0 w 76"/>
                <a:gd name="T21" fmla="*/ 0 h 515"/>
                <a:gd name="T22" fmla="*/ 76 w 76"/>
                <a:gd name="T23" fmla="*/ 515 h 515"/>
                <a:gd name="T24" fmla="*/ 76 w 76"/>
                <a:gd name="T25" fmla="*/ 515 h 515"/>
                <a:gd name="T26" fmla="*/ 76 w 76"/>
                <a:gd name="T27" fmla="*/ 513 h 5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6"/>
                <a:gd name="T43" fmla="*/ 0 h 515"/>
                <a:gd name="T44" fmla="*/ 76 w 76"/>
                <a:gd name="T45" fmla="*/ 515 h 51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6" h="515">
                  <a:moveTo>
                    <a:pt x="76" y="513"/>
                  </a:moveTo>
                  <a:lnTo>
                    <a:pt x="66" y="467"/>
                  </a:lnTo>
                  <a:lnTo>
                    <a:pt x="57" y="419"/>
                  </a:lnTo>
                  <a:lnTo>
                    <a:pt x="47" y="368"/>
                  </a:lnTo>
                  <a:lnTo>
                    <a:pt x="40" y="316"/>
                  </a:lnTo>
                  <a:lnTo>
                    <a:pt x="33" y="264"/>
                  </a:lnTo>
                  <a:lnTo>
                    <a:pt x="27" y="211"/>
                  </a:lnTo>
                  <a:lnTo>
                    <a:pt x="21" y="158"/>
                  </a:lnTo>
                  <a:lnTo>
                    <a:pt x="14" y="104"/>
                  </a:lnTo>
                  <a:lnTo>
                    <a:pt x="7" y="52"/>
                  </a:lnTo>
                  <a:lnTo>
                    <a:pt x="0" y="0"/>
                  </a:lnTo>
                  <a:lnTo>
                    <a:pt x="76" y="515"/>
                  </a:lnTo>
                  <a:lnTo>
                    <a:pt x="76" y="513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4" name="Freeform 93"/>
            <p:cNvSpPr>
              <a:spLocks/>
            </p:cNvSpPr>
            <p:nvPr/>
          </p:nvSpPr>
          <p:spPr bwMode="auto">
            <a:xfrm>
              <a:off x="1476" y="3248"/>
              <a:ext cx="22" cy="100"/>
            </a:xfrm>
            <a:custGeom>
              <a:avLst/>
              <a:gdLst>
                <a:gd name="T0" fmla="*/ 0 w 45"/>
                <a:gd name="T1" fmla="*/ 0 h 201"/>
                <a:gd name="T2" fmla="*/ 45 w 45"/>
                <a:gd name="T3" fmla="*/ 201 h 201"/>
                <a:gd name="T4" fmla="*/ 0 w 45"/>
                <a:gd name="T5" fmla="*/ 0 h 201"/>
                <a:gd name="T6" fmla="*/ 0 w 45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201"/>
                <a:gd name="T14" fmla="*/ 45 w 45"/>
                <a:gd name="T15" fmla="*/ 201 h 2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201">
                  <a:moveTo>
                    <a:pt x="0" y="0"/>
                  </a:moveTo>
                  <a:lnTo>
                    <a:pt x="45" y="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5" name="Freeform 94"/>
            <p:cNvSpPr>
              <a:spLocks/>
            </p:cNvSpPr>
            <p:nvPr/>
          </p:nvSpPr>
          <p:spPr bwMode="auto">
            <a:xfrm>
              <a:off x="1534" y="3252"/>
              <a:ext cx="24" cy="107"/>
            </a:xfrm>
            <a:custGeom>
              <a:avLst/>
              <a:gdLst>
                <a:gd name="T0" fmla="*/ 22 w 49"/>
                <a:gd name="T1" fmla="*/ 76 h 213"/>
                <a:gd name="T2" fmla="*/ 24 w 49"/>
                <a:gd name="T3" fmla="*/ 91 h 213"/>
                <a:gd name="T4" fmla="*/ 26 w 49"/>
                <a:gd name="T5" fmla="*/ 105 h 213"/>
                <a:gd name="T6" fmla="*/ 30 w 49"/>
                <a:gd name="T7" fmla="*/ 119 h 213"/>
                <a:gd name="T8" fmla="*/ 35 w 49"/>
                <a:gd name="T9" fmla="*/ 132 h 213"/>
                <a:gd name="T10" fmla="*/ 40 w 49"/>
                <a:gd name="T11" fmla="*/ 146 h 213"/>
                <a:gd name="T12" fmla="*/ 43 w 49"/>
                <a:gd name="T13" fmla="*/ 160 h 213"/>
                <a:gd name="T14" fmla="*/ 47 w 49"/>
                <a:gd name="T15" fmla="*/ 173 h 213"/>
                <a:gd name="T16" fmla="*/ 49 w 49"/>
                <a:gd name="T17" fmla="*/ 187 h 213"/>
                <a:gd name="T18" fmla="*/ 48 w 49"/>
                <a:gd name="T19" fmla="*/ 201 h 213"/>
                <a:gd name="T20" fmla="*/ 44 w 49"/>
                <a:gd name="T21" fmla="*/ 213 h 213"/>
                <a:gd name="T22" fmla="*/ 47 w 49"/>
                <a:gd name="T23" fmla="*/ 203 h 213"/>
                <a:gd name="T24" fmla="*/ 47 w 49"/>
                <a:gd name="T25" fmla="*/ 194 h 213"/>
                <a:gd name="T26" fmla="*/ 47 w 49"/>
                <a:gd name="T27" fmla="*/ 183 h 213"/>
                <a:gd name="T28" fmla="*/ 45 w 49"/>
                <a:gd name="T29" fmla="*/ 174 h 213"/>
                <a:gd name="T30" fmla="*/ 43 w 49"/>
                <a:gd name="T31" fmla="*/ 165 h 213"/>
                <a:gd name="T32" fmla="*/ 40 w 49"/>
                <a:gd name="T33" fmla="*/ 156 h 213"/>
                <a:gd name="T34" fmla="*/ 36 w 49"/>
                <a:gd name="T35" fmla="*/ 148 h 213"/>
                <a:gd name="T36" fmla="*/ 33 w 49"/>
                <a:gd name="T37" fmla="*/ 138 h 213"/>
                <a:gd name="T38" fmla="*/ 28 w 49"/>
                <a:gd name="T39" fmla="*/ 130 h 213"/>
                <a:gd name="T40" fmla="*/ 22 w 49"/>
                <a:gd name="T41" fmla="*/ 121 h 213"/>
                <a:gd name="T42" fmla="*/ 6 w 49"/>
                <a:gd name="T43" fmla="*/ 175 h 213"/>
                <a:gd name="T44" fmla="*/ 0 w 49"/>
                <a:gd name="T45" fmla="*/ 0 h 213"/>
                <a:gd name="T46" fmla="*/ 15 w 49"/>
                <a:gd name="T47" fmla="*/ 83 h 213"/>
                <a:gd name="T48" fmla="*/ 22 w 49"/>
                <a:gd name="T49" fmla="*/ 76 h 213"/>
                <a:gd name="T50" fmla="*/ 22 w 49"/>
                <a:gd name="T51" fmla="*/ 76 h 2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"/>
                <a:gd name="T79" fmla="*/ 0 h 213"/>
                <a:gd name="T80" fmla="*/ 49 w 49"/>
                <a:gd name="T81" fmla="*/ 213 h 2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" h="213">
                  <a:moveTo>
                    <a:pt x="22" y="76"/>
                  </a:moveTo>
                  <a:lnTo>
                    <a:pt x="24" y="91"/>
                  </a:lnTo>
                  <a:lnTo>
                    <a:pt x="26" y="105"/>
                  </a:lnTo>
                  <a:lnTo>
                    <a:pt x="30" y="119"/>
                  </a:lnTo>
                  <a:lnTo>
                    <a:pt x="35" y="132"/>
                  </a:lnTo>
                  <a:lnTo>
                    <a:pt x="40" y="146"/>
                  </a:lnTo>
                  <a:lnTo>
                    <a:pt x="43" y="160"/>
                  </a:lnTo>
                  <a:lnTo>
                    <a:pt x="47" y="173"/>
                  </a:lnTo>
                  <a:lnTo>
                    <a:pt x="49" y="187"/>
                  </a:lnTo>
                  <a:lnTo>
                    <a:pt x="48" y="201"/>
                  </a:lnTo>
                  <a:lnTo>
                    <a:pt x="44" y="213"/>
                  </a:lnTo>
                  <a:lnTo>
                    <a:pt x="47" y="203"/>
                  </a:lnTo>
                  <a:lnTo>
                    <a:pt x="47" y="194"/>
                  </a:lnTo>
                  <a:lnTo>
                    <a:pt x="47" y="183"/>
                  </a:lnTo>
                  <a:lnTo>
                    <a:pt x="45" y="174"/>
                  </a:lnTo>
                  <a:lnTo>
                    <a:pt x="43" y="165"/>
                  </a:lnTo>
                  <a:lnTo>
                    <a:pt x="40" y="156"/>
                  </a:lnTo>
                  <a:lnTo>
                    <a:pt x="36" y="148"/>
                  </a:lnTo>
                  <a:lnTo>
                    <a:pt x="33" y="138"/>
                  </a:lnTo>
                  <a:lnTo>
                    <a:pt x="28" y="130"/>
                  </a:lnTo>
                  <a:lnTo>
                    <a:pt x="22" y="121"/>
                  </a:lnTo>
                  <a:lnTo>
                    <a:pt x="6" y="175"/>
                  </a:lnTo>
                  <a:lnTo>
                    <a:pt x="0" y="0"/>
                  </a:lnTo>
                  <a:lnTo>
                    <a:pt x="15" y="83"/>
                  </a:lnTo>
                  <a:lnTo>
                    <a:pt x="22" y="76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6" name="Freeform 95"/>
            <p:cNvSpPr>
              <a:spLocks/>
            </p:cNvSpPr>
            <p:nvPr/>
          </p:nvSpPr>
          <p:spPr bwMode="auto">
            <a:xfrm>
              <a:off x="2200" y="3256"/>
              <a:ext cx="26" cy="111"/>
            </a:xfrm>
            <a:custGeom>
              <a:avLst/>
              <a:gdLst>
                <a:gd name="T0" fmla="*/ 22 w 52"/>
                <a:gd name="T1" fmla="*/ 199 h 223"/>
                <a:gd name="T2" fmla="*/ 7 w 52"/>
                <a:gd name="T3" fmla="*/ 223 h 223"/>
                <a:gd name="T4" fmla="*/ 0 w 52"/>
                <a:gd name="T5" fmla="*/ 0 h 223"/>
                <a:gd name="T6" fmla="*/ 26 w 52"/>
                <a:gd name="T7" fmla="*/ 10 h 223"/>
                <a:gd name="T8" fmla="*/ 44 w 52"/>
                <a:gd name="T9" fmla="*/ 25 h 223"/>
                <a:gd name="T10" fmla="*/ 51 w 52"/>
                <a:gd name="T11" fmla="*/ 42 h 223"/>
                <a:gd name="T12" fmla="*/ 52 w 52"/>
                <a:gd name="T13" fmla="*/ 63 h 223"/>
                <a:gd name="T14" fmla="*/ 48 w 52"/>
                <a:gd name="T15" fmla="*/ 85 h 223"/>
                <a:gd name="T16" fmla="*/ 41 w 52"/>
                <a:gd name="T17" fmla="*/ 109 h 223"/>
                <a:gd name="T18" fmla="*/ 34 w 52"/>
                <a:gd name="T19" fmla="*/ 132 h 223"/>
                <a:gd name="T20" fmla="*/ 26 w 52"/>
                <a:gd name="T21" fmla="*/ 157 h 223"/>
                <a:gd name="T22" fmla="*/ 23 w 52"/>
                <a:gd name="T23" fmla="*/ 179 h 223"/>
                <a:gd name="T24" fmla="*/ 23 w 52"/>
                <a:gd name="T25" fmla="*/ 201 h 223"/>
                <a:gd name="T26" fmla="*/ 23 w 52"/>
                <a:gd name="T27" fmla="*/ 201 h 223"/>
                <a:gd name="T28" fmla="*/ 22 w 52"/>
                <a:gd name="T29" fmla="*/ 199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2"/>
                <a:gd name="T46" fmla="*/ 0 h 223"/>
                <a:gd name="T47" fmla="*/ 52 w 52"/>
                <a:gd name="T48" fmla="*/ 223 h 22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2" h="223">
                  <a:moveTo>
                    <a:pt x="22" y="199"/>
                  </a:moveTo>
                  <a:lnTo>
                    <a:pt x="7" y="223"/>
                  </a:lnTo>
                  <a:lnTo>
                    <a:pt x="0" y="0"/>
                  </a:lnTo>
                  <a:lnTo>
                    <a:pt x="26" y="10"/>
                  </a:lnTo>
                  <a:lnTo>
                    <a:pt x="44" y="25"/>
                  </a:lnTo>
                  <a:lnTo>
                    <a:pt x="51" y="42"/>
                  </a:lnTo>
                  <a:lnTo>
                    <a:pt x="52" y="63"/>
                  </a:lnTo>
                  <a:lnTo>
                    <a:pt x="48" y="85"/>
                  </a:lnTo>
                  <a:lnTo>
                    <a:pt x="41" y="109"/>
                  </a:lnTo>
                  <a:lnTo>
                    <a:pt x="34" y="132"/>
                  </a:lnTo>
                  <a:lnTo>
                    <a:pt x="26" y="157"/>
                  </a:lnTo>
                  <a:lnTo>
                    <a:pt x="23" y="179"/>
                  </a:lnTo>
                  <a:lnTo>
                    <a:pt x="23" y="201"/>
                  </a:lnTo>
                  <a:lnTo>
                    <a:pt x="22" y="1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7" name="Freeform 96"/>
            <p:cNvSpPr>
              <a:spLocks/>
            </p:cNvSpPr>
            <p:nvPr/>
          </p:nvSpPr>
          <p:spPr bwMode="auto">
            <a:xfrm>
              <a:off x="2253" y="3329"/>
              <a:ext cx="107" cy="301"/>
            </a:xfrm>
            <a:custGeom>
              <a:avLst/>
              <a:gdLst>
                <a:gd name="T0" fmla="*/ 215 w 215"/>
                <a:gd name="T1" fmla="*/ 21 h 603"/>
                <a:gd name="T2" fmla="*/ 210 w 215"/>
                <a:gd name="T3" fmla="*/ 61 h 603"/>
                <a:gd name="T4" fmla="*/ 198 w 215"/>
                <a:gd name="T5" fmla="*/ 101 h 603"/>
                <a:gd name="T6" fmla="*/ 186 w 215"/>
                <a:gd name="T7" fmla="*/ 140 h 603"/>
                <a:gd name="T8" fmla="*/ 185 w 215"/>
                <a:gd name="T9" fmla="*/ 179 h 603"/>
                <a:gd name="T10" fmla="*/ 183 w 215"/>
                <a:gd name="T11" fmla="*/ 230 h 603"/>
                <a:gd name="T12" fmla="*/ 166 w 215"/>
                <a:gd name="T13" fmla="*/ 294 h 603"/>
                <a:gd name="T14" fmla="*/ 150 w 215"/>
                <a:gd name="T15" fmla="*/ 357 h 603"/>
                <a:gd name="T16" fmla="*/ 136 w 215"/>
                <a:gd name="T17" fmla="*/ 422 h 603"/>
                <a:gd name="T18" fmla="*/ 126 w 215"/>
                <a:gd name="T19" fmla="*/ 488 h 603"/>
                <a:gd name="T20" fmla="*/ 107 w 215"/>
                <a:gd name="T21" fmla="*/ 525 h 603"/>
                <a:gd name="T22" fmla="*/ 75 w 215"/>
                <a:gd name="T23" fmla="*/ 534 h 603"/>
                <a:gd name="T24" fmla="*/ 46 w 215"/>
                <a:gd name="T25" fmla="*/ 547 h 603"/>
                <a:gd name="T26" fmla="*/ 23 w 215"/>
                <a:gd name="T27" fmla="*/ 564 h 603"/>
                <a:gd name="T28" fmla="*/ 10 w 215"/>
                <a:gd name="T29" fmla="*/ 588 h 603"/>
                <a:gd name="T30" fmla="*/ 6 w 215"/>
                <a:gd name="T31" fmla="*/ 563 h 603"/>
                <a:gd name="T32" fmla="*/ 1 w 215"/>
                <a:gd name="T33" fmla="*/ 474 h 603"/>
                <a:gd name="T34" fmla="*/ 0 w 215"/>
                <a:gd name="T35" fmla="*/ 383 h 603"/>
                <a:gd name="T36" fmla="*/ 3 w 215"/>
                <a:gd name="T37" fmla="*/ 290 h 603"/>
                <a:gd name="T38" fmla="*/ 10 w 215"/>
                <a:gd name="T39" fmla="*/ 201 h 603"/>
                <a:gd name="T40" fmla="*/ 31 w 215"/>
                <a:gd name="T41" fmla="*/ 154 h 603"/>
                <a:gd name="T42" fmla="*/ 62 w 215"/>
                <a:gd name="T43" fmla="*/ 141 h 603"/>
                <a:gd name="T44" fmla="*/ 95 w 215"/>
                <a:gd name="T45" fmla="*/ 130 h 603"/>
                <a:gd name="T46" fmla="*/ 127 w 215"/>
                <a:gd name="T47" fmla="*/ 121 h 603"/>
                <a:gd name="T48" fmla="*/ 159 w 215"/>
                <a:gd name="T49" fmla="*/ 119 h 603"/>
                <a:gd name="T50" fmla="*/ 191 w 215"/>
                <a:gd name="T51" fmla="*/ 106 h 603"/>
                <a:gd name="T52" fmla="*/ 153 w 215"/>
                <a:gd name="T53" fmla="*/ 94 h 603"/>
                <a:gd name="T54" fmla="*/ 114 w 215"/>
                <a:gd name="T55" fmla="*/ 97 h 603"/>
                <a:gd name="T56" fmla="*/ 76 w 215"/>
                <a:gd name="T57" fmla="*/ 110 h 603"/>
                <a:gd name="T58" fmla="*/ 40 w 215"/>
                <a:gd name="T59" fmla="*/ 124 h 603"/>
                <a:gd name="T60" fmla="*/ 9 w 215"/>
                <a:gd name="T61" fmla="*/ 132 h 603"/>
                <a:gd name="T62" fmla="*/ 33 w 215"/>
                <a:gd name="T63" fmla="*/ 17 h 603"/>
                <a:gd name="T64" fmla="*/ 72 w 215"/>
                <a:gd name="T65" fmla="*/ 9 h 603"/>
                <a:gd name="T66" fmla="*/ 111 w 215"/>
                <a:gd name="T67" fmla="*/ 4 h 603"/>
                <a:gd name="T68" fmla="*/ 150 w 215"/>
                <a:gd name="T69" fmla="*/ 1 h 603"/>
                <a:gd name="T70" fmla="*/ 192 w 215"/>
                <a:gd name="T71" fmla="*/ 0 h 603"/>
                <a:gd name="T72" fmla="*/ 213 w 215"/>
                <a:gd name="T73" fmla="*/ 1 h 6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5"/>
                <a:gd name="T112" fmla="*/ 0 h 603"/>
                <a:gd name="T113" fmla="*/ 215 w 215"/>
                <a:gd name="T114" fmla="*/ 603 h 60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5" h="603">
                  <a:moveTo>
                    <a:pt x="213" y="0"/>
                  </a:moveTo>
                  <a:lnTo>
                    <a:pt x="215" y="21"/>
                  </a:lnTo>
                  <a:lnTo>
                    <a:pt x="214" y="41"/>
                  </a:lnTo>
                  <a:lnTo>
                    <a:pt x="210" y="61"/>
                  </a:lnTo>
                  <a:lnTo>
                    <a:pt x="203" y="81"/>
                  </a:lnTo>
                  <a:lnTo>
                    <a:pt x="198" y="101"/>
                  </a:lnTo>
                  <a:lnTo>
                    <a:pt x="191" y="120"/>
                  </a:lnTo>
                  <a:lnTo>
                    <a:pt x="186" y="140"/>
                  </a:lnTo>
                  <a:lnTo>
                    <a:pt x="184" y="160"/>
                  </a:lnTo>
                  <a:lnTo>
                    <a:pt x="185" y="179"/>
                  </a:lnTo>
                  <a:lnTo>
                    <a:pt x="191" y="199"/>
                  </a:lnTo>
                  <a:lnTo>
                    <a:pt x="183" y="230"/>
                  </a:lnTo>
                  <a:lnTo>
                    <a:pt x="174" y="262"/>
                  </a:lnTo>
                  <a:lnTo>
                    <a:pt x="166" y="294"/>
                  </a:lnTo>
                  <a:lnTo>
                    <a:pt x="158" y="325"/>
                  </a:lnTo>
                  <a:lnTo>
                    <a:pt x="150" y="357"/>
                  </a:lnTo>
                  <a:lnTo>
                    <a:pt x="142" y="390"/>
                  </a:lnTo>
                  <a:lnTo>
                    <a:pt x="136" y="422"/>
                  </a:lnTo>
                  <a:lnTo>
                    <a:pt x="131" y="454"/>
                  </a:lnTo>
                  <a:lnTo>
                    <a:pt x="126" y="488"/>
                  </a:lnTo>
                  <a:lnTo>
                    <a:pt x="124" y="521"/>
                  </a:lnTo>
                  <a:lnTo>
                    <a:pt x="107" y="525"/>
                  </a:lnTo>
                  <a:lnTo>
                    <a:pt x="91" y="529"/>
                  </a:lnTo>
                  <a:lnTo>
                    <a:pt x="75" y="534"/>
                  </a:lnTo>
                  <a:lnTo>
                    <a:pt x="60" y="540"/>
                  </a:lnTo>
                  <a:lnTo>
                    <a:pt x="46" y="547"/>
                  </a:lnTo>
                  <a:lnTo>
                    <a:pt x="33" y="555"/>
                  </a:lnTo>
                  <a:lnTo>
                    <a:pt x="23" y="564"/>
                  </a:lnTo>
                  <a:lnTo>
                    <a:pt x="15" y="576"/>
                  </a:lnTo>
                  <a:lnTo>
                    <a:pt x="10" y="588"/>
                  </a:lnTo>
                  <a:lnTo>
                    <a:pt x="9" y="603"/>
                  </a:lnTo>
                  <a:lnTo>
                    <a:pt x="6" y="563"/>
                  </a:lnTo>
                  <a:lnTo>
                    <a:pt x="2" y="519"/>
                  </a:lnTo>
                  <a:lnTo>
                    <a:pt x="1" y="474"/>
                  </a:lnTo>
                  <a:lnTo>
                    <a:pt x="0" y="429"/>
                  </a:lnTo>
                  <a:lnTo>
                    <a:pt x="0" y="383"/>
                  </a:lnTo>
                  <a:lnTo>
                    <a:pt x="1" y="335"/>
                  </a:lnTo>
                  <a:lnTo>
                    <a:pt x="3" y="290"/>
                  </a:lnTo>
                  <a:lnTo>
                    <a:pt x="6" y="245"/>
                  </a:lnTo>
                  <a:lnTo>
                    <a:pt x="10" y="201"/>
                  </a:lnTo>
                  <a:lnTo>
                    <a:pt x="15" y="161"/>
                  </a:lnTo>
                  <a:lnTo>
                    <a:pt x="31" y="154"/>
                  </a:lnTo>
                  <a:lnTo>
                    <a:pt x="46" y="148"/>
                  </a:lnTo>
                  <a:lnTo>
                    <a:pt x="62" y="141"/>
                  </a:lnTo>
                  <a:lnTo>
                    <a:pt x="79" y="135"/>
                  </a:lnTo>
                  <a:lnTo>
                    <a:pt x="95" y="130"/>
                  </a:lnTo>
                  <a:lnTo>
                    <a:pt x="111" y="125"/>
                  </a:lnTo>
                  <a:lnTo>
                    <a:pt x="127" y="121"/>
                  </a:lnTo>
                  <a:lnTo>
                    <a:pt x="143" y="119"/>
                  </a:lnTo>
                  <a:lnTo>
                    <a:pt x="159" y="119"/>
                  </a:lnTo>
                  <a:lnTo>
                    <a:pt x="174" y="123"/>
                  </a:lnTo>
                  <a:lnTo>
                    <a:pt x="191" y="106"/>
                  </a:lnTo>
                  <a:lnTo>
                    <a:pt x="172" y="97"/>
                  </a:lnTo>
                  <a:lnTo>
                    <a:pt x="153" y="94"/>
                  </a:lnTo>
                  <a:lnTo>
                    <a:pt x="134" y="94"/>
                  </a:lnTo>
                  <a:lnTo>
                    <a:pt x="114" y="97"/>
                  </a:lnTo>
                  <a:lnTo>
                    <a:pt x="95" y="103"/>
                  </a:lnTo>
                  <a:lnTo>
                    <a:pt x="76" y="110"/>
                  </a:lnTo>
                  <a:lnTo>
                    <a:pt x="58" y="118"/>
                  </a:lnTo>
                  <a:lnTo>
                    <a:pt x="40" y="124"/>
                  </a:lnTo>
                  <a:lnTo>
                    <a:pt x="24" y="130"/>
                  </a:lnTo>
                  <a:lnTo>
                    <a:pt x="9" y="132"/>
                  </a:lnTo>
                  <a:lnTo>
                    <a:pt x="15" y="23"/>
                  </a:lnTo>
                  <a:lnTo>
                    <a:pt x="33" y="17"/>
                  </a:lnTo>
                  <a:lnTo>
                    <a:pt x="52" y="13"/>
                  </a:lnTo>
                  <a:lnTo>
                    <a:pt x="72" y="9"/>
                  </a:lnTo>
                  <a:lnTo>
                    <a:pt x="91" y="6"/>
                  </a:lnTo>
                  <a:lnTo>
                    <a:pt x="111" y="4"/>
                  </a:lnTo>
                  <a:lnTo>
                    <a:pt x="131" y="2"/>
                  </a:lnTo>
                  <a:lnTo>
                    <a:pt x="150" y="1"/>
                  </a:lnTo>
                  <a:lnTo>
                    <a:pt x="171" y="0"/>
                  </a:lnTo>
                  <a:lnTo>
                    <a:pt x="192" y="0"/>
                  </a:lnTo>
                  <a:lnTo>
                    <a:pt x="213" y="1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8" name="Freeform 97"/>
            <p:cNvSpPr>
              <a:spLocks/>
            </p:cNvSpPr>
            <p:nvPr/>
          </p:nvSpPr>
          <p:spPr bwMode="auto">
            <a:xfrm>
              <a:off x="2080" y="3351"/>
              <a:ext cx="101" cy="54"/>
            </a:xfrm>
            <a:custGeom>
              <a:avLst/>
              <a:gdLst>
                <a:gd name="T0" fmla="*/ 93 w 202"/>
                <a:gd name="T1" fmla="*/ 60 h 109"/>
                <a:gd name="T2" fmla="*/ 87 w 202"/>
                <a:gd name="T3" fmla="*/ 52 h 109"/>
                <a:gd name="T4" fmla="*/ 79 w 202"/>
                <a:gd name="T5" fmla="*/ 49 h 109"/>
                <a:gd name="T6" fmla="*/ 69 w 202"/>
                <a:gd name="T7" fmla="*/ 50 h 109"/>
                <a:gd name="T8" fmla="*/ 59 w 202"/>
                <a:gd name="T9" fmla="*/ 55 h 109"/>
                <a:gd name="T10" fmla="*/ 48 w 202"/>
                <a:gd name="T11" fmla="*/ 63 h 109"/>
                <a:gd name="T12" fmla="*/ 37 w 202"/>
                <a:gd name="T13" fmla="*/ 72 h 109"/>
                <a:gd name="T14" fmla="*/ 27 w 202"/>
                <a:gd name="T15" fmla="*/ 82 h 109"/>
                <a:gd name="T16" fmla="*/ 17 w 202"/>
                <a:gd name="T17" fmla="*/ 93 h 109"/>
                <a:gd name="T18" fmla="*/ 9 w 202"/>
                <a:gd name="T19" fmla="*/ 102 h 109"/>
                <a:gd name="T20" fmla="*/ 0 w 202"/>
                <a:gd name="T21" fmla="*/ 109 h 109"/>
                <a:gd name="T22" fmla="*/ 9 w 202"/>
                <a:gd name="T23" fmla="*/ 97 h 109"/>
                <a:gd name="T24" fmla="*/ 18 w 202"/>
                <a:gd name="T25" fmla="*/ 86 h 109"/>
                <a:gd name="T26" fmla="*/ 28 w 202"/>
                <a:gd name="T27" fmla="*/ 74 h 109"/>
                <a:gd name="T28" fmla="*/ 41 w 202"/>
                <a:gd name="T29" fmla="*/ 65 h 109"/>
                <a:gd name="T30" fmla="*/ 54 w 202"/>
                <a:gd name="T31" fmla="*/ 56 h 109"/>
                <a:gd name="T32" fmla="*/ 68 w 202"/>
                <a:gd name="T33" fmla="*/ 46 h 109"/>
                <a:gd name="T34" fmla="*/ 81 w 202"/>
                <a:gd name="T35" fmla="*/ 39 h 109"/>
                <a:gd name="T36" fmla="*/ 96 w 202"/>
                <a:gd name="T37" fmla="*/ 33 h 109"/>
                <a:gd name="T38" fmla="*/ 110 w 202"/>
                <a:gd name="T39" fmla="*/ 27 h 109"/>
                <a:gd name="T40" fmla="*/ 125 w 202"/>
                <a:gd name="T41" fmla="*/ 23 h 109"/>
                <a:gd name="T42" fmla="*/ 131 w 202"/>
                <a:gd name="T43" fmla="*/ 29 h 109"/>
                <a:gd name="T44" fmla="*/ 138 w 202"/>
                <a:gd name="T45" fmla="*/ 31 h 109"/>
                <a:gd name="T46" fmla="*/ 145 w 202"/>
                <a:gd name="T47" fmla="*/ 33 h 109"/>
                <a:gd name="T48" fmla="*/ 153 w 202"/>
                <a:gd name="T49" fmla="*/ 30 h 109"/>
                <a:gd name="T50" fmla="*/ 161 w 202"/>
                <a:gd name="T51" fmla="*/ 27 h 109"/>
                <a:gd name="T52" fmla="*/ 169 w 202"/>
                <a:gd name="T53" fmla="*/ 22 h 109"/>
                <a:gd name="T54" fmla="*/ 177 w 202"/>
                <a:gd name="T55" fmla="*/ 18 h 109"/>
                <a:gd name="T56" fmla="*/ 185 w 202"/>
                <a:gd name="T57" fmla="*/ 12 h 109"/>
                <a:gd name="T58" fmla="*/ 193 w 202"/>
                <a:gd name="T59" fmla="*/ 6 h 109"/>
                <a:gd name="T60" fmla="*/ 202 w 202"/>
                <a:gd name="T61" fmla="*/ 0 h 109"/>
                <a:gd name="T62" fmla="*/ 197 w 202"/>
                <a:gd name="T63" fmla="*/ 7 h 109"/>
                <a:gd name="T64" fmla="*/ 190 w 202"/>
                <a:gd name="T65" fmla="*/ 14 h 109"/>
                <a:gd name="T66" fmla="*/ 181 w 202"/>
                <a:gd name="T67" fmla="*/ 22 h 109"/>
                <a:gd name="T68" fmla="*/ 170 w 202"/>
                <a:gd name="T69" fmla="*/ 29 h 109"/>
                <a:gd name="T70" fmla="*/ 159 w 202"/>
                <a:gd name="T71" fmla="*/ 36 h 109"/>
                <a:gd name="T72" fmla="*/ 146 w 202"/>
                <a:gd name="T73" fmla="*/ 42 h 109"/>
                <a:gd name="T74" fmla="*/ 132 w 202"/>
                <a:gd name="T75" fmla="*/ 48 h 109"/>
                <a:gd name="T76" fmla="*/ 120 w 202"/>
                <a:gd name="T77" fmla="*/ 53 h 109"/>
                <a:gd name="T78" fmla="*/ 106 w 202"/>
                <a:gd name="T79" fmla="*/ 58 h 109"/>
                <a:gd name="T80" fmla="*/ 93 w 202"/>
                <a:gd name="T81" fmla="*/ 61 h 109"/>
                <a:gd name="T82" fmla="*/ 93 w 202"/>
                <a:gd name="T83" fmla="*/ 61 h 109"/>
                <a:gd name="T84" fmla="*/ 93 w 202"/>
                <a:gd name="T85" fmla="*/ 60 h 10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2"/>
                <a:gd name="T130" fmla="*/ 0 h 109"/>
                <a:gd name="T131" fmla="*/ 202 w 202"/>
                <a:gd name="T132" fmla="*/ 109 h 10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2" h="109">
                  <a:moveTo>
                    <a:pt x="93" y="60"/>
                  </a:moveTo>
                  <a:lnTo>
                    <a:pt x="87" y="52"/>
                  </a:lnTo>
                  <a:lnTo>
                    <a:pt x="79" y="49"/>
                  </a:lnTo>
                  <a:lnTo>
                    <a:pt x="69" y="50"/>
                  </a:lnTo>
                  <a:lnTo>
                    <a:pt x="59" y="55"/>
                  </a:lnTo>
                  <a:lnTo>
                    <a:pt x="48" y="63"/>
                  </a:lnTo>
                  <a:lnTo>
                    <a:pt x="37" y="72"/>
                  </a:lnTo>
                  <a:lnTo>
                    <a:pt x="27" y="82"/>
                  </a:lnTo>
                  <a:lnTo>
                    <a:pt x="17" y="93"/>
                  </a:lnTo>
                  <a:lnTo>
                    <a:pt x="9" y="102"/>
                  </a:lnTo>
                  <a:lnTo>
                    <a:pt x="0" y="109"/>
                  </a:lnTo>
                  <a:lnTo>
                    <a:pt x="9" y="97"/>
                  </a:lnTo>
                  <a:lnTo>
                    <a:pt x="18" y="86"/>
                  </a:lnTo>
                  <a:lnTo>
                    <a:pt x="28" y="74"/>
                  </a:lnTo>
                  <a:lnTo>
                    <a:pt x="41" y="65"/>
                  </a:lnTo>
                  <a:lnTo>
                    <a:pt x="54" y="56"/>
                  </a:lnTo>
                  <a:lnTo>
                    <a:pt x="68" y="46"/>
                  </a:lnTo>
                  <a:lnTo>
                    <a:pt x="81" y="39"/>
                  </a:lnTo>
                  <a:lnTo>
                    <a:pt x="96" y="33"/>
                  </a:lnTo>
                  <a:lnTo>
                    <a:pt x="110" y="27"/>
                  </a:lnTo>
                  <a:lnTo>
                    <a:pt x="125" y="23"/>
                  </a:lnTo>
                  <a:lnTo>
                    <a:pt x="131" y="29"/>
                  </a:lnTo>
                  <a:lnTo>
                    <a:pt x="138" y="31"/>
                  </a:lnTo>
                  <a:lnTo>
                    <a:pt x="145" y="33"/>
                  </a:lnTo>
                  <a:lnTo>
                    <a:pt x="153" y="30"/>
                  </a:lnTo>
                  <a:lnTo>
                    <a:pt x="161" y="27"/>
                  </a:lnTo>
                  <a:lnTo>
                    <a:pt x="169" y="22"/>
                  </a:lnTo>
                  <a:lnTo>
                    <a:pt x="177" y="18"/>
                  </a:lnTo>
                  <a:lnTo>
                    <a:pt x="185" y="12"/>
                  </a:lnTo>
                  <a:lnTo>
                    <a:pt x="193" y="6"/>
                  </a:lnTo>
                  <a:lnTo>
                    <a:pt x="202" y="0"/>
                  </a:lnTo>
                  <a:lnTo>
                    <a:pt x="197" y="7"/>
                  </a:lnTo>
                  <a:lnTo>
                    <a:pt x="190" y="14"/>
                  </a:lnTo>
                  <a:lnTo>
                    <a:pt x="181" y="22"/>
                  </a:lnTo>
                  <a:lnTo>
                    <a:pt x="170" y="29"/>
                  </a:lnTo>
                  <a:lnTo>
                    <a:pt x="159" y="36"/>
                  </a:lnTo>
                  <a:lnTo>
                    <a:pt x="146" y="42"/>
                  </a:lnTo>
                  <a:lnTo>
                    <a:pt x="132" y="48"/>
                  </a:lnTo>
                  <a:lnTo>
                    <a:pt x="120" y="53"/>
                  </a:lnTo>
                  <a:lnTo>
                    <a:pt x="106" y="58"/>
                  </a:lnTo>
                  <a:lnTo>
                    <a:pt x="93" y="61"/>
                  </a:lnTo>
                  <a:lnTo>
                    <a:pt x="93" y="6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89" name="Freeform 98"/>
            <p:cNvSpPr>
              <a:spLocks/>
            </p:cNvSpPr>
            <p:nvPr/>
          </p:nvSpPr>
          <p:spPr bwMode="auto">
            <a:xfrm>
              <a:off x="2191" y="3351"/>
              <a:ext cx="59" cy="314"/>
            </a:xfrm>
            <a:custGeom>
              <a:avLst/>
              <a:gdLst>
                <a:gd name="T0" fmla="*/ 117 w 118"/>
                <a:gd name="T1" fmla="*/ 568 h 629"/>
                <a:gd name="T2" fmla="*/ 100 w 118"/>
                <a:gd name="T3" fmla="*/ 563 h 629"/>
                <a:gd name="T4" fmla="*/ 85 w 118"/>
                <a:gd name="T5" fmla="*/ 562 h 629"/>
                <a:gd name="T6" fmla="*/ 73 w 118"/>
                <a:gd name="T7" fmla="*/ 565 h 629"/>
                <a:gd name="T8" fmla="*/ 63 w 118"/>
                <a:gd name="T9" fmla="*/ 572 h 629"/>
                <a:gd name="T10" fmla="*/ 53 w 118"/>
                <a:gd name="T11" fmla="*/ 581 h 629"/>
                <a:gd name="T12" fmla="*/ 45 w 118"/>
                <a:gd name="T13" fmla="*/ 592 h 629"/>
                <a:gd name="T14" fmla="*/ 36 w 118"/>
                <a:gd name="T15" fmla="*/ 603 h 629"/>
                <a:gd name="T16" fmla="*/ 27 w 118"/>
                <a:gd name="T17" fmla="*/ 614 h 629"/>
                <a:gd name="T18" fmla="*/ 16 w 118"/>
                <a:gd name="T19" fmla="*/ 623 h 629"/>
                <a:gd name="T20" fmla="*/ 4 w 118"/>
                <a:gd name="T21" fmla="*/ 629 h 629"/>
                <a:gd name="T22" fmla="*/ 1 w 118"/>
                <a:gd name="T23" fmla="*/ 566 h 629"/>
                <a:gd name="T24" fmla="*/ 0 w 118"/>
                <a:gd name="T25" fmla="*/ 502 h 629"/>
                <a:gd name="T26" fmla="*/ 1 w 118"/>
                <a:gd name="T27" fmla="*/ 436 h 629"/>
                <a:gd name="T28" fmla="*/ 5 w 118"/>
                <a:gd name="T29" fmla="*/ 370 h 629"/>
                <a:gd name="T30" fmla="*/ 13 w 118"/>
                <a:gd name="T31" fmla="*/ 304 h 629"/>
                <a:gd name="T32" fmla="*/ 23 w 118"/>
                <a:gd name="T33" fmla="*/ 238 h 629"/>
                <a:gd name="T34" fmla="*/ 39 w 118"/>
                <a:gd name="T35" fmla="*/ 175 h 629"/>
                <a:gd name="T36" fmla="*/ 60 w 118"/>
                <a:gd name="T37" fmla="*/ 113 h 629"/>
                <a:gd name="T38" fmla="*/ 86 w 118"/>
                <a:gd name="T39" fmla="*/ 56 h 629"/>
                <a:gd name="T40" fmla="*/ 118 w 118"/>
                <a:gd name="T41" fmla="*/ 0 h 629"/>
                <a:gd name="T42" fmla="*/ 117 w 118"/>
                <a:gd name="T43" fmla="*/ 58 h 629"/>
                <a:gd name="T44" fmla="*/ 115 w 118"/>
                <a:gd name="T45" fmla="*/ 116 h 629"/>
                <a:gd name="T46" fmla="*/ 111 w 118"/>
                <a:gd name="T47" fmla="*/ 175 h 629"/>
                <a:gd name="T48" fmla="*/ 108 w 118"/>
                <a:gd name="T49" fmla="*/ 232 h 629"/>
                <a:gd name="T50" fmla="*/ 104 w 118"/>
                <a:gd name="T51" fmla="*/ 290 h 629"/>
                <a:gd name="T52" fmla="*/ 103 w 118"/>
                <a:gd name="T53" fmla="*/ 348 h 629"/>
                <a:gd name="T54" fmla="*/ 102 w 118"/>
                <a:gd name="T55" fmla="*/ 405 h 629"/>
                <a:gd name="T56" fmla="*/ 104 w 118"/>
                <a:gd name="T57" fmla="*/ 460 h 629"/>
                <a:gd name="T58" fmla="*/ 109 w 118"/>
                <a:gd name="T59" fmla="*/ 514 h 629"/>
                <a:gd name="T60" fmla="*/ 118 w 118"/>
                <a:gd name="T61" fmla="*/ 569 h 629"/>
                <a:gd name="T62" fmla="*/ 118 w 118"/>
                <a:gd name="T63" fmla="*/ 569 h 629"/>
                <a:gd name="T64" fmla="*/ 117 w 118"/>
                <a:gd name="T65" fmla="*/ 568 h 6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8"/>
                <a:gd name="T100" fmla="*/ 0 h 629"/>
                <a:gd name="T101" fmla="*/ 118 w 118"/>
                <a:gd name="T102" fmla="*/ 629 h 62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8" h="629">
                  <a:moveTo>
                    <a:pt x="117" y="568"/>
                  </a:moveTo>
                  <a:lnTo>
                    <a:pt x="100" y="563"/>
                  </a:lnTo>
                  <a:lnTo>
                    <a:pt x="85" y="562"/>
                  </a:lnTo>
                  <a:lnTo>
                    <a:pt x="73" y="565"/>
                  </a:lnTo>
                  <a:lnTo>
                    <a:pt x="63" y="572"/>
                  </a:lnTo>
                  <a:lnTo>
                    <a:pt x="53" y="581"/>
                  </a:lnTo>
                  <a:lnTo>
                    <a:pt x="45" y="592"/>
                  </a:lnTo>
                  <a:lnTo>
                    <a:pt x="36" y="603"/>
                  </a:lnTo>
                  <a:lnTo>
                    <a:pt x="27" y="614"/>
                  </a:lnTo>
                  <a:lnTo>
                    <a:pt x="16" y="623"/>
                  </a:lnTo>
                  <a:lnTo>
                    <a:pt x="4" y="629"/>
                  </a:lnTo>
                  <a:lnTo>
                    <a:pt x="1" y="566"/>
                  </a:lnTo>
                  <a:lnTo>
                    <a:pt x="0" y="502"/>
                  </a:lnTo>
                  <a:lnTo>
                    <a:pt x="1" y="436"/>
                  </a:lnTo>
                  <a:lnTo>
                    <a:pt x="5" y="370"/>
                  </a:lnTo>
                  <a:lnTo>
                    <a:pt x="13" y="304"/>
                  </a:lnTo>
                  <a:lnTo>
                    <a:pt x="23" y="238"/>
                  </a:lnTo>
                  <a:lnTo>
                    <a:pt x="39" y="175"/>
                  </a:lnTo>
                  <a:lnTo>
                    <a:pt x="60" y="113"/>
                  </a:lnTo>
                  <a:lnTo>
                    <a:pt x="86" y="56"/>
                  </a:lnTo>
                  <a:lnTo>
                    <a:pt x="118" y="0"/>
                  </a:lnTo>
                  <a:lnTo>
                    <a:pt x="117" y="58"/>
                  </a:lnTo>
                  <a:lnTo>
                    <a:pt x="115" y="116"/>
                  </a:lnTo>
                  <a:lnTo>
                    <a:pt x="111" y="175"/>
                  </a:lnTo>
                  <a:lnTo>
                    <a:pt x="108" y="232"/>
                  </a:lnTo>
                  <a:lnTo>
                    <a:pt x="104" y="290"/>
                  </a:lnTo>
                  <a:lnTo>
                    <a:pt x="103" y="348"/>
                  </a:lnTo>
                  <a:lnTo>
                    <a:pt x="102" y="405"/>
                  </a:lnTo>
                  <a:lnTo>
                    <a:pt x="104" y="460"/>
                  </a:lnTo>
                  <a:lnTo>
                    <a:pt x="109" y="514"/>
                  </a:lnTo>
                  <a:lnTo>
                    <a:pt x="118" y="569"/>
                  </a:lnTo>
                  <a:lnTo>
                    <a:pt x="117" y="568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0" name="Freeform 99"/>
            <p:cNvSpPr>
              <a:spLocks/>
            </p:cNvSpPr>
            <p:nvPr/>
          </p:nvSpPr>
          <p:spPr bwMode="auto">
            <a:xfrm>
              <a:off x="1266" y="3362"/>
              <a:ext cx="19" cy="62"/>
            </a:xfrm>
            <a:custGeom>
              <a:avLst/>
              <a:gdLst>
                <a:gd name="T0" fmla="*/ 31 w 38"/>
                <a:gd name="T1" fmla="*/ 0 h 125"/>
                <a:gd name="T2" fmla="*/ 36 w 38"/>
                <a:gd name="T3" fmla="*/ 14 h 125"/>
                <a:gd name="T4" fmla="*/ 38 w 38"/>
                <a:gd name="T5" fmla="*/ 28 h 125"/>
                <a:gd name="T6" fmla="*/ 38 w 38"/>
                <a:gd name="T7" fmla="*/ 42 h 125"/>
                <a:gd name="T8" fmla="*/ 38 w 38"/>
                <a:gd name="T9" fmla="*/ 54 h 125"/>
                <a:gd name="T10" fmla="*/ 35 w 38"/>
                <a:gd name="T11" fmla="*/ 68 h 125"/>
                <a:gd name="T12" fmla="*/ 31 w 38"/>
                <a:gd name="T13" fmla="*/ 81 h 125"/>
                <a:gd name="T14" fmla="*/ 26 w 38"/>
                <a:gd name="T15" fmla="*/ 93 h 125"/>
                <a:gd name="T16" fmla="*/ 19 w 38"/>
                <a:gd name="T17" fmla="*/ 104 h 125"/>
                <a:gd name="T18" fmla="*/ 9 w 38"/>
                <a:gd name="T19" fmla="*/ 116 h 125"/>
                <a:gd name="T20" fmla="*/ 0 w 38"/>
                <a:gd name="T21" fmla="*/ 125 h 125"/>
                <a:gd name="T22" fmla="*/ 1 w 38"/>
                <a:gd name="T23" fmla="*/ 118 h 125"/>
                <a:gd name="T24" fmla="*/ 6 w 38"/>
                <a:gd name="T25" fmla="*/ 108 h 125"/>
                <a:gd name="T26" fmla="*/ 13 w 38"/>
                <a:gd name="T27" fmla="*/ 97 h 125"/>
                <a:gd name="T28" fmla="*/ 20 w 38"/>
                <a:gd name="T29" fmla="*/ 85 h 125"/>
                <a:gd name="T30" fmla="*/ 28 w 38"/>
                <a:gd name="T31" fmla="*/ 72 h 125"/>
                <a:gd name="T32" fmla="*/ 35 w 38"/>
                <a:gd name="T33" fmla="*/ 58 h 125"/>
                <a:gd name="T34" fmla="*/ 38 w 38"/>
                <a:gd name="T35" fmla="*/ 43 h 125"/>
                <a:gd name="T36" fmla="*/ 38 w 38"/>
                <a:gd name="T37" fmla="*/ 29 h 125"/>
                <a:gd name="T38" fmla="*/ 34 w 38"/>
                <a:gd name="T39" fmla="*/ 15 h 125"/>
                <a:gd name="T40" fmla="*/ 22 w 38"/>
                <a:gd name="T41" fmla="*/ 1 h 125"/>
                <a:gd name="T42" fmla="*/ 33 w 38"/>
                <a:gd name="T43" fmla="*/ 1 h 125"/>
                <a:gd name="T44" fmla="*/ 33 w 38"/>
                <a:gd name="T45" fmla="*/ 1 h 125"/>
                <a:gd name="T46" fmla="*/ 31 w 38"/>
                <a:gd name="T47" fmla="*/ 0 h 1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8"/>
                <a:gd name="T73" fmla="*/ 0 h 125"/>
                <a:gd name="T74" fmla="*/ 38 w 38"/>
                <a:gd name="T75" fmla="*/ 125 h 12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8" h="125">
                  <a:moveTo>
                    <a:pt x="31" y="0"/>
                  </a:moveTo>
                  <a:lnTo>
                    <a:pt x="36" y="14"/>
                  </a:lnTo>
                  <a:lnTo>
                    <a:pt x="38" y="28"/>
                  </a:lnTo>
                  <a:lnTo>
                    <a:pt x="38" y="42"/>
                  </a:lnTo>
                  <a:lnTo>
                    <a:pt x="38" y="54"/>
                  </a:lnTo>
                  <a:lnTo>
                    <a:pt x="35" y="68"/>
                  </a:lnTo>
                  <a:lnTo>
                    <a:pt x="31" y="81"/>
                  </a:lnTo>
                  <a:lnTo>
                    <a:pt x="26" y="93"/>
                  </a:lnTo>
                  <a:lnTo>
                    <a:pt x="19" y="104"/>
                  </a:lnTo>
                  <a:lnTo>
                    <a:pt x="9" y="116"/>
                  </a:lnTo>
                  <a:lnTo>
                    <a:pt x="0" y="125"/>
                  </a:lnTo>
                  <a:lnTo>
                    <a:pt x="1" y="118"/>
                  </a:lnTo>
                  <a:lnTo>
                    <a:pt x="6" y="108"/>
                  </a:lnTo>
                  <a:lnTo>
                    <a:pt x="13" y="97"/>
                  </a:lnTo>
                  <a:lnTo>
                    <a:pt x="20" y="85"/>
                  </a:lnTo>
                  <a:lnTo>
                    <a:pt x="28" y="72"/>
                  </a:lnTo>
                  <a:lnTo>
                    <a:pt x="35" y="58"/>
                  </a:lnTo>
                  <a:lnTo>
                    <a:pt x="38" y="43"/>
                  </a:lnTo>
                  <a:lnTo>
                    <a:pt x="38" y="29"/>
                  </a:lnTo>
                  <a:lnTo>
                    <a:pt x="34" y="15"/>
                  </a:lnTo>
                  <a:lnTo>
                    <a:pt x="22" y="1"/>
                  </a:lnTo>
                  <a:lnTo>
                    <a:pt x="33" y="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1" name="Freeform 100"/>
            <p:cNvSpPr>
              <a:spLocks/>
            </p:cNvSpPr>
            <p:nvPr/>
          </p:nvSpPr>
          <p:spPr bwMode="auto">
            <a:xfrm>
              <a:off x="1453" y="3367"/>
              <a:ext cx="7" cy="30"/>
            </a:xfrm>
            <a:custGeom>
              <a:avLst/>
              <a:gdLst>
                <a:gd name="T0" fmla="*/ 0 w 14"/>
                <a:gd name="T1" fmla="*/ 0 h 60"/>
                <a:gd name="T2" fmla="*/ 14 w 14"/>
                <a:gd name="T3" fmla="*/ 60 h 60"/>
                <a:gd name="T4" fmla="*/ 1 w 14"/>
                <a:gd name="T5" fmla="*/ 0 h 60"/>
                <a:gd name="T6" fmla="*/ 1 w 14"/>
                <a:gd name="T7" fmla="*/ 0 h 60"/>
                <a:gd name="T8" fmla="*/ 0 w 1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60"/>
                <a:gd name="T17" fmla="*/ 14 w 14"/>
                <a:gd name="T18" fmla="*/ 60 h 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60">
                  <a:moveTo>
                    <a:pt x="0" y="0"/>
                  </a:moveTo>
                  <a:lnTo>
                    <a:pt x="14" y="6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2" name="Freeform 101"/>
            <p:cNvSpPr>
              <a:spLocks/>
            </p:cNvSpPr>
            <p:nvPr/>
          </p:nvSpPr>
          <p:spPr bwMode="auto">
            <a:xfrm>
              <a:off x="1192" y="3370"/>
              <a:ext cx="63" cy="58"/>
            </a:xfrm>
            <a:custGeom>
              <a:avLst/>
              <a:gdLst>
                <a:gd name="T0" fmla="*/ 123 w 124"/>
                <a:gd name="T1" fmla="*/ 115 h 116"/>
                <a:gd name="T2" fmla="*/ 110 w 124"/>
                <a:gd name="T3" fmla="*/ 116 h 116"/>
                <a:gd name="T4" fmla="*/ 97 w 124"/>
                <a:gd name="T5" fmla="*/ 111 h 116"/>
                <a:gd name="T6" fmla="*/ 83 w 124"/>
                <a:gd name="T7" fmla="*/ 103 h 116"/>
                <a:gd name="T8" fmla="*/ 68 w 124"/>
                <a:gd name="T9" fmla="*/ 92 h 116"/>
                <a:gd name="T10" fmla="*/ 54 w 124"/>
                <a:gd name="T11" fmla="*/ 79 h 116"/>
                <a:gd name="T12" fmla="*/ 40 w 124"/>
                <a:gd name="T13" fmla="*/ 64 h 116"/>
                <a:gd name="T14" fmla="*/ 27 w 124"/>
                <a:gd name="T15" fmla="*/ 48 h 116"/>
                <a:gd name="T16" fmla="*/ 16 w 124"/>
                <a:gd name="T17" fmla="*/ 32 h 116"/>
                <a:gd name="T18" fmla="*/ 6 w 124"/>
                <a:gd name="T19" fmla="*/ 15 h 116"/>
                <a:gd name="T20" fmla="*/ 0 w 124"/>
                <a:gd name="T21" fmla="*/ 0 h 116"/>
                <a:gd name="T22" fmla="*/ 8 w 124"/>
                <a:gd name="T23" fmla="*/ 17 h 116"/>
                <a:gd name="T24" fmla="*/ 17 w 124"/>
                <a:gd name="T25" fmla="*/ 30 h 116"/>
                <a:gd name="T26" fmla="*/ 27 w 124"/>
                <a:gd name="T27" fmla="*/ 44 h 116"/>
                <a:gd name="T28" fmla="*/ 40 w 124"/>
                <a:gd name="T29" fmla="*/ 57 h 116"/>
                <a:gd name="T30" fmla="*/ 54 w 124"/>
                <a:gd name="T31" fmla="*/ 67 h 116"/>
                <a:gd name="T32" fmla="*/ 68 w 124"/>
                <a:gd name="T33" fmla="*/ 79 h 116"/>
                <a:gd name="T34" fmla="*/ 82 w 124"/>
                <a:gd name="T35" fmla="*/ 88 h 116"/>
                <a:gd name="T36" fmla="*/ 95 w 124"/>
                <a:gd name="T37" fmla="*/ 97 h 116"/>
                <a:gd name="T38" fmla="*/ 110 w 124"/>
                <a:gd name="T39" fmla="*/ 107 h 116"/>
                <a:gd name="T40" fmla="*/ 124 w 124"/>
                <a:gd name="T41" fmla="*/ 116 h 116"/>
                <a:gd name="T42" fmla="*/ 124 w 124"/>
                <a:gd name="T43" fmla="*/ 116 h 116"/>
                <a:gd name="T44" fmla="*/ 123 w 124"/>
                <a:gd name="T45" fmla="*/ 115 h 1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24"/>
                <a:gd name="T70" fmla="*/ 0 h 116"/>
                <a:gd name="T71" fmla="*/ 124 w 124"/>
                <a:gd name="T72" fmla="*/ 116 h 11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24" h="116">
                  <a:moveTo>
                    <a:pt x="123" y="115"/>
                  </a:moveTo>
                  <a:lnTo>
                    <a:pt x="110" y="116"/>
                  </a:lnTo>
                  <a:lnTo>
                    <a:pt x="97" y="111"/>
                  </a:lnTo>
                  <a:lnTo>
                    <a:pt x="83" y="103"/>
                  </a:lnTo>
                  <a:lnTo>
                    <a:pt x="68" y="92"/>
                  </a:lnTo>
                  <a:lnTo>
                    <a:pt x="54" y="79"/>
                  </a:lnTo>
                  <a:lnTo>
                    <a:pt x="40" y="64"/>
                  </a:lnTo>
                  <a:lnTo>
                    <a:pt x="27" y="48"/>
                  </a:lnTo>
                  <a:lnTo>
                    <a:pt x="16" y="32"/>
                  </a:lnTo>
                  <a:lnTo>
                    <a:pt x="6" y="15"/>
                  </a:lnTo>
                  <a:lnTo>
                    <a:pt x="0" y="0"/>
                  </a:lnTo>
                  <a:lnTo>
                    <a:pt x="8" y="17"/>
                  </a:lnTo>
                  <a:lnTo>
                    <a:pt x="17" y="30"/>
                  </a:lnTo>
                  <a:lnTo>
                    <a:pt x="27" y="44"/>
                  </a:lnTo>
                  <a:lnTo>
                    <a:pt x="40" y="57"/>
                  </a:lnTo>
                  <a:lnTo>
                    <a:pt x="54" y="67"/>
                  </a:lnTo>
                  <a:lnTo>
                    <a:pt x="68" y="79"/>
                  </a:lnTo>
                  <a:lnTo>
                    <a:pt x="82" y="88"/>
                  </a:lnTo>
                  <a:lnTo>
                    <a:pt x="95" y="97"/>
                  </a:lnTo>
                  <a:lnTo>
                    <a:pt x="110" y="107"/>
                  </a:lnTo>
                  <a:lnTo>
                    <a:pt x="124" y="116"/>
                  </a:lnTo>
                  <a:lnTo>
                    <a:pt x="123" y="115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3" name="Freeform 102"/>
            <p:cNvSpPr>
              <a:spLocks/>
            </p:cNvSpPr>
            <p:nvPr/>
          </p:nvSpPr>
          <p:spPr bwMode="auto">
            <a:xfrm>
              <a:off x="2203" y="3370"/>
              <a:ext cx="22" cy="50"/>
            </a:xfrm>
            <a:custGeom>
              <a:avLst/>
              <a:gdLst>
                <a:gd name="T0" fmla="*/ 44 w 44"/>
                <a:gd name="T1" fmla="*/ 0 h 100"/>
                <a:gd name="T2" fmla="*/ 0 w 44"/>
                <a:gd name="T3" fmla="*/ 100 h 100"/>
                <a:gd name="T4" fmla="*/ 44 w 44"/>
                <a:gd name="T5" fmla="*/ 0 h 100"/>
                <a:gd name="T6" fmla="*/ 44 w 44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100"/>
                <a:gd name="T14" fmla="*/ 44 w 44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100">
                  <a:moveTo>
                    <a:pt x="44" y="0"/>
                  </a:moveTo>
                  <a:lnTo>
                    <a:pt x="0" y="10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4" name="Freeform 103"/>
            <p:cNvSpPr>
              <a:spLocks/>
            </p:cNvSpPr>
            <p:nvPr/>
          </p:nvSpPr>
          <p:spPr bwMode="auto">
            <a:xfrm>
              <a:off x="2370" y="3370"/>
              <a:ext cx="63" cy="74"/>
            </a:xfrm>
            <a:custGeom>
              <a:avLst/>
              <a:gdLst>
                <a:gd name="T0" fmla="*/ 5 w 126"/>
                <a:gd name="T1" fmla="*/ 147 h 147"/>
                <a:gd name="T2" fmla="*/ 11 w 126"/>
                <a:gd name="T3" fmla="*/ 142 h 147"/>
                <a:gd name="T4" fmla="*/ 12 w 126"/>
                <a:gd name="T5" fmla="*/ 139 h 147"/>
                <a:gd name="T6" fmla="*/ 12 w 126"/>
                <a:gd name="T7" fmla="*/ 134 h 147"/>
                <a:gd name="T8" fmla="*/ 10 w 126"/>
                <a:gd name="T9" fmla="*/ 131 h 147"/>
                <a:gd name="T10" fmla="*/ 6 w 126"/>
                <a:gd name="T11" fmla="*/ 127 h 147"/>
                <a:gd name="T12" fmla="*/ 4 w 126"/>
                <a:gd name="T13" fmla="*/ 124 h 147"/>
                <a:gd name="T14" fmla="*/ 2 w 126"/>
                <a:gd name="T15" fmla="*/ 121 h 147"/>
                <a:gd name="T16" fmla="*/ 0 w 126"/>
                <a:gd name="T17" fmla="*/ 117 h 147"/>
                <a:gd name="T18" fmla="*/ 2 w 126"/>
                <a:gd name="T19" fmla="*/ 114 h 147"/>
                <a:gd name="T20" fmla="*/ 5 w 126"/>
                <a:gd name="T21" fmla="*/ 109 h 147"/>
                <a:gd name="T22" fmla="*/ 14 w 126"/>
                <a:gd name="T23" fmla="*/ 95 h 147"/>
                <a:gd name="T24" fmla="*/ 25 w 126"/>
                <a:gd name="T25" fmla="*/ 81 h 147"/>
                <a:gd name="T26" fmla="*/ 36 w 126"/>
                <a:gd name="T27" fmla="*/ 70 h 147"/>
                <a:gd name="T28" fmla="*/ 49 w 126"/>
                <a:gd name="T29" fmla="*/ 58 h 147"/>
                <a:gd name="T30" fmla="*/ 63 w 126"/>
                <a:gd name="T31" fmla="*/ 48 h 147"/>
                <a:gd name="T32" fmla="*/ 77 w 126"/>
                <a:gd name="T33" fmla="*/ 38 h 147"/>
                <a:gd name="T34" fmla="*/ 89 w 126"/>
                <a:gd name="T35" fmla="*/ 29 h 147"/>
                <a:gd name="T36" fmla="*/ 103 w 126"/>
                <a:gd name="T37" fmla="*/ 20 h 147"/>
                <a:gd name="T38" fmla="*/ 116 w 126"/>
                <a:gd name="T39" fmla="*/ 11 h 147"/>
                <a:gd name="T40" fmla="*/ 126 w 126"/>
                <a:gd name="T41" fmla="*/ 0 h 147"/>
                <a:gd name="T42" fmla="*/ 5 w 126"/>
                <a:gd name="T43" fmla="*/ 147 h 147"/>
                <a:gd name="T44" fmla="*/ 5 w 126"/>
                <a:gd name="T45" fmla="*/ 147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26"/>
                <a:gd name="T70" fmla="*/ 0 h 147"/>
                <a:gd name="T71" fmla="*/ 126 w 126"/>
                <a:gd name="T72" fmla="*/ 147 h 14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26" h="147">
                  <a:moveTo>
                    <a:pt x="5" y="147"/>
                  </a:moveTo>
                  <a:lnTo>
                    <a:pt x="11" y="142"/>
                  </a:lnTo>
                  <a:lnTo>
                    <a:pt x="12" y="139"/>
                  </a:lnTo>
                  <a:lnTo>
                    <a:pt x="12" y="134"/>
                  </a:lnTo>
                  <a:lnTo>
                    <a:pt x="10" y="131"/>
                  </a:lnTo>
                  <a:lnTo>
                    <a:pt x="6" y="127"/>
                  </a:lnTo>
                  <a:lnTo>
                    <a:pt x="4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2" y="114"/>
                  </a:lnTo>
                  <a:lnTo>
                    <a:pt x="5" y="109"/>
                  </a:lnTo>
                  <a:lnTo>
                    <a:pt x="14" y="95"/>
                  </a:lnTo>
                  <a:lnTo>
                    <a:pt x="25" y="81"/>
                  </a:lnTo>
                  <a:lnTo>
                    <a:pt x="36" y="70"/>
                  </a:lnTo>
                  <a:lnTo>
                    <a:pt x="49" y="58"/>
                  </a:lnTo>
                  <a:lnTo>
                    <a:pt x="63" y="48"/>
                  </a:lnTo>
                  <a:lnTo>
                    <a:pt x="77" y="38"/>
                  </a:lnTo>
                  <a:lnTo>
                    <a:pt x="89" y="29"/>
                  </a:lnTo>
                  <a:lnTo>
                    <a:pt x="103" y="20"/>
                  </a:lnTo>
                  <a:lnTo>
                    <a:pt x="116" y="11"/>
                  </a:lnTo>
                  <a:lnTo>
                    <a:pt x="126" y="0"/>
                  </a:lnTo>
                  <a:lnTo>
                    <a:pt x="5" y="147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5" name="Freeform 104"/>
            <p:cNvSpPr>
              <a:spLocks/>
            </p:cNvSpPr>
            <p:nvPr/>
          </p:nvSpPr>
          <p:spPr bwMode="auto">
            <a:xfrm>
              <a:off x="2111" y="3389"/>
              <a:ext cx="73" cy="20"/>
            </a:xfrm>
            <a:custGeom>
              <a:avLst/>
              <a:gdLst>
                <a:gd name="T0" fmla="*/ 145 w 146"/>
                <a:gd name="T1" fmla="*/ 1 h 41"/>
                <a:gd name="T2" fmla="*/ 0 w 146"/>
                <a:gd name="T3" fmla="*/ 41 h 41"/>
                <a:gd name="T4" fmla="*/ 11 w 146"/>
                <a:gd name="T5" fmla="*/ 30 h 41"/>
                <a:gd name="T6" fmla="*/ 24 w 146"/>
                <a:gd name="T7" fmla="*/ 22 h 41"/>
                <a:gd name="T8" fmla="*/ 38 w 146"/>
                <a:gd name="T9" fmla="*/ 15 h 41"/>
                <a:gd name="T10" fmla="*/ 53 w 146"/>
                <a:gd name="T11" fmla="*/ 10 h 41"/>
                <a:gd name="T12" fmla="*/ 69 w 146"/>
                <a:gd name="T13" fmla="*/ 6 h 41"/>
                <a:gd name="T14" fmla="*/ 85 w 146"/>
                <a:gd name="T15" fmla="*/ 3 h 41"/>
                <a:gd name="T16" fmla="*/ 101 w 146"/>
                <a:gd name="T17" fmla="*/ 1 h 41"/>
                <a:gd name="T18" fmla="*/ 118 w 146"/>
                <a:gd name="T19" fmla="*/ 0 h 41"/>
                <a:gd name="T20" fmla="*/ 133 w 146"/>
                <a:gd name="T21" fmla="*/ 0 h 41"/>
                <a:gd name="T22" fmla="*/ 146 w 146"/>
                <a:gd name="T23" fmla="*/ 3 h 41"/>
                <a:gd name="T24" fmla="*/ 146 w 146"/>
                <a:gd name="T25" fmla="*/ 3 h 41"/>
                <a:gd name="T26" fmla="*/ 145 w 146"/>
                <a:gd name="T27" fmla="*/ 1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6"/>
                <a:gd name="T43" fmla="*/ 0 h 41"/>
                <a:gd name="T44" fmla="*/ 146 w 146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6" h="41">
                  <a:moveTo>
                    <a:pt x="145" y="1"/>
                  </a:moveTo>
                  <a:lnTo>
                    <a:pt x="0" y="41"/>
                  </a:lnTo>
                  <a:lnTo>
                    <a:pt x="11" y="30"/>
                  </a:lnTo>
                  <a:lnTo>
                    <a:pt x="24" y="22"/>
                  </a:lnTo>
                  <a:lnTo>
                    <a:pt x="38" y="15"/>
                  </a:lnTo>
                  <a:lnTo>
                    <a:pt x="53" y="10"/>
                  </a:lnTo>
                  <a:lnTo>
                    <a:pt x="69" y="6"/>
                  </a:lnTo>
                  <a:lnTo>
                    <a:pt x="85" y="3"/>
                  </a:lnTo>
                  <a:lnTo>
                    <a:pt x="101" y="1"/>
                  </a:lnTo>
                  <a:lnTo>
                    <a:pt x="118" y="0"/>
                  </a:lnTo>
                  <a:lnTo>
                    <a:pt x="133" y="0"/>
                  </a:lnTo>
                  <a:lnTo>
                    <a:pt x="146" y="3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6" name="Freeform 105"/>
            <p:cNvSpPr>
              <a:spLocks/>
            </p:cNvSpPr>
            <p:nvPr/>
          </p:nvSpPr>
          <p:spPr bwMode="auto">
            <a:xfrm>
              <a:off x="1186" y="3390"/>
              <a:ext cx="63" cy="76"/>
            </a:xfrm>
            <a:custGeom>
              <a:avLst/>
              <a:gdLst>
                <a:gd name="T0" fmla="*/ 127 w 127"/>
                <a:gd name="T1" fmla="*/ 114 h 152"/>
                <a:gd name="T2" fmla="*/ 126 w 127"/>
                <a:gd name="T3" fmla="*/ 115 h 152"/>
                <a:gd name="T4" fmla="*/ 123 w 127"/>
                <a:gd name="T5" fmla="*/ 115 h 152"/>
                <a:gd name="T6" fmla="*/ 119 w 127"/>
                <a:gd name="T7" fmla="*/ 114 h 152"/>
                <a:gd name="T8" fmla="*/ 115 w 127"/>
                <a:gd name="T9" fmla="*/ 113 h 152"/>
                <a:gd name="T10" fmla="*/ 110 w 127"/>
                <a:gd name="T11" fmla="*/ 111 h 152"/>
                <a:gd name="T12" fmla="*/ 104 w 127"/>
                <a:gd name="T13" fmla="*/ 108 h 152"/>
                <a:gd name="T14" fmla="*/ 99 w 127"/>
                <a:gd name="T15" fmla="*/ 106 h 152"/>
                <a:gd name="T16" fmla="*/ 93 w 127"/>
                <a:gd name="T17" fmla="*/ 102 h 152"/>
                <a:gd name="T18" fmla="*/ 88 w 127"/>
                <a:gd name="T19" fmla="*/ 100 h 152"/>
                <a:gd name="T20" fmla="*/ 83 w 127"/>
                <a:gd name="T21" fmla="*/ 98 h 152"/>
                <a:gd name="T22" fmla="*/ 114 w 127"/>
                <a:gd name="T23" fmla="*/ 152 h 152"/>
                <a:gd name="T24" fmla="*/ 100 w 127"/>
                <a:gd name="T25" fmla="*/ 145 h 152"/>
                <a:gd name="T26" fmla="*/ 86 w 127"/>
                <a:gd name="T27" fmla="*/ 137 h 152"/>
                <a:gd name="T28" fmla="*/ 74 w 127"/>
                <a:gd name="T29" fmla="*/ 128 h 152"/>
                <a:gd name="T30" fmla="*/ 62 w 127"/>
                <a:gd name="T31" fmla="*/ 117 h 152"/>
                <a:gd name="T32" fmla="*/ 49 w 127"/>
                <a:gd name="T33" fmla="*/ 107 h 152"/>
                <a:gd name="T34" fmla="*/ 39 w 127"/>
                <a:gd name="T35" fmla="*/ 96 h 152"/>
                <a:gd name="T36" fmla="*/ 29 w 127"/>
                <a:gd name="T37" fmla="*/ 83 h 152"/>
                <a:gd name="T38" fmla="*/ 18 w 127"/>
                <a:gd name="T39" fmla="*/ 71 h 152"/>
                <a:gd name="T40" fmla="*/ 9 w 127"/>
                <a:gd name="T41" fmla="*/ 59 h 152"/>
                <a:gd name="T42" fmla="*/ 0 w 127"/>
                <a:gd name="T43" fmla="*/ 47 h 152"/>
                <a:gd name="T44" fmla="*/ 76 w 127"/>
                <a:gd name="T45" fmla="*/ 107 h 152"/>
                <a:gd name="T46" fmla="*/ 83 w 127"/>
                <a:gd name="T47" fmla="*/ 98 h 152"/>
                <a:gd name="T48" fmla="*/ 77 w 127"/>
                <a:gd name="T49" fmla="*/ 86 h 152"/>
                <a:gd name="T50" fmla="*/ 69 w 127"/>
                <a:gd name="T51" fmla="*/ 77 h 152"/>
                <a:gd name="T52" fmla="*/ 60 w 127"/>
                <a:gd name="T53" fmla="*/ 68 h 152"/>
                <a:gd name="T54" fmla="*/ 49 w 127"/>
                <a:gd name="T55" fmla="*/ 60 h 152"/>
                <a:gd name="T56" fmla="*/ 38 w 127"/>
                <a:gd name="T57" fmla="*/ 52 h 152"/>
                <a:gd name="T58" fmla="*/ 28 w 127"/>
                <a:gd name="T59" fmla="*/ 44 h 152"/>
                <a:gd name="T60" fmla="*/ 18 w 127"/>
                <a:gd name="T61" fmla="*/ 35 h 152"/>
                <a:gd name="T62" fmla="*/ 11 w 127"/>
                <a:gd name="T63" fmla="*/ 25 h 152"/>
                <a:gd name="T64" fmla="*/ 7 w 127"/>
                <a:gd name="T65" fmla="*/ 13 h 152"/>
                <a:gd name="T66" fmla="*/ 6 w 127"/>
                <a:gd name="T67" fmla="*/ 0 h 152"/>
                <a:gd name="T68" fmla="*/ 127 w 127"/>
                <a:gd name="T69" fmla="*/ 114 h 152"/>
                <a:gd name="T70" fmla="*/ 127 w 127"/>
                <a:gd name="T71" fmla="*/ 114 h 1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27"/>
                <a:gd name="T109" fmla="*/ 0 h 152"/>
                <a:gd name="T110" fmla="*/ 127 w 127"/>
                <a:gd name="T111" fmla="*/ 152 h 15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27" h="152">
                  <a:moveTo>
                    <a:pt x="127" y="114"/>
                  </a:moveTo>
                  <a:lnTo>
                    <a:pt x="126" y="115"/>
                  </a:lnTo>
                  <a:lnTo>
                    <a:pt x="123" y="115"/>
                  </a:lnTo>
                  <a:lnTo>
                    <a:pt x="119" y="114"/>
                  </a:lnTo>
                  <a:lnTo>
                    <a:pt x="115" y="113"/>
                  </a:lnTo>
                  <a:lnTo>
                    <a:pt x="110" y="111"/>
                  </a:lnTo>
                  <a:lnTo>
                    <a:pt x="104" y="108"/>
                  </a:lnTo>
                  <a:lnTo>
                    <a:pt x="99" y="106"/>
                  </a:lnTo>
                  <a:lnTo>
                    <a:pt x="93" y="102"/>
                  </a:lnTo>
                  <a:lnTo>
                    <a:pt x="88" y="100"/>
                  </a:lnTo>
                  <a:lnTo>
                    <a:pt x="83" y="98"/>
                  </a:lnTo>
                  <a:lnTo>
                    <a:pt x="114" y="152"/>
                  </a:lnTo>
                  <a:lnTo>
                    <a:pt x="100" y="145"/>
                  </a:lnTo>
                  <a:lnTo>
                    <a:pt x="86" y="137"/>
                  </a:lnTo>
                  <a:lnTo>
                    <a:pt x="74" y="128"/>
                  </a:lnTo>
                  <a:lnTo>
                    <a:pt x="62" y="117"/>
                  </a:lnTo>
                  <a:lnTo>
                    <a:pt x="49" y="107"/>
                  </a:lnTo>
                  <a:lnTo>
                    <a:pt x="39" y="96"/>
                  </a:lnTo>
                  <a:lnTo>
                    <a:pt x="29" y="83"/>
                  </a:lnTo>
                  <a:lnTo>
                    <a:pt x="18" y="71"/>
                  </a:lnTo>
                  <a:lnTo>
                    <a:pt x="9" y="59"/>
                  </a:lnTo>
                  <a:lnTo>
                    <a:pt x="0" y="47"/>
                  </a:lnTo>
                  <a:lnTo>
                    <a:pt x="76" y="107"/>
                  </a:lnTo>
                  <a:lnTo>
                    <a:pt x="83" y="98"/>
                  </a:lnTo>
                  <a:lnTo>
                    <a:pt x="77" y="86"/>
                  </a:lnTo>
                  <a:lnTo>
                    <a:pt x="69" y="77"/>
                  </a:lnTo>
                  <a:lnTo>
                    <a:pt x="60" y="68"/>
                  </a:lnTo>
                  <a:lnTo>
                    <a:pt x="49" y="60"/>
                  </a:lnTo>
                  <a:lnTo>
                    <a:pt x="38" y="52"/>
                  </a:lnTo>
                  <a:lnTo>
                    <a:pt x="28" y="44"/>
                  </a:lnTo>
                  <a:lnTo>
                    <a:pt x="18" y="35"/>
                  </a:lnTo>
                  <a:lnTo>
                    <a:pt x="11" y="25"/>
                  </a:lnTo>
                  <a:lnTo>
                    <a:pt x="7" y="13"/>
                  </a:lnTo>
                  <a:lnTo>
                    <a:pt x="6" y="0"/>
                  </a:lnTo>
                  <a:lnTo>
                    <a:pt x="127" y="114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7" name="Freeform 106"/>
            <p:cNvSpPr>
              <a:spLocks/>
            </p:cNvSpPr>
            <p:nvPr/>
          </p:nvSpPr>
          <p:spPr bwMode="auto">
            <a:xfrm>
              <a:off x="1828" y="3428"/>
              <a:ext cx="77" cy="191"/>
            </a:xfrm>
            <a:custGeom>
              <a:avLst/>
              <a:gdLst>
                <a:gd name="T0" fmla="*/ 153 w 154"/>
                <a:gd name="T1" fmla="*/ 229 h 382"/>
                <a:gd name="T2" fmla="*/ 138 w 154"/>
                <a:gd name="T3" fmla="*/ 244 h 382"/>
                <a:gd name="T4" fmla="*/ 131 w 154"/>
                <a:gd name="T5" fmla="*/ 260 h 382"/>
                <a:gd name="T6" fmla="*/ 130 w 154"/>
                <a:gd name="T7" fmla="*/ 276 h 382"/>
                <a:gd name="T8" fmla="*/ 134 w 154"/>
                <a:gd name="T9" fmla="*/ 293 h 382"/>
                <a:gd name="T10" fmla="*/ 138 w 154"/>
                <a:gd name="T11" fmla="*/ 310 h 382"/>
                <a:gd name="T12" fmla="*/ 143 w 154"/>
                <a:gd name="T13" fmla="*/ 326 h 382"/>
                <a:gd name="T14" fmla="*/ 146 w 154"/>
                <a:gd name="T15" fmla="*/ 342 h 382"/>
                <a:gd name="T16" fmla="*/ 145 w 154"/>
                <a:gd name="T17" fmla="*/ 357 h 382"/>
                <a:gd name="T18" fmla="*/ 137 w 154"/>
                <a:gd name="T19" fmla="*/ 370 h 382"/>
                <a:gd name="T20" fmla="*/ 122 w 154"/>
                <a:gd name="T21" fmla="*/ 382 h 382"/>
                <a:gd name="T22" fmla="*/ 107 w 154"/>
                <a:gd name="T23" fmla="*/ 370 h 382"/>
                <a:gd name="T24" fmla="*/ 95 w 154"/>
                <a:gd name="T25" fmla="*/ 353 h 382"/>
                <a:gd name="T26" fmla="*/ 87 w 154"/>
                <a:gd name="T27" fmla="*/ 336 h 382"/>
                <a:gd name="T28" fmla="*/ 80 w 154"/>
                <a:gd name="T29" fmla="*/ 318 h 382"/>
                <a:gd name="T30" fmla="*/ 73 w 154"/>
                <a:gd name="T31" fmla="*/ 298 h 382"/>
                <a:gd name="T32" fmla="*/ 65 w 154"/>
                <a:gd name="T33" fmla="*/ 278 h 382"/>
                <a:gd name="T34" fmla="*/ 56 w 154"/>
                <a:gd name="T35" fmla="*/ 260 h 382"/>
                <a:gd name="T36" fmla="*/ 45 w 154"/>
                <a:gd name="T37" fmla="*/ 243 h 382"/>
                <a:gd name="T38" fmla="*/ 28 w 154"/>
                <a:gd name="T39" fmla="*/ 226 h 382"/>
                <a:gd name="T40" fmla="*/ 8 w 154"/>
                <a:gd name="T41" fmla="*/ 214 h 382"/>
                <a:gd name="T42" fmla="*/ 4 w 154"/>
                <a:gd name="T43" fmla="*/ 191 h 382"/>
                <a:gd name="T44" fmla="*/ 2 w 154"/>
                <a:gd name="T45" fmla="*/ 166 h 382"/>
                <a:gd name="T46" fmla="*/ 1 w 154"/>
                <a:gd name="T47" fmla="*/ 143 h 382"/>
                <a:gd name="T48" fmla="*/ 0 w 154"/>
                <a:gd name="T49" fmla="*/ 120 h 382"/>
                <a:gd name="T50" fmla="*/ 0 w 154"/>
                <a:gd name="T51" fmla="*/ 97 h 382"/>
                <a:gd name="T52" fmla="*/ 0 w 154"/>
                <a:gd name="T53" fmla="*/ 75 h 382"/>
                <a:gd name="T54" fmla="*/ 0 w 154"/>
                <a:gd name="T55" fmla="*/ 54 h 382"/>
                <a:gd name="T56" fmla="*/ 1 w 154"/>
                <a:gd name="T57" fmla="*/ 35 h 382"/>
                <a:gd name="T58" fmla="*/ 1 w 154"/>
                <a:gd name="T59" fmla="*/ 16 h 382"/>
                <a:gd name="T60" fmla="*/ 1 w 154"/>
                <a:gd name="T61" fmla="*/ 0 h 382"/>
                <a:gd name="T62" fmla="*/ 32 w 154"/>
                <a:gd name="T63" fmla="*/ 17 h 382"/>
                <a:gd name="T64" fmla="*/ 50 w 154"/>
                <a:gd name="T65" fmla="*/ 41 h 382"/>
                <a:gd name="T66" fmla="*/ 61 w 154"/>
                <a:gd name="T67" fmla="*/ 68 h 382"/>
                <a:gd name="T68" fmla="*/ 67 w 154"/>
                <a:gd name="T69" fmla="*/ 98 h 382"/>
                <a:gd name="T70" fmla="*/ 69 w 154"/>
                <a:gd name="T71" fmla="*/ 129 h 382"/>
                <a:gd name="T72" fmla="*/ 72 w 154"/>
                <a:gd name="T73" fmla="*/ 158 h 382"/>
                <a:gd name="T74" fmla="*/ 79 w 154"/>
                <a:gd name="T75" fmla="*/ 185 h 382"/>
                <a:gd name="T76" fmla="*/ 94 w 154"/>
                <a:gd name="T77" fmla="*/ 207 h 382"/>
                <a:gd name="T78" fmla="*/ 117 w 154"/>
                <a:gd name="T79" fmla="*/ 222 h 382"/>
                <a:gd name="T80" fmla="*/ 154 w 154"/>
                <a:gd name="T81" fmla="*/ 230 h 382"/>
                <a:gd name="T82" fmla="*/ 154 w 154"/>
                <a:gd name="T83" fmla="*/ 230 h 382"/>
                <a:gd name="T84" fmla="*/ 153 w 154"/>
                <a:gd name="T85" fmla="*/ 229 h 3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4"/>
                <a:gd name="T130" fmla="*/ 0 h 382"/>
                <a:gd name="T131" fmla="*/ 154 w 154"/>
                <a:gd name="T132" fmla="*/ 382 h 38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4" h="382">
                  <a:moveTo>
                    <a:pt x="153" y="229"/>
                  </a:moveTo>
                  <a:lnTo>
                    <a:pt x="138" y="244"/>
                  </a:lnTo>
                  <a:lnTo>
                    <a:pt x="131" y="260"/>
                  </a:lnTo>
                  <a:lnTo>
                    <a:pt x="130" y="276"/>
                  </a:lnTo>
                  <a:lnTo>
                    <a:pt x="134" y="293"/>
                  </a:lnTo>
                  <a:lnTo>
                    <a:pt x="138" y="310"/>
                  </a:lnTo>
                  <a:lnTo>
                    <a:pt x="143" y="326"/>
                  </a:lnTo>
                  <a:lnTo>
                    <a:pt x="146" y="342"/>
                  </a:lnTo>
                  <a:lnTo>
                    <a:pt x="145" y="357"/>
                  </a:lnTo>
                  <a:lnTo>
                    <a:pt x="137" y="370"/>
                  </a:lnTo>
                  <a:lnTo>
                    <a:pt x="122" y="382"/>
                  </a:lnTo>
                  <a:lnTo>
                    <a:pt x="107" y="370"/>
                  </a:lnTo>
                  <a:lnTo>
                    <a:pt x="95" y="353"/>
                  </a:lnTo>
                  <a:lnTo>
                    <a:pt x="87" y="336"/>
                  </a:lnTo>
                  <a:lnTo>
                    <a:pt x="80" y="318"/>
                  </a:lnTo>
                  <a:lnTo>
                    <a:pt x="73" y="298"/>
                  </a:lnTo>
                  <a:lnTo>
                    <a:pt x="65" y="278"/>
                  </a:lnTo>
                  <a:lnTo>
                    <a:pt x="56" y="260"/>
                  </a:lnTo>
                  <a:lnTo>
                    <a:pt x="45" y="243"/>
                  </a:lnTo>
                  <a:lnTo>
                    <a:pt x="28" y="226"/>
                  </a:lnTo>
                  <a:lnTo>
                    <a:pt x="8" y="214"/>
                  </a:lnTo>
                  <a:lnTo>
                    <a:pt x="4" y="191"/>
                  </a:lnTo>
                  <a:lnTo>
                    <a:pt x="2" y="166"/>
                  </a:lnTo>
                  <a:lnTo>
                    <a:pt x="1" y="143"/>
                  </a:lnTo>
                  <a:lnTo>
                    <a:pt x="0" y="120"/>
                  </a:lnTo>
                  <a:lnTo>
                    <a:pt x="0" y="97"/>
                  </a:lnTo>
                  <a:lnTo>
                    <a:pt x="0" y="75"/>
                  </a:lnTo>
                  <a:lnTo>
                    <a:pt x="0" y="54"/>
                  </a:lnTo>
                  <a:lnTo>
                    <a:pt x="1" y="35"/>
                  </a:lnTo>
                  <a:lnTo>
                    <a:pt x="1" y="16"/>
                  </a:lnTo>
                  <a:lnTo>
                    <a:pt x="1" y="0"/>
                  </a:lnTo>
                  <a:lnTo>
                    <a:pt x="32" y="17"/>
                  </a:lnTo>
                  <a:lnTo>
                    <a:pt x="50" y="41"/>
                  </a:lnTo>
                  <a:lnTo>
                    <a:pt x="61" y="68"/>
                  </a:lnTo>
                  <a:lnTo>
                    <a:pt x="67" y="98"/>
                  </a:lnTo>
                  <a:lnTo>
                    <a:pt x="69" y="129"/>
                  </a:lnTo>
                  <a:lnTo>
                    <a:pt x="72" y="158"/>
                  </a:lnTo>
                  <a:lnTo>
                    <a:pt x="79" y="185"/>
                  </a:lnTo>
                  <a:lnTo>
                    <a:pt x="94" y="207"/>
                  </a:lnTo>
                  <a:lnTo>
                    <a:pt x="117" y="222"/>
                  </a:lnTo>
                  <a:lnTo>
                    <a:pt x="154" y="230"/>
                  </a:lnTo>
                  <a:lnTo>
                    <a:pt x="153" y="22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8" name="Freeform 107"/>
            <p:cNvSpPr>
              <a:spLocks/>
            </p:cNvSpPr>
            <p:nvPr/>
          </p:nvSpPr>
          <p:spPr bwMode="auto">
            <a:xfrm>
              <a:off x="1189" y="3433"/>
              <a:ext cx="54" cy="49"/>
            </a:xfrm>
            <a:custGeom>
              <a:avLst/>
              <a:gdLst>
                <a:gd name="T0" fmla="*/ 108 w 108"/>
                <a:gd name="T1" fmla="*/ 89 h 99"/>
                <a:gd name="T2" fmla="*/ 108 w 108"/>
                <a:gd name="T3" fmla="*/ 99 h 99"/>
                <a:gd name="T4" fmla="*/ 94 w 108"/>
                <a:gd name="T5" fmla="*/ 95 h 99"/>
                <a:gd name="T6" fmla="*/ 80 w 108"/>
                <a:gd name="T7" fmla="*/ 88 h 99"/>
                <a:gd name="T8" fmla="*/ 68 w 108"/>
                <a:gd name="T9" fmla="*/ 80 h 99"/>
                <a:gd name="T10" fmla="*/ 56 w 108"/>
                <a:gd name="T11" fmla="*/ 71 h 99"/>
                <a:gd name="T12" fmla="*/ 45 w 108"/>
                <a:gd name="T13" fmla="*/ 60 h 99"/>
                <a:gd name="T14" fmla="*/ 34 w 108"/>
                <a:gd name="T15" fmla="*/ 50 h 99"/>
                <a:gd name="T16" fmla="*/ 25 w 108"/>
                <a:gd name="T17" fmla="*/ 37 h 99"/>
                <a:gd name="T18" fmla="*/ 16 w 108"/>
                <a:gd name="T19" fmla="*/ 26 h 99"/>
                <a:gd name="T20" fmla="*/ 8 w 108"/>
                <a:gd name="T21" fmla="*/ 13 h 99"/>
                <a:gd name="T22" fmla="*/ 0 w 108"/>
                <a:gd name="T23" fmla="*/ 0 h 99"/>
                <a:gd name="T24" fmla="*/ 8 w 108"/>
                <a:gd name="T25" fmla="*/ 12 h 99"/>
                <a:gd name="T26" fmla="*/ 17 w 108"/>
                <a:gd name="T27" fmla="*/ 23 h 99"/>
                <a:gd name="T28" fmla="*/ 26 w 108"/>
                <a:gd name="T29" fmla="*/ 32 h 99"/>
                <a:gd name="T30" fmla="*/ 37 w 108"/>
                <a:gd name="T31" fmla="*/ 42 h 99"/>
                <a:gd name="T32" fmla="*/ 47 w 108"/>
                <a:gd name="T33" fmla="*/ 51 h 99"/>
                <a:gd name="T34" fmla="*/ 59 w 108"/>
                <a:gd name="T35" fmla="*/ 59 h 99"/>
                <a:gd name="T36" fmla="*/ 70 w 108"/>
                <a:gd name="T37" fmla="*/ 67 h 99"/>
                <a:gd name="T38" fmla="*/ 83 w 108"/>
                <a:gd name="T39" fmla="*/ 74 h 99"/>
                <a:gd name="T40" fmla="*/ 95 w 108"/>
                <a:gd name="T41" fmla="*/ 82 h 99"/>
                <a:gd name="T42" fmla="*/ 108 w 108"/>
                <a:gd name="T43" fmla="*/ 89 h 99"/>
                <a:gd name="T44" fmla="*/ 108 w 108"/>
                <a:gd name="T45" fmla="*/ 89 h 9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8"/>
                <a:gd name="T70" fmla="*/ 0 h 99"/>
                <a:gd name="T71" fmla="*/ 108 w 108"/>
                <a:gd name="T72" fmla="*/ 99 h 9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8" h="99">
                  <a:moveTo>
                    <a:pt x="108" y="89"/>
                  </a:moveTo>
                  <a:lnTo>
                    <a:pt x="108" y="99"/>
                  </a:lnTo>
                  <a:lnTo>
                    <a:pt x="94" y="95"/>
                  </a:lnTo>
                  <a:lnTo>
                    <a:pt x="80" y="88"/>
                  </a:lnTo>
                  <a:lnTo>
                    <a:pt x="68" y="80"/>
                  </a:lnTo>
                  <a:lnTo>
                    <a:pt x="56" y="71"/>
                  </a:lnTo>
                  <a:lnTo>
                    <a:pt x="45" y="60"/>
                  </a:lnTo>
                  <a:lnTo>
                    <a:pt x="34" y="50"/>
                  </a:lnTo>
                  <a:lnTo>
                    <a:pt x="25" y="37"/>
                  </a:lnTo>
                  <a:lnTo>
                    <a:pt x="16" y="26"/>
                  </a:lnTo>
                  <a:lnTo>
                    <a:pt x="8" y="1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7" y="23"/>
                  </a:lnTo>
                  <a:lnTo>
                    <a:pt x="26" y="32"/>
                  </a:lnTo>
                  <a:lnTo>
                    <a:pt x="37" y="42"/>
                  </a:lnTo>
                  <a:lnTo>
                    <a:pt x="47" y="51"/>
                  </a:lnTo>
                  <a:lnTo>
                    <a:pt x="59" y="59"/>
                  </a:lnTo>
                  <a:lnTo>
                    <a:pt x="70" y="67"/>
                  </a:lnTo>
                  <a:lnTo>
                    <a:pt x="83" y="74"/>
                  </a:lnTo>
                  <a:lnTo>
                    <a:pt x="95" y="82"/>
                  </a:lnTo>
                  <a:lnTo>
                    <a:pt x="108" y="89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899" name="Freeform 108"/>
            <p:cNvSpPr>
              <a:spLocks/>
            </p:cNvSpPr>
            <p:nvPr/>
          </p:nvSpPr>
          <p:spPr bwMode="auto">
            <a:xfrm>
              <a:off x="1266" y="3447"/>
              <a:ext cx="8" cy="11"/>
            </a:xfrm>
            <a:custGeom>
              <a:avLst/>
              <a:gdLst>
                <a:gd name="T0" fmla="*/ 15 w 16"/>
                <a:gd name="T1" fmla="*/ 0 h 22"/>
                <a:gd name="T2" fmla="*/ 0 w 16"/>
                <a:gd name="T3" fmla="*/ 22 h 22"/>
                <a:gd name="T4" fmla="*/ 16 w 16"/>
                <a:gd name="T5" fmla="*/ 0 h 22"/>
                <a:gd name="T6" fmla="*/ 16 w 16"/>
                <a:gd name="T7" fmla="*/ 0 h 22"/>
                <a:gd name="T8" fmla="*/ 15 w 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22"/>
                <a:gd name="T17" fmla="*/ 16 w 16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22">
                  <a:moveTo>
                    <a:pt x="15" y="0"/>
                  </a:moveTo>
                  <a:lnTo>
                    <a:pt x="0" y="22"/>
                  </a:lnTo>
                  <a:lnTo>
                    <a:pt x="16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0" name="Freeform 109"/>
            <p:cNvSpPr>
              <a:spLocks/>
            </p:cNvSpPr>
            <p:nvPr/>
          </p:nvSpPr>
          <p:spPr bwMode="auto">
            <a:xfrm>
              <a:off x="1253" y="3466"/>
              <a:ext cx="21" cy="35"/>
            </a:xfrm>
            <a:custGeom>
              <a:avLst/>
              <a:gdLst>
                <a:gd name="T0" fmla="*/ 1 w 40"/>
                <a:gd name="T1" fmla="*/ 69 h 71"/>
                <a:gd name="T2" fmla="*/ 0 w 40"/>
                <a:gd name="T3" fmla="*/ 61 h 71"/>
                <a:gd name="T4" fmla="*/ 1 w 40"/>
                <a:gd name="T5" fmla="*/ 53 h 71"/>
                <a:gd name="T6" fmla="*/ 5 w 40"/>
                <a:gd name="T7" fmla="*/ 46 h 71"/>
                <a:gd name="T8" fmla="*/ 8 w 40"/>
                <a:gd name="T9" fmla="*/ 39 h 71"/>
                <a:gd name="T10" fmla="*/ 14 w 40"/>
                <a:gd name="T11" fmla="*/ 32 h 71"/>
                <a:gd name="T12" fmla="*/ 20 w 40"/>
                <a:gd name="T13" fmla="*/ 27 h 71"/>
                <a:gd name="T14" fmla="*/ 25 w 40"/>
                <a:gd name="T15" fmla="*/ 21 h 71"/>
                <a:gd name="T16" fmla="*/ 31 w 40"/>
                <a:gd name="T17" fmla="*/ 14 h 71"/>
                <a:gd name="T18" fmla="*/ 37 w 40"/>
                <a:gd name="T19" fmla="*/ 7 h 71"/>
                <a:gd name="T20" fmla="*/ 40 w 40"/>
                <a:gd name="T21" fmla="*/ 0 h 71"/>
                <a:gd name="T22" fmla="*/ 2 w 40"/>
                <a:gd name="T23" fmla="*/ 71 h 71"/>
                <a:gd name="T24" fmla="*/ 2 w 40"/>
                <a:gd name="T25" fmla="*/ 71 h 71"/>
                <a:gd name="T26" fmla="*/ 1 w 40"/>
                <a:gd name="T27" fmla="*/ 69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0"/>
                <a:gd name="T43" fmla="*/ 0 h 71"/>
                <a:gd name="T44" fmla="*/ 40 w 40"/>
                <a:gd name="T45" fmla="*/ 71 h 7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0" h="71">
                  <a:moveTo>
                    <a:pt x="1" y="69"/>
                  </a:moveTo>
                  <a:lnTo>
                    <a:pt x="0" y="61"/>
                  </a:lnTo>
                  <a:lnTo>
                    <a:pt x="1" y="53"/>
                  </a:lnTo>
                  <a:lnTo>
                    <a:pt x="5" y="46"/>
                  </a:lnTo>
                  <a:lnTo>
                    <a:pt x="8" y="39"/>
                  </a:lnTo>
                  <a:lnTo>
                    <a:pt x="14" y="32"/>
                  </a:lnTo>
                  <a:lnTo>
                    <a:pt x="20" y="27"/>
                  </a:lnTo>
                  <a:lnTo>
                    <a:pt x="25" y="21"/>
                  </a:lnTo>
                  <a:lnTo>
                    <a:pt x="31" y="14"/>
                  </a:lnTo>
                  <a:lnTo>
                    <a:pt x="37" y="7"/>
                  </a:lnTo>
                  <a:lnTo>
                    <a:pt x="40" y="0"/>
                  </a:lnTo>
                  <a:lnTo>
                    <a:pt x="2" y="71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1" name="Freeform 110"/>
            <p:cNvSpPr>
              <a:spLocks/>
            </p:cNvSpPr>
            <p:nvPr/>
          </p:nvSpPr>
          <p:spPr bwMode="auto">
            <a:xfrm>
              <a:off x="1216" y="3482"/>
              <a:ext cx="27" cy="27"/>
            </a:xfrm>
            <a:custGeom>
              <a:avLst/>
              <a:gdLst>
                <a:gd name="T0" fmla="*/ 54 w 54"/>
                <a:gd name="T1" fmla="*/ 37 h 55"/>
                <a:gd name="T2" fmla="*/ 54 w 54"/>
                <a:gd name="T3" fmla="*/ 55 h 55"/>
                <a:gd name="T4" fmla="*/ 0 w 54"/>
                <a:gd name="T5" fmla="*/ 0 h 55"/>
                <a:gd name="T6" fmla="*/ 6 w 54"/>
                <a:gd name="T7" fmla="*/ 0 h 55"/>
                <a:gd name="T8" fmla="*/ 11 w 54"/>
                <a:gd name="T9" fmla="*/ 3 h 55"/>
                <a:gd name="T10" fmla="*/ 17 w 54"/>
                <a:gd name="T11" fmla="*/ 5 h 55"/>
                <a:gd name="T12" fmla="*/ 22 w 54"/>
                <a:gd name="T13" fmla="*/ 9 h 55"/>
                <a:gd name="T14" fmla="*/ 28 w 54"/>
                <a:gd name="T15" fmla="*/ 13 h 55"/>
                <a:gd name="T16" fmla="*/ 32 w 54"/>
                <a:gd name="T17" fmla="*/ 18 h 55"/>
                <a:gd name="T18" fmla="*/ 38 w 54"/>
                <a:gd name="T19" fmla="*/ 24 h 55"/>
                <a:gd name="T20" fmla="*/ 44 w 54"/>
                <a:gd name="T21" fmla="*/ 28 h 55"/>
                <a:gd name="T22" fmla="*/ 48 w 54"/>
                <a:gd name="T23" fmla="*/ 34 h 55"/>
                <a:gd name="T24" fmla="*/ 54 w 54"/>
                <a:gd name="T25" fmla="*/ 39 h 55"/>
                <a:gd name="T26" fmla="*/ 54 w 54"/>
                <a:gd name="T27" fmla="*/ 39 h 55"/>
                <a:gd name="T28" fmla="*/ 54 w 54"/>
                <a:gd name="T29" fmla="*/ 37 h 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4"/>
                <a:gd name="T46" fmla="*/ 0 h 55"/>
                <a:gd name="T47" fmla="*/ 54 w 54"/>
                <a:gd name="T48" fmla="*/ 55 h 5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4" h="55">
                  <a:moveTo>
                    <a:pt x="54" y="37"/>
                  </a:moveTo>
                  <a:lnTo>
                    <a:pt x="54" y="55"/>
                  </a:lnTo>
                  <a:lnTo>
                    <a:pt x="0" y="0"/>
                  </a:lnTo>
                  <a:lnTo>
                    <a:pt x="6" y="0"/>
                  </a:lnTo>
                  <a:lnTo>
                    <a:pt x="11" y="3"/>
                  </a:lnTo>
                  <a:lnTo>
                    <a:pt x="17" y="5"/>
                  </a:lnTo>
                  <a:lnTo>
                    <a:pt x="22" y="9"/>
                  </a:lnTo>
                  <a:lnTo>
                    <a:pt x="28" y="13"/>
                  </a:lnTo>
                  <a:lnTo>
                    <a:pt x="32" y="18"/>
                  </a:lnTo>
                  <a:lnTo>
                    <a:pt x="38" y="24"/>
                  </a:lnTo>
                  <a:lnTo>
                    <a:pt x="44" y="28"/>
                  </a:lnTo>
                  <a:lnTo>
                    <a:pt x="48" y="34"/>
                  </a:lnTo>
                  <a:lnTo>
                    <a:pt x="54" y="39"/>
                  </a:lnTo>
                  <a:lnTo>
                    <a:pt x="54" y="37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2" name="Freeform 111"/>
            <p:cNvSpPr>
              <a:spLocks/>
            </p:cNvSpPr>
            <p:nvPr/>
          </p:nvSpPr>
          <p:spPr bwMode="auto">
            <a:xfrm>
              <a:off x="1824" y="3497"/>
              <a:ext cx="357" cy="299"/>
            </a:xfrm>
            <a:custGeom>
              <a:avLst/>
              <a:gdLst>
                <a:gd name="T0" fmla="*/ 675 w 715"/>
                <a:gd name="T1" fmla="*/ 360 h 599"/>
                <a:gd name="T2" fmla="*/ 642 w 715"/>
                <a:gd name="T3" fmla="*/ 342 h 599"/>
                <a:gd name="T4" fmla="*/ 614 w 715"/>
                <a:gd name="T5" fmla="*/ 314 h 599"/>
                <a:gd name="T6" fmla="*/ 600 w 715"/>
                <a:gd name="T7" fmla="*/ 288 h 599"/>
                <a:gd name="T8" fmla="*/ 597 w 715"/>
                <a:gd name="T9" fmla="*/ 273 h 599"/>
                <a:gd name="T10" fmla="*/ 590 w 715"/>
                <a:gd name="T11" fmla="*/ 259 h 599"/>
                <a:gd name="T12" fmla="*/ 584 w 715"/>
                <a:gd name="T13" fmla="*/ 245 h 599"/>
                <a:gd name="T14" fmla="*/ 569 w 715"/>
                <a:gd name="T15" fmla="*/ 267 h 599"/>
                <a:gd name="T16" fmla="*/ 577 w 715"/>
                <a:gd name="T17" fmla="*/ 290 h 599"/>
                <a:gd name="T18" fmla="*/ 589 w 715"/>
                <a:gd name="T19" fmla="*/ 315 h 599"/>
                <a:gd name="T20" fmla="*/ 648 w 715"/>
                <a:gd name="T21" fmla="*/ 390 h 599"/>
                <a:gd name="T22" fmla="*/ 611 w 715"/>
                <a:gd name="T23" fmla="*/ 414 h 599"/>
                <a:gd name="T24" fmla="*/ 574 w 715"/>
                <a:gd name="T25" fmla="*/ 437 h 599"/>
                <a:gd name="T26" fmla="*/ 537 w 715"/>
                <a:gd name="T27" fmla="*/ 446 h 599"/>
                <a:gd name="T28" fmla="*/ 512 w 715"/>
                <a:gd name="T29" fmla="*/ 398 h 599"/>
                <a:gd name="T30" fmla="*/ 466 w 715"/>
                <a:gd name="T31" fmla="*/ 374 h 599"/>
                <a:gd name="T32" fmla="*/ 415 w 715"/>
                <a:gd name="T33" fmla="*/ 359 h 599"/>
                <a:gd name="T34" fmla="*/ 399 w 715"/>
                <a:gd name="T35" fmla="*/ 379 h 599"/>
                <a:gd name="T36" fmla="*/ 426 w 715"/>
                <a:gd name="T37" fmla="*/ 404 h 599"/>
                <a:gd name="T38" fmla="*/ 464 w 715"/>
                <a:gd name="T39" fmla="*/ 422 h 599"/>
                <a:gd name="T40" fmla="*/ 513 w 715"/>
                <a:gd name="T41" fmla="*/ 468 h 599"/>
                <a:gd name="T42" fmla="*/ 356 w 715"/>
                <a:gd name="T43" fmla="*/ 541 h 599"/>
                <a:gd name="T44" fmla="*/ 257 w 715"/>
                <a:gd name="T45" fmla="*/ 554 h 599"/>
                <a:gd name="T46" fmla="*/ 158 w 715"/>
                <a:gd name="T47" fmla="*/ 580 h 599"/>
                <a:gd name="T48" fmla="*/ 79 w 715"/>
                <a:gd name="T49" fmla="*/ 569 h 599"/>
                <a:gd name="T50" fmla="*/ 59 w 715"/>
                <a:gd name="T51" fmla="*/ 468 h 599"/>
                <a:gd name="T52" fmla="*/ 44 w 715"/>
                <a:gd name="T53" fmla="*/ 367 h 599"/>
                <a:gd name="T54" fmla="*/ 0 w 715"/>
                <a:gd name="T55" fmla="*/ 278 h 599"/>
                <a:gd name="T56" fmla="*/ 396 w 715"/>
                <a:gd name="T57" fmla="*/ 214 h 599"/>
                <a:gd name="T58" fmla="*/ 464 w 715"/>
                <a:gd name="T59" fmla="*/ 208 h 599"/>
                <a:gd name="T60" fmla="*/ 530 w 715"/>
                <a:gd name="T61" fmla="*/ 220 h 599"/>
                <a:gd name="T62" fmla="*/ 576 w 715"/>
                <a:gd name="T63" fmla="*/ 233 h 599"/>
                <a:gd name="T64" fmla="*/ 615 w 715"/>
                <a:gd name="T65" fmla="*/ 271 h 599"/>
                <a:gd name="T66" fmla="*/ 654 w 715"/>
                <a:gd name="T67" fmla="*/ 308 h 599"/>
                <a:gd name="T68" fmla="*/ 698 w 715"/>
                <a:gd name="T69" fmla="*/ 322 h 599"/>
                <a:gd name="T70" fmla="*/ 657 w 715"/>
                <a:gd name="T71" fmla="*/ 266 h 599"/>
                <a:gd name="T72" fmla="*/ 605 w 715"/>
                <a:gd name="T73" fmla="*/ 219 h 599"/>
                <a:gd name="T74" fmla="*/ 548 w 715"/>
                <a:gd name="T75" fmla="*/ 176 h 599"/>
                <a:gd name="T76" fmla="*/ 517 w 715"/>
                <a:gd name="T77" fmla="*/ 161 h 599"/>
                <a:gd name="T78" fmla="*/ 500 w 715"/>
                <a:gd name="T79" fmla="*/ 171 h 599"/>
                <a:gd name="T80" fmla="*/ 492 w 715"/>
                <a:gd name="T81" fmla="*/ 185 h 599"/>
                <a:gd name="T82" fmla="*/ 485 w 715"/>
                <a:gd name="T83" fmla="*/ 191 h 599"/>
                <a:gd name="T84" fmla="*/ 531 w 715"/>
                <a:gd name="T85" fmla="*/ 162 h 599"/>
                <a:gd name="T86" fmla="*/ 599 w 715"/>
                <a:gd name="T87" fmla="*/ 158 h 599"/>
                <a:gd name="T88" fmla="*/ 643 w 715"/>
                <a:gd name="T89" fmla="*/ 131 h 599"/>
                <a:gd name="T90" fmla="*/ 634 w 715"/>
                <a:gd name="T91" fmla="*/ 110 h 599"/>
                <a:gd name="T92" fmla="*/ 626 w 715"/>
                <a:gd name="T93" fmla="*/ 123 h 599"/>
                <a:gd name="T94" fmla="*/ 617 w 715"/>
                <a:gd name="T95" fmla="*/ 137 h 599"/>
                <a:gd name="T96" fmla="*/ 606 w 715"/>
                <a:gd name="T97" fmla="*/ 124 h 599"/>
                <a:gd name="T98" fmla="*/ 637 w 715"/>
                <a:gd name="T99" fmla="*/ 87 h 599"/>
                <a:gd name="T100" fmla="*/ 686 w 715"/>
                <a:gd name="T101" fmla="*/ 52 h 599"/>
                <a:gd name="T102" fmla="*/ 715 w 715"/>
                <a:gd name="T103" fmla="*/ 0 h 59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15"/>
                <a:gd name="T157" fmla="*/ 0 h 599"/>
                <a:gd name="T158" fmla="*/ 715 w 715"/>
                <a:gd name="T159" fmla="*/ 599 h 59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15" h="599">
                  <a:moveTo>
                    <a:pt x="698" y="360"/>
                  </a:moveTo>
                  <a:lnTo>
                    <a:pt x="687" y="362"/>
                  </a:lnTo>
                  <a:lnTo>
                    <a:pt x="675" y="360"/>
                  </a:lnTo>
                  <a:lnTo>
                    <a:pt x="664" y="356"/>
                  </a:lnTo>
                  <a:lnTo>
                    <a:pt x="653" y="350"/>
                  </a:lnTo>
                  <a:lnTo>
                    <a:pt x="642" y="342"/>
                  </a:lnTo>
                  <a:lnTo>
                    <a:pt x="633" y="333"/>
                  </a:lnTo>
                  <a:lnTo>
                    <a:pt x="622" y="324"/>
                  </a:lnTo>
                  <a:lnTo>
                    <a:pt x="614" y="314"/>
                  </a:lnTo>
                  <a:lnTo>
                    <a:pt x="606" y="303"/>
                  </a:lnTo>
                  <a:lnTo>
                    <a:pt x="600" y="293"/>
                  </a:lnTo>
                  <a:lnTo>
                    <a:pt x="600" y="288"/>
                  </a:lnTo>
                  <a:lnTo>
                    <a:pt x="599" y="282"/>
                  </a:lnTo>
                  <a:lnTo>
                    <a:pt x="598" y="278"/>
                  </a:lnTo>
                  <a:lnTo>
                    <a:pt x="597" y="273"/>
                  </a:lnTo>
                  <a:lnTo>
                    <a:pt x="594" y="268"/>
                  </a:lnTo>
                  <a:lnTo>
                    <a:pt x="592" y="264"/>
                  </a:lnTo>
                  <a:lnTo>
                    <a:pt x="590" y="259"/>
                  </a:lnTo>
                  <a:lnTo>
                    <a:pt x="589" y="255"/>
                  </a:lnTo>
                  <a:lnTo>
                    <a:pt x="586" y="250"/>
                  </a:lnTo>
                  <a:lnTo>
                    <a:pt x="584" y="245"/>
                  </a:lnTo>
                  <a:lnTo>
                    <a:pt x="575" y="252"/>
                  </a:lnTo>
                  <a:lnTo>
                    <a:pt x="570" y="259"/>
                  </a:lnTo>
                  <a:lnTo>
                    <a:pt x="569" y="267"/>
                  </a:lnTo>
                  <a:lnTo>
                    <a:pt x="570" y="274"/>
                  </a:lnTo>
                  <a:lnTo>
                    <a:pt x="572" y="282"/>
                  </a:lnTo>
                  <a:lnTo>
                    <a:pt x="577" y="290"/>
                  </a:lnTo>
                  <a:lnTo>
                    <a:pt x="582" y="298"/>
                  </a:lnTo>
                  <a:lnTo>
                    <a:pt x="586" y="307"/>
                  </a:lnTo>
                  <a:lnTo>
                    <a:pt x="589" y="315"/>
                  </a:lnTo>
                  <a:lnTo>
                    <a:pt x="591" y="322"/>
                  </a:lnTo>
                  <a:lnTo>
                    <a:pt x="660" y="383"/>
                  </a:lnTo>
                  <a:lnTo>
                    <a:pt x="648" y="390"/>
                  </a:lnTo>
                  <a:lnTo>
                    <a:pt x="636" y="398"/>
                  </a:lnTo>
                  <a:lnTo>
                    <a:pt x="623" y="406"/>
                  </a:lnTo>
                  <a:lnTo>
                    <a:pt x="611" y="414"/>
                  </a:lnTo>
                  <a:lnTo>
                    <a:pt x="598" y="423"/>
                  </a:lnTo>
                  <a:lnTo>
                    <a:pt x="586" y="430"/>
                  </a:lnTo>
                  <a:lnTo>
                    <a:pt x="574" y="437"/>
                  </a:lnTo>
                  <a:lnTo>
                    <a:pt x="561" y="442"/>
                  </a:lnTo>
                  <a:lnTo>
                    <a:pt x="548" y="445"/>
                  </a:lnTo>
                  <a:lnTo>
                    <a:pt x="537" y="446"/>
                  </a:lnTo>
                  <a:lnTo>
                    <a:pt x="531" y="427"/>
                  </a:lnTo>
                  <a:lnTo>
                    <a:pt x="523" y="412"/>
                  </a:lnTo>
                  <a:lnTo>
                    <a:pt x="512" y="398"/>
                  </a:lnTo>
                  <a:lnTo>
                    <a:pt x="498" y="387"/>
                  </a:lnTo>
                  <a:lnTo>
                    <a:pt x="483" y="379"/>
                  </a:lnTo>
                  <a:lnTo>
                    <a:pt x="466" y="374"/>
                  </a:lnTo>
                  <a:lnTo>
                    <a:pt x="449" y="368"/>
                  </a:lnTo>
                  <a:lnTo>
                    <a:pt x="431" y="363"/>
                  </a:lnTo>
                  <a:lnTo>
                    <a:pt x="415" y="359"/>
                  </a:lnTo>
                  <a:lnTo>
                    <a:pt x="399" y="354"/>
                  </a:lnTo>
                  <a:lnTo>
                    <a:pt x="397" y="368"/>
                  </a:lnTo>
                  <a:lnTo>
                    <a:pt x="399" y="379"/>
                  </a:lnTo>
                  <a:lnTo>
                    <a:pt x="405" y="389"/>
                  </a:lnTo>
                  <a:lnTo>
                    <a:pt x="414" y="397"/>
                  </a:lnTo>
                  <a:lnTo>
                    <a:pt x="426" y="404"/>
                  </a:lnTo>
                  <a:lnTo>
                    <a:pt x="438" y="409"/>
                  </a:lnTo>
                  <a:lnTo>
                    <a:pt x="451" y="416"/>
                  </a:lnTo>
                  <a:lnTo>
                    <a:pt x="464" y="422"/>
                  </a:lnTo>
                  <a:lnTo>
                    <a:pt x="475" y="429"/>
                  </a:lnTo>
                  <a:lnTo>
                    <a:pt x="485" y="437"/>
                  </a:lnTo>
                  <a:lnTo>
                    <a:pt x="513" y="468"/>
                  </a:lnTo>
                  <a:lnTo>
                    <a:pt x="421" y="545"/>
                  </a:lnTo>
                  <a:lnTo>
                    <a:pt x="390" y="541"/>
                  </a:lnTo>
                  <a:lnTo>
                    <a:pt x="356" y="541"/>
                  </a:lnTo>
                  <a:lnTo>
                    <a:pt x="324" y="543"/>
                  </a:lnTo>
                  <a:lnTo>
                    <a:pt x="290" y="548"/>
                  </a:lnTo>
                  <a:lnTo>
                    <a:pt x="257" y="554"/>
                  </a:lnTo>
                  <a:lnTo>
                    <a:pt x="223" y="562"/>
                  </a:lnTo>
                  <a:lnTo>
                    <a:pt x="190" y="571"/>
                  </a:lnTo>
                  <a:lnTo>
                    <a:pt x="158" y="580"/>
                  </a:lnTo>
                  <a:lnTo>
                    <a:pt x="125" y="591"/>
                  </a:lnTo>
                  <a:lnTo>
                    <a:pt x="93" y="599"/>
                  </a:lnTo>
                  <a:lnTo>
                    <a:pt x="79" y="569"/>
                  </a:lnTo>
                  <a:lnTo>
                    <a:pt x="70" y="537"/>
                  </a:lnTo>
                  <a:lnTo>
                    <a:pt x="64" y="503"/>
                  </a:lnTo>
                  <a:lnTo>
                    <a:pt x="59" y="468"/>
                  </a:lnTo>
                  <a:lnTo>
                    <a:pt x="55" y="434"/>
                  </a:lnTo>
                  <a:lnTo>
                    <a:pt x="50" y="399"/>
                  </a:lnTo>
                  <a:lnTo>
                    <a:pt x="44" y="367"/>
                  </a:lnTo>
                  <a:lnTo>
                    <a:pt x="34" y="334"/>
                  </a:lnTo>
                  <a:lnTo>
                    <a:pt x="20" y="304"/>
                  </a:lnTo>
                  <a:lnTo>
                    <a:pt x="0" y="278"/>
                  </a:lnTo>
                  <a:lnTo>
                    <a:pt x="361" y="245"/>
                  </a:lnTo>
                  <a:lnTo>
                    <a:pt x="377" y="227"/>
                  </a:lnTo>
                  <a:lnTo>
                    <a:pt x="396" y="214"/>
                  </a:lnTo>
                  <a:lnTo>
                    <a:pt x="418" y="208"/>
                  </a:lnTo>
                  <a:lnTo>
                    <a:pt x="441" y="206"/>
                  </a:lnTo>
                  <a:lnTo>
                    <a:pt x="464" y="208"/>
                  </a:lnTo>
                  <a:lnTo>
                    <a:pt x="487" y="212"/>
                  </a:lnTo>
                  <a:lnTo>
                    <a:pt x="509" y="216"/>
                  </a:lnTo>
                  <a:lnTo>
                    <a:pt x="530" y="220"/>
                  </a:lnTo>
                  <a:lnTo>
                    <a:pt x="547" y="223"/>
                  </a:lnTo>
                  <a:lnTo>
                    <a:pt x="562" y="223"/>
                  </a:lnTo>
                  <a:lnTo>
                    <a:pt x="576" y="233"/>
                  </a:lnTo>
                  <a:lnTo>
                    <a:pt x="589" y="244"/>
                  </a:lnTo>
                  <a:lnTo>
                    <a:pt x="602" y="257"/>
                  </a:lnTo>
                  <a:lnTo>
                    <a:pt x="615" y="271"/>
                  </a:lnTo>
                  <a:lnTo>
                    <a:pt x="628" y="285"/>
                  </a:lnTo>
                  <a:lnTo>
                    <a:pt x="641" y="297"/>
                  </a:lnTo>
                  <a:lnTo>
                    <a:pt x="654" y="308"/>
                  </a:lnTo>
                  <a:lnTo>
                    <a:pt x="668" y="317"/>
                  </a:lnTo>
                  <a:lnTo>
                    <a:pt x="683" y="322"/>
                  </a:lnTo>
                  <a:lnTo>
                    <a:pt x="698" y="322"/>
                  </a:lnTo>
                  <a:lnTo>
                    <a:pt x="687" y="302"/>
                  </a:lnTo>
                  <a:lnTo>
                    <a:pt x="672" y="283"/>
                  </a:lnTo>
                  <a:lnTo>
                    <a:pt x="657" y="266"/>
                  </a:lnTo>
                  <a:lnTo>
                    <a:pt x="641" y="250"/>
                  </a:lnTo>
                  <a:lnTo>
                    <a:pt x="622" y="234"/>
                  </a:lnTo>
                  <a:lnTo>
                    <a:pt x="605" y="219"/>
                  </a:lnTo>
                  <a:lnTo>
                    <a:pt x="586" y="204"/>
                  </a:lnTo>
                  <a:lnTo>
                    <a:pt x="567" y="190"/>
                  </a:lnTo>
                  <a:lnTo>
                    <a:pt x="548" y="176"/>
                  </a:lnTo>
                  <a:lnTo>
                    <a:pt x="530" y="162"/>
                  </a:lnTo>
                  <a:lnTo>
                    <a:pt x="524" y="161"/>
                  </a:lnTo>
                  <a:lnTo>
                    <a:pt x="517" y="161"/>
                  </a:lnTo>
                  <a:lnTo>
                    <a:pt x="511" y="163"/>
                  </a:lnTo>
                  <a:lnTo>
                    <a:pt x="504" y="167"/>
                  </a:lnTo>
                  <a:lnTo>
                    <a:pt x="500" y="171"/>
                  </a:lnTo>
                  <a:lnTo>
                    <a:pt x="495" y="176"/>
                  </a:lnTo>
                  <a:lnTo>
                    <a:pt x="493" y="181"/>
                  </a:lnTo>
                  <a:lnTo>
                    <a:pt x="492" y="185"/>
                  </a:lnTo>
                  <a:lnTo>
                    <a:pt x="494" y="189"/>
                  </a:lnTo>
                  <a:lnTo>
                    <a:pt x="498" y="191"/>
                  </a:lnTo>
                  <a:lnTo>
                    <a:pt x="485" y="191"/>
                  </a:lnTo>
                  <a:lnTo>
                    <a:pt x="495" y="176"/>
                  </a:lnTo>
                  <a:lnTo>
                    <a:pt x="511" y="167"/>
                  </a:lnTo>
                  <a:lnTo>
                    <a:pt x="531" y="162"/>
                  </a:lnTo>
                  <a:lnTo>
                    <a:pt x="554" y="160"/>
                  </a:lnTo>
                  <a:lnTo>
                    <a:pt x="577" y="160"/>
                  </a:lnTo>
                  <a:lnTo>
                    <a:pt x="599" y="158"/>
                  </a:lnTo>
                  <a:lnTo>
                    <a:pt x="619" y="154"/>
                  </a:lnTo>
                  <a:lnTo>
                    <a:pt x="634" y="145"/>
                  </a:lnTo>
                  <a:lnTo>
                    <a:pt x="643" y="131"/>
                  </a:lnTo>
                  <a:lnTo>
                    <a:pt x="644" y="108"/>
                  </a:lnTo>
                  <a:lnTo>
                    <a:pt x="638" y="108"/>
                  </a:lnTo>
                  <a:lnTo>
                    <a:pt x="634" y="110"/>
                  </a:lnTo>
                  <a:lnTo>
                    <a:pt x="630" y="114"/>
                  </a:lnTo>
                  <a:lnTo>
                    <a:pt x="628" y="118"/>
                  </a:lnTo>
                  <a:lnTo>
                    <a:pt x="626" y="123"/>
                  </a:lnTo>
                  <a:lnTo>
                    <a:pt x="623" y="127"/>
                  </a:lnTo>
                  <a:lnTo>
                    <a:pt x="621" y="132"/>
                  </a:lnTo>
                  <a:lnTo>
                    <a:pt x="617" y="137"/>
                  </a:lnTo>
                  <a:lnTo>
                    <a:pt x="613" y="139"/>
                  </a:lnTo>
                  <a:lnTo>
                    <a:pt x="606" y="140"/>
                  </a:lnTo>
                  <a:lnTo>
                    <a:pt x="606" y="124"/>
                  </a:lnTo>
                  <a:lnTo>
                    <a:pt x="612" y="110"/>
                  </a:lnTo>
                  <a:lnTo>
                    <a:pt x="623" y="97"/>
                  </a:lnTo>
                  <a:lnTo>
                    <a:pt x="637" y="87"/>
                  </a:lnTo>
                  <a:lnTo>
                    <a:pt x="653" y="75"/>
                  </a:lnTo>
                  <a:lnTo>
                    <a:pt x="671" y="65"/>
                  </a:lnTo>
                  <a:lnTo>
                    <a:pt x="686" y="52"/>
                  </a:lnTo>
                  <a:lnTo>
                    <a:pt x="700" y="39"/>
                  </a:lnTo>
                  <a:lnTo>
                    <a:pt x="710" y="21"/>
                  </a:lnTo>
                  <a:lnTo>
                    <a:pt x="715" y="0"/>
                  </a:lnTo>
                  <a:lnTo>
                    <a:pt x="698" y="360"/>
                  </a:lnTo>
                  <a:close/>
                </a:path>
              </a:pathLst>
            </a:custGeom>
            <a:solidFill>
              <a:srgbClr val="70C4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3" name="Freeform 112"/>
            <p:cNvSpPr>
              <a:spLocks/>
            </p:cNvSpPr>
            <p:nvPr/>
          </p:nvSpPr>
          <p:spPr bwMode="auto">
            <a:xfrm>
              <a:off x="1230" y="3531"/>
              <a:ext cx="120" cy="214"/>
            </a:xfrm>
            <a:custGeom>
              <a:avLst/>
              <a:gdLst>
                <a:gd name="T0" fmla="*/ 239 w 239"/>
                <a:gd name="T1" fmla="*/ 261 h 427"/>
                <a:gd name="T2" fmla="*/ 235 w 239"/>
                <a:gd name="T3" fmla="*/ 260 h 427"/>
                <a:gd name="T4" fmla="*/ 233 w 239"/>
                <a:gd name="T5" fmla="*/ 260 h 427"/>
                <a:gd name="T6" fmla="*/ 230 w 239"/>
                <a:gd name="T7" fmla="*/ 261 h 427"/>
                <a:gd name="T8" fmla="*/ 227 w 239"/>
                <a:gd name="T9" fmla="*/ 262 h 427"/>
                <a:gd name="T10" fmla="*/ 225 w 239"/>
                <a:gd name="T11" fmla="*/ 264 h 427"/>
                <a:gd name="T12" fmla="*/ 224 w 239"/>
                <a:gd name="T13" fmla="*/ 267 h 427"/>
                <a:gd name="T14" fmla="*/ 222 w 239"/>
                <a:gd name="T15" fmla="*/ 269 h 427"/>
                <a:gd name="T16" fmla="*/ 220 w 239"/>
                <a:gd name="T17" fmla="*/ 271 h 427"/>
                <a:gd name="T18" fmla="*/ 218 w 239"/>
                <a:gd name="T19" fmla="*/ 272 h 427"/>
                <a:gd name="T20" fmla="*/ 217 w 239"/>
                <a:gd name="T21" fmla="*/ 275 h 427"/>
                <a:gd name="T22" fmla="*/ 229 w 239"/>
                <a:gd name="T23" fmla="*/ 293 h 427"/>
                <a:gd name="T24" fmla="*/ 233 w 239"/>
                <a:gd name="T25" fmla="*/ 309 h 427"/>
                <a:gd name="T26" fmla="*/ 232 w 239"/>
                <a:gd name="T27" fmla="*/ 326 h 427"/>
                <a:gd name="T28" fmla="*/ 226 w 239"/>
                <a:gd name="T29" fmla="*/ 341 h 427"/>
                <a:gd name="T30" fmla="*/ 217 w 239"/>
                <a:gd name="T31" fmla="*/ 356 h 427"/>
                <a:gd name="T32" fmla="*/ 205 w 239"/>
                <a:gd name="T33" fmla="*/ 369 h 427"/>
                <a:gd name="T34" fmla="*/ 194 w 239"/>
                <a:gd name="T35" fmla="*/ 383 h 427"/>
                <a:gd name="T36" fmla="*/ 182 w 239"/>
                <a:gd name="T37" fmla="*/ 398 h 427"/>
                <a:gd name="T38" fmla="*/ 174 w 239"/>
                <a:gd name="T39" fmla="*/ 412 h 427"/>
                <a:gd name="T40" fmla="*/ 170 w 239"/>
                <a:gd name="T41" fmla="*/ 427 h 427"/>
                <a:gd name="T42" fmla="*/ 0 w 239"/>
                <a:gd name="T43" fmla="*/ 405 h 427"/>
                <a:gd name="T44" fmla="*/ 11 w 239"/>
                <a:gd name="T45" fmla="*/ 379 h 427"/>
                <a:gd name="T46" fmla="*/ 27 w 239"/>
                <a:gd name="T47" fmla="*/ 353 h 427"/>
                <a:gd name="T48" fmla="*/ 48 w 239"/>
                <a:gd name="T49" fmla="*/ 328 h 427"/>
                <a:gd name="T50" fmla="*/ 71 w 239"/>
                <a:gd name="T51" fmla="*/ 305 h 427"/>
                <a:gd name="T52" fmla="*/ 93 w 239"/>
                <a:gd name="T53" fmla="*/ 280 h 427"/>
                <a:gd name="T54" fmla="*/ 113 w 239"/>
                <a:gd name="T55" fmla="*/ 256 h 427"/>
                <a:gd name="T56" fmla="*/ 128 w 239"/>
                <a:gd name="T57" fmla="*/ 232 h 427"/>
                <a:gd name="T58" fmla="*/ 138 w 239"/>
                <a:gd name="T59" fmla="*/ 205 h 427"/>
                <a:gd name="T60" fmla="*/ 140 w 239"/>
                <a:gd name="T61" fmla="*/ 176 h 427"/>
                <a:gd name="T62" fmla="*/ 130 w 239"/>
                <a:gd name="T63" fmla="*/ 146 h 427"/>
                <a:gd name="T64" fmla="*/ 179 w 239"/>
                <a:gd name="T65" fmla="*/ 0 h 427"/>
                <a:gd name="T66" fmla="*/ 239 w 239"/>
                <a:gd name="T67" fmla="*/ 262 h 427"/>
                <a:gd name="T68" fmla="*/ 239 w 239"/>
                <a:gd name="T69" fmla="*/ 262 h 427"/>
                <a:gd name="T70" fmla="*/ 239 w 239"/>
                <a:gd name="T71" fmla="*/ 261 h 42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39"/>
                <a:gd name="T109" fmla="*/ 0 h 427"/>
                <a:gd name="T110" fmla="*/ 239 w 239"/>
                <a:gd name="T111" fmla="*/ 427 h 42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39" h="427">
                  <a:moveTo>
                    <a:pt x="239" y="261"/>
                  </a:moveTo>
                  <a:lnTo>
                    <a:pt x="235" y="260"/>
                  </a:lnTo>
                  <a:lnTo>
                    <a:pt x="233" y="260"/>
                  </a:lnTo>
                  <a:lnTo>
                    <a:pt x="230" y="261"/>
                  </a:lnTo>
                  <a:lnTo>
                    <a:pt x="227" y="262"/>
                  </a:lnTo>
                  <a:lnTo>
                    <a:pt x="225" y="264"/>
                  </a:lnTo>
                  <a:lnTo>
                    <a:pt x="224" y="267"/>
                  </a:lnTo>
                  <a:lnTo>
                    <a:pt x="222" y="269"/>
                  </a:lnTo>
                  <a:lnTo>
                    <a:pt x="220" y="271"/>
                  </a:lnTo>
                  <a:lnTo>
                    <a:pt x="218" y="272"/>
                  </a:lnTo>
                  <a:lnTo>
                    <a:pt x="217" y="275"/>
                  </a:lnTo>
                  <a:lnTo>
                    <a:pt x="229" y="293"/>
                  </a:lnTo>
                  <a:lnTo>
                    <a:pt x="233" y="309"/>
                  </a:lnTo>
                  <a:lnTo>
                    <a:pt x="232" y="326"/>
                  </a:lnTo>
                  <a:lnTo>
                    <a:pt x="226" y="341"/>
                  </a:lnTo>
                  <a:lnTo>
                    <a:pt x="217" y="356"/>
                  </a:lnTo>
                  <a:lnTo>
                    <a:pt x="205" y="369"/>
                  </a:lnTo>
                  <a:lnTo>
                    <a:pt x="194" y="383"/>
                  </a:lnTo>
                  <a:lnTo>
                    <a:pt x="182" y="398"/>
                  </a:lnTo>
                  <a:lnTo>
                    <a:pt x="174" y="412"/>
                  </a:lnTo>
                  <a:lnTo>
                    <a:pt x="170" y="427"/>
                  </a:lnTo>
                  <a:lnTo>
                    <a:pt x="0" y="405"/>
                  </a:lnTo>
                  <a:lnTo>
                    <a:pt x="11" y="379"/>
                  </a:lnTo>
                  <a:lnTo>
                    <a:pt x="27" y="353"/>
                  </a:lnTo>
                  <a:lnTo>
                    <a:pt x="48" y="328"/>
                  </a:lnTo>
                  <a:lnTo>
                    <a:pt x="71" y="305"/>
                  </a:lnTo>
                  <a:lnTo>
                    <a:pt x="93" y="280"/>
                  </a:lnTo>
                  <a:lnTo>
                    <a:pt x="113" y="256"/>
                  </a:lnTo>
                  <a:lnTo>
                    <a:pt x="128" y="232"/>
                  </a:lnTo>
                  <a:lnTo>
                    <a:pt x="138" y="205"/>
                  </a:lnTo>
                  <a:lnTo>
                    <a:pt x="140" y="176"/>
                  </a:lnTo>
                  <a:lnTo>
                    <a:pt x="130" y="146"/>
                  </a:lnTo>
                  <a:lnTo>
                    <a:pt x="179" y="0"/>
                  </a:lnTo>
                  <a:lnTo>
                    <a:pt x="239" y="262"/>
                  </a:lnTo>
                  <a:lnTo>
                    <a:pt x="239" y="26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4" name="Freeform 113"/>
            <p:cNvSpPr>
              <a:spLocks/>
            </p:cNvSpPr>
            <p:nvPr/>
          </p:nvSpPr>
          <p:spPr bwMode="auto">
            <a:xfrm>
              <a:off x="1644" y="3531"/>
              <a:ext cx="12" cy="85"/>
            </a:xfrm>
            <a:custGeom>
              <a:avLst/>
              <a:gdLst>
                <a:gd name="T0" fmla="*/ 24 w 24"/>
                <a:gd name="T1" fmla="*/ 168 h 170"/>
                <a:gd name="T2" fmla="*/ 19 w 24"/>
                <a:gd name="T3" fmla="*/ 153 h 170"/>
                <a:gd name="T4" fmla="*/ 14 w 24"/>
                <a:gd name="T5" fmla="*/ 137 h 170"/>
                <a:gd name="T6" fmla="*/ 10 w 24"/>
                <a:gd name="T7" fmla="*/ 121 h 170"/>
                <a:gd name="T8" fmla="*/ 7 w 24"/>
                <a:gd name="T9" fmla="*/ 105 h 170"/>
                <a:gd name="T10" fmla="*/ 4 w 24"/>
                <a:gd name="T11" fmla="*/ 88 h 170"/>
                <a:gd name="T12" fmla="*/ 1 w 24"/>
                <a:gd name="T13" fmla="*/ 71 h 170"/>
                <a:gd name="T14" fmla="*/ 0 w 24"/>
                <a:gd name="T15" fmla="*/ 54 h 170"/>
                <a:gd name="T16" fmla="*/ 0 w 24"/>
                <a:gd name="T17" fmla="*/ 36 h 170"/>
                <a:gd name="T18" fmla="*/ 1 w 24"/>
                <a:gd name="T19" fmla="*/ 18 h 170"/>
                <a:gd name="T20" fmla="*/ 2 w 24"/>
                <a:gd name="T21" fmla="*/ 0 h 170"/>
                <a:gd name="T22" fmla="*/ 24 w 24"/>
                <a:gd name="T23" fmla="*/ 170 h 170"/>
                <a:gd name="T24" fmla="*/ 24 w 24"/>
                <a:gd name="T25" fmla="*/ 170 h 170"/>
                <a:gd name="T26" fmla="*/ 24 w 24"/>
                <a:gd name="T27" fmla="*/ 168 h 1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170"/>
                <a:gd name="T44" fmla="*/ 24 w 24"/>
                <a:gd name="T45" fmla="*/ 170 h 17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170">
                  <a:moveTo>
                    <a:pt x="24" y="168"/>
                  </a:moveTo>
                  <a:lnTo>
                    <a:pt x="19" y="153"/>
                  </a:lnTo>
                  <a:lnTo>
                    <a:pt x="14" y="137"/>
                  </a:lnTo>
                  <a:lnTo>
                    <a:pt x="10" y="121"/>
                  </a:lnTo>
                  <a:lnTo>
                    <a:pt x="7" y="105"/>
                  </a:lnTo>
                  <a:lnTo>
                    <a:pt x="4" y="88"/>
                  </a:lnTo>
                  <a:lnTo>
                    <a:pt x="1" y="71"/>
                  </a:lnTo>
                  <a:lnTo>
                    <a:pt x="0" y="54"/>
                  </a:lnTo>
                  <a:lnTo>
                    <a:pt x="0" y="36"/>
                  </a:lnTo>
                  <a:lnTo>
                    <a:pt x="1" y="18"/>
                  </a:lnTo>
                  <a:lnTo>
                    <a:pt x="2" y="0"/>
                  </a:lnTo>
                  <a:lnTo>
                    <a:pt x="24" y="170"/>
                  </a:lnTo>
                  <a:lnTo>
                    <a:pt x="24" y="168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5" name="Freeform 114"/>
            <p:cNvSpPr>
              <a:spLocks/>
            </p:cNvSpPr>
            <p:nvPr/>
          </p:nvSpPr>
          <p:spPr bwMode="auto">
            <a:xfrm>
              <a:off x="2334" y="3592"/>
              <a:ext cx="80" cy="101"/>
            </a:xfrm>
            <a:custGeom>
              <a:avLst/>
              <a:gdLst>
                <a:gd name="T0" fmla="*/ 83 w 159"/>
                <a:gd name="T1" fmla="*/ 76 h 201"/>
                <a:gd name="T2" fmla="*/ 81 w 159"/>
                <a:gd name="T3" fmla="*/ 92 h 201"/>
                <a:gd name="T4" fmla="*/ 83 w 159"/>
                <a:gd name="T5" fmla="*/ 106 h 201"/>
                <a:gd name="T6" fmla="*/ 88 w 159"/>
                <a:gd name="T7" fmla="*/ 119 h 201"/>
                <a:gd name="T8" fmla="*/ 94 w 159"/>
                <a:gd name="T9" fmla="*/ 131 h 201"/>
                <a:gd name="T10" fmla="*/ 105 w 159"/>
                <a:gd name="T11" fmla="*/ 142 h 201"/>
                <a:gd name="T12" fmla="*/ 115 w 159"/>
                <a:gd name="T13" fmla="*/ 151 h 201"/>
                <a:gd name="T14" fmla="*/ 127 w 159"/>
                <a:gd name="T15" fmla="*/ 161 h 201"/>
                <a:gd name="T16" fmla="*/ 138 w 159"/>
                <a:gd name="T17" fmla="*/ 169 h 201"/>
                <a:gd name="T18" fmla="*/ 149 w 159"/>
                <a:gd name="T19" fmla="*/ 177 h 201"/>
                <a:gd name="T20" fmla="*/ 159 w 159"/>
                <a:gd name="T21" fmla="*/ 185 h 201"/>
                <a:gd name="T22" fmla="*/ 159 w 159"/>
                <a:gd name="T23" fmla="*/ 201 h 201"/>
                <a:gd name="T24" fmla="*/ 133 w 159"/>
                <a:gd name="T25" fmla="*/ 186 h 201"/>
                <a:gd name="T26" fmla="*/ 112 w 159"/>
                <a:gd name="T27" fmla="*/ 169 h 201"/>
                <a:gd name="T28" fmla="*/ 96 w 159"/>
                <a:gd name="T29" fmla="*/ 148 h 201"/>
                <a:gd name="T30" fmla="*/ 83 w 159"/>
                <a:gd name="T31" fmla="*/ 125 h 201"/>
                <a:gd name="T32" fmla="*/ 71 w 159"/>
                <a:gd name="T33" fmla="*/ 102 h 201"/>
                <a:gd name="T34" fmla="*/ 61 w 159"/>
                <a:gd name="T35" fmla="*/ 79 h 201"/>
                <a:gd name="T36" fmla="*/ 49 w 159"/>
                <a:gd name="T37" fmla="*/ 55 h 201"/>
                <a:gd name="T38" fmla="*/ 37 w 159"/>
                <a:gd name="T39" fmla="*/ 35 h 201"/>
                <a:gd name="T40" fmla="*/ 21 w 159"/>
                <a:gd name="T41" fmla="*/ 15 h 201"/>
                <a:gd name="T42" fmla="*/ 0 w 159"/>
                <a:gd name="T43" fmla="*/ 0 h 201"/>
                <a:gd name="T44" fmla="*/ 11 w 159"/>
                <a:gd name="T45" fmla="*/ 1 h 201"/>
                <a:gd name="T46" fmla="*/ 22 w 159"/>
                <a:gd name="T47" fmla="*/ 6 h 201"/>
                <a:gd name="T48" fmla="*/ 31 w 159"/>
                <a:gd name="T49" fmla="*/ 12 h 201"/>
                <a:gd name="T50" fmla="*/ 40 w 159"/>
                <a:gd name="T51" fmla="*/ 20 h 201"/>
                <a:gd name="T52" fmla="*/ 47 w 159"/>
                <a:gd name="T53" fmla="*/ 29 h 201"/>
                <a:gd name="T54" fmla="*/ 54 w 159"/>
                <a:gd name="T55" fmla="*/ 38 h 201"/>
                <a:gd name="T56" fmla="*/ 61 w 159"/>
                <a:gd name="T57" fmla="*/ 49 h 201"/>
                <a:gd name="T58" fmla="*/ 68 w 159"/>
                <a:gd name="T59" fmla="*/ 59 h 201"/>
                <a:gd name="T60" fmla="*/ 75 w 159"/>
                <a:gd name="T61" fmla="*/ 68 h 201"/>
                <a:gd name="T62" fmla="*/ 83 w 159"/>
                <a:gd name="T63" fmla="*/ 76 h 201"/>
                <a:gd name="T64" fmla="*/ 83 w 159"/>
                <a:gd name="T65" fmla="*/ 76 h 2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9"/>
                <a:gd name="T100" fmla="*/ 0 h 201"/>
                <a:gd name="T101" fmla="*/ 159 w 159"/>
                <a:gd name="T102" fmla="*/ 201 h 20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9" h="201">
                  <a:moveTo>
                    <a:pt x="83" y="76"/>
                  </a:moveTo>
                  <a:lnTo>
                    <a:pt x="81" y="92"/>
                  </a:lnTo>
                  <a:lnTo>
                    <a:pt x="83" y="106"/>
                  </a:lnTo>
                  <a:lnTo>
                    <a:pt x="88" y="119"/>
                  </a:lnTo>
                  <a:lnTo>
                    <a:pt x="94" y="131"/>
                  </a:lnTo>
                  <a:lnTo>
                    <a:pt x="105" y="142"/>
                  </a:lnTo>
                  <a:lnTo>
                    <a:pt x="115" y="151"/>
                  </a:lnTo>
                  <a:lnTo>
                    <a:pt x="127" y="161"/>
                  </a:lnTo>
                  <a:lnTo>
                    <a:pt x="138" y="169"/>
                  </a:lnTo>
                  <a:lnTo>
                    <a:pt x="149" y="177"/>
                  </a:lnTo>
                  <a:lnTo>
                    <a:pt x="159" y="185"/>
                  </a:lnTo>
                  <a:lnTo>
                    <a:pt x="159" y="201"/>
                  </a:lnTo>
                  <a:lnTo>
                    <a:pt x="133" y="186"/>
                  </a:lnTo>
                  <a:lnTo>
                    <a:pt x="112" y="169"/>
                  </a:lnTo>
                  <a:lnTo>
                    <a:pt x="96" y="148"/>
                  </a:lnTo>
                  <a:lnTo>
                    <a:pt x="83" y="125"/>
                  </a:lnTo>
                  <a:lnTo>
                    <a:pt x="71" y="102"/>
                  </a:lnTo>
                  <a:lnTo>
                    <a:pt x="61" y="79"/>
                  </a:lnTo>
                  <a:lnTo>
                    <a:pt x="49" y="55"/>
                  </a:lnTo>
                  <a:lnTo>
                    <a:pt x="37" y="35"/>
                  </a:lnTo>
                  <a:lnTo>
                    <a:pt x="21" y="15"/>
                  </a:lnTo>
                  <a:lnTo>
                    <a:pt x="0" y="0"/>
                  </a:lnTo>
                  <a:lnTo>
                    <a:pt x="11" y="1"/>
                  </a:lnTo>
                  <a:lnTo>
                    <a:pt x="22" y="6"/>
                  </a:lnTo>
                  <a:lnTo>
                    <a:pt x="31" y="12"/>
                  </a:lnTo>
                  <a:lnTo>
                    <a:pt x="40" y="20"/>
                  </a:lnTo>
                  <a:lnTo>
                    <a:pt x="47" y="29"/>
                  </a:lnTo>
                  <a:lnTo>
                    <a:pt x="54" y="38"/>
                  </a:lnTo>
                  <a:lnTo>
                    <a:pt x="61" y="49"/>
                  </a:lnTo>
                  <a:lnTo>
                    <a:pt x="68" y="59"/>
                  </a:lnTo>
                  <a:lnTo>
                    <a:pt x="75" y="68"/>
                  </a:lnTo>
                  <a:lnTo>
                    <a:pt x="83" y="76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6" name="Freeform 115"/>
            <p:cNvSpPr>
              <a:spLocks/>
            </p:cNvSpPr>
            <p:nvPr/>
          </p:nvSpPr>
          <p:spPr bwMode="auto">
            <a:xfrm>
              <a:off x="1553" y="3603"/>
              <a:ext cx="34" cy="9"/>
            </a:xfrm>
            <a:custGeom>
              <a:avLst/>
              <a:gdLst>
                <a:gd name="T0" fmla="*/ 69 w 69"/>
                <a:gd name="T1" fmla="*/ 3 h 17"/>
                <a:gd name="T2" fmla="*/ 64 w 69"/>
                <a:gd name="T3" fmla="*/ 5 h 17"/>
                <a:gd name="T4" fmla="*/ 58 w 69"/>
                <a:gd name="T5" fmla="*/ 7 h 17"/>
                <a:gd name="T6" fmla="*/ 52 w 69"/>
                <a:gd name="T7" fmla="*/ 9 h 17"/>
                <a:gd name="T8" fmla="*/ 45 w 69"/>
                <a:gd name="T9" fmla="*/ 12 h 17"/>
                <a:gd name="T10" fmla="*/ 38 w 69"/>
                <a:gd name="T11" fmla="*/ 14 h 17"/>
                <a:gd name="T12" fmla="*/ 31 w 69"/>
                <a:gd name="T13" fmla="*/ 16 h 17"/>
                <a:gd name="T14" fmla="*/ 23 w 69"/>
                <a:gd name="T15" fmla="*/ 17 h 17"/>
                <a:gd name="T16" fmla="*/ 15 w 69"/>
                <a:gd name="T17" fmla="*/ 17 h 17"/>
                <a:gd name="T18" fmla="*/ 6 w 69"/>
                <a:gd name="T19" fmla="*/ 17 h 17"/>
                <a:gd name="T20" fmla="*/ 0 w 69"/>
                <a:gd name="T21" fmla="*/ 16 h 17"/>
                <a:gd name="T22" fmla="*/ 2 w 69"/>
                <a:gd name="T23" fmla="*/ 9 h 17"/>
                <a:gd name="T24" fmla="*/ 6 w 69"/>
                <a:gd name="T25" fmla="*/ 5 h 17"/>
                <a:gd name="T26" fmla="*/ 12 w 69"/>
                <a:gd name="T27" fmla="*/ 1 h 17"/>
                <a:gd name="T28" fmla="*/ 19 w 69"/>
                <a:gd name="T29" fmla="*/ 0 h 17"/>
                <a:gd name="T30" fmla="*/ 27 w 69"/>
                <a:gd name="T31" fmla="*/ 0 h 17"/>
                <a:gd name="T32" fmla="*/ 35 w 69"/>
                <a:gd name="T33" fmla="*/ 1 h 17"/>
                <a:gd name="T34" fmla="*/ 45 w 69"/>
                <a:gd name="T35" fmla="*/ 2 h 17"/>
                <a:gd name="T36" fmla="*/ 53 w 69"/>
                <a:gd name="T37" fmla="*/ 3 h 17"/>
                <a:gd name="T38" fmla="*/ 62 w 69"/>
                <a:gd name="T39" fmla="*/ 5 h 17"/>
                <a:gd name="T40" fmla="*/ 69 w 69"/>
                <a:gd name="T41" fmla="*/ 3 h 17"/>
                <a:gd name="T42" fmla="*/ 69 w 69"/>
                <a:gd name="T43" fmla="*/ 3 h 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9"/>
                <a:gd name="T67" fmla="*/ 0 h 17"/>
                <a:gd name="T68" fmla="*/ 69 w 69"/>
                <a:gd name="T69" fmla="*/ 17 h 1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9" h="17">
                  <a:moveTo>
                    <a:pt x="69" y="3"/>
                  </a:moveTo>
                  <a:lnTo>
                    <a:pt x="64" y="5"/>
                  </a:lnTo>
                  <a:lnTo>
                    <a:pt x="58" y="7"/>
                  </a:lnTo>
                  <a:lnTo>
                    <a:pt x="52" y="9"/>
                  </a:lnTo>
                  <a:lnTo>
                    <a:pt x="45" y="12"/>
                  </a:lnTo>
                  <a:lnTo>
                    <a:pt x="38" y="14"/>
                  </a:lnTo>
                  <a:lnTo>
                    <a:pt x="31" y="16"/>
                  </a:lnTo>
                  <a:lnTo>
                    <a:pt x="23" y="17"/>
                  </a:lnTo>
                  <a:lnTo>
                    <a:pt x="15" y="17"/>
                  </a:lnTo>
                  <a:lnTo>
                    <a:pt x="6" y="17"/>
                  </a:lnTo>
                  <a:lnTo>
                    <a:pt x="0" y="16"/>
                  </a:lnTo>
                  <a:lnTo>
                    <a:pt x="2" y="9"/>
                  </a:lnTo>
                  <a:lnTo>
                    <a:pt x="6" y="5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5" y="2"/>
                  </a:lnTo>
                  <a:lnTo>
                    <a:pt x="53" y="3"/>
                  </a:lnTo>
                  <a:lnTo>
                    <a:pt x="62" y="5"/>
                  </a:lnTo>
                  <a:lnTo>
                    <a:pt x="69" y="3"/>
                  </a:lnTo>
                  <a:close/>
                </a:path>
              </a:pathLst>
            </a:custGeom>
            <a:solidFill>
              <a:srgbClr val="B1FF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7" name="Freeform 116"/>
            <p:cNvSpPr>
              <a:spLocks/>
            </p:cNvSpPr>
            <p:nvPr/>
          </p:nvSpPr>
          <p:spPr bwMode="auto">
            <a:xfrm>
              <a:off x="2028" y="3611"/>
              <a:ext cx="64" cy="54"/>
            </a:xfrm>
            <a:custGeom>
              <a:avLst/>
              <a:gdLst>
                <a:gd name="T0" fmla="*/ 127 w 129"/>
                <a:gd name="T1" fmla="*/ 93 h 109"/>
                <a:gd name="T2" fmla="*/ 129 w 129"/>
                <a:gd name="T3" fmla="*/ 109 h 109"/>
                <a:gd name="T4" fmla="*/ 121 w 129"/>
                <a:gd name="T5" fmla="*/ 96 h 109"/>
                <a:gd name="T6" fmla="*/ 111 w 129"/>
                <a:gd name="T7" fmla="*/ 85 h 109"/>
                <a:gd name="T8" fmla="*/ 101 w 129"/>
                <a:gd name="T9" fmla="*/ 73 h 109"/>
                <a:gd name="T10" fmla="*/ 88 w 129"/>
                <a:gd name="T11" fmla="*/ 63 h 109"/>
                <a:gd name="T12" fmla="*/ 75 w 129"/>
                <a:gd name="T13" fmla="*/ 53 h 109"/>
                <a:gd name="T14" fmla="*/ 62 w 129"/>
                <a:gd name="T15" fmla="*/ 44 h 109"/>
                <a:gd name="T16" fmla="*/ 47 w 129"/>
                <a:gd name="T17" fmla="*/ 37 h 109"/>
                <a:gd name="T18" fmla="*/ 32 w 129"/>
                <a:gd name="T19" fmla="*/ 31 h 109"/>
                <a:gd name="T20" fmla="*/ 17 w 129"/>
                <a:gd name="T21" fmla="*/ 28 h 109"/>
                <a:gd name="T22" fmla="*/ 0 w 129"/>
                <a:gd name="T23" fmla="*/ 26 h 109"/>
                <a:gd name="T24" fmla="*/ 7 w 129"/>
                <a:gd name="T25" fmla="*/ 0 h 109"/>
                <a:gd name="T26" fmla="*/ 22 w 129"/>
                <a:gd name="T27" fmla="*/ 4 h 109"/>
                <a:gd name="T28" fmla="*/ 37 w 129"/>
                <a:gd name="T29" fmla="*/ 8 h 109"/>
                <a:gd name="T30" fmla="*/ 52 w 129"/>
                <a:gd name="T31" fmla="*/ 14 h 109"/>
                <a:gd name="T32" fmla="*/ 66 w 129"/>
                <a:gd name="T33" fmla="*/ 22 h 109"/>
                <a:gd name="T34" fmla="*/ 80 w 129"/>
                <a:gd name="T35" fmla="*/ 31 h 109"/>
                <a:gd name="T36" fmla="*/ 92 w 129"/>
                <a:gd name="T37" fmla="*/ 42 h 109"/>
                <a:gd name="T38" fmla="*/ 103 w 129"/>
                <a:gd name="T39" fmla="*/ 53 h 109"/>
                <a:gd name="T40" fmla="*/ 114 w 129"/>
                <a:gd name="T41" fmla="*/ 66 h 109"/>
                <a:gd name="T42" fmla="*/ 122 w 129"/>
                <a:gd name="T43" fmla="*/ 79 h 109"/>
                <a:gd name="T44" fmla="*/ 129 w 129"/>
                <a:gd name="T45" fmla="*/ 93 h 109"/>
                <a:gd name="T46" fmla="*/ 129 w 129"/>
                <a:gd name="T47" fmla="*/ 93 h 109"/>
                <a:gd name="T48" fmla="*/ 127 w 129"/>
                <a:gd name="T49" fmla="*/ 93 h 10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29"/>
                <a:gd name="T76" fmla="*/ 0 h 109"/>
                <a:gd name="T77" fmla="*/ 129 w 129"/>
                <a:gd name="T78" fmla="*/ 109 h 10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29" h="109">
                  <a:moveTo>
                    <a:pt x="127" y="93"/>
                  </a:moveTo>
                  <a:lnTo>
                    <a:pt x="129" y="109"/>
                  </a:lnTo>
                  <a:lnTo>
                    <a:pt x="121" y="96"/>
                  </a:lnTo>
                  <a:lnTo>
                    <a:pt x="111" y="85"/>
                  </a:lnTo>
                  <a:lnTo>
                    <a:pt x="101" y="73"/>
                  </a:lnTo>
                  <a:lnTo>
                    <a:pt x="88" y="63"/>
                  </a:lnTo>
                  <a:lnTo>
                    <a:pt x="75" y="53"/>
                  </a:lnTo>
                  <a:lnTo>
                    <a:pt x="62" y="44"/>
                  </a:lnTo>
                  <a:lnTo>
                    <a:pt x="47" y="37"/>
                  </a:lnTo>
                  <a:lnTo>
                    <a:pt x="32" y="31"/>
                  </a:lnTo>
                  <a:lnTo>
                    <a:pt x="17" y="28"/>
                  </a:lnTo>
                  <a:lnTo>
                    <a:pt x="0" y="26"/>
                  </a:lnTo>
                  <a:lnTo>
                    <a:pt x="7" y="0"/>
                  </a:lnTo>
                  <a:lnTo>
                    <a:pt x="22" y="4"/>
                  </a:lnTo>
                  <a:lnTo>
                    <a:pt x="37" y="8"/>
                  </a:lnTo>
                  <a:lnTo>
                    <a:pt x="52" y="14"/>
                  </a:lnTo>
                  <a:lnTo>
                    <a:pt x="66" y="22"/>
                  </a:lnTo>
                  <a:lnTo>
                    <a:pt x="80" y="31"/>
                  </a:lnTo>
                  <a:lnTo>
                    <a:pt x="92" y="42"/>
                  </a:lnTo>
                  <a:lnTo>
                    <a:pt x="103" y="53"/>
                  </a:lnTo>
                  <a:lnTo>
                    <a:pt x="114" y="66"/>
                  </a:lnTo>
                  <a:lnTo>
                    <a:pt x="122" y="79"/>
                  </a:lnTo>
                  <a:lnTo>
                    <a:pt x="129" y="93"/>
                  </a:lnTo>
                  <a:lnTo>
                    <a:pt x="127" y="93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8" name="Freeform 117"/>
            <p:cNvSpPr>
              <a:spLocks/>
            </p:cNvSpPr>
            <p:nvPr/>
          </p:nvSpPr>
          <p:spPr bwMode="auto">
            <a:xfrm>
              <a:off x="1530" y="3627"/>
              <a:ext cx="137" cy="85"/>
            </a:xfrm>
            <a:custGeom>
              <a:avLst/>
              <a:gdLst>
                <a:gd name="T0" fmla="*/ 265 w 274"/>
                <a:gd name="T1" fmla="*/ 20 h 170"/>
                <a:gd name="T2" fmla="*/ 245 w 274"/>
                <a:gd name="T3" fmla="*/ 33 h 170"/>
                <a:gd name="T4" fmla="*/ 226 w 274"/>
                <a:gd name="T5" fmla="*/ 45 h 170"/>
                <a:gd name="T6" fmla="*/ 205 w 274"/>
                <a:gd name="T7" fmla="*/ 52 h 170"/>
                <a:gd name="T8" fmla="*/ 185 w 274"/>
                <a:gd name="T9" fmla="*/ 49 h 170"/>
                <a:gd name="T10" fmla="*/ 169 w 274"/>
                <a:gd name="T11" fmla="*/ 44 h 170"/>
                <a:gd name="T12" fmla="*/ 160 w 274"/>
                <a:gd name="T13" fmla="*/ 56 h 170"/>
                <a:gd name="T14" fmla="*/ 155 w 274"/>
                <a:gd name="T15" fmla="*/ 67 h 170"/>
                <a:gd name="T16" fmla="*/ 150 w 274"/>
                <a:gd name="T17" fmla="*/ 78 h 170"/>
                <a:gd name="T18" fmla="*/ 138 w 274"/>
                <a:gd name="T19" fmla="*/ 84 h 170"/>
                <a:gd name="T20" fmla="*/ 126 w 274"/>
                <a:gd name="T21" fmla="*/ 81 h 170"/>
                <a:gd name="T22" fmla="*/ 124 w 274"/>
                <a:gd name="T23" fmla="*/ 73 h 170"/>
                <a:gd name="T24" fmla="*/ 122 w 274"/>
                <a:gd name="T25" fmla="*/ 65 h 170"/>
                <a:gd name="T26" fmla="*/ 118 w 274"/>
                <a:gd name="T27" fmla="*/ 58 h 170"/>
                <a:gd name="T28" fmla="*/ 111 w 274"/>
                <a:gd name="T29" fmla="*/ 56 h 170"/>
                <a:gd name="T30" fmla="*/ 101 w 274"/>
                <a:gd name="T31" fmla="*/ 62 h 170"/>
                <a:gd name="T32" fmla="*/ 99 w 274"/>
                <a:gd name="T33" fmla="*/ 75 h 170"/>
                <a:gd name="T34" fmla="*/ 100 w 274"/>
                <a:gd name="T35" fmla="*/ 90 h 170"/>
                <a:gd name="T36" fmla="*/ 99 w 274"/>
                <a:gd name="T37" fmla="*/ 104 h 170"/>
                <a:gd name="T38" fmla="*/ 92 w 274"/>
                <a:gd name="T39" fmla="*/ 114 h 170"/>
                <a:gd name="T40" fmla="*/ 46 w 274"/>
                <a:gd name="T41" fmla="*/ 110 h 170"/>
                <a:gd name="T42" fmla="*/ 46 w 274"/>
                <a:gd name="T43" fmla="*/ 123 h 170"/>
                <a:gd name="T44" fmla="*/ 44 w 274"/>
                <a:gd name="T45" fmla="*/ 137 h 170"/>
                <a:gd name="T46" fmla="*/ 40 w 274"/>
                <a:gd name="T47" fmla="*/ 151 h 170"/>
                <a:gd name="T48" fmla="*/ 31 w 274"/>
                <a:gd name="T49" fmla="*/ 162 h 170"/>
                <a:gd name="T50" fmla="*/ 13 w 274"/>
                <a:gd name="T51" fmla="*/ 170 h 170"/>
                <a:gd name="T52" fmla="*/ 84 w 274"/>
                <a:gd name="T53" fmla="*/ 45 h 170"/>
                <a:gd name="T54" fmla="*/ 121 w 274"/>
                <a:gd name="T55" fmla="*/ 35 h 170"/>
                <a:gd name="T56" fmla="*/ 159 w 274"/>
                <a:gd name="T57" fmla="*/ 18 h 170"/>
                <a:gd name="T58" fmla="*/ 196 w 274"/>
                <a:gd name="T59" fmla="*/ 4 h 170"/>
                <a:gd name="T60" fmla="*/ 234 w 274"/>
                <a:gd name="T61" fmla="*/ 2 h 170"/>
                <a:gd name="T62" fmla="*/ 274 w 274"/>
                <a:gd name="T63" fmla="*/ 18 h 170"/>
                <a:gd name="T64" fmla="*/ 274 w 274"/>
                <a:gd name="T65" fmla="*/ 17 h 1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74"/>
                <a:gd name="T100" fmla="*/ 0 h 170"/>
                <a:gd name="T101" fmla="*/ 274 w 274"/>
                <a:gd name="T102" fmla="*/ 170 h 17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74" h="170">
                  <a:moveTo>
                    <a:pt x="274" y="17"/>
                  </a:moveTo>
                  <a:lnTo>
                    <a:pt x="265" y="20"/>
                  </a:lnTo>
                  <a:lnTo>
                    <a:pt x="256" y="26"/>
                  </a:lnTo>
                  <a:lnTo>
                    <a:pt x="245" y="33"/>
                  </a:lnTo>
                  <a:lnTo>
                    <a:pt x="235" y="38"/>
                  </a:lnTo>
                  <a:lnTo>
                    <a:pt x="226" y="45"/>
                  </a:lnTo>
                  <a:lnTo>
                    <a:pt x="215" y="50"/>
                  </a:lnTo>
                  <a:lnTo>
                    <a:pt x="205" y="52"/>
                  </a:lnTo>
                  <a:lnTo>
                    <a:pt x="196" y="52"/>
                  </a:lnTo>
                  <a:lnTo>
                    <a:pt x="185" y="49"/>
                  </a:lnTo>
                  <a:lnTo>
                    <a:pt x="176" y="40"/>
                  </a:lnTo>
                  <a:lnTo>
                    <a:pt x="169" y="44"/>
                  </a:lnTo>
                  <a:lnTo>
                    <a:pt x="163" y="50"/>
                  </a:lnTo>
                  <a:lnTo>
                    <a:pt x="160" y="56"/>
                  </a:lnTo>
                  <a:lnTo>
                    <a:pt x="158" y="63"/>
                  </a:lnTo>
                  <a:lnTo>
                    <a:pt x="155" y="67"/>
                  </a:lnTo>
                  <a:lnTo>
                    <a:pt x="153" y="73"/>
                  </a:lnTo>
                  <a:lnTo>
                    <a:pt x="150" y="78"/>
                  </a:lnTo>
                  <a:lnTo>
                    <a:pt x="145" y="81"/>
                  </a:lnTo>
                  <a:lnTo>
                    <a:pt x="138" y="84"/>
                  </a:lnTo>
                  <a:lnTo>
                    <a:pt x="129" y="85"/>
                  </a:lnTo>
                  <a:lnTo>
                    <a:pt x="126" y="81"/>
                  </a:lnTo>
                  <a:lnTo>
                    <a:pt x="125" y="78"/>
                  </a:lnTo>
                  <a:lnTo>
                    <a:pt x="124" y="73"/>
                  </a:lnTo>
                  <a:lnTo>
                    <a:pt x="123" y="69"/>
                  </a:lnTo>
                  <a:lnTo>
                    <a:pt x="122" y="65"/>
                  </a:lnTo>
                  <a:lnTo>
                    <a:pt x="121" y="62"/>
                  </a:lnTo>
                  <a:lnTo>
                    <a:pt x="118" y="58"/>
                  </a:lnTo>
                  <a:lnTo>
                    <a:pt x="115" y="56"/>
                  </a:lnTo>
                  <a:lnTo>
                    <a:pt x="111" y="56"/>
                  </a:lnTo>
                  <a:lnTo>
                    <a:pt x="106" y="56"/>
                  </a:lnTo>
                  <a:lnTo>
                    <a:pt x="101" y="62"/>
                  </a:lnTo>
                  <a:lnTo>
                    <a:pt x="99" y="67"/>
                  </a:lnTo>
                  <a:lnTo>
                    <a:pt x="99" y="75"/>
                  </a:lnTo>
                  <a:lnTo>
                    <a:pt x="99" y="82"/>
                  </a:lnTo>
                  <a:lnTo>
                    <a:pt x="100" y="90"/>
                  </a:lnTo>
                  <a:lnTo>
                    <a:pt x="100" y="99"/>
                  </a:lnTo>
                  <a:lnTo>
                    <a:pt x="99" y="104"/>
                  </a:lnTo>
                  <a:lnTo>
                    <a:pt x="96" y="110"/>
                  </a:lnTo>
                  <a:lnTo>
                    <a:pt x="92" y="114"/>
                  </a:lnTo>
                  <a:lnTo>
                    <a:pt x="84" y="116"/>
                  </a:lnTo>
                  <a:lnTo>
                    <a:pt x="46" y="110"/>
                  </a:lnTo>
                  <a:lnTo>
                    <a:pt x="46" y="116"/>
                  </a:lnTo>
                  <a:lnTo>
                    <a:pt x="46" y="123"/>
                  </a:lnTo>
                  <a:lnTo>
                    <a:pt x="46" y="130"/>
                  </a:lnTo>
                  <a:lnTo>
                    <a:pt x="44" y="137"/>
                  </a:lnTo>
                  <a:lnTo>
                    <a:pt x="42" y="144"/>
                  </a:lnTo>
                  <a:lnTo>
                    <a:pt x="40" y="151"/>
                  </a:lnTo>
                  <a:lnTo>
                    <a:pt x="35" y="156"/>
                  </a:lnTo>
                  <a:lnTo>
                    <a:pt x="31" y="162"/>
                  </a:lnTo>
                  <a:lnTo>
                    <a:pt x="22" y="167"/>
                  </a:lnTo>
                  <a:lnTo>
                    <a:pt x="13" y="170"/>
                  </a:lnTo>
                  <a:lnTo>
                    <a:pt x="0" y="170"/>
                  </a:lnTo>
                  <a:lnTo>
                    <a:pt x="84" y="45"/>
                  </a:lnTo>
                  <a:lnTo>
                    <a:pt x="102" y="42"/>
                  </a:lnTo>
                  <a:lnTo>
                    <a:pt x="121" y="35"/>
                  </a:lnTo>
                  <a:lnTo>
                    <a:pt x="139" y="27"/>
                  </a:lnTo>
                  <a:lnTo>
                    <a:pt x="159" y="18"/>
                  </a:lnTo>
                  <a:lnTo>
                    <a:pt x="177" y="10"/>
                  </a:lnTo>
                  <a:lnTo>
                    <a:pt x="196" y="4"/>
                  </a:lnTo>
                  <a:lnTo>
                    <a:pt x="214" y="0"/>
                  </a:lnTo>
                  <a:lnTo>
                    <a:pt x="234" y="2"/>
                  </a:lnTo>
                  <a:lnTo>
                    <a:pt x="255" y="6"/>
                  </a:lnTo>
                  <a:lnTo>
                    <a:pt x="274" y="18"/>
                  </a:lnTo>
                  <a:lnTo>
                    <a:pt x="274" y="17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09" name="Freeform 118"/>
            <p:cNvSpPr>
              <a:spLocks/>
            </p:cNvSpPr>
            <p:nvPr/>
          </p:nvSpPr>
          <p:spPr bwMode="auto">
            <a:xfrm>
              <a:off x="1659" y="3630"/>
              <a:ext cx="35" cy="24"/>
            </a:xfrm>
            <a:custGeom>
              <a:avLst/>
              <a:gdLst>
                <a:gd name="T0" fmla="*/ 0 w 71"/>
                <a:gd name="T1" fmla="*/ 48 h 49"/>
                <a:gd name="T2" fmla="*/ 56 w 71"/>
                <a:gd name="T3" fmla="*/ 0 h 49"/>
                <a:gd name="T4" fmla="*/ 71 w 71"/>
                <a:gd name="T5" fmla="*/ 0 h 49"/>
                <a:gd name="T6" fmla="*/ 1 w 71"/>
                <a:gd name="T7" fmla="*/ 49 h 49"/>
                <a:gd name="T8" fmla="*/ 1 w 71"/>
                <a:gd name="T9" fmla="*/ 49 h 49"/>
                <a:gd name="T10" fmla="*/ 0 w 71"/>
                <a:gd name="T11" fmla="*/ 4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49"/>
                <a:gd name="T20" fmla="*/ 71 w 71"/>
                <a:gd name="T21" fmla="*/ 49 h 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49">
                  <a:moveTo>
                    <a:pt x="0" y="48"/>
                  </a:moveTo>
                  <a:lnTo>
                    <a:pt x="56" y="0"/>
                  </a:lnTo>
                  <a:lnTo>
                    <a:pt x="71" y="0"/>
                  </a:lnTo>
                  <a:lnTo>
                    <a:pt x="1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A18F8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0" name="Freeform 119"/>
            <p:cNvSpPr>
              <a:spLocks/>
            </p:cNvSpPr>
            <p:nvPr/>
          </p:nvSpPr>
          <p:spPr bwMode="auto">
            <a:xfrm>
              <a:off x="1782" y="3638"/>
              <a:ext cx="61" cy="126"/>
            </a:xfrm>
            <a:custGeom>
              <a:avLst/>
              <a:gdLst>
                <a:gd name="T0" fmla="*/ 122 w 122"/>
                <a:gd name="T1" fmla="*/ 245 h 252"/>
                <a:gd name="T2" fmla="*/ 23 w 122"/>
                <a:gd name="T3" fmla="*/ 252 h 252"/>
                <a:gd name="T4" fmla="*/ 26 w 122"/>
                <a:gd name="T5" fmla="*/ 229 h 252"/>
                <a:gd name="T6" fmla="*/ 28 w 122"/>
                <a:gd name="T7" fmla="*/ 205 h 252"/>
                <a:gd name="T8" fmla="*/ 30 w 122"/>
                <a:gd name="T9" fmla="*/ 180 h 252"/>
                <a:gd name="T10" fmla="*/ 31 w 122"/>
                <a:gd name="T11" fmla="*/ 155 h 252"/>
                <a:gd name="T12" fmla="*/ 31 w 122"/>
                <a:gd name="T13" fmla="*/ 130 h 252"/>
                <a:gd name="T14" fmla="*/ 30 w 122"/>
                <a:gd name="T15" fmla="*/ 106 h 252"/>
                <a:gd name="T16" fmla="*/ 27 w 122"/>
                <a:gd name="T17" fmla="*/ 81 h 252"/>
                <a:gd name="T18" fmla="*/ 21 w 122"/>
                <a:gd name="T19" fmla="*/ 58 h 252"/>
                <a:gd name="T20" fmla="*/ 12 w 122"/>
                <a:gd name="T21" fmla="*/ 36 h 252"/>
                <a:gd name="T22" fmla="*/ 0 w 122"/>
                <a:gd name="T23" fmla="*/ 17 h 252"/>
                <a:gd name="T24" fmla="*/ 3 w 122"/>
                <a:gd name="T25" fmla="*/ 15 h 252"/>
                <a:gd name="T26" fmla="*/ 7 w 122"/>
                <a:gd name="T27" fmla="*/ 15 h 252"/>
                <a:gd name="T28" fmla="*/ 13 w 122"/>
                <a:gd name="T29" fmla="*/ 15 h 252"/>
                <a:gd name="T30" fmla="*/ 20 w 122"/>
                <a:gd name="T31" fmla="*/ 17 h 252"/>
                <a:gd name="T32" fmla="*/ 28 w 122"/>
                <a:gd name="T33" fmla="*/ 17 h 252"/>
                <a:gd name="T34" fmla="*/ 36 w 122"/>
                <a:gd name="T35" fmla="*/ 17 h 252"/>
                <a:gd name="T36" fmla="*/ 44 w 122"/>
                <a:gd name="T37" fmla="*/ 15 h 252"/>
                <a:gd name="T38" fmla="*/ 51 w 122"/>
                <a:gd name="T39" fmla="*/ 13 h 252"/>
                <a:gd name="T40" fmla="*/ 57 w 122"/>
                <a:gd name="T41" fmla="*/ 7 h 252"/>
                <a:gd name="T42" fmla="*/ 61 w 122"/>
                <a:gd name="T43" fmla="*/ 0 h 252"/>
                <a:gd name="T44" fmla="*/ 77 w 122"/>
                <a:gd name="T45" fmla="*/ 21 h 252"/>
                <a:gd name="T46" fmla="*/ 88 w 122"/>
                <a:gd name="T47" fmla="*/ 44 h 252"/>
                <a:gd name="T48" fmla="*/ 97 w 122"/>
                <a:gd name="T49" fmla="*/ 69 h 252"/>
                <a:gd name="T50" fmla="*/ 104 w 122"/>
                <a:gd name="T51" fmla="*/ 94 h 252"/>
                <a:gd name="T52" fmla="*/ 109 w 122"/>
                <a:gd name="T53" fmla="*/ 119 h 252"/>
                <a:gd name="T54" fmla="*/ 112 w 122"/>
                <a:gd name="T55" fmla="*/ 146 h 252"/>
                <a:gd name="T56" fmla="*/ 115 w 122"/>
                <a:gd name="T57" fmla="*/ 173 h 252"/>
                <a:gd name="T58" fmla="*/ 117 w 122"/>
                <a:gd name="T59" fmla="*/ 198 h 252"/>
                <a:gd name="T60" fmla="*/ 119 w 122"/>
                <a:gd name="T61" fmla="*/ 222 h 252"/>
                <a:gd name="T62" fmla="*/ 122 w 122"/>
                <a:gd name="T63" fmla="*/ 247 h 252"/>
                <a:gd name="T64" fmla="*/ 122 w 122"/>
                <a:gd name="T65" fmla="*/ 247 h 252"/>
                <a:gd name="T66" fmla="*/ 122 w 122"/>
                <a:gd name="T67" fmla="*/ 245 h 2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2"/>
                <a:gd name="T103" fmla="*/ 0 h 252"/>
                <a:gd name="T104" fmla="*/ 122 w 122"/>
                <a:gd name="T105" fmla="*/ 252 h 2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2" h="252">
                  <a:moveTo>
                    <a:pt x="122" y="245"/>
                  </a:moveTo>
                  <a:lnTo>
                    <a:pt x="23" y="252"/>
                  </a:lnTo>
                  <a:lnTo>
                    <a:pt x="26" y="229"/>
                  </a:lnTo>
                  <a:lnTo>
                    <a:pt x="28" y="205"/>
                  </a:lnTo>
                  <a:lnTo>
                    <a:pt x="30" y="180"/>
                  </a:lnTo>
                  <a:lnTo>
                    <a:pt x="31" y="155"/>
                  </a:lnTo>
                  <a:lnTo>
                    <a:pt x="31" y="130"/>
                  </a:lnTo>
                  <a:lnTo>
                    <a:pt x="30" y="106"/>
                  </a:lnTo>
                  <a:lnTo>
                    <a:pt x="27" y="81"/>
                  </a:lnTo>
                  <a:lnTo>
                    <a:pt x="21" y="58"/>
                  </a:lnTo>
                  <a:lnTo>
                    <a:pt x="12" y="36"/>
                  </a:lnTo>
                  <a:lnTo>
                    <a:pt x="0" y="17"/>
                  </a:lnTo>
                  <a:lnTo>
                    <a:pt x="3" y="15"/>
                  </a:lnTo>
                  <a:lnTo>
                    <a:pt x="7" y="15"/>
                  </a:lnTo>
                  <a:lnTo>
                    <a:pt x="13" y="15"/>
                  </a:lnTo>
                  <a:lnTo>
                    <a:pt x="20" y="17"/>
                  </a:lnTo>
                  <a:lnTo>
                    <a:pt x="28" y="17"/>
                  </a:lnTo>
                  <a:lnTo>
                    <a:pt x="36" y="17"/>
                  </a:lnTo>
                  <a:lnTo>
                    <a:pt x="44" y="15"/>
                  </a:lnTo>
                  <a:lnTo>
                    <a:pt x="51" y="13"/>
                  </a:lnTo>
                  <a:lnTo>
                    <a:pt x="57" y="7"/>
                  </a:lnTo>
                  <a:lnTo>
                    <a:pt x="61" y="0"/>
                  </a:lnTo>
                  <a:lnTo>
                    <a:pt x="77" y="21"/>
                  </a:lnTo>
                  <a:lnTo>
                    <a:pt x="88" y="44"/>
                  </a:lnTo>
                  <a:lnTo>
                    <a:pt x="97" y="69"/>
                  </a:lnTo>
                  <a:lnTo>
                    <a:pt x="104" y="94"/>
                  </a:lnTo>
                  <a:lnTo>
                    <a:pt x="109" y="119"/>
                  </a:lnTo>
                  <a:lnTo>
                    <a:pt x="112" y="146"/>
                  </a:lnTo>
                  <a:lnTo>
                    <a:pt x="115" y="173"/>
                  </a:lnTo>
                  <a:lnTo>
                    <a:pt x="117" y="198"/>
                  </a:lnTo>
                  <a:lnTo>
                    <a:pt x="119" y="222"/>
                  </a:lnTo>
                  <a:lnTo>
                    <a:pt x="122" y="247"/>
                  </a:lnTo>
                  <a:lnTo>
                    <a:pt x="122" y="245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1" name="Freeform 120"/>
            <p:cNvSpPr>
              <a:spLocks/>
            </p:cNvSpPr>
            <p:nvPr/>
          </p:nvSpPr>
          <p:spPr bwMode="auto">
            <a:xfrm>
              <a:off x="1531" y="3643"/>
              <a:ext cx="255" cy="153"/>
            </a:xfrm>
            <a:custGeom>
              <a:avLst/>
              <a:gdLst>
                <a:gd name="T0" fmla="*/ 483 w 508"/>
                <a:gd name="T1" fmla="*/ 187 h 306"/>
                <a:gd name="T2" fmla="*/ 394 w 508"/>
                <a:gd name="T3" fmla="*/ 202 h 306"/>
                <a:gd name="T4" fmla="*/ 292 w 508"/>
                <a:gd name="T5" fmla="*/ 207 h 306"/>
                <a:gd name="T6" fmla="*/ 195 w 508"/>
                <a:gd name="T7" fmla="*/ 220 h 306"/>
                <a:gd name="T8" fmla="*/ 171 w 508"/>
                <a:gd name="T9" fmla="*/ 248 h 306"/>
                <a:gd name="T10" fmla="*/ 143 w 508"/>
                <a:gd name="T11" fmla="*/ 276 h 306"/>
                <a:gd name="T12" fmla="*/ 110 w 508"/>
                <a:gd name="T13" fmla="*/ 300 h 306"/>
                <a:gd name="T14" fmla="*/ 108 w 508"/>
                <a:gd name="T15" fmla="*/ 268 h 306"/>
                <a:gd name="T16" fmla="*/ 152 w 508"/>
                <a:gd name="T17" fmla="*/ 225 h 306"/>
                <a:gd name="T18" fmla="*/ 189 w 508"/>
                <a:gd name="T19" fmla="*/ 179 h 306"/>
                <a:gd name="T20" fmla="*/ 202 w 508"/>
                <a:gd name="T21" fmla="*/ 128 h 306"/>
                <a:gd name="T22" fmla="*/ 158 w 508"/>
                <a:gd name="T23" fmla="*/ 179 h 306"/>
                <a:gd name="T24" fmla="*/ 156 w 508"/>
                <a:gd name="T25" fmla="*/ 174 h 306"/>
                <a:gd name="T26" fmla="*/ 152 w 508"/>
                <a:gd name="T27" fmla="*/ 170 h 306"/>
                <a:gd name="T28" fmla="*/ 97 w 508"/>
                <a:gd name="T29" fmla="*/ 220 h 306"/>
                <a:gd name="T30" fmla="*/ 96 w 508"/>
                <a:gd name="T31" fmla="*/ 216 h 306"/>
                <a:gd name="T32" fmla="*/ 93 w 508"/>
                <a:gd name="T33" fmla="*/ 211 h 306"/>
                <a:gd name="T34" fmla="*/ 89 w 508"/>
                <a:gd name="T35" fmla="*/ 207 h 306"/>
                <a:gd name="T36" fmla="*/ 74 w 508"/>
                <a:gd name="T37" fmla="*/ 223 h 306"/>
                <a:gd name="T38" fmla="*/ 54 w 508"/>
                <a:gd name="T39" fmla="*/ 254 h 306"/>
                <a:gd name="T40" fmla="*/ 28 w 508"/>
                <a:gd name="T41" fmla="*/ 280 h 306"/>
                <a:gd name="T42" fmla="*/ 0 w 508"/>
                <a:gd name="T43" fmla="*/ 278 h 306"/>
                <a:gd name="T44" fmla="*/ 8 w 508"/>
                <a:gd name="T45" fmla="*/ 259 h 306"/>
                <a:gd name="T46" fmla="*/ 30 w 508"/>
                <a:gd name="T47" fmla="*/ 250 h 306"/>
                <a:gd name="T48" fmla="*/ 48 w 508"/>
                <a:gd name="T49" fmla="*/ 237 h 306"/>
                <a:gd name="T50" fmla="*/ 90 w 508"/>
                <a:gd name="T51" fmla="*/ 189 h 306"/>
                <a:gd name="T52" fmla="*/ 135 w 508"/>
                <a:gd name="T53" fmla="*/ 150 h 306"/>
                <a:gd name="T54" fmla="*/ 189 w 508"/>
                <a:gd name="T55" fmla="*/ 129 h 306"/>
                <a:gd name="T56" fmla="*/ 248 w 508"/>
                <a:gd name="T57" fmla="*/ 155 h 306"/>
                <a:gd name="T58" fmla="*/ 311 w 508"/>
                <a:gd name="T59" fmla="*/ 178 h 306"/>
                <a:gd name="T60" fmla="*/ 379 w 508"/>
                <a:gd name="T61" fmla="*/ 183 h 306"/>
                <a:gd name="T62" fmla="*/ 447 w 508"/>
                <a:gd name="T63" fmla="*/ 153 h 306"/>
                <a:gd name="T64" fmla="*/ 438 w 508"/>
                <a:gd name="T65" fmla="*/ 145 h 306"/>
                <a:gd name="T66" fmla="*/ 428 w 508"/>
                <a:gd name="T67" fmla="*/ 138 h 306"/>
                <a:gd name="T68" fmla="*/ 420 w 508"/>
                <a:gd name="T69" fmla="*/ 140 h 306"/>
                <a:gd name="T70" fmla="*/ 428 w 508"/>
                <a:gd name="T71" fmla="*/ 121 h 306"/>
                <a:gd name="T72" fmla="*/ 395 w 508"/>
                <a:gd name="T73" fmla="*/ 131 h 306"/>
                <a:gd name="T74" fmla="*/ 359 w 508"/>
                <a:gd name="T75" fmla="*/ 145 h 306"/>
                <a:gd name="T76" fmla="*/ 316 w 508"/>
                <a:gd name="T77" fmla="*/ 153 h 306"/>
                <a:gd name="T78" fmla="*/ 263 w 508"/>
                <a:gd name="T79" fmla="*/ 121 h 306"/>
                <a:gd name="T80" fmla="*/ 218 w 508"/>
                <a:gd name="T81" fmla="*/ 93 h 306"/>
                <a:gd name="T82" fmla="*/ 170 w 508"/>
                <a:gd name="T83" fmla="*/ 104 h 306"/>
                <a:gd name="T84" fmla="*/ 129 w 508"/>
                <a:gd name="T85" fmla="*/ 119 h 306"/>
                <a:gd name="T86" fmla="*/ 138 w 508"/>
                <a:gd name="T87" fmla="*/ 107 h 306"/>
                <a:gd name="T88" fmla="*/ 140 w 508"/>
                <a:gd name="T89" fmla="*/ 96 h 306"/>
                <a:gd name="T90" fmla="*/ 135 w 508"/>
                <a:gd name="T91" fmla="*/ 83 h 306"/>
                <a:gd name="T92" fmla="*/ 192 w 508"/>
                <a:gd name="T93" fmla="*/ 47 h 306"/>
                <a:gd name="T94" fmla="*/ 260 w 508"/>
                <a:gd name="T95" fmla="*/ 40 h 306"/>
                <a:gd name="T96" fmla="*/ 319 w 508"/>
                <a:gd name="T97" fmla="*/ 18 h 306"/>
                <a:gd name="T98" fmla="*/ 375 w 508"/>
                <a:gd name="T99" fmla="*/ 11 h 306"/>
                <a:gd name="T100" fmla="*/ 449 w 508"/>
                <a:gd name="T101" fmla="*/ 22 h 306"/>
                <a:gd name="T102" fmla="*/ 501 w 508"/>
                <a:gd name="T103" fmla="*/ 54 h 306"/>
                <a:gd name="T104" fmla="*/ 508 w 508"/>
                <a:gd name="T105" fmla="*/ 106 h 30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08"/>
                <a:gd name="T160" fmla="*/ 0 h 306"/>
                <a:gd name="T161" fmla="*/ 508 w 508"/>
                <a:gd name="T162" fmla="*/ 306 h 30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08" h="306">
                  <a:moveTo>
                    <a:pt x="507" y="105"/>
                  </a:moveTo>
                  <a:lnTo>
                    <a:pt x="508" y="175"/>
                  </a:lnTo>
                  <a:lnTo>
                    <a:pt x="483" y="187"/>
                  </a:lnTo>
                  <a:lnTo>
                    <a:pt x="455" y="195"/>
                  </a:lnTo>
                  <a:lnTo>
                    <a:pt x="425" y="200"/>
                  </a:lnTo>
                  <a:lnTo>
                    <a:pt x="394" y="202"/>
                  </a:lnTo>
                  <a:lnTo>
                    <a:pt x="360" y="204"/>
                  </a:lnTo>
                  <a:lnTo>
                    <a:pt x="326" y="205"/>
                  </a:lnTo>
                  <a:lnTo>
                    <a:pt x="292" y="207"/>
                  </a:lnTo>
                  <a:lnTo>
                    <a:pt x="259" y="209"/>
                  </a:lnTo>
                  <a:lnTo>
                    <a:pt x="226" y="213"/>
                  </a:lnTo>
                  <a:lnTo>
                    <a:pt x="195" y="220"/>
                  </a:lnTo>
                  <a:lnTo>
                    <a:pt x="188" y="230"/>
                  </a:lnTo>
                  <a:lnTo>
                    <a:pt x="180" y="239"/>
                  </a:lnTo>
                  <a:lnTo>
                    <a:pt x="171" y="248"/>
                  </a:lnTo>
                  <a:lnTo>
                    <a:pt x="163" y="257"/>
                  </a:lnTo>
                  <a:lnTo>
                    <a:pt x="153" y="267"/>
                  </a:lnTo>
                  <a:lnTo>
                    <a:pt x="143" y="276"/>
                  </a:lnTo>
                  <a:lnTo>
                    <a:pt x="133" y="285"/>
                  </a:lnTo>
                  <a:lnTo>
                    <a:pt x="121" y="293"/>
                  </a:lnTo>
                  <a:lnTo>
                    <a:pt x="110" y="300"/>
                  </a:lnTo>
                  <a:lnTo>
                    <a:pt x="97" y="306"/>
                  </a:lnTo>
                  <a:lnTo>
                    <a:pt x="97" y="280"/>
                  </a:lnTo>
                  <a:lnTo>
                    <a:pt x="108" y="268"/>
                  </a:lnTo>
                  <a:lnTo>
                    <a:pt x="122" y="255"/>
                  </a:lnTo>
                  <a:lnTo>
                    <a:pt x="137" y="240"/>
                  </a:lnTo>
                  <a:lnTo>
                    <a:pt x="152" y="225"/>
                  </a:lnTo>
                  <a:lnTo>
                    <a:pt x="166" y="210"/>
                  </a:lnTo>
                  <a:lnTo>
                    <a:pt x="179" y="195"/>
                  </a:lnTo>
                  <a:lnTo>
                    <a:pt x="189" y="179"/>
                  </a:lnTo>
                  <a:lnTo>
                    <a:pt x="197" y="161"/>
                  </a:lnTo>
                  <a:lnTo>
                    <a:pt x="201" y="145"/>
                  </a:lnTo>
                  <a:lnTo>
                    <a:pt x="202" y="128"/>
                  </a:lnTo>
                  <a:lnTo>
                    <a:pt x="157" y="182"/>
                  </a:lnTo>
                  <a:lnTo>
                    <a:pt x="158" y="180"/>
                  </a:lnTo>
                  <a:lnTo>
                    <a:pt x="158" y="179"/>
                  </a:lnTo>
                  <a:lnTo>
                    <a:pt x="158" y="177"/>
                  </a:lnTo>
                  <a:lnTo>
                    <a:pt x="157" y="175"/>
                  </a:lnTo>
                  <a:lnTo>
                    <a:pt x="156" y="174"/>
                  </a:lnTo>
                  <a:lnTo>
                    <a:pt x="156" y="173"/>
                  </a:lnTo>
                  <a:lnTo>
                    <a:pt x="155" y="171"/>
                  </a:lnTo>
                  <a:lnTo>
                    <a:pt x="152" y="170"/>
                  </a:lnTo>
                  <a:lnTo>
                    <a:pt x="151" y="168"/>
                  </a:lnTo>
                  <a:lnTo>
                    <a:pt x="151" y="166"/>
                  </a:lnTo>
                  <a:lnTo>
                    <a:pt x="97" y="220"/>
                  </a:lnTo>
                  <a:lnTo>
                    <a:pt x="97" y="218"/>
                  </a:lnTo>
                  <a:lnTo>
                    <a:pt x="96" y="217"/>
                  </a:lnTo>
                  <a:lnTo>
                    <a:pt x="96" y="216"/>
                  </a:lnTo>
                  <a:lnTo>
                    <a:pt x="95" y="213"/>
                  </a:lnTo>
                  <a:lnTo>
                    <a:pt x="95" y="212"/>
                  </a:lnTo>
                  <a:lnTo>
                    <a:pt x="93" y="211"/>
                  </a:lnTo>
                  <a:lnTo>
                    <a:pt x="92" y="209"/>
                  </a:lnTo>
                  <a:lnTo>
                    <a:pt x="90" y="208"/>
                  </a:lnTo>
                  <a:lnTo>
                    <a:pt x="89" y="207"/>
                  </a:lnTo>
                  <a:lnTo>
                    <a:pt x="86" y="204"/>
                  </a:lnTo>
                  <a:lnTo>
                    <a:pt x="81" y="212"/>
                  </a:lnTo>
                  <a:lnTo>
                    <a:pt x="74" y="223"/>
                  </a:lnTo>
                  <a:lnTo>
                    <a:pt x="68" y="232"/>
                  </a:lnTo>
                  <a:lnTo>
                    <a:pt x="61" y="242"/>
                  </a:lnTo>
                  <a:lnTo>
                    <a:pt x="54" y="254"/>
                  </a:lnTo>
                  <a:lnTo>
                    <a:pt x="46" y="263"/>
                  </a:lnTo>
                  <a:lnTo>
                    <a:pt x="38" y="272"/>
                  </a:lnTo>
                  <a:lnTo>
                    <a:pt x="28" y="280"/>
                  </a:lnTo>
                  <a:lnTo>
                    <a:pt x="16" y="286"/>
                  </a:lnTo>
                  <a:lnTo>
                    <a:pt x="4" y="291"/>
                  </a:lnTo>
                  <a:lnTo>
                    <a:pt x="0" y="278"/>
                  </a:lnTo>
                  <a:lnTo>
                    <a:pt x="0" y="269"/>
                  </a:lnTo>
                  <a:lnTo>
                    <a:pt x="3" y="262"/>
                  </a:lnTo>
                  <a:lnTo>
                    <a:pt x="8" y="259"/>
                  </a:lnTo>
                  <a:lnTo>
                    <a:pt x="15" y="255"/>
                  </a:lnTo>
                  <a:lnTo>
                    <a:pt x="22" y="253"/>
                  </a:lnTo>
                  <a:lnTo>
                    <a:pt x="30" y="250"/>
                  </a:lnTo>
                  <a:lnTo>
                    <a:pt x="37" y="247"/>
                  </a:lnTo>
                  <a:lnTo>
                    <a:pt x="44" y="242"/>
                  </a:lnTo>
                  <a:lnTo>
                    <a:pt x="48" y="237"/>
                  </a:lnTo>
                  <a:lnTo>
                    <a:pt x="62" y="220"/>
                  </a:lnTo>
                  <a:lnTo>
                    <a:pt x="76" y="204"/>
                  </a:lnTo>
                  <a:lnTo>
                    <a:pt x="90" y="189"/>
                  </a:lnTo>
                  <a:lnTo>
                    <a:pt x="105" y="174"/>
                  </a:lnTo>
                  <a:lnTo>
                    <a:pt x="119" y="161"/>
                  </a:lnTo>
                  <a:lnTo>
                    <a:pt x="135" y="150"/>
                  </a:lnTo>
                  <a:lnTo>
                    <a:pt x="151" y="141"/>
                  </a:lnTo>
                  <a:lnTo>
                    <a:pt x="170" y="134"/>
                  </a:lnTo>
                  <a:lnTo>
                    <a:pt x="189" y="129"/>
                  </a:lnTo>
                  <a:lnTo>
                    <a:pt x="211" y="128"/>
                  </a:lnTo>
                  <a:lnTo>
                    <a:pt x="229" y="142"/>
                  </a:lnTo>
                  <a:lnTo>
                    <a:pt x="248" y="155"/>
                  </a:lnTo>
                  <a:lnTo>
                    <a:pt x="268" y="164"/>
                  </a:lnTo>
                  <a:lnTo>
                    <a:pt x="289" y="172"/>
                  </a:lnTo>
                  <a:lnTo>
                    <a:pt x="311" y="178"/>
                  </a:lnTo>
                  <a:lnTo>
                    <a:pt x="334" y="182"/>
                  </a:lnTo>
                  <a:lnTo>
                    <a:pt x="356" y="183"/>
                  </a:lnTo>
                  <a:lnTo>
                    <a:pt x="379" y="183"/>
                  </a:lnTo>
                  <a:lnTo>
                    <a:pt x="402" y="180"/>
                  </a:lnTo>
                  <a:lnTo>
                    <a:pt x="425" y="175"/>
                  </a:lnTo>
                  <a:lnTo>
                    <a:pt x="447" y="153"/>
                  </a:lnTo>
                  <a:lnTo>
                    <a:pt x="445" y="151"/>
                  </a:lnTo>
                  <a:lnTo>
                    <a:pt x="441" y="149"/>
                  </a:lnTo>
                  <a:lnTo>
                    <a:pt x="438" y="145"/>
                  </a:lnTo>
                  <a:lnTo>
                    <a:pt x="435" y="143"/>
                  </a:lnTo>
                  <a:lnTo>
                    <a:pt x="432" y="141"/>
                  </a:lnTo>
                  <a:lnTo>
                    <a:pt x="428" y="138"/>
                  </a:lnTo>
                  <a:lnTo>
                    <a:pt x="426" y="137"/>
                  </a:lnTo>
                  <a:lnTo>
                    <a:pt x="423" y="138"/>
                  </a:lnTo>
                  <a:lnTo>
                    <a:pt x="420" y="140"/>
                  </a:lnTo>
                  <a:lnTo>
                    <a:pt x="418" y="144"/>
                  </a:lnTo>
                  <a:lnTo>
                    <a:pt x="441" y="121"/>
                  </a:lnTo>
                  <a:lnTo>
                    <a:pt x="428" y="121"/>
                  </a:lnTo>
                  <a:lnTo>
                    <a:pt x="417" y="123"/>
                  </a:lnTo>
                  <a:lnTo>
                    <a:pt x="407" y="127"/>
                  </a:lnTo>
                  <a:lnTo>
                    <a:pt x="395" y="131"/>
                  </a:lnTo>
                  <a:lnTo>
                    <a:pt x="383" y="136"/>
                  </a:lnTo>
                  <a:lnTo>
                    <a:pt x="372" y="141"/>
                  </a:lnTo>
                  <a:lnTo>
                    <a:pt x="359" y="145"/>
                  </a:lnTo>
                  <a:lnTo>
                    <a:pt x="346" y="150"/>
                  </a:lnTo>
                  <a:lnTo>
                    <a:pt x="333" y="152"/>
                  </a:lnTo>
                  <a:lnTo>
                    <a:pt x="316" y="153"/>
                  </a:lnTo>
                  <a:lnTo>
                    <a:pt x="298" y="144"/>
                  </a:lnTo>
                  <a:lnTo>
                    <a:pt x="279" y="133"/>
                  </a:lnTo>
                  <a:lnTo>
                    <a:pt x="263" y="121"/>
                  </a:lnTo>
                  <a:lnTo>
                    <a:pt x="248" y="109"/>
                  </a:lnTo>
                  <a:lnTo>
                    <a:pt x="233" y="100"/>
                  </a:lnTo>
                  <a:lnTo>
                    <a:pt x="218" y="93"/>
                  </a:lnTo>
                  <a:lnTo>
                    <a:pt x="203" y="91"/>
                  </a:lnTo>
                  <a:lnTo>
                    <a:pt x="187" y="94"/>
                  </a:lnTo>
                  <a:lnTo>
                    <a:pt x="170" y="104"/>
                  </a:lnTo>
                  <a:lnTo>
                    <a:pt x="151" y="121"/>
                  </a:lnTo>
                  <a:lnTo>
                    <a:pt x="126" y="121"/>
                  </a:lnTo>
                  <a:lnTo>
                    <a:pt x="129" y="119"/>
                  </a:lnTo>
                  <a:lnTo>
                    <a:pt x="133" y="115"/>
                  </a:lnTo>
                  <a:lnTo>
                    <a:pt x="136" y="112"/>
                  </a:lnTo>
                  <a:lnTo>
                    <a:pt x="138" y="107"/>
                  </a:lnTo>
                  <a:lnTo>
                    <a:pt x="140" y="104"/>
                  </a:lnTo>
                  <a:lnTo>
                    <a:pt x="140" y="99"/>
                  </a:lnTo>
                  <a:lnTo>
                    <a:pt x="140" y="96"/>
                  </a:lnTo>
                  <a:lnTo>
                    <a:pt x="138" y="91"/>
                  </a:lnTo>
                  <a:lnTo>
                    <a:pt x="137" y="88"/>
                  </a:lnTo>
                  <a:lnTo>
                    <a:pt x="135" y="83"/>
                  </a:lnTo>
                  <a:lnTo>
                    <a:pt x="151" y="64"/>
                  </a:lnTo>
                  <a:lnTo>
                    <a:pt x="170" y="53"/>
                  </a:lnTo>
                  <a:lnTo>
                    <a:pt x="192" y="47"/>
                  </a:lnTo>
                  <a:lnTo>
                    <a:pt x="214" y="44"/>
                  </a:lnTo>
                  <a:lnTo>
                    <a:pt x="237" y="41"/>
                  </a:lnTo>
                  <a:lnTo>
                    <a:pt x="260" y="40"/>
                  </a:lnTo>
                  <a:lnTo>
                    <a:pt x="282" y="37"/>
                  </a:lnTo>
                  <a:lnTo>
                    <a:pt x="301" y="30"/>
                  </a:lnTo>
                  <a:lnTo>
                    <a:pt x="319" y="18"/>
                  </a:lnTo>
                  <a:lnTo>
                    <a:pt x="333" y="0"/>
                  </a:lnTo>
                  <a:lnTo>
                    <a:pt x="352" y="7"/>
                  </a:lnTo>
                  <a:lnTo>
                    <a:pt x="375" y="11"/>
                  </a:lnTo>
                  <a:lnTo>
                    <a:pt x="400" y="15"/>
                  </a:lnTo>
                  <a:lnTo>
                    <a:pt x="425" y="17"/>
                  </a:lnTo>
                  <a:lnTo>
                    <a:pt x="449" y="22"/>
                  </a:lnTo>
                  <a:lnTo>
                    <a:pt x="470" y="29"/>
                  </a:lnTo>
                  <a:lnTo>
                    <a:pt x="489" y="39"/>
                  </a:lnTo>
                  <a:lnTo>
                    <a:pt x="501" y="54"/>
                  </a:lnTo>
                  <a:lnTo>
                    <a:pt x="508" y="76"/>
                  </a:lnTo>
                  <a:lnTo>
                    <a:pt x="508" y="106"/>
                  </a:lnTo>
                  <a:lnTo>
                    <a:pt x="507" y="105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2" name="Freeform 121"/>
            <p:cNvSpPr>
              <a:spLocks/>
            </p:cNvSpPr>
            <p:nvPr/>
          </p:nvSpPr>
          <p:spPr bwMode="auto">
            <a:xfrm>
              <a:off x="2280" y="3654"/>
              <a:ext cx="76" cy="19"/>
            </a:xfrm>
            <a:custGeom>
              <a:avLst/>
              <a:gdLst>
                <a:gd name="T0" fmla="*/ 153 w 154"/>
                <a:gd name="T1" fmla="*/ 29 h 39"/>
                <a:gd name="T2" fmla="*/ 141 w 154"/>
                <a:gd name="T3" fmla="*/ 32 h 39"/>
                <a:gd name="T4" fmla="*/ 127 w 154"/>
                <a:gd name="T5" fmla="*/ 32 h 39"/>
                <a:gd name="T6" fmla="*/ 112 w 154"/>
                <a:gd name="T7" fmla="*/ 30 h 39"/>
                <a:gd name="T8" fmla="*/ 96 w 154"/>
                <a:gd name="T9" fmla="*/ 27 h 39"/>
                <a:gd name="T10" fmla="*/ 80 w 154"/>
                <a:gd name="T11" fmla="*/ 24 h 39"/>
                <a:gd name="T12" fmla="*/ 63 w 154"/>
                <a:gd name="T13" fmla="*/ 23 h 39"/>
                <a:gd name="T14" fmla="*/ 46 w 154"/>
                <a:gd name="T15" fmla="*/ 23 h 39"/>
                <a:gd name="T16" fmla="*/ 30 w 154"/>
                <a:gd name="T17" fmla="*/ 24 h 39"/>
                <a:gd name="T18" fmla="*/ 15 w 154"/>
                <a:gd name="T19" fmla="*/ 30 h 39"/>
                <a:gd name="T20" fmla="*/ 0 w 154"/>
                <a:gd name="T21" fmla="*/ 39 h 39"/>
                <a:gd name="T22" fmla="*/ 0 w 154"/>
                <a:gd name="T23" fmla="*/ 32 h 39"/>
                <a:gd name="T24" fmla="*/ 0 w 154"/>
                <a:gd name="T25" fmla="*/ 25 h 39"/>
                <a:gd name="T26" fmla="*/ 2 w 154"/>
                <a:gd name="T27" fmla="*/ 20 h 39"/>
                <a:gd name="T28" fmla="*/ 7 w 154"/>
                <a:gd name="T29" fmla="*/ 16 h 39"/>
                <a:gd name="T30" fmla="*/ 12 w 154"/>
                <a:gd name="T31" fmla="*/ 12 h 39"/>
                <a:gd name="T32" fmla="*/ 16 w 154"/>
                <a:gd name="T33" fmla="*/ 9 h 39"/>
                <a:gd name="T34" fmla="*/ 22 w 154"/>
                <a:gd name="T35" fmla="*/ 7 h 39"/>
                <a:gd name="T36" fmla="*/ 28 w 154"/>
                <a:gd name="T37" fmla="*/ 4 h 39"/>
                <a:gd name="T38" fmla="*/ 34 w 154"/>
                <a:gd name="T39" fmla="*/ 2 h 39"/>
                <a:gd name="T40" fmla="*/ 38 w 154"/>
                <a:gd name="T41" fmla="*/ 1 h 39"/>
                <a:gd name="T42" fmla="*/ 51 w 154"/>
                <a:gd name="T43" fmla="*/ 0 h 39"/>
                <a:gd name="T44" fmla="*/ 64 w 154"/>
                <a:gd name="T45" fmla="*/ 0 h 39"/>
                <a:gd name="T46" fmla="*/ 76 w 154"/>
                <a:gd name="T47" fmla="*/ 0 h 39"/>
                <a:gd name="T48" fmla="*/ 89 w 154"/>
                <a:gd name="T49" fmla="*/ 0 h 39"/>
                <a:gd name="T50" fmla="*/ 101 w 154"/>
                <a:gd name="T51" fmla="*/ 2 h 39"/>
                <a:gd name="T52" fmla="*/ 112 w 154"/>
                <a:gd name="T53" fmla="*/ 4 h 39"/>
                <a:gd name="T54" fmla="*/ 124 w 154"/>
                <a:gd name="T55" fmla="*/ 9 h 39"/>
                <a:gd name="T56" fmla="*/ 134 w 154"/>
                <a:gd name="T57" fmla="*/ 14 h 39"/>
                <a:gd name="T58" fmla="*/ 145 w 154"/>
                <a:gd name="T59" fmla="*/ 20 h 39"/>
                <a:gd name="T60" fmla="*/ 154 w 154"/>
                <a:gd name="T61" fmla="*/ 30 h 39"/>
                <a:gd name="T62" fmla="*/ 154 w 154"/>
                <a:gd name="T63" fmla="*/ 30 h 39"/>
                <a:gd name="T64" fmla="*/ 153 w 154"/>
                <a:gd name="T65" fmla="*/ 29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4"/>
                <a:gd name="T100" fmla="*/ 0 h 39"/>
                <a:gd name="T101" fmla="*/ 154 w 154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4" h="39">
                  <a:moveTo>
                    <a:pt x="153" y="29"/>
                  </a:moveTo>
                  <a:lnTo>
                    <a:pt x="141" y="32"/>
                  </a:lnTo>
                  <a:lnTo>
                    <a:pt x="127" y="32"/>
                  </a:lnTo>
                  <a:lnTo>
                    <a:pt x="112" y="30"/>
                  </a:lnTo>
                  <a:lnTo>
                    <a:pt x="96" y="27"/>
                  </a:lnTo>
                  <a:lnTo>
                    <a:pt x="80" y="24"/>
                  </a:lnTo>
                  <a:lnTo>
                    <a:pt x="63" y="23"/>
                  </a:lnTo>
                  <a:lnTo>
                    <a:pt x="46" y="23"/>
                  </a:lnTo>
                  <a:lnTo>
                    <a:pt x="30" y="24"/>
                  </a:lnTo>
                  <a:lnTo>
                    <a:pt x="15" y="30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7" y="16"/>
                  </a:lnTo>
                  <a:lnTo>
                    <a:pt x="12" y="12"/>
                  </a:lnTo>
                  <a:lnTo>
                    <a:pt x="16" y="9"/>
                  </a:lnTo>
                  <a:lnTo>
                    <a:pt x="22" y="7"/>
                  </a:lnTo>
                  <a:lnTo>
                    <a:pt x="28" y="4"/>
                  </a:lnTo>
                  <a:lnTo>
                    <a:pt x="34" y="2"/>
                  </a:lnTo>
                  <a:lnTo>
                    <a:pt x="38" y="1"/>
                  </a:lnTo>
                  <a:lnTo>
                    <a:pt x="51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9" y="0"/>
                  </a:lnTo>
                  <a:lnTo>
                    <a:pt x="101" y="2"/>
                  </a:lnTo>
                  <a:lnTo>
                    <a:pt x="112" y="4"/>
                  </a:lnTo>
                  <a:lnTo>
                    <a:pt x="124" y="9"/>
                  </a:lnTo>
                  <a:lnTo>
                    <a:pt x="134" y="14"/>
                  </a:lnTo>
                  <a:lnTo>
                    <a:pt x="145" y="20"/>
                  </a:lnTo>
                  <a:lnTo>
                    <a:pt x="154" y="30"/>
                  </a:lnTo>
                  <a:lnTo>
                    <a:pt x="153" y="29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3" name="Freeform 122"/>
            <p:cNvSpPr>
              <a:spLocks/>
            </p:cNvSpPr>
            <p:nvPr/>
          </p:nvSpPr>
          <p:spPr bwMode="auto">
            <a:xfrm>
              <a:off x="1579" y="3687"/>
              <a:ext cx="12" cy="9"/>
            </a:xfrm>
            <a:custGeom>
              <a:avLst/>
              <a:gdLst>
                <a:gd name="T0" fmla="*/ 23 w 24"/>
                <a:gd name="T1" fmla="*/ 0 h 17"/>
                <a:gd name="T2" fmla="*/ 24 w 24"/>
                <a:gd name="T3" fmla="*/ 3 h 17"/>
                <a:gd name="T4" fmla="*/ 24 w 24"/>
                <a:gd name="T5" fmla="*/ 5 h 17"/>
                <a:gd name="T6" fmla="*/ 24 w 24"/>
                <a:gd name="T7" fmla="*/ 8 h 17"/>
                <a:gd name="T8" fmla="*/ 23 w 24"/>
                <a:gd name="T9" fmla="*/ 9 h 17"/>
                <a:gd name="T10" fmla="*/ 22 w 24"/>
                <a:gd name="T11" fmla="*/ 11 h 17"/>
                <a:gd name="T12" fmla="*/ 20 w 24"/>
                <a:gd name="T13" fmla="*/ 12 h 17"/>
                <a:gd name="T14" fmla="*/ 19 w 24"/>
                <a:gd name="T15" fmla="*/ 14 h 17"/>
                <a:gd name="T16" fmla="*/ 18 w 24"/>
                <a:gd name="T17" fmla="*/ 15 h 17"/>
                <a:gd name="T18" fmla="*/ 17 w 24"/>
                <a:gd name="T19" fmla="*/ 16 h 17"/>
                <a:gd name="T20" fmla="*/ 16 w 24"/>
                <a:gd name="T21" fmla="*/ 17 h 17"/>
                <a:gd name="T22" fmla="*/ 1 w 24"/>
                <a:gd name="T23" fmla="*/ 17 h 17"/>
                <a:gd name="T24" fmla="*/ 0 w 24"/>
                <a:gd name="T25" fmla="*/ 12 h 17"/>
                <a:gd name="T26" fmla="*/ 1 w 24"/>
                <a:gd name="T27" fmla="*/ 10 h 17"/>
                <a:gd name="T28" fmla="*/ 2 w 24"/>
                <a:gd name="T29" fmla="*/ 8 h 17"/>
                <a:gd name="T30" fmla="*/ 3 w 24"/>
                <a:gd name="T31" fmla="*/ 5 h 17"/>
                <a:gd name="T32" fmla="*/ 5 w 24"/>
                <a:gd name="T33" fmla="*/ 3 h 17"/>
                <a:gd name="T34" fmla="*/ 9 w 24"/>
                <a:gd name="T35" fmla="*/ 2 h 17"/>
                <a:gd name="T36" fmla="*/ 11 w 24"/>
                <a:gd name="T37" fmla="*/ 2 h 17"/>
                <a:gd name="T38" fmla="*/ 15 w 24"/>
                <a:gd name="T39" fmla="*/ 1 h 17"/>
                <a:gd name="T40" fmla="*/ 19 w 24"/>
                <a:gd name="T41" fmla="*/ 1 h 17"/>
                <a:gd name="T42" fmla="*/ 23 w 24"/>
                <a:gd name="T43" fmla="*/ 1 h 17"/>
                <a:gd name="T44" fmla="*/ 23 w 24"/>
                <a:gd name="T45" fmla="*/ 1 h 17"/>
                <a:gd name="T46" fmla="*/ 23 w 24"/>
                <a:gd name="T47" fmla="*/ 0 h 1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4"/>
                <a:gd name="T73" fmla="*/ 0 h 17"/>
                <a:gd name="T74" fmla="*/ 24 w 24"/>
                <a:gd name="T75" fmla="*/ 17 h 1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4" h="17">
                  <a:moveTo>
                    <a:pt x="23" y="0"/>
                  </a:moveTo>
                  <a:lnTo>
                    <a:pt x="24" y="3"/>
                  </a:lnTo>
                  <a:lnTo>
                    <a:pt x="24" y="5"/>
                  </a:lnTo>
                  <a:lnTo>
                    <a:pt x="24" y="8"/>
                  </a:lnTo>
                  <a:lnTo>
                    <a:pt x="23" y="9"/>
                  </a:lnTo>
                  <a:lnTo>
                    <a:pt x="22" y="11"/>
                  </a:lnTo>
                  <a:lnTo>
                    <a:pt x="20" y="12"/>
                  </a:lnTo>
                  <a:lnTo>
                    <a:pt x="19" y="14"/>
                  </a:lnTo>
                  <a:lnTo>
                    <a:pt x="18" y="15"/>
                  </a:lnTo>
                  <a:lnTo>
                    <a:pt x="17" y="16"/>
                  </a:lnTo>
                  <a:lnTo>
                    <a:pt x="16" y="17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2" y="8"/>
                  </a:lnTo>
                  <a:lnTo>
                    <a:pt x="3" y="5"/>
                  </a:lnTo>
                  <a:lnTo>
                    <a:pt x="5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3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4" name="Freeform 123"/>
            <p:cNvSpPr>
              <a:spLocks/>
            </p:cNvSpPr>
            <p:nvPr/>
          </p:nvSpPr>
          <p:spPr bwMode="auto">
            <a:xfrm>
              <a:off x="1036" y="3715"/>
              <a:ext cx="850" cy="287"/>
            </a:xfrm>
            <a:custGeom>
              <a:avLst/>
              <a:gdLst>
                <a:gd name="T0" fmla="*/ 691 w 1699"/>
                <a:gd name="T1" fmla="*/ 100 h 573"/>
                <a:gd name="T2" fmla="*/ 687 w 1699"/>
                <a:gd name="T3" fmla="*/ 102 h 573"/>
                <a:gd name="T4" fmla="*/ 684 w 1699"/>
                <a:gd name="T5" fmla="*/ 106 h 573"/>
                <a:gd name="T6" fmla="*/ 709 w 1699"/>
                <a:gd name="T7" fmla="*/ 118 h 573"/>
                <a:gd name="T8" fmla="*/ 804 w 1699"/>
                <a:gd name="T9" fmla="*/ 132 h 573"/>
                <a:gd name="T10" fmla="*/ 898 w 1699"/>
                <a:gd name="T11" fmla="*/ 139 h 573"/>
                <a:gd name="T12" fmla="*/ 978 w 1699"/>
                <a:gd name="T13" fmla="*/ 162 h 573"/>
                <a:gd name="T14" fmla="*/ 1024 w 1699"/>
                <a:gd name="T15" fmla="*/ 155 h 573"/>
                <a:gd name="T16" fmla="*/ 1070 w 1699"/>
                <a:gd name="T17" fmla="*/ 175 h 573"/>
                <a:gd name="T18" fmla="*/ 1112 w 1699"/>
                <a:gd name="T19" fmla="*/ 178 h 573"/>
                <a:gd name="T20" fmla="*/ 1246 w 1699"/>
                <a:gd name="T21" fmla="*/ 180 h 573"/>
                <a:gd name="T22" fmla="*/ 1424 w 1699"/>
                <a:gd name="T23" fmla="*/ 187 h 573"/>
                <a:gd name="T24" fmla="*/ 1593 w 1699"/>
                <a:gd name="T25" fmla="*/ 195 h 573"/>
                <a:gd name="T26" fmla="*/ 1678 w 1699"/>
                <a:gd name="T27" fmla="*/ 213 h 573"/>
                <a:gd name="T28" fmla="*/ 1613 w 1699"/>
                <a:gd name="T29" fmla="*/ 236 h 573"/>
                <a:gd name="T30" fmla="*/ 1554 w 1699"/>
                <a:gd name="T31" fmla="*/ 273 h 573"/>
                <a:gd name="T32" fmla="*/ 1514 w 1699"/>
                <a:gd name="T33" fmla="*/ 328 h 573"/>
                <a:gd name="T34" fmla="*/ 1566 w 1699"/>
                <a:gd name="T35" fmla="*/ 343 h 573"/>
                <a:gd name="T36" fmla="*/ 1622 w 1699"/>
                <a:gd name="T37" fmla="*/ 341 h 573"/>
                <a:gd name="T38" fmla="*/ 1674 w 1699"/>
                <a:gd name="T39" fmla="*/ 324 h 573"/>
                <a:gd name="T40" fmla="*/ 1630 w 1699"/>
                <a:gd name="T41" fmla="*/ 360 h 573"/>
                <a:gd name="T42" fmla="*/ 1529 w 1699"/>
                <a:gd name="T43" fmla="*/ 407 h 573"/>
                <a:gd name="T44" fmla="*/ 1440 w 1699"/>
                <a:gd name="T45" fmla="*/ 467 h 573"/>
                <a:gd name="T46" fmla="*/ 1323 w 1699"/>
                <a:gd name="T47" fmla="*/ 573 h 573"/>
                <a:gd name="T48" fmla="*/ 1049 w 1699"/>
                <a:gd name="T49" fmla="*/ 459 h 573"/>
                <a:gd name="T50" fmla="*/ 776 w 1699"/>
                <a:gd name="T51" fmla="*/ 339 h 573"/>
                <a:gd name="T52" fmla="*/ 495 w 1699"/>
                <a:gd name="T53" fmla="*/ 238 h 573"/>
                <a:gd name="T54" fmla="*/ 375 w 1699"/>
                <a:gd name="T55" fmla="*/ 277 h 573"/>
                <a:gd name="T56" fmla="*/ 343 w 1699"/>
                <a:gd name="T57" fmla="*/ 373 h 573"/>
                <a:gd name="T58" fmla="*/ 300 w 1699"/>
                <a:gd name="T59" fmla="*/ 465 h 573"/>
                <a:gd name="T60" fmla="*/ 236 w 1699"/>
                <a:gd name="T61" fmla="*/ 481 h 573"/>
                <a:gd name="T62" fmla="*/ 189 w 1699"/>
                <a:gd name="T63" fmla="*/ 351 h 573"/>
                <a:gd name="T64" fmla="*/ 154 w 1699"/>
                <a:gd name="T65" fmla="*/ 213 h 573"/>
                <a:gd name="T66" fmla="*/ 98 w 1699"/>
                <a:gd name="T67" fmla="*/ 86 h 573"/>
                <a:gd name="T68" fmla="*/ 161 w 1699"/>
                <a:gd name="T69" fmla="*/ 85 h 573"/>
                <a:gd name="T70" fmla="*/ 223 w 1699"/>
                <a:gd name="T71" fmla="*/ 91 h 573"/>
                <a:gd name="T72" fmla="*/ 284 w 1699"/>
                <a:gd name="T73" fmla="*/ 91 h 573"/>
                <a:gd name="T74" fmla="*/ 246 w 1699"/>
                <a:gd name="T75" fmla="*/ 79 h 573"/>
                <a:gd name="T76" fmla="*/ 149 w 1699"/>
                <a:gd name="T77" fmla="*/ 60 h 573"/>
                <a:gd name="T78" fmla="*/ 65 w 1699"/>
                <a:gd name="T79" fmla="*/ 75 h 573"/>
                <a:gd name="T80" fmla="*/ 28 w 1699"/>
                <a:gd name="T81" fmla="*/ 133 h 573"/>
                <a:gd name="T82" fmla="*/ 21 w 1699"/>
                <a:gd name="T83" fmla="*/ 160 h 573"/>
                <a:gd name="T84" fmla="*/ 13 w 1699"/>
                <a:gd name="T85" fmla="*/ 185 h 573"/>
                <a:gd name="T86" fmla="*/ 0 w 1699"/>
                <a:gd name="T87" fmla="*/ 207 h 573"/>
                <a:gd name="T88" fmla="*/ 156 w 1699"/>
                <a:gd name="T89" fmla="*/ 21 h 573"/>
                <a:gd name="T90" fmla="*/ 358 w 1699"/>
                <a:gd name="T91" fmla="*/ 58 h 573"/>
                <a:gd name="T92" fmla="*/ 560 w 1699"/>
                <a:gd name="T93" fmla="*/ 88 h 573"/>
                <a:gd name="T94" fmla="*/ 694 w 1699"/>
                <a:gd name="T95" fmla="*/ 98 h 57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99"/>
                <a:gd name="T145" fmla="*/ 0 h 573"/>
                <a:gd name="T146" fmla="*/ 1699 w 1699"/>
                <a:gd name="T147" fmla="*/ 573 h 57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99" h="573">
                  <a:moveTo>
                    <a:pt x="694" y="98"/>
                  </a:moveTo>
                  <a:lnTo>
                    <a:pt x="693" y="98"/>
                  </a:lnTo>
                  <a:lnTo>
                    <a:pt x="691" y="100"/>
                  </a:lnTo>
                  <a:lnTo>
                    <a:pt x="689" y="100"/>
                  </a:lnTo>
                  <a:lnTo>
                    <a:pt x="688" y="101"/>
                  </a:lnTo>
                  <a:lnTo>
                    <a:pt x="687" y="102"/>
                  </a:lnTo>
                  <a:lnTo>
                    <a:pt x="686" y="103"/>
                  </a:lnTo>
                  <a:lnTo>
                    <a:pt x="685" y="104"/>
                  </a:lnTo>
                  <a:lnTo>
                    <a:pt x="684" y="106"/>
                  </a:lnTo>
                  <a:lnTo>
                    <a:pt x="682" y="108"/>
                  </a:lnTo>
                  <a:lnTo>
                    <a:pt x="681" y="108"/>
                  </a:lnTo>
                  <a:lnTo>
                    <a:pt x="709" y="118"/>
                  </a:lnTo>
                  <a:lnTo>
                    <a:pt x="739" y="125"/>
                  </a:lnTo>
                  <a:lnTo>
                    <a:pt x="771" y="130"/>
                  </a:lnTo>
                  <a:lnTo>
                    <a:pt x="804" y="132"/>
                  </a:lnTo>
                  <a:lnTo>
                    <a:pt x="836" y="134"/>
                  </a:lnTo>
                  <a:lnTo>
                    <a:pt x="867" y="136"/>
                  </a:lnTo>
                  <a:lnTo>
                    <a:pt x="898" y="139"/>
                  </a:lnTo>
                  <a:lnTo>
                    <a:pt x="927" y="143"/>
                  </a:lnTo>
                  <a:lnTo>
                    <a:pt x="954" y="152"/>
                  </a:lnTo>
                  <a:lnTo>
                    <a:pt x="978" y="162"/>
                  </a:lnTo>
                  <a:lnTo>
                    <a:pt x="993" y="155"/>
                  </a:lnTo>
                  <a:lnTo>
                    <a:pt x="1009" y="153"/>
                  </a:lnTo>
                  <a:lnTo>
                    <a:pt x="1024" y="155"/>
                  </a:lnTo>
                  <a:lnTo>
                    <a:pt x="1039" y="161"/>
                  </a:lnTo>
                  <a:lnTo>
                    <a:pt x="1054" y="168"/>
                  </a:lnTo>
                  <a:lnTo>
                    <a:pt x="1070" y="175"/>
                  </a:lnTo>
                  <a:lnTo>
                    <a:pt x="1085" y="180"/>
                  </a:lnTo>
                  <a:lnTo>
                    <a:pt x="1098" y="182"/>
                  </a:lnTo>
                  <a:lnTo>
                    <a:pt x="1112" y="178"/>
                  </a:lnTo>
                  <a:lnTo>
                    <a:pt x="1125" y="169"/>
                  </a:lnTo>
                  <a:lnTo>
                    <a:pt x="1186" y="176"/>
                  </a:lnTo>
                  <a:lnTo>
                    <a:pt x="1246" y="180"/>
                  </a:lnTo>
                  <a:lnTo>
                    <a:pt x="1306" y="184"/>
                  </a:lnTo>
                  <a:lnTo>
                    <a:pt x="1365" y="186"/>
                  </a:lnTo>
                  <a:lnTo>
                    <a:pt x="1424" y="187"/>
                  </a:lnTo>
                  <a:lnTo>
                    <a:pt x="1481" y="190"/>
                  </a:lnTo>
                  <a:lnTo>
                    <a:pt x="1537" y="192"/>
                  </a:lnTo>
                  <a:lnTo>
                    <a:pt x="1593" y="195"/>
                  </a:lnTo>
                  <a:lnTo>
                    <a:pt x="1646" y="200"/>
                  </a:lnTo>
                  <a:lnTo>
                    <a:pt x="1699" y="207"/>
                  </a:lnTo>
                  <a:lnTo>
                    <a:pt x="1678" y="213"/>
                  </a:lnTo>
                  <a:lnTo>
                    <a:pt x="1656" y="219"/>
                  </a:lnTo>
                  <a:lnTo>
                    <a:pt x="1635" y="227"/>
                  </a:lnTo>
                  <a:lnTo>
                    <a:pt x="1613" y="236"/>
                  </a:lnTo>
                  <a:lnTo>
                    <a:pt x="1592" y="246"/>
                  </a:lnTo>
                  <a:lnTo>
                    <a:pt x="1572" y="259"/>
                  </a:lnTo>
                  <a:lnTo>
                    <a:pt x="1554" y="273"/>
                  </a:lnTo>
                  <a:lnTo>
                    <a:pt x="1537" y="289"/>
                  </a:lnTo>
                  <a:lnTo>
                    <a:pt x="1524" y="308"/>
                  </a:lnTo>
                  <a:lnTo>
                    <a:pt x="1514" y="328"/>
                  </a:lnTo>
                  <a:lnTo>
                    <a:pt x="1531" y="335"/>
                  </a:lnTo>
                  <a:lnTo>
                    <a:pt x="1548" y="341"/>
                  </a:lnTo>
                  <a:lnTo>
                    <a:pt x="1566" y="343"/>
                  </a:lnTo>
                  <a:lnTo>
                    <a:pt x="1585" y="344"/>
                  </a:lnTo>
                  <a:lnTo>
                    <a:pt x="1603" y="343"/>
                  </a:lnTo>
                  <a:lnTo>
                    <a:pt x="1622" y="341"/>
                  </a:lnTo>
                  <a:lnTo>
                    <a:pt x="1640" y="336"/>
                  </a:lnTo>
                  <a:lnTo>
                    <a:pt x="1658" y="331"/>
                  </a:lnTo>
                  <a:lnTo>
                    <a:pt x="1674" y="324"/>
                  </a:lnTo>
                  <a:lnTo>
                    <a:pt x="1689" y="316"/>
                  </a:lnTo>
                  <a:lnTo>
                    <a:pt x="1661" y="340"/>
                  </a:lnTo>
                  <a:lnTo>
                    <a:pt x="1630" y="360"/>
                  </a:lnTo>
                  <a:lnTo>
                    <a:pt x="1596" y="376"/>
                  </a:lnTo>
                  <a:lnTo>
                    <a:pt x="1563" y="391"/>
                  </a:lnTo>
                  <a:lnTo>
                    <a:pt x="1529" y="407"/>
                  </a:lnTo>
                  <a:lnTo>
                    <a:pt x="1497" y="423"/>
                  </a:lnTo>
                  <a:lnTo>
                    <a:pt x="1467" y="443"/>
                  </a:lnTo>
                  <a:lnTo>
                    <a:pt x="1440" y="467"/>
                  </a:lnTo>
                  <a:lnTo>
                    <a:pt x="1417" y="498"/>
                  </a:lnTo>
                  <a:lnTo>
                    <a:pt x="1399" y="535"/>
                  </a:lnTo>
                  <a:lnTo>
                    <a:pt x="1323" y="573"/>
                  </a:lnTo>
                  <a:lnTo>
                    <a:pt x="1230" y="537"/>
                  </a:lnTo>
                  <a:lnTo>
                    <a:pt x="1139" y="499"/>
                  </a:lnTo>
                  <a:lnTo>
                    <a:pt x="1049" y="459"/>
                  </a:lnTo>
                  <a:lnTo>
                    <a:pt x="957" y="418"/>
                  </a:lnTo>
                  <a:lnTo>
                    <a:pt x="867" y="378"/>
                  </a:lnTo>
                  <a:lnTo>
                    <a:pt x="776" y="339"/>
                  </a:lnTo>
                  <a:lnTo>
                    <a:pt x="684" y="302"/>
                  </a:lnTo>
                  <a:lnTo>
                    <a:pt x="590" y="268"/>
                  </a:lnTo>
                  <a:lnTo>
                    <a:pt x="495" y="238"/>
                  </a:lnTo>
                  <a:lnTo>
                    <a:pt x="398" y="214"/>
                  </a:lnTo>
                  <a:lnTo>
                    <a:pt x="385" y="245"/>
                  </a:lnTo>
                  <a:lnTo>
                    <a:pt x="375" y="277"/>
                  </a:lnTo>
                  <a:lnTo>
                    <a:pt x="365" y="310"/>
                  </a:lnTo>
                  <a:lnTo>
                    <a:pt x="353" y="342"/>
                  </a:lnTo>
                  <a:lnTo>
                    <a:pt x="343" y="373"/>
                  </a:lnTo>
                  <a:lnTo>
                    <a:pt x="330" y="405"/>
                  </a:lnTo>
                  <a:lnTo>
                    <a:pt x="316" y="436"/>
                  </a:lnTo>
                  <a:lnTo>
                    <a:pt x="300" y="465"/>
                  </a:lnTo>
                  <a:lnTo>
                    <a:pt x="281" y="492"/>
                  </a:lnTo>
                  <a:lnTo>
                    <a:pt x="261" y="520"/>
                  </a:lnTo>
                  <a:lnTo>
                    <a:pt x="236" y="481"/>
                  </a:lnTo>
                  <a:lnTo>
                    <a:pt x="217" y="440"/>
                  </a:lnTo>
                  <a:lnTo>
                    <a:pt x="202" y="396"/>
                  </a:lnTo>
                  <a:lnTo>
                    <a:pt x="189" y="351"/>
                  </a:lnTo>
                  <a:lnTo>
                    <a:pt x="177" y="305"/>
                  </a:lnTo>
                  <a:lnTo>
                    <a:pt x="167" y="259"/>
                  </a:lnTo>
                  <a:lnTo>
                    <a:pt x="154" y="213"/>
                  </a:lnTo>
                  <a:lnTo>
                    <a:pt x="140" y="169"/>
                  </a:lnTo>
                  <a:lnTo>
                    <a:pt x="122" y="126"/>
                  </a:lnTo>
                  <a:lnTo>
                    <a:pt x="98" y="86"/>
                  </a:lnTo>
                  <a:lnTo>
                    <a:pt x="120" y="83"/>
                  </a:lnTo>
                  <a:lnTo>
                    <a:pt x="140" y="83"/>
                  </a:lnTo>
                  <a:lnTo>
                    <a:pt x="161" y="85"/>
                  </a:lnTo>
                  <a:lnTo>
                    <a:pt x="182" y="87"/>
                  </a:lnTo>
                  <a:lnTo>
                    <a:pt x="203" y="89"/>
                  </a:lnTo>
                  <a:lnTo>
                    <a:pt x="223" y="91"/>
                  </a:lnTo>
                  <a:lnTo>
                    <a:pt x="243" y="94"/>
                  </a:lnTo>
                  <a:lnTo>
                    <a:pt x="264" y="94"/>
                  </a:lnTo>
                  <a:lnTo>
                    <a:pt x="284" y="91"/>
                  </a:lnTo>
                  <a:lnTo>
                    <a:pt x="305" y="86"/>
                  </a:lnTo>
                  <a:lnTo>
                    <a:pt x="277" y="83"/>
                  </a:lnTo>
                  <a:lnTo>
                    <a:pt x="246" y="79"/>
                  </a:lnTo>
                  <a:lnTo>
                    <a:pt x="213" y="72"/>
                  </a:lnTo>
                  <a:lnTo>
                    <a:pt x="181" y="65"/>
                  </a:lnTo>
                  <a:lnTo>
                    <a:pt x="149" y="60"/>
                  </a:lnTo>
                  <a:lnTo>
                    <a:pt x="119" y="59"/>
                  </a:lnTo>
                  <a:lnTo>
                    <a:pt x="90" y="64"/>
                  </a:lnTo>
                  <a:lnTo>
                    <a:pt x="65" y="75"/>
                  </a:lnTo>
                  <a:lnTo>
                    <a:pt x="46" y="95"/>
                  </a:lnTo>
                  <a:lnTo>
                    <a:pt x="31" y="124"/>
                  </a:lnTo>
                  <a:lnTo>
                    <a:pt x="28" y="133"/>
                  </a:lnTo>
                  <a:lnTo>
                    <a:pt x="26" y="141"/>
                  </a:lnTo>
                  <a:lnTo>
                    <a:pt x="24" y="150"/>
                  </a:lnTo>
                  <a:lnTo>
                    <a:pt x="21" y="160"/>
                  </a:lnTo>
                  <a:lnTo>
                    <a:pt x="19" y="168"/>
                  </a:lnTo>
                  <a:lnTo>
                    <a:pt x="17" y="177"/>
                  </a:lnTo>
                  <a:lnTo>
                    <a:pt x="13" y="185"/>
                  </a:lnTo>
                  <a:lnTo>
                    <a:pt x="10" y="193"/>
                  </a:lnTo>
                  <a:lnTo>
                    <a:pt x="5" y="200"/>
                  </a:lnTo>
                  <a:lnTo>
                    <a:pt x="0" y="207"/>
                  </a:lnTo>
                  <a:lnTo>
                    <a:pt x="21" y="0"/>
                  </a:lnTo>
                  <a:lnTo>
                    <a:pt x="88" y="11"/>
                  </a:lnTo>
                  <a:lnTo>
                    <a:pt x="156" y="21"/>
                  </a:lnTo>
                  <a:lnTo>
                    <a:pt x="223" y="34"/>
                  </a:lnTo>
                  <a:lnTo>
                    <a:pt x="291" y="45"/>
                  </a:lnTo>
                  <a:lnTo>
                    <a:pt x="358" y="58"/>
                  </a:lnTo>
                  <a:lnTo>
                    <a:pt x="425" y="68"/>
                  </a:lnTo>
                  <a:lnTo>
                    <a:pt x="493" y="79"/>
                  </a:lnTo>
                  <a:lnTo>
                    <a:pt x="560" y="88"/>
                  </a:lnTo>
                  <a:lnTo>
                    <a:pt x="627" y="95"/>
                  </a:lnTo>
                  <a:lnTo>
                    <a:pt x="694" y="98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5" name="Freeform 124"/>
            <p:cNvSpPr>
              <a:spLocks/>
            </p:cNvSpPr>
            <p:nvPr/>
          </p:nvSpPr>
          <p:spPr bwMode="auto">
            <a:xfrm>
              <a:off x="1525" y="3715"/>
              <a:ext cx="55" cy="43"/>
            </a:xfrm>
            <a:custGeom>
              <a:avLst/>
              <a:gdLst>
                <a:gd name="T0" fmla="*/ 0 w 110"/>
                <a:gd name="T1" fmla="*/ 69 h 86"/>
                <a:gd name="T2" fmla="*/ 110 w 110"/>
                <a:gd name="T3" fmla="*/ 0 h 86"/>
                <a:gd name="T4" fmla="*/ 32 w 110"/>
                <a:gd name="T5" fmla="*/ 86 h 86"/>
                <a:gd name="T6" fmla="*/ 1 w 110"/>
                <a:gd name="T7" fmla="*/ 69 h 86"/>
                <a:gd name="T8" fmla="*/ 1 w 110"/>
                <a:gd name="T9" fmla="*/ 69 h 86"/>
                <a:gd name="T10" fmla="*/ 0 w 110"/>
                <a:gd name="T11" fmla="*/ 6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0"/>
                <a:gd name="T19" fmla="*/ 0 h 86"/>
                <a:gd name="T20" fmla="*/ 110 w 110"/>
                <a:gd name="T21" fmla="*/ 86 h 8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0" h="86">
                  <a:moveTo>
                    <a:pt x="0" y="69"/>
                  </a:moveTo>
                  <a:lnTo>
                    <a:pt x="110" y="0"/>
                  </a:lnTo>
                  <a:lnTo>
                    <a:pt x="32" y="86"/>
                  </a:lnTo>
                  <a:lnTo>
                    <a:pt x="1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6" name="Freeform 125"/>
            <p:cNvSpPr>
              <a:spLocks/>
            </p:cNvSpPr>
            <p:nvPr/>
          </p:nvSpPr>
          <p:spPr bwMode="auto">
            <a:xfrm>
              <a:off x="1192" y="3758"/>
              <a:ext cx="177" cy="11"/>
            </a:xfrm>
            <a:custGeom>
              <a:avLst/>
              <a:gdLst>
                <a:gd name="T0" fmla="*/ 353 w 353"/>
                <a:gd name="T1" fmla="*/ 22 h 23"/>
                <a:gd name="T2" fmla="*/ 323 w 353"/>
                <a:gd name="T3" fmla="*/ 23 h 23"/>
                <a:gd name="T4" fmla="*/ 291 w 353"/>
                <a:gd name="T5" fmla="*/ 23 h 23"/>
                <a:gd name="T6" fmla="*/ 256 w 353"/>
                <a:gd name="T7" fmla="*/ 23 h 23"/>
                <a:gd name="T8" fmla="*/ 220 w 353"/>
                <a:gd name="T9" fmla="*/ 22 h 23"/>
                <a:gd name="T10" fmla="*/ 183 w 353"/>
                <a:gd name="T11" fmla="*/ 19 h 23"/>
                <a:gd name="T12" fmla="*/ 146 w 353"/>
                <a:gd name="T13" fmla="*/ 17 h 23"/>
                <a:gd name="T14" fmla="*/ 108 w 353"/>
                <a:gd name="T15" fmla="*/ 14 h 23"/>
                <a:gd name="T16" fmla="*/ 71 w 353"/>
                <a:gd name="T17" fmla="*/ 10 h 23"/>
                <a:gd name="T18" fmla="*/ 34 w 353"/>
                <a:gd name="T19" fmla="*/ 5 h 23"/>
                <a:gd name="T20" fmla="*/ 0 w 353"/>
                <a:gd name="T21" fmla="*/ 0 h 23"/>
                <a:gd name="T22" fmla="*/ 353 w 353"/>
                <a:gd name="T23" fmla="*/ 22 h 23"/>
                <a:gd name="T24" fmla="*/ 353 w 353"/>
                <a:gd name="T25" fmla="*/ 22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53"/>
                <a:gd name="T40" fmla="*/ 0 h 23"/>
                <a:gd name="T41" fmla="*/ 353 w 353"/>
                <a:gd name="T42" fmla="*/ 23 h 2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53" h="23">
                  <a:moveTo>
                    <a:pt x="353" y="22"/>
                  </a:moveTo>
                  <a:lnTo>
                    <a:pt x="323" y="23"/>
                  </a:lnTo>
                  <a:lnTo>
                    <a:pt x="291" y="23"/>
                  </a:lnTo>
                  <a:lnTo>
                    <a:pt x="256" y="23"/>
                  </a:lnTo>
                  <a:lnTo>
                    <a:pt x="220" y="22"/>
                  </a:lnTo>
                  <a:lnTo>
                    <a:pt x="183" y="19"/>
                  </a:lnTo>
                  <a:lnTo>
                    <a:pt x="146" y="17"/>
                  </a:lnTo>
                  <a:lnTo>
                    <a:pt x="108" y="14"/>
                  </a:lnTo>
                  <a:lnTo>
                    <a:pt x="71" y="10"/>
                  </a:lnTo>
                  <a:lnTo>
                    <a:pt x="34" y="5"/>
                  </a:lnTo>
                  <a:lnTo>
                    <a:pt x="0" y="0"/>
                  </a:lnTo>
                  <a:lnTo>
                    <a:pt x="353" y="22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7" name="Freeform 126"/>
            <p:cNvSpPr>
              <a:spLocks/>
            </p:cNvSpPr>
            <p:nvPr/>
          </p:nvSpPr>
          <p:spPr bwMode="auto">
            <a:xfrm>
              <a:off x="1435" y="3761"/>
              <a:ext cx="25" cy="8"/>
            </a:xfrm>
            <a:custGeom>
              <a:avLst/>
              <a:gdLst>
                <a:gd name="T0" fmla="*/ 49 w 51"/>
                <a:gd name="T1" fmla="*/ 15 h 15"/>
                <a:gd name="T2" fmla="*/ 0 w 51"/>
                <a:gd name="T3" fmla="*/ 0 h 15"/>
                <a:gd name="T4" fmla="*/ 3 w 51"/>
                <a:gd name="T5" fmla="*/ 3 h 15"/>
                <a:gd name="T6" fmla="*/ 8 w 51"/>
                <a:gd name="T7" fmla="*/ 5 h 15"/>
                <a:gd name="T8" fmla="*/ 14 w 51"/>
                <a:gd name="T9" fmla="*/ 7 h 15"/>
                <a:gd name="T10" fmla="*/ 19 w 51"/>
                <a:gd name="T11" fmla="*/ 7 h 15"/>
                <a:gd name="T12" fmla="*/ 25 w 51"/>
                <a:gd name="T13" fmla="*/ 7 h 15"/>
                <a:gd name="T14" fmla="*/ 31 w 51"/>
                <a:gd name="T15" fmla="*/ 5 h 15"/>
                <a:gd name="T16" fmla="*/ 36 w 51"/>
                <a:gd name="T17" fmla="*/ 7 h 15"/>
                <a:gd name="T18" fmla="*/ 41 w 51"/>
                <a:gd name="T19" fmla="*/ 8 h 15"/>
                <a:gd name="T20" fmla="*/ 46 w 51"/>
                <a:gd name="T21" fmla="*/ 10 h 15"/>
                <a:gd name="T22" fmla="*/ 51 w 51"/>
                <a:gd name="T23" fmla="*/ 15 h 15"/>
                <a:gd name="T24" fmla="*/ 51 w 51"/>
                <a:gd name="T25" fmla="*/ 15 h 15"/>
                <a:gd name="T26" fmla="*/ 49 w 51"/>
                <a:gd name="T27" fmla="*/ 15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1"/>
                <a:gd name="T43" fmla="*/ 0 h 15"/>
                <a:gd name="T44" fmla="*/ 51 w 51"/>
                <a:gd name="T45" fmla="*/ 15 h 1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1" h="15">
                  <a:moveTo>
                    <a:pt x="49" y="15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8" y="5"/>
                  </a:lnTo>
                  <a:lnTo>
                    <a:pt x="14" y="7"/>
                  </a:lnTo>
                  <a:lnTo>
                    <a:pt x="19" y="7"/>
                  </a:lnTo>
                  <a:lnTo>
                    <a:pt x="25" y="7"/>
                  </a:lnTo>
                  <a:lnTo>
                    <a:pt x="31" y="5"/>
                  </a:lnTo>
                  <a:lnTo>
                    <a:pt x="36" y="7"/>
                  </a:lnTo>
                  <a:lnTo>
                    <a:pt x="41" y="8"/>
                  </a:lnTo>
                  <a:lnTo>
                    <a:pt x="46" y="10"/>
                  </a:lnTo>
                  <a:lnTo>
                    <a:pt x="51" y="15"/>
                  </a:lnTo>
                  <a:lnTo>
                    <a:pt x="49" y="15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8" name="Freeform 127"/>
            <p:cNvSpPr>
              <a:spLocks/>
            </p:cNvSpPr>
            <p:nvPr/>
          </p:nvSpPr>
          <p:spPr bwMode="auto">
            <a:xfrm>
              <a:off x="1047" y="3764"/>
              <a:ext cx="43" cy="63"/>
            </a:xfrm>
            <a:custGeom>
              <a:avLst/>
              <a:gdLst>
                <a:gd name="T0" fmla="*/ 86 w 86"/>
                <a:gd name="T1" fmla="*/ 115 h 125"/>
                <a:gd name="T2" fmla="*/ 78 w 86"/>
                <a:gd name="T3" fmla="*/ 117 h 125"/>
                <a:gd name="T4" fmla="*/ 70 w 86"/>
                <a:gd name="T5" fmla="*/ 119 h 125"/>
                <a:gd name="T6" fmla="*/ 62 w 86"/>
                <a:gd name="T7" fmla="*/ 121 h 125"/>
                <a:gd name="T8" fmla="*/ 54 w 86"/>
                <a:gd name="T9" fmla="*/ 122 h 125"/>
                <a:gd name="T10" fmla="*/ 46 w 86"/>
                <a:gd name="T11" fmla="*/ 123 h 125"/>
                <a:gd name="T12" fmla="*/ 37 w 86"/>
                <a:gd name="T13" fmla="*/ 124 h 125"/>
                <a:gd name="T14" fmla="*/ 29 w 86"/>
                <a:gd name="T15" fmla="*/ 124 h 125"/>
                <a:gd name="T16" fmla="*/ 20 w 86"/>
                <a:gd name="T17" fmla="*/ 125 h 125"/>
                <a:gd name="T18" fmla="*/ 11 w 86"/>
                <a:gd name="T19" fmla="*/ 125 h 125"/>
                <a:gd name="T20" fmla="*/ 0 w 86"/>
                <a:gd name="T21" fmla="*/ 125 h 125"/>
                <a:gd name="T22" fmla="*/ 48 w 86"/>
                <a:gd name="T23" fmla="*/ 0 h 125"/>
                <a:gd name="T24" fmla="*/ 86 w 86"/>
                <a:gd name="T25" fmla="*/ 116 h 125"/>
                <a:gd name="T26" fmla="*/ 86 w 86"/>
                <a:gd name="T27" fmla="*/ 116 h 125"/>
                <a:gd name="T28" fmla="*/ 86 w 86"/>
                <a:gd name="T29" fmla="*/ 115 h 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6"/>
                <a:gd name="T46" fmla="*/ 0 h 125"/>
                <a:gd name="T47" fmla="*/ 86 w 86"/>
                <a:gd name="T48" fmla="*/ 125 h 12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6" h="125">
                  <a:moveTo>
                    <a:pt x="86" y="115"/>
                  </a:moveTo>
                  <a:lnTo>
                    <a:pt x="78" y="117"/>
                  </a:lnTo>
                  <a:lnTo>
                    <a:pt x="70" y="119"/>
                  </a:lnTo>
                  <a:lnTo>
                    <a:pt x="62" y="121"/>
                  </a:lnTo>
                  <a:lnTo>
                    <a:pt x="54" y="122"/>
                  </a:lnTo>
                  <a:lnTo>
                    <a:pt x="46" y="123"/>
                  </a:lnTo>
                  <a:lnTo>
                    <a:pt x="37" y="124"/>
                  </a:lnTo>
                  <a:lnTo>
                    <a:pt x="29" y="124"/>
                  </a:lnTo>
                  <a:lnTo>
                    <a:pt x="20" y="125"/>
                  </a:lnTo>
                  <a:lnTo>
                    <a:pt x="11" y="125"/>
                  </a:lnTo>
                  <a:lnTo>
                    <a:pt x="0" y="125"/>
                  </a:lnTo>
                  <a:lnTo>
                    <a:pt x="48" y="0"/>
                  </a:lnTo>
                  <a:lnTo>
                    <a:pt x="86" y="116"/>
                  </a:lnTo>
                  <a:lnTo>
                    <a:pt x="86" y="115"/>
                  </a:lnTo>
                  <a:close/>
                </a:path>
              </a:pathLst>
            </a:custGeom>
            <a:solidFill>
              <a:srgbClr val="B1FF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19" name="Freeform 128"/>
            <p:cNvSpPr>
              <a:spLocks/>
            </p:cNvSpPr>
            <p:nvPr/>
          </p:nvSpPr>
          <p:spPr bwMode="auto">
            <a:xfrm>
              <a:off x="1613" y="3777"/>
              <a:ext cx="243" cy="25"/>
            </a:xfrm>
            <a:custGeom>
              <a:avLst/>
              <a:gdLst>
                <a:gd name="T0" fmla="*/ 459 w 484"/>
                <a:gd name="T1" fmla="*/ 22 h 51"/>
                <a:gd name="T2" fmla="*/ 461 w 484"/>
                <a:gd name="T3" fmla="*/ 25 h 51"/>
                <a:gd name="T4" fmla="*/ 463 w 484"/>
                <a:gd name="T5" fmla="*/ 29 h 51"/>
                <a:gd name="T6" fmla="*/ 466 w 484"/>
                <a:gd name="T7" fmla="*/ 32 h 51"/>
                <a:gd name="T8" fmla="*/ 467 w 484"/>
                <a:gd name="T9" fmla="*/ 34 h 51"/>
                <a:gd name="T10" fmla="*/ 469 w 484"/>
                <a:gd name="T11" fmla="*/ 38 h 51"/>
                <a:gd name="T12" fmla="*/ 471 w 484"/>
                <a:gd name="T13" fmla="*/ 41 h 51"/>
                <a:gd name="T14" fmla="*/ 474 w 484"/>
                <a:gd name="T15" fmla="*/ 44 h 51"/>
                <a:gd name="T16" fmla="*/ 476 w 484"/>
                <a:gd name="T17" fmla="*/ 47 h 51"/>
                <a:gd name="T18" fmla="*/ 479 w 484"/>
                <a:gd name="T19" fmla="*/ 49 h 51"/>
                <a:gd name="T20" fmla="*/ 484 w 484"/>
                <a:gd name="T21" fmla="*/ 51 h 51"/>
                <a:gd name="T22" fmla="*/ 0 w 484"/>
                <a:gd name="T23" fmla="*/ 23 h 51"/>
                <a:gd name="T24" fmla="*/ 31 w 484"/>
                <a:gd name="T25" fmla="*/ 0 h 51"/>
                <a:gd name="T26" fmla="*/ 459 w 484"/>
                <a:gd name="T27" fmla="*/ 23 h 51"/>
                <a:gd name="T28" fmla="*/ 459 w 484"/>
                <a:gd name="T29" fmla="*/ 23 h 51"/>
                <a:gd name="T30" fmla="*/ 459 w 484"/>
                <a:gd name="T31" fmla="*/ 22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84"/>
                <a:gd name="T49" fmla="*/ 0 h 51"/>
                <a:gd name="T50" fmla="*/ 484 w 484"/>
                <a:gd name="T51" fmla="*/ 51 h 5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84" h="51">
                  <a:moveTo>
                    <a:pt x="459" y="22"/>
                  </a:moveTo>
                  <a:lnTo>
                    <a:pt x="461" y="25"/>
                  </a:lnTo>
                  <a:lnTo>
                    <a:pt x="463" y="29"/>
                  </a:lnTo>
                  <a:lnTo>
                    <a:pt x="466" y="32"/>
                  </a:lnTo>
                  <a:lnTo>
                    <a:pt x="467" y="34"/>
                  </a:lnTo>
                  <a:lnTo>
                    <a:pt x="469" y="38"/>
                  </a:lnTo>
                  <a:lnTo>
                    <a:pt x="471" y="41"/>
                  </a:lnTo>
                  <a:lnTo>
                    <a:pt x="474" y="44"/>
                  </a:lnTo>
                  <a:lnTo>
                    <a:pt x="476" y="47"/>
                  </a:lnTo>
                  <a:lnTo>
                    <a:pt x="479" y="49"/>
                  </a:lnTo>
                  <a:lnTo>
                    <a:pt x="484" y="51"/>
                  </a:lnTo>
                  <a:lnTo>
                    <a:pt x="0" y="23"/>
                  </a:lnTo>
                  <a:lnTo>
                    <a:pt x="31" y="0"/>
                  </a:lnTo>
                  <a:lnTo>
                    <a:pt x="459" y="23"/>
                  </a:lnTo>
                  <a:lnTo>
                    <a:pt x="459" y="22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0" name="Freeform 129"/>
            <p:cNvSpPr>
              <a:spLocks/>
            </p:cNvSpPr>
            <p:nvPr/>
          </p:nvSpPr>
          <p:spPr bwMode="auto">
            <a:xfrm>
              <a:off x="1927" y="3810"/>
              <a:ext cx="19" cy="1"/>
            </a:xfrm>
            <a:custGeom>
              <a:avLst/>
              <a:gdLst>
                <a:gd name="T0" fmla="*/ 0 w 38"/>
                <a:gd name="T1" fmla="*/ 0 h 1"/>
                <a:gd name="T2" fmla="*/ 38 w 38"/>
                <a:gd name="T3" fmla="*/ 0 h 1"/>
                <a:gd name="T4" fmla="*/ 0 w 38"/>
                <a:gd name="T5" fmla="*/ 0 h 1"/>
                <a:gd name="T6" fmla="*/ 0 w 3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1"/>
                <a:gd name="T14" fmla="*/ 38 w 3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1">
                  <a:moveTo>
                    <a:pt x="0" y="0"/>
                  </a:move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FF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1" name="Freeform 130"/>
            <p:cNvSpPr>
              <a:spLocks/>
            </p:cNvSpPr>
            <p:nvPr/>
          </p:nvSpPr>
          <p:spPr bwMode="auto">
            <a:xfrm>
              <a:off x="2531" y="3820"/>
              <a:ext cx="128" cy="56"/>
            </a:xfrm>
            <a:custGeom>
              <a:avLst/>
              <a:gdLst>
                <a:gd name="T0" fmla="*/ 255 w 255"/>
                <a:gd name="T1" fmla="*/ 4 h 112"/>
                <a:gd name="T2" fmla="*/ 230 w 255"/>
                <a:gd name="T3" fmla="*/ 10 h 112"/>
                <a:gd name="T4" fmla="*/ 206 w 255"/>
                <a:gd name="T5" fmla="*/ 18 h 112"/>
                <a:gd name="T6" fmla="*/ 182 w 255"/>
                <a:gd name="T7" fmla="*/ 26 h 112"/>
                <a:gd name="T8" fmla="*/ 159 w 255"/>
                <a:gd name="T9" fmla="*/ 36 h 112"/>
                <a:gd name="T10" fmla="*/ 137 w 255"/>
                <a:gd name="T11" fmla="*/ 47 h 112"/>
                <a:gd name="T12" fmla="*/ 117 w 255"/>
                <a:gd name="T13" fmla="*/ 58 h 112"/>
                <a:gd name="T14" fmla="*/ 95 w 255"/>
                <a:gd name="T15" fmla="*/ 71 h 112"/>
                <a:gd name="T16" fmla="*/ 74 w 255"/>
                <a:gd name="T17" fmla="*/ 85 h 112"/>
                <a:gd name="T18" fmla="*/ 53 w 255"/>
                <a:gd name="T19" fmla="*/ 99 h 112"/>
                <a:gd name="T20" fmla="*/ 32 w 255"/>
                <a:gd name="T21" fmla="*/ 112 h 112"/>
                <a:gd name="T22" fmla="*/ 30 w 255"/>
                <a:gd name="T23" fmla="*/ 108 h 112"/>
                <a:gd name="T24" fmla="*/ 30 w 255"/>
                <a:gd name="T25" fmla="*/ 104 h 112"/>
                <a:gd name="T26" fmla="*/ 32 w 255"/>
                <a:gd name="T27" fmla="*/ 100 h 112"/>
                <a:gd name="T28" fmla="*/ 37 w 255"/>
                <a:gd name="T29" fmla="*/ 96 h 112"/>
                <a:gd name="T30" fmla="*/ 42 w 255"/>
                <a:gd name="T31" fmla="*/ 93 h 112"/>
                <a:gd name="T32" fmla="*/ 47 w 255"/>
                <a:gd name="T33" fmla="*/ 89 h 112"/>
                <a:gd name="T34" fmla="*/ 54 w 255"/>
                <a:gd name="T35" fmla="*/ 86 h 112"/>
                <a:gd name="T36" fmla="*/ 60 w 255"/>
                <a:gd name="T37" fmla="*/ 82 h 112"/>
                <a:gd name="T38" fmla="*/ 66 w 255"/>
                <a:gd name="T39" fmla="*/ 79 h 112"/>
                <a:gd name="T40" fmla="*/ 70 w 255"/>
                <a:gd name="T41" fmla="*/ 74 h 112"/>
                <a:gd name="T42" fmla="*/ 87 w 255"/>
                <a:gd name="T43" fmla="*/ 58 h 112"/>
                <a:gd name="T44" fmla="*/ 82 w 255"/>
                <a:gd name="T45" fmla="*/ 55 h 112"/>
                <a:gd name="T46" fmla="*/ 77 w 255"/>
                <a:gd name="T47" fmla="*/ 52 h 112"/>
                <a:gd name="T48" fmla="*/ 72 w 255"/>
                <a:gd name="T49" fmla="*/ 51 h 112"/>
                <a:gd name="T50" fmla="*/ 67 w 255"/>
                <a:gd name="T51" fmla="*/ 52 h 112"/>
                <a:gd name="T52" fmla="*/ 62 w 255"/>
                <a:gd name="T53" fmla="*/ 55 h 112"/>
                <a:gd name="T54" fmla="*/ 58 w 255"/>
                <a:gd name="T55" fmla="*/ 58 h 112"/>
                <a:gd name="T56" fmla="*/ 53 w 255"/>
                <a:gd name="T57" fmla="*/ 62 h 112"/>
                <a:gd name="T58" fmla="*/ 48 w 255"/>
                <a:gd name="T59" fmla="*/ 64 h 112"/>
                <a:gd name="T60" fmla="*/ 44 w 255"/>
                <a:gd name="T61" fmla="*/ 66 h 112"/>
                <a:gd name="T62" fmla="*/ 38 w 255"/>
                <a:gd name="T63" fmla="*/ 68 h 112"/>
                <a:gd name="T64" fmla="*/ 36 w 255"/>
                <a:gd name="T65" fmla="*/ 72 h 112"/>
                <a:gd name="T66" fmla="*/ 32 w 255"/>
                <a:gd name="T67" fmla="*/ 75 h 112"/>
                <a:gd name="T68" fmla="*/ 28 w 255"/>
                <a:gd name="T69" fmla="*/ 79 h 112"/>
                <a:gd name="T70" fmla="*/ 24 w 255"/>
                <a:gd name="T71" fmla="*/ 82 h 112"/>
                <a:gd name="T72" fmla="*/ 21 w 255"/>
                <a:gd name="T73" fmla="*/ 86 h 112"/>
                <a:gd name="T74" fmla="*/ 17 w 255"/>
                <a:gd name="T75" fmla="*/ 89 h 112"/>
                <a:gd name="T76" fmla="*/ 14 w 255"/>
                <a:gd name="T77" fmla="*/ 94 h 112"/>
                <a:gd name="T78" fmla="*/ 11 w 255"/>
                <a:gd name="T79" fmla="*/ 97 h 112"/>
                <a:gd name="T80" fmla="*/ 10 w 255"/>
                <a:gd name="T81" fmla="*/ 102 h 112"/>
                <a:gd name="T82" fmla="*/ 10 w 255"/>
                <a:gd name="T83" fmla="*/ 107 h 112"/>
                <a:gd name="T84" fmla="*/ 0 w 255"/>
                <a:gd name="T85" fmla="*/ 107 h 112"/>
                <a:gd name="T86" fmla="*/ 18 w 255"/>
                <a:gd name="T87" fmla="*/ 86 h 112"/>
                <a:gd name="T88" fmla="*/ 38 w 255"/>
                <a:gd name="T89" fmla="*/ 67 h 112"/>
                <a:gd name="T90" fmla="*/ 60 w 255"/>
                <a:gd name="T91" fmla="*/ 50 h 112"/>
                <a:gd name="T92" fmla="*/ 84 w 255"/>
                <a:gd name="T93" fmla="*/ 35 h 112"/>
                <a:gd name="T94" fmla="*/ 109 w 255"/>
                <a:gd name="T95" fmla="*/ 22 h 112"/>
                <a:gd name="T96" fmla="*/ 135 w 255"/>
                <a:gd name="T97" fmla="*/ 12 h 112"/>
                <a:gd name="T98" fmla="*/ 163 w 255"/>
                <a:gd name="T99" fmla="*/ 5 h 112"/>
                <a:gd name="T100" fmla="*/ 193 w 255"/>
                <a:gd name="T101" fmla="*/ 1 h 112"/>
                <a:gd name="T102" fmla="*/ 224 w 255"/>
                <a:gd name="T103" fmla="*/ 0 h 112"/>
                <a:gd name="T104" fmla="*/ 255 w 255"/>
                <a:gd name="T105" fmla="*/ 5 h 112"/>
                <a:gd name="T106" fmla="*/ 255 w 255"/>
                <a:gd name="T107" fmla="*/ 5 h 112"/>
                <a:gd name="T108" fmla="*/ 255 w 255"/>
                <a:gd name="T109" fmla="*/ 4 h 1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55"/>
                <a:gd name="T166" fmla="*/ 0 h 112"/>
                <a:gd name="T167" fmla="*/ 255 w 255"/>
                <a:gd name="T168" fmla="*/ 112 h 11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55" h="112">
                  <a:moveTo>
                    <a:pt x="255" y="4"/>
                  </a:moveTo>
                  <a:lnTo>
                    <a:pt x="230" y="10"/>
                  </a:lnTo>
                  <a:lnTo>
                    <a:pt x="206" y="18"/>
                  </a:lnTo>
                  <a:lnTo>
                    <a:pt x="182" y="26"/>
                  </a:lnTo>
                  <a:lnTo>
                    <a:pt x="159" y="36"/>
                  </a:lnTo>
                  <a:lnTo>
                    <a:pt x="137" y="47"/>
                  </a:lnTo>
                  <a:lnTo>
                    <a:pt x="117" y="58"/>
                  </a:lnTo>
                  <a:lnTo>
                    <a:pt x="95" y="71"/>
                  </a:lnTo>
                  <a:lnTo>
                    <a:pt x="74" y="85"/>
                  </a:lnTo>
                  <a:lnTo>
                    <a:pt x="53" y="99"/>
                  </a:lnTo>
                  <a:lnTo>
                    <a:pt x="32" y="112"/>
                  </a:lnTo>
                  <a:lnTo>
                    <a:pt x="30" y="108"/>
                  </a:lnTo>
                  <a:lnTo>
                    <a:pt x="30" y="104"/>
                  </a:lnTo>
                  <a:lnTo>
                    <a:pt x="32" y="100"/>
                  </a:lnTo>
                  <a:lnTo>
                    <a:pt x="37" y="96"/>
                  </a:lnTo>
                  <a:lnTo>
                    <a:pt x="42" y="93"/>
                  </a:lnTo>
                  <a:lnTo>
                    <a:pt x="47" y="89"/>
                  </a:lnTo>
                  <a:lnTo>
                    <a:pt x="54" y="86"/>
                  </a:lnTo>
                  <a:lnTo>
                    <a:pt x="60" y="82"/>
                  </a:lnTo>
                  <a:lnTo>
                    <a:pt x="66" y="79"/>
                  </a:lnTo>
                  <a:lnTo>
                    <a:pt x="70" y="74"/>
                  </a:lnTo>
                  <a:lnTo>
                    <a:pt x="87" y="58"/>
                  </a:lnTo>
                  <a:lnTo>
                    <a:pt x="82" y="55"/>
                  </a:lnTo>
                  <a:lnTo>
                    <a:pt x="77" y="52"/>
                  </a:lnTo>
                  <a:lnTo>
                    <a:pt x="72" y="51"/>
                  </a:lnTo>
                  <a:lnTo>
                    <a:pt x="67" y="52"/>
                  </a:lnTo>
                  <a:lnTo>
                    <a:pt x="62" y="55"/>
                  </a:lnTo>
                  <a:lnTo>
                    <a:pt x="58" y="58"/>
                  </a:lnTo>
                  <a:lnTo>
                    <a:pt x="53" y="62"/>
                  </a:lnTo>
                  <a:lnTo>
                    <a:pt x="48" y="64"/>
                  </a:lnTo>
                  <a:lnTo>
                    <a:pt x="44" y="66"/>
                  </a:lnTo>
                  <a:lnTo>
                    <a:pt x="38" y="68"/>
                  </a:lnTo>
                  <a:lnTo>
                    <a:pt x="36" y="72"/>
                  </a:lnTo>
                  <a:lnTo>
                    <a:pt x="32" y="75"/>
                  </a:lnTo>
                  <a:lnTo>
                    <a:pt x="28" y="79"/>
                  </a:lnTo>
                  <a:lnTo>
                    <a:pt x="24" y="82"/>
                  </a:lnTo>
                  <a:lnTo>
                    <a:pt x="21" y="86"/>
                  </a:lnTo>
                  <a:lnTo>
                    <a:pt x="17" y="89"/>
                  </a:lnTo>
                  <a:lnTo>
                    <a:pt x="14" y="94"/>
                  </a:lnTo>
                  <a:lnTo>
                    <a:pt x="11" y="97"/>
                  </a:lnTo>
                  <a:lnTo>
                    <a:pt x="10" y="102"/>
                  </a:lnTo>
                  <a:lnTo>
                    <a:pt x="10" y="107"/>
                  </a:lnTo>
                  <a:lnTo>
                    <a:pt x="0" y="107"/>
                  </a:lnTo>
                  <a:lnTo>
                    <a:pt x="18" y="86"/>
                  </a:lnTo>
                  <a:lnTo>
                    <a:pt x="38" y="67"/>
                  </a:lnTo>
                  <a:lnTo>
                    <a:pt x="60" y="50"/>
                  </a:lnTo>
                  <a:lnTo>
                    <a:pt x="84" y="35"/>
                  </a:lnTo>
                  <a:lnTo>
                    <a:pt x="109" y="22"/>
                  </a:lnTo>
                  <a:lnTo>
                    <a:pt x="135" y="12"/>
                  </a:lnTo>
                  <a:lnTo>
                    <a:pt x="163" y="5"/>
                  </a:lnTo>
                  <a:lnTo>
                    <a:pt x="193" y="1"/>
                  </a:lnTo>
                  <a:lnTo>
                    <a:pt x="224" y="0"/>
                  </a:lnTo>
                  <a:lnTo>
                    <a:pt x="255" y="5"/>
                  </a:lnTo>
                  <a:lnTo>
                    <a:pt x="255" y="4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2" name="Freeform 131"/>
            <p:cNvSpPr>
              <a:spLocks/>
            </p:cNvSpPr>
            <p:nvPr/>
          </p:nvSpPr>
          <p:spPr bwMode="auto">
            <a:xfrm>
              <a:off x="1836" y="3838"/>
              <a:ext cx="34" cy="16"/>
            </a:xfrm>
            <a:custGeom>
              <a:avLst/>
              <a:gdLst>
                <a:gd name="T0" fmla="*/ 0 w 67"/>
                <a:gd name="T1" fmla="*/ 31 h 32"/>
                <a:gd name="T2" fmla="*/ 45 w 67"/>
                <a:gd name="T3" fmla="*/ 0 h 32"/>
                <a:gd name="T4" fmla="*/ 67 w 67"/>
                <a:gd name="T5" fmla="*/ 0 h 32"/>
                <a:gd name="T6" fmla="*/ 0 w 67"/>
                <a:gd name="T7" fmla="*/ 32 h 32"/>
                <a:gd name="T8" fmla="*/ 0 w 67"/>
                <a:gd name="T9" fmla="*/ 32 h 32"/>
                <a:gd name="T10" fmla="*/ 0 w 67"/>
                <a:gd name="T11" fmla="*/ 3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7"/>
                <a:gd name="T19" fmla="*/ 0 h 32"/>
                <a:gd name="T20" fmla="*/ 67 w 67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7" h="32">
                  <a:moveTo>
                    <a:pt x="0" y="31"/>
                  </a:moveTo>
                  <a:lnTo>
                    <a:pt x="45" y="0"/>
                  </a:lnTo>
                  <a:lnTo>
                    <a:pt x="67" y="0"/>
                  </a:lnTo>
                  <a:lnTo>
                    <a:pt x="0" y="32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B1FF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3" name="Freeform 132"/>
            <p:cNvSpPr>
              <a:spLocks/>
            </p:cNvSpPr>
            <p:nvPr/>
          </p:nvSpPr>
          <p:spPr bwMode="auto">
            <a:xfrm>
              <a:off x="2384" y="3906"/>
              <a:ext cx="213" cy="19"/>
            </a:xfrm>
            <a:custGeom>
              <a:avLst/>
              <a:gdLst>
                <a:gd name="T0" fmla="*/ 426 w 428"/>
                <a:gd name="T1" fmla="*/ 22 h 38"/>
                <a:gd name="T2" fmla="*/ 390 w 428"/>
                <a:gd name="T3" fmla="*/ 30 h 38"/>
                <a:gd name="T4" fmla="*/ 348 w 428"/>
                <a:gd name="T5" fmla="*/ 34 h 38"/>
                <a:gd name="T6" fmla="*/ 304 w 428"/>
                <a:gd name="T7" fmla="*/ 38 h 38"/>
                <a:gd name="T8" fmla="*/ 259 w 428"/>
                <a:gd name="T9" fmla="*/ 38 h 38"/>
                <a:gd name="T10" fmla="*/ 214 w 428"/>
                <a:gd name="T11" fmla="*/ 37 h 38"/>
                <a:gd name="T12" fmla="*/ 168 w 428"/>
                <a:gd name="T13" fmla="*/ 33 h 38"/>
                <a:gd name="T14" fmla="*/ 123 w 428"/>
                <a:gd name="T15" fmla="*/ 29 h 38"/>
                <a:gd name="T16" fmla="*/ 79 w 428"/>
                <a:gd name="T17" fmla="*/ 20 h 38"/>
                <a:gd name="T18" fmla="*/ 38 w 428"/>
                <a:gd name="T19" fmla="*/ 11 h 38"/>
                <a:gd name="T20" fmla="*/ 0 w 428"/>
                <a:gd name="T21" fmla="*/ 0 h 38"/>
                <a:gd name="T22" fmla="*/ 43 w 428"/>
                <a:gd name="T23" fmla="*/ 8 h 38"/>
                <a:gd name="T24" fmla="*/ 87 w 428"/>
                <a:gd name="T25" fmla="*/ 16 h 38"/>
                <a:gd name="T26" fmla="*/ 130 w 428"/>
                <a:gd name="T27" fmla="*/ 22 h 38"/>
                <a:gd name="T28" fmla="*/ 173 w 428"/>
                <a:gd name="T29" fmla="*/ 26 h 38"/>
                <a:gd name="T30" fmla="*/ 217 w 428"/>
                <a:gd name="T31" fmla="*/ 29 h 38"/>
                <a:gd name="T32" fmla="*/ 260 w 428"/>
                <a:gd name="T33" fmla="*/ 30 h 38"/>
                <a:gd name="T34" fmla="*/ 303 w 428"/>
                <a:gd name="T35" fmla="*/ 30 h 38"/>
                <a:gd name="T36" fmla="*/ 344 w 428"/>
                <a:gd name="T37" fmla="*/ 29 h 38"/>
                <a:gd name="T38" fmla="*/ 386 w 428"/>
                <a:gd name="T39" fmla="*/ 26 h 38"/>
                <a:gd name="T40" fmla="*/ 428 w 428"/>
                <a:gd name="T41" fmla="*/ 22 h 38"/>
                <a:gd name="T42" fmla="*/ 428 w 428"/>
                <a:gd name="T43" fmla="*/ 22 h 38"/>
                <a:gd name="T44" fmla="*/ 426 w 428"/>
                <a:gd name="T45" fmla="*/ 22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28"/>
                <a:gd name="T70" fmla="*/ 0 h 38"/>
                <a:gd name="T71" fmla="*/ 428 w 428"/>
                <a:gd name="T72" fmla="*/ 38 h 3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28" h="38">
                  <a:moveTo>
                    <a:pt x="426" y="22"/>
                  </a:moveTo>
                  <a:lnTo>
                    <a:pt x="390" y="30"/>
                  </a:lnTo>
                  <a:lnTo>
                    <a:pt x="348" y="34"/>
                  </a:lnTo>
                  <a:lnTo>
                    <a:pt x="304" y="38"/>
                  </a:lnTo>
                  <a:lnTo>
                    <a:pt x="259" y="38"/>
                  </a:lnTo>
                  <a:lnTo>
                    <a:pt x="214" y="37"/>
                  </a:lnTo>
                  <a:lnTo>
                    <a:pt x="168" y="33"/>
                  </a:lnTo>
                  <a:lnTo>
                    <a:pt x="123" y="29"/>
                  </a:lnTo>
                  <a:lnTo>
                    <a:pt x="79" y="20"/>
                  </a:lnTo>
                  <a:lnTo>
                    <a:pt x="38" y="11"/>
                  </a:lnTo>
                  <a:lnTo>
                    <a:pt x="0" y="0"/>
                  </a:lnTo>
                  <a:lnTo>
                    <a:pt x="43" y="8"/>
                  </a:lnTo>
                  <a:lnTo>
                    <a:pt x="87" y="16"/>
                  </a:lnTo>
                  <a:lnTo>
                    <a:pt x="130" y="22"/>
                  </a:lnTo>
                  <a:lnTo>
                    <a:pt x="173" y="26"/>
                  </a:lnTo>
                  <a:lnTo>
                    <a:pt x="217" y="29"/>
                  </a:lnTo>
                  <a:lnTo>
                    <a:pt x="260" y="30"/>
                  </a:lnTo>
                  <a:lnTo>
                    <a:pt x="303" y="30"/>
                  </a:lnTo>
                  <a:lnTo>
                    <a:pt x="344" y="29"/>
                  </a:lnTo>
                  <a:lnTo>
                    <a:pt x="386" y="26"/>
                  </a:lnTo>
                  <a:lnTo>
                    <a:pt x="428" y="22"/>
                  </a:lnTo>
                  <a:lnTo>
                    <a:pt x="426" y="22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4" name="Freeform 133"/>
            <p:cNvSpPr>
              <a:spLocks/>
            </p:cNvSpPr>
            <p:nvPr/>
          </p:nvSpPr>
          <p:spPr bwMode="auto">
            <a:xfrm>
              <a:off x="2077" y="3919"/>
              <a:ext cx="28" cy="23"/>
            </a:xfrm>
            <a:custGeom>
              <a:avLst/>
              <a:gdLst>
                <a:gd name="T0" fmla="*/ 53 w 54"/>
                <a:gd name="T1" fmla="*/ 28 h 46"/>
                <a:gd name="T2" fmla="*/ 53 w 54"/>
                <a:gd name="T3" fmla="*/ 32 h 46"/>
                <a:gd name="T4" fmla="*/ 52 w 54"/>
                <a:gd name="T5" fmla="*/ 35 h 46"/>
                <a:gd name="T6" fmla="*/ 51 w 54"/>
                <a:gd name="T7" fmla="*/ 38 h 46"/>
                <a:gd name="T8" fmla="*/ 48 w 54"/>
                <a:gd name="T9" fmla="*/ 39 h 46"/>
                <a:gd name="T10" fmla="*/ 46 w 54"/>
                <a:gd name="T11" fmla="*/ 42 h 46"/>
                <a:gd name="T12" fmla="*/ 42 w 54"/>
                <a:gd name="T13" fmla="*/ 43 h 46"/>
                <a:gd name="T14" fmla="*/ 39 w 54"/>
                <a:gd name="T15" fmla="*/ 44 h 46"/>
                <a:gd name="T16" fmla="*/ 36 w 54"/>
                <a:gd name="T17" fmla="*/ 44 h 46"/>
                <a:gd name="T18" fmla="*/ 32 w 54"/>
                <a:gd name="T19" fmla="*/ 44 h 46"/>
                <a:gd name="T20" fmla="*/ 29 w 54"/>
                <a:gd name="T21" fmla="*/ 45 h 46"/>
                <a:gd name="T22" fmla="*/ 22 w 54"/>
                <a:gd name="T23" fmla="*/ 46 h 46"/>
                <a:gd name="T24" fmla="*/ 17 w 54"/>
                <a:gd name="T25" fmla="*/ 46 h 46"/>
                <a:gd name="T26" fmla="*/ 14 w 54"/>
                <a:gd name="T27" fmla="*/ 45 h 46"/>
                <a:gd name="T28" fmla="*/ 10 w 54"/>
                <a:gd name="T29" fmla="*/ 43 h 46"/>
                <a:gd name="T30" fmla="*/ 8 w 54"/>
                <a:gd name="T31" fmla="*/ 40 h 46"/>
                <a:gd name="T32" fmla="*/ 5 w 54"/>
                <a:gd name="T33" fmla="*/ 37 h 46"/>
                <a:gd name="T34" fmla="*/ 4 w 54"/>
                <a:gd name="T35" fmla="*/ 34 h 46"/>
                <a:gd name="T36" fmla="*/ 3 w 54"/>
                <a:gd name="T37" fmla="*/ 30 h 46"/>
                <a:gd name="T38" fmla="*/ 1 w 54"/>
                <a:gd name="T39" fmla="*/ 27 h 46"/>
                <a:gd name="T40" fmla="*/ 0 w 54"/>
                <a:gd name="T41" fmla="*/ 22 h 46"/>
                <a:gd name="T42" fmla="*/ 0 w 54"/>
                <a:gd name="T43" fmla="*/ 13 h 46"/>
                <a:gd name="T44" fmla="*/ 4 w 54"/>
                <a:gd name="T45" fmla="*/ 6 h 46"/>
                <a:gd name="T46" fmla="*/ 10 w 54"/>
                <a:gd name="T47" fmla="*/ 1 h 46"/>
                <a:gd name="T48" fmla="*/ 18 w 54"/>
                <a:gd name="T49" fmla="*/ 0 h 46"/>
                <a:gd name="T50" fmla="*/ 26 w 54"/>
                <a:gd name="T51" fmla="*/ 0 h 46"/>
                <a:gd name="T52" fmla="*/ 36 w 54"/>
                <a:gd name="T53" fmla="*/ 4 h 46"/>
                <a:gd name="T54" fmla="*/ 42 w 54"/>
                <a:gd name="T55" fmla="*/ 7 h 46"/>
                <a:gd name="T56" fmla="*/ 49 w 54"/>
                <a:gd name="T57" fmla="*/ 13 h 46"/>
                <a:gd name="T58" fmla="*/ 53 w 54"/>
                <a:gd name="T59" fmla="*/ 21 h 46"/>
                <a:gd name="T60" fmla="*/ 54 w 54"/>
                <a:gd name="T61" fmla="*/ 29 h 46"/>
                <a:gd name="T62" fmla="*/ 54 w 54"/>
                <a:gd name="T63" fmla="*/ 29 h 46"/>
                <a:gd name="T64" fmla="*/ 53 w 54"/>
                <a:gd name="T65" fmla="*/ 28 h 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4"/>
                <a:gd name="T100" fmla="*/ 0 h 46"/>
                <a:gd name="T101" fmla="*/ 54 w 54"/>
                <a:gd name="T102" fmla="*/ 46 h 4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4" h="46">
                  <a:moveTo>
                    <a:pt x="53" y="28"/>
                  </a:moveTo>
                  <a:lnTo>
                    <a:pt x="53" y="32"/>
                  </a:lnTo>
                  <a:lnTo>
                    <a:pt x="52" y="35"/>
                  </a:lnTo>
                  <a:lnTo>
                    <a:pt x="51" y="38"/>
                  </a:lnTo>
                  <a:lnTo>
                    <a:pt x="48" y="39"/>
                  </a:lnTo>
                  <a:lnTo>
                    <a:pt x="46" y="42"/>
                  </a:lnTo>
                  <a:lnTo>
                    <a:pt x="42" y="43"/>
                  </a:lnTo>
                  <a:lnTo>
                    <a:pt x="39" y="44"/>
                  </a:lnTo>
                  <a:lnTo>
                    <a:pt x="36" y="44"/>
                  </a:lnTo>
                  <a:lnTo>
                    <a:pt x="32" y="44"/>
                  </a:lnTo>
                  <a:lnTo>
                    <a:pt x="29" y="45"/>
                  </a:lnTo>
                  <a:lnTo>
                    <a:pt x="22" y="46"/>
                  </a:lnTo>
                  <a:lnTo>
                    <a:pt x="17" y="46"/>
                  </a:lnTo>
                  <a:lnTo>
                    <a:pt x="14" y="45"/>
                  </a:lnTo>
                  <a:lnTo>
                    <a:pt x="10" y="43"/>
                  </a:lnTo>
                  <a:lnTo>
                    <a:pt x="8" y="40"/>
                  </a:lnTo>
                  <a:lnTo>
                    <a:pt x="5" y="37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0" y="13"/>
                  </a:lnTo>
                  <a:lnTo>
                    <a:pt x="4" y="6"/>
                  </a:lnTo>
                  <a:lnTo>
                    <a:pt x="10" y="1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6" y="4"/>
                  </a:lnTo>
                  <a:lnTo>
                    <a:pt x="42" y="7"/>
                  </a:lnTo>
                  <a:lnTo>
                    <a:pt x="49" y="13"/>
                  </a:lnTo>
                  <a:lnTo>
                    <a:pt x="53" y="21"/>
                  </a:lnTo>
                  <a:lnTo>
                    <a:pt x="54" y="29"/>
                  </a:lnTo>
                  <a:lnTo>
                    <a:pt x="53" y="28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5" name="Freeform 134"/>
            <p:cNvSpPr>
              <a:spLocks/>
            </p:cNvSpPr>
            <p:nvPr/>
          </p:nvSpPr>
          <p:spPr bwMode="auto">
            <a:xfrm>
              <a:off x="1894" y="3933"/>
              <a:ext cx="282" cy="150"/>
            </a:xfrm>
            <a:custGeom>
              <a:avLst/>
              <a:gdLst>
                <a:gd name="T0" fmla="*/ 504 w 565"/>
                <a:gd name="T1" fmla="*/ 299 h 299"/>
                <a:gd name="T2" fmla="*/ 0 w 565"/>
                <a:gd name="T3" fmla="*/ 283 h 299"/>
                <a:gd name="T4" fmla="*/ 10 w 565"/>
                <a:gd name="T5" fmla="*/ 265 h 299"/>
                <a:gd name="T6" fmla="*/ 19 w 565"/>
                <a:gd name="T7" fmla="*/ 246 h 299"/>
                <a:gd name="T8" fmla="*/ 28 w 565"/>
                <a:gd name="T9" fmla="*/ 228 h 299"/>
                <a:gd name="T10" fmla="*/ 38 w 565"/>
                <a:gd name="T11" fmla="*/ 208 h 299"/>
                <a:gd name="T12" fmla="*/ 49 w 565"/>
                <a:gd name="T13" fmla="*/ 189 h 299"/>
                <a:gd name="T14" fmla="*/ 60 w 565"/>
                <a:gd name="T15" fmla="*/ 172 h 299"/>
                <a:gd name="T16" fmla="*/ 72 w 565"/>
                <a:gd name="T17" fmla="*/ 155 h 299"/>
                <a:gd name="T18" fmla="*/ 86 w 565"/>
                <a:gd name="T19" fmla="*/ 137 h 299"/>
                <a:gd name="T20" fmla="*/ 100 w 565"/>
                <a:gd name="T21" fmla="*/ 122 h 299"/>
                <a:gd name="T22" fmla="*/ 116 w 565"/>
                <a:gd name="T23" fmla="*/ 109 h 299"/>
                <a:gd name="T24" fmla="*/ 138 w 565"/>
                <a:gd name="T25" fmla="*/ 133 h 299"/>
                <a:gd name="T26" fmla="*/ 159 w 565"/>
                <a:gd name="T27" fmla="*/ 141 h 299"/>
                <a:gd name="T28" fmla="*/ 181 w 565"/>
                <a:gd name="T29" fmla="*/ 136 h 299"/>
                <a:gd name="T30" fmla="*/ 201 w 565"/>
                <a:gd name="T31" fmla="*/ 125 h 299"/>
                <a:gd name="T32" fmla="*/ 222 w 565"/>
                <a:gd name="T33" fmla="*/ 111 h 299"/>
                <a:gd name="T34" fmla="*/ 243 w 565"/>
                <a:gd name="T35" fmla="*/ 97 h 299"/>
                <a:gd name="T36" fmla="*/ 263 w 565"/>
                <a:gd name="T37" fmla="*/ 89 h 299"/>
                <a:gd name="T38" fmla="*/ 282 w 565"/>
                <a:gd name="T39" fmla="*/ 92 h 299"/>
                <a:gd name="T40" fmla="*/ 301 w 565"/>
                <a:gd name="T41" fmla="*/ 110 h 299"/>
                <a:gd name="T42" fmla="*/ 319 w 565"/>
                <a:gd name="T43" fmla="*/ 147 h 299"/>
                <a:gd name="T44" fmla="*/ 565 w 565"/>
                <a:gd name="T45" fmla="*/ 0 h 299"/>
                <a:gd name="T46" fmla="*/ 564 w 565"/>
                <a:gd name="T47" fmla="*/ 26 h 299"/>
                <a:gd name="T48" fmla="*/ 562 w 565"/>
                <a:gd name="T49" fmla="*/ 55 h 299"/>
                <a:gd name="T50" fmla="*/ 556 w 565"/>
                <a:gd name="T51" fmla="*/ 84 h 299"/>
                <a:gd name="T52" fmla="*/ 549 w 565"/>
                <a:gd name="T53" fmla="*/ 114 h 299"/>
                <a:gd name="T54" fmla="*/ 541 w 565"/>
                <a:gd name="T55" fmla="*/ 144 h 299"/>
                <a:gd name="T56" fmla="*/ 532 w 565"/>
                <a:gd name="T57" fmla="*/ 176 h 299"/>
                <a:gd name="T58" fmla="*/ 524 w 565"/>
                <a:gd name="T59" fmla="*/ 207 h 299"/>
                <a:gd name="T60" fmla="*/ 516 w 565"/>
                <a:gd name="T61" fmla="*/ 238 h 299"/>
                <a:gd name="T62" fmla="*/ 510 w 565"/>
                <a:gd name="T63" fmla="*/ 269 h 299"/>
                <a:gd name="T64" fmla="*/ 504 w 565"/>
                <a:gd name="T65" fmla="*/ 299 h 299"/>
                <a:gd name="T66" fmla="*/ 504 w 565"/>
                <a:gd name="T67" fmla="*/ 299 h 2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65"/>
                <a:gd name="T103" fmla="*/ 0 h 299"/>
                <a:gd name="T104" fmla="*/ 565 w 565"/>
                <a:gd name="T105" fmla="*/ 299 h 29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65" h="299">
                  <a:moveTo>
                    <a:pt x="504" y="299"/>
                  </a:moveTo>
                  <a:lnTo>
                    <a:pt x="0" y="283"/>
                  </a:lnTo>
                  <a:lnTo>
                    <a:pt x="10" y="265"/>
                  </a:lnTo>
                  <a:lnTo>
                    <a:pt x="19" y="246"/>
                  </a:lnTo>
                  <a:lnTo>
                    <a:pt x="28" y="228"/>
                  </a:lnTo>
                  <a:lnTo>
                    <a:pt x="38" y="208"/>
                  </a:lnTo>
                  <a:lnTo>
                    <a:pt x="49" y="189"/>
                  </a:lnTo>
                  <a:lnTo>
                    <a:pt x="60" y="172"/>
                  </a:lnTo>
                  <a:lnTo>
                    <a:pt x="72" y="155"/>
                  </a:lnTo>
                  <a:lnTo>
                    <a:pt x="86" y="137"/>
                  </a:lnTo>
                  <a:lnTo>
                    <a:pt x="100" y="122"/>
                  </a:lnTo>
                  <a:lnTo>
                    <a:pt x="116" y="109"/>
                  </a:lnTo>
                  <a:lnTo>
                    <a:pt x="138" y="133"/>
                  </a:lnTo>
                  <a:lnTo>
                    <a:pt x="159" y="141"/>
                  </a:lnTo>
                  <a:lnTo>
                    <a:pt x="181" y="136"/>
                  </a:lnTo>
                  <a:lnTo>
                    <a:pt x="201" y="125"/>
                  </a:lnTo>
                  <a:lnTo>
                    <a:pt x="222" y="111"/>
                  </a:lnTo>
                  <a:lnTo>
                    <a:pt x="243" y="97"/>
                  </a:lnTo>
                  <a:lnTo>
                    <a:pt x="263" y="89"/>
                  </a:lnTo>
                  <a:lnTo>
                    <a:pt x="282" y="92"/>
                  </a:lnTo>
                  <a:lnTo>
                    <a:pt x="301" y="110"/>
                  </a:lnTo>
                  <a:lnTo>
                    <a:pt x="319" y="147"/>
                  </a:lnTo>
                  <a:lnTo>
                    <a:pt x="565" y="0"/>
                  </a:lnTo>
                  <a:lnTo>
                    <a:pt x="564" y="26"/>
                  </a:lnTo>
                  <a:lnTo>
                    <a:pt x="562" y="55"/>
                  </a:lnTo>
                  <a:lnTo>
                    <a:pt x="556" y="84"/>
                  </a:lnTo>
                  <a:lnTo>
                    <a:pt x="549" y="114"/>
                  </a:lnTo>
                  <a:lnTo>
                    <a:pt x="541" y="144"/>
                  </a:lnTo>
                  <a:lnTo>
                    <a:pt x="532" y="176"/>
                  </a:lnTo>
                  <a:lnTo>
                    <a:pt x="524" y="207"/>
                  </a:lnTo>
                  <a:lnTo>
                    <a:pt x="516" y="238"/>
                  </a:lnTo>
                  <a:lnTo>
                    <a:pt x="510" y="269"/>
                  </a:lnTo>
                  <a:lnTo>
                    <a:pt x="504" y="299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6" name="Freeform 135"/>
            <p:cNvSpPr>
              <a:spLocks/>
            </p:cNvSpPr>
            <p:nvPr/>
          </p:nvSpPr>
          <p:spPr bwMode="auto">
            <a:xfrm>
              <a:off x="1843" y="3949"/>
              <a:ext cx="4" cy="19"/>
            </a:xfrm>
            <a:custGeom>
              <a:avLst/>
              <a:gdLst>
                <a:gd name="T0" fmla="*/ 9 w 9"/>
                <a:gd name="T1" fmla="*/ 0 h 38"/>
                <a:gd name="T2" fmla="*/ 0 w 9"/>
                <a:gd name="T3" fmla="*/ 38 h 38"/>
                <a:gd name="T4" fmla="*/ 9 w 9"/>
                <a:gd name="T5" fmla="*/ 0 h 38"/>
                <a:gd name="T6" fmla="*/ 9 w 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38"/>
                <a:gd name="T14" fmla="*/ 9 w 9"/>
                <a:gd name="T15" fmla="*/ 38 h 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38">
                  <a:moveTo>
                    <a:pt x="9" y="0"/>
                  </a:moveTo>
                  <a:lnTo>
                    <a:pt x="0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7" name="Freeform 136"/>
            <p:cNvSpPr>
              <a:spLocks/>
            </p:cNvSpPr>
            <p:nvPr/>
          </p:nvSpPr>
          <p:spPr bwMode="auto">
            <a:xfrm>
              <a:off x="1881" y="3955"/>
              <a:ext cx="24" cy="52"/>
            </a:xfrm>
            <a:custGeom>
              <a:avLst/>
              <a:gdLst>
                <a:gd name="T0" fmla="*/ 47 w 48"/>
                <a:gd name="T1" fmla="*/ 0 h 103"/>
                <a:gd name="T2" fmla="*/ 0 w 48"/>
                <a:gd name="T3" fmla="*/ 103 h 103"/>
                <a:gd name="T4" fmla="*/ 48 w 48"/>
                <a:gd name="T5" fmla="*/ 0 h 103"/>
                <a:gd name="T6" fmla="*/ 48 w 48"/>
                <a:gd name="T7" fmla="*/ 0 h 103"/>
                <a:gd name="T8" fmla="*/ 47 w 4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03"/>
                <a:gd name="T17" fmla="*/ 48 w 48"/>
                <a:gd name="T18" fmla="*/ 103 h 1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03">
                  <a:moveTo>
                    <a:pt x="47" y="0"/>
                  </a:moveTo>
                  <a:lnTo>
                    <a:pt x="0" y="103"/>
                  </a:lnTo>
                  <a:lnTo>
                    <a:pt x="48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8" name="Freeform 137"/>
            <p:cNvSpPr>
              <a:spLocks/>
            </p:cNvSpPr>
            <p:nvPr/>
          </p:nvSpPr>
          <p:spPr bwMode="auto">
            <a:xfrm>
              <a:off x="1824" y="3961"/>
              <a:ext cx="8" cy="30"/>
            </a:xfrm>
            <a:custGeom>
              <a:avLst/>
              <a:gdLst>
                <a:gd name="T0" fmla="*/ 0 w 17"/>
                <a:gd name="T1" fmla="*/ 60 h 60"/>
                <a:gd name="T2" fmla="*/ 17 w 17"/>
                <a:gd name="T3" fmla="*/ 0 h 60"/>
                <a:gd name="T4" fmla="*/ 10 w 17"/>
                <a:gd name="T5" fmla="*/ 55 h 60"/>
                <a:gd name="T6" fmla="*/ 0 w 17"/>
                <a:gd name="T7" fmla="*/ 60 h 60"/>
                <a:gd name="T8" fmla="*/ 0 w 17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60"/>
                <a:gd name="T17" fmla="*/ 17 w 17"/>
                <a:gd name="T18" fmla="*/ 60 h 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60">
                  <a:moveTo>
                    <a:pt x="0" y="60"/>
                  </a:moveTo>
                  <a:lnTo>
                    <a:pt x="17" y="0"/>
                  </a:lnTo>
                  <a:lnTo>
                    <a:pt x="10" y="55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29" name="Freeform 138"/>
            <p:cNvSpPr>
              <a:spLocks/>
            </p:cNvSpPr>
            <p:nvPr/>
          </p:nvSpPr>
          <p:spPr bwMode="auto">
            <a:xfrm>
              <a:off x="1878" y="3968"/>
              <a:ext cx="8" cy="23"/>
            </a:xfrm>
            <a:custGeom>
              <a:avLst/>
              <a:gdLst>
                <a:gd name="T0" fmla="*/ 15 w 16"/>
                <a:gd name="T1" fmla="*/ 0 h 45"/>
                <a:gd name="T2" fmla="*/ 0 w 16"/>
                <a:gd name="T3" fmla="*/ 45 h 45"/>
                <a:gd name="T4" fmla="*/ 16 w 16"/>
                <a:gd name="T5" fmla="*/ 0 h 45"/>
                <a:gd name="T6" fmla="*/ 16 w 16"/>
                <a:gd name="T7" fmla="*/ 0 h 45"/>
                <a:gd name="T8" fmla="*/ 15 w 16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45"/>
                <a:gd name="T17" fmla="*/ 16 w 16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45">
                  <a:moveTo>
                    <a:pt x="15" y="0"/>
                  </a:moveTo>
                  <a:lnTo>
                    <a:pt x="0" y="45"/>
                  </a:lnTo>
                  <a:lnTo>
                    <a:pt x="16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0" name="Freeform 139"/>
            <p:cNvSpPr>
              <a:spLocks/>
            </p:cNvSpPr>
            <p:nvPr/>
          </p:nvSpPr>
          <p:spPr bwMode="auto">
            <a:xfrm>
              <a:off x="2315" y="3994"/>
              <a:ext cx="11" cy="139"/>
            </a:xfrm>
            <a:custGeom>
              <a:avLst/>
              <a:gdLst>
                <a:gd name="T0" fmla="*/ 0 w 22"/>
                <a:gd name="T1" fmla="*/ 276 h 278"/>
                <a:gd name="T2" fmla="*/ 22 w 22"/>
                <a:gd name="T3" fmla="*/ 0 h 278"/>
                <a:gd name="T4" fmla="*/ 7 w 22"/>
                <a:gd name="T5" fmla="*/ 278 h 278"/>
                <a:gd name="T6" fmla="*/ 0 w 22"/>
                <a:gd name="T7" fmla="*/ 278 h 278"/>
                <a:gd name="T8" fmla="*/ 0 w 22"/>
                <a:gd name="T9" fmla="*/ 278 h 278"/>
                <a:gd name="T10" fmla="*/ 0 w 22"/>
                <a:gd name="T11" fmla="*/ 276 h 2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78"/>
                <a:gd name="T20" fmla="*/ 22 w 22"/>
                <a:gd name="T21" fmla="*/ 278 h 27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78">
                  <a:moveTo>
                    <a:pt x="0" y="276"/>
                  </a:moveTo>
                  <a:lnTo>
                    <a:pt x="22" y="0"/>
                  </a:lnTo>
                  <a:lnTo>
                    <a:pt x="7" y="278"/>
                  </a:lnTo>
                  <a:lnTo>
                    <a:pt x="0" y="278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1" name="Freeform 140"/>
            <p:cNvSpPr>
              <a:spLocks/>
            </p:cNvSpPr>
            <p:nvPr/>
          </p:nvSpPr>
          <p:spPr bwMode="auto">
            <a:xfrm>
              <a:off x="1721" y="3999"/>
              <a:ext cx="4" cy="14"/>
            </a:xfrm>
            <a:custGeom>
              <a:avLst/>
              <a:gdLst>
                <a:gd name="T0" fmla="*/ 6 w 7"/>
                <a:gd name="T1" fmla="*/ 0 h 29"/>
                <a:gd name="T2" fmla="*/ 0 w 7"/>
                <a:gd name="T3" fmla="*/ 29 h 29"/>
                <a:gd name="T4" fmla="*/ 7 w 7"/>
                <a:gd name="T5" fmla="*/ 0 h 29"/>
                <a:gd name="T6" fmla="*/ 7 w 7"/>
                <a:gd name="T7" fmla="*/ 0 h 29"/>
                <a:gd name="T8" fmla="*/ 6 w 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9"/>
                <a:gd name="T17" fmla="*/ 7 w 7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9">
                  <a:moveTo>
                    <a:pt x="6" y="0"/>
                  </a:moveTo>
                  <a:lnTo>
                    <a:pt x="0" y="29"/>
                  </a:lnTo>
                  <a:lnTo>
                    <a:pt x="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2" name="Freeform 141"/>
            <p:cNvSpPr>
              <a:spLocks/>
            </p:cNvSpPr>
            <p:nvPr/>
          </p:nvSpPr>
          <p:spPr bwMode="auto">
            <a:xfrm>
              <a:off x="1747" y="3999"/>
              <a:ext cx="47" cy="41"/>
            </a:xfrm>
            <a:custGeom>
              <a:avLst/>
              <a:gdLst>
                <a:gd name="T0" fmla="*/ 0 w 95"/>
                <a:gd name="T1" fmla="*/ 83 h 84"/>
                <a:gd name="T2" fmla="*/ 16 w 95"/>
                <a:gd name="T3" fmla="*/ 81 h 84"/>
                <a:gd name="T4" fmla="*/ 30 w 95"/>
                <a:gd name="T5" fmla="*/ 78 h 84"/>
                <a:gd name="T6" fmla="*/ 40 w 95"/>
                <a:gd name="T7" fmla="*/ 71 h 84"/>
                <a:gd name="T8" fmla="*/ 51 w 95"/>
                <a:gd name="T9" fmla="*/ 63 h 84"/>
                <a:gd name="T10" fmla="*/ 59 w 95"/>
                <a:gd name="T11" fmla="*/ 54 h 84"/>
                <a:gd name="T12" fmla="*/ 66 w 95"/>
                <a:gd name="T13" fmla="*/ 43 h 84"/>
                <a:gd name="T14" fmla="*/ 73 w 95"/>
                <a:gd name="T15" fmla="*/ 33 h 84"/>
                <a:gd name="T16" fmla="*/ 78 w 95"/>
                <a:gd name="T17" fmla="*/ 21 h 84"/>
                <a:gd name="T18" fmla="*/ 85 w 95"/>
                <a:gd name="T19" fmla="*/ 11 h 84"/>
                <a:gd name="T20" fmla="*/ 93 w 95"/>
                <a:gd name="T21" fmla="*/ 0 h 84"/>
                <a:gd name="T22" fmla="*/ 95 w 95"/>
                <a:gd name="T23" fmla="*/ 22 h 84"/>
                <a:gd name="T24" fmla="*/ 95 w 95"/>
                <a:gd name="T25" fmla="*/ 40 h 84"/>
                <a:gd name="T26" fmla="*/ 92 w 95"/>
                <a:gd name="T27" fmla="*/ 52 h 84"/>
                <a:gd name="T28" fmla="*/ 88 w 95"/>
                <a:gd name="T29" fmla="*/ 63 h 84"/>
                <a:gd name="T30" fmla="*/ 80 w 95"/>
                <a:gd name="T31" fmla="*/ 70 h 84"/>
                <a:gd name="T32" fmla="*/ 70 w 95"/>
                <a:gd name="T33" fmla="*/ 74 h 84"/>
                <a:gd name="T34" fmla="*/ 58 w 95"/>
                <a:gd name="T35" fmla="*/ 77 h 84"/>
                <a:gd name="T36" fmla="*/ 41 w 95"/>
                <a:gd name="T37" fmla="*/ 79 h 84"/>
                <a:gd name="T38" fmla="*/ 23 w 95"/>
                <a:gd name="T39" fmla="*/ 81 h 84"/>
                <a:gd name="T40" fmla="*/ 0 w 95"/>
                <a:gd name="T41" fmla="*/ 84 h 84"/>
                <a:gd name="T42" fmla="*/ 0 w 95"/>
                <a:gd name="T43" fmla="*/ 84 h 84"/>
                <a:gd name="T44" fmla="*/ 0 w 95"/>
                <a:gd name="T45" fmla="*/ 83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5"/>
                <a:gd name="T70" fmla="*/ 0 h 84"/>
                <a:gd name="T71" fmla="*/ 95 w 95"/>
                <a:gd name="T72" fmla="*/ 84 h 8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5" h="84">
                  <a:moveTo>
                    <a:pt x="0" y="83"/>
                  </a:moveTo>
                  <a:lnTo>
                    <a:pt x="16" y="81"/>
                  </a:lnTo>
                  <a:lnTo>
                    <a:pt x="30" y="78"/>
                  </a:lnTo>
                  <a:lnTo>
                    <a:pt x="40" y="71"/>
                  </a:lnTo>
                  <a:lnTo>
                    <a:pt x="51" y="63"/>
                  </a:lnTo>
                  <a:lnTo>
                    <a:pt x="59" y="54"/>
                  </a:lnTo>
                  <a:lnTo>
                    <a:pt x="66" y="43"/>
                  </a:lnTo>
                  <a:lnTo>
                    <a:pt x="73" y="33"/>
                  </a:lnTo>
                  <a:lnTo>
                    <a:pt x="78" y="21"/>
                  </a:lnTo>
                  <a:lnTo>
                    <a:pt x="85" y="11"/>
                  </a:lnTo>
                  <a:lnTo>
                    <a:pt x="93" y="0"/>
                  </a:lnTo>
                  <a:lnTo>
                    <a:pt x="95" y="22"/>
                  </a:lnTo>
                  <a:lnTo>
                    <a:pt x="95" y="40"/>
                  </a:lnTo>
                  <a:lnTo>
                    <a:pt x="92" y="52"/>
                  </a:lnTo>
                  <a:lnTo>
                    <a:pt x="88" y="63"/>
                  </a:lnTo>
                  <a:lnTo>
                    <a:pt x="80" y="70"/>
                  </a:lnTo>
                  <a:lnTo>
                    <a:pt x="70" y="74"/>
                  </a:lnTo>
                  <a:lnTo>
                    <a:pt x="58" y="77"/>
                  </a:lnTo>
                  <a:lnTo>
                    <a:pt x="41" y="79"/>
                  </a:lnTo>
                  <a:lnTo>
                    <a:pt x="23" y="81"/>
                  </a:lnTo>
                  <a:lnTo>
                    <a:pt x="0" y="84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7E7E9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3" name="Freeform 142"/>
            <p:cNvSpPr>
              <a:spLocks/>
            </p:cNvSpPr>
            <p:nvPr/>
          </p:nvSpPr>
          <p:spPr bwMode="auto">
            <a:xfrm>
              <a:off x="1388" y="3022"/>
              <a:ext cx="1" cy="2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1 h 3"/>
                <a:gd name="T6" fmla="*/ 1 w 1"/>
                <a:gd name="T7" fmla="*/ 1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3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0 h 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"/>
                <a:gd name="T46" fmla="*/ 0 h 3"/>
                <a:gd name="T47" fmla="*/ 1 w 1"/>
                <a:gd name="T48" fmla="*/ 3 h 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4" name="Freeform 143"/>
            <p:cNvSpPr>
              <a:spLocks/>
            </p:cNvSpPr>
            <p:nvPr/>
          </p:nvSpPr>
          <p:spPr bwMode="auto">
            <a:xfrm>
              <a:off x="1377" y="3007"/>
              <a:ext cx="11" cy="16"/>
            </a:xfrm>
            <a:custGeom>
              <a:avLst/>
              <a:gdLst>
                <a:gd name="T0" fmla="*/ 0 w 21"/>
                <a:gd name="T1" fmla="*/ 31 h 32"/>
                <a:gd name="T2" fmla="*/ 21 w 21"/>
                <a:gd name="T3" fmla="*/ 32 h 32"/>
                <a:gd name="T4" fmla="*/ 20 w 21"/>
                <a:gd name="T5" fmla="*/ 28 h 32"/>
                <a:gd name="T6" fmla="*/ 18 w 21"/>
                <a:gd name="T7" fmla="*/ 25 h 32"/>
                <a:gd name="T8" fmla="*/ 16 w 21"/>
                <a:gd name="T9" fmla="*/ 21 h 32"/>
                <a:gd name="T10" fmla="*/ 15 w 21"/>
                <a:gd name="T11" fmla="*/ 18 h 32"/>
                <a:gd name="T12" fmla="*/ 13 w 21"/>
                <a:gd name="T13" fmla="*/ 15 h 32"/>
                <a:gd name="T14" fmla="*/ 12 w 21"/>
                <a:gd name="T15" fmla="*/ 12 h 32"/>
                <a:gd name="T16" fmla="*/ 11 w 21"/>
                <a:gd name="T17" fmla="*/ 9 h 32"/>
                <a:gd name="T18" fmla="*/ 10 w 21"/>
                <a:gd name="T19" fmla="*/ 5 h 32"/>
                <a:gd name="T20" fmla="*/ 8 w 21"/>
                <a:gd name="T21" fmla="*/ 3 h 32"/>
                <a:gd name="T22" fmla="*/ 7 w 21"/>
                <a:gd name="T23" fmla="*/ 0 h 32"/>
                <a:gd name="T24" fmla="*/ 0 w 21"/>
                <a:gd name="T25" fmla="*/ 32 h 32"/>
                <a:gd name="T26" fmla="*/ 0 w 21"/>
                <a:gd name="T27" fmla="*/ 32 h 32"/>
                <a:gd name="T28" fmla="*/ 0 w 21"/>
                <a:gd name="T29" fmla="*/ 31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1"/>
                <a:gd name="T46" fmla="*/ 0 h 32"/>
                <a:gd name="T47" fmla="*/ 21 w 21"/>
                <a:gd name="T48" fmla="*/ 32 h 3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1" h="32">
                  <a:moveTo>
                    <a:pt x="0" y="31"/>
                  </a:moveTo>
                  <a:lnTo>
                    <a:pt x="21" y="32"/>
                  </a:lnTo>
                  <a:lnTo>
                    <a:pt x="20" y="28"/>
                  </a:lnTo>
                  <a:lnTo>
                    <a:pt x="18" y="25"/>
                  </a:lnTo>
                  <a:lnTo>
                    <a:pt x="16" y="21"/>
                  </a:lnTo>
                  <a:lnTo>
                    <a:pt x="15" y="18"/>
                  </a:lnTo>
                  <a:lnTo>
                    <a:pt x="13" y="15"/>
                  </a:lnTo>
                  <a:lnTo>
                    <a:pt x="12" y="12"/>
                  </a:lnTo>
                  <a:lnTo>
                    <a:pt x="11" y="9"/>
                  </a:lnTo>
                  <a:lnTo>
                    <a:pt x="10" y="5"/>
                  </a:lnTo>
                  <a:lnTo>
                    <a:pt x="8" y="3"/>
                  </a:lnTo>
                  <a:lnTo>
                    <a:pt x="7" y="0"/>
                  </a:lnTo>
                  <a:lnTo>
                    <a:pt x="0" y="32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5" name="Freeform 144"/>
            <p:cNvSpPr>
              <a:spLocks/>
            </p:cNvSpPr>
            <p:nvPr/>
          </p:nvSpPr>
          <p:spPr bwMode="auto">
            <a:xfrm>
              <a:off x="1441" y="3130"/>
              <a:ext cx="1" cy="3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 h 6"/>
                <a:gd name="T4" fmla="*/ 0 w 1"/>
                <a:gd name="T5" fmla="*/ 1 h 6"/>
                <a:gd name="T6" fmla="*/ 0 w 1"/>
                <a:gd name="T7" fmla="*/ 2 h 6"/>
                <a:gd name="T8" fmla="*/ 0 w 1"/>
                <a:gd name="T9" fmla="*/ 2 h 6"/>
                <a:gd name="T10" fmla="*/ 0 w 1"/>
                <a:gd name="T11" fmla="*/ 2 h 6"/>
                <a:gd name="T12" fmla="*/ 0 w 1"/>
                <a:gd name="T13" fmla="*/ 3 h 6"/>
                <a:gd name="T14" fmla="*/ 0 w 1"/>
                <a:gd name="T15" fmla="*/ 3 h 6"/>
                <a:gd name="T16" fmla="*/ 0 w 1"/>
                <a:gd name="T17" fmla="*/ 3 h 6"/>
                <a:gd name="T18" fmla="*/ 0 w 1"/>
                <a:gd name="T19" fmla="*/ 4 h 6"/>
                <a:gd name="T20" fmla="*/ 0 w 1"/>
                <a:gd name="T21" fmla="*/ 4 h 6"/>
                <a:gd name="T22" fmla="*/ 0 w 1"/>
                <a:gd name="T23" fmla="*/ 6 h 6"/>
                <a:gd name="T24" fmla="*/ 1 w 1"/>
                <a:gd name="T25" fmla="*/ 6 h 6"/>
                <a:gd name="T26" fmla="*/ 1 w 1"/>
                <a:gd name="T27" fmla="*/ 6 h 6"/>
                <a:gd name="T28" fmla="*/ 1 w 1"/>
                <a:gd name="T29" fmla="*/ 6 h 6"/>
                <a:gd name="T30" fmla="*/ 1 w 1"/>
                <a:gd name="T31" fmla="*/ 4 h 6"/>
                <a:gd name="T32" fmla="*/ 1 w 1"/>
                <a:gd name="T33" fmla="*/ 4 h 6"/>
                <a:gd name="T34" fmla="*/ 1 w 1"/>
                <a:gd name="T35" fmla="*/ 3 h 6"/>
                <a:gd name="T36" fmla="*/ 1 w 1"/>
                <a:gd name="T37" fmla="*/ 3 h 6"/>
                <a:gd name="T38" fmla="*/ 1 w 1"/>
                <a:gd name="T39" fmla="*/ 2 h 6"/>
                <a:gd name="T40" fmla="*/ 0 w 1"/>
                <a:gd name="T41" fmla="*/ 1 h 6"/>
                <a:gd name="T42" fmla="*/ 0 w 1"/>
                <a:gd name="T43" fmla="*/ 1 h 6"/>
                <a:gd name="T44" fmla="*/ 0 w 1"/>
                <a:gd name="T45" fmla="*/ 0 h 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"/>
                <a:gd name="T70" fmla="*/ 0 h 6"/>
                <a:gd name="T71" fmla="*/ 1 w 1"/>
                <a:gd name="T72" fmla="*/ 6 h 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" h="6">
                  <a:moveTo>
                    <a:pt x="0" y="0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6" name="Freeform 145"/>
            <p:cNvSpPr>
              <a:spLocks/>
            </p:cNvSpPr>
            <p:nvPr/>
          </p:nvSpPr>
          <p:spPr bwMode="auto">
            <a:xfrm>
              <a:off x="1396" y="3095"/>
              <a:ext cx="91" cy="111"/>
            </a:xfrm>
            <a:custGeom>
              <a:avLst/>
              <a:gdLst>
                <a:gd name="T0" fmla="*/ 29 w 183"/>
                <a:gd name="T1" fmla="*/ 38 h 223"/>
                <a:gd name="T2" fmla="*/ 0 w 183"/>
                <a:gd name="T3" fmla="*/ 0 h 223"/>
                <a:gd name="T4" fmla="*/ 15 w 183"/>
                <a:gd name="T5" fmla="*/ 26 h 223"/>
                <a:gd name="T6" fmla="*/ 30 w 183"/>
                <a:gd name="T7" fmla="*/ 50 h 223"/>
                <a:gd name="T8" fmla="*/ 45 w 183"/>
                <a:gd name="T9" fmla="*/ 74 h 223"/>
                <a:gd name="T10" fmla="*/ 62 w 183"/>
                <a:gd name="T11" fmla="*/ 97 h 223"/>
                <a:gd name="T12" fmla="*/ 78 w 183"/>
                <a:gd name="T13" fmla="*/ 119 h 223"/>
                <a:gd name="T14" fmla="*/ 95 w 183"/>
                <a:gd name="T15" fmla="*/ 141 h 223"/>
                <a:gd name="T16" fmla="*/ 114 w 183"/>
                <a:gd name="T17" fmla="*/ 162 h 223"/>
                <a:gd name="T18" fmla="*/ 133 w 183"/>
                <a:gd name="T19" fmla="*/ 183 h 223"/>
                <a:gd name="T20" fmla="*/ 154 w 183"/>
                <a:gd name="T21" fmla="*/ 204 h 223"/>
                <a:gd name="T22" fmla="*/ 176 w 183"/>
                <a:gd name="T23" fmla="*/ 223 h 223"/>
                <a:gd name="T24" fmla="*/ 183 w 183"/>
                <a:gd name="T25" fmla="*/ 217 h 223"/>
                <a:gd name="T26" fmla="*/ 106 w 183"/>
                <a:gd name="T27" fmla="*/ 131 h 223"/>
                <a:gd name="T28" fmla="*/ 116 w 183"/>
                <a:gd name="T29" fmla="*/ 125 h 223"/>
                <a:gd name="T30" fmla="*/ 29 w 183"/>
                <a:gd name="T31" fmla="*/ 48 h 223"/>
                <a:gd name="T32" fmla="*/ 40 w 183"/>
                <a:gd name="T33" fmla="*/ 38 h 223"/>
                <a:gd name="T34" fmla="*/ 29 w 183"/>
                <a:gd name="T35" fmla="*/ 27 h 223"/>
                <a:gd name="T36" fmla="*/ 29 w 183"/>
                <a:gd name="T37" fmla="*/ 28 h 223"/>
                <a:gd name="T38" fmla="*/ 29 w 183"/>
                <a:gd name="T39" fmla="*/ 29 h 223"/>
                <a:gd name="T40" fmla="*/ 29 w 183"/>
                <a:gd name="T41" fmla="*/ 30 h 223"/>
                <a:gd name="T42" fmla="*/ 30 w 183"/>
                <a:gd name="T43" fmla="*/ 31 h 223"/>
                <a:gd name="T44" fmla="*/ 30 w 183"/>
                <a:gd name="T45" fmla="*/ 33 h 223"/>
                <a:gd name="T46" fmla="*/ 30 w 183"/>
                <a:gd name="T47" fmla="*/ 34 h 223"/>
                <a:gd name="T48" fmla="*/ 29 w 183"/>
                <a:gd name="T49" fmla="*/ 35 h 223"/>
                <a:gd name="T50" fmla="*/ 29 w 183"/>
                <a:gd name="T51" fmla="*/ 36 h 223"/>
                <a:gd name="T52" fmla="*/ 29 w 183"/>
                <a:gd name="T53" fmla="*/ 37 h 223"/>
                <a:gd name="T54" fmla="*/ 29 w 183"/>
                <a:gd name="T55" fmla="*/ 38 h 223"/>
                <a:gd name="T56" fmla="*/ 29 w 183"/>
                <a:gd name="T57" fmla="*/ 38 h 2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3"/>
                <a:gd name="T88" fmla="*/ 0 h 223"/>
                <a:gd name="T89" fmla="*/ 183 w 183"/>
                <a:gd name="T90" fmla="*/ 223 h 22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3" h="223">
                  <a:moveTo>
                    <a:pt x="29" y="38"/>
                  </a:moveTo>
                  <a:lnTo>
                    <a:pt x="0" y="0"/>
                  </a:lnTo>
                  <a:lnTo>
                    <a:pt x="15" y="26"/>
                  </a:lnTo>
                  <a:lnTo>
                    <a:pt x="30" y="50"/>
                  </a:lnTo>
                  <a:lnTo>
                    <a:pt x="45" y="74"/>
                  </a:lnTo>
                  <a:lnTo>
                    <a:pt x="62" y="97"/>
                  </a:lnTo>
                  <a:lnTo>
                    <a:pt x="78" y="119"/>
                  </a:lnTo>
                  <a:lnTo>
                    <a:pt x="95" y="141"/>
                  </a:lnTo>
                  <a:lnTo>
                    <a:pt x="114" y="162"/>
                  </a:lnTo>
                  <a:lnTo>
                    <a:pt x="133" y="183"/>
                  </a:lnTo>
                  <a:lnTo>
                    <a:pt x="154" y="204"/>
                  </a:lnTo>
                  <a:lnTo>
                    <a:pt x="176" y="223"/>
                  </a:lnTo>
                  <a:lnTo>
                    <a:pt x="183" y="217"/>
                  </a:lnTo>
                  <a:lnTo>
                    <a:pt x="106" y="131"/>
                  </a:lnTo>
                  <a:lnTo>
                    <a:pt x="116" y="125"/>
                  </a:lnTo>
                  <a:lnTo>
                    <a:pt x="29" y="48"/>
                  </a:lnTo>
                  <a:lnTo>
                    <a:pt x="40" y="38"/>
                  </a:lnTo>
                  <a:lnTo>
                    <a:pt x="29" y="27"/>
                  </a:lnTo>
                  <a:lnTo>
                    <a:pt x="29" y="28"/>
                  </a:lnTo>
                  <a:lnTo>
                    <a:pt x="29" y="29"/>
                  </a:lnTo>
                  <a:lnTo>
                    <a:pt x="29" y="30"/>
                  </a:lnTo>
                  <a:lnTo>
                    <a:pt x="30" y="31"/>
                  </a:lnTo>
                  <a:lnTo>
                    <a:pt x="30" y="33"/>
                  </a:lnTo>
                  <a:lnTo>
                    <a:pt x="30" y="34"/>
                  </a:lnTo>
                  <a:lnTo>
                    <a:pt x="29" y="35"/>
                  </a:lnTo>
                  <a:lnTo>
                    <a:pt x="29" y="36"/>
                  </a:lnTo>
                  <a:lnTo>
                    <a:pt x="29" y="37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7" name="Freeform 146"/>
            <p:cNvSpPr>
              <a:spLocks/>
            </p:cNvSpPr>
            <p:nvPr/>
          </p:nvSpPr>
          <p:spPr bwMode="auto">
            <a:xfrm>
              <a:off x="1667" y="3884"/>
              <a:ext cx="276" cy="225"/>
            </a:xfrm>
            <a:custGeom>
              <a:avLst/>
              <a:gdLst>
                <a:gd name="T0" fmla="*/ 400 w 553"/>
                <a:gd name="T1" fmla="*/ 22 h 449"/>
                <a:gd name="T2" fmla="*/ 318 w 553"/>
                <a:gd name="T3" fmla="*/ 68 h 449"/>
                <a:gd name="T4" fmla="*/ 244 w 553"/>
                <a:gd name="T5" fmla="*/ 121 h 449"/>
                <a:gd name="T6" fmla="*/ 177 w 553"/>
                <a:gd name="T7" fmla="*/ 182 h 449"/>
                <a:gd name="T8" fmla="*/ 119 w 553"/>
                <a:gd name="T9" fmla="*/ 255 h 449"/>
                <a:gd name="T10" fmla="*/ 85 w 553"/>
                <a:gd name="T11" fmla="*/ 303 h 449"/>
                <a:gd name="T12" fmla="*/ 65 w 553"/>
                <a:gd name="T13" fmla="*/ 318 h 449"/>
                <a:gd name="T14" fmla="*/ 44 w 553"/>
                <a:gd name="T15" fmla="*/ 331 h 449"/>
                <a:gd name="T16" fmla="*/ 26 w 553"/>
                <a:gd name="T17" fmla="*/ 340 h 449"/>
                <a:gd name="T18" fmla="*/ 8 w 553"/>
                <a:gd name="T19" fmla="*/ 344 h 449"/>
                <a:gd name="T20" fmla="*/ 22 w 553"/>
                <a:gd name="T21" fmla="*/ 366 h 449"/>
                <a:gd name="T22" fmla="*/ 64 w 553"/>
                <a:gd name="T23" fmla="*/ 375 h 449"/>
                <a:gd name="T24" fmla="*/ 104 w 553"/>
                <a:gd name="T25" fmla="*/ 358 h 449"/>
                <a:gd name="T26" fmla="*/ 145 w 553"/>
                <a:gd name="T27" fmla="*/ 333 h 449"/>
                <a:gd name="T28" fmla="*/ 186 w 553"/>
                <a:gd name="T29" fmla="*/ 318 h 449"/>
                <a:gd name="T30" fmla="*/ 200 w 553"/>
                <a:gd name="T31" fmla="*/ 332 h 449"/>
                <a:gd name="T32" fmla="*/ 178 w 553"/>
                <a:gd name="T33" fmla="*/ 352 h 449"/>
                <a:gd name="T34" fmla="*/ 152 w 553"/>
                <a:gd name="T35" fmla="*/ 369 h 449"/>
                <a:gd name="T36" fmla="*/ 123 w 553"/>
                <a:gd name="T37" fmla="*/ 384 h 449"/>
                <a:gd name="T38" fmla="*/ 96 w 553"/>
                <a:gd name="T39" fmla="*/ 398 h 449"/>
                <a:gd name="T40" fmla="*/ 138 w 553"/>
                <a:gd name="T41" fmla="*/ 427 h 449"/>
                <a:gd name="T42" fmla="*/ 175 w 553"/>
                <a:gd name="T43" fmla="*/ 398 h 449"/>
                <a:gd name="T44" fmla="*/ 218 w 553"/>
                <a:gd name="T45" fmla="*/ 380 h 449"/>
                <a:gd name="T46" fmla="*/ 261 w 553"/>
                <a:gd name="T47" fmla="*/ 365 h 449"/>
                <a:gd name="T48" fmla="*/ 300 w 553"/>
                <a:gd name="T49" fmla="*/ 344 h 449"/>
                <a:gd name="T50" fmla="*/ 330 w 553"/>
                <a:gd name="T51" fmla="*/ 313 h 449"/>
                <a:gd name="T52" fmla="*/ 325 w 553"/>
                <a:gd name="T53" fmla="*/ 355 h 449"/>
                <a:gd name="T54" fmla="*/ 297 w 553"/>
                <a:gd name="T55" fmla="*/ 380 h 449"/>
                <a:gd name="T56" fmla="*/ 259 w 553"/>
                <a:gd name="T57" fmla="*/ 395 h 449"/>
                <a:gd name="T58" fmla="*/ 219 w 553"/>
                <a:gd name="T59" fmla="*/ 411 h 449"/>
                <a:gd name="T60" fmla="*/ 186 w 553"/>
                <a:gd name="T61" fmla="*/ 436 h 449"/>
                <a:gd name="T62" fmla="*/ 221 w 553"/>
                <a:gd name="T63" fmla="*/ 436 h 449"/>
                <a:gd name="T64" fmla="*/ 257 w 553"/>
                <a:gd name="T65" fmla="*/ 425 h 449"/>
                <a:gd name="T66" fmla="*/ 290 w 553"/>
                <a:gd name="T67" fmla="*/ 407 h 449"/>
                <a:gd name="T68" fmla="*/ 325 w 553"/>
                <a:gd name="T69" fmla="*/ 389 h 449"/>
                <a:gd name="T70" fmla="*/ 361 w 553"/>
                <a:gd name="T71" fmla="*/ 373 h 449"/>
                <a:gd name="T72" fmla="*/ 368 w 553"/>
                <a:gd name="T73" fmla="*/ 397 h 449"/>
                <a:gd name="T74" fmla="*/ 357 w 553"/>
                <a:gd name="T75" fmla="*/ 417 h 449"/>
                <a:gd name="T76" fmla="*/ 335 w 553"/>
                <a:gd name="T77" fmla="*/ 429 h 449"/>
                <a:gd name="T78" fmla="*/ 308 w 553"/>
                <a:gd name="T79" fmla="*/ 436 h 449"/>
                <a:gd name="T80" fmla="*/ 280 w 553"/>
                <a:gd name="T81" fmla="*/ 444 h 449"/>
                <a:gd name="T82" fmla="*/ 318 w 553"/>
                <a:gd name="T83" fmla="*/ 449 h 449"/>
                <a:gd name="T84" fmla="*/ 390 w 553"/>
                <a:gd name="T85" fmla="*/ 412 h 449"/>
                <a:gd name="T86" fmla="*/ 436 w 553"/>
                <a:gd name="T87" fmla="*/ 344 h 449"/>
                <a:gd name="T88" fmla="*/ 474 w 553"/>
                <a:gd name="T89" fmla="*/ 265 h 449"/>
                <a:gd name="T90" fmla="*/ 521 w 553"/>
                <a:gd name="T91" fmla="*/ 198 h 449"/>
                <a:gd name="T92" fmla="*/ 444 w 553"/>
                <a:gd name="T93" fmla="*/ 0 h 44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53"/>
                <a:gd name="T142" fmla="*/ 0 h 449"/>
                <a:gd name="T143" fmla="*/ 553 w 553"/>
                <a:gd name="T144" fmla="*/ 449 h 44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53" h="449">
                  <a:moveTo>
                    <a:pt x="444" y="0"/>
                  </a:moveTo>
                  <a:lnTo>
                    <a:pt x="400" y="22"/>
                  </a:lnTo>
                  <a:lnTo>
                    <a:pt x="359" y="43"/>
                  </a:lnTo>
                  <a:lnTo>
                    <a:pt x="318" y="68"/>
                  </a:lnTo>
                  <a:lnTo>
                    <a:pt x="280" y="93"/>
                  </a:lnTo>
                  <a:lnTo>
                    <a:pt x="244" y="121"/>
                  </a:lnTo>
                  <a:lnTo>
                    <a:pt x="209" y="150"/>
                  </a:lnTo>
                  <a:lnTo>
                    <a:pt x="177" y="182"/>
                  </a:lnTo>
                  <a:lnTo>
                    <a:pt x="147" y="217"/>
                  </a:lnTo>
                  <a:lnTo>
                    <a:pt x="119" y="255"/>
                  </a:lnTo>
                  <a:lnTo>
                    <a:pt x="94" y="297"/>
                  </a:lnTo>
                  <a:lnTo>
                    <a:pt x="85" y="303"/>
                  </a:lnTo>
                  <a:lnTo>
                    <a:pt x="74" y="312"/>
                  </a:lnTo>
                  <a:lnTo>
                    <a:pt x="65" y="318"/>
                  </a:lnTo>
                  <a:lnTo>
                    <a:pt x="55" y="325"/>
                  </a:lnTo>
                  <a:lnTo>
                    <a:pt x="44" y="331"/>
                  </a:lnTo>
                  <a:lnTo>
                    <a:pt x="35" y="336"/>
                  </a:lnTo>
                  <a:lnTo>
                    <a:pt x="26" y="340"/>
                  </a:lnTo>
                  <a:lnTo>
                    <a:pt x="16" y="343"/>
                  </a:lnTo>
                  <a:lnTo>
                    <a:pt x="8" y="344"/>
                  </a:lnTo>
                  <a:lnTo>
                    <a:pt x="0" y="344"/>
                  </a:lnTo>
                  <a:lnTo>
                    <a:pt x="22" y="366"/>
                  </a:lnTo>
                  <a:lnTo>
                    <a:pt x="43" y="375"/>
                  </a:lnTo>
                  <a:lnTo>
                    <a:pt x="64" y="375"/>
                  </a:lnTo>
                  <a:lnTo>
                    <a:pt x="85" y="369"/>
                  </a:lnTo>
                  <a:lnTo>
                    <a:pt x="104" y="358"/>
                  </a:lnTo>
                  <a:lnTo>
                    <a:pt x="125" y="345"/>
                  </a:lnTo>
                  <a:lnTo>
                    <a:pt x="145" y="333"/>
                  </a:lnTo>
                  <a:lnTo>
                    <a:pt x="166" y="323"/>
                  </a:lnTo>
                  <a:lnTo>
                    <a:pt x="186" y="318"/>
                  </a:lnTo>
                  <a:lnTo>
                    <a:pt x="208" y="322"/>
                  </a:lnTo>
                  <a:lnTo>
                    <a:pt x="200" y="332"/>
                  </a:lnTo>
                  <a:lnTo>
                    <a:pt x="190" y="343"/>
                  </a:lnTo>
                  <a:lnTo>
                    <a:pt x="178" y="352"/>
                  </a:lnTo>
                  <a:lnTo>
                    <a:pt x="166" y="361"/>
                  </a:lnTo>
                  <a:lnTo>
                    <a:pt x="152" y="369"/>
                  </a:lnTo>
                  <a:lnTo>
                    <a:pt x="138" y="377"/>
                  </a:lnTo>
                  <a:lnTo>
                    <a:pt x="123" y="384"/>
                  </a:lnTo>
                  <a:lnTo>
                    <a:pt x="109" y="391"/>
                  </a:lnTo>
                  <a:lnTo>
                    <a:pt x="96" y="398"/>
                  </a:lnTo>
                  <a:lnTo>
                    <a:pt x="84" y="405"/>
                  </a:lnTo>
                  <a:lnTo>
                    <a:pt x="138" y="427"/>
                  </a:lnTo>
                  <a:lnTo>
                    <a:pt x="155" y="411"/>
                  </a:lnTo>
                  <a:lnTo>
                    <a:pt x="175" y="398"/>
                  </a:lnTo>
                  <a:lnTo>
                    <a:pt x="196" y="388"/>
                  </a:lnTo>
                  <a:lnTo>
                    <a:pt x="218" y="380"/>
                  </a:lnTo>
                  <a:lnTo>
                    <a:pt x="240" y="372"/>
                  </a:lnTo>
                  <a:lnTo>
                    <a:pt x="261" y="365"/>
                  </a:lnTo>
                  <a:lnTo>
                    <a:pt x="281" y="355"/>
                  </a:lnTo>
                  <a:lnTo>
                    <a:pt x="300" y="344"/>
                  </a:lnTo>
                  <a:lnTo>
                    <a:pt x="316" y="330"/>
                  </a:lnTo>
                  <a:lnTo>
                    <a:pt x="330" y="313"/>
                  </a:lnTo>
                  <a:lnTo>
                    <a:pt x="331" y="337"/>
                  </a:lnTo>
                  <a:lnTo>
                    <a:pt x="325" y="355"/>
                  </a:lnTo>
                  <a:lnTo>
                    <a:pt x="313" y="369"/>
                  </a:lnTo>
                  <a:lnTo>
                    <a:pt x="297" y="380"/>
                  </a:lnTo>
                  <a:lnTo>
                    <a:pt x="279" y="388"/>
                  </a:lnTo>
                  <a:lnTo>
                    <a:pt x="259" y="395"/>
                  </a:lnTo>
                  <a:lnTo>
                    <a:pt x="238" y="402"/>
                  </a:lnTo>
                  <a:lnTo>
                    <a:pt x="219" y="411"/>
                  </a:lnTo>
                  <a:lnTo>
                    <a:pt x="200" y="421"/>
                  </a:lnTo>
                  <a:lnTo>
                    <a:pt x="186" y="436"/>
                  </a:lnTo>
                  <a:lnTo>
                    <a:pt x="204" y="437"/>
                  </a:lnTo>
                  <a:lnTo>
                    <a:pt x="221" y="436"/>
                  </a:lnTo>
                  <a:lnTo>
                    <a:pt x="240" y="432"/>
                  </a:lnTo>
                  <a:lnTo>
                    <a:pt x="257" y="425"/>
                  </a:lnTo>
                  <a:lnTo>
                    <a:pt x="273" y="417"/>
                  </a:lnTo>
                  <a:lnTo>
                    <a:pt x="290" y="407"/>
                  </a:lnTo>
                  <a:lnTo>
                    <a:pt x="308" y="398"/>
                  </a:lnTo>
                  <a:lnTo>
                    <a:pt x="325" y="389"/>
                  </a:lnTo>
                  <a:lnTo>
                    <a:pt x="343" y="381"/>
                  </a:lnTo>
                  <a:lnTo>
                    <a:pt x="361" y="373"/>
                  </a:lnTo>
                  <a:lnTo>
                    <a:pt x="368" y="382"/>
                  </a:lnTo>
                  <a:lnTo>
                    <a:pt x="368" y="397"/>
                  </a:lnTo>
                  <a:lnTo>
                    <a:pt x="364" y="409"/>
                  </a:lnTo>
                  <a:lnTo>
                    <a:pt x="357" y="417"/>
                  </a:lnTo>
                  <a:lnTo>
                    <a:pt x="347" y="424"/>
                  </a:lnTo>
                  <a:lnTo>
                    <a:pt x="335" y="429"/>
                  </a:lnTo>
                  <a:lnTo>
                    <a:pt x="322" y="433"/>
                  </a:lnTo>
                  <a:lnTo>
                    <a:pt x="308" y="436"/>
                  </a:lnTo>
                  <a:lnTo>
                    <a:pt x="294" y="440"/>
                  </a:lnTo>
                  <a:lnTo>
                    <a:pt x="280" y="444"/>
                  </a:lnTo>
                  <a:lnTo>
                    <a:pt x="268" y="449"/>
                  </a:lnTo>
                  <a:lnTo>
                    <a:pt x="318" y="449"/>
                  </a:lnTo>
                  <a:lnTo>
                    <a:pt x="359" y="435"/>
                  </a:lnTo>
                  <a:lnTo>
                    <a:pt x="390" y="412"/>
                  </a:lnTo>
                  <a:lnTo>
                    <a:pt x="415" y="380"/>
                  </a:lnTo>
                  <a:lnTo>
                    <a:pt x="436" y="344"/>
                  </a:lnTo>
                  <a:lnTo>
                    <a:pt x="454" y="305"/>
                  </a:lnTo>
                  <a:lnTo>
                    <a:pt x="474" y="265"/>
                  </a:lnTo>
                  <a:lnTo>
                    <a:pt x="496" y="229"/>
                  </a:lnTo>
                  <a:lnTo>
                    <a:pt x="521" y="198"/>
                  </a:lnTo>
                  <a:lnTo>
                    <a:pt x="553" y="175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8" name="Freeform 147"/>
            <p:cNvSpPr>
              <a:spLocks/>
            </p:cNvSpPr>
            <p:nvPr/>
          </p:nvSpPr>
          <p:spPr bwMode="auto">
            <a:xfrm>
              <a:off x="1181" y="3838"/>
              <a:ext cx="528" cy="202"/>
            </a:xfrm>
            <a:custGeom>
              <a:avLst/>
              <a:gdLst>
                <a:gd name="T0" fmla="*/ 1055 w 1056"/>
                <a:gd name="T1" fmla="*/ 366 h 406"/>
                <a:gd name="T2" fmla="*/ 962 w 1056"/>
                <a:gd name="T3" fmla="*/ 331 h 406"/>
                <a:gd name="T4" fmla="*/ 870 w 1056"/>
                <a:gd name="T5" fmla="*/ 291 h 406"/>
                <a:gd name="T6" fmla="*/ 780 w 1056"/>
                <a:gd name="T7" fmla="*/ 250 h 406"/>
                <a:gd name="T8" fmla="*/ 688 w 1056"/>
                <a:gd name="T9" fmla="*/ 208 h 406"/>
                <a:gd name="T10" fmla="*/ 598 w 1056"/>
                <a:gd name="T11" fmla="*/ 165 h 406"/>
                <a:gd name="T12" fmla="*/ 506 w 1056"/>
                <a:gd name="T13" fmla="*/ 125 h 406"/>
                <a:gd name="T14" fmla="*/ 413 w 1056"/>
                <a:gd name="T15" fmla="*/ 87 h 406"/>
                <a:gd name="T16" fmla="*/ 318 w 1056"/>
                <a:gd name="T17" fmla="*/ 53 h 406"/>
                <a:gd name="T18" fmla="*/ 223 w 1056"/>
                <a:gd name="T19" fmla="*/ 23 h 406"/>
                <a:gd name="T20" fmla="*/ 123 w 1056"/>
                <a:gd name="T21" fmla="*/ 0 h 406"/>
                <a:gd name="T22" fmla="*/ 116 w 1056"/>
                <a:gd name="T23" fmla="*/ 30 h 406"/>
                <a:gd name="T24" fmla="*/ 107 w 1056"/>
                <a:gd name="T25" fmla="*/ 60 h 406"/>
                <a:gd name="T26" fmla="*/ 97 w 1056"/>
                <a:gd name="T27" fmla="*/ 89 h 406"/>
                <a:gd name="T28" fmla="*/ 84 w 1056"/>
                <a:gd name="T29" fmla="*/ 117 h 406"/>
                <a:gd name="T30" fmla="*/ 70 w 1056"/>
                <a:gd name="T31" fmla="*/ 145 h 406"/>
                <a:gd name="T32" fmla="*/ 55 w 1056"/>
                <a:gd name="T33" fmla="*/ 172 h 406"/>
                <a:gd name="T34" fmla="*/ 41 w 1056"/>
                <a:gd name="T35" fmla="*/ 200 h 406"/>
                <a:gd name="T36" fmla="*/ 26 w 1056"/>
                <a:gd name="T37" fmla="*/ 228 h 406"/>
                <a:gd name="T38" fmla="*/ 12 w 1056"/>
                <a:gd name="T39" fmla="*/ 255 h 406"/>
                <a:gd name="T40" fmla="*/ 0 w 1056"/>
                <a:gd name="T41" fmla="*/ 284 h 406"/>
                <a:gd name="T42" fmla="*/ 102 w 1056"/>
                <a:gd name="T43" fmla="*/ 294 h 406"/>
                <a:gd name="T44" fmla="*/ 204 w 1056"/>
                <a:gd name="T45" fmla="*/ 305 h 406"/>
                <a:gd name="T46" fmla="*/ 306 w 1056"/>
                <a:gd name="T47" fmla="*/ 318 h 406"/>
                <a:gd name="T48" fmla="*/ 407 w 1056"/>
                <a:gd name="T49" fmla="*/ 331 h 406"/>
                <a:gd name="T50" fmla="*/ 508 w 1056"/>
                <a:gd name="T51" fmla="*/ 344 h 406"/>
                <a:gd name="T52" fmla="*/ 608 w 1056"/>
                <a:gd name="T53" fmla="*/ 358 h 406"/>
                <a:gd name="T54" fmla="*/ 710 w 1056"/>
                <a:gd name="T55" fmla="*/ 372 h 406"/>
                <a:gd name="T56" fmla="*/ 812 w 1056"/>
                <a:gd name="T57" fmla="*/ 385 h 406"/>
                <a:gd name="T58" fmla="*/ 914 w 1056"/>
                <a:gd name="T59" fmla="*/ 395 h 406"/>
                <a:gd name="T60" fmla="*/ 1016 w 1056"/>
                <a:gd name="T61" fmla="*/ 406 h 406"/>
                <a:gd name="T62" fmla="*/ 1019 w 1056"/>
                <a:gd name="T63" fmla="*/ 402 h 406"/>
                <a:gd name="T64" fmla="*/ 1022 w 1056"/>
                <a:gd name="T65" fmla="*/ 400 h 406"/>
                <a:gd name="T66" fmla="*/ 1026 w 1056"/>
                <a:gd name="T67" fmla="*/ 396 h 406"/>
                <a:gd name="T68" fmla="*/ 1028 w 1056"/>
                <a:gd name="T69" fmla="*/ 394 h 406"/>
                <a:gd name="T70" fmla="*/ 1031 w 1056"/>
                <a:gd name="T71" fmla="*/ 392 h 406"/>
                <a:gd name="T72" fmla="*/ 1035 w 1056"/>
                <a:gd name="T73" fmla="*/ 390 h 406"/>
                <a:gd name="T74" fmla="*/ 1038 w 1056"/>
                <a:gd name="T75" fmla="*/ 387 h 406"/>
                <a:gd name="T76" fmla="*/ 1042 w 1056"/>
                <a:gd name="T77" fmla="*/ 386 h 406"/>
                <a:gd name="T78" fmla="*/ 1045 w 1056"/>
                <a:gd name="T79" fmla="*/ 384 h 406"/>
                <a:gd name="T80" fmla="*/ 1049 w 1056"/>
                <a:gd name="T81" fmla="*/ 384 h 406"/>
                <a:gd name="T82" fmla="*/ 1056 w 1056"/>
                <a:gd name="T83" fmla="*/ 376 h 406"/>
                <a:gd name="T84" fmla="*/ 1056 w 1056"/>
                <a:gd name="T85" fmla="*/ 374 h 406"/>
                <a:gd name="T86" fmla="*/ 1055 w 1056"/>
                <a:gd name="T87" fmla="*/ 374 h 406"/>
                <a:gd name="T88" fmla="*/ 1055 w 1056"/>
                <a:gd name="T89" fmla="*/ 373 h 406"/>
                <a:gd name="T90" fmla="*/ 1055 w 1056"/>
                <a:gd name="T91" fmla="*/ 372 h 406"/>
                <a:gd name="T92" fmla="*/ 1055 w 1056"/>
                <a:gd name="T93" fmla="*/ 371 h 406"/>
                <a:gd name="T94" fmla="*/ 1055 w 1056"/>
                <a:gd name="T95" fmla="*/ 371 h 406"/>
                <a:gd name="T96" fmla="*/ 1055 w 1056"/>
                <a:gd name="T97" fmla="*/ 370 h 406"/>
                <a:gd name="T98" fmla="*/ 1055 w 1056"/>
                <a:gd name="T99" fmla="*/ 369 h 406"/>
                <a:gd name="T100" fmla="*/ 1055 w 1056"/>
                <a:gd name="T101" fmla="*/ 368 h 406"/>
                <a:gd name="T102" fmla="*/ 1055 w 1056"/>
                <a:gd name="T103" fmla="*/ 368 h 406"/>
                <a:gd name="T104" fmla="*/ 1055 w 1056"/>
                <a:gd name="T105" fmla="*/ 368 h 406"/>
                <a:gd name="T106" fmla="*/ 1055 w 1056"/>
                <a:gd name="T107" fmla="*/ 366 h 40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56"/>
                <a:gd name="T163" fmla="*/ 0 h 406"/>
                <a:gd name="T164" fmla="*/ 1056 w 1056"/>
                <a:gd name="T165" fmla="*/ 406 h 40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56" h="406">
                  <a:moveTo>
                    <a:pt x="1055" y="366"/>
                  </a:moveTo>
                  <a:lnTo>
                    <a:pt x="962" y="331"/>
                  </a:lnTo>
                  <a:lnTo>
                    <a:pt x="870" y="291"/>
                  </a:lnTo>
                  <a:lnTo>
                    <a:pt x="780" y="250"/>
                  </a:lnTo>
                  <a:lnTo>
                    <a:pt x="688" y="208"/>
                  </a:lnTo>
                  <a:lnTo>
                    <a:pt x="598" y="165"/>
                  </a:lnTo>
                  <a:lnTo>
                    <a:pt x="506" y="125"/>
                  </a:lnTo>
                  <a:lnTo>
                    <a:pt x="413" y="87"/>
                  </a:lnTo>
                  <a:lnTo>
                    <a:pt x="318" y="53"/>
                  </a:lnTo>
                  <a:lnTo>
                    <a:pt x="223" y="23"/>
                  </a:lnTo>
                  <a:lnTo>
                    <a:pt x="123" y="0"/>
                  </a:lnTo>
                  <a:lnTo>
                    <a:pt x="116" y="30"/>
                  </a:lnTo>
                  <a:lnTo>
                    <a:pt x="107" y="60"/>
                  </a:lnTo>
                  <a:lnTo>
                    <a:pt x="97" y="89"/>
                  </a:lnTo>
                  <a:lnTo>
                    <a:pt x="84" y="117"/>
                  </a:lnTo>
                  <a:lnTo>
                    <a:pt x="70" y="145"/>
                  </a:lnTo>
                  <a:lnTo>
                    <a:pt x="55" y="172"/>
                  </a:lnTo>
                  <a:lnTo>
                    <a:pt x="41" y="200"/>
                  </a:lnTo>
                  <a:lnTo>
                    <a:pt x="26" y="228"/>
                  </a:lnTo>
                  <a:lnTo>
                    <a:pt x="12" y="255"/>
                  </a:lnTo>
                  <a:lnTo>
                    <a:pt x="0" y="284"/>
                  </a:lnTo>
                  <a:lnTo>
                    <a:pt x="102" y="294"/>
                  </a:lnTo>
                  <a:lnTo>
                    <a:pt x="204" y="305"/>
                  </a:lnTo>
                  <a:lnTo>
                    <a:pt x="306" y="318"/>
                  </a:lnTo>
                  <a:lnTo>
                    <a:pt x="407" y="331"/>
                  </a:lnTo>
                  <a:lnTo>
                    <a:pt x="508" y="344"/>
                  </a:lnTo>
                  <a:lnTo>
                    <a:pt x="608" y="358"/>
                  </a:lnTo>
                  <a:lnTo>
                    <a:pt x="710" y="372"/>
                  </a:lnTo>
                  <a:lnTo>
                    <a:pt x="812" y="385"/>
                  </a:lnTo>
                  <a:lnTo>
                    <a:pt x="914" y="395"/>
                  </a:lnTo>
                  <a:lnTo>
                    <a:pt x="1016" y="406"/>
                  </a:lnTo>
                  <a:lnTo>
                    <a:pt x="1019" y="402"/>
                  </a:lnTo>
                  <a:lnTo>
                    <a:pt x="1022" y="400"/>
                  </a:lnTo>
                  <a:lnTo>
                    <a:pt x="1026" y="396"/>
                  </a:lnTo>
                  <a:lnTo>
                    <a:pt x="1028" y="394"/>
                  </a:lnTo>
                  <a:lnTo>
                    <a:pt x="1031" y="392"/>
                  </a:lnTo>
                  <a:lnTo>
                    <a:pt x="1035" y="390"/>
                  </a:lnTo>
                  <a:lnTo>
                    <a:pt x="1038" y="387"/>
                  </a:lnTo>
                  <a:lnTo>
                    <a:pt x="1042" y="386"/>
                  </a:lnTo>
                  <a:lnTo>
                    <a:pt x="1045" y="384"/>
                  </a:lnTo>
                  <a:lnTo>
                    <a:pt x="1049" y="384"/>
                  </a:lnTo>
                  <a:lnTo>
                    <a:pt x="1056" y="376"/>
                  </a:lnTo>
                  <a:lnTo>
                    <a:pt x="1056" y="374"/>
                  </a:lnTo>
                  <a:lnTo>
                    <a:pt x="1055" y="374"/>
                  </a:lnTo>
                  <a:lnTo>
                    <a:pt x="1055" y="373"/>
                  </a:lnTo>
                  <a:lnTo>
                    <a:pt x="1055" y="372"/>
                  </a:lnTo>
                  <a:lnTo>
                    <a:pt x="1055" y="371"/>
                  </a:lnTo>
                  <a:lnTo>
                    <a:pt x="1055" y="370"/>
                  </a:lnTo>
                  <a:lnTo>
                    <a:pt x="1055" y="369"/>
                  </a:lnTo>
                  <a:lnTo>
                    <a:pt x="1055" y="368"/>
                  </a:lnTo>
                  <a:lnTo>
                    <a:pt x="1055" y="366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39" name="Freeform 148"/>
            <p:cNvSpPr>
              <a:spLocks/>
            </p:cNvSpPr>
            <p:nvPr/>
          </p:nvSpPr>
          <p:spPr bwMode="auto">
            <a:xfrm>
              <a:off x="1710" y="4030"/>
              <a:ext cx="4" cy="2"/>
            </a:xfrm>
            <a:custGeom>
              <a:avLst/>
              <a:gdLst>
                <a:gd name="T0" fmla="*/ 6 w 7"/>
                <a:gd name="T1" fmla="*/ 3 h 5"/>
                <a:gd name="T2" fmla="*/ 6 w 7"/>
                <a:gd name="T3" fmla="*/ 3 h 5"/>
                <a:gd name="T4" fmla="*/ 5 w 7"/>
                <a:gd name="T5" fmla="*/ 3 h 5"/>
                <a:gd name="T6" fmla="*/ 5 w 7"/>
                <a:gd name="T7" fmla="*/ 2 h 5"/>
                <a:gd name="T8" fmla="*/ 3 w 7"/>
                <a:gd name="T9" fmla="*/ 2 h 5"/>
                <a:gd name="T10" fmla="*/ 3 w 7"/>
                <a:gd name="T11" fmla="*/ 2 h 5"/>
                <a:gd name="T12" fmla="*/ 2 w 7"/>
                <a:gd name="T13" fmla="*/ 1 h 5"/>
                <a:gd name="T14" fmla="*/ 2 w 7"/>
                <a:gd name="T15" fmla="*/ 1 h 5"/>
                <a:gd name="T16" fmla="*/ 1 w 7"/>
                <a:gd name="T17" fmla="*/ 1 h 5"/>
                <a:gd name="T18" fmla="*/ 1 w 7"/>
                <a:gd name="T19" fmla="*/ 0 h 5"/>
                <a:gd name="T20" fmla="*/ 0 w 7"/>
                <a:gd name="T21" fmla="*/ 0 h 5"/>
                <a:gd name="T22" fmla="*/ 1 w 7"/>
                <a:gd name="T23" fmla="*/ 1 h 5"/>
                <a:gd name="T24" fmla="*/ 1 w 7"/>
                <a:gd name="T25" fmla="*/ 1 h 5"/>
                <a:gd name="T26" fmla="*/ 2 w 7"/>
                <a:gd name="T27" fmla="*/ 1 h 5"/>
                <a:gd name="T28" fmla="*/ 2 w 7"/>
                <a:gd name="T29" fmla="*/ 2 h 5"/>
                <a:gd name="T30" fmla="*/ 2 w 7"/>
                <a:gd name="T31" fmla="*/ 2 h 5"/>
                <a:gd name="T32" fmla="*/ 3 w 7"/>
                <a:gd name="T33" fmla="*/ 3 h 5"/>
                <a:gd name="T34" fmla="*/ 5 w 7"/>
                <a:gd name="T35" fmla="*/ 3 h 5"/>
                <a:gd name="T36" fmla="*/ 5 w 7"/>
                <a:gd name="T37" fmla="*/ 3 h 5"/>
                <a:gd name="T38" fmla="*/ 6 w 7"/>
                <a:gd name="T39" fmla="*/ 5 h 5"/>
                <a:gd name="T40" fmla="*/ 7 w 7"/>
                <a:gd name="T41" fmla="*/ 5 h 5"/>
                <a:gd name="T42" fmla="*/ 7 w 7"/>
                <a:gd name="T43" fmla="*/ 5 h 5"/>
                <a:gd name="T44" fmla="*/ 6 w 7"/>
                <a:gd name="T45" fmla="*/ 3 h 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7"/>
                <a:gd name="T70" fmla="*/ 0 h 5"/>
                <a:gd name="T71" fmla="*/ 7 w 7"/>
                <a:gd name="T72" fmla="*/ 5 h 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7" h="5">
                  <a:moveTo>
                    <a:pt x="6" y="3"/>
                  </a:move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3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5" y="3"/>
                  </a:lnTo>
                  <a:lnTo>
                    <a:pt x="6" y="5"/>
                  </a:lnTo>
                  <a:lnTo>
                    <a:pt x="7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0" name="Freeform 149"/>
            <p:cNvSpPr>
              <a:spLocks/>
            </p:cNvSpPr>
            <p:nvPr/>
          </p:nvSpPr>
          <p:spPr bwMode="auto">
            <a:xfrm>
              <a:off x="1706" y="4026"/>
              <a:ext cx="4" cy="4"/>
            </a:xfrm>
            <a:custGeom>
              <a:avLst/>
              <a:gdLst>
                <a:gd name="T0" fmla="*/ 0 w 9"/>
                <a:gd name="T1" fmla="*/ 6 h 8"/>
                <a:gd name="T2" fmla="*/ 1 w 9"/>
                <a:gd name="T3" fmla="*/ 7 h 8"/>
                <a:gd name="T4" fmla="*/ 2 w 9"/>
                <a:gd name="T5" fmla="*/ 7 h 8"/>
                <a:gd name="T6" fmla="*/ 3 w 9"/>
                <a:gd name="T7" fmla="*/ 7 h 8"/>
                <a:gd name="T8" fmla="*/ 4 w 9"/>
                <a:gd name="T9" fmla="*/ 7 h 8"/>
                <a:gd name="T10" fmla="*/ 6 w 9"/>
                <a:gd name="T11" fmla="*/ 7 h 8"/>
                <a:gd name="T12" fmla="*/ 6 w 9"/>
                <a:gd name="T13" fmla="*/ 7 h 8"/>
                <a:gd name="T14" fmla="*/ 7 w 9"/>
                <a:gd name="T15" fmla="*/ 7 h 8"/>
                <a:gd name="T16" fmla="*/ 8 w 9"/>
                <a:gd name="T17" fmla="*/ 8 h 8"/>
                <a:gd name="T18" fmla="*/ 9 w 9"/>
                <a:gd name="T19" fmla="*/ 8 h 8"/>
                <a:gd name="T20" fmla="*/ 9 w 9"/>
                <a:gd name="T21" fmla="*/ 8 h 8"/>
                <a:gd name="T22" fmla="*/ 9 w 9"/>
                <a:gd name="T23" fmla="*/ 8 h 8"/>
                <a:gd name="T24" fmla="*/ 9 w 9"/>
                <a:gd name="T25" fmla="*/ 7 h 8"/>
                <a:gd name="T26" fmla="*/ 8 w 9"/>
                <a:gd name="T27" fmla="*/ 6 h 8"/>
                <a:gd name="T28" fmla="*/ 8 w 9"/>
                <a:gd name="T29" fmla="*/ 6 h 8"/>
                <a:gd name="T30" fmla="*/ 8 w 9"/>
                <a:gd name="T31" fmla="*/ 4 h 8"/>
                <a:gd name="T32" fmla="*/ 7 w 9"/>
                <a:gd name="T33" fmla="*/ 3 h 8"/>
                <a:gd name="T34" fmla="*/ 7 w 9"/>
                <a:gd name="T35" fmla="*/ 2 h 8"/>
                <a:gd name="T36" fmla="*/ 7 w 9"/>
                <a:gd name="T37" fmla="*/ 2 h 8"/>
                <a:gd name="T38" fmla="*/ 7 w 9"/>
                <a:gd name="T39" fmla="*/ 1 h 8"/>
                <a:gd name="T40" fmla="*/ 7 w 9"/>
                <a:gd name="T41" fmla="*/ 0 h 8"/>
                <a:gd name="T42" fmla="*/ 1 w 9"/>
                <a:gd name="T43" fmla="*/ 7 h 8"/>
                <a:gd name="T44" fmla="*/ 1 w 9"/>
                <a:gd name="T45" fmla="*/ 7 h 8"/>
                <a:gd name="T46" fmla="*/ 0 w 9"/>
                <a:gd name="T47" fmla="*/ 6 h 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9"/>
                <a:gd name="T73" fmla="*/ 0 h 8"/>
                <a:gd name="T74" fmla="*/ 9 w 9"/>
                <a:gd name="T75" fmla="*/ 8 h 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9" h="8">
                  <a:moveTo>
                    <a:pt x="0" y="6"/>
                  </a:move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8" y="8"/>
                  </a:lnTo>
                  <a:lnTo>
                    <a:pt x="9" y="8"/>
                  </a:lnTo>
                  <a:lnTo>
                    <a:pt x="9" y="7"/>
                  </a:lnTo>
                  <a:lnTo>
                    <a:pt x="8" y="6"/>
                  </a:lnTo>
                  <a:lnTo>
                    <a:pt x="8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1" y="7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150"/>
            <p:cNvSpPr>
              <a:spLocks/>
            </p:cNvSpPr>
            <p:nvPr/>
          </p:nvSpPr>
          <p:spPr bwMode="auto">
            <a:xfrm>
              <a:off x="1900" y="3849"/>
              <a:ext cx="112" cy="134"/>
            </a:xfrm>
            <a:custGeom>
              <a:avLst/>
              <a:gdLst>
                <a:gd name="T0" fmla="*/ 57 w 224"/>
                <a:gd name="T1" fmla="*/ 0 h 268"/>
                <a:gd name="T2" fmla="*/ 29 w 224"/>
                <a:gd name="T3" fmla="*/ 9 h 268"/>
                <a:gd name="T4" fmla="*/ 30 w 224"/>
                <a:gd name="T5" fmla="*/ 9 h 268"/>
                <a:gd name="T6" fmla="*/ 31 w 224"/>
                <a:gd name="T7" fmla="*/ 9 h 268"/>
                <a:gd name="T8" fmla="*/ 32 w 224"/>
                <a:gd name="T9" fmla="*/ 9 h 268"/>
                <a:gd name="T10" fmla="*/ 32 w 224"/>
                <a:gd name="T11" fmla="*/ 9 h 268"/>
                <a:gd name="T12" fmla="*/ 33 w 224"/>
                <a:gd name="T13" fmla="*/ 9 h 268"/>
                <a:gd name="T14" fmla="*/ 35 w 224"/>
                <a:gd name="T15" fmla="*/ 9 h 268"/>
                <a:gd name="T16" fmla="*/ 36 w 224"/>
                <a:gd name="T17" fmla="*/ 9 h 268"/>
                <a:gd name="T18" fmla="*/ 37 w 224"/>
                <a:gd name="T19" fmla="*/ 10 h 268"/>
                <a:gd name="T20" fmla="*/ 38 w 224"/>
                <a:gd name="T21" fmla="*/ 10 h 268"/>
                <a:gd name="T22" fmla="*/ 39 w 224"/>
                <a:gd name="T23" fmla="*/ 10 h 268"/>
                <a:gd name="T24" fmla="*/ 36 w 224"/>
                <a:gd name="T25" fmla="*/ 13 h 268"/>
                <a:gd name="T26" fmla="*/ 32 w 224"/>
                <a:gd name="T27" fmla="*/ 16 h 268"/>
                <a:gd name="T28" fmla="*/ 29 w 224"/>
                <a:gd name="T29" fmla="*/ 20 h 268"/>
                <a:gd name="T30" fmla="*/ 25 w 224"/>
                <a:gd name="T31" fmla="*/ 22 h 268"/>
                <a:gd name="T32" fmla="*/ 22 w 224"/>
                <a:gd name="T33" fmla="*/ 25 h 268"/>
                <a:gd name="T34" fmla="*/ 18 w 224"/>
                <a:gd name="T35" fmla="*/ 29 h 268"/>
                <a:gd name="T36" fmla="*/ 14 w 224"/>
                <a:gd name="T37" fmla="*/ 31 h 268"/>
                <a:gd name="T38" fmla="*/ 9 w 224"/>
                <a:gd name="T39" fmla="*/ 35 h 268"/>
                <a:gd name="T40" fmla="*/ 5 w 224"/>
                <a:gd name="T41" fmla="*/ 37 h 268"/>
                <a:gd name="T42" fmla="*/ 0 w 224"/>
                <a:gd name="T43" fmla="*/ 39 h 268"/>
                <a:gd name="T44" fmla="*/ 7 w 224"/>
                <a:gd name="T45" fmla="*/ 58 h 268"/>
                <a:gd name="T46" fmla="*/ 14 w 224"/>
                <a:gd name="T47" fmla="*/ 76 h 268"/>
                <a:gd name="T48" fmla="*/ 22 w 224"/>
                <a:gd name="T49" fmla="*/ 95 h 268"/>
                <a:gd name="T50" fmla="*/ 30 w 224"/>
                <a:gd name="T51" fmla="*/ 113 h 268"/>
                <a:gd name="T52" fmla="*/ 38 w 224"/>
                <a:gd name="T53" fmla="*/ 132 h 268"/>
                <a:gd name="T54" fmla="*/ 47 w 224"/>
                <a:gd name="T55" fmla="*/ 149 h 268"/>
                <a:gd name="T56" fmla="*/ 58 w 224"/>
                <a:gd name="T57" fmla="*/ 166 h 268"/>
                <a:gd name="T58" fmla="*/ 68 w 224"/>
                <a:gd name="T59" fmla="*/ 183 h 268"/>
                <a:gd name="T60" fmla="*/ 80 w 224"/>
                <a:gd name="T61" fmla="*/ 199 h 268"/>
                <a:gd name="T62" fmla="*/ 92 w 224"/>
                <a:gd name="T63" fmla="*/ 214 h 268"/>
                <a:gd name="T64" fmla="*/ 103 w 224"/>
                <a:gd name="T65" fmla="*/ 227 h 268"/>
                <a:gd name="T66" fmla="*/ 113 w 224"/>
                <a:gd name="T67" fmla="*/ 238 h 268"/>
                <a:gd name="T68" fmla="*/ 126 w 224"/>
                <a:gd name="T69" fmla="*/ 248 h 268"/>
                <a:gd name="T70" fmla="*/ 140 w 224"/>
                <a:gd name="T71" fmla="*/ 259 h 268"/>
                <a:gd name="T72" fmla="*/ 154 w 224"/>
                <a:gd name="T73" fmla="*/ 266 h 268"/>
                <a:gd name="T74" fmla="*/ 168 w 224"/>
                <a:gd name="T75" fmla="*/ 268 h 268"/>
                <a:gd name="T76" fmla="*/ 183 w 224"/>
                <a:gd name="T77" fmla="*/ 268 h 268"/>
                <a:gd name="T78" fmla="*/ 196 w 224"/>
                <a:gd name="T79" fmla="*/ 261 h 268"/>
                <a:gd name="T80" fmla="*/ 210 w 224"/>
                <a:gd name="T81" fmla="*/ 250 h 268"/>
                <a:gd name="T82" fmla="*/ 224 w 224"/>
                <a:gd name="T83" fmla="*/ 230 h 268"/>
                <a:gd name="T84" fmla="*/ 202 w 224"/>
                <a:gd name="T85" fmla="*/ 208 h 268"/>
                <a:gd name="T86" fmla="*/ 183 w 224"/>
                <a:gd name="T87" fmla="*/ 186 h 268"/>
                <a:gd name="T88" fmla="*/ 163 w 224"/>
                <a:gd name="T89" fmla="*/ 164 h 268"/>
                <a:gd name="T90" fmla="*/ 144 w 224"/>
                <a:gd name="T91" fmla="*/ 141 h 268"/>
                <a:gd name="T92" fmla="*/ 127 w 224"/>
                <a:gd name="T93" fmla="*/ 118 h 268"/>
                <a:gd name="T94" fmla="*/ 111 w 224"/>
                <a:gd name="T95" fmla="*/ 94 h 268"/>
                <a:gd name="T96" fmla="*/ 96 w 224"/>
                <a:gd name="T97" fmla="*/ 71 h 268"/>
                <a:gd name="T98" fmla="*/ 82 w 224"/>
                <a:gd name="T99" fmla="*/ 47 h 268"/>
                <a:gd name="T100" fmla="*/ 69 w 224"/>
                <a:gd name="T101" fmla="*/ 23 h 268"/>
                <a:gd name="T102" fmla="*/ 58 w 224"/>
                <a:gd name="T103" fmla="*/ 0 h 268"/>
                <a:gd name="T104" fmla="*/ 58 w 224"/>
                <a:gd name="T105" fmla="*/ 0 h 268"/>
                <a:gd name="T106" fmla="*/ 57 w 224"/>
                <a:gd name="T107" fmla="*/ 0 h 26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4"/>
                <a:gd name="T163" fmla="*/ 0 h 268"/>
                <a:gd name="T164" fmla="*/ 224 w 224"/>
                <a:gd name="T165" fmla="*/ 268 h 26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4" h="268">
                  <a:moveTo>
                    <a:pt x="57" y="0"/>
                  </a:moveTo>
                  <a:lnTo>
                    <a:pt x="29" y="9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0"/>
                  </a:lnTo>
                  <a:lnTo>
                    <a:pt x="39" y="10"/>
                  </a:lnTo>
                  <a:lnTo>
                    <a:pt x="36" y="13"/>
                  </a:lnTo>
                  <a:lnTo>
                    <a:pt x="32" y="16"/>
                  </a:lnTo>
                  <a:lnTo>
                    <a:pt x="29" y="20"/>
                  </a:lnTo>
                  <a:lnTo>
                    <a:pt x="25" y="22"/>
                  </a:lnTo>
                  <a:lnTo>
                    <a:pt x="22" y="25"/>
                  </a:lnTo>
                  <a:lnTo>
                    <a:pt x="18" y="29"/>
                  </a:lnTo>
                  <a:lnTo>
                    <a:pt x="14" y="31"/>
                  </a:lnTo>
                  <a:lnTo>
                    <a:pt x="9" y="35"/>
                  </a:lnTo>
                  <a:lnTo>
                    <a:pt x="5" y="37"/>
                  </a:lnTo>
                  <a:lnTo>
                    <a:pt x="0" y="39"/>
                  </a:lnTo>
                  <a:lnTo>
                    <a:pt x="7" y="58"/>
                  </a:lnTo>
                  <a:lnTo>
                    <a:pt x="14" y="76"/>
                  </a:lnTo>
                  <a:lnTo>
                    <a:pt x="22" y="95"/>
                  </a:lnTo>
                  <a:lnTo>
                    <a:pt x="30" y="113"/>
                  </a:lnTo>
                  <a:lnTo>
                    <a:pt x="38" y="132"/>
                  </a:lnTo>
                  <a:lnTo>
                    <a:pt x="47" y="149"/>
                  </a:lnTo>
                  <a:lnTo>
                    <a:pt x="58" y="166"/>
                  </a:lnTo>
                  <a:lnTo>
                    <a:pt x="68" y="183"/>
                  </a:lnTo>
                  <a:lnTo>
                    <a:pt x="80" y="199"/>
                  </a:lnTo>
                  <a:lnTo>
                    <a:pt x="92" y="214"/>
                  </a:lnTo>
                  <a:lnTo>
                    <a:pt x="103" y="227"/>
                  </a:lnTo>
                  <a:lnTo>
                    <a:pt x="113" y="238"/>
                  </a:lnTo>
                  <a:lnTo>
                    <a:pt x="126" y="248"/>
                  </a:lnTo>
                  <a:lnTo>
                    <a:pt x="140" y="259"/>
                  </a:lnTo>
                  <a:lnTo>
                    <a:pt x="154" y="266"/>
                  </a:lnTo>
                  <a:lnTo>
                    <a:pt x="168" y="268"/>
                  </a:lnTo>
                  <a:lnTo>
                    <a:pt x="183" y="268"/>
                  </a:lnTo>
                  <a:lnTo>
                    <a:pt x="196" y="261"/>
                  </a:lnTo>
                  <a:lnTo>
                    <a:pt x="210" y="250"/>
                  </a:lnTo>
                  <a:lnTo>
                    <a:pt x="224" y="230"/>
                  </a:lnTo>
                  <a:lnTo>
                    <a:pt x="202" y="208"/>
                  </a:lnTo>
                  <a:lnTo>
                    <a:pt x="183" y="186"/>
                  </a:lnTo>
                  <a:lnTo>
                    <a:pt x="163" y="164"/>
                  </a:lnTo>
                  <a:lnTo>
                    <a:pt x="144" y="141"/>
                  </a:lnTo>
                  <a:lnTo>
                    <a:pt x="127" y="118"/>
                  </a:lnTo>
                  <a:lnTo>
                    <a:pt x="111" y="94"/>
                  </a:lnTo>
                  <a:lnTo>
                    <a:pt x="96" y="71"/>
                  </a:lnTo>
                  <a:lnTo>
                    <a:pt x="82" y="47"/>
                  </a:lnTo>
                  <a:lnTo>
                    <a:pt x="69" y="23"/>
                  </a:lnTo>
                  <a:lnTo>
                    <a:pt x="58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151"/>
            <p:cNvSpPr>
              <a:spLocks/>
            </p:cNvSpPr>
            <p:nvPr/>
          </p:nvSpPr>
          <p:spPr bwMode="auto">
            <a:xfrm>
              <a:off x="1832" y="3824"/>
              <a:ext cx="114" cy="52"/>
            </a:xfrm>
            <a:custGeom>
              <a:avLst/>
              <a:gdLst>
                <a:gd name="T0" fmla="*/ 228 w 228"/>
                <a:gd name="T1" fmla="*/ 3 h 102"/>
                <a:gd name="T2" fmla="*/ 217 w 228"/>
                <a:gd name="T3" fmla="*/ 2 h 102"/>
                <a:gd name="T4" fmla="*/ 205 w 228"/>
                <a:gd name="T5" fmla="*/ 0 h 102"/>
                <a:gd name="T6" fmla="*/ 193 w 228"/>
                <a:gd name="T7" fmla="*/ 0 h 102"/>
                <a:gd name="T8" fmla="*/ 180 w 228"/>
                <a:gd name="T9" fmla="*/ 0 h 102"/>
                <a:gd name="T10" fmla="*/ 167 w 228"/>
                <a:gd name="T11" fmla="*/ 0 h 102"/>
                <a:gd name="T12" fmla="*/ 154 w 228"/>
                <a:gd name="T13" fmla="*/ 2 h 102"/>
                <a:gd name="T14" fmla="*/ 142 w 228"/>
                <a:gd name="T15" fmla="*/ 5 h 102"/>
                <a:gd name="T16" fmla="*/ 130 w 228"/>
                <a:gd name="T17" fmla="*/ 9 h 102"/>
                <a:gd name="T18" fmla="*/ 119 w 228"/>
                <a:gd name="T19" fmla="*/ 13 h 102"/>
                <a:gd name="T20" fmla="*/ 108 w 228"/>
                <a:gd name="T21" fmla="*/ 20 h 102"/>
                <a:gd name="T22" fmla="*/ 111 w 228"/>
                <a:gd name="T23" fmla="*/ 19 h 102"/>
                <a:gd name="T24" fmla="*/ 114 w 228"/>
                <a:gd name="T25" fmla="*/ 19 h 102"/>
                <a:gd name="T26" fmla="*/ 117 w 228"/>
                <a:gd name="T27" fmla="*/ 19 h 102"/>
                <a:gd name="T28" fmla="*/ 121 w 228"/>
                <a:gd name="T29" fmla="*/ 18 h 102"/>
                <a:gd name="T30" fmla="*/ 124 w 228"/>
                <a:gd name="T31" fmla="*/ 18 h 102"/>
                <a:gd name="T32" fmla="*/ 128 w 228"/>
                <a:gd name="T33" fmla="*/ 18 h 102"/>
                <a:gd name="T34" fmla="*/ 130 w 228"/>
                <a:gd name="T35" fmla="*/ 19 h 102"/>
                <a:gd name="T36" fmla="*/ 134 w 228"/>
                <a:gd name="T37" fmla="*/ 20 h 102"/>
                <a:gd name="T38" fmla="*/ 135 w 228"/>
                <a:gd name="T39" fmla="*/ 23 h 102"/>
                <a:gd name="T40" fmla="*/ 136 w 228"/>
                <a:gd name="T41" fmla="*/ 26 h 102"/>
                <a:gd name="T42" fmla="*/ 121 w 228"/>
                <a:gd name="T43" fmla="*/ 31 h 102"/>
                <a:gd name="T44" fmla="*/ 105 w 228"/>
                <a:gd name="T45" fmla="*/ 35 h 102"/>
                <a:gd name="T46" fmla="*/ 89 w 228"/>
                <a:gd name="T47" fmla="*/ 40 h 102"/>
                <a:gd name="T48" fmla="*/ 71 w 228"/>
                <a:gd name="T49" fmla="*/ 46 h 102"/>
                <a:gd name="T50" fmla="*/ 55 w 228"/>
                <a:gd name="T51" fmla="*/ 52 h 102"/>
                <a:gd name="T52" fmla="*/ 39 w 228"/>
                <a:gd name="T53" fmla="*/ 58 h 102"/>
                <a:gd name="T54" fmla="*/ 25 w 228"/>
                <a:gd name="T55" fmla="*/ 67 h 102"/>
                <a:gd name="T56" fmla="*/ 13 w 228"/>
                <a:gd name="T57" fmla="*/ 77 h 102"/>
                <a:gd name="T58" fmla="*/ 5 w 228"/>
                <a:gd name="T59" fmla="*/ 89 h 102"/>
                <a:gd name="T60" fmla="*/ 0 w 228"/>
                <a:gd name="T61" fmla="*/ 102 h 102"/>
                <a:gd name="T62" fmla="*/ 16 w 228"/>
                <a:gd name="T63" fmla="*/ 101 h 102"/>
                <a:gd name="T64" fmla="*/ 33 w 228"/>
                <a:gd name="T65" fmla="*/ 97 h 102"/>
                <a:gd name="T66" fmla="*/ 49 w 228"/>
                <a:gd name="T67" fmla="*/ 92 h 102"/>
                <a:gd name="T68" fmla="*/ 64 w 228"/>
                <a:gd name="T69" fmla="*/ 86 h 102"/>
                <a:gd name="T70" fmla="*/ 81 w 228"/>
                <a:gd name="T71" fmla="*/ 79 h 102"/>
                <a:gd name="T72" fmla="*/ 96 w 228"/>
                <a:gd name="T73" fmla="*/ 73 h 102"/>
                <a:gd name="T74" fmla="*/ 112 w 228"/>
                <a:gd name="T75" fmla="*/ 68 h 102"/>
                <a:gd name="T76" fmla="*/ 127 w 228"/>
                <a:gd name="T77" fmla="*/ 62 h 102"/>
                <a:gd name="T78" fmla="*/ 142 w 228"/>
                <a:gd name="T79" fmla="*/ 58 h 102"/>
                <a:gd name="T80" fmla="*/ 157 w 228"/>
                <a:gd name="T81" fmla="*/ 57 h 102"/>
                <a:gd name="T82" fmla="*/ 191 w 228"/>
                <a:gd name="T83" fmla="*/ 39 h 102"/>
                <a:gd name="T84" fmla="*/ 193 w 228"/>
                <a:gd name="T85" fmla="*/ 31 h 102"/>
                <a:gd name="T86" fmla="*/ 195 w 228"/>
                <a:gd name="T87" fmla="*/ 25 h 102"/>
                <a:gd name="T88" fmla="*/ 197 w 228"/>
                <a:gd name="T89" fmla="*/ 20 h 102"/>
                <a:gd name="T90" fmla="*/ 201 w 228"/>
                <a:gd name="T91" fmla="*/ 16 h 102"/>
                <a:gd name="T92" fmla="*/ 205 w 228"/>
                <a:gd name="T93" fmla="*/ 13 h 102"/>
                <a:gd name="T94" fmla="*/ 209 w 228"/>
                <a:gd name="T95" fmla="*/ 11 h 102"/>
                <a:gd name="T96" fmla="*/ 213 w 228"/>
                <a:gd name="T97" fmla="*/ 9 h 102"/>
                <a:gd name="T98" fmla="*/ 218 w 228"/>
                <a:gd name="T99" fmla="*/ 8 h 102"/>
                <a:gd name="T100" fmla="*/ 224 w 228"/>
                <a:gd name="T101" fmla="*/ 5 h 102"/>
                <a:gd name="T102" fmla="*/ 228 w 228"/>
                <a:gd name="T103" fmla="*/ 4 h 102"/>
                <a:gd name="T104" fmla="*/ 228 w 228"/>
                <a:gd name="T105" fmla="*/ 4 h 102"/>
                <a:gd name="T106" fmla="*/ 228 w 228"/>
                <a:gd name="T107" fmla="*/ 3 h 1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8"/>
                <a:gd name="T163" fmla="*/ 0 h 102"/>
                <a:gd name="T164" fmla="*/ 228 w 228"/>
                <a:gd name="T165" fmla="*/ 102 h 10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8" h="102">
                  <a:moveTo>
                    <a:pt x="228" y="3"/>
                  </a:moveTo>
                  <a:lnTo>
                    <a:pt x="217" y="2"/>
                  </a:lnTo>
                  <a:lnTo>
                    <a:pt x="205" y="0"/>
                  </a:lnTo>
                  <a:lnTo>
                    <a:pt x="193" y="0"/>
                  </a:lnTo>
                  <a:lnTo>
                    <a:pt x="180" y="0"/>
                  </a:lnTo>
                  <a:lnTo>
                    <a:pt x="167" y="0"/>
                  </a:lnTo>
                  <a:lnTo>
                    <a:pt x="154" y="2"/>
                  </a:lnTo>
                  <a:lnTo>
                    <a:pt x="142" y="5"/>
                  </a:lnTo>
                  <a:lnTo>
                    <a:pt x="130" y="9"/>
                  </a:lnTo>
                  <a:lnTo>
                    <a:pt x="119" y="13"/>
                  </a:lnTo>
                  <a:lnTo>
                    <a:pt x="108" y="20"/>
                  </a:lnTo>
                  <a:lnTo>
                    <a:pt x="111" y="19"/>
                  </a:lnTo>
                  <a:lnTo>
                    <a:pt x="114" y="19"/>
                  </a:lnTo>
                  <a:lnTo>
                    <a:pt x="117" y="19"/>
                  </a:lnTo>
                  <a:lnTo>
                    <a:pt x="121" y="18"/>
                  </a:lnTo>
                  <a:lnTo>
                    <a:pt x="124" y="18"/>
                  </a:lnTo>
                  <a:lnTo>
                    <a:pt x="128" y="18"/>
                  </a:lnTo>
                  <a:lnTo>
                    <a:pt x="130" y="19"/>
                  </a:lnTo>
                  <a:lnTo>
                    <a:pt x="134" y="20"/>
                  </a:lnTo>
                  <a:lnTo>
                    <a:pt x="135" y="23"/>
                  </a:lnTo>
                  <a:lnTo>
                    <a:pt x="136" y="26"/>
                  </a:lnTo>
                  <a:lnTo>
                    <a:pt x="121" y="31"/>
                  </a:lnTo>
                  <a:lnTo>
                    <a:pt x="105" y="35"/>
                  </a:lnTo>
                  <a:lnTo>
                    <a:pt x="89" y="40"/>
                  </a:lnTo>
                  <a:lnTo>
                    <a:pt x="71" y="46"/>
                  </a:lnTo>
                  <a:lnTo>
                    <a:pt x="55" y="52"/>
                  </a:lnTo>
                  <a:lnTo>
                    <a:pt x="39" y="58"/>
                  </a:lnTo>
                  <a:lnTo>
                    <a:pt x="25" y="67"/>
                  </a:lnTo>
                  <a:lnTo>
                    <a:pt x="13" y="77"/>
                  </a:lnTo>
                  <a:lnTo>
                    <a:pt x="5" y="89"/>
                  </a:lnTo>
                  <a:lnTo>
                    <a:pt x="0" y="102"/>
                  </a:lnTo>
                  <a:lnTo>
                    <a:pt x="16" y="101"/>
                  </a:lnTo>
                  <a:lnTo>
                    <a:pt x="33" y="97"/>
                  </a:lnTo>
                  <a:lnTo>
                    <a:pt x="49" y="92"/>
                  </a:lnTo>
                  <a:lnTo>
                    <a:pt x="64" y="86"/>
                  </a:lnTo>
                  <a:lnTo>
                    <a:pt x="81" y="79"/>
                  </a:lnTo>
                  <a:lnTo>
                    <a:pt x="96" y="73"/>
                  </a:lnTo>
                  <a:lnTo>
                    <a:pt x="112" y="68"/>
                  </a:lnTo>
                  <a:lnTo>
                    <a:pt x="127" y="62"/>
                  </a:lnTo>
                  <a:lnTo>
                    <a:pt x="142" y="58"/>
                  </a:lnTo>
                  <a:lnTo>
                    <a:pt x="157" y="57"/>
                  </a:lnTo>
                  <a:lnTo>
                    <a:pt x="191" y="39"/>
                  </a:lnTo>
                  <a:lnTo>
                    <a:pt x="193" y="31"/>
                  </a:lnTo>
                  <a:lnTo>
                    <a:pt x="195" y="25"/>
                  </a:lnTo>
                  <a:lnTo>
                    <a:pt x="197" y="20"/>
                  </a:lnTo>
                  <a:lnTo>
                    <a:pt x="201" y="16"/>
                  </a:lnTo>
                  <a:lnTo>
                    <a:pt x="205" y="13"/>
                  </a:lnTo>
                  <a:lnTo>
                    <a:pt x="209" y="11"/>
                  </a:lnTo>
                  <a:lnTo>
                    <a:pt x="213" y="9"/>
                  </a:lnTo>
                  <a:lnTo>
                    <a:pt x="218" y="8"/>
                  </a:lnTo>
                  <a:lnTo>
                    <a:pt x="224" y="5"/>
                  </a:lnTo>
                  <a:lnTo>
                    <a:pt x="228" y="4"/>
                  </a:lnTo>
                  <a:lnTo>
                    <a:pt x="228" y="3"/>
                  </a:lnTo>
                  <a:close/>
                </a:path>
              </a:pathLst>
            </a:custGeom>
            <a:solidFill>
              <a:srgbClr val="B1FF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152"/>
            <p:cNvSpPr>
              <a:spLocks/>
            </p:cNvSpPr>
            <p:nvPr/>
          </p:nvSpPr>
          <p:spPr bwMode="auto">
            <a:xfrm>
              <a:off x="1533" y="3682"/>
              <a:ext cx="1" cy="2"/>
            </a:xfrm>
            <a:custGeom>
              <a:avLst/>
              <a:gdLst>
                <a:gd name="T0" fmla="*/ 0 w 2"/>
                <a:gd name="T1" fmla="*/ 0 h 5"/>
                <a:gd name="T2" fmla="*/ 1 w 2"/>
                <a:gd name="T3" fmla="*/ 0 h 5"/>
                <a:gd name="T4" fmla="*/ 1 w 2"/>
                <a:gd name="T5" fmla="*/ 0 h 5"/>
                <a:gd name="T6" fmla="*/ 1 w 2"/>
                <a:gd name="T7" fmla="*/ 0 h 5"/>
                <a:gd name="T8" fmla="*/ 0 w 2"/>
                <a:gd name="T9" fmla="*/ 1 h 5"/>
                <a:gd name="T10" fmla="*/ 0 w 2"/>
                <a:gd name="T11" fmla="*/ 1 h 5"/>
                <a:gd name="T12" fmla="*/ 0 w 2"/>
                <a:gd name="T13" fmla="*/ 1 h 5"/>
                <a:gd name="T14" fmla="*/ 0 w 2"/>
                <a:gd name="T15" fmla="*/ 1 h 5"/>
                <a:gd name="T16" fmla="*/ 0 w 2"/>
                <a:gd name="T17" fmla="*/ 1 h 5"/>
                <a:gd name="T18" fmla="*/ 0 w 2"/>
                <a:gd name="T19" fmla="*/ 1 h 5"/>
                <a:gd name="T20" fmla="*/ 0 w 2"/>
                <a:gd name="T21" fmla="*/ 1 h 5"/>
                <a:gd name="T22" fmla="*/ 0 w 2"/>
                <a:gd name="T23" fmla="*/ 1 h 5"/>
                <a:gd name="T24" fmla="*/ 0 w 2"/>
                <a:gd name="T25" fmla="*/ 3 h 5"/>
                <a:gd name="T26" fmla="*/ 0 w 2"/>
                <a:gd name="T27" fmla="*/ 3 h 5"/>
                <a:gd name="T28" fmla="*/ 1 w 2"/>
                <a:gd name="T29" fmla="*/ 3 h 5"/>
                <a:gd name="T30" fmla="*/ 1 w 2"/>
                <a:gd name="T31" fmla="*/ 4 h 5"/>
                <a:gd name="T32" fmla="*/ 1 w 2"/>
                <a:gd name="T33" fmla="*/ 4 h 5"/>
                <a:gd name="T34" fmla="*/ 1 w 2"/>
                <a:gd name="T35" fmla="*/ 4 h 5"/>
                <a:gd name="T36" fmla="*/ 1 w 2"/>
                <a:gd name="T37" fmla="*/ 5 h 5"/>
                <a:gd name="T38" fmla="*/ 1 w 2"/>
                <a:gd name="T39" fmla="*/ 5 h 5"/>
                <a:gd name="T40" fmla="*/ 2 w 2"/>
                <a:gd name="T41" fmla="*/ 5 h 5"/>
                <a:gd name="T42" fmla="*/ 2 w 2"/>
                <a:gd name="T43" fmla="*/ 5 h 5"/>
                <a:gd name="T44" fmla="*/ 1 w 2"/>
                <a:gd name="T45" fmla="*/ 4 h 5"/>
                <a:gd name="T46" fmla="*/ 1 w 2"/>
                <a:gd name="T47" fmla="*/ 4 h 5"/>
                <a:gd name="T48" fmla="*/ 1 w 2"/>
                <a:gd name="T49" fmla="*/ 4 h 5"/>
                <a:gd name="T50" fmla="*/ 1 w 2"/>
                <a:gd name="T51" fmla="*/ 3 h 5"/>
                <a:gd name="T52" fmla="*/ 1 w 2"/>
                <a:gd name="T53" fmla="*/ 3 h 5"/>
                <a:gd name="T54" fmla="*/ 1 w 2"/>
                <a:gd name="T55" fmla="*/ 1 h 5"/>
                <a:gd name="T56" fmla="*/ 1 w 2"/>
                <a:gd name="T57" fmla="*/ 1 h 5"/>
                <a:gd name="T58" fmla="*/ 1 w 2"/>
                <a:gd name="T59" fmla="*/ 1 h 5"/>
                <a:gd name="T60" fmla="*/ 1 w 2"/>
                <a:gd name="T61" fmla="*/ 0 h 5"/>
                <a:gd name="T62" fmla="*/ 1 w 2"/>
                <a:gd name="T63" fmla="*/ 0 h 5"/>
                <a:gd name="T64" fmla="*/ 0 w 2"/>
                <a:gd name="T65" fmla="*/ 0 h 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"/>
                <a:gd name="T100" fmla="*/ 0 h 5"/>
                <a:gd name="T101" fmla="*/ 2 w 2"/>
                <a:gd name="T102" fmla="*/ 5 h 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" h="5">
                  <a:moveTo>
                    <a:pt x="0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153"/>
            <p:cNvSpPr>
              <a:spLocks/>
            </p:cNvSpPr>
            <p:nvPr/>
          </p:nvSpPr>
          <p:spPr bwMode="auto">
            <a:xfrm>
              <a:off x="1441" y="3260"/>
              <a:ext cx="100" cy="422"/>
            </a:xfrm>
            <a:custGeom>
              <a:avLst/>
              <a:gdLst>
                <a:gd name="T0" fmla="*/ 199 w 199"/>
                <a:gd name="T1" fmla="*/ 832 h 843"/>
                <a:gd name="T2" fmla="*/ 175 w 199"/>
                <a:gd name="T3" fmla="*/ 751 h 843"/>
                <a:gd name="T4" fmla="*/ 154 w 199"/>
                <a:gd name="T5" fmla="*/ 668 h 843"/>
                <a:gd name="T6" fmla="*/ 136 w 199"/>
                <a:gd name="T7" fmla="*/ 583 h 843"/>
                <a:gd name="T8" fmla="*/ 120 w 199"/>
                <a:gd name="T9" fmla="*/ 499 h 843"/>
                <a:gd name="T10" fmla="*/ 105 w 199"/>
                <a:gd name="T11" fmla="*/ 413 h 843"/>
                <a:gd name="T12" fmla="*/ 88 w 199"/>
                <a:gd name="T13" fmla="*/ 329 h 843"/>
                <a:gd name="T14" fmla="*/ 70 w 199"/>
                <a:gd name="T15" fmla="*/ 245 h 843"/>
                <a:gd name="T16" fmla="*/ 50 w 199"/>
                <a:gd name="T17" fmla="*/ 162 h 843"/>
                <a:gd name="T18" fmla="*/ 27 w 199"/>
                <a:gd name="T19" fmla="*/ 80 h 843"/>
                <a:gd name="T20" fmla="*/ 0 w 199"/>
                <a:gd name="T21" fmla="*/ 0 h 843"/>
                <a:gd name="T22" fmla="*/ 18 w 199"/>
                <a:gd name="T23" fmla="*/ 84 h 843"/>
                <a:gd name="T24" fmla="*/ 36 w 199"/>
                <a:gd name="T25" fmla="*/ 168 h 843"/>
                <a:gd name="T26" fmla="*/ 55 w 199"/>
                <a:gd name="T27" fmla="*/ 254 h 843"/>
                <a:gd name="T28" fmla="*/ 73 w 199"/>
                <a:gd name="T29" fmla="*/ 338 h 843"/>
                <a:gd name="T30" fmla="*/ 92 w 199"/>
                <a:gd name="T31" fmla="*/ 424 h 843"/>
                <a:gd name="T32" fmla="*/ 110 w 199"/>
                <a:gd name="T33" fmla="*/ 509 h 843"/>
                <a:gd name="T34" fmla="*/ 129 w 199"/>
                <a:gd name="T35" fmla="*/ 594 h 843"/>
                <a:gd name="T36" fmla="*/ 146 w 199"/>
                <a:gd name="T37" fmla="*/ 678 h 843"/>
                <a:gd name="T38" fmla="*/ 165 w 199"/>
                <a:gd name="T39" fmla="*/ 761 h 843"/>
                <a:gd name="T40" fmla="*/ 183 w 199"/>
                <a:gd name="T41" fmla="*/ 843 h 843"/>
                <a:gd name="T42" fmla="*/ 184 w 199"/>
                <a:gd name="T43" fmla="*/ 842 h 843"/>
                <a:gd name="T44" fmla="*/ 186 w 199"/>
                <a:gd name="T45" fmla="*/ 841 h 843"/>
                <a:gd name="T46" fmla="*/ 188 w 199"/>
                <a:gd name="T47" fmla="*/ 840 h 843"/>
                <a:gd name="T48" fmla="*/ 189 w 199"/>
                <a:gd name="T49" fmla="*/ 839 h 843"/>
                <a:gd name="T50" fmla="*/ 190 w 199"/>
                <a:gd name="T51" fmla="*/ 838 h 843"/>
                <a:gd name="T52" fmla="*/ 192 w 199"/>
                <a:gd name="T53" fmla="*/ 836 h 843"/>
                <a:gd name="T54" fmla="*/ 194 w 199"/>
                <a:gd name="T55" fmla="*/ 835 h 843"/>
                <a:gd name="T56" fmla="*/ 196 w 199"/>
                <a:gd name="T57" fmla="*/ 834 h 843"/>
                <a:gd name="T58" fmla="*/ 198 w 199"/>
                <a:gd name="T59" fmla="*/ 833 h 843"/>
                <a:gd name="T60" fmla="*/ 199 w 199"/>
                <a:gd name="T61" fmla="*/ 832 h 843"/>
                <a:gd name="T62" fmla="*/ 199 w 199"/>
                <a:gd name="T63" fmla="*/ 832 h 84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99"/>
                <a:gd name="T97" fmla="*/ 0 h 843"/>
                <a:gd name="T98" fmla="*/ 199 w 199"/>
                <a:gd name="T99" fmla="*/ 843 h 84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99" h="843">
                  <a:moveTo>
                    <a:pt x="199" y="832"/>
                  </a:moveTo>
                  <a:lnTo>
                    <a:pt x="175" y="751"/>
                  </a:lnTo>
                  <a:lnTo>
                    <a:pt x="154" y="668"/>
                  </a:lnTo>
                  <a:lnTo>
                    <a:pt x="136" y="583"/>
                  </a:lnTo>
                  <a:lnTo>
                    <a:pt x="120" y="499"/>
                  </a:lnTo>
                  <a:lnTo>
                    <a:pt x="105" y="413"/>
                  </a:lnTo>
                  <a:lnTo>
                    <a:pt x="88" y="329"/>
                  </a:lnTo>
                  <a:lnTo>
                    <a:pt x="70" y="245"/>
                  </a:lnTo>
                  <a:lnTo>
                    <a:pt x="50" y="162"/>
                  </a:lnTo>
                  <a:lnTo>
                    <a:pt x="27" y="80"/>
                  </a:lnTo>
                  <a:lnTo>
                    <a:pt x="0" y="0"/>
                  </a:lnTo>
                  <a:lnTo>
                    <a:pt x="18" y="84"/>
                  </a:lnTo>
                  <a:lnTo>
                    <a:pt x="36" y="168"/>
                  </a:lnTo>
                  <a:lnTo>
                    <a:pt x="55" y="254"/>
                  </a:lnTo>
                  <a:lnTo>
                    <a:pt x="73" y="338"/>
                  </a:lnTo>
                  <a:lnTo>
                    <a:pt x="92" y="424"/>
                  </a:lnTo>
                  <a:lnTo>
                    <a:pt x="110" y="509"/>
                  </a:lnTo>
                  <a:lnTo>
                    <a:pt x="129" y="594"/>
                  </a:lnTo>
                  <a:lnTo>
                    <a:pt x="146" y="678"/>
                  </a:lnTo>
                  <a:lnTo>
                    <a:pt x="165" y="761"/>
                  </a:lnTo>
                  <a:lnTo>
                    <a:pt x="183" y="843"/>
                  </a:lnTo>
                  <a:lnTo>
                    <a:pt x="184" y="842"/>
                  </a:lnTo>
                  <a:lnTo>
                    <a:pt x="186" y="841"/>
                  </a:lnTo>
                  <a:lnTo>
                    <a:pt x="188" y="840"/>
                  </a:lnTo>
                  <a:lnTo>
                    <a:pt x="189" y="839"/>
                  </a:lnTo>
                  <a:lnTo>
                    <a:pt x="190" y="838"/>
                  </a:lnTo>
                  <a:lnTo>
                    <a:pt x="192" y="836"/>
                  </a:lnTo>
                  <a:lnTo>
                    <a:pt x="194" y="835"/>
                  </a:lnTo>
                  <a:lnTo>
                    <a:pt x="196" y="834"/>
                  </a:lnTo>
                  <a:lnTo>
                    <a:pt x="198" y="833"/>
                  </a:lnTo>
                  <a:lnTo>
                    <a:pt x="199" y="832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54"/>
            <p:cNvSpPr>
              <a:spLocks/>
            </p:cNvSpPr>
            <p:nvPr/>
          </p:nvSpPr>
          <p:spPr bwMode="auto">
            <a:xfrm>
              <a:off x="1473" y="3701"/>
              <a:ext cx="99" cy="71"/>
            </a:xfrm>
            <a:custGeom>
              <a:avLst/>
              <a:gdLst>
                <a:gd name="T0" fmla="*/ 22 w 198"/>
                <a:gd name="T1" fmla="*/ 120 h 144"/>
                <a:gd name="T2" fmla="*/ 39 w 198"/>
                <a:gd name="T3" fmla="*/ 107 h 144"/>
                <a:gd name="T4" fmla="*/ 57 w 198"/>
                <a:gd name="T5" fmla="*/ 93 h 144"/>
                <a:gd name="T6" fmla="*/ 74 w 198"/>
                <a:gd name="T7" fmla="*/ 80 h 144"/>
                <a:gd name="T8" fmla="*/ 93 w 198"/>
                <a:gd name="T9" fmla="*/ 68 h 144"/>
                <a:gd name="T10" fmla="*/ 111 w 198"/>
                <a:gd name="T11" fmla="*/ 57 h 144"/>
                <a:gd name="T12" fmla="*/ 129 w 198"/>
                <a:gd name="T13" fmla="*/ 45 h 144"/>
                <a:gd name="T14" fmla="*/ 147 w 198"/>
                <a:gd name="T15" fmla="*/ 35 h 144"/>
                <a:gd name="T16" fmla="*/ 165 w 198"/>
                <a:gd name="T17" fmla="*/ 23 h 144"/>
                <a:gd name="T18" fmla="*/ 181 w 198"/>
                <a:gd name="T19" fmla="*/ 12 h 144"/>
                <a:gd name="T20" fmla="*/ 198 w 198"/>
                <a:gd name="T21" fmla="*/ 0 h 144"/>
                <a:gd name="T22" fmla="*/ 98 w 198"/>
                <a:gd name="T23" fmla="*/ 60 h 144"/>
                <a:gd name="T24" fmla="*/ 98 w 198"/>
                <a:gd name="T25" fmla="*/ 60 h 144"/>
                <a:gd name="T26" fmla="*/ 98 w 198"/>
                <a:gd name="T27" fmla="*/ 59 h 144"/>
                <a:gd name="T28" fmla="*/ 98 w 198"/>
                <a:gd name="T29" fmla="*/ 58 h 144"/>
                <a:gd name="T30" fmla="*/ 98 w 198"/>
                <a:gd name="T31" fmla="*/ 57 h 144"/>
                <a:gd name="T32" fmla="*/ 98 w 198"/>
                <a:gd name="T33" fmla="*/ 56 h 144"/>
                <a:gd name="T34" fmla="*/ 98 w 198"/>
                <a:gd name="T35" fmla="*/ 56 h 144"/>
                <a:gd name="T36" fmla="*/ 98 w 198"/>
                <a:gd name="T37" fmla="*/ 55 h 144"/>
                <a:gd name="T38" fmla="*/ 98 w 198"/>
                <a:gd name="T39" fmla="*/ 53 h 144"/>
                <a:gd name="T40" fmla="*/ 98 w 198"/>
                <a:gd name="T41" fmla="*/ 52 h 144"/>
                <a:gd name="T42" fmla="*/ 98 w 198"/>
                <a:gd name="T43" fmla="*/ 51 h 144"/>
                <a:gd name="T44" fmla="*/ 91 w 198"/>
                <a:gd name="T45" fmla="*/ 58 h 144"/>
                <a:gd name="T46" fmla="*/ 82 w 198"/>
                <a:gd name="T47" fmla="*/ 66 h 144"/>
                <a:gd name="T48" fmla="*/ 71 w 198"/>
                <a:gd name="T49" fmla="*/ 74 h 144"/>
                <a:gd name="T50" fmla="*/ 59 w 198"/>
                <a:gd name="T51" fmla="*/ 81 h 144"/>
                <a:gd name="T52" fmla="*/ 45 w 198"/>
                <a:gd name="T53" fmla="*/ 87 h 144"/>
                <a:gd name="T54" fmla="*/ 32 w 198"/>
                <a:gd name="T55" fmla="*/ 94 h 144"/>
                <a:gd name="T56" fmla="*/ 21 w 198"/>
                <a:gd name="T57" fmla="*/ 102 h 144"/>
                <a:gd name="T58" fmla="*/ 10 w 198"/>
                <a:gd name="T59" fmla="*/ 110 h 144"/>
                <a:gd name="T60" fmla="*/ 4 w 198"/>
                <a:gd name="T61" fmla="*/ 119 h 144"/>
                <a:gd name="T62" fmla="*/ 0 w 198"/>
                <a:gd name="T63" fmla="*/ 131 h 144"/>
                <a:gd name="T64" fmla="*/ 0 w 198"/>
                <a:gd name="T65" fmla="*/ 144 h 144"/>
                <a:gd name="T66" fmla="*/ 105 w 198"/>
                <a:gd name="T67" fmla="*/ 144 h 144"/>
                <a:gd name="T68" fmla="*/ 105 w 198"/>
                <a:gd name="T69" fmla="*/ 137 h 144"/>
                <a:gd name="T70" fmla="*/ 95 w 198"/>
                <a:gd name="T71" fmla="*/ 137 h 144"/>
                <a:gd name="T72" fmla="*/ 86 w 198"/>
                <a:gd name="T73" fmla="*/ 137 h 144"/>
                <a:gd name="T74" fmla="*/ 76 w 198"/>
                <a:gd name="T75" fmla="*/ 137 h 144"/>
                <a:gd name="T76" fmla="*/ 68 w 198"/>
                <a:gd name="T77" fmla="*/ 137 h 144"/>
                <a:gd name="T78" fmla="*/ 60 w 198"/>
                <a:gd name="T79" fmla="*/ 137 h 144"/>
                <a:gd name="T80" fmla="*/ 52 w 198"/>
                <a:gd name="T81" fmla="*/ 135 h 144"/>
                <a:gd name="T82" fmla="*/ 45 w 198"/>
                <a:gd name="T83" fmla="*/ 134 h 144"/>
                <a:gd name="T84" fmla="*/ 37 w 198"/>
                <a:gd name="T85" fmla="*/ 131 h 144"/>
                <a:gd name="T86" fmla="*/ 30 w 198"/>
                <a:gd name="T87" fmla="*/ 127 h 144"/>
                <a:gd name="T88" fmla="*/ 22 w 198"/>
                <a:gd name="T89" fmla="*/ 122 h 144"/>
                <a:gd name="T90" fmla="*/ 22 w 198"/>
                <a:gd name="T91" fmla="*/ 122 h 144"/>
                <a:gd name="T92" fmla="*/ 22 w 198"/>
                <a:gd name="T93" fmla="*/ 120 h 1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8"/>
                <a:gd name="T142" fmla="*/ 0 h 144"/>
                <a:gd name="T143" fmla="*/ 198 w 198"/>
                <a:gd name="T144" fmla="*/ 144 h 1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8" h="144">
                  <a:moveTo>
                    <a:pt x="22" y="120"/>
                  </a:moveTo>
                  <a:lnTo>
                    <a:pt x="39" y="107"/>
                  </a:lnTo>
                  <a:lnTo>
                    <a:pt x="57" y="93"/>
                  </a:lnTo>
                  <a:lnTo>
                    <a:pt x="74" y="80"/>
                  </a:lnTo>
                  <a:lnTo>
                    <a:pt x="93" y="68"/>
                  </a:lnTo>
                  <a:lnTo>
                    <a:pt x="111" y="57"/>
                  </a:lnTo>
                  <a:lnTo>
                    <a:pt x="129" y="45"/>
                  </a:lnTo>
                  <a:lnTo>
                    <a:pt x="147" y="35"/>
                  </a:lnTo>
                  <a:lnTo>
                    <a:pt x="165" y="23"/>
                  </a:lnTo>
                  <a:lnTo>
                    <a:pt x="181" y="12"/>
                  </a:lnTo>
                  <a:lnTo>
                    <a:pt x="198" y="0"/>
                  </a:lnTo>
                  <a:lnTo>
                    <a:pt x="98" y="60"/>
                  </a:lnTo>
                  <a:lnTo>
                    <a:pt x="98" y="59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8" y="56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2"/>
                  </a:lnTo>
                  <a:lnTo>
                    <a:pt x="98" y="51"/>
                  </a:lnTo>
                  <a:lnTo>
                    <a:pt x="91" y="58"/>
                  </a:lnTo>
                  <a:lnTo>
                    <a:pt x="82" y="66"/>
                  </a:lnTo>
                  <a:lnTo>
                    <a:pt x="71" y="74"/>
                  </a:lnTo>
                  <a:lnTo>
                    <a:pt x="59" y="81"/>
                  </a:lnTo>
                  <a:lnTo>
                    <a:pt x="45" y="87"/>
                  </a:lnTo>
                  <a:lnTo>
                    <a:pt x="32" y="94"/>
                  </a:lnTo>
                  <a:lnTo>
                    <a:pt x="21" y="102"/>
                  </a:lnTo>
                  <a:lnTo>
                    <a:pt x="10" y="110"/>
                  </a:lnTo>
                  <a:lnTo>
                    <a:pt x="4" y="119"/>
                  </a:lnTo>
                  <a:lnTo>
                    <a:pt x="0" y="131"/>
                  </a:lnTo>
                  <a:lnTo>
                    <a:pt x="0" y="144"/>
                  </a:lnTo>
                  <a:lnTo>
                    <a:pt x="105" y="144"/>
                  </a:lnTo>
                  <a:lnTo>
                    <a:pt x="105" y="137"/>
                  </a:lnTo>
                  <a:lnTo>
                    <a:pt x="95" y="137"/>
                  </a:lnTo>
                  <a:lnTo>
                    <a:pt x="86" y="137"/>
                  </a:lnTo>
                  <a:lnTo>
                    <a:pt x="76" y="137"/>
                  </a:lnTo>
                  <a:lnTo>
                    <a:pt x="68" y="137"/>
                  </a:lnTo>
                  <a:lnTo>
                    <a:pt x="60" y="137"/>
                  </a:lnTo>
                  <a:lnTo>
                    <a:pt x="52" y="135"/>
                  </a:lnTo>
                  <a:lnTo>
                    <a:pt x="45" y="134"/>
                  </a:lnTo>
                  <a:lnTo>
                    <a:pt x="37" y="131"/>
                  </a:lnTo>
                  <a:lnTo>
                    <a:pt x="30" y="127"/>
                  </a:lnTo>
                  <a:lnTo>
                    <a:pt x="22" y="122"/>
                  </a:lnTo>
                  <a:lnTo>
                    <a:pt x="22" y="120"/>
                  </a:lnTo>
                  <a:close/>
                </a:path>
              </a:pathLst>
            </a:custGeom>
            <a:solidFill>
              <a:srgbClr val="A18F8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55"/>
            <p:cNvSpPr>
              <a:spLocks/>
            </p:cNvSpPr>
            <p:nvPr/>
          </p:nvSpPr>
          <p:spPr bwMode="auto">
            <a:xfrm>
              <a:off x="1521" y="3712"/>
              <a:ext cx="1" cy="11"/>
            </a:xfrm>
            <a:custGeom>
              <a:avLst/>
              <a:gdLst>
                <a:gd name="T0" fmla="*/ 0 w 2"/>
                <a:gd name="T1" fmla="*/ 0 h 21"/>
                <a:gd name="T2" fmla="*/ 1 w 2"/>
                <a:gd name="T3" fmla="*/ 4 h 21"/>
                <a:gd name="T4" fmla="*/ 1 w 2"/>
                <a:gd name="T5" fmla="*/ 5 h 21"/>
                <a:gd name="T6" fmla="*/ 1 w 2"/>
                <a:gd name="T7" fmla="*/ 7 h 21"/>
                <a:gd name="T8" fmla="*/ 1 w 2"/>
                <a:gd name="T9" fmla="*/ 10 h 21"/>
                <a:gd name="T10" fmla="*/ 1 w 2"/>
                <a:gd name="T11" fmla="*/ 12 h 21"/>
                <a:gd name="T12" fmla="*/ 1 w 2"/>
                <a:gd name="T13" fmla="*/ 13 h 21"/>
                <a:gd name="T14" fmla="*/ 1 w 2"/>
                <a:gd name="T15" fmla="*/ 15 h 21"/>
                <a:gd name="T16" fmla="*/ 1 w 2"/>
                <a:gd name="T17" fmla="*/ 18 h 21"/>
                <a:gd name="T18" fmla="*/ 1 w 2"/>
                <a:gd name="T19" fmla="*/ 19 h 21"/>
                <a:gd name="T20" fmla="*/ 1 w 2"/>
                <a:gd name="T21" fmla="*/ 21 h 21"/>
                <a:gd name="T22" fmla="*/ 2 w 2"/>
                <a:gd name="T23" fmla="*/ 21 h 21"/>
                <a:gd name="T24" fmla="*/ 2 w 2"/>
                <a:gd name="T25" fmla="*/ 19 h 21"/>
                <a:gd name="T26" fmla="*/ 2 w 2"/>
                <a:gd name="T27" fmla="*/ 18 h 21"/>
                <a:gd name="T28" fmla="*/ 2 w 2"/>
                <a:gd name="T29" fmla="*/ 15 h 21"/>
                <a:gd name="T30" fmla="*/ 2 w 2"/>
                <a:gd name="T31" fmla="*/ 14 h 21"/>
                <a:gd name="T32" fmla="*/ 2 w 2"/>
                <a:gd name="T33" fmla="*/ 12 h 21"/>
                <a:gd name="T34" fmla="*/ 2 w 2"/>
                <a:gd name="T35" fmla="*/ 10 h 21"/>
                <a:gd name="T36" fmla="*/ 2 w 2"/>
                <a:gd name="T37" fmla="*/ 7 h 21"/>
                <a:gd name="T38" fmla="*/ 2 w 2"/>
                <a:gd name="T39" fmla="*/ 6 h 21"/>
                <a:gd name="T40" fmla="*/ 1 w 2"/>
                <a:gd name="T41" fmla="*/ 4 h 21"/>
                <a:gd name="T42" fmla="*/ 1 w 2"/>
                <a:gd name="T43" fmla="*/ 2 h 21"/>
                <a:gd name="T44" fmla="*/ 1 w 2"/>
                <a:gd name="T45" fmla="*/ 2 h 21"/>
                <a:gd name="T46" fmla="*/ 0 w 2"/>
                <a:gd name="T47" fmla="*/ 0 h 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"/>
                <a:gd name="T73" fmla="*/ 0 h 21"/>
                <a:gd name="T74" fmla="*/ 2 w 2"/>
                <a:gd name="T75" fmla="*/ 21 h 2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" h="21">
                  <a:moveTo>
                    <a:pt x="0" y="0"/>
                  </a:move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56"/>
            <p:cNvSpPr>
              <a:spLocks/>
            </p:cNvSpPr>
            <p:nvPr/>
          </p:nvSpPr>
          <p:spPr bwMode="auto">
            <a:xfrm>
              <a:off x="1511" y="3695"/>
              <a:ext cx="7" cy="12"/>
            </a:xfrm>
            <a:custGeom>
              <a:avLst/>
              <a:gdLst>
                <a:gd name="T0" fmla="*/ 14 w 14"/>
                <a:gd name="T1" fmla="*/ 23 h 24"/>
                <a:gd name="T2" fmla="*/ 14 w 14"/>
                <a:gd name="T3" fmla="*/ 23 h 24"/>
                <a:gd name="T4" fmla="*/ 14 w 14"/>
                <a:gd name="T5" fmla="*/ 23 h 24"/>
                <a:gd name="T6" fmla="*/ 14 w 14"/>
                <a:gd name="T7" fmla="*/ 22 h 24"/>
                <a:gd name="T8" fmla="*/ 14 w 14"/>
                <a:gd name="T9" fmla="*/ 22 h 24"/>
                <a:gd name="T10" fmla="*/ 14 w 14"/>
                <a:gd name="T11" fmla="*/ 21 h 24"/>
                <a:gd name="T12" fmla="*/ 14 w 14"/>
                <a:gd name="T13" fmla="*/ 21 h 24"/>
                <a:gd name="T14" fmla="*/ 13 w 14"/>
                <a:gd name="T15" fmla="*/ 19 h 24"/>
                <a:gd name="T16" fmla="*/ 13 w 14"/>
                <a:gd name="T17" fmla="*/ 19 h 24"/>
                <a:gd name="T18" fmla="*/ 13 w 14"/>
                <a:gd name="T19" fmla="*/ 18 h 24"/>
                <a:gd name="T20" fmla="*/ 13 w 14"/>
                <a:gd name="T21" fmla="*/ 17 h 24"/>
                <a:gd name="T22" fmla="*/ 12 w 14"/>
                <a:gd name="T23" fmla="*/ 16 h 24"/>
                <a:gd name="T24" fmla="*/ 12 w 14"/>
                <a:gd name="T25" fmla="*/ 15 h 24"/>
                <a:gd name="T26" fmla="*/ 11 w 14"/>
                <a:gd name="T27" fmla="*/ 12 h 24"/>
                <a:gd name="T28" fmla="*/ 9 w 14"/>
                <a:gd name="T29" fmla="*/ 11 h 24"/>
                <a:gd name="T30" fmla="*/ 8 w 14"/>
                <a:gd name="T31" fmla="*/ 10 h 24"/>
                <a:gd name="T32" fmla="*/ 7 w 14"/>
                <a:gd name="T33" fmla="*/ 8 h 24"/>
                <a:gd name="T34" fmla="*/ 6 w 14"/>
                <a:gd name="T35" fmla="*/ 7 h 24"/>
                <a:gd name="T36" fmla="*/ 4 w 14"/>
                <a:gd name="T37" fmla="*/ 4 h 24"/>
                <a:gd name="T38" fmla="*/ 2 w 14"/>
                <a:gd name="T39" fmla="*/ 3 h 24"/>
                <a:gd name="T40" fmla="*/ 1 w 14"/>
                <a:gd name="T41" fmla="*/ 2 h 24"/>
                <a:gd name="T42" fmla="*/ 0 w 14"/>
                <a:gd name="T43" fmla="*/ 0 h 24"/>
                <a:gd name="T44" fmla="*/ 0 w 14"/>
                <a:gd name="T45" fmla="*/ 0 h 24"/>
                <a:gd name="T46" fmla="*/ 0 w 14"/>
                <a:gd name="T47" fmla="*/ 1 h 24"/>
                <a:gd name="T48" fmla="*/ 2 w 14"/>
                <a:gd name="T49" fmla="*/ 3 h 24"/>
                <a:gd name="T50" fmla="*/ 4 w 14"/>
                <a:gd name="T51" fmla="*/ 7 h 24"/>
                <a:gd name="T52" fmla="*/ 6 w 14"/>
                <a:gd name="T53" fmla="*/ 10 h 24"/>
                <a:gd name="T54" fmla="*/ 8 w 14"/>
                <a:gd name="T55" fmla="*/ 15 h 24"/>
                <a:gd name="T56" fmla="*/ 11 w 14"/>
                <a:gd name="T57" fmla="*/ 18 h 24"/>
                <a:gd name="T58" fmla="*/ 13 w 14"/>
                <a:gd name="T59" fmla="*/ 22 h 24"/>
                <a:gd name="T60" fmla="*/ 14 w 14"/>
                <a:gd name="T61" fmla="*/ 24 h 24"/>
                <a:gd name="T62" fmla="*/ 14 w 14"/>
                <a:gd name="T63" fmla="*/ 24 h 24"/>
                <a:gd name="T64" fmla="*/ 14 w 14"/>
                <a:gd name="T65" fmla="*/ 23 h 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"/>
                <a:gd name="T100" fmla="*/ 0 h 24"/>
                <a:gd name="T101" fmla="*/ 14 w 14"/>
                <a:gd name="T102" fmla="*/ 24 h 2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" h="24">
                  <a:moveTo>
                    <a:pt x="14" y="23"/>
                  </a:moveTo>
                  <a:lnTo>
                    <a:pt x="14" y="23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1" y="12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7" y="8"/>
                  </a:lnTo>
                  <a:lnTo>
                    <a:pt x="6" y="7"/>
                  </a:lnTo>
                  <a:lnTo>
                    <a:pt x="4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0"/>
                  </a:lnTo>
                  <a:lnTo>
                    <a:pt x="0" y="1"/>
                  </a:lnTo>
                  <a:lnTo>
                    <a:pt x="2" y="3"/>
                  </a:lnTo>
                  <a:lnTo>
                    <a:pt x="4" y="7"/>
                  </a:lnTo>
                  <a:lnTo>
                    <a:pt x="6" y="10"/>
                  </a:lnTo>
                  <a:lnTo>
                    <a:pt x="8" y="15"/>
                  </a:lnTo>
                  <a:lnTo>
                    <a:pt x="11" y="18"/>
                  </a:lnTo>
                  <a:lnTo>
                    <a:pt x="13" y="22"/>
                  </a:lnTo>
                  <a:lnTo>
                    <a:pt x="14" y="24"/>
                  </a:lnTo>
                  <a:lnTo>
                    <a:pt x="14" y="23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57"/>
            <p:cNvSpPr>
              <a:spLocks/>
            </p:cNvSpPr>
            <p:nvPr/>
          </p:nvSpPr>
          <p:spPr bwMode="auto">
            <a:xfrm>
              <a:off x="1465" y="3413"/>
              <a:ext cx="68" cy="300"/>
            </a:xfrm>
            <a:custGeom>
              <a:avLst/>
              <a:gdLst>
                <a:gd name="T0" fmla="*/ 0 w 135"/>
                <a:gd name="T1" fmla="*/ 0 h 599"/>
                <a:gd name="T2" fmla="*/ 54 w 135"/>
                <a:gd name="T3" fmla="*/ 366 h 599"/>
                <a:gd name="T4" fmla="*/ 57 w 135"/>
                <a:gd name="T5" fmla="*/ 389 h 599"/>
                <a:gd name="T6" fmla="*/ 61 w 135"/>
                <a:gd name="T7" fmla="*/ 411 h 599"/>
                <a:gd name="T8" fmla="*/ 66 w 135"/>
                <a:gd name="T9" fmla="*/ 433 h 599"/>
                <a:gd name="T10" fmla="*/ 72 w 135"/>
                <a:gd name="T11" fmla="*/ 455 h 599"/>
                <a:gd name="T12" fmla="*/ 78 w 135"/>
                <a:gd name="T13" fmla="*/ 477 h 599"/>
                <a:gd name="T14" fmla="*/ 85 w 135"/>
                <a:gd name="T15" fmla="*/ 498 h 599"/>
                <a:gd name="T16" fmla="*/ 91 w 135"/>
                <a:gd name="T17" fmla="*/ 520 h 599"/>
                <a:gd name="T18" fmla="*/ 97 w 135"/>
                <a:gd name="T19" fmla="*/ 541 h 599"/>
                <a:gd name="T20" fmla="*/ 100 w 135"/>
                <a:gd name="T21" fmla="*/ 560 h 599"/>
                <a:gd name="T22" fmla="*/ 104 w 135"/>
                <a:gd name="T23" fmla="*/ 580 h 599"/>
                <a:gd name="T24" fmla="*/ 105 w 135"/>
                <a:gd name="T25" fmla="*/ 582 h 599"/>
                <a:gd name="T26" fmla="*/ 106 w 135"/>
                <a:gd name="T27" fmla="*/ 585 h 599"/>
                <a:gd name="T28" fmla="*/ 107 w 135"/>
                <a:gd name="T29" fmla="*/ 586 h 599"/>
                <a:gd name="T30" fmla="*/ 109 w 135"/>
                <a:gd name="T31" fmla="*/ 588 h 599"/>
                <a:gd name="T32" fmla="*/ 110 w 135"/>
                <a:gd name="T33" fmla="*/ 589 h 599"/>
                <a:gd name="T34" fmla="*/ 110 w 135"/>
                <a:gd name="T35" fmla="*/ 592 h 599"/>
                <a:gd name="T36" fmla="*/ 111 w 135"/>
                <a:gd name="T37" fmla="*/ 593 h 599"/>
                <a:gd name="T38" fmla="*/ 112 w 135"/>
                <a:gd name="T39" fmla="*/ 595 h 599"/>
                <a:gd name="T40" fmla="*/ 112 w 135"/>
                <a:gd name="T41" fmla="*/ 596 h 599"/>
                <a:gd name="T42" fmla="*/ 113 w 135"/>
                <a:gd name="T43" fmla="*/ 599 h 599"/>
                <a:gd name="T44" fmla="*/ 113 w 135"/>
                <a:gd name="T45" fmla="*/ 592 h 599"/>
                <a:gd name="T46" fmla="*/ 113 w 135"/>
                <a:gd name="T47" fmla="*/ 586 h 599"/>
                <a:gd name="T48" fmla="*/ 114 w 135"/>
                <a:gd name="T49" fmla="*/ 579 h 599"/>
                <a:gd name="T50" fmla="*/ 115 w 135"/>
                <a:gd name="T51" fmla="*/ 573 h 599"/>
                <a:gd name="T52" fmla="*/ 118 w 135"/>
                <a:gd name="T53" fmla="*/ 566 h 599"/>
                <a:gd name="T54" fmla="*/ 120 w 135"/>
                <a:gd name="T55" fmla="*/ 560 h 599"/>
                <a:gd name="T56" fmla="*/ 122 w 135"/>
                <a:gd name="T57" fmla="*/ 555 h 599"/>
                <a:gd name="T58" fmla="*/ 126 w 135"/>
                <a:gd name="T59" fmla="*/ 549 h 599"/>
                <a:gd name="T60" fmla="*/ 130 w 135"/>
                <a:gd name="T61" fmla="*/ 543 h 599"/>
                <a:gd name="T62" fmla="*/ 135 w 135"/>
                <a:gd name="T63" fmla="*/ 538 h 599"/>
                <a:gd name="T64" fmla="*/ 111 w 135"/>
                <a:gd name="T65" fmla="*/ 489 h 599"/>
                <a:gd name="T66" fmla="*/ 91 w 135"/>
                <a:gd name="T67" fmla="*/ 437 h 599"/>
                <a:gd name="T68" fmla="*/ 75 w 135"/>
                <a:gd name="T69" fmla="*/ 384 h 599"/>
                <a:gd name="T70" fmla="*/ 63 w 135"/>
                <a:gd name="T71" fmla="*/ 330 h 599"/>
                <a:gd name="T72" fmla="*/ 53 w 135"/>
                <a:gd name="T73" fmla="*/ 276 h 599"/>
                <a:gd name="T74" fmla="*/ 44 w 135"/>
                <a:gd name="T75" fmla="*/ 222 h 599"/>
                <a:gd name="T76" fmla="*/ 35 w 135"/>
                <a:gd name="T77" fmla="*/ 166 h 599"/>
                <a:gd name="T78" fmla="*/ 24 w 135"/>
                <a:gd name="T79" fmla="*/ 111 h 599"/>
                <a:gd name="T80" fmla="*/ 14 w 135"/>
                <a:gd name="T81" fmla="*/ 55 h 599"/>
                <a:gd name="T82" fmla="*/ 0 w 135"/>
                <a:gd name="T83" fmla="*/ 0 h 599"/>
                <a:gd name="T84" fmla="*/ 0 w 135"/>
                <a:gd name="T85" fmla="*/ 0 h 59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5"/>
                <a:gd name="T130" fmla="*/ 0 h 599"/>
                <a:gd name="T131" fmla="*/ 135 w 135"/>
                <a:gd name="T132" fmla="*/ 599 h 59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5" h="599">
                  <a:moveTo>
                    <a:pt x="0" y="0"/>
                  </a:moveTo>
                  <a:lnTo>
                    <a:pt x="54" y="366"/>
                  </a:lnTo>
                  <a:lnTo>
                    <a:pt x="57" y="389"/>
                  </a:lnTo>
                  <a:lnTo>
                    <a:pt x="61" y="411"/>
                  </a:lnTo>
                  <a:lnTo>
                    <a:pt x="66" y="433"/>
                  </a:lnTo>
                  <a:lnTo>
                    <a:pt x="72" y="455"/>
                  </a:lnTo>
                  <a:lnTo>
                    <a:pt x="78" y="477"/>
                  </a:lnTo>
                  <a:lnTo>
                    <a:pt x="85" y="498"/>
                  </a:lnTo>
                  <a:lnTo>
                    <a:pt x="91" y="520"/>
                  </a:lnTo>
                  <a:lnTo>
                    <a:pt x="97" y="541"/>
                  </a:lnTo>
                  <a:lnTo>
                    <a:pt x="100" y="560"/>
                  </a:lnTo>
                  <a:lnTo>
                    <a:pt x="104" y="580"/>
                  </a:lnTo>
                  <a:lnTo>
                    <a:pt x="105" y="582"/>
                  </a:lnTo>
                  <a:lnTo>
                    <a:pt x="106" y="585"/>
                  </a:lnTo>
                  <a:lnTo>
                    <a:pt x="107" y="586"/>
                  </a:lnTo>
                  <a:lnTo>
                    <a:pt x="109" y="588"/>
                  </a:lnTo>
                  <a:lnTo>
                    <a:pt x="110" y="589"/>
                  </a:lnTo>
                  <a:lnTo>
                    <a:pt x="110" y="592"/>
                  </a:lnTo>
                  <a:lnTo>
                    <a:pt x="111" y="593"/>
                  </a:lnTo>
                  <a:lnTo>
                    <a:pt x="112" y="595"/>
                  </a:lnTo>
                  <a:lnTo>
                    <a:pt x="112" y="596"/>
                  </a:lnTo>
                  <a:lnTo>
                    <a:pt x="113" y="599"/>
                  </a:lnTo>
                  <a:lnTo>
                    <a:pt x="113" y="592"/>
                  </a:lnTo>
                  <a:lnTo>
                    <a:pt x="113" y="586"/>
                  </a:lnTo>
                  <a:lnTo>
                    <a:pt x="114" y="579"/>
                  </a:lnTo>
                  <a:lnTo>
                    <a:pt x="115" y="573"/>
                  </a:lnTo>
                  <a:lnTo>
                    <a:pt x="118" y="566"/>
                  </a:lnTo>
                  <a:lnTo>
                    <a:pt x="120" y="560"/>
                  </a:lnTo>
                  <a:lnTo>
                    <a:pt x="122" y="555"/>
                  </a:lnTo>
                  <a:lnTo>
                    <a:pt x="126" y="549"/>
                  </a:lnTo>
                  <a:lnTo>
                    <a:pt x="130" y="543"/>
                  </a:lnTo>
                  <a:lnTo>
                    <a:pt x="135" y="538"/>
                  </a:lnTo>
                  <a:lnTo>
                    <a:pt x="111" y="489"/>
                  </a:lnTo>
                  <a:lnTo>
                    <a:pt x="91" y="437"/>
                  </a:lnTo>
                  <a:lnTo>
                    <a:pt x="75" y="384"/>
                  </a:lnTo>
                  <a:lnTo>
                    <a:pt x="63" y="330"/>
                  </a:lnTo>
                  <a:lnTo>
                    <a:pt x="53" y="276"/>
                  </a:lnTo>
                  <a:lnTo>
                    <a:pt x="44" y="222"/>
                  </a:lnTo>
                  <a:lnTo>
                    <a:pt x="35" y="166"/>
                  </a:lnTo>
                  <a:lnTo>
                    <a:pt x="24" y="111"/>
                  </a:lnTo>
                  <a:lnTo>
                    <a:pt x="14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58"/>
            <p:cNvSpPr>
              <a:spLocks/>
            </p:cNvSpPr>
            <p:nvPr/>
          </p:nvSpPr>
          <p:spPr bwMode="auto">
            <a:xfrm>
              <a:off x="1504" y="3084"/>
              <a:ext cx="52" cy="13"/>
            </a:xfrm>
            <a:custGeom>
              <a:avLst/>
              <a:gdLst>
                <a:gd name="T0" fmla="*/ 0 w 103"/>
                <a:gd name="T1" fmla="*/ 19 h 27"/>
                <a:gd name="T2" fmla="*/ 2 w 103"/>
                <a:gd name="T3" fmla="*/ 19 h 27"/>
                <a:gd name="T4" fmla="*/ 3 w 103"/>
                <a:gd name="T5" fmla="*/ 18 h 27"/>
                <a:gd name="T6" fmla="*/ 6 w 103"/>
                <a:gd name="T7" fmla="*/ 16 h 27"/>
                <a:gd name="T8" fmla="*/ 10 w 103"/>
                <a:gd name="T9" fmla="*/ 15 h 27"/>
                <a:gd name="T10" fmla="*/ 13 w 103"/>
                <a:gd name="T11" fmla="*/ 13 h 27"/>
                <a:gd name="T12" fmla="*/ 19 w 103"/>
                <a:gd name="T13" fmla="*/ 12 h 27"/>
                <a:gd name="T14" fmla="*/ 25 w 103"/>
                <a:gd name="T15" fmla="*/ 9 h 27"/>
                <a:gd name="T16" fmla="*/ 31 w 103"/>
                <a:gd name="T17" fmla="*/ 8 h 27"/>
                <a:gd name="T18" fmla="*/ 39 w 103"/>
                <a:gd name="T19" fmla="*/ 7 h 27"/>
                <a:gd name="T20" fmla="*/ 46 w 103"/>
                <a:gd name="T21" fmla="*/ 6 h 27"/>
                <a:gd name="T22" fmla="*/ 54 w 103"/>
                <a:gd name="T23" fmla="*/ 5 h 27"/>
                <a:gd name="T24" fmla="*/ 62 w 103"/>
                <a:gd name="T25" fmla="*/ 4 h 27"/>
                <a:gd name="T26" fmla="*/ 70 w 103"/>
                <a:gd name="T27" fmla="*/ 3 h 27"/>
                <a:gd name="T28" fmla="*/ 78 w 103"/>
                <a:gd name="T29" fmla="*/ 3 h 27"/>
                <a:gd name="T30" fmla="*/ 85 w 103"/>
                <a:gd name="T31" fmla="*/ 1 h 27"/>
                <a:gd name="T32" fmla="*/ 91 w 103"/>
                <a:gd name="T33" fmla="*/ 1 h 27"/>
                <a:gd name="T34" fmla="*/ 96 w 103"/>
                <a:gd name="T35" fmla="*/ 0 h 27"/>
                <a:gd name="T36" fmla="*/ 100 w 103"/>
                <a:gd name="T37" fmla="*/ 0 h 27"/>
                <a:gd name="T38" fmla="*/ 102 w 103"/>
                <a:gd name="T39" fmla="*/ 0 h 27"/>
                <a:gd name="T40" fmla="*/ 103 w 103"/>
                <a:gd name="T41" fmla="*/ 0 h 27"/>
                <a:gd name="T42" fmla="*/ 103 w 103"/>
                <a:gd name="T43" fmla="*/ 0 h 27"/>
                <a:gd name="T44" fmla="*/ 102 w 103"/>
                <a:gd name="T45" fmla="*/ 3 h 27"/>
                <a:gd name="T46" fmla="*/ 101 w 103"/>
                <a:gd name="T47" fmla="*/ 5 h 27"/>
                <a:gd name="T48" fmla="*/ 99 w 103"/>
                <a:gd name="T49" fmla="*/ 7 h 27"/>
                <a:gd name="T50" fmla="*/ 96 w 103"/>
                <a:gd name="T51" fmla="*/ 11 h 27"/>
                <a:gd name="T52" fmla="*/ 93 w 103"/>
                <a:gd name="T53" fmla="*/ 14 h 27"/>
                <a:gd name="T54" fmla="*/ 89 w 103"/>
                <a:gd name="T55" fmla="*/ 16 h 27"/>
                <a:gd name="T56" fmla="*/ 86 w 103"/>
                <a:gd name="T57" fmla="*/ 19 h 27"/>
                <a:gd name="T58" fmla="*/ 81 w 103"/>
                <a:gd name="T59" fmla="*/ 21 h 27"/>
                <a:gd name="T60" fmla="*/ 76 w 103"/>
                <a:gd name="T61" fmla="*/ 21 h 27"/>
                <a:gd name="T62" fmla="*/ 70 w 103"/>
                <a:gd name="T63" fmla="*/ 22 h 27"/>
                <a:gd name="T64" fmla="*/ 63 w 103"/>
                <a:gd name="T65" fmla="*/ 23 h 27"/>
                <a:gd name="T66" fmla="*/ 55 w 103"/>
                <a:gd name="T67" fmla="*/ 24 h 27"/>
                <a:gd name="T68" fmla="*/ 46 w 103"/>
                <a:gd name="T69" fmla="*/ 26 h 27"/>
                <a:gd name="T70" fmla="*/ 36 w 103"/>
                <a:gd name="T71" fmla="*/ 27 h 27"/>
                <a:gd name="T72" fmla="*/ 27 w 103"/>
                <a:gd name="T73" fmla="*/ 27 h 27"/>
                <a:gd name="T74" fmla="*/ 19 w 103"/>
                <a:gd name="T75" fmla="*/ 27 h 27"/>
                <a:gd name="T76" fmla="*/ 12 w 103"/>
                <a:gd name="T77" fmla="*/ 26 h 27"/>
                <a:gd name="T78" fmla="*/ 5 w 103"/>
                <a:gd name="T79" fmla="*/ 23 h 27"/>
                <a:gd name="T80" fmla="*/ 0 w 103"/>
                <a:gd name="T81" fmla="*/ 19 h 27"/>
                <a:gd name="T82" fmla="*/ 0 w 103"/>
                <a:gd name="T83" fmla="*/ 19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3"/>
                <a:gd name="T127" fmla="*/ 0 h 27"/>
                <a:gd name="T128" fmla="*/ 103 w 103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3" h="27">
                  <a:moveTo>
                    <a:pt x="0" y="19"/>
                  </a:moveTo>
                  <a:lnTo>
                    <a:pt x="2" y="19"/>
                  </a:lnTo>
                  <a:lnTo>
                    <a:pt x="3" y="18"/>
                  </a:lnTo>
                  <a:lnTo>
                    <a:pt x="6" y="16"/>
                  </a:lnTo>
                  <a:lnTo>
                    <a:pt x="10" y="15"/>
                  </a:lnTo>
                  <a:lnTo>
                    <a:pt x="13" y="13"/>
                  </a:lnTo>
                  <a:lnTo>
                    <a:pt x="19" y="12"/>
                  </a:lnTo>
                  <a:lnTo>
                    <a:pt x="25" y="9"/>
                  </a:lnTo>
                  <a:lnTo>
                    <a:pt x="31" y="8"/>
                  </a:lnTo>
                  <a:lnTo>
                    <a:pt x="39" y="7"/>
                  </a:lnTo>
                  <a:lnTo>
                    <a:pt x="46" y="6"/>
                  </a:lnTo>
                  <a:lnTo>
                    <a:pt x="54" y="5"/>
                  </a:lnTo>
                  <a:lnTo>
                    <a:pt x="62" y="4"/>
                  </a:lnTo>
                  <a:lnTo>
                    <a:pt x="70" y="3"/>
                  </a:lnTo>
                  <a:lnTo>
                    <a:pt x="78" y="3"/>
                  </a:lnTo>
                  <a:lnTo>
                    <a:pt x="85" y="1"/>
                  </a:lnTo>
                  <a:lnTo>
                    <a:pt x="91" y="1"/>
                  </a:lnTo>
                  <a:lnTo>
                    <a:pt x="96" y="0"/>
                  </a:lnTo>
                  <a:lnTo>
                    <a:pt x="100" y="0"/>
                  </a:lnTo>
                  <a:lnTo>
                    <a:pt x="102" y="0"/>
                  </a:lnTo>
                  <a:lnTo>
                    <a:pt x="103" y="0"/>
                  </a:lnTo>
                  <a:lnTo>
                    <a:pt x="102" y="3"/>
                  </a:lnTo>
                  <a:lnTo>
                    <a:pt x="101" y="5"/>
                  </a:lnTo>
                  <a:lnTo>
                    <a:pt x="99" y="7"/>
                  </a:lnTo>
                  <a:lnTo>
                    <a:pt x="96" y="11"/>
                  </a:lnTo>
                  <a:lnTo>
                    <a:pt x="93" y="14"/>
                  </a:lnTo>
                  <a:lnTo>
                    <a:pt x="89" y="16"/>
                  </a:lnTo>
                  <a:lnTo>
                    <a:pt x="86" y="19"/>
                  </a:lnTo>
                  <a:lnTo>
                    <a:pt x="81" y="21"/>
                  </a:lnTo>
                  <a:lnTo>
                    <a:pt x="76" y="21"/>
                  </a:lnTo>
                  <a:lnTo>
                    <a:pt x="70" y="22"/>
                  </a:lnTo>
                  <a:lnTo>
                    <a:pt x="63" y="23"/>
                  </a:lnTo>
                  <a:lnTo>
                    <a:pt x="55" y="24"/>
                  </a:lnTo>
                  <a:lnTo>
                    <a:pt x="46" y="26"/>
                  </a:lnTo>
                  <a:lnTo>
                    <a:pt x="36" y="27"/>
                  </a:lnTo>
                  <a:lnTo>
                    <a:pt x="27" y="27"/>
                  </a:lnTo>
                  <a:lnTo>
                    <a:pt x="19" y="27"/>
                  </a:lnTo>
                  <a:lnTo>
                    <a:pt x="12" y="26"/>
                  </a:lnTo>
                  <a:lnTo>
                    <a:pt x="5" y="23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E2FFE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0" name="Group 159"/>
          <p:cNvGrpSpPr>
            <a:grpSpLocks/>
          </p:cNvGrpSpPr>
          <p:nvPr/>
        </p:nvGrpSpPr>
        <p:grpSpPr bwMode="auto">
          <a:xfrm>
            <a:off x="5037138" y="2882900"/>
            <a:ext cx="1236662" cy="1431925"/>
            <a:chOff x="984" y="1465"/>
            <a:chExt cx="1024" cy="1191"/>
          </a:xfrm>
        </p:grpSpPr>
        <p:grpSp>
          <p:nvGrpSpPr>
            <p:cNvPr id="39393" name="Group 160"/>
            <p:cNvGrpSpPr>
              <a:grpSpLocks/>
            </p:cNvGrpSpPr>
            <p:nvPr/>
          </p:nvGrpSpPr>
          <p:grpSpPr bwMode="auto">
            <a:xfrm>
              <a:off x="984" y="1465"/>
              <a:ext cx="1024" cy="1191"/>
              <a:chOff x="285" y="670"/>
              <a:chExt cx="1013" cy="1530"/>
            </a:xfrm>
          </p:grpSpPr>
          <p:sp>
            <p:nvSpPr>
              <p:cNvPr id="39705" name="Freeform 161"/>
              <p:cNvSpPr>
                <a:spLocks/>
              </p:cNvSpPr>
              <p:nvPr/>
            </p:nvSpPr>
            <p:spPr bwMode="auto">
              <a:xfrm flipH="1">
                <a:off x="287" y="709"/>
                <a:ext cx="961" cy="1489"/>
              </a:xfrm>
              <a:custGeom>
                <a:avLst/>
                <a:gdLst>
                  <a:gd name="T0" fmla="*/ 602 w 2881"/>
                  <a:gd name="T1" fmla="*/ 343 h 4466"/>
                  <a:gd name="T2" fmla="*/ 333 w 2881"/>
                  <a:gd name="T3" fmla="*/ 400 h 4466"/>
                  <a:gd name="T4" fmla="*/ 239 w 2881"/>
                  <a:gd name="T5" fmla="*/ 618 h 4466"/>
                  <a:gd name="T6" fmla="*/ 333 w 2881"/>
                  <a:gd name="T7" fmla="*/ 882 h 4466"/>
                  <a:gd name="T8" fmla="*/ 411 w 2881"/>
                  <a:gd name="T9" fmla="*/ 973 h 4466"/>
                  <a:gd name="T10" fmla="*/ 190 w 2881"/>
                  <a:gd name="T11" fmla="*/ 1169 h 4466"/>
                  <a:gd name="T12" fmla="*/ 138 w 2881"/>
                  <a:gd name="T13" fmla="*/ 1356 h 4466"/>
                  <a:gd name="T14" fmla="*/ 153 w 2881"/>
                  <a:gd name="T15" fmla="*/ 1636 h 4466"/>
                  <a:gd name="T16" fmla="*/ 312 w 2881"/>
                  <a:gd name="T17" fmla="*/ 1854 h 4466"/>
                  <a:gd name="T18" fmla="*/ 190 w 2881"/>
                  <a:gd name="T19" fmla="*/ 1977 h 4466"/>
                  <a:gd name="T20" fmla="*/ 172 w 2881"/>
                  <a:gd name="T21" fmla="*/ 2310 h 4466"/>
                  <a:gd name="T22" fmla="*/ 388 w 2881"/>
                  <a:gd name="T23" fmla="*/ 2475 h 4466"/>
                  <a:gd name="T24" fmla="*/ 335 w 2881"/>
                  <a:gd name="T25" fmla="*/ 2489 h 4466"/>
                  <a:gd name="T26" fmla="*/ 101 w 2881"/>
                  <a:gd name="T27" fmla="*/ 2816 h 4466"/>
                  <a:gd name="T28" fmla="*/ 324 w 2881"/>
                  <a:gd name="T29" fmla="*/ 3027 h 4466"/>
                  <a:gd name="T30" fmla="*/ 178 w 2881"/>
                  <a:gd name="T31" fmla="*/ 3063 h 4466"/>
                  <a:gd name="T32" fmla="*/ 2 w 2881"/>
                  <a:gd name="T33" fmla="*/ 3453 h 4466"/>
                  <a:gd name="T34" fmla="*/ 278 w 2881"/>
                  <a:gd name="T35" fmla="*/ 3821 h 4466"/>
                  <a:gd name="T36" fmla="*/ 428 w 2881"/>
                  <a:gd name="T37" fmla="*/ 3858 h 4466"/>
                  <a:gd name="T38" fmla="*/ 665 w 2881"/>
                  <a:gd name="T39" fmla="*/ 3772 h 4466"/>
                  <a:gd name="T40" fmla="*/ 727 w 2881"/>
                  <a:gd name="T41" fmla="*/ 3786 h 4466"/>
                  <a:gd name="T42" fmla="*/ 747 w 2881"/>
                  <a:gd name="T43" fmla="*/ 4029 h 4466"/>
                  <a:gd name="T44" fmla="*/ 998 w 2881"/>
                  <a:gd name="T45" fmla="*/ 4024 h 4466"/>
                  <a:gd name="T46" fmla="*/ 1061 w 2881"/>
                  <a:gd name="T47" fmla="*/ 3986 h 4466"/>
                  <a:gd name="T48" fmla="*/ 1152 w 2881"/>
                  <a:gd name="T49" fmla="*/ 4060 h 4466"/>
                  <a:gd name="T50" fmla="*/ 1347 w 2881"/>
                  <a:gd name="T51" fmla="*/ 4025 h 4466"/>
                  <a:gd name="T52" fmla="*/ 1464 w 2881"/>
                  <a:gd name="T53" fmla="*/ 4157 h 4466"/>
                  <a:gd name="T54" fmla="*/ 1319 w 2881"/>
                  <a:gd name="T55" fmla="*/ 4412 h 4466"/>
                  <a:gd name="T56" fmla="*/ 1440 w 2881"/>
                  <a:gd name="T57" fmla="*/ 4455 h 4466"/>
                  <a:gd name="T58" fmla="*/ 1774 w 2881"/>
                  <a:gd name="T59" fmla="*/ 4157 h 4466"/>
                  <a:gd name="T60" fmla="*/ 1825 w 2881"/>
                  <a:gd name="T61" fmla="*/ 4047 h 4466"/>
                  <a:gd name="T62" fmla="*/ 2030 w 2881"/>
                  <a:gd name="T63" fmla="*/ 4064 h 4466"/>
                  <a:gd name="T64" fmla="*/ 2154 w 2881"/>
                  <a:gd name="T65" fmla="*/ 3905 h 4466"/>
                  <a:gd name="T66" fmla="*/ 2331 w 2881"/>
                  <a:gd name="T67" fmla="*/ 3783 h 4466"/>
                  <a:gd name="T68" fmla="*/ 2622 w 2881"/>
                  <a:gd name="T69" fmla="*/ 3649 h 4466"/>
                  <a:gd name="T70" fmla="*/ 2698 w 2881"/>
                  <a:gd name="T71" fmla="*/ 3393 h 4466"/>
                  <a:gd name="T72" fmla="*/ 2645 w 2881"/>
                  <a:gd name="T73" fmla="*/ 3142 h 4466"/>
                  <a:gd name="T74" fmla="*/ 2514 w 2881"/>
                  <a:gd name="T75" fmla="*/ 2827 h 4466"/>
                  <a:gd name="T76" fmla="*/ 2675 w 2881"/>
                  <a:gd name="T77" fmla="*/ 2707 h 4466"/>
                  <a:gd name="T78" fmla="*/ 2805 w 2881"/>
                  <a:gd name="T79" fmla="*/ 2449 h 4466"/>
                  <a:gd name="T80" fmla="*/ 2765 w 2881"/>
                  <a:gd name="T81" fmla="*/ 2167 h 4466"/>
                  <a:gd name="T82" fmla="*/ 2630 w 2881"/>
                  <a:gd name="T83" fmla="*/ 2050 h 4466"/>
                  <a:gd name="T84" fmla="*/ 2759 w 2881"/>
                  <a:gd name="T85" fmla="*/ 1986 h 4466"/>
                  <a:gd name="T86" fmla="*/ 2642 w 2881"/>
                  <a:gd name="T87" fmla="*/ 1686 h 4466"/>
                  <a:gd name="T88" fmla="*/ 2700 w 2881"/>
                  <a:gd name="T89" fmla="*/ 1615 h 4466"/>
                  <a:gd name="T90" fmla="*/ 2881 w 2881"/>
                  <a:gd name="T91" fmla="*/ 1354 h 4466"/>
                  <a:gd name="T92" fmla="*/ 2562 w 2881"/>
                  <a:gd name="T93" fmla="*/ 1070 h 4466"/>
                  <a:gd name="T94" fmla="*/ 2722 w 2881"/>
                  <a:gd name="T95" fmla="*/ 882 h 4466"/>
                  <a:gd name="T96" fmla="*/ 2501 w 2881"/>
                  <a:gd name="T97" fmla="*/ 637 h 4466"/>
                  <a:gd name="T98" fmla="*/ 2470 w 2881"/>
                  <a:gd name="T99" fmla="*/ 520 h 4466"/>
                  <a:gd name="T100" fmla="*/ 2445 w 2881"/>
                  <a:gd name="T101" fmla="*/ 221 h 4466"/>
                  <a:gd name="T102" fmla="*/ 2245 w 2881"/>
                  <a:gd name="T103" fmla="*/ 134 h 4466"/>
                  <a:gd name="T104" fmla="*/ 2055 w 2881"/>
                  <a:gd name="T105" fmla="*/ 268 h 4466"/>
                  <a:gd name="T106" fmla="*/ 1935 w 2881"/>
                  <a:gd name="T107" fmla="*/ 60 h 4466"/>
                  <a:gd name="T108" fmla="*/ 1772 w 2881"/>
                  <a:gd name="T109" fmla="*/ 1 h 4466"/>
                  <a:gd name="T110" fmla="*/ 1570 w 2881"/>
                  <a:gd name="T111" fmla="*/ 197 h 4466"/>
                  <a:gd name="T112" fmla="*/ 1500 w 2881"/>
                  <a:gd name="T113" fmla="*/ 172 h 4466"/>
                  <a:gd name="T114" fmla="*/ 1236 w 2881"/>
                  <a:gd name="T115" fmla="*/ 2 h 4466"/>
                  <a:gd name="T116" fmla="*/ 1070 w 2881"/>
                  <a:gd name="T117" fmla="*/ 202 h 4466"/>
                  <a:gd name="T118" fmla="*/ 968 w 2881"/>
                  <a:gd name="T119" fmla="*/ 124 h 4466"/>
                  <a:gd name="T120" fmla="*/ 768 w 2881"/>
                  <a:gd name="T121" fmla="*/ 369 h 446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81"/>
                  <a:gd name="T184" fmla="*/ 0 h 4466"/>
                  <a:gd name="T185" fmla="*/ 2881 w 2881"/>
                  <a:gd name="T186" fmla="*/ 4466 h 446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81" h="4466">
                    <a:moveTo>
                      <a:pt x="818" y="465"/>
                    </a:moveTo>
                    <a:lnTo>
                      <a:pt x="807" y="457"/>
                    </a:lnTo>
                    <a:lnTo>
                      <a:pt x="797" y="449"/>
                    </a:lnTo>
                    <a:lnTo>
                      <a:pt x="787" y="441"/>
                    </a:lnTo>
                    <a:lnTo>
                      <a:pt x="777" y="432"/>
                    </a:lnTo>
                    <a:lnTo>
                      <a:pt x="767" y="425"/>
                    </a:lnTo>
                    <a:lnTo>
                      <a:pt x="759" y="416"/>
                    </a:lnTo>
                    <a:lnTo>
                      <a:pt x="749" y="408"/>
                    </a:lnTo>
                    <a:lnTo>
                      <a:pt x="739" y="401"/>
                    </a:lnTo>
                    <a:lnTo>
                      <a:pt x="730" y="395"/>
                    </a:lnTo>
                    <a:lnTo>
                      <a:pt x="720" y="387"/>
                    </a:lnTo>
                    <a:lnTo>
                      <a:pt x="709" y="381"/>
                    </a:lnTo>
                    <a:lnTo>
                      <a:pt x="698" y="374"/>
                    </a:lnTo>
                    <a:lnTo>
                      <a:pt x="687" y="368"/>
                    </a:lnTo>
                    <a:lnTo>
                      <a:pt x="674" y="363"/>
                    </a:lnTo>
                    <a:lnTo>
                      <a:pt x="661" y="357"/>
                    </a:lnTo>
                    <a:lnTo>
                      <a:pt x="647" y="353"/>
                    </a:lnTo>
                    <a:lnTo>
                      <a:pt x="636" y="349"/>
                    </a:lnTo>
                    <a:lnTo>
                      <a:pt x="626" y="347"/>
                    </a:lnTo>
                    <a:lnTo>
                      <a:pt x="615" y="344"/>
                    </a:lnTo>
                    <a:lnTo>
                      <a:pt x="602" y="343"/>
                    </a:lnTo>
                    <a:lnTo>
                      <a:pt x="590" y="341"/>
                    </a:lnTo>
                    <a:lnTo>
                      <a:pt x="578" y="339"/>
                    </a:lnTo>
                    <a:lnTo>
                      <a:pt x="566" y="338"/>
                    </a:lnTo>
                    <a:lnTo>
                      <a:pt x="554" y="337"/>
                    </a:lnTo>
                    <a:lnTo>
                      <a:pt x="541" y="335"/>
                    </a:lnTo>
                    <a:lnTo>
                      <a:pt x="527" y="335"/>
                    </a:lnTo>
                    <a:lnTo>
                      <a:pt x="514" y="335"/>
                    </a:lnTo>
                    <a:lnTo>
                      <a:pt x="501" y="337"/>
                    </a:lnTo>
                    <a:lnTo>
                      <a:pt x="487" y="338"/>
                    </a:lnTo>
                    <a:lnTo>
                      <a:pt x="474" y="339"/>
                    </a:lnTo>
                    <a:lnTo>
                      <a:pt x="460" y="342"/>
                    </a:lnTo>
                    <a:lnTo>
                      <a:pt x="446" y="344"/>
                    </a:lnTo>
                    <a:lnTo>
                      <a:pt x="433" y="348"/>
                    </a:lnTo>
                    <a:lnTo>
                      <a:pt x="420" y="352"/>
                    </a:lnTo>
                    <a:lnTo>
                      <a:pt x="408" y="357"/>
                    </a:lnTo>
                    <a:lnTo>
                      <a:pt x="394" y="362"/>
                    </a:lnTo>
                    <a:lnTo>
                      <a:pt x="381" y="368"/>
                    </a:lnTo>
                    <a:lnTo>
                      <a:pt x="369" y="374"/>
                    </a:lnTo>
                    <a:lnTo>
                      <a:pt x="357" y="382"/>
                    </a:lnTo>
                    <a:lnTo>
                      <a:pt x="345" y="391"/>
                    </a:lnTo>
                    <a:lnTo>
                      <a:pt x="333" y="400"/>
                    </a:lnTo>
                    <a:lnTo>
                      <a:pt x="322" y="410"/>
                    </a:lnTo>
                    <a:lnTo>
                      <a:pt x="311" y="421"/>
                    </a:lnTo>
                    <a:lnTo>
                      <a:pt x="300" y="432"/>
                    </a:lnTo>
                    <a:lnTo>
                      <a:pt x="290" y="445"/>
                    </a:lnTo>
                    <a:lnTo>
                      <a:pt x="280" y="459"/>
                    </a:lnTo>
                    <a:lnTo>
                      <a:pt x="271" y="474"/>
                    </a:lnTo>
                    <a:lnTo>
                      <a:pt x="262" y="489"/>
                    </a:lnTo>
                    <a:lnTo>
                      <a:pt x="260" y="494"/>
                    </a:lnTo>
                    <a:lnTo>
                      <a:pt x="257" y="500"/>
                    </a:lnTo>
                    <a:lnTo>
                      <a:pt x="255" y="508"/>
                    </a:lnTo>
                    <a:lnTo>
                      <a:pt x="253" y="514"/>
                    </a:lnTo>
                    <a:lnTo>
                      <a:pt x="251" y="523"/>
                    </a:lnTo>
                    <a:lnTo>
                      <a:pt x="249" y="532"/>
                    </a:lnTo>
                    <a:lnTo>
                      <a:pt x="248" y="540"/>
                    </a:lnTo>
                    <a:lnTo>
                      <a:pt x="245" y="550"/>
                    </a:lnTo>
                    <a:lnTo>
                      <a:pt x="244" y="560"/>
                    </a:lnTo>
                    <a:lnTo>
                      <a:pt x="243" y="571"/>
                    </a:lnTo>
                    <a:lnTo>
                      <a:pt x="242" y="582"/>
                    </a:lnTo>
                    <a:lnTo>
                      <a:pt x="241" y="594"/>
                    </a:lnTo>
                    <a:lnTo>
                      <a:pt x="241" y="606"/>
                    </a:lnTo>
                    <a:lnTo>
                      <a:pt x="239" y="618"/>
                    </a:lnTo>
                    <a:lnTo>
                      <a:pt x="239" y="630"/>
                    </a:lnTo>
                    <a:lnTo>
                      <a:pt x="239" y="642"/>
                    </a:lnTo>
                    <a:lnTo>
                      <a:pt x="239" y="655"/>
                    </a:lnTo>
                    <a:lnTo>
                      <a:pt x="241" y="667"/>
                    </a:lnTo>
                    <a:lnTo>
                      <a:pt x="241" y="680"/>
                    </a:lnTo>
                    <a:lnTo>
                      <a:pt x="242" y="692"/>
                    </a:lnTo>
                    <a:lnTo>
                      <a:pt x="244" y="705"/>
                    </a:lnTo>
                    <a:lnTo>
                      <a:pt x="245" y="718"/>
                    </a:lnTo>
                    <a:lnTo>
                      <a:pt x="248" y="730"/>
                    </a:lnTo>
                    <a:lnTo>
                      <a:pt x="250" y="743"/>
                    </a:lnTo>
                    <a:lnTo>
                      <a:pt x="253" y="755"/>
                    </a:lnTo>
                    <a:lnTo>
                      <a:pt x="256" y="767"/>
                    </a:lnTo>
                    <a:lnTo>
                      <a:pt x="260" y="778"/>
                    </a:lnTo>
                    <a:lnTo>
                      <a:pt x="265" y="789"/>
                    </a:lnTo>
                    <a:lnTo>
                      <a:pt x="268" y="801"/>
                    </a:lnTo>
                    <a:lnTo>
                      <a:pt x="274" y="811"/>
                    </a:lnTo>
                    <a:lnTo>
                      <a:pt x="279" y="821"/>
                    </a:lnTo>
                    <a:lnTo>
                      <a:pt x="285" y="831"/>
                    </a:lnTo>
                    <a:lnTo>
                      <a:pt x="300" y="850"/>
                    </a:lnTo>
                    <a:lnTo>
                      <a:pt x="316" y="867"/>
                    </a:lnTo>
                    <a:lnTo>
                      <a:pt x="333" y="882"/>
                    </a:lnTo>
                    <a:lnTo>
                      <a:pt x="349" y="897"/>
                    </a:lnTo>
                    <a:lnTo>
                      <a:pt x="369" y="909"/>
                    </a:lnTo>
                    <a:lnTo>
                      <a:pt x="387" y="920"/>
                    </a:lnTo>
                    <a:lnTo>
                      <a:pt x="405" y="930"/>
                    </a:lnTo>
                    <a:lnTo>
                      <a:pt x="425" y="938"/>
                    </a:lnTo>
                    <a:lnTo>
                      <a:pt x="441" y="945"/>
                    </a:lnTo>
                    <a:lnTo>
                      <a:pt x="458" y="951"/>
                    </a:lnTo>
                    <a:lnTo>
                      <a:pt x="475" y="956"/>
                    </a:lnTo>
                    <a:lnTo>
                      <a:pt x="490" y="960"/>
                    </a:lnTo>
                    <a:lnTo>
                      <a:pt x="502" y="963"/>
                    </a:lnTo>
                    <a:lnTo>
                      <a:pt x="514" y="965"/>
                    </a:lnTo>
                    <a:lnTo>
                      <a:pt x="523" y="967"/>
                    </a:lnTo>
                    <a:lnTo>
                      <a:pt x="529" y="968"/>
                    </a:lnTo>
                    <a:lnTo>
                      <a:pt x="513" y="968"/>
                    </a:lnTo>
                    <a:lnTo>
                      <a:pt x="497" y="968"/>
                    </a:lnTo>
                    <a:lnTo>
                      <a:pt x="483" y="968"/>
                    </a:lnTo>
                    <a:lnTo>
                      <a:pt x="468" y="968"/>
                    </a:lnTo>
                    <a:lnTo>
                      <a:pt x="454" y="969"/>
                    </a:lnTo>
                    <a:lnTo>
                      <a:pt x="439" y="970"/>
                    </a:lnTo>
                    <a:lnTo>
                      <a:pt x="425" y="972"/>
                    </a:lnTo>
                    <a:lnTo>
                      <a:pt x="411" y="973"/>
                    </a:lnTo>
                    <a:lnTo>
                      <a:pt x="398" y="974"/>
                    </a:lnTo>
                    <a:lnTo>
                      <a:pt x="386" y="977"/>
                    </a:lnTo>
                    <a:lnTo>
                      <a:pt x="372" y="980"/>
                    </a:lnTo>
                    <a:lnTo>
                      <a:pt x="362" y="984"/>
                    </a:lnTo>
                    <a:lnTo>
                      <a:pt x="351" y="988"/>
                    </a:lnTo>
                    <a:lnTo>
                      <a:pt x="340" y="993"/>
                    </a:lnTo>
                    <a:lnTo>
                      <a:pt x="330" y="999"/>
                    </a:lnTo>
                    <a:lnTo>
                      <a:pt x="322" y="1005"/>
                    </a:lnTo>
                    <a:lnTo>
                      <a:pt x="307" y="1017"/>
                    </a:lnTo>
                    <a:lnTo>
                      <a:pt x="294" y="1029"/>
                    </a:lnTo>
                    <a:lnTo>
                      <a:pt x="280" y="1042"/>
                    </a:lnTo>
                    <a:lnTo>
                      <a:pt x="268" y="1054"/>
                    </a:lnTo>
                    <a:lnTo>
                      <a:pt x="257" y="1067"/>
                    </a:lnTo>
                    <a:lnTo>
                      <a:pt x="247" y="1080"/>
                    </a:lnTo>
                    <a:lnTo>
                      <a:pt x="237" y="1092"/>
                    </a:lnTo>
                    <a:lnTo>
                      <a:pt x="227" y="1105"/>
                    </a:lnTo>
                    <a:lnTo>
                      <a:pt x="219" y="1119"/>
                    </a:lnTo>
                    <a:lnTo>
                      <a:pt x="210" y="1131"/>
                    </a:lnTo>
                    <a:lnTo>
                      <a:pt x="203" y="1144"/>
                    </a:lnTo>
                    <a:lnTo>
                      <a:pt x="196" y="1156"/>
                    </a:lnTo>
                    <a:lnTo>
                      <a:pt x="190" y="1169"/>
                    </a:lnTo>
                    <a:lnTo>
                      <a:pt x="184" y="1181"/>
                    </a:lnTo>
                    <a:lnTo>
                      <a:pt x="179" y="1194"/>
                    </a:lnTo>
                    <a:lnTo>
                      <a:pt x="174" y="1205"/>
                    </a:lnTo>
                    <a:lnTo>
                      <a:pt x="169" y="1217"/>
                    </a:lnTo>
                    <a:lnTo>
                      <a:pt x="165" y="1228"/>
                    </a:lnTo>
                    <a:lnTo>
                      <a:pt x="162" y="1239"/>
                    </a:lnTo>
                    <a:lnTo>
                      <a:pt x="159" y="1251"/>
                    </a:lnTo>
                    <a:lnTo>
                      <a:pt x="156" y="1261"/>
                    </a:lnTo>
                    <a:lnTo>
                      <a:pt x="153" y="1271"/>
                    </a:lnTo>
                    <a:lnTo>
                      <a:pt x="151" y="1281"/>
                    </a:lnTo>
                    <a:lnTo>
                      <a:pt x="150" y="1290"/>
                    </a:lnTo>
                    <a:lnTo>
                      <a:pt x="147" y="1298"/>
                    </a:lnTo>
                    <a:lnTo>
                      <a:pt x="146" y="1307"/>
                    </a:lnTo>
                    <a:lnTo>
                      <a:pt x="145" y="1315"/>
                    </a:lnTo>
                    <a:lnTo>
                      <a:pt x="144" y="1321"/>
                    </a:lnTo>
                    <a:lnTo>
                      <a:pt x="142" y="1329"/>
                    </a:lnTo>
                    <a:lnTo>
                      <a:pt x="141" y="1334"/>
                    </a:lnTo>
                    <a:lnTo>
                      <a:pt x="141" y="1339"/>
                    </a:lnTo>
                    <a:lnTo>
                      <a:pt x="140" y="1344"/>
                    </a:lnTo>
                    <a:lnTo>
                      <a:pt x="139" y="1349"/>
                    </a:lnTo>
                    <a:lnTo>
                      <a:pt x="138" y="1356"/>
                    </a:lnTo>
                    <a:lnTo>
                      <a:pt x="136" y="1364"/>
                    </a:lnTo>
                    <a:lnTo>
                      <a:pt x="135" y="1371"/>
                    </a:lnTo>
                    <a:lnTo>
                      <a:pt x="134" y="1381"/>
                    </a:lnTo>
                    <a:lnTo>
                      <a:pt x="133" y="1391"/>
                    </a:lnTo>
                    <a:lnTo>
                      <a:pt x="132" y="1403"/>
                    </a:lnTo>
                    <a:lnTo>
                      <a:pt x="132" y="1414"/>
                    </a:lnTo>
                    <a:lnTo>
                      <a:pt x="130" y="1425"/>
                    </a:lnTo>
                    <a:lnTo>
                      <a:pt x="130" y="1438"/>
                    </a:lnTo>
                    <a:lnTo>
                      <a:pt x="129" y="1452"/>
                    </a:lnTo>
                    <a:lnTo>
                      <a:pt x="129" y="1466"/>
                    </a:lnTo>
                    <a:lnTo>
                      <a:pt x="130" y="1479"/>
                    </a:lnTo>
                    <a:lnTo>
                      <a:pt x="130" y="1494"/>
                    </a:lnTo>
                    <a:lnTo>
                      <a:pt x="132" y="1510"/>
                    </a:lnTo>
                    <a:lnTo>
                      <a:pt x="133" y="1525"/>
                    </a:lnTo>
                    <a:lnTo>
                      <a:pt x="134" y="1540"/>
                    </a:lnTo>
                    <a:lnTo>
                      <a:pt x="136" y="1556"/>
                    </a:lnTo>
                    <a:lnTo>
                      <a:pt x="139" y="1571"/>
                    </a:lnTo>
                    <a:lnTo>
                      <a:pt x="141" y="1587"/>
                    </a:lnTo>
                    <a:lnTo>
                      <a:pt x="145" y="1604"/>
                    </a:lnTo>
                    <a:lnTo>
                      <a:pt x="150" y="1620"/>
                    </a:lnTo>
                    <a:lnTo>
                      <a:pt x="153" y="1636"/>
                    </a:lnTo>
                    <a:lnTo>
                      <a:pt x="159" y="1653"/>
                    </a:lnTo>
                    <a:lnTo>
                      <a:pt x="165" y="1669"/>
                    </a:lnTo>
                    <a:lnTo>
                      <a:pt x="172" y="1684"/>
                    </a:lnTo>
                    <a:lnTo>
                      <a:pt x="179" y="1701"/>
                    </a:lnTo>
                    <a:lnTo>
                      <a:pt x="186" y="1716"/>
                    </a:lnTo>
                    <a:lnTo>
                      <a:pt x="195" y="1731"/>
                    </a:lnTo>
                    <a:lnTo>
                      <a:pt x="204" y="1746"/>
                    </a:lnTo>
                    <a:lnTo>
                      <a:pt x="215" y="1761"/>
                    </a:lnTo>
                    <a:lnTo>
                      <a:pt x="226" y="1775"/>
                    </a:lnTo>
                    <a:lnTo>
                      <a:pt x="231" y="1781"/>
                    </a:lnTo>
                    <a:lnTo>
                      <a:pt x="237" y="1787"/>
                    </a:lnTo>
                    <a:lnTo>
                      <a:pt x="243" y="1795"/>
                    </a:lnTo>
                    <a:lnTo>
                      <a:pt x="249" y="1801"/>
                    </a:lnTo>
                    <a:lnTo>
                      <a:pt x="256" y="1809"/>
                    </a:lnTo>
                    <a:lnTo>
                      <a:pt x="264" y="1815"/>
                    </a:lnTo>
                    <a:lnTo>
                      <a:pt x="271" y="1823"/>
                    </a:lnTo>
                    <a:lnTo>
                      <a:pt x="279" y="1829"/>
                    </a:lnTo>
                    <a:lnTo>
                      <a:pt x="287" y="1835"/>
                    </a:lnTo>
                    <a:lnTo>
                      <a:pt x="295" y="1841"/>
                    </a:lnTo>
                    <a:lnTo>
                      <a:pt x="303" y="1848"/>
                    </a:lnTo>
                    <a:lnTo>
                      <a:pt x="312" y="1854"/>
                    </a:lnTo>
                    <a:lnTo>
                      <a:pt x="319" y="1859"/>
                    </a:lnTo>
                    <a:lnTo>
                      <a:pt x="328" y="1864"/>
                    </a:lnTo>
                    <a:lnTo>
                      <a:pt x="336" y="1869"/>
                    </a:lnTo>
                    <a:lnTo>
                      <a:pt x="345" y="1873"/>
                    </a:lnTo>
                    <a:lnTo>
                      <a:pt x="336" y="1878"/>
                    </a:lnTo>
                    <a:lnTo>
                      <a:pt x="328" y="1882"/>
                    </a:lnTo>
                    <a:lnTo>
                      <a:pt x="319" y="1887"/>
                    </a:lnTo>
                    <a:lnTo>
                      <a:pt x="311" y="1890"/>
                    </a:lnTo>
                    <a:lnTo>
                      <a:pt x="301" y="1895"/>
                    </a:lnTo>
                    <a:lnTo>
                      <a:pt x="291" y="1900"/>
                    </a:lnTo>
                    <a:lnTo>
                      <a:pt x="283" y="1905"/>
                    </a:lnTo>
                    <a:lnTo>
                      <a:pt x="273" y="1911"/>
                    </a:lnTo>
                    <a:lnTo>
                      <a:pt x="264" y="1917"/>
                    </a:lnTo>
                    <a:lnTo>
                      <a:pt x="254" y="1923"/>
                    </a:lnTo>
                    <a:lnTo>
                      <a:pt x="244" y="1929"/>
                    </a:lnTo>
                    <a:lnTo>
                      <a:pt x="234" y="1937"/>
                    </a:lnTo>
                    <a:lnTo>
                      <a:pt x="225" y="1943"/>
                    </a:lnTo>
                    <a:lnTo>
                      <a:pt x="216" y="1952"/>
                    </a:lnTo>
                    <a:lnTo>
                      <a:pt x="207" y="1960"/>
                    </a:lnTo>
                    <a:lnTo>
                      <a:pt x="198" y="1968"/>
                    </a:lnTo>
                    <a:lnTo>
                      <a:pt x="190" y="1977"/>
                    </a:lnTo>
                    <a:lnTo>
                      <a:pt x="181" y="1987"/>
                    </a:lnTo>
                    <a:lnTo>
                      <a:pt x="174" y="1997"/>
                    </a:lnTo>
                    <a:lnTo>
                      <a:pt x="167" y="2009"/>
                    </a:lnTo>
                    <a:lnTo>
                      <a:pt x="161" y="2020"/>
                    </a:lnTo>
                    <a:lnTo>
                      <a:pt x="155" y="2032"/>
                    </a:lnTo>
                    <a:lnTo>
                      <a:pt x="150" y="2046"/>
                    </a:lnTo>
                    <a:lnTo>
                      <a:pt x="145" y="2060"/>
                    </a:lnTo>
                    <a:lnTo>
                      <a:pt x="141" y="2074"/>
                    </a:lnTo>
                    <a:lnTo>
                      <a:pt x="139" y="2090"/>
                    </a:lnTo>
                    <a:lnTo>
                      <a:pt x="136" y="2105"/>
                    </a:lnTo>
                    <a:lnTo>
                      <a:pt x="135" y="2123"/>
                    </a:lnTo>
                    <a:lnTo>
                      <a:pt x="135" y="2141"/>
                    </a:lnTo>
                    <a:lnTo>
                      <a:pt x="136" y="2161"/>
                    </a:lnTo>
                    <a:lnTo>
                      <a:pt x="138" y="2181"/>
                    </a:lnTo>
                    <a:lnTo>
                      <a:pt x="140" y="2201"/>
                    </a:lnTo>
                    <a:lnTo>
                      <a:pt x="144" y="2222"/>
                    </a:lnTo>
                    <a:lnTo>
                      <a:pt x="149" y="2242"/>
                    </a:lnTo>
                    <a:lnTo>
                      <a:pt x="153" y="2260"/>
                    </a:lnTo>
                    <a:lnTo>
                      <a:pt x="159" y="2278"/>
                    </a:lnTo>
                    <a:lnTo>
                      <a:pt x="165" y="2295"/>
                    </a:lnTo>
                    <a:lnTo>
                      <a:pt x="172" y="2310"/>
                    </a:lnTo>
                    <a:lnTo>
                      <a:pt x="179" y="2325"/>
                    </a:lnTo>
                    <a:lnTo>
                      <a:pt x="187" y="2339"/>
                    </a:lnTo>
                    <a:lnTo>
                      <a:pt x="196" y="2352"/>
                    </a:lnTo>
                    <a:lnTo>
                      <a:pt x="204" y="2363"/>
                    </a:lnTo>
                    <a:lnTo>
                      <a:pt x="213" y="2374"/>
                    </a:lnTo>
                    <a:lnTo>
                      <a:pt x="222" y="2386"/>
                    </a:lnTo>
                    <a:lnTo>
                      <a:pt x="232" y="2394"/>
                    </a:lnTo>
                    <a:lnTo>
                      <a:pt x="243" y="2405"/>
                    </a:lnTo>
                    <a:lnTo>
                      <a:pt x="253" y="2412"/>
                    </a:lnTo>
                    <a:lnTo>
                      <a:pt x="264" y="2420"/>
                    </a:lnTo>
                    <a:lnTo>
                      <a:pt x="274" y="2427"/>
                    </a:lnTo>
                    <a:lnTo>
                      <a:pt x="285" y="2433"/>
                    </a:lnTo>
                    <a:lnTo>
                      <a:pt x="296" y="2440"/>
                    </a:lnTo>
                    <a:lnTo>
                      <a:pt x="308" y="2446"/>
                    </a:lnTo>
                    <a:lnTo>
                      <a:pt x="319" y="2451"/>
                    </a:lnTo>
                    <a:lnTo>
                      <a:pt x="330" y="2456"/>
                    </a:lnTo>
                    <a:lnTo>
                      <a:pt x="342" y="2460"/>
                    </a:lnTo>
                    <a:lnTo>
                      <a:pt x="353" y="2464"/>
                    </a:lnTo>
                    <a:lnTo>
                      <a:pt x="365" y="2467"/>
                    </a:lnTo>
                    <a:lnTo>
                      <a:pt x="376" y="2471"/>
                    </a:lnTo>
                    <a:lnTo>
                      <a:pt x="388" y="2475"/>
                    </a:lnTo>
                    <a:lnTo>
                      <a:pt x="399" y="2477"/>
                    </a:lnTo>
                    <a:lnTo>
                      <a:pt x="410" y="2480"/>
                    </a:lnTo>
                    <a:lnTo>
                      <a:pt x="421" y="2484"/>
                    </a:lnTo>
                    <a:lnTo>
                      <a:pt x="432" y="2486"/>
                    </a:lnTo>
                    <a:lnTo>
                      <a:pt x="443" y="2489"/>
                    </a:lnTo>
                    <a:lnTo>
                      <a:pt x="435" y="2489"/>
                    </a:lnTo>
                    <a:lnTo>
                      <a:pt x="428" y="2489"/>
                    </a:lnTo>
                    <a:lnTo>
                      <a:pt x="422" y="2489"/>
                    </a:lnTo>
                    <a:lnTo>
                      <a:pt x="416" y="2490"/>
                    </a:lnTo>
                    <a:lnTo>
                      <a:pt x="411" y="2490"/>
                    </a:lnTo>
                    <a:lnTo>
                      <a:pt x="405" y="2491"/>
                    </a:lnTo>
                    <a:lnTo>
                      <a:pt x="400" y="2491"/>
                    </a:lnTo>
                    <a:lnTo>
                      <a:pt x="394" y="2493"/>
                    </a:lnTo>
                    <a:lnTo>
                      <a:pt x="389" y="2493"/>
                    </a:lnTo>
                    <a:lnTo>
                      <a:pt x="383" y="2493"/>
                    </a:lnTo>
                    <a:lnTo>
                      <a:pt x="377" y="2493"/>
                    </a:lnTo>
                    <a:lnTo>
                      <a:pt x="370" y="2493"/>
                    </a:lnTo>
                    <a:lnTo>
                      <a:pt x="363" y="2493"/>
                    </a:lnTo>
                    <a:lnTo>
                      <a:pt x="354" y="2491"/>
                    </a:lnTo>
                    <a:lnTo>
                      <a:pt x="345" y="2490"/>
                    </a:lnTo>
                    <a:lnTo>
                      <a:pt x="335" y="2489"/>
                    </a:lnTo>
                    <a:lnTo>
                      <a:pt x="308" y="2486"/>
                    </a:lnTo>
                    <a:lnTo>
                      <a:pt x="284" y="2487"/>
                    </a:lnTo>
                    <a:lnTo>
                      <a:pt x="262" y="2493"/>
                    </a:lnTo>
                    <a:lnTo>
                      <a:pt x="241" y="2499"/>
                    </a:lnTo>
                    <a:lnTo>
                      <a:pt x="221" y="2508"/>
                    </a:lnTo>
                    <a:lnTo>
                      <a:pt x="203" y="2519"/>
                    </a:lnTo>
                    <a:lnTo>
                      <a:pt x="186" y="2531"/>
                    </a:lnTo>
                    <a:lnTo>
                      <a:pt x="172" y="2545"/>
                    </a:lnTo>
                    <a:lnTo>
                      <a:pt x="157" y="2560"/>
                    </a:lnTo>
                    <a:lnTo>
                      <a:pt x="146" y="2577"/>
                    </a:lnTo>
                    <a:lnTo>
                      <a:pt x="135" y="2594"/>
                    </a:lnTo>
                    <a:lnTo>
                      <a:pt x="126" y="2611"/>
                    </a:lnTo>
                    <a:lnTo>
                      <a:pt x="118" y="2628"/>
                    </a:lnTo>
                    <a:lnTo>
                      <a:pt x="112" y="2646"/>
                    </a:lnTo>
                    <a:lnTo>
                      <a:pt x="107" y="2663"/>
                    </a:lnTo>
                    <a:lnTo>
                      <a:pt x="104" y="2680"/>
                    </a:lnTo>
                    <a:lnTo>
                      <a:pt x="100" y="2710"/>
                    </a:lnTo>
                    <a:lnTo>
                      <a:pt x="98" y="2739"/>
                    </a:lnTo>
                    <a:lnTo>
                      <a:pt x="96" y="2767"/>
                    </a:lnTo>
                    <a:lnTo>
                      <a:pt x="98" y="2792"/>
                    </a:lnTo>
                    <a:lnTo>
                      <a:pt x="101" y="2816"/>
                    </a:lnTo>
                    <a:lnTo>
                      <a:pt x="105" y="2837"/>
                    </a:lnTo>
                    <a:lnTo>
                      <a:pt x="110" y="2857"/>
                    </a:lnTo>
                    <a:lnTo>
                      <a:pt x="117" y="2876"/>
                    </a:lnTo>
                    <a:lnTo>
                      <a:pt x="124" y="2893"/>
                    </a:lnTo>
                    <a:lnTo>
                      <a:pt x="134" y="2909"/>
                    </a:lnTo>
                    <a:lnTo>
                      <a:pt x="144" y="2924"/>
                    </a:lnTo>
                    <a:lnTo>
                      <a:pt x="155" y="2936"/>
                    </a:lnTo>
                    <a:lnTo>
                      <a:pt x="165" y="2949"/>
                    </a:lnTo>
                    <a:lnTo>
                      <a:pt x="178" y="2960"/>
                    </a:lnTo>
                    <a:lnTo>
                      <a:pt x="190" y="2970"/>
                    </a:lnTo>
                    <a:lnTo>
                      <a:pt x="202" y="2979"/>
                    </a:lnTo>
                    <a:lnTo>
                      <a:pt x="215" y="2987"/>
                    </a:lnTo>
                    <a:lnTo>
                      <a:pt x="228" y="2994"/>
                    </a:lnTo>
                    <a:lnTo>
                      <a:pt x="242" y="3000"/>
                    </a:lnTo>
                    <a:lnTo>
                      <a:pt x="254" y="3005"/>
                    </a:lnTo>
                    <a:lnTo>
                      <a:pt x="267" y="3010"/>
                    </a:lnTo>
                    <a:lnTo>
                      <a:pt x="279" y="3014"/>
                    </a:lnTo>
                    <a:lnTo>
                      <a:pt x="291" y="3018"/>
                    </a:lnTo>
                    <a:lnTo>
                      <a:pt x="303" y="3022"/>
                    </a:lnTo>
                    <a:lnTo>
                      <a:pt x="314" y="3024"/>
                    </a:lnTo>
                    <a:lnTo>
                      <a:pt x="324" y="3027"/>
                    </a:lnTo>
                    <a:lnTo>
                      <a:pt x="334" y="3028"/>
                    </a:lnTo>
                    <a:lnTo>
                      <a:pt x="342" y="3029"/>
                    </a:lnTo>
                    <a:lnTo>
                      <a:pt x="349" y="3032"/>
                    </a:lnTo>
                    <a:lnTo>
                      <a:pt x="356" y="3033"/>
                    </a:lnTo>
                    <a:lnTo>
                      <a:pt x="360" y="3034"/>
                    </a:lnTo>
                    <a:lnTo>
                      <a:pt x="364" y="3036"/>
                    </a:lnTo>
                    <a:lnTo>
                      <a:pt x="369" y="3038"/>
                    </a:lnTo>
                    <a:lnTo>
                      <a:pt x="369" y="3039"/>
                    </a:lnTo>
                    <a:lnTo>
                      <a:pt x="365" y="3042"/>
                    </a:lnTo>
                    <a:lnTo>
                      <a:pt x="358" y="3042"/>
                    </a:lnTo>
                    <a:lnTo>
                      <a:pt x="348" y="3043"/>
                    </a:lnTo>
                    <a:lnTo>
                      <a:pt x="336" y="3043"/>
                    </a:lnTo>
                    <a:lnTo>
                      <a:pt x="320" y="3044"/>
                    </a:lnTo>
                    <a:lnTo>
                      <a:pt x="305" y="3044"/>
                    </a:lnTo>
                    <a:lnTo>
                      <a:pt x="287" y="3046"/>
                    </a:lnTo>
                    <a:lnTo>
                      <a:pt x="268" y="3047"/>
                    </a:lnTo>
                    <a:lnTo>
                      <a:pt x="249" y="3048"/>
                    </a:lnTo>
                    <a:lnTo>
                      <a:pt x="231" y="3051"/>
                    </a:lnTo>
                    <a:lnTo>
                      <a:pt x="211" y="3053"/>
                    </a:lnTo>
                    <a:lnTo>
                      <a:pt x="195" y="3058"/>
                    </a:lnTo>
                    <a:lnTo>
                      <a:pt x="178" y="3063"/>
                    </a:lnTo>
                    <a:lnTo>
                      <a:pt x="163" y="3069"/>
                    </a:lnTo>
                    <a:lnTo>
                      <a:pt x="140" y="3082"/>
                    </a:lnTo>
                    <a:lnTo>
                      <a:pt x="119" y="3093"/>
                    </a:lnTo>
                    <a:lnTo>
                      <a:pt x="103" y="3106"/>
                    </a:lnTo>
                    <a:lnTo>
                      <a:pt x="87" y="3117"/>
                    </a:lnTo>
                    <a:lnTo>
                      <a:pt x="73" y="3130"/>
                    </a:lnTo>
                    <a:lnTo>
                      <a:pt x="61" y="3142"/>
                    </a:lnTo>
                    <a:lnTo>
                      <a:pt x="52" y="3155"/>
                    </a:lnTo>
                    <a:lnTo>
                      <a:pt x="44" y="3168"/>
                    </a:lnTo>
                    <a:lnTo>
                      <a:pt x="37" y="3183"/>
                    </a:lnTo>
                    <a:lnTo>
                      <a:pt x="31" y="3198"/>
                    </a:lnTo>
                    <a:lnTo>
                      <a:pt x="26" y="3214"/>
                    </a:lnTo>
                    <a:lnTo>
                      <a:pt x="21" y="3232"/>
                    </a:lnTo>
                    <a:lnTo>
                      <a:pt x="18" y="3250"/>
                    </a:lnTo>
                    <a:lnTo>
                      <a:pt x="14" y="3272"/>
                    </a:lnTo>
                    <a:lnTo>
                      <a:pt x="9" y="3294"/>
                    </a:lnTo>
                    <a:lnTo>
                      <a:pt x="6" y="3318"/>
                    </a:lnTo>
                    <a:lnTo>
                      <a:pt x="1" y="3355"/>
                    </a:lnTo>
                    <a:lnTo>
                      <a:pt x="0" y="3389"/>
                    </a:lnTo>
                    <a:lnTo>
                      <a:pt x="0" y="3421"/>
                    </a:lnTo>
                    <a:lnTo>
                      <a:pt x="2" y="3453"/>
                    </a:lnTo>
                    <a:lnTo>
                      <a:pt x="6" y="3482"/>
                    </a:lnTo>
                    <a:lnTo>
                      <a:pt x="12" y="3511"/>
                    </a:lnTo>
                    <a:lnTo>
                      <a:pt x="20" y="3538"/>
                    </a:lnTo>
                    <a:lnTo>
                      <a:pt x="29" y="3563"/>
                    </a:lnTo>
                    <a:lnTo>
                      <a:pt x="40" y="3589"/>
                    </a:lnTo>
                    <a:lnTo>
                      <a:pt x="50" y="3611"/>
                    </a:lnTo>
                    <a:lnTo>
                      <a:pt x="64" y="3633"/>
                    </a:lnTo>
                    <a:lnTo>
                      <a:pt x="77" y="3654"/>
                    </a:lnTo>
                    <a:lnTo>
                      <a:pt x="92" y="3673"/>
                    </a:lnTo>
                    <a:lnTo>
                      <a:pt x="107" y="3692"/>
                    </a:lnTo>
                    <a:lnTo>
                      <a:pt x="123" y="3708"/>
                    </a:lnTo>
                    <a:lnTo>
                      <a:pt x="139" y="3724"/>
                    </a:lnTo>
                    <a:lnTo>
                      <a:pt x="156" y="3739"/>
                    </a:lnTo>
                    <a:lnTo>
                      <a:pt x="172" y="3753"/>
                    </a:lnTo>
                    <a:lnTo>
                      <a:pt x="188" y="3766"/>
                    </a:lnTo>
                    <a:lnTo>
                      <a:pt x="204" y="3777"/>
                    </a:lnTo>
                    <a:lnTo>
                      <a:pt x="221" y="3788"/>
                    </a:lnTo>
                    <a:lnTo>
                      <a:pt x="236" y="3799"/>
                    </a:lnTo>
                    <a:lnTo>
                      <a:pt x="251" y="3807"/>
                    </a:lnTo>
                    <a:lnTo>
                      <a:pt x="265" y="3815"/>
                    </a:lnTo>
                    <a:lnTo>
                      <a:pt x="278" y="3821"/>
                    </a:lnTo>
                    <a:lnTo>
                      <a:pt x="290" y="3827"/>
                    </a:lnTo>
                    <a:lnTo>
                      <a:pt x="301" y="3834"/>
                    </a:lnTo>
                    <a:lnTo>
                      <a:pt x="312" y="3837"/>
                    </a:lnTo>
                    <a:lnTo>
                      <a:pt x="319" y="3841"/>
                    </a:lnTo>
                    <a:lnTo>
                      <a:pt x="326" y="3845"/>
                    </a:lnTo>
                    <a:lnTo>
                      <a:pt x="331" y="3846"/>
                    </a:lnTo>
                    <a:lnTo>
                      <a:pt x="335" y="3849"/>
                    </a:lnTo>
                    <a:lnTo>
                      <a:pt x="336" y="3849"/>
                    </a:lnTo>
                    <a:lnTo>
                      <a:pt x="339" y="3850"/>
                    </a:lnTo>
                    <a:lnTo>
                      <a:pt x="342" y="3851"/>
                    </a:lnTo>
                    <a:lnTo>
                      <a:pt x="346" y="3851"/>
                    </a:lnTo>
                    <a:lnTo>
                      <a:pt x="351" y="3853"/>
                    </a:lnTo>
                    <a:lnTo>
                      <a:pt x="357" y="3854"/>
                    </a:lnTo>
                    <a:lnTo>
                      <a:pt x="364" y="3855"/>
                    </a:lnTo>
                    <a:lnTo>
                      <a:pt x="371" y="3855"/>
                    </a:lnTo>
                    <a:lnTo>
                      <a:pt x="380" y="3856"/>
                    </a:lnTo>
                    <a:lnTo>
                      <a:pt x="388" y="3856"/>
                    </a:lnTo>
                    <a:lnTo>
                      <a:pt x="398" y="3858"/>
                    </a:lnTo>
                    <a:lnTo>
                      <a:pt x="408" y="3858"/>
                    </a:lnTo>
                    <a:lnTo>
                      <a:pt x="417" y="3858"/>
                    </a:lnTo>
                    <a:lnTo>
                      <a:pt x="428" y="3858"/>
                    </a:lnTo>
                    <a:lnTo>
                      <a:pt x="439" y="3858"/>
                    </a:lnTo>
                    <a:lnTo>
                      <a:pt x="451" y="3856"/>
                    </a:lnTo>
                    <a:lnTo>
                      <a:pt x="463" y="3856"/>
                    </a:lnTo>
                    <a:lnTo>
                      <a:pt x="475" y="3855"/>
                    </a:lnTo>
                    <a:lnTo>
                      <a:pt x="487" y="3853"/>
                    </a:lnTo>
                    <a:lnTo>
                      <a:pt x="500" y="3850"/>
                    </a:lnTo>
                    <a:lnTo>
                      <a:pt x="513" y="3848"/>
                    </a:lnTo>
                    <a:lnTo>
                      <a:pt x="525" y="3845"/>
                    </a:lnTo>
                    <a:lnTo>
                      <a:pt x="538" y="3841"/>
                    </a:lnTo>
                    <a:lnTo>
                      <a:pt x="550" y="3837"/>
                    </a:lnTo>
                    <a:lnTo>
                      <a:pt x="564" y="3834"/>
                    </a:lnTo>
                    <a:lnTo>
                      <a:pt x="576" y="3827"/>
                    </a:lnTo>
                    <a:lnTo>
                      <a:pt x="589" y="3822"/>
                    </a:lnTo>
                    <a:lnTo>
                      <a:pt x="601" y="3816"/>
                    </a:lnTo>
                    <a:lnTo>
                      <a:pt x="613" y="3809"/>
                    </a:lnTo>
                    <a:lnTo>
                      <a:pt x="624" y="3801"/>
                    </a:lnTo>
                    <a:lnTo>
                      <a:pt x="636" y="3792"/>
                    </a:lnTo>
                    <a:lnTo>
                      <a:pt x="647" y="3783"/>
                    </a:lnTo>
                    <a:lnTo>
                      <a:pt x="653" y="3780"/>
                    </a:lnTo>
                    <a:lnTo>
                      <a:pt x="659" y="3775"/>
                    </a:lnTo>
                    <a:lnTo>
                      <a:pt x="665" y="3772"/>
                    </a:lnTo>
                    <a:lnTo>
                      <a:pt x="672" y="3768"/>
                    </a:lnTo>
                    <a:lnTo>
                      <a:pt x="678" y="3766"/>
                    </a:lnTo>
                    <a:lnTo>
                      <a:pt x="684" y="3762"/>
                    </a:lnTo>
                    <a:lnTo>
                      <a:pt x="690" y="3760"/>
                    </a:lnTo>
                    <a:lnTo>
                      <a:pt x="696" y="3757"/>
                    </a:lnTo>
                    <a:lnTo>
                      <a:pt x="702" y="3755"/>
                    </a:lnTo>
                    <a:lnTo>
                      <a:pt x="709" y="3752"/>
                    </a:lnTo>
                    <a:lnTo>
                      <a:pt x="715" y="3750"/>
                    </a:lnTo>
                    <a:lnTo>
                      <a:pt x="721" y="3747"/>
                    </a:lnTo>
                    <a:lnTo>
                      <a:pt x="727" y="3744"/>
                    </a:lnTo>
                    <a:lnTo>
                      <a:pt x="733" y="3741"/>
                    </a:lnTo>
                    <a:lnTo>
                      <a:pt x="739" y="3738"/>
                    </a:lnTo>
                    <a:lnTo>
                      <a:pt x="745" y="3736"/>
                    </a:lnTo>
                    <a:lnTo>
                      <a:pt x="743" y="3743"/>
                    </a:lnTo>
                    <a:lnTo>
                      <a:pt x="742" y="3751"/>
                    </a:lnTo>
                    <a:lnTo>
                      <a:pt x="739" y="3757"/>
                    </a:lnTo>
                    <a:lnTo>
                      <a:pt x="737" y="3765"/>
                    </a:lnTo>
                    <a:lnTo>
                      <a:pt x="734" y="3771"/>
                    </a:lnTo>
                    <a:lnTo>
                      <a:pt x="732" y="3776"/>
                    </a:lnTo>
                    <a:lnTo>
                      <a:pt x="730" y="3781"/>
                    </a:lnTo>
                    <a:lnTo>
                      <a:pt x="727" y="3786"/>
                    </a:lnTo>
                    <a:lnTo>
                      <a:pt x="725" y="3791"/>
                    </a:lnTo>
                    <a:lnTo>
                      <a:pt x="722" y="3795"/>
                    </a:lnTo>
                    <a:lnTo>
                      <a:pt x="720" y="3800"/>
                    </a:lnTo>
                    <a:lnTo>
                      <a:pt x="718" y="3804"/>
                    </a:lnTo>
                    <a:lnTo>
                      <a:pt x="715" y="3809"/>
                    </a:lnTo>
                    <a:lnTo>
                      <a:pt x="714" y="3812"/>
                    </a:lnTo>
                    <a:lnTo>
                      <a:pt x="711" y="3816"/>
                    </a:lnTo>
                    <a:lnTo>
                      <a:pt x="709" y="3821"/>
                    </a:lnTo>
                    <a:lnTo>
                      <a:pt x="701" y="3844"/>
                    </a:lnTo>
                    <a:lnTo>
                      <a:pt x="695" y="3865"/>
                    </a:lnTo>
                    <a:lnTo>
                      <a:pt x="690" y="3885"/>
                    </a:lnTo>
                    <a:lnTo>
                      <a:pt x="688" y="3904"/>
                    </a:lnTo>
                    <a:lnTo>
                      <a:pt x="688" y="3922"/>
                    </a:lnTo>
                    <a:lnTo>
                      <a:pt x="690" y="3939"/>
                    </a:lnTo>
                    <a:lnTo>
                      <a:pt x="695" y="3954"/>
                    </a:lnTo>
                    <a:lnTo>
                      <a:pt x="699" y="3969"/>
                    </a:lnTo>
                    <a:lnTo>
                      <a:pt x="707" y="3983"/>
                    </a:lnTo>
                    <a:lnTo>
                      <a:pt x="715" y="3996"/>
                    </a:lnTo>
                    <a:lnTo>
                      <a:pt x="725" y="4008"/>
                    </a:lnTo>
                    <a:lnTo>
                      <a:pt x="736" y="4019"/>
                    </a:lnTo>
                    <a:lnTo>
                      <a:pt x="747" y="4029"/>
                    </a:lnTo>
                    <a:lnTo>
                      <a:pt x="760" y="4037"/>
                    </a:lnTo>
                    <a:lnTo>
                      <a:pt x="773" y="4045"/>
                    </a:lnTo>
                    <a:lnTo>
                      <a:pt x="788" y="4051"/>
                    </a:lnTo>
                    <a:lnTo>
                      <a:pt x="802" y="4057"/>
                    </a:lnTo>
                    <a:lnTo>
                      <a:pt x="817" y="4063"/>
                    </a:lnTo>
                    <a:lnTo>
                      <a:pt x="833" y="4066"/>
                    </a:lnTo>
                    <a:lnTo>
                      <a:pt x="847" y="4069"/>
                    </a:lnTo>
                    <a:lnTo>
                      <a:pt x="863" y="4071"/>
                    </a:lnTo>
                    <a:lnTo>
                      <a:pt x="877" y="4073"/>
                    </a:lnTo>
                    <a:lnTo>
                      <a:pt x="892" y="4073"/>
                    </a:lnTo>
                    <a:lnTo>
                      <a:pt x="906" y="4073"/>
                    </a:lnTo>
                    <a:lnTo>
                      <a:pt x="920" y="4070"/>
                    </a:lnTo>
                    <a:lnTo>
                      <a:pt x="933" y="4068"/>
                    </a:lnTo>
                    <a:lnTo>
                      <a:pt x="945" y="4065"/>
                    </a:lnTo>
                    <a:lnTo>
                      <a:pt x="956" y="4061"/>
                    </a:lnTo>
                    <a:lnTo>
                      <a:pt x="967" y="4056"/>
                    </a:lnTo>
                    <a:lnTo>
                      <a:pt x="975" y="4050"/>
                    </a:lnTo>
                    <a:lnTo>
                      <a:pt x="983" y="4044"/>
                    </a:lnTo>
                    <a:lnTo>
                      <a:pt x="989" y="4036"/>
                    </a:lnTo>
                    <a:lnTo>
                      <a:pt x="994" y="4030"/>
                    </a:lnTo>
                    <a:lnTo>
                      <a:pt x="998" y="4024"/>
                    </a:lnTo>
                    <a:lnTo>
                      <a:pt x="1003" y="4017"/>
                    </a:lnTo>
                    <a:lnTo>
                      <a:pt x="1008" y="4012"/>
                    </a:lnTo>
                    <a:lnTo>
                      <a:pt x="1014" y="4007"/>
                    </a:lnTo>
                    <a:lnTo>
                      <a:pt x="1020" y="4002"/>
                    </a:lnTo>
                    <a:lnTo>
                      <a:pt x="1025" y="3997"/>
                    </a:lnTo>
                    <a:lnTo>
                      <a:pt x="1031" y="3993"/>
                    </a:lnTo>
                    <a:lnTo>
                      <a:pt x="1037" y="3988"/>
                    </a:lnTo>
                    <a:lnTo>
                      <a:pt x="1042" y="3983"/>
                    </a:lnTo>
                    <a:lnTo>
                      <a:pt x="1048" y="3978"/>
                    </a:lnTo>
                    <a:lnTo>
                      <a:pt x="1053" y="3973"/>
                    </a:lnTo>
                    <a:lnTo>
                      <a:pt x="1058" y="3967"/>
                    </a:lnTo>
                    <a:lnTo>
                      <a:pt x="1063" y="3962"/>
                    </a:lnTo>
                    <a:lnTo>
                      <a:pt x="1067" y="3954"/>
                    </a:lnTo>
                    <a:lnTo>
                      <a:pt x="1071" y="3947"/>
                    </a:lnTo>
                    <a:lnTo>
                      <a:pt x="1071" y="3953"/>
                    </a:lnTo>
                    <a:lnTo>
                      <a:pt x="1070" y="3959"/>
                    </a:lnTo>
                    <a:lnTo>
                      <a:pt x="1069" y="3964"/>
                    </a:lnTo>
                    <a:lnTo>
                      <a:pt x="1067" y="3971"/>
                    </a:lnTo>
                    <a:lnTo>
                      <a:pt x="1065" y="3976"/>
                    </a:lnTo>
                    <a:lnTo>
                      <a:pt x="1064" y="3981"/>
                    </a:lnTo>
                    <a:lnTo>
                      <a:pt x="1061" y="3986"/>
                    </a:lnTo>
                    <a:lnTo>
                      <a:pt x="1060" y="3992"/>
                    </a:lnTo>
                    <a:lnTo>
                      <a:pt x="1059" y="3997"/>
                    </a:lnTo>
                    <a:lnTo>
                      <a:pt x="1058" y="4003"/>
                    </a:lnTo>
                    <a:lnTo>
                      <a:pt x="1058" y="4010"/>
                    </a:lnTo>
                    <a:lnTo>
                      <a:pt x="1059" y="4017"/>
                    </a:lnTo>
                    <a:lnTo>
                      <a:pt x="1060" y="4024"/>
                    </a:lnTo>
                    <a:lnTo>
                      <a:pt x="1063" y="4032"/>
                    </a:lnTo>
                    <a:lnTo>
                      <a:pt x="1066" y="4041"/>
                    </a:lnTo>
                    <a:lnTo>
                      <a:pt x="1071" y="4050"/>
                    </a:lnTo>
                    <a:lnTo>
                      <a:pt x="1072" y="4051"/>
                    </a:lnTo>
                    <a:lnTo>
                      <a:pt x="1076" y="4052"/>
                    </a:lnTo>
                    <a:lnTo>
                      <a:pt x="1079" y="4054"/>
                    </a:lnTo>
                    <a:lnTo>
                      <a:pt x="1084" y="4055"/>
                    </a:lnTo>
                    <a:lnTo>
                      <a:pt x="1090" y="4056"/>
                    </a:lnTo>
                    <a:lnTo>
                      <a:pt x="1096" y="4056"/>
                    </a:lnTo>
                    <a:lnTo>
                      <a:pt x="1105" y="4057"/>
                    </a:lnTo>
                    <a:lnTo>
                      <a:pt x="1113" y="4059"/>
                    </a:lnTo>
                    <a:lnTo>
                      <a:pt x="1122" y="4059"/>
                    </a:lnTo>
                    <a:lnTo>
                      <a:pt x="1132" y="4060"/>
                    </a:lnTo>
                    <a:lnTo>
                      <a:pt x="1141" y="4060"/>
                    </a:lnTo>
                    <a:lnTo>
                      <a:pt x="1152" y="4060"/>
                    </a:lnTo>
                    <a:lnTo>
                      <a:pt x="1163" y="4060"/>
                    </a:lnTo>
                    <a:lnTo>
                      <a:pt x="1174" y="4060"/>
                    </a:lnTo>
                    <a:lnTo>
                      <a:pt x="1186" y="4060"/>
                    </a:lnTo>
                    <a:lnTo>
                      <a:pt x="1197" y="4060"/>
                    </a:lnTo>
                    <a:lnTo>
                      <a:pt x="1209" y="4059"/>
                    </a:lnTo>
                    <a:lnTo>
                      <a:pt x="1220" y="4057"/>
                    </a:lnTo>
                    <a:lnTo>
                      <a:pt x="1232" y="4057"/>
                    </a:lnTo>
                    <a:lnTo>
                      <a:pt x="1243" y="4056"/>
                    </a:lnTo>
                    <a:lnTo>
                      <a:pt x="1254" y="4055"/>
                    </a:lnTo>
                    <a:lnTo>
                      <a:pt x="1265" y="4052"/>
                    </a:lnTo>
                    <a:lnTo>
                      <a:pt x="1274" y="4051"/>
                    </a:lnTo>
                    <a:lnTo>
                      <a:pt x="1285" y="4049"/>
                    </a:lnTo>
                    <a:lnTo>
                      <a:pt x="1294" y="4046"/>
                    </a:lnTo>
                    <a:lnTo>
                      <a:pt x="1302" y="4044"/>
                    </a:lnTo>
                    <a:lnTo>
                      <a:pt x="1311" y="4041"/>
                    </a:lnTo>
                    <a:lnTo>
                      <a:pt x="1318" y="4039"/>
                    </a:lnTo>
                    <a:lnTo>
                      <a:pt x="1324" y="4035"/>
                    </a:lnTo>
                    <a:lnTo>
                      <a:pt x="1330" y="4031"/>
                    </a:lnTo>
                    <a:lnTo>
                      <a:pt x="1334" y="4026"/>
                    </a:lnTo>
                    <a:lnTo>
                      <a:pt x="1337" y="4022"/>
                    </a:lnTo>
                    <a:lnTo>
                      <a:pt x="1347" y="4025"/>
                    </a:lnTo>
                    <a:lnTo>
                      <a:pt x="1357" y="4027"/>
                    </a:lnTo>
                    <a:lnTo>
                      <a:pt x="1366" y="4031"/>
                    </a:lnTo>
                    <a:lnTo>
                      <a:pt x="1375" y="4034"/>
                    </a:lnTo>
                    <a:lnTo>
                      <a:pt x="1383" y="4036"/>
                    </a:lnTo>
                    <a:lnTo>
                      <a:pt x="1392" y="4040"/>
                    </a:lnTo>
                    <a:lnTo>
                      <a:pt x="1398" y="4044"/>
                    </a:lnTo>
                    <a:lnTo>
                      <a:pt x="1405" y="4047"/>
                    </a:lnTo>
                    <a:lnTo>
                      <a:pt x="1411" y="4052"/>
                    </a:lnTo>
                    <a:lnTo>
                      <a:pt x="1417" y="4056"/>
                    </a:lnTo>
                    <a:lnTo>
                      <a:pt x="1423" y="4063"/>
                    </a:lnTo>
                    <a:lnTo>
                      <a:pt x="1428" y="4068"/>
                    </a:lnTo>
                    <a:lnTo>
                      <a:pt x="1433" y="4074"/>
                    </a:lnTo>
                    <a:lnTo>
                      <a:pt x="1438" y="4081"/>
                    </a:lnTo>
                    <a:lnTo>
                      <a:pt x="1441" y="4089"/>
                    </a:lnTo>
                    <a:lnTo>
                      <a:pt x="1446" y="4098"/>
                    </a:lnTo>
                    <a:lnTo>
                      <a:pt x="1450" y="4108"/>
                    </a:lnTo>
                    <a:lnTo>
                      <a:pt x="1454" y="4118"/>
                    </a:lnTo>
                    <a:lnTo>
                      <a:pt x="1457" y="4128"/>
                    </a:lnTo>
                    <a:lnTo>
                      <a:pt x="1460" y="4138"/>
                    </a:lnTo>
                    <a:lnTo>
                      <a:pt x="1462" y="4147"/>
                    </a:lnTo>
                    <a:lnTo>
                      <a:pt x="1464" y="4157"/>
                    </a:lnTo>
                    <a:lnTo>
                      <a:pt x="1466" y="4167"/>
                    </a:lnTo>
                    <a:lnTo>
                      <a:pt x="1467" y="4176"/>
                    </a:lnTo>
                    <a:lnTo>
                      <a:pt x="1468" y="4186"/>
                    </a:lnTo>
                    <a:lnTo>
                      <a:pt x="1468" y="4196"/>
                    </a:lnTo>
                    <a:lnTo>
                      <a:pt x="1468" y="4206"/>
                    </a:lnTo>
                    <a:lnTo>
                      <a:pt x="1467" y="4216"/>
                    </a:lnTo>
                    <a:lnTo>
                      <a:pt x="1466" y="4227"/>
                    </a:lnTo>
                    <a:lnTo>
                      <a:pt x="1464" y="4238"/>
                    </a:lnTo>
                    <a:lnTo>
                      <a:pt x="1462" y="4250"/>
                    </a:lnTo>
                    <a:lnTo>
                      <a:pt x="1458" y="4261"/>
                    </a:lnTo>
                    <a:lnTo>
                      <a:pt x="1454" y="4282"/>
                    </a:lnTo>
                    <a:lnTo>
                      <a:pt x="1445" y="4303"/>
                    </a:lnTo>
                    <a:lnTo>
                      <a:pt x="1437" y="4320"/>
                    </a:lnTo>
                    <a:lnTo>
                      <a:pt x="1426" y="4335"/>
                    </a:lnTo>
                    <a:lnTo>
                      <a:pt x="1414" y="4350"/>
                    </a:lnTo>
                    <a:lnTo>
                      <a:pt x="1400" y="4363"/>
                    </a:lnTo>
                    <a:lnTo>
                      <a:pt x="1386" y="4374"/>
                    </a:lnTo>
                    <a:lnTo>
                      <a:pt x="1370" y="4386"/>
                    </a:lnTo>
                    <a:lnTo>
                      <a:pt x="1353" y="4394"/>
                    </a:lnTo>
                    <a:lnTo>
                      <a:pt x="1336" y="4403"/>
                    </a:lnTo>
                    <a:lnTo>
                      <a:pt x="1319" y="4412"/>
                    </a:lnTo>
                    <a:lnTo>
                      <a:pt x="1301" y="4419"/>
                    </a:lnTo>
                    <a:lnTo>
                      <a:pt x="1283" y="4427"/>
                    </a:lnTo>
                    <a:lnTo>
                      <a:pt x="1265" y="4435"/>
                    </a:lnTo>
                    <a:lnTo>
                      <a:pt x="1248" y="4442"/>
                    </a:lnTo>
                    <a:lnTo>
                      <a:pt x="1230" y="4450"/>
                    </a:lnTo>
                    <a:lnTo>
                      <a:pt x="1233" y="4452"/>
                    </a:lnTo>
                    <a:lnTo>
                      <a:pt x="1239" y="4453"/>
                    </a:lnTo>
                    <a:lnTo>
                      <a:pt x="1247" y="4456"/>
                    </a:lnTo>
                    <a:lnTo>
                      <a:pt x="1255" y="4458"/>
                    </a:lnTo>
                    <a:lnTo>
                      <a:pt x="1266" y="4460"/>
                    </a:lnTo>
                    <a:lnTo>
                      <a:pt x="1277" y="4462"/>
                    </a:lnTo>
                    <a:lnTo>
                      <a:pt x="1289" y="4463"/>
                    </a:lnTo>
                    <a:lnTo>
                      <a:pt x="1302" y="4465"/>
                    </a:lnTo>
                    <a:lnTo>
                      <a:pt x="1317" y="4466"/>
                    </a:lnTo>
                    <a:lnTo>
                      <a:pt x="1332" y="4466"/>
                    </a:lnTo>
                    <a:lnTo>
                      <a:pt x="1348" y="4466"/>
                    </a:lnTo>
                    <a:lnTo>
                      <a:pt x="1365" y="4465"/>
                    </a:lnTo>
                    <a:lnTo>
                      <a:pt x="1383" y="4463"/>
                    </a:lnTo>
                    <a:lnTo>
                      <a:pt x="1401" y="4462"/>
                    </a:lnTo>
                    <a:lnTo>
                      <a:pt x="1421" y="4458"/>
                    </a:lnTo>
                    <a:lnTo>
                      <a:pt x="1440" y="4455"/>
                    </a:lnTo>
                    <a:lnTo>
                      <a:pt x="1460" y="4450"/>
                    </a:lnTo>
                    <a:lnTo>
                      <a:pt x="1480" y="4445"/>
                    </a:lnTo>
                    <a:lnTo>
                      <a:pt x="1501" y="4437"/>
                    </a:lnTo>
                    <a:lnTo>
                      <a:pt x="1521" y="4430"/>
                    </a:lnTo>
                    <a:lnTo>
                      <a:pt x="1542" y="4419"/>
                    </a:lnTo>
                    <a:lnTo>
                      <a:pt x="1562" y="4409"/>
                    </a:lnTo>
                    <a:lnTo>
                      <a:pt x="1583" y="4397"/>
                    </a:lnTo>
                    <a:lnTo>
                      <a:pt x="1605" y="4383"/>
                    </a:lnTo>
                    <a:lnTo>
                      <a:pt x="1625" y="4368"/>
                    </a:lnTo>
                    <a:lnTo>
                      <a:pt x="1646" y="4352"/>
                    </a:lnTo>
                    <a:lnTo>
                      <a:pt x="1667" y="4334"/>
                    </a:lnTo>
                    <a:lnTo>
                      <a:pt x="1686" y="4314"/>
                    </a:lnTo>
                    <a:lnTo>
                      <a:pt x="1707" y="4291"/>
                    </a:lnTo>
                    <a:lnTo>
                      <a:pt x="1725" y="4267"/>
                    </a:lnTo>
                    <a:lnTo>
                      <a:pt x="1744" y="4241"/>
                    </a:lnTo>
                    <a:lnTo>
                      <a:pt x="1761" y="4213"/>
                    </a:lnTo>
                    <a:lnTo>
                      <a:pt x="1766" y="4203"/>
                    </a:lnTo>
                    <a:lnTo>
                      <a:pt x="1769" y="4193"/>
                    </a:lnTo>
                    <a:lnTo>
                      <a:pt x="1772" y="4182"/>
                    </a:lnTo>
                    <a:lnTo>
                      <a:pt x="1774" y="4169"/>
                    </a:lnTo>
                    <a:lnTo>
                      <a:pt x="1774" y="4157"/>
                    </a:lnTo>
                    <a:lnTo>
                      <a:pt x="1774" y="4144"/>
                    </a:lnTo>
                    <a:lnTo>
                      <a:pt x="1773" y="4130"/>
                    </a:lnTo>
                    <a:lnTo>
                      <a:pt x="1772" y="4117"/>
                    </a:lnTo>
                    <a:lnTo>
                      <a:pt x="1771" y="4103"/>
                    </a:lnTo>
                    <a:lnTo>
                      <a:pt x="1769" y="4090"/>
                    </a:lnTo>
                    <a:lnTo>
                      <a:pt x="1767" y="4076"/>
                    </a:lnTo>
                    <a:lnTo>
                      <a:pt x="1766" y="4063"/>
                    </a:lnTo>
                    <a:lnTo>
                      <a:pt x="1763" y="4050"/>
                    </a:lnTo>
                    <a:lnTo>
                      <a:pt x="1762" y="4037"/>
                    </a:lnTo>
                    <a:lnTo>
                      <a:pt x="1762" y="4024"/>
                    </a:lnTo>
                    <a:lnTo>
                      <a:pt x="1761" y="4012"/>
                    </a:lnTo>
                    <a:lnTo>
                      <a:pt x="1766" y="4016"/>
                    </a:lnTo>
                    <a:lnTo>
                      <a:pt x="1772" y="4020"/>
                    </a:lnTo>
                    <a:lnTo>
                      <a:pt x="1777" y="4022"/>
                    </a:lnTo>
                    <a:lnTo>
                      <a:pt x="1783" y="4026"/>
                    </a:lnTo>
                    <a:lnTo>
                      <a:pt x="1789" y="4030"/>
                    </a:lnTo>
                    <a:lnTo>
                      <a:pt x="1796" y="4034"/>
                    </a:lnTo>
                    <a:lnTo>
                      <a:pt x="1802" y="4037"/>
                    </a:lnTo>
                    <a:lnTo>
                      <a:pt x="1809" y="4041"/>
                    </a:lnTo>
                    <a:lnTo>
                      <a:pt x="1817" y="4044"/>
                    </a:lnTo>
                    <a:lnTo>
                      <a:pt x="1825" y="4047"/>
                    </a:lnTo>
                    <a:lnTo>
                      <a:pt x="1832" y="4050"/>
                    </a:lnTo>
                    <a:lnTo>
                      <a:pt x="1841" y="4054"/>
                    </a:lnTo>
                    <a:lnTo>
                      <a:pt x="1849" y="4056"/>
                    </a:lnTo>
                    <a:lnTo>
                      <a:pt x="1858" y="4059"/>
                    </a:lnTo>
                    <a:lnTo>
                      <a:pt x="1868" y="4061"/>
                    </a:lnTo>
                    <a:lnTo>
                      <a:pt x="1876" y="4064"/>
                    </a:lnTo>
                    <a:lnTo>
                      <a:pt x="1886" y="4065"/>
                    </a:lnTo>
                    <a:lnTo>
                      <a:pt x="1895" y="4068"/>
                    </a:lnTo>
                    <a:lnTo>
                      <a:pt x="1905" y="4069"/>
                    </a:lnTo>
                    <a:lnTo>
                      <a:pt x="1915" y="4070"/>
                    </a:lnTo>
                    <a:lnTo>
                      <a:pt x="1924" y="4071"/>
                    </a:lnTo>
                    <a:lnTo>
                      <a:pt x="1935" y="4071"/>
                    </a:lnTo>
                    <a:lnTo>
                      <a:pt x="1945" y="4073"/>
                    </a:lnTo>
                    <a:lnTo>
                      <a:pt x="1956" y="4073"/>
                    </a:lnTo>
                    <a:lnTo>
                      <a:pt x="1967" y="4073"/>
                    </a:lnTo>
                    <a:lnTo>
                      <a:pt x="1976" y="4071"/>
                    </a:lnTo>
                    <a:lnTo>
                      <a:pt x="1987" y="4071"/>
                    </a:lnTo>
                    <a:lnTo>
                      <a:pt x="1998" y="4070"/>
                    </a:lnTo>
                    <a:lnTo>
                      <a:pt x="2009" y="4068"/>
                    </a:lnTo>
                    <a:lnTo>
                      <a:pt x="2020" y="4066"/>
                    </a:lnTo>
                    <a:lnTo>
                      <a:pt x="2030" y="4064"/>
                    </a:lnTo>
                    <a:lnTo>
                      <a:pt x="2041" y="4060"/>
                    </a:lnTo>
                    <a:lnTo>
                      <a:pt x="2049" y="4057"/>
                    </a:lnTo>
                    <a:lnTo>
                      <a:pt x="2056" y="4055"/>
                    </a:lnTo>
                    <a:lnTo>
                      <a:pt x="2065" y="4050"/>
                    </a:lnTo>
                    <a:lnTo>
                      <a:pt x="2073" y="4045"/>
                    </a:lnTo>
                    <a:lnTo>
                      <a:pt x="2082" y="4039"/>
                    </a:lnTo>
                    <a:lnTo>
                      <a:pt x="2090" y="4032"/>
                    </a:lnTo>
                    <a:lnTo>
                      <a:pt x="2099" y="4024"/>
                    </a:lnTo>
                    <a:lnTo>
                      <a:pt x="2106" y="4016"/>
                    </a:lnTo>
                    <a:lnTo>
                      <a:pt x="2114" y="4008"/>
                    </a:lnTo>
                    <a:lnTo>
                      <a:pt x="2121" y="4000"/>
                    </a:lnTo>
                    <a:lnTo>
                      <a:pt x="2128" y="3991"/>
                    </a:lnTo>
                    <a:lnTo>
                      <a:pt x="2134" y="3982"/>
                    </a:lnTo>
                    <a:lnTo>
                      <a:pt x="2139" y="3973"/>
                    </a:lnTo>
                    <a:lnTo>
                      <a:pt x="2144" y="3964"/>
                    </a:lnTo>
                    <a:lnTo>
                      <a:pt x="2147" y="3956"/>
                    </a:lnTo>
                    <a:lnTo>
                      <a:pt x="2150" y="3947"/>
                    </a:lnTo>
                    <a:lnTo>
                      <a:pt x="2151" y="3937"/>
                    </a:lnTo>
                    <a:lnTo>
                      <a:pt x="2153" y="3925"/>
                    </a:lnTo>
                    <a:lnTo>
                      <a:pt x="2154" y="3915"/>
                    </a:lnTo>
                    <a:lnTo>
                      <a:pt x="2154" y="3905"/>
                    </a:lnTo>
                    <a:lnTo>
                      <a:pt x="2156" y="3895"/>
                    </a:lnTo>
                    <a:lnTo>
                      <a:pt x="2156" y="3885"/>
                    </a:lnTo>
                    <a:lnTo>
                      <a:pt x="2154" y="3875"/>
                    </a:lnTo>
                    <a:lnTo>
                      <a:pt x="2154" y="3865"/>
                    </a:lnTo>
                    <a:lnTo>
                      <a:pt x="2153" y="3855"/>
                    </a:lnTo>
                    <a:lnTo>
                      <a:pt x="2153" y="3845"/>
                    </a:lnTo>
                    <a:lnTo>
                      <a:pt x="2152" y="3835"/>
                    </a:lnTo>
                    <a:lnTo>
                      <a:pt x="2151" y="3825"/>
                    </a:lnTo>
                    <a:lnTo>
                      <a:pt x="2151" y="3815"/>
                    </a:lnTo>
                    <a:lnTo>
                      <a:pt x="2150" y="3805"/>
                    </a:lnTo>
                    <a:lnTo>
                      <a:pt x="2150" y="3795"/>
                    </a:lnTo>
                    <a:lnTo>
                      <a:pt x="2150" y="3783"/>
                    </a:lnTo>
                    <a:lnTo>
                      <a:pt x="2170" y="3786"/>
                    </a:lnTo>
                    <a:lnTo>
                      <a:pt x="2191" y="3788"/>
                    </a:lnTo>
                    <a:lnTo>
                      <a:pt x="2211" y="3790"/>
                    </a:lnTo>
                    <a:lnTo>
                      <a:pt x="2232" y="3790"/>
                    </a:lnTo>
                    <a:lnTo>
                      <a:pt x="2253" y="3790"/>
                    </a:lnTo>
                    <a:lnTo>
                      <a:pt x="2273" y="3790"/>
                    </a:lnTo>
                    <a:lnTo>
                      <a:pt x="2292" y="3788"/>
                    </a:lnTo>
                    <a:lnTo>
                      <a:pt x="2312" y="3786"/>
                    </a:lnTo>
                    <a:lnTo>
                      <a:pt x="2331" y="3783"/>
                    </a:lnTo>
                    <a:lnTo>
                      <a:pt x="2351" y="3781"/>
                    </a:lnTo>
                    <a:lnTo>
                      <a:pt x="2369" y="3777"/>
                    </a:lnTo>
                    <a:lnTo>
                      <a:pt x="2387" y="3772"/>
                    </a:lnTo>
                    <a:lnTo>
                      <a:pt x="2405" y="3768"/>
                    </a:lnTo>
                    <a:lnTo>
                      <a:pt x="2422" y="3762"/>
                    </a:lnTo>
                    <a:lnTo>
                      <a:pt x="2439" y="3757"/>
                    </a:lnTo>
                    <a:lnTo>
                      <a:pt x="2456" y="3752"/>
                    </a:lnTo>
                    <a:lnTo>
                      <a:pt x="2472" y="3746"/>
                    </a:lnTo>
                    <a:lnTo>
                      <a:pt x="2486" y="3739"/>
                    </a:lnTo>
                    <a:lnTo>
                      <a:pt x="2502" y="3732"/>
                    </a:lnTo>
                    <a:lnTo>
                      <a:pt x="2515" y="3726"/>
                    </a:lnTo>
                    <a:lnTo>
                      <a:pt x="2530" y="3718"/>
                    </a:lnTo>
                    <a:lnTo>
                      <a:pt x="2543" y="3711"/>
                    </a:lnTo>
                    <a:lnTo>
                      <a:pt x="2555" y="3703"/>
                    </a:lnTo>
                    <a:lnTo>
                      <a:pt x="2567" y="3695"/>
                    </a:lnTo>
                    <a:lnTo>
                      <a:pt x="2578" y="3688"/>
                    </a:lnTo>
                    <a:lnTo>
                      <a:pt x="2588" y="3680"/>
                    </a:lnTo>
                    <a:lnTo>
                      <a:pt x="2598" y="3673"/>
                    </a:lnTo>
                    <a:lnTo>
                      <a:pt x="2606" y="3664"/>
                    </a:lnTo>
                    <a:lnTo>
                      <a:pt x="2614" y="3656"/>
                    </a:lnTo>
                    <a:lnTo>
                      <a:pt x="2622" y="3649"/>
                    </a:lnTo>
                    <a:lnTo>
                      <a:pt x="2628" y="3640"/>
                    </a:lnTo>
                    <a:lnTo>
                      <a:pt x="2633" y="3633"/>
                    </a:lnTo>
                    <a:lnTo>
                      <a:pt x="2637" y="3626"/>
                    </a:lnTo>
                    <a:lnTo>
                      <a:pt x="2642" y="3616"/>
                    </a:lnTo>
                    <a:lnTo>
                      <a:pt x="2647" y="3606"/>
                    </a:lnTo>
                    <a:lnTo>
                      <a:pt x="2652" y="3595"/>
                    </a:lnTo>
                    <a:lnTo>
                      <a:pt x="2657" y="3584"/>
                    </a:lnTo>
                    <a:lnTo>
                      <a:pt x="2662" y="3571"/>
                    </a:lnTo>
                    <a:lnTo>
                      <a:pt x="2667" y="3557"/>
                    </a:lnTo>
                    <a:lnTo>
                      <a:pt x="2671" y="3545"/>
                    </a:lnTo>
                    <a:lnTo>
                      <a:pt x="2676" y="3532"/>
                    </a:lnTo>
                    <a:lnTo>
                      <a:pt x="2680" y="3519"/>
                    </a:lnTo>
                    <a:lnTo>
                      <a:pt x="2685" y="3508"/>
                    </a:lnTo>
                    <a:lnTo>
                      <a:pt x="2687" y="3497"/>
                    </a:lnTo>
                    <a:lnTo>
                      <a:pt x="2691" y="3487"/>
                    </a:lnTo>
                    <a:lnTo>
                      <a:pt x="2693" y="3479"/>
                    </a:lnTo>
                    <a:lnTo>
                      <a:pt x="2694" y="3473"/>
                    </a:lnTo>
                    <a:lnTo>
                      <a:pt x="2696" y="3469"/>
                    </a:lnTo>
                    <a:lnTo>
                      <a:pt x="2699" y="3443"/>
                    </a:lnTo>
                    <a:lnTo>
                      <a:pt x="2700" y="3418"/>
                    </a:lnTo>
                    <a:lnTo>
                      <a:pt x="2698" y="3393"/>
                    </a:lnTo>
                    <a:lnTo>
                      <a:pt x="2694" y="3370"/>
                    </a:lnTo>
                    <a:lnTo>
                      <a:pt x="2687" y="3349"/>
                    </a:lnTo>
                    <a:lnTo>
                      <a:pt x="2679" y="3328"/>
                    </a:lnTo>
                    <a:lnTo>
                      <a:pt x="2669" y="3310"/>
                    </a:lnTo>
                    <a:lnTo>
                      <a:pt x="2658" y="3292"/>
                    </a:lnTo>
                    <a:lnTo>
                      <a:pt x="2646" y="3276"/>
                    </a:lnTo>
                    <a:lnTo>
                      <a:pt x="2633" y="3261"/>
                    </a:lnTo>
                    <a:lnTo>
                      <a:pt x="2619" y="3247"/>
                    </a:lnTo>
                    <a:lnTo>
                      <a:pt x="2607" y="3235"/>
                    </a:lnTo>
                    <a:lnTo>
                      <a:pt x="2594" y="3225"/>
                    </a:lnTo>
                    <a:lnTo>
                      <a:pt x="2582" y="3217"/>
                    </a:lnTo>
                    <a:lnTo>
                      <a:pt x="2571" y="3210"/>
                    </a:lnTo>
                    <a:lnTo>
                      <a:pt x="2561" y="3205"/>
                    </a:lnTo>
                    <a:lnTo>
                      <a:pt x="2566" y="3200"/>
                    </a:lnTo>
                    <a:lnTo>
                      <a:pt x="2575" y="3194"/>
                    </a:lnTo>
                    <a:lnTo>
                      <a:pt x="2585" y="3188"/>
                    </a:lnTo>
                    <a:lnTo>
                      <a:pt x="2596" y="3180"/>
                    </a:lnTo>
                    <a:lnTo>
                      <a:pt x="2608" y="3173"/>
                    </a:lnTo>
                    <a:lnTo>
                      <a:pt x="2622" y="3164"/>
                    </a:lnTo>
                    <a:lnTo>
                      <a:pt x="2634" y="3154"/>
                    </a:lnTo>
                    <a:lnTo>
                      <a:pt x="2645" y="3142"/>
                    </a:lnTo>
                    <a:lnTo>
                      <a:pt x="2654" y="3130"/>
                    </a:lnTo>
                    <a:lnTo>
                      <a:pt x="2663" y="3116"/>
                    </a:lnTo>
                    <a:lnTo>
                      <a:pt x="2668" y="3098"/>
                    </a:lnTo>
                    <a:lnTo>
                      <a:pt x="2669" y="3081"/>
                    </a:lnTo>
                    <a:lnTo>
                      <a:pt x="2668" y="3059"/>
                    </a:lnTo>
                    <a:lnTo>
                      <a:pt x="2660" y="3036"/>
                    </a:lnTo>
                    <a:lnTo>
                      <a:pt x="2650" y="3009"/>
                    </a:lnTo>
                    <a:lnTo>
                      <a:pt x="2633" y="2980"/>
                    </a:lnTo>
                    <a:lnTo>
                      <a:pt x="2631" y="2976"/>
                    </a:lnTo>
                    <a:lnTo>
                      <a:pt x="2628" y="2969"/>
                    </a:lnTo>
                    <a:lnTo>
                      <a:pt x="2622" y="2960"/>
                    </a:lnTo>
                    <a:lnTo>
                      <a:pt x="2616" y="2950"/>
                    </a:lnTo>
                    <a:lnTo>
                      <a:pt x="2607" y="2937"/>
                    </a:lnTo>
                    <a:lnTo>
                      <a:pt x="2599" y="2924"/>
                    </a:lnTo>
                    <a:lnTo>
                      <a:pt x="2589" y="2910"/>
                    </a:lnTo>
                    <a:lnTo>
                      <a:pt x="2578" y="2895"/>
                    </a:lnTo>
                    <a:lnTo>
                      <a:pt x="2566" y="2880"/>
                    </a:lnTo>
                    <a:lnTo>
                      <a:pt x="2554" y="2866"/>
                    </a:lnTo>
                    <a:lnTo>
                      <a:pt x="2541" y="2852"/>
                    </a:lnTo>
                    <a:lnTo>
                      <a:pt x="2529" y="2838"/>
                    </a:lnTo>
                    <a:lnTo>
                      <a:pt x="2514" y="2827"/>
                    </a:lnTo>
                    <a:lnTo>
                      <a:pt x="2501" y="2817"/>
                    </a:lnTo>
                    <a:lnTo>
                      <a:pt x="2487" y="2808"/>
                    </a:lnTo>
                    <a:lnTo>
                      <a:pt x="2475" y="2803"/>
                    </a:lnTo>
                    <a:lnTo>
                      <a:pt x="2479" y="2802"/>
                    </a:lnTo>
                    <a:lnTo>
                      <a:pt x="2484" y="2800"/>
                    </a:lnTo>
                    <a:lnTo>
                      <a:pt x="2490" y="2798"/>
                    </a:lnTo>
                    <a:lnTo>
                      <a:pt x="2498" y="2795"/>
                    </a:lnTo>
                    <a:lnTo>
                      <a:pt x="2507" y="2793"/>
                    </a:lnTo>
                    <a:lnTo>
                      <a:pt x="2516" y="2789"/>
                    </a:lnTo>
                    <a:lnTo>
                      <a:pt x="2527" y="2784"/>
                    </a:lnTo>
                    <a:lnTo>
                      <a:pt x="2538" y="2780"/>
                    </a:lnTo>
                    <a:lnTo>
                      <a:pt x="2550" y="2774"/>
                    </a:lnTo>
                    <a:lnTo>
                      <a:pt x="2564" y="2769"/>
                    </a:lnTo>
                    <a:lnTo>
                      <a:pt x="2577" y="2763"/>
                    </a:lnTo>
                    <a:lnTo>
                      <a:pt x="2590" y="2756"/>
                    </a:lnTo>
                    <a:lnTo>
                      <a:pt x="2605" y="2749"/>
                    </a:lnTo>
                    <a:lnTo>
                      <a:pt x="2618" y="2741"/>
                    </a:lnTo>
                    <a:lnTo>
                      <a:pt x="2633" y="2734"/>
                    </a:lnTo>
                    <a:lnTo>
                      <a:pt x="2647" y="2725"/>
                    </a:lnTo>
                    <a:lnTo>
                      <a:pt x="2662" y="2716"/>
                    </a:lnTo>
                    <a:lnTo>
                      <a:pt x="2675" y="2707"/>
                    </a:lnTo>
                    <a:lnTo>
                      <a:pt x="2690" y="2696"/>
                    </a:lnTo>
                    <a:lnTo>
                      <a:pt x="2703" y="2686"/>
                    </a:lnTo>
                    <a:lnTo>
                      <a:pt x="2716" y="2676"/>
                    </a:lnTo>
                    <a:lnTo>
                      <a:pt x="2728" y="2666"/>
                    </a:lnTo>
                    <a:lnTo>
                      <a:pt x="2740" y="2655"/>
                    </a:lnTo>
                    <a:lnTo>
                      <a:pt x="2751" y="2643"/>
                    </a:lnTo>
                    <a:lnTo>
                      <a:pt x="2762" y="2631"/>
                    </a:lnTo>
                    <a:lnTo>
                      <a:pt x="2772" y="2618"/>
                    </a:lnTo>
                    <a:lnTo>
                      <a:pt x="2780" y="2607"/>
                    </a:lnTo>
                    <a:lnTo>
                      <a:pt x="2788" y="2593"/>
                    </a:lnTo>
                    <a:lnTo>
                      <a:pt x="2794" y="2580"/>
                    </a:lnTo>
                    <a:lnTo>
                      <a:pt x="2798" y="2567"/>
                    </a:lnTo>
                    <a:lnTo>
                      <a:pt x="2802" y="2553"/>
                    </a:lnTo>
                    <a:lnTo>
                      <a:pt x="2803" y="2539"/>
                    </a:lnTo>
                    <a:lnTo>
                      <a:pt x="2805" y="2528"/>
                    </a:lnTo>
                    <a:lnTo>
                      <a:pt x="2805" y="2516"/>
                    </a:lnTo>
                    <a:lnTo>
                      <a:pt x="2805" y="2504"/>
                    </a:lnTo>
                    <a:lnTo>
                      <a:pt x="2805" y="2490"/>
                    </a:lnTo>
                    <a:lnTo>
                      <a:pt x="2805" y="2477"/>
                    </a:lnTo>
                    <a:lnTo>
                      <a:pt x="2805" y="2464"/>
                    </a:lnTo>
                    <a:lnTo>
                      <a:pt x="2805" y="2449"/>
                    </a:lnTo>
                    <a:lnTo>
                      <a:pt x="2803" y="2435"/>
                    </a:lnTo>
                    <a:lnTo>
                      <a:pt x="2803" y="2421"/>
                    </a:lnTo>
                    <a:lnTo>
                      <a:pt x="2803" y="2406"/>
                    </a:lnTo>
                    <a:lnTo>
                      <a:pt x="2803" y="2392"/>
                    </a:lnTo>
                    <a:lnTo>
                      <a:pt x="2803" y="2378"/>
                    </a:lnTo>
                    <a:lnTo>
                      <a:pt x="2803" y="2364"/>
                    </a:lnTo>
                    <a:lnTo>
                      <a:pt x="2803" y="2352"/>
                    </a:lnTo>
                    <a:lnTo>
                      <a:pt x="2803" y="2339"/>
                    </a:lnTo>
                    <a:lnTo>
                      <a:pt x="2803" y="2328"/>
                    </a:lnTo>
                    <a:lnTo>
                      <a:pt x="2805" y="2311"/>
                    </a:lnTo>
                    <a:lnTo>
                      <a:pt x="2803" y="2295"/>
                    </a:lnTo>
                    <a:lnTo>
                      <a:pt x="2802" y="2280"/>
                    </a:lnTo>
                    <a:lnTo>
                      <a:pt x="2800" y="2265"/>
                    </a:lnTo>
                    <a:lnTo>
                      <a:pt x="2797" y="2251"/>
                    </a:lnTo>
                    <a:lnTo>
                      <a:pt x="2795" y="2237"/>
                    </a:lnTo>
                    <a:lnTo>
                      <a:pt x="2790" y="2225"/>
                    </a:lnTo>
                    <a:lnTo>
                      <a:pt x="2786" y="2212"/>
                    </a:lnTo>
                    <a:lnTo>
                      <a:pt x="2782" y="2200"/>
                    </a:lnTo>
                    <a:lnTo>
                      <a:pt x="2775" y="2188"/>
                    </a:lnTo>
                    <a:lnTo>
                      <a:pt x="2771" y="2177"/>
                    </a:lnTo>
                    <a:lnTo>
                      <a:pt x="2765" y="2167"/>
                    </a:lnTo>
                    <a:lnTo>
                      <a:pt x="2757" y="2157"/>
                    </a:lnTo>
                    <a:lnTo>
                      <a:pt x="2751" y="2147"/>
                    </a:lnTo>
                    <a:lnTo>
                      <a:pt x="2744" y="2138"/>
                    </a:lnTo>
                    <a:lnTo>
                      <a:pt x="2737" y="2129"/>
                    </a:lnTo>
                    <a:lnTo>
                      <a:pt x="2729" y="2120"/>
                    </a:lnTo>
                    <a:lnTo>
                      <a:pt x="2722" y="2113"/>
                    </a:lnTo>
                    <a:lnTo>
                      <a:pt x="2714" y="2105"/>
                    </a:lnTo>
                    <a:lnTo>
                      <a:pt x="2706" y="2099"/>
                    </a:lnTo>
                    <a:lnTo>
                      <a:pt x="2699" y="2093"/>
                    </a:lnTo>
                    <a:lnTo>
                      <a:pt x="2691" y="2086"/>
                    </a:lnTo>
                    <a:lnTo>
                      <a:pt x="2683" y="2081"/>
                    </a:lnTo>
                    <a:lnTo>
                      <a:pt x="2676" y="2076"/>
                    </a:lnTo>
                    <a:lnTo>
                      <a:pt x="2669" y="2071"/>
                    </a:lnTo>
                    <a:lnTo>
                      <a:pt x="2662" y="2068"/>
                    </a:lnTo>
                    <a:lnTo>
                      <a:pt x="2654" y="2064"/>
                    </a:lnTo>
                    <a:lnTo>
                      <a:pt x="2647" y="2060"/>
                    </a:lnTo>
                    <a:lnTo>
                      <a:pt x="2641" y="2058"/>
                    </a:lnTo>
                    <a:lnTo>
                      <a:pt x="2635" y="2055"/>
                    </a:lnTo>
                    <a:lnTo>
                      <a:pt x="2629" y="2053"/>
                    </a:lnTo>
                    <a:lnTo>
                      <a:pt x="2623" y="2051"/>
                    </a:lnTo>
                    <a:lnTo>
                      <a:pt x="2630" y="2050"/>
                    </a:lnTo>
                    <a:lnTo>
                      <a:pt x="2636" y="2049"/>
                    </a:lnTo>
                    <a:lnTo>
                      <a:pt x="2642" y="2046"/>
                    </a:lnTo>
                    <a:lnTo>
                      <a:pt x="2650" y="2045"/>
                    </a:lnTo>
                    <a:lnTo>
                      <a:pt x="2656" y="2044"/>
                    </a:lnTo>
                    <a:lnTo>
                      <a:pt x="2662" y="2041"/>
                    </a:lnTo>
                    <a:lnTo>
                      <a:pt x="2668" y="2039"/>
                    </a:lnTo>
                    <a:lnTo>
                      <a:pt x="2674" y="2037"/>
                    </a:lnTo>
                    <a:lnTo>
                      <a:pt x="2679" y="2035"/>
                    </a:lnTo>
                    <a:lnTo>
                      <a:pt x="2685" y="2032"/>
                    </a:lnTo>
                    <a:lnTo>
                      <a:pt x="2691" y="2029"/>
                    </a:lnTo>
                    <a:lnTo>
                      <a:pt x="2696" y="2026"/>
                    </a:lnTo>
                    <a:lnTo>
                      <a:pt x="2702" y="2022"/>
                    </a:lnTo>
                    <a:lnTo>
                      <a:pt x="2708" y="2019"/>
                    </a:lnTo>
                    <a:lnTo>
                      <a:pt x="2713" y="2015"/>
                    </a:lnTo>
                    <a:lnTo>
                      <a:pt x="2719" y="2010"/>
                    </a:lnTo>
                    <a:lnTo>
                      <a:pt x="2721" y="2009"/>
                    </a:lnTo>
                    <a:lnTo>
                      <a:pt x="2726" y="2007"/>
                    </a:lnTo>
                    <a:lnTo>
                      <a:pt x="2732" y="2004"/>
                    </a:lnTo>
                    <a:lnTo>
                      <a:pt x="2740" y="1999"/>
                    </a:lnTo>
                    <a:lnTo>
                      <a:pt x="2749" y="1992"/>
                    </a:lnTo>
                    <a:lnTo>
                      <a:pt x="2759" y="1986"/>
                    </a:lnTo>
                    <a:lnTo>
                      <a:pt x="2768" y="1977"/>
                    </a:lnTo>
                    <a:lnTo>
                      <a:pt x="2778" y="1968"/>
                    </a:lnTo>
                    <a:lnTo>
                      <a:pt x="2786" y="1958"/>
                    </a:lnTo>
                    <a:lnTo>
                      <a:pt x="2794" y="1946"/>
                    </a:lnTo>
                    <a:lnTo>
                      <a:pt x="2800" y="1933"/>
                    </a:lnTo>
                    <a:lnTo>
                      <a:pt x="2805" y="1919"/>
                    </a:lnTo>
                    <a:lnTo>
                      <a:pt x="2806" y="1903"/>
                    </a:lnTo>
                    <a:lnTo>
                      <a:pt x="2805" y="1887"/>
                    </a:lnTo>
                    <a:lnTo>
                      <a:pt x="2800" y="1869"/>
                    </a:lnTo>
                    <a:lnTo>
                      <a:pt x="2791" y="1849"/>
                    </a:lnTo>
                    <a:lnTo>
                      <a:pt x="2780" y="1829"/>
                    </a:lnTo>
                    <a:lnTo>
                      <a:pt x="2769" y="1810"/>
                    </a:lnTo>
                    <a:lnTo>
                      <a:pt x="2759" y="1792"/>
                    </a:lnTo>
                    <a:lnTo>
                      <a:pt x="2746" y="1775"/>
                    </a:lnTo>
                    <a:lnTo>
                      <a:pt x="2734" y="1758"/>
                    </a:lnTo>
                    <a:lnTo>
                      <a:pt x="2721" y="1743"/>
                    </a:lnTo>
                    <a:lnTo>
                      <a:pt x="2708" y="1730"/>
                    </a:lnTo>
                    <a:lnTo>
                      <a:pt x="2692" y="1717"/>
                    </a:lnTo>
                    <a:lnTo>
                      <a:pt x="2676" y="1704"/>
                    </a:lnTo>
                    <a:lnTo>
                      <a:pt x="2660" y="1694"/>
                    </a:lnTo>
                    <a:lnTo>
                      <a:pt x="2642" y="1686"/>
                    </a:lnTo>
                    <a:lnTo>
                      <a:pt x="2624" y="1677"/>
                    </a:lnTo>
                    <a:lnTo>
                      <a:pt x="2604" y="1670"/>
                    </a:lnTo>
                    <a:lnTo>
                      <a:pt x="2583" y="1665"/>
                    </a:lnTo>
                    <a:lnTo>
                      <a:pt x="2561" y="1660"/>
                    </a:lnTo>
                    <a:lnTo>
                      <a:pt x="2538" y="1658"/>
                    </a:lnTo>
                    <a:lnTo>
                      <a:pt x="2544" y="1658"/>
                    </a:lnTo>
                    <a:lnTo>
                      <a:pt x="2552" y="1658"/>
                    </a:lnTo>
                    <a:lnTo>
                      <a:pt x="2560" y="1657"/>
                    </a:lnTo>
                    <a:lnTo>
                      <a:pt x="2568" y="1655"/>
                    </a:lnTo>
                    <a:lnTo>
                      <a:pt x="2578" y="1654"/>
                    </a:lnTo>
                    <a:lnTo>
                      <a:pt x="2588" y="1653"/>
                    </a:lnTo>
                    <a:lnTo>
                      <a:pt x="2598" y="1650"/>
                    </a:lnTo>
                    <a:lnTo>
                      <a:pt x="2608" y="1648"/>
                    </a:lnTo>
                    <a:lnTo>
                      <a:pt x="2619" y="1645"/>
                    </a:lnTo>
                    <a:lnTo>
                      <a:pt x="2630" y="1642"/>
                    </a:lnTo>
                    <a:lnTo>
                      <a:pt x="2641" y="1638"/>
                    </a:lnTo>
                    <a:lnTo>
                      <a:pt x="2653" y="1634"/>
                    </a:lnTo>
                    <a:lnTo>
                      <a:pt x="2665" y="1630"/>
                    </a:lnTo>
                    <a:lnTo>
                      <a:pt x="2676" y="1625"/>
                    </a:lnTo>
                    <a:lnTo>
                      <a:pt x="2688" y="1621"/>
                    </a:lnTo>
                    <a:lnTo>
                      <a:pt x="2700" y="1615"/>
                    </a:lnTo>
                    <a:lnTo>
                      <a:pt x="2713" y="1610"/>
                    </a:lnTo>
                    <a:lnTo>
                      <a:pt x="2723" y="1604"/>
                    </a:lnTo>
                    <a:lnTo>
                      <a:pt x="2736" y="1598"/>
                    </a:lnTo>
                    <a:lnTo>
                      <a:pt x="2746" y="1591"/>
                    </a:lnTo>
                    <a:lnTo>
                      <a:pt x="2759" y="1585"/>
                    </a:lnTo>
                    <a:lnTo>
                      <a:pt x="2769" y="1577"/>
                    </a:lnTo>
                    <a:lnTo>
                      <a:pt x="2779" y="1570"/>
                    </a:lnTo>
                    <a:lnTo>
                      <a:pt x="2790" y="1561"/>
                    </a:lnTo>
                    <a:lnTo>
                      <a:pt x="2800" y="1554"/>
                    </a:lnTo>
                    <a:lnTo>
                      <a:pt x="2809" y="1545"/>
                    </a:lnTo>
                    <a:lnTo>
                      <a:pt x="2818" y="1535"/>
                    </a:lnTo>
                    <a:lnTo>
                      <a:pt x="2826" y="1526"/>
                    </a:lnTo>
                    <a:lnTo>
                      <a:pt x="2835" y="1516"/>
                    </a:lnTo>
                    <a:lnTo>
                      <a:pt x="2841" y="1506"/>
                    </a:lnTo>
                    <a:lnTo>
                      <a:pt x="2848" y="1494"/>
                    </a:lnTo>
                    <a:lnTo>
                      <a:pt x="2853" y="1484"/>
                    </a:lnTo>
                    <a:lnTo>
                      <a:pt x="2865" y="1455"/>
                    </a:lnTo>
                    <a:lnTo>
                      <a:pt x="2874" y="1429"/>
                    </a:lnTo>
                    <a:lnTo>
                      <a:pt x="2878" y="1403"/>
                    </a:lnTo>
                    <a:lnTo>
                      <a:pt x="2881" y="1378"/>
                    </a:lnTo>
                    <a:lnTo>
                      <a:pt x="2881" y="1354"/>
                    </a:lnTo>
                    <a:lnTo>
                      <a:pt x="2877" y="1330"/>
                    </a:lnTo>
                    <a:lnTo>
                      <a:pt x="2871" y="1308"/>
                    </a:lnTo>
                    <a:lnTo>
                      <a:pt x="2864" y="1287"/>
                    </a:lnTo>
                    <a:lnTo>
                      <a:pt x="2854" y="1267"/>
                    </a:lnTo>
                    <a:lnTo>
                      <a:pt x="2842" y="1248"/>
                    </a:lnTo>
                    <a:lnTo>
                      <a:pt x="2829" y="1230"/>
                    </a:lnTo>
                    <a:lnTo>
                      <a:pt x="2814" y="1214"/>
                    </a:lnTo>
                    <a:lnTo>
                      <a:pt x="2797" y="1198"/>
                    </a:lnTo>
                    <a:lnTo>
                      <a:pt x="2780" y="1183"/>
                    </a:lnTo>
                    <a:lnTo>
                      <a:pt x="2762" y="1169"/>
                    </a:lnTo>
                    <a:lnTo>
                      <a:pt x="2744" y="1155"/>
                    </a:lnTo>
                    <a:lnTo>
                      <a:pt x="2725" y="1142"/>
                    </a:lnTo>
                    <a:lnTo>
                      <a:pt x="2705" y="1131"/>
                    </a:lnTo>
                    <a:lnTo>
                      <a:pt x="2686" y="1121"/>
                    </a:lnTo>
                    <a:lnTo>
                      <a:pt x="2667" y="1111"/>
                    </a:lnTo>
                    <a:lnTo>
                      <a:pt x="2647" y="1102"/>
                    </a:lnTo>
                    <a:lnTo>
                      <a:pt x="2629" y="1093"/>
                    </a:lnTo>
                    <a:lnTo>
                      <a:pt x="2611" y="1086"/>
                    </a:lnTo>
                    <a:lnTo>
                      <a:pt x="2594" y="1080"/>
                    </a:lnTo>
                    <a:lnTo>
                      <a:pt x="2578" y="1075"/>
                    </a:lnTo>
                    <a:lnTo>
                      <a:pt x="2562" y="1070"/>
                    </a:lnTo>
                    <a:lnTo>
                      <a:pt x="2549" y="1066"/>
                    </a:lnTo>
                    <a:lnTo>
                      <a:pt x="2538" y="1062"/>
                    </a:lnTo>
                    <a:lnTo>
                      <a:pt x="2529" y="1060"/>
                    </a:lnTo>
                    <a:lnTo>
                      <a:pt x="2520" y="1058"/>
                    </a:lnTo>
                    <a:lnTo>
                      <a:pt x="2514" y="1057"/>
                    </a:lnTo>
                    <a:lnTo>
                      <a:pt x="2512" y="1057"/>
                    </a:lnTo>
                    <a:lnTo>
                      <a:pt x="2531" y="1053"/>
                    </a:lnTo>
                    <a:lnTo>
                      <a:pt x="2550" y="1051"/>
                    </a:lnTo>
                    <a:lnTo>
                      <a:pt x="2571" y="1046"/>
                    </a:lnTo>
                    <a:lnTo>
                      <a:pt x="2591" y="1041"/>
                    </a:lnTo>
                    <a:lnTo>
                      <a:pt x="2611" y="1034"/>
                    </a:lnTo>
                    <a:lnTo>
                      <a:pt x="2629" y="1027"/>
                    </a:lnTo>
                    <a:lnTo>
                      <a:pt x="2647" y="1018"/>
                    </a:lnTo>
                    <a:lnTo>
                      <a:pt x="2664" y="1007"/>
                    </a:lnTo>
                    <a:lnTo>
                      <a:pt x="2680" y="995"/>
                    </a:lnTo>
                    <a:lnTo>
                      <a:pt x="2693" y="982"/>
                    </a:lnTo>
                    <a:lnTo>
                      <a:pt x="2704" y="965"/>
                    </a:lnTo>
                    <a:lnTo>
                      <a:pt x="2713" y="948"/>
                    </a:lnTo>
                    <a:lnTo>
                      <a:pt x="2719" y="929"/>
                    </a:lnTo>
                    <a:lnTo>
                      <a:pt x="2722" y="906"/>
                    </a:lnTo>
                    <a:lnTo>
                      <a:pt x="2722" y="882"/>
                    </a:lnTo>
                    <a:lnTo>
                      <a:pt x="2719" y="855"/>
                    </a:lnTo>
                    <a:lnTo>
                      <a:pt x="2715" y="840"/>
                    </a:lnTo>
                    <a:lnTo>
                      <a:pt x="2710" y="824"/>
                    </a:lnTo>
                    <a:lnTo>
                      <a:pt x="2703" y="809"/>
                    </a:lnTo>
                    <a:lnTo>
                      <a:pt x="2696" y="794"/>
                    </a:lnTo>
                    <a:lnTo>
                      <a:pt x="2687" y="780"/>
                    </a:lnTo>
                    <a:lnTo>
                      <a:pt x="2677" y="765"/>
                    </a:lnTo>
                    <a:lnTo>
                      <a:pt x="2667" y="752"/>
                    </a:lnTo>
                    <a:lnTo>
                      <a:pt x="2656" y="738"/>
                    </a:lnTo>
                    <a:lnTo>
                      <a:pt x="2644" y="724"/>
                    </a:lnTo>
                    <a:lnTo>
                      <a:pt x="2631" y="711"/>
                    </a:lnTo>
                    <a:lnTo>
                      <a:pt x="2618" y="700"/>
                    </a:lnTo>
                    <a:lnTo>
                      <a:pt x="2605" y="689"/>
                    </a:lnTo>
                    <a:lnTo>
                      <a:pt x="2591" y="677"/>
                    </a:lnTo>
                    <a:lnTo>
                      <a:pt x="2578" y="669"/>
                    </a:lnTo>
                    <a:lnTo>
                      <a:pt x="2565" y="661"/>
                    </a:lnTo>
                    <a:lnTo>
                      <a:pt x="2550" y="654"/>
                    </a:lnTo>
                    <a:lnTo>
                      <a:pt x="2538" y="648"/>
                    </a:lnTo>
                    <a:lnTo>
                      <a:pt x="2526" y="643"/>
                    </a:lnTo>
                    <a:lnTo>
                      <a:pt x="2513" y="640"/>
                    </a:lnTo>
                    <a:lnTo>
                      <a:pt x="2501" y="637"/>
                    </a:lnTo>
                    <a:lnTo>
                      <a:pt x="2489" y="635"/>
                    </a:lnTo>
                    <a:lnTo>
                      <a:pt x="2478" y="632"/>
                    </a:lnTo>
                    <a:lnTo>
                      <a:pt x="2466" y="631"/>
                    </a:lnTo>
                    <a:lnTo>
                      <a:pt x="2453" y="630"/>
                    </a:lnTo>
                    <a:lnTo>
                      <a:pt x="2441" y="630"/>
                    </a:lnTo>
                    <a:lnTo>
                      <a:pt x="2428" y="630"/>
                    </a:lnTo>
                    <a:lnTo>
                      <a:pt x="2416" y="628"/>
                    </a:lnTo>
                    <a:lnTo>
                      <a:pt x="2403" y="628"/>
                    </a:lnTo>
                    <a:lnTo>
                      <a:pt x="2388" y="630"/>
                    </a:lnTo>
                    <a:lnTo>
                      <a:pt x="2375" y="630"/>
                    </a:lnTo>
                    <a:lnTo>
                      <a:pt x="2359" y="630"/>
                    </a:lnTo>
                    <a:lnTo>
                      <a:pt x="2343" y="630"/>
                    </a:lnTo>
                    <a:lnTo>
                      <a:pt x="2363" y="621"/>
                    </a:lnTo>
                    <a:lnTo>
                      <a:pt x="2381" y="610"/>
                    </a:lnTo>
                    <a:lnTo>
                      <a:pt x="2398" y="599"/>
                    </a:lnTo>
                    <a:lnTo>
                      <a:pt x="2414" y="587"/>
                    </a:lnTo>
                    <a:lnTo>
                      <a:pt x="2427" y="574"/>
                    </a:lnTo>
                    <a:lnTo>
                      <a:pt x="2440" y="562"/>
                    </a:lnTo>
                    <a:lnTo>
                      <a:pt x="2451" y="549"/>
                    </a:lnTo>
                    <a:lnTo>
                      <a:pt x="2462" y="535"/>
                    </a:lnTo>
                    <a:lnTo>
                      <a:pt x="2470" y="520"/>
                    </a:lnTo>
                    <a:lnTo>
                      <a:pt x="2478" y="506"/>
                    </a:lnTo>
                    <a:lnTo>
                      <a:pt x="2485" y="491"/>
                    </a:lnTo>
                    <a:lnTo>
                      <a:pt x="2490" y="476"/>
                    </a:lnTo>
                    <a:lnTo>
                      <a:pt x="2495" y="460"/>
                    </a:lnTo>
                    <a:lnTo>
                      <a:pt x="2498" y="445"/>
                    </a:lnTo>
                    <a:lnTo>
                      <a:pt x="2501" y="429"/>
                    </a:lnTo>
                    <a:lnTo>
                      <a:pt x="2502" y="413"/>
                    </a:lnTo>
                    <a:lnTo>
                      <a:pt x="2503" y="398"/>
                    </a:lnTo>
                    <a:lnTo>
                      <a:pt x="2502" y="382"/>
                    </a:lnTo>
                    <a:lnTo>
                      <a:pt x="2502" y="367"/>
                    </a:lnTo>
                    <a:lnTo>
                      <a:pt x="2499" y="352"/>
                    </a:lnTo>
                    <a:lnTo>
                      <a:pt x="2497" y="337"/>
                    </a:lnTo>
                    <a:lnTo>
                      <a:pt x="2493" y="322"/>
                    </a:lnTo>
                    <a:lnTo>
                      <a:pt x="2490" y="307"/>
                    </a:lnTo>
                    <a:lnTo>
                      <a:pt x="2485" y="293"/>
                    </a:lnTo>
                    <a:lnTo>
                      <a:pt x="2480" y="279"/>
                    </a:lnTo>
                    <a:lnTo>
                      <a:pt x="2474" y="266"/>
                    </a:lnTo>
                    <a:lnTo>
                      <a:pt x="2467" y="254"/>
                    </a:lnTo>
                    <a:lnTo>
                      <a:pt x="2461" y="242"/>
                    </a:lnTo>
                    <a:lnTo>
                      <a:pt x="2453" y="231"/>
                    </a:lnTo>
                    <a:lnTo>
                      <a:pt x="2445" y="221"/>
                    </a:lnTo>
                    <a:lnTo>
                      <a:pt x="2438" y="211"/>
                    </a:lnTo>
                    <a:lnTo>
                      <a:pt x="2429" y="202"/>
                    </a:lnTo>
                    <a:lnTo>
                      <a:pt x="2423" y="197"/>
                    </a:lnTo>
                    <a:lnTo>
                      <a:pt x="2416" y="191"/>
                    </a:lnTo>
                    <a:lnTo>
                      <a:pt x="2410" y="186"/>
                    </a:lnTo>
                    <a:lnTo>
                      <a:pt x="2401" y="181"/>
                    </a:lnTo>
                    <a:lnTo>
                      <a:pt x="2394" y="176"/>
                    </a:lnTo>
                    <a:lnTo>
                      <a:pt x="2386" y="171"/>
                    </a:lnTo>
                    <a:lnTo>
                      <a:pt x="2376" y="166"/>
                    </a:lnTo>
                    <a:lnTo>
                      <a:pt x="2366" y="161"/>
                    </a:lnTo>
                    <a:lnTo>
                      <a:pt x="2357" y="157"/>
                    </a:lnTo>
                    <a:lnTo>
                      <a:pt x="2347" y="153"/>
                    </a:lnTo>
                    <a:lnTo>
                      <a:pt x="2336" y="149"/>
                    </a:lnTo>
                    <a:lnTo>
                      <a:pt x="2325" y="146"/>
                    </a:lnTo>
                    <a:lnTo>
                      <a:pt x="2314" y="143"/>
                    </a:lnTo>
                    <a:lnTo>
                      <a:pt x="2303" y="139"/>
                    </a:lnTo>
                    <a:lnTo>
                      <a:pt x="2291" y="138"/>
                    </a:lnTo>
                    <a:lnTo>
                      <a:pt x="2280" y="136"/>
                    </a:lnTo>
                    <a:lnTo>
                      <a:pt x="2268" y="134"/>
                    </a:lnTo>
                    <a:lnTo>
                      <a:pt x="2256" y="134"/>
                    </a:lnTo>
                    <a:lnTo>
                      <a:pt x="2245" y="134"/>
                    </a:lnTo>
                    <a:lnTo>
                      <a:pt x="2233" y="134"/>
                    </a:lnTo>
                    <a:lnTo>
                      <a:pt x="2221" y="136"/>
                    </a:lnTo>
                    <a:lnTo>
                      <a:pt x="2209" y="137"/>
                    </a:lnTo>
                    <a:lnTo>
                      <a:pt x="2198" y="139"/>
                    </a:lnTo>
                    <a:lnTo>
                      <a:pt x="2186" y="142"/>
                    </a:lnTo>
                    <a:lnTo>
                      <a:pt x="2175" y="146"/>
                    </a:lnTo>
                    <a:lnTo>
                      <a:pt x="2164" y="151"/>
                    </a:lnTo>
                    <a:lnTo>
                      <a:pt x="2153" y="156"/>
                    </a:lnTo>
                    <a:lnTo>
                      <a:pt x="2142" y="162"/>
                    </a:lnTo>
                    <a:lnTo>
                      <a:pt x="2133" y="170"/>
                    </a:lnTo>
                    <a:lnTo>
                      <a:pt x="2122" y="177"/>
                    </a:lnTo>
                    <a:lnTo>
                      <a:pt x="2113" y="186"/>
                    </a:lnTo>
                    <a:lnTo>
                      <a:pt x="2104" y="196"/>
                    </a:lnTo>
                    <a:lnTo>
                      <a:pt x="2100" y="201"/>
                    </a:lnTo>
                    <a:lnTo>
                      <a:pt x="2094" y="207"/>
                    </a:lnTo>
                    <a:lnTo>
                      <a:pt x="2089" y="216"/>
                    </a:lnTo>
                    <a:lnTo>
                      <a:pt x="2082" y="225"/>
                    </a:lnTo>
                    <a:lnTo>
                      <a:pt x="2076" y="235"/>
                    </a:lnTo>
                    <a:lnTo>
                      <a:pt x="2068" y="245"/>
                    </a:lnTo>
                    <a:lnTo>
                      <a:pt x="2061" y="256"/>
                    </a:lnTo>
                    <a:lnTo>
                      <a:pt x="2055" y="268"/>
                    </a:lnTo>
                    <a:lnTo>
                      <a:pt x="2048" y="279"/>
                    </a:lnTo>
                    <a:lnTo>
                      <a:pt x="2042" y="289"/>
                    </a:lnTo>
                    <a:lnTo>
                      <a:pt x="2036" y="300"/>
                    </a:lnTo>
                    <a:lnTo>
                      <a:pt x="2030" y="310"/>
                    </a:lnTo>
                    <a:lnTo>
                      <a:pt x="2025" y="319"/>
                    </a:lnTo>
                    <a:lnTo>
                      <a:pt x="2021" y="327"/>
                    </a:lnTo>
                    <a:lnTo>
                      <a:pt x="2019" y="334"/>
                    </a:lnTo>
                    <a:lnTo>
                      <a:pt x="2018" y="339"/>
                    </a:lnTo>
                    <a:lnTo>
                      <a:pt x="2016" y="305"/>
                    </a:lnTo>
                    <a:lnTo>
                      <a:pt x="2014" y="275"/>
                    </a:lnTo>
                    <a:lnTo>
                      <a:pt x="2010" y="246"/>
                    </a:lnTo>
                    <a:lnTo>
                      <a:pt x="2006" y="220"/>
                    </a:lnTo>
                    <a:lnTo>
                      <a:pt x="2001" y="195"/>
                    </a:lnTo>
                    <a:lnTo>
                      <a:pt x="1995" y="172"/>
                    </a:lnTo>
                    <a:lnTo>
                      <a:pt x="1987" y="152"/>
                    </a:lnTo>
                    <a:lnTo>
                      <a:pt x="1980" y="132"/>
                    </a:lnTo>
                    <a:lnTo>
                      <a:pt x="1972" y="116"/>
                    </a:lnTo>
                    <a:lnTo>
                      <a:pt x="1963" y="99"/>
                    </a:lnTo>
                    <a:lnTo>
                      <a:pt x="1955" y="85"/>
                    </a:lnTo>
                    <a:lnTo>
                      <a:pt x="1945" y="73"/>
                    </a:lnTo>
                    <a:lnTo>
                      <a:pt x="1935" y="60"/>
                    </a:lnTo>
                    <a:lnTo>
                      <a:pt x="1926" y="50"/>
                    </a:lnTo>
                    <a:lnTo>
                      <a:pt x="1915" y="41"/>
                    </a:lnTo>
                    <a:lnTo>
                      <a:pt x="1905" y="34"/>
                    </a:lnTo>
                    <a:lnTo>
                      <a:pt x="1895" y="28"/>
                    </a:lnTo>
                    <a:lnTo>
                      <a:pt x="1886" y="21"/>
                    </a:lnTo>
                    <a:lnTo>
                      <a:pt x="1876" y="17"/>
                    </a:lnTo>
                    <a:lnTo>
                      <a:pt x="1866" y="14"/>
                    </a:lnTo>
                    <a:lnTo>
                      <a:pt x="1857" y="10"/>
                    </a:lnTo>
                    <a:lnTo>
                      <a:pt x="1848" y="7"/>
                    </a:lnTo>
                    <a:lnTo>
                      <a:pt x="1840" y="6"/>
                    </a:lnTo>
                    <a:lnTo>
                      <a:pt x="1832" y="5"/>
                    </a:lnTo>
                    <a:lnTo>
                      <a:pt x="1825" y="4"/>
                    </a:lnTo>
                    <a:lnTo>
                      <a:pt x="1818" y="4"/>
                    </a:lnTo>
                    <a:lnTo>
                      <a:pt x="1813" y="4"/>
                    </a:lnTo>
                    <a:lnTo>
                      <a:pt x="1808" y="4"/>
                    </a:lnTo>
                    <a:lnTo>
                      <a:pt x="1803" y="4"/>
                    </a:lnTo>
                    <a:lnTo>
                      <a:pt x="1801" y="4"/>
                    </a:lnTo>
                    <a:lnTo>
                      <a:pt x="1799" y="4"/>
                    </a:lnTo>
                    <a:lnTo>
                      <a:pt x="1797" y="4"/>
                    </a:lnTo>
                    <a:lnTo>
                      <a:pt x="1785" y="2"/>
                    </a:lnTo>
                    <a:lnTo>
                      <a:pt x="1772" y="1"/>
                    </a:lnTo>
                    <a:lnTo>
                      <a:pt x="1760" y="2"/>
                    </a:lnTo>
                    <a:lnTo>
                      <a:pt x="1748" y="5"/>
                    </a:lnTo>
                    <a:lnTo>
                      <a:pt x="1736" y="9"/>
                    </a:lnTo>
                    <a:lnTo>
                      <a:pt x="1725" y="12"/>
                    </a:lnTo>
                    <a:lnTo>
                      <a:pt x="1713" y="19"/>
                    </a:lnTo>
                    <a:lnTo>
                      <a:pt x="1702" y="25"/>
                    </a:lnTo>
                    <a:lnTo>
                      <a:pt x="1691" y="33"/>
                    </a:lnTo>
                    <a:lnTo>
                      <a:pt x="1680" y="41"/>
                    </a:lnTo>
                    <a:lnTo>
                      <a:pt x="1670" y="50"/>
                    </a:lnTo>
                    <a:lnTo>
                      <a:pt x="1659" y="60"/>
                    </a:lnTo>
                    <a:lnTo>
                      <a:pt x="1650" y="72"/>
                    </a:lnTo>
                    <a:lnTo>
                      <a:pt x="1640" y="83"/>
                    </a:lnTo>
                    <a:lnTo>
                      <a:pt x="1631" y="94"/>
                    </a:lnTo>
                    <a:lnTo>
                      <a:pt x="1622" y="107"/>
                    </a:lnTo>
                    <a:lnTo>
                      <a:pt x="1613" y="119"/>
                    </a:lnTo>
                    <a:lnTo>
                      <a:pt x="1606" y="132"/>
                    </a:lnTo>
                    <a:lnTo>
                      <a:pt x="1598" y="144"/>
                    </a:lnTo>
                    <a:lnTo>
                      <a:pt x="1590" y="158"/>
                    </a:lnTo>
                    <a:lnTo>
                      <a:pt x="1583" y="171"/>
                    </a:lnTo>
                    <a:lnTo>
                      <a:pt x="1577" y="185"/>
                    </a:lnTo>
                    <a:lnTo>
                      <a:pt x="1570" y="197"/>
                    </a:lnTo>
                    <a:lnTo>
                      <a:pt x="1564" y="211"/>
                    </a:lnTo>
                    <a:lnTo>
                      <a:pt x="1559" y="224"/>
                    </a:lnTo>
                    <a:lnTo>
                      <a:pt x="1554" y="236"/>
                    </a:lnTo>
                    <a:lnTo>
                      <a:pt x="1549" y="248"/>
                    </a:lnTo>
                    <a:lnTo>
                      <a:pt x="1544" y="260"/>
                    </a:lnTo>
                    <a:lnTo>
                      <a:pt x="1541" y="271"/>
                    </a:lnTo>
                    <a:lnTo>
                      <a:pt x="1537" y="281"/>
                    </a:lnTo>
                    <a:lnTo>
                      <a:pt x="1533" y="291"/>
                    </a:lnTo>
                    <a:lnTo>
                      <a:pt x="1531" y="302"/>
                    </a:lnTo>
                    <a:lnTo>
                      <a:pt x="1530" y="294"/>
                    </a:lnTo>
                    <a:lnTo>
                      <a:pt x="1529" y="286"/>
                    </a:lnTo>
                    <a:lnTo>
                      <a:pt x="1527" y="276"/>
                    </a:lnTo>
                    <a:lnTo>
                      <a:pt x="1525" y="268"/>
                    </a:lnTo>
                    <a:lnTo>
                      <a:pt x="1523" y="256"/>
                    </a:lnTo>
                    <a:lnTo>
                      <a:pt x="1521" y="246"/>
                    </a:lnTo>
                    <a:lnTo>
                      <a:pt x="1518" y="235"/>
                    </a:lnTo>
                    <a:lnTo>
                      <a:pt x="1515" y="222"/>
                    </a:lnTo>
                    <a:lnTo>
                      <a:pt x="1512" y="210"/>
                    </a:lnTo>
                    <a:lnTo>
                      <a:pt x="1508" y="197"/>
                    </a:lnTo>
                    <a:lnTo>
                      <a:pt x="1504" y="185"/>
                    </a:lnTo>
                    <a:lnTo>
                      <a:pt x="1500" y="172"/>
                    </a:lnTo>
                    <a:lnTo>
                      <a:pt x="1495" y="160"/>
                    </a:lnTo>
                    <a:lnTo>
                      <a:pt x="1489" y="146"/>
                    </a:lnTo>
                    <a:lnTo>
                      <a:pt x="1483" y="133"/>
                    </a:lnTo>
                    <a:lnTo>
                      <a:pt x="1475" y="121"/>
                    </a:lnTo>
                    <a:lnTo>
                      <a:pt x="1468" y="108"/>
                    </a:lnTo>
                    <a:lnTo>
                      <a:pt x="1461" y="95"/>
                    </a:lnTo>
                    <a:lnTo>
                      <a:pt x="1451" y="84"/>
                    </a:lnTo>
                    <a:lnTo>
                      <a:pt x="1441" y="73"/>
                    </a:lnTo>
                    <a:lnTo>
                      <a:pt x="1432" y="61"/>
                    </a:lnTo>
                    <a:lnTo>
                      <a:pt x="1420" y="51"/>
                    </a:lnTo>
                    <a:lnTo>
                      <a:pt x="1409" y="41"/>
                    </a:lnTo>
                    <a:lnTo>
                      <a:pt x="1395" y="33"/>
                    </a:lnTo>
                    <a:lnTo>
                      <a:pt x="1381" y="25"/>
                    </a:lnTo>
                    <a:lnTo>
                      <a:pt x="1366" y="19"/>
                    </a:lnTo>
                    <a:lnTo>
                      <a:pt x="1351" y="12"/>
                    </a:lnTo>
                    <a:lnTo>
                      <a:pt x="1334" y="7"/>
                    </a:lnTo>
                    <a:lnTo>
                      <a:pt x="1316" y="4"/>
                    </a:lnTo>
                    <a:lnTo>
                      <a:pt x="1296" y="1"/>
                    </a:lnTo>
                    <a:lnTo>
                      <a:pt x="1277" y="0"/>
                    </a:lnTo>
                    <a:lnTo>
                      <a:pt x="1255" y="0"/>
                    </a:lnTo>
                    <a:lnTo>
                      <a:pt x="1236" y="2"/>
                    </a:lnTo>
                    <a:lnTo>
                      <a:pt x="1219" y="5"/>
                    </a:lnTo>
                    <a:lnTo>
                      <a:pt x="1202" y="9"/>
                    </a:lnTo>
                    <a:lnTo>
                      <a:pt x="1186" y="14"/>
                    </a:lnTo>
                    <a:lnTo>
                      <a:pt x="1171" y="19"/>
                    </a:lnTo>
                    <a:lnTo>
                      <a:pt x="1159" y="26"/>
                    </a:lnTo>
                    <a:lnTo>
                      <a:pt x="1147" y="34"/>
                    </a:lnTo>
                    <a:lnTo>
                      <a:pt x="1136" y="41"/>
                    </a:lnTo>
                    <a:lnTo>
                      <a:pt x="1127" y="50"/>
                    </a:lnTo>
                    <a:lnTo>
                      <a:pt x="1117" y="60"/>
                    </a:lnTo>
                    <a:lnTo>
                      <a:pt x="1110" y="70"/>
                    </a:lnTo>
                    <a:lnTo>
                      <a:pt x="1102" y="82"/>
                    </a:lnTo>
                    <a:lnTo>
                      <a:pt x="1096" y="93"/>
                    </a:lnTo>
                    <a:lnTo>
                      <a:pt x="1090" y="104"/>
                    </a:lnTo>
                    <a:lnTo>
                      <a:pt x="1087" y="116"/>
                    </a:lnTo>
                    <a:lnTo>
                      <a:pt x="1082" y="128"/>
                    </a:lnTo>
                    <a:lnTo>
                      <a:pt x="1078" y="141"/>
                    </a:lnTo>
                    <a:lnTo>
                      <a:pt x="1076" y="152"/>
                    </a:lnTo>
                    <a:lnTo>
                      <a:pt x="1073" y="165"/>
                    </a:lnTo>
                    <a:lnTo>
                      <a:pt x="1071" y="177"/>
                    </a:lnTo>
                    <a:lnTo>
                      <a:pt x="1070" y="190"/>
                    </a:lnTo>
                    <a:lnTo>
                      <a:pt x="1070" y="202"/>
                    </a:lnTo>
                    <a:lnTo>
                      <a:pt x="1069" y="214"/>
                    </a:lnTo>
                    <a:lnTo>
                      <a:pt x="1069" y="225"/>
                    </a:lnTo>
                    <a:lnTo>
                      <a:pt x="1069" y="236"/>
                    </a:lnTo>
                    <a:lnTo>
                      <a:pt x="1069" y="248"/>
                    </a:lnTo>
                    <a:lnTo>
                      <a:pt x="1069" y="258"/>
                    </a:lnTo>
                    <a:lnTo>
                      <a:pt x="1070" y="268"/>
                    </a:lnTo>
                    <a:lnTo>
                      <a:pt x="1070" y="278"/>
                    </a:lnTo>
                    <a:lnTo>
                      <a:pt x="1070" y="286"/>
                    </a:lnTo>
                    <a:lnTo>
                      <a:pt x="1071" y="294"/>
                    </a:lnTo>
                    <a:lnTo>
                      <a:pt x="1071" y="302"/>
                    </a:lnTo>
                    <a:lnTo>
                      <a:pt x="1065" y="291"/>
                    </a:lnTo>
                    <a:lnTo>
                      <a:pt x="1060" y="278"/>
                    </a:lnTo>
                    <a:lnTo>
                      <a:pt x="1054" y="263"/>
                    </a:lnTo>
                    <a:lnTo>
                      <a:pt x="1048" y="245"/>
                    </a:lnTo>
                    <a:lnTo>
                      <a:pt x="1041" y="226"/>
                    </a:lnTo>
                    <a:lnTo>
                      <a:pt x="1033" y="206"/>
                    </a:lnTo>
                    <a:lnTo>
                      <a:pt x="1024" y="187"/>
                    </a:lnTo>
                    <a:lnTo>
                      <a:pt x="1013" y="170"/>
                    </a:lnTo>
                    <a:lnTo>
                      <a:pt x="1000" y="152"/>
                    </a:lnTo>
                    <a:lnTo>
                      <a:pt x="985" y="137"/>
                    </a:lnTo>
                    <a:lnTo>
                      <a:pt x="968" y="124"/>
                    </a:lnTo>
                    <a:lnTo>
                      <a:pt x="949" y="116"/>
                    </a:lnTo>
                    <a:lnTo>
                      <a:pt x="927" y="109"/>
                    </a:lnTo>
                    <a:lnTo>
                      <a:pt x="902" y="109"/>
                    </a:lnTo>
                    <a:lnTo>
                      <a:pt x="872" y="113"/>
                    </a:lnTo>
                    <a:lnTo>
                      <a:pt x="841" y="124"/>
                    </a:lnTo>
                    <a:lnTo>
                      <a:pt x="829" y="129"/>
                    </a:lnTo>
                    <a:lnTo>
                      <a:pt x="817" y="136"/>
                    </a:lnTo>
                    <a:lnTo>
                      <a:pt x="803" y="143"/>
                    </a:lnTo>
                    <a:lnTo>
                      <a:pt x="791" y="151"/>
                    </a:lnTo>
                    <a:lnTo>
                      <a:pt x="779" y="161"/>
                    </a:lnTo>
                    <a:lnTo>
                      <a:pt x="768" y="172"/>
                    </a:lnTo>
                    <a:lnTo>
                      <a:pt x="757" y="185"/>
                    </a:lnTo>
                    <a:lnTo>
                      <a:pt x="749" y="200"/>
                    </a:lnTo>
                    <a:lnTo>
                      <a:pt x="742" y="215"/>
                    </a:lnTo>
                    <a:lnTo>
                      <a:pt x="737" y="232"/>
                    </a:lnTo>
                    <a:lnTo>
                      <a:pt x="734" y="251"/>
                    </a:lnTo>
                    <a:lnTo>
                      <a:pt x="734" y="271"/>
                    </a:lnTo>
                    <a:lnTo>
                      <a:pt x="738" y="293"/>
                    </a:lnTo>
                    <a:lnTo>
                      <a:pt x="744" y="317"/>
                    </a:lnTo>
                    <a:lnTo>
                      <a:pt x="754" y="343"/>
                    </a:lnTo>
                    <a:lnTo>
                      <a:pt x="768" y="369"/>
                    </a:lnTo>
                    <a:lnTo>
                      <a:pt x="773" y="378"/>
                    </a:lnTo>
                    <a:lnTo>
                      <a:pt x="778" y="386"/>
                    </a:lnTo>
                    <a:lnTo>
                      <a:pt x="782" y="392"/>
                    </a:lnTo>
                    <a:lnTo>
                      <a:pt x="785" y="398"/>
                    </a:lnTo>
                    <a:lnTo>
                      <a:pt x="789" y="405"/>
                    </a:lnTo>
                    <a:lnTo>
                      <a:pt x="793" y="410"/>
                    </a:lnTo>
                    <a:lnTo>
                      <a:pt x="795" y="415"/>
                    </a:lnTo>
                    <a:lnTo>
                      <a:pt x="799" y="418"/>
                    </a:lnTo>
                    <a:lnTo>
                      <a:pt x="801" y="423"/>
                    </a:lnTo>
                    <a:lnTo>
                      <a:pt x="803" y="429"/>
                    </a:lnTo>
                    <a:lnTo>
                      <a:pt x="806" y="434"/>
                    </a:lnTo>
                    <a:lnTo>
                      <a:pt x="808" y="439"/>
                    </a:lnTo>
                    <a:lnTo>
                      <a:pt x="811" y="444"/>
                    </a:lnTo>
                    <a:lnTo>
                      <a:pt x="813" y="450"/>
                    </a:lnTo>
                    <a:lnTo>
                      <a:pt x="816" y="457"/>
                    </a:lnTo>
                    <a:lnTo>
                      <a:pt x="818" y="46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6" name="Freeform 162"/>
              <p:cNvSpPr>
                <a:spLocks/>
              </p:cNvSpPr>
              <p:nvPr/>
            </p:nvSpPr>
            <p:spPr bwMode="auto">
              <a:xfrm flipH="1">
                <a:off x="974" y="825"/>
                <a:ext cx="59" cy="41"/>
              </a:xfrm>
              <a:custGeom>
                <a:avLst/>
                <a:gdLst>
                  <a:gd name="T0" fmla="*/ 0 w 177"/>
                  <a:gd name="T1" fmla="*/ 11 h 123"/>
                  <a:gd name="T2" fmla="*/ 0 w 177"/>
                  <a:gd name="T3" fmla="*/ 11 h 123"/>
                  <a:gd name="T4" fmla="*/ 14 w 177"/>
                  <a:gd name="T5" fmla="*/ 16 h 123"/>
                  <a:gd name="T6" fmla="*/ 28 w 177"/>
                  <a:gd name="T7" fmla="*/ 21 h 123"/>
                  <a:gd name="T8" fmla="*/ 40 w 177"/>
                  <a:gd name="T9" fmla="*/ 26 h 123"/>
                  <a:gd name="T10" fmla="*/ 51 w 177"/>
                  <a:gd name="T11" fmla="*/ 32 h 123"/>
                  <a:gd name="T12" fmla="*/ 62 w 177"/>
                  <a:gd name="T13" fmla="*/ 39 h 123"/>
                  <a:gd name="T14" fmla="*/ 71 w 177"/>
                  <a:gd name="T15" fmla="*/ 45 h 123"/>
                  <a:gd name="T16" fmla="*/ 82 w 177"/>
                  <a:gd name="T17" fmla="*/ 51 h 123"/>
                  <a:gd name="T18" fmla="*/ 92 w 177"/>
                  <a:gd name="T19" fmla="*/ 59 h 123"/>
                  <a:gd name="T20" fmla="*/ 100 w 177"/>
                  <a:gd name="T21" fmla="*/ 66 h 123"/>
                  <a:gd name="T22" fmla="*/ 110 w 177"/>
                  <a:gd name="T23" fmla="*/ 74 h 123"/>
                  <a:gd name="T24" fmla="*/ 119 w 177"/>
                  <a:gd name="T25" fmla="*/ 82 h 123"/>
                  <a:gd name="T26" fmla="*/ 128 w 177"/>
                  <a:gd name="T27" fmla="*/ 90 h 123"/>
                  <a:gd name="T28" fmla="*/ 138 w 177"/>
                  <a:gd name="T29" fmla="*/ 98 h 123"/>
                  <a:gd name="T30" fmla="*/ 149 w 177"/>
                  <a:gd name="T31" fmla="*/ 107 h 123"/>
                  <a:gd name="T32" fmla="*/ 158 w 177"/>
                  <a:gd name="T33" fmla="*/ 114 h 123"/>
                  <a:gd name="T34" fmla="*/ 169 w 177"/>
                  <a:gd name="T35" fmla="*/ 123 h 123"/>
                  <a:gd name="T36" fmla="*/ 177 w 177"/>
                  <a:gd name="T37" fmla="*/ 114 h 123"/>
                  <a:gd name="T38" fmla="*/ 166 w 177"/>
                  <a:gd name="T39" fmla="*/ 105 h 123"/>
                  <a:gd name="T40" fmla="*/ 156 w 177"/>
                  <a:gd name="T41" fmla="*/ 97 h 123"/>
                  <a:gd name="T42" fmla="*/ 145 w 177"/>
                  <a:gd name="T43" fmla="*/ 89 h 123"/>
                  <a:gd name="T44" fmla="*/ 135 w 177"/>
                  <a:gd name="T45" fmla="*/ 80 h 123"/>
                  <a:gd name="T46" fmla="*/ 126 w 177"/>
                  <a:gd name="T47" fmla="*/ 73 h 123"/>
                  <a:gd name="T48" fmla="*/ 117 w 177"/>
                  <a:gd name="T49" fmla="*/ 65 h 123"/>
                  <a:gd name="T50" fmla="*/ 108 w 177"/>
                  <a:gd name="T51" fmla="*/ 58 h 123"/>
                  <a:gd name="T52" fmla="*/ 98 w 177"/>
                  <a:gd name="T53" fmla="*/ 50 h 123"/>
                  <a:gd name="T54" fmla="*/ 88 w 177"/>
                  <a:gd name="T55" fmla="*/ 43 h 123"/>
                  <a:gd name="T56" fmla="*/ 79 w 177"/>
                  <a:gd name="T57" fmla="*/ 35 h 123"/>
                  <a:gd name="T58" fmla="*/ 68 w 177"/>
                  <a:gd name="T59" fmla="*/ 29 h 123"/>
                  <a:gd name="T60" fmla="*/ 56 w 177"/>
                  <a:gd name="T61" fmla="*/ 22 h 123"/>
                  <a:gd name="T62" fmla="*/ 45 w 177"/>
                  <a:gd name="T63" fmla="*/ 16 h 123"/>
                  <a:gd name="T64" fmla="*/ 31 w 177"/>
                  <a:gd name="T65" fmla="*/ 10 h 123"/>
                  <a:gd name="T66" fmla="*/ 18 w 177"/>
                  <a:gd name="T67" fmla="*/ 5 h 123"/>
                  <a:gd name="T68" fmla="*/ 4 w 177"/>
                  <a:gd name="T69" fmla="*/ 0 h 123"/>
                  <a:gd name="T70" fmla="*/ 4 w 177"/>
                  <a:gd name="T71" fmla="*/ 0 h 123"/>
                  <a:gd name="T72" fmla="*/ 0 w 177"/>
                  <a:gd name="T73" fmla="*/ 11 h 1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7"/>
                  <a:gd name="T112" fmla="*/ 0 h 123"/>
                  <a:gd name="T113" fmla="*/ 177 w 177"/>
                  <a:gd name="T114" fmla="*/ 123 h 1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7" h="123">
                    <a:moveTo>
                      <a:pt x="0" y="11"/>
                    </a:moveTo>
                    <a:lnTo>
                      <a:pt x="0" y="11"/>
                    </a:lnTo>
                    <a:lnTo>
                      <a:pt x="14" y="16"/>
                    </a:lnTo>
                    <a:lnTo>
                      <a:pt x="28" y="21"/>
                    </a:lnTo>
                    <a:lnTo>
                      <a:pt x="40" y="26"/>
                    </a:lnTo>
                    <a:lnTo>
                      <a:pt x="51" y="32"/>
                    </a:lnTo>
                    <a:lnTo>
                      <a:pt x="62" y="39"/>
                    </a:lnTo>
                    <a:lnTo>
                      <a:pt x="71" y="45"/>
                    </a:lnTo>
                    <a:lnTo>
                      <a:pt x="82" y="51"/>
                    </a:lnTo>
                    <a:lnTo>
                      <a:pt x="92" y="59"/>
                    </a:lnTo>
                    <a:lnTo>
                      <a:pt x="100" y="66"/>
                    </a:lnTo>
                    <a:lnTo>
                      <a:pt x="110" y="74"/>
                    </a:lnTo>
                    <a:lnTo>
                      <a:pt x="119" y="82"/>
                    </a:lnTo>
                    <a:lnTo>
                      <a:pt x="128" y="90"/>
                    </a:lnTo>
                    <a:lnTo>
                      <a:pt x="138" y="98"/>
                    </a:lnTo>
                    <a:lnTo>
                      <a:pt x="149" y="107"/>
                    </a:lnTo>
                    <a:lnTo>
                      <a:pt x="158" y="114"/>
                    </a:lnTo>
                    <a:lnTo>
                      <a:pt x="169" y="123"/>
                    </a:lnTo>
                    <a:lnTo>
                      <a:pt x="177" y="114"/>
                    </a:lnTo>
                    <a:lnTo>
                      <a:pt x="166" y="105"/>
                    </a:lnTo>
                    <a:lnTo>
                      <a:pt x="156" y="97"/>
                    </a:lnTo>
                    <a:lnTo>
                      <a:pt x="145" y="89"/>
                    </a:lnTo>
                    <a:lnTo>
                      <a:pt x="135" y="80"/>
                    </a:lnTo>
                    <a:lnTo>
                      <a:pt x="126" y="73"/>
                    </a:lnTo>
                    <a:lnTo>
                      <a:pt x="117" y="65"/>
                    </a:lnTo>
                    <a:lnTo>
                      <a:pt x="108" y="58"/>
                    </a:lnTo>
                    <a:lnTo>
                      <a:pt x="98" y="50"/>
                    </a:lnTo>
                    <a:lnTo>
                      <a:pt x="88" y="43"/>
                    </a:lnTo>
                    <a:lnTo>
                      <a:pt x="79" y="35"/>
                    </a:lnTo>
                    <a:lnTo>
                      <a:pt x="68" y="29"/>
                    </a:lnTo>
                    <a:lnTo>
                      <a:pt x="56" y="22"/>
                    </a:lnTo>
                    <a:lnTo>
                      <a:pt x="45" y="16"/>
                    </a:lnTo>
                    <a:lnTo>
                      <a:pt x="31" y="10"/>
                    </a:lnTo>
                    <a:lnTo>
                      <a:pt x="18" y="5"/>
                    </a:lnTo>
                    <a:lnTo>
                      <a:pt x="4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7" name="Freeform 163"/>
              <p:cNvSpPr>
                <a:spLocks/>
              </p:cNvSpPr>
              <p:nvPr/>
            </p:nvSpPr>
            <p:spPr bwMode="auto">
              <a:xfrm flipH="1">
                <a:off x="1031" y="819"/>
                <a:ext cx="131" cy="55"/>
              </a:xfrm>
              <a:custGeom>
                <a:avLst/>
                <a:gdLst>
                  <a:gd name="T0" fmla="*/ 10 w 392"/>
                  <a:gd name="T1" fmla="*/ 163 h 163"/>
                  <a:gd name="T2" fmla="*/ 27 w 392"/>
                  <a:gd name="T3" fmla="*/ 132 h 163"/>
                  <a:gd name="T4" fmla="*/ 48 w 392"/>
                  <a:gd name="T5" fmla="*/ 106 h 163"/>
                  <a:gd name="T6" fmla="*/ 68 w 392"/>
                  <a:gd name="T7" fmla="*/ 83 h 163"/>
                  <a:gd name="T8" fmla="*/ 90 w 392"/>
                  <a:gd name="T9" fmla="*/ 65 h 163"/>
                  <a:gd name="T10" fmla="*/ 114 w 392"/>
                  <a:gd name="T11" fmla="*/ 49 h 163"/>
                  <a:gd name="T12" fmla="*/ 140 w 392"/>
                  <a:gd name="T13" fmla="*/ 37 h 163"/>
                  <a:gd name="T14" fmla="*/ 165 w 392"/>
                  <a:gd name="T15" fmla="*/ 27 h 163"/>
                  <a:gd name="T16" fmla="*/ 191 w 392"/>
                  <a:gd name="T17" fmla="*/ 21 h 163"/>
                  <a:gd name="T18" fmla="*/ 217 w 392"/>
                  <a:gd name="T19" fmla="*/ 16 h 163"/>
                  <a:gd name="T20" fmla="*/ 244 w 392"/>
                  <a:gd name="T21" fmla="*/ 13 h 163"/>
                  <a:gd name="T22" fmla="*/ 270 w 392"/>
                  <a:gd name="T23" fmla="*/ 12 h 163"/>
                  <a:gd name="T24" fmla="*/ 296 w 392"/>
                  <a:gd name="T25" fmla="*/ 13 h 163"/>
                  <a:gd name="T26" fmla="*/ 321 w 392"/>
                  <a:gd name="T27" fmla="*/ 14 h 163"/>
                  <a:gd name="T28" fmla="*/ 345 w 392"/>
                  <a:gd name="T29" fmla="*/ 18 h 163"/>
                  <a:gd name="T30" fmla="*/ 367 w 392"/>
                  <a:gd name="T31" fmla="*/ 23 h 163"/>
                  <a:gd name="T32" fmla="*/ 388 w 392"/>
                  <a:gd name="T33" fmla="*/ 28 h 163"/>
                  <a:gd name="T34" fmla="*/ 381 w 392"/>
                  <a:gd name="T35" fmla="*/ 14 h 163"/>
                  <a:gd name="T36" fmla="*/ 359 w 392"/>
                  <a:gd name="T37" fmla="*/ 9 h 163"/>
                  <a:gd name="T38" fmla="*/ 335 w 392"/>
                  <a:gd name="T39" fmla="*/ 4 h 163"/>
                  <a:gd name="T40" fmla="*/ 309 w 392"/>
                  <a:gd name="T41" fmla="*/ 2 h 163"/>
                  <a:gd name="T42" fmla="*/ 284 w 392"/>
                  <a:gd name="T43" fmla="*/ 0 h 163"/>
                  <a:gd name="T44" fmla="*/ 257 w 392"/>
                  <a:gd name="T45" fmla="*/ 0 h 163"/>
                  <a:gd name="T46" fmla="*/ 229 w 392"/>
                  <a:gd name="T47" fmla="*/ 2 h 163"/>
                  <a:gd name="T48" fmla="*/ 203 w 392"/>
                  <a:gd name="T49" fmla="*/ 5 h 163"/>
                  <a:gd name="T50" fmla="*/ 175 w 392"/>
                  <a:gd name="T51" fmla="*/ 12 h 163"/>
                  <a:gd name="T52" fmla="*/ 148 w 392"/>
                  <a:gd name="T53" fmla="*/ 21 h 163"/>
                  <a:gd name="T54" fmla="*/ 122 w 392"/>
                  <a:gd name="T55" fmla="*/ 32 h 163"/>
                  <a:gd name="T56" fmla="*/ 96 w 392"/>
                  <a:gd name="T57" fmla="*/ 47 h 163"/>
                  <a:gd name="T58" fmla="*/ 72 w 392"/>
                  <a:gd name="T59" fmla="*/ 65 h 163"/>
                  <a:gd name="T60" fmla="*/ 49 w 392"/>
                  <a:gd name="T61" fmla="*/ 86 h 163"/>
                  <a:gd name="T62" fmla="*/ 28 w 392"/>
                  <a:gd name="T63" fmla="*/ 111 h 163"/>
                  <a:gd name="T64" fmla="*/ 9 w 392"/>
                  <a:gd name="T65" fmla="*/ 140 h 163"/>
                  <a:gd name="T66" fmla="*/ 0 w 392"/>
                  <a:gd name="T67" fmla="*/ 156 h 1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2"/>
                  <a:gd name="T103" fmla="*/ 0 h 163"/>
                  <a:gd name="T104" fmla="*/ 392 w 392"/>
                  <a:gd name="T105" fmla="*/ 163 h 1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2" h="163">
                    <a:moveTo>
                      <a:pt x="10" y="163"/>
                    </a:moveTo>
                    <a:lnTo>
                      <a:pt x="10" y="163"/>
                    </a:lnTo>
                    <a:lnTo>
                      <a:pt x="19" y="146"/>
                    </a:lnTo>
                    <a:lnTo>
                      <a:pt x="27" y="132"/>
                    </a:lnTo>
                    <a:lnTo>
                      <a:pt x="37" y="119"/>
                    </a:lnTo>
                    <a:lnTo>
                      <a:pt x="48" y="106"/>
                    </a:lnTo>
                    <a:lnTo>
                      <a:pt x="57" y="95"/>
                    </a:lnTo>
                    <a:lnTo>
                      <a:pt x="68" y="83"/>
                    </a:lnTo>
                    <a:lnTo>
                      <a:pt x="79" y="75"/>
                    </a:lnTo>
                    <a:lnTo>
                      <a:pt x="90" y="65"/>
                    </a:lnTo>
                    <a:lnTo>
                      <a:pt x="102" y="57"/>
                    </a:lnTo>
                    <a:lnTo>
                      <a:pt x="114" y="49"/>
                    </a:lnTo>
                    <a:lnTo>
                      <a:pt x="126" y="43"/>
                    </a:lnTo>
                    <a:lnTo>
                      <a:pt x="140" y="37"/>
                    </a:lnTo>
                    <a:lnTo>
                      <a:pt x="152" y="32"/>
                    </a:lnTo>
                    <a:lnTo>
                      <a:pt x="165" y="27"/>
                    </a:lnTo>
                    <a:lnTo>
                      <a:pt x="177" y="23"/>
                    </a:lnTo>
                    <a:lnTo>
                      <a:pt x="191" y="21"/>
                    </a:lnTo>
                    <a:lnTo>
                      <a:pt x="204" y="17"/>
                    </a:lnTo>
                    <a:lnTo>
                      <a:pt x="217" y="16"/>
                    </a:lnTo>
                    <a:lnTo>
                      <a:pt x="230" y="13"/>
                    </a:lnTo>
                    <a:lnTo>
                      <a:pt x="244" y="13"/>
                    </a:lnTo>
                    <a:lnTo>
                      <a:pt x="257" y="12"/>
                    </a:lnTo>
                    <a:lnTo>
                      <a:pt x="270" y="12"/>
                    </a:lnTo>
                    <a:lnTo>
                      <a:pt x="284" y="12"/>
                    </a:lnTo>
                    <a:lnTo>
                      <a:pt x="296" y="13"/>
                    </a:lnTo>
                    <a:lnTo>
                      <a:pt x="309" y="13"/>
                    </a:lnTo>
                    <a:lnTo>
                      <a:pt x="321" y="14"/>
                    </a:lnTo>
                    <a:lnTo>
                      <a:pt x="333" y="17"/>
                    </a:lnTo>
                    <a:lnTo>
                      <a:pt x="345" y="18"/>
                    </a:lnTo>
                    <a:lnTo>
                      <a:pt x="356" y="21"/>
                    </a:lnTo>
                    <a:lnTo>
                      <a:pt x="367" y="23"/>
                    </a:lnTo>
                    <a:lnTo>
                      <a:pt x="378" y="26"/>
                    </a:lnTo>
                    <a:lnTo>
                      <a:pt x="388" y="28"/>
                    </a:lnTo>
                    <a:lnTo>
                      <a:pt x="392" y="17"/>
                    </a:lnTo>
                    <a:lnTo>
                      <a:pt x="381" y="14"/>
                    </a:lnTo>
                    <a:lnTo>
                      <a:pt x="370" y="12"/>
                    </a:lnTo>
                    <a:lnTo>
                      <a:pt x="359" y="9"/>
                    </a:lnTo>
                    <a:lnTo>
                      <a:pt x="347" y="7"/>
                    </a:lnTo>
                    <a:lnTo>
                      <a:pt x="335" y="4"/>
                    </a:lnTo>
                    <a:lnTo>
                      <a:pt x="322" y="3"/>
                    </a:lnTo>
                    <a:lnTo>
                      <a:pt x="309" y="2"/>
                    </a:lnTo>
                    <a:lnTo>
                      <a:pt x="297" y="0"/>
                    </a:lnTo>
                    <a:lnTo>
                      <a:pt x="284" y="0"/>
                    </a:lnTo>
                    <a:lnTo>
                      <a:pt x="270" y="0"/>
                    </a:lnTo>
                    <a:lnTo>
                      <a:pt x="257" y="0"/>
                    </a:lnTo>
                    <a:lnTo>
                      <a:pt x="243" y="0"/>
                    </a:lnTo>
                    <a:lnTo>
                      <a:pt x="229" y="2"/>
                    </a:lnTo>
                    <a:lnTo>
                      <a:pt x="216" y="3"/>
                    </a:lnTo>
                    <a:lnTo>
                      <a:pt x="203" y="5"/>
                    </a:lnTo>
                    <a:lnTo>
                      <a:pt x="188" y="8"/>
                    </a:lnTo>
                    <a:lnTo>
                      <a:pt x="175" y="12"/>
                    </a:lnTo>
                    <a:lnTo>
                      <a:pt x="161" y="16"/>
                    </a:lnTo>
                    <a:lnTo>
                      <a:pt x="148" y="21"/>
                    </a:lnTo>
                    <a:lnTo>
                      <a:pt x="135" y="26"/>
                    </a:lnTo>
                    <a:lnTo>
                      <a:pt x="122" y="32"/>
                    </a:lnTo>
                    <a:lnTo>
                      <a:pt x="109" y="39"/>
                    </a:lnTo>
                    <a:lnTo>
                      <a:pt x="96" y="47"/>
                    </a:lnTo>
                    <a:lnTo>
                      <a:pt x="84" y="56"/>
                    </a:lnTo>
                    <a:lnTo>
                      <a:pt x="72" y="65"/>
                    </a:lnTo>
                    <a:lnTo>
                      <a:pt x="61" y="76"/>
                    </a:lnTo>
                    <a:lnTo>
                      <a:pt x="49" y="86"/>
                    </a:lnTo>
                    <a:lnTo>
                      <a:pt x="38" y="99"/>
                    </a:lnTo>
                    <a:lnTo>
                      <a:pt x="28" y="111"/>
                    </a:lnTo>
                    <a:lnTo>
                      <a:pt x="19" y="125"/>
                    </a:lnTo>
                    <a:lnTo>
                      <a:pt x="9" y="140"/>
                    </a:lnTo>
                    <a:lnTo>
                      <a:pt x="0" y="156"/>
                    </a:lnTo>
                    <a:lnTo>
                      <a:pt x="10" y="16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8" name="Freeform 164"/>
              <p:cNvSpPr>
                <a:spLocks/>
              </p:cNvSpPr>
              <p:nvPr/>
            </p:nvSpPr>
            <p:spPr bwMode="auto">
              <a:xfrm flipH="1">
                <a:off x="1151" y="871"/>
                <a:ext cx="19" cy="117"/>
              </a:xfrm>
              <a:custGeom>
                <a:avLst/>
                <a:gdLst>
                  <a:gd name="T0" fmla="*/ 57 w 57"/>
                  <a:gd name="T1" fmla="*/ 341 h 349"/>
                  <a:gd name="T2" fmla="*/ 46 w 57"/>
                  <a:gd name="T3" fmla="*/ 322 h 349"/>
                  <a:gd name="T4" fmla="*/ 37 w 57"/>
                  <a:gd name="T5" fmla="*/ 302 h 349"/>
                  <a:gd name="T6" fmla="*/ 29 w 57"/>
                  <a:gd name="T7" fmla="*/ 279 h 349"/>
                  <a:gd name="T8" fmla="*/ 23 w 57"/>
                  <a:gd name="T9" fmla="*/ 256 h 349"/>
                  <a:gd name="T10" fmla="*/ 18 w 57"/>
                  <a:gd name="T11" fmla="*/ 232 h 349"/>
                  <a:gd name="T12" fmla="*/ 15 w 57"/>
                  <a:gd name="T13" fmla="*/ 206 h 349"/>
                  <a:gd name="T14" fmla="*/ 12 w 57"/>
                  <a:gd name="T15" fmla="*/ 181 h 349"/>
                  <a:gd name="T16" fmla="*/ 12 w 57"/>
                  <a:gd name="T17" fmla="*/ 156 h 349"/>
                  <a:gd name="T18" fmla="*/ 12 w 57"/>
                  <a:gd name="T19" fmla="*/ 132 h 349"/>
                  <a:gd name="T20" fmla="*/ 14 w 57"/>
                  <a:gd name="T21" fmla="*/ 108 h 349"/>
                  <a:gd name="T22" fmla="*/ 16 w 57"/>
                  <a:gd name="T23" fmla="*/ 86 h 349"/>
                  <a:gd name="T24" fmla="*/ 18 w 57"/>
                  <a:gd name="T25" fmla="*/ 64 h 349"/>
                  <a:gd name="T26" fmla="*/ 22 w 57"/>
                  <a:gd name="T27" fmla="*/ 47 h 349"/>
                  <a:gd name="T28" fmla="*/ 26 w 57"/>
                  <a:gd name="T29" fmla="*/ 31 h 349"/>
                  <a:gd name="T30" fmla="*/ 29 w 57"/>
                  <a:gd name="T31" fmla="*/ 17 h 349"/>
                  <a:gd name="T32" fmla="*/ 34 w 57"/>
                  <a:gd name="T33" fmla="*/ 7 h 349"/>
                  <a:gd name="T34" fmla="*/ 22 w 57"/>
                  <a:gd name="T35" fmla="*/ 5 h 349"/>
                  <a:gd name="T36" fmla="*/ 17 w 57"/>
                  <a:gd name="T37" fmla="*/ 19 h 349"/>
                  <a:gd name="T38" fmla="*/ 12 w 57"/>
                  <a:gd name="T39" fmla="*/ 36 h 349"/>
                  <a:gd name="T40" fmla="*/ 9 w 57"/>
                  <a:gd name="T41" fmla="*/ 53 h 349"/>
                  <a:gd name="T42" fmla="*/ 5 w 57"/>
                  <a:gd name="T43" fmla="*/ 73 h 349"/>
                  <a:gd name="T44" fmla="*/ 3 w 57"/>
                  <a:gd name="T45" fmla="*/ 96 h 349"/>
                  <a:gd name="T46" fmla="*/ 1 w 57"/>
                  <a:gd name="T47" fmla="*/ 120 h 349"/>
                  <a:gd name="T48" fmla="*/ 0 w 57"/>
                  <a:gd name="T49" fmla="*/ 144 h 349"/>
                  <a:gd name="T50" fmla="*/ 1 w 57"/>
                  <a:gd name="T51" fmla="*/ 169 h 349"/>
                  <a:gd name="T52" fmla="*/ 3 w 57"/>
                  <a:gd name="T53" fmla="*/ 195 h 349"/>
                  <a:gd name="T54" fmla="*/ 5 w 57"/>
                  <a:gd name="T55" fmla="*/ 220 h 349"/>
                  <a:gd name="T56" fmla="*/ 9 w 57"/>
                  <a:gd name="T57" fmla="*/ 245 h 349"/>
                  <a:gd name="T58" fmla="*/ 15 w 57"/>
                  <a:gd name="T59" fmla="*/ 271 h 349"/>
                  <a:gd name="T60" fmla="*/ 22 w 57"/>
                  <a:gd name="T61" fmla="*/ 294 h 349"/>
                  <a:gd name="T62" fmla="*/ 31 w 57"/>
                  <a:gd name="T63" fmla="*/ 317 h 349"/>
                  <a:gd name="T64" fmla="*/ 41 w 57"/>
                  <a:gd name="T65" fmla="*/ 338 h 349"/>
                  <a:gd name="T66" fmla="*/ 47 w 57"/>
                  <a:gd name="T67" fmla="*/ 349 h 3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7"/>
                  <a:gd name="T103" fmla="*/ 0 h 349"/>
                  <a:gd name="T104" fmla="*/ 57 w 57"/>
                  <a:gd name="T105" fmla="*/ 349 h 3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7" h="349">
                    <a:moveTo>
                      <a:pt x="57" y="341"/>
                    </a:moveTo>
                    <a:lnTo>
                      <a:pt x="57" y="341"/>
                    </a:lnTo>
                    <a:lnTo>
                      <a:pt x="51" y="332"/>
                    </a:lnTo>
                    <a:lnTo>
                      <a:pt x="46" y="322"/>
                    </a:lnTo>
                    <a:lnTo>
                      <a:pt x="41" y="312"/>
                    </a:lnTo>
                    <a:lnTo>
                      <a:pt x="37" y="302"/>
                    </a:lnTo>
                    <a:lnTo>
                      <a:pt x="33" y="291"/>
                    </a:lnTo>
                    <a:lnTo>
                      <a:pt x="29" y="279"/>
                    </a:lnTo>
                    <a:lnTo>
                      <a:pt x="26" y="267"/>
                    </a:lnTo>
                    <a:lnTo>
                      <a:pt x="23" y="256"/>
                    </a:lnTo>
                    <a:lnTo>
                      <a:pt x="21" y="243"/>
                    </a:lnTo>
                    <a:lnTo>
                      <a:pt x="18" y="232"/>
                    </a:lnTo>
                    <a:lnTo>
                      <a:pt x="16" y="219"/>
                    </a:lnTo>
                    <a:lnTo>
                      <a:pt x="15" y="206"/>
                    </a:lnTo>
                    <a:lnTo>
                      <a:pt x="14" y="194"/>
                    </a:lnTo>
                    <a:lnTo>
                      <a:pt x="12" y="181"/>
                    </a:lnTo>
                    <a:lnTo>
                      <a:pt x="12" y="169"/>
                    </a:lnTo>
                    <a:lnTo>
                      <a:pt x="12" y="156"/>
                    </a:lnTo>
                    <a:lnTo>
                      <a:pt x="12" y="144"/>
                    </a:lnTo>
                    <a:lnTo>
                      <a:pt x="12" y="132"/>
                    </a:lnTo>
                    <a:lnTo>
                      <a:pt x="12" y="120"/>
                    </a:lnTo>
                    <a:lnTo>
                      <a:pt x="14" y="108"/>
                    </a:lnTo>
                    <a:lnTo>
                      <a:pt x="15" y="97"/>
                    </a:lnTo>
                    <a:lnTo>
                      <a:pt x="16" y="86"/>
                    </a:lnTo>
                    <a:lnTo>
                      <a:pt x="17" y="76"/>
                    </a:lnTo>
                    <a:lnTo>
                      <a:pt x="18" y="64"/>
                    </a:lnTo>
                    <a:lnTo>
                      <a:pt x="20" y="56"/>
                    </a:lnTo>
                    <a:lnTo>
                      <a:pt x="22" y="47"/>
                    </a:lnTo>
                    <a:lnTo>
                      <a:pt x="23" y="38"/>
                    </a:lnTo>
                    <a:lnTo>
                      <a:pt x="26" y="31"/>
                    </a:lnTo>
                    <a:lnTo>
                      <a:pt x="27" y="23"/>
                    </a:lnTo>
                    <a:lnTo>
                      <a:pt x="29" y="17"/>
                    </a:lnTo>
                    <a:lnTo>
                      <a:pt x="32" y="10"/>
                    </a:lnTo>
                    <a:lnTo>
                      <a:pt x="34" y="7"/>
                    </a:lnTo>
                    <a:lnTo>
                      <a:pt x="24" y="0"/>
                    </a:lnTo>
                    <a:lnTo>
                      <a:pt x="22" y="5"/>
                    </a:lnTo>
                    <a:lnTo>
                      <a:pt x="20" y="13"/>
                    </a:lnTo>
                    <a:lnTo>
                      <a:pt x="17" y="19"/>
                    </a:lnTo>
                    <a:lnTo>
                      <a:pt x="15" y="27"/>
                    </a:lnTo>
                    <a:lnTo>
                      <a:pt x="12" y="36"/>
                    </a:lnTo>
                    <a:lnTo>
                      <a:pt x="10" y="44"/>
                    </a:lnTo>
                    <a:lnTo>
                      <a:pt x="9" y="53"/>
                    </a:lnTo>
                    <a:lnTo>
                      <a:pt x="8" y="63"/>
                    </a:lnTo>
                    <a:lnTo>
                      <a:pt x="5" y="73"/>
                    </a:lnTo>
                    <a:lnTo>
                      <a:pt x="4" y="85"/>
                    </a:lnTo>
                    <a:lnTo>
                      <a:pt x="3" y="96"/>
                    </a:lnTo>
                    <a:lnTo>
                      <a:pt x="1" y="107"/>
                    </a:lnTo>
                    <a:lnTo>
                      <a:pt x="1" y="120"/>
                    </a:lnTo>
                    <a:lnTo>
                      <a:pt x="1" y="132"/>
                    </a:lnTo>
                    <a:lnTo>
                      <a:pt x="0" y="144"/>
                    </a:lnTo>
                    <a:lnTo>
                      <a:pt x="0" y="156"/>
                    </a:lnTo>
                    <a:lnTo>
                      <a:pt x="1" y="169"/>
                    </a:lnTo>
                    <a:lnTo>
                      <a:pt x="1" y="181"/>
                    </a:lnTo>
                    <a:lnTo>
                      <a:pt x="3" y="195"/>
                    </a:lnTo>
                    <a:lnTo>
                      <a:pt x="4" y="208"/>
                    </a:lnTo>
                    <a:lnTo>
                      <a:pt x="5" y="220"/>
                    </a:lnTo>
                    <a:lnTo>
                      <a:pt x="6" y="233"/>
                    </a:lnTo>
                    <a:lnTo>
                      <a:pt x="9" y="245"/>
                    </a:lnTo>
                    <a:lnTo>
                      <a:pt x="11" y="258"/>
                    </a:lnTo>
                    <a:lnTo>
                      <a:pt x="15" y="271"/>
                    </a:lnTo>
                    <a:lnTo>
                      <a:pt x="18" y="283"/>
                    </a:lnTo>
                    <a:lnTo>
                      <a:pt x="22" y="294"/>
                    </a:lnTo>
                    <a:lnTo>
                      <a:pt x="26" y="306"/>
                    </a:lnTo>
                    <a:lnTo>
                      <a:pt x="31" y="317"/>
                    </a:lnTo>
                    <a:lnTo>
                      <a:pt x="37" y="328"/>
                    </a:lnTo>
                    <a:lnTo>
                      <a:pt x="41" y="338"/>
                    </a:lnTo>
                    <a:lnTo>
                      <a:pt x="47" y="349"/>
                    </a:lnTo>
                    <a:lnTo>
                      <a:pt x="57" y="34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9" name="Freeform 165"/>
              <p:cNvSpPr>
                <a:spLocks/>
              </p:cNvSpPr>
              <p:nvPr/>
            </p:nvSpPr>
            <p:spPr bwMode="auto">
              <a:xfrm flipH="1">
                <a:off x="1042" y="985"/>
                <a:ext cx="112" cy="49"/>
              </a:xfrm>
              <a:custGeom>
                <a:avLst/>
                <a:gdLst>
                  <a:gd name="T0" fmla="*/ 249 w 336"/>
                  <a:gd name="T1" fmla="*/ 147 h 147"/>
                  <a:gd name="T2" fmla="*/ 250 w 336"/>
                  <a:gd name="T3" fmla="*/ 134 h 147"/>
                  <a:gd name="T4" fmla="*/ 243 w 336"/>
                  <a:gd name="T5" fmla="*/ 134 h 147"/>
                  <a:gd name="T6" fmla="*/ 235 w 336"/>
                  <a:gd name="T7" fmla="*/ 132 h 147"/>
                  <a:gd name="T8" fmla="*/ 224 w 336"/>
                  <a:gd name="T9" fmla="*/ 131 h 147"/>
                  <a:gd name="T10" fmla="*/ 211 w 336"/>
                  <a:gd name="T11" fmla="*/ 127 h 147"/>
                  <a:gd name="T12" fmla="*/ 197 w 336"/>
                  <a:gd name="T13" fmla="*/ 123 h 147"/>
                  <a:gd name="T14" fmla="*/ 181 w 336"/>
                  <a:gd name="T15" fmla="*/ 118 h 147"/>
                  <a:gd name="T16" fmla="*/ 164 w 336"/>
                  <a:gd name="T17" fmla="*/ 113 h 147"/>
                  <a:gd name="T18" fmla="*/ 146 w 336"/>
                  <a:gd name="T19" fmla="*/ 106 h 147"/>
                  <a:gd name="T20" fmla="*/ 128 w 336"/>
                  <a:gd name="T21" fmla="*/ 97 h 147"/>
                  <a:gd name="T22" fmla="*/ 109 w 336"/>
                  <a:gd name="T23" fmla="*/ 88 h 147"/>
                  <a:gd name="T24" fmla="*/ 91 w 336"/>
                  <a:gd name="T25" fmla="*/ 77 h 147"/>
                  <a:gd name="T26" fmla="*/ 73 w 336"/>
                  <a:gd name="T27" fmla="*/ 65 h 147"/>
                  <a:gd name="T28" fmla="*/ 56 w 336"/>
                  <a:gd name="T29" fmla="*/ 52 h 147"/>
                  <a:gd name="T30" fmla="*/ 39 w 336"/>
                  <a:gd name="T31" fmla="*/ 36 h 147"/>
                  <a:gd name="T32" fmla="*/ 25 w 336"/>
                  <a:gd name="T33" fmla="*/ 19 h 147"/>
                  <a:gd name="T34" fmla="*/ 10 w 336"/>
                  <a:gd name="T35" fmla="*/ 0 h 147"/>
                  <a:gd name="T36" fmla="*/ 0 w 336"/>
                  <a:gd name="T37" fmla="*/ 8 h 147"/>
                  <a:gd name="T38" fmla="*/ 15 w 336"/>
                  <a:gd name="T39" fmla="*/ 26 h 147"/>
                  <a:gd name="T40" fmla="*/ 32 w 336"/>
                  <a:gd name="T41" fmla="*/ 44 h 147"/>
                  <a:gd name="T42" fmla="*/ 49 w 336"/>
                  <a:gd name="T43" fmla="*/ 60 h 147"/>
                  <a:gd name="T44" fmla="*/ 67 w 336"/>
                  <a:gd name="T45" fmla="*/ 74 h 147"/>
                  <a:gd name="T46" fmla="*/ 85 w 336"/>
                  <a:gd name="T47" fmla="*/ 87 h 147"/>
                  <a:gd name="T48" fmla="*/ 105 w 336"/>
                  <a:gd name="T49" fmla="*/ 98 h 147"/>
                  <a:gd name="T50" fmla="*/ 123 w 336"/>
                  <a:gd name="T51" fmla="*/ 108 h 147"/>
                  <a:gd name="T52" fmla="*/ 142 w 336"/>
                  <a:gd name="T53" fmla="*/ 117 h 147"/>
                  <a:gd name="T54" fmla="*/ 160 w 336"/>
                  <a:gd name="T55" fmla="*/ 123 h 147"/>
                  <a:gd name="T56" fmla="*/ 177 w 336"/>
                  <a:gd name="T57" fmla="*/ 129 h 147"/>
                  <a:gd name="T58" fmla="*/ 193 w 336"/>
                  <a:gd name="T59" fmla="*/ 134 h 147"/>
                  <a:gd name="T60" fmla="*/ 209 w 336"/>
                  <a:gd name="T61" fmla="*/ 138 h 147"/>
                  <a:gd name="T62" fmla="*/ 221 w 336"/>
                  <a:gd name="T63" fmla="*/ 142 h 147"/>
                  <a:gd name="T64" fmla="*/ 233 w 336"/>
                  <a:gd name="T65" fmla="*/ 145 h 147"/>
                  <a:gd name="T66" fmla="*/ 241 w 336"/>
                  <a:gd name="T67" fmla="*/ 146 h 147"/>
                  <a:gd name="T68" fmla="*/ 247 w 336"/>
                  <a:gd name="T69" fmla="*/ 147 h 147"/>
                  <a:gd name="T70" fmla="*/ 249 w 336"/>
                  <a:gd name="T71" fmla="*/ 134 h 147"/>
                  <a:gd name="T72" fmla="*/ 249 w 336"/>
                  <a:gd name="T73" fmla="*/ 147 h 147"/>
                  <a:gd name="T74" fmla="*/ 336 w 336"/>
                  <a:gd name="T75" fmla="*/ 147 h 147"/>
                  <a:gd name="T76" fmla="*/ 250 w 336"/>
                  <a:gd name="T77" fmla="*/ 134 h 147"/>
                  <a:gd name="T78" fmla="*/ 249 w 336"/>
                  <a:gd name="T79" fmla="*/ 147 h 1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6"/>
                  <a:gd name="T121" fmla="*/ 0 h 147"/>
                  <a:gd name="T122" fmla="*/ 336 w 336"/>
                  <a:gd name="T123" fmla="*/ 147 h 14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6" h="147">
                    <a:moveTo>
                      <a:pt x="249" y="147"/>
                    </a:moveTo>
                    <a:lnTo>
                      <a:pt x="250" y="134"/>
                    </a:lnTo>
                    <a:lnTo>
                      <a:pt x="243" y="134"/>
                    </a:lnTo>
                    <a:lnTo>
                      <a:pt x="235" y="132"/>
                    </a:lnTo>
                    <a:lnTo>
                      <a:pt x="224" y="131"/>
                    </a:lnTo>
                    <a:lnTo>
                      <a:pt x="211" y="127"/>
                    </a:lnTo>
                    <a:lnTo>
                      <a:pt x="197" y="123"/>
                    </a:lnTo>
                    <a:lnTo>
                      <a:pt x="181" y="118"/>
                    </a:lnTo>
                    <a:lnTo>
                      <a:pt x="164" y="113"/>
                    </a:lnTo>
                    <a:lnTo>
                      <a:pt x="146" y="106"/>
                    </a:lnTo>
                    <a:lnTo>
                      <a:pt x="128" y="97"/>
                    </a:lnTo>
                    <a:lnTo>
                      <a:pt x="109" y="88"/>
                    </a:lnTo>
                    <a:lnTo>
                      <a:pt x="91" y="77"/>
                    </a:lnTo>
                    <a:lnTo>
                      <a:pt x="73" y="65"/>
                    </a:lnTo>
                    <a:lnTo>
                      <a:pt x="56" y="52"/>
                    </a:lnTo>
                    <a:lnTo>
                      <a:pt x="39" y="36"/>
                    </a:lnTo>
                    <a:lnTo>
                      <a:pt x="25" y="19"/>
                    </a:lnTo>
                    <a:lnTo>
                      <a:pt x="10" y="0"/>
                    </a:lnTo>
                    <a:lnTo>
                      <a:pt x="0" y="8"/>
                    </a:lnTo>
                    <a:lnTo>
                      <a:pt x="15" y="26"/>
                    </a:lnTo>
                    <a:lnTo>
                      <a:pt x="32" y="44"/>
                    </a:lnTo>
                    <a:lnTo>
                      <a:pt x="49" y="60"/>
                    </a:lnTo>
                    <a:lnTo>
                      <a:pt x="67" y="74"/>
                    </a:lnTo>
                    <a:lnTo>
                      <a:pt x="85" y="87"/>
                    </a:lnTo>
                    <a:lnTo>
                      <a:pt x="105" y="98"/>
                    </a:lnTo>
                    <a:lnTo>
                      <a:pt x="123" y="108"/>
                    </a:lnTo>
                    <a:lnTo>
                      <a:pt x="142" y="117"/>
                    </a:lnTo>
                    <a:lnTo>
                      <a:pt x="160" y="123"/>
                    </a:lnTo>
                    <a:lnTo>
                      <a:pt x="177" y="129"/>
                    </a:lnTo>
                    <a:lnTo>
                      <a:pt x="193" y="134"/>
                    </a:lnTo>
                    <a:lnTo>
                      <a:pt x="209" y="138"/>
                    </a:lnTo>
                    <a:lnTo>
                      <a:pt x="221" y="142"/>
                    </a:lnTo>
                    <a:lnTo>
                      <a:pt x="233" y="145"/>
                    </a:lnTo>
                    <a:lnTo>
                      <a:pt x="241" y="146"/>
                    </a:lnTo>
                    <a:lnTo>
                      <a:pt x="247" y="147"/>
                    </a:lnTo>
                    <a:lnTo>
                      <a:pt x="249" y="134"/>
                    </a:lnTo>
                    <a:lnTo>
                      <a:pt x="249" y="147"/>
                    </a:lnTo>
                    <a:lnTo>
                      <a:pt x="336" y="147"/>
                    </a:lnTo>
                    <a:lnTo>
                      <a:pt x="250" y="134"/>
                    </a:lnTo>
                    <a:lnTo>
                      <a:pt x="249" y="14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0" name="Freeform 166"/>
              <p:cNvSpPr>
                <a:spLocks/>
              </p:cNvSpPr>
              <p:nvPr/>
            </p:nvSpPr>
            <p:spPr bwMode="auto">
              <a:xfrm flipH="1">
                <a:off x="1071" y="1030"/>
                <a:ext cx="71" cy="16"/>
              </a:xfrm>
              <a:custGeom>
                <a:avLst/>
                <a:gdLst>
                  <a:gd name="T0" fmla="*/ 7 w 211"/>
                  <a:gd name="T1" fmla="*/ 50 h 50"/>
                  <a:gd name="T2" fmla="*/ 7 w 211"/>
                  <a:gd name="T3" fmla="*/ 50 h 50"/>
                  <a:gd name="T4" fmla="*/ 16 w 211"/>
                  <a:gd name="T5" fmla="*/ 43 h 50"/>
                  <a:gd name="T6" fmla="*/ 24 w 211"/>
                  <a:gd name="T7" fmla="*/ 37 h 50"/>
                  <a:gd name="T8" fmla="*/ 34 w 211"/>
                  <a:gd name="T9" fmla="*/ 32 h 50"/>
                  <a:gd name="T10" fmla="*/ 45 w 211"/>
                  <a:gd name="T11" fmla="*/ 28 h 50"/>
                  <a:gd name="T12" fmla="*/ 57 w 211"/>
                  <a:gd name="T13" fmla="*/ 24 h 50"/>
                  <a:gd name="T14" fmla="*/ 69 w 211"/>
                  <a:gd name="T15" fmla="*/ 22 h 50"/>
                  <a:gd name="T16" fmla="*/ 81 w 211"/>
                  <a:gd name="T17" fmla="*/ 19 h 50"/>
                  <a:gd name="T18" fmla="*/ 94 w 211"/>
                  <a:gd name="T19" fmla="*/ 17 h 50"/>
                  <a:gd name="T20" fmla="*/ 107 w 211"/>
                  <a:gd name="T21" fmla="*/ 16 h 50"/>
                  <a:gd name="T22" fmla="*/ 121 w 211"/>
                  <a:gd name="T23" fmla="*/ 14 h 50"/>
                  <a:gd name="T24" fmla="*/ 136 w 211"/>
                  <a:gd name="T25" fmla="*/ 14 h 50"/>
                  <a:gd name="T26" fmla="*/ 150 w 211"/>
                  <a:gd name="T27" fmla="*/ 13 h 50"/>
                  <a:gd name="T28" fmla="*/ 165 w 211"/>
                  <a:gd name="T29" fmla="*/ 13 h 50"/>
                  <a:gd name="T30" fmla="*/ 179 w 211"/>
                  <a:gd name="T31" fmla="*/ 13 h 50"/>
                  <a:gd name="T32" fmla="*/ 195 w 211"/>
                  <a:gd name="T33" fmla="*/ 13 h 50"/>
                  <a:gd name="T34" fmla="*/ 211 w 211"/>
                  <a:gd name="T35" fmla="*/ 13 h 50"/>
                  <a:gd name="T36" fmla="*/ 211 w 211"/>
                  <a:gd name="T37" fmla="*/ 0 h 50"/>
                  <a:gd name="T38" fmla="*/ 195 w 211"/>
                  <a:gd name="T39" fmla="*/ 0 h 50"/>
                  <a:gd name="T40" fmla="*/ 179 w 211"/>
                  <a:gd name="T41" fmla="*/ 0 h 50"/>
                  <a:gd name="T42" fmla="*/ 165 w 211"/>
                  <a:gd name="T43" fmla="*/ 2 h 50"/>
                  <a:gd name="T44" fmla="*/ 150 w 211"/>
                  <a:gd name="T45" fmla="*/ 2 h 50"/>
                  <a:gd name="T46" fmla="*/ 134 w 211"/>
                  <a:gd name="T47" fmla="*/ 2 h 50"/>
                  <a:gd name="T48" fmla="*/ 120 w 211"/>
                  <a:gd name="T49" fmla="*/ 3 h 50"/>
                  <a:gd name="T50" fmla="*/ 107 w 211"/>
                  <a:gd name="T51" fmla="*/ 4 h 50"/>
                  <a:gd name="T52" fmla="*/ 92 w 211"/>
                  <a:gd name="T53" fmla="*/ 6 h 50"/>
                  <a:gd name="T54" fmla="*/ 79 w 211"/>
                  <a:gd name="T55" fmla="*/ 8 h 50"/>
                  <a:gd name="T56" fmla="*/ 67 w 211"/>
                  <a:gd name="T57" fmla="*/ 11 h 50"/>
                  <a:gd name="T58" fmla="*/ 53 w 211"/>
                  <a:gd name="T59" fmla="*/ 13 h 50"/>
                  <a:gd name="T60" fmla="*/ 42 w 211"/>
                  <a:gd name="T61" fmla="*/ 17 h 50"/>
                  <a:gd name="T62" fmla="*/ 30 w 211"/>
                  <a:gd name="T63" fmla="*/ 22 h 50"/>
                  <a:gd name="T64" fmla="*/ 19 w 211"/>
                  <a:gd name="T65" fmla="*/ 27 h 50"/>
                  <a:gd name="T66" fmla="*/ 8 w 211"/>
                  <a:gd name="T67" fmla="*/ 33 h 50"/>
                  <a:gd name="T68" fmla="*/ 0 w 211"/>
                  <a:gd name="T69" fmla="*/ 39 h 50"/>
                  <a:gd name="T70" fmla="*/ 0 w 211"/>
                  <a:gd name="T71" fmla="*/ 39 h 50"/>
                  <a:gd name="T72" fmla="*/ 7 w 211"/>
                  <a:gd name="T73" fmla="*/ 50 h 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11"/>
                  <a:gd name="T112" fmla="*/ 0 h 50"/>
                  <a:gd name="T113" fmla="*/ 211 w 211"/>
                  <a:gd name="T114" fmla="*/ 50 h 5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11" h="50">
                    <a:moveTo>
                      <a:pt x="7" y="50"/>
                    </a:moveTo>
                    <a:lnTo>
                      <a:pt x="7" y="50"/>
                    </a:lnTo>
                    <a:lnTo>
                      <a:pt x="16" y="43"/>
                    </a:lnTo>
                    <a:lnTo>
                      <a:pt x="24" y="37"/>
                    </a:lnTo>
                    <a:lnTo>
                      <a:pt x="34" y="32"/>
                    </a:lnTo>
                    <a:lnTo>
                      <a:pt x="45" y="28"/>
                    </a:lnTo>
                    <a:lnTo>
                      <a:pt x="57" y="24"/>
                    </a:lnTo>
                    <a:lnTo>
                      <a:pt x="69" y="22"/>
                    </a:lnTo>
                    <a:lnTo>
                      <a:pt x="81" y="19"/>
                    </a:lnTo>
                    <a:lnTo>
                      <a:pt x="94" y="17"/>
                    </a:lnTo>
                    <a:lnTo>
                      <a:pt x="107" y="16"/>
                    </a:lnTo>
                    <a:lnTo>
                      <a:pt x="121" y="14"/>
                    </a:lnTo>
                    <a:lnTo>
                      <a:pt x="136" y="14"/>
                    </a:lnTo>
                    <a:lnTo>
                      <a:pt x="150" y="13"/>
                    </a:lnTo>
                    <a:lnTo>
                      <a:pt x="165" y="13"/>
                    </a:lnTo>
                    <a:lnTo>
                      <a:pt x="179" y="13"/>
                    </a:lnTo>
                    <a:lnTo>
                      <a:pt x="195" y="13"/>
                    </a:lnTo>
                    <a:lnTo>
                      <a:pt x="211" y="13"/>
                    </a:lnTo>
                    <a:lnTo>
                      <a:pt x="211" y="0"/>
                    </a:lnTo>
                    <a:lnTo>
                      <a:pt x="195" y="0"/>
                    </a:lnTo>
                    <a:lnTo>
                      <a:pt x="179" y="0"/>
                    </a:lnTo>
                    <a:lnTo>
                      <a:pt x="165" y="2"/>
                    </a:lnTo>
                    <a:lnTo>
                      <a:pt x="150" y="2"/>
                    </a:lnTo>
                    <a:lnTo>
                      <a:pt x="134" y="2"/>
                    </a:lnTo>
                    <a:lnTo>
                      <a:pt x="120" y="3"/>
                    </a:lnTo>
                    <a:lnTo>
                      <a:pt x="107" y="4"/>
                    </a:lnTo>
                    <a:lnTo>
                      <a:pt x="92" y="6"/>
                    </a:lnTo>
                    <a:lnTo>
                      <a:pt x="79" y="8"/>
                    </a:lnTo>
                    <a:lnTo>
                      <a:pt x="67" y="11"/>
                    </a:lnTo>
                    <a:lnTo>
                      <a:pt x="53" y="13"/>
                    </a:lnTo>
                    <a:lnTo>
                      <a:pt x="42" y="17"/>
                    </a:lnTo>
                    <a:lnTo>
                      <a:pt x="30" y="22"/>
                    </a:lnTo>
                    <a:lnTo>
                      <a:pt x="19" y="27"/>
                    </a:lnTo>
                    <a:lnTo>
                      <a:pt x="8" y="33"/>
                    </a:lnTo>
                    <a:lnTo>
                      <a:pt x="0" y="39"/>
                    </a:lnTo>
                    <a:lnTo>
                      <a:pt x="7" y="5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1" name="Freeform 167"/>
              <p:cNvSpPr>
                <a:spLocks/>
              </p:cNvSpPr>
              <p:nvPr/>
            </p:nvSpPr>
            <p:spPr bwMode="auto">
              <a:xfrm flipH="1">
                <a:off x="1139" y="1043"/>
                <a:ext cx="64" cy="115"/>
              </a:xfrm>
              <a:custGeom>
                <a:avLst/>
                <a:gdLst>
                  <a:gd name="T0" fmla="*/ 11 w 190"/>
                  <a:gd name="T1" fmla="*/ 345 h 345"/>
                  <a:gd name="T2" fmla="*/ 12 w 190"/>
                  <a:gd name="T3" fmla="*/ 335 h 345"/>
                  <a:gd name="T4" fmla="*/ 15 w 190"/>
                  <a:gd name="T5" fmla="*/ 322 h 345"/>
                  <a:gd name="T6" fmla="*/ 17 w 190"/>
                  <a:gd name="T7" fmla="*/ 307 h 345"/>
                  <a:gd name="T8" fmla="*/ 20 w 190"/>
                  <a:gd name="T9" fmla="*/ 291 h 345"/>
                  <a:gd name="T10" fmla="*/ 24 w 190"/>
                  <a:gd name="T11" fmla="*/ 272 h 345"/>
                  <a:gd name="T12" fmla="*/ 29 w 190"/>
                  <a:gd name="T13" fmla="*/ 252 h 345"/>
                  <a:gd name="T14" fmla="*/ 35 w 190"/>
                  <a:gd name="T15" fmla="*/ 230 h 345"/>
                  <a:gd name="T16" fmla="*/ 44 w 190"/>
                  <a:gd name="T17" fmla="*/ 208 h 345"/>
                  <a:gd name="T18" fmla="*/ 55 w 190"/>
                  <a:gd name="T19" fmla="*/ 184 h 345"/>
                  <a:gd name="T20" fmla="*/ 66 w 190"/>
                  <a:gd name="T21" fmla="*/ 159 h 345"/>
                  <a:gd name="T22" fmla="*/ 81 w 190"/>
                  <a:gd name="T23" fmla="*/ 135 h 345"/>
                  <a:gd name="T24" fmla="*/ 97 w 190"/>
                  <a:gd name="T25" fmla="*/ 109 h 345"/>
                  <a:gd name="T26" fmla="*/ 116 w 190"/>
                  <a:gd name="T27" fmla="*/ 83 h 345"/>
                  <a:gd name="T28" fmla="*/ 137 w 190"/>
                  <a:gd name="T29" fmla="*/ 58 h 345"/>
                  <a:gd name="T30" fmla="*/ 162 w 190"/>
                  <a:gd name="T31" fmla="*/ 33 h 345"/>
                  <a:gd name="T32" fmla="*/ 190 w 190"/>
                  <a:gd name="T33" fmla="*/ 11 h 345"/>
                  <a:gd name="T34" fmla="*/ 168 w 190"/>
                  <a:gd name="T35" fmla="*/ 13 h 345"/>
                  <a:gd name="T36" fmla="*/ 142 w 190"/>
                  <a:gd name="T37" fmla="*/ 38 h 345"/>
                  <a:gd name="T38" fmla="*/ 119 w 190"/>
                  <a:gd name="T39" fmla="*/ 63 h 345"/>
                  <a:gd name="T40" fmla="*/ 97 w 190"/>
                  <a:gd name="T41" fmla="*/ 88 h 345"/>
                  <a:gd name="T42" fmla="*/ 79 w 190"/>
                  <a:gd name="T43" fmla="*/ 115 h 345"/>
                  <a:gd name="T44" fmla="*/ 63 w 190"/>
                  <a:gd name="T45" fmla="*/ 141 h 345"/>
                  <a:gd name="T46" fmla="*/ 50 w 190"/>
                  <a:gd name="T47" fmla="*/ 166 h 345"/>
                  <a:gd name="T48" fmla="*/ 39 w 190"/>
                  <a:gd name="T49" fmla="*/ 192 h 345"/>
                  <a:gd name="T50" fmla="*/ 29 w 190"/>
                  <a:gd name="T51" fmla="*/ 215 h 345"/>
                  <a:gd name="T52" fmla="*/ 22 w 190"/>
                  <a:gd name="T53" fmla="*/ 238 h 345"/>
                  <a:gd name="T54" fmla="*/ 16 w 190"/>
                  <a:gd name="T55" fmla="*/ 259 h 345"/>
                  <a:gd name="T56" fmla="*/ 11 w 190"/>
                  <a:gd name="T57" fmla="*/ 280 h 345"/>
                  <a:gd name="T58" fmla="*/ 6 w 190"/>
                  <a:gd name="T59" fmla="*/ 297 h 345"/>
                  <a:gd name="T60" fmla="*/ 4 w 190"/>
                  <a:gd name="T61" fmla="*/ 313 h 345"/>
                  <a:gd name="T62" fmla="*/ 1 w 190"/>
                  <a:gd name="T63" fmla="*/ 327 h 345"/>
                  <a:gd name="T64" fmla="*/ 0 w 190"/>
                  <a:gd name="T65" fmla="*/ 339 h 345"/>
                  <a:gd name="T66" fmla="*/ 0 w 190"/>
                  <a:gd name="T67" fmla="*/ 342 h 3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0"/>
                  <a:gd name="T103" fmla="*/ 0 h 345"/>
                  <a:gd name="T104" fmla="*/ 190 w 190"/>
                  <a:gd name="T105" fmla="*/ 345 h 3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0" h="345">
                    <a:moveTo>
                      <a:pt x="11" y="345"/>
                    </a:moveTo>
                    <a:lnTo>
                      <a:pt x="11" y="345"/>
                    </a:lnTo>
                    <a:lnTo>
                      <a:pt x="12" y="340"/>
                    </a:lnTo>
                    <a:lnTo>
                      <a:pt x="12" y="335"/>
                    </a:lnTo>
                    <a:lnTo>
                      <a:pt x="14" y="329"/>
                    </a:lnTo>
                    <a:lnTo>
                      <a:pt x="15" y="322"/>
                    </a:lnTo>
                    <a:lnTo>
                      <a:pt x="16" y="315"/>
                    </a:lnTo>
                    <a:lnTo>
                      <a:pt x="17" y="307"/>
                    </a:lnTo>
                    <a:lnTo>
                      <a:pt x="18" y="300"/>
                    </a:lnTo>
                    <a:lnTo>
                      <a:pt x="20" y="291"/>
                    </a:lnTo>
                    <a:lnTo>
                      <a:pt x="22" y="282"/>
                    </a:lnTo>
                    <a:lnTo>
                      <a:pt x="24" y="272"/>
                    </a:lnTo>
                    <a:lnTo>
                      <a:pt x="27" y="263"/>
                    </a:lnTo>
                    <a:lnTo>
                      <a:pt x="29" y="252"/>
                    </a:lnTo>
                    <a:lnTo>
                      <a:pt x="33" y="242"/>
                    </a:lnTo>
                    <a:lnTo>
                      <a:pt x="35" y="230"/>
                    </a:lnTo>
                    <a:lnTo>
                      <a:pt x="40" y="219"/>
                    </a:lnTo>
                    <a:lnTo>
                      <a:pt x="44" y="208"/>
                    </a:lnTo>
                    <a:lnTo>
                      <a:pt x="49" y="197"/>
                    </a:lnTo>
                    <a:lnTo>
                      <a:pt x="55" y="184"/>
                    </a:lnTo>
                    <a:lnTo>
                      <a:pt x="61" y="171"/>
                    </a:lnTo>
                    <a:lnTo>
                      <a:pt x="66" y="159"/>
                    </a:lnTo>
                    <a:lnTo>
                      <a:pt x="73" y="146"/>
                    </a:lnTo>
                    <a:lnTo>
                      <a:pt x="81" y="135"/>
                    </a:lnTo>
                    <a:lnTo>
                      <a:pt x="89" y="122"/>
                    </a:lnTo>
                    <a:lnTo>
                      <a:pt x="97" y="109"/>
                    </a:lnTo>
                    <a:lnTo>
                      <a:pt x="107" y="96"/>
                    </a:lnTo>
                    <a:lnTo>
                      <a:pt x="116" y="83"/>
                    </a:lnTo>
                    <a:lnTo>
                      <a:pt x="126" y="71"/>
                    </a:lnTo>
                    <a:lnTo>
                      <a:pt x="137" y="58"/>
                    </a:lnTo>
                    <a:lnTo>
                      <a:pt x="149" y="46"/>
                    </a:lnTo>
                    <a:lnTo>
                      <a:pt x="162" y="33"/>
                    </a:lnTo>
                    <a:lnTo>
                      <a:pt x="176" y="22"/>
                    </a:lnTo>
                    <a:lnTo>
                      <a:pt x="190" y="11"/>
                    </a:lnTo>
                    <a:lnTo>
                      <a:pt x="183" y="0"/>
                    </a:lnTo>
                    <a:lnTo>
                      <a:pt x="168" y="13"/>
                    </a:lnTo>
                    <a:lnTo>
                      <a:pt x="155" y="26"/>
                    </a:lnTo>
                    <a:lnTo>
                      <a:pt x="142" y="38"/>
                    </a:lnTo>
                    <a:lnTo>
                      <a:pt x="130" y="51"/>
                    </a:lnTo>
                    <a:lnTo>
                      <a:pt x="119" y="63"/>
                    </a:lnTo>
                    <a:lnTo>
                      <a:pt x="107" y="76"/>
                    </a:lnTo>
                    <a:lnTo>
                      <a:pt x="97" y="88"/>
                    </a:lnTo>
                    <a:lnTo>
                      <a:pt x="89" y="102"/>
                    </a:lnTo>
                    <a:lnTo>
                      <a:pt x="79" y="115"/>
                    </a:lnTo>
                    <a:lnTo>
                      <a:pt x="70" y="127"/>
                    </a:lnTo>
                    <a:lnTo>
                      <a:pt x="63" y="141"/>
                    </a:lnTo>
                    <a:lnTo>
                      <a:pt x="56" y="154"/>
                    </a:lnTo>
                    <a:lnTo>
                      <a:pt x="50" y="166"/>
                    </a:lnTo>
                    <a:lnTo>
                      <a:pt x="44" y="179"/>
                    </a:lnTo>
                    <a:lnTo>
                      <a:pt x="39" y="192"/>
                    </a:lnTo>
                    <a:lnTo>
                      <a:pt x="34" y="203"/>
                    </a:lnTo>
                    <a:lnTo>
                      <a:pt x="29" y="215"/>
                    </a:lnTo>
                    <a:lnTo>
                      <a:pt x="26" y="227"/>
                    </a:lnTo>
                    <a:lnTo>
                      <a:pt x="22" y="238"/>
                    </a:lnTo>
                    <a:lnTo>
                      <a:pt x="18" y="249"/>
                    </a:lnTo>
                    <a:lnTo>
                      <a:pt x="16" y="259"/>
                    </a:lnTo>
                    <a:lnTo>
                      <a:pt x="12" y="269"/>
                    </a:lnTo>
                    <a:lnTo>
                      <a:pt x="11" y="280"/>
                    </a:lnTo>
                    <a:lnTo>
                      <a:pt x="9" y="288"/>
                    </a:lnTo>
                    <a:lnTo>
                      <a:pt x="6" y="297"/>
                    </a:lnTo>
                    <a:lnTo>
                      <a:pt x="5" y="306"/>
                    </a:lnTo>
                    <a:lnTo>
                      <a:pt x="4" y="313"/>
                    </a:lnTo>
                    <a:lnTo>
                      <a:pt x="3" y="321"/>
                    </a:lnTo>
                    <a:lnTo>
                      <a:pt x="1" y="327"/>
                    </a:lnTo>
                    <a:lnTo>
                      <a:pt x="1" y="334"/>
                    </a:lnTo>
                    <a:lnTo>
                      <a:pt x="0" y="339"/>
                    </a:lnTo>
                    <a:lnTo>
                      <a:pt x="0" y="342"/>
                    </a:lnTo>
                    <a:lnTo>
                      <a:pt x="11" y="34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2" name="Freeform 168"/>
              <p:cNvSpPr>
                <a:spLocks/>
              </p:cNvSpPr>
              <p:nvPr/>
            </p:nvSpPr>
            <p:spPr bwMode="auto">
              <a:xfrm flipH="1">
                <a:off x="1171" y="1157"/>
                <a:ext cx="35" cy="145"/>
              </a:xfrm>
              <a:custGeom>
                <a:avLst/>
                <a:gdLst>
                  <a:gd name="T0" fmla="*/ 107 w 107"/>
                  <a:gd name="T1" fmla="*/ 429 h 437"/>
                  <a:gd name="T2" fmla="*/ 85 w 107"/>
                  <a:gd name="T3" fmla="*/ 400 h 437"/>
                  <a:gd name="T4" fmla="*/ 67 w 107"/>
                  <a:gd name="T5" fmla="*/ 371 h 437"/>
                  <a:gd name="T6" fmla="*/ 52 w 107"/>
                  <a:gd name="T7" fmla="*/ 340 h 437"/>
                  <a:gd name="T8" fmla="*/ 40 w 107"/>
                  <a:gd name="T9" fmla="*/ 308 h 437"/>
                  <a:gd name="T10" fmla="*/ 31 w 107"/>
                  <a:gd name="T11" fmla="*/ 277 h 437"/>
                  <a:gd name="T12" fmla="*/ 23 w 107"/>
                  <a:gd name="T13" fmla="*/ 244 h 437"/>
                  <a:gd name="T14" fmla="*/ 18 w 107"/>
                  <a:gd name="T15" fmla="*/ 213 h 437"/>
                  <a:gd name="T16" fmla="*/ 14 w 107"/>
                  <a:gd name="T17" fmla="*/ 181 h 437"/>
                  <a:gd name="T18" fmla="*/ 12 w 107"/>
                  <a:gd name="T19" fmla="*/ 151 h 437"/>
                  <a:gd name="T20" fmla="*/ 11 w 107"/>
                  <a:gd name="T21" fmla="*/ 124 h 437"/>
                  <a:gd name="T22" fmla="*/ 11 w 107"/>
                  <a:gd name="T23" fmla="*/ 96 h 437"/>
                  <a:gd name="T24" fmla="*/ 12 w 107"/>
                  <a:gd name="T25" fmla="*/ 72 h 437"/>
                  <a:gd name="T26" fmla="*/ 15 w 107"/>
                  <a:gd name="T27" fmla="*/ 49 h 437"/>
                  <a:gd name="T28" fmla="*/ 17 w 107"/>
                  <a:gd name="T29" fmla="*/ 31 h 437"/>
                  <a:gd name="T30" fmla="*/ 20 w 107"/>
                  <a:gd name="T31" fmla="*/ 15 h 437"/>
                  <a:gd name="T32" fmla="*/ 22 w 107"/>
                  <a:gd name="T33" fmla="*/ 3 h 437"/>
                  <a:gd name="T34" fmla="*/ 10 w 107"/>
                  <a:gd name="T35" fmla="*/ 5 h 437"/>
                  <a:gd name="T36" fmla="*/ 6 w 107"/>
                  <a:gd name="T37" fmla="*/ 20 h 437"/>
                  <a:gd name="T38" fmla="*/ 4 w 107"/>
                  <a:gd name="T39" fmla="*/ 38 h 437"/>
                  <a:gd name="T40" fmla="*/ 3 w 107"/>
                  <a:gd name="T41" fmla="*/ 59 h 437"/>
                  <a:gd name="T42" fmla="*/ 0 w 107"/>
                  <a:gd name="T43" fmla="*/ 83 h 437"/>
                  <a:gd name="T44" fmla="*/ 0 w 107"/>
                  <a:gd name="T45" fmla="*/ 110 h 437"/>
                  <a:gd name="T46" fmla="*/ 0 w 107"/>
                  <a:gd name="T47" fmla="*/ 137 h 437"/>
                  <a:gd name="T48" fmla="*/ 2 w 107"/>
                  <a:gd name="T49" fmla="*/ 168 h 437"/>
                  <a:gd name="T50" fmla="*/ 4 w 107"/>
                  <a:gd name="T51" fmla="*/ 199 h 437"/>
                  <a:gd name="T52" fmla="*/ 9 w 107"/>
                  <a:gd name="T53" fmla="*/ 230 h 437"/>
                  <a:gd name="T54" fmla="*/ 16 w 107"/>
                  <a:gd name="T55" fmla="*/ 263 h 437"/>
                  <a:gd name="T56" fmla="*/ 25 w 107"/>
                  <a:gd name="T57" fmla="*/ 296 h 437"/>
                  <a:gd name="T58" fmla="*/ 35 w 107"/>
                  <a:gd name="T59" fmla="*/ 330 h 437"/>
                  <a:gd name="T60" fmla="*/ 50 w 107"/>
                  <a:gd name="T61" fmla="*/ 361 h 437"/>
                  <a:gd name="T62" fmla="*/ 66 w 107"/>
                  <a:gd name="T63" fmla="*/ 393 h 437"/>
                  <a:gd name="T64" fmla="*/ 86 w 107"/>
                  <a:gd name="T65" fmla="*/ 421 h 437"/>
                  <a:gd name="T66" fmla="*/ 97 w 107"/>
                  <a:gd name="T67" fmla="*/ 437 h 4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7"/>
                  <a:gd name="T103" fmla="*/ 0 h 437"/>
                  <a:gd name="T104" fmla="*/ 107 w 107"/>
                  <a:gd name="T105" fmla="*/ 437 h 43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7" h="437">
                    <a:moveTo>
                      <a:pt x="107" y="429"/>
                    </a:moveTo>
                    <a:lnTo>
                      <a:pt x="107" y="429"/>
                    </a:lnTo>
                    <a:lnTo>
                      <a:pt x="96" y="415"/>
                    </a:lnTo>
                    <a:lnTo>
                      <a:pt x="85" y="400"/>
                    </a:lnTo>
                    <a:lnTo>
                      <a:pt x="75" y="386"/>
                    </a:lnTo>
                    <a:lnTo>
                      <a:pt x="67" y="371"/>
                    </a:lnTo>
                    <a:lnTo>
                      <a:pt x="60" y="356"/>
                    </a:lnTo>
                    <a:lnTo>
                      <a:pt x="52" y="340"/>
                    </a:lnTo>
                    <a:lnTo>
                      <a:pt x="46" y="325"/>
                    </a:lnTo>
                    <a:lnTo>
                      <a:pt x="40" y="308"/>
                    </a:lnTo>
                    <a:lnTo>
                      <a:pt x="35" y="293"/>
                    </a:lnTo>
                    <a:lnTo>
                      <a:pt x="31" y="277"/>
                    </a:lnTo>
                    <a:lnTo>
                      <a:pt x="27" y="261"/>
                    </a:lnTo>
                    <a:lnTo>
                      <a:pt x="23" y="244"/>
                    </a:lnTo>
                    <a:lnTo>
                      <a:pt x="21" y="229"/>
                    </a:lnTo>
                    <a:lnTo>
                      <a:pt x="18" y="213"/>
                    </a:lnTo>
                    <a:lnTo>
                      <a:pt x="16" y="198"/>
                    </a:lnTo>
                    <a:lnTo>
                      <a:pt x="14" y="181"/>
                    </a:lnTo>
                    <a:lnTo>
                      <a:pt x="12" y="166"/>
                    </a:lnTo>
                    <a:lnTo>
                      <a:pt x="12" y="151"/>
                    </a:lnTo>
                    <a:lnTo>
                      <a:pt x="11" y="137"/>
                    </a:lnTo>
                    <a:lnTo>
                      <a:pt x="11" y="124"/>
                    </a:lnTo>
                    <a:lnTo>
                      <a:pt x="11" y="110"/>
                    </a:lnTo>
                    <a:lnTo>
                      <a:pt x="11" y="96"/>
                    </a:lnTo>
                    <a:lnTo>
                      <a:pt x="12" y="85"/>
                    </a:lnTo>
                    <a:lnTo>
                      <a:pt x="12" y="72"/>
                    </a:lnTo>
                    <a:lnTo>
                      <a:pt x="14" y="61"/>
                    </a:lnTo>
                    <a:lnTo>
                      <a:pt x="15" y="49"/>
                    </a:lnTo>
                    <a:lnTo>
                      <a:pt x="16" y="39"/>
                    </a:lnTo>
                    <a:lnTo>
                      <a:pt x="17" y="31"/>
                    </a:lnTo>
                    <a:lnTo>
                      <a:pt x="18" y="23"/>
                    </a:lnTo>
                    <a:lnTo>
                      <a:pt x="20" y="15"/>
                    </a:lnTo>
                    <a:lnTo>
                      <a:pt x="21" y="8"/>
                    </a:lnTo>
                    <a:lnTo>
                      <a:pt x="22" y="3"/>
                    </a:lnTo>
                    <a:lnTo>
                      <a:pt x="11" y="0"/>
                    </a:lnTo>
                    <a:lnTo>
                      <a:pt x="10" y="5"/>
                    </a:lnTo>
                    <a:lnTo>
                      <a:pt x="9" y="13"/>
                    </a:lnTo>
                    <a:lnTo>
                      <a:pt x="6" y="20"/>
                    </a:lnTo>
                    <a:lnTo>
                      <a:pt x="5" y="29"/>
                    </a:lnTo>
                    <a:lnTo>
                      <a:pt x="4" y="38"/>
                    </a:lnTo>
                    <a:lnTo>
                      <a:pt x="3" y="49"/>
                    </a:lnTo>
                    <a:lnTo>
                      <a:pt x="3" y="59"/>
                    </a:lnTo>
                    <a:lnTo>
                      <a:pt x="2" y="71"/>
                    </a:lnTo>
                    <a:lnTo>
                      <a:pt x="0" y="83"/>
                    </a:lnTo>
                    <a:lnTo>
                      <a:pt x="0" y="96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0" y="137"/>
                    </a:lnTo>
                    <a:lnTo>
                      <a:pt x="0" y="152"/>
                    </a:lnTo>
                    <a:lnTo>
                      <a:pt x="2" y="168"/>
                    </a:lnTo>
                    <a:lnTo>
                      <a:pt x="3" y="183"/>
                    </a:lnTo>
                    <a:lnTo>
                      <a:pt x="4" y="199"/>
                    </a:lnTo>
                    <a:lnTo>
                      <a:pt x="6" y="214"/>
                    </a:lnTo>
                    <a:lnTo>
                      <a:pt x="9" y="230"/>
                    </a:lnTo>
                    <a:lnTo>
                      <a:pt x="12" y="247"/>
                    </a:lnTo>
                    <a:lnTo>
                      <a:pt x="16" y="263"/>
                    </a:lnTo>
                    <a:lnTo>
                      <a:pt x="20" y="279"/>
                    </a:lnTo>
                    <a:lnTo>
                      <a:pt x="25" y="296"/>
                    </a:lnTo>
                    <a:lnTo>
                      <a:pt x="29" y="313"/>
                    </a:lnTo>
                    <a:lnTo>
                      <a:pt x="35" y="330"/>
                    </a:lnTo>
                    <a:lnTo>
                      <a:pt x="43" y="345"/>
                    </a:lnTo>
                    <a:lnTo>
                      <a:pt x="50" y="361"/>
                    </a:lnTo>
                    <a:lnTo>
                      <a:pt x="57" y="377"/>
                    </a:lnTo>
                    <a:lnTo>
                      <a:pt x="66" y="393"/>
                    </a:lnTo>
                    <a:lnTo>
                      <a:pt x="77" y="408"/>
                    </a:lnTo>
                    <a:lnTo>
                      <a:pt x="86" y="421"/>
                    </a:lnTo>
                    <a:lnTo>
                      <a:pt x="97" y="437"/>
                    </a:lnTo>
                    <a:lnTo>
                      <a:pt x="107" y="42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3" name="Freeform 169"/>
              <p:cNvSpPr>
                <a:spLocks/>
              </p:cNvSpPr>
              <p:nvPr/>
            </p:nvSpPr>
            <p:spPr bwMode="auto">
              <a:xfrm flipH="1">
                <a:off x="1129" y="1300"/>
                <a:ext cx="45" cy="36"/>
              </a:xfrm>
              <a:custGeom>
                <a:avLst/>
                <a:gdLst>
                  <a:gd name="T0" fmla="*/ 126 w 136"/>
                  <a:gd name="T1" fmla="*/ 107 h 108"/>
                  <a:gd name="T2" fmla="*/ 126 w 136"/>
                  <a:gd name="T3" fmla="*/ 97 h 108"/>
                  <a:gd name="T4" fmla="*/ 118 w 136"/>
                  <a:gd name="T5" fmla="*/ 93 h 108"/>
                  <a:gd name="T6" fmla="*/ 110 w 136"/>
                  <a:gd name="T7" fmla="*/ 88 h 108"/>
                  <a:gd name="T8" fmla="*/ 102 w 136"/>
                  <a:gd name="T9" fmla="*/ 83 h 108"/>
                  <a:gd name="T10" fmla="*/ 93 w 136"/>
                  <a:gd name="T11" fmla="*/ 78 h 108"/>
                  <a:gd name="T12" fmla="*/ 85 w 136"/>
                  <a:gd name="T13" fmla="*/ 73 h 108"/>
                  <a:gd name="T14" fmla="*/ 78 w 136"/>
                  <a:gd name="T15" fmla="*/ 67 h 108"/>
                  <a:gd name="T16" fmla="*/ 69 w 136"/>
                  <a:gd name="T17" fmla="*/ 60 h 108"/>
                  <a:gd name="T18" fmla="*/ 62 w 136"/>
                  <a:gd name="T19" fmla="*/ 53 h 108"/>
                  <a:gd name="T20" fmla="*/ 53 w 136"/>
                  <a:gd name="T21" fmla="*/ 46 h 108"/>
                  <a:gd name="T22" fmla="*/ 46 w 136"/>
                  <a:gd name="T23" fmla="*/ 40 h 108"/>
                  <a:gd name="T24" fmla="*/ 39 w 136"/>
                  <a:gd name="T25" fmla="*/ 33 h 108"/>
                  <a:gd name="T26" fmla="*/ 33 w 136"/>
                  <a:gd name="T27" fmla="*/ 26 h 108"/>
                  <a:gd name="T28" fmla="*/ 26 w 136"/>
                  <a:gd name="T29" fmla="*/ 19 h 108"/>
                  <a:gd name="T30" fmla="*/ 21 w 136"/>
                  <a:gd name="T31" fmla="*/ 13 h 108"/>
                  <a:gd name="T32" fmla="*/ 15 w 136"/>
                  <a:gd name="T33" fmla="*/ 6 h 108"/>
                  <a:gd name="T34" fmla="*/ 10 w 136"/>
                  <a:gd name="T35" fmla="*/ 0 h 108"/>
                  <a:gd name="T36" fmla="*/ 0 w 136"/>
                  <a:gd name="T37" fmla="*/ 8 h 108"/>
                  <a:gd name="T38" fmla="*/ 6 w 136"/>
                  <a:gd name="T39" fmla="*/ 14 h 108"/>
                  <a:gd name="T40" fmla="*/ 11 w 136"/>
                  <a:gd name="T41" fmla="*/ 20 h 108"/>
                  <a:gd name="T42" fmla="*/ 18 w 136"/>
                  <a:gd name="T43" fmla="*/ 28 h 108"/>
                  <a:gd name="T44" fmla="*/ 24 w 136"/>
                  <a:gd name="T45" fmla="*/ 34 h 108"/>
                  <a:gd name="T46" fmla="*/ 32 w 136"/>
                  <a:gd name="T47" fmla="*/ 41 h 108"/>
                  <a:gd name="T48" fmla="*/ 39 w 136"/>
                  <a:gd name="T49" fmla="*/ 48 h 108"/>
                  <a:gd name="T50" fmla="*/ 46 w 136"/>
                  <a:gd name="T51" fmla="*/ 55 h 108"/>
                  <a:gd name="T52" fmla="*/ 55 w 136"/>
                  <a:gd name="T53" fmla="*/ 63 h 108"/>
                  <a:gd name="T54" fmla="*/ 62 w 136"/>
                  <a:gd name="T55" fmla="*/ 69 h 108"/>
                  <a:gd name="T56" fmla="*/ 70 w 136"/>
                  <a:gd name="T57" fmla="*/ 75 h 108"/>
                  <a:gd name="T58" fmla="*/ 79 w 136"/>
                  <a:gd name="T59" fmla="*/ 82 h 108"/>
                  <a:gd name="T60" fmla="*/ 87 w 136"/>
                  <a:gd name="T61" fmla="*/ 88 h 108"/>
                  <a:gd name="T62" fmla="*/ 96 w 136"/>
                  <a:gd name="T63" fmla="*/ 93 h 108"/>
                  <a:gd name="T64" fmla="*/ 104 w 136"/>
                  <a:gd name="T65" fmla="*/ 98 h 108"/>
                  <a:gd name="T66" fmla="*/ 113 w 136"/>
                  <a:gd name="T67" fmla="*/ 103 h 108"/>
                  <a:gd name="T68" fmla="*/ 121 w 136"/>
                  <a:gd name="T69" fmla="*/ 108 h 108"/>
                  <a:gd name="T70" fmla="*/ 121 w 136"/>
                  <a:gd name="T71" fmla="*/ 97 h 108"/>
                  <a:gd name="T72" fmla="*/ 126 w 136"/>
                  <a:gd name="T73" fmla="*/ 107 h 108"/>
                  <a:gd name="T74" fmla="*/ 136 w 136"/>
                  <a:gd name="T75" fmla="*/ 102 h 108"/>
                  <a:gd name="T76" fmla="*/ 126 w 136"/>
                  <a:gd name="T77" fmla="*/ 97 h 108"/>
                  <a:gd name="T78" fmla="*/ 126 w 136"/>
                  <a:gd name="T79" fmla="*/ 107 h 10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6"/>
                  <a:gd name="T121" fmla="*/ 0 h 108"/>
                  <a:gd name="T122" fmla="*/ 136 w 136"/>
                  <a:gd name="T123" fmla="*/ 108 h 10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6" h="108">
                    <a:moveTo>
                      <a:pt x="126" y="107"/>
                    </a:moveTo>
                    <a:lnTo>
                      <a:pt x="126" y="97"/>
                    </a:lnTo>
                    <a:lnTo>
                      <a:pt x="118" y="93"/>
                    </a:lnTo>
                    <a:lnTo>
                      <a:pt x="110" y="88"/>
                    </a:lnTo>
                    <a:lnTo>
                      <a:pt x="102" y="83"/>
                    </a:lnTo>
                    <a:lnTo>
                      <a:pt x="93" y="78"/>
                    </a:lnTo>
                    <a:lnTo>
                      <a:pt x="85" y="73"/>
                    </a:lnTo>
                    <a:lnTo>
                      <a:pt x="78" y="67"/>
                    </a:lnTo>
                    <a:lnTo>
                      <a:pt x="69" y="60"/>
                    </a:lnTo>
                    <a:lnTo>
                      <a:pt x="62" y="53"/>
                    </a:lnTo>
                    <a:lnTo>
                      <a:pt x="53" y="46"/>
                    </a:lnTo>
                    <a:lnTo>
                      <a:pt x="46" y="40"/>
                    </a:lnTo>
                    <a:lnTo>
                      <a:pt x="39" y="33"/>
                    </a:lnTo>
                    <a:lnTo>
                      <a:pt x="33" y="26"/>
                    </a:lnTo>
                    <a:lnTo>
                      <a:pt x="26" y="19"/>
                    </a:lnTo>
                    <a:lnTo>
                      <a:pt x="21" y="13"/>
                    </a:lnTo>
                    <a:lnTo>
                      <a:pt x="15" y="6"/>
                    </a:lnTo>
                    <a:lnTo>
                      <a:pt x="10" y="0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11" y="20"/>
                    </a:lnTo>
                    <a:lnTo>
                      <a:pt x="18" y="28"/>
                    </a:lnTo>
                    <a:lnTo>
                      <a:pt x="24" y="34"/>
                    </a:lnTo>
                    <a:lnTo>
                      <a:pt x="32" y="41"/>
                    </a:lnTo>
                    <a:lnTo>
                      <a:pt x="39" y="48"/>
                    </a:lnTo>
                    <a:lnTo>
                      <a:pt x="46" y="55"/>
                    </a:lnTo>
                    <a:lnTo>
                      <a:pt x="55" y="63"/>
                    </a:lnTo>
                    <a:lnTo>
                      <a:pt x="62" y="69"/>
                    </a:lnTo>
                    <a:lnTo>
                      <a:pt x="70" y="75"/>
                    </a:lnTo>
                    <a:lnTo>
                      <a:pt x="79" y="82"/>
                    </a:lnTo>
                    <a:lnTo>
                      <a:pt x="87" y="88"/>
                    </a:lnTo>
                    <a:lnTo>
                      <a:pt x="96" y="93"/>
                    </a:lnTo>
                    <a:lnTo>
                      <a:pt x="104" y="98"/>
                    </a:lnTo>
                    <a:lnTo>
                      <a:pt x="113" y="103"/>
                    </a:lnTo>
                    <a:lnTo>
                      <a:pt x="121" y="108"/>
                    </a:lnTo>
                    <a:lnTo>
                      <a:pt x="121" y="97"/>
                    </a:lnTo>
                    <a:lnTo>
                      <a:pt x="126" y="107"/>
                    </a:lnTo>
                    <a:lnTo>
                      <a:pt x="136" y="102"/>
                    </a:lnTo>
                    <a:lnTo>
                      <a:pt x="126" y="97"/>
                    </a:lnTo>
                    <a:lnTo>
                      <a:pt x="126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4" name="Freeform 170"/>
              <p:cNvSpPr>
                <a:spLocks/>
              </p:cNvSpPr>
              <p:nvPr/>
            </p:nvSpPr>
            <p:spPr bwMode="auto">
              <a:xfrm flipH="1">
                <a:off x="1132" y="1332"/>
                <a:ext cx="73" cy="111"/>
              </a:xfrm>
              <a:custGeom>
                <a:avLst/>
                <a:gdLst>
                  <a:gd name="T0" fmla="*/ 17 w 218"/>
                  <a:gd name="T1" fmla="*/ 333 h 334"/>
                  <a:gd name="T2" fmla="*/ 12 w 218"/>
                  <a:gd name="T3" fmla="*/ 291 h 334"/>
                  <a:gd name="T4" fmla="*/ 12 w 218"/>
                  <a:gd name="T5" fmla="*/ 255 h 334"/>
                  <a:gd name="T6" fmla="*/ 16 w 218"/>
                  <a:gd name="T7" fmla="*/ 222 h 334"/>
                  <a:gd name="T8" fmla="*/ 22 w 218"/>
                  <a:gd name="T9" fmla="*/ 193 h 334"/>
                  <a:gd name="T10" fmla="*/ 32 w 218"/>
                  <a:gd name="T11" fmla="*/ 167 h 334"/>
                  <a:gd name="T12" fmla="*/ 43 w 218"/>
                  <a:gd name="T13" fmla="*/ 143 h 334"/>
                  <a:gd name="T14" fmla="*/ 57 w 218"/>
                  <a:gd name="T15" fmla="*/ 123 h 334"/>
                  <a:gd name="T16" fmla="*/ 73 w 218"/>
                  <a:gd name="T17" fmla="*/ 104 h 334"/>
                  <a:gd name="T18" fmla="*/ 91 w 218"/>
                  <a:gd name="T19" fmla="*/ 88 h 334"/>
                  <a:gd name="T20" fmla="*/ 109 w 218"/>
                  <a:gd name="T21" fmla="*/ 73 h 334"/>
                  <a:gd name="T22" fmla="*/ 127 w 218"/>
                  <a:gd name="T23" fmla="*/ 60 h 334"/>
                  <a:gd name="T24" fmla="*/ 147 w 218"/>
                  <a:gd name="T25" fmla="*/ 49 h 334"/>
                  <a:gd name="T26" fmla="*/ 165 w 218"/>
                  <a:gd name="T27" fmla="*/ 37 h 334"/>
                  <a:gd name="T28" fmla="*/ 184 w 218"/>
                  <a:gd name="T29" fmla="*/ 29 h 334"/>
                  <a:gd name="T30" fmla="*/ 201 w 218"/>
                  <a:gd name="T31" fmla="*/ 19 h 334"/>
                  <a:gd name="T32" fmla="*/ 218 w 218"/>
                  <a:gd name="T33" fmla="*/ 10 h 334"/>
                  <a:gd name="T34" fmla="*/ 205 w 218"/>
                  <a:gd name="T35" fmla="*/ 5 h 334"/>
                  <a:gd name="T36" fmla="*/ 188 w 218"/>
                  <a:gd name="T37" fmla="*/ 12 h 334"/>
                  <a:gd name="T38" fmla="*/ 170 w 218"/>
                  <a:gd name="T39" fmla="*/ 22 h 334"/>
                  <a:gd name="T40" fmla="*/ 150 w 218"/>
                  <a:gd name="T41" fmla="*/ 32 h 334"/>
                  <a:gd name="T42" fmla="*/ 131 w 218"/>
                  <a:gd name="T43" fmla="*/ 44 h 334"/>
                  <a:gd name="T44" fmla="*/ 112 w 218"/>
                  <a:gd name="T45" fmla="*/ 56 h 334"/>
                  <a:gd name="T46" fmla="*/ 92 w 218"/>
                  <a:gd name="T47" fmla="*/ 71 h 334"/>
                  <a:gd name="T48" fmla="*/ 74 w 218"/>
                  <a:gd name="T49" fmla="*/ 88 h 334"/>
                  <a:gd name="T50" fmla="*/ 57 w 218"/>
                  <a:gd name="T51" fmla="*/ 105 h 334"/>
                  <a:gd name="T52" fmla="*/ 41 w 218"/>
                  <a:gd name="T53" fmla="*/ 127 h 334"/>
                  <a:gd name="T54" fmla="*/ 27 w 218"/>
                  <a:gd name="T55" fmla="*/ 149 h 334"/>
                  <a:gd name="T56" fmla="*/ 16 w 218"/>
                  <a:gd name="T57" fmla="*/ 176 h 334"/>
                  <a:gd name="T58" fmla="*/ 7 w 218"/>
                  <a:gd name="T59" fmla="*/ 205 h 334"/>
                  <a:gd name="T60" fmla="*/ 1 w 218"/>
                  <a:gd name="T61" fmla="*/ 237 h 334"/>
                  <a:gd name="T62" fmla="*/ 0 w 218"/>
                  <a:gd name="T63" fmla="*/ 273 h 334"/>
                  <a:gd name="T64" fmla="*/ 3 w 218"/>
                  <a:gd name="T65" fmla="*/ 313 h 334"/>
                  <a:gd name="T66" fmla="*/ 6 w 218"/>
                  <a:gd name="T67" fmla="*/ 334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8"/>
                  <a:gd name="T103" fmla="*/ 0 h 334"/>
                  <a:gd name="T104" fmla="*/ 218 w 218"/>
                  <a:gd name="T105" fmla="*/ 334 h 33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8" h="334">
                    <a:moveTo>
                      <a:pt x="17" y="333"/>
                    </a:moveTo>
                    <a:lnTo>
                      <a:pt x="17" y="333"/>
                    </a:lnTo>
                    <a:lnTo>
                      <a:pt x="15" y="312"/>
                    </a:lnTo>
                    <a:lnTo>
                      <a:pt x="12" y="291"/>
                    </a:lnTo>
                    <a:lnTo>
                      <a:pt x="12" y="273"/>
                    </a:lnTo>
                    <a:lnTo>
                      <a:pt x="12" y="255"/>
                    </a:lnTo>
                    <a:lnTo>
                      <a:pt x="13" y="239"/>
                    </a:lnTo>
                    <a:lnTo>
                      <a:pt x="16" y="222"/>
                    </a:lnTo>
                    <a:lnTo>
                      <a:pt x="18" y="207"/>
                    </a:lnTo>
                    <a:lnTo>
                      <a:pt x="22" y="193"/>
                    </a:lnTo>
                    <a:lnTo>
                      <a:pt x="26" y="180"/>
                    </a:lnTo>
                    <a:lnTo>
                      <a:pt x="32" y="167"/>
                    </a:lnTo>
                    <a:lnTo>
                      <a:pt x="36" y="154"/>
                    </a:lnTo>
                    <a:lnTo>
                      <a:pt x="43" y="143"/>
                    </a:lnTo>
                    <a:lnTo>
                      <a:pt x="50" y="133"/>
                    </a:lnTo>
                    <a:lnTo>
                      <a:pt x="57" y="123"/>
                    </a:lnTo>
                    <a:lnTo>
                      <a:pt x="64" y="113"/>
                    </a:lnTo>
                    <a:lnTo>
                      <a:pt x="73" y="104"/>
                    </a:lnTo>
                    <a:lnTo>
                      <a:pt x="81" y="95"/>
                    </a:lnTo>
                    <a:lnTo>
                      <a:pt x="91" y="88"/>
                    </a:lnTo>
                    <a:lnTo>
                      <a:pt x="99" y="80"/>
                    </a:lnTo>
                    <a:lnTo>
                      <a:pt x="109" y="73"/>
                    </a:lnTo>
                    <a:lnTo>
                      <a:pt x="118" y="66"/>
                    </a:lnTo>
                    <a:lnTo>
                      <a:pt x="127" y="60"/>
                    </a:lnTo>
                    <a:lnTo>
                      <a:pt x="137" y="54"/>
                    </a:lnTo>
                    <a:lnTo>
                      <a:pt x="147" y="49"/>
                    </a:lnTo>
                    <a:lnTo>
                      <a:pt x="156" y="43"/>
                    </a:lnTo>
                    <a:lnTo>
                      <a:pt x="165" y="37"/>
                    </a:lnTo>
                    <a:lnTo>
                      <a:pt x="174" y="32"/>
                    </a:lnTo>
                    <a:lnTo>
                      <a:pt x="184" y="29"/>
                    </a:lnTo>
                    <a:lnTo>
                      <a:pt x="193" y="24"/>
                    </a:lnTo>
                    <a:lnTo>
                      <a:pt x="201" y="19"/>
                    </a:lnTo>
                    <a:lnTo>
                      <a:pt x="210" y="15"/>
                    </a:lnTo>
                    <a:lnTo>
                      <a:pt x="218" y="10"/>
                    </a:lnTo>
                    <a:lnTo>
                      <a:pt x="213" y="0"/>
                    </a:lnTo>
                    <a:lnTo>
                      <a:pt x="205" y="5"/>
                    </a:lnTo>
                    <a:lnTo>
                      <a:pt x="196" y="9"/>
                    </a:lnTo>
                    <a:lnTo>
                      <a:pt x="188" y="12"/>
                    </a:lnTo>
                    <a:lnTo>
                      <a:pt x="179" y="17"/>
                    </a:lnTo>
                    <a:lnTo>
                      <a:pt x="170" y="22"/>
                    </a:lnTo>
                    <a:lnTo>
                      <a:pt x="160" y="27"/>
                    </a:lnTo>
                    <a:lnTo>
                      <a:pt x="150" y="32"/>
                    </a:lnTo>
                    <a:lnTo>
                      <a:pt x="141" y="37"/>
                    </a:lnTo>
                    <a:lnTo>
                      <a:pt x="131" y="44"/>
                    </a:lnTo>
                    <a:lnTo>
                      <a:pt x="121" y="50"/>
                    </a:lnTo>
                    <a:lnTo>
                      <a:pt x="112" y="56"/>
                    </a:lnTo>
                    <a:lnTo>
                      <a:pt x="102" y="64"/>
                    </a:lnTo>
                    <a:lnTo>
                      <a:pt x="92" y="71"/>
                    </a:lnTo>
                    <a:lnTo>
                      <a:pt x="82" y="79"/>
                    </a:lnTo>
                    <a:lnTo>
                      <a:pt x="74" y="88"/>
                    </a:lnTo>
                    <a:lnTo>
                      <a:pt x="64" y="97"/>
                    </a:lnTo>
                    <a:lnTo>
                      <a:pt x="57" y="105"/>
                    </a:lnTo>
                    <a:lnTo>
                      <a:pt x="49" y="115"/>
                    </a:lnTo>
                    <a:lnTo>
                      <a:pt x="41" y="127"/>
                    </a:lnTo>
                    <a:lnTo>
                      <a:pt x="33" y="138"/>
                    </a:lnTo>
                    <a:lnTo>
                      <a:pt x="27" y="149"/>
                    </a:lnTo>
                    <a:lnTo>
                      <a:pt x="21" y="162"/>
                    </a:lnTo>
                    <a:lnTo>
                      <a:pt x="16" y="176"/>
                    </a:lnTo>
                    <a:lnTo>
                      <a:pt x="11" y="190"/>
                    </a:lnTo>
                    <a:lnTo>
                      <a:pt x="7" y="205"/>
                    </a:lnTo>
                    <a:lnTo>
                      <a:pt x="4" y="221"/>
                    </a:lnTo>
                    <a:lnTo>
                      <a:pt x="1" y="237"/>
                    </a:lnTo>
                    <a:lnTo>
                      <a:pt x="0" y="255"/>
                    </a:lnTo>
                    <a:lnTo>
                      <a:pt x="0" y="273"/>
                    </a:lnTo>
                    <a:lnTo>
                      <a:pt x="1" y="293"/>
                    </a:lnTo>
                    <a:lnTo>
                      <a:pt x="3" y="313"/>
                    </a:lnTo>
                    <a:lnTo>
                      <a:pt x="6" y="334"/>
                    </a:lnTo>
                    <a:lnTo>
                      <a:pt x="17" y="33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5" name="Freeform 171"/>
              <p:cNvSpPr>
                <a:spLocks/>
              </p:cNvSpPr>
              <p:nvPr/>
            </p:nvSpPr>
            <p:spPr bwMode="auto">
              <a:xfrm flipH="1">
                <a:off x="1084" y="1443"/>
                <a:ext cx="119" cy="98"/>
              </a:xfrm>
              <a:custGeom>
                <a:avLst/>
                <a:gdLst>
                  <a:gd name="T0" fmla="*/ 309 w 355"/>
                  <a:gd name="T1" fmla="*/ 281 h 293"/>
                  <a:gd name="T2" fmla="*/ 287 w 355"/>
                  <a:gd name="T3" fmla="*/ 276 h 293"/>
                  <a:gd name="T4" fmla="*/ 265 w 355"/>
                  <a:gd name="T5" fmla="*/ 270 h 293"/>
                  <a:gd name="T6" fmla="*/ 244 w 355"/>
                  <a:gd name="T7" fmla="*/ 265 h 293"/>
                  <a:gd name="T8" fmla="*/ 221 w 355"/>
                  <a:gd name="T9" fmla="*/ 258 h 293"/>
                  <a:gd name="T10" fmla="*/ 198 w 355"/>
                  <a:gd name="T11" fmla="*/ 249 h 293"/>
                  <a:gd name="T12" fmla="*/ 176 w 355"/>
                  <a:gd name="T13" fmla="*/ 239 h 293"/>
                  <a:gd name="T14" fmla="*/ 153 w 355"/>
                  <a:gd name="T15" fmla="*/ 227 h 293"/>
                  <a:gd name="T16" fmla="*/ 132 w 355"/>
                  <a:gd name="T17" fmla="*/ 214 h 293"/>
                  <a:gd name="T18" fmla="*/ 112 w 355"/>
                  <a:gd name="T19" fmla="*/ 198 h 293"/>
                  <a:gd name="T20" fmla="*/ 92 w 355"/>
                  <a:gd name="T21" fmla="*/ 180 h 293"/>
                  <a:gd name="T22" fmla="*/ 73 w 355"/>
                  <a:gd name="T23" fmla="*/ 158 h 293"/>
                  <a:gd name="T24" fmla="*/ 57 w 355"/>
                  <a:gd name="T25" fmla="*/ 134 h 293"/>
                  <a:gd name="T26" fmla="*/ 43 w 355"/>
                  <a:gd name="T27" fmla="*/ 107 h 293"/>
                  <a:gd name="T28" fmla="*/ 29 w 355"/>
                  <a:gd name="T29" fmla="*/ 75 h 293"/>
                  <a:gd name="T30" fmla="*/ 20 w 355"/>
                  <a:gd name="T31" fmla="*/ 40 h 293"/>
                  <a:gd name="T32" fmla="*/ 11 w 355"/>
                  <a:gd name="T33" fmla="*/ 0 h 293"/>
                  <a:gd name="T34" fmla="*/ 4 w 355"/>
                  <a:gd name="T35" fmla="*/ 23 h 293"/>
                  <a:gd name="T36" fmla="*/ 14 w 355"/>
                  <a:gd name="T37" fmla="*/ 61 h 293"/>
                  <a:gd name="T38" fmla="*/ 26 w 355"/>
                  <a:gd name="T39" fmla="*/ 95 h 293"/>
                  <a:gd name="T40" fmla="*/ 39 w 355"/>
                  <a:gd name="T41" fmla="*/ 127 h 293"/>
                  <a:gd name="T42" fmla="*/ 56 w 355"/>
                  <a:gd name="T43" fmla="*/ 153 h 293"/>
                  <a:gd name="T44" fmla="*/ 74 w 355"/>
                  <a:gd name="T45" fmla="*/ 177 h 293"/>
                  <a:gd name="T46" fmla="*/ 93 w 355"/>
                  <a:gd name="T47" fmla="*/ 198 h 293"/>
                  <a:gd name="T48" fmla="*/ 115 w 355"/>
                  <a:gd name="T49" fmla="*/ 216 h 293"/>
                  <a:gd name="T50" fmla="*/ 137 w 355"/>
                  <a:gd name="T51" fmla="*/ 231 h 293"/>
                  <a:gd name="T52" fmla="*/ 159 w 355"/>
                  <a:gd name="T53" fmla="*/ 244 h 293"/>
                  <a:gd name="T54" fmla="*/ 182 w 355"/>
                  <a:gd name="T55" fmla="*/ 255 h 293"/>
                  <a:gd name="T56" fmla="*/ 205 w 355"/>
                  <a:gd name="T57" fmla="*/ 265 h 293"/>
                  <a:gd name="T58" fmla="*/ 229 w 355"/>
                  <a:gd name="T59" fmla="*/ 273 h 293"/>
                  <a:gd name="T60" fmla="*/ 251 w 355"/>
                  <a:gd name="T61" fmla="*/ 279 h 293"/>
                  <a:gd name="T62" fmla="*/ 274 w 355"/>
                  <a:gd name="T63" fmla="*/ 285 h 293"/>
                  <a:gd name="T64" fmla="*/ 296 w 355"/>
                  <a:gd name="T65" fmla="*/ 290 h 293"/>
                  <a:gd name="T66" fmla="*/ 308 w 355"/>
                  <a:gd name="T67" fmla="*/ 281 h 293"/>
                  <a:gd name="T68" fmla="*/ 355 w 355"/>
                  <a:gd name="T69" fmla="*/ 293 h 293"/>
                  <a:gd name="T70" fmla="*/ 308 w 355"/>
                  <a:gd name="T71" fmla="*/ 293 h 29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5"/>
                  <a:gd name="T109" fmla="*/ 0 h 293"/>
                  <a:gd name="T110" fmla="*/ 355 w 355"/>
                  <a:gd name="T111" fmla="*/ 293 h 29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5" h="293">
                    <a:moveTo>
                      <a:pt x="308" y="293"/>
                    </a:moveTo>
                    <a:lnTo>
                      <a:pt x="309" y="281"/>
                    </a:lnTo>
                    <a:lnTo>
                      <a:pt x="298" y="279"/>
                    </a:lnTo>
                    <a:lnTo>
                      <a:pt x="287" y="276"/>
                    </a:lnTo>
                    <a:lnTo>
                      <a:pt x="276" y="274"/>
                    </a:lnTo>
                    <a:lnTo>
                      <a:pt x="265" y="270"/>
                    </a:lnTo>
                    <a:lnTo>
                      <a:pt x="254" y="268"/>
                    </a:lnTo>
                    <a:lnTo>
                      <a:pt x="244" y="265"/>
                    </a:lnTo>
                    <a:lnTo>
                      <a:pt x="231" y="261"/>
                    </a:lnTo>
                    <a:lnTo>
                      <a:pt x="221" y="258"/>
                    </a:lnTo>
                    <a:lnTo>
                      <a:pt x="210" y="254"/>
                    </a:lnTo>
                    <a:lnTo>
                      <a:pt x="198" y="249"/>
                    </a:lnTo>
                    <a:lnTo>
                      <a:pt x="187" y="245"/>
                    </a:lnTo>
                    <a:lnTo>
                      <a:pt x="176" y="239"/>
                    </a:lnTo>
                    <a:lnTo>
                      <a:pt x="164" y="234"/>
                    </a:lnTo>
                    <a:lnTo>
                      <a:pt x="153" y="227"/>
                    </a:lnTo>
                    <a:lnTo>
                      <a:pt x="142" y="221"/>
                    </a:lnTo>
                    <a:lnTo>
                      <a:pt x="132" y="214"/>
                    </a:lnTo>
                    <a:lnTo>
                      <a:pt x="121" y="207"/>
                    </a:lnTo>
                    <a:lnTo>
                      <a:pt x="112" y="198"/>
                    </a:lnTo>
                    <a:lnTo>
                      <a:pt x="101" y="190"/>
                    </a:lnTo>
                    <a:lnTo>
                      <a:pt x="92" y="180"/>
                    </a:lnTo>
                    <a:lnTo>
                      <a:pt x="83" y="170"/>
                    </a:lnTo>
                    <a:lnTo>
                      <a:pt x="73" y="158"/>
                    </a:lnTo>
                    <a:lnTo>
                      <a:pt x="64" y="147"/>
                    </a:lnTo>
                    <a:lnTo>
                      <a:pt x="57" y="134"/>
                    </a:lnTo>
                    <a:lnTo>
                      <a:pt x="49" y="121"/>
                    </a:lnTo>
                    <a:lnTo>
                      <a:pt x="43" y="107"/>
                    </a:lnTo>
                    <a:lnTo>
                      <a:pt x="35" y="92"/>
                    </a:lnTo>
                    <a:lnTo>
                      <a:pt x="29" y="75"/>
                    </a:lnTo>
                    <a:lnTo>
                      <a:pt x="23" y="58"/>
                    </a:lnTo>
                    <a:lnTo>
                      <a:pt x="20" y="40"/>
                    </a:lnTo>
                    <a:lnTo>
                      <a:pt x="15" y="20"/>
                    </a:lnTo>
                    <a:lnTo>
                      <a:pt x="11" y="0"/>
                    </a:lnTo>
                    <a:lnTo>
                      <a:pt x="0" y="1"/>
                    </a:lnTo>
                    <a:lnTo>
                      <a:pt x="4" y="23"/>
                    </a:lnTo>
                    <a:lnTo>
                      <a:pt x="7" y="43"/>
                    </a:lnTo>
                    <a:lnTo>
                      <a:pt x="14" y="61"/>
                    </a:lnTo>
                    <a:lnTo>
                      <a:pt x="18" y="79"/>
                    </a:lnTo>
                    <a:lnTo>
                      <a:pt x="26" y="95"/>
                    </a:lnTo>
                    <a:lnTo>
                      <a:pt x="32" y="112"/>
                    </a:lnTo>
                    <a:lnTo>
                      <a:pt x="39" y="127"/>
                    </a:lnTo>
                    <a:lnTo>
                      <a:pt x="47" y="141"/>
                    </a:lnTo>
                    <a:lnTo>
                      <a:pt x="56" y="153"/>
                    </a:lnTo>
                    <a:lnTo>
                      <a:pt x="64" y="166"/>
                    </a:lnTo>
                    <a:lnTo>
                      <a:pt x="74" y="177"/>
                    </a:lnTo>
                    <a:lnTo>
                      <a:pt x="84" y="188"/>
                    </a:lnTo>
                    <a:lnTo>
                      <a:pt x="93" y="198"/>
                    </a:lnTo>
                    <a:lnTo>
                      <a:pt x="104" y="207"/>
                    </a:lnTo>
                    <a:lnTo>
                      <a:pt x="115" y="216"/>
                    </a:lnTo>
                    <a:lnTo>
                      <a:pt x="125" y="224"/>
                    </a:lnTo>
                    <a:lnTo>
                      <a:pt x="137" y="231"/>
                    </a:lnTo>
                    <a:lnTo>
                      <a:pt x="148" y="237"/>
                    </a:lnTo>
                    <a:lnTo>
                      <a:pt x="159" y="244"/>
                    </a:lnTo>
                    <a:lnTo>
                      <a:pt x="171" y="250"/>
                    </a:lnTo>
                    <a:lnTo>
                      <a:pt x="182" y="255"/>
                    </a:lnTo>
                    <a:lnTo>
                      <a:pt x="194" y="260"/>
                    </a:lnTo>
                    <a:lnTo>
                      <a:pt x="205" y="265"/>
                    </a:lnTo>
                    <a:lnTo>
                      <a:pt x="217" y="269"/>
                    </a:lnTo>
                    <a:lnTo>
                      <a:pt x="229" y="273"/>
                    </a:lnTo>
                    <a:lnTo>
                      <a:pt x="240" y="275"/>
                    </a:lnTo>
                    <a:lnTo>
                      <a:pt x="251" y="279"/>
                    </a:lnTo>
                    <a:lnTo>
                      <a:pt x="263" y="283"/>
                    </a:lnTo>
                    <a:lnTo>
                      <a:pt x="274" y="285"/>
                    </a:lnTo>
                    <a:lnTo>
                      <a:pt x="285" y="288"/>
                    </a:lnTo>
                    <a:lnTo>
                      <a:pt x="296" y="290"/>
                    </a:lnTo>
                    <a:lnTo>
                      <a:pt x="306" y="293"/>
                    </a:lnTo>
                    <a:lnTo>
                      <a:pt x="308" y="281"/>
                    </a:lnTo>
                    <a:lnTo>
                      <a:pt x="308" y="293"/>
                    </a:lnTo>
                    <a:lnTo>
                      <a:pt x="355" y="293"/>
                    </a:lnTo>
                    <a:lnTo>
                      <a:pt x="309" y="281"/>
                    </a:lnTo>
                    <a:lnTo>
                      <a:pt x="308" y="29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6" name="Freeform 172"/>
              <p:cNvSpPr>
                <a:spLocks/>
              </p:cNvSpPr>
              <p:nvPr/>
            </p:nvSpPr>
            <p:spPr bwMode="auto">
              <a:xfrm flipH="1">
                <a:off x="1100" y="1537"/>
                <a:ext cx="36" cy="5"/>
              </a:xfrm>
              <a:custGeom>
                <a:avLst/>
                <a:gdLst>
                  <a:gd name="T0" fmla="*/ 0 w 109"/>
                  <a:gd name="T1" fmla="*/ 12 h 17"/>
                  <a:gd name="T2" fmla="*/ 0 w 109"/>
                  <a:gd name="T3" fmla="*/ 12 h 17"/>
                  <a:gd name="T4" fmla="*/ 11 w 109"/>
                  <a:gd name="T5" fmla="*/ 14 h 17"/>
                  <a:gd name="T6" fmla="*/ 19 w 109"/>
                  <a:gd name="T7" fmla="*/ 16 h 17"/>
                  <a:gd name="T8" fmla="*/ 29 w 109"/>
                  <a:gd name="T9" fmla="*/ 16 h 17"/>
                  <a:gd name="T10" fmla="*/ 36 w 109"/>
                  <a:gd name="T11" fmla="*/ 17 h 17"/>
                  <a:gd name="T12" fmla="*/ 43 w 109"/>
                  <a:gd name="T13" fmla="*/ 17 h 17"/>
                  <a:gd name="T14" fmla="*/ 49 w 109"/>
                  <a:gd name="T15" fmla="*/ 17 h 17"/>
                  <a:gd name="T16" fmla="*/ 55 w 109"/>
                  <a:gd name="T17" fmla="*/ 17 h 17"/>
                  <a:gd name="T18" fmla="*/ 61 w 109"/>
                  <a:gd name="T19" fmla="*/ 16 h 17"/>
                  <a:gd name="T20" fmla="*/ 68 w 109"/>
                  <a:gd name="T21" fmla="*/ 16 h 17"/>
                  <a:gd name="T22" fmla="*/ 72 w 109"/>
                  <a:gd name="T23" fmla="*/ 14 h 17"/>
                  <a:gd name="T24" fmla="*/ 77 w 109"/>
                  <a:gd name="T25" fmla="*/ 14 h 17"/>
                  <a:gd name="T26" fmla="*/ 82 w 109"/>
                  <a:gd name="T27" fmla="*/ 13 h 17"/>
                  <a:gd name="T28" fmla="*/ 88 w 109"/>
                  <a:gd name="T29" fmla="*/ 13 h 17"/>
                  <a:gd name="T30" fmla="*/ 94 w 109"/>
                  <a:gd name="T31" fmla="*/ 13 h 17"/>
                  <a:gd name="T32" fmla="*/ 101 w 109"/>
                  <a:gd name="T33" fmla="*/ 12 h 17"/>
                  <a:gd name="T34" fmla="*/ 109 w 109"/>
                  <a:gd name="T35" fmla="*/ 12 h 17"/>
                  <a:gd name="T36" fmla="*/ 109 w 109"/>
                  <a:gd name="T37" fmla="*/ 0 h 17"/>
                  <a:gd name="T38" fmla="*/ 101 w 109"/>
                  <a:gd name="T39" fmla="*/ 0 h 17"/>
                  <a:gd name="T40" fmla="*/ 94 w 109"/>
                  <a:gd name="T41" fmla="*/ 0 h 17"/>
                  <a:gd name="T42" fmla="*/ 88 w 109"/>
                  <a:gd name="T43" fmla="*/ 2 h 17"/>
                  <a:gd name="T44" fmla="*/ 82 w 109"/>
                  <a:gd name="T45" fmla="*/ 2 h 17"/>
                  <a:gd name="T46" fmla="*/ 76 w 109"/>
                  <a:gd name="T47" fmla="*/ 3 h 17"/>
                  <a:gd name="T48" fmla="*/ 71 w 109"/>
                  <a:gd name="T49" fmla="*/ 3 h 17"/>
                  <a:gd name="T50" fmla="*/ 65 w 109"/>
                  <a:gd name="T51" fmla="*/ 4 h 17"/>
                  <a:gd name="T52" fmla="*/ 60 w 109"/>
                  <a:gd name="T53" fmla="*/ 4 h 17"/>
                  <a:gd name="T54" fmla="*/ 55 w 109"/>
                  <a:gd name="T55" fmla="*/ 4 h 17"/>
                  <a:gd name="T56" fmla="*/ 49 w 109"/>
                  <a:gd name="T57" fmla="*/ 5 h 17"/>
                  <a:gd name="T58" fmla="*/ 43 w 109"/>
                  <a:gd name="T59" fmla="*/ 5 h 17"/>
                  <a:gd name="T60" fmla="*/ 37 w 109"/>
                  <a:gd name="T61" fmla="*/ 4 h 17"/>
                  <a:gd name="T62" fmla="*/ 29 w 109"/>
                  <a:gd name="T63" fmla="*/ 4 h 17"/>
                  <a:gd name="T64" fmla="*/ 22 w 109"/>
                  <a:gd name="T65" fmla="*/ 3 h 17"/>
                  <a:gd name="T66" fmla="*/ 12 w 109"/>
                  <a:gd name="T67" fmla="*/ 2 h 17"/>
                  <a:gd name="T68" fmla="*/ 1 w 109"/>
                  <a:gd name="T69" fmla="*/ 0 h 17"/>
                  <a:gd name="T70" fmla="*/ 1 w 109"/>
                  <a:gd name="T71" fmla="*/ 0 h 17"/>
                  <a:gd name="T72" fmla="*/ 0 w 109"/>
                  <a:gd name="T73" fmla="*/ 12 h 1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9"/>
                  <a:gd name="T112" fmla="*/ 0 h 17"/>
                  <a:gd name="T113" fmla="*/ 109 w 109"/>
                  <a:gd name="T114" fmla="*/ 17 h 1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9" h="17">
                    <a:moveTo>
                      <a:pt x="0" y="12"/>
                    </a:moveTo>
                    <a:lnTo>
                      <a:pt x="0" y="12"/>
                    </a:lnTo>
                    <a:lnTo>
                      <a:pt x="11" y="14"/>
                    </a:lnTo>
                    <a:lnTo>
                      <a:pt x="19" y="16"/>
                    </a:lnTo>
                    <a:lnTo>
                      <a:pt x="29" y="16"/>
                    </a:lnTo>
                    <a:lnTo>
                      <a:pt x="36" y="17"/>
                    </a:lnTo>
                    <a:lnTo>
                      <a:pt x="43" y="17"/>
                    </a:lnTo>
                    <a:lnTo>
                      <a:pt x="49" y="17"/>
                    </a:lnTo>
                    <a:lnTo>
                      <a:pt x="55" y="17"/>
                    </a:lnTo>
                    <a:lnTo>
                      <a:pt x="61" y="16"/>
                    </a:lnTo>
                    <a:lnTo>
                      <a:pt x="68" y="16"/>
                    </a:lnTo>
                    <a:lnTo>
                      <a:pt x="72" y="14"/>
                    </a:lnTo>
                    <a:lnTo>
                      <a:pt x="77" y="14"/>
                    </a:lnTo>
                    <a:lnTo>
                      <a:pt x="82" y="13"/>
                    </a:lnTo>
                    <a:lnTo>
                      <a:pt x="88" y="13"/>
                    </a:lnTo>
                    <a:lnTo>
                      <a:pt x="94" y="13"/>
                    </a:lnTo>
                    <a:lnTo>
                      <a:pt x="101" y="12"/>
                    </a:lnTo>
                    <a:lnTo>
                      <a:pt x="109" y="12"/>
                    </a:lnTo>
                    <a:lnTo>
                      <a:pt x="109" y="0"/>
                    </a:lnTo>
                    <a:lnTo>
                      <a:pt x="101" y="0"/>
                    </a:lnTo>
                    <a:lnTo>
                      <a:pt x="94" y="0"/>
                    </a:lnTo>
                    <a:lnTo>
                      <a:pt x="88" y="2"/>
                    </a:lnTo>
                    <a:lnTo>
                      <a:pt x="82" y="2"/>
                    </a:lnTo>
                    <a:lnTo>
                      <a:pt x="76" y="3"/>
                    </a:lnTo>
                    <a:lnTo>
                      <a:pt x="71" y="3"/>
                    </a:lnTo>
                    <a:lnTo>
                      <a:pt x="65" y="4"/>
                    </a:lnTo>
                    <a:lnTo>
                      <a:pt x="60" y="4"/>
                    </a:lnTo>
                    <a:lnTo>
                      <a:pt x="55" y="4"/>
                    </a:lnTo>
                    <a:lnTo>
                      <a:pt x="49" y="5"/>
                    </a:lnTo>
                    <a:lnTo>
                      <a:pt x="43" y="5"/>
                    </a:lnTo>
                    <a:lnTo>
                      <a:pt x="37" y="4"/>
                    </a:lnTo>
                    <a:lnTo>
                      <a:pt x="29" y="4"/>
                    </a:lnTo>
                    <a:lnTo>
                      <a:pt x="22" y="3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7" name="Freeform 173"/>
              <p:cNvSpPr>
                <a:spLocks/>
              </p:cNvSpPr>
              <p:nvPr/>
            </p:nvSpPr>
            <p:spPr bwMode="auto">
              <a:xfrm flipH="1">
                <a:off x="1136" y="1536"/>
                <a:ext cx="79" cy="67"/>
              </a:xfrm>
              <a:custGeom>
                <a:avLst/>
                <a:gdLst>
                  <a:gd name="T0" fmla="*/ 11 w 236"/>
                  <a:gd name="T1" fmla="*/ 199 h 199"/>
                  <a:gd name="T2" fmla="*/ 11 w 236"/>
                  <a:gd name="T3" fmla="*/ 199 h 199"/>
                  <a:gd name="T4" fmla="*/ 14 w 236"/>
                  <a:gd name="T5" fmla="*/ 184 h 199"/>
                  <a:gd name="T6" fmla="*/ 18 w 236"/>
                  <a:gd name="T7" fmla="*/ 166 h 199"/>
                  <a:gd name="T8" fmla="*/ 24 w 236"/>
                  <a:gd name="T9" fmla="*/ 150 h 199"/>
                  <a:gd name="T10" fmla="*/ 33 w 236"/>
                  <a:gd name="T11" fmla="*/ 132 h 199"/>
                  <a:gd name="T12" fmla="*/ 41 w 236"/>
                  <a:gd name="T13" fmla="*/ 116 h 199"/>
                  <a:gd name="T14" fmla="*/ 51 w 236"/>
                  <a:gd name="T15" fmla="*/ 99 h 199"/>
                  <a:gd name="T16" fmla="*/ 63 w 236"/>
                  <a:gd name="T17" fmla="*/ 83 h 199"/>
                  <a:gd name="T18" fmla="*/ 76 w 236"/>
                  <a:gd name="T19" fmla="*/ 68 h 199"/>
                  <a:gd name="T20" fmla="*/ 91 w 236"/>
                  <a:gd name="T21" fmla="*/ 56 h 199"/>
                  <a:gd name="T22" fmla="*/ 108 w 236"/>
                  <a:gd name="T23" fmla="*/ 43 h 199"/>
                  <a:gd name="T24" fmla="*/ 125 w 236"/>
                  <a:gd name="T25" fmla="*/ 32 h 199"/>
                  <a:gd name="T26" fmla="*/ 144 w 236"/>
                  <a:gd name="T27" fmla="*/ 23 h 199"/>
                  <a:gd name="T28" fmla="*/ 165 w 236"/>
                  <a:gd name="T29" fmla="*/ 17 h 199"/>
                  <a:gd name="T30" fmla="*/ 186 w 236"/>
                  <a:gd name="T31" fmla="*/ 13 h 199"/>
                  <a:gd name="T32" fmla="*/ 209 w 236"/>
                  <a:gd name="T33" fmla="*/ 12 h 199"/>
                  <a:gd name="T34" fmla="*/ 235 w 236"/>
                  <a:gd name="T35" fmla="*/ 13 h 199"/>
                  <a:gd name="T36" fmla="*/ 236 w 236"/>
                  <a:gd name="T37" fmla="*/ 1 h 199"/>
                  <a:gd name="T38" fmla="*/ 209 w 236"/>
                  <a:gd name="T39" fmla="*/ 0 h 199"/>
                  <a:gd name="T40" fmla="*/ 185 w 236"/>
                  <a:gd name="T41" fmla="*/ 1 h 199"/>
                  <a:gd name="T42" fmla="*/ 162 w 236"/>
                  <a:gd name="T43" fmla="*/ 5 h 199"/>
                  <a:gd name="T44" fmla="*/ 140 w 236"/>
                  <a:gd name="T45" fmla="*/ 13 h 199"/>
                  <a:gd name="T46" fmla="*/ 120 w 236"/>
                  <a:gd name="T47" fmla="*/ 22 h 199"/>
                  <a:gd name="T48" fmla="*/ 100 w 236"/>
                  <a:gd name="T49" fmla="*/ 33 h 199"/>
                  <a:gd name="T50" fmla="*/ 83 w 236"/>
                  <a:gd name="T51" fmla="*/ 45 h 199"/>
                  <a:gd name="T52" fmla="*/ 68 w 236"/>
                  <a:gd name="T53" fmla="*/ 61 h 199"/>
                  <a:gd name="T54" fmla="*/ 54 w 236"/>
                  <a:gd name="T55" fmla="*/ 76 h 199"/>
                  <a:gd name="T56" fmla="*/ 42 w 236"/>
                  <a:gd name="T57" fmla="*/ 92 h 199"/>
                  <a:gd name="T58" fmla="*/ 31 w 236"/>
                  <a:gd name="T59" fmla="*/ 110 h 199"/>
                  <a:gd name="T60" fmla="*/ 22 w 236"/>
                  <a:gd name="T61" fmla="*/ 127 h 199"/>
                  <a:gd name="T62" fmla="*/ 14 w 236"/>
                  <a:gd name="T63" fmla="*/ 146 h 199"/>
                  <a:gd name="T64" fmla="*/ 8 w 236"/>
                  <a:gd name="T65" fmla="*/ 164 h 199"/>
                  <a:gd name="T66" fmla="*/ 2 w 236"/>
                  <a:gd name="T67" fmla="*/ 181 h 199"/>
                  <a:gd name="T68" fmla="*/ 0 w 236"/>
                  <a:gd name="T69" fmla="*/ 198 h 199"/>
                  <a:gd name="T70" fmla="*/ 0 w 236"/>
                  <a:gd name="T71" fmla="*/ 198 h 199"/>
                  <a:gd name="T72" fmla="*/ 11 w 236"/>
                  <a:gd name="T73" fmla="*/ 199 h 19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36"/>
                  <a:gd name="T112" fmla="*/ 0 h 199"/>
                  <a:gd name="T113" fmla="*/ 236 w 236"/>
                  <a:gd name="T114" fmla="*/ 199 h 19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36" h="199">
                    <a:moveTo>
                      <a:pt x="11" y="199"/>
                    </a:moveTo>
                    <a:lnTo>
                      <a:pt x="11" y="199"/>
                    </a:lnTo>
                    <a:lnTo>
                      <a:pt x="14" y="184"/>
                    </a:lnTo>
                    <a:lnTo>
                      <a:pt x="18" y="166"/>
                    </a:lnTo>
                    <a:lnTo>
                      <a:pt x="24" y="150"/>
                    </a:lnTo>
                    <a:lnTo>
                      <a:pt x="33" y="132"/>
                    </a:lnTo>
                    <a:lnTo>
                      <a:pt x="41" y="116"/>
                    </a:lnTo>
                    <a:lnTo>
                      <a:pt x="51" y="99"/>
                    </a:lnTo>
                    <a:lnTo>
                      <a:pt x="63" y="83"/>
                    </a:lnTo>
                    <a:lnTo>
                      <a:pt x="76" y="68"/>
                    </a:lnTo>
                    <a:lnTo>
                      <a:pt x="91" y="56"/>
                    </a:lnTo>
                    <a:lnTo>
                      <a:pt x="108" y="43"/>
                    </a:lnTo>
                    <a:lnTo>
                      <a:pt x="125" y="32"/>
                    </a:lnTo>
                    <a:lnTo>
                      <a:pt x="144" y="23"/>
                    </a:lnTo>
                    <a:lnTo>
                      <a:pt x="165" y="17"/>
                    </a:lnTo>
                    <a:lnTo>
                      <a:pt x="186" y="13"/>
                    </a:lnTo>
                    <a:lnTo>
                      <a:pt x="209" y="12"/>
                    </a:lnTo>
                    <a:lnTo>
                      <a:pt x="235" y="13"/>
                    </a:lnTo>
                    <a:lnTo>
                      <a:pt x="236" y="1"/>
                    </a:lnTo>
                    <a:lnTo>
                      <a:pt x="209" y="0"/>
                    </a:lnTo>
                    <a:lnTo>
                      <a:pt x="185" y="1"/>
                    </a:lnTo>
                    <a:lnTo>
                      <a:pt x="162" y="5"/>
                    </a:lnTo>
                    <a:lnTo>
                      <a:pt x="140" y="13"/>
                    </a:lnTo>
                    <a:lnTo>
                      <a:pt x="120" y="22"/>
                    </a:lnTo>
                    <a:lnTo>
                      <a:pt x="100" y="33"/>
                    </a:lnTo>
                    <a:lnTo>
                      <a:pt x="83" y="45"/>
                    </a:lnTo>
                    <a:lnTo>
                      <a:pt x="68" y="61"/>
                    </a:lnTo>
                    <a:lnTo>
                      <a:pt x="54" y="76"/>
                    </a:lnTo>
                    <a:lnTo>
                      <a:pt x="42" y="92"/>
                    </a:lnTo>
                    <a:lnTo>
                      <a:pt x="31" y="110"/>
                    </a:lnTo>
                    <a:lnTo>
                      <a:pt x="22" y="127"/>
                    </a:lnTo>
                    <a:lnTo>
                      <a:pt x="14" y="146"/>
                    </a:lnTo>
                    <a:lnTo>
                      <a:pt x="8" y="164"/>
                    </a:lnTo>
                    <a:lnTo>
                      <a:pt x="2" y="181"/>
                    </a:lnTo>
                    <a:lnTo>
                      <a:pt x="0" y="198"/>
                    </a:lnTo>
                    <a:lnTo>
                      <a:pt x="11" y="19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8" name="Freeform 174"/>
              <p:cNvSpPr>
                <a:spLocks/>
              </p:cNvSpPr>
              <p:nvPr/>
            </p:nvSpPr>
            <p:spPr bwMode="auto">
              <a:xfrm flipH="1">
                <a:off x="1126" y="1602"/>
                <a:ext cx="91" cy="121"/>
              </a:xfrm>
              <a:custGeom>
                <a:avLst/>
                <a:gdLst>
                  <a:gd name="T0" fmla="*/ 274 w 274"/>
                  <a:gd name="T1" fmla="*/ 350 h 362"/>
                  <a:gd name="T2" fmla="*/ 265 w 274"/>
                  <a:gd name="T3" fmla="*/ 348 h 362"/>
                  <a:gd name="T4" fmla="*/ 251 w 274"/>
                  <a:gd name="T5" fmla="*/ 345 h 362"/>
                  <a:gd name="T6" fmla="*/ 233 w 274"/>
                  <a:gd name="T7" fmla="*/ 341 h 362"/>
                  <a:gd name="T8" fmla="*/ 213 w 274"/>
                  <a:gd name="T9" fmla="*/ 336 h 362"/>
                  <a:gd name="T10" fmla="*/ 190 w 274"/>
                  <a:gd name="T11" fmla="*/ 330 h 362"/>
                  <a:gd name="T12" fmla="*/ 164 w 274"/>
                  <a:gd name="T13" fmla="*/ 321 h 362"/>
                  <a:gd name="T14" fmla="*/ 139 w 274"/>
                  <a:gd name="T15" fmla="*/ 310 h 362"/>
                  <a:gd name="T16" fmla="*/ 112 w 274"/>
                  <a:gd name="T17" fmla="*/ 295 h 362"/>
                  <a:gd name="T18" fmla="*/ 89 w 274"/>
                  <a:gd name="T19" fmla="*/ 276 h 362"/>
                  <a:gd name="T20" fmla="*/ 66 w 274"/>
                  <a:gd name="T21" fmla="*/ 253 h 362"/>
                  <a:gd name="T22" fmla="*/ 47 w 274"/>
                  <a:gd name="T23" fmla="*/ 227 h 362"/>
                  <a:gd name="T24" fmla="*/ 30 w 274"/>
                  <a:gd name="T25" fmla="*/ 194 h 362"/>
                  <a:gd name="T26" fmla="*/ 19 w 274"/>
                  <a:gd name="T27" fmla="*/ 157 h 362"/>
                  <a:gd name="T28" fmla="*/ 12 w 274"/>
                  <a:gd name="T29" fmla="*/ 111 h 362"/>
                  <a:gd name="T30" fmla="*/ 12 w 274"/>
                  <a:gd name="T31" fmla="*/ 61 h 362"/>
                  <a:gd name="T32" fmla="*/ 18 w 274"/>
                  <a:gd name="T33" fmla="*/ 1 h 362"/>
                  <a:gd name="T34" fmla="*/ 2 w 274"/>
                  <a:gd name="T35" fmla="*/ 31 h 362"/>
                  <a:gd name="T36" fmla="*/ 0 w 274"/>
                  <a:gd name="T37" fmla="*/ 88 h 362"/>
                  <a:gd name="T38" fmla="*/ 3 w 274"/>
                  <a:gd name="T39" fmla="*/ 137 h 362"/>
                  <a:gd name="T40" fmla="*/ 13 w 274"/>
                  <a:gd name="T41" fmla="*/ 179 h 362"/>
                  <a:gd name="T42" fmla="*/ 27 w 274"/>
                  <a:gd name="T43" fmla="*/ 217 h 362"/>
                  <a:gd name="T44" fmla="*/ 47 w 274"/>
                  <a:gd name="T45" fmla="*/ 248 h 362"/>
                  <a:gd name="T46" fmla="*/ 69 w 274"/>
                  <a:gd name="T47" fmla="*/ 274 h 362"/>
                  <a:gd name="T48" fmla="*/ 94 w 274"/>
                  <a:gd name="T49" fmla="*/ 296 h 362"/>
                  <a:gd name="T50" fmla="*/ 119 w 274"/>
                  <a:gd name="T51" fmla="*/ 313 h 362"/>
                  <a:gd name="T52" fmla="*/ 147 w 274"/>
                  <a:gd name="T53" fmla="*/ 326 h 362"/>
                  <a:gd name="T54" fmla="*/ 174 w 274"/>
                  <a:gd name="T55" fmla="*/ 336 h 362"/>
                  <a:gd name="T56" fmla="*/ 198 w 274"/>
                  <a:gd name="T57" fmla="*/ 345 h 362"/>
                  <a:gd name="T58" fmla="*/ 221 w 274"/>
                  <a:gd name="T59" fmla="*/ 350 h 362"/>
                  <a:gd name="T60" fmla="*/ 241 w 274"/>
                  <a:gd name="T61" fmla="*/ 355 h 362"/>
                  <a:gd name="T62" fmla="*/ 256 w 274"/>
                  <a:gd name="T63" fmla="*/ 358 h 362"/>
                  <a:gd name="T64" fmla="*/ 267 w 274"/>
                  <a:gd name="T65" fmla="*/ 360 h 362"/>
                  <a:gd name="T66" fmla="*/ 270 w 274"/>
                  <a:gd name="T67" fmla="*/ 362 h 3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4"/>
                  <a:gd name="T103" fmla="*/ 0 h 362"/>
                  <a:gd name="T104" fmla="*/ 274 w 274"/>
                  <a:gd name="T105" fmla="*/ 362 h 3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4" h="362">
                    <a:moveTo>
                      <a:pt x="274" y="350"/>
                    </a:moveTo>
                    <a:lnTo>
                      <a:pt x="274" y="350"/>
                    </a:lnTo>
                    <a:lnTo>
                      <a:pt x="270" y="349"/>
                    </a:lnTo>
                    <a:lnTo>
                      <a:pt x="265" y="348"/>
                    </a:lnTo>
                    <a:lnTo>
                      <a:pt x="259" y="346"/>
                    </a:lnTo>
                    <a:lnTo>
                      <a:pt x="251" y="345"/>
                    </a:lnTo>
                    <a:lnTo>
                      <a:pt x="243" y="343"/>
                    </a:lnTo>
                    <a:lnTo>
                      <a:pt x="233" y="341"/>
                    </a:lnTo>
                    <a:lnTo>
                      <a:pt x="224" y="339"/>
                    </a:lnTo>
                    <a:lnTo>
                      <a:pt x="213" y="336"/>
                    </a:lnTo>
                    <a:lnTo>
                      <a:pt x="202" y="334"/>
                    </a:lnTo>
                    <a:lnTo>
                      <a:pt x="190" y="330"/>
                    </a:lnTo>
                    <a:lnTo>
                      <a:pt x="176" y="326"/>
                    </a:lnTo>
                    <a:lnTo>
                      <a:pt x="164" y="321"/>
                    </a:lnTo>
                    <a:lnTo>
                      <a:pt x="152" y="316"/>
                    </a:lnTo>
                    <a:lnTo>
                      <a:pt x="139" y="310"/>
                    </a:lnTo>
                    <a:lnTo>
                      <a:pt x="126" y="302"/>
                    </a:lnTo>
                    <a:lnTo>
                      <a:pt x="112" y="295"/>
                    </a:lnTo>
                    <a:lnTo>
                      <a:pt x="100" y="286"/>
                    </a:lnTo>
                    <a:lnTo>
                      <a:pt x="89" y="276"/>
                    </a:lnTo>
                    <a:lnTo>
                      <a:pt x="77" y="266"/>
                    </a:lnTo>
                    <a:lnTo>
                      <a:pt x="66" y="253"/>
                    </a:lnTo>
                    <a:lnTo>
                      <a:pt x="55" y="241"/>
                    </a:lnTo>
                    <a:lnTo>
                      <a:pt x="47" y="227"/>
                    </a:lnTo>
                    <a:lnTo>
                      <a:pt x="37" y="212"/>
                    </a:lnTo>
                    <a:lnTo>
                      <a:pt x="30" y="194"/>
                    </a:lnTo>
                    <a:lnTo>
                      <a:pt x="24" y="177"/>
                    </a:lnTo>
                    <a:lnTo>
                      <a:pt x="19" y="157"/>
                    </a:lnTo>
                    <a:lnTo>
                      <a:pt x="14" y="135"/>
                    </a:lnTo>
                    <a:lnTo>
                      <a:pt x="12" y="111"/>
                    </a:lnTo>
                    <a:lnTo>
                      <a:pt x="11" y="88"/>
                    </a:lnTo>
                    <a:lnTo>
                      <a:pt x="12" y="61"/>
                    </a:lnTo>
                    <a:lnTo>
                      <a:pt x="13" y="32"/>
                    </a:lnTo>
                    <a:lnTo>
                      <a:pt x="18" y="1"/>
                    </a:lnTo>
                    <a:lnTo>
                      <a:pt x="7" y="0"/>
                    </a:lnTo>
                    <a:lnTo>
                      <a:pt x="2" y="31"/>
                    </a:lnTo>
                    <a:lnTo>
                      <a:pt x="0" y="60"/>
                    </a:lnTo>
                    <a:lnTo>
                      <a:pt x="0" y="88"/>
                    </a:lnTo>
                    <a:lnTo>
                      <a:pt x="1" y="113"/>
                    </a:lnTo>
                    <a:lnTo>
                      <a:pt x="3" y="137"/>
                    </a:lnTo>
                    <a:lnTo>
                      <a:pt x="7" y="159"/>
                    </a:lnTo>
                    <a:lnTo>
                      <a:pt x="13" y="179"/>
                    </a:lnTo>
                    <a:lnTo>
                      <a:pt x="20" y="199"/>
                    </a:lnTo>
                    <a:lnTo>
                      <a:pt x="27" y="217"/>
                    </a:lnTo>
                    <a:lnTo>
                      <a:pt x="37" y="233"/>
                    </a:lnTo>
                    <a:lnTo>
                      <a:pt x="47" y="248"/>
                    </a:lnTo>
                    <a:lnTo>
                      <a:pt x="58" y="261"/>
                    </a:lnTo>
                    <a:lnTo>
                      <a:pt x="69" y="274"/>
                    </a:lnTo>
                    <a:lnTo>
                      <a:pt x="82" y="286"/>
                    </a:lnTo>
                    <a:lnTo>
                      <a:pt x="94" y="296"/>
                    </a:lnTo>
                    <a:lnTo>
                      <a:pt x="107" y="305"/>
                    </a:lnTo>
                    <a:lnTo>
                      <a:pt x="119" y="313"/>
                    </a:lnTo>
                    <a:lnTo>
                      <a:pt x="134" y="320"/>
                    </a:lnTo>
                    <a:lnTo>
                      <a:pt x="147" y="326"/>
                    </a:lnTo>
                    <a:lnTo>
                      <a:pt x="161" y="333"/>
                    </a:lnTo>
                    <a:lnTo>
                      <a:pt x="174" y="336"/>
                    </a:lnTo>
                    <a:lnTo>
                      <a:pt x="186" y="341"/>
                    </a:lnTo>
                    <a:lnTo>
                      <a:pt x="198" y="345"/>
                    </a:lnTo>
                    <a:lnTo>
                      <a:pt x="210" y="348"/>
                    </a:lnTo>
                    <a:lnTo>
                      <a:pt x="221" y="350"/>
                    </a:lnTo>
                    <a:lnTo>
                      <a:pt x="231" y="353"/>
                    </a:lnTo>
                    <a:lnTo>
                      <a:pt x="241" y="355"/>
                    </a:lnTo>
                    <a:lnTo>
                      <a:pt x="249" y="357"/>
                    </a:lnTo>
                    <a:lnTo>
                      <a:pt x="256" y="358"/>
                    </a:lnTo>
                    <a:lnTo>
                      <a:pt x="262" y="359"/>
                    </a:lnTo>
                    <a:lnTo>
                      <a:pt x="267" y="360"/>
                    </a:lnTo>
                    <a:lnTo>
                      <a:pt x="270" y="362"/>
                    </a:lnTo>
                    <a:lnTo>
                      <a:pt x="274" y="35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9" name="Freeform 175"/>
              <p:cNvSpPr>
                <a:spLocks/>
              </p:cNvSpPr>
              <p:nvPr/>
            </p:nvSpPr>
            <p:spPr bwMode="auto">
              <a:xfrm flipH="1">
                <a:off x="1124" y="1719"/>
                <a:ext cx="70" cy="15"/>
              </a:xfrm>
              <a:custGeom>
                <a:avLst/>
                <a:gdLst>
                  <a:gd name="T0" fmla="*/ 4 w 211"/>
                  <a:gd name="T1" fmla="*/ 45 h 45"/>
                  <a:gd name="T2" fmla="*/ 4 w 211"/>
                  <a:gd name="T3" fmla="*/ 45 h 45"/>
                  <a:gd name="T4" fmla="*/ 19 w 211"/>
                  <a:gd name="T5" fmla="*/ 39 h 45"/>
                  <a:gd name="T6" fmla="*/ 35 w 211"/>
                  <a:gd name="T7" fmla="*/ 34 h 45"/>
                  <a:gd name="T8" fmla="*/ 52 w 211"/>
                  <a:gd name="T9" fmla="*/ 30 h 45"/>
                  <a:gd name="T10" fmla="*/ 71 w 211"/>
                  <a:gd name="T11" fmla="*/ 27 h 45"/>
                  <a:gd name="T12" fmla="*/ 89 w 211"/>
                  <a:gd name="T13" fmla="*/ 25 h 45"/>
                  <a:gd name="T14" fmla="*/ 107 w 211"/>
                  <a:gd name="T15" fmla="*/ 23 h 45"/>
                  <a:gd name="T16" fmla="*/ 127 w 211"/>
                  <a:gd name="T17" fmla="*/ 22 h 45"/>
                  <a:gd name="T18" fmla="*/ 144 w 211"/>
                  <a:gd name="T19" fmla="*/ 22 h 45"/>
                  <a:gd name="T20" fmla="*/ 159 w 211"/>
                  <a:gd name="T21" fmla="*/ 20 h 45"/>
                  <a:gd name="T22" fmla="*/ 175 w 211"/>
                  <a:gd name="T23" fmla="*/ 20 h 45"/>
                  <a:gd name="T24" fmla="*/ 187 w 211"/>
                  <a:gd name="T25" fmla="*/ 20 h 45"/>
                  <a:gd name="T26" fmla="*/ 198 w 211"/>
                  <a:gd name="T27" fmla="*/ 19 h 45"/>
                  <a:gd name="T28" fmla="*/ 205 w 211"/>
                  <a:gd name="T29" fmla="*/ 18 h 45"/>
                  <a:gd name="T30" fmla="*/ 211 w 211"/>
                  <a:gd name="T31" fmla="*/ 15 h 45"/>
                  <a:gd name="T32" fmla="*/ 211 w 211"/>
                  <a:gd name="T33" fmla="*/ 5 h 45"/>
                  <a:gd name="T34" fmla="*/ 205 w 211"/>
                  <a:gd name="T35" fmla="*/ 0 h 45"/>
                  <a:gd name="T36" fmla="*/ 201 w 211"/>
                  <a:gd name="T37" fmla="*/ 12 h 45"/>
                  <a:gd name="T38" fmla="*/ 204 w 211"/>
                  <a:gd name="T39" fmla="*/ 13 h 45"/>
                  <a:gd name="T40" fmla="*/ 204 w 211"/>
                  <a:gd name="T41" fmla="*/ 7 h 45"/>
                  <a:gd name="T42" fmla="*/ 203 w 211"/>
                  <a:gd name="T43" fmla="*/ 7 h 45"/>
                  <a:gd name="T44" fmla="*/ 197 w 211"/>
                  <a:gd name="T45" fmla="*/ 8 h 45"/>
                  <a:gd name="T46" fmla="*/ 187 w 211"/>
                  <a:gd name="T47" fmla="*/ 8 h 45"/>
                  <a:gd name="T48" fmla="*/ 175 w 211"/>
                  <a:gd name="T49" fmla="*/ 9 h 45"/>
                  <a:gd name="T50" fmla="*/ 159 w 211"/>
                  <a:gd name="T51" fmla="*/ 9 h 45"/>
                  <a:gd name="T52" fmla="*/ 144 w 211"/>
                  <a:gd name="T53" fmla="*/ 9 h 45"/>
                  <a:gd name="T54" fmla="*/ 126 w 211"/>
                  <a:gd name="T55" fmla="*/ 10 h 45"/>
                  <a:gd name="T56" fmla="*/ 107 w 211"/>
                  <a:gd name="T57" fmla="*/ 12 h 45"/>
                  <a:gd name="T58" fmla="*/ 88 w 211"/>
                  <a:gd name="T59" fmla="*/ 13 h 45"/>
                  <a:gd name="T60" fmla="*/ 69 w 211"/>
                  <a:gd name="T61" fmla="*/ 15 h 45"/>
                  <a:gd name="T62" fmla="*/ 49 w 211"/>
                  <a:gd name="T63" fmla="*/ 19 h 45"/>
                  <a:gd name="T64" fmla="*/ 31 w 211"/>
                  <a:gd name="T65" fmla="*/ 23 h 45"/>
                  <a:gd name="T66" fmla="*/ 15 w 211"/>
                  <a:gd name="T67" fmla="*/ 28 h 45"/>
                  <a:gd name="T68" fmla="*/ 0 w 211"/>
                  <a:gd name="T69" fmla="*/ 34 h 45"/>
                  <a:gd name="T70" fmla="*/ 0 w 211"/>
                  <a:gd name="T71" fmla="*/ 34 h 45"/>
                  <a:gd name="T72" fmla="*/ 4 w 211"/>
                  <a:gd name="T73" fmla="*/ 45 h 4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11"/>
                  <a:gd name="T112" fmla="*/ 0 h 45"/>
                  <a:gd name="T113" fmla="*/ 211 w 211"/>
                  <a:gd name="T114" fmla="*/ 45 h 4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11" h="45">
                    <a:moveTo>
                      <a:pt x="4" y="45"/>
                    </a:moveTo>
                    <a:lnTo>
                      <a:pt x="4" y="45"/>
                    </a:lnTo>
                    <a:lnTo>
                      <a:pt x="19" y="39"/>
                    </a:lnTo>
                    <a:lnTo>
                      <a:pt x="35" y="34"/>
                    </a:lnTo>
                    <a:lnTo>
                      <a:pt x="52" y="30"/>
                    </a:lnTo>
                    <a:lnTo>
                      <a:pt x="71" y="27"/>
                    </a:lnTo>
                    <a:lnTo>
                      <a:pt x="89" y="25"/>
                    </a:lnTo>
                    <a:lnTo>
                      <a:pt x="107" y="23"/>
                    </a:lnTo>
                    <a:lnTo>
                      <a:pt x="127" y="22"/>
                    </a:lnTo>
                    <a:lnTo>
                      <a:pt x="144" y="22"/>
                    </a:lnTo>
                    <a:lnTo>
                      <a:pt x="159" y="20"/>
                    </a:lnTo>
                    <a:lnTo>
                      <a:pt x="175" y="20"/>
                    </a:lnTo>
                    <a:lnTo>
                      <a:pt x="187" y="20"/>
                    </a:lnTo>
                    <a:lnTo>
                      <a:pt x="198" y="19"/>
                    </a:lnTo>
                    <a:lnTo>
                      <a:pt x="205" y="18"/>
                    </a:lnTo>
                    <a:lnTo>
                      <a:pt x="211" y="15"/>
                    </a:lnTo>
                    <a:lnTo>
                      <a:pt x="211" y="5"/>
                    </a:lnTo>
                    <a:lnTo>
                      <a:pt x="205" y="0"/>
                    </a:lnTo>
                    <a:lnTo>
                      <a:pt x="201" y="12"/>
                    </a:lnTo>
                    <a:lnTo>
                      <a:pt x="204" y="13"/>
                    </a:lnTo>
                    <a:lnTo>
                      <a:pt x="204" y="7"/>
                    </a:lnTo>
                    <a:lnTo>
                      <a:pt x="203" y="7"/>
                    </a:lnTo>
                    <a:lnTo>
                      <a:pt x="197" y="8"/>
                    </a:lnTo>
                    <a:lnTo>
                      <a:pt x="187" y="8"/>
                    </a:lnTo>
                    <a:lnTo>
                      <a:pt x="175" y="9"/>
                    </a:lnTo>
                    <a:lnTo>
                      <a:pt x="159" y="9"/>
                    </a:lnTo>
                    <a:lnTo>
                      <a:pt x="144" y="9"/>
                    </a:lnTo>
                    <a:lnTo>
                      <a:pt x="126" y="10"/>
                    </a:lnTo>
                    <a:lnTo>
                      <a:pt x="107" y="12"/>
                    </a:lnTo>
                    <a:lnTo>
                      <a:pt x="88" y="13"/>
                    </a:lnTo>
                    <a:lnTo>
                      <a:pt x="69" y="15"/>
                    </a:lnTo>
                    <a:lnTo>
                      <a:pt x="49" y="19"/>
                    </a:lnTo>
                    <a:lnTo>
                      <a:pt x="31" y="23"/>
                    </a:lnTo>
                    <a:lnTo>
                      <a:pt x="15" y="28"/>
                    </a:lnTo>
                    <a:lnTo>
                      <a:pt x="0" y="34"/>
                    </a:lnTo>
                    <a:lnTo>
                      <a:pt x="4" y="4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0" name="Freeform 176"/>
              <p:cNvSpPr>
                <a:spLocks/>
              </p:cNvSpPr>
              <p:nvPr/>
            </p:nvSpPr>
            <p:spPr bwMode="auto">
              <a:xfrm flipH="1">
                <a:off x="1193" y="1730"/>
                <a:ext cx="55" cy="86"/>
              </a:xfrm>
              <a:custGeom>
                <a:avLst/>
                <a:gdLst>
                  <a:gd name="T0" fmla="*/ 12 w 165"/>
                  <a:gd name="T1" fmla="*/ 257 h 257"/>
                  <a:gd name="T2" fmla="*/ 12 w 165"/>
                  <a:gd name="T3" fmla="*/ 257 h 257"/>
                  <a:gd name="T4" fmla="*/ 15 w 165"/>
                  <a:gd name="T5" fmla="*/ 231 h 257"/>
                  <a:gd name="T6" fmla="*/ 19 w 165"/>
                  <a:gd name="T7" fmla="*/ 210 h 257"/>
                  <a:gd name="T8" fmla="*/ 23 w 165"/>
                  <a:gd name="T9" fmla="*/ 189 h 257"/>
                  <a:gd name="T10" fmla="*/ 27 w 165"/>
                  <a:gd name="T11" fmla="*/ 170 h 257"/>
                  <a:gd name="T12" fmla="*/ 31 w 165"/>
                  <a:gd name="T13" fmla="*/ 152 h 257"/>
                  <a:gd name="T14" fmla="*/ 36 w 165"/>
                  <a:gd name="T15" fmla="*/ 136 h 257"/>
                  <a:gd name="T16" fmla="*/ 42 w 165"/>
                  <a:gd name="T17" fmla="*/ 122 h 257"/>
                  <a:gd name="T18" fmla="*/ 49 w 165"/>
                  <a:gd name="T19" fmla="*/ 108 h 257"/>
                  <a:gd name="T20" fmla="*/ 57 w 165"/>
                  <a:gd name="T21" fmla="*/ 94 h 257"/>
                  <a:gd name="T22" fmla="*/ 66 w 165"/>
                  <a:gd name="T23" fmla="*/ 83 h 257"/>
                  <a:gd name="T24" fmla="*/ 77 w 165"/>
                  <a:gd name="T25" fmla="*/ 71 h 257"/>
                  <a:gd name="T26" fmla="*/ 90 w 165"/>
                  <a:gd name="T27" fmla="*/ 59 h 257"/>
                  <a:gd name="T28" fmla="*/ 105 w 165"/>
                  <a:gd name="T29" fmla="*/ 48 h 257"/>
                  <a:gd name="T30" fmla="*/ 123 w 165"/>
                  <a:gd name="T31" fmla="*/ 35 h 257"/>
                  <a:gd name="T32" fmla="*/ 144 w 165"/>
                  <a:gd name="T33" fmla="*/ 24 h 257"/>
                  <a:gd name="T34" fmla="*/ 165 w 165"/>
                  <a:gd name="T35" fmla="*/ 11 h 257"/>
                  <a:gd name="T36" fmla="*/ 161 w 165"/>
                  <a:gd name="T37" fmla="*/ 0 h 257"/>
                  <a:gd name="T38" fmla="*/ 138 w 165"/>
                  <a:gd name="T39" fmla="*/ 14 h 257"/>
                  <a:gd name="T40" fmla="*/ 117 w 165"/>
                  <a:gd name="T41" fmla="*/ 25 h 257"/>
                  <a:gd name="T42" fmla="*/ 99 w 165"/>
                  <a:gd name="T43" fmla="*/ 38 h 257"/>
                  <a:gd name="T44" fmla="*/ 83 w 165"/>
                  <a:gd name="T45" fmla="*/ 50 h 257"/>
                  <a:gd name="T46" fmla="*/ 69 w 165"/>
                  <a:gd name="T47" fmla="*/ 63 h 257"/>
                  <a:gd name="T48" fmla="*/ 58 w 165"/>
                  <a:gd name="T49" fmla="*/ 76 h 257"/>
                  <a:gd name="T50" fmla="*/ 48 w 165"/>
                  <a:gd name="T51" fmla="*/ 88 h 257"/>
                  <a:gd name="T52" fmla="*/ 40 w 165"/>
                  <a:gd name="T53" fmla="*/ 102 h 257"/>
                  <a:gd name="T54" fmla="*/ 31 w 165"/>
                  <a:gd name="T55" fmla="*/ 117 h 257"/>
                  <a:gd name="T56" fmla="*/ 26 w 165"/>
                  <a:gd name="T57" fmla="*/ 132 h 257"/>
                  <a:gd name="T58" fmla="*/ 20 w 165"/>
                  <a:gd name="T59" fmla="*/ 149 h 257"/>
                  <a:gd name="T60" fmla="*/ 15 w 165"/>
                  <a:gd name="T61" fmla="*/ 167 h 257"/>
                  <a:gd name="T62" fmla="*/ 12 w 165"/>
                  <a:gd name="T63" fmla="*/ 186 h 257"/>
                  <a:gd name="T64" fmla="*/ 8 w 165"/>
                  <a:gd name="T65" fmla="*/ 208 h 257"/>
                  <a:gd name="T66" fmla="*/ 4 w 165"/>
                  <a:gd name="T67" fmla="*/ 230 h 257"/>
                  <a:gd name="T68" fmla="*/ 0 w 165"/>
                  <a:gd name="T69" fmla="*/ 255 h 257"/>
                  <a:gd name="T70" fmla="*/ 0 w 165"/>
                  <a:gd name="T71" fmla="*/ 255 h 257"/>
                  <a:gd name="T72" fmla="*/ 12 w 165"/>
                  <a:gd name="T73" fmla="*/ 257 h 2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5"/>
                  <a:gd name="T112" fmla="*/ 0 h 257"/>
                  <a:gd name="T113" fmla="*/ 165 w 165"/>
                  <a:gd name="T114" fmla="*/ 257 h 25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5" h="257">
                    <a:moveTo>
                      <a:pt x="12" y="257"/>
                    </a:moveTo>
                    <a:lnTo>
                      <a:pt x="12" y="257"/>
                    </a:lnTo>
                    <a:lnTo>
                      <a:pt x="15" y="231"/>
                    </a:lnTo>
                    <a:lnTo>
                      <a:pt x="19" y="210"/>
                    </a:lnTo>
                    <a:lnTo>
                      <a:pt x="23" y="189"/>
                    </a:lnTo>
                    <a:lnTo>
                      <a:pt x="27" y="170"/>
                    </a:lnTo>
                    <a:lnTo>
                      <a:pt x="31" y="152"/>
                    </a:lnTo>
                    <a:lnTo>
                      <a:pt x="36" y="136"/>
                    </a:lnTo>
                    <a:lnTo>
                      <a:pt x="42" y="122"/>
                    </a:lnTo>
                    <a:lnTo>
                      <a:pt x="49" y="108"/>
                    </a:lnTo>
                    <a:lnTo>
                      <a:pt x="57" y="94"/>
                    </a:lnTo>
                    <a:lnTo>
                      <a:pt x="66" y="83"/>
                    </a:lnTo>
                    <a:lnTo>
                      <a:pt x="77" y="71"/>
                    </a:lnTo>
                    <a:lnTo>
                      <a:pt x="90" y="59"/>
                    </a:lnTo>
                    <a:lnTo>
                      <a:pt x="105" y="48"/>
                    </a:lnTo>
                    <a:lnTo>
                      <a:pt x="123" y="35"/>
                    </a:lnTo>
                    <a:lnTo>
                      <a:pt x="144" y="24"/>
                    </a:lnTo>
                    <a:lnTo>
                      <a:pt x="165" y="11"/>
                    </a:lnTo>
                    <a:lnTo>
                      <a:pt x="161" y="0"/>
                    </a:lnTo>
                    <a:lnTo>
                      <a:pt x="138" y="14"/>
                    </a:lnTo>
                    <a:lnTo>
                      <a:pt x="117" y="25"/>
                    </a:lnTo>
                    <a:lnTo>
                      <a:pt x="99" y="38"/>
                    </a:lnTo>
                    <a:lnTo>
                      <a:pt x="83" y="50"/>
                    </a:lnTo>
                    <a:lnTo>
                      <a:pt x="69" y="63"/>
                    </a:lnTo>
                    <a:lnTo>
                      <a:pt x="58" y="76"/>
                    </a:lnTo>
                    <a:lnTo>
                      <a:pt x="48" y="88"/>
                    </a:lnTo>
                    <a:lnTo>
                      <a:pt x="40" y="102"/>
                    </a:lnTo>
                    <a:lnTo>
                      <a:pt x="31" y="117"/>
                    </a:lnTo>
                    <a:lnTo>
                      <a:pt x="26" y="132"/>
                    </a:lnTo>
                    <a:lnTo>
                      <a:pt x="20" y="149"/>
                    </a:lnTo>
                    <a:lnTo>
                      <a:pt x="15" y="167"/>
                    </a:lnTo>
                    <a:lnTo>
                      <a:pt x="12" y="186"/>
                    </a:lnTo>
                    <a:lnTo>
                      <a:pt x="8" y="208"/>
                    </a:lnTo>
                    <a:lnTo>
                      <a:pt x="4" y="230"/>
                    </a:lnTo>
                    <a:lnTo>
                      <a:pt x="0" y="255"/>
                    </a:lnTo>
                    <a:lnTo>
                      <a:pt x="12" y="25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1" name="Freeform 177"/>
              <p:cNvSpPr>
                <a:spLocks/>
              </p:cNvSpPr>
              <p:nvPr/>
            </p:nvSpPr>
            <p:spPr bwMode="auto">
              <a:xfrm flipH="1">
                <a:off x="1135" y="1815"/>
                <a:ext cx="115" cy="179"/>
              </a:xfrm>
              <a:custGeom>
                <a:avLst/>
                <a:gdLst>
                  <a:gd name="T0" fmla="*/ 343 w 343"/>
                  <a:gd name="T1" fmla="*/ 526 h 536"/>
                  <a:gd name="T2" fmla="*/ 335 w 343"/>
                  <a:gd name="T3" fmla="*/ 521 h 536"/>
                  <a:gd name="T4" fmla="*/ 319 w 343"/>
                  <a:gd name="T5" fmla="*/ 514 h 536"/>
                  <a:gd name="T6" fmla="*/ 299 w 343"/>
                  <a:gd name="T7" fmla="*/ 504 h 536"/>
                  <a:gd name="T8" fmla="*/ 273 w 343"/>
                  <a:gd name="T9" fmla="*/ 492 h 536"/>
                  <a:gd name="T10" fmla="*/ 245 w 343"/>
                  <a:gd name="T11" fmla="*/ 476 h 536"/>
                  <a:gd name="T12" fmla="*/ 214 w 343"/>
                  <a:gd name="T13" fmla="*/ 454 h 536"/>
                  <a:gd name="T14" fmla="*/ 181 w 343"/>
                  <a:gd name="T15" fmla="*/ 430 h 536"/>
                  <a:gd name="T16" fmla="*/ 148 w 343"/>
                  <a:gd name="T17" fmla="*/ 403 h 536"/>
                  <a:gd name="T18" fmla="*/ 117 w 343"/>
                  <a:gd name="T19" fmla="*/ 370 h 536"/>
                  <a:gd name="T20" fmla="*/ 88 w 343"/>
                  <a:gd name="T21" fmla="*/ 332 h 536"/>
                  <a:gd name="T22" fmla="*/ 61 w 343"/>
                  <a:gd name="T23" fmla="*/ 291 h 536"/>
                  <a:gd name="T24" fmla="*/ 40 w 343"/>
                  <a:gd name="T25" fmla="*/ 244 h 536"/>
                  <a:gd name="T26" fmla="*/ 24 w 343"/>
                  <a:gd name="T27" fmla="*/ 191 h 536"/>
                  <a:gd name="T28" fmla="*/ 13 w 343"/>
                  <a:gd name="T29" fmla="*/ 134 h 536"/>
                  <a:gd name="T30" fmla="*/ 10 w 343"/>
                  <a:gd name="T31" fmla="*/ 71 h 536"/>
                  <a:gd name="T32" fmla="*/ 18 w 343"/>
                  <a:gd name="T33" fmla="*/ 2 h 536"/>
                  <a:gd name="T34" fmla="*/ 2 w 343"/>
                  <a:gd name="T35" fmla="*/ 36 h 536"/>
                  <a:gd name="T36" fmla="*/ 0 w 343"/>
                  <a:gd name="T37" fmla="*/ 103 h 536"/>
                  <a:gd name="T38" fmla="*/ 7 w 343"/>
                  <a:gd name="T39" fmla="*/ 165 h 536"/>
                  <a:gd name="T40" fmla="*/ 20 w 343"/>
                  <a:gd name="T41" fmla="*/ 222 h 536"/>
                  <a:gd name="T42" fmla="*/ 40 w 343"/>
                  <a:gd name="T43" fmla="*/ 273 h 536"/>
                  <a:gd name="T44" fmla="*/ 65 w 343"/>
                  <a:gd name="T45" fmla="*/ 318 h 536"/>
                  <a:gd name="T46" fmla="*/ 94 w 343"/>
                  <a:gd name="T47" fmla="*/ 359 h 536"/>
                  <a:gd name="T48" fmla="*/ 125 w 343"/>
                  <a:gd name="T49" fmla="*/ 395 h 536"/>
                  <a:gd name="T50" fmla="*/ 158 w 343"/>
                  <a:gd name="T51" fmla="*/ 425 h 536"/>
                  <a:gd name="T52" fmla="*/ 191 w 343"/>
                  <a:gd name="T53" fmla="*/ 453 h 536"/>
                  <a:gd name="T54" fmla="*/ 224 w 343"/>
                  <a:gd name="T55" fmla="*/ 476 h 536"/>
                  <a:gd name="T56" fmla="*/ 254 w 343"/>
                  <a:gd name="T57" fmla="*/ 494 h 536"/>
                  <a:gd name="T58" fmla="*/ 282 w 343"/>
                  <a:gd name="T59" fmla="*/ 508 h 536"/>
                  <a:gd name="T60" fmla="*/ 305 w 343"/>
                  <a:gd name="T61" fmla="*/ 521 h 536"/>
                  <a:gd name="T62" fmla="*/ 323 w 343"/>
                  <a:gd name="T63" fmla="*/ 528 h 536"/>
                  <a:gd name="T64" fmla="*/ 335 w 343"/>
                  <a:gd name="T65" fmla="*/ 535 h 536"/>
                  <a:gd name="T66" fmla="*/ 337 w 343"/>
                  <a:gd name="T67" fmla="*/ 536 h 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43"/>
                  <a:gd name="T103" fmla="*/ 0 h 536"/>
                  <a:gd name="T104" fmla="*/ 343 w 343"/>
                  <a:gd name="T105" fmla="*/ 536 h 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43" h="536">
                    <a:moveTo>
                      <a:pt x="343" y="526"/>
                    </a:moveTo>
                    <a:lnTo>
                      <a:pt x="343" y="526"/>
                    </a:lnTo>
                    <a:lnTo>
                      <a:pt x="340" y="523"/>
                    </a:lnTo>
                    <a:lnTo>
                      <a:pt x="335" y="521"/>
                    </a:lnTo>
                    <a:lnTo>
                      <a:pt x="328" y="518"/>
                    </a:lnTo>
                    <a:lnTo>
                      <a:pt x="319" y="514"/>
                    </a:lnTo>
                    <a:lnTo>
                      <a:pt x="309" y="509"/>
                    </a:lnTo>
                    <a:lnTo>
                      <a:pt x="299" y="504"/>
                    </a:lnTo>
                    <a:lnTo>
                      <a:pt x="286" y="498"/>
                    </a:lnTo>
                    <a:lnTo>
                      <a:pt x="273" y="492"/>
                    </a:lnTo>
                    <a:lnTo>
                      <a:pt x="260" y="484"/>
                    </a:lnTo>
                    <a:lnTo>
                      <a:pt x="245" y="476"/>
                    </a:lnTo>
                    <a:lnTo>
                      <a:pt x="230" y="465"/>
                    </a:lnTo>
                    <a:lnTo>
                      <a:pt x="214" y="454"/>
                    </a:lnTo>
                    <a:lnTo>
                      <a:pt x="197" y="443"/>
                    </a:lnTo>
                    <a:lnTo>
                      <a:pt x="181" y="430"/>
                    </a:lnTo>
                    <a:lnTo>
                      <a:pt x="165" y="416"/>
                    </a:lnTo>
                    <a:lnTo>
                      <a:pt x="148" y="403"/>
                    </a:lnTo>
                    <a:lnTo>
                      <a:pt x="133" y="386"/>
                    </a:lnTo>
                    <a:lnTo>
                      <a:pt x="117" y="370"/>
                    </a:lnTo>
                    <a:lnTo>
                      <a:pt x="102" y="351"/>
                    </a:lnTo>
                    <a:lnTo>
                      <a:pt x="88" y="332"/>
                    </a:lnTo>
                    <a:lnTo>
                      <a:pt x="75" y="312"/>
                    </a:lnTo>
                    <a:lnTo>
                      <a:pt x="61" y="291"/>
                    </a:lnTo>
                    <a:lnTo>
                      <a:pt x="50" y="268"/>
                    </a:lnTo>
                    <a:lnTo>
                      <a:pt x="40" y="244"/>
                    </a:lnTo>
                    <a:lnTo>
                      <a:pt x="31" y="219"/>
                    </a:lnTo>
                    <a:lnTo>
                      <a:pt x="24" y="191"/>
                    </a:lnTo>
                    <a:lnTo>
                      <a:pt x="18" y="163"/>
                    </a:lnTo>
                    <a:lnTo>
                      <a:pt x="13" y="134"/>
                    </a:lnTo>
                    <a:lnTo>
                      <a:pt x="12" y="103"/>
                    </a:lnTo>
                    <a:lnTo>
                      <a:pt x="10" y="71"/>
                    </a:lnTo>
                    <a:lnTo>
                      <a:pt x="13" y="37"/>
                    </a:lnTo>
                    <a:lnTo>
                      <a:pt x="18" y="2"/>
                    </a:lnTo>
                    <a:lnTo>
                      <a:pt x="6" y="0"/>
                    </a:lnTo>
                    <a:lnTo>
                      <a:pt x="2" y="36"/>
                    </a:lnTo>
                    <a:lnTo>
                      <a:pt x="0" y="71"/>
                    </a:lnTo>
                    <a:lnTo>
                      <a:pt x="0" y="103"/>
                    </a:lnTo>
                    <a:lnTo>
                      <a:pt x="2" y="135"/>
                    </a:lnTo>
                    <a:lnTo>
                      <a:pt x="7" y="165"/>
                    </a:lnTo>
                    <a:lnTo>
                      <a:pt x="13" y="194"/>
                    </a:lnTo>
                    <a:lnTo>
                      <a:pt x="20" y="222"/>
                    </a:lnTo>
                    <a:lnTo>
                      <a:pt x="30" y="248"/>
                    </a:lnTo>
                    <a:lnTo>
                      <a:pt x="40" y="273"/>
                    </a:lnTo>
                    <a:lnTo>
                      <a:pt x="52" y="296"/>
                    </a:lnTo>
                    <a:lnTo>
                      <a:pt x="65" y="318"/>
                    </a:lnTo>
                    <a:lnTo>
                      <a:pt x="79" y="338"/>
                    </a:lnTo>
                    <a:lnTo>
                      <a:pt x="94" y="359"/>
                    </a:lnTo>
                    <a:lnTo>
                      <a:pt x="110" y="377"/>
                    </a:lnTo>
                    <a:lnTo>
                      <a:pt x="125" y="395"/>
                    </a:lnTo>
                    <a:lnTo>
                      <a:pt x="141" y="410"/>
                    </a:lnTo>
                    <a:lnTo>
                      <a:pt x="158" y="425"/>
                    </a:lnTo>
                    <a:lnTo>
                      <a:pt x="174" y="439"/>
                    </a:lnTo>
                    <a:lnTo>
                      <a:pt x="191" y="453"/>
                    </a:lnTo>
                    <a:lnTo>
                      <a:pt x="208" y="464"/>
                    </a:lnTo>
                    <a:lnTo>
                      <a:pt x="224" y="476"/>
                    </a:lnTo>
                    <a:lnTo>
                      <a:pt x="239" y="486"/>
                    </a:lnTo>
                    <a:lnTo>
                      <a:pt x="254" y="494"/>
                    </a:lnTo>
                    <a:lnTo>
                      <a:pt x="268" y="502"/>
                    </a:lnTo>
                    <a:lnTo>
                      <a:pt x="282" y="508"/>
                    </a:lnTo>
                    <a:lnTo>
                      <a:pt x="294" y="516"/>
                    </a:lnTo>
                    <a:lnTo>
                      <a:pt x="305" y="521"/>
                    </a:lnTo>
                    <a:lnTo>
                      <a:pt x="316" y="525"/>
                    </a:lnTo>
                    <a:lnTo>
                      <a:pt x="323" y="528"/>
                    </a:lnTo>
                    <a:lnTo>
                      <a:pt x="330" y="532"/>
                    </a:lnTo>
                    <a:lnTo>
                      <a:pt x="335" y="535"/>
                    </a:lnTo>
                    <a:lnTo>
                      <a:pt x="337" y="536"/>
                    </a:lnTo>
                    <a:lnTo>
                      <a:pt x="343" y="52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2" name="Freeform 178"/>
              <p:cNvSpPr>
                <a:spLocks/>
              </p:cNvSpPr>
              <p:nvPr/>
            </p:nvSpPr>
            <p:spPr bwMode="auto">
              <a:xfrm flipH="1">
                <a:off x="1031" y="1969"/>
                <a:ext cx="106" cy="28"/>
              </a:xfrm>
              <a:custGeom>
                <a:avLst/>
                <a:gdLst>
                  <a:gd name="T0" fmla="*/ 313 w 320"/>
                  <a:gd name="T1" fmla="*/ 0 h 86"/>
                  <a:gd name="T2" fmla="*/ 291 w 320"/>
                  <a:gd name="T3" fmla="*/ 18 h 86"/>
                  <a:gd name="T4" fmla="*/ 267 w 320"/>
                  <a:gd name="T5" fmla="*/ 33 h 86"/>
                  <a:gd name="T6" fmla="*/ 244 w 320"/>
                  <a:gd name="T7" fmla="*/ 44 h 86"/>
                  <a:gd name="T8" fmla="*/ 218 w 320"/>
                  <a:gd name="T9" fmla="*/ 54 h 86"/>
                  <a:gd name="T10" fmla="*/ 193 w 320"/>
                  <a:gd name="T11" fmla="*/ 61 h 86"/>
                  <a:gd name="T12" fmla="*/ 169 w 320"/>
                  <a:gd name="T13" fmla="*/ 67 h 86"/>
                  <a:gd name="T14" fmla="*/ 143 w 320"/>
                  <a:gd name="T15" fmla="*/ 71 h 86"/>
                  <a:gd name="T16" fmla="*/ 120 w 320"/>
                  <a:gd name="T17" fmla="*/ 73 h 86"/>
                  <a:gd name="T18" fmla="*/ 97 w 320"/>
                  <a:gd name="T19" fmla="*/ 73 h 86"/>
                  <a:gd name="T20" fmla="*/ 77 w 320"/>
                  <a:gd name="T21" fmla="*/ 73 h 86"/>
                  <a:gd name="T22" fmla="*/ 57 w 320"/>
                  <a:gd name="T23" fmla="*/ 73 h 86"/>
                  <a:gd name="T24" fmla="*/ 40 w 320"/>
                  <a:gd name="T25" fmla="*/ 72 h 86"/>
                  <a:gd name="T26" fmla="*/ 27 w 320"/>
                  <a:gd name="T27" fmla="*/ 70 h 86"/>
                  <a:gd name="T28" fmla="*/ 16 w 320"/>
                  <a:gd name="T29" fmla="*/ 68 h 86"/>
                  <a:gd name="T30" fmla="*/ 9 w 320"/>
                  <a:gd name="T31" fmla="*/ 67 h 86"/>
                  <a:gd name="T32" fmla="*/ 6 w 320"/>
                  <a:gd name="T33" fmla="*/ 66 h 86"/>
                  <a:gd name="T34" fmla="*/ 3 w 320"/>
                  <a:gd name="T35" fmla="*/ 77 h 86"/>
                  <a:gd name="T36" fmla="*/ 10 w 320"/>
                  <a:gd name="T37" fmla="*/ 78 h 86"/>
                  <a:gd name="T38" fmla="*/ 20 w 320"/>
                  <a:gd name="T39" fmla="*/ 81 h 86"/>
                  <a:gd name="T40" fmla="*/ 32 w 320"/>
                  <a:gd name="T41" fmla="*/ 82 h 86"/>
                  <a:gd name="T42" fmla="*/ 48 w 320"/>
                  <a:gd name="T43" fmla="*/ 85 h 86"/>
                  <a:gd name="T44" fmla="*/ 66 w 320"/>
                  <a:gd name="T45" fmla="*/ 86 h 86"/>
                  <a:gd name="T46" fmla="*/ 86 w 320"/>
                  <a:gd name="T47" fmla="*/ 86 h 86"/>
                  <a:gd name="T48" fmla="*/ 108 w 320"/>
                  <a:gd name="T49" fmla="*/ 86 h 86"/>
                  <a:gd name="T50" fmla="*/ 132 w 320"/>
                  <a:gd name="T51" fmla="*/ 83 h 86"/>
                  <a:gd name="T52" fmla="*/ 158 w 320"/>
                  <a:gd name="T53" fmla="*/ 81 h 86"/>
                  <a:gd name="T54" fmla="*/ 183 w 320"/>
                  <a:gd name="T55" fmla="*/ 76 h 86"/>
                  <a:gd name="T56" fmla="*/ 209 w 320"/>
                  <a:gd name="T57" fmla="*/ 70 h 86"/>
                  <a:gd name="T58" fmla="*/ 235 w 320"/>
                  <a:gd name="T59" fmla="*/ 61 h 86"/>
                  <a:gd name="T60" fmla="*/ 261 w 320"/>
                  <a:gd name="T61" fmla="*/ 49 h 86"/>
                  <a:gd name="T62" fmla="*/ 285 w 320"/>
                  <a:gd name="T63" fmla="*/ 36 h 86"/>
                  <a:gd name="T64" fmla="*/ 308 w 320"/>
                  <a:gd name="T65" fmla="*/ 19 h 86"/>
                  <a:gd name="T66" fmla="*/ 319 w 320"/>
                  <a:gd name="T67" fmla="*/ 10 h 8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0"/>
                  <a:gd name="T103" fmla="*/ 0 h 86"/>
                  <a:gd name="T104" fmla="*/ 320 w 320"/>
                  <a:gd name="T105" fmla="*/ 86 h 8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0" h="86">
                    <a:moveTo>
                      <a:pt x="313" y="0"/>
                    </a:moveTo>
                    <a:lnTo>
                      <a:pt x="313" y="0"/>
                    </a:lnTo>
                    <a:lnTo>
                      <a:pt x="302" y="10"/>
                    </a:lnTo>
                    <a:lnTo>
                      <a:pt x="291" y="18"/>
                    </a:lnTo>
                    <a:lnTo>
                      <a:pt x="279" y="26"/>
                    </a:lnTo>
                    <a:lnTo>
                      <a:pt x="267" y="33"/>
                    </a:lnTo>
                    <a:lnTo>
                      <a:pt x="256" y="39"/>
                    </a:lnTo>
                    <a:lnTo>
                      <a:pt x="244" y="44"/>
                    </a:lnTo>
                    <a:lnTo>
                      <a:pt x="230" y="49"/>
                    </a:lnTo>
                    <a:lnTo>
                      <a:pt x="218" y="54"/>
                    </a:lnTo>
                    <a:lnTo>
                      <a:pt x="206" y="58"/>
                    </a:lnTo>
                    <a:lnTo>
                      <a:pt x="193" y="61"/>
                    </a:lnTo>
                    <a:lnTo>
                      <a:pt x="181" y="65"/>
                    </a:lnTo>
                    <a:lnTo>
                      <a:pt x="169" y="67"/>
                    </a:lnTo>
                    <a:lnTo>
                      <a:pt x="155" y="68"/>
                    </a:lnTo>
                    <a:lnTo>
                      <a:pt x="143" y="71"/>
                    </a:lnTo>
                    <a:lnTo>
                      <a:pt x="131" y="72"/>
                    </a:lnTo>
                    <a:lnTo>
                      <a:pt x="120" y="73"/>
                    </a:lnTo>
                    <a:lnTo>
                      <a:pt x="108" y="73"/>
                    </a:lnTo>
                    <a:lnTo>
                      <a:pt x="97" y="73"/>
                    </a:lnTo>
                    <a:lnTo>
                      <a:pt x="86" y="75"/>
                    </a:lnTo>
                    <a:lnTo>
                      <a:pt x="77" y="73"/>
                    </a:lnTo>
                    <a:lnTo>
                      <a:pt x="67" y="73"/>
                    </a:lnTo>
                    <a:lnTo>
                      <a:pt x="57" y="73"/>
                    </a:lnTo>
                    <a:lnTo>
                      <a:pt x="49" y="72"/>
                    </a:lnTo>
                    <a:lnTo>
                      <a:pt x="40" y="72"/>
                    </a:lnTo>
                    <a:lnTo>
                      <a:pt x="33" y="71"/>
                    </a:lnTo>
                    <a:lnTo>
                      <a:pt x="27" y="70"/>
                    </a:lnTo>
                    <a:lnTo>
                      <a:pt x="21" y="68"/>
                    </a:lnTo>
                    <a:lnTo>
                      <a:pt x="16" y="68"/>
                    </a:lnTo>
                    <a:lnTo>
                      <a:pt x="12" y="67"/>
                    </a:lnTo>
                    <a:lnTo>
                      <a:pt x="9" y="67"/>
                    </a:lnTo>
                    <a:lnTo>
                      <a:pt x="8" y="66"/>
                    </a:lnTo>
                    <a:lnTo>
                      <a:pt x="6" y="66"/>
                    </a:lnTo>
                    <a:lnTo>
                      <a:pt x="0" y="76"/>
                    </a:lnTo>
                    <a:lnTo>
                      <a:pt x="3" y="77"/>
                    </a:lnTo>
                    <a:lnTo>
                      <a:pt x="6" y="77"/>
                    </a:lnTo>
                    <a:lnTo>
                      <a:pt x="10" y="78"/>
                    </a:lnTo>
                    <a:lnTo>
                      <a:pt x="14" y="80"/>
                    </a:lnTo>
                    <a:lnTo>
                      <a:pt x="20" y="81"/>
                    </a:lnTo>
                    <a:lnTo>
                      <a:pt x="26" y="82"/>
                    </a:lnTo>
                    <a:lnTo>
                      <a:pt x="32" y="82"/>
                    </a:lnTo>
                    <a:lnTo>
                      <a:pt x="40" y="83"/>
                    </a:lnTo>
                    <a:lnTo>
                      <a:pt x="48" y="85"/>
                    </a:lnTo>
                    <a:lnTo>
                      <a:pt x="57" y="85"/>
                    </a:lnTo>
                    <a:lnTo>
                      <a:pt x="66" y="86"/>
                    </a:lnTo>
                    <a:lnTo>
                      <a:pt x="77" y="86"/>
                    </a:lnTo>
                    <a:lnTo>
                      <a:pt x="86" y="86"/>
                    </a:lnTo>
                    <a:lnTo>
                      <a:pt x="97" y="86"/>
                    </a:lnTo>
                    <a:lnTo>
                      <a:pt x="108" y="86"/>
                    </a:lnTo>
                    <a:lnTo>
                      <a:pt x="120" y="85"/>
                    </a:lnTo>
                    <a:lnTo>
                      <a:pt x="132" y="83"/>
                    </a:lnTo>
                    <a:lnTo>
                      <a:pt x="144" y="82"/>
                    </a:lnTo>
                    <a:lnTo>
                      <a:pt x="158" y="81"/>
                    </a:lnTo>
                    <a:lnTo>
                      <a:pt x="170" y="78"/>
                    </a:lnTo>
                    <a:lnTo>
                      <a:pt x="183" y="76"/>
                    </a:lnTo>
                    <a:lnTo>
                      <a:pt x="195" y="73"/>
                    </a:lnTo>
                    <a:lnTo>
                      <a:pt x="209" y="70"/>
                    </a:lnTo>
                    <a:lnTo>
                      <a:pt x="222" y="65"/>
                    </a:lnTo>
                    <a:lnTo>
                      <a:pt x="235" y="61"/>
                    </a:lnTo>
                    <a:lnTo>
                      <a:pt x="247" y="56"/>
                    </a:lnTo>
                    <a:lnTo>
                      <a:pt x="261" y="49"/>
                    </a:lnTo>
                    <a:lnTo>
                      <a:pt x="273" y="43"/>
                    </a:lnTo>
                    <a:lnTo>
                      <a:pt x="285" y="36"/>
                    </a:lnTo>
                    <a:lnTo>
                      <a:pt x="297" y="28"/>
                    </a:lnTo>
                    <a:lnTo>
                      <a:pt x="308" y="19"/>
                    </a:lnTo>
                    <a:lnTo>
                      <a:pt x="320" y="10"/>
                    </a:lnTo>
                    <a:lnTo>
                      <a:pt x="319" y="1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3" name="Freeform 179"/>
              <p:cNvSpPr>
                <a:spLocks/>
              </p:cNvSpPr>
              <p:nvPr/>
            </p:nvSpPr>
            <p:spPr bwMode="auto">
              <a:xfrm flipH="1">
                <a:off x="996" y="1951"/>
                <a:ext cx="37" cy="21"/>
              </a:xfrm>
              <a:custGeom>
                <a:avLst/>
                <a:gdLst>
                  <a:gd name="T0" fmla="*/ 107 w 110"/>
                  <a:gd name="T1" fmla="*/ 13 h 64"/>
                  <a:gd name="T2" fmla="*/ 99 w 110"/>
                  <a:gd name="T3" fmla="*/ 7 h 64"/>
                  <a:gd name="T4" fmla="*/ 93 w 110"/>
                  <a:gd name="T5" fmla="*/ 9 h 64"/>
                  <a:gd name="T6" fmla="*/ 87 w 110"/>
                  <a:gd name="T7" fmla="*/ 12 h 64"/>
                  <a:gd name="T8" fmla="*/ 81 w 110"/>
                  <a:gd name="T9" fmla="*/ 14 h 64"/>
                  <a:gd name="T10" fmla="*/ 75 w 110"/>
                  <a:gd name="T11" fmla="*/ 17 h 64"/>
                  <a:gd name="T12" fmla="*/ 69 w 110"/>
                  <a:gd name="T13" fmla="*/ 19 h 64"/>
                  <a:gd name="T14" fmla="*/ 63 w 110"/>
                  <a:gd name="T15" fmla="*/ 22 h 64"/>
                  <a:gd name="T16" fmla="*/ 57 w 110"/>
                  <a:gd name="T17" fmla="*/ 24 h 64"/>
                  <a:gd name="T18" fmla="*/ 51 w 110"/>
                  <a:gd name="T19" fmla="*/ 27 h 64"/>
                  <a:gd name="T20" fmla="*/ 44 w 110"/>
                  <a:gd name="T21" fmla="*/ 29 h 64"/>
                  <a:gd name="T22" fmla="*/ 37 w 110"/>
                  <a:gd name="T23" fmla="*/ 33 h 64"/>
                  <a:gd name="T24" fmla="*/ 31 w 110"/>
                  <a:gd name="T25" fmla="*/ 36 h 64"/>
                  <a:gd name="T26" fmla="*/ 25 w 110"/>
                  <a:gd name="T27" fmla="*/ 39 h 64"/>
                  <a:gd name="T28" fmla="*/ 19 w 110"/>
                  <a:gd name="T29" fmla="*/ 43 h 64"/>
                  <a:gd name="T30" fmla="*/ 12 w 110"/>
                  <a:gd name="T31" fmla="*/ 46 h 64"/>
                  <a:gd name="T32" fmla="*/ 6 w 110"/>
                  <a:gd name="T33" fmla="*/ 51 h 64"/>
                  <a:gd name="T34" fmla="*/ 0 w 110"/>
                  <a:gd name="T35" fmla="*/ 54 h 64"/>
                  <a:gd name="T36" fmla="*/ 6 w 110"/>
                  <a:gd name="T37" fmla="*/ 64 h 64"/>
                  <a:gd name="T38" fmla="*/ 12 w 110"/>
                  <a:gd name="T39" fmla="*/ 61 h 64"/>
                  <a:gd name="T40" fmla="*/ 18 w 110"/>
                  <a:gd name="T41" fmla="*/ 56 h 64"/>
                  <a:gd name="T42" fmla="*/ 24 w 110"/>
                  <a:gd name="T43" fmla="*/ 53 h 64"/>
                  <a:gd name="T44" fmla="*/ 30 w 110"/>
                  <a:gd name="T45" fmla="*/ 49 h 64"/>
                  <a:gd name="T46" fmla="*/ 36 w 110"/>
                  <a:gd name="T47" fmla="*/ 47 h 64"/>
                  <a:gd name="T48" fmla="*/ 42 w 110"/>
                  <a:gd name="T49" fmla="*/ 44 h 64"/>
                  <a:gd name="T50" fmla="*/ 48 w 110"/>
                  <a:gd name="T51" fmla="*/ 41 h 64"/>
                  <a:gd name="T52" fmla="*/ 54 w 110"/>
                  <a:gd name="T53" fmla="*/ 38 h 64"/>
                  <a:gd name="T54" fmla="*/ 60 w 110"/>
                  <a:gd name="T55" fmla="*/ 36 h 64"/>
                  <a:gd name="T56" fmla="*/ 66 w 110"/>
                  <a:gd name="T57" fmla="*/ 33 h 64"/>
                  <a:gd name="T58" fmla="*/ 72 w 110"/>
                  <a:gd name="T59" fmla="*/ 31 h 64"/>
                  <a:gd name="T60" fmla="*/ 78 w 110"/>
                  <a:gd name="T61" fmla="*/ 28 h 64"/>
                  <a:gd name="T62" fmla="*/ 84 w 110"/>
                  <a:gd name="T63" fmla="*/ 26 h 64"/>
                  <a:gd name="T64" fmla="*/ 92 w 110"/>
                  <a:gd name="T65" fmla="*/ 23 h 64"/>
                  <a:gd name="T66" fmla="*/ 98 w 110"/>
                  <a:gd name="T67" fmla="*/ 19 h 64"/>
                  <a:gd name="T68" fmla="*/ 104 w 110"/>
                  <a:gd name="T69" fmla="*/ 17 h 64"/>
                  <a:gd name="T70" fmla="*/ 95 w 110"/>
                  <a:gd name="T71" fmla="*/ 10 h 64"/>
                  <a:gd name="T72" fmla="*/ 107 w 110"/>
                  <a:gd name="T73" fmla="*/ 13 h 64"/>
                  <a:gd name="T74" fmla="*/ 110 w 110"/>
                  <a:gd name="T75" fmla="*/ 0 h 64"/>
                  <a:gd name="T76" fmla="*/ 99 w 110"/>
                  <a:gd name="T77" fmla="*/ 7 h 64"/>
                  <a:gd name="T78" fmla="*/ 107 w 110"/>
                  <a:gd name="T79" fmla="*/ 13 h 6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10"/>
                  <a:gd name="T121" fmla="*/ 0 h 64"/>
                  <a:gd name="T122" fmla="*/ 110 w 110"/>
                  <a:gd name="T123" fmla="*/ 64 h 6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10" h="64">
                    <a:moveTo>
                      <a:pt x="107" y="13"/>
                    </a:moveTo>
                    <a:lnTo>
                      <a:pt x="99" y="7"/>
                    </a:lnTo>
                    <a:lnTo>
                      <a:pt x="93" y="9"/>
                    </a:lnTo>
                    <a:lnTo>
                      <a:pt x="87" y="12"/>
                    </a:lnTo>
                    <a:lnTo>
                      <a:pt x="81" y="14"/>
                    </a:lnTo>
                    <a:lnTo>
                      <a:pt x="75" y="17"/>
                    </a:lnTo>
                    <a:lnTo>
                      <a:pt x="69" y="19"/>
                    </a:lnTo>
                    <a:lnTo>
                      <a:pt x="63" y="22"/>
                    </a:lnTo>
                    <a:lnTo>
                      <a:pt x="57" y="24"/>
                    </a:lnTo>
                    <a:lnTo>
                      <a:pt x="51" y="27"/>
                    </a:lnTo>
                    <a:lnTo>
                      <a:pt x="44" y="29"/>
                    </a:lnTo>
                    <a:lnTo>
                      <a:pt x="37" y="33"/>
                    </a:lnTo>
                    <a:lnTo>
                      <a:pt x="31" y="36"/>
                    </a:lnTo>
                    <a:lnTo>
                      <a:pt x="25" y="39"/>
                    </a:lnTo>
                    <a:lnTo>
                      <a:pt x="19" y="43"/>
                    </a:lnTo>
                    <a:lnTo>
                      <a:pt x="12" y="46"/>
                    </a:lnTo>
                    <a:lnTo>
                      <a:pt x="6" y="51"/>
                    </a:lnTo>
                    <a:lnTo>
                      <a:pt x="0" y="54"/>
                    </a:lnTo>
                    <a:lnTo>
                      <a:pt x="6" y="64"/>
                    </a:lnTo>
                    <a:lnTo>
                      <a:pt x="12" y="61"/>
                    </a:lnTo>
                    <a:lnTo>
                      <a:pt x="18" y="56"/>
                    </a:lnTo>
                    <a:lnTo>
                      <a:pt x="24" y="53"/>
                    </a:lnTo>
                    <a:lnTo>
                      <a:pt x="30" y="49"/>
                    </a:lnTo>
                    <a:lnTo>
                      <a:pt x="36" y="47"/>
                    </a:lnTo>
                    <a:lnTo>
                      <a:pt x="42" y="44"/>
                    </a:lnTo>
                    <a:lnTo>
                      <a:pt x="48" y="41"/>
                    </a:lnTo>
                    <a:lnTo>
                      <a:pt x="54" y="38"/>
                    </a:lnTo>
                    <a:lnTo>
                      <a:pt x="60" y="36"/>
                    </a:lnTo>
                    <a:lnTo>
                      <a:pt x="66" y="33"/>
                    </a:lnTo>
                    <a:lnTo>
                      <a:pt x="72" y="31"/>
                    </a:lnTo>
                    <a:lnTo>
                      <a:pt x="78" y="28"/>
                    </a:lnTo>
                    <a:lnTo>
                      <a:pt x="84" y="26"/>
                    </a:lnTo>
                    <a:lnTo>
                      <a:pt x="92" y="23"/>
                    </a:lnTo>
                    <a:lnTo>
                      <a:pt x="98" y="19"/>
                    </a:lnTo>
                    <a:lnTo>
                      <a:pt x="104" y="17"/>
                    </a:lnTo>
                    <a:lnTo>
                      <a:pt x="95" y="10"/>
                    </a:lnTo>
                    <a:lnTo>
                      <a:pt x="107" y="13"/>
                    </a:lnTo>
                    <a:lnTo>
                      <a:pt x="110" y="0"/>
                    </a:lnTo>
                    <a:lnTo>
                      <a:pt x="99" y="7"/>
                    </a:lnTo>
                    <a:lnTo>
                      <a:pt x="107" y="1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4" name="Freeform 180"/>
              <p:cNvSpPr>
                <a:spLocks/>
              </p:cNvSpPr>
              <p:nvPr/>
            </p:nvSpPr>
            <p:spPr bwMode="auto">
              <a:xfrm flipH="1">
                <a:off x="997" y="1954"/>
                <a:ext cx="16" cy="30"/>
              </a:xfrm>
              <a:custGeom>
                <a:avLst/>
                <a:gdLst>
                  <a:gd name="T0" fmla="*/ 11 w 47"/>
                  <a:gd name="T1" fmla="*/ 90 h 90"/>
                  <a:gd name="T2" fmla="*/ 11 w 47"/>
                  <a:gd name="T3" fmla="*/ 90 h 90"/>
                  <a:gd name="T4" fmla="*/ 12 w 47"/>
                  <a:gd name="T5" fmla="*/ 85 h 90"/>
                  <a:gd name="T6" fmla="*/ 15 w 47"/>
                  <a:gd name="T7" fmla="*/ 81 h 90"/>
                  <a:gd name="T8" fmla="*/ 16 w 47"/>
                  <a:gd name="T9" fmla="*/ 77 h 90"/>
                  <a:gd name="T10" fmla="*/ 18 w 47"/>
                  <a:gd name="T11" fmla="*/ 73 h 90"/>
                  <a:gd name="T12" fmla="*/ 21 w 47"/>
                  <a:gd name="T13" fmla="*/ 68 h 90"/>
                  <a:gd name="T14" fmla="*/ 23 w 47"/>
                  <a:gd name="T15" fmla="*/ 65 h 90"/>
                  <a:gd name="T16" fmla="*/ 26 w 47"/>
                  <a:gd name="T17" fmla="*/ 60 h 90"/>
                  <a:gd name="T18" fmla="*/ 28 w 47"/>
                  <a:gd name="T19" fmla="*/ 54 h 90"/>
                  <a:gd name="T20" fmla="*/ 32 w 47"/>
                  <a:gd name="T21" fmla="*/ 49 h 90"/>
                  <a:gd name="T22" fmla="*/ 34 w 47"/>
                  <a:gd name="T23" fmla="*/ 44 h 90"/>
                  <a:gd name="T24" fmla="*/ 37 w 47"/>
                  <a:gd name="T25" fmla="*/ 38 h 90"/>
                  <a:gd name="T26" fmla="*/ 38 w 47"/>
                  <a:gd name="T27" fmla="*/ 33 h 90"/>
                  <a:gd name="T28" fmla="*/ 40 w 47"/>
                  <a:gd name="T29" fmla="*/ 26 h 90"/>
                  <a:gd name="T30" fmla="*/ 43 w 47"/>
                  <a:gd name="T31" fmla="*/ 18 h 90"/>
                  <a:gd name="T32" fmla="*/ 45 w 47"/>
                  <a:gd name="T33" fmla="*/ 10 h 90"/>
                  <a:gd name="T34" fmla="*/ 47 w 47"/>
                  <a:gd name="T35" fmla="*/ 3 h 90"/>
                  <a:gd name="T36" fmla="*/ 35 w 47"/>
                  <a:gd name="T37" fmla="*/ 0 h 90"/>
                  <a:gd name="T38" fmla="*/ 34 w 47"/>
                  <a:gd name="T39" fmla="*/ 8 h 90"/>
                  <a:gd name="T40" fmla="*/ 32 w 47"/>
                  <a:gd name="T41" fmla="*/ 16 h 90"/>
                  <a:gd name="T42" fmla="*/ 30 w 47"/>
                  <a:gd name="T43" fmla="*/ 22 h 90"/>
                  <a:gd name="T44" fmla="*/ 28 w 47"/>
                  <a:gd name="T45" fmla="*/ 28 h 90"/>
                  <a:gd name="T46" fmla="*/ 26 w 47"/>
                  <a:gd name="T47" fmla="*/ 34 h 90"/>
                  <a:gd name="T48" fmla="*/ 23 w 47"/>
                  <a:gd name="T49" fmla="*/ 39 h 90"/>
                  <a:gd name="T50" fmla="*/ 21 w 47"/>
                  <a:gd name="T51" fmla="*/ 44 h 90"/>
                  <a:gd name="T52" fmla="*/ 18 w 47"/>
                  <a:gd name="T53" fmla="*/ 49 h 90"/>
                  <a:gd name="T54" fmla="*/ 16 w 47"/>
                  <a:gd name="T55" fmla="*/ 54 h 90"/>
                  <a:gd name="T56" fmla="*/ 14 w 47"/>
                  <a:gd name="T57" fmla="*/ 58 h 90"/>
                  <a:gd name="T58" fmla="*/ 11 w 47"/>
                  <a:gd name="T59" fmla="*/ 63 h 90"/>
                  <a:gd name="T60" fmla="*/ 9 w 47"/>
                  <a:gd name="T61" fmla="*/ 67 h 90"/>
                  <a:gd name="T62" fmla="*/ 6 w 47"/>
                  <a:gd name="T63" fmla="*/ 71 h 90"/>
                  <a:gd name="T64" fmla="*/ 5 w 47"/>
                  <a:gd name="T65" fmla="*/ 76 h 90"/>
                  <a:gd name="T66" fmla="*/ 3 w 47"/>
                  <a:gd name="T67" fmla="*/ 80 h 90"/>
                  <a:gd name="T68" fmla="*/ 0 w 47"/>
                  <a:gd name="T69" fmla="*/ 85 h 90"/>
                  <a:gd name="T70" fmla="*/ 0 w 47"/>
                  <a:gd name="T71" fmla="*/ 85 h 90"/>
                  <a:gd name="T72" fmla="*/ 11 w 47"/>
                  <a:gd name="T73" fmla="*/ 90 h 9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7"/>
                  <a:gd name="T112" fmla="*/ 0 h 90"/>
                  <a:gd name="T113" fmla="*/ 47 w 47"/>
                  <a:gd name="T114" fmla="*/ 90 h 9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7" h="90">
                    <a:moveTo>
                      <a:pt x="11" y="90"/>
                    </a:moveTo>
                    <a:lnTo>
                      <a:pt x="11" y="90"/>
                    </a:lnTo>
                    <a:lnTo>
                      <a:pt x="12" y="85"/>
                    </a:lnTo>
                    <a:lnTo>
                      <a:pt x="15" y="81"/>
                    </a:lnTo>
                    <a:lnTo>
                      <a:pt x="16" y="77"/>
                    </a:lnTo>
                    <a:lnTo>
                      <a:pt x="18" y="73"/>
                    </a:lnTo>
                    <a:lnTo>
                      <a:pt x="21" y="68"/>
                    </a:lnTo>
                    <a:lnTo>
                      <a:pt x="23" y="65"/>
                    </a:lnTo>
                    <a:lnTo>
                      <a:pt x="26" y="60"/>
                    </a:lnTo>
                    <a:lnTo>
                      <a:pt x="28" y="54"/>
                    </a:lnTo>
                    <a:lnTo>
                      <a:pt x="32" y="49"/>
                    </a:lnTo>
                    <a:lnTo>
                      <a:pt x="34" y="44"/>
                    </a:lnTo>
                    <a:lnTo>
                      <a:pt x="37" y="38"/>
                    </a:lnTo>
                    <a:lnTo>
                      <a:pt x="38" y="33"/>
                    </a:lnTo>
                    <a:lnTo>
                      <a:pt x="40" y="26"/>
                    </a:lnTo>
                    <a:lnTo>
                      <a:pt x="43" y="18"/>
                    </a:lnTo>
                    <a:lnTo>
                      <a:pt x="45" y="10"/>
                    </a:lnTo>
                    <a:lnTo>
                      <a:pt x="47" y="3"/>
                    </a:lnTo>
                    <a:lnTo>
                      <a:pt x="35" y="0"/>
                    </a:lnTo>
                    <a:lnTo>
                      <a:pt x="34" y="8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4"/>
                    </a:lnTo>
                    <a:lnTo>
                      <a:pt x="23" y="39"/>
                    </a:lnTo>
                    <a:lnTo>
                      <a:pt x="21" y="44"/>
                    </a:lnTo>
                    <a:lnTo>
                      <a:pt x="18" y="49"/>
                    </a:lnTo>
                    <a:lnTo>
                      <a:pt x="16" y="54"/>
                    </a:lnTo>
                    <a:lnTo>
                      <a:pt x="14" y="58"/>
                    </a:lnTo>
                    <a:lnTo>
                      <a:pt x="11" y="63"/>
                    </a:lnTo>
                    <a:lnTo>
                      <a:pt x="9" y="67"/>
                    </a:lnTo>
                    <a:lnTo>
                      <a:pt x="6" y="71"/>
                    </a:lnTo>
                    <a:lnTo>
                      <a:pt x="5" y="76"/>
                    </a:lnTo>
                    <a:lnTo>
                      <a:pt x="3" y="80"/>
                    </a:lnTo>
                    <a:lnTo>
                      <a:pt x="0" y="85"/>
                    </a:lnTo>
                    <a:lnTo>
                      <a:pt x="11" y="9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5" name="Freeform 181"/>
              <p:cNvSpPr>
                <a:spLocks/>
              </p:cNvSpPr>
              <p:nvPr/>
            </p:nvSpPr>
            <p:spPr bwMode="auto">
              <a:xfrm flipH="1">
                <a:off x="916" y="1982"/>
                <a:ext cx="104" cy="87"/>
              </a:xfrm>
              <a:custGeom>
                <a:avLst/>
                <a:gdLst>
                  <a:gd name="T0" fmla="*/ 302 w 312"/>
                  <a:gd name="T1" fmla="*/ 215 h 260"/>
                  <a:gd name="T2" fmla="*/ 290 w 312"/>
                  <a:gd name="T3" fmla="*/ 227 h 260"/>
                  <a:gd name="T4" fmla="*/ 273 w 312"/>
                  <a:gd name="T5" fmla="*/ 236 h 260"/>
                  <a:gd name="T6" fmla="*/ 250 w 312"/>
                  <a:gd name="T7" fmla="*/ 244 h 260"/>
                  <a:gd name="T8" fmla="*/ 224 w 312"/>
                  <a:gd name="T9" fmla="*/ 247 h 260"/>
                  <a:gd name="T10" fmla="*/ 195 w 312"/>
                  <a:gd name="T11" fmla="*/ 247 h 260"/>
                  <a:gd name="T12" fmla="*/ 166 w 312"/>
                  <a:gd name="T13" fmla="*/ 245 h 260"/>
                  <a:gd name="T14" fmla="*/ 137 w 312"/>
                  <a:gd name="T15" fmla="*/ 238 h 260"/>
                  <a:gd name="T16" fmla="*/ 107 w 312"/>
                  <a:gd name="T17" fmla="*/ 227 h 260"/>
                  <a:gd name="T18" fmla="*/ 80 w 312"/>
                  <a:gd name="T19" fmla="*/ 213 h 260"/>
                  <a:gd name="T20" fmla="*/ 57 w 312"/>
                  <a:gd name="T21" fmla="*/ 194 h 260"/>
                  <a:gd name="T22" fmla="*/ 37 w 312"/>
                  <a:gd name="T23" fmla="*/ 173 h 260"/>
                  <a:gd name="T24" fmla="*/ 22 w 312"/>
                  <a:gd name="T25" fmla="*/ 148 h 260"/>
                  <a:gd name="T26" fmla="*/ 14 w 312"/>
                  <a:gd name="T27" fmla="*/ 119 h 260"/>
                  <a:gd name="T28" fmla="*/ 11 w 312"/>
                  <a:gd name="T29" fmla="*/ 85 h 260"/>
                  <a:gd name="T30" fmla="*/ 17 w 312"/>
                  <a:gd name="T31" fmla="*/ 47 h 260"/>
                  <a:gd name="T32" fmla="*/ 33 w 312"/>
                  <a:gd name="T33" fmla="*/ 5 h 260"/>
                  <a:gd name="T34" fmla="*/ 14 w 312"/>
                  <a:gd name="T35" fmla="*/ 22 h 260"/>
                  <a:gd name="T36" fmla="*/ 3 w 312"/>
                  <a:gd name="T37" fmla="*/ 65 h 260"/>
                  <a:gd name="T38" fmla="*/ 0 w 312"/>
                  <a:gd name="T39" fmla="*/ 104 h 260"/>
                  <a:gd name="T40" fmla="*/ 6 w 312"/>
                  <a:gd name="T41" fmla="*/ 138 h 260"/>
                  <a:gd name="T42" fmla="*/ 20 w 312"/>
                  <a:gd name="T43" fmla="*/ 168 h 260"/>
                  <a:gd name="T44" fmla="*/ 38 w 312"/>
                  <a:gd name="T45" fmla="*/ 193 h 260"/>
                  <a:gd name="T46" fmla="*/ 62 w 312"/>
                  <a:gd name="T47" fmla="*/ 215 h 260"/>
                  <a:gd name="T48" fmla="*/ 89 w 312"/>
                  <a:gd name="T49" fmla="*/ 231 h 260"/>
                  <a:gd name="T50" fmla="*/ 118 w 312"/>
                  <a:gd name="T51" fmla="*/ 244 h 260"/>
                  <a:gd name="T52" fmla="*/ 149 w 312"/>
                  <a:gd name="T53" fmla="*/ 254 h 260"/>
                  <a:gd name="T54" fmla="*/ 180 w 312"/>
                  <a:gd name="T55" fmla="*/ 259 h 260"/>
                  <a:gd name="T56" fmla="*/ 210 w 312"/>
                  <a:gd name="T57" fmla="*/ 260 h 260"/>
                  <a:gd name="T58" fmla="*/ 239 w 312"/>
                  <a:gd name="T59" fmla="*/ 257 h 260"/>
                  <a:gd name="T60" fmla="*/ 264 w 312"/>
                  <a:gd name="T61" fmla="*/ 251 h 260"/>
                  <a:gd name="T62" fmla="*/ 287 w 312"/>
                  <a:gd name="T63" fmla="*/ 242 h 260"/>
                  <a:gd name="T64" fmla="*/ 304 w 312"/>
                  <a:gd name="T65" fmla="*/ 228 h 260"/>
                  <a:gd name="T66" fmla="*/ 312 w 312"/>
                  <a:gd name="T67" fmla="*/ 221 h 2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60"/>
                  <a:gd name="T104" fmla="*/ 312 w 312"/>
                  <a:gd name="T105" fmla="*/ 260 h 2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60">
                    <a:moveTo>
                      <a:pt x="302" y="215"/>
                    </a:moveTo>
                    <a:lnTo>
                      <a:pt x="302" y="215"/>
                    </a:lnTo>
                    <a:lnTo>
                      <a:pt x="297" y="221"/>
                    </a:lnTo>
                    <a:lnTo>
                      <a:pt x="290" y="227"/>
                    </a:lnTo>
                    <a:lnTo>
                      <a:pt x="281" y="232"/>
                    </a:lnTo>
                    <a:lnTo>
                      <a:pt x="273" y="236"/>
                    </a:lnTo>
                    <a:lnTo>
                      <a:pt x="262" y="241"/>
                    </a:lnTo>
                    <a:lnTo>
                      <a:pt x="250" y="244"/>
                    </a:lnTo>
                    <a:lnTo>
                      <a:pt x="238" y="246"/>
                    </a:lnTo>
                    <a:lnTo>
                      <a:pt x="224" y="247"/>
                    </a:lnTo>
                    <a:lnTo>
                      <a:pt x="210" y="247"/>
                    </a:lnTo>
                    <a:lnTo>
                      <a:pt x="195" y="247"/>
                    </a:lnTo>
                    <a:lnTo>
                      <a:pt x="181" y="246"/>
                    </a:lnTo>
                    <a:lnTo>
                      <a:pt x="166" y="245"/>
                    </a:lnTo>
                    <a:lnTo>
                      <a:pt x="152" y="241"/>
                    </a:lnTo>
                    <a:lnTo>
                      <a:pt x="137" y="238"/>
                    </a:lnTo>
                    <a:lnTo>
                      <a:pt x="123" y="233"/>
                    </a:lnTo>
                    <a:lnTo>
                      <a:pt x="107" y="227"/>
                    </a:lnTo>
                    <a:lnTo>
                      <a:pt x="94" y="221"/>
                    </a:lnTo>
                    <a:lnTo>
                      <a:pt x="80" y="213"/>
                    </a:lnTo>
                    <a:lnTo>
                      <a:pt x="68" y="205"/>
                    </a:lnTo>
                    <a:lnTo>
                      <a:pt x="57" y="194"/>
                    </a:lnTo>
                    <a:lnTo>
                      <a:pt x="46" y="184"/>
                    </a:lnTo>
                    <a:lnTo>
                      <a:pt x="37" y="173"/>
                    </a:lnTo>
                    <a:lnTo>
                      <a:pt x="29" y="162"/>
                    </a:lnTo>
                    <a:lnTo>
                      <a:pt x="22" y="148"/>
                    </a:lnTo>
                    <a:lnTo>
                      <a:pt x="17" y="134"/>
                    </a:lnTo>
                    <a:lnTo>
                      <a:pt x="14" y="119"/>
                    </a:lnTo>
                    <a:lnTo>
                      <a:pt x="11" y="103"/>
                    </a:lnTo>
                    <a:lnTo>
                      <a:pt x="11" y="85"/>
                    </a:lnTo>
                    <a:lnTo>
                      <a:pt x="14" y="68"/>
                    </a:lnTo>
                    <a:lnTo>
                      <a:pt x="17" y="47"/>
                    </a:lnTo>
                    <a:lnTo>
                      <a:pt x="23" y="27"/>
                    </a:lnTo>
                    <a:lnTo>
                      <a:pt x="33" y="5"/>
                    </a:lnTo>
                    <a:lnTo>
                      <a:pt x="22" y="0"/>
                    </a:lnTo>
                    <a:lnTo>
                      <a:pt x="14" y="22"/>
                    </a:lnTo>
                    <a:lnTo>
                      <a:pt x="6" y="44"/>
                    </a:lnTo>
                    <a:lnTo>
                      <a:pt x="3" y="65"/>
                    </a:lnTo>
                    <a:lnTo>
                      <a:pt x="0" y="85"/>
                    </a:lnTo>
                    <a:lnTo>
                      <a:pt x="0" y="104"/>
                    </a:lnTo>
                    <a:lnTo>
                      <a:pt x="3" y="122"/>
                    </a:lnTo>
                    <a:lnTo>
                      <a:pt x="6" y="138"/>
                    </a:lnTo>
                    <a:lnTo>
                      <a:pt x="13" y="153"/>
                    </a:lnTo>
                    <a:lnTo>
                      <a:pt x="20" y="168"/>
                    </a:lnTo>
                    <a:lnTo>
                      <a:pt x="28" y="181"/>
                    </a:lnTo>
                    <a:lnTo>
                      <a:pt x="38" y="193"/>
                    </a:lnTo>
                    <a:lnTo>
                      <a:pt x="50" y="205"/>
                    </a:lnTo>
                    <a:lnTo>
                      <a:pt x="62" y="215"/>
                    </a:lnTo>
                    <a:lnTo>
                      <a:pt x="75" y="223"/>
                    </a:lnTo>
                    <a:lnTo>
                      <a:pt x="89" y="231"/>
                    </a:lnTo>
                    <a:lnTo>
                      <a:pt x="103" y="238"/>
                    </a:lnTo>
                    <a:lnTo>
                      <a:pt x="118" y="244"/>
                    </a:lnTo>
                    <a:lnTo>
                      <a:pt x="134" y="249"/>
                    </a:lnTo>
                    <a:lnTo>
                      <a:pt x="149" y="254"/>
                    </a:lnTo>
                    <a:lnTo>
                      <a:pt x="165" y="256"/>
                    </a:lnTo>
                    <a:lnTo>
                      <a:pt x="180" y="259"/>
                    </a:lnTo>
                    <a:lnTo>
                      <a:pt x="195" y="259"/>
                    </a:lnTo>
                    <a:lnTo>
                      <a:pt x="210" y="260"/>
                    </a:lnTo>
                    <a:lnTo>
                      <a:pt x="224" y="259"/>
                    </a:lnTo>
                    <a:lnTo>
                      <a:pt x="239" y="257"/>
                    </a:lnTo>
                    <a:lnTo>
                      <a:pt x="252" y="255"/>
                    </a:lnTo>
                    <a:lnTo>
                      <a:pt x="264" y="251"/>
                    </a:lnTo>
                    <a:lnTo>
                      <a:pt x="276" y="247"/>
                    </a:lnTo>
                    <a:lnTo>
                      <a:pt x="287" y="242"/>
                    </a:lnTo>
                    <a:lnTo>
                      <a:pt x="297" y="236"/>
                    </a:lnTo>
                    <a:lnTo>
                      <a:pt x="304" y="228"/>
                    </a:lnTo>
                    <a:lnTo>
                      <a:pt x="312" y="221"/>
                    </a:lnTo>
                    <a:lnTo>
                      <a:pt x="302" y="21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6" name="Freeform 182"/>
              <p:cNvSpPr>
                <a:spLocks/>
              </p:cNvSpPr>
              <p:nvPr/>
            </p:nvSpPr>
            <p:spPr bwMode="auto">
              <a:xfrm flipH="1">
                <a:off x="889" y="2017"/>
                <a:ext cx="31" cy="39"/>
              </a:xfrm>
              <a:custGeom>
                <a:avLst/>
                <a:gdLst>
                  <a:gd name="T0" fmla="*/ 93 w 93"/>
                  <a:gd name="T1" fmla="*/ 24 h 117"/>
                  <a:gd name="T2" fmla="*/ 82 w 93"/>
                  <a:gd name="T3" fmla="*/ 21 h 117"/>
                  <a:gd name="T4" fmla="*/ 79 w 93"/>
                  <a:gd name="T5" fmla="*/ 29 h 117"/>
                  <a:gd name="T6" fmla="*/ 75 w 93"/>
                  <a:gd name="T7" fmla="*/ 35 h 117"/>
                  <a:gd name="T8" fmla="*/ 70 w 93"/>
                  <a:gd name="T9" fmla="*/ 40 h 117"/>
                  <a:gd name="T10" fmla="*/ 65 w 93"/>
                  <a:gd name="T11" fmla="*/ 46 h 117"/>
                  <a:gd name="T12" fmla="*/ 60 w 93"/>
                  <a:gd name="T13" fmla="*/ 52 h 117"/>
                  <a:gd name="T14" fmla="*/ 54 w 93"/>
                  <a:gd name="T15" fmla="*/ 57 h 117"/>
                  <a:gd name="T16" fmla="*/ 49 w 93"/>
                  <a:gd name="T17" fmla="*/ 60 h 117"/>
                  <a:gd name="T18" fmla="*/ 43 w 93"/>
                  <a:gd name="T19" fmla="*/ 65 h 117"/>
                  <a:gd name="T20" fmla="*/ 37 w 93"/>
                  <a:gd name="T21" fmla="*/ 70 h 117"/>
                  <a:gd name="T22" fmla="*/ 33 w 93"/>
                  <a:gd name="T23" fmla="*/ 74 h 117"/>
                  <a:gd name="T24" fmla="*/ 26 w 93"/>
                  <a:gd name="T25" fmla="*/ 79 h 117"/>
                  <a:gd name="T26" fmla="*/ 20 w 93"/>
                  <a:gd name="T27" fmla="*/ 85 h 117"/>
                  <a:gd name="T28" fmla="*/ 16 w 93"/>
                  <a:gd name="T29" fmla="*/ 90 h 117"/>
                  <a:gd name="T30" fmla="*/ 10 w 93"/>
                  <a:gd name="T31" fmla="*/ 97 h 117"/>
                  <a:gd name="T32" fmla="*/ 5 w 93"/>
                  <a:gd name="T33" fmla="*/ 103 h 117"/>
                  <a:gd name="T34" fmla="*/ 0 w 93"/>
                  <a:gd name="T35" fmla="*/ 111 h 117"/>
                  <a:gd name="T36" fmla="*/ 10 w 93"/>
                  <a:gd name="T37" fmla="*/ 117 h 117"/>
                  <a:gd name="T38" fmla="*/ 13 w 93"/>
                  <a:gd name="T39" fmla="*/ 111 h 117"/>
                  <a:gd name="T40" fmla="*/ 18 w 93"/>
                  <a:gd name="T41" fmla="*/ 104 h 117"/>
                  <a:gd name="T42" fmla="*/ 23 w 93"/>
                  <a:gd name="T43" fmla="*/ 98 h 117"/>
                  <a:gd name="T44" fmla="*/ 28 w 93"/>
                  <a:gd name="T45" fmla="*/ 93 h 117"/>
                  <a:gd name="T46" fmla="*/ 34 w 93"/>
                  <a:gd name="T47" fmla="*/ 89 h 117"/>
                  <a:gd name="T48" fmla="*/ 40 w 93"/>
                  <a:gd name="T49" fmla="*/ 84 h 117"/>
                  <a:gd name="T50" fmla="*/ 45 w 93"/>
                  <a:gd name="T51" fmla="*/ 79 h 117"/>
                  <a:gd name="T52" fmla="*/ 51 w 93"/>
                  <a:gd name="T53" fmla="*/ 74 h 117"/>
                  <a:gd name="T54" fmla="*/ 57 w 93"/>
                  <a:gd name="T55" fmla="*/ 70 h 117"/>
                  <a:gd name="T56" fmla="*/ 62 w 93"/>
                  <a:gd name="T57" fmla="*/ 64 h 117"/>
                  <a:gd name="T58" fmla="*/ 68 w 93"/>
                  <a:gd name="T59" fmla="*/ 59 h 117"/>
                  <a:gd name="T60" fmla="*/ 72 w 93"/>
                  <a:gd name="T61" fmla="*/ 54 h 117"/>
                  <a:gd name="T62" fmla="*/ 79 w 93"/>
                  <a:gd name="T63" fmla="*/ 48 h 117"/>
                  <a:gd name="T64" fmla="*/ 83 w 93"/>
                  <a:gd name="T65" fmla="*/ 41 h 117"/>
                  <a:gd name="T66" fmla="*/ 88 w 93"/>
                  <a:gd name="T67" fmla="*/ 35 h 117"/>
                  <a:gd name="T68" fmla="*/ 92 w 93"/>
                  <a:gd name="T69" fmla="*/ 26 h 117"/>
                  <a:gd name="T70" fmla="*/ 81 w 93"/>
                  <a:gd name="T71" fmla="*/ 24 h 117"/>
                  <a:gd name="T72" fmla="*/ 93 w 93"/>
                  <a:gd name="T73" fmla="*/ 24 h 117"/>
                  <a:gd name="T74" fmla="*/ 93 w 93"/>
                  <a:gd name="T75" fmla="*/ 0 h 117"/>
                  <a:gd name="T76" fmla="*/ 82 w 93"/>
                  <a:gd name="T77" fmla="*/ 21 h 117"/>
                  <a:gd name="T78" fmla="*/ 93 w 93"/>
                  <a:gd name="T79" fmla="*/ 24 h 1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93"/>
                  <a:gd name="T121" fmla="*/ 0 h 117"/>
                  <a:gd name="T122" fmla="*/ 93 w 93"/>
                  <a:gd name="T123" fmla="*/ 117 h 1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93" h="117">
                    <a:moveTo>
                      <a:pt x="93" y="24"/>
                    </a:moveTo>
                    <a:lnTo>
                      <a:pt x="82" y="21"/>
                    </a:lnTo>
                    <a:lnTo>
                      <a:pt x="79" y="29"/>
                    </a:lnTo>
                    <a:lnTo>
                      <a:pt x="75" y="35"/>
                    </a:lnTo>
                    <a:lnTo>
                      <a:pt x="70" y="40"/>
                    </a:lnTo>
                    <a:lnTo>
                      <a:pt x="65" y="46"/>
                    </a:lnTo>
                    <a:lnTo>
                      <a:pt x="60" y="52"/>
                    </a:lnTo>
                    <a:lnTo>
                      <a:pt x="54" y="57"/>
                    </a:lnTo>
                    <a:lnTo>
                      <a:pt x="49" y="60"/>
                    </a:lnTo>
                    <a:lnTo>
                      <a:pt x="43" y="65"/>
                    </a:lnTo>
                    <a:lnTo>
                      <a:pt x="37" y="70"/>
                    </a:lnTo>
                    <a:lnTo>
                      <a:pt x="33" y="74"/>
                    </a:lnTo>
                    <a:lnTo>
                      <a:pt x="26" y="79"/>
                    </a:lnTo>
                    <a:lnTo>
                      <a:pt x="20" y="85"/>
                    </a:lnTo>
                    <a:lnTo>
                      <a:pt x="16" y="90"/>
                    </a:lnTo>
                    <a:lnTo>
                      <a:pt x="10" y="97"/>
                    </a:lnTo>
                    <a:lnTo>
                      <a:pt x="5" y="103"/>
                    </a:lnTo>
                    <a:lnTo>
                      <a:pt x="0" y="111"/>
                    </a:lnTo>
                    <a:lnTo>
                      <a:pt x="10" y="117"/>
                    </a:lnTo>
                    <a:lnTo>
                      <a:pt x="13" y="111"/>
                    </a:lnTo>
                    <a:lnTo>
                      <a:pt x="18" y="104"/>
                    </a:lnTo>
                    <a:lnTo>
                      <a:pt x="23" y="98"/>
                    </a:lnTo>
                    <a:lnTo>
                      <a:pt x="28" y="93"/>
                    </a:lnTo>
                    <a:lnTo>
                      <a:pt x="34" y="89"/>
                    </a:lnTo>
                    <a:lnTo>
                      <a:pt x="40" y="84"/>
                    </a:lnTo>
                    <a:lnTo>
                      <a:pt x="45" y="79"/>
                    </a:lnTo>
                    <a:lnTo>
                      <a:pt x="51" y="74"/>
                    </a:lnTo>
                    <a:lnTo>
                      <a:pt x="57" y="70"/>
                    </a:lnTo>
                    <a:lnTo>
                      <a:pt x="62" y="64"/>
                    </a:lnTo>
                    <a:lnTo>
                      <a:pt x="68" y="59"/>
                    </a:lnTo>
                    <a:lnTo>
                      <a:pt x="72" y="54"/>
                    </a:lnTo>
                    <a:lnTo>
                      <a:pt x="79" y="48"/>
                    </a:lnTo>
                    <a:lnTo>
                      <a:pt x="83" y="41"/>
                    </a:lnTo>
                    <a:lnTo>
                      <a:pt x="88" y="35"/>
                    </a:lnTo>
                    <a:lnTo>
                      <a:pt x="92" y="26"/>
                    </a:lnTo>
                    <a:lnTo>
                      <a:pt x="81" y="24"/>
                    </a:lnTo>
                    <a:lnTo>
                      <a:pt x="93" y="24"/>
                    </a:lnTo>
                    <a:lnTo>
                      <a:pt x="93" y="0"/>
                    </a:lnTo>
                    <a:lnTo>
                      <a:pt x="82" y="21"/>
                    </a:lnTo>
                    <a:lnTo>
                      <a:pt x="93" y="2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7" name="Freeform 183"/>
              <p:cNvSpPr>
                <a:spLocks/>
              </p:cNvSpPr>
              <p:nvPr/>
            </p:nvSpPr>
            <p:spPr bwMode="auto">
              <a:xfrm flipH="1">
                <a:off x="889" y="2025"/>
                <a:ext cx="8" cy="36"/>
              </a:xfrm>
              <a:custGeom>
                <a:avLst/>
                <a:gdLst>
                  <a:gd name="T0" fmla="*/ 23 w 24"/>
                  <a:gd name="T1" fmla="*/ 99 h 107"/>
                  <a:gd name="T2" fmla="*/ 23 w 24"/>
                  <a:gd name="T3" fmla="*/ 100 h 107"/>
                  <a:gd name="T4" fmla="*/ 18 w 24"/>
                  <a:gd name="T5" fmla="*/ 92 h 107"/>
                  <a:gd name="T6" fmla="*/ 14 w 24"/>
                  <a:gd name="T7" fmla="*/ 83 h 107"/>
                  <a:gd name="T8" fmla="*/ 12 w 24"/>
                  <a:gd name="T9" fmla="*/ 75 h 107"/>
                  <a:gd name="T10" fmla="*/ 11 w 24"/>
                  <a:gd name="T11" fmla="*/ 69 h 107"/>
                  <a:gd name="T12" fmla="*/ 11 w 24"/>
                  <a:gd name="T13" fmla="*/ 63 h 107"/>
                  <a:gd name="T14" fmla="*/ 11 w 24"/>
                  <a:gd name="T15" fmla="*/ 58 h 107"/>
                  <a:gd name="T16" fmla="*/ 12 w 24"/>
                  <a:gd name="T17" fmla="*/ 51 h 107"/>
                  <a:gd name="T18" fmla="*/ 13 w 24"/>
                  <a:gd name="T19" fmla="*/ 46 h 107"/>
                  <a:gd name="T20" fmla="*/ 13 w 24"/>
                  <a:gd name="T21" fmla="*/ 41 h 107"/>
                  <a:gd name="T22" fmla="*/ 16 w 24"/>
                  <a:gd name="T23" fmla="*/ 36 h 107"/>
                  <a:gd name="T24" fmla="*/ 17 w 24"/>
                  <a:gd name="T25" fmla="*/ 31 h 107"/>
                  <a:gd name="T26" fmla="*/ 19 w 24"/>
                  <a:gd name="T27" fmla="*/ 25 h 107"/>
                  <a:gd name="T28" fmla="*/ 22 w 24"/>
                  <a:gd name="T29" fmla="*/ 20 h 107"/>
                  <a:gd name="T30" fmla="*/ 23 w 24"/>
                  <a:gd name="T31" fmla="*/ 14 h 107"/>
                  <a:gd name="T32" fmla="*/ 23 w 24"/>
                  <a:gd name="T33" fmla="*/ 7 h 107"/>
                  <a:gd name="T34" fmla="*/ 24 w 24"/>
                  <a:gd name="T35" fmla="*/ 0 h 107"/>
                  <a:gd name="T36" fmla="*/ 12 w 24"/>
                  <a:gd name="T37" fmla="*/ 0 h 107"/>
                  <a:gd name="T38" fmla="*/ 12 w 24"/>
                  <a:gd name="T39" fmla="*/ 6 h 107"/>
                  <a:gd name="T40" fmla="*/ 11 w 24"/>
                  <a:gd name="T41" fmla="*/ 11 h 107"/>
                  <a:gd name="T42" fmla="*/ 10 w 24"/>
                  <a:gd name="T43" fmla="*/ 16 h 107"/>
                  <a:gd name="T44" fmla="*/ 8 w 24"/>
                  <a:gd name="T45" fmla="*/ 21 h 107"/>
                  <a:gd name="T46" fmla="*/ 7 w 24"/>
                  <a:gd name="T47" fmla="*/ 26 h 107"/>
                  <a:gd name="T48" fmla="*/ 5 w 24"/>
                  <a:gd name="T49" fmla="*/ 33 h 107"/>
                  <a:gd name="T50" fmla="*/ 3 w 24"/>
                  <a:gd name="T51" fmla="*/ 38 h 107"/>
                  <a:gd name="T52" fmla="*/ 1 w 24"/>
                  <a:gd name="T53" fmla="*/ 44 h 107"/>
                  <a:gd name="T54" fmla="*/ 0 w 24"/>
                  <a:gd name="T55" fmla="*/ 50 h 107"/>
                  <a:gd name="T56" fmla="*/ 0 w 24"/>
                  <a:gd name="T57" fmla="*/ 56 h 107"/>
                  <a:gd name="T58" fmla="*/ 0 w 24"/>
                  <a:gd name="T59" fmla="*/ 63 h 107"/>
                  <a:gd name="T60" fmla="*/ 0 w 24"/>
                  <a:gd name="T61" fmla="*/ 70 h 107"/>
                  <a:gd name="T62" fmla="*/ 2 w 24"/>
                  <a:gd name="T63" fmla="*/ 79 h 107"/>
                  <a:gd name="T64" fmla="*/ 5 w 24"/>
                  <a:gd name="T65" fmla="*/ 88 h 107"/>
                  <a:gd name="T66" fmla="*/ 8 w 24"/>
                  <a:gd name="T67" fmla="*/ 97 h 107"/>
                  <a:gd name="T68" fmla="*/ 13 w 24"/>
                  <a:gd name="T69" fmla="*/ 105 h 107"/>
                  <a:gd name="T70" fmla="*/ 13 w 24"/>
                  <a:gd name="T71" fmla="*/ 107 h 107"/>
                  <a:gd name="T72" fmla="*/ 23 w 24"/>
                  <a:gd name="T73" fmla="*/ 99 h 10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"/>
                  <a:gd name="T112" fmla="*/ 0 h 107"/>
                  <a:gd name="T113" fmla="*/ 24 w 24"/>
                  <a:gd name="T114" fmla="*/ 107 h 10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" h="107">
                    <a:moveTo>
                      <a:pt x="23" y="99"/>
                    </a:moveTo>
                    <a:lnTo>
                      <a:pt x="23" y="100"/>
                    </a:lnTo>
                    <a:lnTo>
                      <a:pt x="18" y="92"/>
                    </a:lnTo>
                    <a:lnTo>
                      <a:pt x="14" y="83"/>
                    </a:lnTo>
                    <a:lnTo>
                      <a:pt x="12" y="75"/>
                    </a:lnTo>
                    <a:lnTo>
                      <a:pt x="11" y="69"/>
                    </a:lnTo>
                    <a:lnTo>
                      <a:pt x="11" y="63"/>
                    </a:lnTo>
                    <a:lnTo>
                      <a:pt x="11" y="58"/>
                    </a:lnTo>
                    <a:lnTo>
                      <a:pt x="12" y="51"/>
                    </a:lnTo>
                    <a:lnTo>
                      <a:pt x="13" y="46"/>
                    </a:lnTo>
                    <a:lnTo>
                      <a:pt x="13" y="41"/>
                    </a:lnTo>
                    <a:lnTo>
                      <a:pt x="16" y="36"/>
                    </a:lnTo>
                    <a:lnTo>
                      <a:pt x="17" y="31"/>
                    </a:lnTo>
                    <a:lnTo>
                      <a:pt x="19" y="25"/>
                    </a:lnTo>
                    <a:lnTo>
                      <a:pt x="22" y="20"/>
                    </a:lnTo>
                    <a:lnTo>
                      <a:pt x="23" y="14"/>
                    </a:lnTo>
                    <a:lnTo>
                      <a:pt x="23" y="7"/>
                    </a:lnTo>
                    <a:lnTo>
                      <a:pt x="24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11" y="11"/>
                    </a:lnTo>
                    <a:lnTo>
                      <a:pt x="10" y="16"/>
                    </a:lnTo>
                    <a:lnTo>
                      <a:pt x="8" y="21"/>
                    </a:lnTo>
                    <a:lnTo>
                      <a:pt x="7" y="26"/>
                    </a:lnTo>
                    <a:lnTo>
                      <a:pt x="5" y="33"/>
                    </a:lnTo>
                    <a:lnTo>
                      <a:pt x="3" y="38"/>
                    </a:lnTo>
                    <a:lnTo>
                      <a:pt x="1" y="44"/>
                    </a:lnTo>
                    <a:lnTo>
                      <a:pt x="0" y="50"/>
                    </a:lnTo>
                    <a:lnTo>
                      <a:pt x="0" y="56"/>
                    </a:lnTo>
                    <a:lnTo>
                      <a:pt x="0" y="63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5" y="88"/>
                    </a:lnTo>
                    <a:lnTo>
                      <a:pt x="8" y="97"/>
                    </a:lnTo>
                    <a:lnTo>
                      <a:pt x="13" y="105"/>
                    </a:lnTo>
                    <a:lnTo>
                      <a:pt x="13" y="107"/>
                    </a:lnTo>
                    <a:lnTo>
                      <a:pt x="23" y="9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8" name="Freeform 184"/>
              <p:cNvSpPr>
                <a:spLocks/>
              </p:cNvSpPr>
              <p:nvPr/>
            </p:nvSpPr>
            <p:spPr bwMode="auto">
              <a:xfrm flipH="1">
                <a:off x="800" y="2048"/>
                <a:ext cx="92" cy="17"/>
              </a:xfrm>
              <a:custGeom>
                <a:avLst/>
                <a:gdLst>
                  <a:gd name="T0" fmla="*/ 266 w 276"/>
                  <a:gd name="T1" fmla="*/ 3 h 50"/>
                  <a:gd name="T2" fmla="*/ 260 w 276"/>
                  <a:gd name="T3" fmla="*/ 10 h 50"/>
                  <a:gd name="T4" fmla="*/ 250 w 276"/>
                  <a:gd name="T5" fmla="*/ 16 h 50"/>
                  <a:gd name="T6" fmla="*/ 235 w 276"/>
                  <a:gd name="T7" fmla="*/ 23 h 50"/>
                  <a:gd name="T8" fmla="*/ 218 w 276"/>
                  <a:gd name="T9" fmla="*/ 28 h 50"/>
                  <a:gd name="T10" fmla="*/ 197 w 276"/>
                  <a:gd name="T11" fmla="*/ 31 h 50"/>
                  <a:gd name="T12" fmla="*/ 177 w 276"/>
                  <a:gd name="T13" fmla="*/ 34 h 50"/>
                  <a:gd name="T14" fmla="*/ 154 w 276"/>
                  <a:gd name="T15" fmla="*/ 36 h 50"/>
                  <a:gd name="T16" fmla="*/ 131 w 276"/>
                  <a:gd name="T17" fmla="*/ 38 h 50"/>
                  <a:gd name="T18" fmla="*/ 108 w 276"/>
                  <a:gd name="T19" fmla="*/ 38 h 50"/>
                  <a:gd name="T20" fmla="*/ 86 w 276"/>
                  <a:gd name="T21" fmla="*/ 38 h 50"/>
                  <a:gd name="T22" fmla="*/ 66 w 276"/>
                  <a:gd name="T23" fmla="*/ 38 h 50"/>
                  <a:gd name="T24" fmla="*/ 47 w 276"/>
                  <a:gd name="T25" fmla="*/ 36 h 50"/>
                  <a:gd name="T26" fmla="*/ 32 w 276"/>
                  <a:gd name="T27" fmla="*/ 35 h 50"/>
                  <a:gd name="T28" fmla="*/ 20 w 276"/>
                  <a:gd name="T29" fmla="*/ 33 h 50"/>
                  <a:gd name="T30" fmla="*/ 11 w 276"/>
                  <a:gd name="T31" fmla="*/ 31 h 50"/>
                  <a:gd name="T32" fmla="*/ 10 w 276"/>
                  <a:gd name="T33" fmla="*/ 30 h 50"/>
                  <a:gd name="T34" fmla="*/ 4 w 276"/>
                  <a:gd name="T35" fmla="*/ 40 h 50"/>
                  <a:gd name="T36" fmla="*/ 12 w 276"/>
                  <a:gd name="T37" fmla="*/ 44 h 50"/>
                  <a:gd name="T38" fmla="*/ 23 w 276"/>
                  <a:gd name="T39" fmla="*/ 45 h 50"/>
                  <a:gd name="T40" fmla="*/ 38 w 276"/>
                  <a:gd name="T41" fmla="*/ 48 h 50"/>
                  <a:gd name="T42" fmla="*/ 56 w 276"/>
                  <a:gd name="T43" fmla="*/ 49 h 50"/>
                  <a:gd name="T44" fmla="*/ 75 w 276"/>
                  <a:gd name="T45" fmla="*/ 49 h 50"/>
                  <a:gd name="T46" fmla="*/ 97 w 276"/>
                  <a:gd name="T47" fmla="*/ 50 h 50"/>
                  <a:gd name="T48" fmla="*/ 120 w 276"/>
                  <a:gd name="T49" fmla="*/ 50 h 50"/>
                  <a:gd name="T50" fmla="*/ 143 w 276"/>
                  <a:gd name="T51" fmla="*/ 49 h 50"/>
                  <a:gd name="T52" fmla="*/ 166 w 276"/>
                  <a:gd name="T53" fmla="*/ 47 h 50"/>
                  <a:gd name="T54" fmla="*/ 189 w 276"/>
                  <a:gd name="T55" fmla="*/ 44 h 50"/>
                  <a:gd name="T56" fmla="*/ 210 w 276"/>
                  <a:gd name="T57" fmla="*/ 41 h 50"/>
                  <a:gd name="T58" fmla="*/ 230 w 276"/>
                  <a:gd name="T59" fmla="*/ 36 h 50"/>
                  <a:gd name="T60" fmla="*/ 247 w 276"/>
                  <a:gd name="T61" fmla="*/ 30 h 50"/>
                  <a:gd name="T62" fmla="*/ 260 w 276"/>
                  <a:gd name="T63" fmla="*/ 24 h 50"/>
                  <a:gd name="T64" fmla="*/ 273 w 276"/>
                  <a:gd name="T65" fmla="*/ 15 h 50"/>
                  <a:gd name="T66" fmla="*/ 270 w 276"/>
                  <a:gd name="T67" fmla="*/ 13 h 50"/>
                  <a:gd name="T68" fmla="*/ 269 w 276"/>
                  <a:gd name="T69" fmla="*/ 0 h 50"/>
                  <a:gd name="T70" fmla="*/ 273 w 276"/>
                  <a:gd name="T71" fmla="*/ 0 h 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76"/>
                  <a:gd name="T109" fmla="*/ 0 h 50"/>
                  <a:gd name="T110" fmla="*/ 276 w 276"/>
                  <a:gd name="T111" fmla="*/ 50 h 5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76" h="50">
                    <a:moveTo>
                      <a:pt x="273" y="0"/>
                    </a:moveTo>
                    <a:lnTo>
                      <a:pt x="266" y="3"/>
                    </a:lnTo>
                    <a:lnTo>
                      <a:pt x="264" y="6"/>
                    </a:lnTo>
                    <a:lnTo>
                      <a:pt x="260" y="10"/>
                    </a:lnTo>
                    <a:lnTo>
                      <a:pt x="256" y="14"/>
                    </a:lnTo>
                    <a:lnTo>
                      <a:pt x="250" y="16"/>
                    </a:lnTo>
                    <a:lnTo>
                      <a:pt x="242" y="20"/>
                    </a:lnTo>
                    <a:lnTo>
                      <a:pt x="235" y="23"/>
                    </a:lnTo>
                    <a:lnTo>
                      <a:pt x="227" y="25"/>
                    </a:lnTo>
                    <a:lnTo>
                      <a:pt x="218" y="28"/>
                    </a:lnTo>
                    <a:lnTo>
                      <a:pt x="208" y="29"/>
                    </a:lnTo>
                    <a:lnTo>
                      <a:pt x="197" y="31"/>
                    </a:lnTo>
                    <a:lnTo>
                      <a:pt x="187" y="33"/>
                    </a:lnTo>
                    <a:lnTo>
                      <a:pt x="177" y="34"/>
                    </a:lnTo>
                    <a:lnTo>
                      <a:pt x="165" y="35"/>
                    </a:lnTo>
                    <a:lnTo>
                      <a:pt x="154" y="36"/>
                    </a:lnTo>
                    <a:lnTo>
                      <a:pt x="142" y="36"/>
                    </a:lnTo>
                    <a:lnTo>
                      <a:pt x="131" y="38"/>
                    </a:lnTo>
                    <a:lnTo>
                      <a:pt x="120" y="38"/>
                    </a:lnTo>
                    <a:lnTo>
                      <a:pt x="108" y="38"/>
                    </a:lnTo>
                    <a:lnTo>
                      <a:pt x="97" y="38"/>
                    </a:lnTo>
                    <a:lnTo>
                      <a:pt x="86" y="38"/>
                    </a:lnTo>
                    <a:lnTo>
                      <a:pt x="75" y="38"/>
                    </a:lnTo>
                    <a:lnTo>
                      <a:pt x="66" y="38"/>
                    </a:lnTo>
                    <a:lnTo>
                      <a:pt x="56" y="36"/>
                    </a:lnTo>
                    <a:lnTo>
                      <a:pt x="47" y="36"/>
                    </a:lnTo>
                    <a:lnTo>
                      <a:pt x="39" y="35"/>
                    </a:lnTo>
                    <a:lnTo>
                      <a:pt x="32" y="35"/>
                    </a:lnTo>
                    <a:lnTo>
                      <a:pt x="26" y="34"/>
                    </a:lnTo>
                    <a:lnTo>
                      <a:pt x="20" y="33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10" y="30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7" y="41"/>
                    </a:lnTo>
                    <a:lnTo>
                      <a:pt x="12" y="44"/>
                    </a:lnTo>
                    <a:lnTo>
                      <a:pt x="17" y="44"/>
                    </a:lnTo>
                    <a:lnTo>
                      <a:pt x="23" y="45"/>
                    </a:lnTo>
                    <a:lnTo>
                      <a:pt x="30" y="47"/>
                    </a:lnTo>
                    <a:lnTo>
                      <a:pt x="38" y="48"/>
                    </a:lnTo>
                    <a:lnTo>
                      <a:pt x="46" y="48"/>
                    </a:lnTo>
                    <a:lnTo>
                      <a:pt x="56" y="49"/>
                    </a:lnTo>
                    <a:lnTo>
                      <a:pt x="66" y="49"/>
                    </a:lnTo>
                    <a:lnTo>
                      <a:pt x="75" y="49"/>
                    </a:lnTo>
                    <a:lnTo>
                      <a:pt x="86" y="50"/>
                    </a:lnTo>
                    <a:lnTo>
                      <a:pt x="97" y="50"/>
                    </a:lnTo>
                    <a:lnTo>
                      <a:pt x="108" y="50"/>
                    </a:lnTo>
                    <a:lnTo>
                      <a:pt x="120" y="50"/>
                    </a:lnTo>
                    <a:lnTo>
                      <a:pt x="131" y="49"/>
                    </a:lnTo>
                    <a:lnTo>
                      <a:pt x="143" y="49"/>
                    </a:lnTo>
                    <a:lnTo>
                      <a:pt x="154" y="48"/>
                    </a:lnTo>
                    <a:lnTo>
                      <a:pt x="166" y="47"/>
                    </a:lnTo>
                    <a:lnTo>
                      <a:pt x="177" y="45"/>
                    </a:lnTo>
                    <a:lnTo>
                      <a:pt x="189" y="44"/>
                    </a:lnTo>
                    <a:lnTo>
                      <a:pt x="200" y="43"/>
                    </a:lnTo>
                    <a:lnTo>
                      <a:pt x="210" y="41"/>
                    </a:lnTo>
                    <a:lnTo>
                      <a:pt x="220" y="39"/>
                    </a:lnTo>
                    <a:lnTo>
                      <a:pt x="230" y="36"/>
                    </a:lnTo>
                    <a:lnTo>
                      <a:pt x="239" y="34"/>
                    </a:lnTo>
                    <a:lnTo>
                      <a:pt x="247" y="30"/>
                    </a:lnTo>
                    <a:lnTo>
                      <a:pt x="254" y="28"/>
                    </a:lnTo>
                    <a:lnTo>
                      <a:pt x="260" y="24"/>
                    </a:lnTo>
                    <a:lnTo>
                      <a:pt x="266" y="20"/>
                    </a:lnTo>
                    <a:lnTo>
                      <a:pt x="273" y="15"/>
                    </a:lnTo>
                    <a:lnTo>
                      <a:pt x="276" y="10"/>
                    </a:lnTo>
                    <a:lnTo>
                      <a:pt x="270" y="13"/>
                    </a:lnTo>
                    <a:lnTo>
                      <a:pt x="273" y="0"/>
                    </a:lnTo>
                    <a:lnTo>
                      <a:pt x="269" y="0"/>
                    </a:lnTo>
                    <a:lnTo>
                      <a:pt x="266" y="3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9" name="Freeform 185"/>
              <p:cNvSpPr>
                <a:spLocks/>
              </p:cNvSpPr>
              <p:nvPr/>
            </p:nvSpPr>
            <p:spPr bwMode="auto">
              <a:xfrm flipH="1">
                <a:off x="764" y="2048"/>
                <a:ext cx="38" cy="28"/>
              </a:xfrm>
              <a:custGeom>
                <a:avLst/>
                <a:gdLst>
                  <a:gd name="T0" fmla="*/ 115 w 115"/>
                  <a:gd name="T1" fmla="*/ 79 h 84"/>
                  <a:gd name="T2" fmla="*/ 115 w 115"/>
                  <a:gd name="T3" fmla="*/ 79 h 84"/>
                  <a:gd name="T4" fmla="*/ 110 w 115"/>
                  <a:gd name="T5" fmla="*/ 70 h 84"/>
                  <a:gd name="T6" fmla="*/ 107 w 115"/>
                  <a:gd name="T7" fmla="*/ 63 h 84"/>
                  <a:gd name="T8" fmla="*/ 102 w 115"/>
                  <a:gd name="T9" fmla="*/ 55 h 84"/>
                  <a:gd name="T10" fmla="*/ 97 w 115"/>
                  <a:gd name="T11" fmla="*/ 48 h 84"/>
                  <a:gd name="T12" fmla="*/ 91 w 115"/>
                  <a:gd name="T13" fmla="*/ 41 h 84"/>
                  <a:gd name="T14" fmla="*/ 85 w 115"/>
                  <a:gd name="T15" fmla="*/ 36 h 84"/>
                  <a:gd name="T16" fmla="*/ 79 w 115"/>
                  <a:gd name="T17" fmla="*/ 31 h 84"/>
                  <a:gd name="T18" fmla="*/ 72 w 115"/>
                  <a:gd name="T19" fmla="*/ 26 h 84"/>
                  <a:gd name="T20" fmla="*/ 65 w 115"/>
                  <a:gd name="T21" fmla="*/ 23 h 84"/>
                  <a:gd name="T22" fmla="*/ 58 w 115"/>
                  <a:gd name="T23" fmla="*/ 19 h 84"/>
                  <a:gd name="T24" fmla="*/ 50 w 115"/>
                  <a:gd name="T25" fmla="*/ 15 h 84"/>
                  <a:gd name="T26" fmla="*/ 41 w 115"/>
                  <a:gd name="T27" fmla="*/ 11 h 84"/>
                  <a:gd name="T28" fmla="*/ 33 w 115"/>
                  <a:gd name="T29" fmla="*/ 9 h 84"/>
                  <a:gd name="T30" fmla="*/ 23 w 115"/>
                  <a:gd name="T31" fmla="*/ 6 h 84"/>
                  <a:gd name="T32" fmla="*/ 12 w 115"/>
                  <a:gd name="T33" fmla="*/ 3 h 84"/>
                  <a:gd name="T34" fmla="*/ 3 w 115"/>
                  <a:gd name="T35" fmla="*/ 0 h 84"/>
                  <a:gd name="T36" fmla="*/ 0 w 115"/>
                  <a:gd name="T37" fmla="*/ 13 h 84"/>
                  <a:gd name="T38" fmla="*/ 10 w 115"/>
                  <a:gd name="T39" fmla="*/ 15 h 84"/>
                  <a:gd name="T40" fmla="*/ 19 w 115"/>
                  <a:gd name="T41" fmla="*/ 18 h 84"/>
                  <a:gd name="T42" fmla="*/ 29 w 115"/>
                  <a:gd name="T43" fmla="*/ 20 h 84"/>
                  <a:gd name="T44" fmla="*/ 38 w 115"/>
                  <a:gd name="T45" fmla="*/ 23 h 84"/>
                  <a:gd name="T46" fmla="*/ 45 w 115"/>
                  <a:gd name="T47" fmla="*/ 26 h 84"/>
                  <a:gd name="T48" fmla="*/ 53 w 115"/>
                  <a:gd name="T49" fmla="*/ 29 h 84"/>
                  <a:gd name="T50" fmla="*/ 59 w 115"/>
                  <a:gd name="T51" fmla="*/ 33 h 84"/>
                  <a:gd name="T52" fmla="*/ 67 w 115"/>
                  <a:gd name="T53" fmla="*/ 36 h 84"/>
                  <a:gd name="T54" fmla="*/ 73 w 115"/>
                  <a:gd name="T55" fmla="*/ 40 h 84"/>
                  <a:gd name="T56" fmla="*/ 78 w 115"/>
                  <a:gd name="T57" fmla="*/ 45 h 84"/>
                  <a:gd name="T58" fmla="*/ 84 w 115"/>
                  <a:gd name="T59" fmla="*/ 50 h 84"/>
                  <a:gd name="T60" fmla="*/ 88 w 115"/>
                  <a:gd name="T61" fmla="*/ 55 h 84"/>
                  <a:gd name="T62" fmla="*/ 93 w 115"/>
                  <a:gd name="T63" fmla="*/ 62 h 84"/>
                  <a:gd name="T64" fmla="*/ 97 w 115"/>
                  <a:gd name="T65" fmla="*/ 68 h 84"/>
                  <a:gd name="T66" fmla="*/ 101 w 115"/>
                  <a:gd name="T67" fmla="*/ 75 h 84"/>
                  <a:gd name="T68" fmla="*/ 104 w 115"/>
                  <a:gd name="T69" fmla="*/ 84 h 84"/>
                  <a:gd name="T70" fmla="*/ 104 w 115"/>
                  <a:gd name="T71" fmla="*/ 84 h 84"/>
                  <a:gd name="T72" fmla="*/ 115 w 115"/>
                  <a:gd name="T73" fmla="*/ 79 h 8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5"/>
                  <a:gd name="T112" fmla="*/ 0 h 84"/>
                  <a:gd name="T113" fmla="*/ 115 w 115"/>
                  <a:gd name="T114" fmla="*/ 84 h 8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5" h="84">
                    <a:moveTo>
                      <a:pt x="115" y="79"/>
                    </a:moveTo>
                    <a:lnTo>
                      <a:pt x="115" y="79"/>
                    </a:lnTo>
                    <a:lnTo>
                      <a:pt x="110" y="70"/>
                    </a:lnTo>
                    <a:lnTo>
                      <a:pt x="107" y="63"/>
                    </a:lnTo>
                    <a:lnTo>
                      <a:pt x="102" y="55"/>
                    </a:lnTo>
                    <a:lnTo>
                      <a:pt x="97" y="48"/>
                    </a:lnTo>
                    <a:lnTo>
                      <a:pt x="91" y="41"/>
                    </a:lnTo>
                    <a:lnTo>
                      <a:pt x="85" y="36"/>
                    </a:lnTo>
                    <a:lnTo>
                      <a:pt x="79" y="31"/>
                    </a:lnTo>
                    <a:lnTo>
                      <a:pt x="72" y="26"/>
                    </a:lnTo>
                    <a:lnTo>
                      <a:pt x="65" y="23"/>
                    </a:lnTo>
                    <a:lnTo>
                      <a:pt x="58" y="19"/>
                    </a:lnTo>
                    <a:lnTo>
                      <a:pt x="50" y="15"/>
                    </a:lnTo>
                    <a:lnTo>
                      <a:pt x="41" y="11"/>
                    </a:lnTo>
                    <a:lnTo>
                      <a:pt x="33" y="9"/>
                    </a:lnTo>
                    <a:lnTo>
                      <a:pt x="23" y="6"/>
                    </a:lnTo>
                    <a:lnTo>
                      <a:pt x="12" y="3"/>
                    </a:lnTo>
                    <a:lnTo>
                      <a:pt x="3" y="0"/>
                    </a:lnTo>
                    <a:lnTo>
                      <a:pt x="0" y="13"/>
                    </a:lnTo>
                    <a:lnTo>
                      <a:pt x="10" y="15"/>
                    </a:lnTo>
                    <a:lnTo>
                      <a:pt x="19" y="18"/>
                    </a:lnTo>
                    <a:lnTo>
                      <a:pt x="29" y="20"/>
                    </a:lnTo>
                    <a:lnTo>
                      <a:pt x="38" y="23"/>
                    </a:lnTo>
                    <a:lnTo>
                      <a:pt x="45" y="26"/>
                    </a:lnTo>
                    <a:lnTo>
                      <a:pt x="53" y="29"/>
                    </a:lnTo>
                    <a:lnTo>
                      <a:pt x="59" y="33"/>
                    </a:lnTo>
                    <a:lnTo>
                      <a:pt x="67" y="36"/>
                    </a:lnTo>
                    <a:lnTo>
                      <a:pt x="73" y="40"/>
                    </a:lnTo>
                    <a:lnTo>
                      <a:pt x="78" y="45"/>
                    </a:lnTo>
                    <a:lnTo>
                      <a:pt x="84" y="50"/>
                    </a:lnTo>
                    <a:lnTo>
                      <a:pt x="88" y="55"/>
                    </a:lnTo>
                    <a:lnTo>
                      <a:pt x="93" y="62"/>
                    </a:lnTo>
                    <a:lnTo>
                      <a:pt x="97" y="68"/>
                    </a:lnTo>
                    <a:lnTo>
                      <a:pt x="101" y="75"/>
                    </a:lnTo>
                    <a:lnTo>
                      <a:pt x="104" y="84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0" name="Freeform 186"/>
              <p:cNvSpPr>
                <a:spLocks/>
              </p:cNvSpPr>
              <p:nvPr/>
            </p:nvSpPr>
            <p:spPr bwMode="auto">
              <a:xfrm flipH="1">
                <a:off x="756" y="2074"/>
                <a:ext cx="12" cy="57"/>
              </a:xfrm>
              <a:custGeom>
                <a:avLst/>
                <a:gdLst>
                  <a:gd name="T0" fmla="*/ 24 w 34"/>
                  <a:gd name="T1" fmla="*/ 167 h 169"/>
                  <a:gd name="T2" fmla="*/ 24 w 34"/>
                  <a:gd name="T3" fmla="*/ 169 h 169"/>
                  <a:gd name="T4" fmla="*/ 27 w 34"/>
                  <a:gd name="T5" fmla="*/ 156 h 169"/>
                  <a:gd name="T6" fmla="*/ 29 w 34"/>
                  <a:gd name="T7" fmla="*/ 145 h 169"/>
                  <a:gd name="T8" fmla="*/ 32 w 34"/>
                  <a:gd name="T9" fmla="*/ 133 h 169"/>
                  <a:gd name="T10" fmla="*/ 33 w 34"/>
                  <a:gd name="T11" fmla="*/ 122 h 169"/>
                  <a:gd name="T12" fmla="*/ 33 w 34"/>
                  <a:gd name="T13" fmla="*/ 111 h 169"/>
                  <a:gd name="T14" fmla="*/ 34 w 34"/>
                  <a:gd name="T15" fmla="*/ 101 h 169"/>
                  <a:gd name="T16" fmla="*/ 33 w 34"/>
                  <a:gd name="T17" fmla="*/ 91 h 169"/>
                  <a:gd name="T18" fmla="*/ 33 w 34"/>
                  <a:gd name="T19" fmla="*/ 81 h 169"/>
                  <a:gd name="T20" fmla="*/ 32 w 34"/>
                  <a:gd name="T21" fmla="*/ 71 h 169"/>
                  <a:gd name="T22" fmla="*/ 30 w 34"/>
                  <a:gd name="T23" fmla="*/ 61 h 169"/>
                  <a:gd name="T24" fmla="*/ 28 w 34"/>
                  <a:gd name="T25" fmla="*/ 50 h 169"/>
                  <a:gd name="T26" fmla="*/ 26 w 34"/>
                  <a:gd name="T27" fmla="*/ 40 h 169"/>
                  <a:gd name="T28" fmla="*/ 22 w 34"/>
                  <a:gd name="T29" fmla="*/ 32 h 169"/>
                  <a:gd name="T30" fmla="*/ 18 w 34"/>
                  <a:gd name="T31" fmla="*/ 20 h 169"/>
                  <a:gd name="T32" fmla="*/ 15 w 34"/>
                  <a:gd name="T33" fmla="*/ 10 h 169"/>
                  <a:gd name="T34" fmla="*/ 11 w 34"/>
                  <a:gd name="T35" fmla="*/ 0 h 169"/>
                  <a:gd name="T36" fmla="*/ 0 w 34"/>
                  <a:gd name="T37" fmla="*/ 5 h 169"/>
                  <a:gd name="T38" fmla="*/ 5 w 34"/>
                  <a:gd name="T39" fmla="*/ 15 h 169"/>
                  <a:gd name="T40" fmla="*/ 9 w 34"/>
                  <a:gd name="T41" fmla="*/ 25 h 169"/>
                  <a:gd name="T42" fmla="*/ 12 w 34"/>
                  <a:gd name="T43" fmla="*/ 34 h 169"/>
                  <a:gd name="T44" fmla="*/ 15 w 34"/>
                  <a:gd name="T45" fmla="*/ 44 h 169"/>
                  <a:gd name="T46" fmla="*/ 17 w 34"/>
                  <a:gd name="T47" fmla="*/ 53 h 169"/>
                  <a:gd name="T48" fmla="*/ 18 w 34"/>
                  <a:gd name="T49" fmla="*/ 63 h 169"/>
                  <a:gd name="T50" fmla="*/ 21 w 34"/>
                  <a:gd name="T51" fmla="*/ 72 h 169"/>
                  <a:gd name="T52" fmla="*/ 22 w 34"/>
                  <a:gd name="T53" fmla="*/ 82 h 169"/>
                  <a:gd name="T54" fmla="*/ 22 w 34"/>
                  <a:gd name="T55" fmla="*/ 91 h 169"/>
                  <a:gd name="T56" fmla="*/ 22 w 34"/>
                  <a:gd name="T57" fmla="*/ 101 h 169"/>
                  <a:gd name="T58" fmla="*/ 22 w 34"/>
                  <a:gd name="T59" fmla="*/ 111 h 169"/>
                  <a:gd name="T60" fmla="*/ 21 w 34"/>
                  <a:gd name="T61" fmla="*/ 121 h 169"/>
                  <a:gd name="T62" fmla="*/ 20 w 34"/>
                  <a:gd name="T63" fmla="*/ 131 h 169"/>
                  <a:gd name="T64" fmla="*/ 18 w 34"/>
                  <a:gd name="T65" fmla="*/ 142 h 169"/>
                  <a:gd name="T66" fmla="*/ 16 w 34"/>
                  <a:gd name="T67" fmla="*/ 154 h 169"/>
                  <a:gd name="T68" fmla="*/ 14 w 34"/>
                  <a:gd name="T69" fmla="*/ 165 h 169"/>
                  <a:gd name="T70" fmla="*/ 14 w 34"/>
                  <a:gd name="T71" fmla="*/ 165 h 169"/>
                  <a:gd name="T72" fmla="*/ 24 w 34"/>
                  <a:gd name="T73" fmla="*/ 167 h 16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"/>
                  <a:gd name="T112" fmla="*/ 0 h 169"/>
                  <a:gd name="T113" fmla="*/ 34 w 34"/>
                  <a:gd name="T114" fmla="*/ 169 h 16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" h="169">
                    <a:moveTo>
                      <a:pt x="24" y="167"/>
                    </a:moveTo>
                    <a:lnTo>
                      <a:pt x="24" y="169"/>
                    </a:lnTo>
                    <a:lnTo>
                      <a:pt x="27" y="156"/>
                    </a:lnTo>
                    <a:lnTo>
                      <a:pt x="29" y="145"/>
                    </a:lnTo>
                    <a:lnTo>
                      <a:pt x="32" y="133"/>
                    </a:lnTo>
                    <a:lnTo>
                      <a:pt x="33" y="122"/>
                    </a:lnTo>
                    <a:lnTo>
                      <a:pt x="33" y="111"/>
                    </a:lnTo>
                    <a:lnTo>
                      <a:pt x="34" y="101"/>
                    </a:lnTo>
                    <a:lnTo>
                      <a:pt x="33" y="91"/>
                    </a:lnTo>
                    <a:lnTo>
                      <a:pt x="33" y="81"/>
                    </a:lnTo>
                    <a:lnTo>
                      <a:pt x="32" y="71"/>
                    </a:lnTo>
                    <a:lnTo>
                      <a:pt x="30" y="61"/>
                    </a:lnTo>
                    <a:lnTo>
                      <a:pt x="28" y="50"/>
                    </a:lnTo>
                    <a:lnTo>
                      <a:pt x="26" y="40"/>
                    </a:lnTo>
                    <a:lnTo>
                      <a:pt x="22" y="32"/>
                    </a:lnTo>
                    <a:lnTo>
                      <a:pt x="18" y="20"/>
                    </a:lnTo>
                    <a:lnTo>
                      <a:pt x="15" y="10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5" y="15"/>
                    </a:lnTo>
                    <a:lnTo>
                      <a:pt x="9" y="25"/>
                    </a:lnTo>
                    <a:lnTo>
                      <a:pt x="12" y="34"/>
                    </a:lnTo>
                    <a:lnTo>
                      <a:pt x="15" y="44"/>
                    </a:lnTo>
                    <a:lnTo>
                      <a:pt x="17" y="53"/>
                    </a:lnTo>
                    <a:lnTo>
                      <a:pt x="18" y="63"/>
                    </a:lnTo>
                    <a:lnTo>
                      <a:pt x="21" y="72"/>
                    </a:lnTo>
                    <a:lnTo>
                      <a:pt x="22" y="82"/>
                    </a:lnTo>
                    <a:lnTo>
                      <a:pt x="22" y="91"/>
                    </a:lnTo>
                    <a:lnTo>
                      <a:pt x="22" y="101"/>
                    </a:lnTo>
                    <a:lnTo>
                      <a:pt x="22" y="111"/>
                    </a:lnTo>
                    <a:lnTo>
                      <a:pt x="21" y="121"/>
                    </a:lnTo>
                    <a:lnTo>
                      <a:pt x="20" y="131"/>
                    </a:lnTo>
                    <a:lnTo>
                      <a:pt x="18" y="142"/>
                    </a:lnTo>
                    <a:lnTo>
                      <a:pt x="16" y="154"/>
                    </a:lnTo>
                    <a:lnTo>
                      <a:pt x="14" y="165"/>
                    </a:lnTo>
                    <a:lnTo>
                      <a:pt x="24" y="16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1" name="Freeform 187"/>
              <p:cNvSpPr>
                <a:spLocks/>
              </p:cNvSpPr>
              <p:nvPr/>
            </p:nvSpPr>
            <p:spPr bwMode="auto">
              <a:xfrm flipH="1">
                <a:off x="760" y="2129"/>
                <a:ext cx="82" cy="65"/>
              </a:xfrm>
              <a:custGeom>
                <a:avLst/>
                <a:gdLst>
                  <a:gd name="T0" fmla="*/ 16 w 248"/>
                  <a:gd name="T1" fmla="*/ 185 h 195"/>
                  <a:gd name="T2" fmla="*/ 15 w 248"/>
                  <a:gd name="T3" fmla="*/ 195 h 195"/>
                  <a:gd name="T4" fmla="*/ 33 w 248"/>
                  <a:gd name="T5" fmla="*/ 187 h 195"/>
                  <a:gd name="T6" fmla="*/ 51 w 248"/>
                  <a:gd name="T7" fmla="*/ 180 h 195"/>
                  <a:gd name="T8" fmla="*/ 69 w 248"/>
                  <a:gd name="T9" fmla="*/ 173 h 195"/>
                  <a:gd name="T10" fmla="*/ 87 w 248"/>
                  <a:gd name="T11" fmla="*/ 166 h 195"/>
                  <a:gd name="T12" fmla="*/ 106 w 248"/>
                  <a:gd name="T13" fmla="*/ 157 h 195"/>
                  <a:gd name="T14" fmla="*/ 123 w 248"/>
                  <a:gd name="T15" fmla="*/ 149 h 195"/>
                  <a:gd name="T16" fmla="*/ 141 w 248"/>
                  <a:gd name="T17" fmla="*/ 139 h 195"/>
                  <a:gd name="T18" fmla="*/ 156 w 248"/>
                  <a:gd name="T19" fmla="*/ 131 h 195"/>
                  <a:gd name="T20" fmla="*/ 172 w 248"/>
                  <a:gd name="T21" fmla="*/ 119 h 195"/>
                  <a:gd name="T22" fmla="*/ 188 w 248"/>
                  <a:gd name="T23" fmla="*/ 108 h 195"/>
                  <a:gd name="T24" fmla="*/ 201 w 248"/>
                  <a:gd name="T25" fmla="*/ 94 h 195"/>
                  <a:gd name="T26" fmla="*/ 213 w 248"/>
                  <a:gd name="T27" fmla="*/ 79 h 195"/>
                  <a:gd name="T28" fmla="*/ 225 w 248"/>
                  <a:gd name="T29" fmla="*/ 63 h 195"/>
                  <a:gd name="T30" fmla="*/ 235 w 248"/>
                  <a:gd name="T31" fmla="*/ 45 h 195"/>
                  <a:gd name="T32" fmla="*/ 242 w 248"/>
                  <a:gd name="T33" fmla="*/ 25 h 195"/>
                  <a:gd name="T34" fmla="*/ 248 w 248"/>
                  <a:gd name="T35" fmla="*/ 2 h 195"/>
                  <a:gd name="T36" fmla="*/ 238 w 248"/>
                  <a:gd name="T37" fmla="*/ 0 h 195"/>
                  <a:gd name="T38" fmla="*/ 231 w 248"/>
                  <a:gd name="T39" fmla="*/ 21 h 195"/>
                  <a:gd name="T40" fmla="*/ 224 w 248"/>
                  <a:gd name="T41" fmla="*/ 40 h 195"/>
                  <a:gd name="T42" fmla="*/ 216 w 248"/>
                  <a:gd name="T43" fmla="*/ 58 h 195"/>
                  <a:gd name="T44" fmla="*/ 205 w 248"/>
                  <a:gd name="T45" fmla="*/ 72 h 195"/>
                  <a:gd name="T46" fmla="*/ 193 w 248"/>
                  <a:gd name="T47" fmla="*/ 85 h 195"/>
                  <a:gd name="T48" fmla="*/ 181 w 248"/>
                  <a:gd name="T49" fmla="*/ 98 h 195"/>
                  <a:gd name="T50" fmla="*/ 166 w 248"/>
                  <a:gd name="T51" fmla="*/ 110 h 195"/>
                  <a:gd name="T52" fmla="*/ 152 w 248"/>
                  <a:gd name="T53" fmla="*/ 121 h 195"/>
                  <a:gd name="T54" fmla="*/ 135 w 248"/>
                  <a:gd name="T55" fmla="*/ 129 h 195"/>
                  <a:gd name="T56" fmla="*/ 118 w 248"/>
                  <a:gd name="T57" fmla="*/ 138 h 195"/>
                  <a:gd name="T58" fmla="*/ 101 w 248"/>
                  <a:gd name="T59" fmla="*/ 147 h 195"/>
                  <a:gd name="T60" fmla="*/ 84 w 248"/>
                  <a:gd name="T61" fmla="*/ 154 h 195"/>
                  <a:gd name="T62" fmla="*/ 66 w 248"/>
                  <a:gd name="T63" fmla="*/ 162 h 195"/>
                  <a:gd name="T64" fmla="*/ 47 w 248"/>
                  <a:gd name="T65" fmla="*/ 170 h 195"/>
                  <a:gd name="T66" fmla="*/ 29 w 248"/>
                  <a:gd name="T67" fmla="*/ 177 h 195"/>
                  <a:gd name="T68" fmla="*/ 11 w 248"/>
                  <a:gd name="T69" fmla="*/ 185 h 195"/>
                  <a:gd name="T70" fmla="*/ 11 w 248"/>
                  <a:gd name="T71" fmla="*/ 195 h 195"/>
                  <a:gd name="T72" fmla="*/ 11 w 248"/>
                  <a:gd name="T73" fmla="*/ 185 h 195"/>
                  <a:gd name="T74" fmla="*/ 0 w 248"/>
                  <a:gd name="T75" fmla="*/ 190 h 195"/>
                  <a:gd name="T76" fmla="*/ 11 w 248"/>
                  <a:gd name="T77" fmla="*/ 195 h 195"/>
                  <a:gd name="T78" fmla="*/ 16 w 248"/>
                  <a:gd name="T79" fmla="*/ 185 h 19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8"/>
                  <a:gd name="T121" fmla="*/ 0 h 195"/>
                  <a:gd name="T122" fmla="*/ 248 w 248"/>
                  <a:gd name="T123" fmla="*/ 195 h 19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8" h="195">
                    <a:moveTo>
                      <a:pt x="16" y="185"/>
                    </a:moveTo>
                    <a:lnTo>
                      <a:pt x="15" y="195"/>
                    </a:lnTo>
                    <a:lnTo>
                      <a:pt x="33" y="187"/>
                    </a:lnTo>
                    <a:lnTo>
                      <a:pt x="51" y="180"/>
                    </a:lnTo>
                    <a:lnTo>
                      <a:pt x="69" y="173"/>
                    </a:lnTo>
                    <a:lnTo>
                      <a:pt x="87" y="166"/>
                    </a:lnTo>
                    <a:lnTo>
                      <a:pt x="106" y="157"/>
                    </a:lnTo>
                    <a:lnTo>
                      <a:pt x="123" y="149"/>
                    </a:lnTo>
                    <a:lnTo>
                      <a:pt x="141" y="139"/>
                    </a:lnTo>
                    <a:lnTo>
                      <a:pt x="156" y="131"/>
                    </a:lnTo>
                    <a:lnTo>
                      <a:pt x="172" y="119"/>
                    </a:lnTo>
                    <a:lnTo>
                      <a:pt x="188" y="108"/>
                    </a:lnTo>
                    <a:lnTo>
                      <a:pt x="201" y="94"/>
                    </a:lnTo>
                    <a:lnTo>
                      <a:pt x="213" y="79"/>
                    </a:lnTo>
                    <a:lnTo>
                      <a:pt x="225" y="63"/>
                    </a:lnTo>
                    <a:lnTo>
                      <a:pt x="235" y="45"/>
                    </a:lnTo>
                    <a:lnTo>
                      <a:pt x="242" y="25"/>
                    </a:lnTo>
                    <a:lnTo>
                      <a:pt x="248" y="2"/>
                    </a:lnTo>
                    <a:lnTo>
                      <a:pt x="238" y="0"/>
                    </a:lnTo>
                    <a:lnTo>
                      <a:pt x="231" y="21"/>
                    </a:lnTo>
                    <a:lnTo>
                      <a:pt x="224" y="40"/>
                    </a:lnTo>
                    <a:lnTo>
                      <a:pt x="216" y="58"/>
                    </a:lnTo>
                    <a:lnTo>
                      <a:pt x="205" y="72"/>
                    </a:lnTo>
                    <a:lnTo>
                      <a:pt x="193" y="85"/>
                    </a:lnTo>
                    <a:lnTo>
                      <a:pt x="181" y="98"/>
                    </a:lnTo>
                    <a:lnTo>
                      <a:pt x="166" y="110"/>
                    </a:lnTo>
                    <a:lnTo>
                      <a:pt x="152" y="121"/>
                    </a:lnTo>
                    <a:lnTo>
                      <a:pt x="135" y="129"/>
                    </a:lnTo>
                    <a:lnTo>
                      <a:pt x="118" y="138"/>
                    </a:lnTo>
                    <a:lnTo>
                      <a:pt x="101" y="147"/>
                    </a:lnTo>
                    <a:lnTo>
                      <a:pt x="84" y="154"/>
                    </a:lnTo>
                    <a:lnTo>
                      <a:pt x="66" y="162"/>
                    </a:lnTo>
                    <a:lnTo>
                      <a:pt x="47" y="170"/>
                    </a:lnTo>
                    <a:lnTo>
                      <a:pt x="29" y="177"/>
                    </a:lnTo>
                    <a:lnTo>
                      <a:pt x="11" y="185"/>
                    </a:lnTo>
                    <a:lnTo>
                      <a:pt x="11" y="195"/>
                    </a:lnTo>
                    <a:lnTo>
                      <a:pt x="11" y="185"/>
                    </a:lnTo>
                    <a:lnTo>
                      <a:pt x="0" y="190"/>
                    </a:lnTo>
                    <a:lnTo>
                      <a:pt x="11" y="195"/>
                    </a:lnTo>
                    <a:lnTo>
                      <a:pt x="16" y="18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2" name="Freeform 188"/>
              <p:cNvSpPr>
                <a:spLocks/>
              </p:cNvSpPr>
              <p:nvPr/>
            </p:nvSpPr>
            <p:spPr bwMode="auto">
              <a:xfrm flipH="1">
                <a:off x="659" y="2113"/>
                <a:ext cx="180" cy="87"/>
              </a:xfrm>
              <a:custGeom>
                <a:avLst/>
                <a:gdLst>
                  <a:gd name="T0" fmla="*/ 529 w 539"/>
                  <a:gd name="T1" fmla="*/ 0 h 261"/>
                  <a:gd name="T2" fmla="*/ 494 w 539"/>
                  <a:gd name="T3" fmla="*/ 53 h 261"/>
                  <a:gd name="T4" fmla="*/ 455 w 539"/>
                  <a:gd name="T5" fmla="*/ 98 h 261"/>
                  <a:gd name="T6" fmla="*/ 415 w 539"/>
                  <a:gd name="T7" fmla="*/ 136 h 261"/>
                  <a:gd name="T8" fmla="*/ 374 w 539"/>
                  <a:gd name="T9" fmla="*/ 167 h 261"/>
                  <a:gd name="T10" fmla="*/ 333 w 539"/>
                  <a:gd name="T11" fmla="*/ 193 h 261"/>
                  <a:gd name="T12" fmla="*/ 292 w 539"/>
                  <a:gd name="T13" fmla="*/ 212 h 261"/>
                  <a:gd name="T14" fmla="*/ 251 w 539"/>
                  <a:gd name="T15" fmla="*/ 227 h 261"/>
                  <a:gd name="T16" fmla="*/ 212 w 539"/>
                  <a:gd name="T17" fmla="*/ 237 h 261"/>
                  <a:gd name="T18" fmla="*/ 173 w 539"/>
                  <a:gd name="T19" fmla="*/ 245 h 261"/>
                  <a:gd name="T20" fmla="*/ 138 w 539"/>
                  <a:gd name="T21" fmla="*/ 249 h 261"/>
                  <a:gd name="T22" fmla="*/ 105 w 539"/>
                  <a:gd name="T23" fmla="*/ 249 h 261"/>
                  <a:gd name="T24" fmla="*/ 75 w 539"/>
                  <a:gd name="T25" fmla="*/ 247 h 261"/>
                  <a:gd name="T26" fmla="*/ 51 w 539"/>
                  <a:gd name="T27" fmla="*/ 245 h 261"/>
                  <a:gd name="T28" fmla="*/ 29 w 539"/>
                  <a:gd name="T29" fmla="*/ 241 h 261"/>
                  <a:gd name="T30" fmla="*/ 15 w 539"/>
                  <a:gd name="T31" fmla="*/ 237 h 261"/>
                  <a:gd name="T32" fmla="*/ 5 w 539"/>
                  <a:gd name="T33" fmla="*/ 234 h 261"/>
                  <a:gd name="T34" fmla="*/ 5 w 539"/>
                  <a:gd name="T35" fmla="*/ 246 h 261"/>
                  <a:gd name="T36" fmla="*/ 18 w 539"/>
                  <a:gd name="T37" fmla="*/ 251 h 261"/>
                  <a:gd name="T38" fmla="*/ 38 w 539"/>
                  <a:gd name="T39" fmla="*/ 255 h 261"/>
                  <a:gd name="T40" fmla="*/ 61 w 539"/>
                  <a:gd name="T41" fmla="*/ 259 h 261"/>
                  <a:gd name="T42" fmla="*/ 90 w 539"/>
                  <a:gd name="T43" fmla="*/ 260 h 261"/>
                  <a:gd name="T44" fmla="*/ 121 w 539"/>
                  <a:gd name="T45" fmla="*/ 261 h 261"/>
                  <a:gd name="T46" fmla="*/ 156 w 539"/>
                  <a:gd name="T47" fmla="*/ 259 h 261"/>
                  <a:gd name="T48" fmla="*/ 194 w 539"/>
                  <a:gd name="T49" fmla="*/ 254 h 261"/>
                  <a:gd name="T50" fmla="*/ 234 w 539"/>
                  <a:gd name="T51" fmla="*/ 245 h 261"/>
                  <a:gd name="T52" fmla="*/ 275 w 539"/>
                  <a:gd name="T53" fmla="*/ 231 h 261"/>
                  <a:gd name="T54" fmla="*/ 317 w 539"/>
                  <a:gd name="T55" fmla="*/ 215 h 261"/>
                  <a:gd name="T56" fmla="*/ 360 w 539"/>
                  <a:gd name="T57" fmla="*/ 191 h 261"/>
                  <a:gd name="T58" fmla="*/ 402 w 539"/>
                  <a:gd name="T59" fmla="*/ 162 h 261"/>
                  <a:gd name="T60" fmla="*/ 443 w 539"/>
                  <a:gd name="T61" fmla="*/ 127 h 261"/>
                  <a:gd name="T62" fmla="*/ 483 w 539"/>
                  <a:gd name="T63" fmla="*/ 84 h 261"/>
                  <a:gd name="T64" fmla="*/ 521 w 539"/>
                  <a:gd name="T65" fmla="*/ 34 h 261"/>
                  <a:gd name="T66" fmla="*/ 539 w 539"/>
                  <a:gd name="T67" fmla="*/ 6 h 26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9"/>
                  <a:gd name="T103" fmla="*/ 0 h 261"/>
                  <a:gd name="T104" fmla="*/ 539 w 539"/>
                  <a:gd name="T105" fmla="*/ 261 h 26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9" h="261">
                    <a:moveTo>
                      <a:pt x="529" y="0"/>
                    </a:moveTo>
                    <a:lnTo>
                      <a:pt x="529" y="0"/>
                    </a:lnTo>
                    <a:lnTo>
                      <a:pt x="512" y="27"/>
                    </a:lnTo>
                    <a:lnTo>
                      <a:pt x="494" y="53"/>
                    </a:lnTo>
                    <a:lnTo>
                      <a:pt x="475" y="77"/>
                    </a:lnTo>
                    <a:lnTo>
                      <a:pt x="455" y="98"/>
                    </a:lnTo>
                    <a:lnTo>
                      <a:pt x="436" y="118"/>
                    </a:lnTo>
                    <a:lnTo>
                      <a:pt x="415" y="136"/>
                    </a:lnTo>
                    <a:lnTo>
                      <a:pt x="395" y="153"/>
                    </a:lnTo>
                    <a:lnTo>
                      <a:pt x="374" y="167"/>
                    </a:lnTo>
                    <a:lnTo>
                      <a:pt x="354" y="181"/>
                    </a:lnTo>
                    <a:lnTo>
                      <a:pt x="333" y="193"/>
                    </a:lnTo>
                    <a:lnTo>
                      <a:pt x="312" y="203"/>
                    </a:lnTo>
                    <a:lnTo>
                      <a:pt x="292" y="212"/>
                    </a:lnTo>
                    <a:lnTo>
                      <a:pt x="271" y="221"/>
                    </a:lnTo>
                    <a:lnTo>
                      <a:pt x="251" y="227"/>
                    </a:lnTo>
                    <a:lnTo>
                      <a:pt x="231" y="234"/>
                    </a:lnTo>
                    <a:lnTo>
                      <a:pt x="212" y="237"/>
                    </a:lnTo>
                    <a:lnTo>
                      <a:pt x="193" y="241"/>
                    </a:lnTo>
                    <a:lnTo>
                      <a:pt x="173" y="245"/>
                    </a:lnTo>
                    <a:lnTo>
                      <a:pt x="156" y="247"/>
                    </a:lnTo>
                    <a:lnTo>
                      <a:pt x="138" y="249"/>
                    </a:lnTo>
                    <a:lnTo>
                      <a:pt x="121" y="249"/>
                    </a:lnTo>
                    <a:lnTo>
                      <a:pt x="105" y="249"/>
                    </a:lnTo>
                    <a:lnTo>
                      <a:pt x="90" y="249"/>
                    </a:lnTo>
                    <a:lnTo>
                      <a:pt x="75" y="247"/>
                    </a:lnTo>
                    <a:lnTo>
                      <a:pt x="63" y="246"/>
                    </a:lnTo>
                    <a:lnTo>
                      <a:pt x="51" y="245"/>
                    </a:lnTo>
                    <a:lnTo>
                      <a:pt x="39" y="244"/>
                    </a:lnTo>
                    <a:lnTo>
                      <a:pt x="29" y="241"/>
                    </a:lnTo>
                    <a:lnTo>
                      <a:pt x="21" y="239"/>
                    </a:lnTo>
                    <a:lnTo>
                      <a:pt x="15" y="237"/>
                    </a:lnTo>
                    <a:lnTo>
                      <a:pt x="9" y="235"/>
                    </a:lnTo>
                    <a:lnTo>
                      <a:pt x="5" y="234"/>
                    </a:lnTo>
                    <a:lnTo>
                      <a:pt x="0" y="244"/>
                    </a:lnTo>
                    <a:lnTo>
                      <a:pt x="5" y="246"/>
                    </a:lnTo>
                    <a:lnTo>
                      <a:pt x="11" y="249"/>
                    </a:lnTo>
                    <a:lnTo>
                      <a:pt x="18" y="251"/>
                    </a:lnTo>
                    <a:lnTo>
                      <a:pt x="27" y="252"/>
                    </a:lnTo>
                    <a:lnTo>
                      <a:pt x="38" y="255"/>
                    </a:lnTo>
                    <a:lnTo>
                      <a:pt x="49" y="256"/>
                    </a:lnTo>
                    <a:lnTo>
                      <a:pt x="61" y="259"/>
                    </a:lnTo>
                    <a:lnTo>
                      <a:pt x="75" y="260"/>
                    </a:lnTo>
                    <a:lnTo>
                      <a:pt x="90" y="260"/>
                    </a:lnTo>
                    <a:lnTo>
                      <a:pt x="105" y="261"/>
                    </a:lnTo>
                    <a:lnTo>
                      <a:pt x="121" y="261"/>
                    </a:lnTo>
                    <a:lnTo>
                      <a:pt x="138" y="260"/>
                    </a:lnTo>
                    <a:lnTo>
                      <a:pt x="156" y="259"/>
                    </a:lnTo>
                    <a:lnTo>
                      <a:pt x="176" y="256"/>
                    </a:lnTo>
                    <a:lnTo>
                      <a:pt x="194" y="254"/>
                    </a:lnTo>
                    <a:lnTo>
                      <a:pt x="214" y="250"/>
                    </a:lnTo>
                    <a:lnTo>
                      <a:pt x="234" y="245"/>
                    </a:lnTo>
                    <a:lnTo>
                      <a:pt x="254" y="239"/>
                    </a:lnTo>
                    <a:lnTo>
                      <a:pt x="275" y="231"/>
                    </a:lnTo>
                    <a:lnTo>
                      <a:pt x="296" y="224"/>
                    </a:lnTo>
                    <a:lnTo>
                      <a:pt x="317" y="215"/>
                    </a:lnTo>
                    <a:lnTo>
                      <a:pt x="338" y="203"/>
                    </a:lnTo>
                    <a:lnTo>
                      <a:pt x="360" y="191"/>
                    </a:lnTo>
                    <a:lnTo>
                      <a:pt x="380" y="177"/>
                    </a:lnTo>
                    <a:lnTo>
                      <a:pt x="402" y="162"/>
                    </a:lnTo>
                    <a:lnTo>
                      <a:pt x="423" y="146"/>
                    </a:lnTo>
                    <a:lnTo>
                      <a:pt x="443" y="127"/>
                    </a:lnTo>
                    <a:lnTo>
                      <a:pt x="464" y="107"/>
                    </a:lnTo>
                    <a:lnTo>
                      <a:pt x="483" y="84"/>
                    </a:lnTo>
                    <a:lnTo>
                      <a:pt x="503" y="60"/>
                    </a:lnTo>
                    <a:lnTo>
                      <a:pt x="521" y="34"/>
                    </a:lnTo>
                    <a:lnTo>
                      <a:pt x="539" y="6"/>
                    </a:lnTo>
                    <a:lnTo>
                      <a:pt x="5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3" name="Freeform 189"/>
              <p:cNvSpPr>
                <a:spLocks/>
              </p:cNvSpPr>
              <p:nvPr/>
            </p:nvSpPr>
            <p:spPr bwMode="auto">
              <a:xfrm flipH="1">
                <a:off x="654" y="2043"/>
                <a:ext cx="8" cy="72"/>
              </a:xfrm>
              <a:custGeom>
                <a:avLst/>
                <a:gdLst>
                  <a:gd name="T0" fmla="*/ 9 w 24"/>
                  <a:gd name="T1" fmla="*/ 6 h 216"/>
                  <a:gd name="T2" fmla="*/ 0 w 24"/>
                  <a:gd name="T3" fmla="*/ 11 h 216"/>
                  <a:gd name="T4" fmla="*/ 0 w 24"/>
                  <a:gd name="T5" fmla="*/ 24 h 216"/>
                  <a:gd name="T6" fmla="*/ 1 w 24"/>
                  <a:gd name="T7" fmla="*/ 36 h 216"/>
                  <a:gd name="T8" fmla="*/ 3 w 24"/>
                  <a:gd name="T9" fmla="*/ 49 h 216"/>
                  <a:gd name="T10" fmla="*/ 4 w 24"/>
                  <a:gd name="T11" fmla="*/ 63 h 216"/>
                  <a:gd name="T12" fmla="*/ 6 w 24"/>
                  <a:gd name="T13" fmla="*/ 75 h 216"/>
                  <a:gd name="T14" fmla="*/ 7 w 24"/>
                  <a:gd name="T15" fmla="*/ 89 h 216"/>
                  <a:gd name="T16" fmla="*/ 10 w 24"/>
                  <a:gd name="T17" fmla="*/ 103 h 216"/>
                  <a:gd name="T18" fmla="*/ 11 w 24"/>
                  <a:gd name="T19" fmla="*/ 117 h 216"/>
                  <a:gd name="T20" fmla="*/ 12 w 24"/>
                  <a:gd name="T21" fmla="*/ 129 h 216"/>
                  <a:gd name="T22" fmla="*/ 12 w 24"/>
                  <a:gd name="T23" fmla="*/ 143 h 216"/>
                  <a:gd name="T24" fmla="*/ 12 w 24"/>
                  <a:gd name="T25" fmla="*/ 156 h 216"/>
                  <a:gd name="T26" fmla="*/ 12 w 24"/>
                  <a:gd name="T27" fmla="*/ 168 h 216"/>
                  <a:gd name="T28" fmla="*/ 11 w 24"/>
                  <a:gd name="T29" fmla="*/ 180 h 216"/>
                  <a:gd name="T30" fmla="*/ 9 w 24"/>
                  <a:gd name="T31" fmla="*/ 190 h 216"/>
                  <a:gd name="T32" fmla="*/ 5 w 24"/>
                  <a:gd name="T33" fmla="*/ 201 h 216"/>
                  <a:gd name="T34" fmla="*/ 0 w 24"/>
                  <a:gd name="T35" fmla="*/ 210 h 216"/>
                  <a:gd name="T36" fmla="*/ 10 w 24"/>
                  <a:gd name="T37" fmla="*/ 216 h 216"/>
                  <a:gd name="T38" fmla="*/ 16 w 24"/>
                  <a:gd name="T39" fmla="*/ 205 h 216"/>
                  <a:gd name="T40" fmla="*/ 20 w 24"/>
                  <a:gd name="T41" fmla="*/ 193 h 216"/>
                  <a:gd name="T42" fmla="*/ 22 w 24"/>
                  <a:gd name="T43" fmla="*/ 181 h 216"/>
                  <a:gd name="T44" fmla="*/ 23 w 24"/>
                  <a:gd name="T45" fmla="*/ 168 h 216"/>
                  <a:gd name="T46" fmla="*/ 24 w 24"/>
                  <a:gd name="T47" fmla="*/ 156 h 216"/>
                  <a:gd name="T48" fmla="*/ 24 w 24"/>
                  <a:gd name="T49" fmla="*/ 143 h 216"/>
                  <a:gd name="T50" fmla="*/ 23 w 24"/>
                  <a:gd name="T51" fmla="*/ 129 h 216"/>
                  <a:gd name="T52" fmla="*/ 22 w 24"/>
                  <a:gd name="T53" fmla="*/ 116 h 216"/>
                  <a:gd name="T54" fmla="*/ 21 w 24"/>
                  <a:gd name="T55" fmla="*/ 102 h 216"/>
                  <a:gd name="T56" fmla="*/ 18 w 24"/>
                  <a:gd name="T57" fmla="*/ 88 h 216"/>
                  <a:gd name="T58" fmla="*/ 17 w 24"/>
                  <a:gd name="T59" fmla="*/ 74 h 216"/>
                  <a:gd name="T60" fmla="*/ 15 w 24"/>
                  <a:gd name="T61" fmla="*/ 60 h 216"/>
                  <a:gd name="T62" fmla="*/ 13 w 24"/>
                  <a:gd name="T63" fmla="*/ 48 h 216"/>
                  <a:gd name="T64" fmla="*/ 12 w 24"/>
                  <a:gd name="T65" fmla="*/ 35 h 216"/>
                  <a:gd name="T66" fmla="*/ 11 w 24"/>
                  <a:gd name="T67" fmla="*/ 23 h 216"/>
                  <a:gd name="T68" fmla="*/ 11 w 24"/>
                  <a:gd name="T69" fmla="*/ 11 h 216"/>
                  <a:gd name="T70" fmla="*/ 3 w 24"/>
                  <a:gd name="T71" fmla="*/ 16 h 216"/>
                  <a:gd name="T72" fmla="*/ 9 w 24"/>
                  <a:gd name="T73" fmla="*/ 6 h 216"/>
                  <a:gd name="T74" fmla="*/ 0 w 24"/>
                  <a:gd name="T75" fmla="*/ 0 h 216"/>
                  <a:gd name="T76" fmla="*/ 0 w 24"/>
                  <a:gd name="T77" fmla="*/ 11 h 216"/>
                  <a:gd name="T78" fmla="*/ 9 w 24"/>
                  <a:gd name="T79" fmla="*/ 6 h 2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"/>
                  <a:gd name="T121" fmla="*/ 0 h 216"/>
                  <a:gd name="T122" fmla="*/ 24 w 24"/>
                  <a:gd name="T123" fmla="*/ 216 h 21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" h="216">
                    <a:moveTo>
                      <a:pt x="9" y="6"/>
                    </a:moveTo>
                    <a:lnTo>
                      <a:pt x="0" y="11"/>
                    </a:lnTo>
                    <a:lnTo>
                      <a:pt x="0" y="24"/>
                    </a:lnTo>
                    <a:lnTo>
                      <a:pt x="1" y="36"/>
                    </a:lnTo>
                    <a:lnTo>
                      <a:pt x="3" y="49"/>
                    </a:lnTo>
                    <a:lnTo>
                      <a:pt x="4" y="63"/>
                    </a:lnTo>
                    <a:lnTo>
                      <a:pt x="6" y="75"/>
                    </a:lnTo>
                    <a:lnTo>
                      <a:pt x="7" y="89"/>
                    </a:lnTo>
                    <a:lnTo>
                      <a:pt x="10" y="103"/>
                    </a:lnTo>
                    <a:lnTo>
                      <a:pt x="11" y="117"/>
                    </a:lnTo>
                    <a:lnTo>
                      <a:pt x="12" y="129"/>
                    </a:lnTo>
                    <a:lnTo>
                      <a:pt x="12" y="143"/>
                    </a:lnTo>
                    <a:lnTo>
                      <a:pt x="12" y="156"/>
                    </a:lnTo>
                    <a:lnTo>
                      <a:pt x="12" y="168"/>
                    </a:lnTo>
                    <a:lnTo>
                      <a:pt x="11" y="180"/>
                    </a:lnTo>
                    <a:lnTo>
                      <a:pt x="9" y="190"/>
                    </a:lnTo>
                    <a:lnTo>
                      <a:pt x="5" y="201"/>
                    </a:lnTo>
                    <a:lnTo>
                      <a:pt x="0" y="210"/>
                    </a:lnTo>
                    <a:lnTo>
                      <a:pt x="10" y="216"/>
                    </a:lnTo>
                    <a:lnTo>
                      <a:pt x="16" y="205"/>
                    </a:lnTo>
                    <a:lnTo>
                      <a:pt x="20" y="193"/>
                    </a:lnTo>
                    <a:lnTo>
                      <a:pt x="22" y="181"/>
                    </a:lnTo>
                    <a:lnTo>
                      <a:pt x="23" y="168"/>
                    </a:lnTo>
                    <a:lnTo>
                      <a:pt x="24" y="156"/>
                    </a:lnTo>
                    <a:lnTo>
                      <a:pt x="24" y="143"/>
                    </a:lnTo>
                    <a:lnTo>
                      <a:pt x="23" y="129"/>
                    </a:lnTo>
                    <a:lnTo>
                      <a:pt x="22" y="116"/>
                    </a:lnTo>
                    <a:lnTo>
                      <a:pt x="21" y="102"/>
                    </a:lnTo>
                    <a:lnTo>
                      <a:pt x="18" y="88"/>
                    </a:lnTo>
                    <a:lnTo>
                      <a:pt x="17" y="74"/>
                    </a:lnTo>
                    <a:lnTo>
                      <a:pt x="15" y="60"/>
                    </a:lnTo>
                    <a:lnTo>
                      <a:pt x="13" y="48"/>
                    </a:lnTo>
                    <a:lnTo>
                      <a:pt x="12" y="35"/>
                    </a:lnTo>
                    <a:lnTo>
                      <a:pt x="11" y="23"/>
                    </a:lnTo>
                    <a:lnTo>
                      <a:pt x="11" y="11"/>
                    </a:lnTo>
                    <a:lnTo>
                      <a:pt x="3" y="16"/>
                    </a:lnTo>
                    <a:lnTo>
                      <a:pt x="9" y="6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4" name="Freeform 190"/>
              <p:cNvSpPr>
                <a:spLocks/>
              </p:cNvSpPr>
              <p:nvPr/>
            </p:nvSpPr>
            <p:spPr bwMode="auto">
              <a:xfrm flipH="1">
                <a:off x="567" y="2045"/>
                <a:ext cx="94" cy="24"/>
              </a:xfrm>
              <a:custGeom>
                <a:avLst/>
                <a:gdLst>
                  <a:gd name="T0" fmla="*/ 280 w 284"/>
                  <a:gd name="T1" fmla="*/ 48 h 72"/>
                  <a:gd name="T2" fmla="*/ 260 w 284"/>
                  <a:gd name="T3" fmla="*/ 53 h 72"/>
                  <a:gd name="T4" fmla="*/ 238 w 284"/>
                  <a:gd name="T5" fmla="*/ 57 h 72"/>
                  <a:gd name="T6" fmla="*/ 217 w 284"/>
                  <a:gd name="T7" fmla="*/ 59 h 72"/>
                  <a:gd name="T8" fmla="*/ 197 w 284"/>
                  <a:gd name="T9" fmla="*/ 59 h 72"/>
                  <a:gd name="T10" fmla="*/ 176 w 284"/>
                  <a:gd name="T11" fmla="*/ 59 h 72"/>
                  <a:gd name="T12" fmla="*/ 157 w 284"/>
                  <a:gd name="T13" fmla="*/ 57 h 72"/>
                  <a:gd name="T14" fmla="*/ 138 w 284"/>
                  <a:gd name="T15" fmla="*/ 54 h 72"/>
                  <a:gd name="T16" fmla="*/ 118 w 284"/>
                  <a:gd name="T17" fmla="*/ 50 h 72"/>
                  <a:gd name="T18" fmla="*/ 101 w 284"/>
                  <a:gd name="T19" fmla="*/ 45 h 72"/>
                  <a:gd name="T20" fmla="*/ 83 w 284"/>
                  <a:gd name="T21" fmla="*/ 40 h 72"/>
                  <a:gd name="T22" fmla="*/ 67 w 284"/>
                  <a:gd name="T23" fmla="*/ 34 h 72"/>
                  <a:gd name="T24" fmla="*/ 53 w 284"/>
                  <a:gd name="T25" fmla="*/ 28 h 72"/>
                  <a:gd name="T26" fmla="*/ 40 w 284"/>
                  <a:gd name="T27" fmla="*/ 22 h 72"/>
                  <a:gd name="T28" fmla="*/ 26 w 284"/>
                  <a:gd name="T29" fmla="*/ 14 h 72"/>
                  <a:gd name="T30" fmla="*/ 15 w 284"/>
                  <a:gd name="T31" fmla="*/ 8 h 72"/>
                  <a:gd name="T32" fmla="*/ 6 w 284"/>
                  <a:gd name="T33" fmla="*/ 0 h 72"/>
                  <a:gd name="T34" fmla="*/ 4 w 284"/>
                  <a:gd name="T35" fmla="*/ 14 h 72"/>
                  <a:gd name="T36" fmla="*/ 15 w 284"/>
                  <a:gd name="T37" fmla="*/ 20 h 72"/>
                  <a:gd name="T38" fmla="*/ 27 w 284"/>
                  <a:gd name="T39" fmla="*/ 28 h 72"/>
                  <a:gd name="T40" fmla="*/ 41 w 284"/>
                  <a:gd name="T41" fmla="*/ 35 h 72"/>
                  <a:gd name="T42" fmla="*/ 56 w 284"/>
                  <a:gd name="T43" fmla="*/ 43 h 72"/>
                  <a:gd name="T44" fmla="*/ 72 w 284"/>
                  <a:gd name="T45" fmla="*/ 49 h 72"/>
                  <a:gd name="T46" fmla="*/ 89 w 284"/>
                  <a:gd name="T47" fmla="*/ 54 h 72"/>
                  <a:gd name="T48" fmla="*/ 106 w 284"/>
                  <a:gd name="T49" fmla="*/ 59 h 72"/>
                  <a:gd name="T50" fmla="*/ 125 w 284"/>
                  <a:gd name="T51" fmla="*/ 64 h 72"/>
                  <a:gd name="T52" fmla="*/ 145 w 284"/>
                  <a:gd name="T53" fmla="*/ 68 h 72"/>
                  <a:gd name="T54" fmla="*/ 165 w 284"/>
                  <a:gd name="T55" fmla="*/ 71 h 72"/>
                  <a:gd name="T56" fmla="*/ 186 w 284"/>
                  <a:gd name="T57" fmla="*/ 72 h 72"/>
                  <a:gd name="T58" fmla="*/ 208 w 284"/>
                  <a:gd name="T59" fmla="*/ 71 h 72"/>
                  <a:gd name="T60" fmla="*/ 228 w 284"/>
                  <a:gd name="T61" fmla="*/ 69 h 72"/>
                  <a:gd name="T62" fmla="*/ 250 w 284"/>
                  <a:gd name="T63" fmla="*/ 67 h 72"/>
                  <a:gd name="T64" fmla="*/ 272 w 284"/>
                  <a:gd name="T65" fmla="*/ 62 h 72"/>
                  <a:gd name="T66" fmla="*/ 283 w 284"/>
                  <a:gd name="T67" fmla="*/ 59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4"/>
                  <a:gd name="T103" fmla="*/ 0 h 72"/>
                  <a:gd name="T104" fmla="*/ 284 w 284"/>
                  <a:gd name="T105" fmla="*/ 72 h 7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4" h="72">
                    <a:moveTo>
                      <a:pt x="280" y="48"/>
                    </a:moveTo>
                    <a:lnTo>
                      <a:pt x="280" y="48"/>
                    </a:lnTo>
                    <a:lnTo>
                      <a:pt x="270" y="50"/>
                    </a:lnTo>
                    <a:lnTo>
                      <a:pt x="260" y="53"/>
                    </a:lnTo>
                    <a:lnTo>
                      <a:pt x="249" y="56"/>
                    </a:lnTo>
                    <a:lnTo>
                      <a:pt x="238" y="57"/>
                    </a:lnTo>
                    <a:lnTo>
                      <a:pt x="228" y="58"/>
                    </a:lnTo>
                    <a:lnTo>
                      <a:pt x="217" y="59"/>
                    </a:lnTo>
                    <a:lnTo>
                      <a:pt x="208" y="59"/>
                    </a:lnTo>
                    <a:lnTo>
                      <a:pt x="197" y="59"/>
                    </a:lnTo>
                    <a:lnTo>
                      <a:pt x="187" y="59"/>
                    </a:lnTo>
                    <a:lnTo>
                      <a:pt x="176" y="59"/>
                    </a:lnTo>
                    <a:lnTo>
                      <a:pt x="167" y="58"/>
                    </a:lnTo>
                    <a:lnTo>
                      <a:pt x="157" y="57"/>
                    </a:lnTo>
                    <a:lnTo>
                      <a:pt x="147" y="56"/>
                    </a:lnTo>
                    <a:lnTo>
                      <a:pt x="138" y="54"/>
                    </a:lnTo>
                    <a:lnTo>
                      <a:pt x="128" y="53"/>
                    </a:lnTo>
                    <a:lnTo>
                      <a:pt x="118" y="50"/>
                    </a:lnTo>
                    <a:lnTo>
                      <a:pt x="110" y="48"/>
                    </a:lnTo>
                    <a:lnTo>
                      <a:pt x="101" y="45"/>
                    </a:lnTo>
                    <a:lnTo>
                      <a:pt x="92" y="43"/>
                    </a:lnTo>
                    <a:lnTo>
                      <a:pt x="83" y="40"/>
                    </a:lnTo>
                    <a:lnTo>
                      <a:pt x="76" y="38"/>
                    </a:lnTo>
                    <a:lnTo>
                      <a:pt x="67" y="34"/>
                    </a:lnTo>
                    <a:lnTo>
                      <a:pt x="60" y="32"/>
                    </a:lnTo>
                    <a:lnTo>
                      <a:pt x="53" y="28"/>
                    </a:lnTo>
                    <a:lnTo>
                      <a:pt x="46" y="25"/>
                    </a:lnTo>
                    <a:lnTo>
                      <a:pt x="40" y="22"/>
                    </a:lnTo>
                    <a:lnTo>
                      <a:pt x="33" y="18"/>
                    </a:lnTo>
                    <a:lnTo>
                      <a:pt x="26" y="14"/>
                    </a:lnTo>
                    <a:lnTo>
                      <a:pt x="20" y="10"/>
                    </a:lnTo>
                    <a:lnTo>
                      <a:pt x="15" y="8"/>
                    </a:lnTo>
                    <a:lnTo>
                      <a:pt x="10" y="4"/>
                    </a:lnTo>
                    <a:lnTo>
                      <a:pt x="6" y="0"/>
                    </a:lnTo>
                    <a:lnTo>
                      <a:pt x="0" y="10"/>
                    </a:lnTo>
                    <a:lnTo>
                      <a:pt x="4" y="14"/>
                    </a:lnTo>
                    <a:lnTo>
                      <a:pt x="9" y="18"/>
                    </a:lnTo>
                    <a:lnTo>
                      <a:pt x="15" y="20"/>
                    </a:lnTo>
                    <a:lnTo>
                      <a:pt x="21" y="25"/>
                    </a:lnTo>
                    <a:lnTo>
                      <a:pt x="27" y="28"/>
                    </a:lnTo>
                    <a:lnTo>
                      <a:pt x="35" y="32"/>
                    </a:lnTo>
                    <a:lnTo>
                      <a:pt x="41" y="35"/>
                    </a:lnTo>
                    <a:lnTo>
                      <a:pt x="48" y="39"/>
                    </a:lnTo>
                    <a:lnTo>
                      <a:pt x="56" y="43"/>
                    </a:lnTo>
                    <a:lnTo>
                      <a:pt x="64" y="45"/>
                    </a:lnTo>
                    <a:lnTo>
                      <a:pt x="72" y="49"/>
                    </a:lnTo>
                    <a:lnTo>
                      <a:pt x="81" y="52"/>
                    </a:lnTo>
                    <a:lnTo>
                      <a:pt x="89" y="54"/>
                    </a:lnTo>
                    <a:lnTo>
                      <a:pt x="98" y="57"/>
                    </a:lnTo>
                    <a:lnTo>
                      <a:pt x="106" y="59"/>
                    </a:lnTo>
                    <a:lnTo>
                      <a:pt x="116" y="62"/>
                    </a:lnTo>
                    <a:lnTo>
                      <a:pt x="125" y="64"/>
                    </a:lnTo>
                    <a:lnTo>
                      <a:pt x="135" y="66"/>
                    </a:lnTo>
                    <a:lnTo>
                      <a:pt x="145" y="68"/>
                    </a:lnTo>
                    <a:lnTo>
                      <a:pt x="155" y="69"/>
                    </a:lnTo>
                    <a:lnTo>
                      <a:pt x="165" y="71"/>
                    </a:lnTo>
                    <a:lnTo>
                      <a:pt x="175" y="71"/>
                    </a:lnTo>
                    <a:lnTo>
                      <a:pt x="186" y="72"/>
                    </a:lnTo>
                    <a:lnTo>
                      <a:pt x="197" y="72"/>
                    </a:lnTo>
                    <a:lnTo>
                      <a:pt x="208" y="71"/>
                    </a:lnTo>
                    <a:lnTo>
                      <a:pt x="219" y="71"/>
                    </a:lnTo>
                    <a:lnTo>
                      <a:pt x="228" y="69"/>
                    </a:lnTo>
                    <a:lnTo>
                      <a:pt x="239" y="68"/>
                    </a:lnTo>
                    <a:lnTo>
                      <a:pt x="250" y="67"/>
                    </a:lnTo>
                    <a:lnTo>
                      <a:pt x="262" y="64"/>
                    </a:lnTo>
                    <a:lnTo>
                      <a:pt x="272" y="62"/>
                    </a:lnTo>
                    <a:lnTo>
                      <a:pt x="284" y="59"/>
                    </a:lnTo>
                    <a:lnTo>
                      <a:pt x="283" y="59"/>
                    </a:lnTo>
                    <a:lnTo>
                      <a:pt x="280" y="4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5" name="Freeform 191"/>
              <p:cNvSpPr>
                <a:spLocks/>
              </p:cNvSpPr>
              <p:nvPr/>
            </p:nvSpPr>
            <p:spPr bwMode="auto">
              <a:xfrm flipH="1">
                <a:off x="530" y="2025"/>
                <a:ext cx="38" cy="40"/>
              </a:xfrm>
              <a:custGeom>
                <a:avLst/>
                <a:gdLst>
                  <a:gd name="T0" fmla="*/ 105 w 115"/>
                  <a:gd name="T1" fmla="*/ 0 h 120"/>
                  <a:gd name="T2" fmla="*/ 105 w 115"/>
                  <a:gd name="T3" fmla="*/ 0 h 120"/>
                  <a:gd name="T4" fmla="*/ 102 w 115"/>
                  <a:gd name="T5" fmla="*/ 8 h 120"/>
                  <a:gd name="T6" fmla="*/ 100 w 115"/>
                  <a:gd name="T7" fmla="*/ 16 h 120"/>
                  <a:gd name="T8" fmla="*/ 95 w 115"/>
                  <a:gd name="T9" fmla="*/ 25 h 120"/>
                  <a:gd name="T10" fmla="*/ 90 w 115"/>
                  <a:gd name="T11" fmla="*/ 32 h 120"/>
                  <a:gd name="T12" fmla="*/ 84 w 115"/>
                  <a:gd name="T13" fmla="*/ 41 h 120"/>
                  <a:gd name="T14" fmla="*/ 78 w 115"/>
                  <a:gd name="T15" fmla="*/ 50 h 120"/>
                  <a:gd name="T16" fmla="*/ 71 w 115"/>
                  <a:gd name="T17" fmla="*/ 59 h 120"/>
                  <a:gd name="T18" fmla="*/ 63 w 115"/>
                  <a:gd name="T19" fmla="*/ 66 h 120"/>
                  <a:gd name="T20" fmla="*/ 56 w 115"/>
                  <a:gd name="T21" fmla="*/ 74 h 120"/>
                  <a:gd name="T22" fmla="*/ 48 w 115"/>
                  <a:gd name="T23" fmla="*/ 81 h 120"/>
                  <a:gd name="T24" fmla="*/ 39 w 115"/>
                  <a:gd name="T25" fmla="*/ 88 h 120"/>
                  <a:gd name="T26" fmla="*/ 31 w 115"/>
                  <a:gd name="T27" fmla="*/ 94 h 120"/>
                  <a:gd name="T28" fmla="*/ 23 w 115"/>
                  <a:gd name="T29" fmla="*/ 99 h 120"/>
                  <a:gd name="T30" fmla="*/ 15 w 115"/>
                  <a:gd name="T31" fmla="*/ 103 h 120"/>
                  <a:gd name="T32" fmla="*/ 8 w 115"/>
                  <a:gd name="T33" fmla="*/ 106 h 120"/>
                  <a:gd name="T34" fmla="*/ 0 w 115"/>
                  <a:gd name="T35" fmla="*/ 109 h 120"/>
                  <a:gd name="T36" fmla="*/ 3 w 115"/>
                  <a:gd name="T37" fmla="*/ 120 h 120"/>
                  <a:gd name="T38" fmla="*/ 11 w 115"/>
                  <a:gd name="T39" fmla="*/ 118 h 120"/>
                  <a:gd name="T40" fmla="*/ 20 w 115"/>
                  <a:gd name="T41" fmla="*/ 114 h 120"/>
                  <a:gd name="T42" fmla="*/ 28 w 115"/>
                  <a:gd name="T43" fmla="*/ 109 h 120"/>
                  <a:gd name="T44" fmla="*/ 38 w 115"/>
                  <a:gd name="T45" fmla="*/ 104 h 120"/>
                  <a:gd name="T46" fmla="*/ 46 w 115"/>
                  <a:gd name="T47" fmla="*/ 98 h 120"/>
                  <a:gd name="T48" fmla="*/ 55 w 115"/>
                  <a:gd name="T49" fmla="*/ 90 h 120"/>
                  <a:gd name="T50" fmla="*/ 63 w 115"/>
                  <a:gd name="T51" fmla="*/ 83 h 120"/>
                  <a:gd name="T52" fmla="*/ 72 w 115"/>
                  <a:gd name="T53" fmla="*/ 75 h 120"/>
                  <a:gd name="T54" fmla="*/ 79 w 115"/>
                  <a:gd name="T55" fmla="*/ 66 h 120"/>
                  <a:gd name="T56" fmla="*/ 86 w 115"/>
                  <a:gd name="T57" fmla="*/ 57 h 120"/>
                  <a:gd name="T58" fmla="*/ 94 w 115"/>
                  <a:gd name="T59" fmla="*/ 49 h 120"/>
                  <a:gd name="T60" fmla="*/ 100 w 115"/>
                  <a:gd name="T61" fmla="*/ 40 h 120"/>
                  <a:gd name="T62" fmla="*/ 105 w 115"/>
                  <a:gd name="T63" fmla="*/ 30 h 120"/>
                  <a:gd name="T64" fmla="*/ 109 w 115"/>
                  <a:gd name="T65" fmla="*/ 21 h 120"/>
                  <a:gd name="T66" fmla="*/ 113 w 115"/>
                  <a:gd name="T67" fmla="*/ 11 h 120"/>
                  <a:gd name="T68" fmla="*/ 115 w 115"/>
                  <a:gd name="T69" fmla="*/ 2 h 120"/>
                  <a:gd name="T70" fmla="*/ 115 w 115"/>
                  <a:gd name="T71" fmla="*/ 2 h 120"/>
                  <a:gd name="T72" fmla="*/ 105 w 115"/>
                  <a:gd name="T73" fmla="*/ 0 h 12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5"/>
                  <a:gd name="T112" fmla="*/ 0 h 120"/>
                  <a:gd name="T113" fmla="*/ 115 w 115"/>
                  <a:gd name="T114" fmla="*/ 120 h 12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5" h="120">
                    <a:moveTo>
                      <a:pt x="105" y="0"/>
                    </a:moveTo>
                    <a:lnTo>
                      <a:pt x="105" y="0"/>
                    </a:lnTo>
                    <a:lnTo>
                      <a:pt x="102" y="8"/>
                    </a:lnTo>
                    <a:lnTo>
                      <a:pt x="100" y="16"/>
                    </a:lnTo>
                    <a:lnTo>
                      <a:pt x="95" y="25"/>
                    </a:lnTo>
                    <a:lnTo>
                      <a:pt x="90" y="32"/>
                    </a:lnTo>
                    <a:lnTo>
                      <a:pt x="84" y="41"/>
                    </a:lnTo>
                    <a:lnTo>
                      <a:pt x="78" y="50"/>
                    </a:lnTo>
                    <a:lnTo>
                      <a:pt x="71" y="59"/>
                    </a:lnTo>
                    <a:lnTo>
                      <a:pt x="63" y="66"/>
                    </a:lnTo>
                    <a:lnTo>
                      <a:pt x="56" y="74"/>
                    </a:lnTo>
                    <a:lnTo>
                      <a:pt x="48" y="81"/>
                    </a:lnTo>
                    <a:lnTo>
                      <a:pt x="39" y="88"/>
                    </a:lnTo>
                    <a:lnTo>
                      <a:pt x="31" y="94"/>
                    </a:lnTo>
                    <a:lnTo>
                      <a:pt x="23" y="99"/>
                    </a:lnTo>
                    <a:lnTo>
                      <a:pt x="15" y="103"/>
                    </a:lnTo>
                    <a:lnTo>
                      <a:pt x="8" y="106"/>
                    </a:lnTo>
                    <a:lnTo>
                      <a:pt x="0" y="109"/>
                    </a:lnTo>
                    <a:lnTo>
                      <a:pt x="3" y="120"/>
                    </a:lnTo>
                    <a:lnTo>
                      <a:pt x="11" y="118"/>
                    </a:lnTo>
                    <a:lnTo>
                      <a:pt x="20" y="114"/>
                    </a:lnTo>
                    <a:lnTo>
                      <a:pt x="28" y="109"/>
                    </a:lnTo>
                    <a:lnTo>
                      <a:pt x="38" y="104"/>
                    </a:lnTo>
                    <a:lnTo>
                      <a:pt x="46" y="98"/>
                    </a:lnTo>
                    <a:lnTo>
                      <a:pt x="55" y="90"/>
                    </a:lnTo>
                    <a:lnTo>
                      <a:pt x="63" y="83"/>
                    </a:lnTo>
                    <a:lnTo>
                      <a:pt x="72" y="75"/>
                    </a:lnTo>
                    <a:lnTo>
                      <a:pt x="79" y="66"/>
                    </a:lnTo>
                    <a:lnTo>
                      <a:pt x="86" y="57"/>
                    </a:lnTo>
                    <a:lnTo>
                      <a:pt x="94" y="49"/>
                    </a:lnTo>
                    <a:lnTo>
                      <a:pt x="100" y="40"/>
                    </a:lnTo>
                    <a:lnTo>
                      <a:pt x="105" y="30"/>
                    </a:lnTo>
                    <a:lnTo>
                      <a:pt x="109" y="21"/>
                    </a:lnTo>
                    <a:lnTo>
                      <a:pt x="113" y="11"/>
                    </a:lnTo>
                    <a:lnTo>
                      <a:pt x="115" y="2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6" name="Freeform 192"/>
              <p:cNvSpPr>
                <a:spLocks/>
              </p:cNvSpPr>
              <p:nvPr/>
            </p:nvSpPr>
            <p:spPr bwMode="auto">
              <a:xfrm flipH="1">
                <a:off x="527" y="1968"/>
                <a:ext cx="6" cy="57"/>
              </a:xfrm>
              <a:custGeom>
                <a:avLst/>
                <a:gdLst>
                  <a:gd name="T0" fmla="*/ 6 w 17"/>
                  <a:gd name="T1" fmla="*/ 0 h 171"/>
                  <a:gd name="T2" fmla="*/ 0 w 17"/>
                  <a:gd name="T3" fmla="*/ 6 h 171"/>
                  <a:gd name="T4" fmla="*/ 0 w 17"/>
                  <a:gd name="T5" fmla="*/ 18 h 171"/>
                  <a:gd name="T6" fmla="*/ 0 w 17"/>
                  <a:gd name="T7" fmla="*/ 28 h 171"/>
                  <a:gd name="T8" fmla="*/ 1 w 17"/>
                  <a:gd name="T9" fmla="*/ 39 h 171"/>
                  <a:gd name="T10" fmla="*/ 2 w 17"/>
                  <a:gd name="T11" fmla="*/ 49 h 171"/>
                  <a:gd name="T12" fmla="*/ 2 w 17"/>
                  <a:gd name="T13" fmla="*/ 59 h 171"/>
                  <a:gd name="T14" fmla="*/ 3 w 17"/>
                  <a:gd name="T15" fmla="*/ 69 h 171"/>
                  <a:gd name="T16" fmla="*/ 4 w 17"/>
                  <a:gd name="T17" fmla="*/ 79 h 171"/>
                  <a:gd name="T18" fmla="*/ 4 w 17"/>
                  <a:gd name="T19" fmla="*/ 89 h 171"/>
                  <a:gd name="T20" fmla="*/ 6 w 17"/>
                  <a:gd name="T21" fmla="*/ 99 h 171"/>
                  <a:gd name="T22" fmla="*/ 6 w 17"/>
                  <a:gd name="T23" fmla="*/ 108 h 171"/>
                  <a:gd name="T24" fmla="*/ 6 w 17"/>
                  <a:gd name="T25" fmla="*/ 118 h 171"/>
                  <a:gd name="T26" fmla="*/ 6 w 17"/>
                  <a:gd name="T27" fmla="*/ 128 h 171"/>
                  <a:gd name="T28" fmla="*/ 4 w 17"/>
                  <a:gd name="T29" fmla="*/ 138 h 171"/>
                  <a:gd name="T30" fmla="*/ 3 w 17"/>
                  <a:gd name="T31" fmla="*/ 148 h 171"/>
                  <a:gd name="T32" fmla="*/ 2 w 17"/>
                  <a:gd name="T33" fmla="*/ 159 h 171"/>
                  <a:gd name="T34" fmla="*/ 0 w 17"/>
                  <a:gd name="T35" fmla="*/ 169 h 171"/>
                  <a:gd name="T36" fmla="*/ 10 w 17"/>
                  <a:gd name="T37" fmla="*/ 171 h 171"/>
                  <a:gd name="T38" fmla="*/ 13 w 17"/>
                  <a:gd name="T39" fmla="*/ 160 h 171"/>
                  <a:gd name="T40" fmla="*/ 14 w 17"/>
                  <a:gd name="T41" fmla="*/ 150 h 171"/>
                  <a:gd name="T42" fmla="*/ 15 w 17"/>
                  <a:gd name="T43" fmla="*/ 140 h 171"/>
                  <a:gd name="T44" fmla="*/ 17 w 17"/>
                  <a:gd name="T45" fmla="*/ 128 h 171"/>
                  <a:gd name="T46" fmla="*/ 17 w 17"/>
                  <a:gd name="T47" fmla="*/ 118 h 171"/>
                  <a:gd name="T48" fmla="*/ 17 w 17"/>
                  <a:gd name="T49" fmla="*/ 108 h 171"/>
                  <a:gd name="T50" fmla="*/ 17 w 17"/>
                  <a:gd name="T51" fmla="*/ 98 h 171"/>
                  <a:gd name="T52" fmla="*/ 15 w 17"/>
                  <a:gd name="T53" fmla="*/ 88 h 171"/>
                  <a:gd name="T54" fmla="*/ 15 w 17"/>
                  <a:gd name="T55" fmla="*/ 78 h 171"/>
                  <a:gd name="T56" fmla="*/ 14 w 17"/>
                  <a:gd name="T57" fmla="*/ 68 h 171"/>
                  <a:gd name="T58" fmla="*/ 14 w 17"/>
                  <a:gd name="T59" fmla="*/ 58 h 171"/>
                  <a:gd name="T60" fmla="*/ 13 w 17"/>
                  <a:gd name="T61" fmla="*/ 48 h 171"/>
                  <a:gd name="T62" fmla="*/ 12 w 17"/>
                  <a:gd name="T63" fmla="*/ 38 h 171"/>
                  <a:gd name="T64" fmla="*/ 12 w 17"/>
                  <a:gd name="T65" fmla="*/ 28 h 171"/>
                  <a:gd name="T66" fmla="*/ 10 w 17"/>
                  <a:gd name="T67" fmla="*/ 18 h 171"/>
                  <a:gd name="T68" fmla="*/ 10 w 17"/>
                  <a:gd name="T69" fmla="*/ 6 h 171"/>
                  <a:gd name="T70" fmla="*/ 4 w 17"/>
                  <a:gd name="T71" fmla="*/ 13 h 171"/>
                  <a:gd name="T72" fmla="*/ 6 w 17"/>
                  <a:gd name="T73" fmla="*/ 0 h 171"/>
                  <a:gd name="T74" fmla="*/ 0 w 17"/>
                  <a:gd name="T75" fmla="*/ 0 h 171"/>
                  <a:gd name="T76" fmla="*/ 0 w 17"/>
                  <a:gd name="T77" fmla="*/ 6 h 171"/>
                  <a:gd name="T78" fmla="*/ 6 w 17"/>
                  <a:gd name="T79" fmla="*/ 0 h 17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7"/>
                  <a:gd name="T121" fmla="*/ 0 h 171"/>
                  <a:gd name="T122" fmla="*/ 17 w 17"/>
                  <a:gd name="T123" fmla="*/ 171 h 17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7" h="171">
                    <a:moveTo>
                      <a:pt x="6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1" y="39"/>
                    </a:lnTo>
                    <a:lnTo>
                      <a:pt x="2" y="49"/>
                    </a:lnTo>
                    <a:lnTo>
                      <a:pt x="2" y="59"/>
                    </a:lnTo>
                    <a:lnTo>
                      <a:pt x="3" y="69"/>
                    </a:lnTo>
                    <a:lnTo>
                      <a:pt x="4" y="79"/>
                    </a:lnTo>
                    <a:lnTo>
                      <a:pt x="4" y="89"/>
                    </a:lnTo>
                    <a:lnTo>
                      <a:pt x="6" y="99"/>
                    </a:lnTo>
                    <a:lnTo>
                      <a:pt x="6" y="108"/>
                    </a:lnTo>
                    <a:lnTo>
                      <a:pt x="6" y="118"/>
                    </a:lnTo>
                    <a:lnTo>
                      <a:pt x="6" y="128"/>
                    </a:lnTo>
                    <a:lnTo>
                      <a:pt x="4" y="138"/>
                    </a:lnTo>
                    <a:lnTo>
                      <a:pt x="3" y="148"/>
                    </a:lnTo>
                    <a:lnTo>
                      <a:pt x="2" y="159"/>
                    </a:lnTo>
                    <a:lnTo>
                      <a:pt x="0" y="169"/>
                    </a:lnTo>
                    <a:lnTo>
                      <a:pt x="10" y="171"/>
                    </a:lnTo>
                    <a:lnTo>
                      <a:pt x="13" y="160"/>
                    </a:lnTo>
                    <a:lnTo>
                      <a:pt x="14" y="150"/>
                    </a:lnTo>
                    <a:lnTo>
                      <a:pt x="15" y="140"/>
                    </a:lnTo>
                    <a:lnTo>
                      <a:pt x="17" y="128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98"/>
                    </a:lnTo>
                    <a:lnTo>
                      <a:pt x="15" y="88"/>
                    </a:lnTo>
                    <a:lnTo>
                      <a:pt x="15" y="78"/>
                    </a:lnTo>
                    <a:lnTo>
                      <a:pt x="14" y="68"/>
                    </a:lnTo>
                    <a:lnTo>
                      <a:pt x="14" y="58"/>
                    </a:lnTo>
                    <a:lnTo>
                      <a:pt x="13" y="48"/>
                    </a:lnTo>
                    <a:lnTo>
                      <a:pt x="12" y="38"/>
                    </a:lnTo>
                    <a:lnTo>
                      <a:pt x="12" y="28"/>
                    </a:lnTo>
                    <a:lnTo>
                      <a:pt x="10" y="18"/>
                    </a:lnTo>
                    <a:lnTo>
                      <a:pt x="10" y="6"/>
                    </a:lnTo>
                    <a:lnTo>
                      <a:pt x="4" y="1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7" name="Freeform 193"/>
              <p:cNvSpPr>
                <a:spLocks/>
              </p:cNvSpPr>
              <p:nvPr/>
            </p:nvSpPr>
            <p:spPr bwMode="auto">
              <a:xfrm flipH="1">
                <a:off x="369" y="1919"/>
                <a:ext cx="163" cy="56"/>
              </a:xfrm>
              <a:custGeom>
                <a:avLst/>
                <a:gdLst>
                  <a:gd name="T0" fmla="*/ 480 w 489"/>
                  <a:gd name="T1" fmla="*/ 0 h 166"/>
                  <a:gd name="T2" fmla="*/ 469 w 489"/>
                  <a:gd name="T3" fmla="*/ 15 h 166"/>
                  <a:gd name="T4" fmla="*/ 454 w 489"/>
                  <a:gd name="T5" fmla="*/ 30 h 166"/>
                  <a:gd name="T6" fmla="*/ 437 w 489"/>
                  <a:gd name="T7" fmla="*/ 45 h 166"/>
                  <a:gd name="T8" fmla="*/ 416 w 489"/>
                  <a:gd name="T9" fmla="*/ 60 h 166"/>
                  <a:gd name="T10" fmla="*/ 391 w 489"/>
                  <a:gd name="T11" fmla="*/ 76 h 166"/>
                  <a:gd name="T12" fmla="*/ 365 w 489"/>
                  <a:gd name="T13" fmla="*/ 91 h 166"/>
                  <a:gd name="T14" fmla="*/ 337 w 489"/>
                  <a:gd name="T15" fmla="*/ 103 h 166"/>
                  <a:gd name="T16" fmla="*/ 305 w 489"/>
                  <a:gd name="T17" fmla="*/ 116 h 166"/>
                  <a:gd name="T18" fmla="*/ 273 w 489"/>
                  <a:gd name="T19" fmla="*/ 127 h 166"/>
                  <a:gd name="T20" fmla="*/ 238 w 489"/>
                  <a:gd name="T21" fmla="*/ 137 h 166"/>
                  <a:gd name="T22" fmla="*/ 201 w 489"/>
                  <a:gd name="T23" fmla="*/ 145 h 166"/>
                  <a:gd name="T24" fmla="*/ 163 w 489"/>
                  <a:gd name="T25" fmla="*/ 150 h 166"/>
                  <a:gd name="T26" fmla="*/ 124 w 489"/>
                  <a:gd name="T27" fmla="*/ 153 h 166"/>
                  <a:gd name="T28" fmla="*/ 84 w 489"/>
                  <a:gd name="T29" fmla="*/ 155 h 166"/>
                  <a:gd name="T30" fmla="*/ 43 w 489"/>
                  <a:gd name="T31" fmla="*/ 152 h 166"/>
                  <a:gd name="T32" fmla="*/ 2 w 489"/>
                  <a:gd name="T33" fmla="*/ 147 h 166"/>
                  <a:gd name="T34" fmla="*/ 21 w 489"/>
                  <a:gd name="T35" fmla="*/ 162 h 166"/>
                  <a:gd name="T36" fmla="*/ 63 w 489"/>
                  <a:gd name="T37" fmla="*/ 166 h 166"/>
                  <a:gd name="T38" fmla="*/ 105 w 489"/>
                  <a:gd name="T39" fmla="*/ 166 h 166"/>
                  <a:gd name="T40" fmla="*/ 144 w 489"/>
                  <a:gd name="T41" fmla="*/ 164 h 166"/>
                  <a:gd name="T42" fmla="*/ 184 w 489"/>
                  <a:gd name="T43" fmla="*/ 160 h 166"/>
                  <a:gd name="T44" fmla="*/ 222 w 489"/>
                  <a:gd name="T45" fmla="*/ 152 h 166"/>
                  <a:gd name="T46" fmla="*/ 258 w 489"/>
                  <a:gd name="T47" fmla="*/ 143 h 166"/>
                  <a:gd name="T48" fmla="*/ 292 w 489"/>
                  <a:gd name="T49" fmla="*/ 133 h 166"/>
                  <a:gd name="T50" fmla="*/ 325 w 489"/>
                  <a:gd name="T51" fmla="*/ 121 h 166"/>
                  <a:gd name="T52" fmla="*/ 356 w 489"/>
                  <a:gd name="T53" fmla="*/ 108 h 166"/>
                  <a:gd name="T54" fmla="*/ 384 w 489"/>
                  <a:gd name="T55" fmla="*/ 93 h 166"/>
                  <a:gd name="T56" fmla="*/ 410 w 489"/>
                  <a:gd name="T57" fmla="*/ 78 h 166"/>
                  <a:gd name="T58" fmla="*/ 433 w 489"/>
                  <a:gd name="T59" fmla="*/ 63 h 166"/>
                  <a:gd name="T60" fmla="*/ 453 w 489"/>
                  <a:gd name="T61" fmla="*/ 47 h 166"/>
                  <a:gd name="T62" fmla="*/ 470 w 489"/>
                  <a:gd name="T63" fmla="*/ 30 h 166"/>
                  <a:gd name="T64" fmla="*/ 485 w 489"/>
                  <a:gd name="T65" fmla="*/ 14 h 166"/>
                  <a:gd name="T66" fmla="*/ 489 w 489"/>
                  <a:gd name="T67" fmla="*/ 6 h 1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89"/>
                  <a:gd name="T103" fmla="*/ 0 h 166"/>
                  <a:gd name="T104" fmla="*/ 489 w 489"/>
                  <a:gd name="T105" fmla="*/ 166 h 1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89" h="166">
                    <a:moveTo>
                      <a:pt x="481" y="0"/>
                    </a:moveTo>
                    <a:lnTo>
                      <a:pt x="480" y="0"/>
                    </a:lnTo>
                    <a:lnTo>
                      <a:pt x="475" y="6"/>
                    </a:lnTo>
                    <a:lnTo>
                      <a:pt x="469" y="15"/>
                    </a:lnTo>
                    <a:lnTo>
                      <a:pt x="463" y="23"/>
                    </a:lnTo>
                    <a:lnTo>
                      <a:pt x="454" y="30"/>
                    </a:lnTo>
                    <a:lnTo>
                      <a:pt x="446" y="38"/>
                    </a:lnTo>
                    <a:lnTo>
                      <a:pt x="437" y="45"/>
                    </a:lnTo>
                    <a:lnTo>
                      <a:pt x="427" y="53"/>
                    </a:lnTo>
                    <a:lnTo>
                      <a:pt x="416" y="60"/>
                    </a:lnTo>
                    <a:lnTo>
                      <a:pt x="405" y="68"/>
                    </a:lnTo>
                    <a:lnTo>
                      <a:pt x="391" y="76"/>
                    </a:lnTo>
                    <a:lnTo>
                      <a:pt x="379" y="83"/>
                    </a:lnTo>
                    <a:lnTo>
                      <a:pt x="365" y="91"/>
                    </a:lnTo>
                    <a:lnTo>
                      <a:pt x="351" y="97"/>
                    </a:lnTo>
                    <a:lnTo>
                      <a:pt x="337" y="103"/>
                    </a:lnTo>
                    <a:lnTo>
                      <a:pt x="321" y="109"/>
                    </a:lnTo>
                    <a:lnTo>
                      <a:pt x="305" y="116"/>
                    </a:lnTo>
                    <a:lnTo>
                      <a:pt x="290" y="122"/>
                    </a:lnTo>
                    <a:lnTo>
                      <a:pt x="273" y="127"/>
                    </a:lnTo>
                    <a:lnTo>
                      <a:pt x="255" y="132"/>
                    </a:lnTo>
                    <a:lnTo>
                      <a:pt x="238" y="137"/>
                    </a:lnTo>
                    <a:lnTo>
                      <a:pt x="220" y="141"/>
                    </a:lnTo>
                    <a:lnTo>
                      <a:pt x="201" y="145"/>
                    </a:lnTo>
                    <a:lnTo>
                      <a:pt x="182" y="147"/>
                    </a:lnTo>
                    <a:lnTo>
                      <a:pt x="163" y="150"/>
                    </a:lnTo>
                    <a:lnTo>
                      <a:pt x="144" y="152"/>
                    </a:lnTo>
                    <a:lnTo>
                      <a:pt x="124" y="153"/>
                    </a:lnTo>
                    <a:lnTo>
                      <a:pt x="105" y="155"/>
                    </a:lnTo>
                    <a:lnTo>
                      <a:pt x="84" y="155"/>
                    </a:lnTo>
                    <a:lnTo>
                      <a:pt x="63" y="153"/>
                    </a:lnTo>
                    <a:lnTo>
                      <a:pt x="43" y="152"/>
                    </a:lnTo>
                    <a:lnTo>
                      <a:pt x="23" y="151"/>
                    </a:lnTo>
                    <a:lnTo>
                      <a:pt x="2" y="147"/>
                    </a:lnTo>
                    <a:lnTo>
                      <a:pt x="0" y="160"/>
                    </a:lnTo>
                    <a:lnTo>
                      <a:pt x="21" y="162"/>
                    </a:lnTo>
                    <a:lnTo>
                      <a:pt x="43" y="165"/>
                    </a:lnTo>
                    <a:lnTo>
                      <a:pt x="63" y="166"/>
                    </a:lnTo>
                    <a:lnTo>
                      <a:pt x="84" y="166"/>
                    </a:lnTo>
                    <a:lnTo>
                      <a:pt x="105" y="166"/>
                    </a:lnTo>
                    <a:lnTo>
                      <a:pt x="125" y="165"/>
                    </a:lnTo>
                    <a:lnTo>
                      <a:pt x="144" y="164"/>
                    </a:lnTo>
                    <a:lnTo>
                      <a:pt x="165" y="162"/>
                    </a:lnTo>
                    <a:lnTo>
                      <a:pt x="184" y="160"/>
                    </a:lnTo>
                    <a:lnTo>
                      <a:pt x="203" y="156"/>
                    </a:lnTo>
                    <a:lnTo>
                      <a:pt x="222" y="152"/>
                    </a:lnTo>
                    <a:lnTo>
                      <a:pt x="240" y="148"/>
                    </a:lnTo>
                    <a:lnTo>
                      <a:pt x="258" y="143"/>
                    </a:lnTo>
                    <a:lnTo>
                      <a:pt x="275" y="138"/>
                    </a:lnTo>
                    <a:lnTo>
                      <a:pt x="292" y="133"/>
                    </a:lnTo>
                    <a:lnTo>
                      <a:pt x="309" y="127"/>
                    </a:lnTo>
                    <a:lnTo>
                      <a:pt x="325" y="121"/>
                    </a:lnTo>
                    <a:lnTo>
                      <a:pt x="341" y="114"/>
                    </a:lnTo>
                    <a:lnTo>
                      <a:pt x="356" y="108"/>
                    </a:lnTo>
                    <a:lnTo>
                      <a:pt x="370" y="101"/>
                    </a:lnTo>
                    <a:lnTo>
                      <a:pt x="384" y="93"/>
                    </a:lnTo>
                    <a:lnTo>
                      <a:pt x="397" y="86"/>
                    </a:lnTo>
                    <a:lnTo>
                      <a:pt x="410" y="78"/>
                    </a:lnTo>
                    <a:lnTo>
                      <a:pt x="422" y="70"/>
                    </a:lnTo>
                    <a:lnTo>
                      <a:pt x="433" y="63"/>
                    </a:lnTo>
                    <a:lnTo>
                      <a:pt x="443" y="54"/>
                    </a:lnTo>
                    <a:lnTo>
                      <a:pt x="453" y="47"/>
                    </a:lnTo>
                    <a:lnTo>
                      <a:pt x="462" y="39"/>
                    </a:lnTo>
                    <a:lnTo>
                      <a:pt x="470" y="30"/>
                    </a:lnTo>
                    <a:lnTo>
                      <a:pt x="477" y="23"/>
                    </a:lnTo>
                    <a:lnTo>
                      <a:pt x="485" y="14"/>
                    </a:lnTo>
                    <a:lnTo>
                      <a:pt x="489" y="6"/>
                    </a:ln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8" name="Freeform 194"/>
              <p:cNvSpPr>
                <a:spLocks/>
              </p:cNvSpPr>
              <p:nvPr/>
            </p:nvSpPr>
            <p:spPr bwMode="auto">
              <a:xfrm flipH="1">
                <a:off x="347" y="1865"/>
                <a:ext cx="24" cy="56"/>
              </a:xfrm>
              <a:custGeom>
                <a:avLst/>
                <a:gdLst>
                  <a:gd name="T0" fmla="*/ 61 w 73"/>
                  <a:gd name="T1" fmla="*/ 0 h 168"/>
                  <a:gd name="T2" fmla="*/ 61 w 73"/>
                  <a:gd name="T3" fmla="*/ 0 h 168"/>
                  <a:gd name="T4" fmla="*/ 61 w 73"/>
                  <a:gd name="T5" fmla="*/ 4 h 168"/>
                  <a:gd name="T6" fmla="*/ 58 w 73"/>
                  <a:gd name="T7" fmla="*/ 10 h 168"/>
                  <a:gd name="T8" fmla="*/ 56 w 73"/>
                  <a:gd name="T9" fmla="*/ 18 h 168"/>
                  <a:gd name="T10" fmla="*/ 53 w 73"/>
                  <a:gd name="T11" fmla="*/ 28 h 168"/>
                  <a:gd name="T12" fmla="*/ 50 w 73"/>
                  <a:gd name="T13" fmla="*/ 38 h 168"/>
                  <a:gd name="T14" fmla="*/ 46 w 73"/>
                  <a:gd name="T15" fmla="*/ 49 h 168"/>
                  <a:gd name="T16" fmla="*/ 42 w 73"/>
                  <a:gd name="T17" fmla="*/ 62 h 168"/>
                  <a:gd name="T18" fmla="*/ 38 w 73"/>
                  <a:gd name="T19" fmla="*/ 74 h 168"/>
                  <a:gd name="T20" fmla="*/ 33 w 73"/>
                  <a:gd name="T21" fmla="*/ 88 h 168"/>
                  <a:gd name="T22" fmla="*/ 28 w 73"/>
                  <a:gd name="T23" fmla="*/ 101 h 168"/>
                  <a:gd name="T24" fmla="*/ 23 w 73"/>
                  <a:gd name="T25" fmla="*/ 113 h 168"/>
                  <a:gd name="T26" fmla="*/ 18 w 73"/>
                  <a:gd name="T27" fmla="*/ 126 h 168"/>
                  <a:gd name="T28" fmla="*/ 13 w 73"/>
                  <a:gd name="T29" fmla="*/ 136 h 168"/>
                  <a:gd name="T30" fmla="*/ 8 w 73"/>
                  <a:gd name="T31" fmla="*/ 146 h 168"/>
                  <a:gd name="T32" fmla="*/ 4 w 73"/>
                  <a:gd name="T33" fmla="*/ 155 h 168"/>
                  <a:gd name="T34" fmla="*/ 0 w 73"/>
                  <a:gd name="T35" fmla="*/ 162 h 168"/>
                  <a:gd name="T36" fmla="*/ 8 w 73"/>
                  <a:gd name="T37" fmla="*/ 168 h 168"/>
                  <a:gd name="T38" fmla="*/ 13 w 73"/>
                  <a:gd name="T39" fmla="*/ 161 h 168"/>
                  <a:gd name="T40" fmla="*/ 18 w 73"/>
                  <a:gd name="T41" fmla="*/ 151 h 168"/>
                  <a:gd name="T42" fmla="*/ 23 w 73"/>
                  <a:gd name="T43" fmla="*/ 141 h 168"/>
                  <a:gd name="T44" fmla="*/ 28 w 73"/>
                  <a:gd name="T45" fmla="*/ 129 h 168"/>
                  <a:gd name="T46" fmla="*/ 33 w 73"/>
                  <a:gd name="T47" fmla="*/ 117 h 168"/>
                  <a:gd name="T48" fmla="*/ 39 w 73"/>
                  <a:gd name="T49" fmla="*/ 104 h 168"/>
                  <a:gd name="T50" fmla="*/ 44 w 73"/>
                  <a:gd name="T51" fmla="*/ 92 h 168"/>
                  <a:gd name="T52" fmla="*/ 48 w 73"/>
                  <a:gd name="T53" fmla="*/ 79 h 168"/>
                  <a:gd name="T54" fmla="*/ 52 w 73"/>
                  <a:gd name="T55" fmla="*/ 67 h 168"/>
                  <a:gd name="T56" fmla="*/ 57 w 73"/>
                  <a:gd name="T57" fmla="*/ 54 h 168"/>
                  <a:gd name="T58" fmla="*/ 61 w 73"/>
                  <a:gd name="T59" fmla="*/ 41 h 168"/>
                  <a:gd name="T60" fmla="*/ 64 w 73"/>
                  <a:gd name="T61" fmla="*/ 30 h 168"/>
                  <a:gd name="T62" fmla="*/ 67 w 73"/>
                  <a:gd name="T63" fmla="*/ 21 h 168"/>
                  <a:gd name="T64" fmla="*/ 69 w 73"/>
                  <a:gd name="T65" fmla="*/ 13 h 168"/>
                  <a:gd name="T66" fmla="*/ 70 w 73"/>
                  <a:gd name="T67" fmla="*/ 6 h 168"/>
                  <a:gd name="T68" fmla="*/ 73 w 73"/>
                  <a:gd name="T69" fmla="*/ 2 h 168"/>
                  <a:gd name="T70" fmla="*/ 73 w 73"/>
                  <a:gd name="T71" fmla="*/ 2 h 168"/>
                  <a:gd name="T72" fmla="*/ 61 w 73"/>
                  <a:gd name="T73" fmla="*/ 0 h 16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3"/>
                  <a:gd name="T112" fmla="*/ 0 h 168"/>
                  <a:gd name="T113" fmla="*/ 73 w 73"/>
                  <a:gd name="T114" fmla="*/ 168 h 16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3" h="168">
                    <a:moveTo>
                      <a:pt x="61" y="0"/>
                    </a:moveTo>
                    <a:lnTo>
                      <a:pt x="61" y="0"/>
                    </a:lnTo>
                    <a:lnTo>
                      <a:pt x="61" y="4"/>
                    </a:lnTo>
                    <a:lnTo>
                      <a:pt x="58" y="10"/>
                    </a:lnTo>
                    <a:lnTo>
                      <a:pt x="56" y="18"/>
                    </a:lnTo>
                    <a:lnTo>
                      <a:pt x="53" y="28"/>
                    </a:lnTo>
                    <a:lnTo>
                      <a:pt x="50" y="38"/>
                    </a:lnTo>
                    <a:lnTo>
                      <a:pt x="46" y="49"/>
                    </a:lnTo>
                    <a:lnTo>
                      <a:pt x="42" y="62"/>
                    </a:lnTo>
                    <a:lnTo>
                      <a:pt x="38" y="74"/>
                    </a:lnTo>
                    <a:lnTo>
                      <a:pt x="33" y="88"/>
                    </a:lnTo>
                    <a:lnTo>
                      <a:pt x="28" y="101"/>
                    </a:lnTo>
                    <a:lnTo>
                      <a:pt x="23" y="113"/>
                    </a:lnTo>
                    <a:lnTo>
                      <a:pt x="18" y="126"/>
                    </a:lnTo>
                    <a:lnTo>
                      <a:pt x="13" y="136"/>
                    </a:lnTo>
                    <a:lnTo>
                      <a:pt x="8" y="146"/>
                    </a:lnTo>
                    <a:lnTo>
                      <a:pt x="4" y="155"/>
                    </a:lnTo>
                    <a:lnTo>
                      <a:pt x="0" y="162"/>
                    </a:lnTo>
                    <a:lnTo>
                      <a:pt x="8" y="168"/>
                    </a:lnTo>
                    <a:lnTo>
                      <a:pt x="13" y="161"/>
                    </a:lnTo>
                    <a:lnTo>
                      <a:pt x="18" y="151"/>
                    </a:lnTo>
                    <a:lnTo>
                      <a:pt x="23" y="141"/>
                    </a:lnTo>
                    <a:lnTo>
                      <a:pt x="28" y="129"/>
                    </a:lnTo>
                    <a:lnTo>
                      <a:pt x="33" y="117"/>
                    </a:lnTo>
                    <a:lnTo>
                      <a:pt x="39" y="104"/>
                    </a:lnTo>
                    <a:lnTo>
                      <a:pt x="44" y="92"/>
                    </a:lnTo>
                    <a:lnTo>
                      <a:pt x="48" y="79"/>
                    </a:lnTo>
                    <a:lnTo>
                      <a:pt x="52" y="67"/>
                    </a:lnTo>
                    <a:lnTo>
                      <a:pt x="57" y="54"/>
                    </a:lnTo>
                    <a:lnTo>
                      <a:pt x="61" y="41"/>
                    </a:lnTo>
                    <a:lnTo>
                      <a:pt x="64" y="30"/>
                    </a:lnTo>
                    <a:lnTo>
                      <a:pt x="67" y="21"/>
                    </a:lnTo>
                    <a:lnTo>
                      <a:pt x="69" y="13"/>
                    </a:lnTo>
                    <a:lnTo>
                      <a:pt x="70" y="6"/>
                    </a:lnTo>
                    <a:lnTo>
                      <a:pt x="73" y="2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9" name="Freeform 195"/>
              <p:cNvSpPr>
                <a:spLocks/>
              </p:cNvSpPr>
              <p:nvPr/>
            </p:nvSpPr>
            <p:spPr bwMode="auto">
              <a:xfrm flipH="1">
                <a:off x="346" y="1776"/>
                <a:ext cx="51" cy="90"/>
              </a:xfrm>
              <a:custGeom>
                <a:avLst/>
                <a:gdLst>
                  <a:gd name="T0" fmla="*/ 4 w 154"/>
                  <a:gd name="T1" fmla="*/ 1 h 270"/>
                  <a:gd name="T2" fmla="*/ 7 w 154"/>
                  <a:gd name="T3" fmla="*/ 12 h 270"/>
                  <a:gd name="T4" fmla="*/ 16 w 154"/>
                  <a:gd name="T5" fmla="*/ 15 h 270"/>
                  <a:gd name="T6" fmla="*/ 27 w 154"/>
                  <a:gd name="T7" fmla="*/ 22 h 270"/>
                  <a:gd name="T8" fmla="*/ 38 w 154"/>
                  <a:gd name="T9" fmla="*/ 30 h 270"/>
                  <a:gd name="T10" fmla="*/ 52 w 154"/>
                  <a:gd name="T11" fmla="*/ 40 h 270"/>
                  <a:gd name="T12" fmla="*/ 64 w 154"/>
                  <a:gd name="T13" fmla="*/ 52 h 270"/>
                  <a:gd name="T14" fmla="*/ 77 w 154"/>
                  <a:gd name="T15" fmla="*/ 64 h 270"/>
                  <a:gd name="T16" fmla="*/ 89 w 154"/>
                  <a:gd name="T17" fmla="*/ 79 h 270"/>
                  <a:gd name="T18" fmla="*/ 101 w 154"/>
                  <a:gd name="T19" fmla="*/ 94 h 270"/>
                  <a:gd name="T20" fmla="*/ 112 w 154"/>
                  <a:gd name="T21" fmla="*/ 112 h 270"/>
                  <a:gd name="T22" fmla="*/ 122 w 154"/>
                  <a:gd name="T23" fmla="*/ 131 h 270"/>
                  <a:gd name="T24" fmla="*/ 130 w 154"/>
                  <a:gd name="T25" fmla="*/ 151 h 270"/>
                  <a:gd name="T26" fmla="*/ 136 w 154"/>
                  <a:gd name="T27" fmla="*/ 172 h 270"/>
                  <a:gd name="T28" fmla="*/ 141 w 154"/>
                  <a:gd name="T29" fmla="*/ 194 h 270"/>
                  <a:gd name="T30" fmla="*/ 142 w 154"/>
                  <a:gd name="T31" fmla="*/ 218 h 270"/>
                  <a:gd name="T32" fmla="*/ 142 w 154"/>
                  <a:gd name="T33" fmla="*/ 242 h 270"/>
                  <a:gd name="T34" fmla="*/ 138 w 154"/>
                  <a:gd name="T35" fmla="*/ 268 h 270"/>
                  <a:gd name="T36" fmla="*/ 150 w 154"/>
                  <a:gd name="T37" fmla="*/ 270 h 270"/>
                  <a:gd name="T38" fmla="*/ 153 w 154"/>
                  <a:gd name="T39" fmla="*/ 243 h 270"/>
                  <a:gd name="T40" fmla="*/ 154 w 154"/>
                  <a:gd name="T41" fmla="*/ 218 h 270"/>
                  <a:gd name="T42" fmla="*/ 152 w 154"/>
                  <a:gd name="T43" fmla="*/ 193 h 270"/>
                  <a:gd name="T44" fmla="*/ 147 w 154"/>
                  <a:gd name="T45" fmla="*/ 169 h 270"/>
                  <a:gd name="T46" fmla="*/ 140 w 154"/>
                  <a:gd name="T47" fmla="*/ 146 h 270"/>
                  <a:gd name="T48" fmla="*/ 133 w 154"/>
                  <a:gd name="T49" fmla="*/ 126 h 270"/>
                  <a:gd name="T50" fmla="*/ 122 w 154"/>
                  <a:gd name="T51" fmla="*/ 106 h 270"/>
                  <a:gd name="T52" fmla="*/ 110 w 154"/>
                  <a:gd name="T53" fmla="*/ 88 h 270"/>
                  <a:gd name="T54" fmla="*/ 98 w 154"/>
                  <a:gd name="T55" fmla="*/ 72 h 270"/>
                  <a:gd name="T56" fmla="*/ 85 w 154"/>
                  <a:gd name="T57" fmla="*/ 57 h 270"/>
                  <a:gd name="T58" fmla="*/ 71 w 154"/>
                  <a:gd name="T59" fmla="*/ 43 h 270"/>
                  <a:gd name="T60" fmla="*/ 59 w 154"/>
                  <a:gd name="T61" fmla="*/ 30 h 270"/>
                  <a:gd name="T62" fmla="*/ 46 w 154"/>
                  <a:gd name="T63" fmla="*/ 20 h 270"/>
                  <a:gd name="T64" fmla="*/ 32 w 154"/>
                  <a:gd name="T65" fmla="*/ 12 h 270"/>
                  <a:gd name="T66" fmla="*/ 21 w 154"/>
                  <a:gd name="T67" fmla="*/ 5 h 270"/>
                  <a:gd name="T68" fmla="*/ 10 w 154"/>
                  <a:gd name="T69" fmla="*/ 0 h 270"/>
                  <a:gd name="T70" fmla="*/ 13 w 154"/>
                  <a:gd name="T71" fmla="*/ 9 h 270"/>
                  <a:gd name="T72" fmla="*/ 4 w 154"/>
                  <a:gd name="T73" fmla="*/ 1 h 270"/>
                  <a:gd name="T74" fmla="*/ 0 w 154"/>
                  <a:gd name="T75" fmla="*/ 8 h 270"/>
                  <a:gd name="T76" fmla="*/ 7 w 154"/>
                  <a:gd name="T77" fmla="*/ 12 h 270"/>
                  <a:gd name="T78" fmla="*/ 4 w 154"/>
                  <a:gd name="T79" fmla="*/ 1 h 27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4"/>
                  <a:gd name="T121" fmla="*/ 0 h 270"/>
                  <a:gd name="T122" fmla="*/ 154 w 154"/>
                  <a:gd name="T123" fmla="*/ 270 h 27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4" h="270">
                    <a:moveTo>
                      <a:pt x="4" y="1"/>
                    </a:moveTo>
                    <a:lnTo>
                      <a:pt x="7" y="12"/>
                    </a:lnTo>
                    <a:lnTo>
                      <a:pt x="16" y="15"/>
                    </a:lnTo>
                    <a:lnTo>
                      <a:pt x="27" y="22"/>
                    </a:lnTo>
                    <a:lnTo>
                      <a:pt x="38" y="30"/>
                    </a:lnTo>
                    <a:lnTo>
                      <a:pt x="52" y="40"/>
                    </a:lnTo>
                    <a:lnTo>
                      <a:pt x="64" y="52"/>
                    </a:lnTo>
                    <a:lnTo>
                      <a:pt x="77" y="64"/>
                    </a:lnTo>
                    <a:lnTo>
                      <a:pt x="89" y="79"/>
                    </a:lnTo>
                    <a:lnTo>
                      <a:pt x="101" y="94"/>
                    </a:lnTo>
                    <a:lnTo>
                      <a:pt x="112" y="112"/>
                    </a:lnTo>
                    <a:lnTo>
                      <a:pt x="122" y="131"/>
                    </a:lnTo>
                    <a:lnTo>
                      <a:pt x="130" y="151"/>
                    </a:lnTo>
                    <a:lnTo>
                      <a:pt x="136" y="172"/>
                    </a:lnTo>
                    <a:lnTo>
                      <a:pt x="141" y="194"/>
                    </a:lnTo>
                    <a:lnTo>
                      <a:pt x="142" y="218"/>
                    </a:lnTo>
                    <a:lnTo>
                      <a:pt x="142" y="242"/>
                    </a:lnTo>
                    <a:lnTo>
                      <a:pt x="138" y="268"/>
                    </a:lnTo>
                    <a:lnTo>
                      <a:pt x="150" y="270"/>
                    </a:lnTo>
                    <a:lnTo>
                      <a:pt x="153" y="243"/>
                    </a:lnTo>
                    <a:lnTo>
                      <a:pt x="154" y="218"/>
                    </a:lnTo>
                    <a:lnTo>
                      <a:pt x="152" y="193"/>
                    </a:lnTo>
                    <a:lnTo>
                      <a:pt x="147" y="169"/>
                    </a:lnTo>
                    <a:lnTo>
                      <a:pt x="140" y="146"/>
                    </a:lnTo>
                    <a:lnTo>
                      <a:pt x="133" y="126"/>
                    </a:lnTo>
                    <a:lnTo>
                      <a:pt x="122" y="106"/>
                    </a:lnTo>
                    <a:lnTo>
                      <a:pt x="110" y="88"/>
                    </a:lnTo>
                    <a:lnTo>
                      <a:pt x="98" y="72"/>
                    </a:lnTo>
                    <a:lnTo>
                      <a:pt x="85" y="57"/>
                    </a:lnTo>
                    <a:lnTo>
                      <a:pt x="71" y="43"/>
                    </a:lnTo>
                    <a:lnTo>
                      <a:pt x="59" y="30"/>
                    </a:lnTo>
                    <a:lnTo>
                      <a:pt x="46" y="20"/>
                    </a:lnTo>
                    <a:lnTo>
                      <a:pt x="32" y="12"/>
                    </a:lnTo>
                    <a:lnTo>
                      <a:pt x="21" y="5"/>
                    </a:lnTo>
                    <a:lnTo>
                      <a:pt x="10" y="0"/>
                    </a:lnTo>
                    <a:lnTo>
                      <a:pt x="13" y="9"/>
                    </a:lnTo>
                    <a:lnTo>
                      <a:pt x="4" y="1"/>
                    </a:lnTo>
                    <a:lnTo>
                      <a:pt x="0" y="8"/>
                    </a:lnTo>
                    <a:lnTo>
                      <a:pt x="7" y="1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0" name="Freeform 196"/>
              <p:cNvSpPr>
                <a:spLocks/>
              </p:cNvSpPr>
              <p:nvPr/>
            </p:nvSpPr>
            <p:spPr bwMode="auto">
              <a:xfrm flipH="1">
                <a:off x="356" y="1701"/>
                <a:ext cx="40" cy="78"/>
              </a:xfrm>
              <a:custGeom>
                <a:avLst/>
                <a:gdLst>
                  <a:gd name="T0" fmla="*/ 72 w 119"/>
                  <a:gd name="T1" fmla="*/ 7 h 233"/>
                  <a:gd name="T2" fmla="*/ 72 w 119"/>
                  <a:gd name="T3" fmla="*/ 8 h 233"/>
                  <a:gd name="T4" fmla="*/ 89 w 119"/>
                  <a:gd name="T5" fmla="*/ 36 h 233"/>
                  <a:gd name="T6" fmla="*/ 100 w 119"/>
                  <a:gd name="T7" fmla="*/ 62 h 233"/>
                  <a:gd name="T8" fmla="*/ 106 w 119"/>
                  <a:gd name="T9" fmla="*/ 85 h 233"/>
                  <a:gd name="T10" fmla="*/ 108 w 119"/>
                  <a:gd name="T11" fmla="*/ 105 h 233"/>
                  <a:gd name="T12" fmla="*/ 106 w 119"/>
                  <a:gd name="T13" fmla="*/ 121 h 233"/>
                  <a:gd name="T14" fmla="*/ 101 w 119"/>
                  <a:gd name="T15" fmla="*/ 137 h 233"/>
                  <a:gd name="T16" fmla="*/ 94 w 119"/>
                  <a:gd name="T17" fmla="*/ 151 h 233"/>
                  <a:gd name="T18" fmla="*/ 85 w 119"/>
                  <a:gd name="T19" fmla="*/ 163 h 233"/>
                  <a:gd name="T20" fmla="*/ 74 w 119"/>
                  <a:gd name="T21" fmla="*/ 174 h 233"/>
                  <a:gd name="T22" fmla="*/ 62 w 119"/>
                  <a:gd name="T23" fmla="*/ 184 h 233"/>
                  <a:gd name="T24" fmla="*/ 50 w 119"/>
                  <a:gd name="T25" fmla="*/ 192 h 233"/>
                  <a:gd name="T26" fmla="*/ 38 w 119"/>
                  <a:gd name="T27" fmla="*/ 199 h 233"/>
                  <a:gd name="T28" fmla="*/ 26 w 119"/>
                  <a:gd name="T29" fmla="*/ 207 h 233"/>
                  <a:gd name="T30" fmla="*/ 16 w 119"/>
                  <a:gd name="T31" fmla="*/ 213 h 233"/>
                  <a:gd name="T32" fmla="*/ 6 w 119"/>
                  <a:gd name="T33" fmla="*/ 219 h 233"/>
                  <a:gd name="T34" fmla="*/ 0 w 119"/>
                  <a:gd name="T35" fmla="*/ 225 h 233"/>
                  <a:gd name="T36" fmla="*/ 9 w 119"/>
                  <a:gd name="T37" fmla="*/ 233 h 233"/>
                  <a:gd name="T38" fmla="*/ 14 w 119"/>
                  <a:gd name="T39" fmla="*/ 228 h 233"/>
                  <a:gd name="T40" fmla="*/ 22 w 119"/>
                  <a:gd name="T41" fmla="*/ 223 h 233"/>
                  <a:gd name="T42" fmla="*/ 32 w 119"/>
                  <a:gd name="T43" fmla="*/ 217 h 233"/>
                  <a:gd name="T44" fmla="*/ 44 w 119"/>
                  <a:gd name="T45" fmla="*/ 209 h 233"/>
                  <a:gd name="T46" fmla="*/ 56 w 119"/>
                  <a:gd name="T47" fmla="*/ 202 h 233"/>
                  <a:gd name="T48" fmla="*/ 68 w 119"/>
                  <a:gd name="T49" fmla="*/ 193 h 233"/>
                  <a:gd name="T50" fmla="*/ 81 w 119"/>
                  <a:gd name="T51" fmla="*/ 183 h 233"/>
                  <a:gd name="T52" fmla="*/ 92 w 119"/>
                  <a:gd name="T53" fmla="*/ 171 h 233"/>
                  <a:gd name="T54" fmla="*/ 103 w 119"/>
                  <a:gd name="T55" fmla="*/ 158 h 233"/>
                  <a:gd name="T56" fmla="*/ 112 w 119"/>
                  <a:gd name="T57" fmla="*/ 141 h 233"/>
                  <a:gd name="T58" fmla="*/ 117 w 119"/>
                  <a:gd name="T59" fmla="*/ 124 h 233"/>
                  <a:gd name="T60" fmla="*/ 119 w 119"/>
                  <a:gd name="T61" fmla="*/ 105 h 233"/>
                  <a:gd name="T62" fmla="*/ 117 w 119"/>
                  <a:gd name="T63" fmla="*/ 82 h 233"/>
                  <a:gd name="T64" fmla="*/ 111 w 119"/>
                  <a:gd name="T65" fmla="*/ 57 h 233"/>
                  <a:gd name="T66" fmla="*/ 98 w 119"/>
                  <a:gd name="T67" fmla="*/ 31 h 233"/>
                  <a:gd name="T68" fmla="*/ 81 w 119"/>
                  <a:gd name="T69" fmla="*/ 0 h 233"/>
                  <a:gd name="T70" fmla="*/ 81 w 119"/>
                  <a:gd name="T71" fmla="*/ 2 h 233"/>
                  <a:gd name="T72" fmla="*/ 72 w 119"/>
                  <a:gd name="T73" fmla="*/ 7 h 23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9"/>
                  <a:gd name="T112" fmla="*/ 0 h 233"/>
                  <a:gd name="T113" fmla="*/ 119 w 119"/>
                  <a:gd name="T114" fmla="*/ 233 h 23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9" h="233">
                    <a:moveTo>
                      <a:pt x="72" y="7"/>
                    </a:moveTo>
                    <a:lnTo>
                      <a:pt x="72" y="8"/>
                    </a:lnTo>
                    <a:lnTo>
                      <a:pt x="89" y="36"/>
                    </a:lnTo>
                    <a:lnTo>
                      <a:pt x="100" y="62"/>
                    </a:lnTo>
                    <a:lnTo>
                      <a:pt x="106" y="85"/>
                    </a:lnTo>
                    <a:lnTo>
                      <a:pt x="108" y="105"/>
                    </a:lnTo>
                    <a:lnTo>
                      <a:pt x="106" y="121"/>
                    </a:lnTo>
                    <a:lnTo>
                      <a:pt x="101" y="137"/>
                    </a:lnTo>
                    <a:lnTo>
                      <a:pt x="94" y="151"/>
                    </a:lnTo>
                    <a:lnTo>
                      <a:pt x="85" y="163"/>
                    </a:lnTo>
                    <a:lnTo>
                      <a:pt x="74" y="174"/>
                    </a:lnTo>
                    <a:lnTo>
                      <a:pt x="62" y="184"/>
                    </a:lnTo>
                    <a:lnTo>
                      <a:pt x="50" y="192"/>
                    </a:lnTo>
                    <a:lnTo>
                      <a:pt x="38" y="199"/>
                    </a:lnTo>
                    <a:lnTo>
                      <a:pt x="26" y="207"/>
                    </a:lnTo>
                    <a:lnTo>
                      <a:pt x="16" y="213"/>
                    </a:lnTo>
                    <a:lnTo>
                      <a:pt x="6" y="219"/>
                    </a:lnTo>
                    <a:lnTo>
                      <a:pt x="0" y="225"/>
                    </a:lnTo>
                    <a:lnTo>
                      <a:pt x="9" y="233"/>
                    </a:lnTo>
                    <a:lnTo>
                      <a:pt x="14" y="228"/>
                    </a:lnTo>
                    <a:lnTo>
                      <a:pt x="22" y="223"/>
                    </a:lnTo>
                    <a:lnTo>
                      <a:pt x="32" y="217"/>
                    </a:lnTo>
                    <a:lnTo>
                      <a:pt x="44" y="209"/>
                    </a:lnTo>
                    <a:lnTo>
                      <a:pt x="56" y="202"/>
                    </a:lnTo>
                    <a:lnTo>
                      <a:pt x="68" y="193"/>
                    </a:lnTo>
                    <a:lnTo>
                      <a:pt x="81" y="183"/>
                    </a:lnTo>
                    <a:lnTo>
                      <a:pt x="92" y="171"/>
                    </a:lnTo>
                    <a:lnTo>
                      <a:pt x="103" y="158"/>
                    </a:lnTo>
                    <a:lnTo>
                      <a:pt x="112" y="141"/>
                    </a:lnTo>
                    <a:lnTo>
                      <a:pt x="117" y="124"/>
                    </a:lnTo>
                    <a:lnTo>
                      <a:pt x="119" y="105"/>
                    </a:lnTo>
                    <a:lnTo>
                      <a:pt x="117" y="82"/>
                    </a:lnTo>
                    <a:lnTo>
                      <a:pt x="111" y="57"/>
                    </a:lnTo>
                    <a:lnTo>
                      <a:pt x="98" y="31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2" y="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1" name="Freeform 197"/>
              <p:cNvSpPr>
                <a:spLocks/>
              </p:cNvSpPr>
              <p:nvPr/>
            </p:nvSpPr>
            <p:spPr bwMode="auto">
              <a:xfrm flipH="1">
                <a:off x="369" y="1642"/>
                <a:ext cx="61" cy="62"/>
              </a:xfrm>
              <a:custGeom>
                <a:avLst/>
                <a:gdLst>
                  <a:gd name="T0" fmla="*/ 21 w 184"/>
                  <a:gd name="T1" fmla="*/ 0 h 186"/>
                  <a:gd name="T2" fmla="*/ 20 w 184"/>
                  <a:gd name="T3" fmla="*/ 11 h 186"/>
                  <a:gd name="T4" fmla="*/ 32 w 184"/>
                  <a:gd name="T5" fmla="*/ 16 h 186"/>
                  <a:gd name="T6" fmla="*/ 45 w 184"/>
                  <a:gd name="T7" fmla="*/ 25 h 186"/>
                  <a:gd name="T8" fmla="*/ 57 w 184"/>
                  <a:gd name="T9" fmla="*/ 34 h 186"/>
                  <a:gd name="T10" fmla="*/ 72 w 184"/>
                  <a:gd name="T11" fmla="*/ 46 h 186"/>
                  <a:gd name="T12" fmla="*/ 84 w 184"/>
                  <a:gd name="T13" fmla="*/ 59 h 186"/>
                  <a:gd name="T14" fmla="*/ 97 w 184"/>
                  <a:gd name="T15" fmla="*/ 73 h 186"/>
                  <a:gd name="T16" fmla="*/ 108 w 184"/>
                  <a:gd name="T17" fmla="*/ 86 h 186"/>
                  <a:gd name="T18" fmla="*/ 120 w 184"/>
                  <a:gd name="T19" fmla="*/ 102 h 186"/>
                  <a:gd name="T20" fmla="*/ 131 w 184"/>
                  <a:gd name="T21" fmla="*/ 117 h 186"/>
                  <a:gd name="T22" fmla="*/ 141 w 184"/>
                  <a:gd name="T23" fmla="*/ 130 h 186"/>
                  <a:gd name="T24" fmla="*/ 151 w 184"/>
                  <a:gd name="T25" fmla="*/ 144 h 186"/>
                  <a:gd name="T26" fmla="*/ 158 w 184"/>
                  <a:gd name="T27" fmla="*/ 156 h 186"/>
                  <a:gd name="T28" fmla="*/ 164 w 184"/>
                  <a:gd name="T29" fmla="*/ 167 h 186"/>
                  <a:gd name="T30" fmla="*/ 170 w 184"/>
                  <a:gd name="T31" fmla="*/ 176 h 186"/>
                  <a:gd name="T32" fmla="*/ 174 w 184"/>
                  <a:gd name="T33" fmla="*/ 182 h 186"/>
                  <a:gd name="T34" fmla="*/ 175 w 184"/>
                  <a:gd name="T35" fmla="*/ 186 h 186"/>
                  <a:gd name="T36" fmla="*/ 184 w 184"/>
                  <a:gd name="T37" fmla="*/ 181 h 186"/>
                  <a:gd name="T38" fmla="*/ 183 w 184"/>
                  <a:gd name="T39" fmla="*/ 177 h 186"/>
                  <a:gd name="T40" fmla="*/ 180 w 184"/>
                  <a:gd name="T41" fmla="*/ 169 h 186"/>
                  <a:gd name="T42" fmla="*/ 174 w 184"/>
                  <a:gd name="T43" fmla="*/ 161 h 186"/>
                  <a:gd name="T44" fmla="*/ 168 w 184"/>
                  <a:gd name="T45" fmla="*/ 149 h 186"/>
                  <a:gd name="T46" fmla="*/ 159 w 184"/>
                  <a:gd name="T47" fmla="*/ 137 h 186"/>
                  <a:gd name="T48" fmla="*/ 149 w 184"/>
                  <a:gd name="T49" fmla="*/ 124 h 186"/>
                  <a:gd name="T50" fmla="*/ 140 w 184"/>
                  <a:gd name="T51" fmla="*/ 109 h 186"/>
                  <a:gd name="T52" fmla="*/ 129 w 184"/>
                  <a:gd name="T53" fmla="*/ 94 h 186"/>
                  <a:gd name="T54" fmla="*/ 118 w 184"/>
                  <a:gd name="T55" fmla="*/ 79 h 186"/>
                  <a:gd name="T56" fmla="*/ 105 w 184"/>
                  <a:gd name="T57" fmla="*/ 65 h 186"/>
                  <a:gd name="T58" fmla="*/ 92 w 184"/>
                  <a:gd name="T59" fmla="*/ 50 h 186"/>
                  <a:gd name="T60" fmla="*/ 79 w 184"/>
                  <a:gd name="T61" fmla="*/ 37 h 186"/>
                  <a:gd name="T62" fmla="*/ 65 w 184"/>
                  <a:gd name="T63" fmla="*/ 25 h 186"/>
                  <a:gd name="T64" fmla="*/ 51 w 184"/>
                  <a:gd name="T65" fmla="*/ 15 h 186"/>
                  <a:gd name="T66" fmla="*/ 37 w 184"/>
                  <a:gd name="T67" fmla="*/ 6 h 186"/>
                  <a:gd name="T68" fmla="*/ 23 w 184"/>
                  <a:gd name="T69" fmla="*/ 0 h 186"/>
                  <a:gd name="T70" fmla="*/ 23 w 184"/>
                  <a:gd name="T71" fmla="*/ 11 h 186"/>
                  <a:gd name="T72" fmla="*/ 21 w 184"/>
                  <a:gd name="T73" fmla="*/ 0 h 186"/>
                  <a:gd name="T74" fmla="*/ 0 w 184"/>
                  <a:gd name="T75" fmla="*/ 3 h 186"/>
                  <a:gd name="T76" fmla="*/ 20 w 184"/>
                  <a:gd name="T77" fmla="*/ 11 h 186"/>
                  <a:gd name="T78" fmla="*/ 21 w 184"/>
                  <a:gd name="T79" fmla="*/ 0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4"/>
                  <a:gd name="T121" fmla="*/ 0 h 186"/>
                  <a:gd name="T122" fmla="*/ 184 w 184"/>
                  <a:gd name="T123" fmla="*/ 186 h 18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4" h="186">
                    <a:moveTo>
                      <a:pt x="21" y="0"/>
                    </a:moveTo>
                    <a:lnTo>
                      <a:pt x="20" y="11"/>
                    </a:lnTo>
                    <a:lnTo>
                      <a:pt x="32" y="16"/>
                    </a:lnTo>
                    <a:lnTo>
                      <a:pt x="45" y="25"/>
                    </a:lnTo>
                    <a:lnTo>
                      <a:pt x="57" y="34"/>
                    </a:lnTo>
                    <a:lnTo>
                      <a:pt x="72" y="46"/>
                    </a:lnTo>
                    <a:lnTo>
                      <a:pt x="84" y="59"/>
                    </a:lnTo>
                    <a:lnTo>
                      <a:pt x="97" y="73"/>
                    </a:lnTo>
                    <a:lnTo>
                      <a:pt x="108" y="86"/>
                    </a:lnTo>
                    <a:lnTo>
                      <a:pt x="120" y="102"/>
                    </a:lnTo>
                    <a:lnTo>
                      <a:pt x="131" y="117"/>
                    </a:lnTo>
                    <a:lnTo>
                      <a:pt x="141" y="130"/>
                    </a:lnTo>
                    <a:lnTo>
                      <a:pt x="151" y="144"/>
                    </a:lnTo>
                    <a:lnTo>
                      <a:pt x="158" y="156"/>
                    </a:lnTo>
                    <a:lnTo>
                      <a:pt x="164" y="167"/>
                    </a:lnTo>
                    <a:lnTo>
                      <a:pt x="170" y="176"/>
                    </a:lnTo>
                    <a:lnTo>
                      <a:pt x="174" y="182"/>
                    </a:lnTo>
                    <a:lnTo>
                      <a:pt x="175" y="186"/>
                    </a:lnTo>
                    <a:lnTo>
                      <a:pt x="184" y="181"/>
                    </a:lnTo>
                    <a:lnTo>
                      <a:pt x="183" y="177"/>
                    </a:lnTo>
                    <a:lnTo>
                      <a:pt x="180" y="169"/>
                    </a:lnTo>
                    <a:lnTo>
                      <a:pt x="174" y="161"/>
                    </a:lnTo>
                    <a:lnTo>
                      <a:pt x="168" y="149"/>
                    </a:lnTo>
                    <a:lnTo>
                      <a:pt x="159" y="137"/>
                    </a:lnTo>
                    <a:lnTo>
                      <a:pt x="149" y="124"/>
                    </a:lnTo>
                    <a:lnTo>
                      <a:pt x="140" y="109"/>
                    </a:lnTo>
                    <a:lnTo>
                      <a:pt x="129" y="94"/>
                    </a:lnTo>
                    <a:lnTo>
                      <a:pt x="118" y="79"/>
                    </a:lnTo>
                    <a:lnTo>
                      <a:pt x="105" y="65"/>
                    </a:lnTo>
                    <a:lnTo>
                      <a:pt x="92" y="50"/>
                    </a:lnTo>
                    <a:lnTo>
                      <a:pt x="79" y="37"/>
                    </a:lnTo>
                    <a:lnTo>
                      <a:pt x="65" y="25"/>
                    </a:lnTo>
                    <a:lnTo>
                      <a:pt x="51" y="15"/>
                    </a:lnTo>
                    <a:lnTo>
                      <a:pt x="37" y="6"/>
                    </a:lnTo>
                    <a:lnTo>
                      <a:pt x="23" y="0"/>
                    </a:lnTo>
                    <a:lnTo>
                      <a:pt x="23" y="11"/>
                    </a:lnTo>
                    <a:lnTo>
                      <a:pt x="21" y="0"/>
                    </a:lnTo>
                    <a:lnTo>
                      <a:pt x="0" y="3"/>
                    </a:lnTo>
                    <a:lnTo>
                      <a:pt x="20" y="1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2" name="Freeform 198"/>
              <p:cNvSpPr>
                <a:spLocks/>
              </p:cNvSpPr>
              <p:nvPr/>
            </p:nvSpPr>
            <p:spPr bwMode="auto">
              <a:xfrm flipH="1">
                <a:off x="311" y="1556"/>
                <a:ext cx="112" cy="89"/>
              </a:xfrm>
              <a:custGeom>
                <a:avLst/>
                <a:gdLst>
                  <a:gd name="T0" fmla="*/ 324 w 335"/>
                  <a:gd name="T1" fmla="*/ 0 h 269"/>
                  <a:gd name="T2" fmla="*/ 318 w 335"/>
                  <a:gd name="T3" fmla="*/ 26 h 269"/>
                  <a:gd name="T4" fmla="*/ 309 w 335"/>
                  <a:gd name="T5" fmla="*/ 52 h 269"/>
                  <a:gd name="T6" fmla="*/ 293 w 335"/>
                  <a:gd name="T7" fmla="*/ 77 h 269"/>
                  <a:gd name="T8" fmla="*/ 274 w 335"/>
                  <a:gd name="T9" fmla="*/ 99 h 269"/>
                  <a:gd name="T10" fmla="*/ 251 w 335"/>
                  <a:gd name="T11" fmla="*/ 122 h 269"/>
                  <a:gd name="T12" fmla="*/ 225 w 335"/>
                  <a:gd name="T13" fmla="*/ 143 h 269"/>
                  <a:gd name="T14" fmla="*/ 199 w 335"/>
                  <a:gd name="T15" fmla="*/ 162 h 269"/>
                  <a:gd name="T16" fmla="*/ 171 w 335"/>
                  <a:gd name="T17" fmla="*/ 181 h 269"/>
                  <a:gd name="T18" fmla="*/ 142 w 335"/>
                  <a:gd name="T19" fmla="*/ 197 h 269"/>
                  <a:gd name="T20" fmla="*/ 114 w 335"/>
                  <a:gd name="T21" fmla="*/ 211 h 269"/>
                  <a:gd name="T22" fmla="*/ 87 w 335"/>
                  <a:gd name="T23" fmla="*/ 225 h 269"/>
                  <a:gd name="T24" fmla="*/ 63 w 335"/>
                  <a:gd name="T25" fmla="*/ 235 h 269"/>
                  <a:gd name="T26" fmla="*/ 40 w 335"/>
                  <a:gd name="T27" fmla="*/ 244 h 269"/>
                  <a:gd name="T28" fmla="*/ 22 w 335"/>
                  <a:gd name="T29" fmla="*/ 251 h 269"/>
                  <a:gd name="T30" fmla="*/ 9 w 335"/>
                  <a:gd name="T31" fmla="*/ 255 h 269"/>
                  <a:gd name="T32" fmla="*/ 0 w 335"/>
                  <a:gd name="T33" fmla="*/ 258 h 269"/>
                  <a:gd name="T34" fmla="*/ 6 w 335"/>
                  <a:gd name="T35" fmla="*/ 268 h 269"/>
                  <a:gd name="T36" fmla="*/ 18 w 335"/>
                  <a:gd name="T37" fmla="*/ 264 h 269"/>
                  <a:gd name="T38" fmla="*/ 35 w 335"/>
                  <a:gd name="T39" fmla="*/ 259 h 269"/>
                  <a:gd name="T40" fmla="*/ 56 w 335"/>
                  <a:gd name="T41" fmla="*/ 251 h 269"/>
                  <a:gd name="T42" fmla="*/ 79 w 335"/>
                  <a:gd name="T43" fmla="*/ 241 h 269"/>
                  <a:gd name="T44" fmla="*/ 105 w 335"/>
                  <a:gd name="T45" fmla="*/ 229 h 269"/>
                  <a:gd name="T46" fmla="*/ 133 w 335"/>
                  <a:gd name="T47" fmla="*/ 215 h 269"/>
                  <a:gd name="T48" fmla="*/ 161 w 335"/>
                  <a:gd name="T49" fmla="*/ 200 h 269"/>
                  <a:gd name="T50" fmla="*/ 190 w 335"/>
                  <a:gd name="T51" fmla="*/ 182 h 269"/>
                  <a:gd name="T52" fmla="*/ 218 w 335"/>
                  <a:gd name="T53" fmla="*/ 162 h 269"/>
                  <a:gd name="T54" fmla="*/ 246 w 335"/>
                  <a:gd name="T55" fmla="*/ 142 h 269"/>
                  <a:gd name="T56" fmla="*/ 270 w 335"/>
                  <a:gd name="T57" fmla="*/ 119 h 269"/>
                  <a:gd name="T58" fmla="*/ 293 w 335"/>
                  <a:gd name="T59" fmla="*/ 96 h 269"/>
                  <a:gd name="T60" fmla="*/ 311 w 335"/>
                  <a:gd name="T61" fmla="*/ 70 h 269"/>
                  <a:gd name="T62" fmla="*/ 324 w 335"/>
                  <a:gd name="T63" fmla="*/ 44 h 269"/>
                  <a:gd name="T64" fmla="*/ 334 w 335"/>
                  <a:gd name="T65" fmla="*/ 15 h 269"/>
                  <a:gd name="T66" fmla="*/ 335 w 335"/>
                  <a:gd name="T67" fmla="*/ 1 h 26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5"/>
                  <a:gd name="T103" fmla="*/ 0 h 269"/>
                  <a:gd name="T104" fmla="*/ 335 w 335"/>
                  <a:gd name="T105" fmla="*/ 269 h 26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5" h="269">
                    <a:moveTo>
                      <a:pt x="324" y="0"/>
                    </a:moveTo>
                    <a:lnTo>
                      <a:pt x="324" y="0"/>
                    </a:lnTo>
                    <a:lnTo>
                      <a:pt x="322" y="13"/>
                    </a:lnTo>
                    <a:lnTo>
                      <a:pt x="318" y="26"/>
                    </a:lnTo>
                    <a:lnTo>
                      <a:pt x="314" y="39"/>
                    </a:lnTo>
                    <a:lnTo>
                      <a:pt x="309" y="52"/>
                    </a:lnTo>
                    <a:lnTo>
                      <a:pt x="301" y="64"/>
                    </a:lnTo>
                    <a:lnTo>
                      <a:pt x="293" y="77"/>
                    </a:lnTo>
                    <a:lnTo>
                      <a:pt x="283" y="88"/>
                    </a:lnTo>
                    <a:lnTo>
                      <a:pt x="274" y="99"/>
                    </a:lnTo>
                    <a:lnTo>
                      <a:pt x="263" y="111"/>
                    </a:lnTo>
                    <a:lnTo>
                      <a:pt x="251" y="122"/>
                    </a:lnTo>
                    <a:lnTo>
                      <a:pt x="239" y="133"/>
                    </a:lnTo>
                    <a:lnTo>
                      <a:pt x="225" y="143"/>
                    </a:lnTo>
                    <a:lnTo>
                      <a:pt x="212" y="153"/>
                    </a:lnTo>
                    <a:lnTo>
                      <a:pt x="199" y="162"/>
                    </a:lnTo>
                    <a:lnTo>
                      <a:pt x="184" y="172"/>
                    </a:lnTo>
                    <a:lnTo>
                      <a:pt x="171" y="181"/>
                    </a:lnTo>
                    <a:lnTo>
                      <a:pt x="156" y="190"/>
                    </a:lnTo>
                    <a:lnTo>
                      <a:pt x="142" y="197"/>
                    </a:lnTo>
                    <a:lnTo>
                      <a:pt x="128" y="205"/>
                    </a:lnTo>
                    <a:lnTo>
                      <a:pt x="114" y="211"/>
                    </a:lnTo>
                    <a:lnTo>
                      <a:pt x="101" y="219"/>
                    </a:lnTo>
                    <a:lnTo>
                      <a:pt x="87" y="225"/>
                    </a:lnTo>
                    <a:lnTo>
                      <a:pt x="75" y="230"/>
                    </a:lnTo>
                    <a:lnTo>
                      <a:pt x="63" y="235"/>
                    </a:lnTo>
                    <a:lnTo>
                      <a:pt x="51" y="240"/>
                    </a:lnTo>
                    <a:lnTo>
                      <a:pt x="40" y="244"/>
                    </a:lnTo>
                    <a:lnTo>
                      <a:pt x="30" y="248"/>
                    </a:lnTo>
                    <a:lnTo>
                      <a:pt x="22" y="251"/>
                    </a:lnTo>
                    <a:lnTo>
                      <a:pt x="15" y="254"/>
                    </a:lnTo>
                    <a:lnTo>
                      <a:pt x="9" y="255"/>
                    </a:lnTo>
                    <a:lnTo>
                      <a:pt x="2" y="258"/>
                    </a:lnTo>
                    <a:lnTo>
                      <a:pt x="0" y="258"/>
                    </a:lnTo>
                    <a:lnTo>
                      <a:pt x="2" y="269"/>
                    </a:lnTo>
                    <a:lnTo>
                      <a:pt x="6" y="268"/>
                    </a:lnTo>
                    <a:lnTo>
                      <a:pt x="11" y="267"/>
                    </a:lnTo>
                    <a:lnTo>
                      <a:pt x="18" y="264"/>
                    </a:lnTo>
                    <a:lnTo>
                      <a:pt x="25" y="261"/>
                    </a:lnTo>
                    <a:lnTo>
                      <a:pt x="35" y="259"/>
                    </a:lnTo>
                    <a:lnTo>
                      <a:pt x="45" y="255"/>
                    </a:lnTo>
                    <a:lnTo>
                      <a:pt x="56" y="251"/>
                    </a:lnTo>
                    <a:lnTo>
                      <a:pt x="67" y="246"/>
                    </a:lnTo>
                    <a:lnTo>
                      <a:pt x="79" y="241"/>
                    </a:lnTo>
                    <a:lnTo>
                      <a:pt x="92" y="235"/>
                    </a:lnTo>
                    <a:lnTo>
                      <a:pt x="105" y="229"/>
                    </a:lnTo>
                    <a:lnTo>
                      <a:pt x="119" y="223"/>
                    </a:lnTo>
                    <a:lnTo>
                      <a:pt x="133" y="215"/>
                    </a:lnTo>
                    <a:lnTo>
                      <a:pt x="148" y="207"/>
                    </a:lnTo>
                    <a:lnTo>
                      <a:pt x="161" y="200"/>
                    </a:lnTo>
                    <a:lnTo>
                      <a:pt x="176" y="191"/>
                    </a:lnTo>
                    <a:lnTo>
                      <a:pt x="190" y="182"/>
                    </a:lnTo>
                    <a:lnTo>
                      <a:pt x="205" y="173"/>
                    </a:lnTo>
                    <a:lnTo>
                      <a:pt x="218" y="162"/>
                    </a:lnTo>
                    <a:lnTo>
                      <a:pt x="232" y="152"/>
                    </a:lnTo>
                    <a:lnTo>
                      <a:pt x="246" y="142"/>
                    </a:lnTo>
                    <a:lnTo>
                      <a:pt x="258" y="131"/>
                    </a:lnTo>
                    <a:lnTo>
                      <a:pt x="270" y="119"/>
                    </a:lnTo>
                    <a:lnTo>
                      <a:pt x="282" y="108"/>
                    </a:lnTo>
                    <a:lnTo>
                      <a:pt x="293" y="96"/>
                    </a:lnTo>
                    <a:lnTo>
                      <a:pt x="301" y="83"/>
                    </a:lnTo>
                    <a:lnTo>
                      <a:pt x="311" y="70"/>
                    </a:lnTo>
                    <a:lnTo>
                      <a:pt x="318" y="58"/>
                    </a:lnTo>
                    <a:lnTo>
                      <a:pt x="324" y="44"/>
                    </a:lnTo>
                    <a:lnTo>
                      <a:pt x="329" y="30"/>
                    </a:lnTo>
                    <a:lnTo>
                      <a:pt x="334" y="15"/>
                    </a:lnTo>
                    <a:lnTo>
                      <a:pt x="335" y="1"/>
                    </a:lnTo>
                    <a:lnTo>
                      <a:pt x="3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3" name="Freeform 199"/>
              <p:cNvSpPr>
                <a:spLocks/>
              </p:cNvSpPr>
              <p:nvPr/>
            </p:nvSpPr>
            <p:spPr bwMode="auto">
              <a:xfrm flipH="1">
                <a:off x="311" y="1485"/>
                <a:ext cx="4" cy="71"/>
              </a:xfrm>
              <a:custGeom>
                <a:avLst/>
                <a:gdLst>
                  <a:gd name="T0" fmla="*/ 1 w 14"/>
                  <a:gd name="T1" fmla="*/ 1 h 213"/>
                  <a:gd name="T2" fmla="*/ 1 w 14"/>
                  <a:gd name="T3" fmla="*/ 0 h 213"/>
                  <a:gd name="T4" fmla="*/ 0 w 14"/>
                  <a:gd name="T5" fmla="*/ 12 h 213"/>
                  <a:gd name="T6" fmla="*/ 0 w 14"/>
                  <a:gd name="T7" fmla="*/ 25 h 213"/>
                  <a:gd name="T8" fmla="*/ 0 w 14"/>
                  <a:gd name="T9" fmla="*/ 37 h 213"/>
                  <a:gd name="T10" fmla="*/ 0 w 14"/>
                  <a:gd name="T11" fmla="*/ 51 h 213"/>
                  <a:gd name="T12" fmla="*/ 0 w 14"/>
                  <a:gd name="T13" fmla="*/ 65 h 213"/>
                  <a:gd name="T14" fmla="*/ 0 w 14"/>
                  <a:gd name="T15" fmla="*/ 79 h 213"/>
                  <a:gd name="T16" fmla="*/ 0 w 14"/>
                  <a:gd name="T17" fmla="*/ 94 h 213"/>
                  <a:gd name="T18" fmla="*/ 1 w 14"/>
                  <a:gd name="T19" fmla="*/ 108 h 213"/>
                  <a:gd name="T20" fmla="*/ 1 w 14"/>
                  <a:gd name="T21" fmla="*/ 122 h 213"/>
                  <a:gd name="T22" fmla="*/ 1 w 14"/>
                  <a:gd name="T23" fmla="*/ 137 h 213"/>
                  <a:gd name="T24" fmla="*/ 1 w 14"/>
                  <a:gd name="T25" fmla="*/ 150 h 213"/>
                  <a:gd name="T26" fmla="*/ 1 w 14"/>
                  <a:gd name="T27" fmla="*/ 163 h 213"/>
                  <a:gd name="T28" fmla="*/ 1 w 14"/>
                  <a:gd name="T29" fmla="*/ 177 h 213"/>
                  <a:gd name="T30" fmla="*/ 1 w 14"/>
                  <a:gd name="T31" fmla="*/ 189 h 213"/>
                  <a:gd name="T32" fmla="*/ 1 w 14"/>
                  <a:gd name="T33" fmla="*/ 201 h 213"/>
                  <a:gd name="T34" fmla="*/ 1 w 14"/>
                  <a:gd name="T35" fmla="*/ 212 h 213"/>
                  <a:gd name="T36" fmla="*/ 12 w 14"/>
                  <a:gd name="T37" fmla="*/ 213 h 213"/>
                  <a:gd name="T38" fmla="*/ 14 w 14"/>
                  <a:gd name="T39" fmla="*/ 201 h 213"/>
                  <a:gd name="T40" fmla="*/ 14 w 14"/>
                  <a:gd name="T41" fmla="*/ 189 h 213"/>
                  <a:gd name="T42" fmla="*/ 14 w 14"/>
                  <a:gd name="T43" fmla="*/ 177 h 213"/>
                  <a:gd name="T44" fmla="*/ 14 w 14"/>
                  <a:gd name="T45" fmla="*/ 163 h 213"/>
                  <a:gd name="T46" fmla="*/ 14 w 14"/>
                  <a:gd name="T47" fmla="*/ 150 h 213"/>
                  <a:gd name="T48" fmla="*/ 14 w 14"/>
                  <a:gd name="T49" fmla="*/ 137 h 213"/>
                  <a:gd name="T50" fmla="*/ 14 w 14"/>
                  <a:gd name="T51" fmla="*/ 122 h 213"/>
                  <a:gd name="T52" fmla="*/ 12 w 14"/>
                  <a:gd name="T53" fmla="*/ 108 h 213"/>
                  <a:gd name="T54" fmla="*/ 12 w 14"/>
                  <a:gd name="T55" fmla="*/ 94 h 213"/>
                  <a:gd name="T56" fmla="*/ 12 w 14"/>
                  <a:gd name="T57" fmla="*/ 79 h 213"/>
                  <a:gd name="T58" fmla="*/ 12 w 14"/>
                  <a:gd name="T59" fmla="*/ 65 h 213"/>
                  <a:gd name="T60" fmla="*/ 12 w 14"/>
                  <a:gd name="T61" fmla="*/ 51 h 213"/>
                  <a:gd name="T62" fmla="*/ 12 w 14"/>
                  <a:gd name="T63" fmla="*/ 37 h 213"/>
                  <a:gd name="T64" fmla="*/ 12 w 14"/>
                  <a:gd name="T65" fmla="*/ 25 h 213"/>
                  <a:gd name="T66" fmla="*/ 12 w 14"/>
                  <a:gd name="T67" fmla="*/ 12 h 213"/>
                  <a:gd name="T68" fmla="*/ 12 w 14"/>
                  <a:gd name="T69" fmla="*/ 1 h 213"/>
                  <a:gd name="T70" fmla="*/ 12 w 14"/>
                  <a:gd name="T71" fmla="*/ 1 h 213"/>
                  <a:gd name="T72" fmla="*/ 1 w 14"/>
                  <a:gd name="T73" fmla="*/ 1 h 21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213"/>
                  <a:gd name="T113" fmla="*/ 14 w 14"/>
                  <a:gd name="T114" fmla="*/ 213 h 21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213">
                    <a:moveTo>
                      <a:pt x="1" y="1"/>
                    </a:moveTo>
                    <a:lnTo>
                      <a:pt x="1" y="0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0" y="51"/>
                    </a:lnTo>
                    <a:lnTo>
                      <a:pt x="0" y="65"/>
                    </a:lnTo>
                    <a:lnTo>
                      <a:pt x="0" y="79"/>
                    </a:lnTo>
                    <a:lnTo>
                      <a:pt x="0" y="94"/>
                    </a:lnTo>
                    <a:lnTo>
                      <a:pt x="1" y="108"/>
                    </a:lnTo>
                    <a:lnTo>
                      <a:pt x="1" y="122"/>
                    </a:lnTo>
                    <a:lnTo>
                      <a:pt x="1" y="137"/>
                    </a:lnTo>
                    <a:lnTo>
                      <a:pt x="1" y="150"/>
                    </a:lnTo>
                    <a:lnTo>
                      <a:pt x="1" y="163"/>
                    </a:lnTo>
                    <a:lnTo>
                      <a:pt x="1" y="177"/>
                    </a:lnTo>
                    <a:lnTo>
                      <a:pt x="1" y="189"/>
                    </a:lnTo>
                    <a:lnTo>
                      <a:pt x="1" y="201"/>
                    </a:lnTo>
                    <a:lnTo>
                      <a:pt x="1" y="212"/>
                    </a:lnTo>
                    <a:lnTo>
                      <a:pt x="12" y="213"/>
                    </a:lnTo>
                    <a:lnTo>
                      <a:pt x="14" y="201"/>
                    </a:lnTo>
                    <a:lnTo>
                      <a:pt x="14" y="189"/>
                    </a:lnTo>
                    <a:lnTo>
                      <a:pt x="14" y="177"/>
                    </a:lnTo>
                    <a:lnTo>
                      <a:pt x="14" y="163"/>
                    </a:lnTo>
                    <a:lnTo>
                      <a:pt x="14" y="150"/>
                    </a:lnTo>
                    <a:lnTo>
                      <a:pt x="14" y="137"/>
                    </a:lnTo>
                    <a:lnTo>
                      <a:pt x="14" y="122"/>
                    </a:lnTo>
                    <a:lnTo>
                      <a:pt x="12" y="108"/>
                    </a:lnTo>
                    <a:lnTo>
                      <a:pt x="12" y="94"/>
                    </a:lnTo>
                    <a:lnTo>
                      <a:pt x="12" y="79"/>
                    </a:lnTo>
                    <a:lnTo>
                      <a:pt x="12" y="65"/>
                    </a:lnTo>
                    <a:lnTo>
                      <a:pt x="12" y="51"/>
                    </a:lnTo>
                    <a:lnTo>
                      <a:pt x="12" y="37"/>
                    </a:lnTo>
                    <a:lnTo>
                      <a:pt x="12" y="25"/>
                    </a:lnTo>
                    <a:lnTo>
                      <a:pt x="12" y="12"/>
                    </a:lnTo>
                    <a:lnTo>
                      <a:pt x="1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4" name="Freeform 200"/>
              <p:cNvSpPr>
                <a:spLocks/>
              </p:cNvSpPr>
              <p:nvPr/>
            </p:nvSpPr>
            <p:spPr bwMode="auto">
              <a:xfrm flipH="1">
                <a:off x="311" y="1391"/>
                <a:ext cx="70" cy="94"/>
              </a:xfrm>
              <a:custGeom>
                <a:avLst/>
                <a:gdLst>
                  <a:gd name="T0" fmla="*/ 22 w 211"/>
                  <a:gd name="T1" fmla="*/ 11 h 283"/>
                  <a:gd name="T2" fmla="*/ 33 w 211"/>
                  <a:gd name="T3" fmla="*/ 15 h 283"/>
                  <a:gd name="T4" fmla="*/ 45 w 211"/>
                  <a:gd name="T5" fmla="*/ 21 h 283"/>
                  <a:gd name="T6" fmla="*/ 58 w 211"/>
                  <a:gd name="T7" fmla="*/ 28 h 283"/>
                  <a:gd name="T8" fmla="*/ 73 w 211"/>
                  <a:gd name="T9" fmla="*/ 36 h 283"/>
                  <a:gd name="T10" fmla="*/ 88 w 211"/>
                  <a:gd name="T11" fmla="*/ 47 h 283"/>
                  <a:gd name="T12" fmla="*/ 103 w 211"/>
                  <a:gd name="T13" fmla="*/ 59 h 283"/>
                  <a:gd name="T14" fmla="*/ 117 w 211"/>
                  <a:gd name="T15" fmla="*/ 73 h 283"/>
                  <a:gd name="T16" fmla="*/ 133 w 211"/>
                  <a:gd name="T17" fmla="*/ 88 h 283"/>
                  <a:gd name="T18" fmla="*/ 146 w 211"/>
                  <a:gd name="T19" fmla="*/ 106 h 283"/>
                  <a:gd name="T20" fmla="*/ 160 w 211"/>
                  <a:gd name="T21" fmla="*/ 124 h 283"/>
                  <a:gd name="T22" fmla="*/ 171 w 211"/>
                  <a:gd name="T23" fmla="*/ 146 h 283"/>
                  <a:gd name="T24" fmla="*/ 180 w 211"/>
                  <a:gd name="T25" fmla="*/ 170 h 283"/>
                  <a:gd name="T26" fmla="*/ 189 w 211"/>
                  <a:gd name="T27" fmla="*/ 195 h 283"/>
                  <a:gd name="T28" fmla="*/ 195 w 211"/>
                  <a:gd name="T29" fmla="*/ 221 h 283"/>
                  <a:gd name="T30" fmla="*/ 197 w 211"/>
                  <a:gd name="T31" fmla="*/ 251 h 283"/>
                  <a:gd name="T32" fmla="*/ 198 w 211"/>
                  <a:gd name="T33" fmla="*/ 283 h 283"/>
                  <a:gd name="T34" fmla="*/ 211 w 211"/>
                  <a:gd name="T35" fmla="*/ 266 h 283"/>
                  <a:gd name="T36" fmla="*/ 208 w 211"/>
                  <a:gd name="T37" fmla="*/ 234 h 283"/>
                  <a:gd name="T38" fmla="*/ 203 w 211"/>
                  <a:gd name="T39" fmla="*/ 205 h 283"/>
                  <a:gd name="T40" fmla="*/ 196 w 211"/>
                  <a:gd name="T41" fmla="*/ 177 h 283"/>
                  <a:gd name="T42" fmla="*/ 186 w 211"/>
                  <a:gd name="T43" fmla="*/ 152 h 283"/>
                  <a:gd name="T44" fmla="*/ 175 w 211"/>
                  <a:gd name="T45" fmla="*/ 129 h 283"/>
                  <a:gd name="T46" fmla="*/ 162 w 211"/>
                  <a:gd name="T47" fmla="*/ 108 h 283"/>
                  <a:gd name="T48" fmla="*/ 149 w 211"/>
                  <a:gd name="T49" fmla="*/ 89 h 283"/>
                  <a:gd name="T50" fmla="*/ 133 w 211"/>
                  <a:gd name="T51" fmla="*/ 72 h 283"/>
                  <a:gd name="T52" fmla="*/ 117 w 211"/>
                  <a:gd name="T53" fmla="*/ 57 h 283"/>
                  <a:gd name="T54" fmla="*/ 102 w 211"/>
                  <a:gd name="T55" fmla="*/ 43 h 283"/>
                  <a:gd name="T56" fmla="*/ 87 w 211"/>
                  <a:gd name="T57" fmla="*/ 31 h 283"/>
                  <a:gd name="T58" fmla="*/ 71 w 211"/>
                  <a:gd name="T59" fmla="*/ 21 h 283"/>
                  <a:gd name="T60" fmla="*/ 57 w 211"/>
                  <a:gd name="T61" fmla="*/ 14 h 283"/>
                  <a:gd name="T62" fmla="*/ 42 w 211"/>
                  <a:gd name="T63" fmla="*/ 8 h 283"/>
                  <a:gd name="T64" fmla="*/ 30 w 211"/>
                  <a:gd name="T65" fmla="*/ 3 h 283"/>
                  <a:gd name="T66" fmla="*/ 24 w 211"/>
                  <a:gd name="T67" fmla="*/ 11 h 283"/>
                  <a:gd name="T68" fmla="*/ 0 w 211"/>
                  <a:gd name="T69" fmla="*/ 5 h 283"/>
                  <a:gd name="T70" fmla="*/ 23 w 211"/>
                  <a:gd name="T71" fmla="*/ 0 h 28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11"/>
                  <a:gd name="T109" fmla="*/ 0 h 283"/>
                  <a:gd name="T110" fmla="*/ 211 w 211"/>
                  <a:gd name="T111" fmla="*/ 283 h 28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11" h="283">
                    <a:moveTo>
                      <a:pt x="23" y="0"/>
                    </a:moveTo>
                    <a:lnTo>
                      <a:pt x="22" y="11"/>
                    </a:lnTo>
                    <a:lnTo>
                      <a:pt x="27" y="13"/>
                    </a:lnTo>
                    <a:lnTo>
                      <a:pt x="33" y="15"/>
                    </a:lnTo>
                    <a:lnTo>
                      <a:pt x="39" y="18"/>
                    </a:lnTo>
                    <a:lnTo>
                      <a:pt x="45" y="21"/>
                    </a:lnTo>
                    <a:lnTo>
                      <a:pt x="52" y="24"/>
                    </a:lnTo>
                    <a:lnTo>
                      <a:pt x="58" y="28"/>
                    </a:lnTo>
                    <a:lnTo>
                      <a:pt x="65" y="31"/>
                    </a:lnTo>
                    <a:lnTo>
                      <a:pt x="73" y="36"/>
                    </a:lnTo>
                    <a:lnTo>
                      <a:pt x="80" y="41"/>
                    </a:lnTo>
                    <a:lnTo>
                      <a:pt x="88" y="47"/>
                    </a:lnTo>
                    <a:lnTo>
                      <a:pt x="96" y="53"/>
                    </a:lnTo>
                    <a:lnTo>
                      <a:pt x="103" y="59"/>
                    </a:lnTo>
                    <a:lnTo>
                      <a:pt x="110" y="65"/>
                    </a:lnTo>
                    <a:lnTo>
                      <a:pt x="117" y="73"/>
                    </a:lnTo>
                    <a:lnTo>
                      <a:pt x="126" y="80"/>
                    </a:lnTo>
                    <a:lnTo>
                      <a:pt x="133" y="88"/>
                    </a:lnTo>
                    <a:lnTo>
                      <a:pt x="139" y="97"/>
                    </a:lnTo>
                    <a:lnTo>
                      <a:pt x="146" y="106"/>
                    </a:lnTo>
                    <a:lnTo>
                      <a:pt x="154" y="114"/>
                    </a:lnTo>
                    <a:lnTo>
                      <a:pt x="160" y="124"/>
                    </a:lnTo>
                    <a:lnTo>
                      <a:pt x="166" y="136"/>
                    </a:lnTo>
                    <a:lnTo>
                      <a:pt x="171" y="146"/>
                    </a:lnTo>
                    <a:lnTo>
                      <a:pt x="175" y="157"/>
                    </a:lnTo>
                    <a:lnTo>
                      <a:pt x="180" y="170"/>
                    </a:lnTo>
                    <a:lnTo>
                      <a:pt x="185" y="182"/>
                    </a:lnTo>
                    <a:lnTo>
                      <a:pt x="189" y="195"/>
                    </a:lnTo>
                    <a:lnTo>
                      <a:pt x="192" y="207"/>
                    </a:lnTo>
                    <a:lnTo>
                      <a:pt x="195" y="221"/>
                    </a:lnTo>
                    <a:lnTo>
                      <a:pt x="196" y="236"/>
                    </a:lnTo>
                    <a:lnTo>
                      <a:pt x="197" y="251"/>
                    </a:lnTo>
                    <a:lnTo>
                      <a:pt x="198" y="266"/>
                    </a:lnTo>
                    <a:lnTo>
                      <a:pt x="198" y="283"/>
                    </a:lnTo>
                    <a:lnTo>
                      <a:pt x="209" y="283"/>
                    </a:lnTo>
                    <a:lnTo>
                      <a:pt x="211" y="266"/>
                    </a:lnTo>
                    <a:lnTo>
                      <a:pt x="209" y="250"/>
                    </a:lnTo>
                    <a:lnTo>
                      <a:pt x="208" y="234"/>
                    </a:lnTo>
                    <a:lnTo>
                      <a:pt x="206" y="220"/>
                    </a:lnTo>
                    <a:lnTo>
                      <a:pt x="203" y="205"/>
                    </a:lnTo>
                    <a:lnTo>
                      <a:pt x="200" y="191"/>
                    </a:lnTo>
                    <a:lnTo>
                      <a:pt x="196" y="177"/>
                    </a:lnTo>
                    <a:lnTo>
                      <a:pt x="191" y="165"/>
                    </a:lnTo>
                    <a:lnTo>
                      <a:pt x="186" y="152"/>
                    </a:lnTo>
                    <a:lnTo>
                      <a:pt x="180" y="141"/>
                    </a:lnTo>
                    <a:lnTo>
                      <a:pt x="175" y="129"/>
                    </a:lnTo>
                    <a:lnTo>
                      <a:pt x="169" y="118"/>
                    </a:lnTo>
                    <a:lnTo>
                      <a:pt x="162" y="108"/>
                    </a:lnTo>
                    <a:lnTo>
                      <a:pt x="155" y="98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33" y="72"/>
                    </a:lnTo>
                    <a:lnTo>
                      <a:pt x="126" y="64"/>
                    </a:lnTo>
                    <a:lnTo>
                      <a:pt x="117" y="57"/>
                    </a:lnTo>
                    <a:lnTo>
                      <a:pt x="110" y="49"/>
                    </a:lnTo>
                    <a:lnTo>
                      <a:pt x="102" y="43"/>
                    </a:lnTo>
                    <a:lnTo>
                      <a:pt x="94" y="38"/>
                    </a:lnTo>
                    <a:lnTo>
                      <a:pt x="87" y="31"/>
                    </a:lnTo>
                    <a:lnTo>
                      <a:pt x="79" y="26"/>
                    </a:lnTo>
                    <a:lnTo>
                      <a:pt x="71" y="21"/>
                    </a:lnTo>
                    <a:lnTo>
                      <a:pt x="64" y="18"/>
                    </a:lnTo>
                    <a:lnTo>
                      <a:pt x="57" y="14"/>
                    </a:lnTo>
                    <a:lnTo>
                      <a:pt x="50" y="10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3"/>
                    </a:lnTo>
                    <a:lnTo>
                      <a:pt x="25" y="0"/>
                    </a:lnTo>
                    <a:lnTo>
                      <a:pt x="24" y="11"/>
                    </a:lnTo>
                    <a:lnTo>
                      <a:pt x="23" y="0"/>
                    </a:lnTo>
                    <a:lnTo>
                      <a:pt x="0" y="5"/>
                    </a:lnTo>
                    <a:lnTo>
                      <a:pt x="22" y="1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5" name="Freeform 201"/>
              <p:cNvSpPr>
                <a:spLocks/>
              </p:cNvSpPr>
              <p:nvPr/>
            </p:nvSpPr>
            <p:spPr bwMode="auto">
              <a:xfrm flipH="1">
                <a:off x="340" y="1378"/>
                <a:ext cx="33" cy="17"/>
              </a:xfrm>
              <a:custGeom>
                <a:avLst/>
                <a:gdLst>
                  <a:gd name="T0" fmla="*/ 93 w 99"/>
                  <a:gd name="T1" fmla="*/ 0 h 51"/>
                  <a:gd name="T2" fmla="*/ 92 w 99"/>
                  <a:gd name="T3" fmla="*/ 1 h 51"/>
                  <a:gd name="T4" fmla="*/ 87 w 99"/>
                  <a:gd name="T5" fmla="*/ 5 h 51"/>
                  <a:gd name="T6" fmla="*/ 81 w 99"/>
                  <a:gd name="T7" fmla="*/ 9 h 51"/>
                  <a:gd name="T8" fmla="*/ 76 w 99"/>
                  <a:gd name="T9" fmla="*/ 12 h 51"/>
                  <a:gd name="T10" fmla="*/ 70 w 99"/>
                  <a:gd name="T11" fmla="*/ 16 h 51"/>
                  <a:gd name="T12" fmla="*/ 64 w 99"/>
                  <a:gd name="T13" fmla="*/ 19 h 51"/>
                  <a:gd name="T14" fmla="*/ 59 w 99"/>
                  <a:gd name="T15" fmla="*/ 21 h 51"/>
                  <a:gd name="T16" fmla="*/ 54 w 99"/>
                  <a:gd name="T17" fmla="*/ 24 h 51"/>
                  <a:gd name="T18" fmla="*/ 48 w 99"/>
                  <a:gd name="T19" fmla="*/ 26 h 51"/>
                  <a:gd name="T20" fmla="*/ 42 w 99"/>
                  <a:gd name="T21" fmla="*/ 29 h 51"/>
                  <a:gd name="T22" fmla="*/ 36 w 99"/>
                  <a:gd name="T23" fmla="*/ 31 h 51"/>
                  <a:gd name="T24" fmla="*/ 30 w 99"/>
                  <a:gd name="T25" fmla="*/ 32 h 51"/>
                  <a:gd name="T26" fmla="*/ 24 w 99"/>
                  <a:gd name="T27" fmla="*/ 34 h 51"/>
                  <a:gd name="T28" fmla="*/ 18 w 99"/>
                  <a:gd name="T29" fmla="*/ 36 h 51"/>
                  <a:gd name="T30" fmla="*/ 12 w 99"/>
                  <a:gd name="T31" fmla="*/ 38 h 51"/>
                  <a:gd name="T32" fmla="*/ 6 w 99"/>
                  <a:gd name="T33" fmla="*/ 39 h 51"/>
                  <a:gd name="T34" fmla="*/ 0 w 99"/>
                  <a:gd name="T35" fmla="*/ 40 h 51"/>
                  <a:gd name="T36" fmla="*/ 1 w 99"/>
                  <a:gd name="T37" fmla="*/ 51 h 51"/>
                  <a:gd name="T38" fmla="*/ 8 w 99"/>
                  <a:gd name="T39" fmla="*/ 50 h 51"/>
                  <a:gd name="T40" fmla="*/ 14 w 99"/>
                  <a:gd name="T41" fmla="*/ 49 h 51"/>
                  <a:gd name="T42" fmla="*/ 22 w 99"/>
                  <a:gd name="T43" fmla="*/ 48 h 51"/>
                  <a:gd name="T44" fmla="*/ 28 w 99"/>
                  <a:gd name="T45" fmla="*/ 46 h 51"/>
                  <a:gd name="T46" fmla="*/ 34 w 99"/>
                  <a:gd name="T47" fmla="*/ 44 h 51"/>
                  <a:gd name="T48" fmla="*/ 40 w 99"/>
                  <a:gd name="T49" fmla="*/ 41 h 51"/>
                  <a:gd name="T50" fmla="*/ 46 w 99"/>
                  <a:gd name="T51" fmla="*/ 40 h 51"/>
                  <a:gd name="T52" fmla="*/ 52 w 99"/>
                  <a:gd name="T53" fmla="*/ 38 h 51"/>
                  <a:gd name="T54" fmla="*/ 58 w 99"/>
                  <a:gd name="T55" fmla="*/ 35 h 51"/>
                  <a:gd name="T56" fmla="*/ 64 w 99"/>
                  <a:gd name="T57" fmla="*/ 32 h 51"/>
                  <a:gd name="T58" fmla="*/ 70 w 99"/>
                  <a:gd name="T59" fmla="*/ 29 h 51"/>
                  <a:gd name="T60" fmla="*/ 76 w 99"/>
                  <a:gd name="T61" fmla="*/ 26 h 51"/>
                  <a:gd name="T62" fmla="*/ 81 w 99"/>
                  <a:gd name="T63" fmla="*/ 22 h 51"/>
                  <a:gd name="T64" fmla="*/ 87 w 99"/>
                  <a:gd name="T65" fmla="*/ 19 h 51"/>
                  <a:gd name="T66" fmla="*/ 93 w 99"/>
                  <a:gd name="T67" fmla="*/ 14 h 51"/>
                  <a:gd name="T68" fmla="*/ 99 w 99"/>
                  <a:gd name="T69" fmla="*/ 10 h 51"/>
                  <a:gd name="T70" fmla="*/ 98 w 99"/>
                  <a:gd name="T71" fmla="*/ 10 h 51"/>
                  <a:gd name="T72" fmla="*/ 93 w 99"/>
                  <a:gd name="T73" fmla="*/ 0 h 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9"/>
                  <a:gd name="T112" fmla="*/ 0 h 51"/>
                  <a:gd name="T113" fmla="*/ 99 w 99"/>
                  <a:gd name="T114" fmla="*/ 51 h 5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9" h="51">
                    <a:moveTo>
                      <a:pt x="93" y="0"/>
                    </a:moveTo>
                    <a:lnTo>
                      <a:pt x="92" y="1"/>
                    </a:lnTo>
                    <a:lnTo>
                      <a:pt x="87" y="5"/>
                    </a:lnTo>
                    <a:lnTo>
                      <a:pt x="81" y="9"/>
                    </a:lnTo>
                    <a:lnTo>
                      <a:pt x="76" y="12"/>
                    </a:lnTo>
                    <a:lnTo>
                      <a:pt x="70" y="16"/>
                    </a:lnTo>
                    <a:lnTo>
                      <a:pt x="64" y="19"/>
                    </a:lnTo>
                    <a:lnTo>
                      <a:pt x="59" y="21"/>
                    </a:lnTo>
                    <a:lnTo>
                      <a:pt x="54" y="24"/>
                    </a:lnTo>
                    <a:lnTo>
                      <a:pt x="48" y="26"/>
                    </a:lnTo>
                    <a:lnTo>
                      <a:pt x="42" y="29"/>
                    </a:lnTo>
                    <a:lnTo>
                      <a:pt x="36" y="31"/>
                    </a:lnTo>
                    <a:lnTo>
                      <a:pt x="30" y="32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2" y="38"/>
                    </a:lnTo>
                    <a:lnTo>
                      <a:pt x="6" y="39"/>
                    </a:lnTo>
                    <a:lnTo>
                      <a:pt x="0" y="40"/>
                    </a:lnTo>
                    <a:lnTo>
                      <a:pt x="1" y="51"/>
                    </a:lnTo>
                    <a:lnTo>
                      <a:pt x="8" y="50"/>
                    </a:lnTo>
                    <a:lnTo>
                      <a:pt x="14" y="49"/>
                    </a:lnTo>
                    <a:lnTo>
                      <a:pt x="22" y="48"/>
                    </a:lnTo>
                    <a:lnTo>
                      <a:pt x="28" y="46"/>
                    </a:lnTo>
                    <a:lnTo>
                      <a:pt x="34" y="44"/>
                    </a:lnTo>
                    <a:lnTo>
                      <a:pt x="40" y="41"/>
                    </a:lnTo>
                    <a:lnTo>
                      <a:pt x="46" y="40"/>
                    </a:lnTo>
                    <a:lnTo>
                      <a:pt x="52" y="38"/>
                    </a:lnTo>
                    <a:lnTo>
                      <a:pt x="58" y="35"/>
                    </a:lnTo>
                    <a:lnTo>
                      <a:pt x="64" y="32"/>
                    </a:lnTo>
                    <a:lnTo>
                      <a:pt x="70" y="29"/>
                    </a:lnTo>
                    <a:lnTo>
                      <a:pt x="76" y="26"/>
                    </a:lnTo>
                    <a:lnTo>
                      <a:pt x="81" y="22"/>
                    </a:lnTo>
                    <a:lnTo>
                      <a:pt x="87" y="19"/>
                    </a:lnTo>
                    <a:lnTo>
                      <a:pt x="93" y="14"/>
                    </a:lnTo>
                    <a:lnTo>
                      <a:pt x="99" y="10"/>
                    </a:lnTo>
                    <a:lnTo>
                      <a:pt x="98" y="10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6" name="Freeform 202"/>
              <p:cNvSpPr>
                <a:spLocks/>
              </p:cNvSpPr>
              <p:nvPr/>
            </p:nvSpPr>
            <p:spPr bwMode="auto">
              <a:xfrm flipH="1">
                <a:off x="310" y="1325"/>
                <a:ext cx="32" cy="56"/>
              </a:xfrm>
              <a:custGeom>
                <a:avLst/>
                <a:gdLst>
                  <a:gd name="T0" fmla="*/ 70 w 96"/>
                  <a:gd name="T1" fmla="*/ 5 h 169"/>
                  <a:gd name="T2" fmla="*/ 70 w 96"/>
                  <a:gd name="T3" fmla="*/ 7 h 169"/>
                  <a:gd name="T4" fmla="*/ 78 w 96"/>
                  <a:gd name="T5" fmla="*/ 24 h 169"/>
                  <a:gd name="T6" fmla="*/ 82 w 96"/>
                  <a:gd name="T7" fmla="*/ 42 h 169"/>
                  <a:gd name="T8" fmla="*/ 84 w 96"/>
                  <a:gd name="T9" fmla="*/ 57 h 169"/>
                  <a:gd name="T10" fmla="*/ 82 w 96"/>
                  <a:gd name="T11" fmla="*/ 72 h 169"/>
                  <a:gd name="T12" fmla="*/ 79 w 96"/>
                  <a:gd name="T13" fmla="*/ 85 h 169"/>
                  <a:gd name="T14" fmla="*/ 73 w 96"/>
                  <a:gd name="T15" fmla="*/ 97 h 169"/>
                  <a:gd name="T16" fmla="*/ 67 w 96"/>
                  <a:gd name="T17" fmla="*/ 109 h 169"/>
                  <a:gd name="T18" fmla="*/ 58 w 96"/>
                  <a:gd name="T19" fmla="*/ 119 h 169"/>
                  <a:gd name="T20" fmla="*/ 49 w 96"/>
                  <a:gd name="T21" fmla="*/ 127 h 169"/>
                  <a:gd name="T22" fmla="*/ 40 w 96"/>
                  <a:gd name="T23" fmla="*/ 135 h 169"/>
                  <a:gd name="T24" fmla="*/ 30 w 96"/>
                  <a:gd name="T25" fmla="*/ 141 h 169"/>
                  <a:gd name="T26" fmla="*/ 22 w 96"/>
                  <a:gd name="T27" fmla="*/ 147 h 169"/>
                  <a:gd name="T28" fmla="*/ 13 w 96"/>
                  <a:gd name="T29" fmla="*/ 153 h 169"/>
                  <a:gd name="T30" fmla="*/ 7 w 96"/>
                  <a:gd name="T31" fmla="*/ 156 h 169"/>
                  <a:gd name="T32" fmla="*/ 3 w 96"/>
                  <a:gd name="T33" fmla="*/ 158 h 169"/>
                  <a:gd name="T34" fmla="*/ 0 w 96"/>
                  <a:gd name="T35" fmla="*/ 159 h 169"/>
                  <a:gd name="T36" fmla="*/ 5 w 96"/>
                  <a:gd name="T37" fmla="*/ 169 h 169"/>
                  <a:gd name="T38" fmla="*/ 7 w 96"/>
                  <a:gd name="T39" fmla="*/ 169 h 169"/>
                  <a:gd name="T40" fmla="*/ 12 w 96"/>
                  <a:gd name="T41" fmla="*/ 166 h 169"/>
                  <a:gd name="T42" fmla="*/ 20 w 96"/>
                  <a:gd name="T43" fmla="*/ 163 h 169"/>
                  <a:gd name="T44" fmla="*/ 27 w 96"/>
                  <a:gd name="T45" fmla="*/ 158 h 169"/>
                  <a:gd name="T46" fmla="*/ 36 w 96"/>
                  <a:gd name="T47" fmla="*/ 151 h 169"/>
                  <a:gd name="T48" fmla="*/ 46 w 96"/>
                  <a:gd name="T49" fmla="*/ 145 h 169"/>
                  <a:gd name="T50" fmla="*/ 56 w 96"/>
                  <a:gd name="T51" fmla="*/ 136 h 169"/>
                  <a:gd name="T52" fmla="*/ 66 w 96"/>
                  <a:gd name="T53" fmla="*/ 126 h 169"/>
                  <a:gd name="T54" fmla="*/ 75 w 96"/>
                  <a:gd name="T55" fmla="*/ 115 h 169"/>
                  <a:gd name="T56" fmla="*/ 82 w 96"/>
                  <a:gd name="T57" fmla="*/ 103 h 169"/>
                  <a:gd name="T58" fmla="*/ 90 w 96"/>
                  <a:gd name="T59" fmla="*/ 90 h 169"/>
                  <a:gd name="T60" fmla="*/ 95 w 96"/>
                  <a:gd name="T61" fmla="*/ 75 h 169"/>
                  <a:gd name="T62" fmla="*/ 96 w 96"/>
                  <a:gd name="T63" fmla="*/ 57 h 169"/>
                  <a:gd name="T64" fmla="*/ 95 w 96"/>
                  <a:gd name="T65" fmla="*/ 39 h 169"/>
                  <a:gd name="T66" fmla="*/ 89 w 96"/>
                  <a:gd name="T67" fmla="*/ 21 h 169"/>
                  <a:gd name="T68" fmla="*/ 80 w 96"/>
                  <a:gd name="T69" fmla="*/ 0 h 169"/>
                  <a:gd name="T70" fmla="*/ 80 w 96"/>
                  <a:gd name="T71" fmla="*/ 0 h 169"/>
                  <a:gd name="T72" fmla="*/ 70 w 96"/>
                  <a:gd name="T73" fmla="*/ 5 h 16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6"/>
                  <a:gd name="T112" fmla="*/ 0 h 169"/>
                  <a:gd name="T113" fmla="*/ 96 w 96"/>
                  <a:gd name="T114" fmla="*/ 169 h 16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6" h="169">
                    <a:moveTo>
                      <a:pt x="70" y="5"/>
                    </a:moveTo>
                    <a:lnTo>
                      <a:pt x="70" y="7"/>
                    </a:lnTo>
                    <a:lnTo>
                      <a:pt x="78" y="24"/>
                    </a:lnTo>
                    <a:lnTo>
                      <a:pt x="82" y="42"/>
                    </a:lnTo>
                    <a:lnTo>
                      <a:pt x="84" y="57"/>
                    </a:lnTo>
                    <a:lnTo>
                      <a:pt x="82" y="72"/>
                    </a:lnTo>
                    <a:lnTo>
                      <a:pt x="79" y="85"/>
                    </a:lnTo>
                    <a:lnTo>
                      <a:pt x="73" y="97"/>
                    </a:lnTo>
                    <a:lnTo>
                      <a:pt x="67" y="109"/>
                    </a:lnTo>
                    <a:lnTo>
                      <a:pt x="58" y="119"/>
                    </a:lnTo>
                    <a:lnTo>
                      <a:pt x="49" y="127"/>
                    </a:lnTo>
                    <a:lnTo>
                      <a:pt x="40" y="135"/>
                    </a:lnTo>
                    <a:lnTo>
                      <a:pt x="30" y="141"/>
                    </a:lnTo>
                    <a:lnTo>
                      <a:pt x="22" y="147"/>
                    </a:lnTo>
                    <a:lnTo>
                      <a:pt x="13" y="153"/>
                    </a:lnTo>
                    <a:lnTo>
                      <a:pt x="7" y="156"/>
                    </a:lnTo>
                    <a:lnTo>
                      <a:pt x="3" y="158"/>
                    </a:lnTo>
                    <a:lnTo>
                      <a:pt x="0" y="159"/>
                    </a:lnTo>
                    <a:lnTo>
                      <a:pt x="5" y="169"/>
                    </a:lnTo>
                    <a:lnTo>
                      <a:pt x="7" y="169"/>
                    </a:lnTo>
                    <a:lnTo>
                      <a:pt x="12" y="166"/>
                    </a:lnTo>
                    <a:lnTo>
                      <a:pt x="20" y="163"/>
                    </a:lnTo>
                    <a:lnTo>
                      <a:pt x="27" y="158"/>
                    </a:lnTo>
                    <a:lnTo>
                      <a:pt x="36" y="151"/>
                    </a:lnTo>
                    <a:lnTo>
                      <a:pt x="46" y="145"/>
                    </a:lnTo>
                    <a:lnTo>
                      <a:pt x="56" y="136"/>
                    </a:lnTo>
                    <a:lnTo>
                      <a:pt x="66" y="126"/>
                    </a:lnTo>
                    <a:lnTo>
                      <a:pt x="75" y="115"/>
                    </a:lnTo>
                    <a:lnTo>
                      <a:pt x="82" y="103"/>
                    </a:lnTo>
                    <a:lnTo>
                      <a:pt x="90" y="90"/>
                    </a:lnTo>
                    <a:lnTo>
                      <a:pt x="95" y="75"/>
                    </a:lnTo>
                    <a:lnTo>
                      <a:pt x="96" y="57"/>
                    </a:lnTo>
                    <a:lnTo>
                      <a:pt x="95" y="39"/>
                    </a:lnTo>
                    <a:lnTo>
                      <a:pt x="89" y="21"/>
                    </a:lnTo>
                    <a:lnTo>
                      <a:pt x="80" y="0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203"/>
              <p:cNvSpPr>
                <a:spLocks/>
              </p:cNvSpPr>
              <p:nvPr/>
            </p:nvSpPr>
            <p:spPr bwMode="auto">
              <a:xfrm flipH="1">
                <a:off x="316" y="1260"/>
                <a:ext cx="122" cy="66"/>
              </a:xfrm>
              <a:custGeom>
                <a:avLst/>
                <a:gdLst>
                  <a:gd name="T0" fmla="*/ 108 w 366"/>
                  <a:gd name="T1" fmla="*/ 0 h 198"/>
                  <a:gd name="T2" fmla="*/ 107 w 366"/>
                  <a:gd name="T3" fmla="*/ 11 h 198"/>
                  <a:gd name="T4" fmla="*/ 130 w 366"/>
                  <a:gd name="T5" fmla="*/ 14 h 198"/>
                  <a:gd name="T6" fmla="*/ 152 w 366"/>
                  <a:gd name="T7" fmla="*/ 17 h 198"/>
                  <a:gd name="T8" fmla="*/ 172 w 366"/>
                  <a:gd name="T9" fmla="*/ 22 h 198"/>
                  <a:gd name="T10" fmla="*/ 192 w 366"/>
                  <a:gd name="T11" fmla="*/ 30 h 198"/>
                  <a:gd name="T12" fmla="*/ 210 w 366"/>
                  <a:gd name="T13" fmla="*/ 38 h 198"/>
                  <a:gd name="T14" fmla="*/ 227 w 366"/>
                  <a:gd name="T15" fmla="*/ 46 h 198"/>
                  <a:gd name="T16" fmla="*/ 244 w 366"/>
                  <a:gd name="T17" fmla="*/ 56 h 198"/>
                  <a:gd name="T18" fmla="*/ 258 w 366"/>
                  <a:gd name="T19" fmla="*/ 68 h 198"/>
                  <a:gd name="T20" fmla="*/ 274 w 366"/>
                  <a:gd name="T21" fmla="*/ 80 h 198"/>
                  <a:gd name="T22" fmla="*/ 287 w 366"/>
                  <a:gd name="T23" fmla="*/ 94 h 198"/>
                  <a:gd name="T24" fmla="*/ 299 w 366"/>
                  <a:gd name="T25" fmla="*/ 109 h 198"/>
                  <a:gd name="T26" fmla="*/ 313 w 366"/>
                  <a:gd name="T27" fmla="*/ 126 h 198"/>
                  <a:gd name="T28" fmla="*/ 324 w 366"/>
                  <a:gd name="T29" fmla="*/ 142 h 198"/>
                  <a:gd name="T30" fmla="*/ 335 w 366"/>
                  <a:gd name="T31" fmla="*/ 159 h 198"/>
                  <a:gd name="T32" fmla="*/ 345 w 366"/>
                  <a:gd name="T33" fmla="*/ 180 h 198"/>
                  <a:gd name="T34" fmla="*/ 356 w 366"/>
                  <a:gd name="T35" fmla="*/ 198 h 198"/>
                  <a:gd name="T36" fmla="*/ 366 w 366"/>
                  <a:gd name="T37" fmla="*/ 193 h 198"/>
                  <a:gd name="T38" fmla="*/ 355 w 366"/>
                  <a:gd name="T39" fmla="*/ 173 h 198"/>
                  <a:gd name="T40" fmla="*/ 344 w 366"/>
                  <a:gd name="T41" fmla="*/ 154 h 198"/>
                  <a:gd name="T42" fmla="*/ 333 w 366"/>
                  <a:gd name="T43" fmla="*/ 136 h 198"/>
                  <a:gd name="T44" fmla="*/ 321 w 366"/>
                  <a:gd name="T45" fmla="*/ 118 h 198"/>
                  <a:gd name="T46" fmla="*/ 309 w 366"/>
                  <a:gd name="T47" fmla="*/ 102 h 198"/>
                  <a:gd name="T48" fmla="*/ 296 w 366"/>
                  <a:gd name="T49" fmla="*/ 87 h 198"/>
                  <a:gd name="T50" fmla="*/ 281 w 366"/>
                  <a:gd name="T51" fmla="*/ 73 h 198"/>
                  <a:gd name="T52" fmla="*/ 266 w 366"/>
                  <a:gd name="T53" fmla="*/ 59 h 198"/>
                  <a:gd name="T54" fmla="*/ 250 w 366"/>
                  <a:gd name="T55" fmla="*/ 46 h 198"/>
                  <a:gd name="T56" fmla="*/ 233 w 366"/>
                  <a:gd name="T57" fmla="*/ 36 h 198"/>
                  <a:gd name="T58" fmla="*/ 215 w 366"/>
                  <a:gd name="T59" fmla="*/ 26 h 198"/>
                  <a:gd name="T60" fmla="*/ 195 w 366"/>
                  <a:gd name="T61" fmla="*/ 19 h 198"/>
                  <a:gd name="T62" fmla="*/ 176 w 366"/>
                  <a:gd name="T63" fmla="*/ 12 h 198"/>
                  <a:gd name="T64" fmla="*/ 154 w 366"/>
                  <a:gd name="T65" fmla="*/ 6 h 198"/>
                  <a:gd name="T66" fmla="*/ 132 w 366"/>
                  <a:gd name="T67" fmla="*/ 2 h 198"/>
                  <a:gd name="T68" fmla="*/ 108 w 366"/>
                  <a:gd name="T69" fmla="*/ 0 h 198"/>
                  <a:gd name="T70" fmla="*/ 108 w 366"/>
                  <a:gd name="T71" fmla="*/ 11 h 198"/>
                  <a:gd name="T72" fmla="*/ 108 w 366"/>
                  <a:gd name="T73" fmla="*/ 0 h 198"/>
                  <a:gd name="T74" fmla="*/ 0 w 366"/>
                  <a:gd name="T75" fmla="*/ 0 h 198"/>
                  <a:gd name="T76" fmla="*/ 107 w 366"/>
                  <a:gd name="T77" fmla="*/ 11 h 198"/>
                  <a:gd name="T78" fmla="*/ 108 w 366"/>
                  <a:gd name="T79" fmla="*/ 0 h 1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66"/>
                  <a:gd name="T121" fmla="*/ 0 h 198"/>
                  <a:gd name="T122" fmla="*/ 366 w 366"/>
                  <a:gd name="T123" fmla="*/ 198 h 19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66" h="198">
                    <a:moveTo>
                      <a:pt x="108" y="0"/>
                    </a:moveTo>
                    <a:lnTo>
                      <a:pt x="107" y="11"/>
                    </a:lnTo>
                    <a:lnTo>
                      <a:pt x="130" y="14"/>
                    </a:lnTo>
                    <a:lnTo>
                      <a:pt x="152" y="17"/>
                    </a:lnTo>
                    <a:lnTo>
                      <a:pt x="172" y="22"/>
                    </a:lnTo>
                    <a:lnTo>
                      <a:pt x="192" y="30"/>
                    </a:lnTo>
                    <a:lnTo>
                      <a:pt x="210" y="38"/>
                    </a:lnTo>
                    <a:lnTo>
                      <a:pt x="227" y="46"/>
                    </a:lnTo>
                    <a:lnTo>
                      <a:pt x="244" y="56"/>
                    </a:lnTo>
                    <a:lnTo>
                      <a:pt x="258" y="68"/>
                    </a:lnTo>
                    <a:lnTo>
                      <a:pt x="274" y="80"/>
                    </a:lnTo>
                    <a:lnTo>
                      <a:pt x="287" y="94"/>
                    </a:lnTo>
                    <a:lnTo>
                      <a:pt x="299" y="109"/>
                    </a:lnTo>
                    <a:lnTo>
                      <a:pt x="313" y="126"/>
                    </a:lnTo>
                    <a:lnTo>
                      <a:pt x="324" y="142"/>
                    </a:lnTo>
                    <a:lnTo>
                      <a:pt x="335" y="159"/>
                    </a:lnTo>
                    <a:lnTo>
                      <a:pt x="345" y="180"/>
                    </a:lnTo>
                    <a:lnTo>
                      <a:pt x="356" y="198"/>
                    </a:lnTo>
                    <a:lnTo>
                      <a:pt x="366" y="193"/>
                    </a:lnTo>
                    <a:lnTo>
                      <a:pt x="355" y="173"/>
                    </a:lnTo>
                    <a:lnTo>
                      <a:pt x="344" y="154"/>
                    </a:lnTo>
                    <a:lnTo>
                      <a:pt x="333" y="136"/>
                    </a:lnTo>
                    <a:lnTo>
                      <a:pt x="321" y="118"/>
                    </a:lnTo>
                    <a:lnTo>
                      <a:pt x="309" y="102"/>
                    </a:lnTo>
                    <a:lnTo>
                      <a:pt x="296" y="87"/>
                    </a:lnTo>
                    <a:lnTo>
                      <a:pt x="281" y="73"/>
                    </a:lnTo>
                    <a:lnTo>
                      <a:pt x="266" y="59"/>
                    </a:lnTo>
                    <a:lnTo>
                      <a:pt x="250" y="46"/>
                    </a:lnTo>
                    <a:lnTo>
                      <a:pt x="233" y="36"/>
                    </a:lnTo>
                    <a:lnTo>
                      <a:pt x="215" y="26"/>
                    </a:lnTo>
                    <a:lnTo>
                      <a:pt x="195" y="19"/>
                    </a:lnTo>
                    <a:lnTo>
                      <a:pt x="176" y="12"/>
                    </a:lnTo>
                    <a:lnTo>
                      <a:pt x="154" y="6"/>
                    </a:lnTo>
                    <a:lnTo>
                      <a:pt x="132" y="2"/>
                    </a:lnTo>
                    <a:lnTo>
                      <a:pt x="108" y="0"/>
                    </a:lnTo>
                    <a:lnTo>
                      <a:pt x="108" y="11"/>
                    </a:lnTo>
                    <a:lnTo>
                      <a:pt x="108" y="0"/>
                    </a:lnTo>
                    <a:lnTo>
                      <a:pt x="0" y="0"/>
                    </a:lnTo>
                    <a:lnTo>
                      <a:pt x="107" y="11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204"/>
              <p:cNvSpPr>
                <a:spLocks/>
              </p:cNvSpPr>
              <p:nvPr/>
            </p:nvSpPr>
            <p:spPr bwMode="auto">
              <a:xfrm flipH="1">
                <a:off x="295" y="1203"/>
                <a:ext cx="107" cy="61"/>
              </a:xfrm>
              <a:custGeom>
                <a:avLst/>
                <a:gdLst>
                  <a:gd name="T0" fmla="*/ 310 w 321"/>
                  <a:gd name="T1" fmla="*/ 0 h 182"/>
                  <a:gd name="T2" fmla="*/ 298 w 321"/>
                  <a:gd name="T3" fmla="*/ 20 h 182"/>
                  <a:gd name="T4" fmla="*/ 285 w 321"/>
                  <a:gd name="T5" fmla="*/ 40 h 182"/>
                  <a:gd name="T6" fmla="*/ 267 w 321"/>
                  <a:gd name="T7" fmla="*/ 58 h 182"/>
                  <a:gd name="T8" fmla="*/ 248 w 321"/>
                  <a:gd name="T9" fmla="*/ 75 h 182"/>
                  <a:gd name="T10" fmla="*/ 228 w 321"/>
                  <a:gd name="T11" fmla="*/ 90 h 182"/>
                  <a:gd name="T12" fmla="*/ 206 w 321"/>
                  <a:gd name="T13" fmla="*/ 104 h 182"/>
                  <a:gd name="T14" fmla="*/ 183 w 321"/>
                  <a:gd name="T15" fmla="*/ 117 h 182"/>
                  <a:gd name="T16" fmla="*/ 160 w 321"/>
                  <a:gd name="T17" fmla="*/ 128 h 182"/>
                  <a:gd name="T18" fmla="*/ 137 w 321"/>
                  <a:gd name="T19" fmla="*/ 138 h 182"/>
                  <a:gd name="T20" fmla="*/ 114 w 321"/>
                  <a:gd name="T21" fmla="*/ 147 h 182"/>
                  <a:gd name="T22" fmla="*/ 91 w 321"/>
                  <a:gd name="T23" fmla="*/ 154 h 182"/>
                  <a:gd name="T24" fmla="*/ 69 w 321"/>
                  <a:gd name="T25" fmla="*/ 160 h 182"/>
                  <a:gd name="T26" fmla="*/ 49 w 321"/>
                  <a:gd name="T27" fmla="*/ 165 h 182"/>
                  <a:gd name="T28" fmla="*/ 30 w 321"/>
                  <a:gd name="T29" fmla="*/ 168 h 182"/>
                  <a:gd name="T30" fmla="*/ 14 w 321"/>
                  <a:gd name="T31" fmla="*/ 170 h 182"/>
                  <a:gd name="T32" fmla="*/ 0 w 321"/>
                  <a:gd name="T33" fmla="*/ 171 h 182"/>
                  <a:gd name="T34" fmla="*/ 7 w 321"/>
                  <a:gd name="T35" fmla="*/ 182 h 182"/>
                  <a:gd name="T36" fmla="*/ 23 w 321"/>
                  <a:gd name="T37" fmla="*/ 181 h 182"/>
                  <a:gd name="T38" fmla="*/ 41 w 321"/>
                  <a:gd name="T39" fmla="*/ 178 h 182"/>
                  <a:gd name="T40" fmla="*/ 61 w 321"/>
                  <a:gd name="T41" fmla="*/ 175 h 182"/>
                  <a:gd name="T42" fmla="*/ 83 w 321"/>
                  <a:gd name="T43" fmla="*/ 170 h 182"/>
                  <a:gd name="T44" fmla="*/ 106 w 321"/>
                  <a:gd name="T45" fmla="*/ 162 h 182"/>
                  <a:gd name="T46" fmla="*/ 129 w 321"/>
                  <a:gd name="T47" fmla="*/ 153 h 182"/>
                  <a:gd name="T48" fmla="*/ 153 w 321"/>
                  <a:gd name="T49" fmla="*/ 144 h 182"/>
                  <a:gd name="T50" fmla="*/ 177 w 321"/>
                  <a:gd name="T51" fmla="*/ 133 h 182"/>
                  <a:gd name="T52" fmla="*/ 200 w 321"/>
                  <a:gd name="T53" fmla="*/ 121 h 182"/>
                  <a:gd name="T54" fmla="*/ 223 w 321"/>
                  <a:gd name="T55" fmla="*/ 108 h 182"/>
                  <a:gd name="T56" fmla="*/ 245 w 321"/>
                  <a:gd name="T57" fmla="*/ 92 h 182"/>
                  <a:gd name="T58" fmla="*/ 265 w 321"/>
                  <a:gd name="T59" fmla="*/ 75 h 182"/>
                  <a:gd name="T60" fmla="*/ 285 w 321"/>
                  <a:gd name="T61" fmla="*/ 58 h 182"/>
                  <a:gd name="T62" fmla="*/ 300 w 321"/>
                  <a:gd name="T63" fmla="*/ 38 h 182"/>
                  <a:gd name="T64" fmla="*/ 315 w 321"/>
                  <a:gd name="T65" fmla="*/ 16 h 182"/>
                  <a:gd name="T66" fmla="*/ 321 w 321"/>
                  <a:gd name="T67" fmla="*/ 5 h 18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82"/>
                  <a:gd name="T104" fmla="*/ 321 w 321"/>
                  <a:gd name="T105" fmla="*/ 182 h 18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82">
                    <a:moveTo>
                      <a:pt x="310" y="0"/>
                    </a:moveTo>
                    <a:lnTo>
                      <a:pt x="310" y="0"/>
                    </a:lnTo>
                    <a:lnTo>
                      <a:pt x="305" y="10"/>
                    </a:lnTo>
                    <a:lnTo>
                      <a:pt x="298" y="20"/>
                    </a:lnTo>
                    <a:lnTo>
                      <a:pt x="292" y="30"/>
                    </a:lnTo>
                    <a:lnTo>
                      <a:pt x="285" y="40"/>
                    </a:lnTo>
                    <a:lnTo>
                      <a:pt x="276" y="49"/>
                    </a:lnTo>
                    <a:lnTo>
                      <a:pt x="267" y="58"/>
                    </a:lnTo>
                    <a:lnTo>
                      <a:pt x="258" y="66"/>
                    </a:lnTo>
                    <a:lnTo>
                      <a:pt x="248" y="75"/>
                    </a:lnTo>
                    <a:lnTo>
                      <a:pt x="239" y="83"/>
                    </a:lnTo>
                    <a:lnTo>
                      <a:pt x="228" y="90"/>
                    </a:lnTo>
                    <a:lnTo>
                      <a:pt x="217" y="98"/>
                    </a:lnTo>
                    <a:lnTo>
                      <a:pt x="206" y="104"/>
                    </a:lnTo>
                    <a:lnTo>
                      <a:pt x="195" y="110"/>
                    </a:lnTo>
                    <a:lnTo>
                      <a:pt x="183" y="117"/>
                    </a:lnTo>
                    <a:lnTo>
                      <a:pt x="172" y="123"/>
                    </a:lnTo>
                    <a:lnTo>
                      <a:pt x="160" y="128"/>
                    </a:lnTo>
                    <a:lnTo>
                      <a:pt x="148" y="133"/>
                    </a:lnTo>
                    <a:lnTo>
                      <a:pt x="137" y="138"/>
                    </a:lnTo>
                    <a:lnTo>
                      <a:pt x="125" y="143"/>
                    </a:lnTo>
                    <a:lnTo>
                      <a:pt x="114" y="147"/>
                    </a:lnTo>
                    <a:lnTo>
                      <a:pt x="102" y="151"/>
                    </a:lnTo>
                    <a:lnTo>
                      <a:pt x="91" y="154"/>
                    </a:lnTo>
                    <a:lnTo>
                      <a:pt x="80" y="157"/>
                    </a:lnTo>
                    <a:lnTo>
                      <a:pt x="69" y="160"/>
                    </a:lnTo>
                    <a:lnTo>
                      <a:pt x="58" y="162"/>
                    </a:lnTo>
                    <a:lnTo>
                      <a:pt x="49" y="165"/>
                    </a:lnTo>
                    <a:lnTo>
                      <a:pt x="39" y="166"/>
                    </a:lnTo>
                    <a:lnTo>
                      <a:pt x="30" y="168"/>
                    </a:lnTo>
                    <a:lnTo>
                      <a:pt x="22" y="170"/>
                    </a:lnTo>
                    <a:lnTo>
                      <a:pt x="14" y="170"/>
                    </a:lnTo>
                    <a:lnTo>
                      <a:pt x="6" y="171"/>
                    </a:lnTo>
                    <a:lnTo>
                      <a:pt x="0" y="171"/>
                    </a:lnTo>
                    <a:lnTo>
                      <a:pt x="0" y="182"/>
                    </a:lnTo>
                    <a:lnTo>
                      <a:pt x="7" y="182"/>
                    </a:lnTo>
                    <a:lnTo>
                      <a:pt x="15" y="181"/>
                    </a:lnTo>
                    <a:lnTo>
                      <a:pt x="23" y="181"/>
                    </a:lnTo>
                    <a:lnTo>
                      <a:pt x="32" y="180"/>
                    </a:lnTo>
                    <a:lnTo>
                      <a:pt x="41" y="178"/>
                    </a:lnTo>
                    <a:lnTo>
                      <a:pt x="51" y="176"/>
                    </a:lnTo>
                    <a:lnTo>
                      <a:pt x="61" y="175"/>
                    </a:lnTo>
                    <a:lnTo>
                      <a:pt x="72" y="172"/>
                    </a:lnTo>
                    <a:lnTo>
                      <a:pt x="83" y="170"/>
                    </a:lnTo>
                    <a:lnTo>
                      <a:pt x="93" y="165"/>
                    </a:lnTo>
                    <a:lnTo>
                      <a:pt x="106" y="162"/>
                    </a:lnTo>
                    <a:lnTo>
                      <a:pt x="116" y="158"/>
                    </a:lnTo>
                    <a:lnTo>
                      <a:pt x="129" y="153"/>
                    </a:lnTo>
                    <a:lnTo>
                      <a:pt x="141" y="149"/>
                    </a:lnTo>
                    <a:lnTo>
                      <a:pt x="153" y="144"/>
                    </a:lnTo>
                    <a:lnTo>
                      <a:pt x="165" y="139"/>
                    </a:lnTo>
                    <a:lnTo>
                      <a:pt x="177" y="133"/>
                    </a:lnTo>
                    <a:lnTo>
                      <a:pt x="188" y="127"/>
                    </a:lnTo>
                    <a:lnTo>
                      <a:pt x="200" y="121"/>
                    </a:lnTo>
                    <a:lnTo>
                      <a:pt x="212" y="114"/>
                    </a:lnTo>
                    <a:lnTo>
                      <a:pt x="223" y="108"/>
                    </a:lnTo>
                    <a:lnTo>
                      <a:pt x="234" y="100"/>
                    </a:lnTo>
                    <a:lnTo>
                      <a:pt x="245" y="92"/>
                    </a:lnTo>
                    <a:lnTo>
                      <a:pt x="256" y="84"/>
                    </a:lnTo>
                    <a:lnTo>
                      <a:pt x="265" y="75"/>
                    </a:lnTo>
                    <a:lnTo>
                      <a:pt x="275" y="66"/>
                    </a:lnTo>
                    <a:lnTo>
                      <a:pt x="285" y="58"/>
                    </a:lnTo>
                    <a:lnTo>
                      <a:pt x="293" y="48"/>
                    </a:lnTo>
                    <a:lnTo>
                      <a:pt x="300" y="38"/>
                    </a:lnTo>
                    <a:lnTo>
                      <a:pt x="308" y="28"/>
                    </a:lnTo>
                    <a:lnTo>
                      <a:pt x="315" y="16"/>
                    </a:lnTo>
                    <a:lnTo>
                      <a:pt x="321" y="5"/>
                    </a:lnTo>
                    <a:lnTo>
                      <a:pt x="3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205"/>
              <p:cNvSpPr>
                <a:spLocks/>
              </p:cNvSpPr>
              <p:nvPr/>
            </p:nvSpPr>
            <p:spPr bwMode="auto">
              <a:xfrm flipH="1">
                <a:off x="285" y="1060"/>
                <a:ext cx="146" cy="145"/>
              </a:xfrm>
              <a:custGeom>
                <a:avLst/>
                <a:gdLst>
                  <a:gd name="T0" fmla="*/ 63 w 438"/>
                  <a:gd name="T1" fmla="*/ 11 h 436"/>
                  <a:gd name="T2" fmla="*/ 70 w 438"/>
                  <a:gd name="T3" fmla="*/ 12 h 436"/>
                  <a:gd name="T4" fmla="*/ 88 w 438"/>
                  <a:gd name="T5" fmla="*/ 17 h 436"/>
                  <a:gd name="T6" fmla="*/ 112 w 438"/>
                  <a:gd name="T7" fmla="*/ 24 h 436"/>
                  <a:gd name="T8" fmla="*/ 142 w 438"/>
                  <a:gd name="T9" fmla="*/ 35 h 436"/>
                  <a:gd name="T10" fmla="*/ 178 w 438"/>
                  <a:gd name="T11" fmla="*/ 47 h 436"/>
                  <a:gd name="T12" fmla="*/ 215 w 438"/>
                  <a:gd name="T13" fmla="*/ 65 h 436"/>
                  <a:gd name="T14" fmla="*/ 254 w 438"/>
                  <a:gd name="T15" fmla="*/ 85 h 436"/>
                  <a:gd name="T16" fmla="*/ 291 w 438"/>
                  <a:gd name="T17" fmla="*/ 109 h 436"/>
                  <a:gd name="T18" fmla="*/ 328 w 438"/>
                  <a:gd name="T19" fmla="*/ 137 h 436"/>
                  <a:gd name="T20" fmla="*/ 362 w 438"/>
                  <a:gd name="T21" fmla="*/ 167 h 436"/>
                  <a:gd name="T22" fmla="*/ 388 w 438"/>
                  <a:gd name="T23" fmla="*/ 201 h 436"/>
                  <a:gd name="T24" fmla="*/ 410 w 438"/>
                  <a:gd name="T25" fmla="*/ 239 h 436"/>
                  <a:gd name="T26" fmla="*/ 422 w 438"/>
                  <a:gd name="T27" fmla="*/ 280 h 436"/>
                  <a:gd name="T28" fmla="*/ 426 w 438"/>
                  <a:gd name="T29" fmla="*/ 327 h 436"/>
                  <a:gd name="T30" fmla="*/ 418 w 438"/>
                  <a:gd name="T31" fmla="*/ 376 h 436"/>
                  <a:gd name="T32" fmla="*/ 399 w 438"/>
                  <a:gd name="T33" fmla="*/ 431 h 436"/>
                  <a:gd name="T34" fmla="*/ 421 w 438"/>
                  <a:gd name="T35" fmla="*/ 407 h 436"/>
                  <a:gd name="T36" fmla="*/ 435 w 438"/>
                  <a:gd name="T37" fmla="*/ 353 h 436"/>
                  <a:gd name="T38" fmla="*/ 437 w 438"/>
                  <a:gd name="T39" fmla="*/ 301 h 436"/>
                  <a:gd name="T40" fmla="*/ 428 w 438"/>
                  <a:gd name="T41" fmla="*/ 256 h 436"/>
                  <a:gd name="T42" fmla="*/ 410 w 438"/>
                  <a:gd name="T43" fmla="*/ 213 h 436"/>
                  <a:gd name="T44" fmla="*/ 385 w 438"/>
                  <a:gd name="T45" fmla="*/ 176 h 436"/>
                  <a:gd name="T46" fmla="*/ 352 w 438"/>
                  <a:gd name="T47" fmla="*/ 143 h 436"/>
                  <a:gd name="T48" fmla="*/ 317 w 438"/>
                  <a:gd name="T49" fmla="*/ 113 h 436"/>
                  <a:gd name="T50" fmla="*/ 278 w 438"/>
                  <a:gd name="T51" fmla="*/ 86 h 436"/>
                  <a:gd name="T52" fmla="*/ 239 w 438"/>
                  <a:gd name="T53" fmla="*/ 64 h 436"/>
                  <a:gd name="T54" fmla="*/ 201 w 438"/>
                  <a:gd name="T55" fmla="*/ 45 h 436"/>
                  <a:gd name="T56" fmla="*/ 164 w 438"/>
                  <a:gd name="T57" fmla="*/ 30 h 436"/>
                  <a:gd name="T58" fmla="*/ 130 w 438"/>
                  <a:gd name="T59" fmla="*/ 19 h 436"/>
                  <a:gd name="T60" fmla="*/ 103 w 438"/>
                  <a:gd name="T61" fmla="*/ 9 h 436"/>
                  <a:gd name="T62" fmla="*/ 81 w 438"/>
                  <a:gd name="T63" fmla="*/ 3 h 436"/>
                  <a:gd name="T64" fmla="*/ 66 w 438"/>
                  <a:gd name="T65" fmla="*/ 0 h 436"/>
                  <a:gd name="T66" fmla="*/ 63 w 438"/>
                  <a:gd name="T67" fmla="*/ 11 h 436"/>
                  <a:gd name="T68" fmla="*/ 0 w 438"/>
                  <a:gd name="T69" fmla="*/ 11 h 436"/>
                  <a:gd name="T70" fmla="*/ 61 w 438"/>
                  <a:gd name="T71" fmla="*/ 0 h 4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8"/>
                  <a:gd name="T109" fmla="*/ 0 h 436"/>
                  <a:gd name="T110" fmla="*/ 438 w 438"/>
                  <a:gd name="T111" fmla="*/ 436 h 4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8" h="436">
                    <a:moveTo>
                      <a:pt x="61" y="0"/>
                    </a:moveTo>
                    <a:lnTo>
                      <a:pt x="63" y="11"/>
                    </a:lnTo>
                    <a:lnTo>
                      <a:pt x="65" y="12"/>
                    </a:lnTo>
                    <a:lnTo>
                      <a:pt x="70" y="12"/>
                    </a:lnTo>
                    <a:lnTo>
                      <a:pt x="78" y="15"/>
                    </a:lnTo>
                    <a:lnTo>
                      <a:pt x="88" y="17"/>
                    </a:lnTo>
                    <a:lnTo>
                      <a:pt x="99" y="20"/>
                    </a:lnTo>
                    <a:lnTo>
                      <a:pt x="112" y="24"/>
                    </a:lnTo>
                    <a:lnTo>
                      <a:pt x="127" y="29"/>
                    </a:lnTo>
                    <a:lnTo>
                      <a:pt x="142" y="35"/>
                    </a:lnTo>
                    <a:lnTo>
                      <a:pt x="159" y="41"/>
                    </a:lnTo>
                    <a:lnTo>
                      <a:pt x="178" y="47"/>
                    </a:lnTo>
                    <a:lnTo>
                      <a:pt x="196" y="56"/>
                    </a:lnTo>
                    <a:lnTo>
                      <a:pt x="215" y="65"/>
                    </a:lnTo>
                    <a:lnTo>
                      <a:pt x="234" y="75"/>
                    </a:lnTo>
                    <a:lnTo>
                      <a:pt x="254" y="85"/>
                    </a:lnTo>
                    <a:lnTo>
                      <a:pt x="273" y="97"/>
                    </a:lnTo>
                    <a:lnTo>
                      <a:pt x="291" y="109"/>
                    </a:lnTo>
                    <a:lnTo>
                      <a:pt x="311" y="122"/>
                    </a:lnTo>
                    <a:lnTo>
                      <a:pt x="328" y="137"/>
                    </a:lnTo>
                    <a:lnTo>
                      <a:pt x="345" y="151"/>
                    </a:lnTo>
                    <a:lnTo>
                      <a:pt x="362" y="167"/>
                    </a:lnTo>
                    <a:lnTo>
                      <a:pt x="375" y="183"/>
                    </a:lnTo>
                    <a:lnTo>
                      <a:pt x="388" y="201"/>
                    </a:lnTo>
                    <a:lnTo>
                      <a:pt x="400" y="220"/>
                    </a:lnTo>
                    <a:lnTo>
                      <a:pt x="410" y="239"/>
                    </a:lnTo>
                    <a:lnTo>
                      <a:pt x="417" y="259"/>
                    </a:lnTo>
                    <a:lnTo>
                      <a:pt x="422" y="280"/>
                    </a:lnTo>
                    <a:lnTo>
                      <a:pt x="426" y="303"/>
                    </a:lnTo>
                    <a:lnTo>
                      <a:pt x="426" y="327"/>
                    </a:lnTo>
                    <a:lnTo>
                      <a:pt x="425" y="350"/>
                    </a:lnTo>
                    <a:lnTo>
                      <a:pt x="418" y="376"/>
                    </a:lnTo>
                    <a:lnTo>
                      <a:pt x="411" y="403"/>
                    </a:lnTo>
                    <a:lnTo>
                      <a:pt x="399" y="431"/>
                    </a:lnTo>
                    <a:lnTo>
                      <a:pt x="410" y="436"/>
                    </a:lnTo>
                    <a:lnTo>
                      <a:pt x="421" y="407"/>
                    </a:lnTo>
                    <a:lnTo>
                      <a:pt x="431" y="379"/>
                    </a:lnTo>
                    <a:lnTo>
                      <a:pt x="435" y="353"/>
                    </a:lnTo>
                    <a:lnTo>
                      <a:pt x="438" y="327"/>
                    </a:lnTo>
                    <a:lnTo>
                      <a:pt x="437" y="301"/>
                    </a:lnTo>
                    <a:lnTo>
                      <a:pt x="434" y="278"/>
                    </a:lnTo>
                    <a:lnTo>
                      <a:pt x="428" y="256"/>
                    </a:lnTo>
                    <a:lnTo>
                      <a:pt x="420" y="234"/>
                    </a:lnTo>
                    <a:lnTo>
                      <a:pt x="410" y="213"/>
                    </a:lnTo>
                    <a:lnTo>
                      <a:pt x="398" y="195"/>
                    </a:lnTo>
                    <a:lnTo>
                      <a:pt x="385" y="176"/>
                    </a:lnTo>
                    <a:lnTo>
                      <a:pt x="369" y="158"/>
                    </a:lnTo>
                    <a:lnTo>
                      <a:pt x="352" y="143"/>
                    </a:lnTo>
                    <a:lnTo>
                      <a:pt x="335" y="127"/>
                    </a:lnTo>
                    <a:lnTo>
                      <a:pt x="317" y="113"/>
                    </a:lnTo>
                    <a:lnTo>
                      <a:pt x="299" y="99"/>
                    </a:lnTo>
                    <a:lnTo>
                      <a:pt x="278" y="86"/>
                    </a:lnTo>
                    <a:lnTo>
                      <a:pt x="259" y="75"/>
                    </a:lnTo>
                    <a:lnTo>
                      <a:pt x="239" y="64"/>
                    </a:lnTo>
                    <a:lnTo>
                      <a:pt x="220" y="54"/>
                    </a:lnTo>
                    <a:lnTo>
                      <a:pt x="201" y="45"/>
                    </a:lnTo>
                    <a:lnTo>
                      <a:pt x="181" y="37"/>
                    </a:lnTo>
                    <a:lnTo>
                      <a:pt x="164" y="30"/>
                    </a:lnTo>
                    <a:lnTo>
                      <a:pt x="146" y="24"/>
                    </a:lnTo>
                    <a:lnTo>
                      <a:pt x="130" y="19"/>
                    </a:lnTo>
                    <a:lnTo>
                      <a:pt x="116" y="14"/>
                    </a:lnTo>
                    <a:lnTo>
                      <a:pt x="103" y="9"/>
                    </a:lnTo>
                    <a:lnTo>
                      <a:pt x="90" y="6"/>
                    </a:lnTo>
                    <a:lnTo>
                      <a:pt x="81" y="3"/>
                    </a:lnTo>
                    <a:lnTo>
                      <a:pt x="72" y="1"/>
                    </a:lnTo>
                    <a:lnTo>
                      <a:pt x="66" y="0"/>
                    </a:lnTo>
                    <a:lnTo>
                      <a:pt x="63" y="0"/>
                    </a:lnTo>
                    <a:lnTo>
                      <a:pt x="63" y="11"/>
                    </a:lnTo>
                    <a:lnTo>
                      <a:pt x="61" y="0"/>
                    </a:lnTo>
                    <a:lnTo>
                      <a:pt x="0" y="11"/>
                    </a:lnTo>
                    <a:lnTo>
                      <a:pt x="63" y="1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206"/>
              <p:cNvSpPr>
                <a:spLocks/>
              </p:cNvSpPr>
              <p:nvPr/>
            </p:nvSpPr>
            <p:spPr bwMode="auto">
              <a:xfrm flipH="1">
                <a:off x="338" y="994"/>
                <a:ext cx="73" cy="69"/>
              </a:xfrm>
              <a:custGeom>
                <a:avLst/>
                <a:gdLst>
                  <a:gd name="T0" fmla="*/ 203 w 218"/>
                  <a:gd name="T1" fmla="*/ 3 h 209"/>
                  <a:gd name="T2" fmla="*/ 203 w 218"/>
                  <a:gd name="T3" fmla="*/ 3 h 209"/>
                  <a:gd name="T4" fmla="*/ 206 w 218"/>
                  <a:gd name="T5" fmla="*/ 29 h 209"/>
                  <a:gd name="T6" fmla="*/ 206 w 218"/>
                  <a:gd name="T7" fmla="*/ 53 h 209"/>
                  <a:gd name="T8" fmla="*/ 204 w 218"/>
                  <a:gd name="T9" fmla="*/ 75 h 209"/>
                  <a:gd name="T10" fmla="*/ 198 w 218"/>
                  <a:gd name="T11" fmla="*/ 93 h 209"/>
                  <a:gd name="T12" fmla="*/ 189 w 218"/>
                  <a:gd name="T13" fmla="*/ 110 h 209"/>
                  <a:gd name="T14" fmla="*/ 178 w 218"/>
                  <a:gd name="T15" fmla="*/ 125 h 209"/>
                  <a:gd name="T16" fmla="*/ 166 w 218"/>
                  <a:gd name="T17" fmla="*/ 137 h 209"/>
                  <a:gd name="T18" fmla="*/ 150 w 218"/>
                  <a:gd name="T19" fmla="*/ 149 h 209"/>
                  <a:gd name="T20" fmla="*/ 135 w 218"/>
                  <a:gd name="T21" fmla="*/ 160 h 209"/>
                  <a:gd name="T22" fmla="*/ 118 w 218"/>
                  <a:gd name="T23" fmla="*/ 168 h 209"/>
                  <a:gd name="T24" fmla="*/ 98 w 218"/>
                  <a:gd name="T25" fmla="*/ 175 h 209"/>
                  <a:gd name="T26" fmla="*/ 79 w 218"/>
                  <a:gd name="T27" fmla="*/ 181 h 209"/>
                  <a:gd name="T28" fmla="*/ 60 w 218"/>
                  <a:gd name="T29" fmla="*/ 186 h 209"/>
                  <a:gd name="T30" fmla="*/ 39 w 218"/>
                  <a:gd name="T31" fmla="*/ 191 h 209"/>
                  <a:gd name="T32" fmla="*/ 20 w 218"/>
                  <a:gd name="T33" fmla="*/ 195 h 209"/>
                  <a:gd name="T34" fmla="*/ 0 w 218"/>
                  <a:gd name="T35" fmla="*/ 198 h 209"/>
                  <a:gd name="T36" fmla="*/ 2 w 218"/>
                  <a:gd name="T37" fmla="*/ 209 h 209"/>
                  <a:gd name="T38" fmla="*/ 22 w 218"/>
                  <a:gd name="T39" fmla="*/ 207 h 209"/>
                  <a:gd name="T40" fmla="*/ 42 w 218"/>
                  <a:gd name="T41" fmla="*/ 203 h 209"/>
                  <a:gd name="T42" fmla="*/ 62 w 218"/>
                  <a:gd name="T43" fmla="*/ 199 h 209"/>
                  <a:gd name="T44" fmla="*/ 83 w 218"/>
                  <a:gd name="T45" fmla="*/ 193 h 209"/>
                  <a:gd name="T46" fmla="*/ 102 w 218"/>
                  <a:gd name="T47" fmla="*/ 186 h 209"/>
                  <a:gd name="T48" fmla="*/ 121 w 218"/>
                  <a:gd name="T49" fmla="*/ 179 h 209"/>
                  <a:gd name="T50" fmla="*/ 141 w 218"/>
                  <a:gd name="T51" fmla="*/ 170 h 209"/>
                  <a:gd name="T52" fmla="*/ 158 w 218"/>
                  <a:gd name="T53" fmla="*/ 159 h 209"/>
                  <a:gd name="T54" fmla="*/ 173 w 218"/>
                  <a:gd name="T55" fmla="*/ 146 h 209"/>
                  <a:gd name="T56" fmla="*/ 187 w 218"/>
                  <a:gd name="T57" fmla="*/ 132 h 209"/>
                  <a:gd name="T58" fmla="*/ 199 w 218"/>
                  <a:gd name="T59" fmla="*/ 116 h 209"/>
                  <a:gd name="T60" fmla="*/ 209 w 218"/>
                  <a:gd name="T61" fmla="*/ 97 h 209"/>
                  <a:gd name="T62" fmla="*/ 215 w 218"/>
                  <a:gd name="T63" fmla="*/ 77 h 209"/>
                  <a:gd name="T64" fmla="*/ 218 w 218"/>
                  <a:gd name="T65" fmla="*/ 53 h 209"/>
                  <a:gd name="T66" fmla="*/ 218 w 218"/>
                  <a:gd name="T67" fmla="*/ 28 h 209"/>
                  <a:gd name="T68" fmla="*/ 215 w 218"/>
                  <a:gd name="T69" fmla="*/ 0 h 209"/>
                  <a:gd name="T70" fmla="*/ 215 w 218"/>
                  <a:gd name="T71" fmla="*/ 0 h 209"/>
                  <a:gd name="T72" fmla="*/ 203 w 218"/>
                  <a:gd name="T73" fmla="*/ 3 h 20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18"/>
                  <a:gd name="T112" fmla="*/ 0 h 209"/>
                  <a:gd name="T113" fmla="*/ 218 w 218"/>
                  <a:gd name="T114" fmla="*/ 209 h 20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18" h="209">
                    <a:moveTo>
                      <a:pt x="203" y="3"/>
                    </a:moveTo>
                    <a:lnTo>
                      <a:pt x="203" y="3"/>
                    </a:lnTo>
                    <a:lnTo>
                      <a:pt x="206" y="29"/>
                    </a:lnTo>
                    <a:lnTo>
                      <a:pt x="206" y="53"/>
                    </a:lnTo>
                    <a:lnTo>
                      <a:pt x="204" y="75"/>
                    </a:lnTo>
                    <a:lnTo>
                      <a:pt x="198" y="93"/>
                    </a:lnTo>
                    <a:lnTo>
                      <a:pt x="189" y="110"/>
                    </a:lnTo>
                    <a:lnTo>
                      <a:pt x="178" y="125"/>
                    </a:lnTo>
                    <a:lnTo>
                      <a:pt x="166" y="137"/>
                    </a:lnTo>
                    <a:lnTo>
                      <a:pt x="150" y="149"/>
                    </a:lnTo>
                    <a:lnTo>
                      <a:pt x="135" y="160"/>
                    </a:lnTo>
                    <a:lnTo>
                      <a:pt x="118" y="168"/>
                    </a:lnTo>
                    <a:lnTo>
                      <a:pt x="98" y="175"/>
                    </a:lnTo>
                    <a:lnTo>
                      <a:pt x="79" y="181"/>
                    </a:lnTo>
                    <a:lnTo>
                      <a:pt x="60" y="186"/>
                    </a:lnTo>
                    <a:lnTo>
                      <a:pt x="39" y="191"/>
                    </a:lnTo>
                    <a:lnTo>
                      <a:pt x="20" y="195"/>
                    </a:lnTo>
                    <a:lnTo>
                      <a:pt x="0" y="198"/>
                    </a:lnTo>
                    <a:lnTo>
                      <a:pt x="2" y="209"/>
                    </a:lnTo>
                    <a:lnTo>
                      <a:pt x="22" y="207"/>
                    </a:lnTo>
                    <a:lnTo>
                      <a:pt x="42" y="203"/>
                    </a:lnTo>
                    <a:lnTo>
                      <a:pt x="62" y="199"/>
                    </a:lnTo>
                    <a:lnTo>
                      <a:pt x="83" y="193"/>
                    </a:lnTo>
                    <a:lnTo>
                      <a:pt x="102" y="186"/>
                    </a:lnTo>
                    <a:lnTo>
                      <a:pt x="121" y="179"/>
                    </a:lnTo>
                    <a:lnTo>
                      <a:pt x="141" y="170"/>
                    </a:lnTo>
                    <a:lnTo>
                      <a:pt x="158" y="159"/>
                    </a:lnTo>
                    <a:lnTo>
                      <a:pt x="173" y="146"/>
                    </a:lnTo>
                    <a:lnTo>
                      <a:pt x="187" y="132"/>
                    </a:lnTo>
                    <a:lnTo>
                      <a:pt x="199" y="116"/>
                    </a:lnTo>
                    <a:lnTo>
                      <a:pt x="209" y="97"/>
                    </a:lnTo>
                    <a:lnTo>
                      <a:pt x="215" y="77"/>
                    </a:lnTo>
                    <a:lnTo>
                      <a:pt x="218" y="53"/>
                    </a:lnTo>
                    <a:lnTo>
                      <a:pt x="218" y="28"/>
                    </a:lnTo>
                    <a:lnTo>
                      <a:pt x="215" y="0"/>
                    </a:lnTo>
                    <a:lnTo>
                      <a:pt x="203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207"/>
              <p:cNvSpPr>
                <a:spLocks/>
              </p:cNvSpPr>
              <p:nvPr/>
            </p:nvSpPr>
            <p:spPr bwMode="auto">
              <a:xfrm flipH="1">
                <a:off x="339" y="925"/>
                <a:ext cx="59" cy="70"/>
              </a:xfrm>
              <a:custGeom>
                <a:avLst/>
                <a:gdLst>
                  <a:gd name="T0" fmla="*/ 0 w 177"/>
                  <a:gd name="T1" fmla="*/ 11 h 208"/>
                  <a:gd name="T2" fmla="*/ 0 w 177"/>
                  <a:gd name="T3" fmla="*/ 11 h 208"/>
                  <a:gd name="T4" fmla="*/ 13 w 177"/>
                  <a:gd name="T5" fmla="*/ 18 h 208"/>
                  <a:gd name="T6" fmla="*/ 28 w 177"/>
                  <a:gd name="T7" fmla="*/ 26 h 208"/>
                  <a:gd name="T8" fmla="*/ 41 w 177"/>
                  <a:gd name="T9" fmla="*/ 34 h 208"/>
                  <a:gd name="T10" fmla="*/ 53 w 177"/>
                  <a:gd name="T11" fmla="*/ 44 h 208"/>
                  <a:gd name="T12" fmla="*/ 66 w 177"/>
                  <a:gd name="T13" fmla="*/ 56 h 208"/>
                  <a:gd name="T14" fmla="*/ 80 w 177"/>
                  <a:gd name="T15" fmla="*/ 67 h 208"/>
                  <a:gd name="T16" fmla="*/ 92 w 177"/>
                  <a:gd name="T17" fmla="*/ 80 h 208"/>
                  <a:gd name="T18" fmla="*/ 103 w 177"/>
                  <a:gd name="T19" fmla="*/ 94 h 208"/>
                  <a:gd name="T20" fmla="*/ 115 w 177"/>
                  <a:gd name="T21" fmla="*/ 107 h 208"/>
                  <a:gd name="T22" fmla="*/ 125 w 177"/>
                  <a:gd name="T23" fmla="*/ 121 h 208"/>
                  <a:gd name="T24" fmla="*/ 134 w 177"/>
                  <a:gd name="T25" fmla="*/ 135 h 208"/>
                  <a:gd name="T26" fmla="*/ 143 w 177"/>
                  <a:gd name="T27" fmla="*/ 150 h 208"/>
                  <a:gd name="T28" fmla="*/ 150 w 177"/>
                  <a:gd name="T29" fmla="*/ 164 h 208"/>
                  <a:gd name="T30" fmla="*/ 156 w 177"/>
                  <a:gd name="T31" fmla="*/ 179 h 208"/>
                  <a:gd name="T32" fmla="*/ 162 w 177"/>
                  <a:gd name="T33" fmla="*/ 194 h 208"/>
                  <a:gd name="T34" fmla="*/ 165 w 177"/>
                  <a:gd name="T35" fmla="*/ 208 h 208"/>
                  <a:gd name="T36" fmla="*/ 177 w 177"/>
                  <a:gd name="T37" fmla="*/ 205 h 208"/>
                  <a:gd name="T38" fmla="*/ 172 w 177"/>
                  <a:gd name="T39" fmla="*/ 190 h 208"/>
                  <a:gd name="T40" fmla="*/ 167 w 177"/>
                  <a:gd name="T41" fmla="*/ 175 h 208"/>
                  <a:gd name="T42" fmla="*/ 161 w 177"/>
                  <a:gd name="T43" fmla="*/ 159 h 208"/>
                  <a:gd name="T44" fmla="*/ 152 w 177"/>
                  <a:gd name="T45" fmla="*/ 144 h 208"/>
                  <a:gd name="T46" fmla="*/ 144 w 177"/>
                  <a:gd name="T47" fmla="*/ 129 h 208"/>
                  <a:gd name="T48" fmla="*/ 134 w 177"/>
                  <a:gd name="T49" fmla="*/ 114 h 208"/>
                  <a:gd name="T50" fmla="*/ 123 w 177"/>
                  <a:gd name="T51" fmla="*/ 100 h 208"/>
                  <a:gd name="T52" fmla="*/ 112 w 177"/>
                  <a:gd name="T53" fmla="*/ 86 h 208"/>
                  <a:gd name="T54" fmla="*/ 100 w 177"/>
                  <a:gd name="T55" fmla="*/ 72 h 208"/>
                  <a:gd name="T56" fmla="*/ 87 w 177"/>
                  <a:gd name="T57" fmla="*/ 60 h 208"/>
                  <a:gd name="T58" fmla="*/ 74 w 177"/>
                  <a:gd name="T59" fmla="*/ 47 h 208"/>
                  <a:gd name="T60" fmla="*/ 60 w 177"/>
                  <a:gd name="T61" fmla="*/ 36 h 208"/>
                  <a:gd name="T62" fmla="*/ 47 w 177"/>
                  <a:gd name="T63" fmla="*/ 26 h 208"/>
                  <a:gd name="T64" fmla="*/ 33 w 177"/>
                  <a:gd name="T65" fmla="*/ 16 h 208"/>
                  <a:gd name="T66" fmla="*/ 19 w 177"/>
                  <a:gd name="T67" fmla="*/ 8 h 208"/>
                  <a:gd name="T68" fmla="*/ 5 w 177"/>
                  <a:gd name="T69" fmla="*/ 0 h 208"/>
                  <a:gd name="T70" fmla="*/ 5 w 177"/>
                  <a:gd name="T71" fmla="*/ 0 h 208"/>
                  <a:gd name="T72" fmla="*/ 0 w 177"/>
                  <a:gd name="T73" fmla="*/ 11 h 2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7"/>
                  <a:gd name="T112" fmla="*/ 0 h 208"/>
                  <a:gd name="T113" fmla="*/ 177 w 177"/>
                  <a:gd name="T114" fmla="*/ 208 h 2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7" h="208">
                    <a:moveTo>
                      <a:pt x="0" y="11"/>
                    </a:moveTo>
                    <a:lnTo>
                      <a:pt x="0" y="11"/>
                    </a:lnTo>
                    <a:lnTo>
                      <a:pt x="13" y="18"/>
                    </a:lnTo>
                    <a:lnTo>
                      <a:pt x="28" y="26"/>
                    </a:lnTo>
                    <a:lnTo>
                      <a:pt x="41" y="34"/>
                    </a:lnTo>
                    <a:lnTo>
                      <a:pt x="53" y="44"/>
                    </a:lnTo>
                    <a:lnTo>
                      <a:pt x="66" y="56"/>
                    </a:lnTo>
                    <a:lnTo>
                      <a:pt x="80" y="67"/>
                    </a:lnTo>
                    <a:lnTo>
                      <a:pt x="92" y="80"/>
                    </a:lnTo>
                    <a:lnTo>
                      <a:pt x="103" y="94"/>
                    </a:lnTo>
                    <a:lnTo>
                      <a:pt x="115" y="107"/>
                    </a:lnTo>
                    <a:lnTo>
                      <a:pt x="125" y="121"/>
                    </a:lnTo>
                    <a:lnTo>
                      <a:pt x="134" y="135"/>
                    </a:lnTo>
                    <a:lnTo>
                      <a:pt x="143" y="150"/>
                    </a:lnTo>
                    <a:lnTo>
                      <a:pt x="150" y="164"/>
                    </a:lnTo>
                    <a:lnTo>
                      <a:pt x="156" y="179"/>
                    </a:lnTo>
                    <a:lnTo>
                      <a:pt x="162" y="194"/>
                    </a:lnTo>
                    <a:lnTo>
                      <a:pt x="165" y="208"/>
                    </a:lnTo>
                    <a:lnTo>
                      <a:pt x="177" y="205"/>
                    </a:lnTo>
                    <a:lnTo>
                      <a:pt x="172" y="190"/>
                    </a:lnTo>
                    <a:lnTo>
                      <a:pt x="167" y="175"/>
                    </a:lnTo>
                    <a:lnTo>
                      <a:pt x="161" y="159"/>
                    </a:lnTo>
                    <a:lnTo>
                      <a:pt x="152" y="144"/>
                    </a:lnTo>
                    <a:lnTo>
                      <a:pt x="144" y="129"/>
                    </a:lnTo>
                    <a:lnTo>
                      <a:pt x="134" y="114"/>
                    </a:lnTo>
                    <a:lnTo>
                      <a:pt x="123" y="100"/>
                    </a:lnTo>
                    <a:lnTo>
                      <a:pt x="112" y="86"/>
                    </a:lnTo>
                    <a:lnTo>
                      <a:pt x="100" y="72"/>
                    </a:lnTo>
                    <a:lnTo>
                      <a:pt x="87" y="60"/>
                    </a:lnTo>
                    <a:lnTo>
                      <a:pt x="74" y="47"/>
                    </a:lnTo>
                    <a:lnTo>
                      <a:pt x="60" y="36"/>
                    </a:lnTo>
                    <a:lnTo>
                      <a:pt x="47" y="26"/>
                    </a:lnTo>
                    <a:lnTo>
                      <a:pt x="33" y="16"/>
                    </a:lnTo>
                    <a:lnTo>
                      <a:pt x="19" y="8"/>
                    </a:lnTo>
                    <a:lnTo>
                      <a:pt x="5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208"/>
              <p:cNvSpPr>
                <a:spLocks/>
              </p:cNvSpPr>
              <p:nvPr/>
            </p:nvSpPr>
            <p:spPr bwMode="auto">
              <a:xfrm flipH="1">
                <a:off x="397" y="917"/>
                <a:ext cx="78" cy="12"/>
              </a:xfrm>
              <a:custGeom>
                <a:avLst/>
                <a:gdLst>
                  <a:gd name="T0" fmla="*/ 25 w 236"/>
                  <a:gd name="T1" fmla="*/ 2 h 36"/>
                  <a:gd name="T2" fmla="*/ 26 w 236"/>
                  <a:gd name="T3" fmla="*/ 13 h 36"/>
                  <a:gd name="T4" fmla="*/ 42 w 236"/>
                  <a:gd name="T5" fmla="*/ 13 h 36"/>
                  <a:gd name="T6" fmla="*/ 58 w 236"/>
                  <a:gd name="T7" fmla="*/ 12 h 36"/>
                  <a:gd name="T8" fmla="*/ 71 w 236"/>
                  <a:gd name="T9" fmla="*/ 12 h 36"/>
                  <a:gd name="T10" fmla="*/ 86 w 236"/>
                  <a:gd name="T11" fmla="*/ 12 h 36"/>
                  <a:gd name="T12" fmla="*/ 99 w 236"/>
                  <a:gd name="T13" fmla="*/ 12 h 36"/>
                  <a:gd name="T14" fmla="*/ 111 w 236"/>
                  <a:gd name="T15" fmla="*/ 12 h 36"/>
                  <a:gd name="T16" fmla="*/ 124 w 236"/>
                  <a:gd name="T17" fmla="*/ 12 h 36"/>
                  <a:gd name="T18" fmla="*/ 135 w 236"/>
                  <a:gd name="T19" fmla="*/ 13 h 36"/>
                  <a:gd name="T20" fmla="*/ 147 w 236"/>
                  <a:gd name="T21" fmla="*/ 14 h 36"/>
                  <a:gd name="T22" fmla="*/ 159 w 236"/>
                  <a:gd name="T23" fmla="*/ 15 h 36"/>
                  <a:gd name="T24" fmla="*/ 170 w 236"/>
                  <a:gd name="T25" fmla="*/ 17 h 36"/>
                  <a:gd name="T26" fmla="*/ 182 w 236"/>
                  <a:gd name="T27" fmla="*/ 19 h 36"/>
                  <a:gd name="T28" fmla="*/ 195 w 236"/>
                  <a:gd name="T29" fmla="*/ 23 h 36"/>
                  <a:gd name="T30" fmla="*/ 207 w 236"/>
                  <a:gd name="T31" fmla="*/ 25 h 36"/>
                  <a:gd name="T32" fmla="*/ 219 w 236"/>
                  <a:gd name="T33" fmla="*/ 31 h 36"/>
                  <a:gd name="T34" fmla="*/ 231 w 236"/>
                  <a:gd name="T35" fmla="*/ 36 h 36"/>
                  <a:gd name="T36" fmla="*/ 236 w 236"/>
                  <a:gd name="T37" fmla="*/ 25 h 36"/>
                  <a:gd name="T38" fmla="*/ 224 w 236"/>
                  <a:gd name="T39" fmla="*/ 19 h 36"/>
                  <a:gd name="T40" fmla="*/ 210 w 236"/>
                  <a:gd name="T41" fmla="*/ 15 h 36"/>
                  <a:gd name="T42" fmla="*/ 198 w 236"/>
                  <a:gd name="T43" fmla="*/ 10 h 36"/>
                  <a:gd name="T44" fmla="*/ 185 w 236"/>
                  <a:gd name="T45" fmla="*/ 8 h 36"/>
                  <a:gd name="T46" fmla="*/ 173 w 236"/>
                  <a:gd name="T47" fmla="*/ 5 h 36"/>
                  <a:gd name="T48" fmla="*/ 161 w 236"/>
                  <a:gd name="T49" fmla="*/ 3 h 36"/>
                  <a:gd name="T50" fmla="*/ 149 w 236"/>
                  <a:gd name="T51" fmla="*/ 2 h 36"/>
                  <a:gd name="T52" fmla="*/ 136 w 236"/>
                  <a:gd name="T53" fmla="*/ 2 h 36"/>
                  <a:gd name="T54" fmla="*/ 124 w 236"/>
                  <a:gd name="T55" fmla="*/ 0 h 36"/>
                  <a:gd name="T56" fmla="*/ 111 w 236"/>
                  <a:gd name="T57" fmla="*/ 0 h 36"/>
                  <a:gd name="T58" fmla="*/ 99 w 236"/>
                  <a:gd name="T59" fmla="*/ 0 h 36"/>
                  <a:gd name="T60" fmla="*/ 86 w 236"/>
                  <a:gd name="T61" fmla="*/ 0 h 36"/>
                  <a:gd name="T62" fmla="*/ 71 w 236"/>
                  <a:gd name="T63" fmla="*/ 0 h 36"/>
                  <a:gd name="T64" fmla="*/ 58 w 236"/>
                  <a:gd name="T65" fmla="*/ 0 h 36"/>
                  <a:gd name="T66" fmla="*/ 42 w 236"/>
                  <a:gd name="T67" fmla="*/ 0 h 36"/>
                  <a:gd name="T68" fmla="*/ 26 w 236"/>
                  <a:gd name="T69" fmla="*/ 0 h 36"/>
                  <a:gd name="T70" fmla="*/ 29 w 236"/>
                  <a:gd name="T71" fmla="*/ 12 h 36"/>
                  <a:gd name="T72" fmla="*/ 25 w 236"/>
                  <a:gd name="T73" fmla="*/ 2 h 36"/>
                  <a:gd name="T74" fmla="*/ 0 w 236"/>
                  <a:gd name="T75" fmla="*/ 13 h 36"/>
                  <a:gd name="T76" fmla="*/ 26 w 236"/>
                  <a:gd name="T77" fmla="*/ 13 h 36"/>
                  <a:gd name="T78" fmla="*/ 25 w 236"/>
                  <a:gd name="T79" fmla="*/ 2 h 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36"/>
                  <a:gd name="T121" fmla="*/ 0 h 36"/>
                  <a:gd name="T122" fmla="*/ 236 w 236"/>
                  <a:gd name="T123" fmla="*/ 36 h 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36" h="36">
                    <a:moveTo>
                      <a:pt x="25" y="2"/>
                    </a:moveTo>
                    <a:lnTo>
                      <a:pt x="26" y="13"/>
                    </a:lnTo>
                    <a:lnTo>
                      <a:pt x="42" y="13"/>
                    </a:lnTo>
                    <a:lnTo>
                      <a:pt x="58" y="12"/>
                    </a:lnTo>
                    <a:lnTo>
                      <a:pt x="71" y="12"/>
                    </a:lnTo>
                    <a:lnTo>
                      <a:pt x="86" y="12"/>
                    </a:lnTo>
                    <a:lnTo>
                      <a:pt x="99" y="12"/>
                    </a:lnTo>
                    <a:lnTo>
                      <a:pt x="111" y="12"/>
                    </a:lnTo>
                    <a:lnTo>
                      <a:pt x="124" y="12"/>
                    </a:lnTo>
                    <a:lnTo>
                      <a:pt x="135" y="13"/>
                    </a:lnTo>
                    <a:lnTo>
                      <a:pt x="147" y="14"/>
                    </a:lnTo>
                    <a:lnTo>
                      <a:pt x="159" y="15"/>
                    </a:lnTo>
                    <a:lnTo>
                      <a:pt x="170" y="17"/>
                    </a:lnTo>
                    <a:lnTo>
                      <a:pt x="182" y="19"/>
                    </a:lnTo>
                    <a:lnTo>
                      <a:pt x="195" y="23"/>
                    </a:lnTo>
                    <a:lnTo>
                      <a:pt x="207" y="25"/>
                    </a:lnTo>
                    <a:lnTo>
                      <a:pt x="219" y="31"/>
                    </a:lnTo>
                    <a:lnTo>
                      <a:pt x="231" y="36"/>
                    </a:lnTo>
                    <a:lnTo>
                      <a:pt x="236" y="25"/>
                    </a:lnTo>
                    <a:lnTo>
                      <a:pt x="224" y="19"/>
                    </a:lnTo>
                    <a:lnTo>
                      <a:pt x="210" y="15"/>
                    </a:lnTo>
                    <a:lnTo>
                      <a:pt x="198" y="10"/>
                    </a:lnTo>
                    <a:lnTo>
                      <a:pt x="185" y="8"/>
                    </a:lnTo>
                    <a:lnTo>
                      <a:pt x="173" y="5"/>
                    </a:lnTo>
                    <a:lnTo>
                      <a:pt x="161" y="3"/>
                    </a:lnTo>
                    <a:lnTo>
                      <a:pt x="149" y="2"/>
                    </a:lnTo>
                    <a:lnTo>
                      <a:pt x="136" y="2"/>
                    </a:lnTo>
                    <a:lnTo>
                      <a:pt x="124" y="0"/>
                    </a:lnTo>
                    <a:lnTo>
                      <a:pt x="111" y="0"/>
                    </a:lnTo>
                    <a:lnTo>
                      <a:pt x="99" y="0"/>
                    </a:lnTo>
                    <a:lnTo>
                      <a:pt x="86" y="0"/>
                    </a:lnTo>
                    <a:lnTo>
                      <a:pt x="71" y="0"/>
                    </a:lnTo>
                    <a:lnTo>
                      <a:pt x="58" y="0"/>
                    </a:lnTo>
                    <a:lnTo>
                      <a:pt x="42" y="0"/>
                    </a:lnTo>
                    <a:lnTo>
                      <a:pt x="26" y="0"/>
                    </a:lnTo>
                    <a:lnTo>
                      <a:pt x="29" y="12"/>
                    </a:lnTo>
                    <a:lnTo>
                      <a:pt x="25" y="2"/>
                    </a:lnTo>
                    <a:lnTo>
                      <a:pt x="0" y="13"/>
                    </a:lnTo>
                    <a:lnTo>
                      <a:pt x="26" y="13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209"/>
              <p:cNvSpPr>
                <a:spLocks/>
              </p:cNvSpPr>
              <p:nvPr/>
            </p:nvSpPr>
            <p:spPr bwMode="auto">
              <a:xfrm flipH="1">
                <a:off x="412" y="775"/>
                <a:ext cx="55" cy="146"/>
              </a:xfrm>
              <a:custGeom>
                <a:avLst/>
                <a:gdLst>
                  <a:gd name="T0" fmla="*/ 82 w 166"/>
                  <a:gd name="T1" fmla="*/ 8 h 437"/>
                  <a:gd name="T2" fmla="*/ 99 w 166"/>
                  <a:gd name="T3" fmla="*/ 27 h 437"/>
                  <a:gd name="T4" fmla="*/ 114 w 166"/>
                  <a:gd name="T5" fmla="*/ 47 h 437"/>
                  <a:gd name="T6" fmla="*/ 127 w 166"/>
                  <a:gd name="T7" fmla="*/ 71 h 437"/>
                  <a:gd name="T8" fmla="*/ 138 w 166"/>
                  <a:gd name="T9" fmla="*/ 97 h 437"/>
                  <a:gd name="T10" fmla="*/ 147 w 166"/>
                  <a:gd name="T11" fmla="*/ 125 h 437"/>
                  <a:gd name="T12" fmla="*/ 151 w 166"/>
                  <a:gd name="T13" fmla="*/ 154 h 437"/>
                  <a:gd name="T14" fmla="*/ 155 w 166"/>
                  <a:gd name="T15" fmla="*/ 184 h 437"/>
                  <a:gd name="T16" fmla="*/ 154 w 166"/>
                  <a:gd name="T17" fmla="*/ 215 h 437"/>
                  <a:gd name="T18" fmla="*/ 150 w 166"/>
                  <a:gd name="T19" fmla="*/ 246 h 437"/>
                  <a:gd name="T20" fmla="*/ 143 w 166"/>
                  <a:gd name="T21" fmla="*/ 276 h 437"/>
                  <a:gd name="T22" fmla="*/ 131 w 166"/>
                  <a:gd name="T23" fmla="*/ 306 h 437"/>
                  <a:gd name="T24" fmla="*/ 115 w 166"/>
                  <a:gd name="T25" fmla="*/ 334 h 437"/>
                  <a:gd name="T26" fmla="*/ 93 w 166"/>
                  <a:gd name="T27" fmla="*/ 360 h 437"/>
                  <a:gd name="T28" fmla="*/ 68 w 166"/>
                  <a:gd name="T29" fmla="*/ 384 h 437"/>
                  <a:gd name="T30" fmla="*/ 36 w 166"/>
                  <a:gd name="T31" fmla="*/ 406 h 437"/>
                  <a:gd name="T32" fmla="*/ 0 w 166"/>
                  <a:gd name="T33" fmla="*/ 427 h 437"/>
                  <a:gd name="T34" fmla="*/ 23 w 166"/>
                  <a:gd name="T35" fmla="*/ 428 h 437"/>
                  <a:gd name="T36" fmla="*/ 59 w 166"/>
                  <a:gd name="T37" fmla="*/ 406 h 437"/>
                  <a:gd name="T38" fmla="*/ 88 w 166"/>
                  <a:gd name="T39" fmla="*/ 381 h 437"/>
                  <a:gd name="T40" fmla="*/ 114 w 166"/>
                  <a:gd name="T41" fmla="*/ 355 h 437"/>
                  <a:gd name="T42" fmla="*/ 133 w 166"/>
                  <a:gd name="T43" fmla="*/ 325 h 437"/>
                  <a:gd name="T44" fmla="*/ 148 w 166"/>
                  <a:gd name="T45" fmla="*/ 295 h 437"/>
                  <a:gd name="T46" fmla="*/ 159 w 166"/>
                  <a:gd name="T47" fmla="*/ 263 h 437"/>
                  <a:gd name="T48" fmla="*/ 165 w 166"/>
                  <a:gd name="T49" fmla="*/ 232 h 437"/>
                  <a:gd name="T50" fmla="*/ 166 w 166"/>
                  <a:gd name="T51" fmla="*/ 200 h 437"/>
                  <a:gd name="T52" fmla="*/ 165 w 166"/>
                  <a:gd name="T53" fmla="*/ 169 h 437"/>
                  <a:gd name="T54" fmla="*/ 161 w 166"/>
                  <a:gd name="T55" fmla="*/ 137 h 437"/>
                  <a:gd name="T56" fmla="*/ 153 w 166"/>
                  <a:gd name="T57" fmla="*/ 107 h 437"/>
                  <a:gd name="T58" fmla="*/ 143 w 166"/>
                  <a:gd name="T59" fmla="*/ 78 h 437"/>
                  <a:gd name="T60" fmla="*/ 130 w 166"/>
                  <a:gd name="T61" fmla="*/ 53 h 437"/>
                  <a:gd name="T62" fmla="*/ 115 w 166"/>
                  <a:gd name="T63" fmla="*/ 29 h 437"/>
                  <a:gd name="T64" fmla="*/ 99 w 166"/>
                  <a:gd name="T65" fmla="*/ 9 h 437"/>
                  <a:gd name="T66" fmla="*/ 91 w 166"/>
                  <a:gd name="T67" fmla="*/ 0 h 4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6"/>
                  <a:gd name="T103" fmla="*/ 0 h 437"/>
                  <a:gd name="T104" fmla="*/ 166 w 166"/>
                  <a:gd name="T105" fmla="*/ 437 h 43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6" h="437">
                    <a:moveTo>
                      <a:pt x="82" y="8"/>
                    </a:moveTo>
                    <a:lnTo>
                      <a:pt x="82" y="8"/>
                    </a:lnTo>
                    <a:lnTo>
                      <a:pt x="91" y="17"/>
                    </a:lnTo>
                    <a:lnTo>
                      <a:pt x="99" y="27"/>
                    </a:lnTo>
                    <a:lnTo>
                      <a:pt x="107" y="37"/>
                    </a:lnTo>
                    <a:lnTo>
                      <a:pt x="114" y="47"/>
                    </a:lnTo>
                    <a:lnTo>
                      <a:pt x="120" y="58"/>
                    </a:lnTo>
                    <a:lnTo>
                      <a:pt x="127" y="71"/>
                    </a:lnTo>
                    <a:lnTo>
                      <a:pt x="132" y="83"/>
                    </a:lnTo>
                    <a:lnTo>
                      <a:pt x="138" y="97"/>
                    </a:lnTo>
                    <a:lnTo>
                      <a:pt x="142" y="111"/>
                    </a:lnTo>
                    <a:lnTo>
                      <a:pt x="147" y="125"/>
                    </a:lnTo>
                    <a:lnTo>
                      <a:pt x="149" y="140"/>
                    </a:lnTo>
                    <a:lnTo>
                      <a:pt x="151" y="154"/>
                    </a:lnTo>
                    <a:lnTo>
                      <a:pt x="154" y="169"/>
                    </a:lnTo>
                    <a:lnTo>
                      <a:pt x="155" y="184"/>
                    </a:lnTo>
                    <a:lnTo>
                      <a:pt x="155" y="200"/>
                    </a:lnTo>
                    <a:lnTo>
                      <a:pt x="154" y="215"/>
                    </a:lnTo>
                    <a:lnTo>
                      <a:pt x="153" y="231"/>
                    </a:lnTo>
                    <a:lnTo>
                      <a:pt x="150" y="246"/>
                    </a:lnTo>
                    <a:lnTo>
                      <a:pt x="147" y="261"/>
                    </a:lnTo>
                    <a:lnTo>
                      <a:pt x="143" y="276"/>
                    </a:lnTo>
                    <a:lnTo>
                      <a:pt x="137" y="291"/>
                    </a:lnTo>
                    <a:lnTo>
                      <a:pt x="131" y="306"/>
                    </a:lnTo>
                    <a:lnTo>
                      <a:pt x="124" y="320"/>
                    </a:lnTo>
                    <a:lnTo>
                      <a:pt x="115" y="334"/>
                    </a:lnTo>
                    <a:lnTo>
                      <a:pt x="105" y="347"/>
                    </a:lnTo>
                    <a:lnTo>
                      <a:pt x="93" y="360"/>
                    </a:lnTo>
                    <a:lnTo>
                      <a:pt x="81" y="373"/>
                    </a:lnTo>
                    <a:lnTo>
                      <a:pt x="68" y="384"/>
                    </a:lnTo>
                    <a:lnTo>
                      <a:pt x="53" y="396"/>
                    </a:lnTo>
                    <a:lnTo>
                      <a:pt x="36" y="406"/>
                    </a:lnTo>
                    <a:lnTo>
                      <a:pt x="18" y="418"/>
                    </a:lnTo>
                    <a:lnTo>
                      <a:pt x="0" y="427"/>
                    </a:lnTo>
                    <a:lnTo>
                      <a:pt x="4" y="437"/>
                    </a:lnTo>
                    <a:lnTo>
                      <a:pt x="23" y="428"/>
                    </a:lnTo>
                    <a:lnTo>
                      <a:pt x="42" y="417"/>
                    </a:lnTo>
                    <a:lnTo>
                      <a:pt x="59" y="406"/>
                    </a:lnTo>
                    <a:lnTo>
                      <a:pt x="75" y="394"/>
                    </a:lnTo>
                    <a:lnTo>
                      <a:pt x="88" y="381"/>
                    </a:lnTo>
                    <a:lnTo>
                      <a:pt x="102" y="369"/>
                    </a:lnTo>
                    <a:lnTo>
                      <a:pt x="114" y="355"/>
                    </a:lnTo>
                    <a:lnTo>
                      <a:pt x="124" y="340"/>
                    </a:lnTo>
                    <a:lnTo>
                      <a:pt x="133" y="325"/>
                    </a:lnTo>
                    <a:lnTo>
                      <a:pt x="142" y="311"/>
                    </a:lnTo>
                    <a:lnTo>
                      <a:pt x="148" y="295"/>
                    </a:lnTo>
                    <a:lnTo>
                      <a:pt x="154" y="280"/>
                    </a:lnTo>
                    <a:lnTo>
                      <a:pt x="159" y="263"/>
                    </a:lnTo>
                    <a:lnTo>
                      <a:pt x="161" y="248"/>
                    </a:lnTo>
                    <a:lnTo>
                      <a:pt x="165" y="232"/>
                    </a:lnTo>
                    <a:lnTo>
                      <a:pt x="166" y="215"/>
                    </a:lnTo>
                    <a:lnTo>
                      <a:pt x="166" y="200"/>
                    </a:lnTo>
                    <a:lnTo>
                      <a:pt x="166" y="184"/>
                    </a:lnTo>
                    <a:lnTo>
                      <a:pt x="165" y="169"/>
                    </a:lnTo>
                    <a:lnTo>
                      <a:pt x="164" y="153"/>
                    </a:lnTo>
                    <a:lnTo>
                      <a:pt x="161" y="137"/>
                    </a:lnTo>
                    <a:lnTo>
                      <a:pt x="156" y="121"/>
                    </a:lnTo>
                    <a:lnTo>
                      <a:pt x="153" y="107"/>
                    </a:lnTo>
                    <a:lnTo>
                      <a:pt x="148" y="92"/>
                    </a:lnTo>
                    <a:lnTo>
                      <a:pt x="143" y="78"/>
                    </a:lnTo>
                    <a:lnTo>
                      <a:pt x="137" y="66"/>
                    </a:lnTo>
                    <a:lnTo>
                      <a:pt x="130" y="53"/>
                    </a:lnTo>
                    <a:lnTo>
                      <a:pt x="124" y="41"/>
                    </a:lnTo>
                    <a:lnTo>
                      <a:pt x="115" y="29"/>
                    </a:lnTo>
                    <a:lnTo>
                      <a:pt x="108" y="19"/>
                    </a:lnTo>
                    <a:lnTo>
                      <a:pt x="99" y="9"/>
                    </a:lnTo>
                    <a:lnTo>
                      <a:pt x="91" y="0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210"/>
              <p:cNvSpPr>
                <a:spLocks/>
              </p:cNvSpPr>
              <p:nvPr/>
            </p:nvSpPr>
            <p:spPr bwMode="auto">
              <a:xfrm flipH="1">
                <a:off x="437" y="752"/>
                <a:ext cx="111" cy="26"/>
              </a:xfrm>
              <a:custGeom>
                <a:avLst/>
                <a:gdLst>
                  <a:gd name="T0" fmla="*/ 8 w 334"/>
                  <a:gd name="T1" fmla="*/ 72 h 78"/>
                  <a:gd name="T2" fmla="*/ 26 w 334"/>
                  <a:gd name="T3" fmla="*/ 54 h 78"/>
                  <a:gd name="T4" fmla="*/ 46 w 334"/>
                  <a:gd name="T5" fmla="*/ 39 h 78"/>
                  <a:gd name="T6" fmla="*/ 66 w 334"/>
                  <a:gd name="T7" fmla="*/ 28 h 78"/>
                  <a:gd name="T8" fmla="*/ 89 w 334"/>
                  <a:gd name="T9" fmla="*/ 20 h 78"/>
                  <a:gd name="T10" fmla="*/ 111 w 334"/>
                  <a:gd name="T11" fmla="*/ 15 h 78"/>
                  <a:gd name="T12" fmla="*/ 134 w 334"/>
                  <a:gd name="T13" fmla="*/ 13 h 78"/>
                  <a:gd name="T14" fmla="*/ 157 w 334"/>
                  <a:gd name="T15" fmla="*/ 11 h 78"/>
                  <a:gd name="T16" fmla="*/ 180 w 334"/>
                  <a:gd name="T17" fmla="*/ 14 h 78"/>
                  <a:gd name="T18" fmla="*/ 203 w 334"/>
                  <a:gd name="T19" fmla="*/ 18 h 78"/>
                  <a:gd name="T20" fmla="*/ 225 w 334"/>
                  <a:gd name="T21" fmla="*/ 23 h 78"/>
                  <a:gd name="T22" fmla="*/ 246 w 334"/>
                  <a:gd name="T23" fmla="*/ 30 h 78"/>
                  <a:gd name="T24" fmla="*/ 265 w 334"/>
                  <a:gd name="T25" fmla="*/ 39 h 78"/>
                  <a:gd name="T26" fmla="*/ 284 w 334"/>
                  <a:gd name="T27" fmla="*/ 48 h 78"/>
                  <a:gd name="T28" fmla="*/ 300 w 334"/>
                  <a:gd name="T29" fmla="*/ 58 h 78"/>
                  <a:gd name="T30" fmla="*/ 315 w 334"/>
                  <a:gd name="T31" fmla="*/ 68 h 78"/>
                  <a:gd name="T32" fmla="*/ 325 w 334"/>
                  <a:gd name="T33" fmla="*/ 78 h 78"/>
                  <a:gd name="T34" fmla="*/ 328 w 334"/>
                  <a:gd name="T35" fmla="*/ 64 h 78"/>
                  <a:gd name="T36" fmla="*/ 313 w 334"/>
                  <a:gd name="T37" fmla="*/ 53 h 78"/>
                  <a:gd name="T38" fmla="*/ 298 w 334"/>
                  <a:gd name="T39" fmla="*/ 43 h 78"/>
                  <a:gd name="T40" fmla="*/ 279 w 334"/>
                  <a:gd name="T41" fmla="*/ 33 h 78"/>
                  <a:gd name="T42" fmla="*/ 260 w 334"/>
                  <a:gd name="T43" fmla="*/ 24 h 78"/>
                  <a:gd name="T44" fmla="*/ 238 w 334"/>
                  <a:gd name="T45" fmla="*/ 15 h 78"/>
                  <a:gd name="T46" fmla="*/ 216 w 334"/>
                  <a:gd name="T47" fmla="*/ 9 h 78"/>
                  <a:gd name="T48" fmla="*/ 193 w 334"/>
                  <a:gd name="T49" fmla="*/ 4 h 78"/>
                  <a:gd name="T50" fmla="*/ 169 w 334"/>
                  <a:gd name="T51" fmla="*/ 1 h 78"/>
                  <a:gd name="T52" fmla="*/ 146 w 334"/>
                  <a:gd name="T53" fmla="*/ 0 h 78"/>
                  <a:gd name="T54" fmla="*/ 122 w 334"/>
                  <a:gd name="T55" fmla="*/ 1 h 78"/>
                  <a:gd name="T56" fmla="*/ 98 w 334"/>
                  <a:gd name="T57" fmla="*/ 5 h 78"/>
                  <a:gd name="T58" fmla="*/ 74 w 334"/>
                  <a:gd name="T59" fmla="*/ 13 h 78"/>
                  <a:gd name="T60" fmla="*/ 52 w 334"/>
                  <a:gd name="T61" fmla="*/ 23 h 78"/>
                  <a:gd name="T62" fmla="*/ 30 w 334"/>
                  <a:gd name="T63" fmla="*/ 37 h 78"/>
                  <a:gd name="T64" fmla="*/ 9 w 334"/>
                  <a:gd name="T65" fmla="*/ 54 h 78"/>
                  <a:gd name="T66" fmla="*/ 0 w 334"/>
                  <a:gd name="T67" fmla="*/ 64 h 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4"/>
                  <a:gd name="T103" fmla="*/ 0 h 78"/>
                  <a:gd name="T104" fmla="*/ 334 w 334"/>
                  <a:gd name="T105" fmla="*/ 78 h 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4" h="78">
                    <a:moveTo>
                      <a:pt x="9" y="72"/>
                    </a:moveTo>
                    <a:lnTo>
                      <a:pt x="8" y="72"/>
                    </a:lnTo>
                    <a:lnTo>
                      <a:pt x="18" y="62"/>
                    </a:lnTo>
                    <a:lnTo>
                      <a:pt x="26" y="54"/>
                    </a:lnTo>
                    <a:lnTo>
                      <a:pt x="36" y="45"/>
                    </a:lnTo>
                    <a:lnTo>
                      <a:pt x="46" y="39"/>
                    </a:lnTo>
                    <a:lnTo>
                      <a:pt x="57" y="33"/>
                    </a:lnTo>
                    <a:lnTo>
                      <a:pt x="66" y="28"/>
                    </a:lnTo>
                    <a:lnTo>
                      <a:pt x="78" y="24"/>
                    </a:lnTo>
                    <a:lnTo>
                      <a:pt x="89" y="20"/>
                    </a:lnTo>
                    <a:lnTo>
                      <a:pt x="100" y="18"/>
                    </a:lnTo>
                    <a:lnTo>
                      <a:pt x="111" y="15"/>
                    </a:lnTo>
                    <a:lnTo>
                      <a:pt x="122" y="13"/>
                    </a:lnTo>
                    <a:lnTo>
                      <a:pt x="134" y="13"/>
                    </a:lnTo>
                    <a:lnTo>
                      <a:pt x="146" y="11"/>
                    </a:lnTo>
                    <a:lnTo>
                      <a:pt x="157" y="11"/>
                    </a:lnTo>
                    <a:lnTo>
                      <a:pt x="169" y="13"/>
                    </a:lnTo>
                    <a:lnTo>
                      <a:pt x="180" y="14"/>
                    </a:lnTo>
                    <a:lnTo>
                      <a:pt x="192" y="15"/>
                    </a:lnTo>
                    <a:lnTo>
                      <a:pt x="203" y="18"/>
                    </a:lnTo>
                    <a:lnTo>
                      <a:pt x="214" y="20"/>
                    </a:lnTo>
                    <a:lnTo>
                      <a:pt x="225" y="23"/>
                    </a:lnTo>
                    <a:lnTo>
                      <a:pt x="236" y="26"/>
                    </a:lnTo>
                    <a:lnTo>
                      <a:pt x="246" y="30"/>
                    </a:lnTo>
                    <a:lnTo>
                      <a:pt x="255" y="34"/>
                    </a:lnTo>
                    <a:lnTo>
                      <a:pt x="265" y="39"/>
                    </a:lnTo>
                    <a:lnTo>
                      <a:pt x="275" y="43"/>
                    </a:lnTo>
                    <a:lnTo>
                      <a:pt x="284" y="48"/>
                    </a:lnTo>
                    <a:lnTo>
                      <a:pt x="292" y="53"/>
                    </a:lnTo>
                    <a:lnTo>
                      <a:pt x="300" y="58"/>
                    </a:lnTo>
                    <a:lnTo>
                      <a:pt x="307" y="63"/>
                    </a:lnTo>
                    <a:lnTo>
                      <a:pt x="315" y="68"/>
                    </a:lnTo>
                    <a:lnTo>
                      <a:pt x="321" y="73"/>
                    </a:lnTo>
                    <a:lnTo>
                      <a:pt x="325" y="78"/>
                    </a:lnTo>
                    <a:lnTo>
                      <a:pt x="334" y="70"/>
                    </a:lnTo>
                    <a:lnTo>
                      <a:pt x="328" y="64"/>
                    </a:lnTo>
                    <a:lnTo>
                      <a:pt x="321" y="59"/>
                    </a:lnTo>
                    <a:lnTo>
                      <a:pt x="313" y="53"/>
                    </a:lnTo>
                    <a:lnTo>
                      <a:pt x="306" y="48"/>
                    </a:lnTo>
                    <a:lnTo>
                      <a:pt x="298" y="43"/>
                    </a:lnTo>
                    <a:lnTo>
                      <a:pt x="289" y="38"/>
                    </a:lnTo>
                    <a:lnTo>
                      <a:pt x="279" y="33"/>
                    </a:lnTo>
                    <a:lnTo>
                      <a:pt x="270" y="28"/>
                    </a:lnTo>
                    <a:lnTo>
                      <a:pt x="260" y="24"/>
                    </a:lnTo>
                    <a:lnTo>
                      <a:pt x="249" y="19"/>
                    </a:lnTo>
                    <a:lnTo>
                      <a:pt x="238" y="15"/>
                    </a:lnTo>
                    <a:lnTo>
                      <a:pt x="227" y="13"/>
                    </a:lnTo>
                    <a:lnTo>
                      <a:pt x="216" y="9"/>
                    </a:lnTo>
                    <a:lnTo>
                      <a:pt x="206" y="6"/>
                    </a:lnTo>
                    <a:lnTo>
                      <a:pt x="193" y="4"/>
                    </a:lnTo>
                    <a:lnTo>
                      <a:pt x="181" y="3"/>
                    </a:lnTo>
                    <a:lnTo>
                      <a:pt x="169" y="1"/>
                    </a:lnTo>
                    <a:lnTo>
                      <a:pt x="157" y="0"/>
                    </a:lnTo>
                    <a:lnTo>
                      <a:pt x="146" y="0"/>
                    </a:lnTo>
                    <a:lnTo>
                      <a:pt x="134" y="0"/>
                    </a:lnTo>
                    <a:lnTo>
                      <a:pt x="122" y="1"/>
                    </a:lnTo>
                    <a:lnTo>
                      <a:pt x="110" y="3"/>
                    </a:lnTo>
                    <a:lnTo>
                      <a:pt x="98" y="5"/>
                    </a:lnTo>
                    <a:lnTo>
                      <a:pt x="86" y="9"/>
                    </a:lnTo>
                    <a:lnTo>
                      <a:pt x="74" y="13"/>
                    </a:lnTo>
                    <a:lnTo>
                      <a:pt x="63" y="18"/>
                    </a:lnTo>
                    <a:lnTo>
                      <a:pt x="52" y="23"/>
                    </a:lnTo>
                    <a:lnTo>
                      <a:pt x="41" y="29"/>
                    </a:lnTo>
                    <a:lnTo>
                      <a:pt x="30" y="37"/>
                    </a:lnTo>
                    <a:lnTo>
                      <a:pt x="19" y="44"/>
                    </a:lnTo>
                    <a:lnTo>
                      <a:pt x="9" y="54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9" y="7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211"/>
              <p:cNvSpPr>
                <a:spLocks/>
              </p:cNvSpPr>
              <p:nvPr/>
            </p:nvSpPr>
            <p:spPr bwMode="auto">
              <a:xfrm flipH="1">
                <a:off x="545" y="773"/>
                <a:ext cx="32" cy="66"/>
              </a:xfrm>
              <a:custGeom>
                <a:avLst/>
                <a:gdLst>
                  <a:gd name="T0" fmla="*/ 0 w 95"/>
                  <a:gd name="T1" fmla="*/ 147 h 198"/>
                  <a:gd name="T2" fmla="*/ 11 w 95"/>
                  <a:gd name="T3" fmla="*/ 149 h 198"/>
                  <a:gd name="T4" fmla="*/ 12 w 95"/>
                  <a:gd name="T5" fmla="*/ 143 h 198"/>
                  <a:gd name="T6" fmla="*/ 14 w 95"/>
                  <a:gd name="T7" fmla="*/ 137 h 198"/>
                  <a:gd name="T8" fmla="*/ 17 w 95"/>
                  <a:gd name="T9" fmla="*/ 130 h 198"/>
                  <a:gd name="T10" fmla="*/ 22 w 95"/>
                  <a:gd name="T11" fmla="*/ 121 h 198"/>
                  <a:gd name="T12" fmla="*/ 28 w 95"/>
                  <a:gd name="T13" fmla="*/ 111 h 198"/>
                  <a:gd name="T14" fmla="*/ 34 w 95"/>
                  <a:gd name="T15" fmla="*/ 101 h 198"/>
                  <a:gd name="T16" fmla="*/ 40 w 95"/>
                  <a:gd name="T17" fmla="*/ 89 h 198"/>
                  <a:gd name="T18" fmla="*/ 47 w 95"/>
                  <a:gd name="T19" fmla="*/ 78 h 198"/>
                  <a:gd name="T20" fmla="*/ 53 w 95"/>
                  <a:gd name="T21" fmla="*/ 67 h 198"/>
                  <a:gd name="T22" fmla="*/ 60 w 95"/>
                  <a:gd name="T23" fmla="*/ 57 h 198"/>
                  <a:gd name="T24" fmla="*/ 68 w 95"/>
                  <a:gd name="T25" fmla="*/ 45 h 198"/>
                  <a:gd name="T26" fmla="*/ 74 w 95"/>
                  <a:gd name="T27" fmla="*/ 35 h 198"/>
                  <a:gd name="T28" fmla="*/ 80 w 95"/>
                  <a:gd name="T29" fmla="*/ 27 h 198"/>
                  <a:gd name="T30" fmla="*/ 86 w 95"/>
                  <a:gd name="T31" fmla="*/ 19 h 198"/>
                  <a:gd name="T32" fmla="*/ 91 w 95"/>
                  <a:gd name="T33" fmla="*/ 13 h 198"/>
                  <a:gd name="T34" fmla="*/ 95 w 95"/>
                  <a:gd name="T35" fmla="*/ 8 h 198"/>
                  <a:gd name="T36" fmla="*/ 86 w 95"/>
                  <a:gd name="T37" fmla="*/ 0 h 198"/>
                  <a:gd name="T38" fmla="*/ 82 w 95"/>
                  <a:gd name="T39" fmla="*/ 5 h 198"/>
                  <a:gd name="T40" fmla="*/ 77 w 95"/>
                  <a:gd name="T41" fmla="*/ 12 h 198"/>
                  <a:gd name="T42" fmla="*/ 71 w 95"/>
                  <a:gd name="T43" fmla="*/ 20 h 198"/>
                  <a:gd name="T44" fmla="*/ 65 w 95"/>
                  <a:gd name="T45" fmla="*/ 29 h 198"/>
                  <a:gd name="T46" fmla="*/ 58 w 95"/>
                  <a:gd name="T47" fmla="*/ 39 h 198"/>
                  <a:gd name="T48" fmla="*/ 51 w 95"/>
                  <a:gd name="T49" fmla="*/ 49 h 198"/>
                  <a:gd name="T50" fmla="*/ 43 w 95"/>
                  <a:gd name="T51" fmla="*/ 61 h 198"/>
                  <a:gd name="T52" fmla="*/ 37 w 95"/>
                  <a:gd name="T53" fmla="*/ 72 h 198"/>
                  <a:gd name="T54" fmla="*/ 30 w 95"/>
                  <a:gd name="T55" fmla="*/ 83 h 198"/>
                  <a:gd name="T56" fmla="*/ 24 w 95"/>
                  <a:gd name="T57" fmla="*/ 94 h 198"/>
                  <a:gd name="T58" fmla="*/ 18 w 95"/>
                  <a:gd name="T59" fmla="*/ 105 h 198"/>
                  <a:gd name="T60" fmla="*/ 12 w 95"/>
                  <a:gd name="T61" fmla="*/ 115 h 198"/>
                  <a:gd name="T62" fmla="*/ 7 w 95"/>
                  <a:gd name="T63" fmla="*/ 125 h 198"/>
                  <a:gd name="T64" fmla="*/ 3 w 95"/>
                  <a:gd name="T65" fmla="*/ 132 h 198"/>
                  <a:gd name="T66" fmla="*/ 1 w 95"/>
                  <a:gd name="T67" fmla="*/ 140 h 198"/>
                  <a:gd name="T68" fmla="*/ 0 w 95"/>
                  <a:gd name="T69" fmla="*/ 146 h 198"/>
                  <a:gd name="T70" fmla="*/ 11 w 95"/>
                  <a:gd name="T71" fmla="*/ 147 h 198"/>
                  <a:gd name="T72" fmla="*/ 0 w 95"/>
                  <a:gd name="T73" fmla="*/ 147 h 198"/>
                  <a:gd name="T74" fmla="*/ 2 w 95"/>
                  <a:gd name="T75" fmla="*/ 198 h 198"/>
                  <a:gd name="T76" fmla="*/ 11 w 95"/>
                  <a:gd name="T77" fmla="*/ 149 h 198"/>
                  <a:gd name="T78" fmla="*/ 0 w 95"/>
                  <a:gd name="T79" fmla="*/ 147 h 19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95"/>
                  <a:gd name="T121" fmla="*/ 0 h 198"/>
                  <a:gd name="T122" fmla="*/ 95 w 95"/>
                  <a:gd name="T123" fmla="*/ 198 h 19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95" h="198">
                    <a:moveTo>
                      <a:pt x="0" y="147"/>
                    </a:moveTo>
                    <a:lnTo>
                      <a:pt x="11" y="149"/>
                    </a:lnTo>
                    <a:lnTo>
                      <a:pt x="12" y="143"/>
                    </a:lnTo>
                    <a:lnTo>
                      <a:pt x="14" y="137"/>
                    </a:lnTo>
                    <a:lnTo>
                      <a:pt x="17" y="130"/>
                    </a:lnTo>
                    <a:lnTo>
                      <a:pt x="22" y="121"/>
                    </a:lnTo>
                    <a:lnTo>
                      <a:pt x="28" y="111"/>
                    </a:lnTo>
                    <a:lnTo>
                      <a:pt x="34" y="101"/>
                    </a:lnTo>
                    <a:lnTo>
                      <a:pt x="40" y="89"/>
                    </a:lnTo>
                    <a:lnTo>
                      <a:pt x="47" y="78"/>
                    </a:lnTo>
                    <a:lnTo>
                      <a:pt x="53" y="67"/>
                    </a:lnTo>
                    <a:lnTo>
                      <a:pt x="60" y="57"/>
                    </a:lnTo>
                    <a:lnTo>
                      <a:pt x="68" y="45"/>
                    </a:lnTo>
                    <a:lnTo>
                      <a:pt x="74" y="35"/>
                    </a:lnTo>
                    <a:lnTo>
                      <a:pt x="80" y="27"/>
                    </a:lnTo>
                    <a:lnTo>
                      <a:pt x="86" y="19"/>
                    </a:lnTo>
                    <a:lnTo>
                      <a:pt x="91" y="13"/>
                    </a:lnTo>
                    <a:lnTo>
                      <a:pt x="95" y="8"/>
                    </a:lnTo>
                    <a:lnTo>
                      <a:pt x="86" y="0"/>
                    </a:lnTo>
                    <a:lnTo>
                      <a:pt x="82" y="5"/>
                    </a:lnTo>
                    <a:lnTo>
                      <a:pt x="77" y="12"/>
                    </a:lnTo>
                    <a:lnTo>
                      <a:pt x="71" y="20"/>
                    </a:lnTo>
                    <a:lnTo>
                      <a:pt x="65" y="29"/>
                    </a:lnTo>
                    <a:lnTo>
                      <a:pt x="58" y="39"/>
                    </a:lnTo>
                    <a:lnTo>
                      <a:pt x="51" y="49"/>
                    </a:lnTo>
                    <a:lnTo>
                      <a:pt x="43" y="61"/>
                    </a:lnTo>
                    <a:lnTo>
                      <a:pt x="37" y="72"/>
                    </a:lnTo>
                    <a:lnTo>
                      <a:pt x="30" y="83"/>
                    </a:lnTo>
                    <a:lnTo>
                      <a:pt x="24" y="94"/>
                    </a:lnTo>
                    <a:lnTo>
                      <a:pt x="18" y="105"/>
                    </a:lnTo>
                    <a:lnTo>
                      <a:pt x="12" y="115"/>
                    </a:lnTo>
                    <a:lnTo>
                      <a:pt x="7" y="125"/>
                    </a:lnTo>
                    <a:lnTo>
                      <a:pt x="3" y="132"/>
                    </a:lnTo>
                    <a:lnTo>
                      <a:pt x="1" y="140"/>
                    </a:lnTo>
                    <a:lnTo>
                      <a:pt x="0" y="146"/>
                    </a:lnTo>
                    <a:lnTo>
                      <a:pt x="11" y="147"/>
                    </a:lnTo>
                    <a:lnTo>
                      <a:pt x="0" y="147"/>
                    </a:lnTo>
                    <a:lnTo>
                      <a:pt x="2" y="198"/>
                    </a:lnTo>
                    <a:lnTo>
                      <a:pt x="11" y="149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212"/>
              <p:cNvSpPr>
                <a:spLocks/>
              </p:cNvSpPr>
              <p:nvPr/>
            </p:nvSpPr>
            <p:spPr bwMode="auto">
              <a:xfrm flipH="1">
                <a:off x="573" y="708"/>
                <a:ext cx="76" cy="114"/>
              </a:xfrm>
              <a:custGeom>
                <a:avLst/>
                <a:gdLst>
                  <a:gd name="T0" fmla="*/ 1 w 228"/>
                  <a:gd name="T1" fmla="*/ 13 h 342"/>
                  <a:gd name="T2" fmla="*/ 5 w 228"/>
                  <a:gd name="T3" fmla="*/ 12 h 342"/>
                  <a:gd name="T4" fmla="*/ 12 w 228"/>
                  <a:gd name="T5" fmla="*/ 12 h 342"/>
                  <a:gd name="T6" fmla="*/ 22 w 228"/>
                  <a:gd name="T7" fmla="*/ 12 h 342"/>
                  <a:gd name="T8" fmla="*/ 35 w 228"/>
                  <a:gd name="T9" fmla="*/ 13 h 342"/>
                  <a:gd name="T10" fmla="*/ 51 w 228"/>
                  <a:gd name="T11" fmla="*/ 17 h 342"/>
                  <a:gd name="T12" fmla="*/ 68 w 228"/>
                  <a:gd name="T13" fmla="*/ 22 h 342"/>
                  <a:gd name="T14" fmla="*/ 87 w 228"/>
                  <a:gd name="T15" fmla="*/ 29 h 342"/>
                  <a:gd name="T16" fmla="*/ 107 w 228"/>
                  <a:gd name="T17" fmla="*/ 42 h 342"/>
                  <a:gd name="T18" fmla="*/ 126 w 228"/>
                  <a:gd name="T19" fmla="*/ 58 h 342"/>
                  <a:gd name="T20" fmla="*/ 144 w 228"/>
                  <a:gd name="T21" fmla="*/ 80 h 342"/>
                  <a:gd name="T22" fmla="*/ 162 w 228"/>
                  <a:gd name="T23" fmla="*/ 105 h 342"/>
                  <a:gd name="T24" fmla="*/ 179 w 228"/>
                  <a:gd name="T25" fmla="*/ 137 h 342"/>
                  <a:gd name="T26" fmla="*/ 193 w 228"/>
                  <a:gd name="T27" fmla="*/ 176 h 342"/>
                  <a:gd name="T28" fmla="*/ 205 w 228"/>
                  <a:gd name="T29" fmla="*/ 224 h 342"/>
                  <a:gd name="T30" fmla="*/ 212 w 228"/>
                  <a:gd name="T31" fmla="*/ 278 h 342"/>
                  <a:gd name="T32" fmla="*/ 217 w 228"/>
                  <a:gd name="T33" fmla="*/ 342 h 342"/>
                  <a:gd name="T34" fmla="*/ 226 w 228"/>
                  <a:gd name="T35" fmla="*/ 308 h 342"/>
                  <a:gd name="T36" fmla="*/ 220 w 228"/>
                  <a:gd name="T37" fmla="*/ 248 h 342"/>
                  <a:gd name="T38" fmla="*/ 211 w 228"/>
                  <a:gd name="T39" fmla="*/ 196 h 342"/>
                  <a:gd name="T40" fmla="*/ 196 w 228"/>
                  <a:gd name="T41" fmla="*/ 152 h 342"/>
                  <a:gd name="T42" fmla="*/ 180 w 228"/>
                  <a:gd name="T43" fmla="*/ 116 h 342"/>
                  <a:gd name="T44" fmla="*/ 162 w 228"/>
                  <a:gd name="T45" fmla="*/ 85 h 342"/>
                  <a:gd name="T46" fmla="*/ 143 w 228"/>
                  <a:gd name="T47" fmla="*/ 59 h 342"/>
                  <a:gd name="T48" fmla="*/ 122 w 228"/>
                  <a:gd name="T49" fmla="*/ 41 h 342"/>
                  <a:gd name="T50" fmla="*/ 102 w 228"/>
                  <a:gd name="T51" fmla="*/ 25 h 342"/>
                  <a:gd name="T52" fmla="*/ 81 w 228"/>
                  <a:gd name="T53" fmla="*/ 14 h 342"/>
                  <a:gd name="T54" fmla="*/ 63 w 228"/>
                  <a:gd name="T55" fmla="*/ 8 h 342"/>
                  <a:gd name="T56" fmla="*/ 45 w 228"/>
                  <a:gd name="T57" fmla="*/ 3 h 342"/>
                  <a:gd name="T58" fmla="*/ 29 w 228"/>
                  <a:gd name="T59" fmla="*/ 0 h 342"/>
                  <a:gd name="T60" fmla="*/ 17 w 228"/>
                  <a:gd name="T61" fmla="*/ 0 h 342"/>
                  <a:gd name="T62" fmla="*/ 7 w 228"/>
                  <a:gd name="T63" fmla="*/ 0 h 342"/>
                  <a:gd name="T64" fmla="*/ 1 w 228"/>
                  <a:gd name="T65" fmla="*/ 0 h 342"/>
                  <a:gd name="T66" fmla="*/ 3 w 228"/>
                  <a:gd name="T67" fmla="*/ 0 h 3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28"/>
                  <a:gd name="T103" fmla="*/ 0 h 342"/>
                  <a:gd name="T104" fmla="*/ 228 w 228"/>
                  <a:gd name="T105" fmla="*/ 342 h 3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28" h="342">
                    <a:moveTo>
                      <a:pt x="0" y="13"/>
                    </a:moveTo>
                    <a:lnTo>
                      <a:pt x="1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2" y="12"/>
                    </a:lnTo>
                    <a:lnTo>
                      <a:pt x="28" y="13"/>
                    </a:lnTo>
                    <a:lnTo>
                      <a:pt x="35" y="13"/>
                    </a:lnTo>
                    <a:lnTo>
                      <a:pt x="42" y="14"/>
                    </a:lnTo>
                    <a:lnTo>
                      <a:pt x="51" y="17"/>
                    </a:lnTo>
                    <a:lnTo>
                      <a:pt x="59" y="18"/>
                    </a:lnTo>
                    <a:lnTo>
                      <a:pt x="68" y="22"/>
                    </a:lnTo>
                    <a:lnTo>
                      <a:pt x="78" y="25"/>
                    </a:lnTo>
                    <a:lnTo>
                      <a:pt x="87" y="29"/>
                    </a:lnTo>
                    <a:lnTo>
                      <a:pt x="97" y="36"/>
                    </a:lnTo>
                    <a:lnTo>
                      <a:pt x="107" y="42"/>
                    </a:lnTo>
                    <a:lnTo>
                      <a:pt x="115" y="49"/>
                    </a:lnTo>
                    <a:lnTo>
                      <a:pt x="126" y="58"/>
                    </a:lnTo>
                    <a:lnTo>
                      <a:pt x="134" y="68"/>
                    </a:lnTo>
                    <a:lnTo>
                      <a:pt x="144" y="80"/>
                    </a:lnTo>
                    <a:lnTo>
                      <a:pt x="154" y="91"/>
                    </a:lnTo>
                    <a:lnTo>
                      <a:pt x="162" y="105"/>
                    </a:lnTo>
                    <a:lnTo>
                      <a:pt x="171" y="121"/>
                    </a:lnTo>
                    <a:lnTo>
                      <a:pt x="179" y="137"/>
                    </a:lnTo>
                    <a:lnTo>
                      <a:pt x="187" y="156"/>
                    </a:lnTo>
                    <a:lnTo>
                      <a:pt x="193" y="176"/>
                    </a:lnTo>
                    <a:lnTo>
                      <a:pt x="199" y="199"/>
                    </a:lnTo>
                    <a:lnTo>
                      <a:pt x="205" y="224"/>
                    </a:lnTo>
                    <a:lnTo>
                      <a:pt x="208" y="251"/>
                    </a:lnTo>
                    <a:lnTo>
                      <a:pt x="212" y="278"/>
                    </a:lnTo>
                    <a:lnTo>
                      <a:pt x="214" y="310"/>
                    </a:lnTo>
                    <a:lnTo>
                      <a:pt x="217" y="342"/>
                    </a:lnTo>
                    <a:lnTo>
                      <a:pt x="228" y="342"/>
                    </a:lnTo>
                    <a:lnTo>
                      <a:pt x="226" y="308"/>
                    </a:lnTo>
                    <a:lnTo>
                      <a:pt x="224" y="277"/>
                    </a:lnTo>
                    <a:lnTo>
                      <a:pt x="220" y="248"/>
                    </a:lnTo>
                    <a:lnTo>
                      <a:pt x="216" y="222"/>
                    </a:lnTo>
                    <a:lnTo>
                      <a:pt x="211" y="196"/>
                    </a:lnTo>
                    <a:lnTo>
                      <a:pt x="203" y="174"/>
                    </a:lnTo>
                    <a:lnTo>
                      <a:pt x="196" y="152"/>
                    </a:lnTo>
                    <a:lnTo>
                      <a:pt x="189" y="132"/>
                    </a:lnTo>
                    <a:lnTo>
                      <a:pt x="180" y="116"/>
                    </a:lnTo>
                    <a:lnTo>
                      <a:pt x="172" y="100"/>
                    </a:lnTo>
                    <a:lnTo>
                      <a:pt x="162" y="85"/>
                    </a:lnTo>
                    <a:lnTo>
                      <a:pt x="154" y="72"/>
                    </a:lnTo>
                    <a:lnTo>
                      <a:pt x="143" y="59"/>
                    </a:lnTo>
                    <a:lnTo>
                      <a:pt x="133" y="49"/>
                    </a:lnTo>
                    <a:lnTo>
                      <a:pt x="122" y="41"/>
                    </a:lnTo>
                    <a:lnTo>
                      <a:pt x="113" y="32"/>
                    </a:lnTo>
                    <a:lnTo>
                      <a:pt x="102" y="25"/>
                    </a:lnTo>
                    <a:lnTo>
                      <a:pt x="92" y="19"/>
                    </a:lnTo>
                    <a:lnTo>
                      <a:pt x="81" y="14"/>
                    </a:lnTo>
                    <a:lnTo>
                      <a:pt x="73" y="10"/>
                    </a:lnTo>
                    <a:lnTo>
                      <a:pt x="63" y="8"/>
                    </a:lnTo>
                    <a:lnTo>
                      <a:pt x="53" y="5"/>
                    </a:lnTo>
                    <a:lnTo>
                      <a:pt x="45" y="3"/>
                    </a:lnTo>
                    <a:lnTo>
                      <a:pt x="36" y="2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213"/>
              <p:cNvSpPr>
                <a:spLocks/>
              </p:cNvSpPr>
              <p:nvPr/>
            </p:nvSpPr>
            <p:spPr bwMode="auto">
              <a:xfrm flipH="1">
                <a:off x="648" y="708"/>
                <a:ext cx="91" cy="110"/>
              </a:xfrm>
              <a:custGeom>
                <a:avLst/>
                <a:gdLst>
                  <a:gd name="T0" fmla="*/ 11 w 274"/>
                  <a:gd name="T1" fmla="*/ 307 h 329"/>
                  <a:gd name="T2" fmla="*/ 17 w 274"/>
                  <a:gd name="T3" fmla="*/ 288 h 329"/>
                  <a:gd name="T4" fmla="*/ 24 w 274"/>
                  <a:gd name="T5" fmla="*/ 265 h 329"/>
                  <a:gd name="T6" fmla="*/ 34 w 274"/>
                  <a:gd name="T7" fmla="*/ 241 h 329"/>
                  <a:gd name="T8" fmla="*/ 45 w 274"/>
                  <a:gd name="T9" fmla="*/ 218 h 329"/>
                  <a:gd name="T10" fmla="*/ 57 w 274"/>
                  <a:gd name="T11" fmla="*/ 191 h 329"/>
                  <a:gd name="T12" fmla="*/ 70 w 274"/>
                  <a:gd name="T13" fmla="*/ 165 h 329"/>
                  <a:gd name="T14" fmla="*/ 86 w 274"/>
                  <a:gd name="T15" fmla="*/ 138 h 329"/>
                  <a:gd name="T16" fmla="*/ 102 w 274"/>
                  <a:gd name="T17" fmla="*/ 114 h 329"/>
                  <a:gd name="T18" fmla="*/ 120 w 274"/>
                  <a:gd name="T19" fmla="*/ 91 h 329"/>
                  <a:gd name="T20" fmla="*/ 139 w 274"/>
                  <a:gd name="T21" fmla="*/ 69 h 329"/>
                  <a:gd name="T22" fmla="*/ 159 w 274"/>
                  <a:gd name="T23" fmla="*/ 50 h 329"/>
                  <a:gd name="T24" fmla="*/ 179 w 274"/>
                  <a:gd name="T25" fmla="*/ 34 h 329"/>
                  <a:gd name="T26" fmla="*/ 201 w 274"/>
                  <a:gd name="T27" fmla="*/ 23 h 329"/>
                  <a:gd name="T28" fmla="*/ 224 w 274"/>
                  <a:gd name="T29" fmla="*/ 14 h 329"/>
                  <a:gd name="T30" fmla="*/ 247 w 274"/>
                  <a:gd name="T31" fmla="*/ 11 h 329"/>
                  <a:gd name="T32" fmla="*/ 271 w 274"/>
                  <a:gd name="T33" fmla="*/ 14 h 329"/>
                  <a:gd name="T34" fmla="*/ 260 w 274"/>
                  <a:gd name="T35" fmla="*/ 0 h 329"/>
                  <a:gd name="T36" fmla="*/ 234 w 274"/>
                  <a:gd name="T37" fmla="*/ 0 h 329"/>
                  <a:gd name="T38" fmla="*/ 209 w 274"/>
                  <a:gd name="T39" fmla="*/ 6 h 329"/>
                  <a:gd name="T40" fmla="*/ 185 w 274"/>
                  <a:gd name="T41" fmla="*/ 18 h 329"/>
                  <a:gd name="T42" fmla="*/ 162 w 274"/>
                  <a:gd name="T43" fmla="*/ 32 h 329"/>
                  <a:gd name="T44" fmla="*/ 142 w 274"/>
                  <a:gd name="T45" fmla="*/ 50 h 329"/>
                  <a:gd name="T46" fmla="*/ 121 w 274"/>
                  <a:gd name="T47" fmla="*/ 72 h 329"/>
                  <a:gd name="T48" fmla="*/ 102 w 274"/>
                  <a:gd name="T49" fmla="*/ 94 h 329"/>
                  <a:gd name="T50" fmla="*/ 83 w 274"/>
                  <a:gd name="T51" fmla="*/ 120 h 329"/>
                  <a:gd name="T52" fmla="*/ 68 w 274"/>
                  <a:gd name="T53" fmla="*/ 146 h 329"/>
                  <a:gd name="T54" fmla="*/ 53 w 274"/>
                  <a:gd name="T55" fmla="*/ 172 h 329"/>
                  <a:gd name="T56" fmla="*/ 40 w 274"/>
                  <a:gd name="T57" fmla="*/ 199 h 329"/>
                  <a:gd name="T58" fmla="*/ 29 w 274"/>
                  <a:gd name="T59" fmla="*/ 225 h 329"/>
                  <a:gd name="T60" fmla="*/ 18 w 274"/>
                  <a:gd name="T61" fmla="*/ 250 h 329"/>
                  <a:gd name="T62" fmla="*/ 10 w 274"/>
                  <a:gd name="T63" fmla="*/ 273 h 329"/>
                  <a:gd name="T64" fmla="*/ 4 w 274"/>
                  <a:gd name="T65" fmla="*/ 294 h 329"/>
                  <a:gd name="T66" fmla="*/ 12 w 274"/>
                  <a:gd name="T67" fmla="*/ 304 h 329"/>
                  <a:gd name="T68" fmla="*/ 5 w 274"/>
                  <a:gd name="T69" fmla="*/ 329 h 329"/>
                  <a:gd name="T70" fmla="*/ 0 w 274"/>
                  <a:gd name="T71" fmla="*/ 307 h 3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74"/>
                  <a:gd name="T109" fmla="*/ 0 h 329"/>
                  <a:gd name="T110" fmla="*/ 274 w 274"/>
                  <a:gd name="T111" fmla="*/ 329 h 32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74" h="329">
                    <a:moveTo>
                      <a:pt x="0" y="307"/>
                    </a:moveTo>
                    <a:lnTo>
                      <a:pt x="11" y="307"/>
                    </a:lnTo>
                    <a:lnTo>
                      <a:pt x="14" y="298"/>
                    </a:lnTo>
                    <a:lnTo>
                      <a:pt x="17" y="288"/>
                    </a:lnTo>
                    <a:lnTo>
                      <a:pt x="21" y="277"/>
                    </a:lnTo>
                    <a:lnTo>
                      <a:pt x="24" y="265"/>
                    </a:lnTo>
                    <a:lnTo>
                      <a:pt x="29" y="254"/>
                    </a:lnTo>
                    <a:lnTo>
                      <a:pt x="34" y="241"/>
                    </a:lnTo>
                    <a:lnTo>
                      <a:pt x="39" y="230"/>
                    </a:lnTo>
                    <a:lnTo>
                      <a:pt x="45" y="218"/>
                    </a:lnTo>
                    <a:lnTo>
                      <a:pt x="51" y="204"/>
                    </a:lnTo>
                    <a:lnTo>
                      <a:pt x="57" y="191"/>
                    </a:lnTo>
                    <a:lnTo>
                      <a:pt x="63" y="179"/>
                    </a:lnTo>
                    <a:lnTo>
                      <a:pt x="70" y="165"/>
                    </a:lnTo>
                    <a:lnTo>
                      <a:pt x="77" y="152"/>
                    </a:lnTo>
                    <a:lnTo>
                      <a:pt x="86" y="138"/>
                    </a:lnTo>
                    <a:lnTo>
                      <a:pt x="93" y="126"/>
                    </a:lnTo>
                    <a:lnTo>
                      <a:pt x="102" y="114"/>
                    </a:lnTo>
                    <a:lnTo>
                      <a:pt x="110" y="102"/>
                    </a:lnTo>
                    <a:lnTo>
                      <a:pt x="120" y="91"/>
                    </a:lnTo>
                    <a:lnTo>
                      <a:pt x="128" y="79"/>
                    </a:lnTo>
                    <a:lnTo>
                      <a:pt x="139" y="69"/>
                    </a:lnTo>
                    <a:lnTo>
                      <a:pt x="149" y="59"/>
                    </a:lnTo>
                    <a:lnTo>
                      <a:pt x="159" y="50"/>
                    </a:lnTo>
                    <a:lnTo>
                      <a:pt x="169" y="42"/>
                    </a:lnTo>
                    <a:lnTo>
                      <a:pt x="179" y="34"/>
                    </a:lnTo>
                    <a:lnTo>
                      <a:pt x="190" y="28"/>
                    </a:lnTo>
                    <a:lnTo>
                      <a:pt x="201" y="23"/>
                    </a:lnTo>
                    <a:lnTo>
                      <a:pt x="213" y="18"/>
                    </a:lnTo>
                    <a:lnTo>
                      <a:pt x="224" y="14"/>
                    </a:lnTo>
                    <a:lnTo>
                      <a:pt x="236" y="13"/>
                    </a:lnTo>
                    <a:lnTo>
                      <a:pt x="247" y="11"/>
                    </a:lnTo>
                    <a:lnTo>
                      <a:pt x="259" y="11"/>
                    </a:lnTo>
                    <a:lnTo>
                      <a:pt x="271" y="14"/>
                    </a:lnTo>
                    <a:lnTo>
                      <a:pt x="274" y="1"/>
                    </a:lnTo>
                    <a:lnTo>
                      <a:pt x="260" y="0"/>
                    </a:lnTo>
                    <a:lnTo>
                      <a:pt x="247" y="0"/>
                    </a:lnTo>
                    <a:lnTo>
                      <a:pt x="234" y="0"/>
                    </a:lnTo>
                    <a:lnTo>
                      <a:pt x="221" y="3"/>
                    </a:lnTo>
                    <a:lnTo>
                      <a:pt x="209" y="6"/>
                    </a:lnTo>
                    <a:lnTo>
                      <a:pt x="197" y="11"/>
                    </a:lnTo>
                    <a:lnTo>
                      <a:pt x="185" y="18"/>
                    </a:lnTo>
                    <a:lnTo>
                      <a:pt x="174" y="24"/>
                    </a:lnTo>
                    <a:lnTo>
                      <a:pt x="162" y="32"/>
                    </a:lnTo>
                    <a:lnTo>
                      <a:pt x="151" y="40"/>
                    </a:lnTo>
                    <a:lnTo>
                      <a:pt x="142" y="50"/>
                    </a:lnTo>
                    <a:lnTo>
                      <a:pt x="131" y="60"/>
                    </a:lnTo>
                    <a:lnTo>
                      <a:pt x="121" y="72"/>
                    </a:lnTo>
                    <a:lnTo>
                      <a:pt x="111" y="83"/>
                    </a:lnTo>
                    <a:lnTo>
                      <a:pt x="102" y="94"/>
                    </a:lnTo>
                    <a:lnTo>
                      <a:pt x="93" y="107"/>
                    </a:lnTo>
                    <a:lnTo>
                      <a:pt x="83" y="120"/>
                    </a:lnTo>
                    <a:lnTo>
                      <a:pt x="76" y="133"/>
                    </a:lnTo>
                    <a:lnTo>
                      <a:pt x="68" y="146"/>
                    </a:lnTo>
                    <a:lnTo>
                      <a:pt x="60" y="158"/>
                    </a:lnTo>
                    <a:lnTo>
                      <a:pt x="53" y="172"/>
                    </a:lnTo>
                    <a:lnTo>
                      <a:pt x="47" y="186"/>
                    </a:lnTo>
                    <a:lnTo>
                      <a:pt x="40" y="199"/>
                    </a:lnTo>
                    <a:lnTo>
                      <a:pt x="34" y="213"/>
                    </a:lnTo>
                    <a:lnTo>
                      <a:pt x="29" y="225"/>
                    </a:lnTo>
                    <a:lnTo>
                      <a:pt x="23" y="238"/>
                    </a:lnTo>
                    <a:lnTo>
                      <a:pt x="18" y="250"/>
                    </a:lnTo>
                    <a:lnTo>
                      <a:pt x="14" y="262"/>
                    </a:lnTo>
                    <a:lnTo>
                      <a:pt x="10" y="273"/>
                    </a:lnTo>
                    <a:lnTo>
                      <a:pt x="6" y="284"/>
                    </a:lnTo>
                    <a:lnTo>
                      <a:pt x="4" y="294"/>
                    </a:lnTo>
                    <a:lnTo>
                      <a:pt x="1" y="303"/>
                    </a:lnTo>
                    <a:lnTo>
                      <a:pt x="12" y="304"/>
                    </a:lnTo>
                    <a:lnTo>
                      <a:pt x="0" y="307"/>
                    </a:lnTo>
                    <a:lnTo>
                      <a:pt x="5" y="329"/>
                    </a:lnTo>
                    <a:lnTo>
                      <a:pt x="11" y="307"/>
                    </a:lnTo>
                    <a:lnTo>
                      <a:pt x="0" y="30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214"/>
              <p:cNvSpPr>
                <a:spLocks/>
              </p:cNvSpPr>
              <p:nvPr/>
            </p:nvSpPr>
            <p:spPr bwMode="auto">
              <a:xfrm flipH="1">
                <a:off x="735" y="707"/>
                <a:ext cx="94" cy="103"/>
              </a:xfrm>
              <a:custGeom>
                <a:avLst/>
                <a:gdLst>
                  <a:gd name="T0" fmla="*/ 1 w 282"/>
                  <a:gd name="T1" fmla="*/ 12 h 309"/>
                  <a:gd name="T2" fmla="*/ 41 w 282"/>
                  <a:gd name="T3" fmla="*/ 13 h 309"/>
                  <a:gd name="T4" fmla="*/ 77 w 282"/>
                  <a:gd name="T5" fmla="*/ 20 h 309"/>
                  <a:gd name="T6" fmla="*/ 109 w 282"/>
                  <a:gd name="T7" fmla="*/ 30 h 309"/>
                  <a:gd name="T8" fmla="*/ 137 w 282"/>
                  <a:gd name="T9" fmla="*/ 44 h 309"/>
                  <a:gd name="T10" fmla="*/ 161 w 282"/>
                  <a:gd name="T11" fmla="*/ 61 h 309"/>
                  <a:gd name="T12" fmla="*/ 183 w 282"/>
                  <a:gd name="T13" fmla="*/ 83 h 309"/>
                  <a:gd name="T14" fmla="*/ 201 w 282"/>
                  <a:gd name="T15" fmla="*/ 105 h 309"/>
                  <a:gd name="T16" fmla="*/ 215 w 282"/>
                  <a:gd name="T17" fmla="*/ 129 h 309"/>
                  <a:gd name="T18" fmla="*/ 229 w 282"/>
                  <a:gd name="T19" fmla="*/ 154 h 309"/>
                  <a:gd name="T20" fmla="*/ 240 w 282"/>
                  <a:gd name="T21" fmla="*/ 181 h 309"/>
                  <a:gd name="T22" fmla="*/ 248 w 282"/>
                  <a:gd name="T23" fmla="*/ 206 h 309"/>
                  <a:gd name="T24" fmla="*/ 254 w 282"/>
                  <a:gd name="T25" fmla="*/ 230 h 309"/>
                  <a:gd name="T26" fmla="*/ 260 w 282"/>
                  <a:gd name="T27" fmla="*/ 254 h 309"/>
                  <a:gd name="T28" fmla="*/ 264 w 282"/>
                  <a:gd name="T29" fmla="*/ 275 h 309"/>
                  <a:gd name="T30" fmla="*/ 268 w 282"/>
                  <a:gd name="T31" fmla="*/ 292 h 309"/>
                  <a:gd name="T32" fmla="*/ 270 w 282"/>
                  <a:gd name="T33" fmla="*/ 309 h 309"/>
                  <a:gd name="T34" fmla="*/ 281 w 282"/>
                  <a:gd name="T35" fmla="*/ 299 h 309"/>
                  <a:gd name="T36" fmla="*/ 277 w 282"/>
                  <a:gd name="T37" fmla="*/ 282 h 309"/>
                  <a:gd name="T38" fmla="*/ 274 w 282"/>
                  <a:gd name="T39" fmla="*/ 261 h 309"/>
                  <a:gd name="T40" fmla="*/ 269 w 282"/>
                  <a:gd name="T41" fmla="*/ 240 h 309"/>
                  <a:gd name="T42" fmla="*/ 263 w 282"/>
                  <a:gd name="T43" fmla="*/ 215 h 309"/>
                  <a:gd name="T44" fmla="*/ 254 w 282"/>
                  <a:gd name="T45" fmla="*/ 189 h 309"/>
                  <a:gd name="T46" fmla="*/ 245 w 282"/>
                  <a:gd name="T47" fmla="*/ 163 h 309"/>
                  <a:gd name="T48" fmla="*/ 232 w 282"/>
                  <a:gd name="T49" fmla="*/ 137 h 309"/>
                  <a:gd name="T50" fmla="*/ 218 w 282"/>
                  <a:gd name="T51" fmla="*/ 110 h 309"/>
                  <a:gd name="T52" fmla="*/ 201 w 282"/>
                  <a:gd name="T53" fmla="*/ 86 h 309"/>
                  <a:gd name="T54" fmla="*/ 180 w 282"/>
                  <a:gd name="T55" fmla="*/ 62 h 309"/>
                  <a:gd name="T56" fmla="*/ 156 w 282"/>
                  <a:gd name="T57" fmla="*/ 44 h 309"/>
                  <a:gd name="T58" fmla="*/ 128 w 282"/>
                  <a:gd name="T59" fmla="*/ 26 h 309"/>
                  <a:gd name="T60" fmla="*/ 97 w 282"/>
                  <a:gd name="T61" fmla="*/ 12 h 309"/>
                  <a:gd name="T62" fmla="*/ 62 w 282"/>
                  <a:gd name="T63" fmla="*/ 3 h 309"/>
                  <a:gd name="T64" fmla="*/ 22 w 282"/>
                  <a:gd name="T65" fmla="*/ 0 h 309"/>
                  <a:gd name="T66" fmla="*/ 0 w 282"/>
                  <a:gd name="T67" fmla="*/ 1 h 30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309"/>
                  <a:gd name="T104" fmla="*/ 282 w 282"/>
                  <a:gd name="T105" fmla="*/ 309 h 30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309">
                    <a:moveTo>
                      <a:pt x="1" y="12"/>
                    </a:moveTo>
                    <a:lnTo>
                      <a:pt x="1" y="12"/>
                    </a:lnTo>
                    <a:lnTo>
                      <a:pt x="22" y="12"/>
                    </a:lnTo>
                    <a:lnTo>
                      <a:pt x="41" y="13"/>
                    </a:lnTo>
                    <a:lnTo>
                      <a:pt x="59" y="16"/>
                    </a:lnTo>
                    <a:lnTo>
                      <a:pt x="77" y="20"/>
                    </a:lnTo>
                    <a:lnTo>
                      <a:pt x="93" y="23"/>
                    </a:lnTo>
                    <a:lnTo>
                      <a:pt x="109" y="30"/>
                    </a:lnTo>
                    <a:lnTo>
                      <a:pt x="123" y="36"/>
                    </a:lnTo>
                    <a:lnTo>
                      <a:pt x="137" y="44"/>
                    </a:lnTo>
                    <a:lnTo>
                      <a:pt x="150" y="52"/>
                    </a:lnTo>
                    <a:lnTo>
                      <a:pt x="161" y="61"/>
                    </a:lnTo>
                    <a:lnTo>
                      <a:pt x="172" y="71"/>
                    </a:lnTo>
                    <a:lnTo>
                      <a:pt x="183" y="83"/>
                    </a:lnTo>
                    <a:lnTo>
                      <a:pt x="192" y="94"/>
                    </a:lnTo>
                    <a:lnTo>
                      <a:pt x="201" y="105"/>
                    </a:lnTo>
                    <a:lnTo>
                      <a:pt x="208" y="118"/>
                    </a:lnTo>
                    <a:lnTo>
                      <a:pt x="215" y="129"/>
                    </a:lnTo>
                    <a:lnTo>
                      <a:pt x="223" y="142"/>
                    </a:lnTo>
                    <a:lnTo>
                      <a:pt x="229" y="154"/>
                    </a:lnTo>
                    <a:lnTo>
                      <a:pt x="235" y="167"/>
                    </a:lnTo>
                    <a:lnTo>
                      <a:pt x="240" y="181"/>
                    </a:lnTo>
                    <a:lnTo>
                      <a:pt x="245" y="193"/>
                    </a:lnTo>
                    <a:lnTo>
                      <a:pt x="248" y="206"/>
                    </a:lnTo>
                    <a:lnTo>
                      <a:pt x="252" y="218"/>
                    </a:lnTo>
                    <a:lnTo>
                      <a:pt x="254" y="230"/>
                    </a:lnTo>
                    <a:lnTo>
                      <a:pt x="258" y="242"/>
                    </a:lnTo>
                    <a:lnTo>
                      <a:pt x="260" y="254"/>
                    </a:lnTo>
                    <a:lnTo>
                      <a:pt x="263" y="264"/>
                    </a:lnTo>
                    <a:lnTo>
                      <a:pt x="264" y="275"/>
                    </a:lnTo>
                    <a:lnTo>
                      <a:pt x="266" y="284"/>
                    </a:lnTo>
                    <a:lnTo>
                      <a:pt x="268" y="292"/>
                    </a:lnTo>
                    <a:lnTo>
                      <a:pt x="269" y="301"/>
                    </a:lnTo>
                    <a:lnTo>
                      <a:pt x="270" y="309"/>
                    </a:lnTo>
                    <a:lnTo>
                      <a:pt x="282" y="306"/>
                    </a:lnTo>
                    <a:lnTo>
                      <a:pt x="281" y="299"/>
                    </a:lnTo>
                    <a:lnTo>
                      <a:pt x="278" y="291"/>
                    </a:lnTo>
                    <a:lnTo>
                      <a:pt x="277" y="282"/>
                    </a:lnTo>
                    <a:lnTo>
                      <a:pt x="276" y="272"/>
                    </a:lnTo>
                    <a:lnTo>
                      <a:pt x="274" y="261"/>
                    </a:lnTo>
                    <a:lnTo>
                      <a:pt x="271" y="251"/>
                    </a:lnTo>
                    <a:lnTo>
                      <a:pt x="269" y="240"/>
                    </a:lnTo>
                    <a:lnTo>
                      <a:pt x="266" y="227"/>
                    </a:lnTo>
                    <a:lnTo>
                      <a:pt x="263" y="215"/>
                    </a:lnTo>
                    <a:lnTo>
                      <a:pt x="259" y="202"/>
                    </a:lnTo>
                    <a:lnTo>
                      <a:pt x="254" y="189"/>
                    </a:lnTo>
                    <a:lnTo>
                      <a:pt x="249" y="176"/>
                    </a:lnTo>
                    <a:lnTo>
                      <a:pt x="245" y="163"/>
                    </a:lnTo>
                    <a:lnTo>
                      <a:pt x="240" y="149"/>
                    </a:lnTo>
                    <a:lnTo>
                      <a:pt x="232" y="137"/>
                    </a:lnTo>
                    <a:lnTo>
                      <a:pt x="225" y="123"/>
                    </a:lnTo>
                    <a:lnTo>
                      <a:pt x="218" y="110"/>
                    </a:lnTo>
                    <a:lnTo>
                      <a:pt x="209" y="98"/>
                    </a:lnTo>
                    <a:lnTo>
                      <a:pt x="201" y="86"/>
                    </a:lnTo>
                    <a:lnTo>
                      <a:pt x="191" y="74"/>
                    </a:lnTo>
                    <a:lnTo>
                      <a:pt x="180" y="62"/>
                    </a:lnTo>
                    <a:lnTo>
                      <a:pt x="168" y="52"/>
                    </a:lnTo>
                    <a:lnTo>
                      <a:pt x="156" y="44"/>
                    </a:lnTo>
                    <a:lnTo>
                      <a:pt x="143" y="34"/>
                    </a:lnTo>
                    <a:lnTo>
                      <a:pt x="128" y="26"/>
                    </a:lnTo>
                    <a:lnTo>
                      <a:pt x="114" y="18"/>
                    </a:lnTo>
                    <a:lnTo>
                      <a:pt x="97" y="12"/>
                    </a:lnTo>
                    <a:lnTo>
                      <a:pt x="80" y="7"/>
                    </a:lnTo>
                    <a:lnTo>
                      <a:pt x="62" y="3"/>
                    </a:lnTo>
                    <a:lnTo>
                      <a:pt x="42" y="1"/>
                    </a:lnTo>
                    <a:lnTo>
                      <a:pt x="22" y="0"/>
                    </a:lnTo>
                    <a:lnTo>
                      <a:pt x="0" y="1"/>
                    </a:ln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9" name="Freeform 215"/>
              <p:cNvSpPr>
                <a:spLocks/>
              </p:cNvSpPr>
              <p:nvPr/>
            </p:nvSpPr>
            <p:spPr bwMode="auto">
              <a:xfrm flipH="1">
                <a:off x="829" y="708"/>
                <a:ext cx="64" cy="108"/>
              </a:xfrm>
              <a:custGeom>
                <a:avLst/>
                <a:gdLst>
                  <a:gd name="T0" fmla="*/ 14 w 193"/>
                  <a:gd name="T1" fmla="*/ 305 h 325"/>
                  <a:gd name="T2" fmla="*/ 13 w 193"/>
                  <a:gd name="T3" fmla="*/ 290 h 325"/>
                  <a:gd name="T4" fmla="*/ 12 w 193"/>
                  <a:gd name="T5" fmla="*/ 273 h 325"/>
                  <a:gd name="T6" fmla="*/ 12 w 193"/>
                  <a:gd name="T7" fmla="*/ 253 h 325"/>
                  <a:gd name="T8" fmla="*/ 10 w 193"/>
                  <a:gd name="T9" fmla="*/ 230 h 325"/>
                  <a:gd name="T10" fmla="*/ 12 w 193"/>
                  <a:gd name="T11" fmla="*/ 207 h 325"/>
                  <a:gd name="T12" fmla="*/ 14 w 193"/>
                  <a:gd name="T13" fmla="*/ 183 h 325"/>
                  <a:gd name="T14" fmla="*/ 19 w 193"/>
                  <a:gd name="T15" fmla="*/ 158 h 325"/>
                  <a:gd name="T16" fmla="*/ 25 w 193"/>
                  <a:gd name="T17" fmla="*/ 134 h 325"/>
                  <a:gd name="T18" fmla="*/ 33 w 193"/>
                  <a:gd name="T19" fmla="*/ 112 h 325"/>
                  <a:gd name="T20" fmla="*/ 44 w 193"/>
                  <a:gd name="T21" fmla="*/ 89 h 325"/>
                  <a:gd name="T22" fmla="*/ 59 w 193"/>
                  <a:gd name="T23" fmla="*/ 69 h 325"/>
                  <a:gd name="T24" fmla="*/ 77 w 193"/>
                  <a:gd name="T25" fmla="*/ 51 h 325"/>
                  <a:gd name="T26" fmla="*/ 99 w 193"/>
                  <a:gd name="T27" fmla="*/ 36 h 325"/>
                  <a:gd name="T28" fmla="*/ 125 w 193"/>
                  <a:gd name="T29" fmla="*/ 24 h 325"/>
                  <a:gd name="T30" fmla="*/ 156 w 193"/>
                  <a:gd name="T31" fmla="*/ 15 h 325"/>
                  <a:gd name="T32" fmla="*/ 193 w 193"/>
                  <a:gd name="T33" fmla="*/ 11 h 325"/>
                  <a:gd name="T34" fmla="*/ 173 w 193"/>
                  <a:gd name="T35" fmla="*/ 1 h 325"/>
                  <a:gd name="T36" fmla="*/ 136 w 193"/>
                  <a:gd name="T37" fmla="*/ 7 h 325"/>
                  <a:gd name="T38" fmla="*/ 106 w 193"/>
                  <a:gd name="T39" fmla="*/ 19 h 325"/>
                  <a:gd name="T40" fmla="*/ 81 w 193"/>
                  <a:gd name="T41" fmla="*/ 34 h 325"/>
                  <a:gd name="T42" fmla="*/ 59 w 193"/>
                  <a:gd name="T43" fmla="*/ 51 h 325"/>
                  <a:gd name="T44" fmla="*/ 42 w 193"/>
                  <a:gd name="T45" fmla="*/ 73 h 325"/>
                  <a:gd name="T46" fmla="*/ 29 w 193"/>
                  <a:gd name="T47" fmla="*/ 94 h 325"/>
                  <a:gd name="T48" fmla="*/ 18 w 193"/>
                  <a:gd name="T49" fmla="*/ 119 h 325"/>
                  <a:gd name="T50" fmla="*/ 10 w 193"/>
                  <a:gd name="T51" fmla="*/ 143 h 325"/>
                  <a:gd name="T52" fmla="*/ 4 w 193"/>
                  <a:gd name="T53" fmla="*/ 170 h 325"/>
                  <a:gd name="T54" fmla="*/ 2 w 193"/>
                  <a:gd name="T55" fmla="*/ 195 h 325"/>
                  <a:gd name="T56" fmla="*/ 0 w 193"/>
                  <a:gd name="T57" fmla="*/ 219 h 325"/>
                  <a:gd name="T58" fmla="*/ 0 w 193"/>
                  <a:gd name="T59" fmla="*/ 241 h 325"/>
                  <a:gd name="T60" fmla="*/ 1 w 193"/>
                  <a:gd name="T61" fmla="*/ 264 h 325"/>
                  <a:gd name="T62" fmla="*/ 1 w 193"/>
                  <a:gd name="T63" fmla="*/ 283 h 325"/>
                  <a:gd name="T64" fmla="*/ 2 w 193"/>
                  <a:gd name="T65" fmla="*/ 299 h 325"/>
                  <a:gd name="T66" fmla="*/ 13 w 193"/>
                  <a:gd name="T67" fmla="*/ 303 h 325"/>
                  <a:gd name="T68" fmla="*/ 14 w 193"/>
                  <a:gd name="T69" fmla="*/ 325 h 325"/>
                  <a:gd name="T70" fmla="*/ 3 w 193"/>
                  <a:gd name="T71" fmla="*/ 309 h 3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93"/>
                  <a:gd name="T109" fmla="*/ 0 h 325"/>
                  <a:gd name="T110" fmla="*/ 193 w 193"/>
                  <a:gd name="T111" fmla="*/ 325 h 32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93" h="325">
                    <a:moveTo>
                      <a:pt x="3" y="309"/>
                    </a:moveTo>
                    <a:lnTo>
                      <a:pt x="14" y="305"/>
                    </a:lnTo>
                    <a:lnTo>
                      <a:pt x="13" y="299"/>
                    </a:lnTo>
                    <a:lnTo>
                      <a:pt x="13" y="290"/>
                    </a:lnTo>
                    <a:lnTo>
                      <a:pt x="13" y="281"/>
                    </a:lnTo>
                    <a:lnTo>
                      <a:pt x="12" y="273"/>
                    </a:lnTo>
                    <a:lnTo>
                      <a:pt x="12" y="263"/>
                    </a:lnTo>
                    <a:lnTo>
                      <a:pt x="12" y="253"/>
                    </a:lnTo>
                    <a:lnTo>
                      <a:pt x="10" y="241"/>
                    </a:lnTo>
                    <a:lnTo>
                      <a:pt x="10" y="230"/>
                    </a:lnTo>
                    <a:lnTo>
                      <a:pt x="12" y="219"/>
                    </a:lnTo>
                    <a:lnTo>
                      <a:pt x="12" y="207"/>
                    </a:lnTo>
                    <a:lnTo>
                      <a:pt x="13" y="195"/>
                    </a:lnTo>
                    <a:lnTo>
                      <a:pt x="14" y="183"/>
                    </a:lnTo>
                    <a:lnTo>
                      <a:pt x="16" y="171"/>
                    </a:lnTo>
                    <a:lnTo>
                      <a:pt x="19" y="158"/>
                    </a:lnTo>
                    <a:lnTo>
                      <a:pt x="21" y="147"/>
                    </a:lnTo>
                    <a:lnTo>
                      <a:pt x="25" y="134"/>
                    </a:lnTo>
                    <a:lnTo>
                      <a:pt x="29" y="123"/>
                    </a:lnTo>
                    <a:lnTo>
                      <a:pt x="33" y="112"/>
                    </a:lnTo>
                    <a:lnTo>
                      <a:pt x="38" y="100"/>
                    </a:lnTo>
                    <a:lnTo>
                      <a:pt x="44" y="89"/>
                    </a:lnTo>
                    <a:lnTo>
                      <a:pt x="52" y="79"/>
                    </a:lnTo>
                    <a:lnTo>
                      <a:pt x="59" y="69"/>
                    </a:lnTo>
                    <a:lnTo>
                      <a:pt x="67" y="60"/>
                    </a:lnTo>
                    <a:lnTo>
                      <a:pt x="77" y="51"/>
                    </a:lnTo>
                    <a:lnTo>
                      <a:pt x="87" y="44"/>
                    </a:lnTo>
                    <a:lnTo>
                      <a:pt x="99" y="36"/>
                    </a:lnTo>
                    <a:lnTo>
                      <a:pt x="111" y="30"/>
                    </a:lnTo>
                    <a:lnTo>
                      <a:pt x="125" y="24"/>
                    </a:lnTo>
                    <a:lnTo>
                      <a:pt x="140" y="19"/>
                    </a:lnTo>
                    <a:lnTo>
                      <a:pt x="156" y="15"/>
                    </a:lnTo>
                    <a:lnTo>
                      <a:pt x="174" y="12"/>
                    </a:lnTo>
                    <a:lnTo>
                      <a:pt x="193" y="11"/>
                    </a:lnTo>
                    <a:lnTo>
                      <a:pt x="192" y="0"/>
                    </a:lnTo>
                    <a:lnTo>
                      <a:pt x="173" y="1"/>
                    </a:lnTo>
                    <a:lnTo>
                      <a:pt x="154" y="4"/>
                    </a:lnTo>
                    <a:lnTo>
                      <a:pt x="136" y="7"/>
                    </a:lnTo>
                    <a:lnTo>
                      <a:pt x="121" y="12"/>
                    </a:lnTo>
                    <a:lnTo>
                      <a:pt x="106" y="19"/>
                    </a:lnTo>
                    <a:lnTo>
                      <a:pt x="93" y="26"/>
                    </a:lnTo>
                    <a:lnTo>
                      <a:pt x="81" y="34"/>
                    </a:lnTo>
                    <a:lnTo>
                      <a:pt x="70" y="43"/>
                    </a:lnTo>
                    <a:lnTo>
                      <a:pt x="59" y="51"/>
                    </a:lnTo>
                    <a:lnTo>
                      <a:pt x="50" y="61"/>
                    </a:lnTo>
                    <a:lnTo>
                      <a:pt x="42" y="73"/>
                    </a:lnTo>
                    <a:lnTo>
                      <a:pt x="35" y="84"/>
                    </a:lnTo>
                    <a:lnTo>
                      <a:pt x="29" y="94"/>
                    </a:lnTo>
                    <a:lnTo>
                      <a:pt x="23" y="107"/>
                    </a:lnTo>
                    <a:lnTo>
                      <a:pt x="18" y="119"/>
                    </a:lnTo>
                    <a:lnTo>
                      <a:pt x="14" y="132"/>
                    </a:lnTo>
                    <a:lnTo>
                      <a:pt x="10" y="143"/>
                    </a:lnTo>
                    <a:lnTo>
                      <a:pt x="7" y="156"/>
                    </a:lnTo>
                    <a:lnTo>
                      <a:pt x="4" y="170"/>
                    </a:lnTo>
                    <a:lnTo>
                      <a:pt x="3" y="182"/>
                    </a:lnTo>
                    <a:lnTo>
                      <a:pt x="2" y="195"/>
                    </a:lnTo>
                    <a:lnTo>
                      <a:pt x="1" y="206"/>
                    </a:lnTo>
                    <a:lnTo>
                      <a:pt x="0" y="219"/>
                    </a:lnTo>
                    <a:lnTo>
                      <a:pt x="0" y="230"/>
                    </a:lnTo>
                    <a:lnTo>
                      <a:pt x="0" y="241"/>
                    </a:lnTo>
                    <a:lnTo>
                      <a:pt x="0" y="253"/>
                    </a:lnTo>
                    <a:lnTo>
                      <a:pt x="1" y="264"/>
                    </a:lnTo>
                    <a:lnTo>
                      <a:pt x="1" y="274"/>
                    </a:lnTo>
                    <a:lnTo>
                      <a:pt x="1" y="283"/>
                    </a:lnTo>
                    <a:lnTo>
                      <a:pt x="2" y="291"/>
                    </a:lnTo>
                    <a:lnTo>
                      <a:pt x="2" y="299"/>
                    </a:lnTo>
                    <a:lnTo>
                      <a:pt x="2" y="307"/>
                    </a:lnTo>
                    <a:lnTo>
                      <a:pt x="13" y="303"/>
                    </a:lnTo>
                    <a:lnTo>
                      <a:pt x="3" y="309"/>
                    </a:lnTo>
                    <a:lnTo>
                      <a:pt x="14" y="325"/>
                    </a:lnTo>
                    <a:lnTo>
                      <a:pt x="14" y="305"/>
                    </a:lnTo>
                    <a:lnTo>
                      <a:pt x="3" y="30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0" name="Freeform 216"/>
              <p:cNvSpPr>
                <a:spLocks/>
              </p:cNvSpPr>
              <p:nvPr/>
            </p:nvSpPr>
            <p:spPr bwMode="auto">
              <a:xfrm flipH="1">
                <a:off x="889" y="744"/>
                <a:ext cx="79" cy="67"/>
              </a:xfrm>
              <a:custGeom>
                <a:avLst/>
                <a:gdLst>
                  <a:gd name="T0" fmla="*/ 4 w 237"/>
                  <a:gd name="T1" fmla="*/ 26 h 201"/>
                  <a:gd name="T2" fmla="*/ 4 w 237"/>
                  <a:gd name="T3" fmla="*/ 26 h 201"/>
                  <a:gd name="T4" fmla="*/ 35 w 237"/>
                  <a:gd name="T5" fmla="*/ 16 h 201"/>
                  <a:gd name="T6" fmla="*/ 63 w 237"/>
                  <a:gd name="T7" fmla="*/ 13 h 201"/>
                  <a:gd name="T8" fmla="*/ 87 w 237"/>
                  <a:gd name="T9" fmla="*/ 13 h 201"/>
                  <a:gd name="T10" fmla="*/ 109 w 237"/>
                  <a:gd name="T11" fmla="*/ 18 h 201"/>
                  <a:gd name="T12" fmla="*/ 127 w 237"/>
                  <a:gd name="T13" fmla="*/ 26 h 201"/>
                  <a:gd name="T14" fmla="*/ 142 w 237"/>
                  <a:gd name="T15" fmla="*/ 39 h 201"/>
                  <a:gd name="T16" fmla="*/ 157 w 237"/>
                  <a:gd name="T17" fmla="*/ 53 h 201"/>
                  <a:gd name="T18" fmla="*/ 169 w 237"/>
                  <a:gd name="T19" fmla="*/ 69 h 201"/>
                  <a:gd name="T20" fmla="*/ 180 w 237"/>
                  <a:gd name="T21" fmla="*/ 88 h 201"/>
                  <a:gd name="T22" fmla="*/ 188 w 237"/>
                  <a:gd name="T23" fmla="*/ 106 h 201"/>
                  <a:gd name="T24" fmla="*/ 197 w 237"/>
                  <a:gd name="T25" fmla="*/ 124 h 201"/>
                  <a:gd name="T26" fmla="*/ 204 w 237"/>
                  <a:gd name="T27" fmla="*/ 143 h 201"/>
                  <a:gd name="T28" fmla="*/ 210 w 237"/>
                  <a:gd name="T29" fmla="*/ 161 h 201"/>
                  <a:gd name="T30" fmla="*/ 216 w 237"/>
                  <a:gd name="T31" fmla="*/ 177 h 201"/>
                  <a:gd name="T32" fmla="*/ 221 w 237"/>
                  <a:gd name="T33" fmla="*/ 191 h 201"/>
                  <a:gd name="T34" fmla="*/ 227 w 237"/>
                  <a:gd name="T35" fmla="*/ 201 h 201"/>
                  <a:gd name="T36" fmla="*/ 237 w 237"/>
                  <a:gd name="T37" fmla="*/ 195 h 201"/>
                  <a:gd name="T38" fmla="*/ 232 w 237"/>
                  <a:gd name="T39" fmla="*/ 186 h 201"/>
                  <a:gd name="T40" fmla="*/ 226 w 237"/>
                  <a:gd name="T41" fmla="*/ 172 h 201"/>
                  <a:gd name="T42" fmla="*/ 221 w 237"/>
                  <a:gd name="T43" fmla="*/ 157 h 201"/>
                  <a:gd name="T44" fmla="*/ 214 w 237"/>
                  <a:gd name="T45" fmla="*/ 139 h 201"/>
                  <a:gd name="T46" fmla="*/ 208 w 237"/>
                  <a:gd name="T47" fmla="*/ 121 h 201"/>
                  <a:gd name="T48" fmla="*/ 199 w 237"/>
                  <a:gd name="T49" fmla="*/ 101 h 201"/>
                  <a:gd name="T50" fmla="*/ 190 w 237"/>
                  <a:gd name="T51" fmla="*/ 82 h 201"/>
                  <a:gd name="T52" fmla="*/ 179 w 237"/>
                  <a:gd name="T53" fmla="*/ 63 h 201"/>
                  <a:gd name="T54" fmla="*/ 165 w 237"/>
                  <a:gd name="T55" fmla="*/ 45 h 201"/>
                  <a:gd name="T56" fmla="*/ 150 w 237"/>
                  <a:gd name="T57" fmla="*/ 29 h 201"/>
                  <a:gd name="T58" fmla="*/ 133 w 237"/>
                  <a:gd name="T59" fmla="*/ 16 h 201"/>
                  <a:gd name="T60" fmla="*/ 112 w 237"/>
                  <a:gd name="T61" fmla="*/ 6 h 201"/>
                  <a:gd name="T62" fmla="*/ 89 w 237"/>
                  <a:gd name="T63" fmla="*/ 1 h 201"/>
                  <a:gd name="T64" fmla="*/ 63 w 237"/>
                  <a:gd name="T65" fmla="*/ 0 h 201"/>
                  <a:gd name="T66" fmla="*/ 32 w 237"/>
                  <a:gd name="T67" fmla="*/ 5 h 201"/>
                  <a:gd name="T68" fmla="*/ 0 w 237"/>
                  <a:gd name="T69" fmla="*/ 15 h 201"/>
                  <a:gd name="T70" fmla="*/ 0 w 237"/>
                  <a:gd name="T71" fmla="*/ 15 h 201"/>
                  <a:gd name="T72" fmla="*/ 4 w 237"/>
                  <a:gd name="T73" fmla="*/ 26 h 20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37"/>
                  <a:gd name="T112" fmla="*/ 0 h 201"/>
                  <a:gd name="T113" fmla="*/ 237 w 237"/>
                  <a:gd name="T114" fmla="*/ 201 h 20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37" h="201">
                    <a:moveTo>
                      <a:pt x="4" y="26"/>
                    </a:moveTo>
                    <a:lnTo>
                      <a:pt x="4" y="26"/>
                    </a:lnTo>
                    <a:lnTo>
                      <a:pt x="35" y="16"/>
                    </a:lnTo>
                    <a:lnTo>
                      <a:pt x="63" y="13"/>
                    </a:lnTo>
                    <a:lnTo>
                      <a:pt x="87" y="13"/>
                    </a:lnTo>
                    <a:lnTo>
                      <a:pt x="109" y="18"/>
                    </a:lnTo>
                    <a:lnTo>
                      <a:pt x="127" y="26"/>
                    </a:lnTo>
                    <a:lnTo>
                      <a:pt x="142" y="39"/>
                    </a:lnTo>
                    <a:lnTo>
                      <a:pt x="157" y="53"/>
                    </a:lnTo>
                    <a:lnTo>
                      <a:pt x="169" y="69"/>
                    </a:lnTo>
                    <a:lnTo>
                      <a:pt x="180" y="88"/>
                    </a:lnTo>
                    <a:lnTo>
                      <a:pt x="188" y="106"/>
                    </a:lnTo>
                    <a:lnTo>
                      <a:pt x="197" y="124"/>
                    </a:lnTo>
                    <a:lnTo>
                      <a:pt x="204" y="143"/>
                    </a:lnTo>
                    <a:lnTo>
                      <a:pt x="210" y="161"/>
                    </a:lnTo>
                    <a:lnTo>
                      <a:pt x="216" y="177"/>
                    </a:lnTo>
                    <a:lnTo>
                      <a:pt x="221" y="191"/>
                    </a:lnTo>
                    <a:lnTo>
                      <a:pt x="227" y="201"/>
                    </a:lnTo>
                    <a:lnTo>
                      <a:pt x="237" y="195"/>
                    </a:lnTo>
                    <a:lnTo>
                      <a:pt x="232" y="186"/>
                    </a:lnTo>
                    <a:lnTo>
                      <a:pt x="226" y="172"/>
                    </a:lnTo>
                    <a:lnTo>
                      <a:pt x="221" y="157"/>
                    </a:lnTo>
                    <a:lnTo>
                      <a:pt x="214" y="139"/>
                    </a:lnTo>
                    <a:lnTo>
                      <a:pt x="208" y="121"/>
                    </a:lnTo>
                    <a:lnTo>
                      <a:pt x="199" y="101"/>
                    </a:lnTo>
                    <a:lnTo>
                      <a:pt x="190" y="82"/>
                    </a:lnTo>
                    <a:lnTo>
                      <a:pt x="179" y="63"/>
                    </a:lnTo>
                    <a:lnTo>
                      <a:pt x="165" y="45"/>
                    </a:lnTo>
                    <a:lnTo>
                      <a:pt x="150" y="29"/>
                    </a:lnTo>
                    <a:lnTo>
                      <a:pt x="133" y="16"/>
                    </a:lnTo>
                    <a:lnTo>
                      <a:pt x="112" y="6"/>
                    </a:lnTo>
                    <a:lnTo>
                      <a:pt x="89" y="1"/>
                    </a:lnTo>
                    <a:lnTo>
                      <a:pt x="63" y="0"/>
                    </a:lnTo>
                    <a:lnTo>
                      <a:pt x="32" y="5"/>
                    </a:lnTo>
                    <a:lnTo>
                      <a:pt x="0" y="15"/>
                    </a:lnTo>
                    <a:lnTo>
                      <a:pt x="4" y="2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217"/>
              <p:cNvSpPr>
                <a:spLocks/>
              </p:cNvSpPr>
              <p:nvPr/>
            </p:nvSpPr>
            <p:spPr bwMode="auto">
              <a:xfrm flipH="1">
                <a:off x="967" y="749"/>
                <a:ext cx="37" cy="85"/>
              </a:xfrm>
              <a:custGeom>
                <a:avLst/>
                <a:gdLst>
                  <a:gd name="T0" fmla="*/ 43 w 113"/>
                  <a:gd name="T1" fmla="*/ 249 h 255"/>
                  <a:gd name="T2" fmla="*/ 43 w 113"/>
                  <a:gd name="T3" fmla="*/ 249 h 255"/>
                  <a:gd name="T4" fmla="*/ 30 w 113"/>
                  <a:gd name="T5" fmla="*/ 223 h 255"/>
                  <a:gd name="T6" fmla="*/ 20 w 113"/>
                  <a:gd name="T7" fmla="*/ 197 h 255"/>
                  <a:gd name="T8" fmla="*/ 14 w 113"/>
                  <a:gd name="T9" fmla="*/ 173 h 255"/>
                  <a:gd name="T10" fmla="*/ 11 w 113"/>
                  <a:gd name="T11" fmla="*/ 152 h 255"/>
                  <a:gd name="T12" fmla="*/ 11 w 113"/>
                  <a:gd name="T13" fmla="*/ 133 h 255"/>
                  <a:gd name="T14" fmla="*/ 13 w 113"/>
                  <a:gd name="T15" fmla="*/ 116 h 255"/>
                  <a:gd name="T16" fmla="*/ 18 w 113"/>
                  <a:gd name="T17" fmla="*/ 99 h 255"/>
                  <a:gd name="T18" fmla="*/ 24 w 113"/>
                  <a:gd name="T19" fmla="*/ 84 h 255"/>
                  <a:gd name="T20" fmla="*/ 32 w 113"/>
                  <a:gd name="T21" fmla="*/ 70 h 255"/>
                  <a:gd name="T22" fmla="*/ 42 w 113"/>
                  <a:gd name="T23" fmla="*/ 59 h 255"/>
                  <a:gd name="T24" fmla="*/ 53 w 113"/>
                  <a:gd name="T25" fmla="*/ 48 h 255"/>
                  <a:gd name="T26" fmla="*/ 65 w 113"/>
                  <a:gd name="T27" fmla="*/ 38 h 255"/>
                  <a:gd name="T28" fmla="*/ 77 w 113"/>
                  <a:gd name="T29" fmla="*/ 30 h 255"/>
                  <a:gd name="T30" fmla="*/ 89 w 113"/>
                  <a:gd name="T31" fmla="*/ 23 h 255"/>
                  <a:gd name="T32" fmla="*/ 101 w 113"/>
                  <a:gd name="T33" fmla="*/ 16 h 255"/>
                  <a:gd name="T34" fmla="*/ 113 w 113"/>
                  <a:gd name="T35" fmla="*/ 11 h 255"/>
                  <a:gd name="T36" fmla="*/ 109 w 113"/>
                  <a:gd name="T37" fmla="*/ 0 h 255"/>
                  <a:gd name="T38" fmla="*/ 96 w 113"/>
                  <a:gd name="T39" fmla="*/ 5 h 255"/>
                  <a:gd name="T40" fmla="*/ 83 w 113"/>
                  <a:gd name="T41" fmla="*/ 13 h 255"/>
                  <a:gd name="T42" fmla="*/ 71 w 113"/>
                  <a:gd name="T43" fmla="*/ 20 h 255"/>
                  <a:gd name="T44" fmla="*/ 58 w 113"/>
                  <a:gd name="T45" fmla="*/ 29 h 255"/>
                  <a:gd name="T46" fmla="*/ 46 w 113"/>
                  <a:gd name="T47" fmla="*/ 39 h 255"/>
                  <a:gd name="T48" fmla="*/ 34 w 113"/>
                  <a:gd name="T49" fmla="*/ 50 h 255"/>
                  <a:gd name="T50" fmla="*/ 24 w 113"/>
                  <a:gd name="T51" fmla="*/ 64 h 255"/>
                  <a:gd name="T52" fmla="*/ 14 w 113"/>
                  <a:gd name="T53" fmla="*/ 78 h 255"/>
                  <a:gd name="T54" fmla="*/ 7 w 113"/>
                  <a:gd name="T55" fmla="*/ 94 h 255"/>
                  <a:gd name="T56" fmla="*/ 2 w 113"/>
                  <a:gd name="T57" fmla="*/ 113 h 255"/>
                  <a:gd name="T58" fmla="*/ 0 w 113"/>
                  <a:gd name="T59" fmla="*/ 132 h 255"/>
                  <a:gd name="T60" fmla="*/ 0 w 113"/>
                  <a:gd name="T61" fmla="*/ 153 h 255"/>
                  <a:gd name="T62" fmla="*/ 2 w 113"/>
                  <a:gd name="T63" fmla="*/ 176 h 255"/>
                  <a:gd name="T64" fmla="*/ 9 w 113"/>
                  <a:gd name="T65" fmla="*/ 200 h 255"/>
                  <a:gd name="T66" fmla="*/ 19 w 113"/>
                  <a:gd name="T67" fmla="*/ 228 h 255"/>
                  <a:gd name="T68" fmla="*/ 34 w 113"/>
                  <a:gd name="T69" fmla="*/ 255 h 255"/>
                  <a:gd name="T70" fmla="*/ 34 w 113"/>
                  <a:gd name="T71" fmla="*/ 255 h 255"/>
                  <a:gd name="T72" fmla="*/ 43 w 113"/>
                  <a:gd name="T73" fmla="*/ 249 h 2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3"/>
                  <a:gd name="T112" fmla="*/ 0 h 255"/>
                  <a:gd name="T113" fmla="*/ 113 w 113"/>
                  <a:gd name="T114" fmla="*/ 255 h 25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3" h="255">
                    <a:moveTo>
                      <a:pt x="43" y="249"/>
                    </a:moveTo>
                    <a:lnTo>
                      <a:pt x="43" y="249"/>
                    </a:lnTo>
                    <a:lnTo>
                      <a:pt x="30" y="223"/>
                    </a:lnTo>
                    <a:lnTo>
                      <a:pt x="20" y="197"/>
                    </a:lnTo>
                    <a:lnTo>
                      <a:pt x="14" y="173"/>
                    </a:lnTo>
                    <a:lnTo>
                      <a:pt x="11" y="152"/>
                    </a:lnTo>
                    <a:lnTo>
                      <a:pt x="11" y="133"/>
                    </a:lnTo>
                    <a:lnTo>
                      <a:pt x="13" y="116"/>
                    </a:lnTo>
                    <a:lnTo>
                      <a:pt x="18" y="99"/>
                    </a:lnTo>
                    <a:lnTo>
                      <a:pt x="24" y="84"/>
                    </a:lnTo>
                    <a:lnTo>
                      <a:pt x="32" y="70"/>
                    </a:lnTo>
                    <a:lnTo>
                      <a:pt x="42" y="59"/>
                    </a:lnTo>
                    <a:lnTo>
                      <a:pt x="53" y="48"/>
                    </a:lnTo>
                    <a:lnTo>
                      <a:pt x="65" y="38"/>
                    </a:lnTo>
                    <a:lnTo>
                      <a:pt x="77" y="30"/>
                    </a:lnTo>
                    <a:lnTo>
                      <a:pt x="89" y="23"/>
                    </a:lnTo>
                    <a:lnTo>
                      <a:pt x="101" y="16"/>
                    </a:lnTo>
                    <a:lnTo>
                      <a:pt x="113" y="11"/>
                    </a:lnTo>
                    <a:lnTo>
                      <a:pt x="109" y="0"/>
                    </a:lnTo>
                    <a:lnTo>
                      <a:pt x="96" y="5"/>
                    </a:lnTo>
                    <a:lnTo>
                      <a:pt x="83" y="13"/>
                    </a:lnTo>
                    <a:lnTo>
                      <a:pt x="71" y="20"/>
                    </a:lnTo>
                    <a:lnTo>
                      <a:pt x="58" y="29"/>
                    </a:lnTo>
                    <a:lnTo>
                      <a:pt x="46" y="39"/>
                    </a:lnTo>
                    <a:lnTo>
                      <a:pt x="34" y="50"/>
                    </a:lnTo>
                    <a:lnTo>
                      <a:pt x="24" y="64"/>
                    </a:lnTo>
                    <a:lnTo>
                      <a:pt x="14" y="78"/>
                    </a:lnTo>
                    <a:lnTo>
                      <a:pt x="7" y="94"/>
                    </a:lnTo>
                    <a:lnTo>
                      <a:pt x="2" y="113"/>
                    </a:lnTo>
                    <a:lnTo>
                      <a:pt x="0" y="132"/>
                    </a:lnTo>
                    <a:lnTo>
                      <a:pt x="0" y="153"/>
                    </a:lnTo>
                    <a:lnTo>
                      <a:pt x="2" y="176"/>
                    </a:lnTo>
                    <a:lnTo>
                      <a:pt x="9" y="200"/>
                    </a:lnTo>
                    <a:lnTo>
                      <a:pt x="19" y="228"/>
                    </a:lnTo>
                    <a:lnTo>
                      <a:pt x="34" y="255"/>
                    </a:lnTo>
                    <a:lnTo>
                      <a:pt x="43" y="24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218"/>
              <p:cNvSpPr>
                <a:spLocks/>
              </p:cNvSpPr>
              <p:nvPr/>
            </p:nvSpPr>
            <p:spPr bwMode="auto">
              <a:xfrm flipH="1">
                <a:off x="972" y="832"/>
                <a:ext cx="21" cy="37"/>
              </a:xfrm>
              <a:custGeom>
                <a:avLst/>
                <a:gdLst>
                  <a:gd name="T0" fmla="*/ 50 w 64"/>
                  <a:gd name="T1" fmla="*/ 103 h 113"/>
                  <a:gd name="T2" fmla="*/ 59 w 64"/>
                  <a:gd name="T3" fmla="*/ 97 h 113"/>
                  <a:gd name="T4" fmla="*/ 56 w 64"/>
                  <a:gd name="T5" fmla="*/ 89 h 113"/>
                  <a:gd name="T6" fmla="*/ 54 w 64"/>
                  <a:gd name="T7" fmla="*/ 82 h 113"/>
                  <a:gd name="T8" fmla="*/ 52 w 64"/>
                  <a:gd name="T9" fmla="*/ 75 h 113"/>
                  <a:gd name="T10" fmla="*/ 50 w 64"/>
                  <a:gd name="T11" fmla="*/ 69 h 113"/>
                  <a:gd name="T12" fmla="*/ 47 w 64"/>
                  <a:gd name="T13" fmla="*/ 64 h 113"/>
                  <a:gd name="T14" fmla="*/ 44 w 64"/>
                  <a:gd name="T15" fmla="*/ 58 h 113"/>
                  <a:gd name="T16" fmla="*/ 42 w 64"/>
                  <a:gd name="T17" fmla="*/ 54 h 113"/>
                  <a:gd name="T18" fmla="*/ 39 w 64"/>
                  <a:gd name="T19" fmla="*/ 49 h 113"/>
                  <a:gd name="T20" fmla="*/ 36 w 64"/>
                  <a:gd name="T21" fmla="*/ 44 h 113"/>
                  <a:gd name="T22" fmla="*/ 33 w 64"/>
                  <a:gd name="T23" fmla="*/ 39 h 113"/>
                  <a:gd name="T24" fmla="*/ 30 w 64"/>
                  <a:gd name="T25" fmla="*/ 34 h 113"/>
                  <a:gd name="T26" fmla="*/ 26 w 64"/>
                  <a:gd name="T27" fmla="*/ 29 h 113"/>
                  <a:gd name="T28" fmla="*/ 23 w 64"/>
                  <a:gd name="T29" fmla="*/ 23 h 113"/>
                  <a:gd name="T30" fmla="*/ 19 w 64"/>
                  <a:gd name="T31" fmla="*/ 16 h 113"/>
                  <a:gd name="T32" fmla="*/ 14 w 64"/>
                  <a:gd name="T33" fmla="*/ 9 h 113"/>
                  <a:gd name="T34" fmla="*/ 9 w 64"/>
                  <a:gd name="T35" fmla="*/ 0 h 113"/>
                  <a:gd name="T36" fmla="*/ 0 w 64"/>
                  <a:gd name="T37" fmla="*/ 6 h 113"/>
                  <a:gd name="T38" fmla="*/ 4 w 64"/>
                  <a:gd name="T39" fmla="*/ 14 h 113"/>
                  <a:gd name="T40" fmla="*/ 9 w 64"/>
                  <a:gd name="T41" fmla="*/ 21 h 113"/>
                  <a:gd name="T42" fmla="*/ 13 w 64"/>
                  <a:gd name="T43" fmla="*/ 29 h 113"/>
                  <a:gd name="T44" fmla="*/ 16 w 64"/>
                  <a:gd name="T45" fmla="*/ 35 h 113"/>
                  <a:gd name="T46" fmla="*/ 20 w 64"/>
                  <a:gd name="T47" fmla="*/ 40 h 113"/>
                  <a:gd name="T48" fmla="*/ 24 w 64"/>
                  <a:gd name="T49" fmla="*/ 45 h 113"/>
                  <a:gd name="T50" fmla="*/ 26 w 64"/>
                  <a:gd name="T51" fmla="*/ 50 h 113"/>
                  <a:gd name="T52" fmla="*/ 30 w 64"/>
                  <a:gd name="T53" fmla="*/ 55 h 113"/>
                  <a:gd name="T54" fmla="*/ 32 w 64"/>
                  <a:gd name="T55" fmla="*/ 59 h 113"/>
                  <a:gd name="T56" fmla="*/ 35 w 64"/>
                  <a:gd name="T57" fmla="*/ 64 h 113"/>
                  <a:gd name="T58" fmla="*/ 37 w 64"/>
                  <a:gd name="T59" fmla="*/ 69 h 113"/>
                  <a:gd name="T60" fmla="*/ 39 w 64"/>
                  <a:gd name="T61" fmla="*/ 74 h 113"/>
                  <a:gd name="T62" fmla="*/ 42 w 64"/>
                  <a:gd name="T63" fmla="*/ 79 h 113"/>
                  <a:gd name="T64" fmla="*/ 44 w 64"/>
                  <a:gd name="T65" fmla="*/ 85 h 113"/>
                  <a:gd name="T66" fmla="*/ 47 w 64"/>
                  <a:gd name="T67" fmla="*/ 92 h 113"/>
                  <a:gd name="T68" fmla="*/ 49 w 64"/>
                  <a:gd name="T69" fmla="*/ 100 h 113"/>
                  <a:gd name="T70" fmla="*/ 58 w 64"/>
                  <a:gd name="T71" fmla="*/ 94 h 113"/>
                  <a:gd name="T72" fmla="*/ 50 w 64"/>
                  <a:gd name="T73" fmla="*/ 103 h 113"/>
                  <a:gd name="T74" fmla="*/ 64 w 64"/>
                  <a:gd name="T75" fmla="*/ 113 h 113"/>
                  <a:gd name="T76" fmla="*/ 59 w 64"/>
                  <a:gd name="T77" fmla="*/ 97 h 113"/>
                  <a:gd name="T78" fmla="*/ 50 w 64"/>
                  <a:gd name="T79" fmla="*/ 103 h 11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64"/>
                  <a:gd name="T121" fmla="*/ 0 h 113"/>
                  <a:gd name="T122" fmla="*/ 64 w 64"/>
                  <a:gd name="T123" fmla="*/ 113 h 113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64" h="113">
                    <a:moveTo>
                      <a:pt x="50" y="103"/>
                    </a:moveTo>
                    <a:lnTo>
                      <a:pt x="59" y="97"/>
                    </a:lnTo>
                    <a:lnTo>
                      <a:pt x="56" y="89"/>
                    </a:lnTo>
                    <a:lnTo>
                      <a:pt x="54" y="82"/>
                    </a:lnTo>
                    <a:lnTo>
                      <a:pt x="52" y="75"/>
                    </a:lnTo>
                    <a:lnTo>
                      <a:pt x="50" y="69"/>
                    </a:lnTo>
                    <a:lnTo>
                      <a:pt x="47" y="64"/>
                    </a:lnTo>
                    <a:lnTo>
                      <a:pt x="44" y="58"/>
                    </a:lnTo>
                    <a:lnTo>
                      <a:pt x="42" y="54"/>
                    </a:lnTo>
                    <a:lnTo>
                      <a:pt x="39" y="49"/>
                    </a:lnTo>
                    <a:lnTo>
                      <a:pt x="36" y="44"/>
                    </a:lnTo>
                    <a:lnTo>
                      <a:pt x="33" y="39"/>
                    </a:lnTo>
                    <a:lnTo>
                      <a:pt x="30" y="34"/>
                    </a:lnTo>
                    <a:lnTo>
                      <a:pt x="26" y="29"/>
                    </a:lnTo>
                    <a:lnTo>
                      <a:pt x="23" y="23"/>
                    </a:lnTo>
                    <a:lnTo>
                      <a:pt x="19" y="16"/>
                    </a:lnTo>
                    <a:lnTo>
                      <a:pt x="14" y="9"/>
                    </a:lnTo>
                    <a:lnTo>
                      <a:pt x="9" y="0"/>
                    </a:lnTo>
                    <a:lnTo>
                      <a:pt x="0" y="6"/>
                    </a:lnTo>
                    <a:lnTo>
                      <a:pt x="4" y="14"/>
                    </a:lnTo>
                    <a:lnTo>
                      <a:pt x="9" y="21"/>
                    </a:lnTo>
                    <a:lnTo>
                      <a:pt x="13" y="29"/>
                    </a:lnTo>
                    <a:lnTo>
                      <a:pt x="16" y="35"/>
                    </a:lnTo>
                    <a:lnTo>
                      <a:pt x="20" y="40"/>
                    </a:lnTo>
                    <a:lnTo>
                      <a:pt x="24" y="45"/>
                    </a:lnTo>
                    <a:lnTo>
                      <a:pt x="26" y="50"/>
                    </a:lnTo>
                    <a:lnTo>
                      <a:pt x="30" y="55"/>
                    </a:lnTo>
                    <a:lnTo>
                      <a:pt x="32" y="59"/>
                    </a:lnTo>
                    <a:lnTo>
                      <a:pt x="35" y="64"/>
                    </a:lnTo>
                    <a:lnTo>
                      <a:pt x="37" y="69"/>
                    </a:lnTo>
                    <a:lnTo>
                      <a:pt x="39" y="74"/>
                    </a:lnTo>
                    <a:lnTo>
                      <a:pt x="42" y="79"/>
                    </a:lnTo>
                    <a:lnTo>
                      <a:pt x="44" y="85"/>
                    </a:lnTo>
                    <a:lnTo>
                      <a:pt x="47" y="92"/>
                    </a:lnTo>
                    <a:lnTo>
                      <a:pt x="49" y="100"/>
                    </a:lnTo>
                    <a:lnTo>
                      <a:pt x="58" y="94"/>
                    </a:lnTo>
                    <a:lnTo>
                      <a:pt x="50" y="103"/>
                    </a:lnTo>
                    <a:lnTo>
                      <a:pt x="64" y="113"/>
                    </a:lnTo>
                    <a:lnTo>
                      <a:pt x="59" y="97"/>
                    </a:lnTo>
                    <a:lnTo>
                      <a:pt x="50" y="10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219"/>
              <p:cNvSpPr>
                <a:spLocks/>
              </p:cNvSpPr>
              <p:nvPr/>
            </p:nvSpPr>
            <p:spPr bwMode="auto">
              <a:xfrm flipH="1">
                <a:off x="336" y="672"/>
                <a:ext cx="960" cy="1488"/>
              </a:xfrm>
              <a:custGeom>
                <a:avLst/>
                <a:gdLst>
                  <a:gd name="T0" fmla="*/ 604 w 2882"/>
                  <a:gd name="T1" fmla="*/ 342 h 4465"/>
                  <a:gd name="T2" fmla="*/ 333 w 2882"/>
                  <a:gd name="T3" fmla="*/ 398 h 4465"/>
                  <a:gd name="T4" fmla="*/ 240 w 2882"/>
                  <a:gd name="T5" fmla="*/ 617 h 4465"/>
                  <a:gd name="T6" fmla="*/ 333 w 2882"/>
                  <a:gd name="T7" fmla="*/ 881 h 4465"/>
                  <a:gd name="T8" fmla="*/ 413 w 2882"/>
                  <a:gd name="T9" fmla="*/ 972 h 4465"/>
                  <a:gd name="T10" fmla="*/ 192 w 2882"/>
                  <a:gd name="T11" fmla="*/ 1168 h 4465"/>
                  <a:gd name="T12" fmla="*/ 140 w 2882"/>
                  <a:gd name="T13" fmla="*/ 1355 h 4465"/>
                  <a:gd name="T14" fmla="*/ 155 w 2882"/>
                  <a:gd name="T15" fmla="*/ 1635 h 4465"/>
                  <a:gd name="T16" fmla="*/ 313 w 2882"/>
                  <a:gd name="T17" fmla="*/ 1853 h 4465"/>
                  <a:gd name="T18" fmla="*/ 190 w 2882"/>
                  <a:gd name="T19" fmla="*/ 1976 h 4465"/>
                  <a:gd name="T20" fmla="*/ 173 w 2882"/>
                  <a:gd name="T21" fmla="*/ 2310 h 4465"/>
                  <a:gd name="T22" fmla="*/ 389 w 2882"/>
                  <a:gd name="T23" fmla="*/ 2474 h 4465"/>
                  <a:gd name="T24" fmla="*/ 336 w 2882"/>
                  <a:gd name="T25" fmla="*/ 2488 h 4465"/>
                  <a:gd name="T26" fmla="*/ 102 w 2882"/>
                  <a:gd name="T27" fmla="*/ 2814 h 4465"/>
                  <a:gd name="T28" fmla="*/ 326 w 2882"/>
                  <a:gd name="T29" fmla="*/ 3026 h 4465"/>
                  <a:gd name="T30" fmla="*/ 180 w 2882"/>
                  <a:gd name="T31" fmla="*/ 3062 h 4465"/>
                  <a:gd name="T32" fmla="*/ 3 w 2882"/>
                  <a:gd name="T33" fmla="*/ 3452 h 4465"/>
                  <a:gd name="T34" fmla="*/ 280 w 2882"/>
                  <a:gd name="T35" fmla="*/ 3821 h 4465"/>
                  <a:gd name="T36" fmla="*/ 430 w 2882"/>
                  <a:gd name="T37" fmla="*/ 3856 h 4465"/>
                  <a:gd name="T38" fmla="*/ 667 w 2882"/>
                  <a:gd name="T39" fmla="*/ 3771 h 4465"/>
                  <a:gd name="T40" fmla="*/ 729 w 2882"/>
                  <a:gd name="T41" fmla="*/ 3785 h 4465"/>
                  <a:gd name="T42" fmla="*/ 748 w 2882"/>
                  <a:gd name="T43" fmla="*/ 4027 h 4465"/>
                  <a:gd name="T44" fmla="*/ 999 w 2882"/>
                  <a:gd name="T45" fmla="*/ 4022 h 4465"/>
                  <a:gd name="T46" fmla="*/ 1063 w 2882"/>
                  <a:gd name="T47" fmla="*/ 3986 h 4465"/>
                  <a:gd name="T48" fmla="*/ 1153 w 2882"/>
                  <a:gd name="T49" fmla="*/ 4059 h 4465"/>
                  <a:gd name="T50" fmla="*/ 1349 w 2882"/>
                  <a:gd name="T51" fmla="*/ 4024 h 4465"/>
                  <a:gd name="T52" fmla="*/ 1466 w 2882"/>
                  <a:gd name="T53" fmla="*/ 4156 h 4465"/>
                  <a:gd name="T54" fmla="*/ 1321 w 2882"/>
                  <a:gd name="T55" fmla="*/ 4412 h 4465"/>
                  <a:gd name="T56" fmla="*/ 1441 w 2882"/>
                  <a:gd name="T57" fmla="*/ 4454 h 4465"/>
                  <a:gd name="T58" fmla="*/ 1775 w 2882"/>
                  <a:gd name="T59" fmla="*/ 4156 h 4465"/>
                  <a:gd name="T60" fmla="*/ 1826 w 2882"/>
                  <a:gd name="T61" fmla="*/ 4046 h 4465"/>
                  <a:gd name="T62" fmla="*/ 2032 w 2882"/>
                  <a:gd name="T63" fmla="*/ 4063 h 4465"/>
                  <a:gd name="T64" fmla="*/ 2156 w 2882"/>
                  <a:gd name="T65" fmla="*/ 3904 h 4465"/>
                  <a:gd name="T66" fmla="*/ 2332 w 2882"/>
                  <a:gd name="T67" fmla="*/ 3782 h 4465"/>
                  <a:gd name="T68" fmla="*/ 2622 w 2882"/>
                  <a:gd name="T69" fmla="*/ 3648 h 4465"/>
                  <a:gd name="T70" fmla="*/ 2700 w 2882"/>
                  <a:gd name="T71" fmla="*/ 3393 h 4465"/>
                  <a:gd name="T72" fmla="*/ 2645 w 2882"/>
                  <a:gd name="T73" fmla="*/ 3143 h 4465"/>
                  <a:gd name="T74" fmla="*/ 2516 w 2882"/>
                  <a:gd name="T75" fmla="*/ 2826 h 4465"/>
                  <a:gd name="T76" fmla="*/ 2677 w 2882"/>
                  <a:gd name="T77" fmla="*/ 2706 h 4465"/>
                  <a:gd name="T78" fmla="*/ 2805 w 2882"/>
                  <a:gd name="T79" fmla="*/ 2449 h 4465"/>
                  <a:gd name="T80" fmla="*/ 2765 w 2882"/>
                  <a:gd name="T81" fmla="*/ 2166 h 4465"/>
                  <a:gd name="T82" fmla="*/ 2631 w 2882"/>
                  <a:gd name="T83" fmla="*/ 2049 h 4465"/>
                  <a:gd name="T84" fmla="*/ 2760 w 2882"/>
                  <a:gd name="T85" fmla="*/ 1985 h 4465"/>
                  <a:gd name="T86" fmla="*/ 2643 w 2882"/>
                  <a:gd name="T87" fmla="*/ 1684 h 4465"/>
                  <a:gd name="T88" fmla="*/ 2702 w 2882"/>
                  <a:gd name="T89" fmla="*/ 1615 h 4465"/>
                  <a:gd name="T90" fmla="*/ 2882 w 2882"/>
                  <a:gd name="T91" fmla="*/ 1353 h 4465"/>
                  <a:gd name="T92" fmla="*/ 2564 w 2882"/>
                  <a:gd name="T93" fmla="*/ 1068 h 4465"/>
                  <a:gd name="T94" fmla="*/ 2723 w 2882"/>
                  <a:gd name="T95" fmla="*/ 881 h 4465"/>
                  <a:gd name="T96" fmla="*/ 2503 w 2882"/>
                  <a:gd name="T97" fmla="*/ 636 h 4465"/>
                  <a:gd name="T98" fmla="*/ 2472 w 2882"/>
                  <a:gd name="T99" fmla="*/ 519 h 4465"/>
                  <a:gd name="T100" fmla="*/ 2447 w 2882"/>
                  <a:gd name="T101" fmla="*/ 220 h 4465"/>
                  <a:gd name="T102" fmla="*/ 2246 w 2882"/>
                  <a:gd name="T103" fmla="*/ 133 h 4465"/>
                  <a:gd name="T104" fmla="*/ 2056 w 2882"/>
                  <a:gd name="T105" fmla="*/ 266 h 4465"/>
                  <a:gd name="T106" fmla="*/ 1936 w 2882"/>
                  <a:gd name="T107" fmla="*/ 60 h 4465"/>
                  <a:gd name="T108" fmla="*/ 1774 w 2882"/>
                  <a:gd name="T109" fmla="*/ 1 h 4465"/>
                  <a:gd name="T110" fmla="*/ 1572 w 2882"/>
                  <a:gd name="T111" fmla="*/ 197 h 4465"/>
                  <a:gd name="T112" fmla="*/ 1500 w 2882"/>
                  <a:gd name="T113" fmla="*/ 171 h 4465"/>
                  <a:gd name="T114" fmla="*/ 1238 w 2882"/>
                  <a:gd name="T115" fmla="*/ 1 h 4465"/>
                  <a:gd name="T116" fmla="*/ 1071 w 2882"/>
                  <a:gd name="T117" fmla="*/ 201 h 4465"/>
                  <a:gd name="T118" fmla="*/ 970 w 2882"/>
                  <a:gd name="T119" fmla="*/ 123 h 4465"/>
                  <a:gd name="T120" fmla="*/ 770 w 2882"/>
                  <a:gd name="T121" fmla="*/ 368 h 44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82"/>
                  <a:gd name="T184" fmla="*/ 0 h 4465"/>
                  <a:gd name="T185" fmla="*/ 2882 w 2882"/>
                  <a:gd name="T186" fmla="*/ 4465 h 446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82" h="4465">
                    <a:moveTo>
                      <a:pt x="819" y="465"/>
                    </a:moveTo>
                    <a:lnTo>
                      <a:pt x="808" y="456"/>
                    </a:lnTo>
                    <a:lnTo>
                      <a:pt x="798" y="447"/>
                    </a:lnTo>
                    <a:lnTo>
                      <a:pt x="788" y="440"/>
                    </a:lnTo>
                    <a:lnTo>
                      <a:pt x="779" y="431"/>
                    </a:lnTo>
                    <a:lnTo>
                      <a:pt x="769" y="424"/>
                    </a:lnTo>
                    <a:lnTo>
                      <a:pt x="759" y="415"/>
                    </a:lnTo>
                    <a:lnTo>
                      <a:pt x="751" y="407"/>
                    </a:lnTo>
                    <a:lnTo>
                      <a:pt x="741" y="400"/>
                    </a:lnTo>
                    <a:lnTo>
                      <a:pt x="732" y="393"/>
                    </a:lnTo>
                    <a:lnTo>
                      <a:pt x="722" y="386"/>
                    </a:lnTo>
                    <a:lnTo>
                      <a:pt x="711" y="380"/>
                    </a:lnTo>
                    <a:lnTo>
                      <a:pt x="700" y="373"/>
                    </a:lnTo>
                    <a:lnTo>
                      <a:pt x="688" y="367"/>
                    </a:lnTo>
                    <a:lnTo>
                      <a:pt x="676" y="362"/>
                    </a:lnTo>
                    <a:lnTo>
                      <a:pt x="663" y="356"/>
                    </a:lnTo>
                    <a:lnTo>
                      <a:pt x="648" y="352"/>
                    </a:lnTo>
                    <a:lnTo>
                      <a:pt x="637" y="348"/>
                    </a:lnTo>
                    <a:lnTo>
                      <a:pt x="626" y="346"/>
                    </a:lnTo>
                    <a:lnTo>
                      <a:pt x="615" y="343"/>
                    </a:lnTo>
                    <a:lnTo>
                      <a:pt x="604" y="342"/>
                    </a:lnTo>
                    <a:lnTo>
                      <a:pt x="592" y="339"/>
                    </a:lnTo>
                    <a:lnTo>
                      <a:pt x="580" y="338"/>
                    </a:lnTo>
                    <a:lnTo>
                      <a:pt x="567" y="337"/>
                    </a:lnTo>
                    <a:lnTo>
                      <a:pt x="555" y="336"/>
                    </a:lnTo>
                    <a:lnTo>
                      <a:pt x="541" y="334"/>
                    </a:lnTo>
                    <a:lnTo>
                      <a:pt x="528" y="334"/>
                    </a:lnTo>
                    <a:lnTo>
                      <a:pt x="515" y="334"/>
                    </a:lnTo>
                    <a:lnTo>
                      <a:pt x="502" y="336"/>
                    </a:lnTo>
                    <a:lnTo>
                      <a:pt x="488" y="337"/>
                    </a:lnTo>
                    <a:lnTo>
                      <a:pt x="475" y="338"/>
                    </a:lnTo>
                    <a:lnTo>
                      <a:pt x="462" y="341"/>
                    </a:lnTo>
                    <a:lnTo>
                      <a:pt x="448" y="343"/>
                    </a:lnTo>
                    <a:lnTo>
                      <a:pt x="435" y="347"/>
                    </a:lnTo>
                    <a:lnTo>
                      <a:pt x="422" y="351"/>
                    </a:lnTo>
                    <a:lnTo>
                      <a:pt x="408" y="356"/>
                    </a:lnTo>
                    <a:lnTo>
                      <a:pt x="396" y="361"/>
                    </a:lnTo>
                    <a:lnTo>
                      <a:pt x="383" y="367"/>
                    </a:lnTo>
                    <a:lnTo>
                      <a:pt x="371" y="373"/>
                    </a:lnTo>
                    <a:lnTo>
                      <a:pt x="357" y="381"/>
                    </a:lnTo>
                    <a:lnTo>
                      <a:pt x="345" y="390"/>
                    </a:lnTo>
                    <a:lnTo>
                      <a:pt x="333" y="398"/>
                    </a:lnTo>
                    <a:lnTo>
                      <a:pt x="322" y="409"/>
                    </a:lnTo>
                    <a:lnTo>
                      <a:pt x="311" y="420"/>
                    </a:lnTo>
                    <a:lnTo>
                      <a:pt x="301" y="431"/>
                    </a:lnTo>
                    <a:lnTo>
                      <a:pt x="291" y="444"/>
                    </a:lnTo>
                    <a:lnTo>
                      <a:pt x="281" y="458"/>
                    </a:lnTo>
                    <a:lnTo>
                      <a:pt x="272" y="473"/>
                    </a:lnTo>
                    <a:lnTo>
                      <a:pt x="263" y="489"/>
                    </a:lnTo>
                    <a:lnTo>
                      <a:pt x="261" y="494"/>
                    </a:lnTo>
                    <a:lnTo>
                      <a:pt x="258" y="500"/>
                    </a:lnTo>
                    <a:lnTo>
                      <a:pt x="256" y="507"/>
                    </a:lnTo>
                    <a:lnTo>
                      <a:pt x="255" y="514"/>
                    </a:lnTo>
                    <a:lnTo>
                      <a:pt x="252" y="522"/>
                    </a:lnTo>
                    <a:lnTo>
                      <a:pt x="250" y="530"/>
                    </a:lnTo>
                    <a:lnTo>
                      <a:pt x="249" y="539"/>
                    </a:lnTo>
                    <a:lnTo>
                      <a:pt x="246" y="549"/>
                    </a:lnTo>
                    <a:lnTo>
                      <a:pt x="245" y="559"/>
                    </a:lnTo>
                    <a:lnTo>
                      <a:pt x="244" y="571"/>
                    </a:lnTo>
                    <a:lnTo>
                      <a:pt x="242" y="582"/>
                    </a:lnTo>
                    <a:lnTo>
                      <a:pt x="241" y="593"/>
                    </a:lnTo>
                    <a:lnTo>
                      <a:pt x="241" y="605"/>
                    </a:lnTo>
                    <a:lnTo>
                      <a:pt x="240" y="617"/>
                    </a:lnTo>
                    <a:lnTo>
                      <a:pt x="240" y="629"/>
                    </a:lnTo>
                    <a:lnTo>
                      <a:pt x="240" y="641"/>
                    </a:lnTo>
                    <a:lnTo>
                      <a:pt x="240" y="654"/>
                    </a:lnTo>
                    <a:lnTo>
                      <a:pt x="241" y="666"/>
                    </a:lnTo>
                    <a:lnTo>
                      <a:pt x="242" y="679"/>
                    </a:lnTo>
                    <a:lnTo>
                      <a:pt x="244" y="691"/>
                    </a:lnTo>
                    <a:lnTo>
                      <a:pt x="245" y="705"/>
                    </a:lnTo>
                    <a:lnTo>
                      <a:pt x="246" y="718"/>
                    </a:lnTo>
                    <a:lnTo>
                      <a:pt x="249" y="730"/>
                    </a:lnTo>
                    <a:lnTo>
                      <a:pt x="251" y="742"/>
                    </a:lnTo>
                    <a:lnTo>
                      <a:pt x="255" y="754"/>
                    </a:lnTo>
                    <a:lnTo>
                      <a:pt x="258" y="767"/>
                    </a:lnTo>
                    <a:lnTo>
                      <a:pt x="262" y="778"/>
                    </a:lnTo>
                    <a:lnTo>
                      <a:pt x="265" y="789"/>
                    </a:lnTo>
                    <a:lnTo>
                      <a:pt x="270" y="799"/>
                    </a:lnTo>
                    <a:lnTo>
                      <a:pt x="275" y="811"/>
                    </a:lnTo>
                    <a:lnTo>
                      <a:pt x="280" y="821"/>
                    </a:lnTo>
                    <a:lnTo>
                      <a:pt x="286" y="830"/>
                    </a:lnTo>
                    <a:lnTo>
                      <a:pt x="301" y="848"/>
                    </a:lnTo>
                    <a:lnTo>
                      <a:pt x="316" y="866"/>
                    </a:lnTo>
                    <a:lnTo>
                      <a:pt x="333" y="881"/>
                    </a:lnTo>
                    <a:lnTo>
                      <a:pt x="351" y="896"/>
                    </a:lnTo>
                    <a:lnTo>
                      <a:pt x="370" y="908"/>
                    </a:lnTo>
                    <a:lnTo>
                      <a:pt x="389" y="919"/>
                    </a:lnTo>
                    <a:lnTo>
                      <a:pt x="407" y="929"/>
                    </a:lnTo>
                    <a:lnTo>
                      <a:pt x="425" y="936"/>
                    </a:lnTo>
                    <a:lnTo>
                      <a:pt x="443" y="944"/>
                    </a:lnTo>
                    <a:lnTo>
                      <a:pt x="460" y="950"/>
                    </a:lnTo>
                    <a:lnTo>
                      <a:pt x="476" y="955"/>
                    </a:lnTo>
                    <a:lnTo>
                      <a:pt x="491" y="959"/>
                    </a:lnTo>
                    <a:lnTo>
                      <a:pt x="504" y="962"/>
                    </a:lnTo>
                    <a:lnTo>
                      <a:pt x="515" y="964"/>
                    </a:lnTo>
                    <a:lnTo>
                      <a:pt x="523" y="965"/>
                    </a:lnTo>
                    <a:lnTo>
                      <a:pt x="529" y="967"/>
                    </a:lnTo>
                    <a:lnTo>
                      <a:pt x="515" y="967"/>
                    </a:lnTo>
                    <a:lnTo>
                      <a:pt x="499" y="967"/>
                    </a:lnTo>
                    <a:lnTo>
                      <a:pt x="485" y="967"/>
                    </a:lnTo>
                    <a:lnTo>
                      <a:pt x="469" y="967"/>
                    </a:lnTo>
                    <a:lnTo>
                      <a:pt x="454" y="968"/>
                    </a:lnTo>
                    <a:lnTo>
                      <a:pt x="440" y="969"/>
                    </a:lnTo>
                    <a:lnTo>
                      <a:pt x="426" y="970"/>
                    </a:lnTo>
                    <a:lnTo>
                      <a:pt x="413" y="972"/>
                    </a:lnTo>
                    <a:lnTo>
                      <a:pt x="400" y="974"/>
                    </a:lnTo>
                    <a:lnTo>
                      <a:pt x="387" y="977"/>
                    </a:lnTo>
                    <a:lnTo>
                      <a:pt x="374" y="979"/>
                    </a:lnTo>
                    <a:lnTo>
                      <a:pt x="364" y="983"/>
                    </a:lnTo>
                    <a:lnTo>
                      <a:pt x="351" y="987"/>
                    </a:lnTo>
                    <a:lnTo>
                      <a:pt x="341" y="992"/>
                    </a:lnTo>
                    <a:lnTo>
                      <a:pt x="331" y="998"/>
                    </a:lnTo>
                    <a:lnTo>
                      <a:pt x="322" y="1004"/>
                    </a:lnTo>
                    <a:lnTo>
                      <a:pt x="308" y="1017"/>
                    </a:lnTo>
                    <a:lnTo>
                      <a:pt x="295" y="1028"/>
                    </a:lnTo>
                    <a:lnTo>
                      <a:pt x="281" y="1041"/>
                    </a:lnTo>
                    <a:lnTo>
                      <a:pt x="269" y="1053"/>
                    </a:lnTo>
                    <a:lnTo>
                      <a:pt x="258" y="1066"/>
                    </a:lnTo>
                    <a:lnTo>
                      <a:pt x="247" y="1079"/>
                    </a:lnTo>
                    <a:lnTo>
                      <a:pt x="238" y="1092"/>
                    </a:lnTo>
                    <a:lnTo>
                      <a:pt x="228" y="1105"/>
                    </a:lnTo>
                    <a:lnTo>
                      <a:pt x="219" y="1117"/>
                    </a:lnTo>
                    <a:lnTo>
                      <a:pt x="212" y="1130"/>
                    </a:lnTo>
                    <a:lnTo>
                      <a:pt x="205" y="1143"/>
                    </a:lnTo>
                    <a:lnTo>
                      <a:pt x="198" y="1155"/>
                    </a:lnTo>
                    <a:lnTo>
                      <a:pt x="192" y="1168"/>
                    </a:lnTo>
                    <a:lnTo>
                      <a:pt x="186" y="1180"/>
                    </a:lnTo>
                    <a:lnTo>
                      <a:pt x="181" y="1193"/>
                    </a:lnTo>
                    <a:lnTo>
                      <a:pt x="176" y="1204"/>
                    </a:lnTo>
                    <a:lnTo>
                      <a:pt x="171" y="1216"/>
                    </a:lnTo>
                    <a:lnTo>
                      <a:pt x="167" y="1227"/>
                    </a:lnTo>
                    <a:lnTo>
                      <a:pt x="164" y="1239"/>
                    </a:lnTo>
                    <a:lnTo>
                      <a:pt x="160" y="1249"/>
                    </a:lnTo>
                    <a:lnTo>
                      <a:pt x="158" y="1261"/>
                    </a:lnTo>
                    <a:lnTo>
                      <a:pt x="155" y="1271"/>
                    </a:lnTo>
                    <a:lnTo>
                      <a:pt x="153" y="1280"/>
                    </a:lnTo>
                    <a:lnTo>
                      <a:pt x="150" y="1290"/>
                    </a:lnTo>
                    <a:lnTo>
                      <a:pt x="149" y="1297"/>
                    </a:lnTo>
                    <a:lnTo>
                      <a:pt x="147" y="1306"/>
                    </a:lnTo>
                    <a:lnTo>
                      <a:pt x="146" y="1314"/>
                    </a:lnTo>
                    <a:lnTo>
                      <a:pt x="144" y="1321"/>
                    </a:lnTo>
                    <a:lnTo>
                      <a:pt x="144" y="1327"/>
                    </a:lnTo>
                    <a:lnTo>
                      <a:pt x="143" y="1334"/>
                    </a:lnTo>
                    <a:lnTo>
                      <a:pt x="142" y="1339"/>
                    </a:lnTo>
                    <a:lnTo>
                      <a:pt x="142" y="1342"/>
                    </a:lnTo>
                    <a:lnTo>
                      <a:pt x="141" y="1349"/>
                    </a:lnTo>
                    <a:lnTo>
                      <a:pt x="140" y="1355"/>
                    </a:lnTo>
                    <a:lnTo>
                      <a:pt x="138" y="1363"/>
                    </a:lnTo>
                    <a:lnTo>
                      <a:pt x="137" y="1371"/>
                    </a:lnTo>
                    <a:lnTo>
                      <a:pt x="136" y="1380"/>
                    </a:lnTo>
                    <a:lnTo>
                      <a:pt x="135" y="1390"/>
                    </a:lnTo>
                    <a:lnTo>
                      <a:pt x="134" y="1402"/>
                    </a:lnTo>
                    <a:lnTo>
                      <a:pt x="132" y="1413"/>
                    </a:lnTo>
                    <a:lnTo>
                      <a:pt x="132" y="1424"/>
                    </a:lnTo>
                    <a:lnTo>
                      <a:pt x="131" y="1437"/>
                    </a:lnTo>
                    <a:lnTo>
                      <a:pt x="131" y="1451"/>
                    </a:lnTo>
                    <a:lnTo>
                      <a:pt x="131" y="1464"/>
                    </a:lnTo>
                    <a:lnTo>
                      <a:pt x="131" y="1478"/>
                    </a:lnTo>
                    <a:lnTo>
                      <a:pt x="132" y="1493"/>
                    </a:lnTo>
                    <a:lnTo>
                      <a:pt x="132" y="1508"/>
                    </a:lnTo>
                    <a:lnTo>
                      <a:pt x="134" y="1523"/>
                    </a:lnTo>
                    <a:lnTo>
                      <a:pt x="136" y="1540"/>
                    </a:lnTo>
                    <a:lnTo>
                      <a:pt x="137" y="1555"/>
                    </a:lnTo>
                    <a:lnTo>
                      <a:pt x="141" y="1571"/>
                    </a:lnTo>
                    <a:lnTo>
                      <a:pt x="143" y="1588"/>
                    </a:lnTo>
                    <a:lnTo>
                      <a:pt x="147" y="1603"/>
                    </a:lnTo>
                    <a:lnTo>
                      <a:pt x="150" y="1619"/>
                    </a:lnTo>
                    <a:lnTo>
                      <a:pt x="155" y="1635"/>
                    </a:lnTo>
                    <a:lnTo>
                      <a:pt x="160" y="1652"/>
                    </a:lnTo>
                    <a:lnTo>
                      <a:pt x="166" y="1668"/>
                    </a:lnTo>
                    <a:lnTo>
                      <a:pt x="173" y="1683"/>
                    </a:lnTo>
                    <a:lnTo>
                      <a:pt x="181" y="1699"/>
                    </a:lnTo>
                    <a:lnTo>
                      <a:pt x="188" y="1715"/>
                    </a:lnTo>
                    <a:lnTo>
                      <a:pt x="196" y="1730"/>
                    </a:lnTo>
                    <a:lnTo>
                      <a:pt x="206" y="1745"/>
                    </a:lnTo>
                    <a:lnTo>
                      <a:pt x="216" y="1760"/>
                    </a:lnTo>
                    <a:lnTo>
                      <a:pt x="227" y="1774"/>
                    </a:lnTo>
                    <a:lnTo>
                      <a:pt x="233" y="1780"/>
                    </a:lnTo>
                    <a:lnTo>
                      <a:pt x="238" y="1787"/>
                    </a:lnTo>
                    <a:lnTo>
                      <a:pt x="244" y="1794"/>
                    </a:lnTo>
                    <a:lnTo>
                      <a:pt x="251" y="1801"/>
                    </a:lnTo>
                    <a:lnTo>
                      <a:pt x="257" y="1808"/>
                    </a:lnTo>
                    <a:lnTo>
                      <a:pt x="264" y="1815"/>
                    </a:lnTo>
                    <a:lnTo>
                      <a:pt x="273" y="1821"/>
                    </a:lnTo>
                    <a:lnTo>
                      <a:pt x="280" y="1828"/>
                    </a:lnTo>
                    <a:lnTo>
                      <a:pt x="288" y="1835"/>
                    </a:lnTo>
                    <a:lnTo>
                      <a:pt x="296" y="1842"/>
                    </a:lnTo>
                    <a:lnTo>
                      <a:pt x="304" y="1848"/>
                    </a:lnTo>
                    <a:lnTo>
                      <a:pt x="313" y="1853"/>
                    </a:lnTo>
                    <a:lnTo>
                      <a:pt x="321" y="1859"/>
                    </a:lnTo>
                    <a:lnTo>
                      <a:pt x="330" y="1864"/>
                    </a:lnTo>
                    <a:lnTo>
                      <a:pt x="337" y="1868"/>
                    </a:lnTo>
                    <a:lnTo>
                      <a:pt x="345" y="1873"/>
                    </a:lnTo>
                    <a:lnTo>
                      <a:pt x="337" y="1877"/>
                    </a:lnTo>
                    <a:lnTo>
                      <a:pt x="330" y="1880"/>
                    </a:lnTo>
                    <a:lnTo>
                      <a:pt x="320" y="1886"/>
                    </a:lnTo>
                    <a:lnTo>
                      <a:pt x="311" y="1891"/>
                    </a:lnTo>
                    <a:lnTo>
                      <a:pt x="303" y="1894"/>
                    </a:lnTo>
                    <a:lnTo>
                      <a:pt x="293" y="1899"/>
                    </a:lnTo>
                    <a:lnTo>
                      <a:pt x="284" y="1904"/>
                    </a:lnTo>
                    <a:lnTo>
                      <a:pt x="274" y="1911"/>
                    </a:lnTo>
                    <a:lnTo>
                      <a:pt x="264" y="1916"/>
                    </a:lnTo>
                    <a:lnTo>
                      <a:pt x="255" y="1922"/>
                    </a:lnTo>
                    <a:lnTo>
                      <a:pt x="245" y="1928"/>
                    </a:lnTo>
                    <a:lnTo>
                      <a:pt x="235" y="1936"/>
                    </a:lnTo>
                    <a:lnTo>
                      <a:pt x="226" y="1942"/>
                    </a:lnTo>
                    <a:lnTo>
                      <a:pt x="217" y="1951"/>
                    </a:lnTo>
                    <a:lnTo>
                      <a:pt x="207" y="1958"/>
                    </a:lnTo>
                    <a:lnTo>
                      <a:pt x="199" y="1967"/>
                    </a:lnTo>
                    <a:lnTo>
                      <a:pt x="190" y="1976"/>
                    </a:lnTo>
                    <a:lnTo>
                      <a:pt x="183" y="1986"/>
                    </a:lnTo>
                    <a:lnTo>
                      <a:pt x="176" y="1996"/>
                    </a:lnTo>
                    <a:lnTo>
                      <a:pt x="169" y="2007"/>
                    </a:lnTo>
                    <a:lnTo>
                      <a:pt x="163" y="2019"/>
                    </a:lnTo>
                    <a:lnTo>
                      <a:pt x="157" y="2033"/>
                    </a:lnTo>
                    <a:lnTo>
                      <a:pt x="152" y="2045"/>
                    </a:lnTo>
                    <a:lnTo>
                      <a:pt x="147" y="2059"/>
                    </a:lnTo>
                    <a:lnTo>
                      <a:pt x="143" y="2074"/>
                    </a:lnTo>
                    <a:lnTo>
                      <a:pt x="140" y="2089"/>
                    </a:lnTo>
                    <a:lnTo>
                      <a:pt x="138" y="2105"/>
                    </a:lnTo>
                    <a:lnTo>
                      <a:pt x="137" y="2123"/>
                    </a:lnTo>
                    <a:lnTo>
                      <a:pt x="136" y="2141"/>
                    </a:lnTo>
                    <a:lnTo>
                      <a:pt x="137" y="2160"/>
                    </a:lnTo>
                    <a:lnTo>
                      <a:pt x="138" y="2180"/>
                    </a:lnTo>
                    <a:lnTo>
                      <a:pt x="142" y="2201"/>
                    </a:lnTo>
                    <a:lnTo>
                      <a:pt x="146" y="2221"/>
                    </a:lnTo>
                    <a:lnTo>
                      <a:pt x="149" y="2241"/>
                    </a:lnTo>
                    <a:lnTo>
                      <a:pt x="155" y="2260"/>
                    </a:lnTo>
                    <a:lnTo>
                      <a:pt x="160" y="2278"/>
                    </a:lnTo>
                    <a:lnTo>
                      <a:pt x="166" y="2294"/>
                    </a:lnTo>
                    <a:lnTo>
                      <a:pt x="173" y="2310"/>
                    </a:lnTo>
                    <a:lnTo>
                      <a:pt x="181" y="2324"/>
                    </a:lnTo>
                    <a:lnTo>
                      <a:pt x="188" y="2338"/>
                    </a:lnTo>
                    <a:lnTo>
                      <a:pt x="196" y="2351"/>
                    </a:lnTo>
                    <a:lnTo>
                      <a:pt x="205" y="2363"/>
                    </a:lnTo>
                    <a:lnTo>
                      <a:pt x="215" y="2374"/>
                    </a:lnTo>
                    <a:lnTo>
                      <a:pt x="224" y="2385"/>
                    </a:lnTo>
                    <a:lnTo>
                      <a:pt x="234" y="2395"/>
                    </a:lnTo>
                    <a:lnTo>
                      <a:pt x="244" y="2403"/>
                    </a:lnTo>
                    <a:lnTo>
                      <a:pt x="255" y="2412"/>
                    </a:lnTo>
                    <a:lnTo>
                      <a:pt x="264" y="2420"/>
                    </a:lnTo>
                    <a:lnTo>
                      <a:pt x="275" y="2427"/>
                    </a:lnTo>
                    <a:lnTo>
                      <a:pt x="286" y="2434"/>
                    </a:lnTo>
                    <a:lnTo>
                      <a:pt x="297" y="2440"/>
                    </a:lnTo>
                    <a:lnTo>
                      <a:pt x="309" y="2445"/>
                    </a:lnTo>
                    <a:lnTo>
                      <a:pt x="320" y="2450"/>
                    </a:lnTo>
                    <a:lnTo>
                      <a:pt x="332" y="2455"/>
                    </a:lnTo>
                    <a:lnTo>
                      <a:pt x="343" y="2459"/>
                    </a:lnTo>
                    <a:lnTo>
                      <a:pt x="355" y="2462"/>
                    </a:lnTo>
                    <a:lnTo>
                      <a:pt x="367" y="2466"/>
                    </a:lnTo>
                    <a:lnTo>
                      <a:pt x="378" y="2470"/>
                    </a:lnTo>
                    <a:lnTo>
                      <a:pt x="389" y="2474"/>
                    </a:lnTo>
                    <a:lnTo>
                      <a:pt x="401" y="2476"/>
                    </a:lnTo>
                    <a:lnTo>
                      <a:pt x="412" y="2479"/>
                    </a:lnTo>
                    <a:lnTo>
                      <a:pt x="423" y="2483"/>
                    </a:lnTo>
                    <a:lnTo>
                      <a:pt x="434" y="2485"/>
                    </a:lnTo>
                    <a:lnTo>
                      <a:pt x="445" y="2488"/>
                    </a:lnTo>
                    <a:lnTo>
                      <a:pt x="436" y="2488"/>
                    </a:lnTo>
                    <a:lnTo>
                      <a:pt x="430" y="2488"/>
                    </a:lnTo>
                    <a:lnTo>
                      <a:pt x="423" y="2488"/>
                    </a:lnTo>
                    <a:lnTo>
                      <a:pt x="418" y="2489"/>
                    </a:lnTo>
                    <a:lnTo>
                      <a:pt x="412" y="2489"/>
                    </a:lnTo>
                    <a:lnTo>
                      <a:pt x="407" y="2490"/>
                    </a:lnTo>
                    <a:lnTo>
                      <a:pt x="401" y="2490"/>
                    </a:lnTo>
                    <a:lnTo>
                      <a:pt x="396" y="2491"/>
                    </a:lnTo>
                    <a:lnTo>
                      <a:pt x="390" y="2491"/>
                    </a:lnTo>
                    <a:lnTo>
                      <a:pt x="385" y="2491"/>
                    </a:lnTo>
                    <a:lnTo>
                      <a:pt x="379" y="2491"/>
                    </a:lnTo>
                    <a:lnTo>
                      <a:pt x="372" y="2491"/>
                    </a:lnTo>
                    <a:lnTo>
                      <a:pt x="365" y="2491"/>
                    </a:lnTo>
                    <a:lnTo>
                      <a:pt x="355" y="2490"/>
                    </a:lnTo>
                    <a:lnTo>
                      <a:pt x="347" y="2489"/>
                    </a:lnTo>
                    <a:lnTo>
                      <a:pt x="336" y="2488"/>
                    </a:lnTo>
                    <a:lnTo>
                      <a:pt x="310" y="2485"/>
                    </a:lnTo>
                    <a:lnTo>
                      <a:pt x="286" y="2486"/>
                    </a:lnTo>
                    <a:lnTo>
                      <a:pt x="263" y="2491"/>
                    </a:lnTo>
                    <a:lnTo>
                      <a:pt x="242" y="2498"/>
                    </a:lnTo>
                    <a:lnTo>
                      <a:pt x="222" y="2506"/>
                    </a:lnTo>
                    <a:lnTo>
                      <a:pt x="204" y="2518"/>
                    </a:lnTo>
                    <a:lnTo>
                      <a:pt x="188" y="2530"/>
                    </a:lnTo>
                    <a:lnTo>
                      <a:pt x="172" y="2544"/>
                    </a:lnTo>
                    <a:lnTo>
                      <a:pt x="159" y="2561"/>
                    </a:lnTo>
                    <a:lnTo>
                      <a:pt x="147" y="2576"/>
                    </a:lnTo>
                    <a:lnTo>
                      <a:pt x="136" y="2593"/>
                    </a:lnTo>
                    <a:lnTo>
                      <a:pt x="127" y="2611"/>
                    </a:lnTo>
                    <a:lnTo>
                      <a:pt x="119" y="2628"/>
                    </a:lnTo>
                    <a:lnTo>
                      <a:pt x="113" y="2645"/>
                    </a:lnTo>
                    <a:lnTo>
                      <a:pt x="109" y="2662"/>
                    </a:lnTo>
                    <a:lnTo>
                      <a:pt x="106" y="2679"/>
                    </a:lnTo>
                    <a:lnTo>
                      <a:pt x="101" y="2709"/>
                    </a:lnTo>
                    <a:lnTo>
                      <a:pt x="100" y="2738"/>
                    </a:lnTo>
                    <a:lnTo>
                      <a:pt x="98" y="2765"/>
                    </a:lnTo>
                    <a:lnTo>
                      <a:pt x="100" y="2791"/>
                    </a:lnTo>
                    <a:lnTo>
                      <a:pt x="102" y="2814"/>
                    </a:lnTo>
                    <a:lnTo>
                      <a:pt x="107" y="2836"/>
                    </a:lnTo>
                    <a:lnTo>
                      <a:pt x="112" y="2856"/>
                    </a:lnTo>
                    <a:lnTo>
                      <a:pt x="119" y="2875"/>
                    </a:lnTo>
                    <a:lnTo>
                      <a:pt x="126" y="2892"/>
                    </a:lnTo>
                    <a:lnTo>
                      <a:pt x="135" y="2909"/>
                    </a:lnTo>
                    <a:lnTo>
                      <a:pt x="144" y="2923"/>
                    </a:lnTo>
                    <a:lnTo>
                      <a:pt x="155" y="2936"/>
                    </a:lnTo>
                    <a:lnTo>
                      <a:pt x="166" y="2948"/>
                    </a:lnTo>
                    <a:lnTo>
                      <a:pt x="178" y="2959"/>
                    </a:lnTo>
                    <a:lnTo>
                      <a:pt x="190" y="2969"/>
                    </a:lnTo>
                    <a:lnTo>
                      <a:pt x="204" y="2978"/>
                    </a:lnTo>
                    <a:lnTo>
                      <a:pt x="216" y="2985"/>
                    </a:lnTo>
                    <a:lnTo>
                      <a:pt x="229" y="2993"/>
                    </a:lnTo>
                    <a:lnTo>
                      <a:pt x="242" y="2999"/>
                    </a:lnTo>
                    <a:lnTo>
                      <a:pt x="256" y="3004"/>
                    </a:lnTo>
                    <a:lnTo>
                      <a:pt x="268" y="3009"/>
                    </a:lnTo>
                    <a:lnTo>
                      <a:pt x="281" y="3013"/>
                    </a:lnTo>
                    <a:lnTo>
                      <a:pt x="293" y="3017"/>
                    </a:lnTo>
                    <a:lnTo>
                      <a:pt x="304" y="3021"/>
                    </a:lnTo>
                    <a:lnTo>
                      <a:pt x="315" y="3023"/>
                    </a:lnTo>
                    <a:lnTo>
                      <a:pt x="326" y="3026"/>
                    </a:lnTo>
                    <a:lnTo>
                      <a:pt x="334" y="3027"/>
                    </a:lnTo>
                    <a:lnTo>
                      <a:pt x="343" y="3028"/>
                    </a:lnTo>
                    <a:lnTo>
                      <a:pt x="350" y="3031"/>
                    </a:lnTo>
                    <a:lnTo>
                      <a:pt x="356" y="3032"/>
                    </a:lnTo>
                    <a:lnTo>
                      <a:pt x="362" y="3033"/>
                    </a:lnTo>
                    <a:lnTo>
                      <a:pt x="366" y="3034"/>
                    </a:lnTo>
                    <a:lnTo>
                      <a:pt x="370" y="3037"/>
                    </a:lnTo>
                    <a:lnTo>
                      <a:pt x="371" y="3039"/>
                    </a:lnTo>
                    <a:lnTo>
                      <a:pt x="367" y="3041"/>
                    </a:lnTo>
                    <a:lnTo>
                      <a:pt x="359" y="3041"/>
                    </a:lnTo>
                    <a:lnTo>
                      <a:pt x="349" y="3042"/>
                    </a:lnTo>
                    <a:lnTo>
                      <a:pt x="337" y="3042"/>
                    </a:lnTo>
                    <a:lnTo>
                      <a:pt x="322" y="3043"/>
                    </a:lnTo>
                    <a:lnTo>
                      <a:pt x="305" y="3043"/>
                    </a:lnTo>
                    <a:lnTo>
                      <a:pt x="287" y="3044"/>
                    </a:lnTo>
                    <a:lnTo>
                      <a:pt x="269" y="3046"/>
                    </a:lnTo>
                    <a:lnTo>
                      <a:pt x="251" y="3047"/>
                    </a:lnTo>
                    <a:lnTo>
                      <a:pt x="232" y="3049"/>
                    </a:lnTo>
                    <a:lnTo>
                      <a:pt x="213" y="3052"/>
                    </a:lnTo>
                    <a:lnTo>
                      <a:pt x="195" y="3057"/>
                    </a:lnTo>
                    <a:lnTo>
                      <a:pt x="180" y="3062"/>
                    </a:lnTo>
                    <a:lnTo>
                      <a:pt x="165" y="3068"/>
                    </a:lnTo>
                    <a:lnTo>
                      <a:pt x="142" y="3081"/>
                    </a:lnTo>
                    <a:lnTo>
                      <a:pt x="121" y="3093"/>
                    </a:lnTo>
                    <a:lnTo>
                      <a:pt x="103" y="3105"/>
                    </a:lnTo>
                    <a:lnTo>
                      <a:pt x="88" y="3117"/>
                    </a:lnTo>
                    <a:lnTo>
                      <a:pt x="74" y="3129"/>
                    </a:lnTo>
                    <a:lnTo>
                      <a:pt x="63" y="3141"/>
                    </a:lnTo>
                    <a:lnTo>
                      <a:pt x="54" y="3154"/>
                    </a:lnTo>
                    <a:lnTo>
                      <a:pt x="45" y="3168"/>
                    </a:lnTo>
                    <a:lnTo>
                      <a:pt x="38" y="3181"/>
                    </a:lnTo>
                    <a:lnTo>
                      <a:pt x="32" y="3197"/>
                    </a:lnTo>
                    <a:lnTo>
                      <a:pt x="27" y="3213"/>
                    </a:lnTo>
                    <a:lnTo>
                      <a:pt x="22" y="3230"/>
                    </a:lnTo>
                    <a:lnTo>
                      <a:pt x="19" y="3249"/>
                    </a:lnTo>
                    <a:lnTo>
                      <a:pt x="15" y="3271"/>
                    </a:lnTo>
                    <a:lnTo>
                      <a:pt x="11" y="3293"/>
                    </a:lnTo>
                    <a:lnTo>
                      <a:pt x="6" y="3317"/>
                    </a:lnTo>
                    <a:lnTo>
                      <a:pt x="3" y="3354"/>
                    </a:lnTo>
                    <a:lnTo>
                      <a:pt x="0" y="3388"/>
                    </a:lnTo>
                    <a:lnTo>
                      <a:pt x="0" y="3420"/>
                    </a:lnTo>
                    <a:lnTo>
                      <a:pt x="3" y="3452"/>
                    </a:lnTo>
                    <a:lnTo>
                      <a:pt x="8" y="3482"/>
                    </a:lnTo>
                    <a:lnTo>
                      <a:pt x="14" y="3510"/>
                    </a:lnTo>
                    <a:lnTo>
                      <a:pt x="21" y="3537"/>
                    </a:lnTo>
                    <a:lnTo>
                      <a:pt x="29" y="3562"/>
                    </a:lnTo>
                    <a:lnTo>
                      <a:pt x="40" y="3587"/>
                    </a:lnTo>
                    <a:lnTo>
                      <a:pt x="52" y="3610"/>
                    </a:lnTo>
                    <a:lnTo>
                      <a:pt x="65" y="3633"/>
                    </a:lnTo>
                    <a:lnTo>
                      <a:pt x="79" y="3653"/>
                    </a:lnTo>
                    <a:lnTo>
                      <a:pt x="94" y="3673"/>
                    </a:lnTo>
                    <a:lnTo>
                      <a:pt x="109" y="3691"/>
                    </a:lnTo>
                    <a:lnTo>
                      <a:pt x="125" y="3708"/>
                    </a:lnTo>
                    <a:lnTo>
                      <a:pt x="141" y="3723"/>
                    </a:lnTo>
                    <a:lnTo>
                      <a:pt x="157" y="3738"/>
                    </a:lnTo>
                    <a:lnTo>
                      <a:pt x="173" y="3752"/>
                    </a:lnTo>
                    <a:lnTo>
                      <a:pt x="189" y="3765"/>
                    </a:lnTo>
                    <a:lnTo>
                      <a:pt x="206" y="3776"/>
                    </a:lnTo>
                    <a:lnTo>
                      <a:pt x="222" y="3787"/>
                    </a:lnTo>
                    <a:lnTo>
                      <a:pt x="238" y="3797"/>
                    </a:lnTo>
                    <a:lnTo>
                      <a:pt x="252" y="3806"/>
                    </a:lnTo>
                    <a:lnTo>
                      <a:pt x="267" y="3814"/>
                    </a:lnTo>
                    <a:lnTo>
                      <a:pt x="280" y="3821"/>
                    </a:lnTo>
                    <a:lnTo>
                      <a:pt x="292" y="3826"/>
                    </a:lnTo>
                    <a:lnTo>
                      <a:pt x="303" y="3833"/>
                    </a:lnTo>
                    <a:lnTo>
                      <a:pt x="313" y="3836"/>
                    </a:lnTo>
                    <a:lnTo>
                      <a:pt x="321" y="3840"/>
                    </a:lnTo>
                    <a:lnTo>
                      <a:pt x="327" y="3844"/>
                    </a:lnTo>
                    <a:lnTo>
                      <a:pt x="332" y="3845"/>
                    </a:lnTo>
                    <a:lnTo>
                      <a:pt x="336" y="3848"/>
                    </a:lnTo>
                    <a:lnTo>
                      <a:pt x="337" y="3848"/>
                    </a:lnTo>
                    <a:lnTo>
                      <a:pt x="339" y="3849"/>
                    </a:lnTo>
                    <a:lnTo>
                      <a:pt x="343" y="3850"/>
                    </a:lnTo>
                    <a:lnTo>
                      <a:pt x="347" y="3850"/>
                    </a:lnTo>
                    <a:lnTo>
                      <a:pt x="353" y="3851"/>
                    </a:lnTo>
                    <a:lnTo>
                      <a:pt x="359" y="3853"/>
                    </a:lnTo>
                    <a:lnTo>
                      <a:pt x="365" y="3854"/>
                    </a:lnTo>
                    <a:lnTo>
                      <a:pt x="373" y="3854"/>
                    </a:lnTo>
                    <a:lnTo>
                      <a:pt x="380" y="3855"/>
                    </a:lnTo>
                    <a:lnTo>
                      <a:pt x="390" y="3855"/>
                    </a:lnTo>
                    <a:lnTo>
                      <a:pt x="399" y="3856"/>
                    </a:lnTo>
                    <a:lnTo>
                      <a:pt x="408" y="3856"/>
                    </a:lnTo>
                    <a:lnTo>
                      <a:pt x="419" y="3856"/>
                    </a:lnTo>
                    <a:lnTo>
                      <a:pt x="430" y="3856"/>
                    </a:lnTo>
                    <a:lnTo>
                      <a:pt x="441" y="3856"/>
                    </a:lnTo>
                    <a:lnTo>
                      <a:pt x="453" y="3855"/>
                    </a:lnTo>
                    <a:lnTo>
                      <a:pt x="464" y="3855"/>
                    </a:lnTo>
                    <a:lnTo>
                      <a:pt x="476" y="3854"/>
                    </a:lnTo>
                    <a:lnTo>
                      <a:pt x="489" y="3851"/>
                    </a:lnTo>
                    <a:lnTo>
                      <a:pt x="502" y="3850"/>
                    </a:lnTo>
                    <a:lnTo>
                      <a:pt x="514" y="3848"/>
                    </a:lnTo>
                    <a:lnTo>
                      <a:pt x="527" y="3844"/>
                    </a:lnTo>
                    <a:lnTo>
                      <a:pt x="539" y="3840"/>
                    </a:lnTo>
                    <a:lnTo>
                      <a:pt x="552" y="3836"/>
                    </a:lnTo>
                    <a:lnTo>
                      <a:pt x="564" y="3833"/>
                    </a:lnTo>
                    <a:lnTo>
                      <a:pt x="578" y="3828"/>
                    </a:lnTo>
                    <a:lnTo>
                      <a:pt x="590" y="3821"/>
                    </a:lnTo>
                    <a:lnTo>
                      <a:pt x="602" y="3815"/>
                    </a:lnTo>
                    <a:lnTo>
                      <a:pt x="614" y="3807"/>
                    </a:lnTo>
                    <a:lnTo>
                      <a:pt x="626" y="3800"/>
                    </a:lnTo>
                    <a:lnTo>
                      <a:pt x="637" y="3791"/>
                    </a:lnTo>
                    <a:lnTo>
                      <a:pt x="648" y="3782"/>
                    </a:lnTo>
                    <a:lnTo>
                      <a:pt x="654" y="3779"/>
                    </a:lnTo>
                    <a:lnTo>
                      <a:pt x="660" y="3774"/>
                    </a:lnTo>
                    <a:lnTo>
                      <a:pt x="667" y="3771"/>
                    </a:lnTo>
                    <a:lnTo>
                      <a:pt x="673" y="3767"/>
                    </a:lnTo>
                    <a:lnTo>
                      <a:pt x="679" y="3765"/>
                    </a:lnTo>
                    <a:lnTo>
                      <a:pt x="686" y="3761"/>
                    </a:lnTo>
                    <a:lnTo>
                      <a:pt x="692" y="3758"/>
                    </a:lnTo>
                    <a:lnTo>
                      <a:pt x="698" y="3756"/>
                    </a:lnTo>
                    <a:lnTo>
                      <a:pt x="704" y="3753"/>
                    </a:lnTo>
                    <a:lnTo>
                      <a:pt x="710" y="3751"/>
                    </a:lnTo>
                    <a:lnTo>
                      <a:pt x="716" y="3748"/>
                    </a:lnTo>
                    <a:lnTo>
                      <a:pt x="722" y="3746"/>
                    </a:lnTo>
                    <a:lnTo>
                      <a:pt x="728" y="3743"/>
                    </a:lnTo>
                    <a:lnTo>
                      <a:pt x="735" y="3741"/>
                    </a:lnTo>
                    <a:lnTo>
                      <a:pt x="741" y="3737"/>
                    </a:lnTo>
                    <a:lnTo>
                      <a:pt x="747" y="3735"/>
                    </a:lnTo>
                    <a:lnTo>
                      <a:pt x="745" y="3742"/>
                    </a:lnTo>
                    <a:lnTo>
                      <a:pt x="742" y="3750"/>
                    </a:lnTo>
                    <a:lnTo>
                      <a:pt x="741" y="3757"/>
                    </a:lnTo>
                    <a:lnTo>
                      <a:pt x="739" y="3763"/>
                    </a:lnTo>
                    <a:lnTo>
                      <a:pt x="736" y="3770"/>
                    </a:lnTo>
                    <a:lnTo>
                      <a:pt x="734" y="3775"/>
                    </a:lnTo>
                    <a:lnTo>
                      <a:pt x="732" y="3780"/>
                    </a:lnTo>
                    <a:lnTo>
                      <a:pt x="729" y="3785"/>
                    </a:lnTo>
                    <a:lnTo>
                      <a:pt x="727" y="3790"/>
                    </a:lnTo>
                    <a:lnTo>
                      <a:pt x="724" y="3794"/>
                    </a:lnTo>
                    <a:lnTo>
                      <a:pt x="722" y="3799"/>
                    </a:lnTo>
                    <a:lnTo>
                      <a:pt x="719" y="3802"/>
                    </a:lnTo>
                    <a:lnTo>
                      <a:pt x="717" y="3807"/>
                    </a:lnTo>
                    <a:lnTo>
                      <a:pt x="715" y="3811"/>
                    </a:lnTo>
                    <a:lnTo>
                      <a:pt x="712" y="3815"/>
                    </a:lnTo>
                    <a:lnTo>
                      <a:pt x="711" y="3820"/>
                    </a:lnTo>
                    <a:lnTo>
                      <a:pt x="701" y="3843"/>
                    </a:lnTo>
                    <a:lnTo>
                      <a:pt x="695" y="3864"/>
                    </a:lnTo>
                    <a:lnTo>
                      <a:pt x="692" y="3884"/>
                    </a:lnTo>
                    <a:lnTo>
                      <a:pt x="689" y="3903"/>
                    </a:lnTo>
                    <a:lnTo>
                      <a:pt x="689" y="3922"/>
                    </a:lnTo>
                    <a:lnTo>
                      <a:pt x="692" y="3938"/>
                    </a:lnTo>
                    <a:lnTo>
                      <a:pt x="695" y="3955"/>
                    </a:lnTo>
                    <a:lnTo>
                      <a:pt x="701" y="3970"/>
                    </a:lnTo>
                    <a:lnTo>
                      <a:pt x="707" y="3983"/>
                    </a:lnTo>
                    <a:lnTo>
                      <a:pt x="716" y="3996"/>
                    </a:lnTo>
                    <a:lnTo>
                      <a:pt x="725" y="4007"/>
                    </a:lnTo>
                    <a:lnTo>
                      <a:pt x="736" y="4017"/>
                    </a:lnTo>
                    <a:lnTo>
                      <a:pt x="748" y="4027"/>
                    </a:lnTo>
                    <a:lnTo>
                      <a:pt x="762" y="4036"/>
                    </a:lnTo>
                    <a:lnTo>
                      <a:pt x="775" y="4044"/>
                    </a:lnTo>
                    <a:lnTo>
                      <a:pt x="788" y="4050"/>
                    </a:lnTo>
                    <a:lnTo>
                      <a:pt x="803" y="4056"/>
                    </a:lnTo>
                    <a:lnTo>
                      <a:pt x="819" y="4061"/>
                    </a:lnTo>
                    <a:lnTo>
                      <a:pt x="833" y="4065"/>
                    </a:lnTo>
                    <a:lnTo>
                      <a:pt x="849" y="4068"/>
                    </a:lnTo>
                    <a:lnTo>
                      <a:pt x="864" y="4070"/>
                    </a:lnTo>
                    <a:lnTo>
                      <a:pt x="878" y="4071"/>
                    </a:lnTo>
                    <a:lnTo>
                      <a:pt x="894" y="4071"/>
                    </a:lnTo>
                    <a:lnTo>
                      <a:pt x="907" y="4071"/>
                    </a:lnTo>
                    <a:lnTo>
                      <a:pt x="922" y="4069"/>
                    </a:lnTo>
                    <a:lnTo>
                      <a:pt x="934" y="4066"/>
                    </a:lnTo>
                    <a:lnTo>
                      <a:pt x="947" y="4064"/>
                    </a:lnTo>
                    <a:lnTo>
                      <a:pt x="958" y="4060"/>
                    </a:lnTo>
                    <a:lnTo>
                      <a:pt x="968" y="4055"/>
                    </a:lnTo>
                    <a:lnTo>
                      <a:pt x="977" y="4049"/>
                    </a:lnTo>
                    <a:lnTo>
                      <a:pt x="985" y="4043"/>
                    </a:lnTo>
                    <a:lnTo>
                      <a:pt x="991" y="4035"/>
                    </a:lnTo>
                    <a:lnTo>
                      <a:pt x="994" y="4029"/>
                    </a:lnTo>
                    <a:lnTo>
                      <a:pt x="999" y="4022"/>
                    </a:lnTo>
                    <a:lnTo>
                      <a:pt x="1005" y="4016"/>
                    </a:lnTo>
                    <a:lnTo>
                      <a:pt x="1010" y="4011"/>
                    </a:lnTo>
                    <a:lnTo>
                      <a:pt x="1016" y="4006"/>
                    </a:lnTo>
                    <a:lnTo>
                      <a:pt x="1021" y="4001"/>
                    </a:lnTo>
                    <a:lnTo>
                      <a:pt x="1027" y="3997"/>
                    </a:lnTo>
                    <a:lnTo>
                      <a:pt x="1033" y="3992"/>
                    </a:lnTo>
                    <a:lnTo>
                      <a:pt x="1038" y="3987"/>
                    </a:lnTo>
                    <a:lnTo>
                      <a:pt x="1044" y="3982"/>
                    </a:lnTo>
                    <a:lnTo>
                      <a:pt x="1049" y="3977"/>
                    </a:lnTo>
                    <a:lnTo>
                      <a:pt x="1055" y="3972"/>
                    </a:lnTo>
                    <a:lnTo>
                      <a:pt x="1060" y="3967"/>
                    </a:lnTo>
                    <a:lnTo>
                      <a:pt x="1064" y="3961"/>
                    </a:lnTo>
                    <a:lnTo>
                      <a:pt x="1068" y="3955"/>
                    </a:lnTo>
                    <a:lnTo>
                      <a:pt x="1073" y="3947"/>
                    </a:lnTo>
                    <a:lnTo>
                      <a:pt x="1072" y="3953"/>
                    </a:lnTo>
                    <a:lnTo>
                      <a:pt x="1072" y="3958"/>
                    </a:lnTo>
                    <a:lnTo>
                      <a:pt x="1071" y="3965"/>
                    </a:lnTo>
                    <a:lnTo>
                      <a:pt x="1068" y="3970"/>
                    </a:lnTo>
                    <a:lnTo>
                      <a:pt x="1067" y="3975"/>
                    </a:lnTo>
                    <a:lnTo>
                      <a:pt x="1064" y="3981"/>
                    </a:lnTo>
                    <a:lnTo>
                      <a:pt x="1063" y="3986"/>
                    </a:lnTo>
                    <a:lnTo>
                      <a:pt x="1062" y="3991"/>
                    </a:lnTo>
                    <a:lnTo>
                      <a:pt x="1061" y="3997"/>
                    </a:lnTo>
                    <a:lnTo>
                      <a:pt x="1060" y="4004"/>
                    </a:lnTo>
                    <a:lnTo>
                      <a:pt x="1060" y="4010"/>
                    </a:lnTo>
                    <a:lnTo>
                      <a:pt x="1060" y="4016"/>
                    </a:lnTo>
                    <a:lnTo>
                      <a:pt x="1062" y="4024"/>
                    </a:lnTo>
                    <a:lnTo>
                      <a:pt x="1064" y="4031"/>
                    </a:lnTo>
                    <a:lnTo>
                      <a:pt x="1068" y="4040"/>
                    </a:lnTo>
                    <a:lnTo>
                      <a:pt x="1073" y="4049"/>
                    </a:lnTo>
                    <a:lnTo>
                      <a:pt x="1074" y="4050"/>
                    </a:lnTo>
                    <a:lnTo>
                      <a:pt x="1077" y="4051"/>
                    </a:lnTo>
                    <a:lnTo>
                      <a:pt x="1080" y="4053"/>
                    </a:lnTo>
                    <a:lnTo>
                      <a:pt x="1085" y="4054"/>
                    </a:lnTo>
                    <a:lnTo>
                      <a:pt x="1091" y="4055"/>
                    </a:lnTo>
                    <a:lnTo>
                      <a:pt x="1098" y="4056"/>
                    </a:lnTo>
                    <a:lnTo>
                      <a:pt x="1106" y="4056"/>
                    </a:lnTo>
                    <a:lnTo>
                      <a:pt x="1114" y="4058"/>
                    </a:lnTo>
                    <a:lnTo>
                      <a:pt x="1123" y="4058"/>
                    </a:lnTo>
                    <a:lnTo>
                      <a:pt x="1132" y="4059"/>
                    </a:lnTo>
                    <a:lnTo>
                      <a:pt x="1143" y="4059"/>
                    </a:lnTo>
                    <a:lnTo>
                      <a:pt x="1153" y="4059"/>
                    </a:lnTo>
                    <a:lnTo>
                      <a:pt x="1164" y="4059"/>
                    </a:lnTo>
                    <a:lnTo>
                      <a:pt x="1175" y="4059"/>
                    </a:lnTo>
                    <a:lnTo>
                      <a:pt x="1187" y="4059"/>
                    </a:lnTo>
                    <a:lnTo>
                      <a:pt x="1198" y="4059"/>
                    </a:lnTo>
                    <a:lnTo>
                      <a:pt x="1210" y="4058"/>
                    </a:lnTo>
                    <a:lnTo>
                      <a:pt x="1221" y="4058"/>
                    </a:lnTo>
                    <a:lnTo>
                      <a:pt x="1233" y="4056"/>
                    </a:lnTo>
                    <a:lnTo>
                      <a:pt x="1245" y="4055"/>
                    </a:lnTo>
                    <a:lnTo>
                      <a:pt x="1256" y="4054"/>
                    </a:lnTo>
                    <a:lnTo>
                      <a:pt x="1267" y="4051"/>
                    </a:lnTo>
                    <a:lnTo>
                      <a:pt x="1276" y="4050"/>
                    </a:lnTo>
                    <a:lnTo>
                      <a:pt x="1286" y="4048"/>
                    </a:lnTo>
                    <a:lnTo>
                      <a:pt x="1296" y="4045"/>
                    </a:lnTo>
                    <a:lnTo>
                      <a:pt x="1304" y="4043"/>
                    </a:lnTo>
                    <a:lnTo>
                      <a:pt x="1313" y="4040"/>
                    </a:lnTo>
                    <a:lnTo>
                      <a:pt x="1320" y="4037"/>
                    </a:lnTo>
                    <a:lnTo>
                      <a:pt x="1326" y="4034"/>
                    </a:lnTo>
                    <a:lnTo>
                      <a:pt x="1331" y="4030"/>
                    </a:lnTo>
                    <a:lnTo>
                      <a:pt x="1336" y="4026"/>
                    </a:lnTo>
                    <a:lnTo>
                      <a:pt x="1339" y="4021"/>
                    </a:lnTo>
                    <a:lnTo>
                      <a:pt x="1349" y="4024"/>
                    </a:lnTo>
                    <a:lnTo>
                      <a:pt x="1359" y="4027"/>
                    </a:lnTo>
                    <a:lnTo>
                      <a:pt x="1368" y="4030"/>
                    </a:lnTo>
                    <a:lnTo>
                      <a:pt x="1377" y="4032"/>
                    </a:lnTo>
                    <a:lnTo>
                      <a:pt x="1385" y="4035"/>
                    </a:lnTo>
                    <a:lnTo>
                      <a:pt x="1393" y="4039"/>
                    </a:lnTo>
                    <a:lnTo>
                      <a:pt x="1400" y="4043"/>
                    </a:lnTo>
                    <a:lnTo>
                      <a:pt x="1407" y="4046"/>
                    </a:lnTo>
                    <a:lnTo>
                      <a:pt x="1413" y="4051"/>
                    </a:lnTo>
                    <a:lnTo>
                      <a:pt x="1419" y="4056"/>
                    </a:lnTo>
                    <a:lnTo>
                      <a:pt x="1425" y="4061"/>
                    </a:lnTo>
                    <a:lnTo>
                      <a:pt x="1430" y="4066"/>
                    </a:lnTo>
                    <a:lnTo>
                      <a:pt x="1435" y="4074"/>
                    </a:lnTo>
                    <a:lnTo>
                      <a:pt x="1440" y="4080"/>
                    </a:lnTo>
                    <a:lnTo>
                      <a:pt x="1443" y="4089"/>
                    </a:lnTo>
                    <a:lnTo>
                      <a:pt x="1447" y="4097"/>
                    </a:lnTo>
                    <a:lnTo>
                      <a:pt x="1452" y="4107"/>
                    </a:lnTo>
                    <a:lnTo>
                      <a:pt x="1455" y="4117"/>
                    </a:lnTo>
                    <a:lnTo>
                      <a:pt x="1459" y="4127"/>
                    </a:lnTo>
                    <a:lnTo>
                      <a:pt x="1462" y="4137"/>
                    </a:lnTo>
                    <a:lnTo>
                      <a:pt x="1464" y="4147"/>
                    </a:lnTo>
                    <a:lnTo>
                      <a:pt x="1466" y="4156"/>
                    </a:lnTo>
                    <a:lnTo>
                      <a:pt x="1468" y="4166"/>
                    </a:lnTo>
                    <a:lnTo>
                      <a:pt x="1469" y="4176"/>
                    </a:lnTo>
                    <a:lnTo>
                      <a:pt x="1469" y="4185"/>
                    </a:lnTo>
                    <a:lnTo>
                      <a:pt x="1470" y="4195"/>
                    </a:lnTo>
                    <a:lnTo>
                      <a:pt x="1469" y="4205"/>
                    </a:lnTo>
                    <a:lnTo>
                      <a:pt x="1469" y="4216"/>
                    </a:lnTo>
                    <a:lnTo>
                      <a:pt x="1468" y="4226"/>
                    </a:lnTo>
                    <a:lnTo>
                      <a:pt x="1465" y="4237"/>
                    </a:lnTo>
                    <a:lnTo>
                      <a:pt x="1463" y="4249"/>
                    </a:lnTo>
                    <a:lnTo>
                      <a:pt x="1460" y="4261"/>
                    </a:lnTo>
                    <a:lnTo>
                      <a:pt x="1454" y="4283"/>
                    </a:lnTo>
                    <a:lnTo>
                      <a:pt x="1447" y="4301"/>
                    </a:lnTo>
                    <a:lnTo>
                      <a:pt x="1437" y="4319"/>
                    </a:lnTo>
                    <a:lnTo>
                      <a:pt x="1426" y="4335"/>
                    </a:lnTo>
                    <a:lnTo>
                      <a:pt x="1414" y="4349"/>
                    </a:lnTo>
                    <a:lnTo>
                      <a:pt x="1401" y="4362"/>
                    </a:lnTo>
                    <a:lnTo>
                      <a:pt x="1386" y="4374"/>
                    </a:lnTo>
                    <a:lnTo>
                      <a:pt x="1371" y="4384"/>
                    </a:lnTo>
                    <a:lnTo>
                      <a:pt x="1355" y="4394"/>
                    </a:lnTo>
                    <a:lnTo>
                      <a:pt x="1338" y="4403"/>
                    </a:lnTo>
                    <a:lnTo>
                      <a:pt x="1321" y="4412"/>
                    </a:lnTo>
                    <a:lnTo>
                      <a:pt x="1303" y="4420"/>
                    </a:lnTo>
                    <a:lnTo>
                      <a:pt x="1285" y="4427"/>
                    </a:lnTo>
                    <a:lnTo>
                      <a:pt x="1267" y="4435"/>
                    </a:lnTo>
                    <a:lnTo>
                      <a:pt x="1248" y="4441"/>
                    </a:lnTo>
                    <a:lnTo>
                      <a:pt x="1230" y="4449"/>
                    </a:lnTo>
                    <a:lnTo>
                      <a:pt x="1235" y="4451"/>
                    </a:lnTo>
                    <a:lnTo>
                      <a:pt x="1241" y="4454"/>
                    </a:lnTo>
                    <a:lnTo>
                      <a:pt x="1248" y="4455"/>
                    </a:lnTo>
                    <a:lnTo>
                      <a:pt x="1257" y="4457"/>
                    </a:lnTo>
                    <a:lnTo>
                      <a:pt x="1267" y="4460"/>
                    </a:lnTo>
                    <a:lnTo>
                      <a:pt x="1278" y="4461"/>
                    </a:lnTo>
                    <a:lnTo>
                      <a:pt x="1291" y="4462"/>
                    </a:lnTo>
                    <a:lnTo>
                      <a:pt x="1304" y="4464"/>
                    </a:lnTo>
                    <a:lnTo>
                      <a:pt x="1319" y="4465"/>
                    </a:lnTo>
                    <a:lnTo>
                      <a:pt x="1333" y="4465"/>
                    </a:lnTo>
                    <a:lnTo>
                      <a:pt x="1350" y="4465"/>
                    </a:lnTo>
                    <a:lnTo>
                      <a:pt x="1367" y="4465"/>
                    </a:lnTo>
                    <a:lnTo>
                      <a:pt x="1384" y="4464"/>
                    </a:lnTo>
                    <a:lnTo>
                      <a:pt x="1402" y="4461"/>
                    </a:lnTo>
                    <a:lnTo>
                      <a:pt x="1422" y="4457"/>
                    </a:lnTo>
                    <a:lnTo>
                      <a:pt x="1441" y="4454"/>
                    </a:lnTo>
                    <a:lnTo>
                      <a:pt x="1460" y="4450"/>
                    </a:lnTo>
                    <a:lnTo>
                      <a:pt x="1481" y="4444"/>
                    </a:lnTo>
                    <a:lnTo>
                      <a:pt x="1501" y="4436"/>
                    </a:lnTo>
                    <a:lnTo>
                      <a:pt x="1522" y="4428"/>
                    </a:lnTo>
                    <a:lnTo>
                      <a:pt x="1544" y="4420"/>
                    </a:lnTo>
                    <a:lnTo>
                      <a:pt x="1564" y="4408"/>
                    </a:lnTo>
                    <a:lnTo>
                      <a:pt x="1585" y="4396"/>
                    </a:lnTo>
                    <a:lnTo>
                      <a:pt x="1606" y="4382"/>
                    </a:lnTo>
                    <a:lnTo>
                      <a:pt x="1627" y="4367"/>
                    </a:lnTo>
                    <a:lnTo>
                      <a:pt x="1647" y="4350"/>
                    </a:lnTo>
                    <a:lnTo>
                      <a:pt x="1667" y="4333"/>
                    </a:lnTo>
                    <a:lnTo>
                      <a:pt x="1688" y="4313"/>
                    </a:lnTo>
                    <a:lnTo>
                      <a:pt x="1707" y="4290"/>
                    </a:lnTo>
                    <a:lnTo>
                      <a:pt x="1727" y="4266"/>
                    </a:lnTo>
                    <a:lnTo>
                      <a:pt x="1745" y="4241"/>
                    </a:lnTo>
                    <a:lnTo>
                      <a:pt x="1763" y="4213"/>
                    </a:lnTo>
                    <a:lnTo>
                      <a:pt x="1768" y="4203"/>
                    </a:lnTo>
                    <a:lnTo>
                      <a:pt x="1771" y="4192"/>
                    </a:lnTo>
                    <a:lnTo>
                      <a:pt x="1774" y="4181"/>
                    </a:lnTo>
                    <a:lnTo>
                      <a:pt x="1775" y="4168"/>
                    </a:lnTo>
                    <a:lnTo>
                      <a:pt x="1775" y="4156"/>
                    </a:lnTo>
                    <a:lnTo>
                      <a:pt x="1775" y="4143"/>
                    </a:lnTo>
                    <a:lnTo>
                      <a:pt x="1775" y="4129"/>
                    </a:lnTo>
                    <a:lnTo>
                      <a:pt x="1774" y="4115"/>
                    </a:lnTo>
                    <a:lnTo>
                      <a:pt x="1773" y="4103"/>
                    </a:lnTo>
                    <a:lnTo>
                      <a:pt x="1770" y="4089"/>
                    </a:lnTo>
                    <a:lnTo>
                      <a:pt x="1769" y="4075"/>
                    </a:lnTo>
                    <a:lnTo>
                      <a:pt x="1767" y="4061"/>
                    </a:lnTo>
                    <a:lnTo>
                      <a:pt x="1765" y="4049"/>
                    </a:lnTo>
                    <a:lnTo>
                      <a:pt x="1764" y="4036"/>
                    </a:lnTo>
                    <a:lnTo>
                      <a:pt x="1763" y="4024"/>
                    </a:lnTo>
                    <a:lnTo>
                      <a:pt x="1763" y="4011"/>
                    </a:lnTo>
                    <a:lnTo>
                      <a:pt x="1768" y="4015"/>
                    </a:lnTo>
                    <a:lnTo>
                      <a:pt x="1773" y="4019"/>
                    </a:lnTo>
                    <a:lnTo>
                      <a:pt x="1777" y="4022"/>
                    </a:lnTo>
                    <a:lnTo>
                      <a:pt x="1784" y="4026"/>
                    </a:lnTo>
                    <a:lnTo>
                      <a:pt x="1791" y="4030"/>
                    </a:lnTo>
                    <a:lnTo>
                      <a:pt x="1797" y="4032"/>
                    </a:lnTo>
                    <a:lnTo>
                      <a:pt x="1804" y="4036"/>
                    </a:lnTo>
                    <a:lnTo>
                      <a:pt x="1811" y="4040"/>
                    </a:lnTo>
                    <a:lnTo>
                      <a:pt x="1819" y="4043"/>
                    </a:lnTo>
                    <a:lnTo>
                      <a:pt x="1826" y="4046"/>
                    </a:lnTo>
                    <a:lnTo>
                      <a:pt x="1834" y="4049"/>
                    </a:lnTo>
                    <a:lnTo>
                      <a:pt x="1843" y="4053"/>
                    </a:lnTo>
                    <a:lnTo>
                      <a:pt x="1851" y="4055"/>
                    </a:lnTo>
                    <a:lnTo>
                      <a:pt x="1860" y="4058"/>
                    </a:lnTo>
                    <a:lnTo>
                      <a:pt x="1868" y="4060"/>
                    </a:lnTo>
                    <a:lnTo>
                      <a:pt x="1878" y="4063"/>
                    </a:lnTo>
                    <a:lnTo>
                      <a:pt x="1888" y="4064"/>
                    </a:lnTo>
                    <a:lnTo>
                      <a:pt x="1897" y="4066"/>
                    </a:lnTo>
                    <a:lnTo>
                      <a:pt x="1907" y="4068"/>
                    </a:lnTo>
                    <a:lnTo>
                      <a:pt x="1917" y="4069"/>
                    </a:lnTo>
                    <a:lnTo>
                      <a:pt x="1926" y="4070"/>
                    </a:lnTo>
                    <a:lnTo>
                      <a:pt x="1936" y="4071"/>
                    </a:lnTo>
                    <a:lnTo>
                      <a:pt x="1947" y="4071"/>
                    </a:lnTo>
                    <a:lnTo>
                      <a:pt x="1957" y="4071"/>
                    </a:lnTo>
                    <a:lnTo>
                      <a:pt x="1968" y="4071"/>
                    </a:lnTo>
                    <a:lnTo>
                      <a:pt x="1978" y="4070"/>
                    </a:lnTo>
                    <a:lnTo>
                      <a:pt x="1988" y="4070"/>
                    </a:lnTo>
                    <a:lnTo>
                      <a:pt x="1999" y="4069"/>
                    </a:lnTo>
                    <a:lnTo>
                      <a:pt x="2010" y="4066"/>
                    </a:lnTo>
                    <a:lnTo>
                      <a:pt x="2021" y="4065"/>
                    </a:lnTo>
                    <a:lnTo>
                      <a:pt x="2032" y="4063"/>
                    </a:lnTo>
                    <a:lnTo>
                      <a:pt x="2043" y="4059"/>
                    </a:lnTo>
                    <a:lnTo>
                      <a:pt x="2050" y="4056"/>
                    </a:lnTo>
                    <a:lnTo>
                      <a:pt x="2057" y="4054"/>
                    </a:lnTo>
                    <a:lnTo>
                      <a:pt x="2066" y="4049"/>
                    </a:lnTo>
                    <a:lnTo>
                      <a:pt x="2074" y="4044"/>
                    </a:lnTo>
                    <a:lnTo>
                      <a:pt x="2083" y="4037"/>
                    </a:lnTo>
                    <a:lnTo>
                      <a:pt x="2091" y="4031"/>
                    </a:lnTo>
                    <a:lnTo>
                      <a:pt x="2099" y="4024"/>
                    </a:lnTo>
                    <a:lnTo>
                      <a:pt x="2108" y="4016"/>
                    </a:lnTo>
                    <a:lnTo>
                      <a:pt x="2115" y="4007"/>
                    </a:lnTo>
                    <a:lnTo>
                      <a:pt x="2122" y="3999"/>
                    </a:lnTo>
                    <a:lnTo>
                      <a:pt x="2130" y="3991"/>
                    </a:lnTo>
                    <a:lnTo>
                      <a:pt x="2136" y="3981"/>
                    </a:lnTo>
                    <a:lnTo>
                      <a:pt x="2141" y="3972"/>
                    </a:lnTo>
                    <a:lnTo>
                      <a:pt x="2145" y="3963"/>
                    </a:lnTo>
                    <a:lnTo>
                      <a:pt x="2148" y="3955"/>
                    </a:lnTo>
                    <a:lnTo>
                      <a:pt x="2150" y="3947"/>
                    </a:lnTo>
                    <a:lnTo>
                      <a:pt x="2153" y="3936"/>
                    </a:lnTo>
                    <a:lnTo>
                      <a:pt x="2154" y="3926"/>
                    </a:lnTo>
                    <a:lnTo>
                      <a:pt x="2155" y="3916"/>
                    </a:lnTo>
                    <a:lnTo>
                      <a:pt x="2156" y="3904"/>
                    </a:lnTo>
                    <a:lnTo>
                      <a:pt x="2156" y="3894"/>
                    </a:lnTo>
                    <a:lnTo>
                      <a:pt x="2156" y="3884"/>
                    </a:lnTo>
                    <a:lnTo>
                      <a:pt x="2156" y="3874"/>
                    </a:lnTo>
                    <a:lnTo>
                      <a:pt x="2155" y="3864"/>
                    </a:lnTo>
                    <a:lnTo>
                      <a:pt x="2155" y="3854"/>
                    </a:lnTo>
                    <a:lnTo>
                      <a:pt x="2154" y="3844"/>
                    </a:lnTo>
                    <a:lnTo>
                      <a:pt x="2154" y="3834"/>
                    </a:lnTo>
                    <a:lnTo>
                      <a:pt x="2153" y="3824"/>
                    </a:lnTo>
                    <a:lnTo>
                      <a:pt x="2152" y="3814"/>
                    </a:lnTo>
                    <a:lnTo>
                      <a:pt x="2152" y="3804"/>
                    </a:lnTo>
                    <a:lnTo>
                      <a:pt x="2150" y="3794"/>
                    </a:lnTo>
                    <a:lnTo>
                      <a:pt x="2150" y="3782"/>
                    </a:lnTo>
                    <a:lnTo>
                      <a:pt x="2172" y="3785"/>
                    </a:lnTo>
                    <a:lnTo>
                      <a:pt x="2193" y="3787"/>
                    </a:lnTo>
                    <a:lnTo>
                      <a:pt x="2213" y="3789"/>
                    </a:lnTo>
                    <a:lnTo>
                      <a:pt x="2234" y="3789"/>
                    </a:lnTo>
                    <a:lnTo>
                      <a:pt x="2253" y="3789"/>
                    </a:lnTo>
                    <a:lnTo>
                      <a:pt x="2274" y="3789"/>
                    </a:lnTo>
                    <a:lnTo>
                      <a:pt x="2293" y="3787"/>
                    </a:lnTo>
                    <a:lnTo>
                      <a:pt x="2313" y="3785"/>
                    </a:lnTo>
                    <a:lnTo>
                      <a:pt x="2332" y="3782"/>
                    </a:lnTo>
                    <a:lnTo>
                      <a:pt x="2351" y="3780"/>
                    </a:lnTo>
                    <a:lnTo>
                      <a:pt x="2369" y="3776"/>
                    </a:lnTo>
                    <a:lnTo>
                      <a:pt x="2389" y="3771"/>
                    </a:lnTo>
                    <a:lnTo>
                      <a:pt x="2406" y="3767"/>
                    </a:lnTo>
                    <a:lnTo>
                      <a:pt x="2424" y="3762"/>
                    </a:lnTo>
                    <a:lnTo>
                      <a:pt x="2441" y="3757"/>
                    </a:lnTo>
                    <a:lnTo>
                      <a:pt x="2457" y="3751"/>
                    </a:lnTo>
                    <a:lnTo>
                      <a:pt x="2472" y="3745"/>
                    </a:lnTo>
                    <a:lnTo>
                      <a:pt x="2488" y="3738"/>
                    </a:lnTo>
                    <a:lnTo>
                      <a:pt x="2503" y="3732"/>
                    </a:lnTo>
                    <a:lnTo>
                      <a:pt x="2517" y="3724"/>
                    </a:lnTo>
                    <a:lnTo>
                      <a:pt x="2530" y="3718"/>
                    </a:lnTo>
                    <a:lnTo>
                      <a:pt x="2544" y="3711"/>
                    </a:lnTo>
                    <a:lnTo>
                      <a:pt x="2556" y="3703"/>
                    </a:lnTo>
                    <a:lnTo>
                      <a:pt x="2568" y="3696"/>
                    </a:lnTo>
                    <a:lnTo>
                      <a:pt x="2579" y="3688"/>
                    </a:lnTo>
                    <a:lnTo>
                      <a:pt x="2590" y="3679"/>
                    </a:lnTo>
                    <a:lnTo>
                      <a:pt x="2598" y="3672"/>
                    </a:lnTo>
                    <a:lnTo>
                      <a:pt x="2608" y="3664"/>
                    </a:lnTo>
                    <a:lnTo>
                      <a:pt x="2615" y="3655"/>
                    </a:lnTo>
                    <a:lnTo>
                      <a:pt x="2622" y="3648"/>
                    </a:lnTo>
                    <a:lnTo>
                      <a:pt x="2629" y="3640"/>
                    </a:lnTo>
                    <a:lnTo>
                      <a:pt x="2635" y="3633"/>
                    </a:lnTo>
                    <a:lnTo>
                      <a:pt x="2638" y="3625"/>
                    </a:lnTo>
                    <a:lnTo>
                      <a:pt x="2643" y="3616"/>
                    </a:lnTo>
                    <a:lnTo>
                      <a:pt x="2648" y="3605"/>
                    </a:lnTo>
                    <a:lnTo>
                      <a:pt x="2653" y="3594"/>
                    </a:lnTo>
                    <a:lnTo>
                      <a:pt x="2658" y="3582"/>
                    </a:lnTo>
                    <a:lnTo>
                      <a:pt x="2664" y="3570"/>
                    </a:lnTo>
                    <a:lnTo>
                      <a:pt x="2668" y="3557"/>
                    </a:lnTo>
                    <a:lnTo>
                      <a:pt x="2673" y="3543"/>
                    </a:lnTo>
                    <a:lnTo>
                      <a:pt x="2677" y="3531"/>
                    </a:lnTo>
                    <a:lnTo>
                      <a:pt x="2682" y="3518"/>
                    </a:lnTo>
                    <a:lnTo>
                      <a:pt x="2685" y="3507"/>
                    </a:lnTo>
                    <a:lnTo>
                      <a:pt x="2689" y="3496"/>
                    </a:lnTo>
                    <a:lnTo>
                      <a:pt x="2691" y="3487"/>
                    </a:lnTo>
                    <a:lnTo>
                      <a:pt x="2694" y="3478"/>
                    </a:lnTo>
                    <a:lnTo>
                      <a:pt x="2696" y="3472"/>
                    </a:lnTo>
                    <a:lnTo>
                      <a:pt x="2696" y="3468"/>
                    </a:lnTo>
                    <a:lnTo>
                      <a:pt x="2701" y="3442"/>
                    </a:lnTo>
                    <a:lnTo>
                      <a:pt x="2701" y="3417"/>
                    </a:lnTo>
                    <a:lnTo>
                      <a:pt x="2700" y="3393"/>
                    </a:lnTo>
                    <a:lnTo>
                      <a:pt x="2695" y="3370"/>
                    </a:lnTo>
                    <a:lnTo>
                      <a:pt x="2689" y="3347"/>
                    </a:lnTo>
                    <a:lnTo>
                      <a:pt x="2681" y="3327"/>
                    </a:lnTo>
                    <a:lnTo>
                      <a:pt x="2671" y="3308"/>
                    </a:lnTo>
                    <a:lnTo>
                      <a:pt x="2659" y="3291"/>
                    </a:lnTo>
                    <a:lnTo>
                      <a:pt x="2647" y="3274"/>
                    </a:lnTo>
                    <a:lnTo>
                      <a:pt x="2633" y="3259"/>
                    </a:lnTo>
                    <a:lnTo>
                      <a:pt x="2621" y="3246"/>
                    </a:lnTo>
                    <a:lnTo>
                      <a:pt x="2608" y="3234"/>
                    </a:lnTo>
                    <a:lnTo>
                      <a:pt x="2595" y="3224"/>
                    </a:lnTo>
                    <a:lnTo>
                      <a:pt x="2583" y="3217"/>
                    </a:lnTo>
                    <a:lnTo>
                      <a:pt x="2572" y="3209"/>
                    </a:lnTo>
                    <a:lnTo>
                      <a:pt x="2562" y="3205"/>
                    </a:lnTo>
                    <a:lnTo>
                      <a:pt x="2568" y="3199"/>
                    </a:lnTo>
                    <a:lnTo>
                      <a:pt x="2576" y="3193"/>
                    </a:lnTo>
                    <a:lnTo>
                      <a:pt x="2586" y="3186"/>
                    </a:lnTo>
                    <a:lnTo>
                      <a:pt x="2598" y="3180"/>
                    </a:lnTo>
                    <a:lnTo>
                      <a:pt x="2610" y="3173"/>
                    </a:lnTo>
                    <a:lnTo>
                      <a:pt x="2622" y="3164"/>
                    </a:lnTo>
                    <a:lnTo>
                      <a:pt x="2635" y="3154"/>
                    </a:lnTo>
                    <a:lnTo>
                      <a:pt x="2645" y="3143"/>
                    </a:lnTo>
                    <a:lnTo>
                      <a:pt x="2656" y="3130"/>
                    </a:lnTo>
                    <a:lnTo>
                      <a:pt x="2664" y="3115"/>
                    </a:lnTo>
                    <a:lnTo>
                      <a:pt x="2668" y="3099"/>
                    </a:lnTo>
                    <a:lnTo>
                      <a:pt x="2671" y="3080"/>
                    </a:lnTo>
                    <a:lnTo>
                      <a:pt x="2668" y="3058"/>
                    </a:lnTo>
                    <a:lnTo>
                      <a:pt x="2662" y="3034"/>
                    </a:lnTo>
                    <a:lnTo>
                      <a:pt x="2650" y="3009"/>
                    </a:lnTo>
                    <a:lnTo>
                      <a:pt x="2635" y="2979"/>
                    </a:lnTo>
                    <a:lnTo>
                      <a:pt x="2632" y="2975"/>
                    </a:lnTo>
                    <a:lnTo>
                      <a:pt x="2629" y="2969"/>
                    </a:lnTo>
                    <a:lnTo>
                      <a:pt x="2624" y="2960"/>
                    </a:lnTo>
                    <a:lnTo>
                      <a:pt x="2616" y="2949"/>
                    </a:lnTo>
                    <a:lnTo>
                      <a:pt x="2609" y="2938"/>
                    </a:lnTo>
                    <a:lnTo>
                      <a:pt x="2599" y="2924"/>
                    </a:lnTo>
                    <a:lnTo>
                      <a:pt x="2590" y="2909"/>
                    </a:lnTo>
                    <a:lnTo>
                      <a:pt x="2579" y="2895"/>
                    </a:lnTo>
                    <a:lnTo>
                      <a:pt x="2567" y="2880"/>
                    </a:lnTo>
                    <a:lnTo>
                      <a:pt x="2555" y="2865"/>
                    </a:lnTo>
                    <a:lnTo>
                      <a:pt x="2543" y="2851"/>
                    </a:lnTo>
                    <a:lnTo>
                      <a:pt x="2529" y="2838"/>
                    </a:lnTo>
                    <a:lnTo>
                      <a:pt x="2516" y="2826"/>
                    </a:lnTo>
                    <a:lnTo>
                      <a:pt x="2503" y="2816"/>
                    </a:lnTo>
                    <a:lnTo>
                      <a:pt x="2489" y="2807"/>
                    </a:lnTo>
                    <a:lnTo>
                      <a:pt x="2476" y="2802"/>
                    </a:lnTo>
                    <a:lnTo>
                      <a:pt x="2480" y="2801"/>
                    </a:lnTo>
                    <a:lnTo>
                      <a:pt x="2486" y="2799"/>
                    </a:lnTo>
                    <a:lnTo>
                      <a:pt x="2492" y="2797"/>
                    </a:lnTo>
                    <a:lnTo>
                      <a:pt x="2499" y="2794"/>
                    </a:lnTo>
                    <a:lnTo>
                      <a:pt x="2509" y="2792"/>
                    </a:lnTo>
                    <a:lnTo>
                      <a:pt x="2518" y="2788"/>
                    </a:lnTo>
                    <a:lnTo>
                      <a:pt x="2528" y="2783"/>
                    </a:lnTo>
                    <a:lnTo>
                      <a:pt x="2540" y="2779"/>
                    </a:lnTo>
                    <a:lnTo>
                      <a:pt x="2552" y="2773"/>
                    </a:lnTo>
                    <a:lnTo>
                      <a:pt x="2564" y="2768"/>
                    </a:lnTo>
                    <a:lnTo>
                      <a:pt x="2578" y="2762"/>
                    </a:lnTo>
                    <a:lnTo>
                      <a:pt x="2591" y="2755"/>
                    </a:lnTo>
                    <a:lnTo>
                      <a:pt x="2606" y="2748"/>
                    </a:lnTo>
                    <a:lnTo>
                      <a:pt x="2619" y="2740"/>
                    </a:lnTo>
                    <a:lnTo>
                      <a:pt x="2633" y="2733"/>
                    </a:lnTo>
                    <a:lnTo>
                      <a:pt x="2648" y="2724"/>
                    </a:lnTo>
                    <a:lnTo>
                      <a:pt x="2662" y="2715"/>
                    </a:lnTo>
                    <a:lnTo>
                      <a:pt x="2677" y="2706"/>
                    </a:lnTo>
                    <a:lnTo>
                      <a:pt x="2690" y="2696"/>
                    </a:lnTo>
                    <a:lnTo>
                      <a:pt x="2705" y="2686"/>
                    </a:lnTo>
                    <a:lnTo>
                      <a:pt x="2717" y="2676"/>
                    </a:lnTo>
                    <a:lnTo>
                      <a:pt x="2730" y="2665"/>
                    </a:lnTo>
                    <a:lnTo>
                      <a:pt x="2742" y="2654"/>
                    </a:lnTo>
                    <a:lnTo>
                      <a:pt x="2753" y="2642"/>
                    </a:lnTo>
                    <a:lnTo>
                      <a:pt x="2763" y="2631"/>
                    </a:lnTo>
                    <a:lnTo>
                      <a:pt x="2773" y="2618"/>
                    </a:lnTo>
                    <a:lnTo>
                      <a:pt x="2781" y="2606"/>
                    </a:lnTo>
                    <a:lnTo>
                      <a:pt x="2788" y="2593"/>
                    </a:lnTo>
                    <a:lnTo>
                      <a:pt x="2794" y="2579"/>
                    </a:lnTo>
                    <a:lnTo>
                      <a:pt x="2799" y="2567"/>
                    </a:lnTo>
                    <a:lnTo>
                      <a:pt x="2803" y="2552"/>
                    </a:lnTo>
                    <a:lnTo>
                      <a:pt x="2805" y="2538"/>
                    </a:lnTo>
                    <a:lnTo>
                      <a:pt x="2805" y="2527"/>
                    </a:lnTo>
                    <a:lnTo>
                      <a:pt x="2806" y="2515"/>
                    </a:lnTo>
                    <a:lnTo>
                      <a:pt x="2806" y="2503"/>
                    </a:lnTo>
                    <a:lnTo>
                      <a:pt x="2806" y="2490"/>
                    </a:lnTo>
                    <a:lnTo>
                      <a:pt x="2806" y="2476"/>
                    </a:lnTo>
                    <a:lnTo>
                      <a:pt x="2805" y="2462"/>
                    </a:lnTo>
                    <a:lnTo>
                      <a:pt x="2805" y="2449"/>
                    </a:lnTo>
                    <a:lnTo>
                      <a:pt x="2805" y="2434"/>
                    </a:lnTo>
                    <a:lnTo>
                      <a:pt x="2805" y="2420"/>
                    </a:lnTo>
                    <a:lnTo>
                      <a:pt x="2805" y="2406"/>
                    </a:lnTo>
                    <a:lnTo>
                      <a:pt x="2804" y="2391"/>
                    </a:lnTo>
                    <a:lnTo>
                      <a:pt x="2804" y="2378"/>
                    </a:lnTo>
                    <a:lnTo>
                      <a:pt x="2804" y="2364"/>
                    </a:lnTo>
                    <a:lnTo>
                      <a:pt x="2804" y="2351"/>
                    </a:lnTo>
                    <a:lnTo>
                      <a:pt x="2805" y="2338"/>
                    </a:lnTo>
                    <a:lnTo>
                      <a:pt x="2805" y="2327"/>
                    </a:lnTo>
                    <a:lnTo>
                      <a:pt x="2805" y="2310"/>
                    </a:lnTo>
                    <a:lnTo>
                      <a:pt x="2805" y="2295"/>
                    </a:lnTo>
                    <a:lnTo>
                      <a:pt x="2804" y="2279"/>
                    </a:lnTo>
                    <a:lnTo>
                      <a:pt x="2802" y="2264"/>
                    </a:lnTo>
                    <a:lnTo>
                      <a:pt x="2799" y="2250"/>
                    </a:lnTo>
                    <a:lnTo>
                      <a:pt x="2796" y="2236"/>
                    </a:lnTo>
                    <a:lnTo>
                      <a:pt x="2792" y="2224"/>
                    </a:lnTo>
                    <a:lnTo>
                      <a:pt x="2787" y="2211"/>
                    </a:lnTo>
                    <a:lnTo>
                      <a:pt x="2782" y="2198"/>
                    </a:lnTo>
                    <a:lnTo>
                      <a:pt x="2777" y="2187"/>
                    </a:lnTo>
                    <a:lnTo>
                      <a:pt x="2771" y="2176"/>
                    </a:lnTo>
                    <a:lnTo>
                      <a:pt x="2765" y="2166"/>
                    </a:lnTo>
                    <a:lnTo>
                      <a:pt x="2759" y="2156"/>
                    </a:lnTo>
                    <a:lnTo>
                      <a:pt x="2752" y="2146"/>
                    </a:lnTo>
                    <a:lnTo>
                      <a:pt x="2746" y="2137"/>
                    </a:lnTo>
                    <a:lnTo>
                      <a:pt x="2739" y="2128"/>
                    </a:lnTo>
                    <a:lnTo>
                      <a:pt x="2731" y="2121"/>
                    </a:lnTo>
                    <a:lnTo>
                      <a:pt x="2723" y="2113"/>
                    </a:lnTo>
                    <a:lnTo>
                      <a:pt x="2716" y="2105"/>
                    </a:lnTo>
                    <a:lnTo>
                      <a:pt x="2708" y="2099"/>
                    </a:lnTo>
                    <a:lnTo>
                      <a:pt x="2700" y="2092"/>
                    </a:lnTo>
                    <a:lnTo>
                      <a:pt x="2693" y="2087"/>
                    </a:lnTo>
                    <a:lnTo>
                      <a:pt x="2685" y="2080"/>
                    </a:lnTo>
                    <a:lnTo>
                      <a:pt x="2677" y="2075"/>
                    </a:lnTo>
                    <a:lnTo>
                      <a:pt x="2670" y="2072"/>
                    </a:lnTo>
                    <a:lnTo>
                      <a:pt x="2662" y="2067"/>
                    </a:lnTo>
                    <a:lnTo>
                      <a:pt x="2655" y="2063"/>
                    </a:lnTo>
                    <a:lnTo>
                      <a:pt x="2648" y="2060"/>
                    </a:lnTo>
                    <a:lnTo>
                      <a:pt x="2642" y="2056"/>
                    </a:lnTo>
                    <a:lnTo>
                      <a:pt x="2636" y="2054"/>
                    </a:lnTo>
                    <a:lnTo>
                      <a:pt x="2630" y="2053"/>
                    </a:lnTo>
                    <a:lnTo>
                      <a:pt x="2624" y="2050"/>
                    </a:lnTo>
                    <a:lnTo>
                      <a:pt x="2631" y="2049"/>
                    </a:lnTo>
                    <a:lnTo>
                      <a:pt x="2637" y="2048"/>
                    </a:lnTo>
                    <a:lnTo>
                      <a:pt x="2644" y="2046"/>
                    </a:lnTo>
                    <a:lnTo>
                      <a:pt x="2650" y="2045"/>
                    </a:lnTo>
                    <a:lnTo>
                      <a:pt x="2656" y="2043"/>
                    </a:lnTo>
                    <a:lnTo>
                      <a:pt x="2662" y="2041"/>
                    </a:lnTo>
                    <a:lnTo>
                      <a:pt x="2668" y="2039"/>
                    </a:lnTo>
                    <a:lnTo>
                      <a:pt x="2675" y="2036"/>
                    </a:lnTo>
                    <a:lnTo>
                      <a:pt x="2681" y="2034"/>
                    </a:lnTo>
                    <a:lnTo>
                      <a:pt x="2687" y="2031"/>
                    </a:lnTo>
                    <a:lnTo>
                      <a:pt x="2691" y="2029"/>
                    </a:lnTo>
                    <a:lnTo>
                      <a:pt x="2698" y="2025"/>
                    </a:lnTo>
                    <a:lnTo>
                      <a:pt x="2704" y="2021"/>
                    </a:lnTo>
                    <a:lnTo>
                      <a:pt x="2708" y="2017"/>
                    </a:lnTo>
                    <a:lnTo>
                      <a:pt x="2714" y="2014"/>
                    </a:lnTo>
                    <a:lnTo>
                      <a:pt x="2719" y="2009"/>
                    </a:lnTo>
                    <a:lnTo>
                      <a:pt x="2722" y="2007"/>
                    </a:lnTo>
                    <a:lnTo>
                      <a:pt x="2727" y="2006"/>
                    </a:lnTo>
                    <a:lnTo>
                      <a:pt x="2734" y="2002"/>
                    </a:lnTo>
                    <a:lnTo>
                      <a:pt x="2742" y="1997"/>
                    </a:lnTo>
                    <a:lnTo>
                      <a:pt x="2751" y="1992"/>
                    </a:lnTo>
                    <a:lnTo>
                      <a:pt x="2760" y="1985"/>
                    </a:lnTo>
                    <a:lnTo>
                      <a:pt x="2770" y="1977"/>
                    </a:lnTo>
                    <a:lnTo>
                      <a:pt x="2780" y="1967"/>
                    </a:lnTo>
                    <a:lnTo>
                      <a:pt x="2788" y="1957"/>
                    </a:lnTo>
                    <a:lnTo>
                      <a:pt x="2796" y="1945"/>
                    </a:lnTo>
                    <a:lnTo>
                      <a:pt x="2802" y="1932"/>
                    </a:lnTo>
                    <a:lnTo>
                      <a:pt x="2805" y="1918"/>
                    </a:lnTo>
                    <a:lnTo>
                      <a:pt x="2806" y="1903"/>
                    </a:lnTo>
                    <a:lnTo>
                      <a:pt x="2805" y="1886"/>
                    </a:lnTo>
                    <a:lnTo>
                      <a:pt x="2800" y="1868"/>
                    </a:lnTo>
                    <a:lnTo>
                      <a:pt x="2792" y="1849"/>
                    </a:lnTo>
                    <a:lnTo>
                      <a:pt x="2782" y="1829"/>
                    </a:lnTo>
                    <a:lnTo>
                      <a:pt x="2771" y="1810"/>
                    </a:lnTo>
                    <a:lnTo>
                      <a:pt x="2760" y="1791"/>
                    </a:lnTo>
                    <a:lnTo>
                      <a:pt x="2748" y="1775"/>
                    </a:lnTo>
                    <a:lnTo>
                      <a:pt x="2736" y="1757"/>
                    </a:lnTo>
                    <a:lnTo>
                      <a:pt x="2723" y="1742"/>
                    </a:lnTo>
                    <a:lnTo>
                      <a:pt x="2708" y="1728"/>
                    </a:lnTo>
                    <a:lnTo>
                      <a:pt x="2694" y="1716"/>
                    </a:lnTo>
                    <a:lnTo>
                      <a:pt x="2678" y="1704"/>
                    </a:lnTo>
                    <a:lnTo>
                      <a:pt x="2661" y="1693"/>
                    </a:lnTo>
                    <a:lnTo>
                      <a:pt x="2643" y="1684"/>
                    </a:lnTo>
                    <a:lnTo>
                      <a:pt x="2625" y="1676"/>
                    </a:lnTo>
                    <a:lnTo>
                      <a:pt x="2606" y="1669"/>
                    </a:lnTo>
                    <a:lnTo>
                      <a:pt x="2585" y="1664"/>
                    </a:lnTo>
                    <a:lnTo>
                      <a:pt x="2562" y="1659"/>
                    </a:lnTo>
                    <a:lnTo>
                      <a:pt x="2539" y="1657"/>
                    </a:lnTo>
                    <a:lnTo>
                      <a:pt x="2546" y="1657"/>
                    </a:lnTo>
                    <a:lnTo>
                      <a:pt x="2553" y="1657"/>
                    </a:lnTo>
                    <a:lnTo>
                      <a:pt x="2562" y="1655"/>
                    </a:lnTo>
                    <a:lnTo>
                      <a:pt x="2570" y="1654"/>
                    </a:lnTo>
                    <a:lnTo>
                      <a:pt x="2579" y="1653"/>
                    </a:lnTo>
                    <a:lnTo>
                      <a:pt x="2589" y="1652"/>
                    </a:lnTo>
                    <a:lnTo>
                      <a:pt x="2599" y="1649"/>
                    </a:lnTo>
                    <a:lnTo>
                      <a:pt x="2609" y="1647"/>
                    </a:lnTo>
                    <a:lnTo>
                      <a:pt x="2620" y="1644"/>
                    </a:lnTo>
                    <a:lnTo>
                      <a:pt x="2631" y="1640"/>
                    </a:lnTo>
                    <a:lnTo>
                      <a:pt x="2643" y="1638"/>
                    </a:lnTo>
                    <a:lnTo>
                      <a:pt x="2654" y="1634"/>
                    </a:lnTo>
                    <a:lnTo>
                      <a:pt x="2666" y="1629"/>
                    </a:lnTo>
                    <a:lnTo>
                      <a:pt x="2678" y="1625"/>
                    </a:lnTo>
                    <a:lnTo>
                      <a:pt x="2690" y="1620"/>
                    </a:lnTo>
                    <a:lnTo>
                      <a:pt x="2702" y="1615"/>
                    </a:lnTo>
                    <a:lnTo>
                      <a:pt x="2713" y="1609"/>
                    </a:lnTo>
                    <a:lnTo>
                      <a:pt x="2725" y="1604"/>
                    </a:lnTo>
                    <a:lnTo>
                      <a:pt x="2737" y="1598"/>
                    </a:lnTo>
                    <a:lnTo>
                      <a:pt x="2748" y="1591"/>
                    </a:lnTo>
                    <a:lnTo>
                      <a:pt x="2759" y="1584"/>
                    </a:lnTo>
                    <a:lnTo>
                      <a:pt x="2770" y="1576"/>
                    </a:lnTo>
                    <a:lnTo>
                      <a:pt x="2781" y="1569"/>
                    </a:lnTo>
                    <a:lnTo>
                      <a:pt x="2792" y="1561"/>
                    </a:lnTo>
                    <a:lnTo>
                      <a:pt x="2802" y="1552"/>
                    </a:lnTo>
                    <a:lnTo>
                      <a:pt x="2810" y="1544"/>
                    </a:lnTo>
                    <a:lnTo>
                      <a:pt x="2820" y="1535"/>
                    </a:lnTo>
                    <a:lnTo>
                      <a:pt x="2828" y="1525"/>
                    </a:lnTo>
                    <a:lnTo>
                      <a:pt x="2836" y="1515"/>
                    </a:lnTo>
                    <a:lnTo>
                      <a:pt x="2843" y="1505"/>
                    </a:lnTo>
                    <a:lnTo>
                      <a:pt x="2849" y="1493"/>
                    </a:lnTo>
                    <a:lnTo>
                      <a:pt x="2855" y="1483"/>
                    </a:lnTo>
                    <a:lnTo>
                      <a:pt x="2866" y="1454"/>
                    </a:lnTo>
                    <a:lnTo>
                      <a:pt x="2874" y="1428"/>
                    </a:lnTo>
                    <a:lnTo>
                      <a:pt x="2880" y="1402"/>
                    </a:lnTo>
                    <a:lnTo>
                      <a:pt x="2882" y="1376"/>
                    </a:lnTo>
                    <a:lnTo>
                      <a:pt x="2882" y="1353"/>
                    </a:lnTo>
                    <a:lnTo>
                      <a:pt x="2878" y="1330"/>
                    </a:lnTo>
                    <a:lnTo>
                      <a:pt x="2873" y="1307"/>
                    </a:lnTo>
                    <a:lnTo>
                      <a:pt x="2865" y="1287"/>
                    </a:lnTo>
                    <a:lnTo>
                      <a:pt x="2855" y="1267"/>
                    </a:lnTo>
                    <a:lnTo>
                      <a:pt x="2843" y="1248"/>
                    </a:lnTo>
                    <a:lnTo>
                      <a:pt x="2829" y="1229"/>
                    </a:lnTo>
                    <a:lnTo>
                      <a:pt x="2815" y="1213"/>
                    </a:lnTo>
                    <a:lnTo>
                      <a:pt x="2799" y="1197"/>
                    </a:lnTo>
                    <a:lnTo>
                      <a:pt x="2782" y="1182"/>
                    </a:lnTo>
                    <a:lnTo>
                      <a:pt x="2764" y="1168"/>
                    </a:lnTo>
                    <a:lnTo>
                      <a:pt x="2746" y="1154"/>
                    </a:lnTo>
                    <a:lnTo>
                      <a:pt x="2727" y="1141"/>
                    </a:lnTo>
                    <a:lnTo>
                      <a:pt x="2707" y="1130"/>
                    </a:lnTo>
                    <a:lnTo>
                      <a:pt x="2688" y="1120"/>
                    </a:lnTo>
                    <a:lnTo>
                      <a:pt x="2668" y="1110"/>
                    </a:lnTo>
                    <a:lnTo>
                      <a:pt x="2648" y="1101"/>
                    </a:lnTo>
                    <a:lnTo>
                      <a:pt x="2630" y="1092"/>
                    </a:lnTo>
                    <a:lnTo>
                      <a:pt x="2612" y="1086"/>
                    </a:lnTo>
                    <a:lnTo>
                      <a:pt x="2595" y="1080"/>
                    </a:lnTo>
                    <a:lnTo>
                      <a:pt x="2579" y="1073"/>
                    </a:lnTo>
                    <a:lnTo>
                      <a:pt x="2564" y="1068"/>
                    </a:lnTo>
                    <a:lnTo>
                      <a:pt x="2551" y="1065"/>
                    </a:lnTo>
                    <a:lnTo>
                      <a:pt x="2539" y="1062"/>
                    </a:lnTo>
                    <a:lnTo>
                      <a:pt x="2529" y="1060"/>
                    </a:lnTo>
                    <a:lnTo>
                      <a:pt x="2522" y="1057"/>
                    </a:lnTo>
                    <a:lnTo>
                      <a:pt x="2516" y="1056"/>
                    </a:lnTo>
                    <a:lnTo>
                      <a:pt x="2512" y="1056"/>
                    </a:lnTo>
                    <a:lnTo>
                      <a:pt x="2532" y="1053"/>
                    </a:lnTo>
                    <a:lnTo>
                      <a:pt x="2552" y="1050"/>
                    </a:lnTo>
                    <a:lnTo>
                      <a:pt x="2572" y="1045"/>
                    </a:lnTo>
                    <a:lnTo>
                      <a:pt x="2592" y="1040"/>
                    </a:lnTo>
                    <a:lnTo>
                      <a:pt x="2612" y="1033"/>
                    </a:lnTo>
                    <a:lnTo>
                      <a:pt x="2631" y="1026"/>
                    </a:lnTo>
                    <a:lnTo>
                      <a:pt x="2649" y="1017"/>
                    </a:lnTo>
                    <a:lnTo>
                      <a:pt x="2666" y="1007"/>
                    </a:lnTo>
                    <a:lnTo>
                      <a:pt x="2681" y="994"/>
                    </a:lnTo>
                    <a:lnTo>
                      <a:pt x="2694" y="980"/>
                    </a:lnTo>
                    <a:lnTo>
                      <a:pt x="2706" y="964"/>
                    </a:lnTo>
                    <a:lnTo>
                      <a:pt x="2714" y="947"/>
                    </a:lnTo>
                    <a:lnTo>
                      <a:pt x="2721" y="928"/>
                    </a:lnTo>
                    <a:lnTo>
                      <a:pt x="2724" y="905"/>
                    </a:lnTo>
                    <a:lnTo>
                      <a:pt x="2723" y="881"/>
                    </a:lnTo>
                    <a:lnTo>
                      <a:pt x="2719" y="854"/>
                    </a:lnTo>
                    <a:lnTo>
                      <a:pt x="2716" y="840"/>
                    </a:lnTo>
                    <a:lnTo>
                      <a:pt x="2711" y="825"/>
                    </a:lnTo>
                    <a:lnTo>
                      <a:pt x="2705" y="810"/>
                    </a:lnTo>
                    <a:lnTo>
                      <a:pt x="2696" y="794"/>
                    </a:lnTo>
                    <a:lnTo>
                      <a:pt x="2688" y="779"/>
                    </a:lnTo>
                    <a:lnTo>
                      <a:pt x="2678" y="764"/>
                    </a:lnTo>
                    <a:lnTo>
                      <a:pt x="2668" y="750"/>
                    </a:lnTo>
                    <a:lnTo>
                      <a:pt x="2656" y="737"/>
                    </a:lnTo>
                    <a:lnTo>
                      <a:pt x="2644" y="723"/>
                    </a:lnTo>
                    <a:lnTo>
                      <a:pt x="2632" y="710"/>
                    </a:lnTo>
                    <a:lnTo>
                      <a:pt x="2620" y="699"/>
                    </a:lnTo>
                    <a:lnTo>
                      <a:pt x="2607" y="688"/>
                    </a:lnTo>
                    <a:lnTo>
                      <a:pt x="2592" y="676"/>
                    </a:lnTo>
                    <a:lnTo>
                      <a:pt x="2579" y="667"/>
                    </a:lnTo>
                    <a:lnTo>
                      <a:pt x="2566" y="660"/>
                    </a:lnTo>
                    <a:lnTo>
                      <a:pt x="2552" y="652"/>
                    </a:lnTo>
                    <a:lnTo>
                      <a:pt x="2539" y="647"/>
                    </a:lnTo>
                    <a:lnTo>
                      <a:pt x="2527" y="642"/>
                    </a:lnTo>
                    <a:lnTo>
                      <a:pt x="2515" y="639"/>
                    </a:lnTo>
                    <a:lnTo>
                      <a:pt x="2503" y="636"/>
                    </a:lnTo>
                    <a:lnTo>
                      <a:pt x="2491" y="634"/>
                    </a:lnTo>
                    <a:lnTo>
                      <a:pt x="2478" y="631"/>
                    </a:lnTo>
                    <a:lnTo>
                      <a:pt x="2466" y="630"/>
                    </a:lnTo>
                    <a:lnTo>
                      <a:pt x="2454" y="629"/>
                    </a:lnTo>
                    <a:lnTo>
                      <a:pt x="2442" y="629"/>
                    </a:lnTo>
                    <a:lnTo>
                      <a:pt x="2430" y="629"/>
                    </a:lnTo>
                    <a:lnTo>
                      <a:pt x="2417" y="629"/>
                    </a:lnTo>
                    <a:lnTo>
                      <a:pt x="2403" y="629"/>
                    </a:lnTo>
                    <a:lnTo>
                      <a:pt x="2390" y="629"/>
                    </a:lnTo>
                    <a:lnTo>
                      <a:pt x="2376" y="629"/>
                    </a:lnTo>
                    <a:lnTo>
                      <a:pt x="2361" y="629"/>
                    </a:lnTo>
                    <a:lnTo>
                      <a:pt x="2345" y="629"/>
                    </a:lnTo>
                    <a:lnTo>
                      <a:pt x="2365" y="620"/>
                    </a:lnTo>
                    <a:lnTo>
                      <a:pt x="2383" y="608"/>
                    </a:lnTo>
                    <a:lnTo>
                      <a:pt x="2400" y="598"/>
                    </a:lnTo>
                    <a:lnTo>
                      <a:pt x="2415" y="586"/>
                    </a:lnTo>
                    <a:lnTo>
                      <a:pt x="2429" y="574"/>
                    </a:lnTo>
                    <a:lnTo>
                      <a:pt x="2441" y="562"/>
                    </a:lnTo>
                    <a:lnTo>
                      <a:pt x="2453" y="548"/>
                    </a:lnTo>
                    <a:lnTo>
                      <a:pt x="2463" y="534"/>
                    </a:lnTo>
                    <a:lnTo>
                      <a:pt x="2472" y="519"/>
                    </a:lnTo>
                    <a:lnTo>
                      <a:pt x="2480" y="505"/>
                    </a:lnTo>
                    <a:lnTo>
                      <a:pt x="2486" y="490"/>
                    </a:lnTo>
                    <a:lnTo>
                      <a:pt x="2492" y="475"/>
                    </a:lnTo>
                    <a:lnTo>
                      <a:pt x="2497" y="460"/>
                    </a:lnTo>
                    <a:lnTo>
                      <a:pt x="2499" y="444"/>
                    </a:lnTo>
                    <a:lnTo>
                      <a:pt x="2503" y="427"/>
                    </a:lnTo>
                    <a:lnTo>
                      <a:pt x="2504" y="412"/>
                    </a:lnTo>
                    <a:lnTo>
                      <a:pt x="2504" y="397"/>
                    </a:lnTo>
                    <a:lnTo>
                      <a:pt x="2504" y="381"/>
                    </a:lnTo>
                    <a:lnTo>
                      <a:pt x="2503" y="366"/>
                    </a:lnTo>
                    <a:lnTo>
                      <a:pt x="2501" y="351"/>
                    </a:lnTo>
                    <a:lnTo>
                      <a:pt x="2499" y="336"/>
                    </a:lnTo>
                    <a:lnTo>
                      <a:pt x="2495" y="321"/>
                    </a:lnTo>
                    <a:lnTo>
                      <a:pt x="2491" y="307"/>
                    </a:lnTo>
                    <a:lnTo>
                      <a:pt x="2487" y="292"/>
                    </a:lnTo>
                    <a:lnTo>
                      <a:pt x="2481" y="279"/>
                    </a:lnTo>
                    <a:lnTo>
                      <a:pt x="2475" y="265"/>
                    </a:lnTo>
                    <a:lnTo>
                      <a:pt x="2469" y="253"/>
                    </a:lnTo>
                    <a:lnTo>
                      <a:pt x="2461" y="241"/>
                    </a:lnTo>
                    <a:lnTo>
                      <a:pt x="2454" y="230"/>
                    </a:lnTo>
                    <a:lnTo>
                      <a:pt x="2447" y="220"/>
                    </a:lnTo>
                    <a:lnTo>
                      <a:pt x="2438" y="210"/>
                    </a:lnTo>
                    <a:lnTo>
                      <a:pt x="2430" y="201"/>
                    </a:lnTo>
                    <a:lnTo>
                      <a:pt x="2425" y="196"/>
                    </a:lnTo>
                    <a:lnTo>
                      <a:pt x="2418" y="191"/>
                    </a:lnTo>
                    <a:lnTo>
                      <a:pt x="2411" y="185"/>
                    </a:lnTo>
                    <a:lnTo>
                      <a:pt x="2403" y="180"/>
                    </a:lnTo>
                    <a:lnTo>
                      <a:pt x="2395" y="175"/>
                    </a:lnTo>
                    <a:lnTo>
                      <a:pt x="2386" y="170"/>
                    </a:lnTo>
                    <a:lnTo>
                      <a:pt x="2378" y="165"/>
                    </a:lnTo>
                    <a:lnTo>
                      <a:pt x="2368" y="161"/>
                    </a:lnTo>
                    <a:lnTo>
                      <a:pt x="2357" y="156"/>
                    </a:lnTo>
                    <a:lnTo>
                      <a:pt x="2348" y="152"/>
                    </a:lnTo>
                    <a:lnTo>
                      <a:pt x="2337" y="148"/>
                    </a:lnTo>
                    <a:lnTo>
                      <a:pt x="2326" y="145"/>
                    </a:lnTo>
                    <a:lnTo>
                      <a:pt x="2315" y="142"/>
                    </a:lnTo>
                    <a:lnTo>
                      <a:pt x="2304" y="140"/>
                    </a:lnTo>
                    <a:lnTo>
                      <a:pt x="2292" y="137"/>
                    </a:lnTo>
                    <a:lnTo>
                      <a:pt x="2281" y="134"/>
                    </a:lnTo>
                    <a:lnTo>
                      <a:pt x="2269" y="133"/>
                    </a:lnTo>
                    <a:lnTo>
                      <a:pt x="2258" y="133"/>
                    </a:lnTo>
                    <a:lnTo>
                      <a:pt x="2246" y="133"/>
                    </a:lnTo>
                    <a:lnTo>
                      <a:pt x="2234" y="133"/>
                    </a:lnTo>
                    <a:lnTo>
                      <a:pt x="2222" y="134"/>
                    </a:lnTo>
                    <a:lnTo>
                      <a:pt x="2211" y="136"/>
                    </a:lnTo>
                    <a:lnTo>
                      <a:pt x="2199" y="138"/>
                    </a:lnTo>
                    <a:lnTo>
                      <a:pt x="2188" y="141"/>
                    </a:lnTo>
                    <a:lnTo>
                      <a:pt x="2176" y="145"/>
                    </a:lnTo>
                    <a:lnTo>
                      <a:pt x="2165" y="150"/>
                    </a:lnTo>
                    <a:lnTo>
                      <a:pt x="2154" y="155"/>
                    </a:lnTo>
                    <a:lnTo>
                      <a:pt x="2143" y="161"/>
                    </a:lnTo>
                    <a:lnTo>
                      <a:pt x="2133" y="168"/>
                    </a:lnTo>
                    <a:lnTo>
                      <a:pt x="2124" y="176"/>
                    </a:lnTo>
                    <a:lnTo>
                      <a:pt x="2114" y="185"/>
                    </a:lnTo>
                    <a:lnTo>
                      <a:pt x="2104" y="195"/>
                    </a:lnTo>
                    <a:lnTo>
                      <a:pt x="2101" y="200"/>
                    </a:lnTo>
                    <a:lnTo>
                      <a:pt x="2096" y="207"/>
                    </a:lnTo>
                    <a:lnTo>
                      <a:pt x="2090" y="215"/>
                    </a:lnTo>
                    <a:lnTo>
                      <a:pt x="2084" y="224"/>
                    </a:lnTo>
                    <a:lnTo>
                      <a:pt x="2076" y="234"/>
                    </a:lnTo>
                    <a:lnTo>
                      <a:pt x="2069" y="244"/>
                    </a:lnTo>
                    <a:lnTo>
                      <a:pt x="2063" y="255"/>
                    </a:lnTo>
                    <a:lnTo>
                      <a:pt x="2056" y="266"/>
                    </a:lnTo>
                    <a:lnTo>
                      <a:pt x="2049" y="278"/>
                    </a:lnTo>
                    <a:lnTo>
                      <a:pt x="2043" y="289"/>
                    </a:lnTo>
                    <a:lnTo>
                      <a:pt x="2037" y="299"/>
                    </a:lnTo>
                    <a:lnTo>
                      <a:pt x="2032" y="309"/>
                    </a:lnTo>
                    <a:lnTo>
                      <a:pt x="2027" y="318"/>
                    </a:lnTo>
                    <a:lnTo>
                      <a:pt x="2023" y="326"/>
                    </a:lnTo>
                    <a:lnTo>
                      <a:pt x="2021" y="333"/>
                    </a:lnTo>
                    <a:lnTo>
                      <a:pt x="2020" y="338"/>
                    </a:lnTo>
                    <a:lnTo>
                      <a:pt x="2017" y="305"/>
                    </a:lnTo>
                    <a:lnTo>
                      <a:pt x="2015" y="274"/>
                    </a:lnTo>
                    <a:lnTo>
                      <a:pt x="2011" y="245"/>
                    </a:lnTo>
                    <a:lnTo>
                      <a:pt x="2007" y="219"/>
                    </a:lnTo>
                    <a:lnTo>
                      <a:pt x="2001" y="195"/>
                    </a:lnTo>
                    <a:lnTo>
                      <a:pt x="1995" y="171"/>
                    </a:lnTo>
                    <a:lnTo>
                      <a:pt x="1988" y="151"/>
                    </a:lnTo>
                    <a:lnTo>
                      <a:pt x="1981" y="131"/>
                    </a:lnTo>
                    <a:lnTo>
                      <a:pt x="1972" y="114"/>
                    </a:lnTo>
                    <a:lnTo>
                      <a:pt x="1964" y="98"/>
                    </a:lnTo>
                    <a:lnTo>
                      <a:pt x="1955" y="84"/>
                    </a:lnTo>
                    <a:lnTo>
                      <a:pt x="1946" y="72"/>
                    </a:lnTo>
                    <a:lnTo>
                      <a:pt x="1936" y="60"/>
                    </a:lnTo>
                    <a:lnTo>
                      <a:pt x="1926" y="50"/>
                    </a:lnTo>
                    <a:lnTo>
                      <a:pt x="1917" y="41"/>
                    </a:lnTo>
                    <a:lnTo>
                      <a:pt x="1907" y="34"/>
                    </a:lnTo>
                    <a:lnTo>
                      <a:pt x="1896" y="26"/>
                    </a:lnTo>
                    <a:lnTo>
                      <a:pt x="1886" y="21"/>
                    </a:lnTo>
                    <a:lnTo>
                      <a:pt x="1877" y="16"/>
                    </a:lnTo>
                    <a:lnTo>
                      <a:pt x="1867" y="13"/>
                    </a:lnTo>
                    <a:lnTo>
                      <a:pt x="1859" y="10"/>
                    </a:lnTo>
                    <a:lnTo>
                      <a:pt x="1850" y="8"/>
                    </a:lnTo>
                    <a:lnTo>
                      <a:pt x="1842" y="5"/>
                    </a:lnTo>
                    <a:lnTo>
                      <a:pt x="1833" y="4"/>
                    </a:lnTo>
                    <a:lnTo>
                      <a:pt x="1826" y="4"/>
                    </a:lnTo>
                    <a:lnTo>
                      <a:pt x="1820" y="3"/>
                    </a:lnTo>
                    <a:lnTo>
                      <a:pt x="1814" y="3"/>
                    </a:lnTo>
                    <a:lnTo>
                      <a:pt x="1809" y="3"/>
                    </a:lnTo>
                    <a:lnTo>
                      <a:pt x="1805" y="3"/>
                    </a:lnTo>
                    <a:lnTo>
                      <a:pt x="1802" y="3"/>
                    </a:lnTo>
                    <a:lnTo>
                      <a:pt x="1799" y="4"/>
                    </a:lnTo>
                    <a:lnTo>
                      <a:pt x="1786" y="1"/>
                    </a:lnTo>
                    <a:lnTo>
                      <a:pt x="1774" y="1"/>
                    </a:lnTo>
                    <a:lnTo>
                      <a:pt x="1761" y="3"/>
                    </a:lnTo>
                    <a:lnTo>
                      <a:pt x="1748" y="4"/>
                    </a:lnTo>
                    <a:lnTo>
                      <a:pt x="1738" y="8"/>
                    </a:lnTo>
                    <a:lnTo>
                      <a:pt x="1725" y="13"/>
                    </a:lnTo>
                    <a:lnTo>
                      <a:pt x="1713" y="18"/>
                    </a:lnTo>
                    <a:lnTo>
                      <a:pt x="1702" y="25"/>
                    </a:lnTo>
                    <a:lnTo>
                      <a:pt x="1692" y="33"/>
                    </a:lnTo>
                    <a:lnTo>
                      <a:pt x="1681" y="40"/>
                    </a:lnTo>
                    <a:lnTo>
                      <a:pt x="1671" y="50"/>
                    </a:lnTo>
                    <a:lnTo>
                      <a:pt x="1661" y="60"/>
                    </a:lnTo>
                    <a:lnTo>
                      <a:pt x="1652" y="70"/>
                    </a:lnTo>
                    <a:lnTo>
                      <a:pt x="1642" y="82"/>
                    </a:lnTo>
                    <a:lnTo>
                      <a:pt x="1632" y="93"/>
                    </a:lnTo>
                    <a:lnTo>
                      <a:pt x="1624" y="106"/>
                    </a:lnTo>
                    <a:lnTo>
                      <a:pt x="1615" y="118"/>
                    </a:lnTo>
                    <a:lnTo>
                      <a:pt x="1607" y="131"/>
                    </a:lnTo>
                    <a:lnTo>
                      <a:pt x="1600" y="143"/>
                    </a:lnTo>
                    <a:lnTo>
                      <a:pt x="1592" y="157"/>
                    </a:lnTo>
                    <a:lnTo>
                      <a:pt x="1585" y="170"/>
                    </a:lnTo>
                    <a:lnTo>
                      <a:pt x="1578" y="184"/>
                    </a:lnTo>
                    <a:lnTo>
                      <a:pt x="1572" y="197"/>
                    </a:lnTo>
                    <a:lnTo>
                      <a:pt x="1566" y="210"/>
                    </a:lnTo>
                    <a:lnTo>
                      <a:pt x="1561" y="222"/>
                    </a:lnTo>
                    <a:lnTo>
                      <a:pt x="1555" y="235"/>
                    </a:lnTo>
                    <a:lnTo>
                      <a:pt x="1550" y="248"/>
                    </a:lnTo>
                    <a:lnTo>
                      <a:pt x="1546" y="259"/>
                    </a:lnTo>
                    <a:lnTo>
                      <a:pt x="1541" y="270"/>
                    </a:lnTo>
                    <a:lnTo>
                      <a:pt x="1538" y="282"/>
                    </a:lnTo>
                    <a:lnTo>
                      <a:pt x="1535" y="292"/>
                    </a:lnTo>
                    <a:lnTo>
                      <a:pt x="1533" y="300"/>
                    </a:lnTo>
                    <a:lnTo>
                      <a:pt x="1532" y="293"/>
                    </a:lnTo>
                    <a:lnTo>
                      <a:pt x="1529" y="285"/>
                    </a:lnTo>
                    <a:lnTo>
                      <a:pt x="1528" y="277"/>
                    </a:lnTo>
                    <a:lnTo>
                      <a:pt x="1527" y="266"/>
                    </a:lnTo>
                    <a:lnTo>
                      <a:pt x="1524" y="256"/>
                    </a:lnTo>
                    <a:lnTo>
                      <a:pt x="1522" y="245"/>
                    </a:lnTo>
                    <a:lnTo>
                      <a:pt x="1520" y="234"/>
                    </a:lnTo>
                    <a:lnTo>
                      <a:pt x="1517" y="221"/>
                    </a:lnTo>
                    <a:lnTo>
                      <a:pt x="1514" y="210"/>
                    </a:lnTo>
                    <a:lnTo>
                      <a:pt x="1510" y="197"/>
                    </a:lnTo>
                    <a:lnTo>
                      <a:pt x="1505" y="185"/>
                    </a:lnTo>
                    <a:lnTo>
                      <a:pt x="1500" y="171"/>
                    </a:lnTo>
                    <a:lnTo>
                      <a:pt x="1495" y="158"/>
                    </a:lnTo>
                    <a:lnTo>
                      <a:pt x="1491" y="145"/>
                    </a:lnTo>
                    <a:lnTo>
                      <a:pt x="1483" y="132"/>
                    </a:lnTo>
                    <a:lnTo>
                      <a:pt x="1477" y="119"/>
                    </a:lnTo>
                    <a:lnTo>
                      <a:pt x="1470" y="107"/>
                    </a:lnTo>
                    <a:lnTo>
                      <a:pt x="1462" y="94"/>
                    </a:lnTo>
                    <a:lnTo>
                      <a:pt x="1453" y="83"/>
                    </a:lnTo>
                    <a:lnTo>
                      <a:pt x="1443" y="72"/>
                    </a:lnTo>
                    <a:lnTo>
                      <a:pt x="1432" y="60"/>
                    </a:lnTo>
                    <a:lnTo>
                      <a:pt x="1422" y="50"/>
                    </a:lnTo>
                    <a:lnTo>
                      <a:pt x="1409" y="41"/>
                    </a:lnTo>
                    <a:lnTo>
                      <a:pt x="1396" y="33"/>
                    </a:lnTo>
                    <a:lnTo>
                      <a:pt x="1383" y="25"/>
                    </a:lnTo>
                    <a:lnTo>
                      <a:pt x="1367" y="18"/>
                    </a:lnTo>
                    <a:lnTo>
                      <a:pt x="1351" y="11"/>
                    </a:lnTo>
                    <a:lnTo>
                      <a:pt x="1336" y="8"/>
                    </a:lnTo>
                    <a:lnTo>
                      <a:pt x="1317" y="4"/>
                    </a:lnTo>
                    <a:lnTo>
                      <a:pt x="1298" y="1"/>
                    </a:lnTo>
                    <a:lnTo>
                      <a:pt x="1279" y="0"/>
                    </a:lnTo>
                    <a:lnTo>
                      <a:pt x="1257" y="0"/>
                    </a:lnTo>
                    <a:lnTo>
                      <a:pt x="1238" y="1"/>
                    </a:lnTo>
                    <a:lnTo>
                      <a:pt x="1219" y="4"/>
                    </a:lnTo>
                    <a:lnTo>
                      <a:pt x="1202" y="8"/>
                    </a:lnTo>
                    <a:lnTo>
                      <a:pt x="1187" y="13"/>
                    </a:lnTo>
                    <a:lnTo>
                      <a:pt x="1173" y="19"/>
                    </a:lnTo>
                    <a:lnTo>
                      <a:pt x="1160" y="25"/>
                    </a:lnTo>
                    <a:lnTo>
                      <a:pt x="1148" y="33"/>
                    </a:lnTo>
                    <a:lnTo>
                      <a:pt x="1137" y="41"/>
                    </a:lnTo>
                    <a:lnTo>
                      <a:pt x="1127" y="50"/>
                    </a:lnTo>
                    <a:lnTo>
                      <a:pt x="1119" y="59"/>
                    </a:lnTo>
                    <a:lnTo>
                      <a:pt x="1110" y="70"/>
                    </a:lnTo>
                    <a:lnTo>
                      <a:pt x="1103" y="80"/>
                    </a:lnTo>
                    <a:lnTo>
                      <a:pt x="1097" y="92"/>
                    </a:lnTo>
                    <a:lnTo>
                      <a:pt x="1092" y="103"/>
                    </a:lnTo>
                    <a:lnTo>
                      <a:pt x="1087" y="114"/>
                    </a:lnTo>
                    <a:lnTo>
                      <a:pt x="1084" y="127"/>
                    </a:lnTo>
                    <a:lnTo>
                      <a:pt x="1080" y="140"/>
                    </a:lnTo>
                    <a:lnTo>
                      <a:pt x="1077" y="152"/>
                    </a:lnTo>
                    <a:lnTo>
                      <a:pt x="1075" y="163"/>
                    </a:lnTo>
                    <a:lnTo>
                      <a:pt x="1073" y="177"/>
                    </a:lnTo>
                    <a:lnTo>
                      <a:pt x="1072" y="189"/>
                    </a:lnTo>
                    <a:lnTo>
                      <a:pt x="1071" y="201"/>
                    </a:lnTo>
                    <a:lnTo>
                      <a:pt x="1071" y="214"/>
                    </a:lnTo>
                    <a:lnTo>
                      <a:pt x="1069" y="225"/>
                    </a:lnTo>
                    <a:lnTo>
                      <a:pt x="1069" y="236"/>
                    </a:lnTo>
                    <a:lnTo>
                      <a:pt x="1071" y="246"/>
                    </a:lnTo>
                    <a:lnTo>
                      <a:pt x="1071" y="258"/>
                    </a:lnTo>
                    <a:lnTo>
                      <a:pt x="1071" y="268"/>
                    </a:lnTo>
                    <a:lnTo>
                      <a:pt x="1072" y="277"/>
                    </a:lnTo>
                    <a:lnTo>
                      <a:pt x="1072" y="285"/>
                    </a:lnTo>
                    <a:lnTo>
                      <a:pt x="1072" y="293"/>
                    </a:lnTo>
                    <a:lnTo>
                      <a:pt x="1073" y="300"/>
                    </a:lnTo>
                    <a:lnTo>
                      <a:pt x="1067" y="290"/>
                    </a:lnTo>
                    <a:lnTo>
                      <a:pt x="1062" y="277"/>
                    </a:lnTo>
                    <a:lnTo>
                      <a:pt x="1056" y="261"/>
                    </a:lnTo>
                    <a:lnTo>
                      <a:pt x="1050" y="244"/>
                    </a:lnTo>
                    <a:lnTo>
                      <a:pt x="1043" y="225"/>
                    </a:lnTo>
                    <a:lnTo>
                      <a:pt x="1034" y="206"/>
                    </a:lnTo>
                    <a:lnTo>
                      <a:pt x="1026" y="187"/>
                    </a:lnTo>
                    <a:lnTo>
                      <a:pt x="1015" y="168"/>
                    </a:lnTo>
                    <a:lnTo>
                      <a:pt x="1002" y="151"/>
                    </a:lnTo>
                    <a:lnTo>
                      <a:pt x="987" y="136"/>
                    </a:lnTo>
                    <a:lnTo>
                      <a:pt x="970" y="123"/>
                    </a:lnTo>
                    <a:lnTo>
                      <a:pt x="951" y="114"/>
                    </a:lnTo>
                    <a:lnTo>
                      <a:pt x="928" y="108"/>
                    </a:lnTo>
                    <a:lnTo>
                      <a:pt x="902" y="108"/>
                    </a:lnTo>
                    <a:lnTo>
                      <a:pt x="874" y="112"/>
                    </a:lnTo>
                    <a:lnTo>
                      <a:pt x="842" y="123"/>
                    </a:lnTo>
                    <a:lnTo>
                      <a:pt x="830" y="128"/>
                    </a:lnTo>
                    <a:lnTo>
                      <a:pt x="818" y="134"/>
                    </a:lnTo>
                    <a:lnTo>
                      <a:pt x="805" y="142"/>
                    </a:lnTo>
                    <a:lnTo>
                      <a:pt x="792" y="150"/>
                    </a:lnTo>
                    <a:lnTo>
                      <a:pt x="780" y="160"/>
                    </a:lnTo>
                    <a:lnTo>
                      <a:pt x="769" y="171"/>
                    </a:lnTo>
                    <a:lnTo>
                      <a:pt x="759" y="185"/>
                    </a:lnTo>
                    <a:lnTo>
                      <a:pt x="751" y="199"/>
                    </a:lnTo>
                    <a:lnTo>
                      <a:pt x="744" y="214"/>
                    </a:lnTo>
                    <a:lnTo>
                      <a:pt x="739" y="231"/>
                    </a:lnTo>
                    <a:lnTo>
                      <a:pt x="736" y="250"/>
                    </a:lnTo>
                    <a:lnTo>
                      <a:pt x="736" y="270"/>
                    </a:lnTo>
                    <a:lnTo>
                      <a:pt x="740" y="293"/>
                    </a:lnTo>
                    <a:lnTo>
                      <a:pt x="746" y="316"/>
                    </a:lnTo>
                    <a:lnTo>
                      <a:pt x="756" y="342"/>
                    </a:lnTo>
                    <a:lnTo>
                      <a:pt x="770" y="368"/>
                    </a:lnTo>
                    <a:lnTo>
                      <a:pt x="775" y="377"/>
                    </a:lnTo>
                    <a:lnTo>
                      <a:pt x="779" y="385"/>
                    </a:lnTo>
                    <a:lnTo>
                      <a:pt x="784" y="391"/>
                    </a:lnTo>
                    <a:lnTo>
                      <a:pt x="787" y="397"/>
                    </a:lnTo>
                    <a:lnTo>
                      <a:pt x="791" y="403"/>
                    </a:lnTo>
                    <a:lnTo>
                      <a:pt x="793" y="409"/>
                    </a:lnTo>
                    <a:lnTo>
                      <a:pt x="797" y="414"/>
                    </a:lnTo>
                    <a:lnTo>
                      <a:pt x="799" y="417"/>
                    </a:lnTo>
                    <a:lnTo>
                      <a:pt x="802" y="422"/>
                    </a:lnTo>
                    <a:lnTo>
                      <a:pt x="804" y="427"/>
                    </a:lnTo>
                    <a:lnTo>
                      <a:pt x="808" y="432"/>
                    </a:lnTo>
                    <a:lnTo>
                      <a:pt x="810" y="437"/>
                    </a:lnTo>
                    <a:lnTo>
                      <a:pt x="811" y="444"/>
                    </a:lnTo>
                    <a:lnTo>
                      <a:pt x="814" y="450"/>
                    </a:lnTo>
                    <a:lnTo>
                      <a:pt x="816" y="456"/>
                    </a:lnTo>
                    <a:lnTo>
                      <a:pt x="819" y="465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220"/>
              <p:cNvSpPr>
                <a:spLocks/>
              </p:cNvSpPr>
              <p:nvPr/>
            </p:nvSpPr>
            <p:spPr bwMode="auto">
              <a:xfrm flipH="1">
                <a:off x="1022" y="787"/>
                <a:ext cx="59" cy="41"/>
              </a:xfrm>
              <a:custGeom>
                <a:avLst/>
                <a:gdLst>
                  <a:gd name="T0" fmla="*/ 0 w 175"/>
                  <a:gd name="T1" fmla="*/ 11 h 123"/>
                  <a:gd name="T2" fmla="*/ 0 w 175"/>
                  <a:gd name="T3" fmla="*/ 11 h 123"/>
                  <a:gd name="T4" fmla="*/ 13 w 175"/>
                  <a:gd name="T5" fmla="*/ 16 h 123"/>
                  <a:gd name="T6" fmla="*/ 26 w 175"/>
                  <a:gd name="T7" fmla="*/ 21 h 123"/>
                  <a:gd name="T8" fmla="*/ 39 w 175"/>
                  <a:gd name="T9" fmla="*/ 26 h 123"/>
                  <a:gd name="T10" fmla="*/ 51 w 175"/>
                  <a:gd name="T11" fmla="*/ 32 h 123"/>
                  <a:gd name="T12" fmla="*/ 62 w 175"/>
                  <a:gd name="T13" fmla="*/ 39 h 123"/>
                  <a:gd name="T14" fmla="*/ 71 w 175"/>
                  <a:gd name="T15" fmla="*/ 45 h 123"/>
                  <a:gd name="T16" fmla="*/ 81 w 175"/>
                  <a:gd name="T17" fmla="*/ 51 h 123"/>
                  <a:gd name="T18" fmla="*/ 91 w 175"/>
                  <a:gd name="T19" fmla="*/ 59 h 123"/>
                  <a:gd name="T20" fmla="*/ 100 w 175"/>
                  <a:gd name="T21" fmla="*/ 66 h 123"/>
                  <a:gd name="T22" fmla="*/ 109 w 175"/>
                  <a:gd name="T23" fmla="*/ 74 h 123"/>
                  <a:gd name="T24" fmla="*/ 118 w 175"/>
                  <a:gd name="T25" fmla="*/ 81 h 123"/>
                  <a:gd name="T26" fmla="*/ 128 w 175"/>
                  <a:gd name="T27" fmla="*/ 90 h 123"/>
                  <a:gd name="T28" fmla="*/ 138 w 175"/>
                  <a:gd name="T29" fmla="*/ 99 h 123"/>
                  <a:gd name="T30" fmla="*/ 148 w 175"/>
                  <a:gd name="T31" fmla="*/ 107 h 123"/>
                  <a:gd name="T32" fmla="*/ 157 w 175"/>
                  <a:gd name="T33" fmla="*/ 115 h 123"/>
                  <a:gd name="T34" fmla="*/ 169 w 175"/>
                  <a:gd name="T35" fmla="*/ 123 h 123"/>
                  <a:gd name="T36" fmla="*/ 175 w 175"/>
                  <a:gd name="T37" fmla="*/ 114 h 123"/>
                  <a:gd name="T38" fmla="*/ 164 w 175"/>
                  <a:gd name="T39" fmla="*/ 105 h 123"/>
                  <a:gd name="T40" fmla="*/ 155 w 175"/>
                  <a:gd name="T41" fmla="*/ 98 h 123"/>
                  <a:gd name="T42" fmla="*/ 145 w 175"/>
                  <a:gd name="T43" fmla="*/ 89 h 123"/>
                  <a:gd name="T44" fmla="*/ 135 w 175"/>
                  <a:gd name="T45" fmla="*/ 80 h 123"/>
                  <a:gd name="T46" fmla="*/ 126 w 175"/>
                  <a:gd name="T47" fmla="*/ 73 h 123"/>
                  <a:gd name="T48" fmla="*/ 116 w 175"/>
                  <a:gd name="T49" fmla="*/ 65 h 123"/>
                  <a:gd name="T50" fmla="*/ 108 w 175"/>
                  <a:gd name="T51" fmla="*/ 57 h 123"/>
                  <a:gd name="T52" fmla="*/ 98 w 175"/>
                  <a:gd name="T53" fmla="*/ 50 h 123"/>
                  <a:gd name="T54" fmla="*/ 88 w 175"/>
                  <a:gd name="T55" fmla="*/ 42 h 123"/>
                  <a:gd name="T56" fmla="*/ 77 w 175"/>
                  <a:gd name="T57" fmla="*/ 35 h 123"/>
                  <a:gd name="T58" fmla="*/ 66 w 175"/>
                  <a:gd name="T59" fmla="*/ 29 h 123"/>
                  <a:gd name="T60" fmla="*/ 55 w 175"/>
                  <a:gd name="T61" fmla="*/ 22 h 123"/>
                  <a:gd name="T62" fmla="*/ 43 w 175"/>
                  <a:gd name="T63" fmla="*/ 16 h 123"/>
                  <a:gd name="T64" fmla="*/ 31 w 175"/>
                  <a:gd name="T65" fmla="*/ 10 h 123"/>
                  <a:gd name="T66" fmla="*/ 18 w 175"/>
                  <a:gd name="T67" fmla="*/ 5 h 123"/>
                  <a:gd name="T68" fmla="*/ 3 w 175"/>
                  <a:gd name="T69" fmla="*/ 0 h 123"/>
                  <a:gd name="T70" fmla="*/ 3 w 175"/>
                  <a:gd name="T71" fmla="*/ 0 h 123"/>
                  <a:gd name="T72" fmla="*/ 0 w 175"/>
                  <a:gd name="T73" fmla="*/ 11 h 1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5"/>
                  <a:gd name="T112" fmla="*/ 0 h 123"/>
                  <a:gd name="T113" fmla="*/ 175 w 175"/>
                  <a:gd name="T114" fmla="*/ 123 h 1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5" h="123">
                    <a:moveTo>
                      <a:pt x="0" y="11"/>
                    </a:moveTo>
                    <a:lnTo>
                      <a:pt x="0" y="11"/>
                    </a:lnTo>
                    <a:lnTo>
                      <a:pt x="13" y="16"/>
                    </a:lnTo>
                    <a:lnTo>
                      <a:pt x="26" y="21"/>
                    </a:lnTo>
                    <a:lnTo>
                      <a:pt x="39" y="26"/>
                    </a:lnTo>
                    <a:lnTo>
                      <a:pt x="51" y="32"/>
                    </a:lnTo>
                    <a:lnTo>
                      <a:pt x="62" y="39"/>
                    </a:lnTo>
                    <a:lnTo>
                      <a:pt x="71" y="45"/>
                    </a:lnTo>
                    <a:lnTo>
                      <a:pt x="81" y="51"/>
                    </a:lnTo>
                    <a:lnTo>
                      <a:pt x="91" y="59"/>
                    </a:lnTo>
                    <a:lnTo>
                      <a:pt x="100" y="66"/>
                    </a:lnTo>
                    <a:lnTo>
                      <a:pt x="109" y="74"/>
                    </a:lnTo>
                    <a:lnTo>
                      <a:pt x="118" y="81"/>
                    </a:lnTo>
                    <a:lnTo>
                      <a:pt x="128" y="90"/>
                    </a:lnTo>
                    <a:lnTo>
                      <a:pt x="138" y="99"/>
                    </a:lnTo>
                    <a:lnTo>
                      <a:pt x="148" y="107"/>
                    </a:lnTo>
                    <a:lnTo>
                      <a:pt x="157" y="115"/>
                    </a:lnTo>
                    <a:lnTo>
                      <a:pt x="169" y="123"/>
                    </a:lnTo>
                    <a:lnTo>
                      <a:pt x="175" y="114"/>
                    </a:lnTo>
                    <a:lnTo>
                      <a:pt x="164" y="105"/>
                    </a:lnTo>
                    <a:lnTo>
                      <a:pt x="155" y="98"/>
                    </a:lnTo>
                    <a:lnTo>
                      <a:pt x="145" y="89"/>
                    </a:lnTo>
                    <a:lnTo>
                      <a:pt x="135" y="80"/>
                    </a:lnTo>
                    <a:lnTo>
                      <a:pt x="126" y="73"/>
                    </a:lnTo>
                    <a:lnTo>
                      <a:pt x="116" y="65"/>
                    </a:lnTo>
                    <a:lnTo>
                      <a:pt x="108" y="57"/>
                    </a:lnTo>
                    <a:lnTo>
                      <a:pt x="98" y="50"/>
                    </a:lnTo>
                    <a:lnTo>
                      <a:pt x="88" y="42"/>
                    </a:lnTo>
                    <a:lnTo>
                      <a:pt x="77" y="35"/>
                    </a:lnTo>
                    <a:lnTo>
                      <a:pt x="66" y="29"/>
                    </a:lnTo>
                    <a:lnTo>
                      <a:pt x="55" y="22"/>
                    </a:lnTo>
                    <a:lnTo>
                      <a:pt x="43" y="16"/>
                    </a:lnTo>
                    <a:lnTo>
                      <a:pt x="31" y="10"/>
                    </a:lnTo>
                    <a:lnTo>
                      <a:pt x="18" y="5"/>
                    </a:lnTo>
                    <a:lnTo>
                      <a:pt x="3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221"/>
              <p:cNvSpPr>
                <a:spLocks/>
              </p:cNvSpPr>
              <p:nvPr/>
            </p:nvSpPr>
            <p:spPr bwMode="auto">
              <a:xfrm flipH="1">
                <a:off x="1080" y="782"/>
                <a:ext cx="130" cy="54"/>
              </a:xfrm>
              <a:custGeom>
                <a:avLst/>
                <a:gdLst>
                  <a:gd name="T0" fmla="*/ 10 w 392"/>
                  <a:gd name="T1" fmla="*/ 162 h 162"/>
                  <a:gd name="T2" fmla="*/ 28 w 392"/>
                  <a:gd name="T3" fmla="*/ 132 h 162"/>
                  <a:gd name="T4" fmla="*/ 47 w 392"/>
                  <a:gd name="T5" fmla="*/ 106 h 162"/>
                  <a:gd name="T6" fmla="*/ 68 w 392"/>
                  <a:gd name="T7" fmla="*/ 83 h 162"/>
                  <a:gd name="T8" fmla="*/ 91 w 392"/>
                  <a:gd name="T9" fmla="*/ 64 h 162"/>
                  <a:gd name="T10" fmla="*/ 115 w 392"/>
                  <a:gd name="T11" fmla="*/ 49 h 162"/>
                  <a:gd name="T12" fmla="*/ 139 w 392"/>
                  <a:gd name="T13" fmla="*/ 37 h 162"/>
                  <a:gd name="T14" fmla="*/ 165 w 392"/>
                  <a:gd name="T15" fmla="*/ 27 h 162"/>
                  <a:gd name="T16" fmla="*/ 191 w 392"/>
                  <a:gd name="T17" fmla="*/ 20 h 162"/>
                  <a:gd name="T18" fmla="*/ 218 w 392"/>
                  <a:gd name="T19" fmla="*/ 15 h 162"/>
                  <a:gd name="T20" fmla="*/ 245 w 392"/>
                  <a:gd name="T21" fmla="*/ 13 h 162"/>
                  <a:gd name="T22" fmla="*/ 270 w 392"/>
                  <a:gd name="T23" fmla="*/ 12 h 162"/>
                  <a:gd name="T24" fmla="*/ 297 w 392"/>
                  <a:gd name="T25" fmla="*/ 13 h 162"/>
                  <a:gd name="T26" fmla="*/ 321 w 392"/>
                  <a:gd name="T27" fmla="*/ 14 h 162"/>
                  <a:gd name="T28" fmla="*/ 345 w 392"/>
                  <a:gd name="T29" fmla="*/ 18 h 162"/>
                  <a:gd name="T30" fmla="*/ 367 w 392"/>
                  <a:gd name="T31" fmla="*/ 23 h 162"/>
                  <a:gd name="T32" fmla="*/ 389 w 392"/>
                  <a:gd name="T33" fmla="*/ 28 h 162"/>
                  <a:gd name="T34" fmla="*/ 380 w 392"/>
                  <a:gd name="T35" fmla="*/ 14 h 162"/>
                  <a:gd name="T36" fmla="*/ 359 w 392"/>
                  <a:gd name="T37" fmla="*/ 9 h 162"/>
                  <a:gd name="T38" fmla="*/ 334 w 392"/>
                  <a:gd name="T39" fmla="*/ 4 h 162"/>
                  <a:gd name="T40" fmla="*/ 310 w 392"/>
                  <a:gd name="T41" fmla="*/ 2 h 162"/>
                  <a:gd name="T42" fmla="*/ 283 w 392"/>
                  <a:gd name="T43" fmla="*/ 0 h 162"/>
                  <a:gd name="T44" fmla="*/ 257 w 392"/>
                  <a:gd name="T45" fmla="*/ 0 h 162"/>
                  <a:gd name="T46" fmla="*/ 230 w 392"/>
                  <a:gd name="T47" fmla="*/ 2 h 162"/>
                  <a:gd name="T48" fmla="*/ 202 w 392"/>
                  <a:gd name="T49" fmla="*/ 5 h 162"/>
                  <a:gd name="T50" fmla="*/ 176 w 392"/>
                  <a:gd name="T51" fmla="*/ 12 h 162"/>
                  <a:gd name="T52" fmla="*/ 149 w 392"/>
                  <a:gd name="T53" fmla="*/ 20 h 162"/>
                  <a:gd name="T54" fmla="*/ 122 w 392"/>
                  <a:gd name="T55" fmla="*/ 32 h 162"/>
                  <a:gd name="T56" fmla="*/ 97 w 392"/>
                  <a:gd name="T57" fmla="*/ 47 h 162"/>
                  <a:gd name="T58" fmla="*/ 72 w 392"/>
                  <a:gd name="T59" fmla="*/ 64 h 162"/>
                  <a:gd name="T60" fmla="*/ 50 w 392"/>
                  <a:gd name="T61" fmla="*/ 86 h 162"/>
                  <a:gd name="T62" fmla="*/ 28 w 392"/>
                  <a:gd name="T63" fmla="*/ 111 h 162"/>
                  <a:gd name="T64" fmla="*/ 9 w 392"/>
                  <a:gd name="T65" fmla="*/ 141 h 162"/>
                  <a:gd name="T66" fmla="*/ 0 w 392"/>
                  <a:gd name="T67" fmla="*/ 156 h 1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2"/>
                  <a:gd name="T103" fmla="*/ 0 h 162"/>
                  <a:gd name="T104" fmla="*/ 392 w 392"/>
                  <a:gd name="T105" fmla="*/ 162 h 1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2" h="162">
                    <a:moveTo>
                      <a:pt x="10" y="162"/>
                    </a:moveTo>
                    <a:lnTo>
                      <a:pt x="10" y="162"/>
                    </a:lnTo>
                    <a:lnTo>
                      <a:pt x="18" y="146"/>
                    </a:lnTo>
                    <a:lnTo>
                      <a:pt x="28" y="132"/>
                    </a:lnTo>
                    <a:lnTo>
                      <a:pt x="38" y="118"/>
                    </a:lnTo>
                    <a:lnTo>
                      <a:pt x="47" y="106"/>
                    </a:lnTo>
                    <a:lnTo>
                      <a:pt x="57" y="95"/>
                    </a:lnTo>
                    <a:lnTo>
                      <a:pt x="68" y="83"/>
                    </a:lnTo>
                    <a:lnTo>
                      <a:pt x="79" y="74"/>
                    </a:lnTo>
                    <a:lnTo>
                      <a:pt x="91" y="64"/>
                    </a:lnTo>
                    <a:lnTo>
                      <a:pt x="102" y="57"/>
                    </a:lnTo>
                    <a:lnTo>
                      <a:pt x="115" y="49"/>
                    </a:lnTo>
                    <a:lnTo>
                      <a:pt x="127" y="43"/>
                    </a:lnTo>
                    <a:lnTo>
                      <a:pt x="139" y="37"/>
                    </a:lnTo>
                    <a:lnTo>
                      <a:pt x="153" y="32"/>
                    </a:lnTo>
                    <a:lnTo>
                      <a:pt x="165" y="27"/>
                    </a:lnTo>
                    <a:lnTo>
                      <a:pt x="178" y="23"/>
                    </a:lnTo>
                    <a:lnTo>
                      <a:pt x="191" y="20"/>
                    </a:lnTo>
                    <a:lnTo>
                      <a:pt x="205" y="17"/>
                    </a:lnTo>
                    <a:lnTo>
                      <a:pt x="218" y="15"/>
                    </a:lnTo>
                    <a:lnTo>
                      <a:pt x="231" y="13"/>
                    </a:lnTo>
                    <a:lnTo>
                      <a:pt x="245" y="13"/>
                    </a:lnTo>
                    <a:lnTo>
                      <a:pt x="257" y="12"/>
                    </a:lnTo>
                    <a:lnTo>
                      <a:pt x="270" y="12"/>
                    </a:lnTo>
                    <a:lnTo>
                      <a:pt x="283" y="12"/>
                    </a:lnTo>
                    <a:lnTo>
                      <a:pt x="297" y="13"/>
                    </a:lnTo>
                    <a:lnTo>
                      <a:pt x="309" y="13"/>
                    </a:lnTo>
                    <a:lnTo>
                      <a:pt x="321" y="14"/>
                    </a:lnTo>
                    <a:lnTo>
                      <a:pt x="333" y="17"/>
                    </a:lnTo>
                    <a:lnTo>
                      <a:pt x="345" y="18"/>
                    </a:lnTo>
                    <a:lnTo>
                      <a:pt x="356" y="20"/>
                    </a:lnTo>
                    <a:lnTo>
                      <a:pt x="367" y="23"/>
                    </a:lnTo>
                    <a:lnTo>
                      <a:pt x="378" y="25"/>
                    </a:lnTo>
                    <a:lnTo>
                      <a:pt x="389" y="28"/>
                    </a:lnTo>
                    <a:lnTo>
                      <a:pt x="392" y="17"/>
                    </a:lnTo>
                    <a:lnTo>
                      <a:pt x="380" y="14"/>
                    </a:lnTo>
                    <a:lnTo>
                      <a:pt x="369" y="12"/>
                    </a:lnTo>
                    <a:lnTo>
                      <a:pt x="359" y="9"/>
                    </a:lnTo>
                    <a:lnTo>
                      <a:pt x="346" y="7"/>
                    </a:lnTo>
                    <a:lnTo>
                      <a:pt x="334" y="4"/>
                    </a:lnTo>
                    <a:lnTo>
                      <a:pt x="322" y="3"/>
                    </a:lnTo>
                    <a:lnTo>
                      <a:pt x="310" y="2"/>
                    </a:lnTo>
                    <a:lnTo>
                      <a:pt x="297" y="0"/>
                    </a:lnTo>
                    <a:lnTo>
                      <a:pt x="283" y="0"/>
                    </a:lnTo>
                    <a:lnTo>
                      <a:pt x="270" y="0"/>
                    </a:lnTo>
                    <a:lnTo>
                      <a:pt x="257" y="0"/>
                    </a:lnTo>
                    <a:lnTo>
                      <a:pt x="244" y="0"/>
                    </a:lnTo>
                    <a:lnTo>
                      <a:pt x="230" y="2"/>
                    </a:lnTo>
                    <a:lnTo>
                      <a:pt x="217" y="3"/>
                    </a:lnTo>
                    <a:lnTo>
                      <a:pt x="202" y="5"/>
                    </a:lnTo>
                    <a:lnTo>
                      <a:pt x="189" y="8"/>
                    </a:lnTo>
                    <a:lnTo>
                      <a:pt x="176" y="12"/>
                    </a:lnTo>
                    <a:lnTo>
                      <a:pt x="162" y="15"/>
                    </a:lnTo>
                    <a:lnTo>
                      <a:pt x="149" y="20"/>
                    </a:lnTo>
                    <a:lnTo>
                      <a:pt x="136" y="25"/>
                    </a:lnTo>
                    <a:lnTo>
                      <a:pt x="122" y="32"/>
                    </a:lnTo>
                    <a:lnTo>
                      <a:pt x="109" y="39"/>
                    </a:lnTo>
                    <a:lnTo>
                      <a:pt x="97" y="47"/>
                    </a:lnTo>
                    <a:lnTo>
                      <a:pt x="84" y="56"/>
                    </a:lnTo>
                    <a:lnTo>
                      <a:pt x="72" y="64"/>
                    </a:lnTo>
                    <a:lnTo>
                      <a:pt x="61" y="76"/>
                    </a:lnTo>
                    <a:lnTo>
                      <a:pt x="50" y="86"/>
                    </a:lnTo>
                    <a:lnTo>
                      <a:pt x="39" y="98"/>
                    </a:lnTo>
                    <a:lnTo>
                      <a:pt x="28" y="111"/>
                    </a:lnTo>
                    <a:lnTo>
                      <a:pt x="18" y="126"/>
                    </a:lnTo>
                    <a:lnTo>
                      <a:pt x="9" y="141"/>
                    </a:lnTo>
                    <a:lnTo>
                      <a:pt x="0" y="156"/>
                    </a:lnTo>
                    <a:lnTo>
                      <a:pt x="10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222"/>
              <p:cNvSpPr>
                <a:spLocks/>
              </p:cNvSpPr>
              <p:nvPr/>
            </p:nvSpPr>
            <p:spPr bwMode="auto">
              <a:xfrm flipH="1">
                <a:off x="1199" y="834"/>
                <a:ext cx="19" cy="116"/>
              </a:xfrm>
              <a:custGeom>
                <a:avLst/>
                <a:gdLst>
                  <a:gd name="T0" fmla="*/ 56 w 56"/>
                  <a:gd name="T1" fmla="*/ 342 h 348"/>
                  <a:gd name="T2" fmla="*/ 45 w 56"/>
                  <a:gd name="T3" fmla="*/ 322 h 348"/>
                  <a:gd name="T4" fmla="*/ 35 w 56"/>
                  <a:gd name="T5" fmla="*/ 302 h 348"/>
                  <a:gd name="T6" fmla="*/ 28 w 56"/>
                  <a:gd name="T7" fmla="*/ 279 h 348"/>
                  <a:gd name="T8" fmla="*/ 22 w 56"/>
                  <a:gd name="T9" fmla="*/ 255 h 348"/>
                  <a:gd name="T10" fmla="*/ 17 w 56"/>
                  <a:gd name="T11" fmla="*/ 231 h 348"/>
                  <a:gd name="T12" fmla="*/ 14 w 56"/>
                  <a:gd name="T13" fmla="*/ 206 h 348"/>
                  <a:gd name="T14" fmla="*/ 12 w 56"/>
                  <a:gd name="T15" fmla="*/ 181 h 348"/>
                  <a:gd name="T16" fmla="*/ 11 w 56"/>
                  <a:gd name="T17" fmla="*/ 156 h 348"/>
                  <a:gd name="T18" fmla="*/ 11 w 56"/>
                  <a:gd name="T19" fmla="*/ 132 h 348"/>
                  <a:gd name="T20" fmla="*/ 12 w 56"/>
                  <a:gd name="T21" fmla="*/ 108 h 348"/>
                  <a:gd name="T22" fmla="*/ 15 w 56"/>
                  <a:gd name="T23" fmla="*/ 86 h 348"/>
                  <a:gd name="T24" fmla="*/ 17 w 56"/>
                  <a:gd name="T25" fmla="*/ 66 h 348"/>
                  <a:gd name="T26" fmla="*/ 21 w 56"/>
                  <a:gd name="T27" fmla="*/ 47 h 348"/>
                  <a:gd name="T28" fmla="*/ 24 w 56"/>
                  <a:gd name="T29" fmla="*/ 30 h 348"/>
                  <a:gd name="T30" fmla="*/ 29 w 56"/>
                  <a:gd name="T31" fmla="*/ 17 h 348"/>
                  <a:gd name="T32" fmla="*/ 33 w 56"/>
                  <a:gd name="T33" fmla="*/ 6 h 348"/>
                  <a:gd name="T34" fmla="*/ 21 w 56"/>
                  <a:gd name="T35" fmla="*/ 6 h 348"/>
                  <a:gd name="T36" fmla="*/ 16 w 56"/>
                  <a:gd name="T37" fmla="*/ 20 h 348"/>
                  <a:gd name="T38" fmla="*/ 11 w 56"/>
                  <a:gd name="T39" fmla="*/ 35 h 348"/>
                  <a:gd name="T40" fmla="*/ 7 w 56"/>
                  <a:gd name="T41" fmla="*/ 53 h 348"/>
                  <a:gd name="T42" fmla="*/ 4 w 56"/>
                  <a:gd name="T43" fmla="*/ 74 h 348"/>
                  <a:gd name="T44" fmla="*/ 1 w 56"/>
                  <a:gd name="T45" fmla="*/ 96 h 348"/>
                  <a:gd name="T46" fmla="*/ 0 w 56"/>
                  <a:gd name="T47" fmla="*/ 120 h 348"/>
                  <a:gd name="T48" fmla="*/ 0 w 56"/>
                  <a:gd name="T49" fmla="*/ 144 h 348"/>
                  <a:gd name="T50" fmla="*/ 0 w 56"/>
                  <a:gd name="T51" fmla="*/ 169 h 348"/>
                  <a:gd name="T52" fmla="*/ 1 w 56"/>
                  <a:gd name="T53" fmla="*/ 195 h 348"/>
                  <a:gd name="T54" fmla="*/ 4 w 56"/>
                  <a:gd name="T55" fmla="*/ 220 h 348"/>
                  <a:gd name="T56" fmla="*/ 9 w 56"/>
                  <a:gd name="T57" fmla="*/ 247 h 348"/>
                  <a:gd name="T58" fmla="*/ 14 w 56"/>
                  <a:gd name="T59" fmla="*/ 270 h 348"/>
                  <a:gd name="T60" fmla="*/ 21 w 56"/>
                  <a:gd name="T61" fmla="*/ 294 h 348"/>
                  <a:gd name="T62" fmla="*/ 29 w 56"/>
                  <a:gd name="T63" fmla="*/ 317 h 348"/>
                  <a:gd name="T64" fmla="*/ 40 w 56"/>
                  <a:gd name="T65" fmla="*/ 338 h 348"/>
                  <a:gd name="T66" fmla="*/ 47 w 56"/>
                  <a:gd name="T67" fmla="*/ 348 h 3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6"/>
                  <a:gd name="T103" fmla="*/ 0 h 348"/>
                  <a:gd name="T104" fmla="*/ 56 w 56"/>
                  <a:gd name="T105" fmla="*/ 348 h 3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6" h="348">
                    <a:moveTo>
                      <a:pt x="56" y="342"/>
                    </a:moveTo>
                    <a:lnTo>
                      <a:pt x="56" y="342"/>
                    </a:lnTo>
                    <a:lnTo>
                      <a:pt x="50" y="332"/>
                    </a:lnTo>
                    <a:lnTo>
                      <a:pt x="45" y="322"/>
                    </a:lnTo>
                    <a:lnTo>
                      <a:pt x="40" y="312"/>
                    </a:lnTo>
                    <a:lnTo>
                      <a:pt x="35" y="302"/>
                    </a:lnTo>
                    <a:lnTo>
                      <a:pt x="32" y="291"/>
                    </a:lnTo>
                    <a:lnTo>
                      <a:pt x="28" y="279"/>
                    </a:lnTo>
                    <a:lnTo>
                      <a:pt x="24" y="268"/>
                    </a:lnTo>
                    <a:lnTo>
                      <a:pt x="22" y="255"/>
                    </a:lnTo>
                    <a:lnTo>
                      <a:pt x="20" y="244"/>
                    </a:lnTo>
                    <a:lnTo>
                      <a:pt x="17" y="231"/>
                    </a:lnTo>
                    <a:lnTo>
                      <a:pt x="16" y="219"/>
                    </a:lnTo>
                    <a:lnTo>
                      <a:pt x="14" y="206"/>
                    </a:lnTo>
                    <a:lnTo>
                      <a:pt x="12" y="194"/>
                    </a:lnTo>
                    <a:lnTo>
                      <a:pt x="12" y="181"/>
                    </a:lnTo>
                    <a:lnTo>
                      <a:pt x="11" y="169"/>
                    </a:lnTo>
                    <a:lnTo>
                      <a:pt x="11" y="156"/>
                    </a:lnTo>
                    <a:lnTo>
                      <a:pt x="11" y="144"/>
                    </a:lnTo>
                    <a:lnTo>
                      <a:pt x="11" y="132"/>
                    </a:lnTo>
                    <a:lnTo>
                      <a:pt x="11" y="120"/>
                    </a:lnTo>
                    <a:lnTo>
                      <a:pt x="12" y="108"/>
                    </a:lnTo>
                    <a:lnTo>
                      <a:pt x="14" y="97"/>
                    </a:lnTo>
                    <a:lnTo>
                      <a:pt x="15" y="86"/>
                    </a:lnTo>
                    <a:lnTo>
                      <a:pt x="16" y="76"/>
                    </a:lnTo>
                    <a:lnTo>
                      <a:pt x="17" y="66"/>
                    </a:lnTo>
                    <a:lnTo>
                      <a:pt x="18" y="56"/>
                    </a:lnTo>
                    <a:lnTo>
                      <a:pt x="21" y="47"/>
                    </a:lnTo>
                    <a:lnTo>
                      <a:pt x="23" y="38"/>
                    </a:lnTo>
                    <a:lnTo>
                      <a:pt x="24" y="30"/>
                    </a:lnTo>
                    <a:lnTo>
                      <a:pt x="27" y="23"/>
                    </a:lnTo>
                    <a:lnTo>
                      <a:pt x="29" y="17"/>
                    </a:lnTo>
                    <a:lnTo>
                      <a:pt x="32" y="12"/>
                    </a:lnTo>
                    <a:lnTo>
                      <a:pt x="33" y="6"/>
                    </a:lnTo>
                    <a:lnTo>
                      <a:pt x="23" y="0"/>
                    </a:lnTo>
                    <a:lnTo>
                      <a:pt x="21" y="6"/>
                    </a:lnTo>
                    <a:lnTo>
                      <a:pt x="18" y="13"/>
                    </a:lnTo>
                    <a:lnTo>
                      <a:pt x="16" y="20"/>
                    </a:lnTo>
                    <a:lnTo>
                      <a:pt x="14" y="27"/>
                    </a:lnTo>
                    <a:lnTo>
                      <a:pt x="11" y="35"/>
                    </a:lnTo>
                    <a:lnTo>
                      <a:pt x="10" y="44"/>
                    </a:lnTo>
                    <a:lnTo>
                      <a:pt x="7" y="53"/>
                    </a:lnTo>
                    <a:lnTo>
                      <a:pt x="6" y="63"/>
                    </a:lnTo>
                    <a:lnTo>
                      <a:pt x="4" y="74"/>
                    </a:lnTo>
                    <a:lnTo>
                      <a:pt x="3" y="84"/>
                    </a:lnTo>
                    <a:lnTo>
                      <a:pt x="1" y="96"/>
                    </a:lnTo>
                    <a:lnTo>
                      <a:pt x="1" y="107"/>
                    </a:lnTo>
                    <a:lnTo>
                      <a:pt x="0" y="120"/>
                    </a:lnTo>
                    <a:lnTo>
                      <a:pt x="0" y="132"/>
                    </a:lnTo>
                    <a:lnTo>
                      <a:pt x="0" y="144"/>
                    </a:lnTo>
                    <a:lnTo>
                      <a:pt x="0" y="156"/>
                    </a:lnTo>
                    <a:lnTo>
                      <a:pt x="0" y="169"/>
                    </a:lnTo>
                    <a:lnTo>
                      <a:pt x="0" y="181"/>
                    </a:lnTo>
                    <a:lnTo>
                      <a:pt x="1" y="195"/>
                    </a:lnTo>
                    <a:lnTo>
                      <a:pt x="3" y="208"/>
                    </a:lnTo>
                    <a:lnTo>
                      <a:pt x="4" y="220"/>
                    </a:lnTo>
                    <a:lnTo>
                      <a:pt x="6" y="233"/>
                    </a:lnTo>
                    <a:lnTo>
                      <a:pt x="9" y="247"/>
                    </a:lnTo>
                    <a:lnTo>
                      <a:pt x="11" y="258"/>
                    </a:lnTo>
                    <a:lnTo>
                      <a:pt x="14" y="270"/>
                    </a:lnTo>
                    <a:lnTo>
                      <a:pt x="17" y="283"/>
                    </a:lnTo>
                    <a:lnTo>
                      <a:pt x="21" y="294"/>
                    </a:lnTo>
                    <a:lnTo>
                      <a:pt x="26" y="306"/>
                    </a:lnTo>
                    <a:lnTo>
                      <a:pt x="29" y="317"/>
                    </a:lnTo>
                    <a:lnTo>
                      <a:pt x="35" y="328"/>
                    </a:lnTo>
                    <a:lnTo>
                      <a:pt x="40" y="338"/>
                    </a:lnTo>
                    <a:lnTo>
                      <a:pt x="47" y="348"/>
                    </a:lnTo>
                    <a:lnTo>
                      <a:pt x="56" y="34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223"/>
              <p:cNvSpPr>
                <a:spLocks/>
              </p:cNvSpPr>
              <p:nvPr/>
            </p:nvSpPr>
            <p:spPr bwMode="auto">
              <a:xfrm flipH="1">
                <a:off x="1090" y="948"/>
                <a:ext cx="112" cy="48"/>
              </a:xfrm>
              <a:custGeom>
                <a:avLst/>
                <a:gdLst>
                  <a:gd name="T0" fmla="*/ 247 w 336"/>
                  <a:gd name="T1" fmla="*/ 146 h 146"/>
                  <a:gd name="T2" fmla="*/ 249 w 336"/>
                  <a:gd name="T3" fmla="*/ 133 h 146"/>
                  <a:gd name="T4" fmla="*/ 243 w 336"/>
                  <a:gd name="T5" fmla="*/ 133 h 146"/>
                  <a:gd name="T6" fmla="*/ 234 w 336"/>
                  <a:gd name="T7" fmla="*/ 131 h 146"/>
                  <a:gd name="T8" fmla="*/ 223 w 336"/>
                  <a:gd name="T9" fmla="*/ 130 h 146"/>
                  <a:gd name="T10" fmla="*/ 210 w 336"/>
                  <a:gd name="T11" fmla="*/ 126 h 146"/>
                  <a:gd name="T12" fmla="*/ 197 w 336"/>
                  <a:gd name="T13" fmla="*/ 122 h 146"/>
                  <a:gd name="T14" fmla="*/ 180 w 336"/>
                  <a:gd name="T15" fmla="*/ 117 h 146"/>
                  <a:gd name="T16" fmla="*/ 164 w 336"/>
                  <a:gd name="T17" fmla="*/ 112 h 146"/>
                  <a:gd name="T18" fmla="*/ 146 w 336"/>
                  <a:gd name="T19" fmla="*/ 104 h 146"/>
                  <a:gd name="T20" fmla="*/ 128 w 336"/>
                  <a:gd name="T21" fmla="*/ 96 h 146"/>
                  <a:gd name="T22" fmla="*/ 109 w 336"/>
                  <a:gd name="T23" fmla="*/ 87 h 146"/>
                  <a:gd name="T24" fmla="*/ 91 w 336"/>
                  <a:gd name="T25" fmla="*/ 76 h 146"/>
                  <a:gd name="T26" fmla="*/ 72 w 336"/>
                  <a:gd name="T27" fmla="*/ 64 h 146"/>
                  <a:gd name="T28" fmla="*/ 55 w 336"/>
                  <a:gd name="T29" fmla="*/ 50 h 146"/>
                  <a:gd name="T30" fmla="*/ 39 w 336"/>
                  <a:gd name="T31" fmla="*/ 35 h 146"/>
                  <a:gd name="T32" fmla="*/ 23 w 336"/>
                  <a:gd name="T33" fmla="*/ 18 h 146"/>
                  <a:gd name="T34" fmla="*/ 9 w 336"/>
                  <a:gd name="T35" fmla="*/ 0 h 146"/>
                  <a:gd name="T36" fmla="*/ 0 w 336"/>
                  <a:gd name="T37" fmla="*/ 6 h 146"/>
                  <a:gd name="T38" fmla="*/ 15 w 336"/>
                  <a:gd name="T39" fmla="*/ 25 h 146"/>
                  <a:gd name="T40" fmla="*/ 31 w 336"/>
                  <a:gd name="T41" fmla="*/ 43 h 146"/>
                  <a:gd name="T42" fmla="*/ 48 w 336"/>
                  <a:gd name="T43" fmla="*/ 59 h 146"/>
                  <a:gd name="T44" fmla="*/ 66 w 336"/>
                  <a:gd name="T45" fmla="*/ 73 h 146"/>
                  <a:gd name="T46" fmla="*/ 85 w 336"/>
                  <a:gd name="T47" fmla="*/ 86 h 146"/>
                  <a:gd name="T48" fmla="*/ 103 w 336"/>
                  <a:gd name="T49" fmla="*/ 97 h 146"/>
                  <a:gd name="T50" fmla="*/ 123 w 336"/>
                  <a:gd name="T51" fmla="*/ 107 h 146"/>
                  <a:gd name="T52" fmla="*/ 142 w 336"/>
                  <a:gd name="T53" fmla="*/ 116 h 146"/>
                  <a:gd name="T54" fmla="*/ 159 w 336"/>
                  <a:gd name="T55" fmla="*/ 122 h 146"/>
                  <a:gd name="T56" fmla="*/ 177 w 336"/>
                  <a:gd name="T57" fmla="*/ 128 h 146"/>
                  <a:gd name="T58" fmla="*/ 193 w 336"/>
                  <a:gd name="T59" fmla="*/ 133 h 146"/>
                  <a:gd name="T60" fmla="*/ 207 w 336"/>
                  <a:gd name="T61" fmla="*/ 137 h 146"/>
                  <a:gd name="T62" fmla="*/ 221 w 336"/>
                  <a:gd name="T63" fmla="*/ 141 h 146"/>
                  <a:gd name="T64" fmla="*/ 232 w 336"/>
                  <a:gd name="T65" fmla="*/ 143 h 146"/>
                  <a:gd name="T66" fmla="*/ 240 w 336"/>
                  <a:gd name="T67" fmla="*/ 145 h 146"/>
                  <a:gd name="T68" fmla="*/ 247 w 336"/>
                  <a:gd name="T69" fmla="*/ 146 h 146"/>
                  <a:gd name="T70" fmla="*/ 247 w 336"/>
                  <a:gd name="T71" fmla="*/ 133 h 146"/>
                  <a:gd name="T72" fmla="*/ 247 w 336"/>
                  <a:gd name="T73" fmla="*/ 146 h 146"/>
                  <a:gd name="T74" fmla="*/ 336 w 336"/>
                  <a:gd name="T75" fmla="*/ 146 h 146"/>
                  <a:gd name="T76" fmla="*/ 249 w 336"/>
                  <a:gd name="T77" fmla="*/ 133 h 146"/>
                  <a:gd name="T78" fmla="*/ 247 w 336"/>
                  <a:gd name="T79" fmla="*/ 146 h 1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6"/>
                  <a:gd name="T121" fmla="*/ 0 h 146"/>
                  <a:gd name="T122" fmla="*/ 336 w 336"/>
                  <a:gd name="T123" fmla="*/ 146 h 14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6" h="146">
                    <a:moveTo>
                      <a:pt x="247" y="146"/>
                    </a:moveTo>
                    <a:lnTo>
                      <a:pt x="249" y="133"/>
                    </a:lnTo>
                    <a:lnTo>
                      <a:pt x="243" y="133"/>
                    </a:lnTo>
                    <a:lnTo>
                      <a:pt x="234" y="131"/>
                    </a:lnTo>
                    <a:lnTo>
                      <a:pt x="223" y="130"/>
                    </a:lnTo>
                    <a:lnTo>
                      <a:pt x="210" y="126"/>
                    </a:lnTo>
                    <a:lnTo>
                      <a:pt x="197" y="122"/>
                    </a:lnTo>
                    <a:lnTo>
                      <a:pt x="180" y="117"/>
                    </a:lnTo>
                    <a:lnTo>
                      <a:pt x="164" y="112"/>
                    </a:lnTo>
                    <a:lnTo>
                      <a:pt x="146" y="104"/>
                    </a:lnTo>
                    <a:lnTo>
                      <a:pt x="128" y="96"/>
                    </a:lnTo>
                    <a:lnTo>
                      <a:pt x="109" y="87"/>
                    </a:lnTo>
                    <a:lnTo>
                      <a:pt x="91" y="76"/>
                    </a:lnTo>
                    <a:lnTo>
                      <a:pt x="72" y="64"/>
                    </a:lnTo>
                    <a:lnTo>
                      <a:pt x="55" y="50"/>
                    </a:lnTo>
                    <a:lnTo>
                      <a:pt x="39" y="35"/>
                    </a:lnTo>
                    <a:lnTo>
                      <a:pt x="23" y="18"/>
                    </a:lnTo>
                    <a:lnTo>
                      <a:pt x="9" y="0"/>
                    </a:lnTo>
                    <a:lnTo>
                      <a:pt x="0" y="6"/>
                    </a:lnTo>
                    <a:lnTo>
                      <a:pt x="15" y="25"/>
                    </a:lnTo>
                    <a:lnTo>
                      <a:pt x="31" y="43"/>
                    </a:lnTo>
                    <a:lnTo>
                      <a:pt x="48" y="59"/>
                    </a:lnTo>
                    <a:lnTo>
                      <a:pt x="66" y="73"/>
                    </a:lnTo>
                    <a:lnTo>
                      <a:pt x="85" y="86"/>
                    </a:lnTo>
                    <a:lnTo>
                      <a:pt x="103" y="97"/>
                    </a:lnTo>
                    <a:lnTo>
                      <a:pt x="123" y="107"/>
                    </a:lnTo>
                    <a:lnTo>
                      <a:pt x="142" y="116"/>
                    </a:lnTo>
                    <a:lnTo>
                      <a:pt x="159" y="122"/>
                    </a:lnTo>
                    <a:lnTo>
                      <a:pt x="177" y="128"/>
                    </a:lnTo>
                    <a:lnTo>
                      <a:pt x="193" y="133"/>
                    </a:lnTo>
                    <a:lnTo>
                      <a:pt x="207" y="137"/>
                    </a:lnTo>
                    <a:lnTo>
                      <a:pt x="221" y="141"/>
                    </a:lnTo>
                    <a:lnTo>
                      <a:pt x="232" y="143"/>
                    </a:lnTo>
                    <a:lnTo>
                      <a:pt x="240" y="145"/>
                    </a:lnTo>
                    <a:lnTo>
                      <a:pt x="247" y="146"/>
                    </a:lnTo>
                    <a:lnTo>
                      <a:pt x="247" y="133"/>
                    </a:lnTo>
                    <a:lnTo>
                      <a:pt x="247" y="146"/>
                    </a:lnTo>
                    <a:lnTo>
                      <a:pt x="336" y="146"/>
                    </a:lnTo>
                    <a:lnTo>
                      <a:pt x="249" y="133"/>
                    </a:lnTo>
                    <a:lnTo>
                      <a:pt x="247" y="14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224"/>
              <p:cNvSpPr>
                <a:spLocks/>
              </p:cNvSpPr>
              <p:nvPr/>
            </p:nvSpPr>
            <p:spPr bwMode="auto">
              <a:xfrm flipH="1">
                <a:off x="1120" y="992"/>
                <a:ext cx="70" cy="16"/>
              </a:xfrm>
              <a:custGeom>
                <a:avLst/>
                <a:gdLst>
                  <a:gd name="T0" fmla="*/ 7 w 210"/>
                  <a:gd name="T1" fmla="*/ 49 h 49"/>
                  <a:gd name="T2" fmla="*/ 7 w 210"/>
                  <a:gd name="T3" fmla="*/ 49 h 49"/>
                  <a:gd name="T4" fmla="*/ 15 w 210"/>
                  <a:gd name="T5" fmla="*/ 43 h 49"/>
                  <a:gd name="T6" fmla="*/ 24 w 210"/>
                  <a:gd name="T7" fmla="*/ 37 h 49"/>
                  <a:gd name="T8" fmla="*/ 35 w 210"/>
                  <a:gd name="T9" fmla="*/ 33 h 49"/>
                  <a:gd name="T10" fmla="*/ 46 w 210"/>
                  <a:gd name="T11" fmla="*/ 28 h 49"/>
                  <a:gd name="T12" fmla="*/ 57 w 210"/>
                  <a:gd name="T13" fmla="*/ 25 h 49"/>
                  <a:gd name="T14" fmla="*/ 69 w 210"/>
                  <a:gd name="T15" fmla="*/ 22 h 49"/>
                  <a:gd name="T16" fmla="*/ 81 w 210"/>
                  <a:gd name="T17" fmla="*/ 19 h 49"/>
                  <a:gd name="T18" fmla="*/ 94 w 210"/>
                  <a:gd name="T19" fmla="*/ 18 h 49"/>
                  <a:gd name="T20" fmla="*/ 107 w 210"/>
                  <a:gd name="T21" fmla="*/ 17 h 49"/>
                  <a:gd name="T22" fmla="*/ 122 w 210"/>
                  <a:gd name="T23" fmla="*/ 15 h 49"/>
                  <a:gd name="T24" fmla="*/ 137 w 210"/>
                  <a:gd name="T25" fmla="*/ 14 h 49"/>
                  <a:gd name="T26" fmla="*/ 150 w 210"/>
                  <a:gd name="T27" fmla="*/ 13 h 49"/>
                  <a:gd name="T28" fmla="*/ 166 w 210"/>
                  <a:gd name="T29" fmla="*/ 13 h 49"/>
                  <a:gd name="T30" fmla="*/ 180 w 210"/>
                  <a:gd name="T31" fmla="*/ 13 h 49"/>
                  <a:gd name="T32" fmla="*/ 196 w 210"/>
                  <a:gd name="T33" fmla="*/ 13 h 49"/>
                  <a:gd name="T34" fmla="*/ 210 w 210"/>
                  <a:gd name="T35" fmla="*/ 13 h 49"/>
                  <a:gd name="T36" fmla="*/ 210 w 210"/>
                  <a:gd name="T37" fmla="*/ 0 h 49"/>
                  <a:gd name="T38" fmla="*/ 196 w 210"/>
                  <a:gd name="T39" fmla="*/ 0 h 49"/>
                  <a:gd name="T40" fmla="*/ 180 w 210"/>
                  <a:gd name="T41" fmla="*/ 0 h 49"/>
                  <a:gd name="T42" fmla="*/ 166 w 210"/>
                  <a:gd name="T43" fmla="*/ 2 h 49"/>
                  <a:gd name="T44" fmla="*/ 150 w 210"/>
                  <a:gd name="T45" fmla="*/ 2 h 49"/>
                  <a:gd name="T46" fmla="*/ 135 w 210"/>
                  <a:gd name="T47" fmla="*/ 2 h 49"/>
                  <a:gd name="T48" fmla="*/ 121 w 210"/>
                  <a:gd name="T49" fmla="*/ 3 h 49"/>
                  <a:gd name="T50" fmla="*/ 106 w 210"/>
                  <a:gd name="T51" fmla="*/ 4 h 49"/>
                  <a:gd name="T52" fmla="*/ 93 w 210"/>
                  <a:gd name="T53" fmla="*/ 5 h 49"/>
                  <a:gd name="T54" fmla="*/ 80 w 210"/>
                  <a:gd name="T55" fmla="*/ 8 h 49"/>
                  <a:gd name="T56" fmla="*/ 66 w 210"/>
                  <a:gd name="T57" fmla="*/ 10 h 49"/>
                  <a:gd name="T58" fmla="*/ 54 w 210"/>
                  <a:gd name="T59" fmla="*/ 13 h 49"/>
                  <a:gd name="T60" fmla="*/ 42 w 210"/>
                  <a:gd name="T61" fmla="*/ 18 h 49"/>
                  <a:gd name="T62" fmla="*/ 30 w 210"/>
                  <a:gd name="T63" fmla="*/ 22 h 49"/>
                  <a:gd name="T64" fmla="*/ 19 w 210"/>
                  <a:gd name="T65" fmla="*/ 27 h 49"/>
                  <a:gd name="T66" fmla="*/ 9 w 210"/>
                  <a:gd name="T67" fmla="*/ 33 h 49"/>
                  <a:gd name="T68" fmla="*/ 0 w 210"/>
                  <a:gd name="T69" fmla="*/ 41 h 49"/>
                  <a:gd name="T70" fmla="*/ 0 w 210"/>
                  <a:gd name="T71" fmla="*/ 41 h 49"/>
                  <a:gd name="T72" fmla="*/ 7 w 210"/>
                  <a:gd name="T73" fmla="*/ 49 h 4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10"/>
                  <a:gd name="T112" fmla="*/ 0 h 49"/>
                  <a:gd name="T113" fmla="*/ 210 w 210"/>
                  <a:gd name="T114" fmla="*/ 49 h 4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10" h="49">
                    <a:moveTo>
                      <a:pt x="7" y="49"/>
                    </a:moveTo>
                    <a:lnTo>
                      <a:pt x="7" y="49"/>
                    </a:lnTo>
                    <a:lnTo>
                      <a:pt x="15" y="43"/>
                    </a:lnTo>
                    <a:lnTo>
                      <a:pt x="24" y="37"/>
                    </a:lnTo>
                    <a:lnTo>
                      <a:pt x="35" y="33"/>
                    </a:lnTo>
                    <a:lnTo>
                      <a:pt x="46" y="28"/>
                    </a:lnTo>
                    <a:lnTo>
                      <a:pt x="57" y="25"/>
                    </a:lnTo>
                    <a:lnTo>
                      <a:pt x="69" y="22"/>
                    </a:lnTo>
                    <a:lnTo>
                      <a:pt x="81" y="19"/>
                    </a:lnTo>
                    <a:lnTo>
                      <a:pt x="94" y="18"/>
                    </a:lnTo>
                    <a:lnTo>
                      <a:pt x="107" y="17"/>
                    </a:lnTo>
                    <a:lnTo>
                      <a:pt x="122" y="15"/>
                    </a:lnTo>
                    <a:lnTo>
                      <a:pt x="137" y="14"/>
                    </a:lnTo>
                    <a:lnTo>
                      <a:pt x="150" y="13"/>
                    </a:lnTo>
                    <a:lnTo>
                      <a:pt x="166" y="13"/>
                    </a:lnTo>
                    <a:lnTo>
                      <a:pt x="180" y="13"/>
                    </a:lnTo>
                    <a:lnTo>
                      <a:pt x="196" y="13"/>
                    </a:lnTo>
                    <a:lnTo>
                      <a:pt x="210" y="13"/>
                    </a:lnTo>
                    <a:lnTo>
                      <a:pt x="210" y="0"/>
                    </a:lnTo>
                    <a:lnTo>
                      <a:pt x="196" y="0"/>
                    </a:lnTo>
                    <a:lnTo>
                      <a:pt x="180" y="0"/>
                    </a:lnTo>
                    <a:lnTo>
                      <a:pt x="166" y="2"/>
                    </a:lnTo>
                    <a:lnTo>
                      <a:pt x="150" y="2"/>
                    </a:lnTo>
                    <a:lnTo>
                      <a:pt x="135" y="2"/>
                    </a:lnTo>
                    <a:lnTo>
                      <a:pt x="121" y="3"/>
                    </a:lnTo>
                    <a:lnTo>
                      <a:pt x="106" y="4"/>
                    </a:lnTo>
                    <a:lnTo>
                      <a:pt x="93" y="5"/>
                    </a:lnTo>
                    <a:lnTo>
                      <a:pt x="80" y="8"/>
                    </a:lnTo>
                    <a:lnTo>
                      <a:pt x="66" y="10"/>
                    </a:lnTo>
                    <a:lnTo>
                      <a:pt x="54" y="13"/>
                    </a:lnTo>
                    <a:lnTo>
                      <a:pt x="42" y="18"/>
                    </a:lnTo>
                    <a:lnTo>
                      <a:pt x="30" y="22"/>
                    </a:lnTo>
                    <a:lnTo>
                      <a:pt x="19" y="27"/>
                    </a:lnTo>
                    <a:lnTo>
                      <a:pt x="9" y="33"/>
                    </a:lnTo>
                    <a:lnTo>
                      <a:pt x="0" y="41"/>
                    </a:lnTo>
                    <a:lnTo>
                      <a:pt x="7" y="4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225"/>
              <p:cNvSpPr>
                <a:spLocks/>
              </p:cNvSpPr>
              <p:nvPr/>
            </p:nvSpPr>
            <p:spPr bwMode="auto">
              <a:xfrm flipH="1">
                <a:off x="1188" y="1006"/>
                <a:ext cx="63" cy="114"/>
              </a:xfrm>
              <a:custGeom>
                <a:avLst/>
                <a:gdLst>
                  <a:gd name="T0" fmla="*/ 11 w 190"/>
                  <a:gd name="T1" fmla="*/ 343 h 343"/>
                  <a:gd name="T2" fmla="*/ 13 w 190"/>
                  <a:gd name="T3" fmla="*/ 333 h 343"/>
                  <a:gd name="T4" fmla="*/ 14 w 190"/>
                  <a:gd name="T5" fmla="*/ 320 h 343"/>
                  <a:gd name="T6" fmla="*/ 17 w 190"/>
                  <a:gd name="T7" fmla="*/ 306 h 343"/>
                  <a:gd name="T8" fmla="*/ 21 w 190"/>
                  <a:gd name="T9" fmla="*/ 290 h 343"/>
                  <a:gd name="T10" fmla="*/ 24 w 190"/>
                  <a:gd name="T11" fmla="*/ 271 h 343"/>
                  <a:gd name="T12" fmla="*/ 29 w 190"/>
                  <a:gd name="T13" fmla="*/ 251 h 343"/>
                  <a:gd name="T14" fmla="*/ 36 w 190"/>
                  <a:gd name="T15" fmla="*/ 228 h 343"/>
                  <a:gd name="T16" fmla="*/ 45 w 190"/>
                  <a:gd name="T17" fmla="*/ 206 h 343"/>
                  <a:gd name="T18" fmla="*/ 54 w 190"/>
                  <a:gd name="T19" fmla="*/ 182 h 343"/>
                  <a:gd name="T20" fmla="*/ 67 w 190"/>
                  <a:gd name="T21" fmla="*/ 157 h 343"/>
                  <a:gd name="T22" fmla="*/ 81 w 190"/>
                  <a:gd name="T23" fmla="*/ 132 h 343"/>
                  <a:gd name="T24" fmla="*/ 97 w 190"/>
                  <a:gd name="T25" fmla="*/ 106 h 343"/>
                  <a:gd name="T26" fmla="*/ 116 w 190"/>
                  <a:gd name="T27" fmla="*/ 81 h 343"/>
                  <a:gd name="T28" fmla="*/ 138 w 190"/>
                  <a:gd name="T29" fmla="*/ 57 h 343"/>
                  <a:gd name="T30" fmla="*/ 162 w 190"/>
                  <a:gd name="T31" fmla="*/ 32 h 343"/>
                  <a:gd name="T32" fmla="*/ 190 w 190"/>
                  <a:gd name="T33" fmla="*/ 8 h 343"/>
                  <a:gd name="T34" fmla="*/ 168 w 190"/>
                  <a:gd name="T35" fmla="*/ 11 h 343"/>
                  <a:gd name="T36" fmla="*/ 142 w 190"/>
                  <a:gd name="T37" fmla="*/ 36 h 343"/>
                  <a:gd name="T38" fmla="*/ 119 w 190"/>
                  <a:gd name="T39" fmla="*/ 61 h 343"/>
                  <a:gd name="T40" fmla="*/ 97 w 190"/>
                  <a:gd name="T41" fmla="*/ 88 h 343"/>
                  <a:gd name="T42" fmla="*/ 79 w 190"/>
                  <a:gd name="T43" fmla="*/ 113 h 343"/>
                  <a:gd name="T44" fmla="*/ 64 w 190"/>
                  <a:gd name="T45" fmla="*/ 139 h 343"/>
                  <a:gd name="T46" fmla="*/ 50 w 190"/>
                  <a:gd name="T47" fmla="*/ 164 h 343"/>
                  <a:gd name="T48" fmla="*/ 39 w 190"/>
                  <a:gd name="T49" fmla="*/ 189 h 343"/>
                  <a:gd name="T50" fmla="*/ 30 w 190"/>
                  <a:gd name="T51" fmla="*/ 213 h 343"/>
                  <a:gd name="T52" fmla="*/ 22 w 190"/>
                  <a:gd name="T53" fmla="*/ 236 h 343"/>
                  <a:gd name="T54" fmla="*/ 16 w 190"/>
                  <a:gd name="T55" fmla="*/ 257 h 343"/>
                  <a:gd name="T56" fmla="*/ 11 w 190"/>
                  <a:gd name="T57" fmla="*/ 277 h 343"/>
                  <a:gd name="T58" fmla="*/ 7 w 190"/>
                  <a:gd name="T59" fmla="*/ 295 h 343"/>
                  <a:gd name="T60" fmla="*/ 5 w 190"/>
                  <a:gd name="T61" fmla="*/ 311 h 343"/>
                  <a:gd name="T62" fmla="*/ 2 w 190"/>
                  <a:gd name="T63" fmla="*/ 325 h 343"/>
                  <a:gd name="T64" fmla="*/ 1 w 190"/>
                  <a:gd name="T65" fmla="*/ 336 h 343"/>
                  <a:gd name="T66" fmla="*/ 0 w 190"/>
                  <a:gd name="T67" fmla="*/ 340 h 34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0"/>
                  <a:gd name="T103" fmla="*/ 0 h 343"/>
                  <a:gd name="T104" fmla="*/ 190 w 190"/>
                  <a:gd name="T105" fmla="*/ 343 h 34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0" h="343">
                    <a:moveTo>
                      <a:pt x="11" y="343"/>
                    </a:moveTo>
                    <a:lnTo>
                      <a:pt x="11" y="343"/>
                    </a:lnTo>
                    <a:lnTo>
                      <a:pt x="12" y="338"/>
                    </a:lnTo>
                    <a:lnTo>
                      <a:pt x="13" y="333"/>
                    </a:lnTo>
                    <a:lnTo>
                      <a:pt x="13" y="328"/>
                    </a:lnTo>
                    <a:lnTo>
                      <a:pt x="14" y="320"/>
                    </a:lnTo>
                    <a:lnTo>
                      <a:pt x="16" y="314"/>
                    </a:lnTo>
                    <a:lnTo>
                      <a:pt x="17" y="306"/>
                    </a:lnTo>
                    <a:lnTo>
                      <a:pt x="18" y="297"/>
                    </a:lnTo>
                    <a:lnTo>
                      <a:pt x="21" y="290"/>
                    </a:lnTo>
                    <a:lnTo>
                      <a:pt x="22" y="280"/>
                    </a:lnTo>
                    <a:lnTo>
                      <a:pt x="24" y="271"/>
                    </a:lnTo>
                    <a:lnTo>
                      <a:pt x="27" y="261"/>
                    </a:lnTo>
                    <a:lnTo>
                      <a:pt x="29" y="251"/>
                    </a:lnTo>
                    <a:lnTo>
                      <a:pt x="33" y="240"/>
                    </a:lnTo>
                    <a:lnTo>
                      <a:pt x="36" y="228"/>
                    </a:lnTo>
                    <a:lnTo>
                      <a:pt x="40" y="217"/>
                    </a:lnTo>
                    <a:lnTo>
                      <a:pt x="45" y="206"/>
                    </a:lnTo>
                    <a:lnTo>
                      <a:pt x="50" y="194"/>
                    </a:lnTo>
                    <a:lnTo>
                      <a:pt x="54" y="182"/>
                    </a:lnTo>
                    <a:lnTo>
                      <a:pt x="60" y="169"/>
                    </a:lnTo>
                    <a:lnTo>
                      <a:pt x="67" y="157"/>
                    </a:lnTo>
                    <a:lnTo>
                      <a:pt x="74" y="144"/>
                    </a:lnTo>
                    <a:lnTo>
                      <a:pt x="81" y="132"/>
                    </a:lnTo>
                    <a:lnTo>
                      <a:pt x="88" y="120"/>
                    </a:lnTo>
                    <a:lnTo>
                      <a:pt x="97" y="106"/>
                    </a:lnTo>
                    <a:lnTo>
                      <a:pt x="106" y="95"/>
                    </a:lnTo>
                    <a:lnTo>
                      <a:pt x="116" y="81"/>
                    </a:lnTo>
                    <a:lnTo>
                      <a:pt x="126" y="69"/>
                    </a:lnTo>
                    <a:lnTo>
                      <a:pt x="138" y="57"/>
                    </a:lnTo>
                    <a:lnTo>
                      <a:pt x="150" y="45"/>
                    </a:lnTo>
                    <a:lnTo>
                      <a:pt x="162" y="32"/>
                    </a:lnTo>
                    <a:lnTo>
                      <a:pt x="175" y="20"/>
                    </a:lnTo>
                    <a:lnTo>
                      <a:pt x="190" y="8"/>
                    </a:lnTo>
                    <a:lnTo>
                      <a:pt x="183" y="0"/>
                    </a:lnTo>
                    <a:lnTo>
                      <a:pt x="168" y="11"/>
                    </a:lnTo>
                    <a:lnTo>
                      <a:pt x="155" y="23"/>
                    </a:lnTo>
                    <a:lnTo>
                      <a:pt x="142" y="36"/>
                    </a:lnTo>
                    <a:lnTo>
                      <a:pt x="129" y="49"/>
                    </a:lnTo>
                    <a:lnTo>
                      <a:pt x="119" y="61"/>
                    </a:lnTo>
                    <a:lnTo>
                      <a:pt x="108" y="74"/>
                    </a:lnTo>
                    <a:lnTo>
                      <a:pt x="97" y="88"/>
                    </a:lnTo>
                    <a:lnTo>
                      <a:pt x="88" y="100"/>
                    </a:lnTo>
                    <a:lnTo>
                      <a:pt x="79" y="113"/>
                    </a:lnTo>
                    <a:lnTo>
                      <a:pt x="71" y="127"/>
                    </a:lnTo>
                    <a:lnTo>
                      <a:pt x="64" y="139"/>
                    </a:lnTo>
                    <a:lnTo>
                      <a:pt x="57" y="152"/>
                    </a:lnTo>
                    <a:lnTo>
                      <a:pt x="50" y="164"/>
                    </a:lnTo>
                    <a:lnTo>
                      <a:pt x="45" y="177"/>
                    </a:lnTo>
                    <a:lnTo>
                      <a:pt x="39" y="189"/>
                    </a:lnTo>
                    <a:lnTo>
                      <a:pt x="34" y="201"/>
                    </a:lnTo>
                    <a:lnTo>
                      <a:pt x="30" y="213"/>
                    </a:lnTo>
                    <a:lnTo>
                      <a:pt x="25" y="225"/>
                    </a:lnTo>
                    <a:lnTo>
                      <a:pt x="22" y="236"/>
                    </a:lnTo>
                    <a:lnTo>
                      <a:pt x="19" y="247"/>
                    </a:lnTo>
                    <a:lnTo>
                      <a:pt x="16" y="257"/>
                    </a:lnTo>
                    <a:lnTo>
                      <a:pt x="13" y="269"/>
                    </a:lnTo>
                    <a:lnTo>
                      <a:pt x="11" y="277"/>
                    </a:lnTo>
                    <a:lnTo>
                      <a:pt x="8" y="287"/>
                    </a:lnTo>
                    <a:lnTo>
                      <a:pt x="7" y="295"/>
                    </a:lnTo>
                    <a:lnTo>
                      <a:pt x="6" y="304"/>
                    </a:lnTo>
                    <a:lnTo>
                      <a:pt x="5" y="311"/>
                    </a:lnTo>
                    <a:lnTo>
                      <a:pt x="4" y="319"/>
                    </a:lnTo>
                    <a:lnTo>
                      <a:pt x="2" y="325"/>
                    </a:lnTo>
                    <a:lnTo>
                      <a:pt x="1" y="331"/>
                    </a:lnTo>
                    <a:lnTo>
                      <a:pt x="1" y="336"/>
                    </a:lnTo>
                    <a:lnTo>
                      <a:pt x="0" y="341"/>
                    </a:lnTo>
                    <a:lnTo>
                      <a:pt x="0" y="340"/>
                    </a:lnTo>
                    <a:lnTo>
                      <a:pt x="11" y="34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226"/>
              <p:cNvSpPr>
                <a:spLocks/>
              </p:cNvSpPr>
              <p:nvPr/>
            </p:nvSpPr>
            <p:spPr bwMode="auto">
              <a:xfrm flipH="1">
                <a:off x="1219" y="1119"/>
                <a:ext cx="36" cy="145"/>
              </a:xfrm>
              <a:custGeom>
                <a:avLst/>
                <a:gdLst>
                  <a:gd name="T0" fmla="*/ 107 w 107"/>
                  <a:gd name="T1" fmla="*/ 429 h 436"/>
                  <a:gd name="T2" fmla="*/ 86 w 107"/>
                  <a:gd name="T3" fmla="*/ 400 h 436"/>
                  <a:gd name="T4" fmla="*/ 68 w 107"/>
                  <a:gd name="T5" fmla="*/ 371 h 436"/>
                  <a:gd name="T6" fmla="*/ 53 w 107"/>
                  <a:gd name="T7" fmla="*/ 340 h 436"/>
                  <a:gd name="T8" fmla="*/ 41 w 107"/>
                  <a:gd name="T9" fmla="*/ 308 h 436"/>
                  <a:gd name="T10" fmla="*/ 32 w 107"/>
                  <a:gd name="T11" fmla="*/ 277 h 436"/>
                  <a:gd name="T12" fmla="*/ 24 w 107"/>
                  <a:gd name="T13" fmla="*/ 245 h 436"/>
                  <a:gd name="T14" fmla="*/ 18 w 107"/>
                  <a:gd name="T15" fmla="*/ 213 h 436"/>
                  <a:gd name="T16" fmla="*/ 15 w 107"/>
                  <a:gd name="T17" fmla="*/ 182 h 436"/>
                  <a:gd name="T18" fmla="*/ 12 w 107"/>
                  <a:gd name="T19" fmla="*/ 151 h 436"/>
                  <a:gd name="T20" fmla="*/ 12 w 107"/>
                  <a:gd name="T21" fmla="*/ 123 h 436"/>
                  <a:gd name="T22" fmla="*/ 12 w 107"/>
                  <a:gd name="T23" fmla="*/ 96 h 436"/>
                  <a:gd name="T24" fmla="*/ 13 w 107"/>
                  <a:gd name="T25" fmla="*/ 72 h 436"/>
                  <a:gd name="T26" fmla="*/ 15 w 107"/>
                  <a:gd name="T27" fmla="*/ 51 h 436"/>
                  <a:gd name="T28" fmla="*/ 17 w 107"/>
                  <a:gd name="T29" fmla="*/ 30 h 436"/>
                  <a:gd name="T30" fmla="*/ 19 w 107"/>
                  <a:gd name="T31" fmla="*/ 15 h 436"/>
                  <a:gd name="T32" fmla="*/ 22 w 107"/>
                  <a:gd name="T33" fmla="*/ 3 h 436"/>
                  <a:gd name="T34" fmla="*/ 10 w 107"/>
                  <a:gd name="T35" fmla="*/ 7 h 436"/>
                  <a:gd name="T36" fmla="*/ 7 w 107"/>
                  <a:gd name="T37" fmla="*/ 20 h 436"/>
                  <a:gd name="T38" fmla="*/ 5 w 107"/>
                  <a:gd name="T39" fmla="*/ 38 h 436"/>
                  <a:gd name="T40" fmla="*/ 2 w 107"/>
                  <a:gd name="T41" fmla="*/ 59 h 436"/>
                  <a:gd name="T42" fmla="*/ 1 w 107"/>
                  <a:gd name="T43" fmla="*/ 83 h 436"/>
                  <a:gd name="T44" fmla="*/ 0 w 107"/>
                  <a:gd name="T45" fmla="*/ 110 h 436"/>
                  <a:gd name="T46" fmla="*/ 0 w 107"/>
                  <a:gd name="T47" fmla="*/ 137 h 436"/>
                  <a:gd name="T48" fmla="*/ 2 w 107"/>
                  <a:gd name="T49" fmla="*/ 167 h 436"/>
                  <a:gd name="T50" fmla="*/ 5 w 107"/>
                  <a:gd name="T51" fmla="*/ 199 h 436"/>
                  <a:gd name="T52" fmla="*/ 10 w 107"/>
                  <a:gd name="T53" fmla="*/ 230 h 436"/>
                  <a:gd name="T54" fmla="*/ 16 w 107"/>
                  <a:gd name="T55" fmla="*/ 263 h 436"/>
                  <a:gd name="T56" fmla="*/ 25 w 107"/>
                  <a:gd name="T57" fmla="*/ 297 h 436"/>
                  <a:gd name="T58" fmla="*/ 36 w 107"/>
                  <a:gd name="T59" fmla="*/ 330 h 436"/>
                  <a:gd name="T60" fmla="*/ 50 w 107"/>
                  <a:gd name="T61" fmla="*/ 361 h 436"/>
                  <a:gd name="T62" fmla="*/ 67 w 107"/>
                  <a:gd name="T63" fmla="*/ 392 h 436"/>
                  <a:gd name="T64" fmla="*/ 87 w 107"/>
                  <a:gd name="T65" fmla="*/ 423 h 436"/>
                  <a:gd name="T66" fmla="*/ 98 w 107"/>
                  <a:gd name="T67" fmla="*/ 436 h 4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7"/>
                  <a:gd name="T103" fmla="*/ 0 h 436"/>
                  <a:gd name="T104" fmla="*/ 107 w 107"/>
                  <a:gd name="T105" fmla="*/ 436 h 4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7" h="436">
                    <a:moveTo>
                      <a:pt x="107" y="429"/>
                    </a:moveTo>
                    <a:lnTo>
                      <a:pt x="107" y="429"/>
                    </a:lnTo>
                    <a:lnTo>
                      <a:pt x="96" y="415"/>
                    </a:lnTo>
                    <a:lnTo>
                      <a:pt x="86" y="400"/>
                    </a:lnTo>
                    <a:lnTo>
                      <a:pt x="76" y="386"/>
                    </a:lnTo>
                    <a:lnTo>
                      <a:pt x="68" y="371"/>
                    </a:lnTo>
                    <a:lnTo>
                      <a:pt x="61" y="356"/>
                    </a:lnTo>
                    <a:lnTo>
                      <a:pt x="53" y="340"/>
                    </a:lnTo>
                    <a:lnTo>
                      <a:pt x="47" y="325"/>
                    </a:lnTo>
                    <a:lnTo>
                      <a:pt x="41" y="308"/>
                    </a:lnTo>
                    <a:lnTo>
                      <a:pt x="35" y="293"/>
                    </a:lnTo>
                    <a:lnTo>
                      <a:pt x="32" y="277"/>
                    </a:lnTo>
                    <a:lnTo>
                      <a:pt x="28" y="260"/>
                    </a:lnTo>
                    <a:lnTo>
                      <a:pt x="24" y="245"/>
                    </a:lnTo>
                    <a:lnTo>
                      <a:pt x="21" y="229"/>
                    </a:lnTo>
                    <a:lnTo>
                      <a:pt x="18" y="213"/>
                    </a:lnTo>
                    <a:lnTo>
                      <a:pt x="16" y="198"/>
                    </a:lnTo>
                    <a:lnTo>
                      <a:pt x="15" y="182"/>
                    </a:lnTo>
                    <a:lnTo>
                      <a:pt x="13" y="167"/>
                    </a:lnTo>
                    <a:lnTo>
                      <a:pt x="12" y="151"/>
                    </a:lnTo>
                    <a:lnTo>
                      <a:pt x="12" y="137"/>
                    </a:lnTo>
                    <a:lnTo>
                      <a:pt x="12" y="123"/>
                    </a:lnTo>
                    <a:lnTo>
                      <a:pt x="12" y="110"/>
                    </a:lnTo>
                    <a:lnTo>
                      <a:pt x="12" y="96"/>
                    </a:lnTo>
                    <a:lnTo>
                      <a:pt x="12" y="84"/>
                    </a:lnTo>
                    <a:lnTo>
                      <a:pt x="13" y="72"/>
                    </a:lnTo>
                    <a:lnTo>
                      <a:pt x="13" y="61"/>
                    </a:lnTo>
                    <a:lnTo>
                      <a:pt x="15" y="51"/>
                    </a:lnTo>
                    <a:lnTo>
                      <a:pt x="16" y="40"/>
                    </a:lnTo>
                    <a:lnTo>
                      <a:pt x="17" y="30"/>
                    </a:lnTo>
                    <a:lnTo>
                      <a:pt x="18" y="23"/>
                    </a:lnTo>
                    <a:lnTo>
                      <a:pt x="19" y="15"/>
                    </a:lnTo>
                    <a:lnTo>
                      <a:pt x="21" y="9"/>
                    </a:lnTo>
                    <a:lnTo>
                      <a:pt x="22" y="3"/>
                    </a:lnTo>
                    <a:lnTo>
                      <a:pt x="11" y="0"/>
                    </a:lnTo>
                    <a:lnTo>
                      <a:pt x="10" y="7"/>
                    </a:lnTo>
                    <a:lnTo>
                      <a:pt x="9" y="13"/>
                    </a:lnTo>
                    <a:lnTo>
                      <a:pt x="7" y="20"/>
                    </a:lnTo>
                    <a:lnTo>
                      <a:pt x="6" y="29"/>
                    </a:lnTo>
                    <a:lnTo>
                      <a:pt x="5" y="38"/>
                    </a:lnTo>
                    <a:lnTo>
                      <a:pt x="4" y="48"/>
                    </a:lnTo>
                    <a:lnTo>
                      <a:pt x="2" y="59"/>
                    </a:lnTo>
                    <a:lnTo>
                      <a:pt x="1" y="71"/>
                    </a:lnTo>
                    <a:lnTo>
                      <a:pt x="1" y="83"/>
                    </a:lnTo>
                    <a:lnTo>
                      <a:pt x="0" y="96"/>
                    </a:lnTo>
                    <a:lnTo>
                      <a:pt x="0" y="110"/>
                    </a:lnTo>
                    <a:lnTo>
                      <a:pt x="0" y="123"/>
                    </a:lnTo>
                    <a:lnTo>
                      <a:pt x="0" y="137"/>
                    </a:lnTo>
                    <a:lnTo>
                      <a:pt x="1" y="152"/>
                    </a:lnTo>
                    <a:lnTo>
                      <a:pt x="2" y="167"/>
                    </a:lnTo>
                    <a:lnTo>
                      <a:pt x="4" y="182"/>
                    </a:lnTo>
                    <a:lnTo>
                      <a:pt x="5" y="199"/>
                    </a:lnTo>
                    <a:lnTo>
                      <a:pt x="7" y="215"/>
                    </a:lnTo>
                    <a:lnTo>
                      <a:pt x="10" y="230"/>
                    </a:lnTo>
                    <a:lnTo>
                      <a:pt x="12" y="248"/>
                    </a:lnTo>
                    <a:lnTo>
                      <a:pt x="16" y="263"/>
                    </a:lnTo>
                    <a:lnTo>
                      <a:pt x="21" y="281"/>
                    </a:lnTo>
                    <a:lnTo>
                      <a:pt x="25" y="297"/>
                    </a:lnTo>
                    <a:lnTo>
                      <a:pt x="30" y="313"/>
                    </a:lnTo>
                    <a:lnTo>
                      <a:pt x="36" y="330"/>
                    </a:lnTo>
                    <a:lnTo>
                      <a:pt x="42" y="345"/>
                    </a:lnTo>
                    <a:lnTo>
                      <a:pt x="50" y="361"/>
                    </a:lnTo>
                    <a:lnTo>
                      <a:pt x="58" y="377"/>
                    </a:lnTo>
                    <a:lnTo>
                      <a:pt x="67" y="392"/>
                    </a:lnTo>
                    <a:lnTo>
                      <a:pt x="76" y="407"/>
                    </a:lnTo>
                    <a:lnTo>
                      <a:pt x="87" y="423"/>
                    </a:lnTo>
                    <a:lnTo>
                      <a:pt x="98" y="436"/>
                    </a:lnTo>
                    <a:lnTo>
                      <a:pt x="107" y="42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227"/>
              <p:cNvSpPr>
                <a:spLocks/>
              </p:cNvSpPr>
              <p:nvPr/>
            </p:nvSpPr>
            <p:spPr bwMode="auto">
              <a:xfrm flipH="1">
                <a:off x="1177" y="1262"/>
                <a:ext cx="45" cy="36"/>
              </a:xfrm>
              <a:custGeom>
                <a:avLst/>
                <a:gdLst>
                  <a:gd name="T0" fmla="*/ 125 w 134"/>
                  <a:gd name="T1" fmla="*/ 108 h 108"/>
                  <a:gd name="T2" fmla="*/ 125 w 134"/>
                  <a:gd name="T3" fmla="*/ 97 h 108"/>
                  <a:gd name="T4" fmla="*/ 116 w 134"/>
                  <a:gd name="T5" fmla="*/ 93 h 108"/>
                  <a:gd name="T6" fmla="*/ 109 w 134"/>
                  <a:gd name="T7" fmla="*/ 89 h 108"/>
                  <a:gd name="T8" fmla="*/ 101 w 134"/>
                  <a:gd name="T9" fmla="*/ 84 h 108"/>
                  <a:gd name="T10" fmla="*/ 93 w 134"/>
                  <a:gd name="T11" fmla="*/ 78 h 108"/>
                  <a:gd name="T12" fmla="*/ 85 w 134"/>
                  <a:gd name="T13" fmla="*/ 73 h 108"/>
                  <a:gd name="T14" fmla="*/ 76 w 134"/>
                  <a:gd name="T15" fmla="*/ 66 h 108"/>
                  <a:gd name="T16" fmla="*/ 69 w 134"/>
                  <a:gd name="T17" fmla="*/ 60 h 108"/>
                  <a:gd name="T18" fmla="*/ 61 w 134"/>
                  <a:gd name="T19" fmla="*/ 54 h 108"/>
                  <a:gd name="T20" fmla="*/ 53 w 134"/>
                  <a:gd name="T21" fmla="*/ 46 h 108"/>
                  <a:gd name="T22" fmla="*/ 45 w 134"/>
                  <a:gd name="T23" fmla="*/ 40 h 108"/>
                  <a:gd name="T24" fmla="*/ 39 w 134"/>
                  <a:gd name="T25" fmla="*/ 34 h 108"/>
                  <a:gd name="T26" fmla="*/ 32 w 134"/>
                  <a:gd name="T27" fmla="*/ 26 h 108"/>
                  <a:gd name="T28" fmla="*/ 26 w 134"/>
                  <a:gd name="T29" fmla="*/ 20 h 108"/>
                  <a:gd name="T30" fmla="*/ 19 w 134"/>
                  <a:gd name="T31" fmla="*/ 14 h 108"/>
                  <a:gd name="T32" fmla="*/ 13 w 134"/>
                  <a:gd name="T33" fmla="*/ 6 h 108"/>
                  <a:gd name="T34" fmla="*/ 9 w 134"/>
                  <a:gd name="T35" fmla="*/ 0 h 108"/>
                  <a:gd name="T36" fmla="*/ 0 w 134"/>
                  <a:gd name="T37" fmla="*/ 7 h 108"/>
                  <a:gd name="T38" fmla="*/ 5 w 134"/>
                  <a:gd name="T39" fmla="*/ 14 h 108"/>
                  <a:gd name="T40" fmla="*/ 11 w 134"/>
                  <a:gd name="T41" fmla="*/ 21 h 108"/>
                  <a:gd name="T42" fmla="*/ 17 w 134"/>
                  <a:gd name="T43" fmla="*/ 28 h 108"/>
                  <a:gd name="T44" fmla="*/ 23 w 134"/>
                  <a:gd name="T45" fmla="*/ 35 h 108"/>
                  <a:gd name="T46" fmla="*/ 30 w 134"/>
                  <a:gd name="T47" fmla="*/ 41 h 108"/>
                  <a:gd name="T48" fmla="*/ 38 w 134"/>
                  <a:gd name="T49" fmla="*/ 49 h 108"/>
                  <a:gd name="T50" fmla="*/ 46 w 134"/>
                  <a:gd name="T51" fmla="*/ 56 h 108"/>
                  <a:gd name="T52" fmla="*/ 53 w 134"/>
                  <a:gd name="T53" fmla="*/ 63 h 108"/>
                  <a:gd name="T54" fmla="*/ 62 w 134"/>
                  <a:gd name="T55" fmla="*/ 69 h 108"/>
                  <a:gd name="T56" fmla="*/ 70 w 134"/>
                  <a:gd name="T57" fmla="*/ 75 h 108"/>
                  <a:gd name="T58" fmla="*/ 78 w 134"/>
                  <a:gd name="T59" fmla="*/ 82 h 108"/>
                  <a:gd name="T60" fmla="*/ 86 w 134"/>
                  <a:gd name="T61" fmla="*/ 88 h 108"/>
                  <a:gd name="T62" fmla="*/ 95 w 134"/>
                  <a:gd name="T63" fmla="*/ 94 h 108"/>
                  <a:gd name="T64" fmla="*/ 103 w 134"/>
                  <a:gd name="T65" fmla="*/ 99 h 108"/>
                  <a:gd name="T66" fmla="*/ 111 w 134"/>
                  <a:gd name="T67" fmla="*/ 103 h 108"/>
                  <a:gd name="T68" fmla="*/ 120 w 134"/>
                  <a:gd name="T69" fmla="*/ 108 h 108"/>
                  <a:gd name="T70" fmla="*/ 120 w 134"/>
                  <a:gd name="T71" fmla="*/ 98 h 108"/>
                  <a:gd name="T72" fmla="*/ 125 w 134"/>
                  <a:gd name="T73" fmla="*/ 108 h 108"/>
                  <a:gd name="T74" fmla="*/ 134 w 134"/>
                  <a:gd name="T75" fmla="*/ 102 h 108"/>
                  <a:gd name="T76" fmla="*/ 125 w 134"/>
                  <a:gd name="T77" fmla="*/ 97 h 108"/>
                  <a:gd name="T78" fmla="*/ 125 w 134"/>
                  <a:gd name="T79" fmla="*/ 108 h 10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4"/>
                  <a:gd name="T121" fmla="*/ 0 h 108"/>
                  <a:gd name="T122" fmla="*/ 134 w 134"/>
                  <a:gd name="T123" fmla="*/ 108 h 10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4" h="108">
                    <a:moveTo>
                      <a:pt x="125" y="108"/>
                    </a:moveTo>
                    <a:lnTo>
                      <a:pt x="125" y="97"/>
                    </a:lnTo>
                    <a:lnTo>
                      <a:pt x="116" y="93"/>
                    </a:lnTo>
                    <a:lnTo>
                      <a:pt x="109" y="89"/>
                    </a:lnTo>
                    <a:lnTo>
                      <a:pt x="101" y="84"/>
                    </a:lnTo>
                    <a:lnTo>
                      <a:pt x="93" y="78"/>
                    </a:lnTo>
                    <a:lnTo>
                      <a:pt x="85" y="73"/>
                    </a:lnTo>
                    <a:lnTo>
                      <a:pt x="76" y="66"/>
                    </a:lnTo>
                    <a:lnTo>
                      <a:pt x="69" y="60"/>
                    </a:lnTo>
                    <a:lnTo>
                      <a:pt x="61" y="54"/>
                    </a:lnTo>
                    <a:lnTo>
                      <a:pt x="53" y="46"/>
                    </a:lnTo>
                    <a:lnTo>
                      <a:pt x="45" y="40"/>
                    </a:lnTo>
                    <a:lnTo>
                      <a:pt x="39" y="34"/>
                    </a:lnTo>
                    <a:lnTo>
                      <a:pt x="32" y="26"/>
                    </a:lnTo>
                    <a:lnTo>
                      <a:pt x="26" y="20"/>
                    </a:lnTo>
                    <a:lnTo>
                      <a:pt x="19" y="14"/>
                    </a:lnTo>
                    <a:lnTo>
                      <a:pt x="13" y="6"/>
                    </a:lnTo>
                    <a:lnTo>
                      <a:pt x="9" y="0"/>
                    </a:lnTo>
                    <a:lnTo>
                      <a:pt x="0" y="7"/>
                    </a:lnTo>
                    <a:lnTo>
                      <a:pt x="5" y="14"/>
                    </a:lnTo>
                    <a:lnTo>
                      <a:pt x="11" y="21"/>
                    </a:lnTo>
                    <a:lnTo>
                      <a:pt x="17" y="28"/>
                    </a:lnTo>
                    <a:lnTo>
                      <a:pt x="23" y="35"/>
                    </a:lnTo>
                    <a:lnTo>
                      <a:pt x="30" y="41"/>
                    </a:lnTo>
                    <a:lnTo>
                      <a:pt x="38" y="49"/>
                    </a:lnTo>
                    <a:lnTo>
                      <a:pt x="46" y="56"/>
                    </a:lnTo>
                    <a:lnTo>
                      <a:pt x="53" y="63"/>
                    </a:lnTo>
                    <a:lnTo>
                      <a:pt x="62" y="69"/>
                    </a:lnTo>
                    <a:lnTo>
                      <a:pt x="70" y="75"/>
                    </a:lnTo>
                    <a:lnTo>
                      <a:pt x="78" y="82"/>
                    </a:lnTo>
                    <a:lnTo>
                      <a:pt x="86" y="88"/>
                    </a:lnTo>
                    <a:lnTo>
                      <a:pt x="95" y="94"/>
                    </a:lnTo>
                    <a:lnTo>
                      <a:pt x="103" y="99"/>
                    </a:lnTo>
                    <a:lnTo>
                      <a:pt x="111" y="103"/>
                    </a:lnTo>
                    <a:lnTo>
                      <a:pt x="120" y="108"/>
                    </a:lnTo>
                    <a:lnTo>
                      <a:pt x="120" y="98"/>
                    </a:lnTo>
                    <a:lnTo>
                      <a:pt x="125" y="108"/>
                    </a:lnTo>
                    <a:lnTo>
                      <a:pt x="134" y="102"/>
                    </a:lnTo>
                    <a:lnTo>
                      <a:pt x="125" y="97"/>
                    </a:lnTo>
                    <a:lnTo>
                      <a:pt x="125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228"/>
              <p:cNvSpPr>
                <a:spLocks/>
              </p:cNvSpPr>
              <p:nvPr/>
            </p:nvSpPr>
            <p:spPr bwMode="auto">
              <a:xfrm flipH="1">
                <a:off x="1180" y="1295"/>
                <a:ext cx="73" cy="111"/>
              </a:xfrm>
              <a:custGeom>
                <a:avLst/>
                <a:gdLst>
                  <a:gd name="T0" fmla="*/ 16 w 217"/>
                  <a:gd name="T1" fmla="*/ 332 h 333"/>
                  <a:gd name="T2" fmla="*/ 12 w 217"/>
                  <a:gd name="T3" fmla="*/ 292 h 333"/>
                  <a:gd name="T4" fmla="*/ 11 w 217"/>
                  <a:gd name="T5" fmla="*/ 255 h 333"/>
                  <a:gd name="T6" fmla="*/ 15 w 217"/>
                  <a:gd name="T7" fmla="*/ 222 h 333"/>
                  <a:gd name="T8" fmla="*/ 21 w 217"/>
                  <a:gd name="T9" fmla="*/ 192 h 333"/>
                  <a:gd name="T10" fmla="*/ 30 w 217"/>
                  <a:gd name="T11" fmla="*/ 167 h 333"/>
                  <a:gd name="T12" fmla="*/ 42 w 217"/>
                  <a:gd name="T13" fmla="*/ 143 h 333"/>
                  <a:gd name="T14" fmla="*/ 57 w 217"/>
                  <a:gd name="T15" fmla="*/ 122 h 333"/>
                  <a:gd name="T16" fmla="*/ 73 w 217"/>
                  <a:gd name="T17" fmla="*/ 103 h 333"/>
                  <a:gd name="T18" fmla="*/ 90 w 217"/>
                  <a:gd name="T19" fmla="*/ 87 h 333"/>
                  <a:gd name="T20" fmla="*/ 108 w 217"/>
                  <a:gd name="T21" fmla="*/ 72 h 333"/>
                  <a:gd name="T22" fmla="*/ 126 w 217"/>
                  <a:gd name="T23" fmla="*/ 59 h 333"/>
                  <a:gd name="T24" fmla="*/ 145 w 217"/>
                  <a:gd name="T25" fmla="*/ 48 h 333"/>
                  <a:gd name="T26" fmla="*/ 165 w 217"/>
                  <a:gd name="T27" fmla="*/ 36 h 333"/>
                  <a:gd name="T28" fmla="*/ 183 w 217"/>
                  <a:gd name="T29" fmla="*/ 28 h 333"/>
                  <a:gd name="T30" fmla="*/ 201 w 217"/>
                  <a:gd name="T31" fmla="*/ 19 h 333"/>
                  <a:gd name="T32" fmla="*/ 217 w 217"/>
                  <a:gd name="T33" fmla="*/ 10 h 333"/>
                  <a:gd name="T34" fmla="*/ 203 w 217"/>
                  <a:gd name="T35" fmla="*/ 4 h 333"/>
                  <a:gd name="T36" fmla="*/ 187 w 217"/>
                  <a:gd name="T37" fmla="*/ 12 h 333"/>
                  <a:gd name="T38" fmla="*/ 170 w 217"/>
                  <a:gd name="T39" fmla="*/ 21 h 333"/>
                  <a:gd name="T40" fmla="*/ 150 w 217"/>
                  <a:gd name="T41" fmla="*/ 31 h 333"/>
                  <a:gd name="T42" fmla="*/ 131 w 217"/>
                  <a:gd name="T43" fmla="*/ 43 h 333"/>
                  <a:gd name="T44" fmla="*/ 110 w 217"/>
                  <a:gd name="T45" fmla="*/ 55 h 333"/>
                  <a:gd name="T46" fmla="*/ 91 w 217"/>
                  <a:gd name="T47" fmla="*/ 70 h 333"/>
                  <a:gd name="T48" fmla="*/ 73 w 217"/>
                  <a:gd name="T49" fmla="*/ 87 h 333"/>
                  <a:gd name="T50" fmla="*/ 56 w 217"/>
                  <a:gd name="T51" fmla="*/ 104 h 333"/>
                  <a:gd name="T52" fmla="*/ 40 w 217"/>
                  <a:gd name="T53" fmla="*/ 126 h 333"/>
                  <a:gd name="T54" fmla="*/ 27 w 217"/>
                  <a:gd name="T55" fmla="*/ 148 h 333"/>
                  <a:gd name="T56" fmla="*/ 15 w 217"/>
                  <a:gd name="T57" fmla="*/ 175 h 333"/>
                  <a:gd name="T58" fmla="*/ 6 w 217"/>
                  <a:gd name="T59" fmla="*/ 205 h 333"/>
                  <a:gd name="T60" fmla="*/ 1 w 217"/>
                  <a:gd name="T61" fmla="*/ 237 h 333"/>
                  <a:gd name="T62" fmla="*/ 0 w 217"/>
                  <a:gd name="T63" fmla="*/ 273 h 333"/>
                  <a:gd name="T64" fmla="*/ 3 w 217"/>
                  <a:gd name="T65" fmla="*/ 313 h 333"/>
                  <a:gd name="T66" fmla="*/ 5 w 217"/>
                  <a:gd name="T67" fmla="*/ 333 h 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7"/>
                  <a:gd name="T103" fmla="*/ 0 h 333"/>
                  <a:gd name="T104" fmla="*/ 217 w 217"/>
                  <a:gd name="T105" fmla="*/ 333 h 3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7" h="333">
                    <a:moveTo>
                      <a:pt x="16" y="332"/>
                    </a:moveTo>
                    <a:lnTo>
                      <a:pt x="16" y="332"/>
                    </a:lnTo>
                    <a:lnTo>
                      <a:pt x="13" y="310"/>
                    </a:lnTo>
                    <a:lnTo>
                      <a:pt x="12" y="292"/>
                    </a:lnTo>
                    <a:lnTo>
                      <a:pt x="11" y="273"/>
                    </a:lnTo>
                    <a:lnTo>
                      <a:pt x="11" y="255"/>
                    </a:lnTo>
                    <a:lnTo>
                      <a:pt x="12" y="237"/>
                    </a:lnTo>
                    <a:lnTo>
                      <a:pt x="15" y="222"/>
                    </a:lnTo>
                    <a:lnTo>
                      <a:pt x="18" y="207"/>
                    </a:lnTo>
                    <a:lnTo>
                      <a:pt x="21" y="192"/>
                    </a:lnTo>
                    <a:lnTo>
                      <a:pt x="26" y="180"/>
                    </a:lnTo>
                    <a:lnTo>
                      <a:pt x="30" y="167"/>
                    </a:lnTo>
                    <a:lnTo>
                      <a:pt x="36" y="155"/>
                    </a:lnTo>
                    <a:lnTo>
                      <a:pt x="42" y="143"/>
                    </a:lnTo>
                    <a:lnTo>
                      <a:pt x="49" y="132"/>
                    </a:lnTo>
                    <a:lnTo>
                      <a:pt x="57" y="122"/>
                    </a:lnTo>
                    <a:lnTo>
                      <a:pt x="64" y="112"/>
                    </a:lnTo>
                    <a:lnTo>
                      <a:pt x="73" y="103"/>
                    </a:lnTo>
                    <a:lnTo>
                      <a:pt x="80" y="94"/>
                    </a:lnTo>
                    <a:lnTo>
                      <a:pt x="90" y="87"/>
                    </a:lnTo>
                    <a:lnTo>
                      <a:pt x="98" y="79"/>
                    </a:lnTo>
                    <a:lnTo>
                      <a:pt x="108" y="72"/>
                    </a:lnTo>
                    <a:lnTo>
                      <a:pt x="118" y="65"/>
                    </a:lnTo>
                    <a:lnTo>
                      <a:pt x="126" y="59"/>
                    </a:lnTo>
                    <a:lnTo>
                      <a:pt x="136" y="53"/>
                    </a:lnTo>
                    <a:lnTo>
                      <a:pt x="145" y="48"/>
                    </a:lnTo>
                    <a:lnTo>
                      <a:pt x="155" y="41"/>
                    </a:lnTo>
                    <a:lnTo>
                      <a:pt x="165" y="36"/>
                    </a:lnTo>
                    <a:lnTo>
                      <a:pt x="174" y="31"/>
                    </a:lnTo>
                    <a:lnTo>
                      <a:pt x="183" y="28"/>
                    </a:lnTo>
                    <a:lnTo>
                      <a:pt x="191" y="23"/>
                    </a:lnTo>
                    <a:lnTo>
                      <a:pt x="201" y="19"/>
                    </a:lnTo>
                    <a:lnTo>
                      <a:pt x="208" y="14"/>
                    </a:lnTo>
                    <a:lnTo>
                      <a:pt x="217" y="10"/>
                    </a:lnTo>
                    <a:lnTo>
                      <a:pt x="212" y="0"/>
                    </a:lnTo>
                    <a:lnTo>
                      <a:pt x="203" y="4"/>
                    </a:lnTo>
                    <a:lnTo>
                      <a:pt x="196" y="7"/>
                    </a:lnTo>
                    <a:lnTo>
                      <a:pt x="187" y="12"/>
                    </a:lnTo>
                    <a:lnTo>
                      <a:pt x="178" y="16"/>
                    </a:lnTo>
                    <a:lnTo>
                      <a:pt x="170" y="21"/>
                    </a:lnTo>
                    <a:lnTo>
                      <a:pt x="160" y="26"/>
                    </a:lnTo>
                    <a:lnTo>
                      <a:pt x="150" y="31"/>
                    </a:lnTo>
                    <a:lnTo>
                      <a:pt x="141" y="38"/>
                    </a:lnTo>
                    <a:lnTo>
                      <a:pt x="131" y="43"/>
                    </a:lnTo>
                    <a:lnTo>
                      <a:pt x="121" y="49"/>
                    </a:lnTo>
                    <a:lnTo>
                      <a:pt x="110" y="55"/>
                    </a:lnTo>
                    <a:lnTo>
                      <a:pt x="102" y="63"/>
                    </a:lnTo>
                    <a:lnTo>
                      <a:pt x="91" y="70"/>
                    </a:lnTo>
                    <a:lnTo>
                      <a:pt x="82" y="78"/>
                    </a:lnTo>
                    <a:lnTo>
                      <a:pt x="73" y="87"/>
                    </a:lnTo>
                    <a:lnTo>
                      <a:pt x="64" y="95"/>
                    </a:lnTo>
                    <a:lnTo>
                      <a:pt x="56" y="104"/>
                    </a:lnTo>
                    <a:lnTo>
                      <a:pt x="47" y="114"/>
                    </a:lnTo>
                    <a:lnTo>
                      <a:pt x="40" y="126"/>
                    </a:lnTo>
                    <a:lnTo>
                      <a:pt x="33" y="137"/>
                    </a:lnTo>
                    <a:lnTo>
                      <a:pt x="27" y="148"/>
                    </a:lnTo>
                    <a:lnTo>
                      <a:pt x="21" y="162"/>
                    </a:lnTo>
                    <a:lnTo>
                      <a:pt x="15" y="175"/>
                    </a:lnTo>
                    <a:lnTo>
                      <a:pt x="11" y="190"/>
                    </a:lnTo>
                    <a:lnTo>
                      <a:pt x="6" y="205"/>
                    </a:lnTo>
                    <a:lnTo>
                      <a:pt x="4" y="220"/>
                    </a:lnTo>
                    <a:lnTo>
                      <a:pt x="1" y="237"/>
                    </a:lnTo>
                    <a:lnTo>
                      <a:pt x="0" y="254"/>
                    </a:lnTo>
                    <a:lnTo>
                      <a:pt x="0" y="273"/>
                    </a:lnTo>
                    <a:lnTo>
                      <a:pt x="0" y="292"/>
                    </a:lnTo>
                    <a:lnTo>
                      <a:pt x="3" y="313"/>
                    </a:lnTo>
                    <a:lnTo>
                      <a:pt x="5" y="333"/>
                    </a:lnTo>
                    <a:lnTo>
                      <a:pt x="16" y="33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229"/>
              <p:cNvSpPr>
                <a:spLocks/>
              </p:cNvSpPr>
              <p:nvPr/>
            </p:nvSpPr>
            <p:spPr bwMode="auto">
              <a:xfrm flipH="1">
                <a:off x="1133" y="1405"/>
                <a:ext cx="118" cy="98"/>
              </a:xfrm>
              <a:custGeom>
                <a:avLst/>
                <a:gdLst>
                  <a:gd name="T0" fmla="*/ 310 w 355"/>
                  <a:gd name="T1" fmla="*/ 281 h 293"/>
                  <a:gd name="T2" fmla="*/ 288 w 355"/>
                  <a:gd name="T3" fmla="*/ 276 h 293"/>
                  <a:gd name="T4" fmla="*/ 266 w 355"/>
                  <a:gd name="T5" fmla="*/ 270 h 293"/>
                  <a:gd name="T6" fmla="*/ 243 w 355"/>
                  <a:gd name="T7" fmla="*/ 265 h 293"/>
                  <a:gd name="T8" fmla="*/ 220 w 355"/>
                  <a:gd name="T9" fmla="*/ 257 h 293"/>
                  <a:gd name="T10" fmla="*/ 197 w 355"/>
                  <a:gd name="T11" fmla="*/ 250 h 293"/>
                  <a:gd name="T12" fmla="*/ 175 w 355"/>
                  <a:gd name="T13" fmla="*/ 240 h 293"/>
                  <a:gd name="T14" fmla="*/ 154 w 355"/>
                  <a:gd name="T15" fmla="*/ 229 h 293"/>
                  <a:gd name="T16" fmla="*/ 132 w 355"/>
                  <a:gd name="T17" fmla="*/ 215 h 293"/>
                  <a:gd name="T18" fmla="*/ 111 w 355"/>
                  <a:gd name="T19" fmla="*/ 198 h 293"/>
                  <a:gd name="T20" fmla="*/ 92 w 355"/>
                  <a:gd name="T21" fmla="*/ 181 h 293"/>
                  <a:gd name="T22" fmla="*/ 74 w 355"/>
                  <a:gd name="T23" fmla="*/ 159 h 293"/>
                  <a:gd name="T24" fmla="*/ 57 w 355"/>
                  <a:gd name="T25" fmla="*/ 136 h 293"/>
                  <a:gd name="T26" fmla="*/ 42 w 355"/>
                  <a:gd name="T27" fmla="*/ 108 h 293"/>
                  <a:gd name="T28" fmla="*/ 30 w 355"/>
                  <a:gd name="T29" fmla="*/ 75 h 293"/>
                  <a:gd name="T30" fmla="*/ 19 w 355"/>
                  <a:gd name="T31" fmla="*/ 40 h 293"/>
                  <a:gd name="T32" fmla="*/ 11 w 355"/>
                  <a:gd name="T33" fmla="*/ 0 h 293"/>
                  <a:gd name="T34" fmla="*/ 4 w 355"/>
                  <a:gd name="T35" fmla="*/ 22 h 293"/>
                  <a:gd name="T36" fmla="*/ 13 w 355"/>
                  <a:gd name="T37" fmla="*/ 61 h 293"/>
                  <a:gd name="T38" fmla="*/ 25 w 355"/>
                  <a:gd name="T39" fmla="*/ 97 h 293"/>
                  <a:gd name="T40" fmla="*/ 40 w 355"/>
                  <a:gd name="T41" fmla="*/ 128 h 293"/>
                  <a:gd name="T42" fmla="*/ 57 w 355"/>
                  <a:gd name="T43" fmla="*/ 154 h 293"/>
                  <a:gd name="T44" fmla="*/ 74 w 355"/>
                  <a:gd name="T45" fmla="*/ 178 h 293"/>
                  <a:gd name="T46" fmla="*/ 94 w 355"/>
                  <a:gd name="T47" fmla="*/ 198 h 293"/>
                  <a:gd name="T48" fmla="*/ 115 w 355"/>
                  <a:gd name="T49" fmla="*/ 216 h 293"/>
                  <a:gd name="T50" fmla="*/ 137 w 355"/>
                  <a:gd name="T51" fmla="*/ 232 h 293"/>
                  <a:gd name="T52" fmla="*/ 159 w 355"/>
                  <a:gd name="T53" fmla="*/ 245 h 293"/>
                  <a:gd name="T54" fmla="*/ 183 w 355"/>
                  <a:gd name="T55" fmla="*/ 255 h 293"/>
                  <a:gd name="T56" fmla="*/ 206 w 355"/>
                  <a:gd name="T57" fmla="*/ 265 h 293"/>
                  <a:gd name="T58" fmla="*/ 229 w 355"/>
                  <a:gd name="T59" fmla="*/ 273 h 293"/>
                  <a:gd name="T60" fmla="*/ 252 w 355"/>
                  <a:gd name="T61" fmla="*/ 279 h 293"/>
                  <a:gd name="T62" fmla="*/ 275 w 355"/>
                  <a:gd name="T63" fmla="*/ 285 h 293"/>
                  <a:gd name="T64" fmla="*/ 297 w 355"/>
                  <a:gd name="T65" fmla="*/ 290 h 293"/>
                  <a:gd name="T66" fmla="*/ 309 w 355"/>
                  <a:gd name="T67" fmla="*/ 281 h 293"/>
                  <a:gd name="T68" fmla="*/ 355 w 355"/>
                  <a:gd name="T69" fmla="*/ 293 h 293"/>
                  <a:gd name="T70" fmla="*/ 309 w 355"/>
                  <a:gd name="T71" fmla="*/ 293 h 29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5"/>
                  <a:gd name="T109" fmla="*/ 0 h 293"/>
                  <a:gd name="T110" fmla="*/ 355 w 355"/>
                  <a:gd name="T111" fmla="*/ 293 h 29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5" h="293">
                    <a:moveTo>
                      <a:pt x="309" y="293"/>
                    </a:moveTo>
                    <a:lnTo>
                      <a:pt x="310" y="281"/>
                    </a:lnTo>
                    <a:lnTo>
                      <a:pt x="299" y="279"/>
                    </a:lnTo>
                    <a:lnTo>
                      <a:pt x="288" y="276"/>
                    </a:lnTo>
                    <a:lnTo>
                      <a:pt x="277" y="274"/>
                    </a:lnTo>
                    <a:lnTo>
                      <a:pt x="266" y="270"/>
                    </a:lnTo>
                    <a:lnTo>
                      <a:pt x="254" y="267"/>
                    </a:lnTo>
                    <a:lnTo>
                      <a:pt x="243" y="265"/>
                    </a:lnTo>
                    <a:lnTo>
                      <a:pt x="232" y="261"/>
                    </a:lnTo>
                    <a:lnTo>
                      <a:pt x="220" y="257"/>
                    </a:lnTo>
                    <a:lnTo>
                      <a:pt x="209" y="254"/>
                    </a:lnTo>
                    <a:lnTo>
                      <a:pt x="197" y="250"/>
                    </a:lnTo>
                    <a:lnTo>
                      <a:pt x="186" y="245"/>
                    </a:lnTo>
                    <a:lnTo>
                      <a:pt x="175" y="240"/>
                    </a:lnTo>
                    <a:lnTo>
                      <a:pt x="163" y="235"/>
                    </a:lnTo>
                    <a:lnTo>
                      <a:pt x="154" y="229"/>
                    </a:lnTo>
                    <a:lnTo>
                      <a:pt x="143" y="222"/>
                    </a:lnTo>
                    <a:lnTo>
                      <a:pt x="132" y="215"/>
                    </a:lnTo>
                    <a:lnTo>
                      <a:pt x="121" y="207"/>
                    </a:lnTo>
                    <a:lnTo>
                      <a:pt x="111" y="198"/>
                    </a:lnTo>
                    <a:lnTo>
                      <a:pt x="102" y="191"/>
                    </a:lnTo>
                    <a:lnTo>
                      <a:pt x="92" y="181"/>
                    </a:lnTo>
                    <a:lnTo>
                      <a:pt x="82" y="171"/>
                    </a:lnTo>
                    <a:lnTo>
                      <a:pt x="74" y="159"/>
                    </a:lnTo>
                    <a:lnTo>
                      <a:pt x="65" y="148"/>
                    </a:lnTo>
                    <a:lnTo>
                      <a:pt x="57" y="136"/>
                    </a:lnTo>
                    <a:lnTo>
                      <a:pt x="50" y="122"/>
                    </a:lnTo>
                    <a:lnTo>
                      <a:pt x="42" y="108"/>
                    </a:lnTo>
                    <a:lnTo>
                      <a:pt x="36" y="93"/>
                    </a:lnTo>
                    <a:lnTo>
                      <a:pt x="30" y="75"/>
                    </a:lnTo>
                    <a:lnTo>
                      <a:pt x="24" y="58"/>
                    </a:lnTo>
                    <a:lnTo>
                      <a:pt x="19" y="40"/>
                    </a:lnTo>
                    <a:lnTo>
                      <a:pt x="14" y="20"/>
                    </a:lnTo>
                    <a:lnTo>
                      <a:pt x="11" y="0"/>
                    </a:lnTo>
                    <a:lnTo>
                      <a:pt x="0" y="1"/>
                    </a:lnTo>
                    <a:lnTo>
                      <a:pt x="4" y="22"/>
                    </a:lnTo>
                    <a:lnTo>
                      <a:pt x="8" y="42"/>
                    </a:lnTo>
                    <a:lnTo>
                      <a:pt x="13" y="61"/>
                    </a:lnTo>
                    <a:lnTo>
                      <a:pt x="19" y="79"/>
                    </a:lnTo>
                    <a:lnTo>
                      <a:pt x="25" y="97"/>
                    </a:lnTo>
                    <a:lnTo>
                      <a:pt x="33" y="113"/>
                    </a:lnTo>
                    <a:lnTo>
                      <a:pt x="40" y="128"/>
                    </a:lnTo>
                    <a:lnTo>
                      <a:pt x="47" y="141"/>
                    </a:lnTo>
                    <a:lnTo>
                      <a:pt x="57" y="154"/>
                    </a:lnTo>
                    <a:lnTo>
                      <a:pt x="65" y="167"/>
                    </a:lnTo>
                    <a:lnTo>
                      <a:pt x="74" y="178"/>
                    </a:lnTo>
                    <a:lnTo>
                      <a:pt x="83" y="188"/>
                    </a:lnTo>
                    <a:lnTo>
                      <a:pt x="94" y="198"/>
                    </a:lnTo>
                    <a:lnTo>
                      <a:pt x="104" y="208"/>
                    </a:lnTo>
                    <a:lnTo>
                      <a:pt x="115" y="216"/>
                    </a:lnTo>
                    <a:lnTo>
                      <a:pt x="126" y="225"/>
                    </a:lnTo>
                    <a:lnTo>
                      <a:pt x="137" y="232"/>
                    </a:lnTo>
                    <a:lnTo>
                      <a:pt x="148" y="239"/>
                    </a:lnTo>
                    <a:lnTo>
                      <a:pt x="159" y="245"/>
                    </a:lnTo>
                    <a:lnTo>
                      <a:pt x="171" y="250"/>
                    </a:lnTo>
                    <a:lnTo>
                      <a:pt x="183" y="255"/>
                    </a:lnTo>
                    <a:lnTo>
                      <a:pt x="194" y="260"/>
                    </a:lnTo>
                    <a:lnTo>
                      <a:pt x="206" y="265"/>
                    </a:lnTo>
                    <a:lnTo>
                      <a:pt x="217" y="269"/>
                    </a:lnTo>
                    <a:lnTo>
                      <a:pt x="229" y="273"/>
                    </a:lnTo>
                    <a:lnTo>
                      <a:pt x="241" y="276"/>
                    </a:lnTo>
                    <a:lnTo>
                      <a:pt x="252" y="279"/>
                    </a:lnTo>
                    <a:lnTo>
                      <a:pt x="264" y="283"/>
                    </a:lnTo>
                    <a:lnTo>
                      <a:pt x="275" y="285"/>
                    </a:lnTo>
                    <a:lnTo>
                      <a:pt x="286" y="288"/>
                    </a:lnTo>
                    <a:lnTo>
                      <a:pt x="297" y="290"/>
                    </a:lnTo>
                    <a:lnTo>
                      <a:pt x="307" y="293"/>
                    </a:lnTo>
                    <a:lnTo>
                      <a:pt x="309" y="281"/>
                    </a:lnTo>
                    <a:lnTo>
                      <a:pt x="309" y="293"/>
                    </a:lnTo>
                    <a:lnTo>
                      <a:pt x="355" y="293"/>
                    </a:lnTo>
                    <a:lnTo>
                      <a:pt x="310" y="281"/>
                    </a:lnTo>
                    <a:lnTo>
                      <a:pt x="309" y="29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Freeform 230"/>
              <p:cNvSpPr>
                <a:spLocks/>
              </p:cNvSpPr>
              <p:nvPr/>
            </p:nvSpPr>
            <p:spPr bwMode="auto">
              <a:xfrm flipH="1">
                <a:off x="1148" y="1499"/>
                <a:ext cx="37" cy="6"/>
              </a:xfrm>
              <a:custGeom>
                <a:avLst/>
                <a:gdLst>
                  <a:gd name="T0" fmla="*/ 0 w 111"/>
                  <a:gd name="T1" fmla="*/ 12 h 17"/>
                  <a:gd name="T2" fmla="*/ 0 w 111"/>
                  <a:gd name="T3" fmla="*/ 12 h 17"/>
                  <a:gd name="T4" fmla="*/ 11 w 111"/>
                  <a:gd name="T5" fmla="*/ 14 h 17"/>
                  <a:gd name="T6" fmla="*/ 21 w 111"/>
                  <a:gd name="T7" fmla="*/ 15 h 17"/>
                  <a:gd name="T8" fmla="*/ 30 w 111"/>
                  <a:gd name="T9" fmla="*/ 15 h 17"/>
                  <a:gd name="T10" fmla="*/ 38 w 111"/>
                  <a:gd name="T11" fmla="*/ 17 h 17"/>
                  <a:gd name="T12" fmla="*/ 45 w 111"/>
                  <a:gd name="T13" fmla="*/ 17 h 17"/>
                  <a:gd name="T14" fmla="*/ 51 w 111"/>
                  <a:gd name="T15" fmla="*/ 17 h 17"/>
                  <a:gd name="T16" fmla="*/ 57 w 111"/>
                  <a:gd name="T17" fmla="*/ 17 h 17"/>
                  <a:gd name="T18" fmla="*/ 62 w 111"/>
                  <a:gd name="T19" fmla="*/ 15 h 17"/>
                  <a:gd name="T20" fmla="*/ 68 w 111"/>
                  <a:gd name="T21" fmla="*/ 15 h 17"/>
                  <a:gd name="T22" fmla="*/ 73 w 111"/>
                  <a:gd name="T23" fmla="*/ 14 h 17"/>
                  <a:gd name="T24" fmla="*/ 79 w 111"/>
                  <a:gd name="T25" fmla="*/ 14 h 17"/>
                  <a:gd name="T26" fmla="*/ 84 w 111"/>
                  <a:gd name="T27" fmla="*/ 13 h 17"/>
                  <a:gd name="T28" fmla="*/ 90 w 111"/>
                  <a:gd name="T29" fmla="*/ 13 h 17"/>
                  <a:gd name="T30" fmla="*/ 96 w 111"/>
                  <a:gd name="T31" fmla="*/ 13 h 17"/>
                  <a:gd name="T32" fmla="*/ 102 w 111"/>
                  <a:gd name="T33" fmla="*/ 12 h 17"/>
                  <a:gd name="T34" fmla="*/ 111 w 111"/>
                  <a:gd name="T35" fmla="*/ 12 h 17"/>
                  <a:gd name="T36" fmla="*/ 111 w 111"/>
                  <a:gd name="T37" fmla="*/ 0 h 17"/>
                  <a:gd name="T38" fmla="*/ 102 w 111"/>
                  <a:gd name="T39" fmla="*/ 0 h 17"/>
                  <a:gd name="T40" fmla="*/ 95 w 111"/>
                  <a:gd name="T41" fmla="*/ 0 h 17"/>
                  <a:gd name="T42" fmla="*/ 89 w 111"/>
                  <a:gd name="T43" fmla="*/ 2 h 17"/>
                  <a:gd name="T44" fmla="*/ 83 w 111"/>
                  <a:gd name="T45" fmla="*/ 2 h 17"/>
                  <a:gd name="T46" fmla="*/ 77 w 111"/>
                  <a:gd name="T47" fmla="*/ 3 h 17"/>
                  <a:gd name="T48" fmla="*/ 72 w 111"/>
                  <a:gd name="T49" fmla="*/ 3 h 17"/>
                  <a:gd name="T50" fmla="*/ 67 w 111"/>
                  <a:gd name="T51" fmla="*/ 4 h 17"/>
                  <a:gd name="T52" fmla="*/ 62 w 111"/>
                  <a:gd name="T53" fmla="*/ 4 h 17"/>
                  <a:gd name="T54" fmla="*/ 56 w 111"/>
                  <a:gd name="T55" fmla="*/ 4 h 17"/>
                  <a:gd name="T56" fmla="*/ 51 w 111"/>
                  <a:gd name="T57" fmla="*/ 5 h 17"/>
                  <a:gd name="T58" fmla="*/ 45 w 111"/>
                  <a:gd name="T59" fmla="*/ 5 h 17"/>
                  <a:gd name="T60" fmla="*/ 38 w 111"/>
                  <a:gd name="T61" fmla="*/ 4 h 17"/>
                  <a:gd name="T62" fmla="*/ 31 w 111"/>
                  <a:gd name="T63" fmla="*/ 4 h 17"/>
                  <a:gd name="T64" fmla="*/ 22 w 111"/>
                  <a:gd name="T65" fmla="*/ 3 h 17"/>
                  <a:gd name="T66" fmla="*/ 13 w 111"/>
                  <a:gd name="T67" fmla="*/ 2 h 17"/>
                  <a:gd name="T68" fmla="*/ 3 w 111"/>
                  <a:gd name="T69" fmla="*/ 0 h 17"/>
                  <a:gd name="T70" fmla="*/ 3 w 111"/>
                  <a:gd name="T71" fmla="*/ 0 h 17"/>
                  <a:gd name="T72" fmla="*/ 0 w 111"/>
                  <a:gd name="T73" fmla="*/ 12 h 1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1"/>
                  <a:gd name="T112" fmla="*/ 0 h 17"/>
                  <a:gd name="T113" fmla="*/ 111 w 111"/>
                  <a:gd name="T114" fmla="*/ 17 h 1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1" h="17">
                    <a:moveTo>
                      <a:pt x="0" y="12"/>
                    </a:moveTo>
                    <a:lnTo>
                      <a:pt x="0" y="12"/>
                    </a:lnTo>
                    <a:lnTo>
                      <a:pt x="11" y="14"/>
                    </a:lnTo>
                    <a:lnTo>
                      <a:pt x="21" y="15"/>
                    </a:lnTo>
                    <a:lnTo>
                      <a:pt x="30" y="15"/>
                    </a:lnTo>
                    <a:lnTo>
                      <a:pt x="38" y="17"/>
                    </a:lnTo>
                    <a:lnTo>
                      <a:pt x="45" y="17"/>
                    </a:lnTo>
                    <a:lnTo>
                      <a:pt x="51" y="17"/>
                    </a:lnTo>
                    <a:lnTo>
                      <a:pt x="57" y="17"/>
                    </a:lnTo>
                    <a:lnTo>
                      <a:pt x="62" y="15"/>
                    </a:lnTo>
                    <a:lnTo>
                      <a:pt x="68" y="15"/>
                    </a:lnTo>
                    <a:lnTo>
                      <a:pt x="73" y="14"/>
                    </a:lnTo>
                    <a:lnTo>
                      <a:pt x="79" y="14"/>
                    </a:lnTo>
                    <a:lnTo>
                      <a:pt x="84" y="13"/>
                    </a:lnTo>
                    <a:lnTo>
                      <a:pt x="90" y="13"/>
                    </a:lnTo>
                    <a:lnTo>
                      <a:pt x="96" y="13"/>
                    </a:lnTo>
                    <a:lnTo>
                      <a:pt x="102" y="12"/>
                    </a:lnTo>
                    <a:lnTo>
                      <a:pt x="111" y="12"/>
                    </a:lnTo>
                    <a:lnTo>
                      <a:pt x="111" y="0"/>
                    </a:lnTo>
                    <a:lnTo>
                      <a:pt x="102" y="0"/>
                    </a:lnTo>
                    <a:lnTo>
                      <a:pt x="95" y="0"/>
                    </a:lnTo>
                    <a:lnTo>
                      <a:pt x="89" y="2"/>
                    </a:lnTo>
                    <a:lnTo>
                      <a:pt x="83" y="2"/>
                    </a:lnTo>
                    <a:lnTo>
                      <a:pt x="77" y="3"/>
                    </a:lnTo>
                    <a:lnTo>
                      <a:pt x="72" y="3"/>
                    </a:lnTo>
                    <a:lnTo>
                      <a:pt x="67" y="4"/>
                    </a:lnTo>
                    <a:lnTo>
                      <a:pt x="62" y="4"/>
                    </a:lnTo>
                    <a:lnTo>
                      <a:pt x="56" y="4"/>
                    </a:lnTo>
                    <a:lnTo>
                      <a:pt x="51" y="5"/>
                    </a:lnTo>
                    <a:lnTo>
                      <a:pt x="45" y="5"/>
                    </a:lnTo>
                    <a:lnTo>
                      <a:pt x="38" y="4"/>
                    </a:lnTo>
                    <a:lnTo>
                      <a:pt x="31" y="4"/>
                    </a:lnTo>
                    <a:lnTo>
                      <a:pt x="22" y="3"/>
                    </a:lnTo>
                    <a:lnTo>
                      <a:pt x="13" y="2"/>
                    </a:lnTo>
                    <a:lnTo>
                      <a:pt x="3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5" name="Freeform 231"/>
              <p:cNvSpPr>
                <a:spLocks/>
              </p:cNvSpPr>
              <p:nvPr/>
            </p:nvSpPr>
            <p:spPr bwMode="auto">
              <a:xfrm flipH="1">
                <a:off x="1184" y="1499"/>
                <a:ext cx="79" cy="66"/>
              </a:xfrm>
              <a:custGeom>
                <a:avLst/>
                <a:gdLst>
                  <a:gd name="T0" fmla="*/ 12 w 237"/>
                  <a:gd name="T1" fmla="*/ 200 h 200"/>
                  <a:gd name="T2" fmla="*/ 12 w 237"/>
                  <a:gd name="T3" fmla="*/ 200 h 200"/>
                  <a:gd name="T4" fmla="*/ 14 w 237"/>
                  <a:gd name="T5" fmla="*/ 184 h 200"/>
                  <a:gd name="T6" fmla="*/ 19 w 237"/>
                  <a:gd name="T7" fmla="*/ 167 h 200"/>
                  <a:gd name="T8" fmla="*/ 25 w 237"/>
                  <a:gd name="T9" fmla="*/ 150 h 200"/>
                  <a:gd name="T10" fmla="*/ 32 w 237"/>
                  <a:gd name="T11" fmla="*/ 133 h 200"/>
                  <a:gd name="T12" fmla="*/ 41 w 237"/>
                  <a:gd name="T13" fmla="*/ 116 h 200"/>
                  <a:gd name="T14" fmla="*/ 52 w 237"/>
                  <a:gd name="T15" fmla="*/ 99 h 200"/>
                  <a:gd name="T16" fmla="*/ 64 w 237"/>
                  <a:gd name="T17" fmla="*/ 84 h 200"/>
                  <a:gd name="T18" fmla="*/ 77 w 237"/>
                  <a:gd name="T19" fmla="*/ 68 h 200"/>
                  <a:gd name="T20" fmla="*/ 92 w 237"/>
                  <a:gd name="T21" fmla="*/ 55 h 200"/>
                  <a:gd name="T22" fmla="*/ 107 w 237"/>
                  <a:gd name="T23" fmla="*/ 43 h 200"/>
                  <a:gd name="T24" fmla="*/ 124 w 237"/>
                  <a:gd name="T25" fmla="*/ 31 h 200"/>
                  <a:gd name="T26" fmla="*/ 144 w 237"/>
                  <a:gd name="T27" fmla="*/ 23 h 200"/>
                  <a:gd name="T28" fmla="*/ 164 w 237"/>
                  <a:gd name="T29" fmla="*/ 16 h 200"/>
                  <a:gd name="T30" fmla="*/ 186 w 237"/>
                  <a:gd name="T31" fmla="*/ 13 h 200"/>
                  <a:gd name="T32" fmla="*/ 210 w 237"/>
                  <a:gd name="T33" fmla="*/ 11 h 200"/>
                  <a:gd name="T34" fmla="*/ 234 w 237"/>
                  <a:gd name="T35" fmla="*/ 13 h 200"/>
                  <a:gd name="T36" fmla="*/ 237 w 237"/>
                  <a:gd name="T37" fmla="*/ 1 h 200"/>
                  <a:gd name="T38" fmla="*/ 210 w 237"/>
                  <a:gd name="T39" fmla="*/ 0 h 200"/>
                  <a:gd name="T40" fmla="*/ 185 w 237"/>
                  <a:gd name="T41" fmla="*/ 1 h 200"/>
                  <a:gd name="T42" fmla="*/ 162 w 237"/>
                  <a:gd name="T43" fmla="*/ 5 h 200"/>
                  <a:gd name="T44" fmla="*/ 140 w 237"/>
                  <a:gd name="T45" fmla="*/ 13 h 200"/>
                  <a:gd name="T46" fmla="*/ 119 w 237"/>
                  <a:gd name="T47" fmla="*/ 21 h 200"/>
                  <a:gd name="T48" fmla="*/ 101 w 237"/>
                  <a:gd name="T49" fmla="*/ 33 h 200"/>
                  <a:gd name="T50" fmla="*/ 84 w 237"/>
                  <a:gd name="T51" fmla="*/ 45 h 200"/>
                  <a:gd name="T52" fmla="*/ 69 w 237"/>
                  <a:gd name="T53" fmla="*/ 60 h 200"/>
                  <a:gd name="T54" fmla="*/ 54 w 237"/>
                  <a:gd name="T55" fmla="*/ 77 h 200"/>
                  <a:gd name="T56" fmla="*/ 42 w 237"/>
                  <a:gd name="T57" fmla="*/ 93 h 200"/>
                  <a:gd name="T58" fmla="*/ 31 w 237"/>
                  <a:gd name="T59" fmla="*/ 111 h 200"/>
                  <a:gd name="T60" fmla="*/ 23 w 237"/>
                  <a:gd name="T61" fmla="*/ 128 h 200"/>
                  <a:gd name="T62" fmla="*/ 14 w 237"/>
                  <a:gd name="T63" fmla="*/ 146 h 200"/>
                  <a:gd name="T64" fmla="*/ 8 w 237"/>
                  <a:gd name="T65" fmla="*/ 163 h 200"/>
                  <a:gd name="T66" fmla="*/ 3 w 237"/>
                  <a:gd name="T67" fmla="*/ 181 h 200"/>
                  <a:gd name="T68" fmla="*/ 0 w 237"/>
                  <a:gd name="T69" fmla="*/ 197 h 200"/>
                  <a:gd name="T70" fmla="*/ 0 w 237"/>
                  <a:gd name="T71" fmla="*/ 197 h 200"/>
                  <a:gd name="T72" fmla="*/ 12 w 237"/>
                  <a:gd name="T73" fmla="*/ 200 h 20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37"/>
                  <a:gd name="T112" fmla="*/ 0 h 200"/>
                  <a:gd name="T113" fmla="*/ 237 w 237"/>
                  <a:gd name="T114" fmla="*/ 200 h 20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37" h="200">
                    <a:moveTo>
                      <a:pt x="12" y="200"/>
                    </a:moveTo>
                    <a:lnTo>
                      <a:pt x="12" y="200"/>
                    </a:lnTo>
                    <a:lnTo>
                      <a:pt x="14" y="184"/>
                    </a:lnTo>
                    <a:lnTo>
                      <a:pt x="19" y="167"/>
                    </a:lnTo>
                    <a:lnTo>
                      <a:pt x="25" y="150"/>
                    </a:lnTo>
                    <a:lnTo>
                      <a:pt x="32" y="133"/>
                    </a:lnTo>
                    <a:lnTo>
                      <a:pt x="41" y="116"/>
                    </a:lnTo>
                    <a:lnTo>
                      <a:pt x="52" y="99"/>
                    </a:lnTo>
                    <a:lnTo>
                      <a:pt x="64" y="84"/>
                    </a:lnTo>
                    <a:lnTo>
                      <a:pt x="77" y="68"/>
                    </a:lnTo>
                    <a:lnTo>
                      <a:pt x="92" y="55"/>
                    </a:lnTo>
                    <a:lnTo>
                      <a:pt x="107" y="43"/>
                    </a:lnTo>
                    <a:lnTo>
                      <a:pt x="124" y="31"/>
                    </a:lnTo>
                    <a:lnTo>
                      <a:pt x="144" y="23"/>
                    </a:lnTo>
                    <a:lnTo>
                      <a:pt x="164" y="16"/>
                    </a:lnTo>
                    <a:lnTo>
                      <a:pt x="186" y="13"/>
                    </a:lnTo>
                    <a:lnTo>
                      <a:pt x="210" y="11"/>
                    </a:lnTo>
                    <a:lnTo>
                      <a:pt x="234" y="13"/>
                    </a:lnTo>
                    <a:lnTo>
                      <a:pt x="237" y="1"/>
                    </a:lnTo>
                    <a:lnTo>
                      <a:pt x="210" y="0"/>
                    </a:lnTo>
                    <a:lnTo>
                      <a:pt x="185" y="1"/>
                    </a:lnTo>
                    <a:lnTo>
                      <a:pt x="162" y="5"/>
                    </a:lnTo>
                    <a:lnTo>
                      <a:pt x="140" y="13"/>
                    </a:lnTo>
                    <a:lnTo>
                      <a:pt x="119" y="21"/>
                    </a:lnTo>
                    <a:lnTo>
                      <a:pt x="101" y="33"/>
                    </a:lnTo>
                    <a:lnTo>
                      <a:pt x="84" y="45"/>
                    </a:lnTo>
                    <a:lnTo>
                      <a:pt x="69" y="60"/>
                    </a:lnTo>
                    <a:lnTo>
                      <a:pt x="54" y="77"/>
                    </a:lnTo>
                    <a:lnTo>
                      <a:pt x="42" y="93"/>
                    </a:lnTo>
                    <a:lnTo>
                      <a:pt x="31" y="111"/>
                    </a:lnTo>
                    <a:lnTo>
                      <a:pt x="23" y="128"/>
                    </a:lnTo>
                    <a:lnTo>
                      <a:pt x="14" y="146"/>
                    </a:lnTo>
                    <a:lnTo>
                      <a:pt x="8" y="163"/>
                    </a:lnTo>
                    <a:lnTo>
                      <a:pt x="3" y="181"/>
                    </a:lnTo>
                    <a:lnTo>
                      <a:pt x="0" y="197"/>
                    </a:lnTo>
                    <a:lnTo>
                      <a:pt x="12" y="20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232"/>
              <p:cNvSpPr>
                <a:spLocks/>
              </p:cNvSpPr>
              <p:nvPr/>
            </p:nvSpPr>
            <p:spPr bwMode="auto">
              <a:xfrm flipH="1">
                <a:off x="1174" y="1564"/>
                <a:ext cx="92" cy="121"/>
              </a:xfrm>
              <a:custGeom>
                <a:avLst/>
                <a:gdLst>
                  <a:gd name="T0" fmla="*/ 276 w 276"/>
                  <a:gd name="T1" fmla="*/ 351 h 362"/>
                  <a:gd name="T2" fmla="*/ 265 w 276"/>
                  <a:gd name="T3" fmla="*/ 349 h 362"/>
                  <a:gd name="T4" fmla="*/ 252 w 276"/>
                  <a:gd name="T5" fmla="*/ 346 h 362"/>
                  <a:gd name="T6" fmla="*/ 235 w 276"/>
                  <a:gd name="T7" fmla="*/ 342 h 362"/>
                  <a:gd name="T8" fmla="*/ 213 w 276"/>
                  <a:gd name="T9" fmla="*/ 337 h 362"/>
                  <a:gd name="T10" fmla="*/ 190 w 276"/>
                  <a:gd name="T11" fmla="*/ 331 h 362"/>
                  <a:gd name="T12" fmla="*/ 165 w 276"/>
                  <a:gd name="T13" fmla="*/ 322 h 362"/>
                  <a:gd name="T14" fmla="*/ 140 w 276"/>
                  <a:gd name="T15" fmla="*/ 311 h 362"/>
                  <a:gd name="T16" fmla="*/ 114 w 276"/>
                  <a:gd name="T17" fmla="*/ 296 h 362"/>
                  <a:gd name="T18" fmla="*/ 90 w 276"/>
                  <a:gd name="T19" fmla="*/ 278 h 362"/>
                  <a:gd name="T20" fmla="*/ 68 w 276"/>
                  <a:gd name="T21" fmla="*/ 256 h 362"/>
                  <a:gd name="T22" fmla="*/ 48 w 276"/>
                  <a:gd name="T23" fmla="*/ 228 h 362"/>
                  <a:gd name="T24" fmla="*/ 32 w 276"/>
                  <a:gd name="T25" fmla="*/ 197 h 362"/>
                  <a:gd name="T26" fmla="*/ 20 w 276"/>
                  <a:gd name="T27" fmla="*/ 158 h 362"/>
                  <a:gd name="T28" fmla="*/ 14 w 276"/>
                  <a:gd name="T29" fmla="*/ 112 h 362"/>
                  <a:gd name="T30" fmla="*/ 12 w 276"/>
                  <a:gd name="T31" fmla="*/ 62 h 362"/>
                  <a:gd name="T32" fmla="*/ 20 w 276"/>
                  <a:gd name="T33" fmla="*/ 3 h 362"/>
                  <a:gd name="T34" fmla="*/ 4 w 276"/>
                  <a:gd name="T35" fmla="*/ 32 h 362"/>
                  <a:gd name="T36" fmla="*/ 0 w 276"/>
                  <a:gd name="T37" fmla="*/ 88 h 362"/>
                  <a:gd name="T38" fmla="*/ 5 w 276"/>
                  <a:gd name="T39" fmla="*/ 137 h 362"/>
                  <a:gd name="T40" fmla="*/ 15 w 276"/>
                  <a:gd name="T41" fmla="*/ 181 h 362"/>
                  <a:gd name="T42" fmla="*/ 29 w 276"/>
                  <a:gd name="T43" fmla="*/ 218 h 362"/>
                  <a:gd name="T44" fmla="*/ 49 w 276"/>
                  <a:gd name="T45" fmla="*/ 249 h 362"/>
                  <a:gd name="T46" fmla="*/ 71 w 276"/>
                  <a:gd name="T47" fmla="*/ 276 h 362"/>
                  <a:gd name="T48" fmla="*/ 96 w 276"/>
                  <a:gd name="T49" fmla="*/ 297 h 362"/>
                  <a:gd name="T50" fmla="*/ 121 w 276"/>
                  <a:gd name="T51" fmla="*/ 313 h 362"/>
                  <a:gd name="T52" fmla="*/ 148 w 276"/>
                  <a:gd name="T53" fmla="*/ 327 h 362"/>
                  <a:gd name="T54" fmla="*/ 175 w 276"/>
                  <a:gd name="T55" fmla="*/ 337 h 362"/>
                  <a:gd name="T56" fmla="*/ 199 w 276"/>
                  <a:gd name="T57" fmla="*/ 346 h 362"/>
                  <a:gd name="T58" fmla="*/ 222 w 276"/>
                  <a:gd name="T59" fmla="*/ 351 h 362"/>
                  <a:gd name="T60" fmla="*/ 242 w 276"/>
                  <a:gd name="T61" fmla="*/ 356 h 362"/>
                  <a:gd name="T62" fmla="*/ 257 w 276"/>
                  <a:gd name="T63" fmla="*/ 359 h 362"/>
                  <a:gd name="T64" fmla="*/ 268 w 276"/>
                  <a:gd name="T65" fmla="*/ 361 h 362"/>
                  <a:gd name="T66" fmla="*/ 272 w 276"/>
                  <a:gd name="T67" fmla="*/ 362 h 3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6"/>
                  <a:gd name="T103" fmla="*/ 0 h 362"/>
                  <a:gd name="T104" fmla="*/ 276 w 276"/>
                  <a:gd name="T105" fmla="*/ 362 h 3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6" h="362">
                    <a:moveTo>
                      <a:pt x="276" y="351"/>
                    </a:moveTo>
                    <a:lnTo>
                      <a:pt x="276" y="351"/>
                    </a:lnTo>
                    <a:lnTo>
                      <a:pt x="272" y="350"/>
                    </a:lnTo>
                    <a:lnTo>
                      <a:pt x="265" y="349"/>
                    </a:lnTo>
                    <a:lnTo>
                      <a:pt x="259" y="347"/>
                    </a:lnTo>
                    <a:lnTo>
                      <a:pt x="252" y="346"/>
                    </a:lnTo>
                    <a:lnTo>
                      <a:pt x="244" y="344"/>
                    </a:lnTo>
                    <a:lnTo>
                      <a:pt x="235" y="342"/>
                    </a:lnTo>
                    <a:lnTo>
                      <a:pt x="224" y="340"/>
                    </a:lnTo>
                    <a:lnTo>
                      <a:pt x="213" y="337"/>
                    </a:lnTo>
                    <a:lnTo>
                      <a:pt x="203" y="335"/>
                    </a:lnTo>
                    <a:lnTo>
                      <a:pt x="190" y="331"/>
                    </a:lnTo>
                    <a:lnTo>
                      <a:pt x="178" y="327"/>
                    </a:lnTo>
                    <a:lnTo>
                      <a:pt x="165" y="322"/>
                    </a:lnTo>
                    <a:lnTo>
                      <a:pt x="153" y="317"/>
                    </a:lnTo>
                    <a:lnTo>
                      <a:pt x="140" y="311"/>
                    </a:lnTo>
                    <a:lnTo>
                      <a:pt x="127" y="303"/>
                    </a:lnTo>
                    <a:lnTo>
                      <a:pt x="114" y="296"/>
                    </a:lnTo>
                    <a:lnTo>
                      <a:pt x="102" y="287"/>
                    </a:lnTo>
                    <a:lnTo>
                      <a:pt x="90" y="278"/>
                    </a:lnTo>
                    <a:lnTo>
                      <a:pt x="79" y="267"/>
                    </a:lnTo>
                    <a:lnTo>
                      <a:pt x="68" y="256"/>
                    </a:lnTo>
                    <a:lnTo>
                      <a:pt x="57" y="242"/>
                    </a:lnTo>
                    <a:lnTo>
                      <a:pt x="48" y="228"/>
                    </a:lnTo>
                    <a:lnTo>
                      <a:pt x="39" y="213"/>
                    </a:lnTo>
                    <a:lnTo>
                      <a:pt x="32" y="197"/>
                    </a:lnTo>
                    <a:lnTo>
                      <a:pt x="25" y="178"/>
                    </a:lnTo>
                    <a:lnTo>
                      <a:pt x="20" y="158"/>
                    </a:lnTo>
                    <a:lnTo>
                      <a:pt x="16" y="136"/>
                    </a:lnTo>
                    <a:lnTo>
                      <a:pt x="14" y="112"/>
                    </a:lnTo>
                    <a:lnTo>
                      <a:pt x="12" y="88"/>
                    </a:lnTo>
                    <a:lnTo>
                      <a:pt x="12" y="62"/>
                    </a:lnTo>
                    <a:lnTo>
                      <a:pt x="15" y="33"/>
                    </a:lnTo>
                    <a:lnTo>
                      <a:pt x="20" y="3"/>
                    </a:lnTo>
                    <a:lnTo>
                      <a:pt x="8" y="0"/>
                    </a:lnTo>
                    <a:lnTo>
                      <a:pt x="4" y="32"/>
                    </a:lnTo>
                    <a:lnTo>
                      <a:pt x="2" y="61"/>
                    </a:lnTo>
                    <a:lnTo>
                      <a:pt x="0" y="88"/>
                    </a:lnTo>
                    <a:lnTo>
                      <a:pt x="2" y="114"/>
                    </a:lnTo>
                    <a:lnTo>
                      <a:pt x="5" y="137"/>
                    </a:lnTo>
                    <a:lnTo>
                      <a:pt x="9" y="160"/>
                    </a:lnTo>
                    <a:lnTo>
                      <a:pt x="15" y="181"/>
                    </a:lnTo>
                    <a:lnTo>
                      <a:pt x="21" y="200"/>
                    </a:lnTo>
                    <a:lnTo>
                      <a:pt x="29" y="218"/>
                    </a:lnTo>
                    <a:lnTo>
                      <a:pt x="38" y="234"/>
                    </a:lnTo>
                    <a:lnTo>
                      <a:pt x="49" y="249"/>
                    </a:lnTo>
                    <a:lnTo>
                      <a:pt x="60" y="263"/>
                    </a:lnTo>
                    <a:lnTo>
                      <a:pt x="71" y="276"/>
                    </a:lnTo>
                    <a:lnTo>
                      <a:pt x="83" y="287"/>
                    </a:lnTo>
                    <a:lnTo>
                      <a:pt x="96" y="297"/>
                    </a:lnTo>
                    <a:lnTo>
                      <a:pt x="108" y="306"/>
                    </a:lnTo>
                    <a:lnTo>
                      <a:pt x="121" y="313"/>
                    </a:lnTo>
                    <a:lnTo>
                      <a:pt x="135" y="321"/>
                    </a:lnTo>
                    <a:lnTo>
                      <a:pt x="148" y="327"/>
                    </a:lnTo>
                    <a:lnTo>
                      <a:pt x="161" y="334"/>
                    </a:lnTo>
                    <a:lnTo>
                      <a:pt x="175" y="337"/>
                    </a:lnTo>
                    <a:lnTo>
                      <a:pt x="187" y="342"/>
                    </a:lnTo>
                    <a:lnTo>
                      <a:pt x="199" y="346"/>
                    </a:lnTo>
                    <a:lnTo>
                      <a:pt x="211" y="349"/>
                    </a:lnTo>
                    <a:lnTo>
                      <a:pt x="222" y="351"/>
                    </a:lnTo>
                    <a:lnTo>
                      <a:pt x="233" y="354"/>
                    </a:lnTo>
                    <a:lnTo>
                      <a:pt x="242" y="356"/>
                    </a:lnTo>
                    <a:lnTo>
                      <a:pt x="250" y="357"/>
                    </a:lnTo>
                    <a:lnTo>
                      <a:pt x="257" y="359"/>
                    </a:lnTo>
                    <a:lnTo>
                      <a:pt x="263" y="360"/>
                    </a:lnTo>
                    <a:lnTo>
                      <a:pt x="268" y="361"/>
                    </a:lnTo>
                    <a:lnTo>
                      <a:pt x="272" y="362"/>
                    </a:lnTo>
                    <a:lnTo>
                      <a:pt x="276" y="35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233"/>
              <p:cNvSpPr>
                <a:spLocks/>
              </p:cNvSpPr>
              <p:nvPr/>
            </p:nvSpPr>
            <p:spPr bwMode="auto">
              <a:xfrm flipH="1">
                <a:off x="1172" y="1681"/>
                <a:ext cx="70" cy="15"/>
              </a:xfrm>
              <a:custGeom>
                <a:avLst/>
                <a:gdLst>
                  <a:gd name="T0" fmla="*/ 4 w 211"/>
                  <a:gd name="T1" fmla="*/ 45 h 45"/>
                  <a:gd name="T2" fmla="*/ 4 w 211"/>
                  <a:gd name="T3" fmla="*/ 45 h 45"/>
                  <a:gd name="T4" fmla="*/ 18 w 211"/>
                  <a:gd name="T5" fmla="*/ 39 h 45"/>
                  <a:gd name="T6" fmla="*/ 33 w 211"/>
                  <a:gd name="T7" fmla="*/ 34 h 45"/>
                  <a:gd name="T8" fmla="*/ 52 w 211"/>
                  <a:gd name="T9" fmla="*/ 30 h 45"/>
                  <a:gd name="T10" fmla="*/ 70 w 211"/>
                  <a:gd name="T11" fmla="*/ 28 h 45"/>
                  <a:gd name="T12" fmla="*/ 88 w 211"/>
                  <a:gd name="T13" fmla="*/ 25 h 45"/>
                  <a:gd name="T14" fmla="*/ 106 w 211"/>
                  <a:gd name="T15" fmla="*/ 23 h 45"/>
                  <a:gd name="T16" fmla="*/ 125 w 211"/>
                  <a:gd name="T17" fmla="*/ 21 h 45"/>
                  <a:gd name="T18" fmla="*/ 142 w 211"/>
                  <a:gd name="T19" fmla="*/ 21 h 45"/>
                  <a:gd name="T20" fmla="*/ 159 w 211"/>
                  <a:gd name="T21" fmla="*/ 20 h 45"/>
                  <a:gd name="T22" fmla="*/ 174 w 211"/>
                  <a:gd name="T23" fmla="*/ 20 h 45"/>
                  <a:gd name="T24" fmla="*/ 186 w 211"/>
                  <a:gd name="T25" fmla="*/ 20 h 45"/>
                  <a:gd name="T26" fmla="*/ 197 w 211"/>
                  <a:gd name="T27" fmla="*/ 19 h 45"/>
                  <a:gd name="T28" fmla="*/ 205 w 211"/>
                  <a:gd name="T29" fmla="*/ 18 h 45"/>
                  <a:gd name="T30" fmla="*/ 211 w 211"/>
                  <a:gd name="T31" fmla="*/ 15 h 45"/>
                  <a:gd name="T32" fmla="*/ 211 w 211"/>
                  <a:gd name="T33" fmla="*/ 5 h 45"/>
                  <a:gd name="T34" fmla="*/ 205 w 211"/>
                  <a:gd name="T35" fmla="*/ 0 h 45"/>
                  <a:gd name="T36" fmla="*/ 201 w 211"/>
                  <a:gd name="T37" fmla="*/ 11 h 45"/>
                  <a:gd name="T38" fmla="*/ 203 w 211"/>
                  <a:gd name="T39" fmla="*/ 13 h 45"/>
                  <a:gd name="T40" fmla="*/ 203 w 211"/>
                  <a:gd name="T41" fmla="*/ 6 h 45"/>
                  <a:gd name="T42" fmla="*/ 203 w 211"/>
                  <a:gd name="T43" fmla="*/ 6 h 45"/>
                  <a:gd name="T44" fmla="*/ 196 w 211"/>
                  <a:gd name="T45" fmla="*/ 8 h 45"/>
                  <a:gd name="T46" fmla="*/ 186 w 211"/>
                  <a:gd name="T47" fmla="*/ 8 h 45"/>
                  <a:gd name="T48" fmla="*/ 174 w 211"/>
                  <a:gd name="T49" fmla="*/ 9 h 45"/>
                  <a:gd name="T50" fmla="*/ 159 w 211"/>
                  <a:gd name="T51" fmla="*/ 9 h 45"/>
                  <a:gd name="T52" fmla="*/ 142 w 211"/>
                  <a:gd name="T53" fmla="*/ 9 h 45"/>
                  <a:gd name="T54" fmla="*/ 124 w 211"/>
                  <a:gd name="T55" fmla="*/ 10 h 45"/>
                  <a:gd name="T56" fmla="*/ 106 w 211"/>
                  <a:gd name="T57" fmla="*/ 11 h 45"/>
                  <a:gd name="T58" fmla="*/ 87 w 211"/>
                  <a:gd name="T59" fmla="*/ 13 h 45"/>
                  <a:gd name="T60" fmla="*/ 67 w 211"/>
                  <a:gd name="T61" fmla="*/ 15 h 45"/>
                  <a:gd name="T62" fmla="*/ 49 w 211"/>
                  <a:gd name="T63" fmla="*/ 19 h 45"/>
                  <a:gd name="T64" fmla="*/ 31 w 211"/>
                  <a:gd name="T65" fmla="*/ 23 h 45"/>
                  <a:gd name="T66" fmla="*/ 14 w 211"/>
                  <a:gd name="T67" fmla="*/ 28 h 45"/>
                  <a:gd name="T68" fmla="*/ 0 w 211"/>
                  <a:gd name="T69" fmla="*/ 34 h 45"/>
                  <a:gd name="T70" fmla="*/ 0 w 211"/>
                  <a:gd name="T71" fmla="*/ 35 h 45"/>
                  <a:gd name="T72" fmla="*/ 4 w 211"/>
                  <a:gd name="T73" fmla="*/ 45 h 4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11"/>
                  <a:gd name="T112" fmla="*/ 0 h 45"/>
                  <a:gd name="T113" fmla="*/ 211 w 211"/>
                  <a:gd name="T114" fmla="*/ 45 h 4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11" h="45">
                    <a:moveTo>
                      <a:pt x="4" y="45"/>
                    </a:moveTo>
                    <a:lnTo>
                      <a:pt x="4" y="45"/>
                    </a:lnTo>
                    <a:lnTo>
                      <a:pt x="18" y="39"/>
                    </a:lnTo>
                    <a:lnTo>
                      <a:pt x="33" y="34"/>
                    </a:lnTo>
                    <a:lnTo>
                      <a:pt x="52" y="30"/>
                    </a:lnTo>
                    <a:lnTo>
                      <a:pt x="70" y="28"/>
                    </a:lnTo>
                    <a:lnTo>
                      <a:pt x="88" y="25"/>
                    </a:lnTo>
                    <a:lnTo>
                      <a:pt x="106" y="23"/>
                    </a:lnTo>
                    <a:lnTo>
                      <a:pt x="125" y="21"/>
                    </a:lnTo>
                    <a:lnTo>
                      <a:pt x="142" y="21"/>
                    </a:lnTo>
                    <a:lnTo>
                      <a:pt x="159" y="20"/>
                    </a:lnTo>
                    <a:lnTo>
                      <a:pt x="174" y="20"/>
                    </a:lnTo>
                    <a:lnTo>
                      <a:pt x="186" y="20"/>
                    </a:lnTo>
                    <a:lnTo>
                      <a:pt x="197" y="19"/>
                    </a:lnTo>
                    <a:lnTo>
                      <a:pt x="205" y="18"/>
                    </a:lnTo>
                    <a:lnTo>
                      <a:pt x="211" y="15"/>
                    </a:lnTo>
                    <a:lnTo>
                      <a:pt x="211" y="5"/>
                    </a:lnTo>
                    <a:lnTo>
                      <a:pt x="205" y="0"/>
                    </a:lnTo>
                    <a:lnTo>
                      <a:pt x="201" y="11"/>
                    </a:lnTo>
                    <a:lnTo>
                      <a:pt x="203" y="13"/>
                    </a:lnTo>
                    <a:lnTo>
                      <a:pt x="203" y="6"/>
                    </a:lnTo>
                    <a:lnTo>
                      <a:pt x="196" y="8"/>
                    </a:lnTo>
                    <a:lnTo>
                      <a:pt x="186" y="8"/>
                    </a:lnTo>
                    <a:lnTo>
                      <a:pt x="174" y="9"/>
                    </a:lnTo>
                    <a:lnTo>
                      <a:pt x="159" y="9"/>
                    </a:lnTo>
                    <a:lnTo>
                      <a:pt x="142" y="9"/>
                    </a:lnTo>
                    <a:lnTo>
                      <a:pt x="124" y="10"/>
                    </a:lnTo>
                    <a:lnTo>
                      <a:pt x="106" y="11"/>
                    </a:lnTo>
                    <a:lnTo>
                      <a:pt x="87" y="13"/>
                    </a:lnTo>
                    <a:lnTo>
                      <a:pt x="67" y="15"/>
                    </a:lnTo>
                    <a:lnTo>
                      <a:pt x="49" y="19"/>
                    </a:lnTo>
                    <a:lnTo>
                      <a:pt x="31" y="23"/>
                    </a:lnTo>
                    <a:lnTo>
                      <a:pt x="14" y="28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4" y="4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234"/>
              <p:cNvSpPr>
                <a:spLocks/>
              </p:cNvSpPr>
              <p:nvPr/>
            </p:nvSpPr>
            <p:spPr bwMode="auto">
              <a:xfrm flipH="1">
                <a:off x="1241" y="1693"/>
                <a:ext cx="55" cy="85"/>
              </a:xfrm>
              <a:custGeom>
                <a:avLst/>
                <a:gdLst>
                  <a:gd name="T0" fmla="*/ 10 w 165"/>
                  <a:gd name="T1" fmla="*/ 255 h 255"/>
                  <a:gd name="T2" fmla="*/ 10 w 165"/>
                  <a:gd name="T3" fmla="*/ 255 h 255"/>
                  <a:gd name="T4" fmla="*/ 14 w 165"/>
                  <a:gd name="T5" fmla="*/ 230 h 255"/>
                  <a:gd name="T6" fmla="*/ 19 w 165"/>
                  <a:gd name="T7" fmla="*/ 209 h 255"/>
                  <a:gd name="T8" fmla="*/ 23 w 165"/>
                  <a:gd name="T9" fmla="*/ 188 h 255"/>
                  <a:gd name="T10" fmla="*/ 26 w 165"/>
                  <a:gd name="T11" fmla="*/ 169 h 255"/>
                  <a:gd name="T12" fmla="*/ 30 w 165"/>
                  <a:gd name="T13" fmla="*/ 151 h 255"/>
                  <a:gd name="T14" fmla="*/ 36 w 165"/>
                  <a:gd name="T15" fmla="*/ 136 h 255"/>
                  <a:gd name="T16" fmla="*/ 41 w 165"/>
                  <a:gd name="T17" fmla="*/ 121 h 255"/>
                  <a:gd name="T18" fmla="*/ 48 w 165"/>
                  <a:gd name="T19" fmla="*/ 107 h 255"/>
                  <a:gd name="T20" fmla="*/ 55 w 165"/>
                  <a:gd name="T21" fmla="*/ 95 h 255"/>
                  <a:gd name="T22" fmla="*/ 65 w 165"/>
                  <a:gd name="T23" fmla="*/ 82 h 255"/>
                  <a:gd name="T24" fmla="*/ 77 w 165"/>
                  <a:gd name="T25" fmla="*/ 71 h 255"/>
                  <a:gd name="T26" fmla="*/ 89 w 165"/>
                  <a:gd name="T27" fmla="*/ 58 h 255"/>
                  <a:gd name="T28" fmla="*/ 105 w 165"/>
                  <a:gd name="T29" fmla="*/ 47 h 255"/>
                  <a:gd name="T30" fmla="*/ 122 w 165"/>
                  <a:gd name="T31" fmla="*/ 36 h 255"/>
                  <a:gd name="T32" fmla="*/ 142 w 165"/>
                  <a:gd name="T33" fmla="*/ 23 h 255"/>
                  <a:gd name="T34" fmla="*/ 165 w 165"/>
                  <a:gd name="T35" fmla="*/ 10 h 255"/>
                  <a:gd name="T36" fmla="*/ 161 w 165"/>
                  <a:gd name="T37" fmla="*/ 0 h 255"/>
                  <a:gd name="T38" fmla="*/ 136 w 165"/>
                  <a:gd name="T39" fmla="*/ 13 h 255"/>
                  <a:gd name="T40" fmla="*/ 116 w 165"/>
                  <a:gd name="T41" fmla="*/ 25 h 255"/>
                  <a:gd name="T42" fmla="*/ 98 w 165"/>
                  <a:gd name="T43" fmla="*/ 38 h 255"/>
                  <a:gd name="T44" fmla="*/ 82 w 165"/>
                  <a:gd name="T45" fmla="*/ 49 h 255"/>
                  <a:gd name="T46" fmla="*/ 69 w 165"/>
                  <a:gd name="T47" fmla="*/ 62 h 255"/>
                  <a:gd name="T48" fmla="*/ 56 w 165"/>
                  <a:gd name="T49" fmla="*/ 74 h 255"/>
                  <a:gd name="T50" fmla="*/ 47 w 165"/>
                  <a:gd name="T51" fmla="*/ 87 h 255"/>
                  <a:gd name="T52" fmla="*/ 38 w 165"/>
                  <a:gd name="T53" fmla="*/ 101 h 255"/>
                  <a:gd name="T54" fmla="*/ 31 w 165"/>
                  <a:gd name="T55" fmla="*/ 116 h 255"/>
                  <a:gd name="T56" fmla="*/ 25 w 165"/>
                  <a:gd name="T57" fmla="*/ 131 h 255"/>
                  <a:gd name="T58" fmla="*/ 20 w 165"/>
                  <a:gd name="T59" fmla="*/ 149 h 255"/>
                  <a:gd name="T60" fmla="*/ 15 w 165"/>
                  <a:gd name="T61" fmla="*/ 166 h 255"/>
                  <a:gd name="T62" fmla="*/ 10 w 165"/>
                  <a:gd name="T63" fmla="*/ 185 h 255"/>
                  <a:gd name="T64" fmla="*/ 7 w 165"/>
                  <a:gd name="T65" fmla="*/ 206 h 255"/>
                  <a:gd name="T66" fmla="*/ 3 w 165"/>
                  <a:gd name="T67" fmla="*/ 229 h 255"/>
                  <a:gd name="T68" fmla="*/ 0 w 165"/>
                  <a:gd name="T69" fmla="*/ 254 h 255"/>
                  <a:gd name="T70" fmla="*/ 0 w 165"/>
                  <a:gd name="T71" fmla="*/ 254 h 255"/>
                  <a:gd name="T72" fmla="*/ 10 w 165"/>
                  <a:gd name="T73" fmla="*/ 255 h 2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5"/>
                  <a:gd name="T112" fmla="*/ 0 h 255"/>
                  <a:gd name="T113" fmla="*/ 165 w 165"/>
                  <a:gd name="T114" fmla="*/ 255 h 25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5" h="255">
                    <a:moveTo>
                      <a:pt x="10" y="255"/>
                    </a:moveTo>
                    <a:lnTo>
                      <a:pt x="10" y="255"/>
                    </a:lnTo>
                    <a:lnTo>
                      <a:pt x="14" y="230"/>
                    </a:lnTo>
                    <a:lnTo>
                      <a:pt x="19" y="209"/>
                    </a:lnTo>
                    <a:lnTo>
                      <a:pt x="23" y="188"/>
                    </a:lnTo>
                    <a:lnTo>
                      <a:pt x="26" y="169"/>
                    </a:lnTo>
                    <a:lnTo>
                      <a:pt x="30" y="151"/>
                    </a:lnTo>
                    <a:lnTo>
                      <a:pt x="36" y="136"/>
                    </a:lnTo>
                    <a:lnTo>
                      <a:pt x="41" y="121"/>
                    </a:lnTo>
                    <a:lnTo>
                      <a:pt x="48" y="107"/>
                    </a:lnTo>
                    <a:lnTo>
                      <a:pt x="55" y="95"/>
                    </a:lnTo>
                    <a:lnTo>
                      <a:pt x="65" y="82"/>
                    </a:lnTo>
                    <a:lnTo>
                      <a:pt x="77" y="71"/>
                    </a:lnTo>
                    <a:lnTo>
                      <a:pt x="89" y="58"/>
                    </a:lnTo>
                    <a:lnTo>
                      <a:pt x="105" y="47"/>
                    </a:lnTo>
                    <a:lnTo>
                      <a:pt x="122" y="36"/>
                    </a:lnTo>
                    <a:lnTo>
                      <a:pt x="142" y="23"/>
                    </a:lnTo>
                    <a:lnTo>
                      <a:pt x="165" y="10"/>
                    </a:lnTo>
                    <a:lnTo>
                      <a:pt x="161" y="0"/>
                    </a:lnTo>
                    <a:lnTo>
                      <a:pt x="136" y="13"/>
                    </a:lnTo>
                    <a:lnTo>
                      <a:pt x="116" y="25"/>
                    </a:lnTo>
                    <a:lnTo>
                      <a:pt x="98" y="38"/>
                    </a:lnTo>
                    <a:lnTo>
                      <a:pt x="82" y="49"/>
                    </a:lnTo>
                    <a:lnTo>
                      <a:pt x="69" y="62"/>
                    </a:lnTo>
                    <a:lnTo>
                      <a:pt x="56" y="74"/>
                    </a:lnTo>
                    <a:lnTo>
                      <a:pt x="47" y="87"/>
                    </a:lnTo>
                    <a:lnTo>
                      <a:pt x="38" y="101"/>
                    </a:lnTo>
                    <a:lnTo>
                      <a:pt x="31" y="116"/>
                    </a:lnTo>
                    <a:lnTo>
                      <a:pt x="25" y="131"/>
                    </a:lnTo>
                    <a:lnTo>
                      <a:pt x="20" y="149"/>
                    </a:lnTo>
                    <a:lnTo>
                      <a:pt x="15" y="166"/>
                    </a:lnTo>
                    <a:lnTo>
                      <a:pt x="10" y="185"/>
                    </a:lnTo>
                    <a:lnTo>
                      <a:pt x="7" y="206"/>
                    </a:lnTo>
                    <a:lnTo>
                      <a:pt x="3" y="229"/>
                    </a:lnTo>
                    <a:lnTo>
                      <a:pt x="0" y="254"/>
                    </a:lnTo>
                    <a:lnTo>
                      <a:pt x="10" y="25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235"/>
              <p:cNvSpPr>
                <a:spLocks/>
              </p:cNvSpPr>
              <p:nvPr/>
            </p:nvSpPr>
            <p:spPr bwMode="auto">
              <a:xfrm flipH="1">
                <a:off x="1183" y="1778"/>
                <a:ext cx="115" cy="178"/>
              </a:xfrm>
              <a:custGeom>
                <a:avLst/>
                <a:gdLst>
                  <a:gd name="T0" fmla="*/ 344 w 345"/>
                  <a:gd name="T1" fmla="*/ 526 h 536"/>
                  <a:gd name="T2" fmla="*/ 336 w 345"/>
                  <a:gd name="T3" fmla="*/ 521 h 536"/>
                  <a:gd name="T4" fmla="*/ 321 w 345"/>
                  <a:gd name="T5" fmla="*/ 514 h 536"/>
                  <a:gd name="T6" fmla="*/ 301 w 345"/>
                  <a:gd name="T7" fmla="*/ 504 h 536"/>
                  <a:gd name="T8" fmla="*/ 275 w 345"/>
                  <a:gd name="T9" fmla="*/ 492 h 536"/>
                  <a:gd name="T10" fmla="*/ 246 w 345"/>
                  <a:gd name="T11" fmla="*/ 475 h 536"/>
                  <a:gd name="T12" fmla="*/ 216 w 345"/>
                  <a:gd name="T13" fmla="*/ 454 h 536"/>
                  <a:gd name="T14" fmla="*/ 183 w 345"/>
                  <a:gd name="T15" fmla="*/ 430 h 536"/>
                  <a:gd name="T16" fmla="*/ 150 w 345"/>
                  <a:gd name="T17" fmla="*/ 402 h 536"/>
                  <a:gd name="T18" fmla="*/ 119 w 345"/>
                  <a:gd name="T19" fmla="*/ 370 h 536"/>
                  <a:gd name="T20" fmla="*/ 90 w 345"/>
                  <a:gd name="T21" fmla="*/ 333 h 536"/>
                  <a:gd name="T22" fmla="*/ 63 w 345"/>
                  <a:gd name="T23" fmla="*/ 291 h 536"/>
                  <a:gd name="T24" fmla="*/ 41 w 345"/>
                  <a:gd name="T25" fmla="*/ 244 h 536"/>
                  <a:gd name="T26" fmla="*/ 25 w 345"/>
                  <a:gd name="T27" fmla="*/ 191 h 536"/>
                  <a:gd name="T28" fmla="*/ 15 w 345"/>
                  <a:gd name="T29" fmla="*/ 135 h 536"/>
                  <a:gd name="T30" fmla="*/ 12 w 345"/>
                  <a:gd name="T31" fmla="*/ 71 h 536"/>
                  <a:gd name="T32" fmla="*/ 18 w 345"/>
                  <a:gd name="T33" fmla="*/ 1 h 536"/>
                  <a:gd name="T34" fmla="*/ 3 w 345"/>
                  <a:gd name="T35" fmla="*/ 37 h 536"/>
                  <a:gd name="T36" fmla="*/ 2 w 345"/>
                  <a:gd name="T37" fmla="*/ 105 h 536"/>
                  <a:gd name="T38" fmla="*/ 8 w 345"/>
                  <a:gd name="T39" fmla="*/ 166 h 536"/>
                  <a:gd name="T40" fmla="*/ 22 w 345"/>
                  <a:gd name="T41" fmla="*/ 221 h 536"/>
                  <a:gd name="T42" fmla="*/ 41 w 345"/>
                  <a:gd name="T43" fmla="*/ 273 h 536"/>
                  <a:gd name="T44" fmla="*/ 66 w 345"/>
                  <a:gd name="T45" fmla="*/ 320 h 536"/>
                  <a:gd name="T46" fmla="*/ 95 w 345"/>
                  <a:gd name="T47" fmla="*/ 360 h 536"/>
                  <a:gd name="T48" fmla="*/ 126 w 345"/>
                  <a:gd name="T49" fmla="*/ 395 h 536"/>
                  <a:gd name="T50" fmla="*/ 159 w 345"/>
                  <a:gd name="T51" fmla="*/ 426 h 536"/>
                  <a:gd name="T52" fmla="*/ 193 w 345"/>
                  <a:gd name="T53" fmla="*/ 453 h 536"/>
                  <a:gd name="T54" fmla="*/ 225 w 345"/>
                  <a:gd name="T55" fmla="*/ 475 h 536"/>
                  <a:gd name="T56" fmla="*/ 256 w 345"/>
                  <a:gd name="T57" fmla="*/ 494 h 536"/>
                  <a:gd name="T58" fmla="*/ 284 w 345"/>
                  <a:gd name="T59" fmla="*/ 509 h 536"/>
                  <a:gd name="T60" fmla="*/ 307 w 345"/>
                  <a:gd name="T61" fmla="*/ 521 h 536"/>
                  <a:gd name="T62" fmla="*/ 325 w 345"/>
                  <a:gd name="T63" fmla="*/ 529 h 536"/>
                  <a:gd name="T64" fmla="*/ 336 w 345"/>
                  <a:gd name="T65" fmla="*/ 534 h 536"/>
                  <a:gd name="T66" fmla="*/ 338 w 345"/>
                  <a:gd name="T67" fmla="*/ 536 h 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45"/>
                  <a:gd name="T103" fmla="*/ 0 h 536"/>
                  <a:gd name="T104" fmla="*/ 345 w 345"/>
                  <a:gd name="T105" fmla="*/ 536 h 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45" h="536">
                    <a:moveTo>
                      <a:pt x="345" y="526"/>
                    </a:moveTo>
                    <a:lnTo>
                      <a:pt x="344" y="526"/>
                    </a:lnTo>
                    <a:lnTo>
                      <a:pt x="340" y="523"/>
                    </a:lnTo>
                    <a:lnTo>
                      <a:pt x="336" y="521"/>
                    </a:lnTo>
                    <a:lnTo>
                      <a:pt x="330" y="518"/>
                    </a:lnTo>
                    <a:lnTo>
                      <a:pt x="321" y="514"/>
                    </a:lnTo>
                    <a:lnTo>
                      <a:pt x="311" y="509"/>
                    </a:lnTo>
                    <a:lnTo>
                      <a:pt x="301" y="504"/>
                    </a:lnTo>
                    <a:lnTo>
                      <a:pt x="288" y="498"/>
                    </a:lnTo>
                    <a:lnTo>
                      <a:pt x="275" y="492"/>
                    </a:lnTo>
                    <a:lnTo>
                      <a:pt x="261" y="484"/>
                    </a:lnTo>
                    <a:lnTo>
                      <a:pt x="246" y="475"/>
                    </a:lnTo>
                    <a:lnTo>
                      <a:pt x="230" y="465"/>
                    </a:lnTo>
                    <a:lnTo>
                      <a:pt x="216" y="454"/>
                    </a:lnTo>
                    <a:lnTo>
                      <a:pt x="199" y="443"/>
                    </a:lnTo>
                    <a:lnTo>
                      <a:pt x="183" y="430"/>
                    </a:lnTo>
                    <a:lnTo>
                      <a:pt x="166" y="416"/>
                    </a:lnTo>
                    <a:lnTo>
                      <a:pt x="150" y="402"/>
                    </a:lnTo>
                    <a:lnTo>
                      <a:pt x="135" y="386"/>
                    </a:lnTo>
                    <a:lnTo>
                      <a:pt x="119" y="370"/>
                    </a:lnTo>
                    <a:lnTo>
                      <a:pt x="104" y="352"/>
                    </a:lnTo>
                    <a:lnTo>
                      <a:pt x="90" y="333"/>
                    </a:lnTo>
                    <a:lnTo>
                      <a:pt x="75" y="312"/>
                    </a:lnTo>
                    <a:lnTo>
                      <a:pt x="63" y="291"/>
                    </a:lnTo>
                    <a:lnTo>
                      <a:pt x="51" y="268"/>
                    </a:lnTo>
                    <a:lnTo>
                      <a:pt x="41" y="244"/>
                    </a:lnTo>
                    <a:lnTo>
                      <a:pt x="32" y="219"/>
                    </a:lnTo>
                    <a:lnTo>
                      <a:pt x="25" y="191"/>
                    </a:lnTo>
                    <a:lnTo>
                      <a:pt x="18" y="164"/>
                    </a:lnTo>
                    <a:lnTo>
                      <a:pt x="15" y="135"/>
                    </a:lnTo>
                    <a:lnTo>
                      <a:pt x="12" y="103"/>
                    </a:lnTo>
                    <a:lnTo>
                      <a:pt x="12" y="71"/>
                    </a:lnTo>
                    <a:lnTo>
                      <a:pt x="14" y="37"/>
                    </a:lnTo>
                    <a:lnTo>
                      <a:pt x="18" y="1"/>
                    </a:lnTo>
                    <a:lnTo>
                      <a:pt x="8" y="0"/>
                    </a:lnTo>
                    <a:lnTo>
                      <a:pt x="3" y="37"/>
                    </a:lnTo>
                    <a:lnTo>
                      <a:pt x="0" y="71"/>
                    </a:lnTo>
                    <a:lnTo>
                      <a:pt x="2" y="105"/>
                    </a:lnTo>
                    <a:lnTo>
                      <a:pt x="3" y="135"/>
                    </a:lnTo>
                    <a:lnTo>
                      <a:pt x="8" y="166"/>
                    </a:lnTo>
                    <a:lnTo>
                      <a:pt x="14" y="194"/>
                    </a:lnTo>
                    <a:lnTo>
                      <a:pt x="22" y="221"/>
                    </a:lnTo>
                    <a:lnTo>
                      <a:pt x="31" y="248"/>
                    </a:lnTo>
                    <a:lnTo>
                      <a:pt x="41" y="273"/>
                    </a:lnTo>
                    <a:lnTo>
                      <a:pt x="54" y="297"/>
                    </a:lnTo>
                    <a:lnTo>
                      <a:pt x="66" y="320"/>
                    </a:lnTo>
                    <a:lnTo>
                      <a:pt x="80" y="340"/>
                    </a:lnTo>
                    <a:lnTo>
                      <a:pt x="95" y="360"/>
                    </a:lnTo>
                    <a:lnTo>
                      <a:pt x="110" y="377"/>
                    </a:lnTo>
                    <a:lnTo>
                      <a:pt x="126" y="395"/>
                    </a:lnTo>
                    <a:lnTo>
                      <a:pt x="143" y="411"/>
                    </a:lnTo>
                    <a:lnTo>
                      <a:pt x="159" y="426"/>
                    </a:lnTo>
                    <a:lnTo>
                      <a:pt x="176" y="440"/>
                    </a:lnTo>
                    <a:lnTo>
                      <a:pt x="193" y="453"/>
                    </a:lnTo>
                    <a:lnTo>
                      <a:pt x="209" y="464"/>
                    </a:lnTo>
                    <a:lnTo>
                      <a:pt x="225" y="475"/>
                    </a:lnTo>
                    <a:lnTo>
                      <a:pt x="240" y="485"/>
                    </a:lnTo>
                    <a:lnTo>
                      <a:pt x="256" y="494"/>
                    </a:lnTo>
                    <a:lnTo>
                      <a:pt x="269" y="502"/>
                    </a:lnTo>
                    <a:lnTo>
                      <a:pt x="284" y="509"/>
                    </a:lnTo>
                    <a:lnTo>
                      <a:pt x="296" y="516"/>
                    </a:lnTo>
                    <a:lnTo>
                      <a:pt x="307" y="521"/>
                    </a:lnTo>
                    <a:lnTo>
                      <a:pt x="316" y="526"/>
                    </a:lnTo>
                    <a:lnTo>
                      <a:pt x="325" y="529"/>
                    </a:lnTo>
                    <a:lnTo>
                      <a:pt x="332" y="532"/>
                    </a:lnTo>
                    <a:lnTo>
                      <a:pt x="336" y="534"/>
                    </a:lnTo>
                    <a:lnTo>
                      <a:pt x="339" y="536"/>
                    </a:lnTo>
                    <a:lnTo>
                      <a:pt x="338" y="536"/>
                    </a:lnTo>
                    <a:lnTo>
                      <a:pt x="345" y="52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236"/>
              <p:cNvSpPr>
                <a:spLocks/>
              </p:cNvSpPr>
              <p:nvPr/>
            </p:nvSpPr>
            <p:spPr bwMode="auto">
              <a:xfrm flipH="1">
                <a:off x="1079" y="1931"/>
                <a:ext cx="107" cy="29"/>
              </a:xfrm>
              <a:custGeom>
                <a:avLst/>
                <a:gdLst>
                  <a:gd name="T0" fmla="*/ 312 w 320"/>
                  <a:gd name="T1" fmla="*/ 0 h 86"/>
                  <a:gd name="T2" fmla="*/ 291 w 320"/>
                  <a:gd name="T3" fmla="*/ 18 h 86"/>
                  <a:gd name="T4" fmla="*/ 268 w 320"/>
                  <a:gd name="T5" fmla="*/ 33 h 86"/>
                  <a:gd name="T6" fmla="*/ 243 w 320"/>
                  <a:gd name="T7" fmla="*/ 44 h 86"/>
                  <a:gd name="T8" fmla="*/ 218 w 320"/>
                  <a:gd name="T9" fmla="*/ 54 h 86"/>
                  <a:gd name="T10" fmla="*/ 194 w 320"/>
                  <a:gd name="T11" fmla="*/ 62 h 86"/>
                  <a:gd name="T12" fmla="*/ 168 w 320"/>
                  <a:gd name="T13" fmla="*/ 67 h 86"/>
                  <a:gd name="T14" fmla="*/ 144 w 320"/>
                  <a:gd name="T15" fmla="*/ 71 h 86"/>
                  <a:gd name="T16" fmla="*/ 120 w 320"/>
                  <a:gd name="T17" fmla="*/ 73 h 86"/>
                  <a:gd name="T18" fmla="*/ 98 w 320"/>
                  <a:gd name="T19" fmla="*/ 74 h 86"/>
                  <a:gd name="T20" fmla="*/ 76 w 320"/>
                  <a:gd name="T21" fmla="*/ 74 h 86"/>
                  <a:gd name="T22" fmla="*/ 58 w 320"/>
                  <a:gd name="T23" fmla="*/ 73 h 86"/>
                  <a:gd name="T24" fmla="*/ 41 w 320"/>
                  <a:gd name="T25" fmla="*/ 72 h 86"/>
                  <a:gd name="T26" fmla="*/ 27 w 320"/>
                  <a:gd name="T27" fmla="*/ 69 h 86"/>
                  <a:gd name="T28" fmla="*/ 16 w 320"/>
                  <a:gd name="T29" fmla="*/ 68 h 86"/>
                  <a:gd name="T30" fmla="*/ 10 w 320"/>
                  <a:gd name="T31" fmla="*/ 67 h 86"/>
                  <a:gd name="T32" fmla="*/ 7 w 320"/>
                  <a:gd name="T33" fmla="*/ 66 h 86"/>
                  <a:gd name="T34" fmla="*/ 4 w 320"/>
                  <a:gd name="T35" fmla="*/ 77 h 86"/>
                  <a:gd name="T36" fmla="*/ 10 w 320"/>
                  <a:gd name="T37" fmla="*/ 78 h 86"/>
                  <a:gd name="T38" fmla="*/ 19 w 320"/>
                  <a:gd name="T39" fmla="*/ 81 h 86"/>
                  <a:gd name="T40" fmla="*/ 33 w 320"/>
                  <a:gd name="T41" fmla="*/ 82 h 86"/>
                  <a:gd name="T42" fmla="*/ 48 w 320"/>
                  <a:gd name="T43" fmla="*/ 85 h 86"/>
                  <a:gd name="T44" fmla="*/ 67 w 320"/>
                  <a:gd name="T45" fmla="*/ 86 h 86"/>
                  <a:gd name="T46" fmla="*/ 87 w 320"/>
                  <a:gd name="T47" fmla="*/ 86 h 86"/>
                  <a:gd name="T48" fmla="*/ 109 w 320"/>
                  <a:gd name="T49" fmla="*/ 86 h 86"/>
                  <a:gd name="T50" fmla="*/ 133 w 320"/>
                  <a:gd name="T51" fmla="*/ 83 h 86"/>
                  <a:gd name="T52" fmla="*/ 157 w 320"/>
                  <a:gd name="T53" fmla="*/ 81 h 86"/>
                  <a:gd name="T54" fmla="*/ 183 w 320"/>
                  <a:gd name="T55" fmla="*/ 76 h 86"/>
                  <a:gd name="T56" fmla="*/ 209 w 320"/>
                  <a:gd name="T57" fmla="*/ 69 h 86"/>
                  <a:gd name="T58" fmla="*/ 235 w 320"/>
                  <a:gd name="T59" fmla="*/ 61 h 86"/>
                  <a:gd name="T60" fmla="*/ 260 w 320"/>
                  <a:gd name="T61" fmla="*/ 49 h 86"/>
                  <a:gd name="T62" fmla="*/ 285 w 320"/>
                  <a:gd name="T63" fmla="*/ 35 h 86"/>
                  <a:gd name="T64" fmla="*/ 309 w 320"/>
                  <a:gd name="T65" fmla="*/ 19 h 86"/>
                  <a:gd name="T66" fmla="*/ 320 w 320"/>
                  <a:gd name="T67" fmla="*/ 10 h 8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0"/>
                  <a:gd name="T103" fmla="*/ 0 h 86"/>
                  <a:gd name="T104" fmla="*/ 320 w 320"/>
                  <a:gd name="T105" fmla="*/ 86 h 8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0" h="86">
                    <a:moveTo>
                      <a:pt x="312" y="0"/>
                    </a:moveTo>
                    <a:lnTo>
                      <a:pt x="312" y="0"/>
                    </a:lnTo>
                    <a:lnTo>
                      <a:pt x="301" y="10"/>
                    </a:lnTo>
                    <a:lnTo>
                      <a:pt x="291" y="18"/>
                    </a:lnTo>
                    <a:lnTo>
                      <a:pt x="280" y="25"/>
                    </a:lnTo>
                    <a:lnTo>
                      <a:pt x="268" y="33"/>
                    </a:lnTo>
                    <a:lnTo>
                      <a:pt x="255" y="39"/>
                    </a:lnTo>
                    <a:lnTo>
                      <a:pt x="243" y="44"/>
                    </a:lnTo>
                    <a:lnTo>
                      <a:pt x="231" y="49"/>
                    </a:lnTo>
                    <a:lnTo>
                      <a:pt x="218" y="54"/>
                    </a:lnTo>
                    <a:lnTo>
                      <a:pt x="206" y="58"/>
                    </a:lnTo>
                    <a:lnTo>
                      <a:pt x="194" y="62"/>
                    </a:lnTo>
                    <a:lnTo>
                      <a:pt x="180" y="64"/>
                    </a:lnTo>
                    <a:lnTo>
                      <a:pt x="168" y="67"/>
                    </a:lnTo>
                    <a:lnTo>
                      <a:pt x="156" y="69"/>
                    </a:lnTo>
                    <a:lnTo>
                      <a:pt x="144" y="71"/>
                    </a:lnTo>
                    <a:lnTo>
                      <a:pt x="132" y="72"/>
                    </a:lnTo>
                    <a:lnTo>
                      <a:pt x="120" y="73"/>
                    </a:lnTo>
                    <a:lnTo>
                      <a:pt x="109" y="73"/>
                    </a:lnTo>
                    <a:lnTo>
                      <a:pt x="98" y="74"/>
                    </a:lnTo>
                    <a:lnTo>
                      <a:pt x="87" y="74"/>
                    </a:lnTo>
                    <a:lnTo>
                      <a:pt x="76" y="74"/>
                    </a:lnTo>
                    <a:lnTo>
                      <a:pt x="68" y="73"/>
                    </a:lnTo>
                    <a:lnTo>
                      <a:pt x="58" y="73"/>
                    </a:lnTo>
                    <a:lnTo>
                      <a:pt x="50" y="72"/>
                    </a:lnTo>
                    <a:lnTo>
                      <a:pt x="41" y="72"/>
                    </a:lnTo>
                    <a:lnTo>
                      <a:pt x="34" y="71"/>
                    </a:lnTo>
                    <a:lnTo>
                      <a:pt x="27" y="69"/>
                    </a:lnTo>
                    <a:lnTo>
                      <a:pt x="21" y="68"/>
                    </a:lnTo>
                    <a:lnTo>
                      <a:pt x="16" y="68"/>
                    </a:lnTo>
                    <a:lnTo>
                      <a:pt x="12" y="67"/>
                    </a:lnTo>
                    <a:lnTo>
                      <a:pt x="10" y="67"/>
                    </a:lnTo>
                    <a:lnTo>
                      <a:pt x="7" y="66"/>
                    </a:lnTo>
                    <a:lnTo>
                      <a:pt x="0" y="76"/>
                    </a:lnTo>
                    <a:lnTo>
                      <a:pt x="4" y="77"/>
                    </a:lnTo>
                    <a:lnTo>
                      <a:pt x="6" y="77"/>
                    </a:lnTo>
                    <a:lnTo>
                      <a:pt x="10" y="78"/>
                    </a:lnTo>
                    <a:lnTo>
                      <a:pt x="15" y="79"/>
                    </a:lnTo>
                    <a:lnTo>
                      <a:pt x="19" y="81"/>
                    </a:lnTo>
                    <a:lnTo>
                      <a:pt x="25" y="82"/>
                    </a:lnTo>
                    <a:lnTo>
                      <a:pt x="33" y="82"/>
                    </a:lnTo>
                    <a:lnTo>
                      <a:pt x="40" y="83"/>
                    </a:lnTo>
                    <a:lnTo>
                      <a:pt x="48" y="85"/>
                    </a:lnTo>
                    <a:lnTo>
                      <a:pt x="57" y="85"/>
                    </a:lnTo>
                    <a:lnTo>
                      <a:pt x="67" y="86"/>
                    </a:lnTo>
                    <a:lnTo>
                      <a:pt x="76" y="86"/>
                    </a:lnTo>
                    <a:lnTo>
                      <a:pt x="87" y="86"/>
                    </a:lnTo>
                    <a:lnTo>
                      <a:pt x="98" y="86"/>
                    </a:lnTo>
                    <a:lnTo>
                      <a:pt x="109" y="86"/>
                    </a:lnTo>
                    <a:lnTo>
                      <a:pt x="121" y="85"/>
                    </a:lnTo>
                    <a:lnTo>
                      <a:pt x="133" y="83"/>
                    </a:lnTo>
                    <a:lnTo>
                      <a:pt x="145" y="82"/>
                    </a:lnTo>
                    <a:lnTo>
                      <a:pt x="157" y="81"/>
                    </a:lnTo>
                    <a:lnTo>
                      <a:pt x="171" y="78"/>
                    </a:lnTo>
                    <a:lnTo>
                      <a:pt x="183" y="76"/>
                    </a:lnTo>
                    <a:lnTo>
                      <a:pt x="196" y="73"/>
                    </a:lnTo>
                    <a:lnTo>
                      <a:pt x="209" y="69"/>
                    </a:lnTo>
                    <a:lnTo>
                      <a:pt x="222" y="66"/>
                    </a:lnTo>
                    <a:lnTo>
                      <a:pt x="235" y="61"/>
                    </a:lnTo>
                    <a:lnTo>
                      <a:pt x="247" y="56"/>
                    </a:lnTo>
                    <a:lnTo>
                      <a:pt x="260" y="49"/>
                    </a:lnTo>
                    <a:lnTo>
                      <a:pt x="272" y="43"/>
                    </a:lnTo>
                    <a:lnTo>
                      <a:pt x="285" y="35"/>
                    </a:lnTo>
                    <a:lnTo>
                      <a:pt x="297" y="28"/>
                    </a:lnTo>
                    <a:lnTo>
                      <a:pt x="309" y="19"/>
                    </a:lnTo>
                    <a:lnTo>
                      <a:pt x="320" y="10"/>
                    </a:lnTo>
                    <a:lnTo>
                      <a:pt x="3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237"/>
              <p:cNvSpPr>
                <a:spLocks/>
              </p:cNvSpPr>
              <p:nvPr/>
            </p:nvSpPr>
            <p:spPr bwMode="auto">
              <a:xfrm flipH="1">
                <a:off x="1045" y="1913"/>
                <a:ext cx="37" cy="21"/>
              </a:xfrm>
              <a:custGeom>
                <a:avLst/>
                <a:gdLst>
                  <a:gd name="T0" fmla="*/ 108 w 111"/>
                  <a:gd name="T1" fmla="*/ 13 h 64"/>
                  <a:gd name="T2" fmla="*/ 101 w 111"/>
                  <a:gd name="T3" fmla="*/ 7 h 64"/>
                  <a:gd name="T4" fmla="*/ 95 w 111"/>
                  <a:gd name="T5" fmla="*/ 9 h 64"/>
                  <a:gd name="T6" fmla="*/ 89 w 111"/>
                  <a:gd name="T7" fmla="*/ 12 h 64"/>
                  <a:gd name="T8" fmla="*/ 83 w 111"/>
                  <a:gd name="T9" fmla="*/ 15 h 64"/>
                  <a:gd name="T10" fmla="*/ 77 w 111"/>
                  <a:gd name="T11" fmla="*/ 18 h 64"/>
                  <a:gd name="T12" fmla="*/ 71 w 111"/>
                  <a:gd name="T13" fmla="*/ 20 h 64"/>
                  <a:gd name="T14" fmla="*/ 65 w 111"/>
                  <a:gd name="T15" fmla="*/ 23 h 64"/>
                  <a:gd name="T16" fmla="*/ 57 w 111"/>
                  <a:gd name="T17" fmla="*/ 25 h 64"/>
                  <a:gd name="T18" fmla="*/ 51 w 111"/>
                  <a:gd name="T19" fmla="*/ 28 h 64"/>
                  <a:gd name="T20" fmla="*/ 45 w 111"/>
                  <a:gd name="T21" fmla="*/ 30 h 64"/>
                  <a:gd name="T22" fmla="*/ 39 w 111"/>
                  <a:gd name="T23" fmla="*/ 33 h 64"/>
                  <a:gd name="T24" fmla="*/ 33 w 111"/>
                  <a:gd name="T25" fmla="*/ 35 h 64"/>
                  <a:gd name="T26" fmla="*/ 27 w 111"/>
                  <a:gd name="T27" fmla="*/ 39 h 64"/>
                  <a:gd name="T28" fmla="*/ 21 w 111"/>
                  <a:gd name="T29" fmla="*/ 43 h 64"/>
                  <a:gd name="T30" fmla="*/ 14 w 111"/>
                  <a:gd name="T31" fmla="*/ 45 h 64"/>
                  <a:gd name="T32" fmla="*/ 8 w 111"/>
                  <a:gd name="T33" fmla="*/ 51 h 64"/>
                  <a:gd name="T34" fmla="*/ 0 w 111"/>
                  <a:gd name="T35" fmla="*/ 54 h 64"/>
                  <a:gd name="T36" fmla="*/ 8 w 111"/>
                  <a:gd name="T37" fmla="*/ 64 h 64"/>
                  <a:gd name="T38" fmla="*/ 14 w 111"/>
                  <a:gd name="T39" fmla="*/ 61 h 64"/>
                  <a:gd name="T40" fmla="*/ 20 w 111"/>
                  <a:gd name="T41" fmla="*/ 56 h 64"/>
                  <a:gd name="T42" fmla="*/ 26 w 111"/>
                  <a:gd name="T43" fmla="*/ 53 h 64"/>
                  <a:gd name="T44" fmla="*/ 32 w 111"/>
                  <a:gd name="T45" fmla="*/ 49 h 64"/>
                  <a:gd name="T46" fmla="*/ 38 w 111"/>
                  <a:gd name="T47" fmla="*/ 47 h 64"/>
                  <a:gd name="T48" fmla="*/ 44 w 111"/>
                  <a:gd name="T49" fmla="*/ 44 h 64"/>
                  <a:gd name="T50" fmla="*/ 50 w 111"/>
                  <a:gd name="T51" fmla="*/ 40 h 64"/>
                  <a:gd name="T52" fmla="*/ 56 w 111"/>
                  <a:gd name="T53" fmla="*/ 38 h 64"/>
                  <a:gd name="T54" fmla="*/ 62 w 111"/>
                  <a:gd name="T55" fmla="*/ 35 h 64"/>
                  <a:gd name="T56" fmla="*/ 68 w 111"/>
                  <a:gd name="T57" fmla="*/ 33 h 64"/>
                  <a:gd name="T58" fmla="*/ 74 w 111"/>
                  <a:gd name="T59" fmla="*/ 30 h 64"/>
                  <a:gd name="T60" fmla="*/ 80 w 111"/>
                  <a:gd name="T61" fmla="*/ 28 h 64"/>
                  <a:gd name="T62" fmla="*/ 86 w 111"/>
                  <a:gd name="T63" fmla="*/ 25 h 64"/>
                  <a:gd name="T64" fmla="*/ 94 w 111"/>
                  <a:gd name="T65" fmla="*/ 23 h 64"/>
                  <a:gd name="T66" fmla="*/ 100 w 111"/>
                  <a:gd name="T67" fmla="*/ 20 h 64"/>
                  <a:gd name="T68" fmla="*/ 106 w 111"/>
                  <a:gd name="T69" fmla="*/ 17 h 64"/>
                  <a:gd name="T70" fmla="*/ 97 w 111"/>
                  <a:gd name="T71" fmla="*/ 10 h 64"/>
                  <a:gd name="T72" fmla="*/ 108 w 111"/>
                  <a:gd name="T73" fmla="*/ 13 h 64"/>
                  <a:gd name="T74" fmla="*/ 111 w 111"/>
                  <a:gd name="T75" fmla="*/ 0 h 64"/>
                  <a:gd name="T76" fmla="*/ 101 w 111"/>
                  <a:gd name="T77" fmla="*/ 7 h 64"/>
                  <a:gd name="T78" fmla="*/ 108 w 111"/>
                  <a:gd name="T79" fmla="*/ 13 h 6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11"/>
                  <a:gd name="T121" fmla="*/ 0 h 64"/>
                  <a:gd name="T122" fmla="*/ 111 w 111"/>
                  <a:gd name="T123" fmla="*/ 64 h 6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11" h="64">
                    <a:moveTo>
                      <a:pt x="108" y="13"/>
                    </a:moveTo>
                    <a:lnTo>
                      <a:pt x="101" y="7"/>
                    </a:lnTo>
                    <a:lnTo>
                      <a:pt x="95" y="9"/>
                    </a:lnTo>
                    <a:lnTo>
                      <a:pt x="89" y="12"/>
                    </a:lnTo>
                    <a:lnTo>
                      <a:pt x="83" y="15"/>
                    </a:lnTo>
                    <a:lnTo>
                      <a:pt x="77" y="18"/>
                    </a:lnTo>
                    <a:lnTo>
                      <a:pt x="71" y="20"/>
                    </a:lnTo>
                    <a:lnTo>
                      <a:pt x="65" y="23"/>
                    </a:lnTo>
                    <a:lnTo>
                      <a:pt x="57" y="25"/>
                    </a:lnTo>
                    <a:lnTo>
                      <a:pt x="51" y="28"/>
                    </a:lnTo>
                    <a:lnTo>
                      <a:pt x="45" y="30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7" y="39"/>
                    </a:lnTo>
                    <a:lnTo>
                      <a:pt x="21" y="43"/>
                    </a:lnTo>
                    <a:lnTo>
                      <a:pt x="14" y="45"/>
                    </a:lnTo>
                    <a:lnTo>
                      <a:pt x="8" y="51"/>
                    </a:lnTo>
                    <a:lnTo>
                      <a:pt x="0" y="54"/>
                    </a:lnTo>
                    <a:lnTo>
                      <a:pt x="8" y="64"/>
                    </a:lnTo>
                    <a:lnTo>
                      <a:pt x="14" y="61"/>
                    </a:lnTo>
                    <a:lnTo>
                      <a:pt x="20" y="56"/>
                    </a:lnTo>
                    <a:lnTo>
                      <a:pt x="26" y="53"/>
                    </a:lnTo>
                    <a:lnTo>
                      <a:pt x="32" y="49"/>
                    </a:lnTo>
                    <a:lnTo>
                      <a:pt x="38" y="47"/>
                    </a:lnTo>
                    <a:lnTo>
                      <a:pt x="44" y="44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62" y="35"/>
                    </a:lnTo>
                    <a:lnTo>
                      <a:pt x="68" y="33"/>
                    </a:lnTo>
                    <a:lnTo>
                      <a:pt x="74" y="30"/>
                    </a:lnTo>
                    <a:lnTo>
                      <a:pt x="80" y="28"/>
                    </a:lnTo>
                    <a:lnTo>
                      <a:pt x="86" y="25"/>
                    </a:lnTo>
                    <a:lnTo>
                      <a:pt x="94" y="23"/>
                    </a:lnTo>
                    <a:lnTo>
                      <a:pt x="100" y="20"/>
                    </a:lnTo>
                    <a:lnTo>
                      <a:pt x="106" y="17"/>
                    </a:lnTo>
                    <a:lnTo>
                      <a:pt x="97" y="10"/>
                    </a:lnTo>
                    <a:lnTo>
                      <a:pt x="108" y="13"/>
                    </a:lnTo>
                    <a:lnTo>
                      <a:pt x="111" y="0"/>
                    </a:lnTo>
                    <a:lnTo>
                      <a:pt x="101" y="7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238"/>
              <p:cNvSpPr>
                <a:spLocks/>
              </p:cNvSpPr>
              <p:nvPr/>
            </p:nvSpPr>
            <p:spPr bwMode="auto">
              <a:xfrm flipH="1">
                <a:off x="1046" y="1916"/>
                <a:ext cx="15" cy="30"/>
              </a:xfrm>
              <a:custGeom>
                <a:avLst/>
                <a:gdLst>
                  <a:gd name="T0" fmla="*/ 11 w 47"/>
                  <a:gd name="T1" fmla="*/ 90 h 90"/>
                  <a:gd name="T2" fmla="*/ 11 w 47"/>
                  <a:gd name="T3" fmla="*/ 90 h 90"/>
                  <a:gd name="T4" fmla="*/ 13 w 47"/>
                  <a:gd name="T5" fmla="*/ 85 h 90"/>
                  <a:gd name="T6" fmla="*/ 14 w 47"/>
                  <a:gd name="T7" fmla="*/ 81 h 90"/>
                  <a:gd name="T8" fmla="*/ 17 w 47"/>
                  <a:gd name="T9" fmla="*/ 77 h 90"/>
                  <a:gd name="T10" fmla="*/ 19 w 47"/>
                  <a:gd name="T11" fmla="*/ 73 h 90"/>
                  <a:gd name="T12" fmla="*/ 22 w 47"/>
                  <a:gd name="T13" fmla="*/ 68 h 90"/>
                  <a:gd name="T14" fmla="*/ 24 w 47"/>
                  <a:gd name="T15" fmla="*/ 64 h 90"/>
                  <a:gd name="T16" fmla="*/ 27 w 47"/>
                  <a:gd name="T17" fmla="*/ 59 h 90"/>
                  <a:gd name="T18" fmla="*/ 29 w 47"/>
                  <a:gd name="T19" fmla="*/ 54 h 90"/>
                  <a:gd name="T20" fmla="*/ 31 w 47"/>
                  <a:gd name="T21" fmla="*/ 51 h 90"/>
                  <a:gd name="T22" fmla="*/ 34 w 47"/>
                  <a:gd name="T23" fmla="*/ 44 h 90"/>
                  <a:gd name="T24" fmla="*/ 36 w 47"/>
                  <a:gd name="T25" fmla="*/ 38 h 90"/>
                  <a:gd name="T26" fmla="*/ 39 w 47"/>
                  <a:gd name="T27" fmla="*/ 33 h 90"/>
                  <a:gd name="T28" fmla="*/ 41 w 47"/>
                  <a:gd name="T29" fmla="*/ 25 h 90"/>
                  <a:gd name="T30" fmla="*/ 43 w 47"/>
                  <a:gd name="T31" fmla="*/ 19 h 90"/>
                  <a:gd name="T32" fmla="*/ 46 w 47"/>
                  <a:gd name="T33" fmla="*/ 12 h 90"/>
                  <a:gd name="T34" fmla="*/ 47 w 47"/>
                  <a:gd name="T35" fmla="*/ 3 h 90"/>
                  <a:gd name="T36" fmla="*/ 36 w 47"/>
                  <a:gd name="T37" fmla="*/ 0 h 90"/>
                  <a:gd name="T38" fmla="*/ 34 w 47"/>
                  <a:gd name="T39" fmla="*/ 8 h 90"/>
                  <a:gd name="T40" fmla="*/ 33 w 47"/>
                  <a:gd name="T41" fmla="*/ 15 h 90"/>
                  <a:gd name="T42" fmla="*/ 30 w 47"/>
                  <a:gd name="T43" fmla="*/ 22 h 90"/>
                  <a:gd name="T44" fmla="*/ 28 w 47"/>
                  <a:gd name="T45" fmla="*/ 28 h 90"/>
                  <a:gd name="T46" fmla="*/ 27 w 47"/>
                  <a:gd name="T47" fmla="*/ 34 h 90"/>
                  <a:gd name="T48" fmla="*/ 24 w 47"/>
                  <a:gd name="T49" fmla="*/ 39 h 90"/>
                  <a:gd name="T50" fmla="*/ 22 w 47"/>
                  <a:gd name="T51" fmla="*/ 44 h 90"/>
                  <a:gd name="T52" fmla="*/ 19 w 47"/>
                  <a:gd name="T53" fmla="*/ 49 h 90"/>
                  <a:gd name="T54" fmla="*/ 17 w 47"/>
                  <a:gd name="T55" fmla="*/ 54 h 90"/>
                  <a:gd name="T56" fmla="*/ 14 w 47"/>
                  <a:gd name="T57" fmla="*/ 58 h 90"/>
                  <a:gd name="T58" fmla="*/ 12 w 47"/>
                  <a:gd name="T59" fmla="*/ 63 h 90"/>
                  <a:gd name="T60" fmla="*/ 10 w 47"/>
                  <a:gd name="T61" fmla="*/ 67 h 90"/>
                  <a:gd name="T62" fmla="*/ 7 w 47"/>
                  <a:gd name="T63" fmla="*/ 71 h 90"/>
                  <a:gd name="T64" fmla="*/ 5 w 47"/>
                  <a:gd name="T65" fmla="*/ 76 h 90"/>
                  <a:gd name="T66" fmla="*/ 2 w 47"/>
                  <a:gd name="T67" fmla="*/ 79 h 90"/>
                  <a:gd name="T68" fmla="*/ 0 w 47"/>
                  <a:gd name="T69" fmla="*/ 85 h 90"/>
                  <a:gd name="T70" fmla="*/ 0 w 47"/>
                  <a:gd name="T71" fmla="*/ 85 h 90"/>
                  <a:gd name="T72" fmla="*/ 11 w 47"/>
                  <a:gd name="T73" fmla="*/ 90 h 9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7"/>
                  <a:gd name="T112" fmla="*/ 0 h 90"/>
                  <a:gd name="T113" fmla="*/ 47 w 47"/>
                  <a:gd name="T114" fmla="*/ 90 h 9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7" h="90">
                    <a:moveTo>
                      <a:pt x="11" y="90"/>
                    </a:moveTo>
                    <a:lnTo>
                      <a:pt x="11" y="90"/>
                    </a:lnTo>
                    <a:lnTo>
                      <a:pt x="13" y="85"/>
                    </a:lnTo>
                    <a:lnTo>
                      <a:pt x="14" y="81"/>
                    </a:lnTo>
                    <a:lnTo>
                      <a:pt x="17" y="77"/>
                    </a:lnTo>
                    <a:lnTo>
                      <a:pt x="19" y="73"/>
                    </a:lnTo>
                    <a:lnTo>
                      <a:pt x="22" y="68"/>
                    </a:lnTo>
                    <a:lnTo>
                      <a:pt x="24" y="64"/>
                    </a:lnTo>
                    <a:lnTo>
                      <a:pt x="27" y="59"/>
                    </a:lnTo>
                    <a:lnTo>
                      <a:pt x="29" y="54"/>
                    </a:lnTo>
                    <a:lnTo>
                      <a:pt x="31" y="51"/>
                    </a:lnTo>
                    <a:lnTo>
                      <a:pt x="34" y="44"/>
                    </a:lnTo>
                    <a:lnTo>
                      <a:pt x="36" y="38"/>
                    </a:lnTo>
                    <a:lnTo>
                      <a:pt x="39" y="33"/>
                    </a:lnTo>
                    <a:lnTo>
                      <a:pt x="41" y="25"/>
                    </a:lnTo>
                    <a:lnTo>
                      <a:pt x="43" y="19"/>
                    </a:lnTo>
                    <a:lnTo>
                      <a:pt x="46" y="12"/>
                    </a:lnTo>
                    <a:lnTo>
                      <a:pt x="47" y="3"/>
                    </a:lnTo>
                    <a:lnTo>
                      <a:pt x="36" y="0"/>
                    </a:lnTo>
                    <a:lnTo>
                      <a:pt x="34" y="8"/>
                    </a:lnTo>
                    <a:lnTo>
                      <a:pt x="33" y="15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7" y="34"/>
                    </a:lnTo>
                    <a:lnTo>
                      <a:pt x="24" y="39"/>
                    </a:lnTo>
                    <a:lnTo>
                      <a:pt x="22" y="44"/>
                    </a:lnTo>
                    <a:lnTo>
                      <a:pt x="19" y="49"/>
                    </a:lnTo>
                    <a:lnTo>
                      <a:pt x="17" y="54"/>
                    </a:lnTo>
                    <a:lnTo>
                      <a:pt x="14" y="58"/>
                    </a:lnTo>
                    <a:lnTo>
                      <a:pt x="12" y="63"/>
                    </a:lnTo>
                    <a:lnTo>
                      <a:pt x="10" y="67"/>
                    </a:lnTo>
                    <a:lnTo>
                      <a:pt x="7" y="71"/>
                    </a:lnTo>
                    <a:lnTo>
                      <a:pt x="5" y="76"/>
                    </a:lnTo>
                    <a:lnTo>
                      <a:pt x="2" y="79"/>
                    </a:lnTo>
                    <a:lnTo>
                      <a:pt x="0" y="85"/>
                    </a:lnTo>
                    <a:lnTo>
                      <a:pt x="11" y="9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239"/>
              <p:cNvSpPr>
                <a:spLocks/>
              </p:cNvSpPr>
              <p:nvPr/>
            </p:nvSpPr>
            <p:spPr bwMode="auto">
              <a:xfrm flipH="1">
                <a:off x="965" y="1945"/>
                <a:ext cx="104" cy="86"/>
              </a:xfrm>
              <a:custGeom>
                <a:avLst/>
                <a:gdLst>
                  <a:gd name="T0" fmla="*/ 303 w 312"/>
                  <a:gd name="T1" fmla="*/ 214 h 260"/>
                  <a:gd name="T2" fmla="*/ 291 w 312"/>
                  <a:gd name="T3" fmla="*/ 227 h 260"/>
                  <a:gd name="T4" fmla="*/ 273 w 312"/>
                  <a:gd name="T5" fmla="*/ 236 h 260"/>
                  <a:gd name="T6" fmla="*/ 250 w 312"/>
                  <a:gd name="T7" fmla="*/ 243 h 260"/>
                  <a:gd name="T8" fmla="*/ 224 w 312"/>
                  <a:gd name="T9" fmla="*/ 247 h 260"/>
                  <a:gd name="T10" fmla="*/ 196 w 312"/>
                  <a:gd name="T11" fmla="*/ 247 h 260"/>
                  <a:gd name="T12" fmla="*/ 166 w 312"/>
                  <a:gd name="T13" fmla="*/ 245 h 260"/>
                  <a:gd name="T14" fmla="*/ 137 w 312"/>
                  <a:gd name="T15" fmla="*/ 238 h 260"/>
                  <a:gd name="T16" fmla="*/ 108 w 312"/>
                  <a:gd name="T17" fmla="*/ 227 h 260"/>
                  <a:gd name="T18" fmla="*/ 81 w 312"/>
                  <a:gd name="T19" fmla="*/ 213 h 260"/>
                  <a:gd name="T20" fmla="*/ 57 w 312"/>
                  <a:gd name="T21" fmla="*/ 196 h 260"/>
                  <a:gd name="T22" fmla="*/ 38 w 312"/>
                  <a:gd name="T23" fmla="*/ 174 h 260"/>
                  <a:gd name="T24" fmla="*/ 23 w 312"/>
                  <a:gd name="T25" fmla="*/ 149 h 260"/>
                  <a:gd name="T26" fmla="*/ 15 w 312"/>
                  <a:gd name="T27" fmla="*/ 119 h 260"/>
                  <a:gd name="T28" fmla="*/ 12 w 312"/>
                  <a:gd name="T29" fmla="*/ 86 h 260"/>
                  <a:gd name="T30" fmla="*/ 18 w 312"/>
                  <a:gd name="T31" fmla="*/ 47 h 260"/>
                  <a:gd name="T32" fmla="*/ 33 w 312"/>
                  <a:gd name="T33" fmla="*/ 5 h 260"/>
                  <a:gd name="T34" fmla="*/ 13 w 312"/>
                  <a:gd name="T35" fmla="*/ 22 h 260"/>
                  <a:gd name="T36" fmla="*/ 3 w 312"/>
                  <a:gd name="T37" fmla="*/ 66 h 260"/>
                  <a:gd name="T38" fmla="*/ 0 w 312"/>
                  <a:gd name="T39" fmla="*/ 104 h 260"/>
                  <a:gd name="T40" fmla="*/ 7 w 312"/>
                  <a:gd name="T41" fmla="*/ 138 h 260"/>
                  <a:gd name="T42" fmla="*/ 19 w 312"/>
                  <a:gd name="T43" fmla="*/ 168 h 260"/>
                  <a:gd name="T44" fmla="*/ 39 w 312"/>
                  <a:gd name="T45" fmla="*/ 193 h 260"/>
                  <a:gd name="T46" fmla="*/ 62 w 312"/>
                  <a:gd name="T47" fmla="*/ 214 h 260"/>
                  <a:gd name="T48" fmla="*/ 90 w 312"/>
                  <a:gd name="T49" fmla="*/ 231 h 260"/>
                  <a:gd name="T50" fmla="*/ 119 w 312"/>
                  <a:gd name="T51" fmla="*/ 243 h 260"/>
                  <a:gd name="T52" fmla="*/ 149 w 312"/>
                  <a:gd name="T53" fmla="*/ 253 h 260"/>
                  <a:gd name="T54" fmla="*/ 181 w 312"/>
                  <a:gd name="T55" fmla="*/ 258 h 260"/>
                  <a:gd name="T56" fmla="*/ 211 w 312"/>
                  <a:gd name="T57" fmla="*/ 260 h 260"/>
                  <a:gd name="T58" fmla="*/ 239 w 312"/>
                  <a:gd name="T59" fmla="*/ 257 h 260"/>
                  <a:gd name="T60" fmla="*/ 265 w 312"/>
                  <a:gd name="T61" fmla="*/ 251 h 260"/>
                  <a:gd name="T62" fmla="*/ 288 w 312"/>
                  <a:gd name="T63" fmla="*/ 242 h 260"/>
                  <a:gd name="T64" fmla="*/ 305 w 312"/>
                  <a:gd name="T65" fmla="*/ 228 h 260"/>
                  <a:gd name="T66" fmla="*/ 312 w 312"/>
                  <a:gd name="T67" fmla="*/ 221 h 2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60"/>
                  <a:gd name="T104" fmla="*/ 312 w 312"/>
                  <a:gd name="T105" fmla="*/ 260 h 2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60">
                    <a:moveTo>
                      <a:pt x="303" y="214"/>
                    </a:moveTo>
                    <a:lnTo>
                      <a:pt x="303" y="214"/>
                    </a:lnTo>
                    <a:lnTo>
                      <a:pt x="297" y="221"/>
                    </a:lnTo>
                    <a:lnTo>
                      <a:pt x="291" y="227"/>
                    </a:lnTo>
                    <a:lnTo>
                      <a:pt x="282" y="232"/>
                    </a:lnTo>
                    <a:lnTo>
                      <a:pt x="273" y="236"/>
                    </a:lnTo>
                    <a:lnTo>
                      <a:pt x="262" y="241"/>
                    </a:lnTo>
                    <a:lnTo>
                      <a:pt x="250" y="243"/>
                    </a:lnTo>
                    <a:lnTo>
                      <a:pt x="237" y="246"/>
                    </a:lnTo>
                    <a:lnTo>
                      <a:pt x="224" y="247"/>
                    </a:lnTo>
                    <a:lnTo>
                      <a:pt x="211" y="247"/>
                    </a:lnTo>
                    <a:lnTo>
                      <a:pt x="196" y="247"/>
                    </a:lnTo>
                    <a:lnTo>
                      <a:pt x="181" y="246"/>
                    </a:lnTo>
                    <a:lnTo>
                      <a:pt x="166" y="245"/>
                    </a:lnTo>
                    <a:lnTo>
                      <a:pt x="151" y="241"/>
                    </a:lnTo>
                    <a:lnTo>
                      <a:pt x="137" y="238"/>
                    </a:lnTo>
                    <a:lnTo>
                      <a:pt x="122" y="233"/>
                    </a:lnTo>
                    <a:lnTo>
                      <a:pt x="108" y="227"/>
                    </a:lnTo>
                    <a:lnTo>
                      <a:pt x="95" y="221"/>
                    </a:lnTo>
                    <a:lnTo>
                      <a:pt x="81" y="213"/>
                    </a:lnTo>
                    <a:lnTo>
                      <a:pt x="69" y="204"/>
                    </a:lnTo>
                    <a:lnTo>
                      <a:pt x="57" y="196"/>
                    </a:lnTo>
                    <a:lnTo>
                      <a:pt x="47" y="186"/>
                    </a:lnTo>
                    <a:lnTo>
                      <a:pt x="38" y="174"/>
                    </a:lnTo>
                    <a:lnTo>
                      <a:pt x="29" y="162"/>
                    </a:lnTo>
                    <a:lnTo>
                      <a:pt x="23" y="149"/>
                    </a:lnTo>
                    <a:lnTo>
                      <a:pt x="17" y="134"/>
                    </a:lnTo>
                    <a:lnTo>
                      <a:pt x="15" y="119"/>
                    </a:lnTo>
                    <a:lnTo>
                      <a:pt x="12" y="103"/>
                    </a:lnTo>
                    <a:lnTo>
                      <a:pt x="12" y="86"/>
                    </a:lnTo>
                    <a:lnTo>
                      <a:pt x="13" y="67"/>
                    </a:lnTo>
                    <a:lnTo>
                      <a:pt x="18" y="47"/>
                    </a:lnTo>
                    <a:lnTo>
                      <a:pt x="24" y="27"/>
                    </a:lnTo>
                    <a:lnTo>
                      <a:pt x="33" y="5"/>
                    </a:lnTo>
                    <a:lnTo>
                      <a:pt x="22" y="0"/>
                    </a:lnTo>
                    <a:lnTo>
                      <a:pt x="13" y="22"/>
                    </a:lnTo>
                    <a:lnTo>
                      <a:pt x="6" y="44"/>
                    </a:lnTo>
                    <a:lnTo>
                      <a:pt x="3" y="66"/>
                    </a:lnTo>
                    <a:lnTo>
                      <a:pt x="0" y="85"/>
                    </a:lnTo>
                    <a:lnTo>
                      <a:pt x="0" y="104"/>
                    </a:lnTo>
                    <a:lnTo>
                      <a:pt x="3" y="121"/>
                    </a:lnTo>
                    <a:lnTo>
                      <a:pt x="7" y="138"/>
                    </a:lnTo>
                    <a:lnTo>
                      <a:pt x="12" y="154"/>
                    </a:lnTo>
                    <a:lnTo>
                      <a:pt x="19" y="168"/>
                    </a:lnTo>
                    <a:lnTo>
                      <a:pt x="29" y="182"/>
                    </a:lnTo>
                    <a:lnTo>
                      <a:pt x="39" y="193"/>
                    </a:lnTo>
                    <a:lnTo>
                      <a:pt x="50" y="204"/>
                    </a:lnTo>
                    <a:lnTo>
                      <a:pt x="62" y="214"/>
                    </a:lnTo>
                    <a:lnTo>
                      <a:pt x="75" y="223"/>
                    </a:lnTo>
                    <a:lnTo>
                      <a:pt x="90" y="231"/>
                    </a:lnTo>
                    <a:lnTo>
                      <a:pt x="104" y="238"/>
                    </a:lnTo>
                    <a:lnTo>
                      <a:pt x="119" y="243"/>
                    </a:lnTo>
                    <a:lnTo>
                      <a:pt x="133" y="248"/>
                    </a:lnTo>
                    <a:lnTo>
                      <a:pt x="149" y="253"/>
                    </a:lnTo>
                    <a:lnTo>
                      <a:pt x="165" y="256"/>
                    </a:lnTo>
                    <a:lnTo>
                      <a:pt x="181" y="258"/>
                    </a:lnTo>
                    <a:lnTo>
                      <a:pt x="195" y="258"/>
                    </a:lnTo>
                    <a:lnTo>
                      <a:pt x="211" y="260"/>
                    </a:lnTo>
                    <a:lnTo>
                      <a:pt x="225" y="258"/>
                    </a:lnTo>
                    <a:lnTo>
                      <a:pt x="239" y="257"/>
                    </a:lnTo>
                    <a:lnTo>
                      <a:pt x="252" y="255"/>
                    </a:lnTo>
                    <a:lnTo>
                      <a:pt x="265" y="251"/>
                    </a:lnTo>
                    <a:lnTo>
                      <a:pt x="277" y="247"/>
                    </a:lnTo>
                    <a:lnTo>
                      <a:pt x="288" y="242"/>
                    </a:lnTo>
                    <a:lnTo>
                      <a:pt x="297" y="236"/>
                    </a:lnTo>
                    <a:lnTo>
                      <a:pt x="305" y="228"/>
                    </a:lnTo>
                    <a:lnTo>
                      <a:pt x="311" y="221"/>
                    </a:lnTo>
                    <a:lnTo>
                      <a:pt x="312" y="221"/>
                    </a:lnTo>
                    <a:lnTo>
                      <a:pt x="303" y="21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240"/>
              <p:cNvSpPr>
                <a:spLocks/>
              </p:cNvSpPr>
              <p:nvPr/>
            </p:nvSpPr>
            <p:spPr bwMode="auto">
              <a:xfrm flipH="1">
                <a:off x="937" y="1980"/>
                <a:ext cx="31" cy="38"/>
              </a:xfrm>
              <a:custGeom>
                <a:avLst/>
                <a:gdLst>
                  <a:gd name="T0" fmla="*/ 92 w 92"/>
                  <a:gd name="T1" fmla="*/ 24 h 116"/>
                  <a:gd name="T2" fmla="*/ 81 w 92"/>
                  <a:gd name="T3" fmla="*/ 21 h 116"/>
                  <a:gd name="T4" fmla="*/ 77 w 92"/>
                  <a:gd name="T5" fmla="*/ 28 h 116"/>
                  <a:gd name="T6" fmla="*/ 74 w 92"/>
                  <a:gd name="T7" fmla="*/ 34 h 116"/>
                  <a:gd name="T8" fmla="*/ 70 w 92"/>
                  <a:gd name="T9" fmla="*/ 40 h 116"/>
                  <a:gd name="T10" fmla="*/ 64 w 92"/>
                  <a:gd name="T11" fmla="*/ 45 h 116"/>
                  <a:gd name="T12" fmla="*/ 59 w 92"/>
                  <a:gd name="T13" fmla="*/ 50 h 116"/>
                  <a:gd name="T14" fmla="*/ 54 w 92"/>
                  <a:gd name="T15" fmla="*/ 55 h 116"/>
                  <a:gd name="T16" fmla="*/ 48 w 92"/>
                  <a:gd name="T17" fmla="*/ 60 h 116"/>
                  <a:gd name="T18" fmla="*/ 43 w 92"/>
                  <a:gd name="T19" fmla="*/ 64 h 116"/>
                  <a:gd name="T20" fmla="*/ 37 w 92"/>
                  <a:gd name="T21" fmla="*/ 69 h 116"/>
                  <a:gd name="T22" fmla="*/ 31 w 92"/>
                  <a:gd name="T23" fmla="*/ 74 h 116"/>
                  <a:gd name="T24" fmla="*/ 26 w 92"/>
                  <a:gd name="T25" fmla="*/ 79 h 116"/>
                  <a:gd name="T26" fmla="*/ 20 w 92"/>
                  <a:gd name="T27" fmla="*/ 84 h 116"/>
                  <a:gd name="T28" fmla="*/ 14 w 92"/>
                  <a:gd name="T29" fmla="*/ 89 h 116"/>
                  <a:gd name="T30" fmla="*/ 9 w 92"/>
                  <a:gd name="T31" fmla="*/ 96 h 116"/>
                  <a:gd name="T32" fmla="*/ 5 w 92"/>
                  <a:gd name="T33" fmla="*/ 102 h 116"/>
                  <a:gd name="T34" fmla="*/ 0 w 92"/>
                  <a:gd name="T35" fmla="*/ 109 h 116"/>
                  <a:gd name="T36" fmla="*/ 9 w 92"/>
                  <a:gd name="T37" fmla="*/ 116 h 116"/>
                  <a:gd name="T38" fmla="*/ 13 w 92"/>
                  <a:gd name="T39" fmla="*/ 109 h 116"/>
                  <a:gd name="T40" fmla="*/ 18 w 92"/>
                  <a:gd name="T41" fmla="*/ 103 h 116"/>
                  <a:gd name="T42" fmla="*/ 23 w 92"/>
                  <a:gd name="T43" fmla="*/ 98 h 116"/>
                  <a:gd name="T44" fmla="*/ 28 w 92"/>
                  <a:gd name="T45" fmla="*/ 93 h 116"/>
                  <a:gd name="T46" fmla="*/ 34 w 92"/>
                  <a:gd name="T47" fmla="*/ 88 h 116"/>
                  <a:gd name="T48" fmla="*/ 39 w 92"/>
                  <a:gd name="T49" fmla="*/ 83 h 116"/>
                  <a:gd name="T50" fmla="*/ 45 w 92"/>
                  <a:gd name="T51" fmla="*/ 78 h 116"/>
                  <a:gd name="T52" fmla="*/ 51 w 92"/>
                  <a:gd name="T53" fmla="*/ 74 h 116"/>
                  <a:gd name="T54" fmla="*/ 55 w 92"/>
                  <a:gd name="T55" fmla="*/ 69 h 116"/>
                  <a:gd name="T56" fmla="*/ 62 w 92"/>
                  <a:gd name="T57" fmla="*/ 64 h 116"/>
                  <a:gd name="T58" fmla="*/ 66 w 92"/>
                  <a:gd name="T59" fmla="*/ 59 h 116"/>
                  <a:gd name="T60" fmla="*/ 72 w 92"/>
                  <a:gd name="T61" fmla="*/ 54 h 116"/>
                  <a:gd name="T62" fmla="*/ 77 w 92"/>
                  <a:gd name="T63" fmla="*/ 48 h 116"/>
                  <a:gd name="T64" fmla="*/ 83 w 92"/>
                  <a:gd name="T65" fmla="*/ 42 h 116"/>
                  <a:gd name="T66" fmla="*/ 87 w 92"/>
                  <a:gd name="T67" fmla="*/ 34 h 116"/>
                  <a:gd name="T68" fmla="*/ 92 w 92"/>
                  <a:gd name="T69" fmla="*/ 26 h 116"/>
                  <a:gd name="T70" fmla="*/ 81 w 92"/>
                  <a:gd name="T71" fmla="*/ 24 h 116"/>
                  <a:gd name="T72" fmla="*/ 92 w 92"/>
                  <a:gd name="T73" fmla="*/ 24 h 116"/>
                  <a:gd name="T74" fmla="*/ 92 w 92"/>
                  <a:gd name="T75" fmla="*/ 0 h 116"/>
                  <a:gd name="T76" fmla="*/ 82 w 92"/>
                  <a:gd name="T77" fmla="*/ 21 h 116"/>
                  <a:gd name="T78" fmla="*/ 92 w 92"/>
                  <a:gd name="T79" fmla="*/ 24 h 1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92"/>
                  <a:gd name="T121" fmla="*/ 0 h 116"/>
                  <a:gd name="T122" fmla="*/ 92 w 92"/>
                  <a:gd name="T123" fmla="*/ 116 h 11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92" h="116">
                    <a:moveTo>
                      <a:pt x="92" y="24"/>
                    </a:moveTo>
                    <a:lnTo>
                      <a:pt x="81" y="21"/>
                    </a:lnTo>
                    <a:lnTo>
                      <a:pt x="77" y="28"/>
                    </a:lnTo>
                    <a:lnTo>
                      <a:pt x="74" y="34"/>
                    </a:lnTo>
                    <a:lnTo>
                      <a:pt x="70" y="40"/>
                    </a:lnTo>
                    <a:lnTo>
                      <a:pt x="64" y="45"/>
                    </a:lnTo>
                    <a:lnTo>
                      <a:pt x="59" y="50"/>
                    </a:lnTo>
                    <a:lnTo>
                      <a:pt x="54" y="55"/>
                    </a:lnTo>
                    <a:lnTo>
                      <a:pt x="48" y="60"/>
                    </a:lnTo>
                    <a:lnTo>
                      <a:pt x="43" y="64"/>
                    </a:lnTo>
                    <a:lnTo>
                      <a:pt x="37" y="69"/>
                    </a:lnTo>
                    <a:lnTo>
                      <a:pt x="31" y="74"/>
                    </a:lnTo>
                    <a:lnTo>
                      <a:pt x="26" y="79"/>
                    </a:lnTo>
                    <a:lnTo>
                      <a:pt x="20" y="84"/>
                    </a:lnTo>
                    <a:lnTo>
                      <a:pt x="14" y="89"/>
                    </a:lnTo>
                    <a:lnTo>
                      <a:pt x="9" y="96"/>
                    </a:lnTo>
                    <a:lnTo>
                      <a:pt x="5" y="102"/>
                    </a:lnTo>
                    <a:lnTo>
                      <a:pt x="0" y="109"/>
                    </a:lnTo>
                    <a:lnTo>
                      <a:pt x="9" y="116"/>
                    </a:lnTo>
                    <a:lnTo>
                      <a:pt x="13" y="109"/>
                    </a:lnTo>
                    <a:lnTo>
                      <a:pt x="18" y="103"/>
                    </a:lnTo>
                    <a:lnTo>
                      <a:pt x="23" y="98"/>
                    </a:lnTo>
                    <a:lnTo>
                      <a:pt x="28" y="93"/>
                    </a:lnTo>
                    <a:lnTo>
                      <a:pt x="34" y="88"/>
                    </a:lnTo>
                    <a:lnTo>
                      <a:pt x="39" y="83"/>
                    </a:lnTo>
                    <a:lnTo>
                      <a:pt x="45" y="78"/>
                    </a:lnTo>
                    <a:lnTo>
                      <a:pt x="51" y="74"/>
                    </a:lnTo>
                    <a:lnTo>
                      <a:pt x="55" y="69"/>
                    </a:lnTo>
                    <a:lnTo>
                      <a:pt x="62" y="64"/>
                    </a:lnTo>
                    <a:lnTo>
                      <a:pt x="66" y="59"/>
                    </a:lnTo>
                    <a:lnTo>
                      <a:pt x="72" y="54"/>
                    </a:lnTo>
                    <a:lnTo>
                      <a:pt x="77" y="48"/>
                    </a:lnTo>
                    <a:lnTo>
                      <a:pt x="83" y="42"/>
                    </a:lnTo>
                    <a:lnTo>
                      <a:pt x="87" y="34"/>
                    </a:lnTo>
                    <a:lnTo>
                      <a:pt x="92" y="26"/>
                    </a:lnTo>
                    <a:lnTo>
                      <a:pt x="81" y="24"/>
                    </a:lnTo>
                    <a:lnTo>
                      <a:pt x="92" y="24"/>
                    </a:lnTo>
                    <a:lnTo>
                      <a:pt x="92" y="0"/>
                    </a:lnTo>
                    <a:lnTo>
                      <a:pt x="82" y="21"/>
                    </a:lnTo>
                    <a:lnTo>
                      <a:pt x="92" y="2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5" name="Freeform 241"/>
              <p:cNvSpPr>
                <a:spLocks/>
              </p:cNvSpPr>
              <p:nvPr/>
            </p:nvSpPr>
            <p:spPr bwMode="auto">
              <a:xfrm flipH="1">
                <a:off x="937" y="1988"/>
                <a:ext cx="8" cy="35"/>
              </a:xfrm>
              <a:custGeom>
                <a:avLst/>
                <a:gdLst>
                  <a:gd name="T0" fmla="*/ 23 w 24"/>
                  <a:gd name="T1" fmla="*/ 99 h 106"/>
                  <a:gd name="T2" fmla="*/ 24 w 24"/>
                  <a:gd name="T3" fmla="*/ 99 h 106"/>
                  <a:gd name="T4" fmla="*/ 19 w 24"/>
                  <a:gd name="T5" fmla="*/ 90 h 106"/>
                  <a:gd name="T6" fmla="*/ 15 w 24"/>
                  <a:gd name="T7" fmla="*/ 83 h 106"/>
                  <a:gd name="T8" fmla="*/ 13 w 24"/>
                  <a:gd name="T9" fmla="*/ 75 h 106"/>
                  <a:gd name="T10" fmla="*/ 12 w 24"/>
                  <a:gd name="T11" fmla="*/ 68 h 106"/>
                  <a:gd name="T12" fmla="*/ 12 w 24"/>
                  <a:gd name="T13" fmla="*/ 63 h 106"/>
                  <a:gd name="T14" fmla="*/ 12 w 24"/>
                  <a:gd name="T15" fmla="*/ 57 h 106"/>
                  <a:gd name="T16" fmla="*/ 12 w 24"/>
                  <a:gd name="T17" fmla="*/ 52 h 106"/>
                  <a:gd name="T18" fmla="*/ 13 w 24"/>
                  <a:gd name="T19" fmla="*/ 45 h 106"/>
                  <a:gd name="T20" fmla="*/ 14 w 24"/>
                  <a:gd name="T21" fmla="*/ 40 h 106"/>
                  <a:gd name="T22" fmla="*/ 17 w 24"/>
                  <a:gd name="T23" fmla="*/ 35 h 106"/>
                  <a:gd name="T24" fmla="*/ 18 w 24"/>
                  <a:gd name="T25" fmla="*/ 30 h 106"/>
                  <a:gd name="T26" fmla="*/ 20 w 24"/>
                  <a:gd name="T27" fmla="*/ 25 h 106"/>
                  <a:gd name="T28" fmla="*/ 21 w 24"/>
                  <a:gd name="T29" fmla="*/ 19 h 106"/>
                  <a:gd name="T30" fmla="*/ 23 w 24"/>
                  <a:gd name="T31" fmla="*/ 13 h 106"/>
                  <a:gd name="T32" fmla="*/ 24 w 24"/>
                  <a:gd name="T33" fmla="*/ 6 h 106"/>
                  <a:gd name="T34" fmla="*/ 24 w 24"/>
                  <a:gd name="T35" fmla="*/ 0 h 106"/>
                  <a:gd name="T36" fmla="*/ 13 w 24"/>
                  <a:gd name="T37" fmla="*/ 0 h 106"/>
                  <a:gd name="T38" fmla="*/ 13 w 24"/>
                  <a:gd name="T39" fmla="*/ 5 h 106"/>
                  <a:gd name="T40" fmla="*/ 12 w 24"/>
                  <a:gd name="T41" fmla="*/ 11 h 106"/>
                  <a:gd name="T42" fmla="*/ 10 w 24"/>
                  <a:gd name="T43" fmla="*/ 16 h 106"/>
                  <a:gd name="T44" fmla="*/ 9 w 24"/>
                  <a:gd name="T45" fmla="*/ 21 h 106"/>
                  <a:gd name="T46" fmla="*/ 7 w 24"/>
                  <a:gd name="T47" fmla="*/ 26 h 106"/>
                  <a:gd name="T48" fmla="*/ 6 w 24"/>
                  <a:gd name="T49" fmla="*/ 31 h 106"/>
                  <a:gd name="T50" fmla="*/ 3 w 24"/>
                  <a:gd name="T51" fmla="*/ 38 h 106"/>
                  <a:gd name="T52" fmla="*/ 2 w 24"/>
                  <a:gd name="T53" fmla="*/ 43 h 106"/>
                  <a:gd name="T54" fmla="*/ 1 w 24"/>
                  <a:gd name="T55" fmla="*/ 49 h 106"/>
                  <a:gd name="T56" fmla="*/ 0 w 24"/>
                  <a:gd name="T57" fmla="*/ 55 h 106"/>
                  <a:gd name="T58" fmla="*/ 0 w 24"/>
                  <a:gd name="T59" fmla="*/ 63 h 106"/>
                  <a:gd name="T60" fmla="*/ 1 w 24"/>
                  <a:gd name="T61" fmla="*/ 70 h 106"/>
                  <a:gd name="T62" fmla="*/ 2 w 24"/>
                  <a:gd name="T63" fmla="*/ 78 h 106"/>
                  <a:gd name="T64" fmla="*/ 4 w 24"/>
                  <a:gd name="T65" fmla="*/ 87 h 106"/>
                  <a:gd name="T66" fmla="*/ 8 w 24"/>
                  <a:gd name="T67" fmla="*/ 96 h 106"/>
                  <a:gd name="T68" fmla="*/ 14 w 24"/>
                  <a:gd name="T69" fmla="*/ 106 h 106"/>
                  <a:gd name="T70" fmla="*/ 14 w 24"/>
                  <a:gd name="T71" fmla="*/ 106 h 106"/>
                  <a:gd name="T72" fmla="*/ 23 w 24"/>
                  <a:gd name="T73" fmla="*/ 99 h 10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"/>
                  <a:gd name="T112" fmla="*/ 0 h 106"/>
                  <a:gd name="T113" fmla="*/ 24 w 24"/>
                  <a:gd name="T114" fmla="*/ 106 h 10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" h="106">
                    <a:moveTo>
                      <a:pt x="23" y="99"/>
                    </a:moveTo>
                    <a:lnTo>
                      <a:pt x="24" y="99"/>
                    </a:lnTo>
                    <a:lnTo>
                      <a:pt x="19" y="90"/>
                    </a:lnTo>
                    <a:lnTo>
                      <a:pt x="15" y="83"/>
                    </a:lnTo>
                    <a:lnTo>
                      <a:pt x="13" y="75"/>
                    </a:lnTo>
                    <a:lnTo>
                      <a:pt x="12" y="68"/>
                    </a:lnTo>
                    <a:lnTo>
                      <a:pt x="12" y="63"/>
                    </a:lnTo>
                    <a:lnTo>
                      <a:pt x="12" y="57"/>
                    </a:lnTo>
                    <a:lnTo>
                      <a:pt x="12" y="52"/>
                    </a:lnTo>
                    <a:lnTo>
                      <a:pt x="13" y="45"/>
                    </a:lnTo>
                    <a:lnTo>
                      <a:pt x="14" y="40"/>
                    </a:lnTo>
                    <a:lnTo>
                      <a:pt x="17" y="35"/>
                    </a:lnTo>
                    <a:lnTo>
                      <a:pt x="18" y="30"/>
                    </a:lnTo>
                    <a:lnTo>
                      <a:pt x="20" y="25"/>
                    </a:lnTo>
                    <a:lnTo>
                      <a:pt x="21" y="19"/>
                    </a:lnTo>
                    <a:lnTo>
                      <a:pt x="23" y="13"/>
                    </a:lnTo>
                    <a:lnTo>
                      <a:pt x="24" y="6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3" y="5"/>
                    </a:lnTo>
                    <a:lnTo>
                      <a:pt x="12" y="11"/>
                    </a:lnTo>
                    <a:lnTo>
                      <a:pt x="10" y="16"/>
                    </a:lnTo>
                    <a:lnTo>
                      <a:pt x="9" y="21"/>
                    </a:lnTo>
                    <a:lnTo>
                      <a:pt x="7" y="26"/>
                    </a:lnTo>
                    <a:lnTo>
                      <a:pt x="6" y="31"/>
                    </a:lnTo>
                    <a:lnTo>
                      <a:pt x="3" y="38"/>
                    </a:lnTo>
                    <a:lnTo>
                      <a:pt x="2" y="43"/>
                    </a:lnTo>
                    <a:lnTo>
                      <a:pt x="1" y="49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1" y="70"/>
                    </a:lnTo>
                    <a:lnTo>
                      <a:pt x="2" y="78"/>
                    </a:lnTo>
                    <a:lnTo>
                      <a:pt x="4" y="87"/>
                    </a:lnTo>
                    <a:lnTo>
                      <a:pt x="8" y="96"/>
                    </a:lnTo>
                    <a:lnTo>
                      <a:pt x="14" y="106"/>
                    </a:lnTo>
                    <a:lnTo>
                      <a:pt x="23" y="9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6" name="Freeform 242"/>
              <p:cNvSpPr>
                <a:spLocks/>
              </p:cNvSpPr>
              <p:nvPr/>
            </p:nvSpPr>
            <p:spPr bwMode="auto">
              <a:xfrm flipH="1">
                <a:off x="848" y="2010"/>
                <a:ext cx="92" cy="17"/>
              </a:xfrm>
              <a:custGeom>
                <a:avLst/>
                <a:gdLst>
                  <a:gd name="T0" fmla="*/ 266 w 276"/>
                  <a:gd name="T1" fmla="*/ 4 h 50"/>
                  <a:gd name="T2" fmla="*/ 260 w 276"/>
                  <a:gd name="T3" fmla="*/ 10 h 50"/>
                  <a:gd name="T4" fmla="*/ 249 w 276"/>
                  <a:gd name="T5" fmla="*/ 16 h 50"/>
                  <a:gd name="T6" fmla="*/ 235 w 276"/>
                  <a:gd name="T7" fmla="*/ 22 h 50"/>
                  <a:gd name="T8" fmla="*/ 217 w 276"/>
                  <a:gd name="T9" fmla="*/ 28 h 50"/>
                  <a:gd name="T10" fmla="*/ 197 w 276"/>
                  <a:gd name="T11" fmla="*/ 31 h 50"/>
                  <a:gd name="T12" fmla="*/ 176 w 276"/>
                  <a:gd name="T13" fmla="*/ 34 h 50"/>
                  <a:gd name="T14" fmla="*/ 153 w 276"/>
                  <a:gd name="T15" fmla="*/ 36 h 50"/>
                  <a:gd name="T16" fmla="*/ 130 w 276"/>
                  <a:gd name="T17" fmla="*/ 38 h 50"/>
                  <a:gd name="T18" fmla="*/ 107 w 276"/>
                  <a:gd name="T19" fmla="*/ 38 h 50"/>
                  <a:gd name="T20" fmla="*/ 85 w 276"/>
                  <a:gd name="T21" fmla="*/ 38 h 50"/>
                  <a:gd name="T22" fmla="*/ 65 w 276"/>
                  <a:gd name="T23" fmla="*/ 38 h 50"/>
                  <a:gd name="T24" fmla="*/ 46 w 276"/>
                  <a:gd name="T25" fmla="*/ 36 h 50"/>
                  <a:gd name="T26" fmla="*/ 30 w 276"/>
                  <a:gd name="T27" fmla="*/ 35 h 50"/>
                  <a:gd name="T28" fmla="*/ 18 w 276"/>
                  <a:gd name="T29" fmla="*/ 33 h 50"/>
                  <a:gd name="T30" fmla="*/ 11 w 276"/>
                  <a:gd name="T31" fmla="*/ 31 h 50"/>
                  <a:gd name="T32" fmla="*/ 9 w 276"/>
                  <a:gd name="T33" fmla="*/ 31 h 50"/>
                  <a:gd name="T34" fmla="*/ 4 w 276"/>
                  <a:gd name="T35" fmla="*/ 40 h 50"/>
                  <a:gd name="T36" fmla="*/ 11 w 276"/>
                  <a:gd name="T37" fmla="*/ 44 h 50"/>
                  <a:gd name="T38" fmla="*/ 23 w 276"/>
                  <a:gd name="T39" fmla="*/ 45 h 50"/>
                  <a:gd name="T40" fmla="*/ 38 w 276"/>
                  <a:gd name="T41" fmla="*/ 48 h 50"/>
                  <a:gd name="T42" fmla="*/ 55 w 276"/>
                  <a:gd name="T43" fmla="*/ 49 h 50"/>
                  <a:gd name="T44" fmla="*/ 75 w 276"/>
                  <a:gd name="T45" fmla="*/ 50 h 50"/>
                  <a:gd name="T46" fmla="*/ 96 w 276"/>
                  <a:gd name="T47" fmla="*/ 50 h 50"/>
                  <a:gd name="T48" fmla="*/ 119 w 276"/>
                  <a:gd name="T49" fmla="*/ 50 h 50"/>
                  <a:gd name="T50" fmla="*/ 142 w 276"/>
                  <a:gd name="T51" fmla="*/ 49 h 50"/>
                  <a:gd name="T52" fmla="*/ 166 w 276"/>
                  <a:gd name="T53" fmla="*/ 46 h 50"/>
                  <a:gd name="T54" fmla="*/ 188 w 276"/>
                  <a:gd name="T55" fmla="*/ 44 h 50"/>
                  <a:gd name="T56" fmla="*/ 210 w 276"/>
                  <a:gd name="T57" fmla="*/ 41 h 50"/>
                  <a:gd name="T58" fmla="*/ 229 w 276"/>
                  <a:gd name="T59" fmla="*/ 36 h 50"/>
                  <a:gd name="T60" fmla="*/ 246 w 276"/>
                  <a:gd name="T61" fmla="*/ 30 h 50"/>
                  <a:gd name="T62" fmla="*/ 260 w 276"/>
                  <a:gd name="T63" fmla="*/ 24 h 50"/>
                  <a:gd name="T64" fmla="*/ 271 w 276"/>
                  <a:gd name="T65" fmla="*/ 15 h 50"/>
                  <a:gd name="T66" fmla="*/ 270 w 276"/>
                  <a:gd name="T67" fmla="*/ 12 h 50"/>
                  <a:gd name="T68" fmla="*/ 269 w 276"/>
                  <a:gd name="T69" fmla="*/ 0 h 50"/>
                  <a:gd name="T70" fmla="*/ 272 w 276"/>
                  <a:gd name="T71" fmla="*/ 1 h 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76"/>
                  <a:gd name="T109" fmla="*/ 0 h 50"/>
                  <a:gd name="T110" fmla="*/ 276 w 276"/>
                  <a:gd name="T111" fmla="*/ 50 h 5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76" h="50">
                    <a:moveTo>
                      <a:pt x="272" y="1"/>
                    </a:moveTo>
                    <a:lnTo>
                      <a:pt x="266" y="4"/>
                    </a:lnTo>
                    <a:lnTo>
                      <a:pt x="264" y="6"/>
                    </a:lnTo>
                    <a:lnTo>
                      <a:pt x="260" y="10"/>
                    </a:lnTo>
                    <a:lnTo>
                      <a:pt x="254" y="14"/>
                    </a:lnTo>
                    <a:lnTo>
                      <a:pt x="249" y="16"/>
                    </a:lnTo>
                    <a:lnTo>
                      <a:pt x="242" y="20"/>
                    </a:lnTo>
                    <a:lnTo>
                      <a:pt x="235" y="22"/>
                    </a:lnTo>
                    <a:lnTo>
                      <a:pt x="226" y="25"/>
                    </a:lnTo>
                    <a:lnTo>
                      <a:pt x="217" y="28"/>
                    </a:lnTo>
                    <a:lnTo>
                      <a:pt x="207" y="29"/>
                    </a:lnTo>
                    <a:lnTo>
                      <a:pt x="197" y="31"/>
                    </a:lnTo>
                    <a:lnTo>
                      <a:pt x="187" y="33"/>
                    </a:lnTo>
                    <a:lnTo>
                      <a:pt x="176" y="34"/>
                    </a:lnTo>
                    <a:lnTo>
                      <a:pt x="165" y="35"/>
                    </a:lnTo>
                    <a:lnTo>
                      <a:pt x="153" y="36"/>
                    </a:lnTo>
                    <a:lnTo>
                      <a:pt x="142" y="36"/>
                    </a:lnTo>
                    <a:lnTo>
                      <a:pt x="130" y="38"/>
                    </a:lnTo>
                    <a:lnTo>
                      <a:pt x="119" y="38"/>
                    </a:lnTo>
                    <a:lnTo>
                      <a:pt x="107" y="38"/>
                    </a:lnTo>
                    <a:lnTo>
                      <a:pt x="96" y="38"/>
                    </a:lnTo>
                    <a:lnTo>
                      <a:pt x="85" y="38"/>
                    </a:lnTo>
                    <a:lnTo>
                      <a:pt x="75" y="38"/>
                    </a:lnTo>
                    <a:lnTo>
                      <a:pt x="65" y="38"/>
                    </a:lnTo>
                    <a:lnTo>
                      <a:pt x="56" y="38"/>
                    </a:lnTo>
                    <a:lnTo>
                      <a:pt x="46" y="36"/>
                    </a:lnTo>
                    <a:lnTo>
                      <a:pt x="38" y="36"/>
                    </a:lnTo>
                    <a:lnTo>
                      <a:pt x="30" y="35"/>
                    </a:lnTo>
                    <a:lnTo>
                      <a:pt x="24" y="34"/>
                    </a:lnTo>
                    <a:lnTo>
                      <a:pt x="18" y="33"/>
                    </a:lnTo>
                    <a:lnTo>
                      <a:pt x="13" y="31"/>
                    </a:lnTo>
                    <a:lnTo>
                      <a:pt x="11" y="31"/>
                    </a:lnTo>
                    <a:lnTo>
                      <a:pt x="9" y="30"/>
                    </a:lnTo>
                    <a:lnTo>
                      <a:pt x="9" y="31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6" y="45"/>
                    </a:lnTo>
                    <a:lnTo>
                      <a:pt x="23" y="45"/>
                    </a:lnTo>
                    <a:lnTo>
                      <a:pt x="29" y="46"/>
                    </a:lnTo>
                    <a:lnTo>
                      <a:pt x="38" y="48"/>
                    </a:lnTo>
                    <a:lnTo>
                      <a:pt x="46" y="48"/>
                    </a:lnTo>
                    <a:lnTo>
                      <a:pt x="55" y="49"/>
                    </a:lnTo>
                    <a:lnTo>
                      <a:pt x="64" y="49"/>
                    </a:lnTo>
                    <a:lnTo>
                      <a:pt x="75" y="50"/>
                    </a:lnTo>
                    <a:lnTo>
                      <a:pt x="85" y="50"/>
                    </a:lnTo>
                    <a:lnTo>
                      <a:pt x="96" y="50"/>
                    </a:lnTo>
                    <a:lnTo>
                      <a:pt x="107" y="50"/>
                    </a:lnTo>
                    <a:lnTo>
                      <a:pt x="119" y="50"/>
                    </a:lnTo>
                    <a:lnTo>
                      <a:pt x="131" y="49"/>
                    </a:lnTo>
                    <a:lnTo>
                      <a:pt x="142" y="49"/>
                    </a:lnTo>
                    <a:lnTo>
                      <a:pt x="154" y="48"/>
                    </a:lnTo>
                    <a:lnTo>
                      <a:pt x="166" y="46"/>
                    </a:lnTo>
                    <a:lnTo>
                      <a:pt x="177" y="45"/>
                    </a:lnTo>
                    <a:lnTo>
                      <a:pt x="188" y="44"/>
                    </a:lnTo>
                    <a:lnTo>
                      <a:pt x="199" y="43"/>
                    </a:lnTo>
                    <a:lnTo>
                      <a:pt x="210" y="41"/>
                    </a:lnTo>
                    <a:lnTo>
                      <a:pt x="219" y="39"/>
                    </a:lnTo>
                    <a:lnTo>
                      <a:pt x="229" y="36"/>
                    </a:lnTo>
                    <a:lnTo>
                      <a:pt x="237" y="34"/>
                    </a:lnTo>
                    <a:lnTo>
                      <a:pt x="246" y="30"/>
                    </a:lnTo>
                    <a:lnTo>
                      <a:pt x="254" y="28"/>
                    </a:lnTo>
                    <a:lnTo>
                      <a:pt x="260" y="24"/>
                    </a:lnTo>
                    <a:lnTo>
                      <a:pt x="266" y="20"/>
                    </a:lnTo>
                    <a:lnTo>
                      <a:pt x="271" y="15"/>
                    </a:lnTo>
                    <a:lnTo>
                      <a:pt x="276" y="10"/>
                    </a:lnTo>
                    <a:lnTo>
                      <a:pt x="270" y="12"/>
                    </a:lnTo>
                    <a:lnTo>
                      <a:pt x="272" y="1"/>
                    </a:lnTo>
                    <a:lnTo>
                      <a:pt x="269" y="0"/>
                    </a:lnTo>
                    <a:lnTo>
                      <a:pt x="266" y="4"/>
                    </a:lnTo>
                    <a:lnTo>
                      <a:pt x="272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243"/>
              <p:cNvSpPr>
                <a:spLocks/>
              </p:cNvSpPr>
              <p:nvPr/>
            </p:nvSpPr>
            <p:spPr bwMode="auto">
              <a:xfrm flipH="1">
                <a:off x="812" y="2011"/>
                <a:ext cx="38" cy="27"/>
              </a:xfrm>
              <a:custGeom>
                <a:avLst/>
                <a:gdLst>
                  <a:gd name="T0" fmla="*/ 115 w 115"/>
                  <a:gd name="T1" fmla="*/ 78 h 83"/>
                  <a:gd name="T2" fmla="*/ 115 w 115"/>
                  <a:gd name="T3" fmla="*/ 78 h 83"/>
                  <a:gd name="T4" fmla="*/ 110 w 115"/>
                  <a:gd name="T5" fmla="*/ 71 h 83"/>
                  <a:gd name="T6" fmla="*/ 107 w 115"/>
                  <a:gd name="T7" fmla="*/ 62 h 83"/>
                  <a:gd name="T8" fmla="*/ 102 w 115"/>
                  <a:gd name="T9" fmla="*/ 54 h 83"/>
                  <a:gd name="T10" fmla="*/ 97 w 115"/>
                  <a:gd name="T11" fmla="*/ 47 h 83"/>
                  <a:gd name="T12" fmla="*/ 91 w 115"/>
                  <a:gd name="T13" fmla="*/ 40 h 83"/>
                  <a:gd name="T14" fmla="*/ 85 w 115"/>
                  <a:gd name="T15" fmla="*/ 35 h 83"/>
                  <a:gd name="T16" fmla="*/ 79 w 115"/>
                  <a:gd name="T17" fmla="*/ 30 h 83"/>
                  <a:gd name="T18" fmla="*/ 71 w 115"/>
                  <a:gd name="T19" fmla="*/ 25 h 83"/>
                  <a:gd name="T20" fmla="*/ 64 w 115"/>
                  <a:gd name="T21" fmla="*/ 21 h 83"/>
                  <a:gd name="T22" fmla="*/ 57 w 115"/>
                  <a:gd name="T23" fmla="*/ 18 h 83"/>
                  <a:gd name="T24" fmla="*/ 48 w 115"/>
                  <a:gd name="T25" fmla="*/ 14 h 83"/>
                  <a:gd name="T26" fmla="*/ 40 w 115"/>
                  <a:gd name="T27" fmla="*/ 11 h 83"/>
                  <a:gd name="T28" fmla="*/ 32 w 115"/>
                  <a:gd name="T29" fmla="*/ 8 h 83"/>
                  <a:gd name="T30" fmla="*/ 22 w 115"/>
                  <a:gd name="T31" fmla="*/ 5 h 83"/>
                  <a:gd name="T32" fmla="*/ 12 w 115"/>
                  <a:gd name="T33" fmla="*/ 3 h 83"/>
                  <a:gd name="T34" fmla="*/ 2 w 115"/>
                  <a:gd name="T35" fmla="*/ 0 h 83"/>
                  <a:gd name="T36" fmla="*/ 0 w 115"/>
                  <a:gd name="T37" fmla="*/ 11 h 83"/>
                  <a:gd name="T38" fmla="*/ 10 w 115"/>
                  <a:gd name="T39" fmla="*/ 14 h 83"/>
                  <a:gd name="T40" fmla="*/ 19 w 115"/>
                  <a:gd name="T41" fmla="*/ 16 h 83"/>
                  <a:gd name="T42" fmla="*/ 28 w 115"/>
                  <a:gd name="T43" fmla="*/ 19 h 83"/>
                  <a:gd name="T44" fmla="*/ 36 w 115"/>
                  <a:gd name="T45" fmla="*/ 21 h 83"/>
                  <a:gd name="T46" fmla="*/ 45 w 115"/>
                  <a:gd name="T47" fmla="*/ 25 h 83"/>
                  <a:gd name="T48" fmla="*/ 52 w 115"/>
                  <a:gd name="T49" fmla="*/ 28 h 83"/>
                  <a:gd name="T50" fmla="*/ 59 w 115"/>
                  <a:gd name="T51" fmla="*/ 32 h 83"/>
                  <a:gd name="T52" fmla="*/ 65 w 115"/>
                  <a:gd name="T53" fmla="*/ 35 h 83"/>
                  <a:gd name="T54" fmla="*/ 71 w 115"/>
                  <a:gd name="T55" fmla="*/ 39 h 83"/>
                  <a:gd name="T56" fmla="*/ 78 w 115"/>
                  <a:gd name="T57" fmla="*/ 44 h 83"/>
                  <a:gd name="T58" fmla="*/ 82 w 115"/>
                  <a:gd name="T59" fmla="*/ 49 h 83"/>
                  <a:gd name="T60" fmla="*/ 87 w 115"/>
                  <a:gd name="T61" fmla="*/ 54 h 83"/>
                  <a:gd name="T62" fmla="*/ 92 w 115"/>
                  <a:gd name="T63" fmla="*/ 60 h 83"/>
                  <a:gd name="T64" fmla="*/ 97 w 115"/>
                  <a:gd name="T65" fmla="*/ 68 h 83"/>
                  <a:gd name="T66" fmla="*/ 101 w 115"/>
                  <a:gd name="T67" fmla="*/ 76 h 83"/>
                  <a:gd name="T68" fmla="*/ 104 w 115"/>
                  <a:gd name="T69" fmla="*/ 83 h 83"/>
                  <a:gd name="T70" fmla="*/ 104 w 115"/>
                  <a:gd name="T71" fmla="*/ 83 h 83"/>
                  <a:gd name="T72" fmla="*/ 115 w 115"/>
                  <a:gd name="T73" fmla="*/ 78 h 8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5"/>
                  <a:gd name="T112" fmla="*/ 0 h 83"/>
                  <a:gd name="T113" fmla="*/ 115 w 115"/>
                  <a:gd name="T114" fmla="*/ 83 h 8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5" h="83">
                    <a:moveTo>
                      <a:pt x="115" y="78"/>
                    </a:moveTo>
                    <a:lnTo>
                      <a:pt x="115" y="78"/>
                    </a:lnTo>
                    <a:lnTo>
                      <a:pt x="110" y="71"/>
                    </a:lnTo>
                    <a:lnTo>
                      <a:pt x="107" y="62"/>
                    </a:lnTo>
                    <a:lnTo>
                      <a:pt x="102" y="54"/>
                    </a:lnTo>
                    <a:lnTo>
                      <a:pt x="97" y="47"/>
                    </a:lnTo>
                    <a:lnTo>
                      <a:pt x="91" y="40"/>
                    </a:lnTo>
                    <a:lnTo>
                      <a:pt x="85" y="35"/>
                    </a:lnTo>
                    <a:lnTo>
                      <a:pt x="79" y="30"/>
                    </a:lnTo>
                    <a:lnTo>
                      <a:pt x="71" y="25"/>
                    </a:lnTo>
                    <a:lnTo>
                      <a:pt x="64" y="21"/>
                    </a:lnTo>
                    <a:lnTo>
                      <a:pt x="57" y="18"/>
                    </a:lnTo>
                    <a:lnTo>
                      <a:pt x="48" y="14"/>
                    </a:lnTo>
                    <a:lnTo>
                      <a:pt x="40" y="11"/>
                    </a:lnTo>
                    <a:lnTo>
                      <a:pt x="32" y="8"/>
                    </a:lnTo>
                    <a:lnTo>
                      <a:pt x="22" y="5"/>
                    </a:lnTo>
                    <a:lnTo>
                      <a:pt x="12" y="3"/>
                    </a:lnTo>
                    <a:lnTo>
                      <a:pt x="2" y="0"/>
                    </a:lnTo>
                    <a:lnTo>
                      <a:pt x="0" y="11"/>
                    </a:lnTo>
                    <a:lnTo>
                      <a:pt x="10" y="14"/>
                    </a:lnTo>
                    <a:lnTo>
                      <a:pt x="19" y="16"/>
                    </a:lnTo>
                    <a:lnTo>
                      <a:pt x="28" y="19"/>
                    </a:lnTo>
                    <a:lnTo>
                      <a:pt x="36" y="21"/>
                    </a:lnTo>
                    <a:lnTo>
                      <a:pt x="45" y="25"/>
                    </a:lnTo>
                    <a:lnTo>
                      <a:pt x="52" y="28"/>
                    </a:lnTo>
                    <a:lnTo>
                      <a:pt x="59" y="32"/>
                    </a:lnTo>
                    <a:lnTo>
                      <a:pt x="65" y="35"/>
                    </a:lnTo>
                    <a:lnTo>
                      <a:pt x="71" y="39"/>
                    </a:lnTo>
                    <a:lnTo>
                      <a:pt x="78" y="44"/>
                    </a:lnTo>
                    <a:lnTo>
                      <a:pt x="82" y="49"/>
                    </a:lnTo>
                    <a:lnTo>
                      <a:pt x="87" y="54"/>
                    </a:lnTo>
                    <a:lnTo>
                      <a:pt x="92" y="60"/>
                    </a:lnTo>
                    <a:lnTo>
                      <a:pt x="97" y="68"/>
                    </a:lnTo>
                    <a:lnTo>
                      <a:pt x="101" y="76"/>
                    </a:lnTo>
                    <a:lnTo>
                      <a:pt x="104" y="83"/>
                    </a:lnTo>
                    <a:lnTo>
                      <a:pt x="11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244"/>
              <p:cNvSpPr>
                <a:spLocks/>
              </p:cNvSpPr>
              <p:nvPr/>
            </p:nvSpPr>
            <p:spPr bwMode="auto">
              <a:xfrm flipH="1">
                <a:off x="805" y="2037"/>
                <a:ext cx="11" cy="56"/>
              </a:xfrm>
              <a:custGeom>
                <a:avLst/>
                <a:gdLst>
                  <a:gd name="T0" fmla="*/ 24 w 33"/>
                  <a:gd name="T1" fmla="*/ 168 h 168"/>
                  <a:gd name="T2" fmla="*/ 24 w 33"/>
                  <a:gd name="T3" fmla="*/ 168 h 168"/>
                  <a:gd name="T4" fmla="*/ 27 w 33"/>
                  <a:gd name="T5" fmla="*/ 156 h 168"/>
                  <a:gd name="T6" fmla="*/ 29 w 33"/>
                  <a:gd name="T7" fmla="*/ 145 h 168"/>
                  <a:gd name="T8" fmla="*/ 30 w 33"/>
                  <a:gd name="T9" fmla="*/ 133 h 168"/>
                  <a:gd name="T10" fmla="*/ 32 w 33"/>
                  <a:gd name="T11" fmla="*/ 122 h 168"/>
                  <a:gd name="T12" fmla="*/ 33 w 33"/>
                  <a:gd name="T13" fmla="*/ 112 h 168"/>
                  <a:gd name="T14" fmla="*/ 33 w 33"/>
                  <a:gd name="T15" fmla="*/ 101 h 168"/>
                  <a:gd name="T16" fmla="*/ 33 w 33"/>
                  <a:gd name="T17" fmla="*/ 91 h 168"/>
                  <a:gd name="T18" fmla="*/ 33 w 33"/>
                  <a:gd name="T19" fmla="*/ 81 h 168"/>
                  <a:gd name="T20" fmla="*/ 32 w 33"/>
                  <a:gd name="T21" fmla="*/ 70 h 168"/>
                  <a:gd name="T22" fmla="*/ 29 w 33"/>
                  <a:gd name="T23" fmla="*/ 60 h 168"/>
                  <a:gd name="T24" fmla="*/ 28 w 33"/>
                  <a:gd name="T25" fmla="*/ 52 h 168"/>
                  <a:gd name="T26" fmla="*/ 24 w 33"/>
                  <a:gd name="T27" fmla="*/ 40 h 168"/>
                  <a:gd name="T28" fmla="*/ 22 w 33"/>
                  <a:gd name="T29" fmla="*/ 30 h 168"/>
                  <a:gd name="T30" fmla="*/ 18 w 33"/>
                  <a:gd name="T31" fmla="*/ 21 h 168"/>
                  <a:gd name="T32" fmla="*/ 15 w 33"/>
                  <a:gd name="T33" fmla="*/ 11 h 168"/>
                  <a:gd name="T34" fmla="*/ 11 w 33"/>
                  <a:gd name="T35" fmla="*/ 0 h 168"/>
                  <a:gd name="T36" fmla="*/ 0 w 33"/>
                  <a:gd name="T37" fmla="*/ 5 h 168"/>
                  <a:gd name="T38" fmla="*/ 4 w 33"/>
                  <a:gd name="T39" fmla="*/ 15 h 168"/>
                  <a:gd name="T40" fmla="*/ 7 w 33"/>
                  <a:gd name="T41" fmla="*/ 25 h 168"/>
                  <a:gd name="T42" fmla="*/ 11 w 33"/>
                  <a:gd name="T43" fmla="*/ 35 h 168"/>
                  <a:gd name="T44" fmla="*/ 15 w 33"/>
                  <a:gd name="T45" fmla="*/ 44 h 168"/>
                  <a:gd name="T46" fmla="*/ 16 w 33"/>
                  <a:gd name="T47" fmla="*/ 54 h 168"/>
                  <a:gd name="T48" fmla="*/ 18 w 33"/>
                  <a:gd name="T49" fmla="*/ 63 h 168"/>
                  <a:gd name="T50" fmla="*/ 20 w 33"/>
                  <a:gd name="T51" fmla="*/ 73 h 168"/>
                  <a:gd name="T52" fmla="*/ 21 w 33"/>
                  <a:gd name="T53" fmla="*/ 82 h 168"/>
                  <a:gd name="T54" fmla="*/ 22 w 33"/>
                  <a:gd name="T55" fmla="*/ 92 h 168"/>
                  <a:gd name="T56" fmla="*/ 22 w 33"/>
                  <a:gd name="T57" fmla="*/ 101 h 168"/>
                  <a:gd name="T58" fmla="*/ 22 w 33"/>
                  <a:gd name="T59" fmla="*/ 111 h 168"/>
                  <a:gd name="T60" fmla="*/ 21 w 33"/>
                  <a:gd name="T61" fmla="*/ 121 h 168"/>
                  <a:gd name="T62" fmla="*/ 20 w 33"/>
                  <a:gd name="T63" fmla="*/ 132 h 168"/>
                  <a:gd name="T64" fmla="*/ 18 w 33"/>
                  <a:gd name="T65" fmla="*/ 142 h 168"/>
                  <a:gd name="T66" fmla="*/ 16 w 33"/>
                  <a:gd name="T67" fmla="*/ 153 h 168"/>
                  <a:gd name="T68" fmla="*/ 12 w 33"/>
                  <a:gd name="T69" fmla="*/ 165 h 168"/>
                  <a:gd name="T70" fmla="*/ 12 w 33"/>
                  <a:gd name="T71" fmla="*/ 166 h 168"/>
                  <a:gd name="T72" fmla="*/ 24 w 33"/>
                  <a:gd name="T73" fmla="*/ 168 h 16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3"/>
                  <a:gd name="T112" fmla="*/ 0 h 168"/>
                  <a:gd name="T113" fmla="*/ 33 w 33"/>
                  <a:gd name="T114" fmla="*/ 168 h 16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3" h="168">
                    <a:moveTo>
                      <a:pt x="24" y="168"/>
                    </a:moveTo>
                    <a:lnTo>
                      <a:pt x="24" y="168"/>
                    </a:lnTo>
                    <a:lnTo>
                      <a:pt x="27" y="156"/>
                    </a:lnTo>
                    <a:lnTo>
                      <a:pt x="29" y="145"/>
                    </a:lnTo>
                    <a:lnTo>
                      <a:pt x="30" y="133"/>
                    </a:lnTo>
                    <a:lnTo>
                      <a:pt x="32" y="122"/>
                    </a:lnTo>
                    <a:lnTo>
                      <a:pt x="33" y="112"/>
                    </a:lnTo>
                    <a:lnTo>
                      <a:pt x="33" y="101"/>
                    </a:lnTo>
                    <a:lnTo>
                      <a:pt x="33" y="91"/>
                    </a:lnTo>
                    <a:lnTo>
                      <a:pt x="33" y="81"/>
                    </a:lnTo>
                    <a:lnTo>
                      <a:pt x="32" y="70"/>
                    </a:lnTo>
                    <a:lnTo>
                      <a:pt x="29" y="60"/>
                    </a:lnTo>
                    <a:lnTo>
                      <a:pt x="28" y="52"/>
                    </a:lnTo>
                    <a:lnTo>
                      <a:pt x="24" y="40"/>
                    </a:lnTo>
                    <a:lnTo>
                      <a:pt x="22" y="30"/>
                    </a:lnTo>
                    <a:lnTo>
                      <a:pt x="18" y="21"/>
                    </a:lnTo>
                    <a:lnTo>
                      <a:pt x="15" y="11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4" y="15"/>
                    </a:lnTo>
                    <a:lnTo>
                      <a:pt x="7" y="25"/>
                    </a:lnTo>
                    <a:lnTo>
                      <a:pt x="11" y="35"/>
                    </a:lnTo>
                    <a:lnTo>
                      <a:pt x="15" y="44"/>
                    </a:lnTo>
                    <a:lnTo>
                      <a:pt x="16" y="54"/>
                    </a:lnTo>
                    <a:lnTo>
                      <a:pt x="18" y="63"/>
                    </a:lnTo>
                    <a:lnTo>
                      <a:pt x="20" y="73"/>
                    </a:lnTo>
                    <a:lnTo>
                      <a:pt x="21" y="82"/>
                    </a:lnTo>
                    <a:lnTo>
                      <a:pt x="22" y="92"/>
                    </a:lnTo>
                    <a:lnTo>
                      <a:pt x="22" y="101"/>
                    </a:lnTo>
                    <a:lnTo>
                      <a:pt x="22" y="111"/>
                    </a:lnTo>
                    <a:lnTo>
                      <a:pt x="21" y="121"/>
                    </a:lnTo>
                    <a:lnTo>
                      <a:pt x="20" y="132"/>
                    </a:lnTo>
                    <a:lnTo>
                      <a:pt x="18" y="142"/>
                    </a:lnTo>
                    <a:lnTo>
                      <a:pt x="16" y="153"/>
                    </a:lnTo>
                    <a:lnTo>
                      <a:pt x="12" y="165"/>
                    </a:lnTo>
                    <a:lnTo>
                      <a:pt x="12" y="166"/>
                    </a:lnTo>
                    <a:lnTo>
                      <a:pt x="24" y="16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245"/>
              <p:cNvSpPr>
                <a:spLocks/>
              </p:cNvSpPr>
              <p:nvPr/>
            </p:nvSpPr>
            <p:spPr bwMode="auto">
              <a:xfrm flipH="1">
                <a:off x="808" y="2092"/>
                <a:ext cx="83" cy="65"/>
              </a:xfrm>
              <a:custGeom>
                <a:avLst/>
                <a:gdLst>
                  <a:gd name="T0" fmla="*/ 16 w 249"/>
                  <a:gd name="T1" fmla="*/ 184 h 195"/>
                  <a:gd name="T2" fmla="*/ 16 w 249"/>
                  <a:gd name="T3" fmla="*/ 195 h 195"/>
                  <a:gd name="T4" fmla="*/ 34 w 249"/>
                  <a:gd name="T5" fmla="*/ 187 h 195"/>
                  <a:gd name="T6" fmla="*/ 52 w 249"/>
                  <a:gd name="T7" fmla="*/ 180 h 195"/>
                  <a:gd name="T8" fmla="*/ 70 w 249"/>
                  <a:gd name="T9" fmla="*/ 172 h 195"/>
                  <a:gd name="T10" fmla="*/ 87 w 249"/>
                  <a:gd name="T11" fmla="*/ 165 h 195"/>
                  <a:gd name="T12" fmla="*/ 107 w 249"/>
                  <a:gd name="T13" fmla="*/ 157 h 195"/>
                  <a:gd name="T14" fmla="*/ 123 w 249"/>
                  <a:gd name="T15" fmla="*/ 148 h 195"/>
                  <a:gd name="T16" fmla="*/ 140 w 249"/>
                  <a:gd name="T17" fmla="*/ 140 h 195"/>
                  <a:gd name="T18" fmla="*/ 157 w 249"/>
                  <a:gd name="T19" fmla="*/ 129 h 195"/>
                  <a:gd name="T20" fmla="*/ 173 w 249"/>
                  <a:gd name="T21" fmla="*/ 118 h 195"/>
                  <a:gd name="T22" fmla="*/ 188 w 249"/>
                  <a:gd name="T23" fmla="*/ 107 h 195"/>
                  <a:gd name="T24" fmla="*/ 202 w 249"/>
                  <a:gd name="T25" fmla="*/ 93 h 195"/>
                  <a:gd name="T26" fmla="*/ 214 w 249"/>
                  <a:gd name="T27" fmla="*/ 79 h 195"/>
                  <a:gd name="T28" fmla="*/ 225 w 249"/>
                  <a:gd name="T29" fmla="*/ 62 h 195"/>
                  <a:gd name="T30" fmla="*/ 235 w 249"/>
                  <a:gd name="T31" fmla="*/ 44 h 195"/>
                  <a:gd name="T32" fmla="*/ 242 w 249"/>
                  <a:gd name="T33" fmla="*/ 24 h 195"/>
                  <a:gd name="T34" fmla="*/ 249 w 249"/>
                  <a:gd name="T35" fmla="*/ 2 h 195"/>
                  <a:gd name="T36" fmla="*/ 237 w 249"/>
                  <a:gd name="T37" fmla="*/ 0 h 195"/>
                  <a:gd name="T38" fmla="*/ 232 w 249"/>
                  <a:gd name="T39" fmla="*/ 20 h 195"/>
                  <a:gd name="T40" fmla="*/ 225 w 249"/>
                  <a:gd name="T41" fmla="*/ 39 h 195"/>
                  <a:gd name="T42" fmla="*/ 215 w 249"/>
                  <a:gd name="T43" fmla="*/ 57 h 195"/>
                  <a:gd name="T44" fmla="*/ 206 w 249"/>
                  <a:gd name="T45" fmla="*/ 72 h 195"/>
                  <a:gd name="T46" fmla="*/ 194 w 249"/>
                  <a:gd name="T47" fmla="*/ 85 h 195"/>
                  <a:gd name="T48" fmla="*/ 180 w 249"/>
                  <a:gd name="T49" fmla="*/ 98 h 195"/>
                  <a:gd name="T50" fmla="*/ 166 w 249"/>
                  <a:gd name="T51" fmla="*/ 109 h 195"/>
                  <a:gd name="T52" fmla="*/ 151 w 249"/>
                  <a:gd name="T53" fmla="*/ 119 h 195"/>
                  <a:gd name="T54" fmla="*/ 136 w 249"/>
                  <a:gd name="T55" fmla="*/ 129 h 195"/>
                  <a:gd name="T56" fmla="*/ 119 w 249"/>
                  <a:gd name="T57" fmla="*/ 137 h 195"/>
                  <a:gd name="T58" fmla="*/ 102 w 249"/>
                  <a:gd name="T59" fmla="*/ 146 h 195"/>
                  <a:gd name="T60" fmla="*/ 84 w 249"/>
                  <a:gd name="T61" fmla="*/ 153 h 195"/>
                  <a:gd name="T62" fmla="*/ 65 w 249"/>
                  <a:gd name="T63" fmla="*/ 161 h 195"/>
                  <a:gd name="T64" fmla="*/ 47 w 249"/>
                  <a:gd name="T65" fmla="*/ 168 h 195"/>
                  <a:gd name="T66" fmla="*/ 29 w 249"/>
                  <a:gd name="T67" fmla="*/ 176 h 195"/>
                  <a:gd name="T68" fmla="*/ 11 w 249"/>
                  <a:gd name="T69" fmla="*/ 184 h 195"/>
                  <a:gd name="T70" fmla="*/ 11 w 249"/>
                  <a:gd name="T71" fmla="*/ 195 h 195"/>
                  <a:gd name="T72" fmla="*/ 11 w 249"/>
                  <a:gd name="T73" fmla="*/ 184 h 195"/>
                  <a:gd name="T74" fmla="*/ 0 w 249"/>
                  <a:gd name="T75" fmla="*/ 189 h 195"/>
                  <a:gd name="T76" fmla="*/ 11 w 249"/>
                  <a:gd name="T77" fmla="*/ 194 h 195"/>
                  <a:gd name="T78" fmla="*/ 16 w 249"/>
                  <a:gd name="T79" fmla="*/ 184 h 19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9"/>
                  <a:gd name="T121" fmla="*/ 0 h 195"/>
                  <a:gd name="T122" fmla="*/ 249 w 249"/>
                  <a:gd name="T123" fmla="*/ 195 h 19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9" h="195">
                    <a:moveTo>
                      <a:pt x="16" y="184"/>
                    </a:moveTo>
                    <a:lnTo>
                      <a:pt x="16" y="195"/>
                    </a:lnTo>
                    <a:lnTo>
                      <a:pt x="34" y="187"/>
                    </a:lnTo>
                    <a:lnTo>
                      <a:pt x="52" y="180"/>
                    </a:lnTo>
                    <a:lnTo>
                      <a:pt x="70" y="172"/>
                    </a:lnTo>
                    <a:lnTo>
                      <a:pt x="87" y="165"/>
                    </a:lnTo>
                    <a:lnTo>
                      <a:pt x="107" y="157"/>
                    </a:lnTo>
                    <a:lnTo>
                      <a:pt x="123" y="148"/>
                    </a:lnTo>
                    <a:lnTo>
                      <a:pt x="140" y="140"/>
                    </a:lnTo>
                    <a:lnTo>
                      <a:pt x="157" y="129"/>
                    </a:lnTo>
                    <a:lnTo>
                      <a:pt x="173" y="118"/>
                    </a:lnTo>
                    <a:lnTo>
                      <a:pt x="188" y="107"/>
                    </a:lnTo>
                    <a:lnTo>
                      <a:pt x="202" y="93"/>
                    </a:lnTo>
                    <a:lnTo>
                      <a:pt x="214" y="79"/>
                    </a:lnTo>
                    <a:lnTo>
                      <a:pt x="225" y="62"/>
                    </a:lnTo>
                    <a:lnTo>
                      <a:pt x="235" y="44"/>
                    </a:lnTo>
                    <a:lnTo>
                      <a:pt x="242" y="24"/>
                    </a:lnTo>
                    <a:lnTo>
                      <a:pt x="249" y="2"/>
                    </a:lnTo>
                    <a:lnTo>
                      <a:pt x="237" y="0"/>
                    </a:lnTo>
                    <a:lnTo>
                      <a:pt x="232" y="20"/>
                    </a:lnTo>
                    <a:lnTo>
                      <a:pt x="225" y="39"/>
                    </a:lnTo>
                    <a:lnTo>
                      <a:pt x="215" y="57"/>
                    </a:lnTo>
                    <a:lnTo>
                      <a:pt x="206" y="72"/>
                    </a:lnTo>
                    <a:lnTo>
                      <a:pt x="194" y="85"/>
                    </a:lnTo>
                    <a:lnTo>
                      <a:pt x="180" y="98"/>
                    </a:lnTo>
                    <a:lnTo>
                      <a:pt x="166" y="109"/>
                    </a:lnTo>
                    <a:lnTo>
                      <a:pt x="151" y="119"/>
                    </a:lnTo>
                    <a:lnTo>
                      <a:pt x="136" y="129"/>
                    </a:lnTo>
                    <a:lnTo>
                      <a:pt x="119" y="137"/>
                    </a:lnTo>
                    <a:lnTo>
                      <a:pt x="102" y="146"/>
                    </a:lnTo>
                    <a:lnTo>
                      <a:pt x="84" y="153"/>
                    </a:lnTo>
                    <a:lnTo>
                      <a:pt x="65" y="161"/>
                    </a:lnTo>
                    <a:lnTo>
                      <a:pt x="47" y="168"/>
                    </a:lnTo>
                    <a:lnTo>
                      <a:pt x="29" y="176"/>
                    </a:lnTo>
                    <a:lnTo>
                      <a:pt x="11" y="184"/>
                    </a:lnTo>
                    <a:lnTo>
                      <a:pt x="11" y="195"/>
                    </a:lnTo>
                    <a:lnTo>
                      <a:pt x="11" y="184"/>
                    </a:lnTo>
                    <a:lnTo>
                      <a:pt x="0" y="189"/>
                    </a:lnTo>
                    <a:lnTo>
                      <a:pt x="11" y="194"/>
                    </a:lnTo>
                    <a:lnTo>
                      <a:pt x="16" y="18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246"/>
              <p:cNvSpPr>
                <a:spLocks/>
              </p:cNvSpPr>
              <p:nvPr/>
            </p:nvSpPr>
            <p:spPr bwMode="auto">
              <a:xfrm flipH="1">
                <a:off x="707" y="2075"/>
                <a:ext cx="180" cy="87"/>
              </a:xfrm>
              <a:custGeom>
                <a:avLst/>
                <a:gdLst>
                  <a:gd name="T0" fmla="*/ 530 w 540"/>
                  <a:gd name="T1" fmla="*/ 0 h 261"/>
                  <a:gd name="T2" fmla="*/ 494 w 540"/>
                  <a:gd name="T3" fmla="*/ 52 h 261"/>
                  <a:gd name="T4" fmla="*/ 455 w 540"/>
                  <a:gd name="T5" fmla="*/ 98 h 261"/>
                  <a:gd name="T6" fmla="*/ 415 w 540"/>
                  <a:gd name="T7" fmla="*/ 135 h 261"/>
                  <a:gd name="T8" fmla="*/ 375 w 540"/>
                  <a:gd name="T9" fmla="*/ 167 h 261"/>
                  <a:gd name="T10" fmla="*/ 333 w 540"/>
                  <a:gd name="T11" fmla="*/ 193 h 261"/>
                  <a:gd name="T12" fmla="*/ 293 w 540"/>
                  <a:gd name="T13" fmla="*/ 213 h 261"/>
                  <a:gd name="T14" fmla="*/ 252 w 540"/>
                  <a:gd name="T15" fmla="*/ 228 h 261"/>
                  <a:gd name="T16" fmla="*/ 212 w 540"/>
                  <a:gd name="T17" fmla="*/ 239 h 261"/>
                  <a:gd name="T18" fmla="*/ 174 w 540"/>
                  <a:gd name="T19" fmla="*/ 245 h 261"/>
                  <a:gd name="T20" fmla="*/ 138 w 540"/>
                  <a:gd name="T21" fmla="*/ 249 h 261"/>
                  <a:gd name="T22" fmla="*/ 105 w 540"/>
                  <a:gd name="T23" fmla="*/ 250 h 261"/>
                  <a:gd name="T24" fmla="*/ 76 w 540"/>
                  <a:gd name="T25" fmla="*/ 249 h 261"/>
                  <a:gd name="T26" fmla="*/ 51 w 540"/>
                  <a:gd name="T27" fmla="*/ 245 h 261"/>
                  <a:gd name="T28" fmla="*/ 30 w 540"/>
                  <a:gd name="T29" fmla="*/ 241 h 261"/>
                  <a:gd name="T30" fmla="*/ 14 w 540"/>
                  <a:gd name="T31" fmla="*/ 237 h 261"/>
                  <a:gd name="T32" fmla="*/ 5 w 540"/>
                  <a:gd name="T33" fmla="*/ 234 h 261"/>
                  <a:gd name="T34" fmla="*/ 5 w 540"/>
                  <a:gd name="T35" fmla="*/ 246 h 261"/>
                  <a:gd name="T36" fmla="*/ 19 w 540"/>
                  <a:gd name="T37" fmla="*/ 251 h 261"/>
                  <a:gd name="T38" fmla="*/ 39 w 540"/>
                  <a:gd name="T39" fmla="*/ 255 h 261"/>
                  <a:gd name="T40" fmla="*/ 62 w 540"/>
                  <a:gd name="T41" fmla="*/ 259 h 261"/>
                  <a:gd name="T42" fmla="*/ 89 w 540"/>
                  <a:gd name="T43" fmla="*/ 261 h 261"/>
                  <a:gd name="T44" fmla="*/ 122 w 540"/>
                  <a:gd name="T45" fmla="*/ 261 h 261"/>
                  <a:gd name="T46" fmla="*/ 157 w 540"/>
                  <a:gd name="T47" fmla="*/ 259 h 261"/>
                  <a:gd name="T48" fmla="*/ 195 w 540"/>
                  <a:gd name="T49" fmla="*/ 254 h 261"/>
                  <a:gd name="T50" fmla="*/ 234 w 540"/>
                  <a:gd name="T51" fmla="*/ 245 h 261"/>
                  <a:gd name="T52" fmla="*/ 276 w 540"/>
                  <a:gd name="T53" fmla="*/ 232 h 261"/>
                  <a:gd name="T54" fmla="*/ 318 w 540"/>
                  <a:gd name="T55" fmla="*/ 215 h 261"/>
                  <a:gd name="T56" fmla="*/ 359 w 540"/>
                  <a:gd name="T57" fmla="*/ 191 h 261"/>
                  <a:gd name="T58" fmla="*/ 402 w 540"/>
                  <a:gd name="T59" fmla="*/ 162 h 261"/>
                  <a:gd name="T60" fmla="*/ 443 w 540"/>
                  <a:gd name="T61" fmla="*/ 127 h 261"/>
                  <a:gd name="T62" fmla="*/ 484 w 540"/>
                  <a:gd name="T63" fmla="*/ 84 h 261"/>
                  <a:gd name="T64" fmla="*/ 522 w 540"/>
                  <a:gd name="T65" fmla="*/ 34 h 261"/>
                  <a:gd name="T66" fmla="*/ 540 w 540"/>
                  <a:gd name="T67" fmla="*/ 6 h 26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40"/>
                  <a:gd name="T103" fmla="*/ 0 h 261"/>
                  <a:gd name="T104" fmla="*/ 540 w 540"/>
                  <a:gd name="T105" fmla="*/ 261 h 26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40" h="261">
                    <a:moveTo>
                      <a:pt x="530" y="0"/>
                    </a:moveTo>
                    <a:lnTo>
                      <a:pt x="530" y="0"/>
                    </a:lnTo>
                    <a:lnTo>
                      <a:pt x="512" y="27"/>
                    </a:lnTo>
                    <a:lnTo>
                      <a:pt x="494" y="52"/>
                    </a:lnTo>
                    <a:lnTo>
                      <a:pt x="474" y="76"/>
                    </a:lnTo>
                    <a:lnTo>
                      <a:pt x="455" y="98"/>
                    </a:lnTo>
                    <a:lnTo>
                      <a:pt x="436" y="118"/>
                    </a:lnTo>
                    <a:lnTo>
                      <a:pt x="415" y="135"/>
                    </a:lnTo>
                    <a:lnTo>
                      <a:pt x="396" y="153"/>
                    </a:lnTo>
                    <a:lnTo>
                      <a:pt x="375" y="167"/>
                    </a:lnTo>
                    <a:lnTo>
                      <a:pt x="355" y="181"/>
                    </a:lnTo>
                    <a:lnTo>
                      <a:pt x="333" y="193"/>
                    </a:lnTo>
                    <a:lnTo>
                      <a:pt x="313" y="203"/>
                    </a:lnTo>
                    <a:lnTo>
                      <a:pt x="293" y="213"/>
                    </a:lnTo>
                    <a:lnTo>
                      <a:pt x="271" y="221"/>
                    </a:lnTo>
                    <a:lnTo>
                      <a:pt x="252" y="228"/>
                    </a:lnTo>
                    <a:lnTo>
                      <a:pt x="231" y="234"/>
                    </a:lnTo>
                    <a:lnTo>
                      <a:pt x="212" y="239"/>
                    </a:lnTo>
                    <a:lnTo>
                      <a:pt x="192" y="242"/>
                    </a:lnTo>
                    <a:lnTo>
                      <a:pt x="174" y="245"/>
                    </a:lnTo>
                    <a:lnTo>
                      <a:pt x="156" y="247"/>
                    </a:lnTo>
                    <a:lnTo>
                      <a:pt x="138" y="249"/>
                    </a:lnTo>
                    <a:lnTo>
                      <a:pt x="122" y="250"/>
                    </a:lnTo>
                    <a:lnTo>
                      <a:pt x="105" y="250"/>
                    </a:lnTo>
                    <a:lnTo>
                      <a:pt x="91" y="249"/>
                    </a:lnTo>
                    <a:lnTo>
                      <a:pt x="76" y="249"/>
                    </a:lnTo>
                    <a:lnTo>
                      <a:pt x="63" y="247"/>
                    </a:lnTo>
                    <a:lnTo>
                      <a:pt x="51" y="245"/>
                    </a:lnTo>
                    <a:lnTo>
                      <a:pt x="40" y="244"/>
                    </a:lnTo>
                    <a:lnTo>
                      <a:pt x="30" y="241"/>
                    </a:lnTo>
                    <a:lnTo>
                      <a:pt x="22" y="240"/>
                    </a:lnTo>
                    <a:lnTo>
                      <a:pt x="14" y="237"/>
                    </a:lnTo>
                    <a:lnTo>
                      <a:pt x="8" y="236"/>
                    </a:lnTo>
                    <a:lnTo>
                      <a:pt x="5" y="234"/>
                    </a:lnTo>
                    <a:lnTo>
                      <a:pt x="0" y="245"/>
                    </a:lnTo>
                    <a:lnTo>
                      <a:pt x="5" y="246"/>
                    </a:lnTo>
                    <a:lnTo>
                      <a:pt x="11" y="249"/>
                    </a:lnTo>
                    <a:lnTo>
                      <a:pt x="19" y="251"/>
                    </a:lnTo>
                    <a:lnTo>
                      <a:pt x="28" y="254"/>
                    </a:lnTo>
                    <a:lnTo>
                      <a:pt x="39" y="255"/>
                    </a:lnTo>
                    <a:lnTo>
                      <a:pt x="50" y="257"/>
                    </a:lnTo>
                    <a:lnTo>
                      <a:pt x="62" y="259"/>
                    </a:lnTo>
                    <a:lnTo>
                      <a:pt x="75" y="260"/>
                    </a:lnTo>
                    <a:lnTo>
                      <a:pt x="89" y="261"/>
                    </a:lnTo>
                    <a:lnTo>
                      <a:pt x="105" y="261"/>
                    </a:lnTo>
                    <a:lnTo>
                      <a:pt x="122" y="261"/>
                    </a:lnTo>
                    <a:lnTo>
                      <a:pt x="139" y="260"/>
                    </a:lnTo>
                    <a:lnTo>
                      <a:pt x="157" y="259"/>
                    </a:lnTo>
                    <a:lnTo>
                      <a:pt x="175" y="257"/>
                    </a:lnTo>
                    <a:lnTo>
                      <a:pt x="195" y="254"/>
                    </a:lnTo>
                    <a:lnTo>
                      <a:pt x="214" y="250"/>
                    </a:lnTo>
                    <a:lnTo>
                      <a:pt x="234" y="245"/>
                    </a:lnTo>
                    <a:lnTo>
                      <a:pt x="254" y="239"/>
                    </a:lnTo>
                    <a:lnTo>
                      <a:pt x="276" y="232"/>
                    </a:lnTo>
                    <a:lnTo>
                      <a:pt x="296" y="223"/>
                    </a:lnTo>
                    <a:lnTo>
                      <a:pt x="318" y="215"/>
                    </a:lnTo>
                    <a:lnTo>
                      <a:pt x="339" y="203"/>
                    </a:lnTo>
                    <a:lnTo>
                      <a:pt x="359" y="191"/>
                    </a:lnTo>
                    <a:lnTo>
                      <a:pt x="381" y="177"/>
                    </a:lnTo>
                    <a:lnTo>
                      <a:pt x="402" y="162"/>
                    </a:lnTo>
                    <a:lnTo>
                      <a:pt x="422" y="146"/>
                    </a:lnTo>
                    <a:lnTo>
                      <a:pt x="443" y="127"/>
                    </a:lnTo>
                    <a:lnTo>
                      <a:pt x="464" y="107"/>
                    </a:lnTo>
                    <a:lnTo>
                      <a:pt x="484" y="84"/>
                    </a:lnTo>
                    <a:lnTo>
                      <a:pt x="502" y="60"/>
                    </a:lnTo>
                    <a:lnTo>
                      <a:pt x="522" y="34"/>
                    </a:lnTo>
                    <a:lnTo>
                      <a:pt x="540" y="6"/>
                    </a:lnTo>
                    <a:lnTo>
                      <a:pt x="53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247"/>
              <p:cNvSpPr>
                <a:spLocks/>
              </p:cNvSpPr>
              <p:nvPr/>
            </p:nvSpPr>
            <p:spPr bwMode="auto">
              <a:xfrm flipH="1">
                <a:off x="703" y="2005"/>
                <a:ext cx="8" cy="72"/>
              </a:xfrm>
              <a:custGeom>
                <a:avLst/>
                <a:gdLst>
                  <a:gd name="T0" fmla="*/ 8 w 24"/>
                  <a:gd name="T1" fmla="*/ 7 h 216"/>
                  <a:gd name="T2" fmla="*/ 0 w 24"/>
                  <a:gd name="T3" fmla="*/ 11 h 216"/>
                  <a:gd name="T4" fmla="*/ 0 w 24"/>
                  <a:gd name="T5" fmla="*/ 24 h 216"/>
                  <a:gd name="T6" fmla="*/ 1 w 24"/>
                  <a:gd name="T7" fmla="*/ 36 h 216"/>
                  <a:gd name="T8" fmla="*/ 2 w 24"/>
                  <a:gd name="T9" fmla="*/ 49 h 216"/>
                  <a:gd name="T10" fmla="*/ 4 w 24"/>
                  <a:gd name="T11" fmla="*/ 63 h 216"/>
                  <a:gd name="T12" fmla="*/ 6 w 24"/>
                  <a:gd name="T13" fmla="*/ 76 h 216"/>
                  <a:gd name="T14" fmla="*/ 7 w 24"/>
                  <a:gd name="T15" fmla="*/ 89 h 216"/>
                  <a:gd name="T16" fmla="*/ 10 w 24"/>
                  <a:gd name="T17" fmla="*/ 103 h 216"/>
                  <a:gd name="T18" fmla="*/ 11 w 24"/>
                  <a:gd name="T19" fmla="*/ 117 h 216"/>
                  <a:gd name="T20" fmla="*/ 12 w 24"/>
                  <a:gd name="T21" fmla="*/ 131 h 216"/>
                  <a:gd name="T22" fmla="*/ 13 w 24"/>
                  <a:gd name="T23" fmla="*/ 143 h 216"/>
                  <a:gd name="T24" fmla="*/ 13 w 24"/>
                  <a:gd name="T25" fmla="*/ 156 h 216"/>
                  <a:gd name="T26" fmla="*/ 12 w 24"/>
                  <a:gd name="T27" fmla="*/ 168 h 216"/>
                  <a:gd name="T28" fmla="*/ 11 w 24"/>
                  <a:gd name="T29" fmla="*/ 180 h 216"/>
                  <a:gd name="T30" fmla="*/ 8 w 24"/>
                  <a:gd name="T31" fmla="*/ 191 h 216"/>
                  <a:gd name="T32" fmla="*/ 5 w 24"/>
                  <a:gd name="T33" fmla="*/ 201 h 216"/>
                  <a:gd name="T34" fmla="*/ 1 w 24"/>
                  <a:gd name="T35" fmla="*/ 210 h 216"/>
                  <a:gd name="T36" fmla="*/ 11 w 24"/>
                  <a:gd name="T37" fmla="*/ 216 h 216"/>
                  <a:gd name="T38" fmla="*/ 16 w 24"/>
                  <a:gd name="T39" fmla="*/ 205 h 216"/>
                  <a:gd name="T40" fmla="*/ 19 w 24"/>
                  <a:gd name="T41" fmla="*/ 193 h 216"/>
                  <a:gd name="T42" fmla="*/ 22 w 24"/>
                  <a:gd name="T43" fmla="*/ 182 h 216"/>
                  <a:gd name="T44" fmla="*/ 24 w 24"/>
                  <a:gd name="T45" fmla="*/ 169 h 216"/>
                  <a:gd name="T46" fmla="*/ 24 w 24"/>
                  <a:gd name="T47" fmla="*/ 156 h 216"/>
                  <a:gd name="T48" fmla="*/ 24 w 24"/>
                  <a:gd name="T49" fmla="*/ 143 h 216"/>
                  <a:gd name="T50" fmla="*/ 23 w 24"/>
                  <a:gd name="T51" fmla="*/ 129 h 216"/>
                  <a:gd name="T52" fmla="*/ 22 w 24"/>
                  <a:gd name="T53" fmla="*/ 115 h 216"/>
                  <a:gd name="T54" fmla="*/ 20 w 24"/>
                  <a:gd name="T55" fmla="*/ 102 h 216"/>
                  <a:gd name="T56" fmla="*/ 19 w 24"/>
                  <a:gd name="T57" fmla="*/ 88 h 216"/>
                  <a:gd name="T58" fmla="*/ 17 w 24"/>
                  <a:gd name="T59" fmla="*/ 74 h 216"/>
                  <a:gd name="T60" fmla="*/ 16 w 24"/>
                  <a:gd name="T61" fmla="*/ 61 h 216"/>
                  <a:gd name="T62" fmla="*/ 13 w 24"/>
                  <a:gd name="T63" fmla="*/ 48 h 216"/>
                  <a:gd name="T64" fmla="*/ 12 w 24"/>
                  <a:gd name="T65" fmla="*/ 35 h 216"/>
                  <a:gd name="T66" fmla="*/ 12 w 24"/>
                  <a:gd name="T67" fmla="*/ 22 h 216"/>
                  <a:gd name="T68" fmla="*/ 11 w 24"/>
                  <a:gd name="T69" fmla="*/ 11 h 216"/>
                  <a:gd name="T70" fmla="*/ 2 w 24"/>
                  <a:gd name="T71" fmla="*/ 16 h 216"/>
                  <a:gd name="T72" fmla="*/ 8 w 24"/>
                  <a:gd name="T73" fmla="*/ 7 h 216"/>
                  <a:gd name="T74" fmla="*/ 0 w 24"/>
                  <a:gd name="T75" fmla="*/ 0 h 216"/>
                  <a:gd name="T76" fmla="*/ 0 w 24"/>
                  <a:gd name="T77" fmla="*/ 11 h 216"/>
                  <a:gd name="T78" fmla="*/ 8 w 24"/>
                  <a:gd name="T79" fmla="*/ 7 h 2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"/>
                  <a:gd name="T121" fmla="*/ 0 h 216"/>
                  <a:gd name="T122" fmla="*/ 24 w 24"/>
                  <a:gd name="T123" fmla="*/ 216 h 21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" h="216">
                    <a:moveTo>
                      <a:pt x="8" y="7"/>
                    </a:moveTo>
                    <a:lnTo>
                      <a:pt x="0" y="11"/>
                    </a:lnTo>
                    <a:lnTo>
                      <a:pt x="0" y="24"/>
                    </a:lnTo>
                    <a:lnTo>
                      <a:pt x="1" y="36"/>
                    </a:lnTo>
                    <a:lnTo>
                      <a:pt x="2" y="49"/>
                    </a:lnTo>
                    <a:lnTo>
                      <a:pt x="4" y="63"/>
                    </a:lnTo>
                    <a:lnTo>
                      <a:pt x="6" y="76"/>
                    </a:lnTo>
                    <a:lnTo>
                      <a:pt x="7" y="89"/>
                    </a:lnTo>
                    <a:lnTo>
                      <a:pt x="10" y="103"/>
                    </a:lnTo>
                    <a:lnTo>
                      <a:pt x="11" y="117"/>
                    </a:lnTo>
                    <a:lnTo>
                      <a:pt x="12" y="131"/>
                    </a:lnTo>
                    <a:lnTo>
                      <a:pt x="13" y="143"/>
                    </a:lnTo>
                    <a:lnTo>
                      <a:pt x="13" y="156"/>
                    </a:lnTo>
                    <a:lnTo>
                      <a:pt x="12" y="168"/>
                    </a:lnTo>
                    <a:lnTo>
                      <a:pt x="11" y="180"/>
                    </a:lnTo>
                    <a:lnTo>
                      <a:pt x="8" y="191"/>
                    </a:lnTo>
                    <a:lnTo>
                      <a:pt x="5" y="201"/>
                    </a:lnTo>
                    <a:lnTo>
                      <a:pt x="1" y="210"/>
                    </a:lnTo>
                    <a:lnTo>
                      <a:pt x="11" y="216"/>
                    </a:lnTo>
                    <a:lnTo>
                      <a:pt x="16" y="205"/>
                    </a:lnTo>
                    <a:lnTo>
                      <a:pt x="19" y="193"/>
                    </a:lnTo>
                    <a:lnTo>
                      <a:pt x="22" y="182"/>
                    </a:lnTo>
                    <a:lnTo>
                      <a:pt x="24" y="169"/>
                    </a:lnTo>
                    <a:lnTo>
                      <a:pt x="24" y="156"/>
                    </a:lnTo>
                    <a:lnTo>
                      <a:pt x="24" y="143"/>
                    </a:lnTo>
                    <a:lnTo>
                      <a:pt x="23" y="129"/>
                    </a:lnTo>
                    <a:lnTo>
                      <a:pt x="22" y="115"/>
                    </a:lnTo>
                    <a:lnTo>
                      <a:pt x="20" y="102"/>
                    </a:lnTo>
                    <a:lnTo>
                      <a:pt x="19" y="88"/>
                    </a:lnTo>
                    <a:lnTo>
                      <a:pt x="17" y="74"/>
                    </a:lnTo>
                    <a:lnTo>
                      <a:pt x="16" y="61"/>
                    </a:lnTo>
                    <a:lnTo>
                      <a:pt x="13" y="48"/>
                    </a:lnTo>
                    <a:lnTo>
                      <a:pt x="12" y="35"/>
                    </a:lnTo>
                    <a:lnTo>
                      <a:pt x="12" y="22"/>
                    </a:lnTo>
                    <a:lnTo>
                      <a:pt x="11" y="11"/>
                    </a:lnTo>
                    <a:lnTo>
                      <a:pt x="2" y="16"/>
                    </a:lnTo>
                    <a:lnTo>
                      <a:pt x="8" y="7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248"/>
              <p:cNvSpPr>
                <a:spLocks/>
              </p:cNvSpPr>
              <p:nvPr/>
            </p:nvSpPr>
            <p:spPr bwMode="auto">
              <a:xfrm flipH="1">
                <a:off x="615" y="2008"/>
                <a:ext cx="95" cy="23"/>
              </a:xfrm>
              <a:custGeom>
                <a:avLst/>
                <a:gdLst>
                  <a:gd name="T0" fmla="*/ 281 w 285"/>
                  <a:gd name="T1" fmla="*/ 47 h 71"/>
                  <a:gd name="T2" fmla="*/ 261 w 285"/>
                  <a:gd name="T3" fmla="*/ 52 h 71"/>
                  <a:gd name="T4" fmla="*/ 239 w 285"/>
                  <a:gd name="T5" fmla="*/ 56 h 71"/>
                  <a:gd name="T6" fmla="*/ 218 w 285"/>
                  <a:gd name="T7" fmla="*/ 58 h 71"/>
                  <a:gd name="T8" fmla="*/ 198 w 285"/>
                  <a:gd name="T9" fmla="*/ 58 h 71"/>
                  <a:gd name="T10" fmla="*/ 178 w 285"/>
                  <a:gd name="T11" fmla="*/ 58 h 71"/>
                  <a:gd name="T12" fmla="*/ 158 w 285"/>
                  <a:gd name="T13" fmla="*/ 56 h 71"/>
                  <a:gd name="T14" fmla="*/ 138 w 285"/>
                  <a:gd name="T15" fmla="*/ 53 h 71"/>
                  <a:gd name="T16" fmla="*/ 120 w 285"/>
                  <a:gd name="T17" fmla="*/ 49 h 71"/>
                  <a:gd name="T18" fmla="*/ 102 w 285"/>
                  <a:gd name="T19" fmla="*/ 46 h 71"/>
                  <a:gd name="T20" fmla="*/ 85 w 285"/>
                  <a:gd name="T21" fmla="*/ 39 h 71"/>
                  <a:gd name="T22" fmla="*/ 69 w 285"/>
                  <a:gd name="T23" fmla="*/ 34 h 71"/>
                  <a:gd name="T24" fmla="*/ 55 w 285"/>
                  <a:gd name="T25" fmla="*/ 27 h 71"/>
                  <a:gd name="T26" fmla="*/ 40 w 285"/>
                  <a:gd name="T27" fmla="*/ 20 h 71"/>
                  <a:gd name="T28" fmla="*/ 28 w 285"/>
                  <a:gd name="T29" fmla="*/ 14 h 71"/>
                  <a:gd name="T30" fmla="*/ 17 w 285"/>
                  <a:gd name="T31" fmla="*/ 7 h 71"/>
                  <a:gd name="T32" fmla="*/ 6 w 285"/>
                  <a:gd name="T33" fmla="*/ 0 h 71"/>
                  <a:gd name="T34" fmla="*/ 5 w 285"/>
                  <a:gd name="T35" fmla="*/ 13 h 71"/>
                  <a:gd name="T36" fmla="*/ 16 w 285"/>
                  <a:gd name="T37" fmla="*/ 20 h 71"/>
                  <a:gd name="T38" fmla="*/ 28 w 285"/>
                  <a:gd name="T39" fmla="*/ 28 h 71"/>
                  <a:gd name="T40" fmla="*/ 43 w 285"/>
                  <a:gd name="T41" fmla="*/ 34 h 71"/>
                  <a:gd name="T42" fmla="*/ 57 w 285"/>
                  <a:gd name="T43" fmla="*/ 42 h 71"/>
                  <a:gd name="T44" fmla="*/ 73 w 285"/>
                  <a:gd name="T45" fmla="*/ 48 h 71"/>
                  <a:gd name="T46" fmla="*/ 90 w 285"/>
                  <a:gd name="T47" fmla="*/ 53 h 71"/>
                  <a:gd name="T48" fmla="*/ 108 w 285"/>
                  <a:gd name="T49" fmla="*/ 59 h 71"/>
                  <a:gd name="T50" fmla="*/ 127 w 285"/>
                  <a:gd name="T51" fmla="*/ 63 h 71"/>
                  <a:gd name="T52" fmla="*/ 147 w 285"/>
                  <a:gd name="T53" fmla="*/ 67 h 71"/>
                  <a:gd name="T54" fmla="*/ 167 w 285"/>
                  <a:gd name="T55" fmla="*/ 69 h 71"/>
                  <a:gd name="T56" fmla="*/ 188 w 285"/>
                  <a:gd name="T57" fmla="*/ 71 h 71"/>
                  <a:gd name="T58" fmla="*/ 209 w 285"/>
                  <a:gd name="T59" fmla="*/ 71 h 71"/>
                  <a:gd name="T60" fmla="*/ 230 w 285"/>
                  <a:gd name="T61" fmla="*/ 68 h 71"/>
                  <a:gd name="T62" fmla="*/ 252 w 285"/>
                  <a:gd name="T63" fmla="*/ 66 h 71"/>
                  <a:gd name="T64" fmla="*/ 274 w 285"/>
                  <a:gd name="T65" fmla="*/ 61 h 71"/>
                  <a:gd name="T66" fmla="*/ 285 w 285"/>
                  <a:gd name="T67" fmla="*/ 58 h 7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5"/>
                  <a:gd name="T103" fmla="*/ 0 h 71"/>
                  <a:gd name="T104" fmla="*/ 285 w 285"/>
                  <a:gd name="T105" fmla="*/ 71 h 7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5" h="71">
                    <a:moveTo>
                      <a:pt x="282" y="47"/>
                    </a:moveTo>
                    <a:lnTo>
                      <a:pt x="281" y="47"/>
                    </a:lnTo>
                    <a:lnTo>
                      <a:pt x="271" y="49"/>
                    </a:lnTo>
                    <a:lnTo>
                      <a:pt x="261" y="52"/>
                    </a:lnTo>
                    <a:lnTo>
                      <a:pt x="250" y="54"/>
                    </a:lnTo>
                    <a:lnTo>
                      <a:pt x="239" y="56"/>
                    </a:lnTo>
                    <a:lnTo>
                      <a:pt x="229" y="57"/>
                    </a:lnTo>
                    <a:lnTo>
                      <a:pt x="218" y="58"/>
                    </a:lnTo>
                    <a:lnTo>
                      <a:pt x="209" y="58"/>
                    </a:lnTo>
                    <a:lnTo>
                      <a:pt x="198" y="58"/>
                    </a:lnTo>
                    <a:lnTo>
                      <a:pt x="188" y="58"/>
                    </a:lnTo>
                    <a:lnTo>
                      <a:pt x="178" y="58"/>
                    </a:lnTo>
                    <a:lnTo>
                      <a:pt x="167" y="57"/>
                    </a:lnTo>
                    <a:lnTo>
                      <a:pt x="158" y="56"/>
                    </a:lnTo>
                    <a:lnTo>
                      <a:pt x="148" y="54"/>
                    </a:lnTo>
                    <a:lnTo>
                      <a:pt x="138" y="53"/>
                    </a:lnTo>
                    <a:lnTo>
                      <a:pt x="130" y="52"/>
                    </a:lnTo>
                    <a:lnTo>
                      <a:pt x="120" y="49"/>
                    </a:lnTo>
                    <a:lnTo>
                      <a:pt x="110" y="47"/>
                    </a:lnTo>
                    <a:lnTo>
                      <a:pt x="102" y="46"/>
                    </a:lnTo>
                    <a:lnTo>
                      <a:pt x="94" y="43"/>
                    </a:lnTo>
                    <a:lnTo>
                      <a:pt x="85" y="39"/>
                    </a:lnTo>
                    <a:lnTo>
                      <a:pt x="78" y="37"/>
                    </a:lnTo>
                    <a:lnTo>
                      <a:pt x="69" y="34"/>
                    </a:lnTo>
                    <a:lnTo>
                      <a:pt x="62" y="30"/>
                    </a:lnTo>
                    <a:lnTo>
                      <a:pt x="55" y="27"/>
                    </a:lnTo>
                    <a:lnTo>
                      <a:pt x="48" y="24"/>
                    </a:lnTo>
                    <a:lnTo>
                      <a:pt x="40" y="20"/>
                    </a:lnTo>
                    <a:lnTo>
                      <a:pt x="34" y="18"/>
                    </a:lnTo>
                    <a:lnTo>
                      <a:pt x="28" y="14"/>
                    </a:lnTo>
                    <a:lnTo>
                      <a:pt x="22" y="10"/>
                    </a:lnTo>
                    <a:lnTo>
                      <a:pt x="17" y="7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0" y="9"/>
                    </a:lnTo>
                    <a:lnTo>
                      <a:pt x="5" y="13"/>
                    </a:lnTo>
                    <a:lnTo>
                      <a:pt x="10" y="17"/>
                    </a:lnTo>
                    <a:lnTo>
                      <a:pt x="16" y="20"/>
                    </a:lnTo>
                    <a:lnTo>
                      <a:pt x="22" y="24"/>
                    </a:lnTo>
                    <a:lnTo>
                      <a:pt x="28" y="28"/>
                    </a:lnTo>
                    <a:lnTo>
                      <a:pt x="35" y="32"/>
                    </a:lnTo>
                    <a:lnTo>
                      <a:pt x="43" y="34"/>
                    </a:lnTo>
                    <a:lnTo>
                      <a:pt x="50" y="38"/>
                    </a:lnTo>
                    <a:lnTo>
                      <a:pt x="57" y="42"/>
                    </a:lnTo>
                    <a:lnTo>
                      <a:pt x="66" y="44"/>
                    </a:lnTo>
                    <a:lnTo>
                      <a:pt x="73" y="48"/>
                    </a:lnTo>
                    <a:lnTo>
                      <a:pt x="81" y="51"/>
                    </a:lnTo>
                    <a:lnTo>
                      <a:pt x="90" y="53"/>
                    </a:lnTo>
                    <a:lnTo>
                      <a:pt x="100" y="56"/>
                    </a:lnTo>
                    <a:lnTo>
                      <a:pt x="108" y="59"/>
                    </a:lnTo>
                    <a:lnTo>
                      <a:pt x="118" y="61"/>
                    </a:lnTo>
                    <a:lnTo>
                      <a:pt x="127" y="63"/>
                    </a:lnTo>
                    <a:lnTo>
                      <a:pt x="137" y="64"/>
                    </a:lnTo>
                    <a:lnTo>
                      <a:pt x="147" y="67"/>
                    </a:lnTo>
                    <a:lnTo>
                      <a:pt x="156" y="68"/>
                    </a:lnTo>
                    <a:lnTo>
                      <a:pt x="167" y="69"/>
                    </a:lnTo>
                    <a:lnTo>
                      <a:pt x="177" y="69"/>
                    </a:lnTo>
                    <a:lnTo>
                      <a:pt x="188" y="71"/>
                    </a:lnTo>
                    <a:lnTo>
                      <a:pt x="198" y="71"/>
                    </a:lnTo>
                    <a:lnTo>
                      <a:pt x="209" y="71"/>
                    </a:lnTo>
                    <a:lnTo>
                      <a:pt x="219" y="69"/>
                    </a:lnTo>
                    <a:lnTo>
                      <a:pt x="230" y="68"/>
                    </a:lnTo>
                    <a:lnTo>
                      <a:pt x="241" y="67"/>
                    </a:lnTo>
                    <a:lnTo>
                      <a:pt x="252" y="66"/>
                    </a:lnTo>
                    <a:lnTo>
                      <a:pt x="263" y="63"/>
                    </a:lnTo>
                    <a:lnTo>
                      <a:pt x="274" y="61"/>
                    </a:lnTo>
                    <a:lnTo>
                      <a:pt x="285" y="58"/>
                    </a:lnTo>
                    <a:lnTo>
                      <a:pt x="282" y="4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249"/>
              <p:cNvSpPr>
                <a:spLocks/>
              </p:cNvSpPr>
              <p:nvPr/>
            </p:nvSpPr>
            <p:spPr bwMode="auto">
              <a:xfrm flipH="1">
                <a:off x="578" y="1987"/>
                <a:ext cx="38" cy="40"/>
              </a:xfrm>
              <a:custGeom>
                <a:avLst/>
                <a:gdLst>
                  <a:gd name="T0" fmla="*/ 104 w 115"/>
                  <a:gd name="T1" fmla="*/ 0 h 119"/>
                  <a:gd name="T2" fmla="*/ 104 w 115"/>
                  <a:gd name="T3" fmla="*/ 0 h 119"/>
                  <a:gd name="T4" fmla="*/ 102 w 115"/>
                  <a:gd name="T5" fmla="*/ 7 h 119"/>
                  <a:gd name="T6" fmla="*/ 98 w 115"/>
                  <a:gd name="T7" fmla="*/ 15 h 119"/>
                  <a:gd name="T8" fmla="*/ 95 w 115"/>
                  <a:gd name="T9" fmla="*/ 24 h 119"/>
                  <a:gd name="T10" fmla="*/ 90 w 115"/>
                  <a:gd name="T11" fmla="*/ 32 h 119"/>
                  <a:gd name="T12" fmla="*/ 84 w 115"/>
                  <a:gd name="T13" fmla="*/ 41 h 119"/>
                  <a:gd name="T14" fmla="*/ 77 w 115"/>
                  <a:gd name="T15" fmla="*/ 49 h 119"/>
                  <a:gd name="T16" fmla="*/ 71 w 115"/>
                  <a:gd name="T17" fmla="*/ 58 h 119"/>
                  <a:gd name="T18" fmla="*/ 62 w 115"/>
                  <a:gd name="T19" fmla="*/ 65 h 119"/>
                  <a:gd name="T20" fmla="*/ 55 w 115"/>
                  <a:gd name="T21" fmla="*/ 74 h 119"/>
                  <a:gd name="T22" fmla="*/ 46 w 115"/>
                  <a:gd name="T23" fmla="*/ 80 h 119"/>
                  <a:gd name="T24" fmla="*/ 38 w 115"/>
                  <a:gd name="T25" fmla="*/ 86 h 119"/>
                  <a:gd name="T26" fmla="*/ 29 w 115"/>
                  <a:gd name="T27" fmla="*/ 93 h 119"/>
                  <a:gd name="T28" fmla="*/ 22 w 115"/>
                  <a:gd name="T29" fmla="*/ 98 h 119"/>
                  <a:gd name="T30" fmla="*/ 14 w 115"/>
                  <a:gd name="T31" fmla="*/ 102 h 119"/>
                  <a:gd name="T32" fmla="*/ 6 w 115"/>
                  <a:gd name="T33" fmla="*/ 105 h 119"/>
                  <a:gd name="T34" fmla="*/ 0 w 115"/>
                  <a:gd name="T35" fmla="*/ 108 h 119"/>
                  <a:gd name="T36" fmla="*/ 3 w 115"/>
                  <a:gd name="T37" fmla="*/ 119 h 119"/>
                  <a:gd name="T38" fmla="*/ 11 w 115"/>
                  <a:gd name="T39" fmla="*/ 117 h 119"/>
                  <a:gd name="T40" fmla="*/ 19 w 115"/>
                  <a:gd name="T41" fmla="*/ 113 h 119"/>
                  <a:gd name="T42" fmla="*/ 28 w 115"/>
                  <a:gd name="T43" fmla="*/ 108 h 119"/>
                  <a:gd name="T44" fmla="*/ 37 w 115"/>
                  <a:gd name="T45" fmla="*/ 103 h 119"/>
                  <a:gd name="T46" fmla="*/ 45 w 115"/>
                  <a:gd name="T47" fmla="*/ 97 h 119"/>
                  <a:gd name="T48" fmla="*/ 54 w 115"/>
                  <a:gd name="T49" fmla="*/ 89 h 119"/>
                  <a:gd name="T50" fmla="*/ 62 w 115"/>
                  <a:gd name="T51" fmla="*/ 81 h 119"/>
                  <a:gd name="T52" fmla="*/ 71 w 115"/>
                  <a:gd name="T53" fmla="*/ 74 h 119"/>
                  <a:gd name="T54" fmla="*/ 78 w 115"/>
                  <a:gd name="T55" fmla="*/ 65 h 119"/>
                  <a:gd name="T56" fmla="*/ 86 w 115"/>
                  <a:gd name="T57" fmla="*/ 56 h 119"/>
                  <a:gd name="T58" fmla="*/ 92 w 115"/>
                  <a:gd name="T59" fmla="*/ 47 h 119"/>
                  <a:gd name="T60" fmla="*/ 100 w 115"/>
                  <a:gd name="T61" fmla="*/ 39 h 119"/>
                  <a:gd name="T62" fmla="*/ 104 w 115"/>
                  <a:gd name="T63" fmla="*/ 30 h 119"/>
                  <a:gd name="T64" fmla="*/ 109 w 115"/>
                  <a:gd name="T65" fmla="*/ 20 h 119"/>
                  <a:gd name="T66" fmla="*/ 113 w 115"/>
                  <a:gd name="T67" fmla="*/ 11 h 119"/>
                  <a:gd name="T68" fmla="*/ 115 w 115"/>
                  <a:gd name="T69" fmla="*/ 2 h 119"/>
                  <a:gd name="T70" fmla="*/ 115 w 115"/>
                  <a:gd name="T71" fmla="*/ 2 h 119"/>
                  <a:gd name="T72" fmla="*/ 104 w 115"/>
                  <a:gd name="T73" fmla="*/ 0 h 1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5"/>
                  <a:gd name="T112" fmla="*/ 0 h 119"/>
                  <a:gd name="T113" fmla="*/ 115 w 115"/>
                  <a:gd name="T114" fmla="*/ 119 h 1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5" h="119">
                    <a:moveTo>
                      <a:pt x="104" y="0"/>
                    </a:moveTo>
                    <a:lnTo>
                      <a:pt x="104" y="0"/>
                    </a:lnTo>
                    <a:lnTo>
                      <a:pt x="102" y="7"/>
                    </a:lnTo>
                    <a:lnTo>
                      <a:pt x="98" y="15"/>
                    </a:lnTo>
                    <a:lnTo>
                      <a:pt x="95" y="24"/>
                    </a:lnTo>
                    <a:lnTo>
                      <a:pt x="90" y="32"/>
                    </a:lnTo>
                    <a:lnTo>
                      <a:pt x="84" y="41"/>
                    </a:lnTo>
                    <a:lnTo>
                      <a:pt x="77" y="49"/>
                    </a:lnTo>
                    <a:lnTo>
                      <a:pt x="71" y="58"/>
                    </a:lnTo>
                    <a:lnTo>
                      <a:pt x="62" y="65"/>
                    </a:lnTo>
                    <a:lnTo>
                      <a:pt x="55" y="74"/>
                    </a:lnTo>
                    <a:lnTo>
                      <a:pt x="46" y="80"/>
                    </a:lnTo>
                    <a:lnTo>
                      <a:pt x="38" y="86"/>
                    </a:lnTo>
                    <a:lnTo>
                      <a:pt x="29" y="93"/>
                    </a:lnTo>
                    <a:lnTo>
                      <a:pt x="22" y="98"/>
                    </a:lnTo>
                    <a:lnTo>
                      <a:pt x="14" y="102"/>
                    </a:lnTo>
                    <a:lnTo>
                      <a:pt x="6" y="105"/>
                    </a:lnTo>
                    <a:lnTo>
                      <a:pt x="0" y="108"/>
                    </a:lnTo>
                    <a:lnTo>
                      <a:pt x="3" y="119"/>
                    </a:lnTo>
                    <a:lnTo>
                      <a:pt x="11" y="117"/>
                    </a:lnTo>
                    <a:lnTo>
                      <a:pt x="19" y="113"/>
                    </a:lnTo>
                    <a:lnTo>
                      <a:pt x="28" y="108"/>
                    </a:lnTo>
                    <a:lnTo>
                      <a:pt x="37" y="103"/>
                    </a:lnTo>
                    <a:lnTo>
                      <a:pt x="45" y="97"/>
                    </a:lnTo>
                    <a:lnTo>
                      <a:pt x="54" y="89"/>
                    </a:lnTo>
                    <a:lnTo>
                      <a:pt x="62" y="81"/>
                    </a:lnTo>
                    <a:lnTo>
                      <a:pt x="71" y="74"/>
                    </a:lnTo>
                    <a:lnTo>
                      <a:pt x="78" y="65"/>
                    </a:lnTo>
                    <a:lnTo>
                      <a:pt x="86" y="56"/>
                    </a:lnTo>
                    <a:lnTo>
                      <a:pt x="92" y="47"/>
                    </a:lnTo>
                    <a:lnTo>
                      <a:pt x="100" y="39"/>
                    </a:lnTo>
                    <a:lnTo>
                      <a:pt x="104" y="30"/>
                    </a:lnTo>
                    <a:lnTo>
                      <a:pt x="109" y="20"/>
                    </a:lnTo>
                    <a:lnTo>
                      <a:pt x="113" y="11"/>
                    </a:lnTo>
                    <a:lnTo>
                      <a:pt x="115" y="2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250"/>
              <p:cNvSpPr>
                <a:spLocks/>
              </p:cNvSpPr>
              <p:nvPr/>
            </p:nvSpPr>
            <p:spPr bwMode="auto">
              <a:xfrm flipH="1">
                <a:off x="576" y="1931"/>
                <a:ext cx="5" cy="57"/>
              </a:xfrm>
              <a:custGeom>
                <a:avLst/>
                <a:gdLst>
                  <a:gd name="T0" fmla="*/ 7 w 17"/>
                  <a:gd name="T1" fmla="*/ 0 h 172"/>
                  <a:gd name="T2" fmla="*/ 0 w 17"/>
                  <a:gd name="T3" fmla="*/ 6 h 172"/>
                  <a:gd name="T4" fmla="*/ 0 w 17"/>
                  <a:gd name="T5" fmla="*/ 18 h 172"/>
                  <a:gd name="T6" fmla="*/ 0 w 17"/>
                  <a:gd name="T7" fmla="*/ 28 h 172"/>
                  <a:gd name="T8" fmla="*/ 2 w 17"/>
                  <a:gd name="T9" fmla="*/ 39 h 172"/>
                  <a:gd name="T10" fmla="*/ 2 w 17"/>
                  <a:gd name="T11" fmla="*/ 49 h 172"/>
                  <a:gd name="T12" fmla="*/ 3 w 17"/>
                  <a:gd name="T13" fmla="*/ 59 h 172"/>
                  <a:gd name="T14" fmla="*/ 4 w 17"/>
                  <a:gd name="T15" fmla="*/ 69 h 172"/>
                  <a:gd name="T16" fmla="*/ 4 w 17"/>
                  <a:gd name="T17" fmla="*/ 79 h 172"/>
                  <a:gd name="T18" fmla="*/ 5 w 17"/>
                  <a:gd name="T19" fmla="*/ 89 h 172"/>
                  <a:gd name="T20" fmla="*/ 5 w 17"/>
                  <a:gd name="T21" fmla="*/ 99 h 172"/>
                  <a:gd name="T22" fmla="*/ 7 w 17"/>
                  <a:gd name="T23" fmla="*/ 108 h 172"/>
                  <a:gd name="T24" fmla="*/ 7 w 17"/>
                  <a:gd name="T25" fmla="*/ 118 h 172"/>
                  <a:gd name="T26" fmla="*/ 5 w 17"/>
                  <a:gd name="T27" fmla="*/ 128 h 172"/>
                  <a:gd name="T28" fmla="*/ 5 w 17"/>
                  <a:gd name="T29" fmla="*/ 138 h 172"/>
                  <a:gd name="T30" fmla="*/ 4 w 17"/>
                  <a:gd name="T31" fmla="*/ 148 h 172"/>
                  <a:gd name="T32" fmla="*/ 2 w 17"/>
                  <a:gd name="T33" fmla="*/ 158 h 172"/>
                  <a:gd name="T34" fmla="*/ 0 w 17"/>
                  <a:gd name="T35" fmla="*/ 170 h 172"/>
                  <a:gd name="T36" fmla="*/ 11 w 17"/>
                  <a:gd name="T37" fmla="*/ 172 h 172"/>
                  <a:gd name="T38" fmla="*/ 14 w 17"/>
                  <a:gd name="T39" fmla="*/ 161 h 172"/>
                  <a:gd name="T40" fmla="*/ 15 w 17"/>
                  <a:gd name="T41" fmla="*/ 150 h 172"/>
                  <a:gd name="T42" fmla="*/ 16 w 17"/>
                  <a:gd name="T43" fmla="*/ 140 h 172"/>
                  <a:gd name="T44" fmla="*/ 17 w 17"/>
                  <a:gd name="T45" fmla="*/ 130 h 172"/>
                  <a:gd name="T46" fmla="*/ 17 w 17"/>
                  <a:gd name="T47" fmla="*/ 118 h 172"/>
                  <a:gd name="T48" fmla="*/ 17 w 17"/>
                  <a:gd name="T49" fmla="*/ 108 h 172"/>
                  <a:gd name="T50" fmla="*/ 17 w 17"/>
                  <a:gd name="T51" fmla="*/ 98 h 172"/>
                  <a:gd name="T52" fmla="*/ 16 w 17"/>
                  <a:gd name="T53" fmla="*/ 88 h 172"/>
                  <a:gd name="T54" fmla="*/ 16 w 17"/>
                  <a:gd name="T55" fmla="*/ 78 h 172"/>
                  <a:gd name="T56" fmla="*/ 15 w 17"/>
                  <a:gd name="T57" fmla="*/ 68 h 172"/>
                  <a:gd name="T58" fmla="*/ 14 w 17"/>
                  <a:gd name="T59" fmla="*/ 58 h 172"/>
                  <a:gd name="T60" fmla="*/ 14 w 17"/>
                  <a:gd name="T61" fmla="*/ 48 h 172"/>
                  <a:gd name="T62" fmla="*/ 13 w 17"/>
                  <a:gd name="T63" fmla="*/ 38 h 172"/>
                  <a:gd name="T64" fmla="*/ 11 w 17"/>
                  <a:gd name="T65" fmla="*/ 28 h 172"/>
                  <a:gd name="T66" fmla="*/ 11 w 17"/>
                  <a:gd name="T67" fmla="*/ 18 h 172"/>
                  <a:gd name="T68" fmla="*/ 11 w 17"/>
                  <a:gd name="T69" fmla="*/ 6 h 172"/>
                  <a:gd name="T70" fmla="*/ 5 w 17"/>
                  <a:gd name="T71" fmla="*/ 13 h 172"/>
                  <a:gd name="T72" fmla="*/ 7 w 17"/>
                  <a:gd name="T73" fmla="*/ 0 h 172"/>
                  <a:gd name="T74" fmla="*/ 0 w 17"/>
                  <a:gd name="T75" fmla="*/ 0 h 172"/>
                  <a:gd name="T76" fmla="*/ 0 w 17"/>
                  <a:gd name="T77" fmla="*/ 6 h 172"/>
                  <a:gd name="T78" fmla="*/ 7 w 17"/>
                  <a:gd name="T79" fmla="*/ 0 h 17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7"/>
                  <a:gd name="T121" fmla="*/ 0 h 172"/>
                  <a:gd name="T122" fmla="*/ 17 w 17"/>
                  <a:gd name="T123" fmla="*/ 172 h 17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7" h="172">
                    <a:moveTo>
                      <a:pt x="7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2" y="39"/>
                    </a:lnTo>
                    <a:lnTo>
                      <a:pt x="2" y="49"/>
                    </a:lnTo>
                    <a:lnTo>
                      <a:pt x="3" y="59"/>
                    </a:lnTo>
                    <a:lnTo>
                      <a:pt x="4" y="69"/>
                    </a:lnTo>
                    <a:lnTo>
                      <a:pt x="4" y="79"/>
                    </a:lnTo>
                    <a:lnTo>
                      <a:pt x="5" y="89"/>
                    </a:lnTo>
                    <a:lnTo>
                      <a:pt x="5" y="99"/>
                    </a:lnTo>
                    <a:lnTo>
                      <a:pt x="7" y="108"/>
                    </a:lnTo>
                    <a:lnTo>
                      <a:pt x="7" y="118"/>
                    </a:lnTo>
                    <a:lnTo>
                      <a:pt x="5" y="128"/>
                    </a:lnTo>
                    <a:lnTo>
                      <a:pt x="5" y="138"/>
                    </a:lnTo>
                    <a:lnTo>
                      <a:pt x="4" y="148"/>
                    </a:lnTo>
                    <a:lnTo>
                      <a:pt x="2" y="158"/>
                    </a:lnTo>
                    <a:lnTo>
                      <a:pt x="0" y="170"/>
                    </a:lnTo>
                    <a:lnTo>
                      <a:pt x="11" y="172"/>
                    </a:lnTo>
                    <a:lnTo>
                      <a:pt x="14" y="161"/>
                    </a:lnTo>
                    <a:lnTo>
                      <a:pt x="15" y="150"/>
                    </a:lnTo>
                    <a:lnTo>
                      <a:pt x="16" y="140"/>
                    </a:lnTo>
                    <a:lnTo>
                      <a:pt x="17" y="130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98"/>
                    </a:lnTo>
                    <a:lnTo>
                      <a:pt x="16" y="88"/>
                    </a:lnTo>
                    <a:lnTo>
                      <a:pt x="16" y="78"/>
                    </a:lnTo>
                    <a:lnTo>
                      <a:pt x="15" y="68"/>
                    </a:lnTo>
                    <a:lnTo>
                      <a:pt x="14" y="58"/>
                    </a:lnTo>
                    <a:lnTo>
                      <a:pt x="14" y="48"/>
                    </a:lnTo>
                    <a:lnTo>
                      <a:pt x="13" y="38"/>
                    </a:lnTo>
                    <a:lnTo>
                      <a:pt x="11" y="28"/>
                    </a:lnTo>
                    <a:lnTo>
                      <a:pt x="11" y="18"/>
                    </a:lnTo>
                    <a:lnTo>
                      <a:pt x="11" y="6"/>
                    </a:lnTo>
                    <a:lnTo>
                      <a:pt x="5" y="13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251"/>
              <p:cNvSpPr>
                <a:spLocks/>
              </p:cNvSpPr>
              <p:nvPr/>
            </p:nvSpPr>
            <p:spPr bwMode="auto">
              <a:xfrm flipH="1">
                <a:off x="417" y="1882"/>
                <a:ext cx="163" cy="55"/>
              </a:xfrm>
              <a:custGeom>
                <a:avLst/>
                <a:gdLst>
                  <a:gd name="T0" fmla="*/ 480 w 489"/>
                  <a:gd name="T1" fmla="*/ 0 h 166"/>
                  <a:gd name="T2" fmla="*/ 469 w 489"/>
                  <a:gd name="T3" fmla="*/ 15 h 166"/>
                  <a:gd name="T4" fmla="*/ 454 w 489"/>
                  <a:gd name="T5" fmla="*/ 30 h 166"/>
                  <a:gd name="T6" fmla="*/ 436 w 489"/>
                  <a:gd name="T7" fmla="*/ 46 h 166"/>
                  <a:gd name="T8" fmla="*/ 414 w 489"/>
                  <a:gd name="T9" fmla="*/ 62 h 166"/>
                  <a:gd name="T10" fmla="*/ 391 w 489"/>
                  <a:gd name="T11" fmla="*/ 77 h 166"/>
                  <a:gd name="T12" fmla="*/ 365 w 489"/>
                  <a:gd name="T13" fmla="*/ 90 h 166"/>
                  <a:gd name="T14" fmla="*/ 336 w 489"/>
                  <a:gd name="T15" fmla="*/ 104 h 166"/>
                  <a:gd name="T16" fmla="*/ 305 w 489"/>
                  <a:gd name="T17" fmla="*/ 117 h 166"/>
                  <a:gd name="T18" fmla="*/ 272 w 489"/>
                  <a:gd name="T19" fmla="*/ 128 h 166"/>
                  <a:gd name="T20" fmla="*/ 238 w 489"/>
                  <a:gd name="T21" fmla="*/ 137 h 166"/>
                  <a:gd name="T22" fmla="*/ 200 w 489"/>
                  <a:gd name="T23" fmla="*/ 145 h 166"/>
                  <a:gd name="T24" fmla="*/ 163 w 489"/>
                  <a:gd name="T25" fmla="*/ 150 h 166"/>
                  <a:gd name="T26" fmla="*/ 124 w 489"/>
                  <a:gd name="T27" fmla="*/ 153 h 166"/>
                  <a:gd name="T28" fmla="*/ 84 w 489"/>
                  <a:gd name="T29" fmla="*/ 155 h 166"/>
                  <a:gd name="T30" fmla="*/ 43 w 489"/>
                  <a:gd name="T31" fmla="*/ 152 h 166"/>
                  <a:gd name="T32" fmla="*/ 2 w 489"/>
                  <a:gd name="T33" fmla="*/ 147 h 166"/>
                  <a:gd name="T34" fmla="*/ 21 w 489"/>
                  <a:gd name="T35" fmla="*/ 162 h 166"/>
                  <a:gd name="T36" fmla="*/ 62 w 489"/>
                  <a:gd name="T37" fmla="*/ 166 h 166"/>
                  <a:gd name="T38" fmla="*/ 103 w 489"/>
                  <a:gd name="T39" fmla="*/ 166 h 166"/>
                  <a:gd name="T40" fmla="*/ 144 w 489"/>
                  <a:gd name="T41" fmla="*/ 163 h 166"/>
                  <a:gd name="T42" fmla="*/ 183 w 489"/>
                  <a:gd name="T43" fmla="*/ 160 h 166"/>
                  <a:gd name="T44" fmla="*/ 221 w 489"/>
                  <a:gd name="T45" fmla="*/ 152 h 166"/>
                  <a:gd name="T46" fmla="*/ 257 w 489"/>
                  <a:gd name="T47" fmla="*/ 145 h 166"/>
                  <a:gd name="T48" fmla="*/ 292 w 489"/>
                  <a:gd name="T49" fmla="*/ 133 h 166"/>
                  <a:gd name="T50" fmla="*/ 325 w 489"/>
                  <a:gd name="T51" fmla="*/ 122 h 166"/>
                  <a:gd name="T52" fmla="*/ 355 w 489"/>
                  <a:gd name="T53" fmla="*/ 108 h 166"/>
                  <a:gd name="T54" fmla="*/ 384 w 489"/>
                  <a:gd name="T55" fmla="*/ 94 h 166"/>
                  <a:gd name="T56" fmla="*/ 410 w 489"/>
                  <a:gd name="T57" fmla="*/ 79 h 166"/>
                  <a:gd name="T58" fmla="*/ 433 w 489"/>
                  <a:gd name="T59" fmla="*/ 63 h 166"/>
                  <a:gd name="T60" fmla="*/ 452 w 489"/>
                  <a:gd name="T61" fmla="*/ 48 h 166"/>
                  <a:gd name="T62" fmla="*/ 470 w 489"/>
                  <a:gd name="T63" fmla="*/ 31 h 166"/>
                  <a:gd name="T64" fmla="*/ 483 w 489"/>
                  <a:gd name="T65" fmla="*/ 15 h 166"/>
                  <a:gd name="T66" fmla="*/ 488 w 489"/>
                  <a:gd name="T67" fmla="*/ 6 h 1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89"/>
                  <a:gd name="T103" fmla="*/ 0 h 166"/>
                  <a:gd name="T104" fmla="*/ 489 w 489"/>
                  <a:gd name="T105" fmla="*/ 166 h 1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89" h="166">
                    <a:moveTo>
                      <a:pt x="480" y="0"/>
                    </a:moveTo>
                    <a:lnTo>
                      <a:pt x="480" y="0"/>
                    </a:lnTo>
                    <a:lnTo>
                      <a:pt x="475" y="8"/>
                    </a:lnTo>
                    <a:lnTo>
                      <a:pt x="469" y="15"/>
                    </a:lnTo>
                    <a:lnTo>
                      <a:pt x="462" y="23"/>
                    </a:lnTo>
                    <a:lnTo>
                      <a:pt x="454" y="30"/>
                    </a:lnTo>
                    <a:lnTo>
                      <a:pt x="445" y="38"/>
                    </a:lnTo>
                    <a:lnTo>
                      <a:pt x="436" y="46"/>
                    </a:lnTo>
                    <a:lnTo>
                      <a:pt x="425" y="54"/>
                    </a:lnTo>
                    <a:lnTo>
                      <a:pt x="414" y="62"/>
                    </a:lnTo>
                    <a:lnTo>
                      <a:pt x="403" y="69"/>
                    </a:lnTo>
                    <a:lnTo>
                      <a:pt x="391" y="77"/>
                    </a:lnTo>
                    <a:lnTo>
                      <a:pt x="378" y="84"/>
                    </a:lnTo>
                    <a:lnTo>
                      <a:pt x="365" y="90"/>
                    </a:lnTo>
                    <a:lnTo>
                      <a:pt x="350" y="98"/>
                    </a:lnTo>
                    <a:lnTo>
                      <a:pt x="336" y="104"/>
                    </a:lnTo>
                    <a:lnTo>
                      <a:pt x="321" y="111"/>
                    </a:lnTo>
                    <a:lnTo>
                      <a:pt x="305" y="117"/>
                    </a:lnTo>
                    <a:lnTo>
                      <a:pt x="288" y="122"/>
                    </a:lnTo>
                    <a:lnTo>
                      <a:pt x="272" y="128"/>
                    </a:lnTo>
                    <a:lnTo>
                      <a:pt x="255" y="132"/>
                    </a:lnTo>
                    <a:lnTo>
                      <a:pt x="238" y="137"/>
                    </a:lnTo>
                    <a:lnTo>
                      <a:pt x="218" y="141"/>
                    </a:lnTo>
                    <a:lnTo>
                      <a:pt x="200" y="145"/>
                    </a:lnTo>
                    <a:lnTo>
                      <a:pt x="182" y="147"/>
                    </a:lnTo>
                    <a:lnTo>
                      <a:pt x="163" y="150"/>
                    </a:lnTo>
                    <a:lnTo>
                      <a:pt x="143" y="152"/>
                    </a:lnTo>
                    <a:lnTo>
                      <a:pt x="124" y="153"/>
                    </a:lnTo>
                    <a:lnTo>
                      <a:pt x="103" y="155"/>
                    </a:lnTo>
                    <a:lnTo>
                      <a:pt x="84" y="155"/>
                    </a:lnTo>
                    <a:lnTo>
                      <a:pt x="63" y="153"/>
                    </a:lnTo>
                    <a:lnTo>
                      <a:pt x="43" y="152"/>
                    </a:lnTo>
                    <a:lnTo>
                      <a:pt x="22" y="151"/>
                    </a:lnTo>
                    <a:lnTo>
                      <a:pt x="2" y="147"/>
                    </a:lnTo>
                    <a:lnTo>
                      <a:pt x="0" y="160"/>
                    </a:lnTo>
                    <a:lnTo>
                      <a:pt x="21" y="162"/>
                    </a:lnTo>
                    <a:lnTo>
                      <a:pt x="41" y="165"/>
                    </a:lnTo>
                    <a:lnTo>
                      <a:pt x="62" y="166"/>
                    </a:lnTo>
                    <a:lnTo>
                      <a:pt x="84" y="166"/>
                    </a:lnTo>
                    <a:lnTo>
                      <a:pt x="103" y="166"/>
                    </a:lnTo>
                    <a:lnTo>
                      <a:pt x="124" y="165"/>
                    </a:lnTo>
                    <a:lnTo>
                      <a:pt x="144" y="163"/>
                    </a:lnTo>
                    <a:lnTo>
                      <a:pt x="164" y="162"/>
                    </a:lnTo>
                    <a:lnTo>
                      <a:pt x="183" y="160"/>
                    </a:lnTo>
                    <a:lnTo>
                      <a:pt x="203" y="156"/>
                    </a:lnTo>
                    <a:lnTo>
                      <a:pt x="221" y="152"/>
                    </a:lnTo>
                    <a:lnTo>
                      <a:pt x="240" y="148"/>
                    </a:lnTo>
                    <a:lnTo>
                      <a:pt x="257" y="145"/>
                    </a:lnTo>
                    <a:lnTo>
                      <a:pt x="275" y="138"/>
                    </a:lnTo>
                    <a:lnTo>
                      <a:pt x="292" y="133"/>
                    </a:lnTo>
                    <a:lnTo>
                      <a:pt x="309" y="127"/>
                    </a:lnTo>
                    <a:lnTo>
                      <a:pt x="325" y="122"/>
                    </a:lnTo>
                    <a:lnTo>
                      <a:pt x="341" y="114"/>
                    </a:lnTo>
                    <a:lnTo>
                      <a:pt x="355" y="108"/>
                    </a:lnTo>
                    <a:lnTo>
                      <a:pt x="370" y="102"/>
                    </a:lnTo>
                    <a:lnTo>
                      <a:pt x="384" y="94"/>
                    </a:lnTo>
                    <a:lnTo>
                      <a:pt x="396" y="87"/>
                    </a:lnTo>
                    <a:lnTo>
                      <a:pt x="410" y="79"/>
                    </a:lnTo>
                    <a:lnTo>
                      <a:pt x="422" y="72"/>
                    </a:lnTo>
                    <a:lnTo>
                      <a:pt x="433" y="63"/>
                    </a:lnTo>
                    <a:lnTo>
                      <a:pt x="443" y="55"/>
                    </a:lnTo>
                    <a:lnTo>
                      <a:pt x="452" y="48"/>
                    </a:lnTo>
                    <a:lnTo>
                      <a:pt x="462" y="39"/>
                    </a:lnTo>
                    <a:lnTo>
                      <a:pt x="470" y="31"/>
                    </a:lnTo>
                    <a:lnTo>
                      <a:pt x="476" y="23"/>
                    </a:lnTo>
                    <a:lnTo>
                      <a:pt x="483" y="15"/>
                    </a:lnTo>
                    <a:lnTo>
                      <a:pt x="489" y="6"/>
                    </a:lnTo>
                    <a:lnTo>
                      <a:pt x="488" y="6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252"/>
              <p:cNvSpPr>
                <a:spLocks/>
              </p:cNvSpPr>
              <p:nvPr/>
            </p:nvSpPr>
            <p:spPr bwMode="auto">
              <a:xfrm flipH="1">
                <a:off x="396" y="1828"/>
                <a:ext cx="24" cy="56"/>
              </a:xfrm>
              <a:custGeom>
                <a:avLst/>
                <a:gdLst>
                  <a:gd name="T0" fmla="*/ 61 w 72"/>
                  <a:gd name="T1" fmla="*/ 0 h 168"/>
                  <a:gd name="T2" fmla="*/ 61 w 72"/>
                  <a:gd name="T3" fmla="*/ 0 h 168"/>
                  <a:gd name="T4" fmla="*/ 60 w 72"/>
                  <a:gd name="T5" fmla="*/ 4 h 168"/>
                  <a:gd name="T6" fmla="*/ 59 w 72"/>
                  <a:gd name="T7" fmla="*/ 10 h 168"/>
                  <a:gd name="T8" fmla="*/ 57 w 72"/>
                  <a:gd name="T9" fmla="*/ 17 h 168"/>
                  <a:gd name="T10" fmla="*/ 54 w 72"/>
                  <a:gd name="T11" fmla="*/ 27 h 168"/>
                  <a:gd name="T12" fmla="*/ 51 w 72"/>
                  <a:gd name="T13" fmla="*/ 39 h 168"/>
                  <a:gd name="T14" fmla="*/ 47 w 72"/>
                  <a:gd name="T15" fmla="*/ 49 h 168"/>
                  <a:gd name="T16" fmla="*/ 42 w 72"/>
                  <a:gd name="T17" fmla="*/ 61 h 168"/>
                  <a:gd name="T18" fmla="*/ 37 w 72"/>
                  <a:gd name="T19" fmla="*/ 74 h 168"/>
                  <a:gd name="T20" fmla="*/ 32 w 72"/>
                  <a:gd name="T21" fmla="*/ 88 h 168"/>
                  <a:gd name="T22" fmla="*/ 28 w 72"/>
                  <a:gd name="T23" fmla="*/ 100 h 168"/>
                  <a:gd name="T24" fmla="*/ 23 w 72"/>
                  <a:gd name="T25" fmla="*/ 113 h 168"/>
                  <a:gd name="T26" fmla="*/ 18 w 72"/>
                  <a:gd name="T27" fmla="*/ 124 h 168"/>
                  <a:gd name="T28" fmla="*/ 13 w 72"/>
                  <a:gd name="T29" fmla="*/ 136 h 168"/>
                  <a:gd name="T30" fmla="*/ 8 w 72"/>
                  <a:gd name="T31" fmla="*/ 147 h 168"/>
                  <a:gd name="T32" fmla="*/ 3 w 72"/>
                  <a:gd name="T33" fmla="*/ 156 h 168"/>
                  <a:gd name="T34" fmla="*/ 0 w 72"/>
                  <a:gd name="T35" fmla="*/ 162 h 168"/>
                  <a:gd name="T36" fmla="*/ 8 w 72"/>
                  <a:gd name="T37" fmla="*/ 168 h 168"/>
                  <a:gd name="T38" fmla="*/ 13 w 72"/>
                  <a:gd name="T39" fmla="*/ 161 h 168"/>
                  <a:gd name="T40" fmla="*/ 18 w 72"/>
                  <a:gd name="T41" fmla="*/ 152 h 168"/>
                  <a:gd name="T42" fmla="*/ 24 w 72"/>
                  <a:gd name="T43" fmla="*/ 141 h 168"/>
                  <a:gd name="T44" fmla="*/ 29 w 72"/>
                  <a:gd name="T45" fmla="*/ 129 h 168"/>
                  <a:gd name="T46" fmla="*/ 34 w 72"/>
                  <a:gd name="T47" fmla="*/ 118 h 168"/>
                  <a:gd name="T48" fmla="*/ 38 w 72"/>
                  <a:gd name="T49" fmla="*/ 104 h 168"/>
                  <a:gd name="T50" fmla="*/ 43 w 72"/>
                  <a:gd name="T51" fmla="*/ 92 h 168"/>
                  <a:gd name="T52" fmla="*/ 48 w 72"/>
                  <a:gd name="T53" fmla="*/ 79 h 168"/>
                  <a:gd name="T54" fmla="*/ 53 w 72"/>
                  <a:gd name="T55" fmla="*/ 66 h 168"/>
                  <a:gd name="T56" fmla="*/ 57 w 72"/>
                  <a:gd name="T57" fmla="*/ 54 h 168"/>
                  <a:gd name="T58" fmla="*/ 60 w 72"/>
                  <a:gd name="T59" fmla="*/ 41 h 168"/>
                  <a:gd name="T60" fmla="*/ 64 w 72"/>
                  <a:gd name="T61" fmla="*/ 31 h 168"/>
                  <a:gd name="T62" fmla="*/ 68 w 72"/>
                  <a:gd name="T63" fmla="*/ 21 h 168"/>
                  <a:gd name="T64" fmla="*/ 69 w 72"/>
                  <a:gd name="T65" fmla="*/ 14 h 168"/>
                  <a:gd name="T66" fmla="*/ 71 w 72"/>
                  <a:gd name="T67" fmla="*/ 7 h 168"/>
                  <a:gd name="T68" fmla="*/ 72 w 72"/>
                  <a:gd name="T69" fmla="*/ 2 h 168"/>
                  <a:gd name="T70" fmla="*/ 72 w 72"/>
                  <a:gd name="T71" fmla="*/ 2 h 168"/>
                  <a:gd name="T72" fmla="*/ 61 w 72"/>
                  <a:gd name="T73" fmla="*/ 0 h 16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2"/>
                  <a:gd name="T112" fmla="*/ 0 h 168"/>
                  <a:gd name="T113" fmla="*/ 72 w 72"/>
                  <a:gd name="T114" fmla="*/ 168 h 16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2" h="168">
                    <a:moveTo>
                      <a:pt x="61" y="0"/>
                    </a:moveTo>
                    <a:lnTo>
                      <a:pt x="61" y="0"/>
                    </a:lnTo>
                    <a:lnTo>
                      <a:pt x="60" y="4"/>
                    </a:lnTo>
                    <a:lnTo>
                      <a:pt x="59" y="10"/>
                    </a:lnTo>
                    <a:lnTo>
                      <a:pt x="57" y="17"/>
                    </a:lnTo>
                    <a:lnTo>
                      <a:pt x="54" y="27"/>
                    </a:lnTo>
                    <a:lnTo>
                      <a:pt x="51" y="39"/>
                    </a:lnTo>
                    <a:lnTo>
                      <a:pt x="47" y="49"/>
                    </a:lnTo>
                    <a:lnTo>
                      <a:pt x="42" y="61"/>
                    </a:lnTo>
                    <a:lnTo>
                      <a:pt x="37" y="74"/>
                    </a:lnTo>
                    <a:lnTo>
                      <a:pt x="32" y="88"/>
                    </a:lnTo>
                    <a:lnTo>
                      <a:pt x="28" y="100"/>
                    </a:lnTo>
                    <a:lnTo>
                      <a:pt x="23" y="113"/>
                    </a:lnTo>
                    <a:lnTo>
                      <a:pt x="18" y="124"/>
                    </a:lnTo>
                    <a:lnTo>
                      <a:pt x="13" y="136"/>
                    </a:lnTo>
                    <a:lnTo>
                      <a:pt x="8" y="147"/>
                    </a:lnTo>
                    <a:lnTo>
                      <a:pt x="3" y="156"/>
                    </a:lnTo>
                    <a:lnTo>
                      <a:pt x="0" y="162"/>
                    </a:lnTo>
                    <a:lnTo>
                      <a:pt x="8" y="168"/>
                    </a:lnTo>
                    <a:lnTo>
                      <a:pt x="13" y="161"/>
                    </a:lnTo>
                    <a:lnTo>
                      <a:pt x="18" y="152"/>
                    </a:lnTo>
                    <a:lnTo>
                      <a:pt x="24" y="141"/>
                    </a:lnTo>
                    <a:lnTo>
                      <a:pt x="29" y="129"/>
                    </a:lnTo>
                    <a:lnTo>
                      <a:pt x="34" y="118"/>
                    </a:lnTo>
                    <a:lnTo>
                      <a:pt x="38" y="104"/>
                    </a:lnTo>
                    <a:lnTo>
                      <a:pt x="43" y="92"/>
                    </a:lnTo>
                    <a:lnTo>
                      <a:pt x="48" y="79"/>
                    </a:lnTo>
                    <a:lnTo>
                      <a:pt x="53" y="66"/>
                    </a:lnTo>
                    <a:lnTo>
                      <a:pt x="57" y="54"/>
                    </a:lnTo>
                    <a:lnTo>
                      <a:pt x="60" y="41"/>
                    </a:lnTo>
                    <a:lnTo>
                      <a:pt x="64" y="31"/>
                    </a:lnTo>
                    <a:lnTo>
                      <a:pt x="68" y="21"/>
                    </a:lnTo>
                    <a:lnTo>
                      <a:pt x="69" y="14"/>
                    </a:lnTo>
                    <a:lnTo>
                      <a:pt x="71" y="7"/>
                    </a:lnTo>
                    <a:lnTo>
                      <a:pt x="72" y="2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253"/>
              <p:cNvSpPr>
                <a:spLocks/>
              </p:cNvSpPr>
              <p:nvPr/>
            </p:nvSpPr>
            <p:spPr bwMode="auto">
              <a:xfrm flipH="1">
                <a:off x="394" y="1738"/>
                <a:ext cx="51" cy="90"/>
              </a:xfrm>
              <a:custGeom>
                <a:avLst/>
                <a:gdLst>
                  <a:gd name="T0" fmla="*/ 4 w 154"/>
                  <a:gd name="T1" fmla="*/ 3 h 270"/>
                  <a:gd name="T2" fmla="*/ 7 w 154"/>
                  <a:gd name="T3" fmla="*/ 11 h 270"/>
                  <a:gd name="T4" fmla="*/ 16 w 154"/>
                  <a:gd name="T5" fmla="*/ 15 h 270"/>
                  <a:gd name="T6" fmla="*/ 27 w 154"/>
                  <a:gd name="T7" fmla="*/ 23 h 270"/>
                  <a:gd name="T8" fmla="*/ 39 w 154"/>
                  <a:gd name="T9" fmla="*/ 30 h 270"/>
                  <a:gd name="T10" fmla="*/ 51 w 154"/>
                  <a:gd name="T11" fmla="*/ 40 h 270"/>
                  <a:gd name="T12" fmla="*/ 65 w 154"/>
                  <a:gd name="T13" fmla="*/ 52 h 270"/>
                  <a:gd name="T14" fmla="*/ 77 w 154"/>
                  <a:gd name="T15" fmla="*/ 64 h 270"/>
                  <a:gd name="T16" fmla="*/ 89 w 154"/>
                  <a:gd name="T17" fmla="*/ 79 h 270"/>
                  <a:gd name="T18" fmla="*/ 101 w 154"/>
                  <a:gd name="T19" fmla="*/ 94 h 270"/>
                  <a:gd name="T20" fmla="*/ 113 w 154"/>
                  <a:gd name="T21" fmla="*/ 112 h 270"/>
                  <a:gd name="T22" fmla="*/ 122 w 154"/>
                  <a:gd name="T23" fmla="*/ 131 h 270"/>
                  <a:gd name="T24" fmla="*/ 130 w 154"/>
                  <a:gd name="T25" fmla="*/ 151 h 270"/>
                  <a:gd name="T26" fmla="*/ 136 w 154"/>
                  <a:gd name="T27" fmla="*/ 172 h 270"/>
                  <a:gd name="T28" fmla="*/ 141 w 154"/>
                  <a:gd name="T29" fmla="*/ 194 h 270"/>
                  <a:gd name="T30" fmla="*/ 143 w 154"/>
                  <a:gd name="T31" fmla="*/ 218 h 270"/>
                  <a:gd name="T32" fmla="*/ 142 w 154"/>
                  <a:gd name="T33" fmla="*/ 243 h 270"/>
                  <a:gd name="T34" fmla="*/ 138 w 154"/>
                  <a:gd name="T35" fmla="*/ 268 h 270"/>
                  <a:gd name="T36" fmla="*/ 149 w 154"/>
                  <a:gd name="T37" fmla="*/ 270 h 270"/>
                  <a:gd name="T38" fmla="*/ 153 w 154"/>
                  <a:gd name="T39" fmla="*/ 243 h 270"/>
                  <a:gd name="T40" fmla="*/ 154 w 154"/>
                  <a:gd name="T41" fmla="*/ 218 h 270"/>
                  <a:gd name="T42" fmla="*/ 152 w 154"/>
                  <a:gd name="T43" fmla="*/ 192 h 270"/>
                  <a:gd name="T44" fmla="*/ 148 w 154"/>
                  <a:gd name="T45" fmla="*/ 170 h 270"/>
                  <a:gd name="T46" fmla="*/ 141 w 154"/>
                  <a:gd name="T47" fmla="*/ 146 h 270"/>
                  <a:gd name="T48" fmla="*/ 132 w 154"/>
                  <a:gd name="T49" fmla="*/ 126 h 270"/>
                  <a:gd name="T50" fmla="*/ 123 w 154"/>
                  <a:gd name="T51" fmla="*/ 106 h 270"/>
                  <a:gd name="T52" fmla="*/ 111 w 154"/>
                  <a:gd name="T53" fmla="*/ 88 h 270"/>
                  <a:gd name="T54" fmla="*/ 99 w 154"/>
                  <a:gd name="T55" fmla="*/ 72 h 270"/>
                  <a:gd name="T56" fmla="*/ 85 w 154"/>
                  <a:gd name="T57" fmla="*/ 57 h 270"/>
                  <a:gd name="T58" fmla="*/ 72 w 154"/>
                  <a:gd name="T59" fmla="*/ 43 h 270"/>
                  <a:gd name="T60" fmla="*/ 59 w 154"/>
                  <a:gd name="T61" fmla="*/ 31 h 270"/>
                  <a:gd name="T62" fmla="*/ 45 w 154"/>
                  <a:gd name="T63" fmla="*/ 21 h 270"/>
                  <a:gd name="T64" fmla="*/ 33 w 154"/>
                  <a:gd name="T65" fmla="*/ 13 h 270"/>
                  <a:gd name="T66" fmla="*/ 21 w 154"/>
                  <a:gd name="T67" fmla="*/ 5 h 270"/>
                  <a:gd name="T68" fmla="*/ 11 w 154"/>
                  <a:gd name="T69" fmla="*/ 0 h 270"/>
                  <a:gd name="T70" fmla="*/ 14 w 154"/>
                  <a:gd name="T71" fmla="*/ 10 h 270"/>
                  <a:gd name="T72" fmla="*/ 4 w 154"/>
                  <a:gd name="T73" fmla="*/ 3 h 270"/>
                  <a:gd name="T74" fmla="*/ 0 w 154"/>
                  <a:gd name="T75" fmla="*/ 9 h 270"/>
                  <a:gd name="T76" fmla="*/ 7 w 154"/>
                  <a:gd name="T77" fmla="*/ 11 h 270"/>
                  <a:gd name="T78" fmla="*/ 4 w 154"/>
                  <a:gd name="T79" fmla="*/ 3 h 27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4"/>
                  <a:gd name="T121" fmla="*/ 0 h 270"/>
                  <a:gd name="T122" fmla="*/ 154 w 154"/>
                  <a:gd name="T123" fmla="*/ 270 h 27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4" h="270">
                    <a:moveTo>
                      <a:pt x="4" y="3"/>
                    </a:moveTo>
                    <a:lnTo>
                      <a:pt x="7" y="11"/>
                    </a:lnTo>
                    <a:lnTo>
                      <a:pt x="16" y="15"/>
                    </a:lnTo>
                    <a:lnTo>
                      <a:pt x="27" y="23"/>
                    </a:lnTo>
                    <a:lnTo>
                      <a:pt x="39" y="30"/>
                    </a:lnTo>
                    <a:lnTo>
                      <a:pt x="51" y="40"/>
                    </a:lnTo>
                    <a:lnTo>
                      <a:pt x="65" y="52"/>
                    </a:lnTo>
                    <a:lnTo>
                      <a:pt x="77" y="64"/>
                    </a:lnTo>
                    <a:lnTo>
                      <a:pt x="89" y="79"/>
                    </a:lnTo>
                    <a:lnTo>
                      <a:pt x="101" y="94"/>
                    </a:lnTo>
                    <a:lnTo>
                      <a:pt x="113" y="112"/>
                    </a:lnTo>
                    <a:lnTo>
                      <a:pt x="122" y="131"/>
                    </a:lnTo>
                    <a:lnTo>
                      <a:pt x="130" y="151"/>
                    </a:lnTo>
                    <a:lnTo>
                      <a:pt x="136" y="172"/>
                    </a:lnTo>
                    <a:lnTo>
                      <a:pt x="141" y="194"/>
                    </a:lnTo>
                    <a:lnTo>
                      <a:pt x="143" y="218"/>
                    </a:lnTo>
                    <a:lnTo>
                      <a:pt x="142" y="243"/>
                    </a:lnTo>
                    <a:lnTo>
                      <a:pt x="138" y="268"/>
                    </a:lnTo>
                    <a:lnTo>
                      <a:pt x="149" y="270"/>
                    </a:lnTo>
                    <a:lnTo>
                      <a:pt x="153" y="243"/>
                    </a:lnTo>
                    <a:lnTo>
                      <a:pt x="154" y="218"/>
                    </a:lnTo>
                    <a:lnTo>
                      <a:pt x="152" y="192"/>
                    </a:lnTo>
                    <a:lnTo>
                      <a:pt x="148" y="170"/>
                    </a:lnTo>
                    <a:lnTo>
                      <a:pt x="141" y="146"/>
                    </a:lnTo>
                    <a:lnTo>
                      <a:pt x="132" y="126"/>
                    </a:lnTo>
                    <a:lnTo>
                      <a:pt x="123" y="106"/>
                    </a:lnTo>
                    <a:lnTo>
                      <a:pt x="111" y="88"/>
                    </a:lnTo>
                    <a:lnTo>
                      <a:pt x="99" y="72"/>
                    </a:lnTo>
                    <a:lnTo>
                      <a:pt x="85" y="57"/>
                    </a:lnTo>
                    <a:lnTo>
                      <a:pt x="72" y="43"/>
                    </a:lnTo>
                    <a:lnTo>
                      <a:pt x="59" y="31"/>
                    </a:lnTo>
                    <a:lnTo>
                      <a:pt x="45" y="21"/>
                    </a:lnTo>
                    <a:lnTo>
                      <a:pt x="33" y="13"/>
                    </a:lnTo>
                    <a:lnTo>
                      <a:pt x="21" y="5"/>
                    </a:lnTo>
                    <a:lnTo>
                      <a:pt x="11" y="0"/>
                    </a:lnTo>
                    <a:lnTo>
                      <a:pt x="14" y="10"/>
                    </a:lnTo>
                    <a:lnTo>
                      <a:pt x="4" y="3"/>
                    </a:lnTo>
                    <a:lnTo>
                      <a:pt x="0" y="9"/>
                    </a:lnTo>
                    <a:lnTo>
                      <a:pt x="7" y="11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254"/>
              <p:cNvSpPr>
                <a:spLocks/>
              </p:cNvSpPr>
              <p:nvPr/>
            </p:nvSpPr>
            <p:spPr bwMode="auto">
              <a:xfrm flipH="1">
                <a:off x="404" y="1664"/>
                <a:ext cx="40" cy="78"/>
              </a:xfrm>
              <a:custGeom>
                <a:avLst/>
                <a:gdLst>
                  <a:gd name="T0" fmla="*/ 72 w 120"/>
                  <a:gd name="T1" fmla="*/ 5 h 232"/>
                  <a:gd name="T2" fmla="*/ 73 w 120"/>
                  <a:gd name="T3" fmla="*/ 6 h 232"/>
                  <a:gd name="T4" fmla="*/ 88 w 120"/>
                  <a:gd name="T5" fmla="*/ 35 h 232"/>
                  <a:gd name="T6" fmla="*/ 99 w 120"/>
                  <a:gd name="T7" fmla="*/ 60 h 232"/>
                  <a:gd name="T8" fmla="*/ 105 w 120"/>
                  <a:gd name="T9" fmla="*/ 83 h 232"/>
                  <a:gd name="T10" fmla="*/ 108 w 120"/>
                  <a:gd name="T11" fmla="*/ 103 h 232"/>
                  <a:gd name="T12" fmla="*/ 105 w 120"/>
                  <a:gd name="T13" fmla="*/ 120 h 232"/>
                  <a:gd name="T14" fmla="*/ 102 w 120"/>
                  <a:gd name="T15" fmla="*/ 135 h 232"/>
                  <a:gd name="T16" fmla="*/ 95 w 120"/>
                  <a:gd name="T17" fmla="*/ 149 h 232"/>
                  <a:gd name="T18" fmla="*/ 85 w 120"/>
                  <a:gd name="T19" fmla="*/ 162 h 232"/>
                  <a:gd name="T20" fmla="*/ 74 w 120"/>
                  <a:gd name="T21" fmla="*/ 172 h 232"/>
                  <a:gd name="T22" fmla="*/ 62 w 120"/>
                  <a:gd name="T23" fmla="*/ 182 h 232"/>
                  <a:gd name="T24" fmla="*/ 50 w 120"/>
                  <a:gd name="T25" fmla="*/ 191 h 232"/>
                  <a:gd name="T26" fmla="*/ 38 w 120"/>
                  <a:gd name="T27" fmla="*/ 198 h 232"/>
                  <a:gd name="T28" fmla="*/ 27 w 120"/>
                  <a:gd name="T29" fmla="*/ 204 h 232"/>
                  <a:gd name="T30" fmla="*/ 16 w 120"/>
                  <a:gd name="T31" fmla="*/ 211 h 232"/>
                  <a:gd name="T32" fmla="*/ 7 w 120"/>
                  <a:gd name="T33" fmla="*/ 217 h 232"/>
                  <a:gd name="T34" fmla="*/ 0 w 120"/>
                  <a:gd name="T35" fmla="*/ 225 h 232"/>
                  <a:gd name="T36" fmla="*/ 10 w 120"/>
                  <a:gd name="T37" fmla="*/ 232 h 232"/>
                  <a:gd name="T38" fmla="*/ 15 w 120"/>
                  <a:gd name="T39" fmla="*/ 227 h 232"/>
                  <a:gd name="T40" fmla="*/ 22 w 120"/>
                  <a:gd name="T41" fmla="*/ 221 h 232"/>
                  <a:gd name="T42" fmla="*/ 32 w 120"/>
                  <a:gd name="T43" fmla="*/ 215 h 232"/>
                  <a:gd name="T44" fmla="*/ 44 w 120"/>
                  <a:gd name="T45" fmla="*/ 208 h 232"/>
                  <a:gd name="T46" fmla="*/ 56 w 120"/>
                  <a:gd name="T47" fmla="*/ 201 h 232"/>
                  <a:gd name="T48" fmla="*/ 69 w 120"/>
                  <a:gd name="T49" fmla="*/ 191 h 232"/>
                  <a:gd name="T50" fmla="*/ 81 w 120"/>
                  <a:gd name="T51" fmla="*/ 182 h 232"/>
                  <a:gd name="T52" fmla="*/ 93 w 120"/>
                  <a:gd name="T53" fmla="*/ 169 h 232"/>
                  <a:gd name="T54" fmla="*/ 104 w 120"/>
                  <a:gd name="T55" fmla="*/ 155 h 232"/>
                  <a:gd name="T56" fmla="*/ 113 w 120"/>
                  <a:gd name="T57" fmla="*/ 140 h 232"/>
                  <a:gd name="T58" fmla="*/ 118 w 120"/>
                  <a:gd name="T59" fmla="*/ 123 h 232"/>
                  <a:gd name="T60" fmla="*/ 120 w 120"/>
                  <a:gd name="T61" fmla="*/ 103 h 232"/>
                  <a:gd name="T62" fmla="*/ 118 w 120"/>
                  <a:gd name="T63" fmla="*/ 80 h 232"/>
                  <a:gd name="T64" fmla="*/ 110 w 120"/>
                  <a:gd name="T65" fmla="*/ 56 h 232"/>
                  <a:gd name="T66" fmla="*/ 98 w 120"/>
                  <a:gd name="T67" fmla="*/ 30 h 232"/>
                  <a:gd name="T68" fmla="*/ 82 w 120"/>
                  <a:gd name="T69" fmla="*/ 0 h 232"/>
                  <a:gd name="T70" fmla="*/ 82 w 120"/>
                  <a:gd name="T71" fmla="*/ 0 h 232"/>
                  <a:gd name="T72" fmla="*/ 72 w 120"/>
                  <a:gd name="T73" fmla="*/ 5 h 23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0"/>
                  <a:gd name="T112" fmla="*/ 0 h 232"/>
                  <a:gd name="T113" fmla="*/ 120 w 120"/>
                  <a:gd name="T114" fmla="*/ 232 h 23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0" h="232">
                    <a:moveTo>
                      <a:pt x="72" y="5"/>
                    </a:moveTo>
                    <a:lnTo>
                      <a:pt x="73" y="6"/>
                    </a:lnTo>
                    <a:lnTo>
                      <a:pt x="88" y="35"/>
                    </a:lnTo>
                    <a:lnTo>
                      <a:pt x="99" y="60"/>
                    </a:lnTo>
                    <a:lnTo>
                      <a:pt x="105" y="83"/>
                    </a:lnTo>
                    <a:lnTo>
                      <a:pt x="108" y="103"/>
                    </a:lnTo>
                    <a:lnTo>
                      <a:pt x="105" y="120"/>
                    </a:lnTo>
                    <a:lnTo>
                      <a:pt x="102" y="135"/>
                    </a:lnTo>
                    <a:lnTo>
                      <a:pt x="95" y="149"/>
                    </a:lnTo>
                    <a:lnTo>
                      <a:pt x="85" y="162"/>
                    </a:lnTo>
                    <a:lnTo>
                      <a:pt x="74" y="172"/>
                    </a:lnTo>
                    <a:lnTo>
                      <a:pt x="62" y="182"/>
                    </a:lnTo>
                    <a:lnTo>
                      <a:pt x="50" y="191"/>
                    </a:lnTo>
                    <a:lnTo>
                      <a:pt x="38" y="198"/>
                    </a:lnTo>
                    <a:lnTo>
                      <a:pt x="27" y="204"/>
                    </a:lnTo>
                    <a:lnTo>
                      <a:pt x="16" y="211"/>
                    </a:lnTo>
                    <a:lnTo>
                      <a:pt x="7" y="217"/>
                    </a:lnTo>
                    <a:lnTo>
                      <a:pt x="0" y="225"/>
                    </a:lnTo>
                    <a:lnTo>
                      <a:pt x="10" y="232"/>
                    </a:lnTo>
                    <a:lnTo>
                      <a:pt x="15" y="227"/>
                    </a:lnTo>
                    <a:lnTo>
                      <a:pt x="22" y="221"/>
                    </a:lnTo>
                    <a:lnTo>
                      <a:pt x="32" y="215"/>
                    </a:lnTo>
                    <a:lnTo>
                      <a:pt x="44" y="208"/>
                    </a:lnTo>
                    <a:lnTo>
                      <a:pt x="56" y="201"/>
                    </a:lnTo>
                    <a:lnTo>
                      <a:pt x="69" y="191"/>
                    </a:lnTo>
                    <a:lnTo>
                      <a:pt x="81" y="182"/>
                    </a:lnTo>
                    <a:lnTo>
                      <a:pt x="93" y="169"/>
                    </a:lnTo>
                    <a:lnTo>
                      <a:pt x="104" y="155"/>
                    </a:lnTo>
                    <a:lnTo>
                      <a:pt x="113" y="140"/>
                    </a:lnTo>
                    <a:lnTo>
                      <a:pt x="118" y="123"/>
                    </a:lnTo>
                    <a:lnTo>
                      <a:pt x="120" y="103"/>
                    </a:lnTo>
                    <a:lnTo>
                      <a:pt x="118" y="80"/>
                    </a:lnTo>
                    <a:lnTo>
                      <a:pt x="110" y="56"/>
                    </a:lnTo>
                    <a:lnTo>
                      <a:pt x="98" y="30"/>
                    </a:lnTo>
                    <a:lnTo>
                      <a:pt x="82" y="0"/>
                    </a:lnTo>
                    <a:lnTo>
                      <a:pt x="72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255"/>
              <p:cNvSpPr>
                <a:spLocks/>
              </p:cNvSpPr>
              <p:nvPr/>
            </p:nvSpPr>
            <p:spPr bwMode="auto">
              <a:xfrm flipH="1">
                <a:off x="417" y="1604"/>
                <a:ext cx="61" cy="62"/>
              </a:xfrm>
              <a:custGeom>
                <a:avLst/>
                <a:gdLst>
                  <a:gd name="T0" fmla="*/ 20 w 184"/>
                  <a:gd name="T1" fmla="*/ 0 h 186"/>
                  <a:gd name="T2" fmla="*/ 20 w 184"/>
                  <a:gd name="T3" fmla="*/ 11 h 186"/>
                  <a:gd name="T4" fmla="*/ 32 w 184"/>
                  <a:gd name="T5" fmla="*/ 16 h 186"/>
                  <a:gd name="T6" fmla="*/ 44 w 184"/>
                  <a:gd name="T7" fmla="*/ 25 h 186"/>
                  <a:gd name="T8" fmla="*/ 57 w 184"/>
                  <a:gd name="T9" fmla="*/ 35 h 186"/>
                  <a:gd name="T10" fmla="*/ 71 w 184"/>
                  <a:gd name="T11" fmla="*/ 46 h 186"/>
                  <a:gd name="T12" fmla="*/ 83 w 184"/>
                  <a:gd name="T13" fmla="*/ 59 h 186"/>
                  <a:gd name="T14" fmla="*/ 96 w 184"/>
                  <a:gd name="T15" fmla="*/ 72 h 186"/>
                  <a:gd name="T16" fmla="*/ 108 w 184"/>
                  <a:gd name="T17" fmla="*/ 88 h 186"/>
                  <a:gd name="T18" fmla="*/ 119 w 184"/>
                  <a:gd name="T19" fmla="*/ 103 h 186"/>
                  <a:gd name="T20" fmla="*/ 130 w 184"/>
                  <a:gd name="T21" fmla="*/ 116 h 186"/>
                  <a:gd name="T22" fmla="*/ 140 w 184"/>
                  <a:gd name="T23" fmla="*/ 130 h 186"/>
                  <a:gd name="T24" fmla="*/ 149 w 184"/>
                  <a:gd name="T25" fmla="*/ 144 h 186"/>
                  <a:gd name="T26" fmla="*/ 157 w 184"/>
                  <a:gd name="T27" fmla="*/ 157 h 186"/>
                  <a:gd name="T28" fmla="*/ 164 w 184"/>
                  <a:gd name="T29" fmla="*/ 167 h 186"/>
                  <a:gd name="T30" fmla="*/ 169 w 184"/>
                  <a:gd name="T31" fmla="*/ 176 h 186"/>
                  <a:gd name="T32" fmla="*/ 172 w 184"/>
                  <a:gd name="T33" fmla="*/ 182 h 186"/>
                  <a:gd name="T34" fmla="*/ 174 w 184"/>
                  <a:gd name="T35" fmla="*/ 186 h 186"/>
                  <a:gd name="T36" fmla="*/ 184 w 184"/>
                  <a:gd name="T37" fmla="*/ 181 h 186"/>
                  <a:gd name="T38" fmla="*/ 182 w 184"/>
                  <a:gd name="T39" fmla="*/ 177 h 186"/>
                  <a:gd name="T40" fmla="*/ 178 w 184"/>
                  <a:gd name="T41" fmla="*/ 171 h 186"/>
                  <a:gd name="T42" fmla="*/ 174 w 184"/>
                  <a:gd name="T43" fmla="*/ 162 h 186"/>
                  <a:gd name="T44" fmla="*/ 166 w 184"/>
                  <a:gd name="T45" fmla="*/ 150 h 186"/>
                  <a:gd name="T46" fmla="*/ 159 w 184"/>
                  <a:gd name="T47" fmla="*/ 138 h 186"/>
                  <a:gd name="T48" fmla="*/ 149 w 184"/>
                  <a:gd name="T49" fmla="*/ 124 h 186"/>
                  <a:gd name="T50" fmla="*/ 140 w 184"/>
                  <a:gd name="T51" fmla="*/ 110 h 186"/>
                  <a:gd name="T52" fmla="*/ 129 w 184"/>
                  <a:gd name="T53" fmla="*/ 95 h 186"/>
                  <a:gd name="T54" fmla="*/ 117 w 184"/>
                  <a:gd name="T55" fmla="*/ 80 h 186"/>
                  <a:gd name="T56" fmla="*/ 105 w 184"/>
                  <a:gd name="T57" fmla="*/ 65 h 186"/>
                  <a:gd name="T58" fmla="*/ 91 w 184"/>
                  <a:gd name="T59" fmla="*/ 51 h 186"/>
                  <a:gd name="T60" fmla="*/ 78 w 184"/>
                  <a:gd name="T61" fmla="*/ 37 h 186"/>
                  <a:gd name="T62" fmla="*/ 65 w 184"/>
                  <a:gd name="T63" fmla="*/ 25 h 186"/>
                  <a:gd name="T64" fmla="*/ 51 w 184"/>
                  <a:gd name="T65" fmla="*/ 15 h 186"/>
                  <a:gd name="T66" fmla="*/ 37 w 184"/>
                  <a:gd name="T67" fmla="*/ 6 h 186"/>
                  <a:gd name="T68" fmla="*/ 23 w 184"/>
                  <a:gd name="T69" fmla="*/ 0 h 186"/>
                  <a:gd name="T70" fmla="*/ 22 w 184"/>
                  <a:gd name="T71" fmla="*/ 11 h 186"/>
                  <a:gd name="T72" fmla="*/ 20 w 184"/>
                  <a:gd name="T73" fmla="*/ 0 h 186"/>
                  <a:gd name="T74" fmla="*/ 0 w 184"/>
                  <a:gd name="T75" fmla="*/ 3 h 186"/>
                  <a:gd name="T76" fmla="*/ 20 w 184"/>
                  <a:gd name="T77" fmla="*/ 11 h 186"/>
                  <a:gd name="T78" fmla="*/ 20 w 184"/>
                  <a:gd name="T79" fmla="*/ 0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4"/>
                  <a:gd name="T121" fmla="*/ 0 h 186"/>
                  <a:gd name="T122" fmla="*/ 184 w 184"/>
                  <a:gd name="T123" fmla="*/ 186 h 18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4" h="186">
                    <a:moveTo>
                      <a:pt x="20" y="0"/>
                    </a:moveTo>
                    <a:lnTo>
                      <a:pt x="20" y="11"/>
                    </a:lnTo>
                    <a:lnTo>
                      <a:pt x="32" y="16"/>
                    </a:lnTo>
                    <a:lnTo>
                      <a:pt x="44" y="25"/>
                    </a:lnTo>
                    <a:lnTo>
                      <a:pt x="57" y="35"/>
                    </a:lnTo>
                    <a:lnTo>
                      <a:pt x="71" y="46"/>
                    </a:lnTo>
                    <a:lnTo>
                      <a:pt x="83" y="59"/>
                    </a:lnTo>
                    <a:lnTo>
                      <a:pt x="96" y="72"/>
                    </a:lnTo>
                    <a:lnTo>
                      <a:pt x="108" y="88"/>
                    </a:lnTo>
                    <a:lnTo>
                      <a:pt x="119" y="103"/>
                    </a:lnTo>
                    <a:lnTo>
                      <a:pt x="130" y="116"/>
                    </a:lnTo>
                    <a:lnTo>
                      <a:pt x="140" y="130"/>
                    </a:lnTo>
                    <a:lnTo>
                      <a:pt x="149" y="144"/>
                    </a:lnTo>
                    <a:lnTo>
                      <a:pt x="157" y="157"/>
                    </a:lnTo>
                    <a:lnTo>
                      <a:pt x="164" y="167"/>
                    </a:lnTo>
                    <a:lnTo>
                      <a:pt x="169" y="176"/>
                    </a:lnTo>
                    <a:lnTo>
                      <a:pt x="172" y="182"/>
                    </a:lnTo>
                    <a:lnTo>
                      <a:pt x="174" y="186"/>
                    </a:lnTo>
                    <a:lnTo>
                      <a:pt x="184" y="181"/>
                    </a:lnTo>
                    <a:lnTo>
                      <a:pt x="182" y="177"/>
                    </a:lnTo>
                    <a:lnTo>
                      <a:pt x="178" y="171"/>
                    </a:lnTo>
                    <a:lnTo>
                      <a:pt x="174" y="162"/>
                    </a:lnTo>
                    <a:lnTo>
                      <a:pt x="166" y="150"/>
                    </a:lnTo>
                    <a:lnTo>
                      <a:pt x="159" y="138"/>
                    </a:lnTo>
                    <a:lnTo>
                      <a:pt x="149" y="124"/>
                    </a:lnTo>
                    <a:lnTo>
                      <a:pt x="140" y="110"/>
                    </a:lnTo>
                    <a:lnTo>
                      <a:pt x="129" y="95"/>
                    </a:lnTo>
                    <a:lnTo>
                      <a:pt x="117" y="80"/>
                    </a:lnTo>
                    <a:lnTo>
                      <a:pt x="105" y="65"/>
                    </a:lnTo>
                    <a:lnTo>
                      <a:pt x="91" y="51"/>
                    </a:lnTo>
                    <a:lnTo>
                      <a:pt x="78" y="37"/>
                    </a:lnTo>
                    <a:lnTo>
                      <a:pt x="65" y="25"/>
                    </a:lnTo>
                    <a:lnTo>
                      <a:pt x="51" y="15"/>
                    </a:lnTo>
                    <a:lnTo>
                      <a:pt x="37" y="6"/>
                    </a:lnTo>
                    <a:lnTo>
                      <a:pt x="23" y="0"/>
                    </a:lnTo>
                    <a:lnTo>
                      <a:pt x="22" y="11"/>
                    </a:lnTo>
                    <a:lnTo>
                      <a:pt x="20" y="0"/>
                    </a:lnTo>
                    <a:lnTo>
                      <a:pt x="0" y="3"/>
                    </a:lnTo>
                    <a:lnTo>
                      <a:pt x="20" y="1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256"/>
              <p:cNvSpPr>
                <a:spLocks/>
              </p:cNvSpPr>
              <p:nvPr/>
            </p:nvSpPr>
            <p:spPr bwMode="auto">
              <a:xfrm flipH="1">
                <a:off x="359" y="1518"/>
                <a:ext cx="112" cy="90"/>
              </a:xfrm>
              <a:custGeom>
                <a:avLst/>
                <a:gdLst>
                  <a:gd name="T0" fmla="*/ 324 w 336"/>
                  <a:gd name="T1" fmla="*/ 0 h 269"/>
                  <a:gd name="T2" fmla="*/ 319 w 336"/>
                  <a:gd name="T3" fmla="*/ 26 h 269"/>
                  <a:gd name="T4" fmla="*/ 308 w 336"/>
                  <a:gd name="T5" fmla="*/ 51 h 269"/>
                  <a:gd name="T6" fmla="*/ 294 w 336"/>
                  <a:gd name="T7" fmla="*/ 77 h 269"/>
                  <a:gd name="T8" fmla="*/ 273 w 336"/>
                  <a:gd name="T9" fmla="*/ 100 h 269"/>
                  <a:gd name="T10" fmla="*/ 252 w 336"/>
                  <a:gd name="T11" fmla="*/ 122 h 269"/>
                  <a:gd name="T12" fmla="*/ 226 w 336"/>
                  <a:gd name="T13" fmla="*/ 143 h 269"/>
                  <a:gd name="T14" fmla="*/ 198 w 336"/>
                  <a:gd name="T15" fmla="*/ 163 h 269"/>
                  <a:gd name="T16" fmla="*/ 170 w 336"/>
                  <a:gd name="T17" fmla="*/ 181 h 269"/>
                  <a:gd name="T18" fmla="*/ 141 w 336"/>
                  <a:gd name="T19" fmla="*/ 197 h 269"/>
                  <a:gd name="T20" fmla="*/ 114 w 336"/>
                  <a:gd name="T21" fmla="*/ 211 h 269"/>
                  <a:gd name="T22" fmla="*/ 87 w 336"/>
                  <a:gd name="T23" fmla="*/ 225 h 269"/>
                  <a:gd name="T24" fmla="*/ 63 w 336"/>
                  <a:gd name="T25" fmla="*/ 235 h 269"/>
                  <a:gd name="T26" fmla="*/ 41 w 336"/>
                  <a:gd name="T27" fmla="*/ 244 h 269"/>
                  <a:gd name="T28" fmla="*/ 23 w 336"/>
                  <a:gd name="T29" fmla="*/ 251 h 269"/>
                  <a:gd name="T30" fmla="*/ 8 w 336"/>
                  <a:gd name="T31" fmla="*/ 255 h 269"/>
                  <a:gd name="T32" fmla="*/ 0 w 336"/>
                  <a:gd name="T33" fmla="*/ 258 h 269"/>
                  <a:gd name="T34" fmla="*/ 7 w 336"/>
                  <a:gd name="T35" fmla="*/ 268 h 269"/>
                  <a:gd name="T36" fmla="*/ 18 w 336"/>
                  <a:gd name="T37" fmla="*/ 264 h 269"/>
                  <a:gd name="T38" fmla="*/ 35 w 336"/>
                  <a:gd name="T39" fmla="*/ 259 h 269"/>
                  <a:gd name="T40" fmla="*/ 55 w 336"/>
                  <a:gd name="T41" fmla="*/ 251 h 269"/>
                  <a:gd name="T42" fmla="*/ 78 w 336"/>
                  <a:gd name="T43" fmla="*/ 241 h 269"/>
                  <a:gd name="T44" fmla="*/ 105 w 336"/>
                  <a:gd name="T45" fmla="*/ 229 h 269"/>
                  <a:gd name="T46" fmla="*/ 133 w 336"/>
                  <a:gd name="T47" fmla="*/ 215 h 269"/>
                  <a:gd name="T48" fmla="*/ 162 w 336"/>
                  <a:gd name="T49" fmla="*/ 200 h 269"/>
                  <a:gd name="T50" fmla="*/ 191 w 336"/>
                  <a:gd name="T51" fmla="*/ 182 h 269"/>
                  <a:gd name="T52" fmla="*/ 219 w 336"/>
                  <a:gd name="T53" fmla="*/ 163 h 269"/>
                  <a:gd name="T54" fmla="*/ 246 w 336"/>
                  <a:gd name="T55" fmla="*/ 142 h 269"/>
                  <a:gd name="T56" fmla="*/ 271 w 336"/>
                  <a:gd name="T57" fmla="*/ 121 h 269"/>
                  <a:gd name="T58" fmla="*/ 293 w 336"/>
                  <a:gd name="T59" fmla="*/ 97 h 269"/>
                  <a:gd name="T60" fmla="*/ 311 w 336"/>
                  <a:gd name="T61" fmla="*/ 70 h 269"/>
                  <a:gd name="T62" fmla="*/ 325 w 336"/>
                  <a:gd name="T63" fmla="*/ 44 h 269"/>
                  <a:gd name="T64" fmla="*/ 334 w 336"/>
                  <a:gd name="T65" fmla="*/ 15 h 269"/>
                  <a:gd name="T66" fmla="*/ 336 w 336"/>
                  <a:gd name="T67" fmla="*/ 1 h 26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6"/>
                  <a:gd name="T103" fmla="*/ 0 h 269"/>
                  <a:gd name="T104" fmla="*/ 336 w 336"/>
                  <a:gd name="T105" fmla="*/ 269 h 26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6" h="269">
                    <a:moveTo>
                      <a:pt x="324" y="0"/>
                    </a:moveTo>
                    <a:lnTo>
                      <a:pt x="324" y="0"/>
                    </a:lnTo>
                    <a:lnTo>
                      <a:pt x="323" y="12"/>
                    </a:lnTo>
                    <a:lnTo>
                      <a:pt x="319" y="26"/>
                    </a:lnTo>
                    <a:lnTo>
                      <a:pt x="315" y="40"/>
                    </a:lnTo>
                    <a:lnTo>
                      <a:pt x="308" y="51"/>
                    </a:lnTo>
                    <a:lnTo>
                      <a:pt x="301" y="65"/>
                    </a:lnTo>
                    <a:lnTo>
                      <a:pt x="294" y="77"/>
                    </a:lnTo>
                    <a:lnTo>
                      <a:pt x="284" y="89"/>
                    </a:lnTo>
                    <a:lnTo>
                      <a:pt x="273" y="100"/>
                    </a:lnTo>
                    <a:lnTo>
                      <a:pt x="262" y="112"/>
                    </a:lnTo>
                    <a:lnTo>
                      <a:pt x="252" y="122"/>
                    </a:lnTo>
                    <a:lnTo>
                      <a:pt x="238" y="133"/>
                    </a:lnTo>
                    <a:lnTo>
                      <a:pt x="226" y="143"/>
                    </a:lnTo>
                    <a:lnTo>
                      <a:pt x="213" y="153"/>
                    </a:lnTo>
                    <a:lnTo>
                      <a:pt x="198" y="163"/>
                    </a:lnTo>
                    <a:lnTo>
                      <a:pt x="185" y="172"/>
                    </a:lnTo>
                    <a:lnTo>
                      <a:pt x="170" y="181"/>
                    </a:lnTo>
                    <a:lnTo>
                      <a:pt x="156" y="190"/>
                    </a:lnTo>
                    <a:lnTo>
                      <a:pt x="141" y="197"/>
                    </a:lnTo>
                    <a:lnTo>
                      <a:pt x="128" y="205"/>
                    </a:lnTo>
                    <a:lnTo>
                      <a:pt x="114" y="211"/>
                    </a:lnTo>
                    <a:lnTo>
                      <a:pt x="100" y="219"/>
                    </a:lnTo>
                    <a:lnTo>
                      <a:pt x="87" y="225"/>
                    </a:lnTo>
                    <a:lnTo>
                      <a:pt x="75" y="230"/>
                    </a:lnTo>
                    <a:lnTo>
                      <a:pt x="63" y="235"/>
                    </a:lnTo>
                    <a:lnTo>
                      <a:pt x="52" y="240"/>
                    </a:lnTo>
                    <a:lnTo>
                      <a:pt x="41" y="244"/>
                    </a:lnTo>
                    <a:lnTo>
                      <a:pt x="31" y="248"/>
                    </a:lnTo>
                    <a:lnTo>
                      <a:pt x="23" y="251"/>
                    </a:lnTo>
                    <a:lnTo>
                      <a:pt x="16" y="254"/>
                    </a:lnTo>
                    <a:lnTo>
                      <a:pt x="8" y="255"/>
                    </a:lnTo>
                    <a:lnTo>
                      <a:pt x="3" y="258"/>
                    </a:lnTo>
                    <a:lnTo>
                      <a:pt x="0" y="258"/>
                    </a:lnTo>
                    <a:lnTo>
                      <a:pt x="2" y="269"/>
                    </a:lnTo>
                    <a:lnTo>
                      <a:pt x="7" y="268"/>
                    </a:lnTo>
                    <a:lnTo>
                      <a:pt x="12" y="266"/>
                    </a:lnTo>
                    <a:lnTo>
                      <a:pt x="18" y="264"/>
                    </a:lnTo>
                    <a:lnTo>
                      <a:pt x="26" y="261"/>
                    </a:lnTo>
                    <a:lnTo>
                      <a:pt x="35" y="259"/>
                    </a:lnTo>
                    <a:lnTo>
                      <a:pt x="45" y="255"/>
                    </a:lnTo>
                    <a:lnTo>
                      <a:pt x="55" y="251"/>
                    </a:lnTo>
                    <a:lnTo>
                      <a:pt x="66" y="246"/>
                    </a:lnTo>
                    <a:lnTo>
                      <a:pt x="78" y="241"/>
                    </a:lnTo>
                    <a:lnTo>
                      <a:pt x="92" y="235"/>
                    </a:lnTo>
                    <a:lnTo>
                      <a:pt x="105" y="229"/>
                    </a:lnTo>
                    <a:lnTo>
                      <a:pt x="118" y="222"/>
                    </a:lnTo>
                    <a:lnTo>
                      <a:pt x="133" y="215"/>
                    </a:lnTo>
                    <a:lnTo>
                      <a:pt x="146" y="207"/>
                    </a:lnTo>
                    <a:lnTo>
                      <a:pt x="162" y="200"/>
                    </a:lnTo>
                    <a:lnTo>
                      <a:pt x="175" y="191"/>
                    </a:lnTo>
                    <a:lnTo>
                      <a:pt x="191" y="182"/>
                    </a:lnTo>
                    <a:lnTo>
                      <a:pt x="206" y="173"/>
                    </a:lnTo>
                    <a:lnTo>
                      <a:pt x="219" y="163"/>
                    </a:lnTo>
                    <a:lnTo>
                      <a:pt x="232" y="153"/>
                    </a:lnTo>
                    <a:lnTo>
                      <a:pt x="246" y="142"/>
                    </a:lnTo>
                    <a:lnTo>
                      <a:pt x="259" y="132"/>
                    </a:lnTo>
                    <a:lnTo>
                      <a:pt x="271" y="121"/>
                    </a:lnTo>
                    <a:lnTo>
                      <a:pt x="282" y="108"/>
                    </a:lnTo>
                    <a:lnTo>
                      <a:pt x="293" y="97"/>
                    </a:lnTo>
                    <a:lnTo>
                      <a:pt x="302" y="84"/>
                    </a:lnTo>
                    <a:lnTo>
                      <a:pt x="311" y="70"/>
                    </a:lnTo>
                    <a:lnTo>
                      <a:pt x="318" y="58"/>
                    </a:lnTo>
                    <a:lnTo>
                      <a:pt x="325" y="44"/>
                    </a:lnTo>
                    <a:lnTo>
                      <a:pt x="330" y="30"/>
                    </a:lnTo>
                    <a:lnTo>
                      <a:pt x="334" y="15"/>
                    </a:lnTo>
                    <a:lnTo>
                      <a:pt x="336" y="1"/>
                    </a:lnTo>
                    <a:lnTo>
                      <a:pt x="3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257"/>
              <p:cNvSpPr>
                <a:spLocks/>
              </p:cNvSpPr>
              <p:nvPr/>
            </p:nvSpPr>
            <p:spPr bwMode="auto">
              <a:xfrm flipH="1">
                <a:off x="359" y="1448"/>
                <a:ext cx="4" cy="70"/>
              </a:xfrm>
              <a:custGeom>
                <a:avLst/>
                <a:gdLst>
                  <a:gd name="T0" fmla="*/ 0 w 12"/>
                  <a:gd name="T1" fmla="*/ 0 h 212"/>
                  <a:gd name="T2" fmla="*/ 0 w 12"/>
                  <a:gd name="T3" fmla="*/ 0 h 212"/>
                  <a:gd name="T4" fmla="*/ 0 w 12"/>
                  <a:gd name="T5" fmla="*/ 11 h 212"/>
                  <a:gd name="T6" fmla="*/ 0 w 12"/>
                  <a:gd name="T7" fmla="*/ 24 h 212"/>
                  <a:gd name="T8" fmla="*/ 0 w 12"/>
                  <a:gd name="T9" fmla="*/ 37 h 212"/>
                  <a:gd name="T10" fmla="*/ 0 w 12"/>
                  <a:gd name="T11" fmla="*/ 51 h 212"/>
                  <a:gd name="T12" fmla="*/ 0 w 12"/>
                  <a:gd name="T13" fmla="*/ 64 h 212"/>
                  <a:gd name="T14" fmla="*/ 0 w 12"/>
                  <a:gd name="T15" fmla="*/ 79 h 212"/>
                  <a:gd name="T16" fmla="*/ 0 w 12"/>
                  <a:gd name="T17" fmla="*/ 93 h 212"/>
                  <a:gd name="T18" fmla="*/ 0 w 12"/>
                  <a:gd name="T19" fmla="*/ 107 h 212"/>
                  <a:gd name="T20" fmla="*/ 1 w 12"/>
                  <a:gd name="T21" fmla="*/ 122 h 212"/>
                  <a:gd name="T22" fmla="*/ 1 w 12"/>
                  <a:gd name="T23" fmla="*/ 135 h 212"/>
                  <a:gd name="T24" fmla="*/ 1 w 12"/>
                  <a:gd name="T25" fmla="*/ 149 h 212"/>
                  <a:gd name="T26" fmla="*/ 1 w 12"/>
                  <a:gd name="T27" fmla="*/ 163 h 212"/>
                  <a:gd name="T28" fmla="*/ 1 w 12"/>
                  <a:gd name="T29" fmla="*/ 176 h 212"/>
                  <a:gd name="T30" fmla="*/ 1 w 12"/>
                  <a:gd name="T31" fmla="*/ 188 h 212"/>
                  <a:gd name="T32" fmla="*/ 1 w 12"/>
                  <a:gd name="T33" fmla="*/ 200 h 212"/>
                  <a:gd name="T34" fmla="*/ 0 w 12"/>
                  <a:gd name="T35" fmla="*/ 211 h 212"/>
                  <a:gd name="T36" fmla="*/ 12 w 12"/>
                  <a:gd name="T37" fmla="*/ 212 h 212"/>
                  <a:gd name="T38" fmla="*/ 12 w 12"/>
                  <a:gd name="T39" fmla="*/ 200 h 212"/>
                  <a:gd name="T40" fmla="*/ 12 w 12"/>
                  <a:gd name="T41" fmla="*/ 188 h 212"/>
                  <a:gd name="T42" fmla="*/ 12 w 12"/>
                  <a:gd name="T43" fmla="*/ 176 h 212"/>
                  <a:gd name="T44" fmla="*/ 12 w 12"/>
                  <a:gd name="T45" fmla="*/ 163 h 212"/>
                  <a:gd name="T46" fmla="*/ 12 w 12"/>
                  <a:gd name="T47" fmla="*/ 149 h 212"/>
                  <a:gd name="T48" fmla="*/ 12 w 12"/>
                  <a:gd name="T49" fmla="*/ 135 h 212"/>
                  <a:gd name="T50" fmla="*/ 12 w 12"/>
                  <a:gd name="T51" fmla="*/ 122 h 212"/>
                  <a:gd name="T52" fmla="*/ 12 w 12"/>
                  <a:gd name="T53" fmla="*/ 107 h 212"/>
                  <a:gd name="T54" fmla="*/ 11 w 12"/>
                  <a:gd name="T55" fmla="*/ 93 h 212"/>
                  <a:gd name="T56" fmla="*/ 11 w 12"/>
                  <a:gd name="T57" fmla="*/ 79 h 212"/>
                  <a:gd name="T58" fmla="*/ 11 w 12"/>
                  <a:gd name="T59" fmla="*/ 64 h 212"/>
                  <a:gd name="T60" fmla="*/ 11 w 12"/>
                  <a:gd name="T61" fmla="*/ 51 h 212"/>
                  <a:gd name="T62" fmla="*/ 11 w 12"/>
                  <a:gd name="T63" fmla="*/ 37 h 212"/>
                  <a:gd name="T64" fmla="*/ 11 w 12"/>
                  <a:gd name="T65" fmla="*/ 24 h 212"/>
                  <a:gd name="T66" fmla="*/ 11 w 12"/>
                  <a:gd name="T67" fmla="*/ 11 h 212"/>
                  <a:gd name="T68" fmla="*/ 12 w 12"/>
                  <a:gd name="T69" fmla="*/ 0 h 212"/>
                  <a:gd name="T70" fmla="*/ 12 w 12"/>
                  <a:gd name="T71" fmla="*/ 0 h 212"/>
                  <a:gd name="T72" fmla="*/ 0 w 12"/>
                  <a:gd name="T73" fmla="*/ 0 h 21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"/>
                  <a:gd name="T112" fmla="*/ 0 h 212"/>
                  <a:gd name="T113" fmla="*/ 12 w 12"/>
                  <a:gd name="T114" fmla="*/ 212 h 21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" h="212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0" y="37"/>
                    </a:lnTo>
                    <a:lnTo>
                      <a:pt x="0" y="51"/>
                    </a:lnTo>
                    <a:lnTo>
                      <a:pt x="0" y="64"/>
                    </a:lnTo>
                    <a:lnTo>
                      <a:pt x="0" y="79"/>
                    </a:lnTo>
                    <a:lnTo>
                      <a:pt x="0" y="93"/>
                    </a:lnTo>
                    <a:lnTo>
                      <a:pt x="0" y="107"/>
                    </a:lnTo>
                    <a:lnTo>
                      <a:pt x="1" y="122"/>
                    </a:lnTo>
                    <a:lnTo>
                      <a:pt x="1" y="135"/>
                    </a:lnTo>
                    <a:lnTo>
                      <a:pt x="1" y="149"/>
                    </a:lnTo>
                    <a:lnTo>
                      <a:pt x="1" y="163"/>
                    </a:lnTo>
                    <a:lnTo>
                      <a:pt x="1" y="176"/>
                    </a:lnTo>
                    <a:lnTo>
                      <a:pt x="1" y="188"/>
                    </a:lnTo>
                    <a:lnTo>
                      <a:pt x="1" y="200"/>
                    </a:lnTo>
                    <a:lnTo>
                      <a:pt x="0" y="211"/>
                    </a:lnTo>
                    <a:lnTo>
                      <a:pt x="12" y="212"/>
                    </a:lnTo>
                    <a:lnTo>
                      <a:pt x="12" y="200"/>
                    </a:lnTo>
                    <a:lnTo>
                      <a:pt x="12" y="188"/>
                    </a:lnTo>
                    <a:lnTo>
                      <a:pt x="12" y="176"/>
                    </a:lnTo>
                    <a:lnTo>
                      <a:pt x="12" y="163"/>
                    </a:lnTo>
                    <a:lnTo>
                      <a:pt x="12" y="149"/>
                    </a:lnTo>
                    <a:lnTo>
                      <a:pt x="12" y="135"/>
                    </a:lnTo>
                    <a:lnTo>
                      <a:pt x="12" y="122"/>
                    </a:lnTo>
                    <a:lnTo>
                      <a:pt x="12" y="107"/>
                    </a:lnTo>
                    <a:lnTo>
                      <a:pt x="11" y="93"/>
                    </a:lnTo>
                    <a:lnTo>
                      <a:pt x="11" y="79"/>
                    </a:lnTo>
                    <a:lnTo>
                      <a:pt x="11" y="64"/>
                    </a:lnTo>
                    <a:lnTo>
                      <a:pt x="11" y="51"/>
                    </a:lnTo>
                    <a:lnTo>
                      <a:pt x="11" y="37"/>
                    </a:lnTo>
                    <a:lnTo>
                      <a:pt x="11" y="24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258"/>
              <p:cNvSpPr>
                <a:spLocks/>
              </p:cNvSpPr>
              <p:nvPr/>
            </p:nvSpPr>
            <p:spPr bwMode="auto">
              <a:xfrm flipH="1">
                <a:off x="359" y="1354"/>
                <a:ext cx="70" cy="94"/>
              </a:xfrm>
              <a:custGeom>
                <a:avLst/>
                <a:gdLst>
                  <a:gd name="T0" fmla="*/ 21 w 210"/>
                  <a:gd name="T1" fmla="*/ 11 h 282"/>
                  <a:gd name="T2" fmla="*/ 32 w 210"/>
                  <a:gd name="T3" fmla="*/ 15 h 282"/>
                  <a:gd name="T4" fmla="*/ 44 w 210"/>
                  <a:gd name="T5" fmla="*/ 20 h 282"/>
                  <a:gd name="T6" fmla="*/ 58 w 210"/>
                  <a:gd name="T7" fmla="*/ 27 h 282"/>
                  <a:gd name="T8" fmla="*/ 74 w 210"/>
                  <a:gd name="T9" fmla="*/ 35 h 282"/>
                  <a:gd name="T10" fmla="*/ 88 w 210"/>
                  <a:gd name="T11" fmla="*/ 45 h 282"/>
                  <a:gd name="T12" fmla="*/ 104 w 210"/>
                  <a:gd name="T13" fmla="*/ 58 h 282"/>
                  <a:gd name="T14" fmla="*/ 118 w 210"/>
                  <a:gd name="T15" fmla="*/ 72 h 282"/>
                  <a:gd name="T16" fmla="*/ 133 w 210"/>
                  <a:gd name="T17" fmla="*/ 87 h 282"/>
                  <a:gd name="T18" fmla="*/ 147 w 210"/>
                  <a:gd name="T19" fmla="*/ 104 h 282"/>
                  <a:gd name="T20" fmla="*/ 159 w 210"/>
                  <a:gd name="T21" fmla="*/ 123 h 282"/>
                  <a:gd name="T22" fmla="*/ 172 w 210"/>
                  <a:gd name="T23" fmla="*/ 145 h 282"/>
                  <a:gd name="T24" fmla="*/ 181 w 210"/>
                  <a:gd name="T25" fmla="*/ 169 h 282"/>
                  <a:gd name="T26" fmla="*/ 190 w 210"/>
                  <a:gd name="T27" fmla="*/ 194 h 282"/>
                  <a:gd name="T28" fmla="*/ 195 w 210"/>
                  <a:gd name="T29" fmla="*/ 220 h 282"/>
                  <a:gd name="T30" fmla="*/ 198 w 210"/>
                  <a:gd name="T31" fmla="*/ 250 h 282"/>
                  <a:gd name="T32" fmla="*/ 198 w 210"/>
                  <a:gd name="T33" fmla="*/ 282 h 282"/>
                  <a:gd name="T34" fmla="*/ 210 w 210"/>
                  <a:gd name="T35" fmla="*/ 265 h 282"/>
                  <a:gd name="T36" fmla="*/ 208 w 210"/>
                  <a:gd name="T37" fmla="*/ 233 h 282"/>
                  <a:gd name="T38" fmla="*/ 204 w 210"/>
                  <a:gd name="T39" fmla="*/ 204 h 282"/>
                  <a:gd name="T40" fmla="*/ 196 w 210"/>
                  <a:gd name="T41" fmla="*/ 176 h 282"/>
                  <a:gd name="T42" fmla="*/ 187 w 210"/>
                  <a:gd name="T43" fmla="*/ 151 h 282"/>
                  <a:gd name="T44" fmla="*/ 175 w 210"/>
                  <a:gd name="T45" fmla="*/ 128 h 282"/>
                  <a:gd name="T46" fmla="*/ 163 w 210"/>
                  <a:gd name="T47" fmla="*/ 107 h 282"/>
                  <a:gd name="T48" fmla="*/ 149 w 210"/>
                  <a:gd name="T49" fmla="*/ 88 h 282"/>
                  <a:gd name="T50" fmla="*/ 134 w 210"/>
                  <a:gd name="T51" fmla="*/ 71 h 282"/>
                  <a:gd name="T52" fmla="*/ 118 w 210"/>
                  <a:gd name="T53" fmla="*/ 55 h 282"/>
                  <a:gd name="T54" fmla="*/ 103 w 210"/>
                  <a:gd name="T55" fmla="*/ 43 h 282"/>
                  <a:gd name="T56" fmla="*/ 87 w 210"/>
                  <a:gd name="T57" fmla="*/ 30 h 282"/>
                  <a:gd name="T58" fmla="*/ 71 w 210"/>
                  <a:gd name="T59" fmla="*/ 22 h 282"/>
                  <a:gd name="T60" fmla="*/ 57 w 210"/>
                  <a:gd name="T61" fmla="*/ 13 h 282"/>
                  <a:gd name="T62" fmla="*/ 43 w 210"/>
                  <a:gd name="T63" fmla="*/ 6 h 282"/>
                  <a:gd name="T64" fmla="*/ 30 w 210"/>
                  <a:gd name="T65" fmla="*/ 1 h 282"/>
                  <a:gd name="T66" fmla="*/ 24 w 210"/>
                  <a:gd name="T67" fmla="*/ 11 h 282"/>
                  <a:gd name="T68" fmla="*/ 0 w 210"/>
                  <a:gd name="T69" fmla="*/ 4 h 282"/>
                  <a:gd name="T70" fmla="*/ 21 w 210"/>
                  <a:gd name="T71" fmla="*/ 0 h 2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10"/>
                  <a:gd name="T109" fmla="*/ 0 h 282"/>
                  <a:gd name="T110" fmla="*/ 210 w 210"/>
                  <a:gd name="T111" fmla="*/ 282 h 28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10" h="282">
                    <a:moveTo>
                      <a:pt x="21" y="0"/>
                    </a:moveTo>
                    <a:lnTo>
                      <a:pt x="21" y="11"/>
                    </a:lnTo>
                    <a:lnTo>
                      <a:pt x="28" y="13"/>
                    </a:lnTo>
                    <a:lnTo>
                      <a:pt x="32" y="15"/>
                    </a:lnTo>
                    <a:lnTo>
                      <a:pt x="38" y="18"/>
                    </a:lnTo>
                    <a:lnTo>
                      <a:pt x="44" y="20"/>
                    </a:lnTo>
                    <a:lnTo>
                      <a:pt x="52" y="24"/>
                    </a:lnTo>
                    <a:lnTo>
                      <a:pt x="58" y="27"/>
                    </a:lnTo>
                    <a:lnTo>
                      <a:pt x="66" y="32"/>
                    </a:lnTo>
                    <a:lnTo>
                      <a:pt x="74" y="35"/>
                    </a:lnTo>
                    <a:lnTo>
                      <a:pt x="81" y="40"/>
                    </a:lnTo>
                    <a:lnTo>
                      <a:pt x="88" y="45"/>
                    </a:lnTo>
                    <a:lnTo>
                      <a:pt x="95" y="52"/>
                    </a:lnTo>
                    <a:lnTo>
                      <a:pt x="104" y="58"/>
                    </a:lnTo>
                    <a:lnTo>
                      <a:pt x="111" y="66"/>
                    </a:lnTo>
                    <a:lnTo>
                      <a:pt x="118" y="72"/>
                    </a:lnTo>
                    <a:lnTo>
                      <a:pt x="126" y="79"/>
                    </a:lnTo>
                    <a:lnTo>
                      <a:pt x="133" y="87"/>
                    </a:lnTo>
                    <a:lnTo>
                      <a:pt x="140" y="96"/>
                    </a:lnTo>
                    <a:lnTo>
                      <a:pt x="147" y="104"/>
                    </a:lnTo>
                    <a:lnTo>
                      <a:pt x="153" y="115"/>
                    </a:lnTo>
                    <a:lnTo>
                      <a:pt x="159" y="123"/>
                    </a:lnTo>
                    <a:lnTo>
                      <a:pt x="166" y="135"/>
                    </a:lnTo>
                    <a:lnTo>
                      <a:pt x="172" y="145"/>
                    </a:lnTo>
                    <a:lnTo>
                      <a:pt x="176" y="156"/>
                    </a:lnTo>
                    <a:lnTo>
                      <a:pt x="181" y="169"/>
                    </a:lnTo>
                    <a:lnTo>
                      <a:pt x="186" y="181"/>
                    </a:lnTo>
                    <a:lnTo>
                      <a:pt x="190" y="194"/>
                    </a:lnTo>
                    <a:lnTo>
                      <a:pt x="192" y="206"/>
                    </a:lnTo>
                    <a:lnTo>
                      <a:pt x="195" y="220"/>
                    </a:lnTo>
                    <a:lnTo>
                      <a:pt x="197" y="235"/>
                    </a:lnTo>
                    <a:lnTo>
                      <a:pt x="198" y="250"/>
                    </a:lnTo>
                    <a:lnTo>
                      <a:pt x="199" y="265"/>
                    </a:lnTo>
                    <a:lnTo>
                      <a:pt x="198" y="282"/>
                    </a:lnTo>
                    <a:lnTo>
                      <a:pt x="210" y="282"/>
                    </a:lnTo>
                    <a:lnTo>
                      <a:pt x="210" y="265"/>
                    </a:lnTo>
                    <a:lnTo>
                      <a:pt x="209" y="249"/>
                    </a:lnTo>
                    <a:lnTo>
                      <a:pt x="208" y="233"/>
                    </a:lnTo>
                    <a:lnTo>
                      <a:pt x="207" y="219"/>
                    </a:lnTo>
                    <a:lnTo>
                      <a:pt x="204" y="204"/>
                    </a:lnTo>
                    <a:lnTo>
                      <a:pt x="201" y="190"/>
                    </a:lnTo>
                    <a:lnTo>
                      <a:pt x="196" y="176"/>
                    </a:lnTo>
                    <a:lnTo>
                      <a:pt x="192" y="164"/>
                    </a:lnTo>
                    <a:lnTo>
                      <a:pt x="187" y="151"/>
                    </a:lnTo>
                    <a:lnTo>
                      <a:pt x="181" y="140"/>
                    </a:lnTo>
                    <a:lnTo>
                      <a:pt x="175" y="128"/>
                    </a:lnTo>
                    <a:lnTo>
                      <a:pt x="169" y="118"/>
                    </a:lnTo>
                    <a:lnTo>
                      <a:pt x="163" y="107"/>
                    </a:lnTo>
                    <a:lnTo>
                      <a:pt x="156" y="98"/>
                    </a:lnTo>
                    <a:lnTo>
                      <a:pt x="149" y="88"/>
                    </a:lnTo>
                    <a:lnTo>
                      <a:pt x="141" y="79"/>
                    </a:lnTo>
                    <a:lnTo>
                      <a:pt x="134" y="71"/>
                    </a:lnTo>
                    <a:lnTo>
                      <a:pt x="126" y="63"/>
                    </a:lnTo>
                    <a:lnTo>
                      <a:pt x="118" y="55"/>
                    </a:lnTo>
                    <a:lnTo>
                      <a:pt x="111" y="49"/>
                    </a:lnTo>
                    <a:lnTo>
                      <a:pt x="103" y="43"/>
                    </a:lnTo>
                    <a:lnTo>
                      <a:pt x="95" y="37"/>
                    </a:lnTo>
                    <a:lnTo>
                      <a:pt x="87" y="30"/>
                    </a:lnTo>
                    <a:lnTo>
                      <a:pt x="80" y="25"/>
                    </a:lnTo>
                    <a:lnTo>
                      <a:pt x="71" y="22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49" y="9"/>
                    </a:lnTo>
                    <a:lnTo>
                      <a:pt x="43" y="6"/>
                    </a:lnTo>
                    <a:lnTo>
                      <a:pt x="36" y="4"/>
                    </a:lnTo>
                    <a:lnTo>
                      <a:pt x="30" y="1"/>
                    </a:lnTo>
                    <a:lnTo>
                      <a:pt x="25" y="0"/>
                    </a:lnTo>
                    <a:lnTo>
                      <a:pt x="24" y="11"/>
                    </a:lnTo>
                    <a:lnTo>
                      <a:pt x="21" y="0"/>
                    </a:lnTo>
                    <a:lnTo>
                      <a:pt x="0" y="4"/>
                    </a:lnTo>
                    <a:lnTo>
                      <a:pt x="21" y="1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259"/>
              <p:cNvSpPr>
                <a:spLocks/>
              </p:cNvSpPr>
              <p:nvPr/>
            </p:nvSpPr>
            <p:spPr bwMode="auto">
              <a:xfrm flipH="1">
                <a:off x="389" y="1340"/>
                <a:ext cx="33" cy="17"/>
              </a:xfrm>
              <a:custGeom>
                <a:avLst/>
                <a:gdLst>
                  <a:gd name="T0" fmla="*/ 95 w 101"/>
                  <a:gd name="T1" fmla="*/ 0 h 52"/>
                  <a:gd name="T2" fmla="*/ 94 w 101"/>
                  <a:gd name="T3" fmla="*/ 1 h 52"/>
                  <a:gd name="T4" fmla="*/ 89 w 101"/>
                  <a:gd name="T5" fmla="*/ 5 h 52"/>
                  <a:gd name="T6" fmla="*/ 84 w 101"/>
                  <a:gd name="T7" fmla="*/ 8 h 52"/>
                  <a:gd name="T8" fmla="*/ 78 w 101"/>
                  <a:gd name="T9" fmla="*/ 12 h 52"/>
                  <a:gd name="T10" fmla="*/ 73 w 101"/>
                  <a:gd name="T11" fmla="*/ 16 h 52"/>
                  <a:gd name="T12" fmla="*/ 67 w 101"/>
                  <a:gd name="T13" fmla="*/ 19 h 52"/>
                  <a:gd name="T14" fmla="*/ 62 w 101"/>
                  <a:gd name="T15" fmla="*/ 22 h 52"/>
                  <a:gd name="T16" fmla="*/ 56 w 101"/>
                  <a:gd name="T17" fmla="*/ 25 h 52"/>
                  <a:gd name="T18" fmla="*/ 50 w 101"/>
                  <a:gd name="T19" fmla="*/ 27 h 52"/>
                  <a:gd name="T20" fmla="*/ 45 w 101"/>
                  <a:gd name="T21" fmla="*/ 29 h 52"/>
                  <a:gd name="T22" fmla="*/ 39 w 101"/>
                  <a:gd name="T23" fmla="*/ 31 h 52"/>
                  <a:gd name="T24" fmla="*/ 33 w 101"/>
                  <a:gd name="T25" fmla="*/ 34 h 52"/>
                  <a:gd name="T26" fmla="*/ 27 w 101"/>
                  <a:gd name="T27" fmla="*/ 35 h 52"/>
                  <a:gd name="T28" fmla="*/ 21 w 101"/>
                  <a:gd name="T29" fmla="*/ 36 h 52"/>
                  <a:gd name="T30" fmla="*/ 14 w 101"/>
                  <a:gd name="T31" fmla="*/ 37 h 52"/>
                  <a:gd name="T32" fmla="*/ 8 w 101"/>
                  <a:gd name="T33" fmla="*/ 40 h 52"/>
                  <a:gd name="T34" fmla="*/ 0 w 101"/>
                  <a:gd name="T35" fmla="*/ 41 h 52"/>
                  <a:gd name="T36" fmla="*/ 3 w 101"/>
                  <a:gd name="T37" fmla="*/ 52 h 52"/>
                  <a:gd name="T38" fmla="*/ 10 w 101"/>
                  <a:gd name="T39" fmla="*/ 51 h 52"/>
                  <a:gd name="T40" fmla="*/ 16 w 101"/>
                  <a:gd name="T41" fmla="*/ 50 h 52"/>
                  <a:gd name="T42" fmla="*/ 23 w 101"/>
                  <a:gd name="T43" fmla="*/ 49 h 52"/>
                  <a:gd name="T44" fmla="*/ 30 w 101"/>
                  <a:gd name="T45" fmla="*/ 46 h 52"/>
                  <a:gd name="T46" fmla="*/ 36 w 101"/>
                  <a:gd name="T47" fmla="*/ 44 h 52"/>
                  <a:gd name="T48" fmla="*/ 42 w 101"/>
                  <a:gd name="T49" fmla="*/ 42 h 52"/>
                  <a:gd name="T50" fmla="*/ 49 w 101"/>
                  <a:gd name="T51" fmla="*/ 40 h 52"/>
                  <a:gd name="T52" fmla="*/ 55 w 101"/>
                  <a:gd name="T53" fmla="*/ 37 h 52"/>
                  <a:gd name="T54" fmla="*/ 61 w 101"/>
                  <a:gd name="T55" fmla="*/ 35 h 52"/>
                  <a:gd name="T56" fmla="*/ 67 w 101"/>
                  <a:gd name="T57" fmla="*/ 32 h 52"/>
                  <a:gd name="T58" fmla="*/ 73 w 101"/>
                  <a:gd name="T59" fmla="*/ 30 h 52"/>
                  <a:gd name="T60" fmla="*/ 78 w 101"/>
                  <a:gd name="T61" fmla="*/ 26 h 52"/>
                  <a:gd name="T62" fmla="*/ 84 w 101"/>
                  <a:gd name="T63" fmla="*/ 22 h 52"/>
                  <a:gd name="T64" fmla="*/ 90 w 101"/>
                  <a:gd name="T65" fmla="*/ 19 h 52"/>
                  <a:gd name="T66" fmla="*/ 95 w 101"/>
                  <a:gd name="T67" fmla="*/ 13 h 52"/>
                  <a:gd name="T68" fmla="*/ 101 w 101"/>
                  <a:gd name="T69" fmla="*/ 10 h 52"/>
                  <a:gd name="T70" fmla="*/ 100 w 101"/>
                  <a:gd name="T71" fmla="*/ 11 h 52"/>
                  <a:gd name="T72" fmla="*/ 95 w 101"/>
                  <a:gd name="T73" fmla="*/ 0 h 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1"/>
                  <a:gd name="T112" fmla="*/ 0 h 52"/>
                  <a:gd name="T113" fmla="*/ 101 w 101"/>
                  <a:gd name="T114" fmla="*/ 52 h 5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1" h="52">
                    <a:moveTo>
                      <a:pt x="95" y="0"/>
                    </a:moveTo>
                    <a:lnTo>
                      <a:pt x="94" y="1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78" y="12"/>
                    </a:lnTo>
                    <a:lnTo>
                      <a:pt x="73" y="16"/>
                    </a:lnTo>
                    <a:lnTo>
                      <a:pt x="67" y="19"/>
                    </a:lnTo>
                    <a:lnTo>
                      <a:pt x="62" y="22"/>
                    </a:lnTo>
                    <a:lnTo>
                      <a:pt x="56" y="25"/>
                    </a:lnTo>
                    <a:lnTo>
                      <a:pt x="50" y="27"/>
                    </a:lnTo>
                    <a:lnTo>
                      <a:pt x="45" y="29"/>
                    </a:lnTo>
                    <a:lnTo>
                      <a:pt x="39" y="31"/>
                    </a:lnTo>
                    <a:lnTo>
                      <a:pt x="33" y="34"/>
                    </a:lnTo>
                    <a:lnTo>
                      <a:pt x="27" y="35"/>
                    </a:lnTo>
                    <a:lnTo>
                      <a:pt x="21" y="36"/>
                    </a:lnTo>
                    <a:lnTo>
                      <a:pt x="14" y="37"/>
                    </a:lnTo>
                    <a:lnTo>
                      <a:pt x="8" y="40"/>
                    </a:lnTo>
                    <a:lnTo>
                      <a:pt x="0" y="41"/>
                    </a:lnTo>
                    <a:lnTo>
                      <a:pt x="3" y="52"/>
                    </a:lnTo>
                    <a:lnTo>
                      <a:pt x="10" y="51"/>
                    </a:lnTo>
                    <a:lnTo>
                      <a:pt x="16" y="50"/>
                    </a:lnTo>
                    <a:lnTo>
                      <a:pt x="23" y="49"/>
                    </a:lnTo>
                    <a:lnTo>
                      <a:pt x="30" y="46"/>
                    </a:lnTo>
                    <a:lnTo>
                      <a:pt x="36" y="44"/>
                    </a:lnTo>
                    <a:lnTo>
                      <a:pt x="42" y="42"/>
                    </a:lnTo>
                    <a:lnTo>
                      <a:pt x="49" y="40"/>
                    </a:lnTo>
                    <a:lnTo>
                      <a:pt x="55" y="37"/>
                    </a:lnTo>
                    <a:lnTo>
                      <a:pt x="61" y="35"/>
                    </a:lnTo>
                    <a:lnTo>
                      <a:pt x="67" y="32"/>
                    </a:lnTo>
                    <a:lnTo>
                      <a:pt x="73" y="30"/>
                    </a:lnTo>
                    <a:lnTo>
                      <a:pt x="78" y="26"/>
                    </a:lnTo>
                    <a:lnTo>
                      <a:pt x="84" y="22"/>
                    </a:lnTo>
                    <a:lnTo>
                      <a:pt x="90" y="19"/>
                    </a:lnTo>
                    <a:lnTo>
                      <a:pt x="95" y="13"/>
                    </a:lnTo>
                    <a:lnTo>
                      <a:pt x="101" y="10"/>
                    </a:lnTo>
                    <a:lnTo>
                      <a:pt x="100" y="11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260"/>
              <p:cNvSpPr>
                <a:spLocks/>
              </p:cNvSpPr>
              <p:nvPr/>
            </p:nvSpPr>
            <p:spPr bwMode="auto">
              <a:xfrm flipH="1">
                <a:off x="359" y="1287"/>
                <a:ext cx="32" cy="57"/>
              </a:xfrm>
              <a:custGeom>
                <a:avLst/>
                <a:gdLst>
                  <a:gd name="T0" fmla="*/ 70 w 96"/>
                  <a:gd name="T1" fmla="*/ 7 h 170"/>
                  <a:gd name="T2" fmla="*/ 70 w 96"/>
                  <a:gd name="T3" fmla="*/ 7 h 170"/>
                  <a:gd name="T4" fmla="*/ 79 w 96"/>
                  <a:gd name="T5" fmla="*/ 25 h 170"/>
                  <a:gd name="T6" fmla="*/ 82 w 96"/>
                  <a:gd name="T7" fmla="*/ 42 h 170"/>
                  <a:gd name="T8" fmla="*/ 85 w 96"/>
                  <a:gd name="T9" fmla="*/ 58 h 170"/>
                  <a:gd name="T10" fmla="*/ 82 w 96"/>
                  <a:gd name="T11" fmla="*/ 72 h 170"/>
                  <a:gd name="T12" fmla="*/ 80 w 96"/>
                  <a:gd name="T13" fmla="*/ 84 h 170"/>
                  <a:gd name="T14" fmla="*/ 74 w 96"/>
                  <a:gd name="T15" fmla="*/ 97 h 170"/>
                  <a:gd name="T16" fmla="*/ 66 w 96"/>
                  <a:gd name="T17" fmla="*/ 108 h 170"/>
                  <a:gd name="T18" fmla="*/ 58 w 96"/>
                  <a:gd name="T19" fmla="*/ 118 h 170"/>
                  <a:gd name="T20" fmla="*/ 50 w 96"/>
                  <a:gd name="T21" fmla="*/ 127 h 170"/>
                  <a:gd name="T22" fmla="*/ 40 w 96"/>
                  <a:gd name="T23" fmla="*/ 135 h 170"/>
                  <a:gd name="T24" fmla="*/ 30 w 96"/>
                  <a:gd name="T25" fmla="*/ 142 h 170"/>
                  <a:gd name="T26" fmla="*/ 22 w 96"/>
                  <a:gd name="T27" fmla="*/ 147 h 170"/>
                  <a:gd name="T28" fmla="*/ 14 w 96"/>
                  <a:gd name="T29" fmla="*/ 152 h 170"/>
                  <a:gd name="T30" fmla="*/ 7 w 96"/>
                  <a:gd name="T31" fmla="*/ 155 h 170"/>
                  <a:gd name="T32" fmla="*/ 2 w 96"/>
                  <a:gd name="T33" fmla="*/ 157 h 170"/>
                  <a:gd name="T34" fmla="*/ 0 w 96"/>
                  <a:gd name="T35" fmla="*/ 159 h 170"/>
                  <a:gd name="T36" fmla="*/ 5 w 96"/>
                  <a:gd name="T37" fmla="*/ 170 h 170"/>
                  <a:gd name="T38" fmla="*/ 7 w 96"/>
                  <a:gd name="T39" fmla="*/ 169 h 170"/>
                  <a:gd name="T40" fmla="*/ 12 w 96"/>
                  <a:gd name="T41" fmla="*/ 166 h 170"/>
                  <a:gd name="T42" fmla="*/ 19 w 96"/>
                  <a:gd name="T43" fmla="*/ 162 h 170"/>
                  <a:gd name="T44" fmla="*/ 28 w 96"/>
                  <a:gd name="T45" fmla="*/ 157 h 170"/>
                  <a:gd name="T46" fmla="*/ 37 w 96"/>
                  <a:gd name="T47" fmla="*/ 152 h 170"/>
                  <a:gd name="T48" fmla="*/ 47 w 96"/>
                  <a:gd name="T49" fmla="*/ 145 h 170"/>
                  <a:gd name="T50" fmla="*/ 57 w 96"/>
                  <a:gd name="T51" fmla="*/ 136 h 170"/>
                  <a:gd name="T52" fmla="*/ 66 w 96"/>
                  <a:gd name="T53" fmla="*/ 126 h 170"/>
                  <a:gd name="T54" fmla="*/ 75 w 96"/>
                  <a:gd name="T55" fmla="*/ 115 h 170"/>
                  <a:gd name="T56" fmla="*/ 83 w 96"/>
                  <a:gd name="T57" fmla="*/ 103 h 170"/>
                  <a:gd name="T58" fmla="*/ 89 w 96"/>
                  <a:gd name="T59" fmla="*/ 90 h 170"/>
                  <a:gd name="T60" fmla="*/ 94 w 96"/>
                  <a:gd name="T61" fmla="*/ 74 h 170"/>
                  <a:gd name="T62" fmla="*/ 96 w 96"/>
                  <a:gd name="T63" fmla="*/ 58 h 170"/>
                  <a:gd name="T64" fmla="*/ 94 w 96"/>
                  <a:gd name="T65" fmla="*/ 39 h 170"/>
                  <a:gd name="T66" fmla="*/ 88 w 96"/>
                  <a:gd name="T67" fmla="*/ 20 h 170"/>
                  <a:gd name="T68" fmla="*/ 80 w 96"/>
                  <a:gd name="T69" fmla="*/ 0 h 170"/>
                  <a:gd name="T70" fmla="*/ 80 w 96"/>
                  <a:gd name="T71" fmla="*/ 2 h 170"/>
                  <a:gd name="T72" fmla="*/ 70 w 96"/>
                  <a:gd name="T73" fmla="*/ 7 h 17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6"/>
                  <a:gd name="T112" fmla="*/ 0 h 170"/>
                  <a:gd name="T113" fmla="*/ 96 w 96"/>
                  <a:gd name="T114" fmla="*/ 170 h 17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6" h="170">
                    <a:moveTo>
                      <a:pt x="70" y="7"/>
                    </a:moveTo>
                    <a:lnTo>
                      <a:pt x="70" y="7"/>
                    </a:lnTo>
                    <a:lnTo>
                      <a:pt x="79" y="25"/>
                    </a:lnTo>
                    <a:lnTo>
                      <a:pt x="82" y="42"/>
                    </a:lnTo>
                    <a:lnTo>
                      <a:pt x="85" y="58"/>
                    </a:lnTo>
                    <a:lnTo>
                      <a:pt x="82" y="72"/>
                    </a:lnTo>
                    <a:lnTo>
                      <a:pt x="80" y="84"/>
                    </a:lnTo>
                    <a:lnTo>
                      <a:pt x="74" y="97"/>
                    </a:lnTo>
                    <a:lnTo>
                      <a:pt x="66" y="108"/>
                    </a:lnTo>
                    <a:lnTo>
                      <a:pt x="58" y="118"/>
                    </a:lnTo>
                    <a:lnTo>
                      <a:pt x="50" y="127"/>
                    </a:lnTo>
                    <a:lnTo>
                      <a:pt x="40" y="135"/>
                    </a:lnTo>
                    <a:lnTo>
                      <a:pt x="30" y="142"/>
                    </a:lnTo>
                    <a:lnTo>
                      <a:pt x="22" y="147"/>
                    </a:lnTo>
                    <a:lnTo>
                      <a:pt x="14" y="152"/>
                    </a:lnTo>
                    <a:lnTo>
                      <a:pt x="7" y="155"/>
                    </a:lnTo>
                    <a:lnTo>
                      <a:pt x="2" y="157"/>
                    </a:lnTo>
                    <a:lnTo>
                      <a:pt x="0" y="159"/>
                    </a:lnTo>
                    <a:lnTo>
                      <a:pt x="5" y="170"/>
                    </a:lnTo>
                    <a:lnTo>
                      <a:pt x="7" y="169"/>
                    </a:lnTo>
                    <a:lnTo>
                      <a:pt x="12" y="166"/>
                    </a:lnTo>
                    <a:lnTo>
                      <a:pt x="19" y="162"/>
                    </a:lnTo>
                    <a:lnTo>
                      <a:pt x="28" y="157"/>
                    </a:lnTo>
                    <a:lnTo>
                      <a:pt x="37" y="152"/>
                    </a:lnTo>
                    <a:lnTo>
                      <a:pt x="47" y="145"/>
                    </a:lnTo>
                    <a:lnTo>
                      <a:pt x="57" y="136"/>
                    </a:lnTo>
                    <a:lnTo>
                      <a:pt x="66" y="126"/>
                    </a:lnTo>
                    <a:lnTo>
                      <a:pt x="75" y="115"/>
                    </a:lnTo>
                    <a:lnTo>
                      <a:pt x="83" y="103"/>
                    </a:lnTo>
                    <a:lnTo>
                      <a:pt x="89" y="90"/>
                    </a:lnTo>
                    <a:lnTo>
                      <a:pt x="94" y="74"/>
                    </a:lnTo>
                    <a:lnTo>
                      <a:pt x="96" y="58"/>
                    </a:lnTo>
                    <a:lnTo>
                      <a:pt x="94" y="39"/>
                    </a:lnTo>
                    <a:lnTo>
                      <a:pt x="88" y="2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261"/>
              <p:cNvSpPr>
                <a:spLocks/>
              </p:cNvSpPr>
              <p:nvPr/>
            </p:nvSpPr>
            <p:spPr bwMode="auto">
              <a:xfrm flipH="1">
                <a:off x="364" y="1223"/>
                <a:ext cx="124" cy="66"/>
              </a:xfrm>
              <a:custGeom>
                <a:avLst/>
                <a:gdLst>
                  <a:gd name="T0" fmla="*/ 113 w 371"/>
                  <a:gd name="T1" fmla="*/ 0 h 200"/>
                  <a:gd name="T2" fmla="*/ 113 w 371"/>
                  <a:gd name="T3" fmla="*/ 11 h 200"/>
                  <a:gd name="T4" fmla="*/ 136 w 371"/>
                  <a:gd name="T5" fmla="*/ 14 h 200"/>
                  <a:gd name="T6" fmla="*/ 158 w 371"/>
                  <a:gd name="T7" fmla="*/ 17 h 200"/>
                  <a:gd name="T8" fmla="*/ 177 w 371"/>
                  <a:gd name="T9" fmla="*/ 22 h 200"/>
                  <a:gd name="T10" fmla="*/ 196 w 371"/>
                  <a:gd name="T11" fmla="*/ 30 h 200"/>
                  <a:gd name="T12" fmla="*/ 215 w 371"/>
                  <a:gd name="T13" fmla="*/ 37 h 200"/>
                  <a:gd name="T14" fmla="*/ 233 w 371"/>
                  <a:gd name="T15" fmla="*/ 46 h 200"/>
                  <a:gd name="T16" fmla="*/ 249 w 371"/>
                  <a:gd name="T17" fmla="*/ 58 h 200"/>
                  <a:gd name="T18" fmla="*/ 264 w 371"/>
                  <a:gd name="T19" fmla="*/ 69 h 200"/>
                  <a:gd name="T20" fmla="*/ 279 w 371"/>
                  <a:gd name="T21" fmla="*/ 81 h 200"/>
                  <a:gd name="T22" fmla="*/ 292 w 371"/>
                  <a:gd name="T23" fmla="*/ 95 h 200"/>
                  <a:gd name="T24" fmla="*/ 305 w 371"/>
                  <a:gd name="T25" fmla="*/ 110 h 200"/>
                  <a:gd name="T26" fmla="*/ 318 w 371"/>
                  <a:gd name="T27" fmla="*/ 125 h 200"/>
                  <a:gd name="T28" fmla="*/ 330 w 371"/>
                  <a:gd name="T29" fmla="*/ 143 h 200"/>
                  <a:gd name="T30" fmla="*/ 341 w 371"/>
                  <a:gd name="T31" fmla="*/ 161 h 200"/>
                  <a:gd name="T32" fmla="*/ 351 w 371"/>
                  <a:gd name="T33" fmla="*/ 179 h 200"/>
                  <a:gd name="T34" fmla="*/ 361 w 371"/>
                  <a:gd name="T35" fmla="*/ 200 h 200"/>
                  <a:gd name="T36" fmla="*/ 371 w 371"/>
                  <a:gd name="T37" fmla="*/ 195 h 200"/>
                  <a:gd name="T38" fmla="*/ 361 w 371"/>
                  <a:gd name="T39" fmla="*/ 173 h 200"/>
                  <a:gd name="T40" fmla="*/ 350 w 371"/>
                  <a:gd name="T41" fmla="*/ 154 h 200"/>
                  <a:gd name="T42" fmla="*/ 339 w 371"/>
                  <a:gd name="T43" fmla="*/ 137 h 200"/>
                  <a:gd name="T44" fmla="*/ 327 w 371"/>
                  <a:gd name="T45" fmla="*/ 119 h 200"/>
                  <a:gd name="T46" fmla="*/ 314 w 371"/>
                  <a:gd name="T47" fmla="*/ 102 h 200"/>
                  <a:gd name="T48" fmla="*/ 301 w 371"/>
                  <a:gd name="T49" fmla="*/ 86 h 200"/>
                  <a:gd name="T50" fmla="*/ 286 w 371"/>
                  <a:gd name="T51" fmla="*/ 73 h 200"/>
                  <a:gd name="T52" fmla="*/ 272 w 371"/>
                  <a:gd name="T53" fmla="*/ 59 h 200"/>
                  <a:gd name="T54" fmla="*/ 256 w 371"/>
                  <a:gd name="T55" fmla="*/ 47 h 200"/>
                  <a:gd name="T56" fmla="*/ 238 w 371"/>
                  <a:gd name="T57" fmla="*/ 36 h 200"/>
                  <a:gd name="T58" fmla="*/ 219 w 371"/>
                  <a:gd name="T59" fmla="*/ 26 h 200"/>
                  <a:gd name="T60" fmla="*/ 201 w 371"/>
                  <a:gd name="T61" fmla="*/ 19 h 200"/>
                  <a:gd name="T62" fmla="*/ 181 w 371"/>
                  <a:gd name="T63" fmla="*/ 12 h 200"/>
                  <a:gd name="T64" fmla="*/ 160 w 371"/>
                  <a:gd name="T65" fmla="*/ 6 h 200"/>
                  <a:gd name="T66" fmla="*/ 137 w 371"/>
                  <a:gd name="T67" fmla="*/ 2 h 200"/>
                  <a:gd name="T68" fmla="*/ 113 w 371"/>
                  <a:gd name="T69" fmla="*/ 0 h 200"/>
                  <a:gd name="T70" fmla="*/ 113 w 371"/>
                  <a:gd name="T71" fmla="*/ 11 h 200"/>
                  <a:gd name="T72" fmla="*/ 113 w 371"/>
                  <a:gd name="T73" fmla="*/ 0 h 200"/>
                  <a:gd name="T74" fmla="*/ 0 w 371"/>
                  <a:gd name="T75" fmla="*/ 0 h 200"/>
                  <a:gd name="T76" fmla="*/ 113 w 371"/>
                  <a:gd name="T77" fmla="*/ 11 h 200"/>
                  <a:gd name="T78" fmla="*/ 113 w 371"/>
                  <a:gd name="T79" fmla="*/ 0 h 20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71"/>
                  <a:gd name="T121" fmla="*/ 0 h 200"/>
                  <a:gd name="T122" fmla="*/ 371 w 371"/>
                  <a:gd name="T123" fmla="*/ 200 h 20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71" h="200">
                    <a:moveTo>
                      <a:pt x="113" y="0"/>
                    </a:moveTo>
                    <a:lnTo>
                      <a:pt x="113" y="11"/>
                    </a:lnTo>
                    <a:lnTo>
                      <a:pt x="136" y="14"/>
                    </a:lnTo>
                    <a:lnTo>
                      <a:pt x="158" y="17"/>
                    </a:lnTo>
                    <a:lnTo>
                      <a:pt x="177" y="22"/>
                    </a:lnTo>
                    <a:lnTo>
                      <a:pt x="196" y="30"/>
                    </a:lnTo>
                    <a:lnTo>
                      <a:pt x="215" y="37"/>
                    </a:lnTo>
                    <a:lnTo>
                      <a:pt x="233" y="46"/>
                    </a:lnTo>
                    <a:lnTo>
                      <a:pt x="249" y="58"/>
                    </a:lnTo>
                    <a:lnTo>
                      <a:pt x="264" y="69"/>
                    </a:lnTo>
                    <a:lnTo>
                      <a:pt x="279" y="81"/>
                    </a:lnTo>
                    <a:lnTo>
                      <a:pt x="292" y="95"/>
                    </a:lnTo>
                    <a:lnTo>
                      <a:pt x="305" y="110"/>
                    </a:lnTo>
                    <a:lnTo>
                      <a:pt x="318" y="125"/>
                    </a:lnTo>
                    <a:lnTo>
                      <a:pt x="330" y="143"/>
                    </a:lnTo>
                    <a:lnTo>
                      <a:pt x="341" y="161"/>
                    </a:lnTo>
                    <a:lnTo>
                      <a:pt x="351" y="179"/>
                    </a:lnTo>
                    <a:lnTo>
                      <a:pt x="361" y="200"/>
                    </a:lnTo>
                    <a:lnTo>
                      <a:pt x="371" y="195"/>
                    </a:lnTo>
                    <a:lnTo>
                      <a:pt x="361" y="173"/>
                    </a:lnTo>
                    <a:lnTo>
                      <a:pt x="350" y="154"/>
                    </a:lnTo>
                    <a:lnTo>
                      <a:pt x="339" y="137"/>
                    </a:lnTo>
                    <a:lnTo>
                      <a:pt x="327" y="119"/>
                    </a:lnTo>
                    <a:lnTo>
                      <a:pt x="314" y="102"/>
                    </a:lnTo>
                    <a:lnTo>
                      <a:pt x="301" y="86"/>
                    </a:lnTo>
                    <a:lnTo>
                      <a:pt x="286" y="73"/>
                    </a:lnTo>
                    <a:lnTo>
                      <a:pt x="272" y="59"/>
                    </a:lnTo>
                    <a:lnTo>
                      <a:pt x="256" y="47"/>
                    </a:lnTo>
                    <a:lnTo>
                      <a:pt x="238" y="36"/>
                    </a:lnTo>
                    <a:lnTo>
                      <a:pt x="219" y="26"/>
                    </a:lnTo>
                    <a:lnTo>
                      <a:pt x="201" y="19"/>
                    </a:lnTo>
                    <a:lnTo>
                      <a:pt x="181" y="12"/>
                    </a:lnTo>
                    <a:lnTo>
                      <a:pt x="160" y="6"/>
                    </a:lnTo>
                    <a:lnTo>
                      <a:pt x="137" y="2"/>
                    </a:lnTo>
                    <a:lnTo>
                      <a:pt x="113" y="0"/>
                    </a:lnTo>
                    <a:lnTo>
                      <a:pt x="113" y="11"/>
                    </a:lnTo>
                    <a:lnTo>
                      <a:pt x="113" y="0"/>
                    </a:lnTo>
                    <a:lnTo>
                      <a:pt x="0" y="0"/>
                    </a:lnTo>
                    <a:lnTo>
                      <a:pt x="113" y="1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262"/>
              <p:cNvSpPr>
                <a:spLocks/>
              </p:cNvSpPr>
              <p:nvPr/>
            </p:nvSpPr>
            <p:spPr bwMode="auto">
              <a:xfrm flipH="1">
                <a:off x="343" y="1166"/>
                <a:ext cx="107" cy="60"/>
              </a:xfrm>
              <a:custGeom>
                <a:avLst/>
                <a:gdLst>
                  <a:gd name="T0" fmla="*/ 310 w 321"/>
                  <a:gd name="T1" fmla="*/ 0 h 182"/>
                  <a:gd name="T2" fmla="*/ 299 w 321"/>
                  <a:gd name="T3" fmla="*/ 21 h 182"/>
                  <a:gd name="T4" fmla="*/ 284 w 321"/>
                  <a:gd name="T5" fmla="*/ 40 h 182"/>
                  <a:gd name="T6" fmla="*/ 267 w 321"/>
                  <a:gd name="T7" fmla="*/ 59 h 182"/>
                  <a:gd name="T8" fmla="*/ 249 w 321"/>
                  <a:gd name="T9" fmla="*/ 75 h 182"/>
                  <a:gd name="T10" fmla="*/ 229 w 321"/>
                  <a:gd name="T11" fmla="*/ 90 h 182"/>
                  <a:gd name="T12" fmla="*/ 207 w 321"/>
                  <a:gd name="T13" fmla="*/ 105 h 182"/>
                  <a:gd name="T14" fmla="*/ 184 w 321"/>
                  <a:gd name="T15" fmla="*/ 118 h 182"/>
                  <a:gd name="T16" fmla="*/ 161 w 321"/>
                  <a:gd name="T17" fmla="*/ 128 h 182"/>
                  <a:gd name="T18" fmla="*/ 137 w 321"/>
                  <a:gd name="T19" fmla="*/ 138 h 182"/>
                  <a:gd name="T20" fmla="*/ 114 w 321"/>
                  <a:gd name="T21" fmla="*/ 147 h 182"/>
                  <a:gd name="T22" fmla="*/ 91 w 321"/>
                  <a:gd name="T23" fmla="*/ 154 h 182"/>
                  <a:gd name="T24" fmla="*/ 69 w 321"/>
                  <a:gd name="T25" fmla="*/ 159 h 182"/>
                  <a:gd name="T26" fmla="*/ 48 w 321"/>
                  <a:gd name="T27" fmla="*/ 164 h 182"/>
                  <a:gd name="T28" fmla="*/ 30 w 321"/>
                  <a:gd name="T29" fmla="*/ 168 h 182"/>
                  <a:gd name="T30" fmla="*/ 13 w 321"/>
                  <a:gd name="T31" fmla="*/ 169 h 182"/>
                  <a:gd name="T32" fmla="*/ 0 w 321"/>
                  <a:gd name="T33" fmla="*/ 171 h 182"/>
                  <a:gd name="T34" fmla="*/ 7 w 321"/>
                  <a:gd name="T35" fmla="*/ 182 h 182"/>
                  <a:gd name="T36" fmla="*/ 23 w 321"/>
                  <a:gd name="T37" fmla="*/ 181 h 182"/>
                  <a:gd name="T38" fmla="*/ 41 w 321"/>
                  <a:gd name="T39" fmla="*/ 178 h 182"/>
                  <a:gd name="T40" fmla="*/ 62 w 321"/>
                  <a:gd name="T41" fmla="*/ 174 h 182"/>
                  <a:gd name="T42" fmla="*/ 83 w 321"/>
                  <a:gd name="T43" fmla="*/ 169 h 182"/>
                  <a:gd name="T44" fmla="*/ 105 w 321"/>
                  <a:gd name="T45" fmla="*/ 162 h 182"/>
                  <a:gd name="T46" fmla="*/ 129 w 321"/>
                  <a:gd name="T47" fmla="*/ 154 h 182"/>
                  <a:gd name="T48" fmla="*/ 152 w 321"/>
                  <a:gd name="T49" fmla="*/ 144 h 182"/>
                  <a:gd name="T50" fmla="*/ 177 w 321"/>
                  <a:gd name="T51" fmla="*/ 134 h 182"/>
                  <a:gd name="T52" fmla="*/ 201 w 321"/>
                  <a:gd name="T53" fmla="*/ 122 h 182"/>
                  <a:gd name="T54" fmla="*/ 224 w 321"/>
                  <a:gd name="T55" fmla="*/ 108 h 182"/>
                  <a:gd name="T56" fmla="*/ 246 w 321"/>
                  <a:gd name="T57" fmla="*/ 93 h 182"/>
                  <a:gd name="T58" fmla="*/ 266 w 321"/>
                  <a:gd name="T59" fmla="*/ 76 h 182"/>
                  <a:gd name="T60" fmla="*/ 284 w 321"/>
                  <a:gd name="T61" fmla="*/ 58 h 182"/>
                  <a:gd name="T62" fmla="*/ 301 w 321"/>
                  <a:gd name="T63" fmla="*/ 37 h 182"/>
                  <a:gd name="T64" fmla="*/ 315 w 321"/>
                  <a:gd name="T65" fmla="*/ 16 h 182"/>
                  <a:gd name="T66" fmla="*/ 321 w 321"/>
                  <a:gd name="T67" fmla="*/ 5 h 18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82"/>
                  <a:gd name="T104" fmla="*/ 321 w 321"/>
                  <a:gd name="T105" fmla="*/ 182 h 18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82">
                    <a:moveTo>
                      <a:pt x="310" y="0"/>
                    </a:moveTo>
                    <a:lnTo>
                      <a:pt x="310" y="0"/>
                    </a:lnTo>
                    <a:lnTo>
                      <a:pt x="305" y="10"/>
                    </a:lnTo>
                    <a:lnTo>
                      <a:pt x="299" y="21"/>
                    </a:lnTo>
                    <a:lnTo>
                      <a:pt x="292" y="31"/>
                    </a:lnTo>
                    <a:lnTo>
                      <a:pt x="284" y="40"/>
                    </a:lnTo>
                    <a:lnTo>
                      <a:pt x="276" y="49"/>
                    </a:lnTo>
                    <a:lnTo>
                      <a:pt x="267" y="59"/>
                    </a:lnTo>
                    <a:lnTo>
                      <a:pt x="259" y="66"/>
                    </a:lnTo>
                    <a:lnTo>
                      <a:pt x="249" y="75"/>
                    </a:lnTo>
                    <a:lnTo>
                      <a:pt x="238" y="83"/>
                    </a:lnTo>
                    <a:lnTo>
                      <a:pt x="229" y="90"/>
                    </a:lnTo>
                    <a:lnTo>
                      <a:pt x="218" y="98"/>
                    </a:lnTo>
                    <a:lnTo>
                      <a:pt x="207" y="105"/>
                    </a:lnTo>
                    <a:lnTo>
                      <a:pt x="195" y="112"/>
                    </a:lnTo>
                    <a:lnTo>
                      <a:pt x="184" y="118"/>
                    </a:lnTo>
                    <a:lnTo>
                      <a:pt x="172" y="123"/>
                    </a:lnTo>
                    <a:lnTo>
                      <a:pt x="161" y="128"/>
                    </a:lnTo>
                    <a:lnTo>
                      <a:pt x="149" y="134"/>
                    </a:lnTo>
                    <a:lnTo>
                      <a:pt x="137" y="138"/>
                    </a:lnTo>
                    <a:lnTo>
                      <a:pt x="125" y="143"/>
                    </a:lnTo>
                    <a:lnTo>
                      <a:pt x="114" y="147"/>
                    </a:lnTo>
                    <a:lnTo>
                      <a:pt x="102" y="151"/>
                    </a:lnTo>
                    <a:lnTo>
                      <a:pt x="91" y="154"/>
                    </a:lnTo>
                    <a:lnTo>
                      <a:pt x="80" y="157"/>
                    </a:lnTo>
                    <a:lnTo>
                      <a:pt x="69" y="159"/>
                    </a:lnTo>
                    <a:lnTo>
                      <a:pt x="59" y="162"/>
                    </a:lnTo>
                    <a:lnTo>
                      <a:pt x="48" y="164"/>
                    </a:lnTo>
                    <a:lnTo>
                      <a:pt x="40" y="166"/>
                    </a:lnTo>
                    <a:lnTo>
                      <a:pt x="30" y="168"/>
                    </a:lnTo>
                    <a:lnTo>
                      <a:pt x="22" y="169"/>
                    </a:lnTo>
                    <a:lnTo>
                      <a:pt x="13" y="169"/>
                    </a:lnTo>
                    <a:lnTo>
                      <a:pt x="6" y="171"/>
                    </a:lnTo>
                    <a:lnTo>
                      <a:pt x="0" y="171"/>
                    </a:lnTo>
                    <a:lnTo>
                      <a:pt x="0" y="182"/>
                    </a:lnTo>
                    <a:lnTo>
                      <a:pt x="7" y="182"/>
                    </a:lnTo>
                    <a:lnTo>
                      <a:pt x="14" y="181"/>
                    </a:lnTo>
                    <a:lnTo>
                      <a:pt x="23" y="181"/>
                    </a:lnTo>
                    <a:lnTo>
                      <a:pt x="31" y="179"/>
                    </a:lnTo>
                    <a:lnTo>
                      <a:pt x="41" y="178"/>
                    </a:lnTo>
                    <a:lnTo>
                      <a:pt x="51" y="176"/>
                    </a:lnTo>
                    <a:lnTo>
                      <a:pt x="62" y="174"/>
                    </a:lnTo>
                    <a:lnTo>
                      <a:pt x="71" y="172"/>
                    </a:lnTo>
                    <a:lnTo>
                      <a:pt x="83" y="169"/>
                    </a:lnTo>
                    <a:lnTo>
                      <a:pt x="94" y="166"/>
                    </a:lnTo>
                    <a:lnTo>
                      <a:pt x="105" y="162"/>
                    </a:lnTo>
                    <a:lnTo>
                      <a:pt x="117" y="158"/>
                    </a:lnTo>
                    <a:lnTo>
                      <a:pt x="129" y="154"/>
                    </a:lnTo>
                    <a:lnTo>
                      <a:pt x="142" y="149"/>
                    </a:lnTo>
                    <a:lnTo>
                      <a:pt x="152" y="144"/>
                    </a:lnTo>
                    <a:lnTo>
                      <a:pt x="166" y="139"/>
                    </a:lnTo>
                    <a:lnTo>
                      <a:pt x="177" y="134"/>
                    </a:lnTo>
                    <a:lnTo>
                      <a:pt x="189" y="128"/>
                    </a:lnTo>
                    <a:lnTo>
                      <a:pt x="201" y="122"/>
                    </a:lnTo>
                    <a:lnTo>
                      <a:pt x="212" y="115"/>
                    </a:lnTo>
                    <a:lnTo>
                      <a:pt x="224" y="108"/>
                    </a:lnTo>
                    <a:lnTo>
                      <a:pt x="235" y="100"/>
                    </a:lnTo>
                    <a:lnTo>
                      <a:pt x="246" y="93"/>
                    </a:lnTo>
                    <a:lnTo>
                      <a:pt x="257" y="84"/>
                    </a:lnTo>
                    <a:lnTo>
                      <a:pt x="266" y="76"/>
                    </a:lnTo>
                    <a:lnTo>
                      <a:pt x="276" y="66"/>
                    </a:lnTo>
                    <a:lnTo>
                      <a:pt x="284" y="58"/>
                    </a:lnTo>
                    <a:lnTo>
                      <a:pt x="293" y="48"/>
                    </a:lnTo>
                    <a:lnTo>
                      <a:pt x="301" y="37"/>
                    </a:lnTo>
                    <a:lnTo>
                      <a:pt x="309" y="27"/>
                    </a:lnTo>
                    <a:lnTo>
                      <a:pt x="315" y="16"/>
                    </a:lnTo>
                    <a:lnTo>
                      <a:pt x="321" y="5"/>
                    </a:lnTo>
                    <a:lnTo>
                      <a:pt x="3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263"/>
              <p:cNvSpPr>
                <a:spLocks/>
              </p:cNvSpPr>
              <p:nvPr/>
            </p:nvSpPr>
            <p:spPr bwMode="auto">
              <a:xfrm flipH="1">
                <a:off x="334" y="1022"/>
                <a:ext cx="145" cy="145"/>
              </a:xfrm>
              <a:custGeom>
                <a:avLst/>
                <a:gdLst>
                  <a:gd name="T0" fmla="*/ 61 w 437"/>
                  <a:gd name="T1" fmla="*/ 12 h 436"/>
                  <a:gd name="T2" fmla="*/ 70 w 437"/>
                  <a:gd name="T3" fmla="*/ 13 h 436"/>
                  <a:gd name="T4" fmla="*/ 87 w 437"/>
                  <a:gd name="T5" fmla="*/ 17 h 436"/>
                  <a:gd name="T6" fmla="*/ 111 w 437"/>
                  <a:gd name="T7" fmla="*/ 25 h 436"/>
                  <a:gd name="T8" fmla="*/ 142 w 437"/>
                  <a:gd name="T9" fmla="*/ 35 h 436"/>
                  <a:gd name="T10" fmla="*/ 176 w 437"/>
                  <a:gd name="T11" fmla="*/ 49 h 436"/>
                  <a:gd name="T12" fmla="*/ 215 w 437"/>
                  <a:gd name="T13" fmla="*/ 65 h 436"/>
                  <a:gd name="T14" fmla="*/ 253 w 437"/>
                  <a:gd name="T15" fmla="*/ 85 h 436"/>
                  <a:gd name="T16" fmla="*/ 291 w 437"/>
                  <a:gd name="T17" fmla="*/ 109 h 436"/>
                  <a:gd name="T18" fmla="*/ 328 w 437"/>
                  <a:gd name="T19" fmla="*/ 137 h 436"/>
                  <a:gd name="T20" fmla="*/ 360 w 437"/>
                  <a:gd name="T21" fmla="*/ 167 h 436"/>
                  <a:gd name="T22" fmla="*/ 388 w 437"/>
                  <a:gd name="T23" fmla="*/ 201 h 436"/>
                  <a:gd name="T24" fmla="*/ 409 w 437"/>
                  <a:gd name="T25" fmla="*/ 240 h 436"/>
                  <a:gd name="T26" fmla="*/ 422 w 437"/>
                  <a:gd name="T27" fmla="*/ 281 h 436"/>
                  <a:gd name="T28" fmla="*/ 426 w 437"/>
                  <a:gd name="T29" fmla="*/ 326 h 436"/>
                  <a:gd name="T30" fmla="*/ 418 w 437"/>
                  <a:gd name="T31" fmla="*/ 375 h 436"/>
                  <a:gd name="T32" fmla="*/ 398 w 437"/>
                  <a:gd name="T33" fmla="*/ 431 h 436"/>
                  <a:gd name="T34" fmla="*/ 421 w 437"/>
                  <a:gd name="T35" fmla="*/ 407 h 436"/>
                  <a:gd name="T36" fmla="*/ 434 w 437"/>
                  <a:gd name="T37" fmla="*/ 353 h 436"/>
                  <a:gd name="T38" fmla="*/ 437 w 437"/>
                  <a:gd name="T39" fmla="*/ 303 h 436"/>
                  <a:gd name="T40" fmla="*/ 427 w 437"/>
                  <a:gd name="T41" fmla="*/ 256 h 436"/>
                  <a:gd name="T42" fmla="*/ 409 w 437"/>
                  <a:gd name="T43" fmla="*/ 213 h 436"/>
                  <a:gd name="T44" fmla="*/ 383 w 437"/>
                  <a:gd name="T45" fmla="*/ 176 h 436"/>
                  <a:gd name="T46" fmla="*/ 352 w 437"/>
                  <a:gd name="T47" fmla="*/ 143 h 436"/>
                  <a:gd name="T48" fmla="*/ 317 w 437"/>
                  <a:gd name="T49" fmla="*/ 113 h 436"/>
                  <a:gd name="T50" fmla="*/ 278 w 437"/>
                  <a:gd name="T51" fmla="*/ 86 h 436"/>
                  <a:gd name="T52" fmla="*/ 239 w 437"/>
                  <a:gd name="T53" fmla="*/ 64 h 436"/>
                  <a:gd name="T54" fmla="*/ 199 w 437"/>
                  <a:gd name="T55" fmla="*/ 46 h 436"/>
                  <a:gd name="T56" fmla="*/ 163 w 437"/>
                  <a:gd name="T57" fmla="*/ 30 h 436"/>
                  <a:gd name="T58" fmla="*/ 129 w 437"/>
                  <a:gd name="T59" fmla="*/ 18 h 436"/>
                  <a:gd name="T60" fmla="*/ 101 w 437"/>
                  <a:gd name="T61" fmla="*/ 10 h 436"/>
                  <a:gd name="T62" fmla="*/ 79 w 437"/>
                  <a:gd name="T63" fmla="*/ 3 h 436"/>
                  <a:gd name="T64" fmla="*/ 66 w 437"/>
                  <a:gd name="T65" fmla="*/ 1 h 436"/>
                  <a:gd name="T66" fmla="*/ 63 w 437"/>
                  <a:gd name="T67" fmla="*/ 12 h 436"/>
                  <a:gd name="T68" fmla="*/ 0 w 437"/>
                  <a:gd name="T69" fmla="*/ 12 h 436"/>
                  <a:gd name="T70" fmla="*/ 61 w 437"/>
                  <a:gd name="T71" fmla="*/ 0 h 4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7"/>
                  <a:gd name="T109" fmla="*/ 0 h 436"/>
                  <a:gd name="T110" fmla="*/ 437 w 437"/>
                  <a:gd name="T111" fmla="*/ 436 h 4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7" h="436">
                    <a:moveTo>
                      <a:pt x="61" y="0"/>
                    </a:moveTo>
                    <a:lnTo>
                      <a:pt x="61" y="12"/>
                    </a:lnTo>
                    <a:lnTo>
                      <a:pt x="64" y="12"/>
                    </a:lnTo>
                    <a:lnTo>
                      <a:pt x="70" y="13"/>
                    </a:lnTo>
                    <a:lnTo>
                      <a:pt x="77" y="15"/>
                    </a:lnTo>
                    <a:lnTo>
                      <a:pt x="87" y="17"/>
                    </a:lnTo>
                    <a:lnTo>
                      <a:pt x="98" y="20"/>
                    </a:lnTo>
                    <a:lnTo>
                      <a:pt x="111" y="25"/>
                    </a:lnTo>
                    <a:lnTo>
                      <a:pt x="127" y="30"/>
                    </a:lnTo>
                    <a:lnTo>
                      <a:pt x="142" y="35"/>
                    </a:lnTo>
                    <a:lnTo>
                      <a:pt x="159" y="41"/>
                    </a:lnTo>
                    <a:lnTo>
                      <a:pt x="176" y="49"/>
                    </a:lnTo>
                    <a:lnTo>
                      <a:pt x="194" y="56"/>
                    </a:lnTo>
                    <a:lnTo>
                      <a:pt x="215" y="65"/>
                    </a:lnTo>
                    <a:lnTo>
                      <a:pt x="234" y="75"/>
                    </a:lnTo>
                    <a:lnTo>
                      <a:pt x="253" y="85"/>
                    </a:lnTo>
                    <a:lnTo>
                      <a:pt x="272" y="96"/>
                    </a:lnTo>
                    <a:lnTo>
                      <a:pt x="291" y="109"/>
                    </a:lnTo>
                    <a:lnTo>
                      <a:pt x="309" y="122"/>
                    </a:lnTo>
                    <a:lnTo>
                      <a:pt x="328" y="137"/>
                    </a:lnTo>
                    <a:lnTo>
                      <a:pt x="345" y="150"/>
                    </a:lnTo>
                    <a:lnTo>
                      <a:pt x="360" y="167"/>
                    </a:lnTo>
                    <a:lnTo>
                      <a:pt x="375" y="183"/>
                    </a:lnTo>
                    <a:lnTo>
                      <a:pt x="388" y="201"/>
                    </a:lnTo>
                    <a:lnTo>
                      <a:pt x="399" y="220"/>
                    </a:lnTo>
                    <a:lnTo>
                      <a:pt x="409" y="240"/>
                    </a:lnTo>
                    <a:lnTo>
                      <a:pt x="416" y="260"/>
                    </a:lnTo>
                    <a:lnTo>
                      <a:pt x="422" y="281"/>
                    </a:lnTo>
                    <a:lnTo>
                      <a:pt x="424" y="303"/>
                    </a:lnTo>
                    <a:lnTo>
                      <a:pt x="426" y="326"/>
                    </a:lnTo>
                    <a:lnTo>
                      <a:pt x="423" y="350"/>
                    </a:lnTo>
                    <a:lnTo>
                      <a:pt x="418" y="375"/>
                    </a:lnTo>
                    <a:lnTo>
                      <a:pt x="410" y="403"/>
                    </a:lnTo>
                    <a:lnTo>
                      <a:pt x="398" y="431"/>
                    </a:lnTo>
                    <a:lnTo>
                      <a:pt x="409" y="436"/>
                    </a:lnTo>
                    <a:lnTo>
                      <a:pt x="421" y="407"/>
                    </a:lnTo>
                    <a:lnTo>
                      <a:pt x="429" y="379"/>
                    </a:lnTo>
                    <a:lnTo>
                      <a:pt x="434" y="353"/>
                    </a:lnTo>
                    <a:lnTo>
                      <a:pt x="437" y="326"/>
                    </a:lnTo>
                    <a:lnTo>
                      <a:pt x="437" y="303"/>
                    </a:lnTo>
                    <a:lnTo>
                      <a:pt x="433" y="279"/>
                    </a:lnTo>
                    <a:lnTo>
                      <a:pt x="427" y="256"/>
                    </a:lnTo>
                    <a:lnTo>
                      <a:pt x="420" y="235"/>
                    </a:lnTo>
                    <a:lnTo>
                      <a:pt x="409" y="213"/>
                    </a:lnTo>
                    <a:lnTo>
                      <a:pt x="397" y="194"/>
                    </a:lnTo>
                    <a:lnTo>
                      <a:pt x="383" y="176"/>
                    </a:lnTo>
                    <a:lnTo>
                      <a:pt x="369" y="158"/>
                    </a:lnTo>
                    <a:lnTo>
                      <a:pt x="352" y="143"/>
                    </a:lnTo>
                    <a:lnTo>
                      <a:pt x="335" y="127"/>
                    </a:lnTo>
                    <a:lnTo>
                      <a:pt x="317" y="113"/>
                    </a:lnTo>
                    <a:lnTo>
                      <a:pt x="297" y="99"/>
                    </a:lnTo>
                    <a:lnTo>
                      <a:pt x="278" y="86"/>
                    </a:lnTo>
                    <a:lnTo>
                      <a:pt x="259" y="75"/>
                    </a:lnTo>
                    <a:lnTo>
                      <a:pt x="239" y="64"/>
                    </a:lnTo>
                    <a:lnTo>
                      <a:pt x="220" y="55"/>
                    </a:lnTo>
                    <a:lnTo>
                      <a:pt x="199" y="46"/>
                    </a:lnTo>
                    <a:lnTo>
                      <a:pt x="181" y="37"/>
                    </a:lnTo>
                    <a:lnTo>
                      <a:pt x="163" y="30"/>
                    </a:lnTo>
                    <a:lnTo>
                      <a:pt x="145" y="23"/>
                    </a:lnTo>
                    <a:lnTo>
                      <a:pt x="129" y="18"/>
                    </a:lnTo>
                    <a:lnTo>
                      <a:pt x="115" y="13"/>
                    </a:lnTo>
                    <a:lnTo>
                      <a:pt x="101" y="10"/>
                    </a:lnTo>
                    <a:lnTo>
                      <a:pt x="89" y="6"/>
                    </a:lnTo>
                    <a:lnTo>
                      <a:pt x="79" y="3"/>
                    </a:lnTo>
                    <a:lnTo>
                      <a:pt x="72" y="1"/>
                    </a:lnTo>
                    <a:lnTo>
                      <a:pt x="66" y="1"/>
                    </a:lnTo>
                    <a:lnTo>
                      <a:pt x="61" y="0"/>
                    </a:lnTo>
                    <a:lnTo>
                      <a:pt x="63" y="12"/>
                    </a:lnTo>
                    <a:lnTo>
                      <a:pt x="61" y="0"/>
                    </a:lnTo>
                    <a:lnTo>
                      <a:pt x="0" y="12"/>
                    </a:lnTo>
                    <a:lnTo>
                      <a:pt x="61" y="12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264"/>
              <p:cNvSpPr>
                <a:spLocks/>
              </p:cNvSpPr>
              <p:nvPr/>
            </p:nvSpPr>
            <p:spPr bwMode="auto">
              <a:xfrm flipH="1">
                <a:off x="387" y="956"/>
                <a:ext cx="72" cy="70"/>
              </a:xfrm>
              <a:custGeom>
                <a:avLst/>
                <a:gdLst>
                  <a:gd name="T0" fmla="*/ 202 w 217"/>
                  <a:gd name="T1" fmla="*/ 3 h 210"/>
                  <a:gd name="T2" fmla="*/ 202 w 217"/>
                  <a:gd name="T3" fmla="*/ 3 h 210"/>
                  <a:gd name="T4" fmla="*/ 206 w 217"/>
                  <a:gd name="T5" fmla="*/ 29 h 210"/>
                  <a:gd name="T6" fmla="*/ 206 w 217"/>
                  <a:gd name="T7" fmla="*/ 53 h 210"/>
                  <a:gd name="T8" fmla="*/ 202 w 217"/>
                  <a:gd name="T9" fmla="*/ 74 h 210"/>
                  <a:gd name="T10" fmla="*/ 198 w 217"/>
                  <a:gd name="T11" fmla="*/ 93 h 210"/>
                  <a:gd name="T12" fmla="*/ 189 w 217"/>
                  <a:gd name="T13" fmla="*/ 110 h 210"/>
                  <a:gd name="T14" fmla="*/ 178 w 217"/>
                  <a:gd name="T15" fmla="*/ 125 h 210"/>
                  <a:gd name="T16" fmla="*/ 165 w 217"/>
                  <a:gd name="T17" fmla="*/ 137 h 210"/>
                  <a:gd name="T18" fmla="*/ 150 w 217"/>
                  <a:gd name="T19" fmla="*/ 150 h 210"/>
                  <a:gd name="T20" fmla="*/ 133 w 217"/>
                  <a:gd name="T21" fmla="*/ 160 h 210"/>
                  <a:gd name="T22" fmla="*/ 117 w 217"/>
                  <a:gd name="T23" fmla="*/ 169 h 210"/>
                  <a:gd name="T24" fmla="*/ 97 w 217"/>
                  <a:gd name="T25" fmla="*/ 176 h 210"/>
                  <a:gd name="T26" fmla="*/ 79 w 217"/>
                  <a:gd name="T27" fmla="*/ 183 h 210"/>
                  <a:gd name="T28" fmla="*/ 58 w 217"/>
                  <a:gd name="T29" fmla="*/ 188 h 210"/>
                  <a:gd name="T30" fmla="*/ 39 w 217"/>
                  <a:gd name="T31" fmla="*/ 191 h 210"/>
                  <a:gd name="T32" fmla="*/ 20 w 217"/>
                  <a:gd name="T33" fmla="*/ 195 h 210"/>
                  <a:gd name="T34" fmla="*/ 0 w 217"/>
                  <a:gd name="T35" fmla="*/ 198 h 210"/>
                  <a:gd name="T36" fmla="*/ 2 w 217"/>
                  <a:gd name="T37" fmla="*/ 210 h 210"/>
                  <a:gd name="T38" fmla="*/ 21 w 217"/>
                  <a:gd name="T39" fmla="*/ 206 h 210"/>
                  <a:gd name="T40" fmla="*/ 41 w 217"/>
                  <a:gd name="T41" fmla="*/ 204 h 210"/>
                  <a:gd name="T42" fmla="*/ 61 w 217"/>
                  <a:gd name="T43" fmla="*/ 199 h 210"/>
                  <a:gd name="T44" fmla="*/ 81 w 217"/>
                  <a:gd name="T45" fmla="*/ 193 h 210"/>
                  <a:gd name="T46" fmla="*/ 102 w 217"/>
                  <a:gd name="T47" fmla="*/ 186 h 210"/>
                  <a:gd name="T48" fmla="*/ 120 w 217"/>
                  <a:gd name="T49" fmla="*/ 179 h 210"/>
                  <a:gd name="T50" fmla="*/ 140 w 217"/>
                  <a:gd name="T51" fmla="*/ 170 h 210"/>
                  <a:gd name="T52" fmla="*/ 156 w 217"/>
                  <a:gd name="T53" fmla="*/ 160 h 210"/>
                  <a:gd name="T54" fmla="*/ 172 w 217"/>
                  <a:gd name="T55" fmla="*/ 147 h 210"/>
                  <a:gd name="T56" fmla="*/ 187 w 217"/>
                  <a:gd name="T57" fmla="*/ 132 h 210"/>
                  <a:gd name="T58" fmla="*/ 199 w 217"/>
                  <a:gd name="T59" fmla="*/ 116 h 210"/>
                  <a:gd name="T60" fmla="*/ 207 w 217"/>
                  <a:gd name="T61" fmla="*/ 97 h 210"/>
                  <a:gd name="T62" fmla="*/ 215 w 217"/>
                  <a:gd name="T63" fmla="*/ 77 h 210"/>
                  <a:gd name="T64" fmla="*/ 217 w 217"/>
                  <a:gd name="T65" fmla="*/ 53 h 210"/>
                  <a:gd name="T66" fmla="*/ 217 w 217"/>
                  <a:gd name="T67" fmla="*/ 28 h 210"/>
                  <a:gd name="T68" fmla="*/ 213 w 217"/>
                  <a:gd name="T69" fmla="*/ 0 h 210"/>
                  <a:gd name="T70" fmla="*/ 213 w 217"/>
                  <a:gd name="T71" fmla="*/ 0 h 210"/>
                  <a:gd name="T72" fmla="*/ 202 w 217"/>
                  <a:gd name="T73" fmla="*/ 3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17"/>
                  <a:gd name="T112" fmla="*/ 0 h 210"/>
                  <a:gd name="T113" fmla="*/ 217 w 217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17" h="210">
                    <a:moveTo>
                      <a:pt x="202" y="3"/>
                    </a:moveTo>
                    <a:lnTo>
                      <a:pt x="202" y="3"/>
                    </a:lnTo>
                    <a:lnTo>
                      <a:pt x="206" y="29"/>
                    </a:lnTo>
                    <a:lnTo>
                      <a:pt x="206" y="53"/>
                    </a:lnTo>
                    <a:lnTo>
                      <a:pt x="202" y="74"/>
                    </a:lnTo>
                    <a:lnTo>
                      <a:pt x="198" y="93"/>
                    </a:lnTo>
                    <a:lnTo>
                      <a:pt x="189" y="110"/>
                    </a:lnTo>
                    <a:lnTo>
                      <a:pt x="178" y="125"/>
                    </a:lnTo>
                    <a:lnTo>
                      <a:pt x="165" y="137"/>
                    </a:lnTo>
                    <a:lnTo>
                      <a:pt x="150" y="150"/>
                    </a:lnTo>
                    <a:lnTo>
                      <a:pt x="133" y="160"/>
                    </a:lnTo>
                    <a:lnTo>
                      <a:pt x="117" y="169"/>
                    </a:lnTo>
                    <a:lnTo>
                      <a:pt x="97" y="176"/>
                    </a:lnTo>
                    <a:lnTo>
                      <a:pt x="79" y="183"/>
                    </a:lnTo>
                    <a:lnTo>
                      <a:pt x="58" y="188"/>
                    </a:lnTo>
                    <a:lnTo>
                      <a:pt x="39" y="191"/>
                    </a:lnTo>
                    <a:lnTo>
                      <a:pt x="20" y="195"/>
                    </a:lnTo>
                    <a:lnTo>
                      <a:pt x="0" y="198"/>
                    </a:lnTo>
                    <a:lnTo>
                      <a:pt x="2" y="210"/>
                    </a:lnTo>
                    <a:lnTo>
                      <a:pt x="21" y="206"/>
                    </a:lnTo>
                    <a:lnTo>
                      <a:pt x="41" y="204"/>
                    </a:lnTo>
                    <a:lnTo>
                      <a:pt x="61" y="199"/>
                    </a:lnTo>
                    <a:lnTo>
                      <a:pt x="81" y="193"/>
                    </a:lnTo>
                    <a:lnTo>
                      <a:pt x="102" y="186"/>
                    </a:lnTo>
                    <a:lnTo>
                      <a:pt x="120" y="179"/>
                    </a:lnTo>
                    <a:lnTo>
                      <a:pt x="140" y="170"/>
                    </a:lnTo>
                    <a:lnTo>
                      <a:pt x="156" y="160"/>
                    </a:lnTo>
                    <a:lnTo>
                      <a:pt x="172" y="147"/>
                    </a:lnTo>
                    <a:lnTo>
                      <a:pt x="187" y="132"/>
                    </a:lnTo>
                    <a:lnTo>
                      <a:pt x="199" y="116"/>
                    </a:lnTo>
                    <a:lnTo>
                      <a:pt x="207" y="97"/>
                    </a:lnTo>
                    <a:lnTo>
                      <a:pt x="215" y="77"/>
                    </a:lnTo>
                    <a:lnTo>
                      <a:pt x="217" y="53"/>
                    </a:lnTo>
                    <a:lnTo>
                      <a:pt x="217" y="28"/>
                    </a:lnTo>
                    <a:lnTo>
                      <a:pt x="213" y="0"/>
                    </a:lnTo>
                    <a:lnTo>
                      <a:pt x="202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265"/>
              <p:cNvSpPr>
                <a:spLocks/>
              </p:cNvSpPr>
              <p:nvPr/>
            </p:nvSpPr>
            <p:spPr bwMode="auto">
              <a:xfrm flipH="1">
                <a:off x="388" y="888"/>
                <a:ext cx="58" cy="69"/>
              </a:xfrm>
              <a:custGeom>
                <a:avLst/>
                <a:gdLst>
                  <a:gd name="T0" fmla="*/ 0 w 175"/>
                  <a:gd name="T1" fmla="*/ 10 h 208"/>
                  <a:gd name="T2" fmla="*/ 0 w 175"/>
                  <a:gd name="T3" fmla="*/ 10 h 208"/>
                  <a:gd name="T4" fmla="*/ 13 w 175"/>
                  <a:gd name="T5" fmla="*/ 18 h 208"/>
                  <a:gd name="T6" fmla="*/ 26 w 175"/>
                  <a:gd name="T7" fmla="*/ 25 h 208"/>
                  <a:gd name="T8" fmla="*/ 40 w 175"/>
                  <a:gd name="T9" fmla="*/ 34 h 208"/>
                  <a:gd name="T10" fmla="*/ 53 w 175"/>
                  <a:gd name="T11" fmla="*/ 44 h 208"/>
                  <a:gd name="T12" fmla="*/ 66 w 175"/>
                  <a:gd name="T13" fmla="*/ 57 h 208"/>
                  <a:gd name="T14" fmla="*/ 79 w 175"/>
                  <a:gd name="T15" fmla="*/ 68 h 208"/>
                  <a:gd name="T16" fmla="*/ 91 w 175"/>
                  <a:gd name="T17" fmla="*/ 81 h 208"/>
                  <a:gd name="T18" fmla="*/ 103 w 175"/>
                  <a:gd name="T19" fmla="*/ 93 h 208"/>
                  <a:gd name="T20" fmla="*/ 114 w 175"/>
                  <a:gd name="T21" fmla="*/ 107 h 208"/>
                  <a:gd name="T22" fmla="*/ 125 w 175"/>
                  <a:gd name="T23" fmla="*/ 121 h 208"/>
                  <a:gd name="T24" fmla="*/ 133 w 175"/>
                  <a:gd name="T25" fmla="*/ 136 h 208"/>
                  <a:gd name="T26" fmla="*/ 141 w 175"/>
                  <a:gd name="T27" fmla="*/ 150 h 208"/>
                  <a:gd name="T28" fmla="*/ 149 w 175"/>
                  <a:gd name="T29" fmla="*/ 165 h 208"/>
                  <a:gd name="T30" fmla="*/ 156 w 175"/>
                  <a:gd name="T31" fmla="*/ 179 h 208"/>
                  <a:gd name="T32" fmla="*/ 161 w 175"/>
                  <a:gd name="T33" fmla="*/ 194 h 208"/>
                  <a:gd name="T34" fmla="*/ 164 w 175"/>
                  <a:gd name="T35" fmla="*/ 208 h 208"/>
                  <a:gd name="T36" fmla="*/ 175 w 175"/>
                  <a:gd name="T37" fmla="*/ 205 h 208"/>
                  <a:gd name="T38" fmla="*/ 172 w 175"/>
                  <a:gd name="T39" fmla="*/ 190 h 208"/>
                  <a:gd name="T40" fmla="*/ 166 w 175"/>
                  <a:gd name="T41" fmla="*/ 175 h 208"/>
                  <a:gd name="T42" fmla="*/ 160 w 175"/>
                  <a:gd name="T43" fmla="*/ 160 h 208"/>
                  <a:gd name="T44" fmla="*/ 151 w 175"/>
                  <a:gd name="T45" fmla="*/ 144 h 208"/>
                  <a:gd name="T46" fmla="*/ 143 w 175"/>
                  <a:gd name="T47" fmla="*/ 129 h 208"/>
                  <a:gd name="T48" fmla="*/ 133 w 175"/>
                  <a:gd name="T49" fmla="*/ 115 h 208"/>
                  <a:gd name="T50" fmla="*/ 122 w 175"/>
                  <a:gd name="T51" fmla="*/ 100 h 208"/>
                  <a:gd name="T52" fmla="*/ 111 w 175"/>
                  <a:gd name="T53" fmla="*/ 86 h 208"/>
                  <a:gd name="T54" fmla="*/ 99 w 175"/>
                  <a:gd name="T55" fmla="*/ 72 h 208"/>
                  <a:gd name="T56" fmla="*/ 86 w 175"/>
                  <a:gd name="T57" fmla="*/ 59 h 208"/>
                  <a:gd name="T58" fmla="*/ 74 w 175"/>
                  <a:gd name="T59" fmla="*/ 47 h 208"/>
                  <a:gd name="T60" fmla="*/ 60 w 175"/>
                  <a:gd name="T61" fmla="*/ 36 h 208"/>
                  <a:gd name="T62" fmla="*/ 46 w 175"/>
                  <a:gd name="T63" fmla="*/ 25 h 208"/>
                  <a:gd name="T64" fmla="*/ 33 w 175"/>
                  <a:gd name="T65" fmla="*/ 15 h 208"/>
                  <a:gd name="T66" fmla="*/ 18 w 175"/>
                  <a:gd name="T67" fmla="*/ 8 h 208"/>
                  <a:gd name="T68" fmla="*/ 5 w 175"/>
                  <a:gd name="T69" fmla="*/ 0 h 208"/>
                  <a:gd name="T70" fmla="*/ 3 w 175"/>
                  <a:gd name="T71" fmla="*/ 0 h 208"/>
                  <a:gd name="T72" fmla="*/ 0 w 175"/>
                  <a:gd name="T73" fmla="*/ 10 h 2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5"/>
                  <a:gd name="T112" fmla="*/ 0 h 208"/>
                  <a:gd name="T113" fmla="*/ 175 w 175"/>
                  <a:gd name="T114" fmla="*/ 208 h 2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5" h="208">
                    <a:moveTo>
                      <a:pt x="0" y="10"/>
                    </a:moveTo>
                    <a:lnTo>
                      <a:pt x="0" y="10"/>
                    </a:lnTo>
                    <a:lnTo>
                      <a:pt x="13" y="18"/>
                    </a:lnTo>
                    <a:lnTo>
                      <a:pt x="26" y="25"/>
                    </a:lnTo>
                    <a:lnTo>
                      <a:pt x="40" y="34"/>
                    </a:lnTo>
                    <a:lnTo>
                      <a:pt x="53" y="44"/>
                    </a:lnTo>
                    <a:lnTo>
                      <a:pt x="66" y="57"/>
                    </a:lnTo>
                    <a:lnTo>
                      <a:pt x="79" y="68"/>
                    </a:lnTo>
                    <a:lnTo>
                      <a:pt x="91" y="81"/>
                    </a:lnTo>
                    <a:lnTo>
                      <a:pt x="103" y="93"/>
                    </a:lnTo>
                    <a:lnTo>
                      <a:pt x="114" y="107"/>
                    </a:lnTo>
                    <a:lnTo>
                      <a:pt x="125" y="121"/>
                    </a:lnTo>
                    <a:lnTo>
                      <a:pt x="133" y="136"/>
                    </a:lnTo>
                    <a:lnTo>
                      <a:pt x="141" y="150"/>
                    </a:lnTo>
                    <a:lnTo>
                      <a:pt x="149" y="165"/>
                    </a:lnTo>
                    <a:lnTo>
                      <a:pt x="156" y="179"/>
                    </a:lnTo>
                    <a:lnTo>
                      <a:pt x="161" y="194"/>
                    </a:lnTo>
                    <a:lnTo>
                      <a:pt x="164" y="208"/>
                    </a:lnTo>
                    <a:lnTo>
                      <a:pt x="175" y="205"/>
                    </a:lnTo>
                    <a:lnTo>
                      <a:pt x="172" y="190"/>
                    </a:lnTo>
                    <a:lnTo>
                      <a:pt x="166" y="175"/>
                    </a:lnTo>
                    <a:lnTo>
                      <a:pt x="160" y="160"/>
                    </a:lnTo>
                    <a:lnTo>
                      <a:pt x="151" y="144"/>
                    </a:lnTo>
                    <a:lnTo>
                      <a:pt x="143" y="129"/>
                    </a:lnTo>
                    <a:lnTo>
                      <a:pt x="133" y="115"/>
                    </a:lnTo>
                    <a:lnTo>
                      <a:pt x="122" y="100"/>
                    </a:lnTo>
                    <a:lnTo>
                      <a:pt x="111" y="86"/>
                    </a:lnTo>
                    <a:lnTo>
                      <a:pt x="99" y="72"/>
                    </a:lnTo>
                    <a:lnTo>
                      <a:pt x="86" y="59"/>
                    </a:lnTo>
                    <a:lnTo>
                      <a:pt x="74" y="47"/>
                    </a:lnTo>
                    <a:lnTo>
                      <a:pt x="60" y="36"/>
                    </a:lnTo>
                    <a:lnTo>
                      <a:pt x="46" y="25"/>
                    </a:lnTo>
                    <a:lnTo>
                      <a:pt x="33" y="15"/>
                    </a:lnTo>
                    <a:lnTo>
                      <a:pt x="18" y="8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266"/>
              <p:cNvSpPr>
                <a:spLocks/>
              </p:cNvSpPr>
              <p:nvPr/>
            </p:nvSpPr>
            <p:spPr bwMode="auto">
              <a:xfrm flipH="1">
                <a:off x="445" y="879"/>
                <a:ext cx="79" cy="12"/>
              </a:xfrm>
              <a:custGeom>
                <a:avLst/>
                <a:gdLst>
                  <a:gd name="T0" fmla="*/ 26 w 236"/>
                  <a:gd name="T1" fmla="*/ 1 h 35"/>
                  <a:gd name="T2" fmla="*/ 28 w 236"/>
                  <a:gd name="T3" fmla="*/ 13 h 35"/>
                  <a:gd name="T4" fmla="*/ 44 w 236"/>
                  <a:gd name="T5" fmla="*/ 13 h 35"/>
                  <a:gd name="T6" fmla="*/ 59 w 236"/>
                  <a:gd name="T7" fmla="*/ 12 h 35"/>
                  <a:gd name="T8" fmla="*/ 73 w 236"/>
                  <a:gd name="T9" fmla="*/ 12 h 35"/>
                  <a:gd name="T10" fmla="*/ 86 w 236"/>
                  <a:gd name="T11" fmla="*/ 12 h 35"/>
                  <a:gd name="T12" fmla="*/ 100 w 236"/>
                  <a:gd name="T13" fmla="*/ 12 h 35"/>
                  <a:gd name="T14" fmla="*/ 113 w 236"/>
                  <a:gd name="T15" fmla="*/ 12 h 35"/>
                  <a:gd name="T16" fmla="*/ 125 w 236"/>
                  <a:gd name="T17" fmla="*/ 13 h 35"/>
                  <a:gd name="T18" fmla="*/ 137 w 236"/>
                  <a:gd name="T19" fmla="*/ 13 h 35"/>
                  <a:gd name="T20" fmla="*/ 149 w 236"/>
                  <a:gd name="T21" fmla="*/ 14 h 35"/>
                  <a:gd name="T22" fmla="*/ 160 w 236"/>
                  <a:gd name="T23" fmla="*/ 15 h 35"/>
                  <a:gd name="T24" fmla="*/ 172 w 236"/>
                  <a:gd name="T25" fmla="*/ 17 h 35"/>
                  <a:gd name="T26" fmla="*/ 184 w 236"/>
                  <a:gd name="T27" fmla="*/ 19 h 35"/>
                  <a:gd name="T28" fmla="*/ 195 w 236"/>
                  <a:gd name="T29" fmla="*/ 23 h 35"/>
                  <a:gd name="T30" fmla="*/ 209 w 236"/>
                  <a:gd name="T31" fmla="*/ 27 h 35"/>
                  <a:gd name="T32" fmla="*/ 220 w 236"/>
                  <a:gd name="T33" fmla="*/ 30 h 35"/>
                  <a:gd name="T34" fmla="*/ 233 w 236"/>
                  <a:gd name="T35" fmla="*/ 35 h 35"/>
                  <a:gd name="T36" fmla="*/ 236 w 236"/>
                  <a:gd name="T37" fmla="*/ 25 h 35"/>
                  <a:gd name="T38" fmla="*/ 224 w 236"/>
                  <a:gd name="T39" fmla="*/ 19 h 35"/>
                  <a:gd name="T40" fmla="*/ 211 w 236"/>
                  <a:gd name="T41" fmla="*/ 15 h 35"/>
                  <a:gd name="T42" fmla="*/ 199 w 236"/>
                  <a:gd name="T43" fmla="*/ 12 h 35"/>
                  <a:gd name="T44" fmla="*/ 187 w 236"/>
                  <a:gd name="T45" fmla="*/ 8 h 35"/>
                  <a:gd name="T46" fmla="*/ 175 w 236"/>
                  <a:gd name="T47" fmla="*/ 5 h 35"/>
                  <a:gd name="T48" fmla="*/ 163 w 236"/>
                  <a:gd name="T49" fmla="*/ 4 h 35"/>
                  <a:gd name="T50" fmla="*/ 151 w 236"/>
                  <a:gd name="T51" fmla="*/ 3 h 35"/>
                  <a:gd name="T52" fmla="*/ 138 w 236"/>
                  <a:gd name="T53" fmla="*/ 1 h 35"/>
                  <a:gd name="T54" fmla="*/ 125 w 236"/>
                  <a:gd name="T55" fmla="*/ 0 h 35"/>
                  <a:gd name="T56" fmla="*/ 113 w 236"/>
                  <a:gd name="T57" fmla="*/ 0 h 35"/>
                  <a:gd name="T58" fmla="*/ 100 w 236"/>
                  <a:gd name="T59" fmla="*/ 0 h 35"/>
                  <a:gd name="T60" fmla="*/ 86 w 236"/>
                  <a:gd name="T61" fmla="*/ 0 h 35"/>
                  <a:gd name="T62" fmla="*/ 73 w 236"/>
                  <a:gd name="T63" fmla="*/ 0 h 35"/>
                  <a:gd name="T64" fmla="*/ 59 w 236"/>
                  <a:gd name="T65" fmla="*/ 0 h 35"/>
                  <a:gd name="T66" fmla="*/ 44 w 236"/>
                  <a:gd name="T67" fmla="*/ 0 h 35"/>
                  <a:gd name="T68" fmla="*/ 28 w 236"/>
                  <a:gd name="T69" fmla="*/ 0 h 35"/>
                  <a:gd name="T70" fmla="*/ 29 w 236"/>
                  <a:gd name="T71" fmla="*/ 12 h 35"/>
                  <a:gd name="T72" fmla="*/ 26 w 236"/>
                  <a:gd name="T73" fmla="*/ 1 h 35"/>
                  <a:gd name="T74" fmla="*/ 0 w 236"/>
                  <a:gd name="T75" fmla="*/ 13 h 35"/>
                  <a:gd name="T76" fmla="*/ 28 w 236"/>
                  <a:gd name="T77" fmla="*/ 13 h 35"/>
                  <a:gd name="T78" fmla="*/ 26 w 236"/>
                  <a:gd name="T79" fmla="*/ 1 h 3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36"/>
                  <a:gd name="T121" fmla="*/ 0 h 35"/>
                  <a:gd name="T122" fmla="*/ 236 w 236"/>
                  <a:gd name="T123" fmla="*/ 35 h 3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36" h="35">
                    <a:moveTo>
                      <a:pt x="26" y="1"/>
                    </a:moveTo>
                    <a:lnTo>
                      <a:pt x="28" y="13"/>
                    </a:lnTo>
                    <a:lnTo>
                      <a:pt x="44" y="13"/>
                    </a:lnTo>
                    <a:lnTo>
                      <a:pt x="59" y="12"/>
                    </a:lnTo>
                    <a:lnTo>
                      <a:pt x="73" y="12"/>
                    </a:lnTo>
                    <a:lnTo>
                      <a:pt x="86" y="12"/>
                    </a:lnTo>
                    <a:lnTo>
                      <a:pt x="100" y="12"/>
                    </a:lnTo>
                    <a:lnTo>
                      <a:pt x="113" y="12"/>
                    </a:lnTo>
                    <a:lnTo>
                      <a:pt x="125" y="13"/>
                    </a:lnTo>
                    <a:lnTo>
                      <a:pt x="137" y="13"/>
                    </a:lnTo>
                    <a:lnTo>
                      <a:pt x="149" y="14"/>
                    </a:lnTo>
                    <a:lnTo>
                      <a:pt x="160" y="15"/>
                    </a:lnTo>
                    <a:lnTo>
                      <a:pt x="172" y="17"/>
                    </a:lnTo>
                    <a:lnTo>
                      <a:pt x="184" y="19"/>
                    </a:lnTo>
                    <a:lnTo>
                      <a:pt x="195" y="23"/>
                    </a:lnTo>
                    <a:lnTo>
                      <a:pt x="209" y="27"/>
                    </a:lnTo>
                    <a:lnTo>
                      <a:pt x="220" y="30"/>
                    </a:lnTo>
                    <a:lnTo>
                      <a:pt x="233" y="35"/>
                    </a:lnTo>
                    <a:lnTo>
                      <a:pt x="236" y="25"/>
                    </a:lnTo>
                    <a:lnTo>
                      <a:pt x="224" y="19"/>
                    </a:lnTo>
                    <a:lnTo>
                      <a:pt x="211" y="15"/>
                    </a:lnTo>
                    <a:lnTo>
                      <a:pt x="199" y="12"/>
                    </a:lnTo>
                    <a:lnTo>
                      <a:pt x="187" y="8"/>
                    </a:lnTo>
                    <a:lnTo>
                      <a:pt x="175" y="5"/>
                    </a:lnTo>
                    <a:lnTo>
                      <a:pt x="163" y="4"/>
                    </a:lnTo>
                    <a:lnTo>
                      <a:pt x="151" y="3"/>
                    </a:lnTo>
                    <a:lnTo>
                      <a:pt x="138" y="1"/>
                    </a:lnTo>
                    <a:lnTo>
                      <a:pt x="125" y="0"/>
                    </a:lnTo>
                    <a:lnTo>
                      <a:pt x="113" y="0"/>
                    </a:lnTo>
                    <a:lnTo>
                      <a:pt x="100" y="0"/>
                    </a:lnTo>
                    <a:lnTo>
                      <a:pt x="86" y="0"/>
                    </a:lnTo>
                    <a:lnTo>
                      <a:pt x="73" y="0"/>
                    </a:lnTo>
                    <a:lnTo>
                      <a:pt x="59" y="0"/>
                    </a:lnTo>
                    <a:lnTo>
                      <a:pt x="44" y="0"/>
                    </a:lnTo>
                    <a:lnTo>
                      <a:pt x="28" y="0"/>
                    </a:lnTo>
                    <a:lnTo>
                      <a:pt x="29" y="12"/>
                    </a:lnTo>
                    <a:lnTo>
                      <a:pt x="26" y="1"/>
                    </a:lnTo>
                    <a:lnTo>
                      <a:pt x="0" y="13"/>
                    </a:lnTo>
                    <a:lnTo>
                      <a:pt x="28" y="13"/>
                    </a:lnTo>
                    <a:lnTo>
                      <a:pt x="26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1" name="Freeform 267"/>
              <p:cNvSpPr>
                <a:spLocks/>
              </p:cNvSpPr>
              <p:nvPr/>
            </p:nvSpPr>
            <p:spPr bwMode="auto">
              <a:xfrm flipH="1">
                <a:off x="460" y="738"/>
                <a:ext cx="55" cy="145"/>
              </a:xfrm>
              <a:custGeom>
                <a:avLst/>
                <a:gdLst>
                  <a:gd name="T0" fmla="*/ 83 w 167"/>
                  <a:gd name="T1" fmla="*/ 9 h 437"/>
                  <a:gd name="T2" fmla="*/ 99 w 167"/>
                  <a:gd name="T3" fmla="*/ 27 h 437"/>
                  <a:gd name="T4" fmla="*/ 114 w 167"/>
                  <a:gd name="T5" fmla="*/ 48 h 437"/>
                  <a:gd name="T6" fmla="*/ 127 w 167"/>
                  <a:gd name="T7" fmla="*/ 71 h 437"/>
                  <a:gd name="T8" fmla="*/ 138 w 167"/>
                  <a:gd name="T9" fmla="*/ 97 h 437"/>
                  <a:gd name="T10" fmla="*/ 146 w 167"/>
                  <a:gd name="T11" fmla="*/ 125 h 437"/>
                  <a:gd name="T12" fmla="*/ 152 w 167"/>
                  <a:gd name="T13" fmla="*/ 154 h 437"/>
                  <a:gd name="T14" fmla="*/ 155 w 167"/>
                  <a:gd name="T15" fmla="*/ 184 h 437"/>
                  <a:gd name="T16" fmla="*/ 155 w 167"/>
                  <a:gd name="T17" fmla="*/ 215 h 437"/>
                  <a:gd name="T18" fmla="*/ 151 w 167"/>
                  <a:gd name="T19" fmla="*/ 245 h 437"/>
                  <a:gd name="T20" fmla="*/ 144 w 167"/>
                  <a:gd name="T21" fmla="*/ 277 h 437"/>
                  <a:gd name="T22" fmla="*/ 132 w 167"/>
                  <a:gd name="T23" fmla="*/ 306 h 437"/>
                  <a:gd name="T24" fmla="*/ 116 w 167"/>
                  <a:gd name="T25" fmla="*/ 333 h 437"/>
                  <a:gd name="T26" fmla="*/ 94 w 167"/>
                  <a:gd name="T27" fmla="*/ 360 h 437"/>
                  <a:gd name="T28" fmla="*/ 69 w 167"/>
                  <a:gd name="T29" fmla="*/ 385 h 437"/>
                  <a:gd name="T30" fmla="*/ 37 w 167"/>
                  <a:gd name="T31" fmla="*/ 406 h 437"/>
                  <a:gd name="T32" fmla="*/ 0 w 167"/>
                  <a:gd name="T33" fmla="*/ 426 h 437"/>
                  <a:gd name="T34" fmla="*/ 24 w 167"/>
                  <a:gd name="T35" fmla="*/ 428 h 437"/>
                  <a:gd name="T36" fmla="*/ 60 w 167"/>
                  <a:gd name="T37" fmla="*/ 406 h 437"/>
                  <a:gd name="T38" fmla="*/ 89 w 167"/>
                  <a:gd name="T39" fmla="*/ 381 h 437"/>
                  <a:gd name="T40" fmla="*/ 115 w 167"/>
                  <a:gd name="T41" fmla="*/ 355 h 437"/>
                  <a:gd name="T42" fmla="*/ 134 w 167"/>
                  <a:gd name="T43" fmla="*/ 326 h 437"/>
                  <a:gd name="T44" fmla="*/ 149 w 167"/>
                  <a:gd name="T45" fmla="*/ 296 h 437"/>
                  <a:gd name="T46" fmla="*/ 158 w 167"/>
                  <a:gd name="T47" fmla="*/ 264 h 437"/>
                  <a:gd name="T48" fmla="*/ 164 w 167"/>
                  <a:gd name="T49" fmla="*/ 232 h 437"/>
                  <a:gd name="T50" fmla="*/ 167 w 167"/>
                  <a:gd name="T51" fmla="*/ 200 h 437"/>
                  <a:gd name="T52" fmla="*/ 166 w 167"/>
                  <a:gd name="T53" fmla="*/ 169 h 437"/>
                  <a:gd name="T54" fmla="*/ 161 w 167"/>
                  <a:gd name="T55" fmla="*/ 137 h 437"/>
                  <a:gd name="T56" fmla="*/ 154 w 167"/>
                  <a:gd name="T57" fmla="*/ 107 h 437"/>
                  <a:gd name="T58" fmla="*/ 144 w 167"/>
                  <a:gd name="T59" fmla="*/ 80 h 437"/>
                  <a:gd name="T60" fmla="*/ 131 w 167"/>
                  <a:gd name="T61" fmla="*/ 53 h 437"/>
                  <a:gd name="T62" fmla="*/ 116 w 167"/>
                  <a:gd name="T63" fmla="*/ 31 h 437"/>
                  <a:gd name="T64" fmla="*/ 100 w 167"/>
                  <a:gd name="T65" fmla="*/ 9 h 437"/>
                  <a:gd name="T66" fmla="*/ 92 w 167"/>
                  <a:gd name="T67" fmla="*/ 0 h 4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7"/>
                  <a:gd name="T103" fmla="*/ 0 h 437"/>
                  <a:gd name="T104" fmla="*/ 167 w 167"/>
                  <a:gd name="T105" fmla="*/ 437 h 43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7" h="437">
                    <a:moveTo>
                      <a:pt x="83" y="9"/>
                    </a:moveTo>
                    <a:lnTo>
                      <a:pt x="83" y="9"/>
                    </a:lnTo>
                    <a:lnTo>
                      <a:pt x="92" y="18"/>
                    </a:lnTo>
                    <a:lnTo>
                      <a:pt x="99" y="27"/>
                    </a:lnTo>
                    <a:lnTo>
                      <a:pt x="108" y="37"/>
                    </a:lnTo>
                    <a:lnTo>
                      <a:pt x="114" y="48"/>
                    </a:lnTo>
                    <a:lnTo>
                      <a:pt x="121" y="59"/>
                    </a:lnTo>
                    <a:lnTo>
                      <a:pt x="127" y="71"/>
                    </a:lnTo>
                    <a:lnTo>
                      <a:pt x="133" y="85"/>
                    </a:lnTo>
                    <a:lnTo>
                      <a:pt x="138" y="97"/>
                    </a:lnTo>
                    <a:lnTo>
                      <a:pt x="143" y="111"/>
                    </a:lnTo>
                    <a:lnTo>
                      <a:pt x="146" y="125"/>
                    </a:lnTo>
                    <a:lnTo>
                      <a:pt x="150" y="140"/>
                    </a:lnTo>
                    <a:lnTo>
                      <a:pt x="152" y="154"/>
                    </a:lnTo>
                    <a:lnTo>
                      <a:pt x="155" y="169"/>
                    </a:lnTo>
                    <a:lnTo>
                      <a:pt x="155" y="184"/>
                    </a:lnTo>
                    <a:lnTo>
                      <a:pt x="156" y="200"/>
                    </a:lnTo>
                    <a:lnTo>
                      <a:pt x="155" y="215"/>
                    </a:lnTo>
                    <a:lnTo>
                      <a:pt x="154" y="230"/>
                    </a:lnTo>
                    <a:lnTo>
                      <a:pt x="151" y="245"/>
                    </a:lnTo>
                    <a:lnTo>
                      <a:pt x="148" y="262"/>
                    </a:lnTo>
                    <a:lnTo>
                      <a:pt x="144" y="277"/>
                    </a:lnTo>
                    <a:lnTo>
                      <a:pt x="138" y="291"/>
                    </a:lnTo>
                    <a:lnTo>
                      <a:pt x="132" y="306"/>
                    </a:lnTo>
                    <a:lnTo>
                      <a:pt x="125" y="320"/>
                    </a:lnTo>
                    <a:lnTo>
                      <a:pt x="116" y="333"/>
                    </a:lnTo>
                    <a:lnTo>
                      <a:pt x="105" y="347"/>
                    </a:lnTo>
                    <a:lnTo>
                      <a:pt x="94" y="360"/>
                    </a:lnTo>
                    <a:lnTo>
                      <a:pt x="82" y="372"/>
                    </a:lnTo>
                    <a:lnTo>
                      <a:pt x="69" y="385"/>
                    </a:lnTo>
                    <a:lnTo>
                      <a:pt x="53" y="396"/>
                    </a:lnTo>
                    <a:lnTo>
                      <a:pt x="37" y="406"/>
                    </a:lnTo>
                    <a:lnTo>
                      <a:pt x="19" y="418"/>
                    </a:lnTo>
                    <a:lnTo>
                      <a:pt x="0" y="426"/>
                    </a:lnTo>
                    <a:lnTo>
                      <a:pt x="3" y="437"/>
                    </a:lnTo>
                    <a:lnTo>
                      <a:pt x="24" y="428"/>
                    </a:lnTo>
                    <a:lnTo>
                      <a:pt x="42" y="416"/>
                    </a:lnTo>
                    <a:lnTo>
                      <a:pt x="60" y="406"/>
                    </a:lnTo>
                    <a:lnTo>
                      <a:pt x="76" y="394"/>
                    </a:lnTo>
                    <a:lnTo>
                      <a:pt x="89" y="381"/>
                    </a:lnTo>
                    <a:lnTo>
                      <a:pt x="103" y="369"/>
                    </a:lnTo>
                    <a:lnTo>
                      <a:pt x="115" y="355"/>
                    </a:lnTo>
                    <a:lnTo>
                      <a:pt x="125" y="341"/>
                    </a:lnTo>
                    <a:lnTo>
                      <a:pt x="134" y="326"/>
                    </a:lnTo>
                    <a:lnTo>
                      <a:pt x="141" y="311"/>
                    </a:lnTo>
                    <a:lnTo>
                      <a:pt x="149" y="296"/>
                    </a:lnTo>
                    <a:lnTo>
                      <a:pt x="154" y="279"/>
                    </a:lnTo>
                    <a:lnTo>
                      <a:pt x="158" y="264"/>
                    </a:lnTo>
                    <a:lnTo>
                      <a:pt x="162" y="248"/>
                    </a:lnTo>
                    <a:lnTo>
                      <a:pt x="164" y="232"/>
                    </a:lnTo>
                    <a:lnTo>
                      <a:pt x="166" y="215"/>
                    </a:lnTo>
                    <a:lnTo>
                      <a:pt x="167" y="200"/>
                    </a:lnTo>
                    <a:lnTo>
                      <a:pt x="167" y="184"/>
                    </a:lnTo>
                    <a:lnTo>
                      <a:pt x="166" y="169"/>
                    </a:lnTo>
                    <a:lnTo>
                      <a:pt x="163" y="152"/>
                    </a:lnTo>
                    <a:lnTo>
                      <a:pt x="161" y="137"/>
                    </a:lnTo>
                    <a:lnTo>
                      <a:pt x="157" y="122"/>
                    </a:lnTo>
                    <a:lnTo>
                      <a:pt x="154" y="107"/>
                    </a:lnTo>
                    <a:lnTo>
                      <a:pt x="149" y="93"/>
                    </a:lnTo>
                    <a:lnTo>
                      <a:pt x="144" y="80"/>
                    </a:lnTo>
                    <a:lnTo>
                      <a:pt x="137" y="66"/>
                    </a:lnTo>
                    <a:lnTo>
                      <a:pt x="131" y="53"/>
                    </a:lnTo>
                    <a:lnTo>
                      <a:pt x="123" y="41"/>
                    </a:lnTo>
                    <a:lnTo>
                      <a:pt x="116" y="31"/>
                    </a:lnTo>
                    <a:lnTo>
                      <a:pt x="109" y="19"/>
                    </a:lnTo>
                    <a:lnTo>
                      <a:pt x="100" y="9"/>
                    </a:lnTo>
                    <a:lnTo>
                      <a:pt x="92" y="0"/>
                    </a:lnTo>
                    <a:lnTo>
                      <a:pt x="83" y="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268"/>
              <p:cNvSpPr>
                <a:spLocks/>
              </p:cNvSpPr>
              <p:nvPr/>
            </p:nvSpPr>
            <p:spPr bwMode="auto">
              <a:xfrm flipH="1">
                <a:off x="485" y="714"/>
                <a:ext cx="111" cy="27"/>
              </a:xfrm>
              <a:custGeom>
                <a:avLst/>
                <a:gdLst>
                  <a:gd name="T0" fmla="*/ 8 w 334"/>
                  <a:gd name="T1" fmla="*/ 72 h 79"/>
                  <a:gd name="T2" fmla="*/ 26 w 334"/>
                  <a:gd name="T3" fmla="*/ 54 h 79"/>
                  <a:gd name="T4" fmla="*/ 46 w 334"/>
                  <a:gd name="T5" fmla="*/ 39 h 79"/>
                  <a:gd name="T6" fmla="*/ 66 w 334"/>
                  <a:gd name="T7" fmla="*/ 28 h 79"/>
                  <a:gd name="T8" fmla="*/ 88 w 334"/>
                  <a:gd name="T9" fmla="*/ 20 h 79"/>
                  <a:gd name="T10" fmla="*/ 110 w 334"/>
                  <a:gd name="T11" fmla="*/ 15 h 79"/>
                  <a:gd name="T12" fmla="*/ 133 w 334"/>
                  <a:gd name="T13" fmla="*/ 13 h 79"/>
                  <a:gd name="T14" fmla="*/ 157 w 334"/>
                  <a:gd name="T15" fmla="*/ 13 h 79"/>
                  <a:gd name="T16" fmla="*/ 179 w 334"/>
                  <a:gd name="T17" fmla="*/ 14 h 79"/>
                  <a:gd name="T18" fmla="*/ 202 w 334"/>
                  <a:gd name="T19" fmla="*/ 18 h 79"/>
                  <a:gd name="T20" fmla="*/ 224 w 334"/>
                  <a:gd name="T21" fmla="*/ 23 h 79"/>
                  <a:gd name="T22" fmla="*/ 244 w 334"/>
                  <a:gd name="T23" fmla="*/ 30 h 79"/>
                  <a:gd name="T24" fmla="*/ 265 w 334"/>
                  <a:gd name="T25" fmla="*/ 39 h 79"/>
                  <a:gd name="T26" fmla="*/ 283 w 334"/>
                  <a:gd name="T27" fmla="*/ 48 h 79"/>
                  <a:gd name="T28" fmla="*/ 300 w 334"/>
                  <a:gd name="T29" fmla="*/ 58 h 79"/>
                  <a:gd name="T30" fmla="*/ 313 w 334"/>
                  <a:gd name="T31" fmla="*/ 68 h 79"/>
                  <a:gd name="T32" fmla="*/ 325 w 334"/>
                  <a:gd name="T33" fmla="*/ 79 h 79"/>
                  <a:gd name="T34" fmla="*/ 328 w 334"/>
                  <a:gd name="T35" fmla="*/ 64 h 79"/>
                  <a:gd name="T36" fmla="*/ 313 w 334"/>
                  <a:gd name="T37" fmla="*/ 54 h 79"/>
                  <a:gd name="T38" fmla="*/ 298 w 334"/>
                  <a:gd name="T39" fmla="*/ 43 h 79"/>
                  <a:gd name="T40" fmla="*/ 279 w 334"/>
                  <a:gd name="T41" fmla="*/ 33 h 79"/>
                  <a:gd name="T42" fmla="*/ 259 w 334"/>
                  <a:gd name="T43" fmla="*/ 24 h 79"/>
                  <a:gd name="T44" fmla="*/ 238 w 334"/>
                  <a:gd name="T45" fmla="*/ 16 h 79"/>
                  <a:gd name="T46" fmla="*/ 215 w 334"/>
                  <a:gd name="T47" fmla="*/ 9 h 79"/>
                  <a:gd name="T48" fmla="*/ 192 w 334"/>
                  <a:gd name="T49" fmla="*/ 4 h 79"/>
                  <a:gd name="T50" fmla="*/ 169 w 334"/>
                  <a:gd name="T51" fmla="*/ 1 h 79"/>
                  <a:gd name="T52" fmla="*/ 145 w 334"/>
                  <a:gd name="T53" fmla="*/ 0 h 79"/>
                  <a:gd name="T54" fmla="*/ 121 w 334"/>
                  <a:gd name="T55" fmla="*/ 1 h 79"/>
                  <a:gd name="T56" fmla="*/ 97 w 334"/>
                  <a:gd name="T57" fmla="*/ 5 h 79"/>
                  <a:gd name="T58" fmla="*/ 74 w 334"/>
                  <a:gd name="T59" fmla="*/ 13 h 79"/>
                  <a:gd name="T60" fmla="*/ 51 w 334"/>
                  <a:gd name="T61" fmla="*/ 23 h 79"/>
                  <a:gd name="T62" fmla="*/ 29 w 334"/>
                  <a:gd name="T63" fmla="*/ 36 h 79"/>
                  <a:gd name="T64" fmla="*/ 9 w 334"/>
                  <a:gd name="T65" fmla="*/ 54 h 79"/>
                  <a:gd name="T66" fmla="*/ 0 w 334"/>
                  <a:gd name="T67" fmla="*/ 64 h 7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4"/>
                  <a:gd name="T103" fmla="*/ 0 h 79"/>
                  <a:gd name="T104" fmla="*/ 334 w 334"/>
                  <a:gd name="T105" fmla="*/ 79 h 7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4" h="79">
                    <a:moveTo>
                      <a:pt x="8" y="72"/>
                    </a:moveTo>
                    <a:lnTo>
                      <a:pt x="8" y="72"/>
                    </a:lnTo>
                    <a:lnTo>
                      <a:pt x="17" y="63"/>
                    </a:lnTo>
                    <a:lnTo>
                      <a:pt x="26" y="54"/>
                    </a:lnTo>
                    <a:lnTo>
                      <a:pt x="36" y="45"/>
                    </a:lnTo>
                    <a:lnTo>
                      <a:pt x="46" y="39"/>
                    </a:lnTo>
                    <a:lnTo>
                      <a:pt x="55" y="33"/>
                    </a:lnTo>
                    <a:lnTo>
                      <a:pt x="66" y="28"/>
                    </a:lnTo>
                    <a:lnTo>
                      <a:pt x="77" y="24"/>
                    </a:lnTo>
                    <a:lnTo>
                      <a:pt x="88" y="20"/>
                    </a:lnTo>
                    <a:lnTo>
                      <a:pt x="99" y="18"/>
                    </a:lnTo>
                    <a:lnTo>
                      <a:pt x="110" y="15"/>
                    </a:lnTo>
                    <a:lnTo>
                      <a:pt x="122" y="13"/>
                    </a:lnTo>
                    <a:lnTo>
                      <a:pt x="133" y="13"/>
                    </a:lnTo>
                    <a:lnTo>
                      <a:pt x="145" y="11"/>
                    </a:lnTo>
                    <a:lnTo>
                      <a:pt x="157" y="13"/>
                    </a:lnTo>
                    <a:lnTo>
                      <a:pt x="168" y="13"/>
                    </a:lnTo>
                    <a:lnTo>
                      <a:pt x="179" y="14"/>
                    </a:lnTo>
                    <a:lnTo>
                      <a:pt x="191" y="16"/>
                    </a:lnTo>
                    <a:lnTo>
                      <a:pt x="202" y="18"/>
                    </a:lnTo>
                    <a:lnTo>
                      <a:pt x="213" y="20"/>
                    </a:lnTo>
                    <a:lnTo>
                      <a:pt x="224" y="23"/>
                    </a:lnTo>
                    <a:lnTo>
                      <a:pt x="235" y="26"/>
                    </a:lnTo>
                    <a:lnTo>
                      <a:pt x="244" y="30"/>
                    </a:lnTo>
                    <a:lnTo>
                      <a:pt x="255" y="34"/>
                    </a:lnTo>
                    <a:lnTo>
                      <a:pt x="265" y="39"/>
                    </a:lnTo>
                    <a:lnTo>
                      <a:pt x="273" y="43"/>
                    </a:lnTo>
                    <a:lnTo>
                      <a:pt x="283" y="48"/>
                    </a:lnTo>
                    <a:lnTo>
                      <a:pt x="291" y="53"/>
                    </a:lnTo>
                    <a:lnTo>
                      <a:pt x="300" y="58"/>
                    </a:lnTo>
                    <a:lnTo>
                      <a:pt x="307" y="63"/>
                    </a:lnTo>
                    <a:lnTo>
                      <a:pt x="313" y="68"/>
                    </a:lnTo>
                    <a:lnTo>
                      <a:pt x="321" y="74"/>
                    </a:lnTo>
                    <a:lnTo>
                      <a:pt x="325" y="79"/>
                    </a:lnTo>
                    <a:lnTo>
                      <a:pt x="334" y="70"/>
                    </a:lnTo>
                    <a:lnTo>
                      <a:pt x="328" y="64"/>
                    </a:lnTo>
                    <a:lnTo>
                      <a:pt x="321" y="59"/>
                    </a:lnTo>
                    <a:lnTo>
                      <a:pt x="313" y="54"/>
                    </a:lnTo>
                    <a:lnTo>
                      <a:pt x="305" y="48"/>
                    </a:lnTo>
                    <a:lnTo>
                      <a:pt x="298" y="43"/>
                    </a:lnTo>
                    <a:lnTo>
                      <a:pt x="289" y="38"/>
                    </a:lnTo>
                    <a:lnTo>
                      <a:pt x="279" y="33"/>
                    </a:lnTo>
                    <a:lnTo>
                      <a:pt x="270" y="28"/>
                    </a:lnTo>
                    <a:lnTo>
                      <a:pt x="259" y="24"/>
                    </a:lnTo>
                    <a:lnTo>
                      <a:pt x="249" y="20"/>
                    </a:lnTo>
                    <a:lnTo>
                      <a:pt x="238" y="16"/>
                    </a:lnTo>
                    <a:lnTo>
                      <a:pt x="227" y="13"/>
                    </a:lnTo>
                    <a:lnTo>
                      <a:pt x="215" y="9"/>
                    </a:lnTo>
                    <a:lnTo>
                      <a:pt x="204" y="6"/>
                    </a:lnTo>
                    <a:lnTo>
                      <a:pt x="192" y="4"/>
                    </a:lnTo>
                    <a:lnTo>
                      <a:pt x="181" y="2"/>
                    </a:lnTo>
                    <a:lnTo>
                      <a:pt x="169" y="1"/>
                    </a:lnTo>
                    <a:lnTo>
                      <a:pt x="157" y="0"/>
                    </a:lnTo>
                    <a:lnTo>
                      <a:pt x="145" y="0"/>
                    </a:lnTo>
                    <a:lnTo>
                      <a:pt x="133" y="0"/>
                    </a:lnTo>
                    <a:lnTo>
                      <a:pt x="121" y="1"/>
                    </a:lnTo>
                    <a:lnTo>
                      <a:pt x="109" y="2"/>
                    </a:lnTo>
                    <a:lnTo>
                      <a:pt x="97" y="5"/>
                    </a:lnTo>
                    <a:lnTo>
                      <a:pt x="84" y="9"/>
                    </a:lnTo>
                    <a:lnTo>
                      <a:pt x="74" y="13"/>
                    </a:lnTo>
                    <a:lnTo>
                      <a:pt x="63" y="18"/>
                    </a:lnTo>
                    <a:lnTo>
                      <a:pt x="51" y="23"/>
                    </a:lnTo>
                    <a:lnTo>
                      <a:pt x="40" y="29"/>
                    </a:lnTo>
                    <a:lnTo>
                      <a:pt x="29" y="36"/>
                    </a:lnTo>
                    <a:lnTo>
                      <a:pt x="19" y="44"/>
                    </a:lnTo>
                    <a:lnTo>
                      <a:pt x="9" y="54"/>
                    </a:lnTo>
                    <a:lnTo>
                      <a:pt x="0" y="64"/>
                    </a:lnTo>
                    <a:lnTo>
                      <a:pt x="8" y="7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269"/>
              <p:cNvSpPr>
                <a:spLocks/>
              </p:cNvSpPr>
              <p:nvPr/>
            </p:nvSpPr>
            <p:spPr bwMode="auto">
              <a:xfrm flipH="1">
                <a:off x="593" y="736"/>
                <a:ext cx="32" cy="65"/>
              </a:xfrm>
              <a:custGeom>
                <a:avLst/>
                <a:gdLst>
                  <a:gd name="T0" fmla="*/ 0 w 95"/>
                  <a:gd name="T1" fmla="*/ 147 h 197"/>
                  <a:gd name="T2" fmla="*/ 10 w 95"/>
                  <a:gd name="T3" fmla="*/ 148 h 197"/>
                  <a:gd name="T4" fmla="*/ 12 w 95"/>
                  <a:gd name="T5" fmla="*/ 143 h 197"/>
                  <a:gd name="T6" fmla="*/ 14 w 95"/>
                  <a:gd name="T7" fmla="*/ 137 h 197"/>
                  <a:gd name="T8" fmla="*/ 18 w 95"/>
                  <a:gd name="T9" fmla="*/ 130 h 197"/>
                  <a:gd name="T10" fmla="*/ 23 w 95"/>
                  <a:gd name="T11" fmla="*/ 121 h 197"/>
                  <a:gd name="T12" fmla="*/ 27 w 95"/>
                  <a:gd name="T13" fmla="*/ 111 h 197"/>
                  <a:gd name="T14" fmla="*/ 33 w 95"/>
                  <a:gd name="T15" fmla="*/ 101 h 197"/>
                  <a:gd name="T16" fmla="*/ 39 w 95"/>
                  <a:gd name="T17" fmla="*/ 89 h 197"/>
                  <a:gd name="T18" fmla="*/ 47 w 95"/>
                  <a:gd name="T19" fmla="*/ 78 h 197"/>
                  <a:gd name="T20" fmla="*/ 54 w 95"/>
                  <a:gd name="T21" fmla="*/ 68 h 197"/>
                  <a:gd name="T22" fmla="*/ 60 w 95"/>
                  <a:gd name="T23" fmla="*/ 57 h 197"/>
                  <a:gd name="T24" fmla="*/ 67 w 95"/>
                  <a:gd name="T25" fmla="*/ 47 h 197"/>
                  <a:gd name="T26" fmla="*/ 73 w 95"/>
                  <a:gd name="T27" fmla="*/ 37 h 197"/>
                  <a:gd name="T28" fmla="*/ 81 w 95"/>
                  <a:gd name="T29" fmla="*/ 28 h 197"/>
                  <a:gd name="T30" fmla="*/ 85 w 95"/>
                  <a:gd name="T31" fmla="*/ 20 h 197"/>
                  <a:gd name="T32" fmla="*/ 92 w 95"/>
                  <a:gd name="T33" fmla="*/ 13 h 197"/>
                  <a:gd name="T34" fmla="*/ 95 w 95"/>
                  <a:gd name="T35" fmla="*/ 8 h 197"/>
                  <a:gd name="T36" fmla="*/ 87 w 95"/>
                  <a:gd name="T37" fmla="*/ 0 h 197"/>
                  <a:gd name="T38" fmla="*/ 82 w 95"/>
                  <a:gd name="T39" fmla="*/ 5 h 197"/>
                  <a:gd name="T40" fmla="*/ 77 w 95"/>
                  <a:gd name="T41" fmla="*/ 13 h 197"/>
                  <a:gd name="T42" fmla="*/ 71 w 95"/>
                  <a:gd name="T43" fmla="*/ 20 h 197"/>
                  <a:gd name="T44" fmla="*/ 65 w 95"/>
                  <a:gd name="T45" fmla="*/ 29 h 197"/>
                  <a:gd name="T46" fmla="*/ 58 w 95"/>
                  <a:gd name="T47" fmla="*/ 39 h 197"/>
                  <a:gd name="T48" fmla="*/ 50 w 95"/>
                  <a:gd name="T49" fmla="*/ 50 h 197"/>
                  <a:gd name="T50" fmla="*/ 44 w 95"/>
                  <a:gd name="T51" fmla="*/ 60 h 197"/>
                  <a:gd name="T52" fmla="*/ 37 w 95"/>
                  <a:gd name="T53" fmla="*/ 73 h 197"/>
                  <a:gd name="T54" fmla="*/ 30 w 95"/>
                  <a:gd name="T55" fmla="*/ 84 h 197"/>
                  <a:gd name="T56" fmla="*/ 24 w 95"/>
                  <a:gd name="T57" fmla="*/ 94 h 197"/>
                  <a:gd name="T58" fmla="*/ 18 w 95"/>
                  <a:gd name="T59" fmla="*/ 106 h 197"/>
                  <a:gd name="T60" fmla="*/ 13 w 95"/>
                  <a:gd name="T61" fmla="*/ 116 h 197"/>
                  <a:gd name="T62" fmla="*/ 8 w 95"/>
                  <a:gd name="T63" fmla="*/ 125 h 197"/>
                  <a:gd name="T64" fmla="*/ 3 w 95"/>
                  <a:gd name="T65" fmla="*/ 133 h 197"/>
                  <a:gd name="T66" fmla="*/ 1 w 95"/>
                  <a:gd name="T67" fmla="*/ 140 h 197"/>
                  <a:gd name="T68" fmla="*/ 0 w 95"/>
                  <a:gd name="T69" fmla="*/ 146 h 197"/>
                  <a:gd name="T70" fmla="*/ 10 w 95"/>
                  <a:gd name="T71" fmla="*/ 147 h 197"/>
                  <a:gd name="T72" fmla="*/ 0 w 95"/>
                  <a:gd name="T73" fmla="*/ 147 h 197"/>
                  <a:gd name="T74" fmla="*/ 3 w 95"/>
                  <a:gd name="T75" fmla="*/ 197 h 197"/>
                  <a:gd name="T76" fmla="*/ 10 w 95"/>
                  <a:gd name="T77" fmla="*/ 148 h 197"/>
                  <a:gd name="T78" fmla="*/ 0 w 95"/>
                  <a:gd name="T79" fmla="*/ 147 h 19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95"/>
                  <a:gd name="T121" fmla="*/ 0 h 197"/>
                  <a:gd name="T122" fmla="*/ 95 w 95"/>
                  <a:gd name="T123" fmla="*/ 197 h 19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95" h="197">
                    <a:moveTo>
                      <a:pt x="0" y="147"/>
                    </a:moveTo>
                    <a:lnTo>
                      <a:pt x="10" y="148"/>
                    </a:lnTo>
                    <a:lnTo>
                      <a:pt x="12" y="143"/>
                    </a:lnTo>
                    <a:lnTo>
                      <a:pt x="14" y="137"/>
                    </a:lnTo>
                    <a:lnTo>
                      <a:pt x="18" y="130"/>
                    </a:lnTo>
                    <a:lnTo>
                      <a:pt x="23" y="121"/>
                    </a:lnTo>
                    <a:lnTo>
                      <a:pt x="27" y="111"/>
                    </a:lnTo>
                    <a:lnTo>
                      <a:pt x="33" y="101"/>
                    </a:lnTo>
                    <a:lnTo>
                      <a:pt x="39" y="89"/>
                    </a:lnTo>
                    <a:lnTo>
                      <a:pt x="47" y="78"/>
                    </a:lnTo>
                    <a:lnTo>
                      <a:pt x="54" y="68"/>
                    </a:lnTo>
                    <a:lnTo>
                      <a:pt x="60" y="57"/>
                    </a:lnTo>
                    <a:lnTo>
                      <a:pt x="67" y="47"/>
                    </a:lnTo>
                    <a:lnTo>
                      <a:pt x="73" y="37"/>
                    </a:lnTo>
                    <a:lnTo>
                      <a:pt x="81" y="28"/>
                    </a:lnTo>
                    <a:lnTo>
                      <a:pt x="85" y="20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87" y="0"/>
                    </a:lnTo>
                    <a:lnTo>
                      <a:pt x="82" y="5"/>
                    </a:lnTo>
                    <a:lnTo>
                      <a:pt x="77" y="13"/>
                    </a:lnTo>
                    <a:lnTo>
                      <a:pt x="71" y="20"/>
                    </a:lnTo>
                    <a:lnTo>
                      <a:pt x="65" y="29"/>
                    </a:lnTo>
                    <a:lnTo>
                      <a:pt x="58" y="39"/>
                    </a:lnTo>
                    <a:lnTo>
                      <a:pt x="50" y="50"/>
                    </a:lnTo>
                    <a:lnTo>
                      <a:pt x="44" y="60"/>
                    </a:lnTo>
                    <a:lnTo>
                      <a:pt x="37" y="73"/>
                    </a:lnTo>
                    <a:lnTo>
                      <a:pt x="30" y="84"/>
                    </a:lnTo>
                    <a:lnTo>
                      <a:pt x="24" y="94"/>
                    </a:lnTo>
                    <a:lnTo>
                      <a:pt x="18" y="106"/>
                    </a:lnTo>
                    <a:lnTo>
                      <a:pt x="13" y="116"/>
                    </a:lnTo>
                    <a:lnTo>
                      <a:pt x="8" y="125"/>
                    </a:lnTo>
                    <a:lnTo>
                      <a:pt x="3" y="133"/>
                    </a:lnTo>
                    <a:lnTo>
                      <a:pt x="1" y="140"/>
                    </a:lnTo>
                    <a:lnTo>
                      <a:pt x="0" y="146"/>
                    </a:lnTo>
                    <a:lnTo>
                      <a:pt x="10" y="147"/>
                    </a:lnTo>
                    <a:lnTo>
                      <a:pt x="0" y="147"/>
                    </a:lnTo>
                    <a:lnTo>
                      <a:pt x="3" y="197"/>
                    </a:lnTo>
                    <a:lnTo>
                      <a:pt x="10" y="148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270"/>
              <p:cNvSpPr>
                <a:spLocks/>
              </p:cNvSpPr>
              <p:nvPr/>
            </p:nvSpPr>
            <p:spPr bwMode="auto">
              <a:xfrm flipH="1">
                <a:off x="622" y="671"/>
                <a:ext cx="75" cy="114"/>
              </a:xfrm>
              <a:custGeom>
                <a:avLst/>
                <a:gdLst>
                  <a:gd name="T0" fmla="*/ 1 w 226"/>
                  <a:gd name="T1" fmla="*/ 13 h 342"/>
                  <a:gd name="T2" fmla="*/ 5 w 226"/>
                  <a:gd name="T3" fmla="*/ 13 h 342"/>
                  <a:gd name="T4" fmla="*/ 12 w 226"/>
                  <a:gd name="T5" fmla="*/ 13 h 342"/>
                  <a:gd name="T6" fmla="*/ 22 w 226"/>
                  <a:gd name="T7" fmla="*/ 13 h 342"/>
                  <a:gd name="T8" fmla="*/ 35 w 226"/>
                  <a:gd name="T9" fmla="*/ 14 h 342"/>
                  <a:gd name="T10" fmla="*/ 51 w 226"/>
                  <a:gd name="T11" fmla="*/ 17 h 342"/>
                  <a:gd name="T12" fmla="*/ 68 w 226"/>
                  <a:gd name="T13" fmla="*/ 23 h 342"/>
                  <a:gd name="T14" fmla="*/ 86 w 226"/>
                  <a:gd name="T15" fmla="*/ 30 h 342"/>
                  <a:gd name="T16" fmla="*/ 105 w 226"/>
                  <a:gd name="T17" fmla="*/ 43 h 342"/>
                  <a:gd name="T18" fmla="*/ 125 w 226"/>
                  <a:gd name="T19" fmla="*/ 58 h 342"/>
                  <a:gd name="T20" fmla="*/ 144 w 226"/>
                  <a:gd name="T21" fmla="*/ 79 h 342"/>
                  <a:gd name="T22" fmla="*/ 161 w 226"/>
                  <a:gd name="T23" fmla="*/ 106 h 342"/>
                  <a:gd name="T24" fmla="*/ 178 w 226"/>
                  <a:gd name="T25" fmla="*/ 137 h 342"/>
                  <a:gd name="T26" fmla="*/ 193 w 226"/>
                  <a:gd name="T27" fmla="*/ 177 h 342"/>
                  <a:gd name="T28" fmla="*/ 203 w 226"/>
                  <a:gd name="T29" fmla="*/ 224 h 342"/>
                  <a:gd name="T30" fmla="*/ 212 w 226"/>
                  <a:gd name="T31" fmla="*/ 278 h 342"/>
                  <a:gd name="T32" fmla="*/ 216 w 226"/>
                  <a:gd name="T33" fmla="*/ 342 h 342"/>
                  <a:gd name="T34" fmla="*/ 225 w 226"/>
                  <a:gd name="T35" fmla="*/ 308 h 342"/>
                  <a:gd name="T36" fmla="*/ 219 w 226"/>
                  <a:gd name="T37" fmla="*/ 249 h 342"/>
                  <a:gd name="T38" fmla="*/ 209 w 226"/>
                  <a:gd name="T39" fmla="*/ 196 h 342"/>
                  <a:gd name="T40" fmla="*/ 196 w 226"/>
                  <a:gd name="T41" fmla="*/ 152 h 342"/>
                  <a:gd name="T42" fmla="*/ 179 w 226"/>
                  <a:gd name="T43" fmla="*/ 115 h 342"/>
                  <a:gd name="T44" fmla="*/ 162 w 226"/>
                  <a:gd name="T45" fmla="*/ 84 h 342"/>
                  <a:gd name="T46" fmla="*/ 143 w 226"/>
                  <a:gd name="T47" fmla="*/ 59 h 342"/>
                  <a:gd name="T48" fmla="*/ 122 w 226"/>
                  <a:gd name="T49" fmla="*/ 40 h 342"/>
                  <a:gd name="T50" fmla="*/ 102 w 226"/>
                  <a:gd name="T51" fmla="*/ 25 h 342"/>
                  <a:gd name="T52" fmla="*/ 81 w 226"/>
                  <a:gd name="T53" fmla="*/ 15 h 342"/>
                  <a:gd name="T54" fmla="*/ 62 w 226"/>
                  <a:gd name="T55" fmla="*/ 8 h 342"/>
                  <a:gd name="T56" fmla="*/ 44 w 226"/>
                  <a:gd name="T57" fmla="*/ 4 h 342"/>
                  <a:gd name="T58" fmla="*/ 29 w 226"/>
                  <a:gd name="T59" fmla="*/ 1 h 342"/>
                  <a:gd name="T60" fmla="*/ 16 w 226"/>
                  <a:gd name="T61" fmla="*/ 0 h 342"/>
                  <a:gd name="T62" fmla="*/ 7 w 226"/>
                  <a:gd name="T63" fmla="*/ 1 h 342"/>
                  <a:gd name="T64" fmla="*/ 1 w 226"/>
                  <a:gd name="T65" fmla="*/ 1 h 342"/>
                  <a:gd name="T66" fmla="*/ 2 w 226"/>
                  <a:gd name="T67" fmla="*/ 1 h 3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26"/>
                  <a:gd name="T103" fmla="*/ 0 h 342"/>
                  <a:gd name="T104" fmla="*/ 226 w 226"/>
                  <a:gd name="T105" fmla="*/ 342 h 3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26" h="342">
                    <a:moveTo>
                      <a:pt x="0" y="13"/>
                    </a:move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2" y="13"/>
                    </a:lnTo>
                    <a:lnTo>
                      <a:pt x="16" y="13"/>
                    </a:lnTo>
                    <a:lnTo>
                      <a:pt x="22" y="13"/>
                    </a:lnTo>
                    <a:lnTo>
                      <a:pt x="28" y="13"/>
                    </a:lnTo>
                    <a:lnTo>
                      <a:pt x="35" y="14"/>
                    </a:lnTo>
                    <a:lnTo>
                      <a:pt x="42" y="15"/>
                    </a:lnTo>
                    <a:lnTo>
                      <a:pt x="51" y="17"/>
                    </a:lnTo>
                    <a:lnTo>
                      <a:pt x="59" y="19"/>
                    </a:lnTo>
                    <a:lnTo>
                      <a:pt x="68" y="23"/>
                    </a:lnTo>
                    <a:lnTo>
                      <a:pt x="78" y="27"/>
                    </a:lnTo>
                    <a:lnTo>
                      <a:pt x="86" y="30"/>
                    </a:lnTo>
                    <a:lnTo>
                      <a:pt x="96" y="35"/>
                    </a:lnTo>
                    <a:lnTo>
                      <a:pt x="105" y="43"/>
                    </a:lnTo>
                    <a:lnTo>
                      <a:pt x="115" y="49"/>
                    </a:lnTo>
                    <a:lnTo>
                      <a:pt x="125" y="58"/>
                    </a:lnTo>
                    <a:lnTo>
                      <a:pt x="134" y="68"/>
                    </a:lnTo>
                    <a:lnTo>
                      <a:pt x="144" y="79"/>
                    </a:lnTo>
                    <a:lnTo>
                      <a:pt x="153" y="92"/>
                    </a:lnTo>
                    <a:lnTo>
                      <a:pt x="161" y="106"/>
                    </a:lnTo>
                    <a:lnTo>
                      <a:pt x="170" y="121"/>
                    </a:lnTo>
                    <a:lnTo>
                      <a:pt x="178" y="137"/>
                    </a:lnTo>
                    <a:lnTo>
                      <a:pt x="185" y="156"/>
                    </a:lnTo>
                    <a:lnTo>
                      <a:pt x="193" y="177"/>
                    </a:lnTo>
                    <a:lnTo>
                      <a:pt x="197" y="200"/>
                    </a:lnTo>
                    <a:lnTo>
                      <a:pt x="203" y="224"/>
                    </a:lnTo>
                    <a:lnTo>
                      <a:pt x="208" y="250"/>
                    </a:lnTo>
                    <a:lnTo>
                      <a:pt x="212" y="278"/>
                    </a:lnTo>
                    <a:lnTo>
                      <a:pt x="214" y="309"/>
                    </a:lnTo>
                    <a:lnTo>
                      <a:pt x="216" y="342"/>
                    </a:lnTo>
                    <a:lnTo>
                      <a:pt x="226" y="342"/>
                    </a:lnTo>
                    <a:lnTo>
                      <a:pt x="225" y="308"/>
                    </a:lnTo>
                    <a:lnTo>
                      <a:pt x="223" y="278"/>
                    </a:lnTo>
                    <a:lnTo>
                      <a:pt x="219" y="249"/>
                    </a:lnTo>
                    <a:lnTo>
                      <a:pt x="214" y="221"/>
                    </a:lnTo>
                    <a:lnTo>
                      <a:pt x="209" y="196"/>
                    </a:lnTo>
                    <a:lnTo>
                      <a:pt x="202" y="174"/>
                    </a:lnTo>
                    <a:lnTo>
                      <a:pt x="196" y="152"/>
                    </a:lnTo>
                    <a:lnTo>
                      <a:pt x="188" y="132"/>
                    </a:lnTo>
                    <a:lnTo>
                      <a:pt x="179" y="115"/>
                    </a:lnTo>
                    <a:lnTo>
                      <a:pt x="171" y="100"/>
                    </a:lnTo>
                    <a:lnTo>
                      <a:pt x="162" y="84"/>
                    </a:lnTo>
                    <a:lnTo>
                      <a:pt x="153" y="72"/>
                    </a:lnTo>
                    <a:lnTo>
                      <a:pt x="143" y="59"/>
                    </a:lnTo>
                    <a:lnTo>
                      <a:pt x="132" y="49"/>
                    </a:lnTo>
                    <a:lnTo>
                      <a:pt x="122" y="40"/>
                    </a:lnTo>
                    <a:lnTo>
                      <a:pt x="111" y="33"/>
                    </a:lnTo>
                    <a:lnTo>
                      <a:pt x="102" y="25"/>
                    </a:lnTo>
                    <a:lnTo>
                      <a:pt x="91" y="20"/>
                    </a:lnTo>
                    <a:lnTo>
                      <a:pt x="81" y="15"/>
                    </a:lnTo>
                    <a:lnTo>
                      <a:pt x="71" y="12"/>
                    </a:lnTo>
                    <a:lnTo>
                      <a:pt x="62" y="8"/>
                    </a:lnTo>
                    <a:lnTo>
                      <a:pt x="53" y="5"/>
                    </a:lnTo>
                    <a:lnTo>
                      <a:pt x="44" y="4"/>
                    </a:lnTo>
                    <a:lnTo>
                      <a:pt x="36" y="3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1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271"/>
              <p:cNvSpPr>
                <a:spLocks/>
              </p:cNvSpPr>
              <p:nvPr/>
            </p:nvSpPr>
            <p:spPr bwMode="auto">
              <a:xfrm flipH="1">
                <a:off x="696" y="670"/>
                <a:ext cx="91" cy="111"/>
              </a:xfrm>
              <a:custGeom>
                <a:avLst/>
                <a:gdLst>
                  <a:gd name="T0" fmla="*/ 11 w 273"/>
                  <a:gd name="T1" fmla="*/ 307 h 331"/>
                  <a:gd name="T2" fmla="*/ 17 w 273"/>
                  <a:gd name="T3" fmla="*/ 288 h 331"/>
                  <a:gd name="T4" fmla="*/ 24 w 273"/>
                  <a:gd name="T5" fmla="*/ 266 h 331"/>
                  <a:gd name="T6" fmla="*/ 34 w 273"/>
                  <a:gd name="T7" fmla="*/ 243 h 331"/>
                  <a:gd name="T8" fmla="*/ 43 w 273"/>
                  <a:gd name="T9" fmla="*/ 217 h 331"/>
                  <a:gd name="T10" fmla="*/ 56 w 273"/>
                  <a:gd name="T11" fmla="*/ 191 h 331"/>
                  <a:gd name="T12" fmla="*/ 70 w 273"/>
                  <a:gd name="T13" fmla="*/ 165 h 331"/>
                  <a:gd name="T14" fmla="*/ 85 w 273"/>
                  <a:gd name="T15" fmla="*/ 138 h 331"/>
                  <a:gd name="T16" fmla="*/ 102 w 273"/>
                  <a:gd name="T17" fmla="*/ 114 h 331"/>
                  <a:gd name="T18" fmla="*/ 120 w 273"/>
                  <a:gd name="T19" fmla="*/ 90 h 331"/>
                  <a:gd name="T20" fmla="*/ 138 w 273"/>
                  <a:gd name="T21" fmla="*/ 69 h 331"/>
                  <a:gd name="T22" fmla="*/ 157 w 273"/>
                  <a:gd name="T23" fmla="*/ 50 h 331"/>
                  <a:gd name="T24" fmla="*/ 179 w 273"/>
                  <a:gd name="T25" fmla="*/ 35 h 331"/>
                  <a:gd name="T26" fmla="*/ 201 w 273"/>
                  <a:gd name="T27" fmla="*/ 23 h 331"/>
                  <a:gd name="T28" fmla="*/ 223 w 273"/>
                  <a:gd name="T29" fmla="*/ 15 h 331"/>
                  <a:gd name="T30" fmla="*/ 247 w 273"/>
                  <a:gd name="T31" fmla="*/ 13 h 331"/>
                  <a:gd name="T32" fmla="*/ 271 w 273"/>
                  <a:gd name="T33" fmla="*/ 14 h 331"/>
                  <a:gd name="T34" fmla="*/ 259 w 273"/>
                  <a:gd name="T35" fmla="*/ 1 h 331"/>
                  <a:gd name="T36" fmla="*/ 234 w 273"/>
                  <a:gd name="T37" fmla="*/ 1 h 331"/>
                  <a:gd name="T38" fmla="*/ 208 w 273"/>
                  <a:gd name="T39" fmla="*/ 8 h 331"/>
                  <a:gd name="T40" fmla="*/ 184 w 273"/>
                  <a:gd name="T41" fmla="*/ 18 h 331"/>
                  <a:gd name="T42" fmla="*/ 162 w 273"/>
                  <a:gd name="T43" fmla="*/ 33 h 331"/>
                  <a:gd name="T44" fmla="*/ 140 w 273"/>
                  <a:gd name="T45" fmla="*/ 52 h 331"/>
                  <a:gd name="T46" fmla="*/ 120 w 273"/>
                  <a:gd name="T47" fmla="*/ 72 h 331"/>
                  <a:gd name="T48" fmla="*/ 102 w 273"/>
                  <a:gd name="T49" fmla="*/ 94 h 331"/>
                  <a:gd name="T50" fmla="*/ 83 w 273"/>
                  <a:gd name="T51" fmla="*/ 119 h 331"/>
                  <a:gd name="T52" fmla="*/ 68 w 273"/>
                  <a:gd name="T53" fmla="*/ 146 h 331"/>
                  <a:gd name="T54" fmla="*/ 53 w 273"/>
                  <a:gd name="T55" fmla="*/ 172 h 331"/>
                  <a:gd name="T56" fmla="*/ 40 w 273"/>
                  <a:gd name="T57" fmla="*/ 200 h 331"/>
                  <a:gd name="T58" fmla="*/ 28 w 273"/>
                  <a:gd name="T59" fmla="*/ 225 h 331"/>
                  <a:gd name="T60" fmla="*/ 18 w 273"/>
                  <a:gd name="T61" fmla="*/ 250 h 331"/>
                  <a:gd name="T62" fmla="*/ 10 w 273"/>
                  <a:gd name="T63" fmla="*/ 273 h 331"/>
                  <a:gd name="T64" fmla="*/ 4 w 273"/>
                  <a:gd name="T65" fmla="*/ 294 h 331"/>
                  <a:gd name="T66" fmla="*/ 11 w 273"/>
                  <a:gd name="T67" fmla="*/ 304 h 331"/>
                  <a:gd name="T68" fmla="*/ 5 w 273"/>
                  <a:gd name="T69" fmla="*/ 331 h 331"/>
                  <a:gd name="T70" fmla="*/ 0 w 273"/>
                  <a:gd name="T71" fmla="*/ 307 h 3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73"/>
                  <a:gd name="T109" fmla="*/ 0 h 331"/>
                  <a:gd name="T110" fmla="*/ 273 w 273"/>
                  <a:gd name="T111" fmla="*/ 331 h 33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73" h="331">
                    <a:moveTo>
                      <a:pt x="0" y="307"/>
                    </a:moveTo>
                    <a:lnTo>
                      <a:pt x="11" y="307"/>
                    </a:lnTo>
                    <a:lnTo>
                      <a:pt x="13" y="298"/>
                    </a:lnTo>
                    <a:lnTo>
                      <a:pt x="17" y="288"/>
                    </a:lnTo>
                    <a:lnTo>
                      <a:pt x="20" y="278"/>
                    </a:lnTo>
                    <a:lnTo>
                      <a:pt x="24" y="266"/>
                    </a:lnTo>
                    <a:lnTo>
                      <a:pt x="29" y="254"/>
                    </a:lnTo>
                    <a:lnTo>
                      <a:pt x="34" y="243"/>
                    </a:lnTo>
                    <a:lnTo>
                      <a:pt x="39" y="230"/>
                    </a:lnTo>
                    <a:lnTo>
                      <a:pt x="43" y="217"/>
                    </a:lnTo>
                    <a:lnTo>
                      <a:pt x="50" y="205"/>
                    </a:lnTo>
                    <a:lnTo>
                      <a:pt x="56" y="191"/>
                    </a:lnTo>
                    <a:lnTo>
                      <a:pt x="63" y="178"/>
                    </a:lnTo>
                    <a:lnTo>
                      <a:pt x="70" y="165"/>
                    </a:lnTo>
                    <a:lnTo>
                      <a:pt x="77" y="152"/>
                    </a:lnTo>
                    <a:lnTo>
                      <a:pt x="85" y="138"/>
                    </a:lnTo>
                    <a:lnTo>
                      <a:pt x="93" y="127"/>
                    </a:lnTo>
                    <a:lnTo>
                      <a:pt x="102" y="114"/>
                    </a:lnTo>
                    <a:lnTo>
                      <a:pt x="110" y="102"/>
                    </a:lnTo>
                    <a:lnTo>
                      <a:pt x="120" y="90"/>
                    </a:lnTo>
                    <a:lnTo>
                      <a:pt x="128" y="79"/>
                    </a:lnTo>
                    <a:lnTo>
                      <a:pt x="138" y="69"/>
                    </a:lnTo>
                    <a:lnTo>
                      <a:pt x="148" y="59"/>
                    </a:lnTo>
                    <a:lnTo>
                      <a:pt x="157" y="50"/>
                    </a:lnTo>
                    <a:lnTo>
                      <a:pt x="168" y="41"/>
                    </a:lnTo>
                    <a:lnTo>
                      <a:pt x="179" y="35"/>
                    </a:lnTo>
                    <a:lnTo>
                      <a:pt x="189" y="28"/>
                    </a:lnTo>
                    <a:lnTo>
                      <a:pt x="201" y="23"/>
                    </a:lnTo>
                    <a:lnTo>
                      <a:pt x="212" y="19"/>
                    </a:lnTo>
                    <a:lnTo>
                      <a:pt x="223" y="15"/>
                    </a:lnTo>
                    <a:lnTo>
                      <a:pt x="235" y="13"/>
                    </a:lnTo>
                    <a:lnTo>
                      <a:pt x="247" y="13"/>
                    </a:lnTo>
                    <a:lnTo>
                      <a:pt x="259" y="13"/>
                    </a:lnTo>
                    <a:lnTo>
                      <a:pt x="271" y="14"/>
                    </a:lnTo>
                    <a:lnTo>
                      <a:pt x="273" y="2"/>
                    </a:lnTo>
                    <a:lnTo>
                      <a:pt x="259" y="1"/>
                    </a:lnTo>
                    <a:lnTo>
                      <a:pt x="247" y="0"/>
                    </a:lnTo>
                    <a:lnTo>
                      <a:pt x="234" y="1"/>
                    </a:lnTo>
                    <a:lnTo>
                      <a:pt x="220" y="4"/>
                    </a:lnTo>
                    <a:lnTo>
                      <a:pt x="208" y="8"/>
                    </a:lnTo>
                    <a:lnTo>
                      <a:pt x="196" y="13"/>
                    </a:lnTo>
                    <a:lnTo>
                      <a:pt x="184" y="18"/>
                    </a:lnTo>
                    <a:lnTo>
                      <a:pt x="173" y="25"/>
                    </a:lnTo>
                    <a:lnTo>
                      <a:pt x="162" y="33"/>
                    </a:lnTo>
                    <a:lnTo>
                      <a:pt x="150" y="41"/>
                    </a:lnTo>
                    <a:lnTo>
                      <a:pt x="140" y="52"/>
                    </a:lnTo>
                    <a:lnTo>
                      <a:pt x="129" y="60"/>
                    </a:lnTo>
                    <a:lnTo>
                      <a:pt x="120" y="72"/>
                    </a:lnTo>
                    <a:lnTo>
                      <a:pt x="110" y="83"/>
                    </a:lnTo>
                    <a:lnTo>
                      <a:pt x="102" y="94"/>
                    </a:lnTo>
                    <a:lnTo>
                      <a:pt x="92" y="107"/>
                    </a:lnTo>
                    <a:lnTo>
                      <a:pt x="83" y="119"/>
                    </a:lnTo>
                    <a:lnTo>
                      <a:pt x="75" y="133"/>
                    </a:lnTo>
                    <a:lnTo>
                      <a:pt x="68" y="146"/>
                    </a:lnTo>
                    <a:lnTo>
                      <a:pt x="60" y="160"/>
                    </a:lnTo>
                    <a:lnTo>
                      <a:pt x="53" y="172"/>
                    </a:lnTo>
                    <a:lnTo>
                      <a:pt x="46" y="186"/>
                    </a:lnTo>
                    <a:lnTo>
                      <a:pt x="40" y="200"/>
                    </a:lnTo>
                    <a:lnTo>
                      <a:pt x="34" y="212"/>
                    </a:lnTo>
                    <a:lnTo>
                      <a:pt x="28" y="225"/>
                    </a:lnTo>
                    <a:lnTo>
                      <a:pt x="23" y="238"/>
                    </a:lnTo>
                    <a:lnTo>
                      <a:pt x="18" y="250"/>
                    </a:lnTo>
                    <a:lnTo>
                      <a:pt x="13" y="261"/>
                    </a:lnTo>
                    <a:lnTo>
                      <a:pt x="10" y="273"/>
                    </a:lnTo>
                    <a:lnTo>
                      <a:pt x="6" y="284"/>
                    </a:lnTo>
                    <a:lnTo>
                      <a:pt x="4" y="294"/>
                    </a:lnTo>
                    <a:lnTo>
                      <a:pt x="0" y="304"/>
                    </a:lnTo>
                    <a:lnTo>
                      <a:pt x="11" y="304"/>
                    </a:lnTo>
                    <a:lnTo>
                      <a:pt x="0" y="307"/>
                    </a:lnTo>
                    <a:lnTo>
                      <a:pt x="5" y="331"/>
                    </a:lnTo>
                    <a:lnTo>
                      <a:pt x="11" y="307"/>
                    </a:lnTo>
                    <a:lnTo>
                      <a:pt x="0" y="30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272"/>
              <p:cNvSpPr>
                <a:spLocks/>
              </p:cNvSpPr>
              <p:nvPr/>
            </p:nvSpPr>
            <p:spPr bwMode="auto">
              <a:xfrm flipH="1">
                <a:off x="784" y="670"/>
                <a:ext cx="93" cy="103"/>
              </a:xfrm>
              <a:custGeom>
                <a:avLst/>
                <a:gdLst>
                  <a:gd name="T0" fmla="*/ 0 w 281"/>
                  <a:gd name="T1" fmla="*/ 12 h 308"/>
                  <a:gd name="T2" fmla="*/ 41 w 281"/>
                  <a:gd name="T3" fmla="*/ 12 h 308"/>
                  <a:gd name="T4" fmla="*/ 77 w 281"/>
                  <a:gd name="T5" fmla="*/ 19 h 308"/>
                  <a:gd name="T6" fmla="*/ 109 w 281"/>
                  <a:gd name="T7" fmla="*/ 29 h 308"/>
                  <a:gd name="T8" fmla="*/ 137 w 281"/>
                  <a:gd name="T9" fmla="*/ 44 h 308"/>
                  <a:gd name="T10" fmla="*/ 161 w 281"/>
                  <a:gd name="T11" fmla="*/ 61 h 308"/>
                  <a:gd name="T12" fmla="*/ 182 w 281"/>
                  <a:gd name="T13" fmla="*/ 81 h 308"/>
                  <a:gd name="T14" fmla="*/ 200 w 281"/>
                  <a:gd name="T15" fmla="*/ 104 h 308"/>
                  <a:gd name="T16" fmla="*/ 215 w 281"/>
                  <a:gd name="T17" fmla="*/ 128 h 308"/>
                  <a:gd name="T18" fmla="*/ 228 w 281"/>
                  <a:gd name="T19" fmla="*/ 153 h 308"/>
                  <a:gd name="T20" fmla="*/ 238 w 281"/>
                  <a:gd name="T21" fmla="*/ 179 h 308"/>
                  <a:gd name="T22" fmla="*/ 247 w 281"/>
                  <a:gd name="T23" fmla="*/ 205 h 308"/>
                  <a:gd name="T24" fmla="*/ 254 w 281"/>
                  <a:gd name="T25" fmla="*/ 230 h 308"/>
                  <a:gd name="T26" fmla="*/ 260 w 281"/>
                  <a:gd name="T27" fmla="*/ 252 h 308"/>
                  <a:gd name="T28" fmla="*/ 264 w 281"/>
                  <a:gd name="T29" fmla="*/ 274 h 308"/>
                  <a:gd name="T30" fmla="*/ 267 w 281"/>
                  <a:gd name="T31" fmla="*/ 293 h 308"/>
                  <a:gd name="T32" fmla="*/ 270 w 281"/>
                  <a:gd name="T33" fmla="*/ 308 h 308"/>
                  <a:gd name="T34" fmla="*/ 280 w 281"/>
                  <a:gd name="T35" fmla="*/ 298 h 308"/>
                  <a:gd name="T36" fmla="*/ 277 w 281"/>
                  <a:gd name="T37" fmla="*/ 281 h 308"/>
                  <a:gd name="T38" fmla="*/ 274 w 281"/>
                  <a:gd name="T39" fmla="*/ 261 h 308"/>
                  <a:gd name="T40" fmla="*/ 269 w 281"/>
                  <a:gd name="T41" fmla="*/ 239 h 308"/>
                  <a:gd name="T42" fmla="*/ 261 w 281"/>
                  <a:gd name="T43" fmla="*/ 213 h 308"/>
                  <a:gd name="T44" fmla="*/ 254 w 281"/>
                  <a:gd name="T45" fmla="*/ 188 h 308"/>
                  <a:gd name="T46" fmla="*/ 244 w 281"/>
                  <a:gd name="T47" fmla="*/ 162 h 308"/>
                  <a:gd name="T48" fmla="*/ 231 w 281"/>
                  <a:gd name="T49" fmla="*/ 135 h 308"/>
                  <a:gd name="T50" fmla="*/ 218 w 281"/>
                  <a:gd name="T51" fmla="*/ 109 h 308"/>
                  <a:gd name="T52" fmla="*/ 200 w 281"/>
                  <a:gd name="T53" fmla="*/ 85 h 308"/>
                  <a:gd name="T54" fmla="*/ 179 w 281"/>
                  <a:gd name="T55" fmla="*/ 63 h 308"/>
                  <a:gd name="T56" fmla="*/ 156 w 281"/>
                  <a:gd name="T57" fmla="*/ 42 h 308"/>
                  <a:gd name="T58" fmla="*/ 128 w 281"/>
                  <a:gd name="T59" fmla="*/ 25 h 308"/>
                  <a:gd name="T60" fmla="*/ 97 w 281"/>
                  <a:gd name="T61" fmla="*/ 12 h 308"/>
                  <a:gd name="T62" fmla="*/ 60 w 281"/>
                  <a:gd name="T63" fmla="*/ 3 h 308"/>
                  <a:gd name="T64" fmla="*/ 22 w 281"/>
                  <a:gd name="T65" fmla="*/ 0 h 308"/>
                  <a:gd name="T66" fmla="*/ 0 w 281"/>
                  <a:gd name="T67" fmla="*/ 0 h 30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308"/>
                  <a:gd name="T104" fmla="*/ 281 w 281"/>
                  <a:gd name="T105" fmla="*/ 308 h 30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308">
                    <a:moveTo>
                      <a:pt x="0" y="12"/>
                    </a:moveTo>
                    <a:lnTo>
                      <a:pt x="0" y="12"/>
                    </a:lnTo>
                    <a:lnTo>
                      <a:pt x="22" y="11"/>
                    </a:lnTo>
                    <a:lnTo>
                      <a:pt x="41" y="12"/>
                    </a:lnTo>
                    <a:lnTo>
                      <a:pt x="59" y="15"/>
                    </a:lnTo>
                    <a:lnTo>
                      <a:pt x="77" y="19"/>
                    </a:lnTo>
                    <a:lnTo>
                      <a:pt x="93" y="24"/>
                    </a:lnTo>
                    <a:lnTo>
                      <a:pt x="109" y="29"/>
                    </a:lnTo>
                    <a:lnTo>
                      <a:pt x="123" y="36"/>
                    </a:lnTo>
                    <a:lnTo>
                      <a:pt x="137" y="44"/>
                    </a:lnTo>
                    <a:lnTo>
                      <a:pt x="149" y="51"/>
                    </a:lnTo>
                    <a:lnTo>
                      <a:pt x="161" y="61"/>
                    </a:lnTo>
                    <a:lnTo>
                      <a:pt x="172" y="71"/>
                    </a:lnTo>
                    <a:lnTo>
                      <a:pt x="182" y="81"/>
                    </a:lnTo>
                    <a:lnTo>
                      <a:pt x="191" y="93"/>
                    </a:lnTo>
                    <a:lnTo>
                      <a:pt x="200" y="104"/>
                    </a:lnTo>
                    <a:lnTo>
                      <a:pt x="208" y="117"/>
                    </a:lnTo>
                    <a:lnTo>
                      <a:pt x="215" y="128"/>
                    </a:lnTo>
                    <a:lnTo>
                      <a:pt x="221" y="140"/>
                    </a:lnTo>
                    <a:lnTo>
                      <a:pt x="228" y="153"/>
                    </a:lnTo>
                    <a:lnTo>
                      <a:pt x="234" y="166"/>
                    </a:lnTo>
                    <a:lnTo>
                      <a:pt x="238" y="179"/>
                    </a:lnTo>
                    <a:lnTo>
                      <a:pt x="243" y="192"/>
                    </a:lnTo>
                    <a:lnTo>
                      <a:pt x="247" y="205"/>
                    </a:lnTo>
                    <a:lnTo>
                      <a:pt x="251" y="217"/>
                    </a:lnTo>
                    <a:lnTo>
                      <a:pt x="254" y="230"/>
                    </a:lnTo>
                    <a:lnTo>
                      <a:pt x="257" y="241"/>
                    </a:lnTo>
                    <a:lnTo>
                      <a:pt x="260" y="252"/>
                    </a:lnTo>
                    <a:lnTo>
                      <a:pt x="261" y="264"/>
                    </a:lnTo>
                    <a:lnTo>
                      <a:pt x="264" y="274"/>
                    </a:lnTo>
                    <a:lnTo>
                      <a:pt x="266" y="283"/>
                    </a:lnTo>
                    <a:lnTo>
                      <a:pt x="267" y="293"/>
                    </a:lnTo>
                    <a:lnTo>
                      <a:pt x="269" y="300"/>
                    </a:lnTo>
                    <a:lnTo>
                      <a:pt x="270" y="308"/>
                    </a:lnTo>
                    <a:lnTo>
                      <a:pt x="281" y="305"/>
                    </a:lnTo>
                    <a:lnTo>
                      <a:pt x="280" y="298"/>
                    </a:lnTo>
                    <a:lnTo>
                      <a:pt x="278" y="290"/>
                    </a:lnTo>
                    <a:lnTo>
                      <a:pt x="277" y="281"/>
                    </a:lnTo>
                    <a:lnTo>
                      <a:pt x="275" y="271"/>
                    </a:lnTo>
                    <a:lnTo>
                      <a:pt x="274" y="261"/>
                    </a:lnTo>
                    <a:lnTo>
                      <a:pt x="271" y="250"/>
                    </a:lnTo>
                    <a:lnTo>
                      <a:pt x="269" y="239"/>
                    </a:lnTo>
                    <a:lnTo>
                      <a:pt x="265" y="226"/>
                    </a:lnTo>
                    <a:lnTo>
                      <a:pt x="261" y="213"/>
                    </a:lnTo>
                    <a:lnTo>
                      <a:pt x="258" y="201"/>
                    </a:lnTo>
                    <a:lnTo>
                      <a:pt x="254" y="188"/>
                    </a:lnTo>
                    <a:lnTo>
                      <a:pt x="249" y="174"/>
                    </a:lnTo>
                    <a:lnTo>
                      <a:pt x="244" y="162"/>
                    </a:lnTo>
                    <a:lnTo>
                      <a:pt x="238" y="148"/>
                    </a:lnTo>
                    <a:lnTo>
                      <a:pt x="231" y="135"/>
                    </a:lnTo>
                    <a:lnTo>
                      <a:pt x="225" y="122"/>
                    </a:lnTo>
                    <a:lnTo>
                      <a:pt x="218" y="109"/>
                    </a:lnTo>
                    <a:lnTo>
                      <a:pt x="209" y="98"/>
                    </a:lnTo>
                    <a:lnTo>
                      <a:pt x="200" y="85"/>
                    </a:lnTo>
                    <a:lnTo>
                      <a:pt x="190" y="73"/>
                    </a:lnTo>
                    <a:lnTo>
                      <a:pt x="179" y="63"/>
                    </a:lnTo>
                    <a:lnTo>
                      <a:pt x="168" y="53"/>
                    </a:lnTo>
                    <a:lnTo>
                      <a:pt x="156" y="42"/>
                    </a:lnTo>
                    <a:lnTo>
                      <a:pt x="142" y="34"/>
                    </a:lnTo>
                    <a:lnTo>
                      <a:pt x="128" y="25"/>
                    </a:lnTo>
                    <a:lnTo>
                      <a:pt x="113" y="19"/>
                    </a:lnTo>
                    <a:lnTo>
                      <a:pt x="97" y="12"/>
                    </a:lnTo>
                    <a:lnTo>
                      <a:pt x="80" y="7"/>
                    </a:lnTo>
                    <a:lnTo>
                      <a:pt x="60" y="3"/>
                    </a:lnTo>
                    <a:lnTo>
                      <a:pt x="41" y="1"/>
                    </a:lnTo>
                    <a:lnTo>
                      <a:pt x="22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273"/>
              <p:cNvSpPr>
                <a:spLocks/>
              </p:cNvSpPr>
              <p:nvPr/>
            </p:nvSpPr>
            <p:spPr bwMode="auto">
              <a:xfrm flipH="1">
                <a:off x="877" y="670"/>
                <a:ext cx="65" cy="108"/>
              </a:xfrm>
              <a:custGeom>
                <a:avLst/>
                <a:gdLst>
                  <a:gd name="T0" fmla="*/ 14 w 193"/>
                  <a:gd name="T1" fmla="*/ 306 h 325"/>
                  <a:gd name="T2" fmla="*/ 14 w 193"/>
                  <a:gd name="T3" fmla="*/ 291 h 325"/>
                  <a:gd name="T4" fmla="*/ 13 w 193"/>
                  <a:gd name="T5" fmla="*/ 272 h 325"/>
                  <a:gd name="T6" fmla="*/ 11 w 193"/>
                  <a:gd name="T7" fmla="*/ 252 h 325"/>
                  <a:gd name="T8" fmla="*/ 11 w 193"/>
                  <a:gd name="T9" fmla="*/ 231 h 325"/>
                  <a:gd name="T10" fmla="*/ 13 w 193"/>
                  <a:gd name="T11" fmla="*/ 207 h 325"/>
                  <a:gd name="T12" fmla="*/ 15 w 193"/>
                  <a:gd name="T13" fmla="*/ 183 h 325"/>
                  <a:gd name="T14" fmla="*/ 19 w 193"/>
                  <a:gd name="T15" fmla="*/ 159 h 325"/>
                  <a:gd name="T16" fmla="*/ 25 w 193"/>
                  <a:gd name="T17" fmla="*/ 134 h 325"/>
                  <a:gd name="T18" fmla="*/ 33 w 193"/>
                  <a:gd name="T19" fmla="*/ 112 h 325"/>
                  <a:gd name="T20" fmla="*/ 44 w 193"/>
                  <a:gd name="T21" fmla="*/ 89 h 325"/>
                  <a:gd name="T22" fmla="*/ 59 w 193"/>
                  <a:gd name="T23" fmla="*/ 69 h 325"/>
                  <a:gd name="T24" fmla="*/ 77 w 193"/>
                  <a:gd name="T25" fmla="*/ 51 h 325"/>
                  <a:gd name="T26" fmla="*/ 99 w 193"/>
                  <a:gd name="T27" fmla="*/ 36 h 325"/>
                  <a:gd name="T28" fmla="*/ 125 w 193"/>
                  <a:gd name="T29" fmla="*/ 25 h 325"/>
                  <a:gd name="T30" fmla="*/ 157 w 193"/>
                  <a:gd name="T31" fmla="*/ 16 h 325"/>
                  <a:gd name="T32" fmla="*/ 193 w 193"/>
                  <a:gd name="T33" fmla="*/ 12 h 325"/>
                  <a:gd name="T34" fmla="*/ 174 w 193"/>
                  <a:gd name="T35" fmla="*/ 2 h 325"/>
                  <a:gd name="T36" fmla="*/ 137 w 193"/>
                  <a:gd name="T37" fmla="*/ 9 h 325"/>
                  <a:gd name="T38" fmla="*/ 107 w 193"/>
                  <a:gd name="T39" fmla="*/ 19 h 325"/>
                  <a:gd name="T40" fmla="*/ 80 w 193"/>
                  <a:gd name="T41" fmla="*/ 34 h 325"/>
                  <a:gd name="T42" fmla="*/ 60 w 193"/>
                  <a:gd name="T43" fmla="*/ 51 h 325"/>
                  <a:gd name="T44" fmla="*/ 43 w 193"/>
                  <a:gd name="T45" fmla="*/ 73 h 325"/>
                  <a:gd name="T46" fmla="*/ 28 w 193"/>
                  <a:gd name="T47" fmla="*/ 95 h 325"/>
                  <a:gd name="T48" fmla="*/ 19 w 193"/>
                  <a:gd name="T49" fmla="*/ 119 h 325"/>
                  <a:gd name="T50" fmla="*/ 10 w 193"/>
                  <a:gd name="T51" fmla="*/ 143 h 325"/>
                  <a:gd name="T52" fmla="*/ 5 w 193"/>
                  <a:gd name="T53" fmla="*/ 169 h 325"/>
                  <a:gd name="T54" fmla="*/ 2 w 193"/>
                  <a:gd name="T55" fmla="*/ 195 h 325"/>
                  <a:gd name="T56" fmla="*/ 0 w 193"/>
                  <a:gd name="T57" fmla="*/ 218 h 325"/>
                  <a:gd name="T58" fmla="*/ 0 w 193"/>
                  <a:gd name="T59" fmla="*/ 242 h 325"/>
                  <a:gd name="T60" fmla="*/ 0 w 193"/>
                  <a:gd name="T61" fmla="*/ 264 h 325"/>
                  <a:gd name="T62" fmla="*/ 2 w 193"/>
                  <a:gd name="T63" fmla="*/ 283 h 325"/>
                  <a:gd name="T64" fmla="*/ 3 w 193"/>
                  <a:gd name="T65" fmla="*/ 300 h 325"/>
                  <a:gd name="T66" fmla="*/ 13 w 193"/>
                  <a:gd name="T67" fmla="*/ 303 h 325"/>
                  <a:gd name="T68" fmla="*/ 15 w 193"/>
                  <a:gd name="T69" fmla="*/ 325 h 325"/>
                  <a:gd name="T70" fmla="*/ 4 w 193"/>
                  <a:gd name="T71" fmla="*/ 310 h 3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93"/>
                  <a:gd name="T109" fmla="*/ 0 h 325"/>
                  <a:gd name="T110" fmla="*/ 193 w 193"/>
                  <a:gd name="T111" fmla="*/ 325 h 32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93" h="325">
                    <a:moveTo>
                      <a:pt x="4" y="310"/>
                    </a:moveTo>
                    <a:lnTo>
                      <a:pt x="14" y="306"/>
                    </a:lnTo>
                    <a:lnTo>
                      <a:pt x="14" y="299"/>
                    </a:lnTo>
                    <a:lnTo>
                      <a:pt x="14" y="291"/>
                    </a:lnTo>
                    <a:lnTo>
                      <a:pt x="13" y="283"/>
                    </a:lnTo>
                    <a:lnTo>
                      <a:pt x="13" y="272"/>
                    </a:lnTo>
                    <a:lnTo>
                      <a:pt x="13" y="262"/>
                    </a:lnTo>
                    <a:lnTo>
                      <a:pt x="11" y="252"/>
                    </a:lnTo>
                    <a:lnTo>
                      <a:pt x="11" y="242"/>
                    </a:lnTo>
                    <a:lnTo>
                      <a:pt x="11" y="231"/>
                    </a:lnTo>
                    <a:lnTo>
                      <a:pt x="11" y="220"/>
                    </a:lnTo>
                    <a:lnTo>
                      <a:pt x="13" y="207"/>
                    </a:lnTo>
                    <a:lnTo>
                      <a:pt x="14" y="196"/>
                    </a:lnTo>
                    <a:lnTo>
                      <a:pt x="15" y="183"/>
                    </a:lnTo>
                    <a:lnTo>
                      <a:pt x="16" y="171"/>
                    </a:lnTo>
                    <a:lnTo>
                      <a:pt x="19" y="159"/>
                    </a:lnTo>
                    <a:lnTo>
                      <a:pt x="21" y="147"/>
                    </a:lnTo>
                    <a:lnTo>
                      <a:pt x="25" y="134"/>
                    </a:lnTo>
                    <a:lnTo>
                      <a:pt x="28" y="123"/>
                    </a:lnTo>
                    <a:lnTo>
                      <a:pt x="33" y="112"/>
                    </a:lnTo>
                    <a:lnTo>
                      <a:pt x="38" y="100"/>
                    </a:lnTo>
                    <a:lnTo>
                      <a:pt x="44" y="89"/>
                    </a:lnTo>
                    <a:lnTo>
                      <a:pt x="51" y="79"/>
                    </a:lnTo>
                    <a:lnTo>
                      <a:pt x="59" y="69"/>
                    </a:lnTo>
                    <a:lnTo>
                      <a:pt x="67" y="60"/>
                    </a:lnTo>
                    <a:lnTo>
                      <a:pt x="77" y="51"/>
                    </a:lnTo>
                    <a:lnTo>
                      <a:pt x="88" y="44"/>
                    </a:lnTo>
                    <a:lnTo>
                      <a:pt x="99" y="36"/>
                    </a:lnTo>
                    <a:lnTo>
                      <a:pt x="112" y="30"/>
                    </a:lnTo>
                    <a:lnTo>
                      <a:pt x="125" y="25"/>
                    </a:lnTo>
                    <a:lnTo>
                      <a:pt x="140" y="20"/>
                    </a:lnTo>
                    <a:lnTo>
                      <a:pt x="157" y="16"/>
                    </a:lnTo>
                    <a:lnTo>
                      <a:pt x="174" y="14"/>
                    </a:lnTo>
                    <a:lnTo>
                      <a:pt x="193" y="12"/>
                    </a:lnTo>
                    <a:lnTo>
                      <a:pt x="193" y="0"/>
                    </a:lnTo>
                    <a:lnTo>
                      <a:pt x="174" y="2"/>
                    </a:lnTo>
                    <a:lnTo>
                      <a:pt x="154" y="5"/>
                    </a:lnTo>
                    <a:lnTo>
                      <a:pt x="137" y="9"/>
                    </a:lnTo>
                    <a:lnTo>
                      <a:pt x="122" y="14"/>
                    </a:lnTo>
                    <a:lnTo>
                      <a:pt x="107" y="19"/>
                    </a:lnTo>
                    <a:lnTo>
                      <a:pt x="94" y="26"/>
                    </a:lnTo>
                    <a:lnTo>
                      <a:pt x="80" y="34"/>
                    </a:lnTo>
                    <a:lnTo>
                      <a:pt x="69" y="42"/>
                    </a:lnTo>
                    <a:lnTo>
                      <a:pt x="60" y="51"/>
                    </a:lnTo>
                    <a:lnTo>
                      <a:pt x="50" y="61"/>
                    </a:lnTo>
                    <a:lnTo>
                      <a:pt x="43" y="73"/>
                    </a:lnTo>
                    <a:lnTo>
                      <a:pt x="34" y="84"/>
                    </a:lnTo>
                    <a:lnTo>
                      <a:pt x="28" y="95"/>
                    </a:lnTo>
                    <a:lnTo>
                      <a:pt x="22" y="107"/>
                    </a:lnTo>
                    <a:lnTo>
                      <a:pt x="19" y="119"/>
                    </a:lnTo>
                    <a:lnTo>
                      <a:pt x="14" y="132"/>
                    </a:lnTo>
                    <a:lnTo>
                      <a:pt x="10" y="143"/>
                    </a:lnTo>
                    <a:lnTo>
                      <a:pt x="8" y="157"/>
                    </a:lnTo>
                    <a:lnTo>
                      <a:pt x="5" y="169"/>
                    </a:lnTo>
                    <a:lnTo>
                      <a:pt x="3" y="182"/>
                    </a:lnTo>
                    <a:lnTo>
                      <a:pt x="2" y="195"/>
                    </a:lnTo>
                    <a:lnTo>
                      <a:pt x="2" y="207"/>
                    </a:lnTo>
                    <a:lnTo>
                      <a:pt x="0" y="218"/>
                    </a:lnTo>
                    <a:lnTo>
                      <a:pt x="0" y="231"/>
                    </a:lnTo>
                    <a:lnTo>
                      <a:pt x="0" y="242"/>
                    </a:lnTo>
                    <a:lnTo>
                      <a:pt x="0" y="254"/>
                    </a:lnTo>
                    <a:lnTo>
                      <a:pt x="0" y="264"/>
                    </a:lnTo>
                    <a:lnTo>
                      <a:pt x="2" y="274"/>
                    </a:lnTo>
                    <a:lnTo>
                      <a:pt x="2" y="283"/>
                    </a:lnTo>
                    <a:lnTo>
                      <a:pt x="2" y="291"/>
                    </a:lnTo>
                    <a:lnTo>
                      <a:pt x="3" y="300"/>
                    </a:lnTo>
                    <a:lnTo>
                      <a:pt x="3" y="306"/>
                    </a:lnTo>
                    <a:lnTo>
                      <a:pt x="13" y="303"/>
                    </a:lnTo>
                    <a:lnTo>
                      <a:pt x="4" y="310"/>
                    </a:lnTo>
                    <a:lnTo>
                      <a:pt x="15" y="325"/>
                    </a:lnTo>
                    <a:lnTo>
                      <a:pt x="14" y="306"/>
                    </a:lnTo>
                    <a:lnTo>
                      <a:pt x="4" y="31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274"/>
              <p:cNvSpPr>
                <a:spLocks/>
              </p:cNvSpPr>
              <p:nvPr/>
            </p:nvSpPr>
            <p:spPr bwMode="auto">
              <a:xfrm flipH="1">
                <a:off x="937" y="706"/>
                <a:ext cx="79" cy="67"/>
              </a:xfrm>
              <a:custGeom>
                <a:avLst/>
                <a:gdLst>
                  <a:gd name="T0" fmla="*/ 3 w 236"/>
                  <a:gd name="T1" fmla="*/ 26 h 202"/>
                  <a:gd name="T2" fmla="*/ 3 w 236"/>
                  <a:gd name="T3" fmla="*/ 26 h 202"/>
                  <a:gd name="T4" fmla="*/ 35 w 236"/>
                  <a:gd name="T5" fmla="*/ 16 h 202"/>
                  <a:gd name="T6" fmla="*/ 62 w 236"/>
                  <a:gd name="T7" fmla="*/ 12 h 202"/>
                  <a:gd name="T8" fmla="*/ 87 w 236"/>
                  <a:gd name="T9" fmla="*/ 12 h 202"/>
                  <a:gd name="T10" fmla="*/ 108 w 236"/>
                  <a:gd name="T11" fmla="*/ 17 h 202"/>
                  <a:gd name="T12" fmla="*/ 127 w 236"/>
                  <a:gd name="T13" fmla="*/ 26 h 202"/>
                  <a:gd name="T14" fmla="*/ 142 w 236"/>
                  <a:gd name="T15" fmla="*/ 39 h 202"/>
                  <a:gd name="T16" fmla="*/ 157 w 236"/>
                  <a:gd name="T17" fmla="*/ 53 h 202"/>
                  <a:gd name="T18" fmla="*/ 169 w 236"/>
                  <a:gd name="T19" fmla="*/ 69 h 202"/>
                  <a:gd name="T20" fmla="*/ 180 w 236"/>
                  <a:gd name="T21" fmla="*/ 88 h 202"/>
                  <a:gd name="T22" fmla="*/ 188 w 236"/>
                  <a:gd name="T23" fmla="*/ 107 h 202"/>
                  <a:gd name="T24" fmla="*/ 197 w 236"/>
                  <a:gd name="T25" fmla="*/ 126 h 202"/>
                  <a:gd name="T26" fmla="*/ 203 w 236"/>
                  <a:gd name="T27" fmla="*/ 144 h 202"/>
                  <a:gd name="T28" fmla="*/ 210 w 236"/>
                  <a:gd name="T29" fmla="*/ 162 h 202"/>
                  <a:gd name="T30" fmla="*/ 215 w 236"/>
                  <a:gd name="T31" fmla="*/ 177 h 202"/>
                  <a:gd name="T32" fmla="*/ 221 w 236"/>
                  <a:gd name="T33" fmla="*/ 191 h 202"/>
                  <a:gd name="T34" fmla="*/ 227 w 236"/>
                  <a:gd name="T35" fmla="*/ 202 h 202"/>
                  <a:gd name="T36" fmla="*/ 236 w 236"/>
                  <a:gd name="T37" fmla="*/ 195 h 202"/>
                  <a:gd name="T38" fmla="*/ 231 w 236"/>
                  <a:gd name="T39" fmla="*/ 186 h 202"/>
                  <a:gd name="T40" fmla="*/ 226 w 236"/>
                  <a:gd name="T41" fmla="*/ 173 h 202"/>
                  <a:gd name="T42" fmla="*/ 220 w 236"/>
                  <a:gd name="T43" fmla="*/ 157 h 202"/>
                  <a:gd name="T44" fmla="*/ 214 w 236"/>
                  <a:gd name="T45" fmla="*/ 139 h 202"/>
                  <a:gd name="T46" fmla="*/ 207 w 236"/>
                  <a:gd name="T47" fmla="*/ 120 h 202"/>
                  <a:gd name="T48" fmla="*/ 199 w 236"/>
                  <a:gd name="T49" fmla="*/ 102 h 202"/>
                  <a:gd name="T50" fmla="*/ 190 w 236"/>
                  <a:gd name="T51" fmla="*/ 82 h 202"/>
                  <a:gd name="T52" fmla="*/ 177 w 236"/>
                  <a:gd name="T53" fmla="*/ 63 h 202"/>
                  <a:gd name="T54" fmla="*/ 164 w 236"/>
                  <a:gd name="T55" fmla="*/ 45 h 202"/>
                  <a:gd name="T56" fmla="*/ 150 w 236"/>
                  <a:gd name="T57" fmla="*/ 29 h 202"/>
                  <a:gd name="T58" fmla="*/ 131 w 236"/>
                  <a:gd name="T59" fmla="*/ 16 h 202"/>
                  <a:gd name="T60" fmla="*/ 111 w 236"/>
                  <a:gd name="T61" fmla="*/ 6 h 202"/>
                  <a:gd name="T62" fmla="*/ 88 w 236"/>
                  <a:gd name="T63" fmla="*/ 1 h 202"/>
                  <a:gd name="T64" fmla="*/ 61 w 236"/>
                  <a:gd name="T65" fmla="*/ 0 h 202"/>
                  <a:gd name="T66" fmla="*/ 32 w 236"/>
                  <a:gd name="T67" fmla="*/ 5 h 202"/>
                  <a:gd name="T68" fmla="*/ 0 w 236"/>
                  <a:gd name="T69" fmla="*/ 15 h 202"/>
                  <a:gd name="T70" fmla="*/ 0 w 236"/>
                  <a:gd name="T71" fmla="*/ 15 h 202"/>
                  <a:gd name="T72" fmla="*/ 3 w 236"/>
                  <a:gd name="T73" fmla="*/ 26 h 20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36"/>
                  <a:gd name="T112" fmla="*/ 0 h 202"/>
                  <a:gd name="T113" fmla="*/ 236 w 236"/>
                  <a:gd name="T114" fmla="*/ 202 h 20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36" h="202">
                    <a:moveTo>
                      <a:pt x="3" y="26"/>
                    </a:moveTo>
                    <a:lnTo>
                      <a:pt x="3" y="26"/>
                    </a:lnTo>
                    <a:lnTo>
                      <a:pt x="35" y="16"/>
                    </a:lnTo>
                    <a:lnTo>
                      <a:pt x="62" y="12"/>
                    </a:lnTo>
                    <a:lnTo>
                      <a:pt x="87" y="12"/>
                    </a:lnTo>
                    <a:lnTo>
                      <a:pt x="108" y="17"/>
                    </a:lnTo>
                    <a:lnTo>
                      <a:pt x="127" y="26"/>
                    </a:lnTo>
                    <a:lnTo>
                      <a:pt x="142" y="39"/>
                    </a:lnTo>
                    <a:lnTo>
                      <a:pt x="157" y="53"/>
                    </a:lnTo>
                    <a:lnTo>
                      <a:pt x="169" y="69"/>
                    </a:lnTo>
                    <a:lnTo>
                      <a:pt x="180" y="88"/>
                    </a:lnTo>
                    <a:lnTo>
                      <a:pt x="188" y="107"/>
                    </a:lnTo>
                    <a:lnTo>
                      <a:pt x="197" y="126"/>
                    </a:lnTo>
                    <a:lnTo>
                      <a:pt x="203" y="144"/>
                    </a:lnTo>
                    <a:lnTo>
                      <a:pt x="210" y="162"/>
                    </a:lnTo>
                    <a:lnTo>
                      <a:pt x="215" y="177"/>
                    </a:lnTo>
                    <a:lnTo>
                      <a:pt x="221" y="191"/>
                    </a:lnTo>
                    <a:lnTo>
                      <a:pt x="227" y="202"/>
                    </a:lnTo>
                    <a:lnTo>
                      <a:pt x="236" y="195"/>
                    </a:lnTo>
                    <a:lnTo>
                      <a:pt x="231" y="186"/>
                    </a:lnTo>
                    <a:lnTo>
                      <a:pt x="226" y="173"/>
                    </a:lnTo>
                    <a:lnTo>
                      <a:pt x="220" y="157"/>
                    </a:lnTo>
                    <a:lnTo>
                      <a:pt x="214" y="139"/>
                    </a:lnTo>
                    <a:lnTo>
                      <a:pt x="207" y="120"/>
                    </a:lnTo>
                    <a:lnTo>
                      <a:pt x="199" y="102"/>
                    </a:lnTo>
                    <a:lnTo>
                      <a:pt x="190" y="82"/>
                    </a:lnTo>
                    <a:lnTo>
                      <a:pt x="177" y="63"/>
                    </a:lnTo>
                    <a:lnTo>
                      <a:pt x="164" y="45"/>
                    </a:lnTo>
                    <a:lnTo>
                      <a:pt x="150" y="29"/>
                    </a:lnTo>
                    <a:lnTo>
                      <a:pt x="131" y="16"/>
                    </a:lnTo>
                    <a:lnTo>
                      <a:pt x="111" y="6"/>
                    </a:lnTo>
                    <a:lnTo>
                      <a:pt x="88" y="1"/>
                    </a:lnTo>
                    <a:lnTo>
                      <a:pt x="61" y="0"/>
                    </a:lnTo>
                    <a:lnTo>
                      <a:pt x="32" y="5"/>
                    </a:lnTo>
                    <a:lnTo>
                      <a:pt x="0" y="15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Freeform 275"/>
              <p:cNvSpPr>
                <a:spLocks/>
              </p:cNvSpPr>
              <p:nvPr/>
            </p:nvSpPr>
            <p:spPr bwMode="auto">
              <a:xfrm flipH="1">
                <a:off x="1015" y="711"/>
                <a:ext cx="38" cy="85"/>
              </a:xfrm>
              <a:custGeom>
                <a:avLst/>
                <a:gdLst>
                  <a:gd name="T0" fmla="*/ 45 w 114"/>
                  <a:gd name="T1" fmla="*/ 249 h 255"/>
                  <a:gd name="T2" fmla="*/ 45 w 114"/>
                  <a:gd name="T3" fmla="*/ 249 h 255"/>
                  <a:gd name="T4" fmla="*/ 31 w 114"/>
                  <a:gd name="T5" fmla="*/ 222 h 255"/>
                  <a:gd name="T6" fmla="*/ 21 w 114"/>
                  <a:gd name="T7" fmla="*/ 197 h 255"/>
                  <a:gd name="T8" fmla="*/ 15 w 114"/>
                  <a:gd name="T9" fmla="*/ 175 h 255"/>
                  <a:gd name="T10" fmla="*/ 12 w 114"/>
                  <a:gd name="T11" fmla="*/ 153 h 255"/>
                  <a:gd name="T12" fmla="*/ 11 w 114"/>
                  <a:gd name="T13" fmla="*/ 133 h 255"/>
                  <a:gd name="T14" fmla="*/ 15 w 114"/>
                  <a:gd name="T15" fmla="*/ 116 h 255"/>
                  <a:gd name="T16" fmla="*/ 18 w 114"/>
                  <a:gd name="T17" fmla="*/ 99 h 255"/>
                  <a:gd name="T18" fmla="*/ 26 w 114"/>
                  <a:gd name="T19" fmla="*/ 84 h 255"/>
                  <a:gd name="T20" fmla="*/ 33 w 114"/>
                  <a:gd name="T21" fmla="*/ 70 h 255"/>
                  <a:gd name="T22" fmla="*/ 43 w 114"/>
                  <a:gd name="T23" fmla="*/ 59 h 255"/>
                  <a:gd name="T24" fmla="*/ 54 w 114"/>
                  <a:gd name="T25" fmla="*/ 48 h 255"/>
                  <a:gd name="T26" fmla="*/ 66 w 114"/>
                  <a:gd name="T27" fmla="*/ 38 h 255"/>
                  <a:gd name="T28" fmla="*/ 78 w 114"/>
                  <a:gd name="T29" fmla="*/ 30 h 255"/>
                  <a:gd name="T30" fmla="*/ 90 w 114"/>
                  <a:gd name="T31" fmla="*/ 23 h 255"/>
                  <a:gd name="T32" fmla="*/ 102 w 114"/>
                  <a:gd name="T33" fmla="*/ 16 h 255"/>
                  <a:gd name="T34" fmla="*/ 114 w 114"/>
                  <a:gd name="T35" fmla="*/ 11 h 255"/>
                  <a:gd name="T36" fmla="*/ 111 w 114"/>
                  <a:gd name="T37" fmla="*/ 0 h 255"/>
                  <a:gd name="T38" fmla="*/ 97 w 114"/>
                  <a:gd name="T39" fmla="*/ 5 h 255"/>
                  <a:gd name="T40" fmla="*/ 85 w 114"/>
                  <a:gd name="T41" fmla="*/ 12 h 255"/>
                  <a:gd name="T42" fmla="*/ 72 w 114"/>
                  <a:gd name="T43" fmla="*/ 20 h 255"/>
                  <a:gd name="T44" fmla="*/ 60 w 114"/>
                  <a:gd name="T45" fmla="*/ 29 h 255"/>
                  <a:gd name="T46" fmla="*/ 46 w 114"/>
                  <a:gd name="T47" fmla="*/ 39 h 255"/>
                  <a:gd name="T48" fmla="*/ 35 w 114"/>
                  <a:gd name="T49" fmla="*/ 50 h 255"/>
                  <a:gd name="T50" fmla="*/ 25 w 114"/>
                  <a:gd name="T51" fmla="*/ 64 h 255"/>
                  <a:gd name="T52" fmla="*/ 16 w 114"/>
                  <a:gd name="T53" fmla="*/ 79 h 255"/>
                  <a:gd name="T54" fmla="*/ 9 w 114"/>
                  <a:gd name="T55" fmla="*/ 95 h 255"/>
                  <a:gd name="T56" fmla="*/ 3 w 114"/>
                  <a:gd name="T57" fmla="*/ 113 h 255"/>
                  <a:gd name="T58" fmla="*/ 0 w 114"/>
                  <a:gd name="T59" fmla="*/ 133 h 255"/>
                  <a:gd name="T60" fmla="*/ 0 w 114"/>
                  <a:gd name="T61" fmla="*/ 153 h 255"/>
                  <a:gd name="T62" fmla="*/ 4 w 114"/>
                  <a:gd name="T63" fmla="*/ 177 h 255"/>
                  <a:gd name="T64" fmla="*/ 10 w 114"/>
                  <a:gd name="T65" fmla="*/ 201 h 255"/>
                  <a:gd name="T66" fmla="*/ 21 w 114"/>
                  <a:gd name="T67" fmla="*/ 227 h 255"/>
                  <a:gd name="T68" fmla="*/ 35 w 114"/>
                  <a:gd name="T69" fmla="*/ 255 h 255"/>
                  <a:gd name="T70" fmla="*/ 35 w 114"/>
                  <a:gd name="T71" fmla="*/ 255 h 255"/>
                  <a:gd name="T72" fmla="*/ 45 w 114"/>
                  <a:gd name="T73" fmla="*/ 249 h 2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4"/>
                  <a:gd name="T112" fmla="*/ 0 h 255"/>
                  <a:gd name="T113" fmla="*/ 114 w 114"/>
                  <a:gd name="T114" fmla="*/ 255 h 25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4" h="255">
                    <a:moveTo>
                      <a:pt x="45" y="249"/>
                    </a:moveTo>
                    <a:lnTo>
                      <a:pt x="45" y="249"/>
                    </a:lnTo>
                    <a:lnTo>
                      <a:pt x="31" y="222"/>
                    </a:lnTo>
                    <a:lnTo>
                      <a:pt x="21" y="197"/>
                    </a:lnTo>
                    <a:lnTo>
                      <a:pt x="15" y="175"/>
                    </a:lnTo>
                    <a:lnTo>
                      <a:pt x="12" y="153"/>
                    </a:lnTo>
                    <a:lnTo>
                      <a:pt x="11" y="133"/>
                    </a:lnTo>
                    <a:lnTo>
                      <a:pt x="15" y="116"/>
                    </a:lnTo>
                    <a:lnTo>
                      <a:pt x="18" y="99"/>
                    </a:lnTo>
                    <a:lnTo>
                      <a:pt x="26" y="84"/>
                    </a:lnTo>
                    <a:lnTo>
                      <a:pt x="33" y="70"/>
                    </a:lnTo>
                    <a:lnTo>
                      <a:pt x="43" y="59"/>
                    </a:lnTo>
                    <a:lnTo>
                      <a:pt x="54" y="48"/>
                    </a:lnTo>
                    <a:lnTo>
                      <a:pt x="66" y="38"/>
                    </a:lnTo>
                    <a:lnTo>
                      <a:pt x="78" y="30"/>
                    </a:lnTo>
                    <a:lnTo>
                      <a:pt x="90" y="23"/>
                    </a:lnTo>
                    <a:lnTo>
                      <a:pt x="102" y="16"/>
                    </a:lnTo>
                    <a:lnTo>
                      <a:pt x="114" y="11"/>
                    </a:lnTo>
                    <a:lnTo>
                      <a:pt x="111" y="0"/>
                    </a:lnTo>
                    <a:lnTo>
                      <a:pt x="97" y="5"/>
                    </a:lnTo>
                    <a:lnTo>
                      <a:pt x="85" y="12"/>
                    </a:lnTo>
                    <a:lnTo>
                      <a:pt x="72" y="20"/>
                    </a:lnTo>
                    <a:lnTo>
                      <a:pt x="60" y="29"/>
                    </a:lnTo>
                    <a:lnTo>
                      <a:pt x="46" y="39"/>
                    </a:lnTo>
                    <a:lnTo>
                      <a:pt x="35" y="50"/>
                    </a:lnTo>
                    <a:lnTo>
                      <a:pt x="25" y="64"/>
                    </a:lnTo>
                    <a:lnTo>
                      <a:pt x="16" y="79"/>
                    </a:lnTo>
                    <a:lnTo>
                      <a:pt x="9" y="95"/>
                    </a:lnTo>
                    <a:lnTo>
                      <a:pt x="3" y="113"/>
                    </a:lnTo>
                    <a:lnTo>
                      <a:pt x="0" y="133"/>
                    </a:lnTo>
                    <a:lnTo>
                      <a:pt x="0" y="153"/>
                    </a:lnTo>
                    <a:lnTo>
                      <a:pt x="4" y="177"/>
                    </a:lnTo>
                    <a:lnTo>
                      <a:pt x="10" y="201"/>
                    </a:lnTo>
                    <a:lnTo>
                      <a:pt x="21" y="227"/>
                    </a:lnTo>
                    <a:lnTo>
                      <a:pt x="35" y="255"/>
                    </a:lnTo>
                    <a:lnTo>
                      <a:pt x="45" y="24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0" name="Freeform 276"/>
              <p:cNvSpPr>
                <a:spLocks/>
              </p:cNvSpPr>
              <p:nvPr/>
            </p:nvSpPr>
            <p:spPr bwMode="auto">
              <a:xfrm flipH="1">
                <a:off x="1020" y="794"/>
                <a:ext cx="21" cy="38"/>
              </a:xfrm>
              <a:custGeom>
                <a:avLst/>
                <a:gdLst>
                  <a:gd name="T0" fmla="*/ 51 w 65"/>
                  <a:gd name="T1" fmla="*/ 103 h 113"/>
                  <a:gd name="T2" fmla="*/ 60 w 65"/>
                  <a:gd name="T3" fmla="*/ 97 h 113"/>
                  <a:gd name="T4" fmla="*/ 57 w 65"/>
                  <a:gd name="T5" fmla="*/ 89 h 113"/>
                  <a:gd name="T6" fmla="*/ 55 w 65"/>
                  <a:gd name="T7" fmla="*/ 81 h 113"/>
                  <a:gd name="T8" fmla="*/ 53 w 65"/>
                  <a:gd name="T9" fmla="*/ 75 h 113"/>
                  <a:gd name="T10" fmla="*/ 50 w 65"/>
                  <a:gd name="T11" fmla="*/ 69 h 113"/>
                  <a:gd name="T12" fmla="*/ 48 w 65"/>
                  <a:gd name="T13" fmla="*/ 64 h 113"/>
                  <a:gd name="T14" fmla="*/ 44 w 65"/>
                  <a:gd name="T15" fmla="*/ 58 h 113"/>
                  <a:gd name="T16" fmla="*/ 42 w 65"/>
                  <a:gd name="T17" fmla="*/ 54 h 113"/>
                  <a:gd name="T18" fmla="*/ 39 w 65"/>
                  <a:gd name="T19" fmla="*/ 49 h 113"/>
                  <a:gd name="T20" fmla="*/ 37 w 65"/>
                  <a:gd name="T21" fmla="*/ 44 h 113"/>
                  <a:gd name="T22" fmla="*/ 33 w 65"/>
                  <a:gd name="T23" fmla="*/ 39 h 113"/>
                  <a:gd name="T24" fmla="*/ 31 w 65"/>
                  <a:gd name="T25" fmla="*/ 34 h 113"/>
                  <a:gd name="T26" fmla="*/ 27 w 65"/>
                  <a:gd name="T27" fmla="*/ 29 h 113"/>
                  <a:gd name="T28" fmla="*/ 23 w 65"/>
                  <a:gd name="T29" fmla="*/ 22 h 113"/>
                  <a:gd name="T30" fmla="*/ 19 w 65"/>
                  <a:gd name="T31" fmla="*/ 16 h 113"/>
                  <a:gd name="T32" fmla="*/ 15 w 65"/>
                  <a:gd name="T33" fmla="*/ 9 h 113"/>
                  <a:gd name="T34" fmla="*/ 10 w 65"/>
                  <a:gd name="T35" fmla="*/ 0 h 113"/>
                  <a:gd name="T36" fmla="*/ 0 w 65"/>
                  <a:gd name="T37" fmla="*/ 6 h 113"/>
                  <a:gd name="T38" fmla="*/ 5 w 65"/>
                  <a:gd name="T39" fmla="*/ 14 h 113"/>
                  <a:gd name="T40" fmla="*/ 9 w 65"/>
                  <a:gd name="T41" fmla="*/ 21 h 113"/>
                  <a:gd name="T42" fmla="*/ 14 w 65"/>
                  <a:gd name="T43" fmla="*/ 29 h 113"/>
                  <a:gd name="T44" fmla="*/ 17 w 65"/>
                  <a:gd name="T45" fmla="*/ 35 h 113"/>
                  <a:gd name="T46" fmla="*/ 21 w 65"/>
                  <a:gd name="T47" fmla="*/ 40 h 113"/>
                  <a:gd name="T48" fmla="*/ 23 w 65"/>
                  <a:gd name="T49" fmla="*/ 45 h 113"/>
                  <a:gd name="T50" fmla="*/ 27 w 65"/>
                  <a:gd name="T51" fmla="*/ 50 h 113"/>
                  <a:gd name="T52" fmla="*/ 30 w 65"/>
                  <a:gd name="T53" fmla="*/ 55 h 113"/>
                  <a:gd name="T54" fmla="*/ 32 w 65"/>
                  <a:gd name="T55" fmla="*/ 59 h 113"/>
                  <a:gd name="T56" fmla="*/ 34 w 65"/>
                  <a:gd name="T57" fmla="*/ 64 h 113"/>
                  <a:gd name="T58" fmla="*/ 38 w 65"/>
                  <a:gd name="T59" fmla="*/ 69 h 113"/>
                  <a:gd name="T60" fmla="*/ 39 w 65"/>
                  <a:gd name="T61" fmla="*/ 74 h 113"/>
                  <a:gd name="T62" fmla="*/ 42 w 65"/>
                  <a:gd name="T63" fmla="*/ 79 h 113"/>
                  <a:gd name="T64" fmla="*/ 44 w 65"/>
                  <a:gd name="T65" fmla="*/ 85 h 113"/>
                  <a:gd name="T66" fmla="*/ 46 w 65"/>
                  <a:gd name="T67" fmla="*/ 93 h 113"/>
                  <a:gd name="T68" fmla="*/ 49 w 65"/>
                  <a:gd name="T69" fmla="*/ 100 h 113"/>
                  <a:gd name="T70" fmla="*/ 57 w 65"/>
                  <a:gd name="T71" fmla="*/ 94 h 113"/>
                  <a:gd name="T72" fmla="*/ 51 w 65"/>
                  <a:gd name="T73" fmla="*/ 103 h 113"/>
                  <a:gd name="T74" fmla="*/ 65 w 65"/>
                  <a:gd name="T75" fmla="*/ 113 h 113"/>
                  <a:gd name="T76" fmla="*/ 60 w 65"/>
                  <a:gd name="T77" fmla="*/ 97 h 113"/>
                  <a:gd name="T78" fmla="*/ 51 w 65"/>
                  <a:gd name="T79" fmla="*/ 103 h 11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65"/>
                  <a:gd name="T121" fmla="*/ 0 h 113"/>
                  <a:gd name="T122" fmla="*/ 65 w 65"/>
                  <a:gd name="T123" fmla="*/ 113 h 113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65" h="113">
                    <a:moveTo>
                      <a:pt x="51" y="103"/>
                    </a:moveTo>
                    <a:lnTo>
                      <a:pt x="60" y="97"/>
                    </a:lnTo>
                    <a:lnTo>
                      <a:pt x="57" y="89"/>
                    </a:lnTo>
                    <a:lnTo>
                      <a:pt x="55" y="81"/>
                    </a:lnTo>
                    <a:lnTo>
                      <a:pt x="53" y="75"/>
                    </a:lnTo>
                    <a:lnTo>
                      <a:pt x="50" y="69"/>
                    </a:lnTo>
                    <a:lnTo>
                      <a:pt x="48" y="64"/>
                    </a:lnTo>
                    <a:lnTo>
                      <a:pt x="44" y="58"/>
                    </a:lnTo>
                    <a:lnTo>
                      <a:pt x="42" y="54"/>
                    </a:lnTo>
                    <a:lnTo>
                      <a:pt x="39" y="49"/>
                    </a:lnTo>
                    <a:lnTo>
                      <a:pt x="37" y="44"/>
                    </a:lnTo>
                    <a:lnTo>
                      <a:pt x="33" y="39"/>
                    </a:lnTo>
                    <a:lnTo>
                      <a:pt x="31" y="34"/>
                    </a:lnTo>
                    <a:lnTo>
                      <a:pt x="27" y="29"/>
                    </a:lnTo>
                    <a:lnTo>
                      <a:pt x="23" y="22"/>
                    </a:lnTo>
                    <a:lnTo>
                      <a:pt x="19" y="16"/>
                    </a:lnTo>
                    <a:lnTo>
                      <a:pt x="15" y="9"/>
                    </a:lnTo>
                    <a:lnTo>
                      <a:pt x="10" y="0"/>
                    </a:lnTo>
                    <a:lnTo>
                      <a:pt x="0" y="6"/>
                    </a:lnTo>
                    <a:lnTo>
                      <a:pt x="5" y="14"/>
                    </a:lnTo>
                    <a:lnTo>
                      <a:pt x="9" y="21"/>
                    </a:lnTo>
                    <a:lnTo>
                      <a:pt x="14" y="29"/>
                    </a:lnTo>
                    <a:lnTo>
                      <a:pt x="17" y="35"/>
                    </a:lnTo>
                    <a:lnTo>
                      <a:pt x="21" y="40"/>
                    </a:lnTo>
                    <a:lnTo>
                      <a:pt x="23" y="45"/>
                    </a:lnTo>
                    <a:lnTo>
                      <a:pt x="27" y="50"/>
                    </a:lnTo>
                    <a:lnTo>
                      <a:pt x="30" y="55"/>
                    </a:lnTo>
                    <a:lnTo>
                      <a:pt x="32" y="59"/>
                    </a:lnTo>
                    <a:lnTo>
                      <a:pt x="34" y="64"/>
                    </a:lnTo>
                    <a:lnTo>
                      <a:pt x="38" y="69"/>
                    </a:lnTo>
                    <a:lnTo>
                      <a:pt x="39" y="74"/>
                    </a:lnTo>
                    <a:lnTo>
                      <a:pt x="42" y="79"/>
                    </a:lnTo>
                    <a:lnTo>
                      <a:pt x="44" y="85"/>
                    </a:lnTo>
                    <a:lnTo>
                      <a:pt x="46" y="93"/>
                    </a:lnTo>
                    <a:lnTo>
                      <a:pt x="49" y="100"/>
                    </a:lnTo>
                    <a:lnTo>
                      <a:pt x="57" y="94"/>
                    </a:lnTo>
                    <a:lnTo>
                      <a:pt x="51" y="103"/>
                    </a:lnTo>
                    <a:lnTo>
                      <a:pt x="65" y="113"/>
                    </a:lnTo>
                    <a:lnTo>
                      <a:pt x="60" y="97"/>
                    </a:lnTo>
                    <a:lnTo>
                      <a:pt x="51" y="10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394" name="Group 277"/>
            <p:cNvGrpSpPr>
              <a:grpSpLocks/>
            </p:cNvGrpSpPr>
            <p:nvPr/>
          </p:nvGrpSpPr>
          <p:grpSpPr bwMode="auto">
            <a:xfrm>
              <a:off x="1215" y="1577"/>
              <a:ext cx="636" cy="850"/>
              <a:chOff x="431" y="1440"/>
              <a:chExt cx="658" cy="1106"/>
            </a:xfrm>
          </p:grpSpPr>
          <p:sp>
            <p:nvSpPr>
              <p:cNvPr id="39395" name="Freeform 278"/>
              <p:cNvSpPr>
                <a:spLocks/>
              </p:cNvSpPr>
              <p:nvPr/>
            </p:nvSpPr>
            <p:spPr bwMode="auto">
              <a:xfrm>
                <a:off x="754" y="2142"/>
                <a:ext cx="328" cy="202"/>
              </a:xfrm>
              <a:custGeom>
                <a:avLst/>
                <a:gdLst>
                  <a:gd name="T0" fmla="*/ 714 w 1313"/>
                  <a:gd name="T1" fmla="*/ 809 h 809"/>
                  <a:gd name="T2" fmla="*/ 687 w 1313"/>
                  <a:gd name="T3" fmla="*/ 805 h 809"/>
                  <a:gd name="T4" fmla="*/ 647 w 1313"/>
                  <a:gd name="T5" fmla="*/ 798 h 809"/>
                  <a:gd name="T6" fmla="*/ 595 w 1313"/>
                  <a:gd name="T7" fmla="*/ 788 h 809"/>
                  <a:gd name="T8" fmla="*/ 533 w 1313"/>
                  <a:gd name="T9" fmla="*/ 778 h 809"/>
                  <a:gd name="T10" fmla="*/ 465 w 1313"/>
                  <a:gd name="T11" fmla="*/ 764 h 809"/>
                  <a:gd name="T12" fmla="*/ 393 w 1313"/>
                  <a:gd name="T13" fmla="*/ 750 h 809"/>
                  <a:gd name="T14" fmla="*/ 321 w 1313"/>
                  <a:gd name="T15" fmla="*/ 735 h 809"/>
                  <a:gd name="T16" fmla="*/ 249 w 1313"/>
                  <a:gd name="T17" fmla="*/ 721 h 809"/>
                  <a:gd name="T18" fmla="*/ 181 w 1313"/>
                  <a:gd name="T19" fmla="*/ 706 h 809"/>
                  <a:gd name="T20" fmla="*/ 120 w 1313"/>
                  <a:gd name="T21" fmla="*/ 693 h 809"/>
                  <a:gd name="T22" fmla="*/ 69 w 1313"/>
                  <a:gd name="T23" fmla="*/ 681 h 809"/>
                  <a:gd name="T24" fmla="*/ 31 w 1313"/>
                  <a:gd name="T25" fmla="*/ 672 h 809"/>
                  <a:gd name="T26" fmla="*/ 8 w 1313"/>
                  <a:gd name="T27" fmla="*/ 665 h 809"/>
                  <a:gd name="T28" fmla="*/ 0 w 1313"/>
                  <a:gd name="T29" fmla="*/ 661 h 809"/>
                  <a:gd name="T30" fmla="*/ 15 w 1313"/>
                  <a:gd name="T31" fmla="*/ 661 h 809"/>
                  <a:gd name="T32" fmla="*/ 31 w 1313"/>
                  <a:gd name="T33" fmla="*/ 111 h 809"/>
                  <a:gd name="T34" fmla="*/ 26 w 1313"/>
                  <a:gd name="T35" fmla="*/ 84 h 809"/>
                  <a:gd name="T36" fmla="*/ 27 w 1313"/>
                  <a:gd name="T37" fmla="*/ 61 h 809"/>
                  <a:gd name="T38" fmla="*/ 34 w 1313"/>
                  <a:gd name="T39" fmla="*/ 43 h 809"/>
                  <a:gd name="T40" fmla="*/ 46 w 1313"/>
                  <a:gd name="T41" fmla="*/ 28 h 809"/>
                  <a:gd name="T42" fmla="*/ 63 w 1313"/>
                  <a:gd name="T43" fmla="*/ 17 h 809"/>
                  <a:gd name="T44" fmla="*/ 84 w 1313"/>
                  <a:gd name="T45" fmla="*/ 10 h 809"/>
                  <a:gd name="T46" fmla="*/ 106 w 1313"/>
                  <a:gd name="T47" fmla="*/ 4 h 809"/>
                  <a:gd name="T48" fmla="*/ 131 w 1313"/>
                  <a:gd name="T49" fmla="*/ 2 h 809"/>
                  <a:gd name="T50" fmla="*/ 157 w 1313"/>
                  <a:gd name="T51" fmla="*/ 0 h 809"/>
                  <a:gd name="T52" fmla="*/ 182 w 1313"/>
                  <a:gd name="T53" fmla="*/ 0 h 809"/>
                  <a:gd name="T54" fmla="*/ 208 w 1313"/>
                  <a:gd name="T55" fmla="*/ 3 h 809"/>
                  <a:gd name="T56" fmla="*/ 232 w 1313"/>
                  <a:gd name="T57" fmla="*/ 4 h 809"/>
                  <a:gd name="T58" fmla="*/ 254 w 1313"/>
                  <a:gd name="T59" fmla="*/ 6 h 809"/>
                  <a:gd name="T60" fmla="*/ 273 w 1313"/>
                  <a:gd name="T61" fmla="*/ 9 h 809"/>
                  <a:gd name="T62" fmla="*/ 289 w 1313"/>
                  <a:gd name="T63" fmla="*/ 10 h 809"/>
                  <a:gd name="T64" fmla="*/ 300 w 1313"/>
                  <a:gd name="T65" fmla="*/ 11 h 809"/>
                  <a:gd name="T66" fmla="*/ 1239 w 1313"/>
                  <a:gd name="T67" fmla="*/ 186 h 809"/>
                  <a:gd name="T68" fmla="*/ 1255 w 1313"/>
                  <a:gd name="T69" fmla="*/ 190 h 809"/>
                  <a:gd name="T70" fmla="*/ 1269 w 1313"/>
                  <a:gd name="T71" fmla="*/ 196 h 809"/>
                  <a:gd name="T72" fmla="*/ 1282 w 1313"/>
                  <a:gd name="T73" fmla="*/ 205 h 809"/>
                  <a:gd name="T74" fmla="*/ 1293 w 1313"/>
                  <a:gd name="T75" fmla="*/ 216 h 809"/>
                  <a:gd name="T76" fmla="*/ 1303 w 1313"/>
                  <a:gd name="T77" fmla="*/ 230 h 809"/>
                  <a:gd name="T78" fmla="*/ 1309 w 1313"/>
                  <a:gd name="T79" fmla="*/ 244 h 809"/>
                  <a:gd name="T80" fmla="*/ 1313 w 1313"/>
                  <a:gd name="T81" fmla="*/ 260 h 809"/>
                  <a:gd name="T82" fmla="*/ 1292 w 1313"/>
                  <a:gd name="T83" fmla="*/ 724 h 809"/>
                  <a:gd name="T84" fmla="*/ 1291 w 1313"/>
                  <a:gd name="T85" fmla="*/ 740 h 809"/>
                  <a:gd name="T86" fmla="*/ 1286 w 1313"/>
                  <a:gd name="T87" fmla="*/ 756 h 809"/>
                  <a:gd name="T88" fmla="*/ 1278 w 1313"/>
                  <a:gd name="T89" fmla="*/ 770 h 809"/>
                  <a:gd name="T90" fmla="*/ 1268 w 1313"/>
                  <a:gd name="T91" fmla="*/ 782 h 809"/>
                  <a:gd name="T92" fmla="*/ 1256 w 1313"/>
                  <a:gd name="T93" fmla="*/ 792 h 809"/>
                  <a:gd name="T94" fmla="*/ 1242 w 1313"/>
                  <a:gd name="T95" fmla="*/ 799 h 809"/>
                  <a:gd name="T96" fmla="*/ 1227 w 1313"/>
                  <a:gd name="T97" fmla="*/ 804 h 809"/>
                  <a:gd name="T98" fmla="*/ 1210 w 1313"/>
                  <a:gd name="T99" fmla="*/ 807 h 80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13"/>
                  <a:gd name="T151" fmla="*/ 0 h 809"/>
                  <a:gd name="T152" fmla="*/ 1313 w 1313"/>
                  <a:gd name="T153" fmla="*/ 809 h 80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13" h="809">
                    <a:moveTo>
                      <a:pt x="720" y="809"/>
                    </a:moveTo>
                    <a:lnTo>
                      <a:pt x="714" y="809"/>
                    </a:lnTo>
                    <a:lnTo>
                      <a:pt x="703" y="808"/>
                    </a:lnTo>
                    <a:lnTo>
                      <a:pt x="687" y="805"/>
                    </a:lnTo>
                    <a:lnTo>
                      <a:pt x="669" y="802"/>
                    </a:lnTo>
                    <a:lnTo>
                      <a:pt x="647" y="798"/>
                    </a:lnTo>
                    <a:lnTo>
                      <a:pt x="621" y="795"/>
                    </a:lnTo>
                    <a:lnTo>
                      <a:pt x="595" y="788"/>
                    </a:lnTo>
                    <a:lnTo>
                      <a:pt x="566" y="784"/>
                    </a:lnTo>
                    <a:lnTo>
                      <a:pt x="533" y="778"/>
                    </a:lnTo>
                    <a:lnTo>
                      <a:pt x="500" y="770"/>
                    </a:lnTo>
                    <a:lnTo>
                      <a:pt x="465" y="764"/>
                    </a:lnTo>
                    <a:lnTo>
                      <a:pt x="430" y="757"/>
                    </a:lnTo>
                    <a:lnTo>
                      <a:pt x="393" y="750"/>
                    </a:lnTo>
                    <a:lnTo>
                      <a:pt x="357" y="742"/>
                    </a:lnTo>
                    <a:lnTo>
                      <a:pt x="321" y="735"/>
                    </a:lnTo>
                    <a:lnTo>
                      <a:pt x="284" y="728"/>
                    </a:lnTo>
                    <a:lnTo>
                      <a:pt x="249" y="721"/>
                    </a:lnTo>
                    <a:lnTo>
                      <a:pt x="214" y="713"/>
                    </a:lnTo>
                    <a:lnTo>
                      <a:pt x="181" y="706"/>
                    </a:lnTo>
                    <a:lnTo>
                      <a:pt x="149" y="699"/>
                    </a:lnTo>
                    <a:lnTo>
                      <a:pt x="120" y="693"/>
                    </a:lnTo>
                    <a:lnTo>
                      <a:pt x="94" y="687"/>
                    </a:lnTo>
                    <a:lnTo>
                      <a:pt x="69" y="681"/>
                    </a:lnTo>
                    <a:lnTo>
                      <a:pt x="49" y="676"/>
                    </a:lnTo>
                    <a:lnTo>
                      <a:pt x="31" y="672"/>
                    </a:lnTo>
                    <a:lnTo>
                      <a:pt x="17" y="667"/>
                    </a:lnTo>
                    <a:lnTo>
                      <a:pt x="8" y="665"/>
                    </a:lnTo>
                    <a:lnTo>
                      <a:pt x="1" y="662"/>
                    </a:lnTo>
                    <a:lnTo>
                      <a:pt x="0" y="661"/>
                    </a:lnTo>
                    <a:lnTo>
                      <a:pt x="5" y="660"/>
                    </a:lnTo>
                    <a:lnTo>
                      <a:pt x="15" y="661"/>
                    </a:lnTo>
                    <a:lnTo>
                      <a:pt x="31" y="662"/>
                    </a:lnTo>
                    <a:lnTo>
                      <a:pt x="31" y="111"/>
                    </a:lnTo>
                    <a:lnTo>
                      <a:pt x="27" y="97"/>
                    </a:lnTo>
                    <a:lnTo>
                      <a:pt x="26" y="84"/>
                    </a:lnTo>
                    <a:lnTo>
                      <a:pt x="26" y="72"/>
                    </a:lnTo>
                    <a:lnTo>
                      <a:pt x="27" y="61"/>
                    </a:lnTo>
                    <a:lnTo>
                      <a:pt x="31" y="51"/>
                    </a:lnTo>
                    <a:lnTo>
                      <a:pt x="34" y="43"/>
                    </a:lnTo>
                    <a:lnTo>
                      <a:pt x="40" y="36"/>
                    </a:lnTo>
                    <a:lnTo>
                      <a:pt x="46" y="28"/>
                    </a:lnTo>
                    <a:lnTo>
                      <a:pt x="55" y="22"/>
                    </a:lnTo>
                    <a:lnTo>
                      <a:pt x="63" y="17"/>
                    </a:lnTo>
                    <a:lnTo>
                      <a:pt x="73" y="14"/>
                    </a:lnTo>
                    <a:lnTo>
                      <a:pt x="84" y="10"/>
                    </a:lnTo>
                    <a:lnTo>
                      <a:pt x="95" y="6"/>
                    </a:lnTo>
                    <a:lnTo>
                      <a:pt x="106" y="4"/>
                    </a:lnTo>
                    <a:lnTo>
                      <a:pt x="118" y="3"/>
                    </a:lnTo>
                    <a:lnTo>
                      <a:pt x="131" y="2"/>
                    </a:lnTo>
                    <a:lnTo>
                      <a:pt x="143" y="0"/>
                    </a:lnTo>
                    <a:lnTo>
                      <a:pt x="157" y="0"/>
                    </a:lnTo>
                    <a:lnTo>
                      <a:pt x="169" y="0"/>
                    </a:lnTo>
                    <a:lnTo>
                      <a:pt x="182" y="0"/>
                    </a:lnTo>
                    <a:lnTo>
                      <a:pt x="196" y="2"/>
                    </a:lnTo>
                    <a:lnTo>
                      <a:pt x="208" y="3"/>
                    </a:lnTo>
                    <a:lnTo>
                      <a:pt x="220" y="3"/>
                    </a:lnTo>
                    <a:lnTo>
                      <a:pt x="232" y="4"/>
                    </a:lnTo>
                    <a:lnTo>
                      <a:pt x="243" y="5"/>
                    </a:lnTo>
                    <a:lnTo>
                      <a:pt x="254" y="6"/>
                    </a:lnTo>
                    <a:lnTo>
                      <a:pt x="263" y="8"/>
                    </a:lnTo>
                    <a:lnTo>
                      <a:pt x="273" y="9"/>
                    </a:lnTo>
                    <a:lnTo>
                      <a:pt x="282" y="10"/>
                    </a:lnTo>
                    <a:lnTo>
                      <a:pt x="289" y="10"/>
                    </a:lnTo>
                    <a:lnTo>
                      <a:pt x="295" y="11"/>
                    </a:lnTo>
                    <a:lnTo>
                      <a:pt x="300" y="11"/>
                    </a:lnTo>
                    <a:lnTo>
                      <a:pt x="1230" y="186"/>
                    </a:lnTo>
                    <a:lnTo>
                      <a:pt x="1239" y="186"/>
                    </a:lnTo>
                    <a:lnTo>
                      <a:pt x="1246" y="187"/>
                    </a:lnTo>
                    <a:lnTo>
                      <a:pt x="1255" y="190"/>
                    </a:lnTo>
                    <a:lnTo>
                      <a:pt x="1262" y="192"/>
                    </a:lnTo>
                    <a:lnTo>
                      <a:pt x="1269" y="196"/>
                    </a:lnTo>
                    <a:lnTo>
                      <a:pt x="1276" y="200"/>
                    </a:lnTo>
                    <a:lnTo>
                      <a:pt x="1282" y="205"/>
                    </a:lnTo>
                    <a:lnTo>
                      <a:pt x="1288" y="210"/>
                    </a:lnTo>
                    <a:lnTo>
                      <a:pt x="1293" y="216"/>
                    </a:lnTo>
                    <a:lnTo>
                      <a:pt x="1298" y="222"/>
                    </a:lnTo>
                    <a:lnTo>
                      <a:pt x="1303" y="230"/>
                    </a:lnTo>
                    <a:lnTo>
                      <a:pt x="1307" y="237"/>
                    </a:lnTo>
                    <a:lnTo>
                      <a:pt x="1309" y="244"/>
                    </a:lnTo>
                    <a:lnTo>
                      <a:pt x="1312" y="251"/>
                    </a:lnTo>
                    <a:lnTo>
                      <a:pt x="1313" y="260"/>
                    </a:lnTo>
                    <a:lnTo>
                      <a:pt x="1313" y="268"/>
                    </a:lnTo>
                    <a:lnTo>
                      <a:pt x="1292" y="724"/>
                    </a:lnTo>
                    <a:lnTo>
                      <a:pt x="1292" y="733"/>
                    </a:lnTo>
                    <a:lnTo>
                      <a:pt x="1291" y="740"/>
                    </a:lnTo>
                    <a:lnTo>
                      <a:pt x="1288" y="748"/>
                    </a:lnTo>
                    <a:lnTo>
                      <a:pt x="1286" y="756"/>
                    </a:lnTo>
                    <a:lnTo>
                      <a:pt x="1282" y="763"/>
                    </a:lnTo>
                    <a:lnTo>
                      <a:pt x="1278" y="770"/>
                    </a:lnTo>
                    <a:lnTo>
                      <a:pt x="1274" y="776"/>
                    </a:lnTo>
                    <a:lnTo>
                      <a:pt x="1268" y="782"/>
                    </a:lnTo>
                    <a:lnTo>
                      <a:pt x="1262" y="787"/>
                    </a:lnTo>
                    <a:lnTo>
                      <a:pt x="1256" y="792"/>
                    </a:lnTo>
                    <a:lnTo>
                      <a:pt x="1248" y="796"/>
                    </a:lnTo>
                    <a:lnTo>
                      <a:pt x="1242" y="799"/>
                    </a:lnTo>
                    <a:lnTo>
                      <a:pt x="1234" y="803"/>
                    </a:lnTo>
                    <a:lnTo>
                      <a:pt x="1227" y="804"/>
                    </a:lnTo>
                    <a:lnTo>
                      <a:pt x="1218" y="805"/>
                    </a:lnTo>
                    <a:lnTo>
                      <a:pt x="1210" y="807"/>
                    </a:lnTo>
                    <a:lnTo>
                      <a:pt x="720" y="809"/>
                    </a:lnTo>
                    <a:close/>
                  </a:path>
                </a:pathLst>
              </a:custGeom>
              <a:solidFill>
                <a:srgbClr val="FF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Freeform 279"/>
              <p:cNvSpPr>
                <a:spLocks/>
              </p:cNvSpPr>
              <p:nvPr/>
            </p:nvSpPr>
            <p:spPr bwMode="auto">
              <a:xfrm>
                <a:off x="754" y="2306"/>
                <a:ext cx="180" cy="39"/>
              </a:xfrm>
              <a:custGeom>
                <a:avLst/>
                <a:gdLst>
                  <a:gd name="T0" fmla="*/ 32 w 721"/>
                  <a:gd name="T1" fmla="*/ 2 h 155"/>
                  <a:gd name="T2" fmla="*/ 6 w 721"/>
                  <a:gd name="T3" fmla="*/ 0 h 155"/>
                  <a:gd name="T4" fmla="*/ 1 w 721"/>
                  <a:gd name="T5" fmla="*/ 7 h 155"/>
                  <a:gd name="T6" fmla="*/ 17 w 721"/>
                  <a:gd name="T7" fmla="*/ 13 h 155"/>
                  <a:gd name="T8" fmla="*/ 49 w 721"/>
                  <a:gd name="T9" fmla="*/ 21 h 155"/>
                  <a:gd name="T10" fmla="*/ 93 w 721"/>
                  <a:gd name="T11" fmla="*/ 31 h 155"/>
                  <a:gd name="T12" fmla="*/ 149 w 721"/>
                  <a:gd name="T13" fmla="*/ 44 h 155"/>
                  <a:gd name="T14" fmla="*/ 215 w 721"/>
                  <a:gd name="T15" fmla="*/ 58 h 155"/>
                  <a:gd name="T16" fmla="*/ 285 w 721"/>
                  <a:gd name="T17" fmla="*/ 72 h 155"/>
                  <a:gd name="T18" fmla="*/ 357 w 721"/>
                  <a:gd name="T19" fmla="*/ 87 h 155"/>
                  <a:gd name="T20" fmla="*/ 431 w 721"/>
                  <a:gd name="T21" fmla="*/ 101 h 155"/>
                  <a:gd name="T22" fmla="*/ 500 w 721"/>
                  <a:gd name="T23" fmla="*/ 116 h 155"/>
                  <a:gd name="T24" fmla="*/ 565 w 721"/>
                  <a:gd name="T25" fmla="*/ 128 h 155"/>
                  <a:gd name="T26" fmla="*/ 622 w 721"/>
                  <a:gd name="T27" fmla="*/ 139 h 155"/>
                  <a:gd name="T28" fmla="*/ 670 w 721"/>
                  <a:gd name="T29" fmla="*/ 147 h 155"/>
                  <a:gd name="T30" fmla="*/ 702 w 721"/>
                  <a:gd name="T31" fmla="*/ 152 h 155"/>
                  <a:gd name="T32" fmla="*/ 721 w 721"/>
                  <a:gd name="T33" fmla="*/ 155 h 155"/>
                  <a:gd name="T34" fmla="*/ 715 w 721"/>
                  <a:gd name="T35" fmla="*/ 149 h 155"/>
                  <a:gd name="T36" fmla="*/ 689 w 721"/>
                  <a:gd name="T37" fmla="*/ 145 h 155"/>
                  <a:gd name="T38" fmla="*/ 648 w 721"/>
                  <a:gd name="T39" fmla="*/ 138 h 155"/>
                  <a:gd name="T40" fmla="*/ 596 w 721"/>
                  <a:gd name="T41" fmla="*/ 128 h 155"/>
                  <a:gd name="T42" fmla="*/ 535 w 721"/>
                  <a:gd name="T43" fmla="*/ 116 h 155"/>
                  <a:gd name="T44" fmla="*/ 466 w 721"/>
                  <a:gd name="T45" fmla="*/ 104 h 155"/>
                  <a:gd name="T46" fmla="*/ 394 w 721"/>
                  <a:gd name="T47" fmla="*/ 89 h 155"/>
                  <a:gd name="T48" fmla="*/ 322 w 721"/>
                  <a:gd name="T49" fmla="*/ 75 h 155"/>
                  <a:gd name="T50" fmla="*/ 250 w 721"/>
                  <a:gd name="T51" fmla="*/ 59 h 155"/>
                  <a:gd name="T52" fmla="*/ 182 w 721"/>
                  <a:gd name="T53" fmla="*/ 46 h 155"/>
                  <a:gd name="T54" fmla="*/ 123 w 721"/>
                  <a:gd name="T55" fmla="*/ 32 h 155"/>
                  <a:gd name="T56" fmla="*/ 72 w 721"/>
                  <a:gd name="T57" fmla="*/ 20 h 155"/>
                  <a:gd name="T58" fmla="*/ 33 w 721"/>
                  <a:gd name="T59" fmla="*/ 10 h 155"/>
                  <a:gd name="T60" fmla="*/ 9 w 721"/>
                  <a:gd name="T61" fmla="*/ 4 h 155"/>
                  <a:gd name="T62" fmla="*/ 2 w 721"/>
                  <a:gd name="T63" fmla="*/ 6 h 155"/>
                  <a:gd name="T64" fmla="*/ 16 w 721"/>
                  <a:gd name="T65" fmla="*/ 6 h 155"/>
                  <a:gd name="T66" fmla="*/ 34 w 721"/>
                  <a:gd name="T67" fmla="*/ 4 h 155"/>
                  <a:gd name="T68" fmla="*/ 34 w 721"/>
                  <a:gd name="T69" fmla="*/ 8 h 155"/>
                  <a:gd name="T70" fmla="*/ 29 w 721"/>
                  <a:gd name="T71" fmla="*/ 4 h 15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21"/>
                  <a:gd name="T109" fmla="*/ 0 h 155"/>
                  <a:gd name="T110" fmla="*/ 721 w 721"/>
                  <a:gd name="T111" fmla="*/ 155 h 15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21" h="155">
                    <a:moveTo>
                      <a:pt x="29" y="4"/>
                    </a:moveTo>
                    <a:lnTo>
                      <a:pt x="32" y="2"/>
                    </a:lnTo>
                    <a:lnTo>
                      <a:pt x="16" y="0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1" y="7"/>
                    </a:lnTo>
                    <a:lnTo>
                      <a:pt x="7" y="9"/>
                    </a:lnTo>
                    <a:lnTo>
                      <a:pt x="17" y="13"/>
                    </a:lnTo>
                    <a:lnTo>
                      <a:pt x="30" y="17"/>
                    </a:lnTo>
                    <a:lnTo>
                      <a:pt x="49" y="21"/>
                    </a:lnTo>
                    <a:lnTo>
                      <a:pt x="69" y="26"/>
                    </a:lnTo>
                    <a:lnTo>
                      <a:pt x="93" y="31"/>
                    </a:lnTo>
                    <a:lnTo>
                      <a:pt x="121" y="37"/>
                    </a:lnTo>
                    <a:lnTo>
                      <a:pt x="149" y="44"/>
                    </a:lnTo>
                    <a:lnTo>
                      <a:pt x="182" y="50"/>
                    </a:lnTo>
                    <a:lnTo>
                      <a:pt x="215" y="58"/>
                    </a:lnTo>
                    <a:lnTo>
                      <a:pt x="249" y="65"/>
                    </a:lnTo>
                    <a:lnTo>
                      <a:pt x="285" y="72"/>
                    </a:lnTo>
                    <a:lnTo>
                      <a:pt x="320" y="80"/>
                    </a:lnTo>
                    <a:lnTo>
                      <a:pt x="357" y="87"/>
                    </a:lnTo>
                    <a:lnTo>
                      <a:pt x="394" y="94"/>
                    </a:lnTo>
                    <a:lnTo>
                      <a:pt x="431" y="101"/>
                    </a:lnTo>
                    <a:lnTo>
                      <a:pt x="466" y="109"/>
                    </a:lnTo>
                    <a:lnTo>
                      <a:pt x="500" y="116"/>
                    </a:lnTo>
                    <a:lnTo>
                      <a:pt x="534" y="122"/>
                    </a:lnTo>
                    <a:lnTo>
                      <a:pt x="565" y="128"/>
                    </a:lnTo>
                    <a:lnTo>
                      <a:pt x="596" y="134"/>
                    </a:lnTo>
                    <a:lnTo>
                      <a:pt x="622" y="139"/>
                    </a:lnTo>
                    <a:lnTo>
                      <a:pt x="648" y="144"/>
                    </a:lnTo>
                    <a:lnTo>
                      <a:pt x="670" y="147"/>
                    </a:lnTo>
                    <a:lnTo>
                      <a:pt x="688" y="150"/>
                    </a:lnTo>
                    <a:lnTo>
                      <a:pt x="702" y="152"/>
                    </a:lnTo>
                    <a:lnTo>
                      <a:pt x="713" y="154"/>
                    </a:lnTo>
                    <a:lnTo>
                      <a:pt x="721" y="155"/>
                    </a:lnTo>
                    <a:lnTo>
                      <a:pt x="721" y="149"/>
                    </a:lnTo>
                    <a:lnTo>
                      <a:pt x="715" y="149"/>
                    </a:lnTo>
                    <a:lnTo>
                      <a:pt x="704" y="146"/>
                    </a:lnTo>
                    <a:lnTo>
                      <a:pt x="689" y="145"/>
                    </a:lnTo>
                    <a:lnTo>
                      <a:pt x="670" y="141"/>
                    </a:lnTo>
                    <a:lnTo>
                      <a:pt x="648" y="138"/>
                    </a:lnTo>
                    <a:lnTo>
                      <a:pt x="624" y="133"/>
                    </a:lnTo>
                    <a:lnTo>
                      <a:pt x="596" y="128"/>
                    </a:lnTo>
                    <a:lnTo>
                      <a:pt x="567" y="122"/>
                    </a:lnTo>
                    <a:lnTo>
                      <a:pt x="535" y="116"/>
                    </a:lnTo>
                    <a:lnTo>
                      <a:pt x="501" y="110"/>
                    </a:lnTo>
                    <a:lnTo>
                      <a:pt x="466" y="104"/>
                    </a:lnTo>
                    <a:lnTo>
                      <a:pt x="431" y="97"/>
                    </a:lnTo>
                    <a:lnTo>
                      <a:pt x="394" y="89"/>
                    </a:lnTo>
                    <a:lnTo>
                      <a:pt x="358" y="82"/>
                    </a:lnTo>
                    <a:lnTo>
                      <a:pt x="322" y="75"/>
                    </a:lnTo>
                    <a:lnTo>
                      <a:pt x="285" y="66"/>
                    </a:lnTo>
                    <a:lnTo>
                      <a:pt x="250" y="59"/>
                    </a:lnTo>
                    <a:lnTo>
                      <a:pt x="216" y="52"/>
                    </a:lnTo>
                    <a:lnTo>
                      <a:pt x="182" y="46"/>
                    </a:lnTo>
                    <a:lnTo>
                      <a:pt x="152" y="38"/>
                    </a:lnTo>
                    <a:lnTo>
                      <a:pt x="123" y="32"/>
                    </a:lnTo>
                    <a:lnTo>
                      <a:pt x="96" y="26"/>
                    </a:lnTo>
                    <a:lnTo>
                      <a:pt x="72" y="20"/>
                    </a:lnTo>
                    <a:lnTo>
                      <a:pt x="50" y="15"/>
                    </a:lnTo>
                    <a:lnTo>
                      <a:pt x="33" y="10"/>
                    </a:lnTo>
                    <a:lnTo>
                      <a:pt x="18" y="7"/>
                    </a:lnTo>
                    <a:lnTo>
                      <a:pt x="9" y="4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16" y="6"/>
                    </a:lnTo>
                    <a:lnTo>
                      <a:pt x="32" y="7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34" y="4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Freeform 280"/>
              <p:cNvSpPr>
                <a:spLocks/>
              </p:cNvSpPr>
              <p:nvPr/>
            </p:nvSpPr>
            <p:spPr bwMode="auto">
              <a:xfrm>
                <a:off x="761" y="2169"/>
                <a:ext cx="1" cy="138"/>
              </a:xfrm>
              <a:custGeom>
                <a:avLst/>
                <a:gdLst>
                  <a:gd name="T0" fmla="*/ 0 w 5"/>
                  <a:gd name="T1" fmla="*/ 1 h 551"/>
                  <a:gd name="T2" fmla="*/ 0 w 5"/>
                  <a:gd name="T3" fmla="*/ 0 h 551"/>
                  <a:gd name="T4" fmla="*/ 0 w 5"/>
                  <a:gd name="T5" fmla="*/ 551 h 551"/>
                  <a:gd name="T6" fmla="*/ 5 w 5"/>
                  <a:gd name="T7" fmla="*/ 551 h 551"/>
                  <a:gd name="T8" fmla="*/ 5 w 5"/>
                  <a:gd name="T9" fmla="*/ 0 h 551"/>
                  <a:gd name="T10" fmla="*/ 5 w 5"/>
                  <a:gd name="T11" fmla="*/ 0 h 551"/>
                  <a:gd name="T12" fmla="*/ 5 w 5"/>
                  <a:gd name="T13" fmla="*/ 0 h 551"/>
                  <a:gd name="T14" fmla="*/ 5 w 5"/>
                  <a:gd name="T15" fmla="*/ 0 h 551"/>
                  <a:gd name="T16" fmla="*/ 5 w 5"/>
                  <a:gd name="T17" fmla="*/ 0 h 551"/>
                  <a:gd name="T18" fmla="*/ 0 w 5"/>
                  <a:gd name="T19" fmla="*/ 1 h 5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551"/>
                  <a:gd name="T32" fmla="*/ 5 w 5"/>
                  <a:gd name="T33" fmla="*/ 551 h 55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551">
                    <a:moveTo>
                      <a:pt x="0" y="1"/>
                    </a:moveTo>
                    <a:lnTo>
                      <a:pt x="0" y="0"/>
                    </a:lnTo>
                    <a:lnTo>
                      <a:pt x="0" y="551"/>
                    </a:lnTo>
                    <a:lnTo>
                      <a:pt x="5" y="551"/>
                    </a:lnTo>
                    <a:lnTo>
                      <a:pt x="5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Freeform 281"/>
              <p:cNvSpPr>
                <a:spLocks/>
              </p:cNvSpPr>
              <p:nvPr/>
            </p:nvSpPr>
            <p:spPr bwMode="auto">
              <a:xfrm>
                <a:off x="759" y="2141"/>
                <a:ext cx="70" cy="29"/>
              </a:xfrm>
              <a:custGeom>
                <a:avLst/>
                <a:gdLst>
                  <a:gd name="T0" fmla="*/ 278 w 278"/>
                  <a:gd name="T1" fmla="*/ 10 h 114"/>
                  <a:gd name="T2" fmla="*/ 267 w 278"/>
                  <a:gd name="T3" fmla="*/ 10 h 114"/>
                  <a:gd name="T4" fmla="*/ 251 w 278"/>
                  <a:gd name="T5" fmla="*/ 8 h 114"/>
                  <a:gd name="T6" fmla="*/ 233 w 278"/>
                  <a:gd name="T7" fmla="*/ 6 h 114"/>
                  <a:gd name="T8" fmla="*/ 210 w 278"/>
                  <a:gd name="T9" fmla="*/ 4 h 114"/>
                  <a:gd name="T10" fmla="*/ 186 w 278"/>
                  <a:gd name="T11" fmla="*/ 1 h 114"/>
                  <a:gd name="T12" fmla="*/ 160 w 278"/>
                  <a:gd name="T13" fmla="*/ 0 h 114"/>
                  <a:gd name="T14" fmla="*/ 135 w 278"/>
                  <a:gd name="T15" fmla="*/ 0 h 114"/>
                  <a:gd name="T16" fmla="*/ 108 w 278"/>
                  <a:gd name="T17" fmla="*/ 1 h 114"/>
                  <a:gd name="T18" fmla="*/ 84 w 278"/>
                  <a:gd name="T19" fmla="*/ 4 h 114"/>
                  <a:gd name="T20" fmla="*/ 61 w 278"/>
                  <a:gd name="T21" fmla="*/ 8 h 114"/>
                  <a:gd name="T22" fmla="*/ 40 w 278"/>
                  <a:gd name="T23" fmla="*/ 17 h 114"/>
                  <a:gd name="T24" fmla="*/ 23 w 278"/>
                  <a:gd name="T25" fmla="*/ 29 h 114"/>
                  <a:gd name="T26" fmla="*/ 10 w 278"/>
                  <a:gd name="T27" fmla="*/ 44 h 114"/>
                  <a:gd name="T28" fmla="*/ 3 w 278"/>
                  <a:gd name="T29" fmla="*/ 63 h 114"/>
                  <a:gd name="T30" fmla="*/ 0 w 278"/>
                  <a:gd name="T31" fmla="*/ 86 h 114"/>
                  <a:gd name="T32" fmla="*/ 6 w 278"/>
                  <a:gd name="T33" fmla="*/ 114 h 114"/>
                  <a:gd name="T34" fmla="*/ 9 w 278"/>
                  <a:gd name="T35" fmla="*/ 98 h 114"/>
                  <a:gd name="T36" fmla="*/ 6 w 278"/>
                  <a:gd name="T37" fmla="*/ 74 h 114"/>
                  <a:gd name="T38" fmla="*/ 11 w 278"/>
                  <a:gd name="T39" fmla="*/ 54 h 114"/>
                  <a:gd name="T40" fmla="*/ 20 w 278"/>
                  <a:gd name="T41" fmla="*/ 39 h 114"/>
                  <a:gd name="T42" fmla="*/ 34 w 278"/>
                  <a:gd name="T43" fmla="*/ 27 h 114"/>
                  <a:gd name="T44" fmla="*/ 52 w 278"/>
                  <a:gd name="T45" fmla="*/ 18 h 114"/>
                  <a:gd name="T46" fmla="*/ 74 w 278"/>
                  <a:gd name="T47" fmla="*/ 12 h 114"/>
                  <a:gd name="T48" fmla="*/ 97 w 278"/>
                  <a:gd name="T49" fmla="*/ 7 h 114"/>
                  <a:gd name="T50" fmla="*/ 121 w 278"/>
                  <a:gd name="T51" fmla="*/ 6 h 114"/>
                  <a:gd name="T52" fmla="*/ 147 w 278"/>
                  <a:gd name="T53" fmla="*/ 5 h 114"/>
                  <a:gd name="T54" fmla="*/ 174 w 278"/>
                  <a:gd name="T55" fmla="*/ 6 h 114"/>
                  <a:gd name="T56" fmla="*/ 198 w 278"/>
                  <a:gd name="T57" fmla="*/ 8 h 114"/>
                  <a:gd name="T58" fmla="*/ 221 w 278"/>
                  <a:gd name="T59" fmla="*/ 10 h 114"/>
                  <a:gd name="T60" fmla="*/ 241 w 278"/>
                  <a:gd name="T61" fmla="*/ 12 h 114"/>
                  <a:gd name="T62" fmla="*/ 260 w 278"/>
                  <a:gd name="T63" fmla="*/ 14 h 114"/>
                  <a:gd name="T64" fmla="*/ 273 w 278"/>
                  <a:gd name="T65" fmla="*/ 16 h 114"/>
                  <a:gd name="T66" fmla="*/ 277 w 278"/>
                  <a:gd name="T67" fmla="*/ 16 h 114"/>
                  <a:gd name="T68" fmla="*/ 278 w 278"/>
                  <a:gd name="T69" fmla="*/ 10 h 114"/>
                  <a:gd name="T70" fmla="*/ 278 w 278"/>
                  <a:gd name="T71" fmla="*/ 10 h 11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78"/>
                  <a:gd name="T109" fmla="*/ 0 h 114"/>
                  <a:gd name="T110" fmla="*/ 278 w 278"/>
                  <a:gd name="T111" fmla="*/ 114 h 11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78" h="114">
                    <a:moveTo>
                      <a:pt x="278" y="10"/>
                    </a:moveTo>
                    <a:lnTo>
                      <a:pt x="278" y="10"/>
                    </a:lnTo>
                    <a:lnTo>
                      <a:pt x="273" y="10"/>
                    </a:lnTo>
                    <a:lnTo>
                      <a:pt x="267" y="10"/>
                    </a:lnTo>
                    <a:lnTo>
                      <a:pt x="260" y="8"/>
                    </a:lnTo>
                    <a:lnTo>
                      <a:pt x="251" y="8"/>
                    </a:lnTo>
                    <a:lnTo>
                      <a:pt x="243" y="7"/>
                    </a:lnTo>
                    <a:lnTo>
                      <a:pt x="233" y="6"/>
                    </a:lnTo>
                    <a:lnTo>
                      <a:pt x="222" y="5"/>
                    </a:lnTo>
                    <a:lnTo>
                      <a:pt x="210" y="4"/>
                    </a:lnTo>
                    <a:lnTo>
                      <a:pt x="199" y="2"/>
                    </a:lnTo>
                    <a:lnTo>
                      <a:pt x="186" y="1"/>
                    </a:lnTo>
                    <a:lnTo>
                      <a:pt x="174" y="1"/>
                    </a:lnTo>
                    <a:lnTo>
                      <a:pt x="160" y="0"/>
                    </a:lnTo>
                    <a:lnTo>
                      <a:pt x="147" y="0"/>
                    </a:lnTo>
                    <a:lnTo>
                      <a:pt x="135" y="0"/>
                    </a:lnTo>
                    <a:lnTo>
                      <a:pt x="121" y="0"/>
                    </a:lnTo>
                    <a:lnTo>
                      <a:pt x="108" y="1"/>
                    </a:lnTo>
                    <a:lnTo>
                      <a:pt x="96" y="2"/>
                    </a:lnTo>
                    <a:lnTo>
                      <a:pt x="84" y="4"/>
                    </a:lnTo>
                    <a:lnTo>
                      <a:pt x="72" y="6"/>
                    </a:lnTo>
                    <a:lnTo>
                      <a:pt x="61" y="8"/>
                    </a:lnTo>
                    <a:lnTo>
                      <a:pt x="50" y="13"/>
                    </a:lnTo>
                    <a:lnTo>
                      <a:pt x="40" y="17"/>
                    </a:lnTo>
                    <a:lnTo>
                      <a:pt x="32" y="22"/>
                    </a:lnTo>
                    <a:lnTo>
                      <a:pt x="23" y="29"/>
                    </a:lnTo>
                    <a:lnTo>
                      <a:pt x="16" y="36"/>
                    </a:lnTo>
                    <a:lnTo>
                      <a:pt x="10" y="44"/>
                    </a:lnTo>
                    <a:lnTo>
                      <a:pt x="6" y="52"/>
                    </a:lnTo>
                    <a:lnTo>
                      <a:pt x="3" y="63"/>
                    </a:lnTo>
                    <a:lnTo>
                      <a:pt x="0" y="74"/>
                    </a:lnTo>
                    <a:lnTo>
                      <a:pt x="0" y="86"/>
                    </a:lnTo>
                    <a:lnTo>
                      <a:pt x="3" y="99"/>
                    </a:lnTo>
                    <a:lnTo>
                      <a:pt x="6" y="114"/>
                    </a:lnTo>
                    <a:lnTo>
                      <a:pt x="11" y="113"/>
                    </a:lnTo>
                    <a:lnTo>
                      <a:pt x="9" y="98"/>
                    </a:lnTo>
                    <a:lnTo>
                      <a:pt x="6" y="86"/>
                    </a:lnTo>
                    <a:lnTo>
                      <a:pt x="6" y="74"/>
                    </a:lnTo>
                    <a:lnTo>
                      <a:pt x="7" y="64"/>
                    </a:lnTo>
                    <a:lnTo>
                      <a:pt x="11" y="54"/>
                    </a:lnTo>
                    <a:lnTo>
                      <a:pt x="15" y="47"/>
                    </a:lnTo>
                    <a:lnTo>
                      <a:pt x="20" y="39"/>
                    </a:lnTo>
                    <a:lnTo>
                      <a:pt x="27" y="33"/>
                    </a:lnTo>
                    <a:lnTo>
                      <a:pt x="34" y="27"/>
                    </a:lnTo>
                    <a:lnTo>
                      <a:pt x="43" y="22"/>
                    </a:lnTo>
                    <a:lnTo>
                      <a:pt x="52" y="18"/>
                    </a:lnTo>
                    <a:lnTo>
                      <a:pt x="62" y="14"/>
                    </a:lnTo>
                    <a:lnTo>
                      <a:pt x="74" y="12"/>
                    </a:lnTo>
                    <a:lnTo>
                      <a:pt x="85" y="10"/>
                    </a:lnTo>
                    <a:lnTo>
                      <a:pt x="97" y="7"/>
                    </a:lnTo>
                    <a:lnTo>
                      <a:pt x="109" y="6"/>
                    </a:lnTo>
                    <a:lnTo>
                      <a:pt x="121" y="6"/>
                    </a:lnTo>
                    <a:lnTo>
                      <a:pt x="135" y="5"/>
                    </a:lnTo>
                    <a:lnTo>
                      <a:pt x="147" y="5"/>
                    </a:lnTo>
                    <a:lnTo>
                      <a:pt x="160" y="6"/>
                    </a:lnTo>
                    <a:lnTo>
                      <a:pt x="174" y="6"/>
                    </a:lnTo>
                    <a:lnTo>
                      <a:pt x="186" y="7"/>
                    </a:lnTo>
                    <a:lnTo>
                      <a:pt x="198" y="8"/>
                    </a:lnTo>
                    <a:lnTo>
                      <a:pt x="210" y="10"/>
                    </a:lnTo>
                    <a:lnTo>
                      <a:pt x="221" y="10"/>
                    </a:lnTo>
                    <a:lnTo>
                      <a:pt x="232" y="11"/>
                    </a:lnTo>
                    <a:lnTo>
                      <a:pt x="241" y="12"/>
                    </a:lnTo>
                    <a:lnTo>
                      <a:pt x="251" y="13"/>
                    </a:lnTo>
                    <a:lnTo>
                      <a:pt x="260" y="14"/>
                    </a:lnTo>
                    <a:lnTo>
                      <a:pt x="267" y="14"/>
                    </a:lnTo>
                    <a:lnTo>
                      <a:pt x="273" y="16"/>
                    </a:lnTo>
                    <a:lnTo>
                      <a:pt x="278" y="16"/>
                    </a:lnTo>
                    <a:lnTo>
                      <a:pt x="277" y="16"/>
                    </a:lnTo>
                    <a:lnTo>
                      <a:pt x="278" y="1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Freeform 282"/>
              <p:cNvSpPr>
                <a:spLocks/>
              </p:cNvSpPr>
              <p:nvPr/>
            </p:nvSpPr>
            <p:spPr bwMode="auto">
              <a:xfrm>
                <a:off x="828" y="2144"/>
                <a:ext cx="233" cy="45"/>
              </a:xfrm>
              <a:custGeom>
                <a:avLst/>
                <a:gdLst>
                  <a:gd name="T0" fmla="*/ 931 w 931"/>
                  <a:gd name="T1" fmla="*/ 175 h 180"/>
                  <a:gd name="T2" fmla="*/ 931 w 931"/>
                  <a:gd name="T3" fmla="*/ 175 h 180"/>
                  <a:gd name="T4" fmla="*/ 1 w 931"/>
                  <a:gd name="T5" fmla="*/ 0 h 180"/>
                  <a:gd name="T6" fmla="*/ 0 w 931"/>
                  <a:gd name="T7" fmla="*/ 6 h 180"/>
                  <a:gd name="T8" fmla="*/ 930 w 931"/>
                  <a:gd name="T9" fmla="*/ 180 h 180"/>
                  <a:gd name="T10" fmla="*/ 931 w 931"/>
                  <a:gd name="T11" fmla="*/ 180 h 180"/>
                  <a:gd name="T12" fmla="*/ 930 w 931"/>
                  <a:gd name="T13" fmla="*/ 180 h 180"/>
                  <a:gd name="T14" fmla="*/ 930 w 931"/>
                  <a:gd name="T15" fmla="*/ 180 h 180"/>
                  <a:gd name="T16" fmla="*/ 931 w 931"/>
                  <a:gd name="T17" fmla="*/ 180 h 180"/>
                  <a:gd name="T18" fmla="*/ 931 w 931"/>
                  <a:gd name="T19" fmla="*/ 175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31"/>
                  <a:gd name="T31" fmla="*/ 0 h 180"/>
                  <a:gd name="T32" fmla="*/ 931 w 931"/>
                  <a:gd name="T33" fmla="*/ 180 h 1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31" h="180">
                    <a:moveTo>
                      <a:pt x="931" y="175"/>
                    </a:moveTo>
                    <a:lnTo>
                      <a:pt x="931" y="175"/>
                    </a:lnTo>
                    <a:lnTo>
                      <a:pt x="1" y="0"/>
                    </a:lnTo>
                    <a:lnTo>
                      <a:pt x="0" y="6"/>
                    </a:lnTo>
                    <a:lnTo>
                      <a:pt x="930" y="180"/>
                    </a:lnTo>
                    <a:lnTo>
                      <a:pt x="931" y="180"/>
                    </a:lnTo>
                    <a:lnTo>
                      <a:pt x="930" y="180"/>
                    </a:lnTo>
                    <a:lnTo>
                      <a:pt x="931" y="180"/>
                    </a:lnTo>
                    <a:lnTo>
                      <a:pt x="931" y="17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Freeform 283"/>
              <p:cNvSpPr>
                <a:spLocks/>
              </p:cNvSpPr>
              <p:nvPr/>
            </p:nvSpPr>
            <p:spPr bwMode="auto">
              <a:xfrm>
                <a:off x="1061" y="2188"/>
                <a:ext cx="22" cy="21"/>
              </a:xfrm>
              <a:custGeom>
                <a:avLst/>
                <a:gdLst>
                  <a:gd name="T0" fmla="*/ 85 w 85"/>
                  <a:gd name="T1" fmla="*/ 85 h 85"/>
                  <a:gd name="T2" fmla="*/ 85 w 85"/>
                  <a:gd name="T3" fmla="*/ 85 h 85"/>
                  <a:gd name="T4" fmla="*/ 85 w 85"/>
                  <a:gd name="T5" fmla="*/ 77 h 85"/>
                  <a:gd name="T6" fmla="*/ 84 w 85"/>
                  <a:gd name="T7" fmla="*/ 68 h 85"/>
                  <a:gd name="T8" fmla="*/ 82 w 85"/>
                  <a:gd name="T9" fmla="*/ 60 h 85"/>
                  <a:gd name="T10" fmla="*/ 79 w 85"/>
                  <a:gd name="T11" fmla="*/ 53 h 85"/>
                  <a:gd name="T12" fmla="*/ 75 w 85"/>
                  <a:gd name="T13" fmla="*/ 45 h 85"/>
                  <a:gd name="T14" fmla="*/ 71 w 85"/>
                  <a:gd name="T15" fmla="*/ 38 h 85"/>
                  <a:gd name="T16" fmla="*/ 66 w 85"/>
                  <a:gd name="T17" fmla="*/ 31 h 85"/>
                  <a:gd name="T18" fmla="*/ 61 w 85"/>
                  <a:gd name="T19" fmla="*/ 25 h 85"/>
                  <a:gd name="T20" fmla="*/ 54 w 85"/>
                  <a:gd name="T21" fmla="*/ 20 h 85"/>
                  <a:gd name="T22" fmla="*/ 48 w 85"/>
                  <a:gd name="T23" fmla="*/ 15 h 85"/>
                  <a:gd name="T24" fmla="*/ 40 w 85"/>
                  <a:gd name="T25" fmla="*/ 10 h 85"/>
                  <a:gd name="T26" fmla="*/ 33 w 85"/>
                  <a:gd name="T27" fmla="*/ 7 h 85"/>
                  <a:gd name="T28" fmla="*/ 26 w 85"/>
                  <a:gd name="T29" fmla="*/ 4 h 85"/>
                  <a:gd name="T30" fmla="*/ 17 w 85"/>
                  <a:gd name="T31" fmla="*/ 2 h 85"/>
                  <a:gd name="T32" fmla="*/ 9 w 85"/>
                  <a:gd name="T33" fmla="*/ 0 h 85"/>
                  <a:gd name="T34" fmla="*/ 0 w 85"/>
                  <a:gd name="T35" fmla="*/ 0 h 85"/>
                  <a:gd name="T36" fmla="*/ 0 w 85"/>
                  <a:gd name="T37" fmla="*/ 5 h 85"/>
                  <a:gd name="T38" fmla="*/ 8 w 85"/>
                  <a:gd name="T39" fmla="*/ 7 h 85"/>
                  <a:gd name="T40" fmla="*/ 16 w 85"/>
                  <a:gd name="T41" fmla="*/ 8 h 85"/>
                  <a:gd name="T42" fmla="*/ 23 w 85"/>
                  <a:gd name="T43" fmla="*/ 9 h 85"/>
                  <a:gd name="T44" fmla="*/ 31 w 85"/>
                  <a:gd name="T45" fmla="*/ 11 h 85"/>
                  <a:gd name="T46" fmla="*/ 38 w 85"/>
                  <a:gd name="T47" fmla="*/ 15 h 85"/>
                  <a:gd name="T48" fmla="*/ 45 w 85"/>
                  <a:gd name="T49" fmla="*/ 20 h 85"/>
                  <a:gd name="T50" fmla="*/ 51 w 85"/>
                  <a:gd name="T51" fmla="*/ 23 h 85"/>
                  <a:gd name="T52" fmla="*/ 56 w 85"/>
                  <a:gd name="T53" fmla="*/ 30 h 85"/>
                  <a:gd name="T54" fmla="*/ 62 w 85"/>
                  <a:gd name="T55" fmla="*/ 34 h 85"/>
                  <a:gd name="T56" fmla="*/ 66 w 85"/>
                  <a:gd name="T57" fmla="*/ 40 h 85"/>
                  <a:gd name="T58" fmla="*/ 71 w 85"/>
                  <a:gd name="T59" fmla="*/ 48 h 85"/>
                  <a:gd name="T60" fmla="*/ 74 w 85"/>
                  <a:gd name="T61" fmla="*/ 55 h 85"/>
                  <a:gd name="T62" fmla="*/ 77 w 85"/>
                  <a:gd name="T63" fmla="*/ 62 h 85"/>
                  <a:gd name="T64" fmla="*/ 78 w 85"/>
                  <a:gd name="T65" fmla="*/ 70 h 85"/>
                  <a:gd name="T66" fmla="*/ 79 w 85"/>
                  <a:gd name="T67" fmla="*/ 78 h 85"/>
                  <a:gd name="T68" fmla="*/ 80 w 85"/>
                  <a:gd name="T69" fmla="*/ 85 h 85"/>
                  <a:gd name="T70" fmla="*/ 80 w 85"/>
                  <a:gd name="T71" fmla="*/ 85 h 85"/>
                  <a:gd name="T72" fmla="*/ 85 w 85"/>
                  <a:gd name="T73" fmla="*/ 85 h 85"/>
                  <a:gd name="T74" fmla="*/ 85 w 85"/>
                  <a:gd name="T75" fmla="*/ 85 h 85"/>
                  <a:gd name="T76" fmla="*/ 85 w 85"/>
                  <a:gd name="T77" fmla="*/ 85 h 8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5"/>
                  <a:gd name="T118" fmla="*/ 0 h 85"/>
                  <a:gd name="T119" fmla="*/ 85 w 85"/>
                  <a:gd name="T120" fmla="*/ 85 h 8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5" h="85">
                    <a:moveTo>
                      <a:pt x="85" y="85"/>
                    </a:moveTo>
                    <a:lnTo>
                      <a:pt x="85" y="85"/>
                    </a:lnTo>
                    <a:lnTo>
                      <a:pt x="85" y="77"/>
                    </a:lnTo>
                    <a:lnTo>
                      <a:pt x="84" y="68"/>
                    </a:lnTo>
                    <a:lnTo>
                      <a:pt x="82" y="60"/>
                    </a:lnTo>
                    <a:lnTo>
                      <a:pt x="79" y="53"/>
                    </a:lnTo>
                    <a:lnTo>
                      <a:pt x="75" y="45"/>
                    </a:lnTo>
                    <a:lnTo>
                      <a:pt x="71" y="38"/>
                    </a:lnTo>
                    <a:lnTo>
                      <a:pt x="66" y="31"/>
                    </a:lnTo>
                    <a:lnTo>
                      <a:pt x="61" y="25"/>
                    </a:lnTo>
                    <a:lnTo>
                      <a:pt x="54" y="20"/>
                    </a:lnTo>
                    <a:lnTo>
                      <a:pt x="48" y="15"/>
                    </a:lnTo>
                    <a:lnTo>
                      <a:pt x="40" y="10"/>
                    </a:lnTo>
                    <a:lnTo>
                      <a:pt x="33" y="7"/>
                    </a:lnTo>
                    <a:lnTo>
                      <a:pt x="26" y="4"/>
                    </a:lnTo>
                    <a:lnTo>
                      <a:pt x="17" y="2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7"/>
                    </a:lnTo>
                    <a:lnTo>
                      <a:pt x="16" y="8"/>
                    </a:lnTo>
                    <a:lnTo>
                      <a:pt x="23" y="9"/>
                    </a:lnTo>
                    <a:lnTo>
                      <a:pt x="31" y="11"/>
                    </a:lnTo>
                    <a:lnTo>
                      <a:pt x="38" y="15"/>
                    </a:lnTo>
                    <a:lnTo>
                      <a:pt x="45" y="20"/>
                    </a:lnTo>
                    <a:lnTo>
                      <a:pt x="51" y="23"/>
                    </a:lnTo>
                    <a:lnTo>
                      <a:pt x="56" y="30"/>
                    </a:lnTo>
                    <a:lnTo>
                      <a:pt x="62" y="34"/>
                    </a:lnTo>
                    <a:lnTo>
                      <a:pt x="66" y="40"/>
                    </a:lnTo>
                    <a:lnTo>
                      <a:pt x="71" y="48"/>
                    </a:lnTo>
                    <a:lnTo>
                      <a:pt x="74" y="55"/>
                    </a:lnTo>
                    <a:lnTo>
                      <a:pt x="77" y="62"/>
                    </a:lnTo>
                    <a:lnTo>
                      <a:pt x="78" y="70"/>
                    </a:lnTo>
                    <a:lnTo>
                      <a:pt x="79" y="78"/>
                    </a:lnTo>
                    <a:lnTo>
                      <a:pt x="80" y="85"/>
                    </a:lnTo>
                    <a:lnTo>
                      <a:pt x="85" y="8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284"/>
              <p:cNvSpPr>
                <a:spLocks/>
              </p:cNvSpPr>
              <p:nvPr/>
            </p:nvSpPr>
            <p:spPr bwMode="auto">
              <a:xfrm>
                <a:off x="1076" y="2209"/>
                <a:ext cx="7" cy="114"/>
              </a:xfrm>
              <a:custGeom>
                <a:avLst/>
                <a:gdLst>
                  <a:gd name="T0" fmla="*/ 5 w 25"/>
                  <a:gd name="T1" fmla="*/ 456 h 456"/>
                  <a:gd name="T2" fmla="*/ 5 w 25"/>
                  <a:gd name="T3" fmla="*/ 456 h 456"/>
                  <a:gd name="T4" fmla="*/ 25 w 25"/>
                  <a:gd name="T5" fmla="*/ 0 h 456"/>
                  <a:gd name="T6" fmla="*/ 20 w 25"/>
                  <a:gd name="T7" fmla="*/ 0 h 456"/>
                  <a:gd name="T8" fmla="*/ 0 w 25"/>
                  <a:gd name="T9" fmla="*/ 456 h 456"/>
                  <a:gd name="T10" fmla="*/ 0 w 25"/>
                  <a:gd name="T11" fmla="*/ 456 h 456"/>
                  <a:gd name="T12" fmla="*/ 0 w 25"/>
                  <a:gd name="T13" fmla="*/ 456 h 456"/>
                  <a:gd name="T14" fmla="*/ 0 w 25"/>
                  <a:gd name="T15" fmla="*/ 456 h 456"/>
                  <a:gd name="T16" fmla="*/ 0 w 25"/>
                  <a:gd name="T17" fmla="*/ 456 h 456"/>
                  <a:gd name="T18" fmla="*/ 5 w 25"/>
                  <a:gd name="T19" fmla="*/ 456 h 4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456"/>
                  <a:gd name="T32" fmla="*/ 25 w 25"/>
                  <a:gd name="T33" fmla="*/ 456 h 4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456">
                    <a:moveTo>
                      <a:pt x="5" y="456"/>
                    </a:moveTo>
                    <a:lnTo>
                      <a:pt x="5" y="456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0" y="456"/>
                    </a:lnTo>
                    <a:lnTo>
                      <a:pt x="5" y="45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Freeform 285"/>
              <p:cNvSpPr>
                <a:spLocks/>
              </p:cNvSpPr>
              <p:nvPr/>
            </p:nvSpPr>
            <p:spPr bwMode="auto">
              <a:xfrm>
                <a:off x="1056" y="2323"/>
                <a:ext cx="21" cy="21"/>
              </a:xfrm>
              <a:custGeom>
                <a:avLst/>
                <a:gdLst>
                  <a:gd name="T0" fmla="*/ 0 w 85"/>
                  <a:gd name="T1" fmla="*/ 85 h 85"/>
                  <a:gd name="T2" fmla="*/ 0 w 85"/>
                  <a:gd name="T3" fmla="*/ 85 h 85"/>
                  <a:gd name="T4" fmla="*/ 9 w 85"/>
                  <a:gd name="T5" fmla="*/ 85 h 85"/>
                  <a:gd name="T6" fmla="*/ 17 w 85"/>
                  <a:gd name="T7" fmla="*/ 84 h 85"/>
                  <a:gd name="T8" fmla="*/ 25 w 85"/>
                  <a:gd name="T9" fmla="*/ 81 h 85"/>
                  <a:gd name="T10" fmla="*/ 34 w 85"/>
                  <a:gd name="T11" fmla="*/ 78 h 85"/>
                  <a:gd name="T12" fmla="*/ 40 w 85"/>
                  <a:gd name="T13" fmla="*/ 74 h 85"/>
                  <a:gd name="T14" fmla="*/ 47 w 85"/>
                  <a:gd name="T15" fmla="*/ 71 h 85"/>
                  <a:gd name="T16" fmla="*/ 54 w 85"/>
                  <a:gd name="T17" fmla="*/ 66 h 85"/>
                  <a:gd name="T18" fmla="*/ 60 w 85"/>
                  <a:gd name="T19" fmla="*/ 60 h 85"/>
                  <a:gd name="T20" fmla="*/ 65 w 85"/>
                  <a:gd name="T21" fmla="*/ 54 h 85"/>
                  <a:gd name="T22" fmla="*/ 70 w 85"/>
                  <a:gd name="T23" fmla="*/ 48 h 85"/>
                  <a:gd name="T24" fmla="*/ 75 w 85"/>
                  <a:gd name="T25" fmla="*/ 40 h 85"/>
                  <a:gd name="T26" fmla="*/ 78 w 85"/>
                  <a:gd name="T27" fmla="*/ 33 h 85"/>
                  <a:gd name="T28" fmla="*/ 81 w 85"/>
                  <a:gd name="T29" fmla="*/ 26 h 85"/>
                  <a:gd name="T30" fmla="*/ 83 w 85"/>
                  <a:gd name="T31" fmla="*/ 17 h 85"/>
                  <a:gd name="T32" fmla="*/ 85 w 85"/>
                  <a:gd name="T33" fmla="*/ 9 h 85"/>
                  <a:gd name="T34" fmla="*/ 85 w 85"/>
                  <a:gd name="T35" fmla="*/ 0 h 85"/>
                  <a:gd name="T36" fmla="*/ 80 w 85"/>
                  <a:gd name="T37" fmla="*/ 0 h 85"/>
                  <a:gd name="T38" fmla="*/ 78 w 85"/>
                  <a:gd name="T39" fmla="*/ 7 h 85"/>
                  <a:gd name="T40" fmla="*/ 77 w 85"/>
                  <a:gd name="T41" fmla="*/ 16 h 85"/>
                  <a:gd name="T42" fmla="*/ 76 w 85"/>
                  <a:gd name="T43" fmla="*/ 23 h 85"/>
                  <a:gd name="T44" fmla="*/ 74 w 85"/>
                  <a:gd name="T45" fmla="*/ 31 h 85"/>
                  <a:gd name="T46" fmla="*/ 70 w 85"/>
                  <a:gd name="T47" fmla="*/ 38 h 85"/>
                  <a:gd name="T48" fmla="*/ 65 w 85"/>
                  <a:gd name="T49" fmla="*/ 44 h 85"/>
                  <a:gd name="T50" fmla="*/ 61 w 85"/>
                  <a:gd name="T51" fmla="*/ 51 h 85"/>
                  <a:gd name="T52" fmla="*/ 55 w 85"/>
                  <a:gd name="T53" fmla="*/ 56 h 85"/>
                  <a:gd name="T54" fmla="*/ 51 w 85"/>
                  <a:gd name="T55" fmla="*/ 62 h 85"/>
                  <a:gd name="T56" fmla="*/ 45 w 85"/>
                  <a:gd name="T57" fmla="*/ 66 h 85"/>
                  <a:gd name="T58" fmla="*/ 37 w 85"/>
                  <a:gd name="T59" fmla="*/ 69 h 85"/>
                  <a:gd name="T60" fmla="*/ 31 w 85"/>
                  <a:gd name="T61" fmla="*/ 73 h 85"/>
                  <a:gd name="T62" fmla="*/ 24 w 85"/>
                  <a:gd name="T63" fmla="*/ 75 h 85"/>
                  <a:gd name="T64" fmla="*/ 15 w 85"/>
                  <a:gd name="T65" fmla="*/ 78 h 85"/>
                  <a:gd name="T66" fmla="*/ 8 w 85"/>
                  <a:gd name="T67" fmla="*/ 79 h 85"/>
                  <a:gd name="T68" fmla="*/ 0 w 85"/>
                  <a:gd name="T69" fmla="*/ 79 h 85"/>
                  <a:gd name="T70" fmla="*/ 0 w 85"/>
                  <a:gd name="T71" fmla="*/ 79 h 85"/>
                  <a:gd name="T72" fmla="*/ 0 w 85"/>
                  <a:gd name="T73" fmla="*/ 79 h 85"/>
                  <a:gd name="T74" fmla="*/ 0 w 85"/>
                  <a:gd name="T75" fmla="*/ 79 h 85"/>
                  <a:gd name="T76" fmla="*/ 0 w 85"/>
                  <a:gd name="T77" fmla="*/ 79 h 85"/>
                  <a:gd name="T78" fmla="*/ 0 w 85"/>
                  <a:gd name="T79" fmla="*/ 85 h 8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5"/>
                  <a:gd name="T121" fmla="*/ 0 h 85"/>
                  <a:gd name="T122" fmla="*/ 85 w 85"/>
                  <a:gd name="T123" fmla="*/ 85 h 8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5" h="85">
                    <a:moveTo>
                      <a:pt x="0" y="85"/>
                    </a:moveTo>
                    <a:lnTo>
                      <a:pt x="0" y="85"/>
                    </a:lnTo>
                    <a:lnTo>
                      <a:pt x="9" y="85"/>
                    </a:lnTo>
                    <a:lnTo>
                      <a:pt x="17" y="84"/>
                    </a:lnTo>
                    <a:lnTo>
                      <a:pt x="25" y="81"/>
                    </a:lnTo>
                    <a:lnTo>
                      <a:pt x="34" y="78"/>
                    </a:lnTo>
                    <a:lnTo>
                      <a:pt x="40" y="74"/>
                    </a:lnTo>
                    <a:lnTo>
                      <a:pt x="47" y="71"/>
                    </a:lnTo>
                    <a:lnTo>
                      <a:pt x="54" y="66"/>
                    </a:lnTo>
                    <a:lnTo>
                      <a:pt x="60" y="60"/>
                    </a:lnTo>
                    <a:lnTo>
                      <a:pt x="65" y="54"/>
                    </a:lnTo>
                    <a:lnTo>
                      <a:pt x="70" y="48"/>
                    </a:lnTo>
                    <a:lnTo>
                      <a:pt x="75" y="40"/>
                    </a:lnTo>
                    <a:lnTo>
                      <a:pt x="78" y="33"/>
                    </a:lnTo>
                    <a:lnTo>
                      <a:pt x="81" y="26"/>
                    </a:lnTo>
                    <a:lnTo>
                      <a:pt x="83" y="17"/>
                    </a:lnTo>
                    <a:lnTo>
                      <a:pt x="85" y="9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8" y="7"/>
                    </a:lnTo>
                    <a:lnTo>
                      <a:pt x="77" y="16"/>
                    </a:lnTo>
                    <a:lnTo>
                      <a:pt x="76" y="23"/>
                    </a:lnTo>
                    <a:lnTo>
                      <a:pt x="74" y="31"/>
                    </a:lnTo>
                    <a:lnTo>
                      <a:pt x="70" y="38"/>
                    </a:lnTo>
                    <a:lnTo>
                      <a:pt x="65" y="44"/>
                    </a:lnTo>
                    <a:lnTo>
                      <a:pt x="61" y="51"/>
                    </a:lnTo>
                    <a:lnTo>
                      <a:pt x="55" y="56"/>
                    </a:lnTo>
                    <a:lnTo>
                      <a:pt x="51" y="62"/>
                    </a:lnTo>
                    <a:lnTo>
                      <a:pt x="45" y="66"/>
                    </a:lnTo>
                    <a:lnTo>
                      <a:pt x="37" y="69"/>
                    </a:lnTo>
                    <a:lnTo>
                      <a:pt x="31" y="73"/>
                    </a:lnTo>
                    <a:lnTo>
                      <a:pt x="24" y="75"/>
                    </a:lnTo>
                    <a:lnTo>
                      <a:pt x="15" y="78"/>
                    </a:lnTo>
                    <a:lnTo>
                      <a:pt x="8" y="79"/>
                    </a:lnTo>
                    <a:lnTo>
                      <a:pt x="0" y="79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286"/>
              <p:cNvSpPr>
                <a:spLocks/>
              </p:cNvSpPr>
              <p:nvPr/>
            </p:nvSpPr>
            <p:spPr bwMode="auto">
              <a:xfrm>
                <a:off x="934" y="2343"/>
                <a:ext cx="122" cy="2"/>
              </a:xfrm>
              <a:custGeom>
                <a:avLst/>
                <a:gdLst>
                  <a:gd name="T0" fmla="*/ 0 w 490"/>
                  <a:gd name="T1" fmla="*/ 10 h 10"/>
                  <a:gd name="T2" fmla="*/ 0 w 490"/>
                  <a:gd name="T3" fmla="*/ 10 h 10"/>
                  <a:gd name="T4" fmla="*/ 490 w 490"/>
                  <a:gd name="T5" fmla="*/ 6 h 10"/>
                  <a:gd name="T6" fmla="*/ 490 w 490"/>
                  <a:gd name="T7" fmla="*/ 0 h 10"/>
                  <a:gd name="T8" fmla="*/ 0 w 490"/>
                  <a:gd name="T9" fmla="*/ 4 h 10"/>
                  <a:gd name="T10" fmla="*/ 0 w 490"/>
                  <a:gd name="T11" fmla="*/ 4 h 10"/>
                  <a:gd name="T12" fmla="*/ 0 w 490"/>
                  <a:gd name="T13" fmla="*/ 10 h 10"/>
                  <a:gd name="T14" fmla="*/ 0 w 490"/>
                  <a:gd name="T15" fmla="*/ 10 h 10"/>
                  <a:gd name="T16" fmla="*/ 0 w 490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0"/>
                  <a:gd name="T28" fmla="*/ 0 h 10"/>
                  <a:gd name="T29" fmla="*/ 490 w 49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0" h="10">
                    <a:moveTo>
                      <a:pt x="0" y="10"/>
                    </a:moveTo>
                    <a:lnTo>
                      <a:pt x="0" y="10"/>
                    </a:lnTo>
                    <a:lnTo>
                      <a:pt x="490" y="6"/>
                    </a:lnTo>
                    <a:lnTo>
                      <a:pt x="490" y="0"/>
                    </a:lnTo>
                    <a:lnTo>
                      <a:pt x="0" y="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Freeform 287"/>
              <p:cNvSpPr>
                <a:spLocks/>
              </p:cNvSpPr>
              <p:nvPr/>
            </p:nvSpPr>
            <p:spPr bwMode="auto">
              <a:xfrm>
                <a:off x="913" y="2191"/>
                <a:ext cx="175" cy="156"/>
              </a:xfrm>
              <a:custGeom>
                <a:avLst/>
                <a:gdLst>
                  <a:gd name="T0" fmla="*/ 97 w 699"/>
                  <a:gd name="T1" fmla="*/ 623 h 623"/>
                  <a:gd name="T2" fmla="*/ 81 w 699"/>
                  <a:gd name="T3" fmla="*/ 620 h 623"/>
                  <a:gd name="T4" fmla="*/ 67 w 699"/>
                  <a:gd name="T5" fmla="*/ 614 h 623"/>
                  <a:gd name="T6" fmla="*/ 53 w 699"/>
                  <a:gd name="T7" fmla="*/ 604 h 623"/>
                  <a:gd name="T8" fmla="*/ 41 w 699"/>
                  <a:gd name="T9" fmla="*/ 593 h 623"/>
                  <a:gd name="T10" fmla="*/ 33 w 699"/>
                  <a:gd name="T11" fmla="*/ 580 h 623"/>
                  <a:gd name="T12" fmla="*/ 27 w 699"/>
                  <a:gd name="T13" fmla="*/ 565 h 623"/>
                  <a:gd name="T14" fmla="*/ 23 w 699"/>
                  <a:gd name="T15" fmla="*/ 549 h 623"/>
                  <a:gd name="T16" fmla="*/ 0 w 699"/>
                  <a:gd name="T17" fmla="*/ 82 h 623"/>
                  <a:gd name="T18" fmla="*/ 1 w 699"/>
                  <a:gd name="T19" fmla="*/ 65 h 623"/>
                  <a:gd name="T20" fmla="*/ 6 w 699"/>
                  <a:gd name="T21" fmla="*/ 50 h 623"/>
                  <a:gd name="T22" fmla="*/ 13 w 699"/>
                  <a:gd name="T23" fmla="*/ 36 h 623"/>
                  <a:gd name="T24" fmla="*/ 24 w 699"/>
                  <a:gd name="T25" fmla="*/ 24 h 623"/>
                  <a:gd name="T26" fmla="*/ 36 w 699"/>
                  <a:gd name="T27" fmla="*/ 13 h 623"/>
                  <a:gd name="T28" fmla="*/ 50 w 699"/>
                  <a:gd name="T29" fmla="*/ 6 h 623"/>
                  <a:gd name="T30" fmla="*/ 66 w 699"/>
                  <a:gd name="T31" fmla="*/ 1 h 623"/>
                  <a:gd name="T32" fmla="*/ 83 w 699"/>
                  <a:gd name="T33" fmla="*/ 0 h 623"/>
                  <a:gd name="T34" fmla="*/ 625 w 699"/>
                  <a:gd name="T35" fmla="*/ 0 h 623"/>
                  <a:gd name="T36" fmla="*/ 641 w 699"/>
                  <a:gd name="T37" fmla="*/ 4 h 623"/>
                  <a:gd name="T38" fmla="*/ 656 w 699"/>
                  <a:gd name="T39" fmla="*/ 10 h 623"/>
                  <a:gd name="T40" fmla="*/ 668 w 699"/>
                  <a:gd name="T41" fmla="*/ 18 h 623"/>
                  <a:gd name="T42" fmla="*/ 681 w 699"/>
                  <a:gd name="T43" fmla="*/ 29 h 623"/>
                  <a:gd name="T44" fmla="*/ 689 w 699"/>
                  <a:gd name="T45" fmla="*/ 42 h 623"/>
                  <a:gd name="T46" fmla="*/ 695 w 699"/>
                  <a:gd name="T47" fmla="*/ 57 h 623"/>
                  <a:gd name="T48" fmla="*/ 699 w 699"/>
                  <a:gd name="T49" fmla="*/ 74 h 623"/>
                  <a:gd name="T50" fmla="*/ 678 w 699"/>
                  <a:gd name="T51" fmla="*/ 537 h 623"/>
                  <a:gd name="T52" fmla="*/ 677 w 699"/>
                  <a:gd name="T53" fmla="*/ 554 h 623"/>
                  <a:gd name="T54" fmla="*/ 672 w 699"/>
                  <a:gd name="T55" fmla="*/ 570 h 623"/>
                  <a:gd name="T56" fmla="*/ 665 w 699"/>
                  <a:gd name="T57" fmla="*/ 583 h 623"/>
                  <a:gd name="T58" fmla="*/ 654 w 699"/>
                  <a:gd name="T59" fmla="*/ 595 h 623"/>
                  <a:gd name="T60" fmla="*/ 642 w 699"/>
                  <a:gd name="T61" fmla="*/ 606 h 623"/>
                  <a:gd name="T62" fmla="*/ 628 w 699"/>
                  <a:gd name="T63" fmla="*/ 614 h 623"/>
                  <a:gd name="T64" fmla="*/ 613 w 699"/>
                  <a:gd name="T65" fmla="*/ 618 h 623"/>
                  <a:gd name="T66" fmla="*/ 596 w 699"/>
                  <a:gd name="T67" fmla="*/ 620 h 6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9"/>
                  <a:gd name="T103" fmla="*/ 0 h 623"/>
                  <a:gd name="T104" fmla="*/ 699 w 699"/>
                  <a:gd name="T105" fmla="*/ 623 h 62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9" h="623">
                    <a:moveTo>
                      <a:pt x="106" y="623"/>
                    </a:moveTo>
                    <a:lnTo>
                      <a:pt x="97" y="623"/>
                    </a:lnTo>
                    <a:lnTo>
                      <a:pt x="89" y="622"/>
                    </a:lnTo>
                    <a:lnTo>
                      <a:pt x="81" y="620"/>
                    </a:lnTo>
                    <a:lnTo>
                      <a:pt x="73" y="617"/>
                    </a:lnTo>
                    <a:lnTo>
                      <a:pt x="67" y="614"/>
                    </a:lnTo>
                    <a:lnTo>
                      <a:pt x="60" y="609"/>
                    </a:lnTo>
                    <a:lnTo>
                      <a:pt x="53" y="604"/>
                    </a:lnTo>
                    <a:lnTo>
                      <a:pt x="47" y="599"/>
                    </a:lnTo>
                    <a:lnTo>
                      <a:pt x="41" y="593"/>
                    </a:lnTo>
                    <a:lnTo>
                      <a:pt x="38" y="587"/>
                    </a:lnTo>
                    <a:lnTo>
                      <a:pt x="33" y="580"/>
                    </a:lnTo>
                    <a:lnTo>
                      <a:pt x="29" y="572"/>
                    </a:lnTo>
                    <a:lnTo>
                      <a:pt x="27" y="565"/>
                    </a:lnTo>
                    <a:lnTo>
                      <a:pt x="24" y="557"/>
                    </a:lnTo>
                    <a:lnTo>
                      <a:pt x="23" y="549"/>
                    </a:lnTo>
                    <a:lnTo>
                      <a:pt x="23" y="541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" y="65"/>
                    </a:lnTo>
                    <a:lnTo>
                      <a:pt x="4" y="57"/>
                    </a:lnTo>
                    <a:lnTo>
                      <a:pt x="6" y="50"/>
                    </a:lnTo>
                    <a:lnTo>
                      <a:pt x="10" y="42"/>
                    </a:lnTo>
                    <a:lnTo>
                      <a:pt x="13" y="36"/>
                    </a:lnTo>
                    <a:lnTo>
                      <a:pt x="18" y="29"/>
                    </a:lnTo>
                    <a:lnTo>
                      <a:pt x="24" y="24"/>
                    </a:lnTo>
                    <a:lnTo>
                      <a:pt x="30" y="18"/>
                    </a:lnTo>
                    <a:lnTo>
                      <a:pt x="36" y="13"/>
                    </a:lnTo>
                    <a:lnTo>
                      <a:pt x="43" y="10"/>
                    </a:lnTo>
                    <a:lnTo>
                      <a:pt x="50" y="6"/>
                    </a:lnTo>
                    <a:lnTo>
                      <a:pt x="58" y="4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616" y="0"/>
                    </a:lnTo>
                    <a:lnTo>
                      <a:pt x="625" y="0"/>
                    </a:lnTo>
                    <a:lnTo>
                      <a:pt x="633" y="1"/>
                    </a:lnTo>
                    <a:lnTo>
                      <a:pt x="641" y="4"/>
                    </a:lnTo>
                    <a:lnTo>
                      <a:pt x="649" y="6"/>
                    </a:lnTo>
                    <a:lnTo>
                      <a:pt x="656" y="10"/>
                    </a:lnTo>
                    <a:lnTo>
                      <a:pt x="662" y="13"/>
                    </a:lnTo>
                    <a:lnTo>
                      <a:pt x="668" y="18"/>
                    </a:lnTo>
                    <a:lnTo>
                      <a:pt x="675" y="24"/>
                    </a:lnTo>
                    <a:lnTo>
                      <a:pt x="681" y="29"/>
                    </a:lnTo>
                    <a:lnTo>
                      <a:pt x="685" y="36"/>
                    </a:lnTo>
                    <a:lnTo>
                      <a:pt x="689" y="42"/>
                    </a:lnTo>
                    <a:lnTo>
                      <a:pt x="693" y="50"/>
                    </a:lnTo>
                    <a:lnTo>
                      <a:pt x="695" y="57"/>
                    </a:lnTo>
                    <a:lnTo>
                      <a:pt x="698" y="65"/>
                    </a:lnTo>
                    <a:lnTo>
                      <a:pt x="699" y="74"/>
                    </a:lnTo>
                    <a:lnTo>
                      <a:pt x="699" y="82"/>
                    </a:lnTo>
                    <a:lnTo>
                      <a:pt x="678" y="537"/>
                    </a:lnTo>
                    <a:lnTo>
                      <a:pt x="678" y="546"/>
                    </a:lnTo>
                    <a:lnTo>
                      <a:pt x="677" y="554"/>
                    </a:lnTo>
                    <a:lnTo>
                      <a:pt x="675" y="563"/>
                    </a:lnTo>
                    <a:lnTo>
                      <a:pt x="672" y="570"/>
                    </a:lnTo>
                    <a:lnTo>
                      <a:pt x="668" y="577"/>
                    </a:lnTo>
                    <a:lnTo>
                      <a:pt x="665" y="583"/>
                    </a:lnTo>
                    <a:lnTo>
                      <a:pt x="660" y="590"/>
                    </a:lnTo>
                    <a:lnTo>
                      <a:pt x="654" y="595"/>
                    </a:lnTo>
                    <a:lnTo>
                      <a:pt x="648" y="601"/>
                    </a:lnTo>
                    <a:lnTo>
                      <a:pt x="642" y="606"/>
                    </a:lnTo>
                    <a:lnTo>
                      <a:pt x="636" y="610"/>
                    </a:lnTo>
                    <a:lnTo>
                      <a:pt x="628" y="614"/>
                    </a:lnTo>
                    <a:lnTo>
                      <a:pt x="620" y="616"/>
                    </a:lnTo>
                    <a:lnTo>
                      <a:pt x="613" y="618"/>
                    </a:lnTo>
                    <a:lnTo>
                      <a:pt x="604" y="620"/>
                    </a:lnTo>
                    <a:lnTo>
                      <a:pt x="596" y="620"/>
                    </a:lnTo>
                    <a:lnTo>
                      <a:pt x="106" y="623"/>
                    </a:lnTo>
                    <a:close/>
                  </a:path>
                </a:pathLst>
              </a:custGeom>
              <a:solidFill>
                <a:srgbClr val="FF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Freeform 288"/>
              <p:cNvSpPr>
                <a:spLocks/>
              </p:cNvSpPr>
              <p:nvPr/>
            </p:nvSpPr>
            <p:spPr bwMode="auto">
              <a:xfrm>
                <a:off x="918" y="2326"/>
                <a:ext cx="21" cy="22"/>
              </a:xfrm>
              <a:custGeom>
                <a:avLst/>
                <a:gdLst>
                  <a:gd name="T0" fmla="*/ 0 w 85"/>
                  <a:gd name="T1" fmla="*/ 0 h 85"/>
                  <a:gd name="T2" fmla="*/ 0 w 85"/>
                  <a:gd name="T3" fmla="*/ 0 h 85"/>
                  <a:gd name="T4" fmla="*/ 0 w 85"/>
                  <a:gd name="T5" fmla="*/ 8 h 85"/>
                  <a:gd name="T6" fmla="*/ 1 w 85"/>
                  <a:gd name="T7" fmla="*/ 17 h 85"/>
                  <a:gd name="T8" fmla="*/ 3 w 85"/>
                  <a:gd name="T9" fmla="*/ 25 h 85"/>
                  <a:gd name="T10" fmla="*/ 6 w 85"/>
                  <a:gd name="T11" fmla="*/ 33 h 85"/>
                  <a:gd name="T12" fmla="*/ 9 w 85"/>
                  <a:gd name="T13" fmla="*/ 40 h 85"/>
                  <a:gd name="T14" fmla="*/ 14 w 85"/>
                  <a:gd name="T15" fmla="*/ 47 h 85"/>
                  <a:gd name="T16" fmla="*/ 19 w 85"/>
                  <a:gd name="T17" fmla="*/ 53 h 85"/>
                  <a:gd name="T18" fmla="*/ 24 w 85"/>
                  <a:gd name="T19" fmla="*/ 60 h 85"/>
                  <a:gd name="T20" fmla="*/ 30 w 85"/>
                  <a:gd name="T21" fmla="*/ 65 h 85"/>
                  <a:gd name="T22" fmla="*/ 37 w 85"/>
                  <a:gd name="T23" fmla="*/ 70 h 85"/>
                  <a:gd name="T24" fmla="*/ 45 w 85"/>
                  <a:gd name="T25" fmla="*/ 75 h 85"/>
                  <a:gd name="T26" fmla="*/ 51 w 85"/>
                  <a:gd name="T27" fmla="*/ 79 h 85"/>
                  <a:gd name="T28" fmla="*/ 59 w 85"/>
                  <a:gd name="T29" fmla="*/ 81 h 85"/>
                  <a:gd name="T30" fmla="*/ 68 w 85"/>
                  <a:gd name="T31" fmla="*/ 83 h 85"/>
                  <a:gd name="T32" fmla="*/ 76 w 85"/>
                  <a:gd name="T33" fmla="*/ 85 h 85"/>
                  <a:gd name="T34" fmla="*/ 85 w 85"/>
                  <a:gd name="T35" fmla="*/ 85 h 85"/>
                  <a:gd name="T36" fmla="*/ 85 w 85"/>
                  <a:gd name="T37" fmla="*/ 80 h 85"/>
                  <a:gd name="T38" fmla="*/ 76 w 85"/>
                  <a:gd name="T39" fmla="*/ 79 h 85"/>
                  <a:gd name="T40" fmla="*/ 69 w 85"/>
                  <a:gd name="T41" fmla="*/ 77 h 85"/>
                  <a:gd name="T42" fmla="*/ 60 w 85"/>
                  <a:gd name="T43" fmla="*/ 76 h 85"/>
                  <a:gd name="T44" fmla="*/ 53 w 85"/>
                  <a:gd name="T45" fmla="*/ 74 h 85"/>
                  <a:gd name="T46" fmla="*/ 47 w 85"/>
                  <a:gd name="T47" fmla="*/ 70 h 85"/>
                  <a:gd name="T48" fmla="*/ 40 w 85"/>
                  <a:gd name="T49" fmla="*/ 65 h 85"/>
                  <a:gd name="T50" fmla="*/ 34 w 85"/>
                  <a:gd name="T51" fmla="*/ 62 h 85"/>
                  <a:gd name="T52" fmla="*/ 29 w 85"/>
                  <a:gd name="T53" fmla="*/ 56 h 85"/>
                  <a:gd name="T54" fmla="*/ 23 w 85"/>
                  <a:gd name="T55" fmla="*/ 51 h 85"/>
                  <a:gd name="T56" fmla="*/ 19 w 85"/>
                  <a:gd name="T57" fmla="*/ 45 h 85"/>
                  <a:gd name="T58" fmla="*/ 14 w 85"/>
                  <a:gd name="T59" fmla="*/ 37 h 85"/>
                  <a:gd name="T60" fmla="*/ 11 w 85"/>
                  <a:gd name="T61" fmla="*/ 30 h 85"/>
                  <a:gd name="T62" fmla="*/ 8 w 85"/>
                  <a:gd name="T63" fmla="*/ 23 h 85"/>
                  <a:gd name="T64" fmla="*/ 7 w 85"/>
                  <a:gd name="T65" fmla="*/ 16 h 85"/>
                  <a:gd name="T66" fmla="*/ 6 w 85"/>
                  <a:gd name="T67" fmla="*/ 7 h 85"/>
                  <a:gd name="T68" fmla="*/ 5 w 85"/>
                  <a:gd name="T69" fmla="*/ 0 h 85"/>
                  <a:gd name="T70" fmla="*/ 5 w 85"/>
                  <a:gd name="T71" fmla="*/ 0 h 85"/>
                  <a:gd name="T72" fmla="*/ 5 w 85"/>
                  <a:gd name="T73" fmla="*/ 0 h 85"/>
                  <a:gd name="T74" fmla="*/ 5 w 85"/>
                  <a:gd name="T75" fmla="*/ 0 h 85"/>
                  <a:gd name="T76" fmla="*/ 5 w 85"/>
                  <a:gd name="T77" fmla="*/ 0 h 85"/>
                  <a:gd name="T78" fmla="*/ 0 w 85"/>
                  <a:gd name="T79" fmla="*/ 0 h 8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5"/>
                  <a:gd name="T121" fmla="*/ 0 h 85"/>
                  <a:gd name="T122" fmla="*/ 85 w 85"/>
                  <a:gd name="T123" fmla="*/ 85 h 8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5" h="85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1" y="17"/>
                    </a:lnTo>
                    <a:lnTo>
                      <a:pt x="3" y="25"/>
                    </a:lnTo>
                    <a:lnTo>
                      <a:pt x="6" y="33"/>
                    </a:lnTo>
                    <a:lnTo>
                      <a:pt x="9" y="40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4" y="60"/>
                    </a:lnTo>
                    <a:lnTo>
                      <a:pt x="30" y="65"/>
                    </a:lnTo>
                    <a:lnTo>
                      <a:pt x="37" y="70"/>
                    </a:lnTo>
                    <a:lnTo>
                      <a:pt x="45" y="75"/>
                    </a:lnTo>
                    <a:lnTo>
                      <a:pt x="51" y="79"/>
                    </a:lnTo>
                    <a:lnTo>
                      <a:pt x="59" y="81"/>
                    </a:lnTo>
                    <a:lnTo>
                      <a:pt x="68" y="83"/>
                    </a:lnTo>
                    <a:lnTo>
                      <a:pt x="76" y="85"/>
                    </a:lnTo>
                    <a:lnTo>
                      <a:pt x="85" y="85"/>
                    </a:lnTo>
                    <a:lnTo>
                      <a:pt x="85" y="80"/>
                    </a:lnTo>
                    <a:lnTo>
                      <a:pt x="76" y="79"/>
                    </a:lnTo>
                    <a:lnTo>
                      <a:pt x="69" y="77"/>
                    </a:lnTo>
                    <a:lnTo>
                      <a:pt x="60" y="76"/>
                    </a:lnTo>
                    <a:lnTo>
                      <a:pt x="53" y="74"/>
                    </a:lnTo>
                    <a:lnTo>
                      <a:pt x="47" y="70"/>
                    </a:lnTo>
                    <a:lnTo>
                      <a:pt x="40" y="65"/>
                    </a:lnTo>
                    <a:lnTo>
                      <a:pt x="34" y="62"/>
                    </a:lnTo>
                    <a:lnTo>
                      <a:pt x="29" y="56"/>
                    </a:lnTo>
                    <a:lnTo>
                      <a:pt x="23" y="51"/>
                    </a:lnTo>
                    <a:lnTo>
                      <a:pt x="19" y="45"/>
                    </a:lnTo>
                    <a:lnTo>
                      <a:pt x="14" y="37"/>
                    </a:lnTo>
                    <a:lnTo>
                      <a:pt x="11" y="30"/>
                    </a:lnTo>
                    <a:lnTo>
                      <a:pt x="8" y="23"/>
                    </a:lnTo>
                    <a:lnTo>
                      <a:pt x="7" y="16"/>
                    </a:lnTo>
                    <a:lnTo>
                      <a:pt x="6" y="7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289"/>
              <p:cNvSpPr>
                <a:spLocks/>
              </p:cNvSpPr>
              <p:nvPr/>
            </p:nvSpPr>
            <p:spPr bwMode="auto">
              <a:xfrm>
                <a:off x="912" y="2212"/>
                <a:ext cx="7" cy="114"/>
              </a:xfrm>
              <a:custGeom>
                <a:avLst/>
                <a:gdLst>
                  <a:gd name="T0" fmla="*/ 0 w 30"/>
                  <a:gd name="T1" fmla="*/ 0 h 459"/>
                  <a:gd name="T2" fmla="*/ 0 w 30"/>
                  <a:gd name="T3" fmla="*/ 0 h 459"/>
                  <a:gd name="T4" fmla="*/ 25 w 30"/>
                  <a:gd name="T5" fmla="*/ 459 h 459"/>
                  <a:gd name="T6" fmla="*/ 30 w 30"/>
                  <a:gd name="T7" fmla="*/ 459 h 459"/>
                  <a:gd name="T8" fmla="*/ 7 w 30"/>
                  <a:gd name="T9" fmla="*/ 0 h 459"/>
                  <a:gd name="T10" fmla="*/ 7 w 30"/>
                  <a:gd name="T11" fmla="*/ 0 h 459"/>
                  <a:gd name="T12" fmla="*/ 0 w 30"/>
                  <a:gd name="T13" fmla="*/ 0 h 459"/>
                  <a:gd name="T14" fmla="*/ 0 w 30"/>
                  <a:gd name="T15" fmla="*/ 0 h 459"/>
                  <a:gd name="T16" fmla="*/ 0 w 30"/>
                  <a:gd name="T17" fmla="*/ 0 h 4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459"/>
                  <a:gd name="T29" fmla="*/ 30 w 30"/>
                  <a:gd name="T30" fmla="*/ 459 h 4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459">
                    <a:moveTo>
                      <a:pt x="0" y="0"/>
                    </a:moveTo>
                    <a:lnTo>
                      <a:pt x="0" y="0"/>
                    </a:lnTo>
                    <a:lnTo>
                      <a:pt x="25" y="459"/>
                    </a:lnTo>
                    <a:lnTo>
                      <a:pt x="30" y="459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Freeform 290"/>
              <p:cNvSpPr>
                <a:spLocks/>
              </p:cNvSpPr>
              <p:nvPr/>
            </p:nvSpPr>
            <p:spPr bwMode="auto">
              <a:xfrm>
                <a:off x="912" y="2190"/>
                <a:ext cx="22" cy="22"/>
              </a:xfrm>
              <a:custGeom>
                <a:avLst/>
                <a:gdLst>
                  <a:gd name="T0" fmla="*/ 87 w 87"/>
                  <a:gd name="T1" fmla="*/ 0 h 86"/>
                  <a:gd name="T2" fmla="*/ 87 w 87"/>
                  <a:gd name="T3" fmla="*/ 0 h 86"/>
                  <a:gd name="T4" fmla="*/ 78 w 87"/>
                  <a:gd name="T5" fmla="*/ 2 h 86"/>
                  <a:gd name="T6" fmla="*/ 70 w 87"/>
                  <a:gd name="T7" fmla="*/ 3 h 86"/>
                  <a:gd name="T8" fmla="*/ 61 w 87"/>
                  <a:gd name="T9" fmla="*/ 4 h 86"/>
                  <a:gd name="T10" fmla="*/ 53 w 87"/>
                  <a:gd name="T11" fmla="*/ 8 h 86"/>
                  <a:gd name="T12" fmla="*/ 45 w 87"/>
                  <a:gd name="T13" fmla="*/ 11 h 86"/>
                  <a:gd name="T14" fmla="*/ 38 w 87"/>
                  <a:gd name="T15" fmla="*/ 15 h 86"/>
                  <a:gd name="T16" fmla="*/ 32 w 87"/>
                  <a:gd name="T17" fmla="*/ 20 h 86"/>
                  <a:gd name="T18" fmla="*/ 26 w 87"/>
                  <a:gd name="T19" fmla="*/ 26 h 86"/>
                  <a:gd name="T20" fmla="*/ 21 w 87"/>
                  <a:gd name="T21" fmla="*/ 32 h 86"/>
                  <a:gd name="T22" fmla="*/ 15 w 87"/>
                  <a:gd name="T23" fmla="*/ 38 h 86"/>
                  <a:gd name="T24" fmla="*/ 11 w 87"/>
                  <a:gd name="T25" fmla="*/ 45 h 86"/>
                  <a:gd name="T26" fmla="*/ 8 w 87"/>
                  <a:gd name="T27" fmla="*/ 52 h 86"/>
                  <a:gd name="T28" fmla="*/ 4 w 87"/>
                  <a:gd name="T29" fmla="*/ 61 h 86"/>
                  <a:gd name="T30" fmla="*/ 3 w 87"/>
                  <a:gd name="T31" fmla="*/ 69 h 86"/>
                  <a:gd name="T32" fmla="*/ 2 w 87"/>
                  <a:gd name="T33" fmla="*/ 77 h 86"/>
                  <a:gd name="T34" fmla="*/ 0 w 87"/>
                  <a:gd name="T35" fmla="*/ 86 h 86"/>
                  <a:gd name="T36" fmla="*/ 7 w 87"/>
                  <a:gd name="T37" fmla="*/ 86 h 86"/>
                  <a:gd name="T38" fmla="*/ 7 w 87"/>
                  <a:gd name="T39" fmla="*/ 78 h 86"/>
                  <a:gd name="T40" fmla="*/ 8 w 87"/>
                  <a:gd name="T41" fmla="*/ 69 h 86"/>
                  <a:gd name="T42" fmla="*/ 10 w 87"/>
                  <a:gd name="T43" fmla="*/ 62 h 86"/>
                  <a:gd name="T44" fmla="*/ 13 w 87"/>
                  <a:gd name="T45" fmla="*/ 55 h 86"/>
                  <a:gd name="T46" fmla="*/ 16 w 87"/>
                  <a:gd name="T47" fmla="*/ 48 h 86"/>
                  <a:gd name="T48" fmla="*/ 20 w 87"/>
                  <a:gd name="T49" fmla="*/ 42 h 86"/>
                  <a:gd name="T50" fmla="*/ 25 w 87"/>
                  <a:gd name="T51" fmla="*/ 36 h 86"/>
                  <a:gd name="T52" fmla="*/ 30 w 87"/>
                  <a:gd name="T53" fmla="*/ 29 h 86"/>
                  <a:gd name="T54" fmla="*/ 36 w 87"/>
                  <a:gd name="T55" fmla="*/ 25 h 86"/>
                  <a:gd name="T56" fmla="*/ 42 w 87"/>
                  <a:gd name="T57" fmla="*/ 20 h 86"/>
                  <a:gd name="T58" fmla="*/ 48 w 87"/>
                  <a:gd name="T59" fmla="*/ 16 h 86"/>
                  <a:gd name="T60" fmla="*/ 55 w 87"/>
                  <a:gd name="T61" fmla="*/ 12 h 86"/>
                  <a:gd name="T62" fmla="*/ 62 w 87"/>
                  <a:gd name="T63" fmla="*/ 10 h 86"/>
                  <a:gd name="T64" fmla="*/ 71 w 87"/>
                  <a:gd name="T65" fmla="*/ 8 h 86"/>
                  <a:gd name="T66" fmla="*/ 78 w 87"/>
                  <a:gd name="T67" fmla="*/ 6 h 86"/>
                  <a:gd name="T68" fmla="*/ 87 w 87"/>
                  <a:gd name="T69" fmla="*/ 6 h 86"/>
                  <a:gd name="T70" fmla="*/ 87 w 87"/>
                  <a:gd name="T71" fmla="*/ 6 h 86"/>
                  <a:gd name="T72" fmla="*/ 87 w 87"/>
                  <a:gd name="T73" fmla="*/ 0 h 8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7"/>
                  <a:gd name="T112" fmla="*/ 0 h 86"/>
                  <a:gd name="T113" fmla="*/ 87 w 87"/>
                  <a:gd name="T114" fmla="*/ 86 h 8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7" h="86">
                    <a:moveTo>
                      <a:pt x="87" y="0"/>
                    </a:moveTo>
                    <a:lnTo>
                      <a:pt x="87" y="0"/>
                    </a:lnTo>
                    <a:lnTo>
                      <a:pt x="78" y="2"/>
                    </a:lnTo>
                    <a:lnTo>
                      <a:pt x="70" y="3"/>
                    </a:lnTo>
                    <a:lnTo>
                      <a:pt x="61" y="4"/>
                    </a:lnTo>
                    <a:lnTo>
                      <a:pt x="53" y="8"/>
                    </a:lnTo>
                    <a:lnTo>
                      <a:pt x="45" y="11"/>
                    </a:lnTo>
                    <a:lnTo>
                      <a:pt x="38" y="15"/>
                    </a:lnTo>
                    <a:lnTo>
                      <a:pt x="32" y="20"/>
                    </a:lnTo>
                    <a:lnTo>
                      <a:pt x="26" y="26"/>
                    </a:lnTo>
                    <a:lnTo>
                      <a:pt x="21" y="32"/>
                    </a:lnTo>
                    <a:lnTo>
                      <a:pt x="15" y="38"/>
                    </a:lnTo>
                    <a:lnTo>
                      <a:pt x="11" y="45"/>
                    </a:lnTo>
                    <a:lnTo>
                      <a:pt x="8" y="52"/>
                    </a:lnTo>
                    <a:lnTo>
                      <a:pt x="4" y="61"/>
                    </a:lnTo>
                    <a:lnTo>
                      <a:pt x="3" y="69"/>
                    </a:lnTo>
                    <a:lnTo>
                      <a:pt x="2" y="77"/>
                    </a:lnTo>
                    <a:lnTo>
                      <a:pt x="0" y="86"/>
                    </a:lnTo>
                    <a:lnTo>
                      <a:pt x="7" y="86"/>
                    </a:lnTo>
                    <a:lnTo>
                      <a:pt x="7" y="78"/>
                    </a:lnTo>
                    <a:lnTo>
                      <a:pt x="8" y="69"/>
                    </a:lnTo>
                    <a:lnTo>
                      <a:pt x="10" y="62"/>
                    </a:lnTo>
                    <a:lnTo>
                      <a:pt x="13" y="55"/>
                    </a:lnTo>
                    <a:lnTo>
                      <a:pt x="16" y="48"/>
                    </a:lnTo>
                    <a:lnTo>
                      <a:pt x="20" y="42"/>
                    </a:lnTo>
                    <a:lnTo>
                      <a:pt x="25" y="36"/>
                    </a:lnTo>
                    <a:lnTo>
                      <a:pt x="30" y="29"/>
                    </a:lnTo>
                    <a:lnTo>
                      <a:pt x="36" y="25"/>
                    </a:lnTo>
                    <a:lnTo>
                      <a:pt x="42" y="20"/>
                    </a:lnTo>
                    <a:lnTo>
                      <a:pt x="48" y="16"/>
                    </a:lnTo>
                    <a:lnTo>
                      <a:pt x="55" y="12"/>
                    </a:lnTo>
                    <a:lnTo>
                      <a:pt x="62" y="10"/>
                    </a:lnTo>
                    <a:lnTo>
                      <a:pt x="71" y="8"/>
                    </a:lnTo>
                    <a:lnTo>
                      <a:pt x="78" y="6"/>
                    </a:lnTo>
                    <a:lnTo>
                      <a:pt x="87" y="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291"/>
              <p:cNvSpPr>
                <a:spLocks/>
              </p:cNvSpPr>
              <p:nvPr/>
            </p:nvSpPr>
            <p:spPr bwMode="auto">
              <a:xfrm>
                <a:off x="934" y="2190"/>
                <a:ext cx="133" cy="2"/>
              </a:xfrm>
              <a:custGeom>
                <a:avLst/>
                <a:gdLst>
                  <a:gd name="T0" fmla="*/ 533 w 533"/>
                  <a:gd name="T1" fmla="*/ 0 h 6"/>
                  <a:gd name="T2" fmla="*/ 533 w 533"/>
                  <a:gd name="T3" fmla="*/ 0 h 6"/>
                  <a:gd name="T4" fmla="*/ 0 w 533"/>
                  <a:gd name="T5" fmla="*/ 0 h 6"/>
                  <a:gd name="T6" fmla="*/ 0 w 533"/>
                  <a:gd name="T7" fmla="*/ 6 h 6"/>
                  <a:gd name="T8" fmla="*/ 533 w 533"/>
                  <a:gd name="T9" fmla="*/ 6 h 6"/>
                  <a:gd name="T10" fmla="*/ 533 w 533"/>
                  <a:gd name="T11" fmla="*/ 6 h 6"/>
                  <a:gd name="T12" fmla="*/ 533 w 533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33"/>
                  <a:gd name="T22" fmla="*/ 0 h 6"/>
                  <a:gd name="T23" fmla="*/ 533 w 533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33" h="6">
                    <a:moveTo>
                      <a:pt x="533" y="0"/>
                    </a:moveTo>
                    <a:lnTo>
                      <a:pt x="533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533" y="6"/>
                    </a:lnTo>
                    <a:lnTo>
                      <a:pt x="5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292"/>
              <p:cNvSpPr>
                <a:spLocks/>
              </p:cNvSpPr>
              <p:nvPr/>
            </p:nvSpPr>
            <p:spPr bwMode="auto">
              <a:xfrm>
                <a:off x="1067" y="2190"/>
                <a:ext cx="22" cy="22"/>
              </a:xfrm>
              <a:custGeom>
                <a:avLst/>
                <a:gdLst>
                  <a:gd name="T0" fmla="*/ 86 w 86"/>
                  <a:gd name="T1" fmla="*/ 86 h 86"/>
                  <a:gd name="T2" fmla="*/ 86 w 86"/>
                  <a:gd name="T3" fmla="*/ 86 h 86"/>
                  <a:gd name="T4" fmla="*/ 85 w 86"/>
                  <a:gd name="T5" fmla="*/ 77 h 86"/>
                  <a:gd name="T6" fmla="*/ 84 w 86"/>
                  <a:gd name="T7" fmla="*/ 69 h 86"/>
                  <a:gd name="T8" fmla="*/ 83 w 86"/>
                  <a:gd name="T9" fmla="*/ 61 h 86"/>
                  <a:gd name="T10" fmla="*/ 79 w 86"/>
                  <a:gd name="T11" fmla="*/ 52 h 86"/>
                  <a:gd name="T12" fmla="*/ 76 w 86"/>
                  <a:gd name="T13" fmla="*/ 45 h 86"/>
                  <a:gd name="T14" fmla="*/ 72 w 86"/>
                  <a:gd name="T15" fmla="*/ 38 h 86"/>
                  <a:gd name="T16" fmla="*/ 66 w 86"/>
                  <a:gd name="T17" fmla="*/ 32 h 86"/>
                  <a:gd name="T18" fmla="*/ 61 w 86"/>
                  <a:gd name="T19" fmla="*/ 26 h 86"/>
                  <a:gd name="T20" fmla="*/ 55 w 86"/>
                  <a:gd name="T21" fmla="*/ 20 h 86"/>
                  <a:gd name="T22" fmla="*/ 49 w 86"/>
                  <a:gd name="T23" fmla="*/ 15 h 86"/>
                  <a:gd name="T24" fmla="*/ 42 w 86"/>
                  <a:gd name="T25" fmla="*/ 11 h 86"/>
                  <a:gd name="T26" fmla="*/ 34 w 86"/>
                  <a:gd name="T27" fmla="*/ 8 h 86"/>
                  <a:gd name="T28" fmla="*/ 26 w 86"/>
                  <a:gd name="T29" fmla="*/ 4 h 86"/>
                  <a:gd name="T30" fmla="*/ 17 w 86"/>
                  <a:gd name="T31" fmla="*/ 3 h 86"/>
                  <a:gd name="T32" fmla="*/ 9 w 86"/>
                  <a:gd name="T33" fmla="*/ 2 h 86"/>
                  <a:gd name="T34" fmla="*/ 0 w 86"/>
                  <a:gd name="T35" fmla="*/ 0 h 86"/>
                  <a:gd name="T36" fmla="*/ 0 w 86"/>
                  <a:gd name="T37" fmla="*/ 6 h 86"/>
                  <a:gd name="T38" fmla="*/ 9 w 86"/>
                  <a:gd name="T39" fmla="*/ 6 h 86"/>
                  <a:gd name="T40" fmla="*/ 16 w 86"/>
                  <a:gd name="T41" fmla="*/ 8 h 86"/>
                  <a:gd name="T42" fmla="*/ 25 w 86"/>
                  <a:gd name="T43" fmla="*/ 10 h 86"/>
                  <a:gd name="T44" fmla="*/ 32 w 86"/>
                  <a:gd name="T45" fmla="*/ 12 h 86"/>
                  <a:gd name="T46" fmla="*/ 39 w 86"/>
                  <a:gd name="T47" fmla="*/ 16 h 86"/>
                  <a:gd name="T48" fmla="*/ 45 w 86"/>
                  <a:gd name="T49" fmla="*/ 20 h 86"/>
                  <a:gd name="T50" fmla="*/ 51 w 86"/>
                  <a:gd name="T51" fmla="*/ 25 h 86"/>
                  <a:gd name="T52" fmla="*/ 57 w 86"/>
                  <a:gd name="T53" fmla="*/ 29 h 86"/>
                  <a:gd name="T54" fmla="*/ 62 w 86"/>
                  <a:gd name="T55" fmla="*/ 36 h 86"/>
                  <a:gd name="T56" fmla="*/ 67 w 86"/>
                  <a:gd name="T57" fmla="*/ 42 h 86"/>
                  <a:gd name="T58" fmla="*/ 71 w 86"/>
                  <a:gd name="T59" fmla="*/ 48 h 86"/>
                  <a:gd name="T60" fmla="*/ 74 w 86"/>
                  <a:gd name="T61" fmla="*/ 55 h 86"/>
                  <a:gd name="T62" fmla="*/ 77 w 86"/>
                  <a:gd name="T63" fmla="*/ 62 h 86"/>
                  <a:gd name="T64" fmla="*/ 79 w 86"/>
                  <a:gd name="T65" fmla="*/ 69 h 86"/>
                  <a:gd name="T66" fmla="*/ 80 w 86"/>
                  <a:gd name="T67" fmla="*/ 78 h 86"/>
                  <a:gd name="T68" fmla="*/ 80 w 86"/>
                  <a:gd name="T69" fmla="*/ 86 h 86"/>
                  <a:gd name="T70" fmla="*/ 80 w 86"/>
                  <a:gd name="T71" fmla="*/ 86 h 86"/>
                  <a:gd name="T72" fmla="*/ 86 w 86"/>
                  <a:gd name="T73" fmla="*/ 86 h 86"/>
                  <a:gd name="T74" fmla="*/ 86 w 86"/>
                  <a:gd name="T75" fmla="*/ 86 h 86"/>
                  <a:gd name="T76" fmla="*/ 86 w 86"/>
                  <a:gd name="T77" fmla="*/ 86 h 8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6"/>
                  <a:gd name="T118" fmla="*/ 0 h 86"/>
                  <a:gd name="T119" fmla="*/ 86 w 86"/>
                  <a:gd name="T120" fmla="*/ 86 h 8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6" h="86">
                    <a:moveTo>
                      <a:pt x="86" y="86"/>
                    </a:moveTo>
                    <a:lnTo>
                      <a:pt x="86" y="86"/>
                    </a:lnTo>
                    <a:lnTo>
                      <a:pt x="85" y="77"/>
                    </a:lnTo>
                    <a:lnTo>
                      <a:pt x="84" y="69"/>
                    </a:lnTo>
                    <a:lnTo>
                      <a:pt x="83" y="61"/>
                    </a:lnTo>
                    <a:lnTo>
                      <a:pt x="79" y="52"/>
                    </a:lnTo>
                    <a:lnTo>
                      <a:pt x="76" y="45"/>
                    </a:lnTo>
                    <a:lnTo>
                      <a:pt x="72" y="38"/>
                    </a:lnTo>
                    <a:lnTo>
                      <a:pt x="66" y="32"/>
                    </a:lnTo>
                    <a:lnTo>
                      <a:pt x="61" y="26"/>
                    </a:lnTo>
                    <a:lnTo>
                      <a:pt x="55" y="20"/>
                    </a:lnTo>
                    <a:lnTo>
                      <a:pt x="49" y="15"/>
                    </a:lnTo>
                    <a:lnTo>
                      <a:pt x="42" y="11"/>
                    </a:lnTo>
                    <a:lnTo>
                      <a:pt x="34" y="8"/>
                    </a:lnTo>
                    <a:lnTo>
                      <a:pt x="26" y="4"/>
                    </a:lnTo>
                    <a:lnTo>
                      <a:pt x="17" y="3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9" y="6"/>
                    </a:lnTo>
                    <a:lnTo>
                      <a:pt x="16" y="8"/>
                    </a:lnTo>
                    <a:lnTo>
                      <a:pt x="25" y="10"/>
                    </a:lnTo>
                    <a:lnTo>
                      <a:pt x="32" y="12"/>
                    </a:lnTo>
                    <a:lnTo>
                      <a:pt x="39" y="16"/>
                    </a:lnTo>
                    <a:lnTo>
                      <a:pt x="45" y="20"/>
                    </a:lnTo>
                    <a:lnTo>
                      <a:pt x="51" y="25"/>
                    </a:lnTo>
                    <a:lnTo>
                      <a:pt x="57" y="29"/>
                    </a:lnTo>
                    <a:lnTo>
                      <a:pt x="62" y="36"/>
                    </a:lnTo>
                    <a:lnTo>
                      <a:pt x="67" y="42"/>
                    </a:lnTo>
                    <a:lnTo>
                      <a:pt x="71" y="48"/>
                    </a:lnTo>
                    <a:lnTo>
                      <a:pt x="74" y="55"/>
                    </a:lnTo>
                    <a:lnTo>
                      <a:pt x="77" y="62"/>
                    </a:lnTo>
                    <a:lnTo>
                      <a:pt x="79" y="69"/>
                    </a:lnTo>
                    <a:lnTo>
                      <a:pt x="80" y="78"/>
                    </a:lnTo>
                    <a:lnTo>
                      <a:pt x="80" y="86"/>
                    </a:lnTo>
                    <a:lnTo>
                      <a:pt x="86" y="8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293"/>
              <p:cNvSpPr>
                <a:spLocks/>
              </p:cNvSpPr>
              <p:nvPr/>
            </p:nvSpPr>
            <p:spPr bwMode="auto">
              <a:xfrm>
                <a:off x="1082" y="2212"/>
                <a:ext cx="7" cy="114"/>
              </a:xfrm>
              <a:custGeom>
                <a:avLst/>
                <a:gdLst>
                  <a:gd name="T0" fmla="*/ 6 w 26"/>
                  <a:gd name="T1" fmla="*/ 455 h 455"/>
                  <a:gd name="T2" fmla="*/ 6 w 26"/>
                  <a:gd name="T3" fmla="*/ 455 h 455"/>
                  <a:gd name="T4" fmla="*/ 26 w 26"/>
                  <a:gd name="T5" fmla="*/ 0 h 455"/>
                  <a:gd name="T6" fmla="*/ 20 w 26"/>
                  <a:gd name="T7" fmla="*/ 0 h 455"/>
                  <a:gd name="T8" fmla="*/ 0 w 26"/>
                  <a:gd name="T9" fmla="*/ 455 h 455"/>
                  <a:gd name="T10" fmla="*/ 0 w 26"/>
                  <a:gd name="T11" fmla="*/ 455 h 455"/>
                  <a:gd name="T12" fmla="*/ 0 w 26"/>
                  <a:gd name="T13" fmla="*/ 455 h 455"/>
                  <a:gd name="T14" fmla="*/ 0 w 26"/>
                  <a:gd name="T15" fmla="*/ 455 h 455"/>
                  <a:gd name="T16" fmla="*/ 0 w 26"/>
                  <a:gd name="T17" fmla="*/ 455 h 455"/>
                  <a:gd name="T18" fmla="*/ 6 w 26"/>
                  <a:gd name="T19" fmla="*/ 455 h 4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6"/>
                  <a:gd name="T31" fmla="*/ 0 h 455"/>
                  <a:gd name="T32" fmla="*/ 26 w 26"/>
                  <a:gd name="T33" fmla="*/ 455 h 4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6" h="455">
                    <a:moveTo>
                      <a:pt x="6" y="455"/>
                    </a:moveTo>
                    <a:lnTo>
                      <a:pt x="6" y="455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0" y="455"/>
                    </a:lnTo>
                    <a:lnTo>
                      <a:pt x="6" y="45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Freeform 294"/>
              <p:cNvSpPr>
                <a:spLocks/>
              </p:cNvSpPr>
              <p:nvPr/>
            </p:nvSpPr>
            <p:spPr bwMode="auto">
              <a:xfrm>
                <a:off x="1062" y="2326"/>
                <a:ext cx="21" cy="21"/>
              </a:xfrm>
              <a:custGeom>
                <a:avLst/>
                <a:gdLst>
                  <a:gd name="T0" fmla="*/ 0 w 86"/>
                  <a:gd name="T1" fmla="*/ 86 h 86"/>
                  <a:gd name="T2" fmla="*/ 0 w 86"/>
                  <a:gd name="T3" fmla="*/ 86 h 86"/>
                  <a:gd name="T4" fmla="*/ 8 w 86"/>
                  <a:gd name="T5" fmla="*/ 85 h 86"/>
                  <a:gd name="T6" fmla="*/ 17 w 86"/>
                  <a:gd name="T7" fmla="*/ 84 h 86"/>
                  <a:gd name="T8" fmla="*/ 25 w 86"/>
                  <a:gd name="T9" fmla="*/ 83 h 86"/>
                  <a:gd name="T10" fmla="*/ 34 w 86"/>
                  <a:gd name="T11" fmla="*/ 79 h 86"/>
                  <a:gd name="T12" fmla="*/ 41 w 86"/>
                  <a:gd name="T13" fmla="*/ 75 h 86"/>
                  <a:gd name="T14" fmla="*/ 48 w 86"/>
                  <a:gd name="T15" fmla="*/ 72 h 86"/>
                  <a:gd name="T16" fmla="*/ 54 w 86"/>
                  <a:gd name="T17" fmla="*/ 67 h 86"/>
                  <a:gd name="T18" fmla="*/ 60 w 86"/>
                  <a:gd name="T19" fmla="*/ 61 h 86"/>
                  <a:gd name="T20" fmla="*/ 65 w 86"/>
                  <a:gd name="T21" fmla="*/ 55 h 86"/>
                  <a:gd name="T22" fmla="*/ 71 w 86"/>
                  <a:gd name="T23" fmla="*/ 49 h 86"/>
                  <a:gd name="T24" fmla="*/ 75 w 86"/>
                  <a:gd name="T25" fmla="*/ 41 h 86"/>
                  <a:gd name="T26" fmla="*/ 79 w 86"/>
                  <a:gd name="T27" fmla="*/ 34 h 86"/>
                  <a:gd name="T28" fmla="*/ 82 w 86"/>
                  <a:gd name="T29" fmla="*/ 26 h 86"/>
                  <a:gd name="T30" fmla="*/ 83 w 86"/>
                  <a:gd name="T31" fmla="*/ 17 h 86"/>
                  <a:gd name="T32" fmla="*/ 85 w 86"/>
                  <a:gd name="T33" fmla="*/ 10 h 86"/>
                  <a:gd name="T34" fmla="*/ 86 w 86"/>
                  <a:gd name="T35" fmla="*/ 0 h 86"/>
                  <a:gd name="T36" fmla="*/ 80 w 86"/>
                  <a:gd name="T37" fmla="*/ 0 h 86"/>
                  <a:gd name="T38" fmla="*/ 80 w 86"/>
                  <a:gd name="T39" fmla="*/ 9 h 86"/>
                  <a:gd name="T40" fmla="*/ 79 w 86"/>
                  <a:gd name="T41" fmla="*/ 17 h 86"/>
                  <a:gd name="T42" fmla="*/ 76 w 86"/>
                  <a:gd name="T43" fmla="*/ 24 h 86"/>
                  <a:gd name="T44" fmla="*/ 74 w 86"/>
                  <a:gd name="T45" fmla="*/ 32 h 86"/>
                  <a:gd name="T46" fmla="*/ 70 w 86"/>
                  <a:gd name="T47" fmla="*/ 39 h 86"/>
                  <a:gd name="T48" fmla="*/ 66 w 86"/>
                  <a:gd name="T49" fmla="*/ 45 h 86"/>
                  <a:gd name="T50" fmla="*/ 62 w 86"/>
                  <a:gd name="T51" fmla="*/ 51 h 86"/>
                  <a:gd name="T52" fmla="*/ 57 w 86"/>
                  <a:gd name="T53" fmla="*/ 57 h 86"/>
                  <a:gd name="T54" fmla="*/ 51 w 86"/>
                  <a:gd name="T55" fmla="*/ 62 h 86"/>
                  <a:gd name="T56" fmla="*/ 45 w 86"/>
                  <a:gd name="T57" fmla="*/ 67 h 86"/>
                  <a:gd name="T58" fmla="*/ 38 w 86"/>
                  <a:gd name="T59" fmla="*/ 70 h 86"/>
                  <a:gd name="T60" fmla="*/ 31 w 86"/>
                  <a:gd name="T61" fmla="*/ 74 h 86"/>
                  <a:gd name="T62" fmla="*/ 24 w 86"/>
                  <a:gd name="T63" fmla="*/ 77 h 86"/>
                  <a:gd name="T64" fmla="*/ 15 w 86"/>
                  <a:gd name="T65" fmla="*/ 79 h 86"/>
                  <a:gd name="T66" fmla="*/ 8 w 86"/>
                  <a:gd name="T67" fmla="*/ 80 h 86"/>
                  <a:gd name="T68" fmla="*/ 0 w 86"/>
                  <a:gd name="T69" fmla="*/ 80 h 86"/>
                  <a:gd name="T70" fmla="*/ 0 w 86"/>
                  <a:gd name="T71" fmla="*/ 80 h 86"/>
                  <a:gd name="T72" fmla="*/ 0 w 86"/>
                  <a:gd name="T73" fmla="*/ 80 h 86"/>
                  <a:gd name="T74" fmla="*/ 0 w 86"/>
                  <a:gd name="T75" fmla="*/ 80 h 86"/>
                  <a:gd name="T76" fmla="*/ 0 w 86"/>
                  <a:gd name="T77" fmla="*/ 80 h 86"/>
                  <a:gd name="T78" fmla="*/ 0 w 86"/>
                  <a:gd name="T79" fmla="*/ 86 h 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6"/>
                  <a:gd name="T121" fmla="*/ 0 h 86"/>
                  <a:gd name="T122" fmla="*/ 86 w 86"/>
                  <a:gd name="T123" fmla="*/ 86 h 8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6" h="86">
                    <a:moveTo>
                      <a:pt x="0" y="86"/>
                    </a:moveTo>
                    <a:lnTo>
                      <a:pt x="0" y="86"/>
                    </a:lnTo>
                    <a:lnTo>
                      <a:pt x="8" y="85"/>
                    </a:lnTo>
                    <a:lnTo>
                      <a:pt x="17" y="84"/>
                    </a:lnTo>
                    <a:lnTo>
                      <a:pt x="25" y="83"/>
                    </a:lnTo>
                    <a:lnTo>
                      <a:pt x="34" y="79"/>
                    </a:lnTo>
                    <a:lnTo>
                      <a:pt x="41" y="75"/>
                    </a:lnTo>
                    <a:lnTo>
                      <a:pt x="48" y="72"/>
                    </a:lnTo>
                    <a:lnTo>
                      <a:pt x="54" y="67"/>
                    </a:lnTo>
                    <a:lnTo>
                      <a:pt x="60" y="61"/>
                    </a:lnTo>
                    <a:lnTo>
                      <a:pt x="65" y="55"/>
                    </a:lnTo>
                    <a:lnTo>
                      <a:pt x="71" y="49"/>
                    </a:lnTo>
                    <a:lnTo>
                      <a:pt x="75" y="41"/>
                    </a:lnTo>
                    <a:lnTo>
                      <a:pt x="79" y="34"/>
                    </a:lnTo>
                    <a:lnTo>
                      <a:pt x="82" y="26"/>
                    </a:lnTo>
                    <a:lnTo>
                      <a:pt x="83" y="17"/>
                    </a:lnTo>
                    <a:lnTo>
                      <a:pt x="85" y="10"/>
                    </a:lnTo>
                    <a:lnTo>
                      <a:pt x="86" y="0"/>
                    </a:lnTo>
                    <a:lnTo>
                      <a:pt x="80" y="0"/>
                    </a:lnTo>
                    <a:lnTo>
                      <a:pt x="80" y="9"/>
                    </a:lnTo>
                    <a:lnTo>
                      <a:pt x="79" y="17"/>
                    </a:lnTo>
                    <a:lnTo>
                      <a:pt x="76" y="24"/>
                    </a:lnTo>
                    <a:lnTo>
                      <a:pt x="74" y="32"/>
                    </a:lnTo>
                    <a:lnTo>
                      <a:pt x="70" y="39"/>
                    </a:lnTo>
                    <a:lnTo>
                      <a:pt x="66" y="45"/>
                    </a:lnTo>
                    <a:lnTo>
                      <a:pt x="62" y="51"/>
                    </a:lnTo>
                    <a:lnTo>
                      <a:pt x="57" y="57"/>
                    </a:lnTo>
                    <a:lnTo>
                      <a:pt x="51" y="62"/>
                    </a:lnTo>
                    <a:lnTo>
                      <a:pt x="45" y="67"/>
                    </a:lnTo>
                    <a:lnTo>
                      <a:pt x="38" y="70"/>
                    </a:lnTo>
                    <a:lnTo>
                      <a:pt x="31" y="74"/>
                    </a:lnTo>
                    <a:lnTo>
                      <a:pt x="24" y="77"/>
                    </a:lnTo>
                    <a:lnTo>
                      <a:pt x="15" y="79"/>
                    </a:lnTo>
                    <a:lnTo>
                      <a:pt x="8" y="80"/>
                    </a:lnTo>
                    <a:lnTo>
                      <a:pt x="0" y="80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295"/>
              <p:cNvSpPr>
                <a:spLocks/>
              </p:cNvSpPr>
              <p:nvPr/>
            </p:nvSpPr>
            <p:spPr bwMode="auto">
              <a:xfrm>
                <a:off x="939" y="2346"/>
                <a:ext cx="123" cy="2"/>
              </a:xfrm>
              <a:custGeom>
                <a:avLst/>
                <a:gdLst>
                  <a:gd name="T0" fmla="*/ 0 w 490"/>
                  <a:gd name="T1" fmla="*/ 9 h 9"/>
                  <a:gd name="T2" fmla="*/ 0 w 490"/>
                  <a:gd name="T3" fmla="*/ 9 h 9"/>
                  <a:gd name="T4" fmla="*/ 490 w 490"/>
                  <a:gd name="T5" fmla="*/ 6 h 9"/>
                  <a:gd name="T6" fmla="*/ 490 w 490"/>
                  <a:gd name="T7" fmla="*/ 0 h 9"/>
                  <a:gd name="T8" fmla="*/ 0 w 490"/>
                  <a:gd name="T9" fmla="*/ 4 h 9"/>
                  <a:gd name="T10" fmla="*/ 0 w 490"/>
                  <a:gd name="T11" fmla="*/ 4 h 9"/>
                  <a:gd name="T12" fmla="*/ 0 w 490"/>
                  <a:gd name="T13" fmla="*/ 9 h 9"/>
                  <a:gd name="T14" fmla="*/ 0 w 490"/>
                  <a:gd name="T15" fmla="*/ 9 h 9"/>
                  <a:gd name="T16" fmla="*/ 0 w 490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0"/>
                  <a:gd name="T28" fmla="*/ 0 h 9"/>
                  <a:gd name="T29" fmla="*/ 490 w 490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0" h="9">
                    <a:moveTo>
                      <a:pt x="0" y="9"/>
                    </a:moveTo>
                    <a:lnTo>
                      <a:pt x="0" y="9"/>
                    </a:lnTo>
                    <a:lnTo>
                      <a:pt x="490" y="6"/>
                    </a:lnTo>
                    <a:lnTo>
                      <a:pt x="490" y="0"/>
                    </a:lnTo>
                    <a:lnTo>
                      <a:pt x="0" y="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296"/>
              <p:cNvSpPr>
                <a:spLocks/>
              </p:cNvSpPr>
              <p:nvPr/>
            </p:nvSpPr>
            <p:spPr bwMode="auto">
              <a:xfrm>
                <a:off x="761" y="2236"/>
                <a:ext cx="152" cy="29"/>
              </a:xfrm>
              <a:custGeom>
                <a:avLst/>
                <a:gdLst>
                  <a:gd name="T0" fmla="*/ 606 w 606"/>
                  <a:gd name="T1" fmla="*/ 110 h 116"/>
                  <a:gd name="T2" fmla="*/ 606 w 606"/>
                  <a:gd name="T3" fmla="*/ 110 h 116"/>
                  <a:gd name="T4" fmla="*/ 0 w 606"/>
                  <a:gd name="T5" fmla="*/ 0 h 116"/>
                  <a:gd name="T6" fmla="*/ 0 w 606"/>
                  <a:gd name="T7" fmla="*/ 6 h 116"/>
                  <a:gd name="T8" fmla="*/ 605 w 606"/>
                  <a:gd name="T9" fmla="*/ 116 h 116"/>
                  <a:gd name="T10" fmla="*/ 606 w 606"/>
                  <a:gd name="T11" fmla="*/ 116 h 116"/>
                  <a:gd name="T12" fmla="*/ 605 w 606"/>
                  <a:gd name="T13" fmla="*/ 116 h 116"/>
                  <a:gd name="T14" fmla="*/ 605 w 606"/>
                  <a:gd name="T15" fmla="*/ 116 h 116"/>
                  <a:gd name="T16" fmla="*/ 606 w 606"/>
                  <a:gd name="T17" fmla="*/ 116 h 116"/>
                  <a:gd name="T18" fmla="*/ 606 w 606"/>
                  <a:gd name="T19" fmla="*/ 110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06"/>
                  <a:gd name="T31" fmla="*/ 0 h 116"/>
                  <a:gd name="T32" fmla="*/ 606 w 606"/>
                  <a:gd name="T33" fmla="*/ 116 h 1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06" h="116">
                    <a:moveTo>
                      <a:pt x="606" y="110"/>
                    </a:moveTo>
                    <a:lnTo>
                      <a:pt x="606" y="11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05" y="116"/>
                    </a:lnTo>
                    <a:lnTo>
                      <a:pt x="606" y="116"/>
                    </a:lnTo>
                    <a:lnTo>
                      <a:pt x="605" y="116"/>
                    </a:lnTo>
                    <a:lnTo>
                      <a:pt x="606" y="116"/>
                    </a:lnTo>
                    <a:lnTo>
                      <a:pt x="606" y="11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297"/>
              <p:cNvSpPr>
                <a:spLocks/>
              </p:cNvSpPr>
              <p:nvPr/>
            </p:nvSpPr>
            <p:spPr bwMode="auto">
              <a:xfrm>
                <a:off x="913" y="2263"/>
                <a:ext cx="173" cy="2"/>
              </a:xfrm>
              <a:custGeom>
                <a:avLst/>
                <a:gdLst>
                  <a:gd name="T0" fmla="*/ 693 w 693"/>
                  <a:gd name="T1" fmla="*/ 4 h 6"/>
                  <a:gd name="T2" fmla="*/ 693 w 693"/>
                  <a:gd name="T3" fmla="*/ 0 h 6"/>
                  <a:gd name="T4" fmla="*/ 0 w 693"/>
                  <a:gd name="T5" fmla="*/ 0 h 6"/>
                  <a:gd name="T6" fmla="*/ 0 w 693"/>
                  <a:gd name="T7" fmla="*/ 6 h 6"/>
                  <a:gd name="T8" fmla="*/ 693 w 693"/>
                  <a:gd name="T9" fmla="*/ 6 h 6"/>
                  <a:gd name="T10" fmla="*/ 693 w 693"/>
                  <a:gd name="T11" fmla="*/ 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3"/>
                  <a:gd name="T19" fmla="*/ 0 h 6"/>
                  <a:gd name="T20" fmla="*/ 693 w 69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3" h="6">
                    <a:moveTo>
                      <a:pt x="693" y="4"/>
                    </a:moveTo>
                    <a:lnTo>
                      <a:pt x="693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93" y="6"/>
                    </a:lnTo>
                    <a:lnTo>
                      <a:pt x="693" y="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298"/>
              <p:cNvSpPr>
                <a:spLocks/>
              </p:cNvSpPr>
              <p:nvPr/>
            </p:nvSpPr>
            <p:spPr bwMode="auto">
              <a:xfrm>
                <a:off x="775" y="2170"/>
                <a:ext cx="133" cy="25"/>
              </a:xfrm>
              <a:custGeom>
                <a:avLst/>
                <a:gdLst>
                  <a:gd name="T0" fmla="*/ 0 w 530"/>
                  <a:gd name="T1" fmla="*/ 0 h 100"/>
                  <a:gd name="T2" fmla="*/ 530 w 530"/>
                  <a:gd name="T3" fmla="*/ 100 h 100"/>
                  <a:gd name="T4" fmla="*/ 0 w 530"/>
                  <a:gd name="T5" fmla="*/ 0 h 100"/>
                  <a:gd name="T6" fmla="*/ 0 60000 65536"/>
                  <a:gd name="T7" fmla="*/ 0 60000 65536"/>
                  <a:gd name="T8" fmla="*/ 0 60000 65536"/>
                  <a:gd name="T9" fmla="*/ 0 w 530"/>
                  <a:gd name="T10" fmla="*/ 0 h 100"/>
                  <a:gd name="T11" fmla="*/ 530 w 530"/>
                  <a:gd name="T12" fmla="*/ 100 h 1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0" h="100">
                    <a:moveTo>
                      <a:pt x="0" y="0"/>
                    </a:moveTo>
                    <a:lnTo>
                      <a:pt x="530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299"/>
              <p:cNvSpPr>
                <a:spLocks/>
              </p:cNvSpPr>
              <p:nvPr/>
            </p:nvSpPr>
            <p:spPr bwMode="auto">
              <a:xfrm>
                <a:off x="775" y="2169"/>
                <a:ext cx="133" cy="26"/>
              </a:xfrm>
              <a:custGeom>
                <a:avLst/>
                <a:gdLst>
                  <a:gd name="T0" fmla="*/ 530 w 530"/>
                  <a:gd name="T1" fmla="*/ 102 h 104"/>
                  <a:gd name="T2" fmla="*/ 530 w 530"/>
                  <a:gd name="T3" fmla="*/ 98 h 104"/>
                  <a:gd name="T4" fmla="*/ 0 w 530"/>
                  <a:gd name="T5" fmla="*/ 0 h 104"/>
                  <a:gd name="T6" fmla="*/ 0 w 530"/>
                  <a:gd name="T7" fmla="*/ 5 h 104"/>
                  <a:gd name="T8" fmla="*/ 529 w 530"/>
                  <a:gd name="T9" fmla="*/ 104 h 104"/>
                  <a:gd name="T10" fmla="*/ 530 w 530"/>
                  <a:gd name="T11" fmla="*/ 102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0"/>
                  <a:gd name="T19" fmla="*/ 0 h 104"/>
                  <a:gd name="T20" fmla="*/ 530 w 530"/>
                  <a:gd name="T21" fmla="*/ 104 h 10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0" h="104">
                    <a:moveTo>
                      <a:pt x="530" y="102"/>
                    </a:moveTo>
                    <a:lnTo>
                      <a:pt x="530" y="98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29" y="104"/>
                    </a:lnTo>
                    <a:lnTo>
                      <a:pt x="530" y="10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300"/>
              <p:cNvSpPr>
                <a:spLocks/>
              </p:cNvSpPr>
              <p:nvPr/>
            </p:nvSpPr>
            <p:spPr bwMode="auto">
              <a:xfrm>
                <a:off x="759" y="2302"/>
                <a:ext cx="150" cy="27"/>
              </a:xfrm>
              <a:custGeom>
                <a:avLst/>
                <a:gdLst>
                  <a:gd name="T0" fmla="*/ 0 w 601"/>
                  <a:gd name="T1" fmla="*/ 0 h 105"/>
                  <a:gd name="T2" fmla="*/ 601 w 601"/>
                  <a:gd name="T3" fmla="*/ 105 h 105"/>
                  <a:gd name="T4" fmla="*/ 0 w 601"/>
                  <a:gd name="T5" fmla="*/ 0 h 105"/>
                  <a:gd name="T6" fmla="*/ 0 60000 65536"/>
                  <a:gd name="T7" fmla="*/ 0 60000 65536"/>
                  <a:gd name="T8" fmla="*/ 0 60000 65536"/>
                  <a:gd name="T9" fmla="*/ 0 w 601"/>
                  <a:gd name="T10" fmla="*/ 0 h 105"/>
                  <a:gd name="T11" fmla="*/ 601 w 601"/>
                  <a:gd name="T12" fmla="*/ 105 h 1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01" h="105">
                    <a:moveTo>
                      <a:pt x="0" y="0"/>
                    </a:moveTo>
                    <a:lnTo>
                      <a:pt x="601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301"/>
              <p:cNvSpPr>
                <a:spLocks/>
              </p:cNvSpPr>
              <p:nvPr/>
            </p:nvSpPr>
            <p:spPr bwMode="auto">
              <a:xfrm>
                <a:off x="759" y="2302"/>
                <a:ext cx="150" cy="27"/>
              </a:xfrm>
              <a:custGeom>
                <a:avLst/>
                <a:gdLst>
                  <a:gd name="T0" fmla="*/ 601 w 601"/>
                  <a:gd name="T1" fmla="*/ 107 h 110"/>
                  <a:gd name="T2" fmla="*/ 601 w 601"/>
                  <a:gd name="T3" fmla="*/ 104 h 110"/>
                  <a:gd name="T4" fmla="*/ 0 w 601"/>
                  <a:gd name="T5" fmla="*/ 0 h 110"/>
                  <a:gd name="T6" fmla="*/ 0 w 601"/>
                  <a:gd name="T7" fmla="*/ 6 h 110"/>
                  <a:gd name="T8" fmla="*/ 599 w 601"/>
                  <a:gd name="T9" fmla="*/ 110 h 110"/>
                  <a:gd name="T10" fmla="*/ 601 w 601"/>
                  <a:gd name="T11" fmla="*/ 107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01"/>
                  <a:gd name="T19" fmla="*/ 0 h 110"/>
                  <a:gd name="T20" fmla="*/ 601 w 601"/>
                  <a:gd name="T21" fmla="*/ 110 h 1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01" h="110">
                    <a:moveTo>
                      <a:pt x="601" y="107"/>
                    </a:moveTo>
                    <a:lnTo>
                      <a:pt x="601" y="104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599" y="110"/>
                    </a:lnTo>
                    <a:lnTo>
                      <a:pt x="601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302"/>
              <p:cNvSpPr>
                <a:spLocks/>
              </p:cNvSpPr>
              <p:nvPr/>
            </p:nvSpPr>
            <p:spPr bwMode="auto">
              <a:xfrm>
                <a:off x="769" y="1995"/>
                <a:ext cx="101" cy="155"/>
              </a:xfrm>
              <a:custGeom>
                <a:avLst/>
                <a:gdLst>
                  <a:gd name="T0" fmla="*/ 401 w 405"/>
                  <a:gd name="T1" fmla="*/ 444 h 620"/>
                  <a:gd name="T2" fmla="*/ 404 w 405"/>
                  <a:gd name="T3" fmla="*/ 427 h 620"/>
                  <a:gd name="T4" fmla="*/ 392 w 405"/>
                  <a:gd name="T5" fmla="*/ 408 h 620"/>
                  <a:gd name="T6" fmla="*/ 370 w 405"/>
                  <a:gd name="T7" fmla="*/ 390 h 620"/>
                  <a:gd name="T8" fmla="*/ 344 w 405"/>
                  <a:gd name="T9" fmla="*/ 372 h 620"/>
                  <a:gd name="T10" fmla="*/ 320 w 405"/>
                  <a:gd name="T11" fmla="*/ 357 h 620"/>
                  <a:gd name="T12" fmla="*/ 292 w 405"/>
                  <a:gd name="T13" fmla="*/ 346 h 620"/>
                  <a:gd name="T14" fmla="*/ 261 w 405"/>
                  <a:gd name="T15" fmla="*/ 336 h 620"/>
                  <a:gd name="T16" fmla="*/ 229 w 405"/>
                  <a:gd name="T17" fmla="*/ 330 h 620"/>
                  <a:gd name="T18" fmla="*/ 202 w 405"/>
                  <a:gd name="T19" fmla="*/ 325 h 620"/>
                  <a:gd name="T20" fmla="*/ 188 w 405"/>
                  <a:gd name="T21" fmla="*/ 325 h 620"/>
                  <a:gd name="T22" fmla="*/ 188 w 405"/>
                  <a:gd name="T23" fmla="*/ 299 h 620"/>
                  <a:gd name="T24" fmla="*/ 189 w 405"/>
                  <a:gd name="T25" fmla="*/ 268 h 620"/>
                  <a:gd name="T26" fmla="*/ 189 w 405"/>
                  <a:gd name="T27" fmla="*/ 236 h 620"/>
                  <a:gd name="T28" fmla="*/ 190 w 405"/>
                  <a:gd name="T29" fmla="*/ 202 h 620"/>
                  <a:gd name="T30" fmla="*/ 189 w 405"/>
                  <a:gd name="T31" fmla="*/ 168 h 620"/>
                  <a:gd name="T32" fmla="*/ 188 w 405"/>
                  <a:gd name="T33" fmla="*/ 133 h 620"/>
                  <a:gd name="T34" fmla="*/ 184 w 405"/>
                  <a:gd name="T35" fmla="*/ 100 h 620"/>
                  <a:gd name="T36" fmla="*/ 178 w 405"/>
                  <a:gd name="T37" fmla="*/ 68 h 620"/>
                  <a:gd name="T38" fmla="*/ 170 w 405"/>
                  <a:gd name="T39" fmla="*/ 39 h 620"/>
                  <a:gd name="T40" fmla="*/ 159 w 405"/>
                  <a:gd name="T41" fmla="*/ 15 h 620"/>
                  <a:gd name="T42" fmla="*/ 0 w 405"/>
                  <a:gd name="T43" fmla="*/ 53 h 620"/>
                  <a:gd name="T44" fmla="*/ 18 w 405"/>
                  <a:gd name="T45" fmla="*/ 470 h 620"/>
                  <a:gd name="T46" fmla="*/ 25 w 405"/>
                  <a:gd name="T47" fmla="*/ 499 h 620"/>
                  <a:gd name="T48" fmla="*/ 39 w 405"/>
                  <a:gd name="T49" fmla="*/ 528 h 620"/>
                  <a:gd name="T50" fmla="*/ 54 w 405"/>
                  <a:gd name="T51" fmla="*/ 551 h 620"/>
                  <a:gd name="T52" fmla="*/ 69 w 405"/>
                  <a:gd name="T53" fmla="*/ 569 h 620"/>
                  <a:gd name="T54" fmla="*/ 83 w 405"/>
                  <a:gd name="T55" fmla="*/ 580 h 620"/>
                  <a:gd name="T56" fmla="*/ 110 w 405"/>
                  <a:gd name="T57" fmla="*/ 592 h 620"/>
                  <a:gd name="T58" fmla="*/ 144 w 405"/>
                  <a:gd name="T59" fmla="*/ 604 h 620"/>
                  <a:gd name="T60" fmla="*/ 178 w 405"/>
                  <a:gd name="T61" fmla="*/ 614 h 620"/>
                  <a:gd name="T62" fmla="*/ 210 w 405"/>
                  <a:gd name="T63" fmla="*/ 619 h 620"/>
                  <a:gd name="T64" fmla="*/ 234 w 405"/>
                  <a:gd name="T65" fmla="*/ 619 h 620"/>
                  <a:gd name="T66" fmla="*/ 246 w 405"/>
                  <a:gd name="T67" fmla="*/ 616 h 620"/>
                  <a:gd name="T68" fmla="*/ 263 w 405"/>
                  <a:gd name="T69" fmla="*/ 610 h 620"/>
                  <a:gd name="T70" fmla="*/ 277 w 405"/>
                  <a:gd name="T71" fmla="*/ 601 h 620"/>
                  <a:gd name="T72" fmla="*/ 287 w 405"/>
                  <a:gd name="T73" fmla="*/ 587 h 620"/>
                  <a:gd name="T74" fmla="*/ 286 w 405"/>
                  <a:gd name="T75" fmla="*/ 568 h 620"/>
                  <a:gd name="T76" fmla="*/ 280 w 405"/>
                  <a:gd name="T77" fmla="*/ 557 h 620"/>
                  <a:gd name="T78" fmla="*/ 273 w 405"/>
                  <a:gd name="T79" fmla="*/ 547 h 620"/>
                  <a:gd name="T80" fmla="*/ 268 w 405"/>
                  <a:gd name="T81" fmla="*/ 541 h 620"/>
                  <a:gd name="T82" fmla="*/ 248 w 405"/>
                  <a:gd name="T83" fmla="*/ 539 h 620"/>
                  <a:gd name="T84" fmla="*/ 217 w 405"/>
                  <a:gd name="T85" fmla="*/ 521 h 620"/>
                  <a:gd name="T86" fmla="*/ 211 w 405"/>
                  <a:gd name="T87" fmla="*/ 478 h 620"/>
                  <a:gd name="T88" fmla="*/ 234 w 405"/>
                  <a:gd name="T89" fmla="*/ 447 h 620"/>
                  <a:gd name="T90" fmla="*/ 262 w 405"/>
                  <a:gd name="T91" fmla="*/ 436 h 620"/>
                  <a:gd name="T92" fmla="*/ 273 w 405"/>
                  <a:gd name="T93" fmla="*/ 433 h 620"/>
                  <a:gd name="T94" fmla="*/ 281 w 405"/>
                  <a:gd name="T95" fmla="*/ 433 h 620"/>
                  <a:gd name="T96" fmla="*/ 294 w 405"/>
                  <a:gd name="T97" fmla="*/ 435 h 620"/>
                  <a:gd name="T98" fmla="*/ 318 w 405"/>
                  <a:gd name="T99" fmla="*/ 439 h 620"/>
                  <a:gd name="T100" fmla="*/ 355 w 405"/>
                  <a:gd name="T101" fmla="*/ 447 h 620"/>
                  <a:gd name="T102" fmla="*/ 390 w 405"/>
                  <a:gd name="T103" fmla="*/ 454 h 6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5"/>
                  <a:gd name="T157" fmla="*/ 0 h 620"/>
                  <a:gd name="T158" fmla="*/ 405 w 405"/>
                  <a:gd name="T159" fmla="*/ 620 h 6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5" h="620">
                    <a:moveTo>
                      <a:pt x="390" y="454"/>
                    </a:moveTo>
                    <a:lnTo>
                      <a:pt x="396" y="449"/>
                    </a:lnTo>
                    <a:lnTo>
                      <a:pt x="401" y="444"/>
                    </a:lnTo>
                    <a:lnTo>
                      <a:pt x="404" y="438"/>
                    </a:lnTo>
                    <a:lnTo>
                      <a:pt x="405" y="433"/>
                    </a:lnTo>
                    <a:lnTo>
                      <a:pt x="404" y="427"/>
                    </a:lnTo>
                    <a:lnTo>
                      <a:pt x="400" y="421"/>
                    </a:lnTo>
                    <a:lnTo>
                      <a:pt x="396" y="415"/>
                    </a:lnTo>
                    <a:lnTo>
                      <a:pt x="392" y="408"/>
                    </a:lnTo>
                    <a:lnTo>
                      <a:pt x="384" y="402"/>
                    </a:lnTo>
                    <a:lnTo>
                      <a:pt x="377" y="396"/>
                    </a:lnTo>
                    <a:lnTo>
                      <a:pt x="370" y="390"/>
                    </a:lnTo>
                    <a:lnTo>
                      <a:pt x="361" y="384"/>
                    </a:lnTo>
                    <a:lnTo>
                      <a:pt x="353" y="378"/>
                    </a:lnTo>
                    <a:lnTo>
                      <a:pt x="344" y="372"/>
                    </a:lnTo>
                    <a:lnTo>
                      <a:pt x="336" y="367"/>
                    </a:lnTo>
                    <a:lnTo>
                      <a:pt x="327" y="361"/>
                    </a:lnTo>
                    <a:lnTo>
                      <a:pt x="320" y="357"/>
                    </a:lnTo>
                    <a:lnTo>
                      <a:pt x="311" y="353"/>
                    </a:lnTo>
                    <a:lnTo>
                      <a:pt x="302" y="350"/>
                    </a:lnTo>
                    <a:lnTo>
                      <a:pt x="292" y="346"/>
                    </a:lnTo>
                    <a:lnTo>
                      <a:pt x="282" y="342"/>
                    </a:lnTo>
                    <a:lnTo>
                      <a:pt x="271" y="340"/>
                    </a:lnTo>
                    <a:lnTo>
                      <a:pt x="261" y="336"/>
                    </a:lnTo>
                    <a:lnTo>
                      <a:pt x="250" y="334"/>
                    </a:lnTo>
                    <a:lnTo>
                      <a:pt x="239" y="332"/>
                    </a:lnTo>
                    <a:lnTo>
                      <a:pt x="229" y="330"/>
                    </a:lnTo>
                    <a:lnTo>
                      <a:pt x="219" y="328"/>
                    </a:lnTo>
                    <a:lnTo>
                      <a:pt x="211" y="327"/>
                    </a:lnTo>
                    <a:lnTo>
                      <a:pt x="202" y="325"/>
                    </a:lnTo>
                    <a:lnTo>
                      <a:pt x="196" y="325"/>
                    </a:lnTo>
                    <a:lnTo>
                      <a:pt x="191" y="325"/>
                    </a:lnTo>
                    <a:lnTo>
                      <a:pt x="188" y="325"/>
                    </a:lnTo>
                    <a:lnTo>
                      <a:pt x="188" y="317"/>
                    </a:lnTo>
                    <a:lnTo>
                      <a:pt x="188" y="307"/>
                    </a:lnTo>
                    <a:lnTo>
                      <a:pt x="188" y="299"/>
                    </a:lnTo>
                    <a:lnTo>
                      <a:pt x="188" y="289"/>
                    </a:lnTo>
                    <a:lnTo>
                      <a:pt x="188" y="278"/>
                    </a:lnTo>
                    <a:lnTo>
                      <a:pt x="189" y="268"/>
                    </a:lnTo>
                    <a:lnTo>
                      <a:pt x="189" y="258"/>
                    </a:lnTo>
                    <a:lnTo>
                      <a:pt x="189" y="247"/>
                    </a:lnTo>
                    <a:lnTo>
                      <a:pt x="189" y="236"/>
                    </a:lnTo>
                    <a:lnTo>
                      <a:pt x="189" y="225"/>
                    </a:lnTo>
                    <a:lnTo>
                      <a:pt x="190" y="213"/>
                    </a:lnTo>
                    <a:lnTo>
                      <a:pt x="190" y="202"/>
                    </a:lnTo>
                    <a:lnTo>
                      <a:pt x="190" y="191"/>
                    </a:lnTo>
                    <a:lnTo>
                      <a:pt x="189" y="179"/>
                    </a:lnTo>
                    <a:lnTo>
                      <a:pt x="189" y="168"/>
                    </a:lnTo>
                    <a:lnTo>
                      <a:pt x="189" y="156"/>
                    </a:lnTo>
                    <a:lnTo>
                      <a:pt x="188" y="145"/>
                    </a:lnTo>
                    <a:lnTo>
                      <a:pt x="188" y="133"/>
                    </a:lnTo>
                    <a:lnTo>
                      <a:pt x="187" y="122"/>
                    </a:lnTo>
                    <a:lnTo>
                      <a:pt x="185" y="111"/>
                    </a:lnTo>
                    <a:lnTo>
                      <a:pt x="184" y="100"/>
                    </a:lnTo>
                    <a:lnTo>
                      <a:pt x="182" y="89"/>
                    </a:lnTo>
                    <a:lnTo>
                      <a:pt x="180" y="78"/>
                    </a:lnTo>
                    <a:lnTo>
                      <a:pt x="178" y="68"/>
                    </a:lnTo>
                    <a:lnTo>
                      <a:pt x="176" y="59"/>
                    </a:lnTo>
                    <a:lnTo>
                      <a:pt x="173" y="49"/>
                    </a:lnTo>
                    <a:lnTo>
                      <a:pt x="170" y="39"/>
                    </a:lnTo>
                    <a:lnTo>
                      <a:pt x="166" y="31"/>
                    </a:lnTo>
                    <a:lnTo>
                      <a:pt x="162" y="22"/>
                    </a:lnTo>
                    <a:lnTo>
                      <a:pt x="159" y="15"/>
                    </a:lnTo>
                    <a:lnTo>
                      <a:pt x="154" y="8"/>
                    </a:lnTo>
                    <a:lnTo>
                      <a:pt x="149" y="0"/>
                    </a:lnTo>
                    <a:lnTo>
                      <a:pt x="0" y="53"/>
                    </a:lnTo>
                    <a:lnTo>
                      <a:pt x="18" y="450"/>
                    </a:lnTo>
                    <a:lnTo>
                      <a:pt x="17" y="460"/>
                    </a:lnTo>
                    <a:lnTo>
                      <a:pt x="18" y="470"/>
                    </a:lnTo>
                    <a:lnTo>
                      <a:pt x="19" y="479"/>
                    </a:lnTo>
                    <a:lnTo>
                      <a:pt x="22" y="489"/>
                    </a:lnTo>
                    <a:lnTo>
                      <a:pt x="25" y="499"/>
                    </a:lnTo>
                    <a:lnTo>
                      <a:pt x="29" y="509"/>
                    </a:lnTo>
                    <a:lnTo>
                      <a:pt x="34" y="518"/>
                    </a:lnTo>
                    <a:lnTo>
                      <a:pt x="39" y="528"/>
                    </a:lnTo>
                    <a:lnTo>
                      <a:pt x="43" y="536"/>
                    </a:lnTo>
                    <a:lnTo>
                      <a:pt x="49" y="544"/>
                    </a:lnTo>
                    <a:lnTo>
                      <a:pt x="54" y="551"/>
                    </a:lnTo>
                    <a:lnTo>
                      <a:pt x="59" y="558"/>
                    </a:lnTo>
                    <a:lnTo>
                      <a:pt x="65" y="564"/>
                    </a:lnTo>
                    <a:lnTo>
                      <a:pt x="69" y="569"/>
                    </a:lnTo>
                    <a:lnTo>
                      <a:pt x="74" y="573"/>
                    </a:lnTo>
                    <a:lnTo>
                      <a:pt x="77" y="575"/>
                    </a:lnTo>
                    <a:lnTo>
                      <a:pt x="83" y="580"/>
                    </a:lnTo>
                    <a:lnTo>
                      <a:pt x="92" y="584"/>
                    </a:lnTo>
                    <a:lnTo>
                      <a:pt x="100" y="589"/>
                    </a:lnTo>
                    <a:lnTo>
                      <a:pt x="110" y="592"/>
                    </a:lnTo>
                    <a:lnTo>
                      <a:pt x="121" y="597"/>
                    </a:lnTo>
                    <a:lnTo>
                      <a:pt x="132" y="601"/>
                    </a:lnTo>
                    <a:lnTo>
                      <a:pt x="144" y="604"/>
                    </a:lnTo>
                    <a:lnTo>
                      <a:pt x="155" y="608"/>
                    </a:lnTo>
                    <a:lnTo>
                      <a:pt x="167" y="612"/>
                    </a:lnTo>
                    <a:lnTo>
                      <a:pt x="178" y="614"/>
                    </a:lnTo>
                    <a:lnTo>
                      <a:pt x="190" y="616"/>
                    </a:lnTo>
                    <a:lnTo>
                      <a:pt x="200" y="618"/>
                    </a:lnTo>
                    <a:lnTo>
                      <a:pt x="210" y="619"/>
                    </a:lnTo>
                    <a:lnTo>
                      <a:pt x="219" y="620"/>
                    </a:lnTo>
                    <a:lnTo>
                      <a:pt x="227" y="620"/>
                    </a:lnTo>
                    <a:lnTo>
                      <a:pt x="234" y="619"/>
                    </a:lnTo>
                    <a:lnTo>
                      <a:pt x="237" y="619"/>
                    </a:lnTo>
                    <a:lnTo>
                      <a:pt x="241" y="618"/>
                    </a:lnTo>
                    <a:lnTo>
                      <a:pt x="246" y="616"/>
                    </a:lnTo>
                    <a:lnTo>
                      <a:pt x="252" y="615"/>
                    </a:lnTo>
                    <a:lnTo>
                      <a:pt x="257" y="613"/>
                    </a:lnTo>
                    <a:lnTo>
                      <a:pt x="263" y="610"/>
                    </a:lnTo>
                    <a:lnTo>
                      <a:pt x="268" y="608"/>
                    </a:lnTo>
                    <a:lnTo>
                      <a:pt x="273" y="604"/>
                    </a:lnTo>
                    <a:lnTo>
                      <a:pt x="277" y="601"/>
                    </a:lnTo>
                    <a:lnTo>
                      <a:pt x="281" y="597"/>
                    </a:lnTo>
                    <a:lnTo>
                      <a:pt x="285" y="592"/>
                    </a:lnTo>
                    <a:lnTo>
                      <a:pt x="287" y="587"/>
                    </a:lnTo>
                    <a:lnTo>
                      <a:pt x="288" y="581"/>
                    </a:lnTo>
                    <a:lnTo>
                      <a:pt x="287" y="575"/>
                    </a:lnTo>
                    <a:lnTo>
                      <a:pt x="286" y="568"/>
                    </a:lnTo>
                    <a:lnTo>
                      <a:pt x="282" y="561"/>
                    </a:lnTo>
                    <a:lnTo>
                      <a:pt x="281" y="559"/>
                    </a:lnTo>
                    <a:lnTo>
                      <a:pt x="280" y="557"/>
                    </a:lnTo>
                    <a:lnTo>
                      <a:pt x="277" y="555"/>
                    </a:lnTo>
                    <a:lnTo>
                      <a:pt x="275" y="551"/>
                    </a:lnTo>
                    <a:lnTo>
                      <a:pt x="273" y="547"/>
                    </a:lnTo>
                    <a:lnTo>
                      <a:pt x="270" y="545"/>
                    </a:lnTo>
                    <a:lnTo>
                      <a:pt x="269" y="542"/>
                    </a:lnTo>
                    <a:lnTo>
                      <a:pt x="268" y="541"/>
                    </a:lnTo>
                    <a:lnTo>
                      <a:pt x="265" y="541"/>
                    </a:lnTo>
                    <a:lnTo>
                      <a:pt x="258" y="540"/>
                    </a:lnTo>
                    <a:lnTo>
                      <a:pt x="248" y="539"/>
                    </a:lnTo>
                    <a:lnTo>
                      <a:pt x="237" y="535"/>
                    </a:lnTo>
                    <a:lnTo>
                      <a:pt x="227" y="529"/>
                    </a:lnTo>
                    <a:lnTo>
                      <a:pt x="217" y="521"/>
                    </a:lnTo>
                    <a:lnTo>
                      <a:pt x="210" y="509"/>
                    </a:lnTo>
                    <a:lnTo>
                      <a:pt x="208" y="494"/>
                    </a:lnTo>
                    <a:lnTo>
                      <a:pt x="211" y="478"/>
                    </a:lnTo>
                    <a:lnTo>
                      <a:pt x="217" y="465"/>
                    </a:lnTo>
                    <a:lnTo>
                      <a:pt x="224" y="455"/>
                    </a:lnTo>
                    <a:lnTo>
                      <a:pt x="234" y="447"/>
                    </a:lnTo>
                    <a:lnTo>
                      <a:pt x="244" y="442"/>
                    </a:lnTo>
                    <a:lnTo>
                      <a:pt x="253" y="437"/>
                    </a:lnTo>
                    <a:lnTo>
                      <a:pt x="262" y="436"/>
                    </a:lnTo>
                    <a:lnTo>
                      <a:pt x="268" y="435"/>
                    </a:lnTo>
                    <a:lnTo>
                      <a:pt x="270" y="433"/>
                    </a:lnTo>
                    <a:lnTo>
                      <a:pt x="273" y="433"/>
                    </a:lnTo>
                    <a:lnTo>
                      <a:pt x="275" y="433"/>
                    </a:lnTo>
                    <a:lnTo>
                      <a:pt x="279" y="433"/>
                    </a:lnTo>
                    <a:lnTo>
                      <a:pt x="281" y="433"/>
                    </a:lnTo>
                    <a:lnTo>
                      <a:pt x="285" y="433"/>
                    </a:lnTo>
                    <a:lnTo>
                      <a:pt x="290" y="435"/>
                    </a:lnTo>
                    <a:lnTo>
                      <a:pt x="294" y="435"/>
                    </a:lnTo>
                    <a:lnTo>
                      <a:pt x="302" y="436"/>
                    </a:lnTo>
                    <a:lnTo>
                      <a:pt x="309" y="437"/>
                    </a:lnTo>
                    <a:lnTo>
                      <a:pt x="318" y="439"/>
                    </a:lnTo>
                    <a:lnTo>
                      <a:pt x="328" y="441"/>
                    </a:lnTo>
                    <a:lnTo>
                      <a:pt x="341" y="444"/>
                    </a:lnTo>
                    <a:lnTo>
                      <a:pt x="355" y="447"/>
                    </a:lnTo>
                    <a:lnTo>
                      <a:pt x="371" y="450"/>
                    </a:lnTo>
                    <a:lnTo>
                      <a:pt x="390" y="455"/>
                    </a:lnTo>
                    <a:lnTo>
                      <a:pt x="390" y="454"/>
                    </a:lnTo>
                    <a:close/>
                  </a:path>
                </a:pathLst>
              </a:custGeom>
              <a:solidFill>
                <a:srgbClr val="CCB2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303"/>
              <p:cNvSpPr>
                <a:spLocks/>
              </p:cNvSpPr>
              <p:nvPr/>
            </p:nvSpPr>
            <p:spPr bwMode="auto">
              <a:xfrm>
                <a:off x="850" y="2085"/>
                <a:ext cx="21" cy="24"/>
              </a:xfrm>
              <a:custGeom>
                <a:avLst/>
                <a:gdLst>
                  <a:gd name="T0" fmla="*/ 0 w 81"/>
                  <a:gd name="T1" fmla="*/ 5 h 98"/>
                  <a:gd name="T2" fmla="*/ 0 w 81"/>
                  <a:gd name="T3" fmla="*/ 5 h 98"/>
                  <a:gd name="T4" fmla="*/ 7 w 81"/>
                  <a:gd name="T5" fmla="*/ 11 h 98"/>
                  <a:gd name="T6" fmla="*/ 17 w 81"/>
                  <a:gd name="T7" fmla="*/ 16 h 98"/>
                  <a:gd name="T8" fmla="*/ 25 w 81"/>
                  <a:gd name="T9" fmla="*/ 22 h 98"/>
                  <a:gd name="T10" fmla="*/ 34 w 81"/>
                  <a:gd name="T11" fmla="*/ 28 h 98"/>
                  <a:gd name="T12" fmla="*/ 42 w 81"/>
                  <a:gd name="T13" fmla="*/ 34 h 98"/>
                  <a:gd name="T14" fmla="*/ 50 w 81"/>
                  <a:gd name="T15" fmla="*/ 40 h 98"/>
                  <a:gd name="T16" fmla="*/ 57 w 81"/>
                  <a:gd name="T17" fmla="*/ 46 h 98"/>
                  <a:gd name="T18" fmla="*/ 63 w 81"/>
                  <a:gd name="T19" fmla="*/ 52 h 98"/>
                  <a:gd name="T20" fmla="*/ 68 w 81"/>
                  <a:gd name="T21" fmla="*/ 58 h 98"/>
                  <a:gd name="T22" fmla="*/ 72 w 81"/>
                  <a:gd name="T23" fmla="*/ 64 h 98"/>
                  <a:gd name="T24" fmla="*/ 74 w 81"/>
                  <a:gd name="T25" fmla="*/ 69 h 98"/>
                  <a:gd name="T26" fmla="*/ 75 w 81"/>
                  <a:gd name="T27" fmla="*/ 75 h 98"/>
                  <a:gd name="T28" fmla="*/ 75 w 81"/>
                  <a:gd name="T29" fmla="*/ 80 h 98"/>
                  <a:gd name="T30" fmla="*/ 73 w 81"/>
                  <a:gd name="T31" fmla="*/ 85 h 98"/>
                  <a:gd name="T32" fmla="*/ 69 w 81"/>
                  <a:gd name="T33" fmla="*/ 90 h 98"/>
                  <a:gd name="T34" fmla="*/ 63 w 81"/>
                  <a:gd name="T35" fmla="*/ 94 h 98"/>
                  <a:gd name="T36" fmla="*/ 66 w 81"/>
                  <a:gd name="T37" fmla="*/ 98 h 98"/>
                  <a:gd name="T38" fmla="*/ 73 w 81"/>
                  <a:gd name="T39" fmla="*/ 94 h 98"/>
                  <a:gd name="T40" fmla="*/ 78 w 81"/>
                  <a:gd name="T41" fmla="*/ 87 h 98"/>
                  <a:gd name="T42" fmla="*/ 81 w 81"/>
                  <a:gd name="T43" fmla="*/ 81 h 98"/>
                  <a:gd name="T44" fmla="*/ 81 w 81"/>
                  <a:gd name="T45" fmla="*/ 75 h 98"/>
                  <a:gd name="T46" fmla="*/ 80 w 81"/>
                  <a:gd name="T47" fmla="*/ 68 h 98"/>
                  <a:gd name="T48" fmla="*/ 76 w 81"/>
                  <a:gd name="T49" fmla="*/ 62 h 98"/>
                  <a:gd name="T50" fmla="*/ 73 w 81"/>
                  <a:gd name="T51" fmla="*/ 55 h 98"/>
                  <a:gd name="T52" fmla="*/ 67 w 81"/>
                  <a:gd name="T53" fmla="*/ 49 h 98"/>
                  <a:gd name="T54" fmla="*/ 61 w 81"/>
                  <a:gd name="T55" fmla="*/ 41 h 98"/>
                  <a:gd name="T56" fmla="*/ 53 w 81"/>
                  <a:gd name="T57" fmla="*/ 35 h 98"/>
                  <a:gd name="T58" fmla="*/ 45 w 81"/>
                  <a:gd name="T59" fmla="*/ 29 h 98"/>
                  <a:gd name="T60" fmla="*/ 36 w 81"/>
                  <a:gd name="T61" fmla="*/ 23 h 98"/>
                  <a:gd name="T62" fmla="*/ 28 w 81"/>
                  <a:gd name="T63" fmla="*/ 17 h 98"/>
                  <a:gd name="T64" fmla="*/ 19 w 81"/>
                  <a:gd name="T65" fmla="*/ 11 h 98"/>
                  <a:gd name="T66" fmla="*/ 11 w 81"/>
                  <a:gd name="T67" fmla="*/ 6 h 98"/>
                  <a:gd name="T68" fmla="*/ 2 w 81"/>
                  <a:gd name="T69" fmla="*/ 0 h 98"/>
                  <a:gd name="T70" fmla="*/ 2 w 81"/>
                  <a:gd name="T71" fmla="*/ 0 h 98"/>
                  <a:gd name="T72" fmla="*/ 0 w 81"/>
                  <a:gd name="T73" fmla="*/ 5 h 9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1"/>
                  <a:gd name="T112" fmla="*/ 0 h 98"/>
                  <a:gd name="T113" fmla="*/ 81 w 81"/>
                  <a:gd name="T114" fmla="*/ 98 h 9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1" h="98">
                    <a:moveTo>
                      <a:pt x="0" y="5"/>
                    </a:moveTo>
                    <a:lnTo>
                      <a:pt x="0" y="5"/>
                    </a:lnTo>
                    <a:lnTo>
                      <a:pt x="7" y="11"/>
                    </a:lnTo>
                    <a:lnTo>
                      <a:pt x="17" y="16"/>
                    </a:lnTo>
                    <a:lnTo>
                      <a:pt x="25" y="22"/>
                    </a:lnTo>
                    <a:lnTo>
                      <a:pt x="34" y="28"/>
                    </a:lnTo>
                    <a:lnTo>
                      <a:pt x="42" y="34"/>
                    </a:lnTo>
                    <a:lnTo>
                      <a:pt x="50" y="40"/>
                    </a:lnTo>
                    <a:lnTo>
                      <a:pt x="57" y="46"/>
                    </a:lnTo>
                    <a:lnTo>
                      <a:pt x="63" y="52"/>
                    </a:lnTo>
                    <a:lnTo>
                      <a:pt x="68" y="58"/>
                    </a:lnTo>
                    <a:lnTo>
                      <a:pt x="72" y="64"/>
                    </a:lnTo>
                    <a:lnTo>
                      <a:pt x="74" y="69"/>
                    </a:lnTo>
                    <a:lnTo>
                      <a:pt x="75" y="75"/>
                    </a:lnTo>
                    <a:lnTo>
                      <a:pt x="75" y="80"/>
                    </a:lnTo>
                    <a:lnTo>
                      <a:pt x="73" y="85"/>
                    </a:lnTo>
                    <a:lnTo>
                      <a:pt x="69" y="90"/>
                    </a:lnTo>
                    <a:lnTo>
                      <a:pt x="63" y="94"/>
                    </a:lnTo>
                    <a:lnTo>
                      <a:pt x="66" y="98"/>
                    </a:lnTo>
                    <a:lnTo>
                      <a:pt x="73" y="94"/>
                    </a:lnTo>
                    <a:lnTo>
                      <a:pt x="78" y="87"/>
                    </a:lnTo>
                    <a:lnTo>
                      <a:pt x="81" y="81"/>
                    </a:lnTo>
                    <a:lnTo>
                      <a:pt x="81" y="75"/>
                    </a:lnTo>
                    <a:lnTo>
                      <a:pt x="80" y="68"/>
                    </a:lnTo>
                    <a:lnTo>
                      <a:pt x="76" y="62"/>
                    </a:lnTo>
                    <a:lnTo>
                      <a:pt x="73" y="55"/>
                    </a:lnTo>
                    <a:lnTo>
                      <a:pt x="67" y="49"/>
                    </a:lnTo>
                    <a:lnTo>
                      <a:pt x="61" y="41"/>
                    </a:lnTo>
                    <a:lnTo>
                      <a:pt x="53" y="35"/>
                    </a:lnTo>
                    <a:lnTo>
                      <a:pt x="45" y="29"/>
                    </a:lnTo>
                    <a:lnTo>
                      <a:pt x="36" y="23"/>
                    </a:lnTo>
                    <a:lnTo>
                      <a:pt x="28" y="17"/>
                    </a:lnTo>
                    <a:lnTo>
                      <a:pt x="19" y="11"/>
                    </a:lnTo>
                    <a:lnTo>
                      <a:pt x="11" y="6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304"/>
              <p:cNvSpPr>
                <a:spLocks/>
              </p:cNvSpPr>
              <p:nvPr/>
            </p:nvSpPr>
            <p:spPr bwMode="auto">
              <a:xfrm>
                <a:off x="815" y="2075"/>
                <a:ext cx="36" cy="11"/>
              </a:xfrm>
              <a:custGeom>
                <a:avLst/>
                <a:gdLst>
                  <a:gd name="T0" fmla="*/ 0 w 144"/>
                  <a:gd name="T1" fmla="*/ 3 h 41"/>
                  <a:gd name="T2" fmla="*/ 4 w 144"/>
                  <a:gd name="T3" fmla="*/ 6 h 41"/>
                  <a:gd name="T4" fmla="*/ 7 w 144"/>
                  <a:gd name="T5" fmla="*/ 6 h 41"/>
                  <a:gd name="T6" fmla="*/ 12 w 144"/>
                  <a:gd name="T7" fmla="*/ 6 h 41"/>
                  <a:gd name="T8" fmla="*/ 18 w 144"/>
                  <a:gd name="T9" fmla="*/ 7 h 41"/>
                  <a:gd name="T10" fmla="*/ 26 w 144"/>
                  <a:gd name="T11" fmla="*/ 7 h 41"/>
                  <a:gd name="T12" fmla="*/ 35 w 144"/>
                  <a:gd name="T13" fmla="*/ 10 h 41"/>
                  <a:gd name="T14" fmla="*/ 45 w 144"/>
                  <a:gd name="T15" fmla="*/ 11 h 41"/>
                  <a:gd name="T16" fmla="*/ 55 w 144"/>
                  <a:gd name="T17" fmla="*/ 13 h 41"/>
                  <a:gd name="T18" fmla="*/ 64 w 144"/>
                  <a:gd name="T19" fmla="*/ 14 h 41"/>
                  <a:gd name="T20" fmla="*/ 75 w 144"/>
                  <a:gd name="T21" fmla="*/ 18 h 41"/>
                  <a:gd name="T22" fmla="*/ 86 w 144"/>
                  <a:gd name="T23" fmla="*/ 20 h 41"/>
                  <a:gd name="T24" fmla="*/ 97 w 144"/>
                  <a:gd name="T25" fmla="*/ 23 h 41"/>
                  <a:gd name="T26" fmla="*/ 107 w 144"/>
                  <a:gd name="T27" fmla="*/ 26 h 41"/>
                  <a:gd name="T28" fmla="*/ 118 w 144"/>
                  <a:gd name="T29" fmla="*/ 30 h 41"/>
                  <a:gd name="T30" fmla="*/ 126 w 144"/>
                  <a:gd name="T31" fmla="*/ 34 h 41"/>
                  <a:gd name="T32" fmla="*/ 135 w 144"/>
                  <a:gd name="T33" fmla="*/ 37 h 41"/>
                  <a:gd name="T34" fmla="*/ 142 w 144"/>
                  <a:gd name="T35" fmla="*/ 41 h 41"/>
                  <a:gd name="T36" fmla="*/ 144 w 144"/>
                  <a:gd name="T37" fmla="*/ 36 h 41"/>
                  <a:gd name="T38" fmla="*/ 137 w 144"/>
                  <a:gd name="T39" fmla="*/ 33 h 41"/>
                  <a:gd name="T40" fmla="*/ 129 w 144"/>
                  <a:gd name="T41" fmla="*/ 29 h 41"/>
                  <a:gd name="T42" fmla="*/ 119 w 144"/>
                  <a:gd name="T43" fmla="*/ 24 h 41"/>
                  <a:gd name="T44" fmla="*/ 109 w 144"/>
                  <a:gd name="T45" fmla="*/ 22 h 41"/>
                  <a:gd name="T46" fmla="*/ 98 w 144"/>
                  <a:gd name="T47" fmla="*/ 18 h 41"/>
                  <a:gd name="T48" fmla="*/ 87 w 144"/>
                  <a:gd name="T49" fmla="*/ 14 h 41"/>
                  <a:gd name="T50" fmla="*/ 77 w 144"/>
                  <a:gd name="T51" fmla="*/ 12 h 41"/>
                  <a:gd name="T52" fmla="*/ 66 w 144"/>
                  <a:gd name="T53" fmla="*/ 10 h 41"/>
                  <a:gd name="T54" fmla="*/ 55 w 144"/>
                  <a:gd name="T55" fmla="*/ 7 h 41"/>
                  <a:gd name="T56" fmla="*/ 45 w 144"/>
                  <a:gd name="T57" fmla="*/ 5 h 41"/>
                  <a:gd name="T58" fmla="*/ 35 w 144"/>
                  <a:gd name="T59" fmla="*/ 3 h 41"/>
                  <a:gd name="T60" fmla="*/ 27 w 144"/>
                  <a:gd name="T61" fmla="*/ 2 h 41"/>
                  <a:gd name="T62" fmla="*/ 19 w 144"/>
                  <a:gd name="T63" fmla="*/ 1 h 41"/>
                  <a:gd name="T64" fmla="*/ 12 w 144"/>
                  <a:gd name="T65" fmla="*/ 1 h 41"/>
                  <a:gd name="T66" fmla="*/ 7 w 144"/>
                  <a:gd name="T67" fmla="*/ 0 h 41"/>
                  <a:gd name="T68" fmla="*/ 3 w 144"/>
                  <a:gd name="T69" fmla="*/ 1 h 41"/>
                  <a:gd name="T70" fmla="*/ 6 w 144"/>
                  <a:gd name="T71" fmla="*/ 3 h 41"/>
                  <a:gd name="T72" fmla="*/ 0 w 144"/>
                  <a:gd name="T73" fmla="*/ 3 h 41"/>
                  <a:gd name="T74" fmla="*/ 0 w 144"/>
                  <a:gd name="T75" fmla="*/ 7 h 41"/>
                  <a:gd name="T76" fmla="*/ 4 w 144"/>
                  <a:gd name="T77" fmla="*/ 6 h 41"/>
                  <a:gd name="T78" fmla="*/ 0 w 144"/>
                  <a:gd name="T79" fmla="*/ 3 h 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4"/>
                  <a:gd name="T121" fmla="*/ 0 h 41"/>
                  <a:gd name="T122" fmla="*/ 144 w 144"/>
                  <a:gd name="T123" fmla="*/ 41 h 4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4" h="41">
                    <a:moveTo>
                      <a:pt x="0" y="3"/>
                    </a:moveTo>
                    <a:lnTo>
                      <a:pt x="4" y="6"/>
                    </a:lnTo>
                    <a:lnTo>
                      <a:pt x="7" y="6"/>
                    </a:lnTo>
                    <a:lnTo>
                      <a:pt x="12" y="6"/>
                    </a:lnTo>
                    <a:lnTo>
                      <a:pt x="18" y="7"/>
                    </a:lnTo>
                    <a:lnTo>
                      <a:pt x="26" y="7"/>
                    </a:lnTo>
                    <a:lnTo>
                      <a:pt x="35" y="10"/>
                    </a:lnTo>
                    <a:lnTo>
                      <a:pt x="45" y="11"/>
                    </a:lnTo>
                    <a:lnTo>
                      <a:pt x="55" y="13"/>
                    </a:lnTo>
                    <a:lnTo>
                      <a:pt x="64" y="14"/>
                    </a:lnTo>
                    <a:lnTo>
                      <a:pt x="75" y="18"/>
                    </a:lnTo>
                    <a:lnTo>
                      <a:pt x="86" y="20"/>
                    </a:lnTo>
                    <a:lnTo>
                      <a:pt x="97" y="23"/>
                    </a:lnTo>
                    <a:lnTo>
                      <a:pt x="107" y="26"/>
                    </a:lnTo>
                    <a:lnTo>
                      <a:pt x="118" y="30"/>
                    </a:lnTo>
                    <a:lnTo>
                      <a:pt x="126" y="34"/>
                    </a:lnTo>
                    <a:lnTo>
                      <a:pt x="135" y="37"/>
                    </a:lnTo>
                    <a:lnTo>
                      <a:pt x="142" y="41"/>
                    </a:lnTo>
                    <a:lnTo>
                      <a:pt x="144" y="36"/>
                    </a:lnTo>
                    <a:lnTo>
                      <a:pt x="137" y="33"/>
                    </a:lnTo>
                    <a:lnTo>
                      <a:pt x="129" y="29"/>
                    </a:lnTo>
                    <a:lnTo>
                      <a:pt x="119" y="24"/>
                    </a:lnTo>
                    <a:lnTo>
                      <a:pt x="109" y="22"/>
                    </a:lnTo>
                    <a:lnTo>
                      <a:pt x="98" y="18"/>
                    </a:lnTo>
                    <a:lnTo>
                      <a:pt x="87" y="14"/>
                    </a:lnTo>
                    <a:lnTo>
                      <a:pt x="77" y="12"/>
                    </a:lnTo>
                    <a:lnTo>
                      <a:pt x="66" y="10"/>
                    </a:lnTo>
                    <a:lnTo>
                      <a:pt x="55" y="7"/>
                    </a:lnTo>
                    <a:lnTo>
                      <a:pt x="45" y="5"/>
                    </a:lnTo>
                    <a:lnTo>
                      <a:pt x="35" y="3"/>
                    </a:lnTo>
                    <a:lnTo>
                      <a:pt x="27" y="2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6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305"/>
              <p:cNvSpPr>
                <a:spLocks/>
              </p:cNvSpPr>
              <p:nvPr/>
            </p:nvSpPr>
            <p:spPr bwMode="auto">
              <a:xfrm>
                <a:off x="805" y="1995"/>
                <a:ext cx="12" cy="81"/>
              </a:xfrm>
              <a:custGeom>
                <a:avLst/>
                <a:gdLst>
                  <a:gd name="T0" fmla="*/ 0 w 47"/>
                  <a:gd name="T1" fmla="*/ 4 h 327"/>
                  <a:gd name="T2" fmla="*/ 10 w 47"/>
                  <a:gd name="T3" fmla="*/ 18 h 327"/>
                  <a:gd name="T4" fmla="*/ 17 w 47"/>
                  <a:gd name="T5" fmla="*/ 34 h 327"/>
                  <a:gd name="T6" fmla="*/ 24 w 47"/>
                  <a:gd name="T7" fmla="*/ 52 h 327"/>
                  <a:gd name="T8" fmla="*/ 30 w 47"/>
                  <a:gd name="T9" fmla="*/ 72 h 327"/>
                  <a:gd name="T10" fmla="*/ 33 w 47"/>
                  <a:gd name="T11" fmla="*/ 91 h 327"/>
                  <a:gd name="T12" fmla="*/ 37 w 47"/>
                  <a:gd name="T13" fmla="*/ 113 h 327"/>
                  <a:gd name="T14" fmla="*/ 38 w 47"/>
                  <a:gd name="T15" fmla="*/ 135 h 327"/>
                  <a:gd name="T16" fmla="*/ 41 w 47"/>
                  <a:gd name="T17" fmla="*/ 158 h 327"/>
                  <a:gd name="T18" fmla="*/ 41 w 47"/>
                  <a:gd name="T19" fmla="*/ 181 h 327"/>
                  <a:gd name="T20" fmla="*/ 41 w 47"/>
                  <a:gd name="T21" fmla="*/ 204 h 327"/>
                  <a:gd name="T22" fmla="*/ 41 w 47"/>
                  <a:gd name="T23" fmla="*/ 227 h 327"/>
                  <a:gd name="T24" fmla="*/ 41 w 47"/>
                  <a:gd name="T25" fmla="*/ 249 h 327"/>
                  <a:gd name="T26" fmla="*/ 39 w 47"/>
                  <a:gd name="T27" fmla="*/ 270 h 327"/>
                  <a:gd name="T28" fmla="*/ 39 w 47"/>
                  <a:gd name="T29" fmla="*/ 291 h 327"/>
                  <a:gd name="T30" fmla="*/ 38 w 47"/>
                  <a:gd name="T31" fmla="*/ 309 h 327"/>
                  <a:gd name="T32" fmla="*/ 38 w 47"/>
                  <a:gd name="T33" fmla="*/ 327 h 327"/>
                  <a:gd name="T34" fmla="*/ 44 w 47"/>
                  <a:gd name="T35" fmla="*/ 319 h 327"/>
                  <a:gd name="T36" fmla="*/ 44 w 47"/>
                  <a:gd name="T37" fmla="*/ 301 h 327"/>
                  <a:gd name="T38" fmla="*/ 45 w 47"/>
                  <a:gd name="T39" fmla="*/ 280 h 327"/>
                  <a:gd name="T40" fmla="*/ 45 w 47"/>
                  <a:gd name="T41" fmla="*/ 260 h 327"/>
                  <a:gd name="T42" fmla="*/ 47 w 47"/>
                  <a:gd name="T43" fmla="*/ 238 h 327"/>
                  <a:gd name="T44" fmla="*/ 47 w 47"/>
                  <a:gd name="T45" fmla="*/ 215 h 327"/>
                  <a:gd name="T46" fmla="*/ 47 w 47"/>
                  <a:gd name="T47" fmla="*/ 193 h 327"/>
                  <a:gd name="T48" fmla="*/ 47 w 47"/>
                  <a:gd name="T49" fmla="*/ 170 h 327"/>
                  <a:gd name="T50" fmla="*/ 45 w 47"/>
                  <a:gd name="T51" fmla="*/ 147 h 327"/>
                  <a:gd name="T52" fmla="*/ 43 w 47"/>
                  <a:gd name="T53" fmla="*/ 124 h 327"/>
                  <a:gd name="T54" fmla="*/ 41 w 47"/>
                  <a:gd name="T55" fmla="*/ 102 h 327"/>
                  <a:gd name="T56" fmla="*/ 37 w 47"/>
                  <a:gd name="T57" fmla="*/ 80 h 327"/>
                  <a:gd name="T58" fmla="*/ 32 w 47"/>
                  <a:gd name="T59" fmla="*/ 59 h 327"/>
                  <a:gd name="T60" fmla="*/ 27 w 47"/>
                  <a:gd name="T61" fmla="*/ 41 h 327"/>
                  <a:gd name="T62" fmla="*/ 19 w 47"/>
                  <a:gd name="T63" fmla="*/ 23 h 327"/>
                  <a:gd name="T64" fmla="*/ 10 w 47"/>
                  <a:gd name="T65" fmla="*/ 7 h 327"/>
                  <a:gd name="T66" fmla="*/ 2 w 47"/>
                  <a:gd name="T67" fmla="*/ 0 h 3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7"/>
                  <a:gd name="T103" fmla="*/ 0 h 327"/>
                  <a:gd name="T104" fmla="*/ 47 w 47"/>
                  <a:gd name="T105" fmla="*/ 327 h 32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7" h="327">
                    <a:moveTo>
                      <a:pt x="4" y="5"/>
                    </a:moveTo>
                    <a:lnTo>
                      <a:pt x="0" y="4"/>
                    </a:lnTo>
                    <a:lnTo>
                      <a:pt x="5" y="11"/>
                    </a:lnTo>
                    <a:lnTo>
                      <a:pt x="10" y="18"/>
                    </a:lnTo>
                    <a:lnTo>
                      <a:pt x="14" y="26"/>
                    </a:lnTo>
                    <a:lnTo>
                      <a:pt x="17" y="34"/>
                    </a:lnTo>
                    <a:lnTo>
                      <a:pt x="21" y="43"/>
                    </a:lnTo>
                    <a:lnTo>
                      <a:pt x="24" y="52"/>
                    </a:lnTo>
                    <a:lnTo>
                      <a:pt x="27" y="62"/>
                    </a:lnTo>
                    <a:lnTo>
                      <a:pt x="30" y="72"/>
                    </a:lnTo>
                    <a:lnTo>
                      <a:pt x="32" y="81"/>
                    </a:lnTo>
                    <a:lnTo>
                      <a:pt x="33" y="91"/>
                    </a:lnTo>
                    <a:lnTo>
                      <a:pt x="34" y="102"/>
                    </a:lnTo>
                    <a:lnTo>
                      <a:pt x="37" y="113"/>
                    </a:lnTo>
                    <a:lnTo>
                      <a:pt x="38" y="124"/>
                    </a:lnTo>
                    <a:lnTo>
                      <a:pt x="38" y="135"/>
                    </a:lnTo>
                    <a:lnTo>
                      <a:pt x="39" y="147"/>
                    </a:lnTo>
                    <a:lnTo>
                      <a:pt x="41" y="158"/>
                    </a:lnTo>
                    <a:lnTo>
                      <a:pt x="41" y="170"/>
                    </a:lnTo>
                    <a:lnTo>
                      <a:pt x="41" y="181"/>
                    </a:lnTo>
                    <a:lnTo>
                      <a:pt x="41" y="193"/>
                    </a:lnTo>
                    <a:lnTo>
                      <a:pt x="41" y="204"/>
                    </a:lnTo>
                    <a:lnTo>
                      <a:pt x="41" y="215"/>
                    </a:lnTo>
                    <a:lnTo>
                      <a:pt x="41" y="227"/>
                    </a:lnTo>
                    <a:lnTo>
                      <a:pt x="41" y="238"/>
                    </a:lnTo>
                    <a:lnTo>
                      <a:pt x="41" y="249"/>
                    </a:lnTo>
                    <a:lnTo>
                      <a:pt x="41" y="260"/>
                    </a:lnTo>
                    <a:lnTo>
                      <a:pt x="39" y="270"/>
                    </a:lnTo>
                    <a:lnTo>
                      <a:pt x="39" y="280"/>
                    </a:lnTo>
                    <a:lnTo>
                      <a:pt x="39" y="291"/>
                    </a:lnTo>
                    <a:lnTo>
                      <a:pt x="39" y="301"/>
                    </a:lnTo>
                    <a:lnTo>
                      <a:pt x="38" y="309"/>
                    </a:lnTo>
                    <a:lnTo>
                      <a:pt x="38" y="319"/>
                    </a:lnTo>
                    <a:lnTo>
                      <a:pt x="38" y="327"/>
                    </a:lnTo>
                    <a:lnTo>
                      <a:pt x="44" y="327"/>
                    </a:lnTo>
                    <a:lnTo>
                      <a:pt x="44" y="319"/>
                    </a:lnTo>
                    <a:lnTo>
                      <a:pt x="44" y="309"/>
                    </a:lnTo>
                    <a:lnTo>
                      <a:pt x="44" y="301"/>
                    </a:lnTo>
                    <a:lnTo>
                      <a:pt x="44" y="291"/>
                    </a:lnTo>
                    <a:lnTo>
                      <a:pt x="45" y="280"/>
                    </a:lnTo>
                    <a:lnTo>
                      <a:pt x="45" y="270"/>
                    </a:lnTo>
                    <a:lnTo>
                      <a:pt x="45" y="260"/>
                    </a:lnTo>
                    <a:lnTo>
                      <a:pt x="45" y="249"/>
                    </a:lnTo>
                    <a:lnTo>
                      <a:pt x="47" y="238"/>
                    </a:lnTo>
                    <a:lnTo>
                      <a:pt x="47" y="227"/>
                    </a:lnTo>
                    <a:lnTo>
                      <a:pt x="47" y="215"/>
                    </a:lnTo>
                    <a:lnTo>
                      <a:pt x="47" y="204"/>
                    </a:lnTo>
                    <a:lnTo>
                      <a:pt x="47" y="193"/>
                    </a:lnTo>
                    <a:lnTo>
                      <a:pt x="47" y="181"/>
                    </a:lnTo>
                    <a:lnTo>
                      <a:pt x="47" y="170"/>
                    </a:lnTo>
                    <a:lnTo>
                      <a:pt x="45" y="158"/>
                    </a:lnTo>
                    <a:lnTo>
                      <a:pt x="45" y="147"/>
                    </a:lnTo>
                    <a:lnTo>
                      <a:pt x="44" y="135"/>
                    </a:lnTo>
                    <a:lnTo>
                      <a:pt x="43" y="124"/>
                    </a:lnTo>
                    <a:lnTo>
                      <a:pt x="42" y="113"/>
                    </a:lnTo>
                    <a:lnTo>
                      <a:pt x="41" y="102"/>
                    </a:lnTo>
                    <a:lnTo>
                      <a:pt x="39" y="91"/>
                    </a:lnTo>
                    <a:lnTo>
                      <a:pt x="37" y="80"/>
                    </a:lnTo>
                    <a:lnTo>
                      <a:pt x="34" y="69"/>
                    </a:lnTo>
                    <a:lnTo>
                      <a:pt x="32" y="59"/>
                    </a:lnTo>
                    <a:lnTo>
                      <a:pt x="30" y="50"/>
                    </a:lnTo>
                    <a:lnTo>
                      <a:pt x="27" y="41"/>
                    </a:lnTo>
                    <a:lnTo>
                      <a:pt x="22" y="32"/>
                    </a:lnTo>
                    <a:lnTo>
                      <a:pt x="19" y="23"/>
                    </a:lnTo>
                    <a:lnTo>
                      <a:pt x="15" y="15"/>
                    </a:lnTo>
                    <a:lnTo>
                      <a:pt x="10" y="7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306"/>
              <p:cNvSpPr>
                <a:spLocks/>
              </p:cNvSpPr>
              <p:nvPr/>
            </p:nvSpPr>
            <p:spPr bwMode="auto">
              <a:xfrm>
                <a:off x="768" y="1995"/>
                <a:ext cx="38" cy="14"/>
              </a:xfrm>
              <a:custGeom>
                <a:avLst/>
                <a:gdLst>
                  <a:gd name="T0" fmla="*/ 6 w 153"/>
                  <a:gd name="T1" fmla="*/ 55 h 58"/>
                  <a:gd name="T2" fmla="*/ 4 w 153"/>
                  <a:gd name="T3" fmla="*/ 58 h 58"/>
                  <a:gd name="T4" fmla="*/ 153 w 153"/>
                  <a:gd name="T5" fmla="*/ 5 h 58"/>
                  <a:gd name="T6" fmla="*/ 151 w 153"/>
                  <a:gd name="T7" fmla="*/ 0 h 58"/>
                  <a:gd name="T8" fmla="*/ 3 w 153"/>
                  <a:gd name="T9" fmla="*/ 52 h 58"/>
                  <a:gd name="T10" fmla="*/ 0 w 153"/>
                  <a:gd name="T11" fmla="*/ 55 h 58"/>
                  <a:gd name="T12" fmla="*/ 3 w 153"/>
                  <a:gd name="T13" fmla="*/ 52 h 58"/>
                  <a:gd name="T14" fmla="*/ 0 w 153"/>
                  <a:gd name="T15" fmla="*/ 53 h 58"/>
                  <a:gd name="T16" fmla="*/ 0 w 153"/>
                  <a:gd name="T17" fmla="*/ 55 h 58"/>
                  <a:gd name="T18" fmla="*/ 6 w 153"/>
                  <a:gd name="T19" fmla="*/ 55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3"/>
                  <a:gd name="T31" fmla="*/ 0 h 58"/>
                  <a:gd name="T32" fmla="*/ 153 w 153"/>
                  <a:gd name="T33" fmla="*/ 58 h 5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3" h="58">
                    <a:moveTo>
                      <a:pt x="6" y="55"/>
                    </a:moveTo>
                    <a:lnTo>
                      <a:pt x="4" y="58"/>
                    </a:lnTo>
                    <a:lnTo>
                      <a:pt x="153" y="5"/>
                    </a:lnTo>
                    <a:lnTo>
                      <a:pt x="151" y="0"/>
                    </a:lnTo>
                    <a:lnTo>
                      <a:pt x="3" y="52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6" y="5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307"/>
              <p:cNvSpPr>
                <a:spLocks/>
              </p:cNvSpPr>
              <p:nvPr/>
            </p:nvSpPr>
            <p:spPr bwMode="auto">
              <a:xfrm>
                <a:off x="768" y="2008"/>
                <a:ext cx="6" cy="100"/>
              </a:xfrm>
              <a:custGeom>
                <a:avLst/>
                <a:gdLst>
                  <a:gd name="T0" fmla="*/ 23 w 23"/>
                  <a:gd name="T1" fmla="*/ 397 h 397"/>
                  <a:gd name="T2" fmla="*/ 23 w 23"/>
                  <a:gd name="T3" fmla="*/ 397 h 397"/>
                  <a:gd name="T4" fmla="*/ 6 w 23"/>
                  <a:gd name="T5" fmla="*/ 0 h 397"/>
                  <a:gd name="T6" fmla="*/ 0 w 23"/>
                  <a:gd name="T7" fmla="*/ 0 h 397"/>
                  <a:gd name="T8" fmla="*/ 18 w 23"/>
                  <a:gd name="T9" fmla="*/ 397 h 397"/>
                  <a:gd name="T10" fmla="*/ 18 w 23"/>
                  <a:gd name="T11" fmla="*/ 397 h 397"/>
                  <a:gd name="T12" fmla="*/ 23 w 23"/>
                  <a:gd name="T13" fmla="*/ 397 h 397"/>
                  <a:gd name="T14" fmla="*/ 23 w 23"/>
                  <a:gd name="T15" fmla="*/ 397 h 397"/>
                  <a:gd name="T16" fmla="*/ 23 w 23"/>
                  <a:gd name="T17" fmla="*/ 397 h 397"/>
                  <a:gd name="T18" fmla="*/ 23 w 23"/>
                  <a:gd name="T19" fmla="*/ 397 h 3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"/>
                  <a:gd name="T31" fmla="*/ 0 h 397"/>
                  <a:gd name="T32" fmla="*/ 23 w 23"/>
                  <a:gd name="T33" fmla="*/ 397 h 39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" h="397">
                    <a:moveTo>
                      <a:pt x="23" y="397"/>
                    </a:moveTo>
                    <a:lnTo>
                      <a:pt x="23" y="397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18" y="397"/>
                    </a:lnTo>
                    <a:lnTo>
                      <a:pt x="23" y="39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308"/>
              <p:cNvSpPr>
                <a:spLocks/>
              </p:cNvSpPr>
              <p:nvPr/>
            </p:nvSpPr>
            <p:spPr bwMode="auto">
              <a:xfrm>
                <a:off x="772" y="2108"/>
                <a:ext cx="16" cy="31"/>
              </a:xfrm>
              <a:custGeom>
                <a:avLst/>
                <a:gdLst>
                  <a:gd name="T0" fmla="*/ 65 w 65"/>
                  <a:gd name="T1" fmla="*/ 123 h 128"/>
                  <a:gd name="T2" fmla="*/ 65 w 65"/>
                  <a:gd name="T3" fmla="*/ 123 h 128"/>
                  <a:gd name="T4" fmla="*/ 62 w 65"/>
                  <a:gd name="T5" fmla="*/ 120 h 128"/>
                  <a:gd name="T6" fmla="*/ 57 w 65"/>
                  <a:gd name="T7" fmla="*/ 117 h 128"/>
                  <a:gd name="T8" fmla="*/ 52 w 65"/>
                  <a:gd name="T9" fmla="*/ 112 h 128"/>
                  <a:gd name="T10" fmla="*/ 48 w 65"/>
                  <a:gd name="T11" fmla="*/ 107 h 128"/>
                  <a:gd name="T12" fmla="*/ 43 w 65"/>
                  <a:gd name="T13" fmla="*/ 100 h 128"/>
                  <a:gd name="T14" fmla="*/ 38 w 65"/>
                  <a:gd name="T15" fmla="*/ 92 h 128"/>
                  <a:gd name="T16" fmla="*/ 32 w 65"/>
                  <a:gd name="T17" fmla="*/ 84 h 128"/>
                  <a:gd name="T18" fmla="*/ 27 w 65"/>
                  <a:gd name="T19" fmla="*/ 77 h 128"/>
                  <a:gd name="T20" fmla="*/ 22 w 65"/>
                  <a:gd name="T21" fmla="*/ 67 h 128"/>
                  <a:gd name="T22" fmla="*/ 17 w 65"/>
                  <a:gd name="T23" fmla="*/ 57 h 128"/>
                  <a:gd name="T24" fmla="*/ 14 w 65"/>
                  <a:gd name="T25" fmla="*/ 49 h 128"/>
                  <a:gd name="T26" fmla="*/ 10 w 65"/>
                  <a:gd name="T27" fmla="*/ 38 h 128"/>
                  <a:gd name="T28" fmla="*/ 8 w 65"/>
                  <a:gd name="T29" fmla="*/ 29 h 128"/>
                  <a:gd name="T30" fmla="*/ 6 w 65"/>
                  <a:gd name="T31" fmla="*/ 19 h 128"/>
                  <a:gd name="T32" fmla="*/ 6 w 65"/>
                  <a:gd name="T33" fmla="*/ 10 h 128"/>
                  <a:gd name="T34" fmla="*/ 6 w 65"/>
                  <a:gd name="T35" fmla="*/ 0 h 128"/>
                  <a:gd name="T36" fmla="*/ 1 w 65"/>
                  <a:gd name="T37" fmla="*/ 0 h 128"/>
                  <a:gd name="T38" fmla="*/ 0 w 65"/>
                  <a:gd name="T39" fmla="*/ 10 h 128"/>
                  <a:gd name="T40" fmla="*/ 0 w 65"/>
                  <a:gd name="T41" fmla="*/ 20 h 128"/>
                  <a:gd name="T42" fmla="*/ 1 w 65"/>
                  <a:gd name="T43" fmla="*/ 29 h 128"/>
                  <a:gd name="T44" fmla="*/ 4 w 65"/>
                  <a:gd name="T45" fmla="*/ 40 h 128"/>
                  <a:gd name="T46" fmla="*/ 8 w 65"/>
                  <a:gd name="T47" fmla="*/ 50 h 128"/>
                  <a:gd name="T48" fmla="*/ 12 w 65"/>
                  <a:gd name="T49" fmla="*/ 60 h 128"/>
                  <a:gd name="T50" fmla="*/ 17 w 65"/>
                  <a:gd name="T51" fmla="*/ 69 h 128"/>
                  <a:gd name="T52" fmla="*/ 22 w 65"/>
                  <a:gd name="T53" fmla="*/ 78 h 128"/>
                  <a:gd name="T54" fmla="*/ 27 w 65"/>
                  <a:gd name="T55" fmla="*/ 88 h 128"/>
                  <a:gd name="T56" fmla="*/ 33 w 65"/>
                  <a:gd name="T57" fmla="*/ 96 h 128"/>
                  <a:gd name="T58" fmla="*/ 38 w 65"/>
                  <a:gd name="T59" fmla="*/ 103 h 128"/>
                  <a:gd name="T60" fmla="*/ 44 w 65"/>
                  <a:gd name="T61" fmla="*/ 109 h 128"/>
                  <a:gd name="T62" fmla="*/ 49 w 65"/>
                  <a:gd name="T63" fmla="*/ 117 h 128"/>
                  <a:gd name="T64" fmla="*/ 54 w 65"/>
                  <a:gd name="T65" fmla="*/ 122 h 128"/>
                  <a:gd name="T66" fmla="*/ 57 w 65"/>
                  <a:gd name="T67" fmla="*/ 125 h 128"/>
                  <a:gd name="T68" fmla="*/ 61 w 65"/>
                  <a:gd name="T69" fmla="*/ 128 h 128"/>
                  <a:gd name="T70" fmla="*/ 61 w 65"/>
                  <a:gd name="T71" fmla="*/ 128 h 128"/>
                  <a:gd name="T72" fmla="*/ 65 w 65"/>
                  <a:gd name="T73" fmla="*/ 123 h 1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5"/>
                  <a:gd name="T112" fmla="*/ 0 h 128"/>
                  <a:gd name="T113" fmla="*/ 65 w 65"/>
                  <a:gd name="T114" fmla="*/ 128 h 12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5" h="128">
                    <a:moveTo>
                      <a:pt x="65" y="123"/>
                    </a:moveTo>
                    <a:lnTo>
                      <a:pt x="65" y="123"/>
                    </a:lnTo>
                    <a:lnTo>
                      <a:pt x="62" y="120"/>
                    </a:lnTo>
                    <a:lnTo>
                      <a:pt x="57" y="117"/>
                    </a:lnTo>
                    <a:lnTo>
                      <a:pt x="52" y="112"/>
                    </a:lnTo>
                    <a:lnTo>
                      <a:pt x="48" y="107"/>
                    </a:lnTo>
                    <a:lnTo>
                      <a:pt x="43" y="100"/>
                    </a:lnTo>
                    <a:lnTo>
                      <a:pt x="38" y="92"/>
                    </a:lnTo>
                    <a:lnTo>
                      <a:pt x="32" y="84"/>
                    </a:lnTo>
                    <a:lnTo>
                      <a:pt x="27" y="77"/>
                    </a:lnTo>
                    <a:lnTo>
                      <a:pt x="22" y="67"/>
                    </a:lnTo>
                    <a:lnTo>
                      <a:pt x="17" y="57"/>
                    </a:lnTo>
                    <a:lnTo>
                      <a:pt x="14" y="49"/>
                    </a:lnTo>
                    <a:lnTo>
                      <a:pt x="10" y="38"/>
                    </a:lnTo>
                    <a:lnTo>
                      <a:pt x="8" y="29"/>
                    </a:lnTo>
                    <a:lnTo>
                      <a:pt x="6" y="19"/>
                    </a:lnTo>
                    <a:lnTo>
                      <a:pt x="6" y="10"/>
                    </a:lnTo>
                    <a:lnTo>
                      <a:pt x="6" y="0"/>
                    </a:lnTo>
                    <a:lnTo>
                      <a:pt x="1" y="0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1" y="29"/>
                    </a:lnTo>
                    <a:lnTo>
                      <a:pt x="4" y="40"/>
                    </a:lnTo>
                    <a:lnTo>
                      <a:pt x="8" y="50"/>
                    </a:lnTo>
                    <a:lnTo>
                      <a:pt x="12" y="60"/>
                    </a:lnTo>
                    <a:lnTo>
                      <a:pt x="17" y="69"/>
                    </a:lnTo>
                    <a:lnTo>
                      <a:pt x="22" y="78"/>
                    </a:lnTo>
                    <a:lnTo>
                      <a:pt x="27" y="88"/>
                    </a:lnTo>
                    <a:lnTo>
                      <a:pt x="33" y="96"/>
                    </a:lnTo>
                    <a:lnTo>
                      <a:pt x="38" y="103"/>
                    </a:lnTo>
                    <a:lnTo>
                      <a:pt x="44" y="109"/>
                    </a:lnTo>
                    <a:lnTo>
                      <a:pt x="49" y="117"/>
                    </a:lnTo>
                    <a:lnTo>
                      <a:pt x="54" y="122"/>
                    </a:lnTo>
                    <a:lnTo>
                      <a:pt x="57" y="125"/>
                    </a:lnTo>
                    <a:lnTo>
                      <a:pt x="61" y="128"/>
                    </a:lnTo>
                    <a:lnTo>
                      <a:pt x="65" y="12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309"/>
              <p:cNvSpPr>
                <a:spLocks/>
              </p:cNvSpPr>
              <p:nvPr/>
            </p:nvSpPr>
            <p:spPr bwMode="auto">
              <a:xfrm>
                <a:off x="787" y="2138"/>
                <a:ext cx="40" cy="13"/>
              </a:xfrm>
              <a:custGeom>
                <a:avLst/>
                <a:gdLst>
                  <a:gd name="T0" fmla="*/ 158 w 159"/>
                  <a:gd name="T1" fmla="*/ 43 h 50"/>
                  <a:gd name="T2" fmla="*/ 158 w 159"/>
                  <a:gd name="T3" fmla="*/ 43 h 50"/>
                  <a:gd name="T4" fmla="*/ 152 w 159"/>
                  <a:gd name="T5" fmla="*/ 45 h 50"/>
                  <a:gd name="T6" fmla="*/ 144 w 159"/>
                  <a:gd name="T7" fmla="*/ 43 h 50"/>
                  <a:gd name="T8" fmla="*/ 136 w 159"/>
                  <a:gd name="T9" fmla="*/ 43 h 50"/>
                  <a:gd name="T10" fmla="*/ 126 w 159"/>
                  <a:gd name="T11" fmla="*/ 42 h 50"/>
                  <a:gd name="T12" fmla="*/ 115 w 159"/>
                  <a:gd name="T13" fmla="*/ 40 h 50"/>
                  <a:gd name="T14" fmla="*/ 104 w 159"/>
                  <a:gd name="T15" fmla="*/ 37 h 50"/>
                  <a:gd name="T16" fmla="*/ 93 w 159"/>
                  <a:gd name="T17" fmla="*/ 35 h 50"/>
                  <a:gd name="T18" fmla="*/ 81 w 159"/>
                  <a:gd name="T19" fmla="*/ 33 h 50"/>
                  <a:gd name="T20" fmla="*/ 69 w 159"/>
                  <a:gd name="T21" fmla="*/ 29 h 50"/>
                  <a:gd name="T22" fmla="*/ 58 w 159"/>
                  <a:gd name="T23" fmla="*/ 25 h 50"/>
                  <a:gd name="T24" fmla="*/ 47 w 159"/>
                  <a:gd name="T25" fmla="*/ 20 h 50"/>
                  <a:gd name="T26" fmla="*/ 36 w 159"/>
                  <a:gd name="T27" fmla="*/ 17 h 50"/>
                  <a:gd name="T28" fmla="*/ 27 w 159"/>
                  <a:gd name="T29" fmla="*/ 13 h 50"/>
                  <a:gd name="T30" fmla="*/ 18 w 159"/>
                  <a:gd name="T31" fmla="*/ 8 h 50"/>
                  <a:gd name="T32" fmla="*/ 10 w 159"/>
                  <a:gd name="T33" fmla="*/ 5 h 50"/>
                  <a:gd name="T34" fmla="*/ 4 w 159"/>
                  <a:gd name="T35" fmla="*/ 0 h 50"/>
                  <a:gd name="T36" fmla="*/ 0 w 159"/>
                  <a:gd name="T37" fmla="*/ 5 h 50"/>
                  <a:gd name="T38" fmla="*/ 7 w 159"/>
                  <a:gd name="T39" fmla="*/ 9 h 50"/>
                  <a:gd name="T40" fmla="*/ 16 w 159"/>
                  <a:gd name="T41" fmla="*/ 13 h 50"/>
                  <a:gd name="T42" fmla="*/ 24 w 159"/>
                  <a:gd name="T43" fmla="*/ 18 h 50"/>
                  <a:gd name="T44" fmla="*/ 34 w 159"/>
                  <a:gd name="T45" fmla="*/ 23 h 50"/>
                  <a:gd name="T46" fmla="*/ 45 w 159"/>
                  <a:gd name="T47" fmla="*/ 26 h 50"/>
                  <a:gd name="T48" fmla="*/ 57 w 159"/>
                  <a:gd name="T49" fmla="*/ 30 h 50"/>
                  <a:gd name="T50" fmla="*/ 68 w 159"/>
                  <a:gd name="T51" fmla="*/ 34 h 50"/>
                  <a:gd name="T52" fmla="*/ 80 w 159"/>
                  <a:gd name="T53" fmla="*/ 37 h 50"/>
                  <a:gd name="T54" fmla="*/ 91 w 159"/>
                  <a:gd name="T55" fmla="*/ 41 h 50"/>
                  <a:gd name="T56" fmla="*/ 103 w 159"/>
                  <a:gd name="T57" fmla="*/ 43 h 50"/>
                  <a:gd name="T58" fmla="*/ 114 w 159"/>
                  <a:gd name="T59" fmla="*/ 46 h 50"/>
                  <a:gd name="T60" fmla="*/ 125 w 159"/>
                  <a:gd name="T61" fmla="*/ 47 h 50"/>
                  <a:gd name="T62" fmla="*/ 135 w 159"/>
                  <a:gd name="T63" fmla="*/ 50 h 50"/>
                  <a:gd name="T64" fmla="*/ 144 w 159"/>
                  <a:gd name="T65" fmla="*/ 50 h 50"/>
                  <a:gd name="T66" fmla="*/ 152 w 159"/>
                  <a:gd name="T67" fmla="*/ 50 h 50"/>
                  <a:gd name="T68" fmla="*/ 159 w 159"/>
                  <a:gd name="T69" fmla="*/ 50 h 50"/>
                  <a:gd name="T70" fmla="*/ 159 w 159"/>
                  <a:gd name="T71" fmla="*/ 50 h 50"/>
                  <a:gd name="T72" fmla="*/ 158 w 159"/>
                  <a:gd name="T73" fmla="*/ 43 h 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59"/>
                  <a:gd name="T112" fmla="*/ 0 h 50"/>
                  <a:gd name="T113" fmla="*/ 159 w 159"/>
                  <a:gd name="T114" fmla="*/ 50 h 5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59" h="50">
                    <a:moveTo>
                      <a:pt x="158" y="43"/>
                    </a:moveTo>
                    <a:lnTo>
                      <a:pt x="158" y="43"/>
                    </a:lnTo>
                    <a:lnTo>
                      <a:pt x="152" y="45"/>
                    </a:lnTo>
                    <a:lnTo>
                      <a:pt x="144" y="43"/>
                    </a:lnTo>
                    <a:lnTo>
                      <a:pt x="136" y="43"/>
                    </a:lnTo>
                    <a:lnTo>
                      <a:pt x="126" y="42"/>
                    </a:lnTo>
                    <a:lnTo>
                      <a:pt x="115" y="40"/>
                    </a:lnTo>
                    <a:lnTo>
                      <a:pt x="104" y="37"/>
                    </a:lnTo>
                    <a:lnTo>
                      <a:pt x="93" y="35"/>
                    </a:lnTo>
                    <a:lnTo>
                      <a:pt x="81" y="33"/>
                    </a:lnTo>
                    <a:lnTo>
                      <a:pt x="69" y="29"/>
                    </a:lnTo>
                    <a:lnTo>
                      <a:pt x="58" y="25"/>
                    </a:lnTo>
                    <a:lnTo>
                      <a:pt x="47" y="20"/>
                    </a:lnTo>
                    <a:lnTo>
                      <a:pt x="36" y="17"/>
                    </a:lnTo>
                    <a:lnTo>
                      <a:pt x="27" y="13"/>
                    </a:lnTo>
                    <a:lnTo>
                      <a:pt x="18" y="8"/>
                    </a:lnTo>
                    <a:lnTo>
                      <a:pt x="10" y="5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7" y="9"/>
                    </a:lnTo>
                    <a:lnTo>
                      <a:pt x="16" y="13"/>
                    </a:lnTo>
                    <a:lnTo>
                      <a:pt x="24" y="18"/>
                    </a:lnTo>
                    <a:lnTo>
                      <a:pt x="34" y="23"/>
                    </a:lnTo>
                    <a:lnTo>
                      <a:pt x="45" y="26"/>
                    </a:lnTo>
                    <a:lnTo>
                      <a:pt x="57" y="30"/>
                    </a:lnTo>
                    <a:lnTo>
                      <a:pt x="68" y="34"/>
                    </a:lnTo>
                    <a:lnTo>
                      <a:pt x="80" y="37"/>
                    </a:lnTo>
                    <a:lnTo>
                      <a:pt x="91" y="41"/>
                    </a:lnTo>
                    <a:lnTo>
                      <a:pt x="103" y="43"/>
                    </a:lnTo>
                    <a:lnTo>
                      <a:pt x="114" y="46"/>
                    </a:lnTo>
                    <a:lnTo>
                      <a:pt x="125" y="47"/>
                    </a:lnTo>
                    <a:lnTo>
                      <a:pt x="135" y="50"/>
                    </a:lnTo>
                    <a:lnTo>
                      <a:pt x="144" y="50"/>
                    </a:lnTo>
                    <a:lnTo>
                      <a:pt x="152" y="50"/>
                    </a:lnTo>
                    <a:lnTo>
                      <a:pt x="159" y="50"/>
                    </a:lnTo>
                    <a:lnTo>
                      <a:pt x="158" y="4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7" name="Freeform 310"/>
              <p:cNvSpPr>
                <a:spLocks/>
              </p:cNvSpPr>
              <p:nvPr/>
            </p:nvSpPr>
            <p:spPr bwMode="auto">
              <a:xfrm>
                <a:off x="827" y="2135"/>
                <a:ext cx="14" cy="16"/>
              </a:xfrm>
              <a:custGeom>
                <a:avLst/>
                <a:gdLst>
                  <a:gd name="T0" fmla="*/ 47 w 58"/>
                  <a:gd name="T1" fmla="*/ 4 h 65"/>
                  <a:gd name="T2" fmla="*/ 47 w 58"/>
                  <a:gd name="T3" fmla="*/ 4 h 65"/>
                  <a:gd name="T4" fmla="*/ 51 w 58"/>
                  <a:gd name="T5" fmla="*/ 11 h 65"/>
                  <a:gd name="T6" fmla="*/ 52 w 58"/>
                  <a:gd name="T7" fmla="*/ 17 h 65"/>
                  <a:gd name="T8" fmla="*/ 52 w 58"/>
                  <a:gd name="T9" fmla="*/ 23 h 65"/>
                  <a:gd name="T10" fmla="*/ 51 w 58"/>
                  <a:gd name="T11" fmla="*/ 28 h 65"/>
                  <a:gd name="T12" fmla="*/ 49 w 58"/>
                  <a:gd name="T13" fmla="*/ 33 h 65"/>
                  <a:gd name="T14" fmla="*/ 47 w 58"/>
                  <a:gd name="T15" fmla="*/ 37 h 65"/>
                  <a:gd name="T16" fmla="*/ 43 w 58"/>
                  <a:gd name="T17" fmla="*/ 40 h 65"/>
                  <a:gd name="T18" fmla="*/ 38 w 58"/>
                  <a:gd name="T19" fmla="*/ 44 h 65"/>
                  <a:gd name="T20" fmla="*/ 34 w 58"/>
                  <a:gd name="T21" fmla="*/ 48 h 65"/>
                  <a:gd name="T22" fmla="*/ 29 w 58"/>
                  <a:gd name="T23" fmla="*/ 50 h 65"/>
                  <a:gd name="T24" fmla="*/ 23 w 58"/>
                  <a:gd name="T25" fmla="*/ 52 h 65"/>
                  <a:gd name="T26" fmla="*/ 18 w 58"/>
                  <a:gd name="T27" fmla="*/ 54 h 65"/>
                  <a:gd name="T28" fmla="*/ 13 w 58"/>
                  <a:gd name="T29" fmla="*/ 56 h 65"/>
                  <a:gd name="T30" fmla="*/ 8 w 58"/>
                  <a:gd name="T31" fmla="*/ 57 h 65"/>
                  <a:gd name="T32" fmla="*/ 3 w 58"/>
                  <a:gd name="T33" fmla="*/ 57 h 65"/>
                  <a:gd name="T34" fmla="*/ 0 w 58"/>
                  <a:gd name="T35" fmla="*/ 58 h 65"/>
                  <a:gd name="T36" fmla="*/ 1 w 58"/>
                  <a:gd name="T37" fmla="*/ 65 h 65"/>
                  <a:gd name="T38" fmla="*/ 4 w 58"/>
                  <a:gd name="T39" fmla="*/ 63 h 65"/>
                  <a:gd name="T40" fmla="*/ 9 w 58"/>
                  <a:gd name="T41" fmla="*/ 62 h 65"/>
                  <a:gd name="T42" fmla="*/ 14 w 58"/>
                  <a:gd name="T43" fmla="*/ 61 h 65"/>
                  <a:gd name="T44" fmla="*/ 19 w 58"/>
                  <a:gd name="T45" fmla="*/ 60 h 65"/>
                  <a:gd name="T46" fmla="*/ 25 w 58"/>
                  <a:gd name="T47" fmla="*/ 57 h 65"/>
                  <a:gd name="T48" fmla="*/ 31 w 58"/>
                  <a:gd name="T49" fmla="*/ 55 h 65"/>
                  <a:gd name="T50" fmla="*/ 37 w 58"/>
                  <a:gd name="T51" fmla="*/ 52 h 65"/>
                  <a:gd name="T52" fmla="*/ 42 w 58"/>
                  <a:gd name="T53" fmla="*/ 49 h 65"/>
                  <a:gd name="T54" fmla="*/ 47 w 58"/>
                  <a:gd name="T55" fmla="*/ 45 h 65"/>
                  <a:gd name="T56" fmla="*/ 51 w 58"/>
                  <a:gd name="T57" fmla="*/ 40 h 65"/>
                  <a:gd name="T58" fmla="*/ 54 w 58"/>
                  <a:gd name="T59" fmla="*/ 35 h 65"/>
                  <a:gd name="T60" fmla="*/ 57 w 58"/>
                  <a:gd name="T61" fmla="*/ 29 h 65"/>
                  <a:gd name="T62" fmla="*/ 58 w 58"/>
                  <a:gd name="T63" fmla="*/ 23 h 65"/>
                  <a:gd name="T64" fmla="*/ 58 w 58"/>
                  <a:gd name="T65" fmla="*/ 16 h 65"/>
                  <a:gd name="T66" fmla="*/ 55 w 58"/>
                  <a:gd name="T67" fmla="*/ 9 h 65"/>
                  <a:gd name="T68" fmla="*/ 52 w 58"/>
                  <a:gd name="T69" fmla="*/ 1 h 65"/>
                  <a:gd name="T70" fmla="*/ 52 w 58"/>
                  <a:gd name="T71" fmla="*/ 0 h 65"/>
                  <a:gd name="T72" fmla="*/ 47 w 58"/>
                  <a:gd name="T73" fmla="*/ 4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8"/>
                  <a:gd name="T112" fmla="*/ 0 h 65"/>
                  <a:gd name="T113" fmla="*/ 58 w 58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8" h="65">
                    <a:moveTo>
                      <a:pt x="47" y="4"/>
                    </a:moveTo>
                    <a:lnTo>
                      <a:pt x="47" y="4"/>
                    </a:lnTo>
                    <a:lnTo>
                      <a:pt x="51" y="11"/>
                    </a:lnTo>
                    <a:lnTo>
                      <a:pt x="52" y="17"/>
                    </a:lnTo>
                    <a:lnTo>
                      <a:pt x="52" y="23"/>
                    </a:lnTo>
                    <a:lnTo>
                      <a:pt x="51" y="28"/>
                    </a:lnTo>
                    <a:lnTo>
                      <a:pt x="49" y="33"/>
                    </a:lnTo>
                    <a:lnTo>
                      <a:pt x="47" y="37"/>
                    </a:lnTo>
                    <a:lnTo>
                      <a:pt x="43" y="40"/>
                    </a:lnTo>
                    <a:lnTo>
                      <a:pt x="38" y="44"/>
                    </a:lnTo>
                    <a:lnTo>
                      <a:pt x="34" y="48"/>
                    </a:lnTo>
                    <a:lnTo>
                      <a:pt x="29" y="50"/>
                    </a:lnTo>
                    <a:lnTo>
                      <a:pt x="23" y="52"/>
                    </a:lnTo>
                    <a:lnTo>
                      <a:pt x="18" y="54"/>
                    </a:lnTo>
                    <a:lnTo>
                      <a:pt x="13" y="56"/>
                    </a:lnTo>
                    <a:lnTo>
                      <a:pt x="8" y="57"/>
                    </a:lnTo>
                    <a:lnTo>
                      <a:pt x="3" y="57"/>
                    </a:lnTo>
                    <a:lnTo>
                      <a:pt x="0" y="58"/>
                    </a:lnTo>
                    <a:lnTo>
                      <a:pt x="1" y="65"/>
                    </a:lnTo>
                    <a:lnTo>
                      <a:pt x="4" y="63"/>
                    </a:lnTo>
                    <a:lnTo>
                      <a:pt x="9" y="62"/>
                    </a:lnTo>
                    <a:lnTo>
                      <a:pt x="14" y="61"/>
                    </a:lnTo>
                    <a:lnTo>
                      <a:pt x="19" y="60"/>
                    </a:lnTo>
                    <a:lnTo>
                      <a:pt x="25" y="57"/>
                    </a:lnTo>
                    <a:lnTo>
                      <a:pt x="31" y="55"/>
                    </a:lnTo>
                    <a:lnTo>
                      <a:pt x="37" y="52"/>
                    </a:lnTo>
                    <a:lnTo>
                      <a:pt x="42" y="49"/>
                    </a:lnTo>
                    <a:lnTo>
                      <a:pt x="47" y="45"/>
                    </a:lnTo>
                    <a:lnTo>
                      <a:pt x="51" y="40"/>
                    </a:lnTo>
                    <a:lnTo>
                      <a:pt x="54" y="35"/>
                    </a:lnTo>
                    <a:lnTo>
                      <a:pt x="57" y="29"/>
                    </a:lnTo>
                    <a:lnTo>
                      <a:pt x="58" y="23"/>
                    </a:lnTo>
                    <a:lnTo>
                      <a:pt x="58" y="16"/>
                    </a:lnTo>
                    <a:lnTo>
                      <a:pt x="55" y="9"/>
                    </a:lnTo>
                    <a:lnTo>
                      <a:pt x="52" y="1"/>
                    </a:lnTo>
                    <a:lnTo>
                      <a:pt x="52" y="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8" name="Freeform 311"/>
              <p:cNvSpPr>
                <a:spLocks/>
              </p:cNvSpPr>
              <p:nvPr/>
            </p:nvSpPr>
            <p:spPr bwMode="auto">
              <a:xfrm>
                <a:off x="835" y="2130"/>
                <a:ext cx="5" cy="5"/>
              </a:xfrm>
              <a:custGeom>
                <a:avLst/>
                <a:gdLst>
                  <a:gd name="T0" fmla="*/ 1 w 18"/>
                  <a:gd name="T1" fmla="*/ 6 h 23"/>
                  <a:gd name="T2" fmla="*/ 0 w 18"/>
                  <a:gd name="T3" fmla="*/ 6 h 23"/>
                  <a:gd name="T4" fmla="*/ 0 w 18"/>
                  <a:gd name="T5" fmla="*/ 6 h 23"/>
                  <a:gd name="T6" fmla="*/ 2 w 18"/>
                  <a:gd name="T7" fmla="*/ 7 h 23"/>
                  <a:gd name="T8" fmla="*/ 3 w 18"/>
                  <a:gd name="T9" fmla="*/ 10 h 23"/>
                  <a:gd name="T10" fmla="*/ 6 w 18"/>
                  <a:gd name="T11" fmla="*/ 13 h 23"/>
                  <a:gd name="T12" fmla="*/ 8 w 18"/>
                  <a:gd name="T13" fmla="*/ 17 h 23"/>
                  <a:gd name="T14" fmla="*/ 10 w 18"/>
                  <a:gd name="T15" fmla="*/ 19 h 23"/>
                  <a:gd name="T16" fmla="*/ 12 w 18"/>
                  <a:gd name="T17" fmla="*/ 22 h 23"/>
                  <a:gd name="T18" fmla="*/ 13 w 18"/>
                  <a:gd name="T19" fmla="*/ 23 h 23"/>
                  <a:gd name="T20" fmla="*/ 18 w 18"/>
                  <a:gd name="T21" fmla="*/ 19 h 23"/>
                  <a:gd name="T22" fmla="*/ 17 w 18"/>
                  <a:gd name="T23" fmla="*/ 18 h 23"/>
                  <a:gd name="T24" fmla="*/ 15 w 18"/>
                  <a:gd name="T25" fmla="*/ 17 h 23"/>
                  <a:gd name="T26" fmla="*/ 13 w 18"/>
                  <a:gd name="T27" fmla="*/ 13 h 23"/>
                  <a:gd name="T28" fmla="*/ 10 w 18"/>
                  <a:gd name="T29" fmla="*/ 11 h 23"/>
                  <a:gd name="T30" fmla="*/ 8 w 18"/>
                  <a:gd name="T31" fmla="*/ 7 h 23"/>
                  <a:gd name="T32" fmla="*/ 6 w 18"/>
                  <a:gd name="T33" fmla="*/ 3 h 23"/>
                  <a:gd name="T34" fmla="*/ 4 w 18"/>
                  <a:gd name="T35" fmla="*/ 1 h 23"/>
                  <a:gd name="T36" fmla="*/ 2 w 18"/>
                  <a:gd name="T37" fmla="*/ 0 h 23"/>
                  <a:gd name="T38" fmla="*/ 1 w 18"/>
                  <a:gd name="T39" fmla="*/ 0 h 23"/>
                  <a:gd name="T40" fmla="*/ 1 w 18"/>
                  <a:gd name="T41" fmla="*/ 6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3"/>
                  <a:gd name="T65" fmla="*/ 18 w 1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3">
                    <a:moveTo>
                      <a:pt x="1" y="6"/>
                    </a:moveTo>
                    <a:lnTo>
                      <a:pt x="0" y="6"/>
                    </a:lnTo>
                    <a:lnTo>
                      <a:pt x="2" y="7"/>
                    </a:lnTo>
                    <a:lnTo>
                      <a:pt x="3" y="10"/>
                    </a:lnTo>
                    <a:lnTo>
                      <a:pt x="6" y="13"/>
                    </a:lnTo>
                    <a:lnTo>
                      <a:pt x="8" y="17"/>
                    </a:lnTo>
                    <a:lnTo>
                      <a:pt x="10" y="19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5" y="17"/>
                    </a:lnTo>
                    <a:lnTo>
                      <a:pt x="13" y="13"/>
                    </a:lnTo>
                    <a:lnTo>
                      <a:pt x="10" y="11"/>
                    </a:lnTo>
                    <a:lnTo>
                      <a:pt x="8" y="7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9" name="Freeform 312"/>
              <p:cNvSpPr>
                <a:spLocks/>
              </p:cNvSpPr>
              <p:nvPr/>
            </p:nvSpPr>
            <p:spPr bwMode="auto">
              <a:xfrm>
                <a:off x="820" y="2118"/>
                <a:ext cx="16" cy="13"/>
              </a:xfrm>
              <a:custGeom>
                <a:avLst/>
                <a:gdLst>
                  <a:gd name="T0" fmla="*/ 0 w 63"/>
                  <a:gd name="T1" fmla="*/ 0 h 51"/>
                  <a:gd name="T2" fmla="*/ 0 w 63"/>
                  <a:gd name="T3" fmla="*/ 0 h 51"/>
                  <a:gd name="T4" fmla="*/ 2 w 63"/>
                  <a:gd name="T5" fmla="*/ 16 h 51"/>
                  <a:gd name="T6" fmla="*/ 9 w 63"/>
                  <a:gd name="T7" fmla="*/ 28 h 51"/>
                  <a:gd name="T8" fmla="*/ 19 w 63"/>
                  <a:gd name="T9" fmla="*/ 38 h 51"/>
                  <a:gd name="T10" fmla="*/ 31 w 63"/>
                  <a:gd name="T11" fmla="*/ 44 h 51"/>
                  <a:gd name="T12" fmla="*/ 42 w 63"/>
                  <a:gd name="T13" fmla="*/ 47 h 51"/>
                  <a:gd name="T14" fmla="*/ 53 w 63"/>
                  <a:gd name="T15" fmla="*/ 50 h 51"/>
                  <a:gd name="T16" fmla="*/ 59 w 63"/>
                  <a:gd name="T17" fmla="*/ 51 h 51"/>
                  <a:gd name="T18" fmla="*/ 63 w 63"/>
                  <a:gd name="T19" fmla="*/ 51 h 51"/>
                  <a:gd name="T20" fmla="*/ 63 w 63"/>
                  <a:gd name="T21" fmla="*/ 45 h 51"/>
                  <a:gd name="T22" fmla="*/ 60 w 63"/>
                  <a:gd name="T23" fmla="*/ 45 h 51"/>
                  <a:gd name="T24" fmla="*/ 53 w 63"/>
                  <a:gd name="T25" fmla="*/ 44 h 51"/>
                  <a:gd name="T26" fmla="*/ 43 w 63"/>
                  <a:gd name="T27" fmla="*/ 41 h 51"/>
                  <a:gd name="T28" fmla="*/ 34 w 63"/>
                  <a:gd name="T29" fmla="*/ 39 h 51"/>
                  <a:gd name="T30" fmla="*/ 23 w 63"/>
                  <a:gd name="T31" fmla="*/ 33 h 51"/>
                  <a:gd name="T32" fmla="*/ 13 w 63"/>
                  <a:gd name="T33" fmla="*/ 25 h 51"/>
                  <a:gd name="T34" fmla="*/ 8 w 63"/>
                  <a:gd name="T35" fmla="*/ 15 h 51"/>
                  <a:gd name="T36" fmla="*/ 6 w 63"/>
                  <a:gd name="T37" fmla="*/ 0 h 51"/>
                  <a:gd name="T38" fmla="*/ 6 w 63"/>
                  <a:gd name="T39" fmla="*/ 0 h 51"/>
                  <a:gd name="T40" fmla="*/ 0 w 63"/>
                  <a:gd name="T41" fmla="*/ 0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51"/>
                  <a:gd name="T65" fmla="*/ 63 w 63"/>
                  <a:gd name="T66" fmla="*/ 51 h 5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51">
                    <a:moveTo>
                      <a:pt x="0" y="0"/>
                    </a:moveTo>
                    <a:lnTo>
                      <a:pt x="0" y="0"/>
                    </a:lnTo>
                    <a:lnTo>
                      <a:pt x="2" y="16"/>
                    </a:lnTo>
                    <a:lnTo>
                      <a:pt x="9" y="28"/>
                    </a:lnTo>
                    <a:lnTo>
                      <a:pt x="19" y="38"/>
                    </a:lnTo>
                    <a:lnTo>
                      <a:pt x="31" y="44"/>
                    </a:lnTo>
                    <a:lnTo>
                      <a:pt x="42" y="47"/>
                    </a:lnTo>
                    <a:lnTo>
                      <a:pt x="53" y="50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3" y="45"/>
                    </a:lnTo>
                    <a:lnTo>
                      <a:pt x="60" y="45"/>
                    </a:lnTo>
                    <a:lnTo>
                      <a:pt x="53" y="44"/>
                    </a:lnTo>
                    <a:lnTo>
                      <a:pt x="43" y="41"/>
                    </a:lnTo>
                    <a:lnTo>
                      <a:pt x="34" y="39"/>
                    </a:lnTo>
                    <a:lnTo>
                      <a:pt x="23" y="33"/>
                    </a:lnTo>
                    <a:lnTo>
                      <a:pt x="13" y="25"/>
                    </a:lnTo>
                    <a:lnTo>
                      <a:pt x="8" y="15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0" name="Freeform 313"/>
              <p:cNvSpPr>
                <a:spLocks/>
              </p:cNvSpPr>
              <p:nvPr/>
            </p:nvSpPr>
            <p:spPr bwMode="auto">
              <a:xfrm>
                <a:off x="820" y="2103"/>
                <a:ext cx="16" cy="15"/>
              </a:xfrm>
              <a:custGeom>
                <a:avLst/>
                <a:gdLst>
                  <a:gd name="T0" fmla="*/ 63 w 64"/>
                  <a:gd name="T1" fmla="*/ 0 h 63"/>
                  <a:gd name="T2" fmla="*/ 63 w 64"/>
                  <a:gd name="T3" fmla="*/ 0 h 63"/>
                  <a:gd name="T4" fmla="*/ 57 w 64"/>
                  <a:gd name="T5" fmla="*/ 1 h 63"/>
                  <a:gd name="T6" fmla="*/ 47 w 64"/>
                  <a:gd name="T7" fmla="*/ 4 h 63"/>
                  <a:gd name="T8" fmla="*/ 37 w 64"/>
                  <a:gd name="T9" fmla="*/ 8 h 63"/>
                  <a:gd name="T10" fmla="*/ 28 w 64"/>
                  <a:gd name="T11" fmla="*/ 13 h 63"/>
                  <a:gd name="T12" fmla="*/ 18 w 64"/>
                  <a:gd name="T13" fmla="*/ 22 h 63"/>
                  <a:gd name="T14" fmla="*/ 9 w 64"/>
                  <a:gd name="T15" fmla="*/ 33 h 63"/>
                  <a:gd name="T16" fmla="*/ 3 w 64"/>
                  <a:gd name="T17" fmla="*/ 46 h 63"/>
                  <a:gd name="T18" fmla="*/ 0 w 64"/>
                  <a:gd name="T19" fmla="*/ 63 h 63"/>
                  <a:gd name="T20" fmla="*/ 6 w 64"/>
                  <a:gd name="T21" fmla="*/ 63 h 63"/>
                  <a:gd name="T22" fmla="*/ 8 w 64"/>
                  <a:gd name="T23" fmla="*/ 47 h 63"/>
                  <a:gd name="T24" fmla="*/ 14 w 64"/>
                  <a:gd name="T25" fmla="*/ 35 h 63"/>
                  <a:gd name="T26" fmla="*/ 22 w 64"/>
                  <a:gd name="T27" fmla="*/ 25 h 63"/>
                  <a:gd name="T28" fmla="*/ 31 w 64"/>
                  <a:gd name="T29" fmla="*/ 18 h 63"/>
                  <a:gd name="T30" fmla="*/ 40 w 64"/>
                  <a:gd name="T31" fmla="*/ 13 h 63"/>
                  <a:gd name="T32" fmla="*/ 49 w 64"/>
                  <a:gd name="T33" fmla="*/ 10 h 63"/>
                  <a:gd name="T34" fmla="*/ 57 w 64"/>
                  <a:gd name="T35" fmla="*/ 7 h 63"/>
                  <a:gd name="T36" fmla="*/ 64 w 64"/>
                  <a:gd name="T37" fmla="*/ 6 h 63"/>
                  <a:gd name="T38" fmla="*/ 64 w 64"/>
                  <a:gd name="T39" fmla="*/ 6 h 63"/>
                  <a:gd name="T40" fmla="*/ 63 w 64"/>
                  <a:gd name="T41" fmla="*/ 0 h 6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4"/>
                  <a:gd name="T64" fmla="*/ 0 h 63"/>
                  <a:gd name="T65" fmla="*/ 64 w 64"/>
                  <a:gd name="T66" fmla="*/ 63 h 6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4" h="63">
                    <a:moveTo>
                      <a:pt x="63" y="0"/>
                    </a:moveTo>
                    <a:lnTo>
                      <a:pt x="63" y="0"/>
                    </a:lnTo>
                    <a:lnTo>
                      <a:pt x="57" y="1"/>
                    </a:lnTo>
                    <a:lnTo>
                      <a:pt x="47" y="4"/>
                    </a:lnTo>
                    <a:lnTo>
                      <a:pt x="37" y="8"/>
                    </a:lnTo>
                    <a:lnTo>
                      <a:pt x="28" y="13"/>
                    </a:lnTo>
                    <a:lnTo>
                      <a:pt x="18" y="22"/>
                    </a:lnTo>
                    <a:lnTo>
                      <a:pt x="9" y="33"/>
                    </a:lnTo>
                    <a:lnTo>
                      <a:pt x="3" y="46"/>
                    </a:lnTo>
                    <a:lnTo>
                      <a:pt x="0" y="63"/>
                    </a:lnTo>
                    <a:lnTo>
                      <a:pt x="6" y="63"/>
                    </a:lnTo>
                    <a:lnTo>
                      <a:pt x="8" y="47"/>
                    </a:lnTo>
                    <a:lnTo>
                      <a:pt x="14" y="35"/>
                    </a:lnTo>
                    <a:lnTo>
                      <a:pt x="22" y="25"/>
                    </a:lnTo>
                    <a:lnTo>
                      <a:pt x="31" y="18"/>
                    </a:lnTo>
                    <a:lnTo>
                      <a:pt x="40" y="13"/>
                    </a:lnTo>
                    <a:lnTo>
                      <a:pt x="49" y="10"/>
                    </a:lnTo>
                    <a:lnTo>
                      <a:pt x="57" y="7"/>
                    </a:lnTo>
                    <a:lnTo>
                      <a:pt x="64" y="6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1" name="Freeform 314"/>
              <p:cNvSpPr>
                <a:spLocks/>
              </p:cNvSpPr>
              <p:nvPr/>
            </p:nvSpPr>
            <p:spPr bwMode="auto">
              <a:xfrm>
                <a:off x="836" y="2103"/>
                <a:ext cx="31" cy="6"/>
              </a:xfrm>
              <a:custGeom>
                <a:avLst/>
                <a:gdLst>
                  <a:gd name="T0" fmla="*/ 120 w 124"/>
                  <a:gd name="T1" fmla="*/ 22 h 27"/>
                  <a:gd name="T2" fmla="*/ 122 w 124"/>
                  <a:gd name="T3" fmla="*/ 21 h 27"/>
                  <a:gd name="T4" fmla="*/ 104 w 124"/>
                  <a:gd name="T5" fmla="*/ 17 h 27"/>
                  <a:gd name="T6" fmla="*/ 88 w 124"/>
                  <a:gd name="T7" fmla="*/ 13 h 27"/>
                  <a:gd name="T8" fmla="*/ 74 w 124"/>
                  <a:gd name="T9" fmla="*/ 10 h 27"/>
                  <a:gd name="T10" fmla="*/ 60 w 124"/>
                  <a:gd name="T11" fmla="*/ 7 h 27"/>
                  <a:gd name="T12" fmla="*/ 51 w 124"/>
                  <a:gd name="T13" fmla="*/ 5 h 27"/>
                  <a:gd name="T14" fmla="*/ 41 w 124"/>
                  <a:gd name="T15" fmla="*/ 4 h 27"/>
                  <a:gd name="T16" fmla="*/ 34 w 124"/>
                  <a:gd name="T17" fmla="*/ 2 h 27"/>
                  <a:gd name="T18" fmla="*/ 28 w 124"/>
                  <a:gd name="T19" fmla="*/ 1 h 27"/>
                  <a:gd name="T20" fmla="*/ 22 w 124"/>
                  <a:gd name="T21" fmla="*/ 0 h 27"/>
                  <a:gd name="T22" fmla="*/ 17 w 124"/>
                  <a:gd name="T23" fmla="*/ 0 h 27"/>
                  <a:gd name="T24" fmla="*/ 13 w 124"/>
                  <a:gd name="T25" fmla="*/ 0 h 27"/>
                  <a:gd name="T26" fmla="*/ 11 w 124"/>
                  <a:gd name="T27" fmla="*/ 0 h 27"/>
                  <a:gd name="T28" fmla="*/ 7 w 124"/>
                  <a:gd name="T29" fmla="*/ 0 h 27"/>
                  <a:gd name="T30" fmla="*/ 5 w 124"/>
                  <a:gd name="T31" fmla="*/ 0 h 27"/>
                  <a:gd name="T32" fmla="*/ 2 w 124"/>
                  <a:gd name="T33" fmla="*/ 0 h 27"/>
                  <a:gd name="T34" fmla="*/ 0 w 124"/>
                  <a:gd name="T35" fmla="*/ 0 h 27"/>
                  <a:gd name="T36" fmla="*/ 1 w 124"/>
                  <a:gd name="T37" fmla="*/ 6 h 27"/>
                  <a:gd name="T38" fmla="*/ 3 w 124"/>
                  <a:gd name="T39" fmla="*/ 6 h 27"/>
                  <a:gd name="T40" fmla="*/ 6 w 124"/>
                  <a:gd name="T41" fmla="*/ 6 h 27"/>
                  <a:gd name="T42" fmla="*/ 8 w 124"/>
                  <a:gd name="T43" fmla="*/ 5 h 27"/>
                  <a:gd name="T44" fmla="*/ 11 w 124"/>
                  <a:gd name="T45" fmla="*/ 5 h 27"/>
                  <a:gd name="T46" fmla="*/ 13 w 124"/>
                  <a:gd name="T47" fmla="*/ 5 h 27"/>
                  <a:gd name="T48" fmla="*/ 17 w 124"/>
                  <a:gd name="T49" fmla="*/ 6 h 27"/>
                  <a:gd name="T50" fmla="*/ 20 w 124"/>
                  <a:gd name="T51" fmla="*/ 6 h 27"/>
                  <a:gd name="T52" fmla="*/ 26 w 124"/>
                  <a:gd name="T53" fmla="*/ 7 h 27"/>
                  <a:gd name="T54" fmla="*/ 33 w 124"/>
                  <a:gd name="T55" fmla="*/ 7 h 27"/>
                  <a:gd name="T56" fmla="*/ 41 w 124"/>
                  <a:gd name="T57" fmla="*/ 10 h 27"/>
                  <a:gd name="T58" fmla="*/ 50 w 124"/>
                  <a:gd name="T59" fmla="*/ 11 h 27"/>
                  <a:gd name="T60" fmla="*/ 60 w 124"/>
                  <a:gd name="T61" fmla="*/ 13 h 27"/>
                  <a:gd name="T62" fmla="*/ 73 w 124"/>
                  <a:gd name="T63" fmla="*/ 16 h 27"/>
                  <a:gd name="T64" fmla="*/ 86 w 124"/>
                  <a:gd name="T65" fmla="*/ 18 h 27"/>
                  <a:gd name="T66" fmla="*/ 103 w 124"/>
                  <a:gd name="T67" fmla="*/ 23 h 27"/>
                  <a:gd name="T68" fmla="*/ 121 w 124"/>
                  <a:gd name="T69" fmla="*/ 27 h 27"/>
                  <a:gd name="T70" fmla="*/ 124 w 124"/>
                  <a:gd name="T71" fmla="*/ 25 h 27"/>
                  <a:gd name="T72" fmla="*/ 121 w 124"/>
                  <a:gd name="T73" fmla="*/ 27 h 27"/>
                  <a:gd name="T74" fmla="*/ 122 w 124"/>
                  <a:gd name="T75" fmla="*/ 27 h 27"/>
                  <a:gd name="T76" fmla="*/ 124 w 124"/>
                  <a:gd name="T77" fmla="*/ 25 h 27"/>
                  <a:gd name="T78" fmla="*/ 120 w 124"/>
                  <a:gd name="T79" fmla="*/ 22 h 2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24"/>
                  <a:gd name="T121" fmla="*/ 0 h 27"/>
                  <a:gd name="T122" fmla="*/ 124 w 124"/>
                  <a:gd name="T123" fmla="*/ 27 h 2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24" h="27">
                    <a:moveTo>
                      <a:pt x="120" y="22"/>
                    </a:moveTo>
                    <a:lnTo>
                      <a:pt x="122" y="21"/>
                    </a:lnTo>
                    <a:lnTo>
                      <a:pt x="104" y="17"/>
                    </a:lnTo>
                    <a:lnTo>
                      <a:pt x="88" y="13"/>
                    </a:lnTo>
                    <a:lnTo>
                      <a:pt x="74" y="10"/>
                    </a:lnTo>
                    <a:lnTo>
                      <a:pt x="60" y="7"/>
                    </a:lnTo>
                    <a:lnTo>
                      <a:pt x="51" y="5"/>
                    </a:lnTo>
                    <a:lnTo>
                      <a:pt x="41" y="4"/>
                    </a:lnTo>
                    <a:lnTo>
                      <a:pt x="34" y="2"/>
                    </a:lnTo>
                    <a:lnTo>
                      <a:pt x="28" y="1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7" y="6"/>
                    </a:lnTo>
                    <a:lnTo>
                      <a:pt x="20" y="6"/>
                    </a:lnTo>
                    <a:lnTo>
                      <a:pt x="26" y="7"/>
                    </a:lnTo>
                    <a:lnTo>
                      <a:pt x="33" y="7"/>
                    </a:lnTo>
                    <a:lnTo>
                      <a:pt x="41" y="10"/>
                    </a:lnTo>
                    <a:lnTo>
                      <a:pt x="50" y="11"/>
                    </a:lnTo>
                    <a:lnTo>
                      <a:pt x="60" y="13"/>
                    </a:lnTo>
                    <a:lnTo>
                      <a:pt x="73" y="16"/>
                    </a:lnTo>
                    <a:lnTo>
                      <a:pt x="86" y="18"/>
                    </a:lnTo>
                    <a:lnTo>
                      <a:pt x="103" y="23"/>
                    </a:lnTo>
                    <a:lnTo>
                      <a:pt x="121" y="27"/>
                    </a:lnTo>
                    <a:lnTo>
                      <a:pt x="124" y="25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4" y="25"/>
                    </a:lnTo>
                    <a:lnTo>
                      <a:pt x="120" y="2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2" name="Freeform 315"/>
              <p:cNvSpPr>
                <a:spLocks/>
              </p:cNvSpPr>
              <p:nvPr/>
            </p:nvSpPr>
            <p:spPr bwMode="auto">
              <a:xfrm>
                <a:off x="866" y="2108"/>
                <a:ext cx="1" cy="1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0 w 5"/>
                  <a:gd name="T5" fmla="*/ 1 h 4"/>
                  <a:gd name="T6" fmla="*/ 4 w 5"/>
                  <a:gd name="T7" fmla="*/ 4 h 4"/>
                  <a:gd name="T8" fmla="*/ 5 w 5"/>
                  <a:gd name="T9" fmla="*/ 4 h 4"/>
                  <a:gd name="T10" fmla="*/ 4 w 5"/>
                  <a:gd name="T11" fmla="*/ 4 h 4"/>
                  <a:gd name="T12" fmla="*/ 1 w 5"/>
                  <a:gd name="T13" fmla="*/ 0 h 4"/>
                  <a:gd name="T14" fmla="*/ 1 w 5"/>
                  <a:gd name="T15" fmla="*/ 0 h 4"/>
                  <a:gd name="T16" fmla="*/ 0 w 5"/>
                  <a:gd name="T17" fmla="*/ 1 h 4"/>
                  <a:gd name="T18" fmla="*/ 1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1" y="0"/>
                    </a:moveTo>
                    <a:lnTo>
                      <a:pt x="0" y="1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3" name="Freeform 316"/>
              <p:cNvSpPr>
                <a:spLocks/>
              </p:cNvSpPr>
              <p:nvPr/>
            </p:nvSpPr>
            <p:spPr bwMode="auto">
              <a:xfrm>
                <a:off x="748" y="1858"/>
                <a:ext cx="35" cy="102"/>
              </a:xfrm>
              <a:custGeom>
                <a:avLst/>
                <a:gdLst>
                  <a:gd name="T0" fmla="*/ 142 w 142"/>
                  <a:gd name="T1" fmla="*/ 393 h 408"/>
                  <a:gd name="T2" fmla="*/ 141 w 142"/>
                  <a:gd name="T3" fmla="*/ 387 h 408"/>
                  <a:gd name="T4" fmla="*/ 138 w 142"/>
                  <a:gd name="T5" fmla="*/ 380 h 408"/>
                  <a:gd name="T6" fmla="*/ 137 w 142"/>
                  <a:gd name="T7" fmla="*/ 374 h 408"/>
                  <a:gd name="T8" fmla="*/ 136 w 142"/>
                  <a:gd name="T9" fmla="*/ 366 h 408"/>
                  <a:gd name="T10" fmla="*/ 133 w 142"/>
                  <a:gd name="T11" fmla="*/ 359 h 408"/>
                  <a:gd name="T12" fmla="*/ 132 w 142"/>
                  <a:gd name="T13" fmla="*/ 352 h 408"/>
                  <a:gd name="T14" fmla="*/ 130 w 142"/>
                  <a:gd name="T15" fmla="*/ 345 h 408"/>
                  <a:gd name="T16" fmla="*/ 127 w 142"/>
                  <a:gd name="T17" fmla="*/ 337 h 408"/>
                  <a:gd name="T18" fmla="*/ 126 w 142"/>
                  <a:gd name="T19" fmla="*/ 330 h 408"/>
                  <a:gd name="T20" fmla="*/ 124 w 142"/>
                  <a:gd name="T21" fmla="*/ 323 h 408"/>
                  <a:gd name="T22" fmla="*/ 123 w 142"/>
                  <a:gd name="T23" fmla="*/ 315 h 408"/>
                  <a:gd name="T24" fmla="*/ 120 w 142"/>
                  <a:gd name="T25" fmla="*/ 308 h 408"/>
                  <a:gd name="T26" fmla="*/ 119 w 142"/>
                  <a:gd name="T27" fmla="*/ 301 h 408"/>
                  <a:gd name="T28" fmla="*/ 116 w 142"/>
                  <a:gd name="T29" fmla="*/ 295 h 408"/>
                  <a:gd name="T30" fmla="*/ 115 w 142"/>
                  <a:gd name="T31" fmla="*/ 288 h 408"/>
                  <a:gd name="T32" fmla="*/ 114 w 142"/>
                  <a:gd name="T33" fmla="*/ 282 h 408"/>
                  <a:gd name="T34" fmla="*/ 113 w 142"/>
                  <a:gd name="T35" fmla="*/ 271 h 408"/>
                  <a:gd name="T36" fmla="*/ 112 w 142"/>
                  <a:gd name="T37" fmla="*/ 261 h 408"/>
                  <a:gd name="T38" fmla="*/ 109 w 142"/>
                  <a:gd name="T39" fmla="*/ 251 h 408"/>
                  <a:gd name="T40" fmla="*/ 108 w 142"/>
                  <a:gd name="T41" fmla="*/ 240 h 408"/>
                  <a:gd name="T42" fmla="*/ 107 w 142"/>
                  <a:gd name="T43" fmla="*/ 231 h 408"/>
                  <a:gd name="T44" fmla="*/ 104 w 142"/>
                  <a:gd name="T45" fmla="*/ 220 h 408"/>
                  <a:gd name="T46" fmla="*/ 103 w 142"/>
                  <a:gd name="T47" fmla="*/ 210 h 408"/>
                  <a:gd name="T48" fmla="*/ 102 w 142"/>
                  <a:gd name="T49" fmla="*/ 200 h 408"/>
                  <a:gd name="T50" fmla="*/ 99 w 142"/>
                  <a:gd name="T51" fmla="*/ 189 h 408"/>
                  <a:gd name="T52" fmla="*/ 97 w 142"/>
                  <a:gd name="T53" fmla="*/ 180 h 408"/>
                  <a:gd name="T54" fmla="*/ 96 w 142"/>
                  <a:gd name="T55" fmla="*/ 170 h 408"/>
                  <a:gd name="T56" fmla="*/ 93 w 142"/>
                  <a:gd name="T57" fmla="*/ 160 h 408"/>
                  <a:gd name="T58" fmla="*/ 91 w 142"/>
                  <a:gd name="T59" fmla="*/ 149 h 408"/>
                  <a:gd name="T60" fmla="*/ 89 w 142"/>
                  <a:gd name="T61" fmla="*/ 140 h 408"/>
                  <a:gd name="T62" fmla="*/ 86 w 142"/>
                  <a:gd name="T63" fmla="*/ 130 h 408"/>
                  <a:gd name="T64" fmla="*/ 84 w 142"/>
                  <a:gd name="T65" fmla="*/ 119 h 408"/>
                  <a:gd name="T66" fmla="*/ 81 w 142"/>
                  <a:gd name="T67" fmla="*/ 111 h 408"/>
                  <a:gd name="T68" fmla="*/ 79 w 142"/>
                  <a:gd name="T69" fmla="*/ 102 h 408"/>
                  <a:gd name="T70" fmla="*/ 76 w 142"/>
                  <a:gd name="T71" fmla="*/ 95 h 408"/>
                  <a:gd name="T72" fmla="*/ 74 w 142"/>
                  <a:gd name="T73" fmla="*/ 86 h 408"/>
                  <a:gd name="T74" fmla="*/ 72 w 142"/>
                  <a:gd name="T75" fmla="*/ 79 h 408"/>
                  <a:gd name="T76" fmla="*/ 69 w 142"/>
                  <a:gd name="T77" fmla="*/ 72 h 408"/>
                  <a:gd name="T78" fmla="*/ 67 w 142"/>
                  <a:gd name="T79" fmla="*/ 64 h 408"/>
                  <a:gd name="T80" fmla="*/ 66 w 142"/>
                  <a:gd name="T81" fmla="*/ 57 h 408"/>
                  <a:gd name="T82" fmla="*/ 63 w 142"/>
                  <a:gd name="T83" fmla="*/ 50 h 408"/>
                  <a:gd name="T84" fmla="*/ 61 w 142"/>
                  <a:gd name="T85" fmla="*/ 43 h 408"/>
                  <a:gd name="T86" fmla="*/ 58 w 142"/>
                  <a:gd name="T87" fmla="*/ 37 h 408"/>
                  <a:gd name="T88" fmla="*/ 56 w 142"/>
                  <a:gd name="T89" fmla="*/ 29 h 408"/>
                  <a:gd name="T90" fmla="*/ 53 w 142"/>
                  <a:gd name="T91" fmla="*/ 22 h 408"/>
                  <a:gd name="T92" fmla="*/ 51 w 142"/>
                  <a:gd name="T93" fmla="*/ 15 h 408"/>
                  <a:gd name="T94" fmla="*/ 49 w 142"/>
                  <a:gd name="T95" fmla="*/ 7 h 408"/>
                  <a:gd name="T96" fmla="*/ 45 w 142"/>
                  <a:gd name="T97" fmla="*/ 0 h 408"/>
                  <a:gd name="T98" fmla="*/ 0 w 142"/>
                  <a:gd name="T99" fmla="*/ 12 h 408"/>
                  <a:gd name="T100" fmla="*/ 79 w 142"/>
                  <a:gd name="T101" fmla="*/ 408 h 408"/>
                  <a:gd name="T102" fmla="*/ 142 w 142"/>
                  <a:gd name="T103" fmla="*/ 393 h 40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42"/>
                  <a:gd name="T157" fmla="*/ 0 h 408"/>
                  <a:gd name="T158" fmla="*/ 142 w 142"/>
                  <a:gd name="T159" fmla="*/ 408 h 40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42" h="408">
                    <a:moveTo>
                      <a:pt x="142" y="393"/>
                    </a:moveTo>
                    <a:lnTo>
                      <a:pt x="141" y="387"/>
                    </a:lnTo>
                    <a:lnTo>
                      <a:pt x="138" y="380"/>
                    </a:lnTo>
                    <a:lnTo>
                      <a:pt x="137" y="374"/>
                    </a:lnTo>
                    <a:lnTo>
                      <a:pt x="136" y="366"/>
                    </a:lnTo>
                    <a:lnTo>
                      <a:pt x="133" y="359"/>
                    </a:lnTo>
                    <a:lnTo>
                      <a:pt x="132" y="352"/>
                    </a:lnTo>
                    <a:lnTo>
                      <a:pt x="130" y="345"/>
                    </a:lnTo>
                    <a:lnTo>
                      <a:pt x="127" y="337"/>
                    </a:lnTo>
                    <a:lnTo>
                      <a:pt x="126" y="330"/>
                    </a:lnTo>
                    <a:lnTo>
                      <a:pt x="124" y="323"/>
                    </a:lnTo>
                    <a:lnTo>
                      <a:pt x="123" y="315"/>
                    </a:lnTo>
                    <a:lnTo>
                      <a:pt x="120" y="308"/>
                    </a:lnTo>
                    <a:lnTo>
                      <a:pt x="119" y="301"/>
                    </a:lnTo>
                    <a:lnTo>
                      <a:pt x="116" y="295"/>
                    </a:lnTo>
                    <a:lnTo>
                      <a:pt x="115" y="288"/>
                    </a:lnTo>
                    <a:lnTo>
                      <a:pt x="114" y="282"/>
                    </a:lnTo>
                    <a:lnTo>
                      <a:pt x="113" y="271"/>
                    </a:lnTo>
                    <a:lnTo>
                      <a:pt x="112" y="261"/>
                    </a:lnTo>
                    <a:lnTo>
                      <a:pt x="109" y="251"/>
                    </a:lnTo>
                    <a:lnTo>
                      <a:pt x="108" y="240"/>
                    </a:lnTo>
                    <a:lnTo>
                      <a:pt x="107" y="231"/>
                    </a:lnTo>
                    <a:lnTo>
                      <a:pt x="104" y="220"/>
                    </a:lnTo>
                    <a:lnTo>
                      <a:pt x="103" y="210"/>
                    </a:lnTo>
                    <a:lnTo>
                      <a:pt x="102" y="200"/>
                    </a:lnTo>
                    <a:lnTo>
                      <a:pt x="99" y="189"/>
                    </a:lnTo>
                    <a:lnTo>
                      <a:pt x="97" y="180"/>
                    </a:lnTo>
                    <a:lnTo>
                      <a:pt x="96" y="170"/>
                    </a:lnTo>
                    <a:lnTo>
                      <a:pt x="93" y="160"/>
                    </a:lnTo>
                    <a:lnTo>
                      <a:pt x="91" y="149"/>
                    </a:lnTo>
                    <a:lnTo>
                      <a:pt x="89" y="140"/>
                    </a:lnTo>
                    <a:lnTo>
                      <a:pt x="86" y="130"/>
                    </a:lnTo>
                    <a:lnTo>
                      <a:pt x="84" y="119"/>
                    </a:lnTo>
                    <a:lnTo>
                      <a:pt x="81" y="111"/>
                    </a:lnTo>
                    <a:lnTo>
                      <a:pt x="79" y="102"/>
                    </a:lnTo>
                    <a:lnTo>
                      <a:pt x="76" y="95"/>
                    </a:lnTo>
                    <a:lnTo>
                      <a:pt x="74" y="86"/>
                    </a:lnTo>
                    <a:lnTo>
                      <a:pt x="72" y="79"/>
                    </a:lnTo>
                    <a:lnTo>
                      <a:pt x="69" y="72"/>
                    </a:lnTo>
                    <a:lnTo>
                      <a:pt x="67" y="64"/>
                    </a:lnTo>
                    <a:lnTo>
                      <a:pt x="66" y="57"/>
                    </a:lnTo>
                    <a:lnTo>
                      <a:pt x="63" y="50"/>
                    </a:lnTo>
                    <a:lnTo>
                      <a:pt x="61" y="43"/>
                    </a:lnTo>
                    <a:lnTo>
                      <a:pt x="58" y="37"/>
                    </a:lnTo>
                    <a:lnTo>
                      <a:pt x="56" y="29"/>
                    </a:lnTo>
                    <a:lnTo>
                      <a:pt x="53" y="22"/>
                    </a:lnTo>
                    <a:lnTo>
                      <a:pt x="51" y="15"/>
                    </a:lnTo>
                    <a:lnTo>
                      <a:pt x="49" y="7"/>
                    </a:lnTo>
                    <a:lnTo>
                      <a:pt x="45" y="0"/>
                    </a:lnTo>
                    <a:lnTo>
                      <a:pt x="0" y="12"/>
                    </a:lnTo>
                    <a:lnTo>
                      <a:pt x="79" y="408"/>
                    </a:lnTo>
                    <a:lnTo>
                      <a:pt x="142" y="393"/>
                    </a:lnTo>
                    <a:close/>
                  </a:path>
                </a:pathLst>
              </a:custGeom>
              <a:solidFill>
                <a:srgbClr val="7F7F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4" name="Freeform 317"/>
              <p:cNvSpPr>
                <a:spLocks/>
              </p:cNvSpPr>
              <p:nvPr/>
            </p:nvSpPr>
            <p:spPr bwMode="auto">
              <a:xfrm>
                <a:off x="776" y="1928"/>
                <a:ext cx="8" cy="28"/>
              </a:xfrm>
              <a:custGeom>
                <a:avLst/>
                <a:gdLst>
                  <a:gd name="T0" fmla="*/ 0 w 32"/>
                  <a:gd name="T1" fmla="*/ 0 h 112"/>
                  <a:gd name="T2" fmla="*/ 0 w 32"/>
                  <a:gd name="T3" fmla="*/ 0 h 112"/>
                  <a:gd name="T4" fmla="*/ 1 w 32"/>
                  <a:gd name="T5" fmla="*/ 7 h 112"/>
                  <a:gd name="T6" fmla="*/ 2 w 32"/>
                  <a:gd name="T7" fmla="*/ 13 h 112"/>
                  <a:gd name="T8" fmla="*/ 3 w 32"/>
                  <a:gd name="T9" fmla="*/ 20 h 112"/>
                  <a:gd name="T10" fmla="*/ 6 w 32"/>
                  <a:gd name="T11" fmla="*/ 27 h 112"/>
                  <a:gd name="T12" fmla="*/ 7 w 32"/>
                  <a:gd name="T13" fmla="*/ 35 h 112"/>
                  <a:gd name="T14" fmla="*/ 9 w 32"/>
                  <a:gd name="T15" fmla="*/ 42 h 112"/>
                  <a:gd name="T16" fmla="*/ 11 w 32"/>
                  <a:gd name="T17" fmla="*/ 49 h 112"/>
                  <a:gd name="T18" fmla="*/ 13 w 32"/>
                  <a:gd name="T19" fmla="*/ 57 h 112"/>
                  <a:gd name="T20" fmla="*/ 15 w 32"/>
                  <a:gd name="T21" fmla="*/ 64 h 112"/>
                  <a:gd name="T22" fmla="*/ 17 w 32"/>
                  <a:gd name="T23" fmla="*/ 71 h 112"/>
                  <a:gd name="T24" fmla="*/ 19 w 32"/>
                  <a:gd name="T25" fmla="*/ 78 h 112"/>
                  <a:gd name="T26" fmla="*/ 20 w 32"/>
                  <a:gd name="T27" fmla="*/ 84 h 112"/>
                  <a:gd name="T28" fmla="*/ 23 w 32"/>
                  <a:gd name="T29" fmla="*/ 92 h 112"/>
                  <a:gd name="T30" fmla="*/ 24 w 32"/>
                  <a:gd name="T31" fmla="*/ 99 h 112"/>
                  <a:gd name="T32" fmla="*/ 25 w 32"/>
                  <a:gd name="T33" fmla="*/ 105 h 112"/>
                  <a:gd name="T34" fmla="*/ 26 w 32"/>
                  <a:gd name="T35" fmla="*/ 112 h 112"/>
                  <a:gd name="T36" fmla="*/ 32 w 32"/>
                  <a:gd name="T37" fmla="*/ 111 h 112"/>
                  <a:gd name="T38" fmla="*/ 31 w 32"/>
                  <a:gd name="T39" fmla="*/ 105 h 112"/>
                  <a:gd name="T40" fmla="*/ 30 w 32"/>
                  <a:gd name="T41" fmla="*/ 98 h 112"/>
                  <a:gd name="T42" fmla="*/ 28 w 32"/>
                  <a:gd name="T43" fmla="*/ 90 h 112"/>
                  <a:gd name="T44" fmla="*/ 26 w 32"/>
                  <a:gd name="T45" fmla="*/ 83 h 112"/>
                  <a:gd name="T46" fmla="*/ 25 w 32"/>
                  <a:gd name="T47" fmla="*/ 77 h 112"/>
                  <a:gd name="T48" fmla="*/ 23 w 32"/>
                  <a:gd name="T49" fmla="*/ 70 h 112"/>
                  <a:gd name="T50" fmla="*/ 20 w 32"/>
                  <a:gd name="T51" fmla="*/ 61 h 112"/>
                  <a:gd name="T52" fmla="*/ 19 w 32"/>
                  <a:gd name="T53" fmla="*/ 54 h 112"/>
                  <a:gd name="T54" fmla="*/ 17 w 32"/>
                  <a:gd name="T55" fmla="*/ 47 h 112"/>
                  <a:gd name="T56" fmla="*/ 14 w 32"/>
                  <a:gd name="T57" fmla="*/ 40 h 112"/>
                  <a:gd name="T58" fmla="*/ 13 w 32"/>
                  <a:gd name="T59" fmla="*/ 32 h 112"/>
                  <a:gd name="T60" fmla="*/ 11 w 32"/>
                  <a:gd name="T61" fmla="*/ 25 h 112"/>
                  <a:gd name="T62" fmla="*/ 9 w 32"/>
                  <a:gd name="T63" fmla="*/ 19 h 112"/>
                  <a:gd name="T64" fmla="*/ 8 w 32"/>
                  <a:gd name="T65" fmla="*/ 12 h 112"/>
                  <a:gd name="T66" fmla="*/ 7 w 32"/>
                  <a:gd name="T67" fmla="*/ 6 h 112"/>
                  <a:gd name="T68" fmla="*/ 6 w 32"/>
                  <a:gd name="T69" fmla="*/ 0 h 112"/>
                  <a:gd name="T70" fmla="*/ 6 w 32"/>
                  <a:gd name="T71" fmla="*/ 0 h 112"/>
                  <a:gd name="T72" fmla="*/ 0 w 32"/>
                  <a:gd name="T73" fmla="*/ 0 h 11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"/>
                  <a:gd name="T112" fmla="*/ 0 h 112"/>
                  <a:gd name="T113" fmla="*/ 32 w 32"/>
                  <a:gd name="T114" fmla="*/ 112 h 11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" h="112">
                    <a:moveTo>
                      <a:pt x="0" y="0"/>
                    </a:moveTo>
                    <a:lnTo>
                      <a:pt x="0" y="0"/>
                    </a:lnTo>
                    <a:lnTo>
                      <a:pt x="1" y="7"/>
                    </a:lnTo>
                    <a:lnTo>
                      <a:pt x="2" y="13"/>
                    </a:lnTo>
                    <a:lnTo>
                      <a:pt x="3" y="20"/>
                    </a:lnTo>
                    <a:lnTo>
                      <a:pt x="6" y="27"/>
                    </a:lnTo>
                    <a:lnTo>
                      <a:pt x="7" y="35"/>
                    </a:lnTo>
                    <a:lnTo>
                      <a:pt x="9" y="42"/>
                    </a:lnTo>
                    <a:lnTo>
                      <a:pt x="11" y="49"/>
                    </a:lnTo>
                    <a:lnTo>
                      <a:pt x="13" y="57"/>
                    </a:lnTo>
                    <a:lnTo>
                      <a:pt x="15" y="64"/>
                    </a:lnTo>
                    <a:lnTo>
                      <a:pt x="17" y="71"/>
                    </a:lnTo>
                    <a:lnTo>
                      <a:pt x="19" y="78"/>
                    </a:lnTo>
                    <a:lnTo>
                      <a:pt x="20" y="84"/>
                    </a:lnTo>
                    <a:lnTo>
                      <a:pt x="23" y="92"/>
                    </a:lnTo>
                    <a:lnTo>
                      <a:pt x="24" y="99"/>
                    </a:lnTo>
                    <a:lnTo>
                      <a:pt x="25" y="105"/>
                    </a:lnTo>
                    <a:lnTo>
                      <a:pt x="26" y="112"/>
                    </a:lnTo>
                    <a:lnTo>
                      <a:pt x="32" y="111"/>
                    </a:lnTo>
                    <a:lnTo>
                      <a:pt x="31" y="105"/>
                    </a:lnTo>
                    <a:lnTo>
                      <a:pt x="30" y="98"/>
                    </a:lnTo>
                    <a:lnTo>
                      <a:pt x="28" y="90"/>
                    </a:lnTo>
                    <a:lnTo>
                      <a:pt x="26" y="83"/>
                    </a:lnTo>
                    <a:lnTo>
                      <a:pt x="25" y="77"/>
                    </a:lnTo>
                    <a:lnTo>
                      <a:pt x="23" y="70"/>
                    </a:lnTo>
                    <a:lnTo>
                      <a:pt x="20" y="61"/>
                    </a:lnTo>
                    <a:lnTo>
                      <a:pt x="19" y="54"/>
                    </a:lnTo>
                    <a:lnTo>
                      <a:pt x="17" y="47"/>
                    </a:lnTo>
                    <a:lnTo>
                      <a:pt x="14" y="40"/>
                    </a:lnTo>
                    <a:lnTo>
                      <a:pt x="13" y="32"/>
                    </a:lnTo>
                    <a:lnTo>
                      <a:pt x="11" y="25"/>
                    </a:lnTo>
                    <a:lnTo>
                      <a:pt x="9" y="19"/>
                    </a:lnTo>
                    <a:lnTo>
                      <a:pt x="8" y="12"/>
                    </a:lnTo>
                    <a:lnTo>
                      <a:pt x="7" y="6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5" name="Freeform 318"/>
              <p:cNvSpPr>
                <a:spLocks/>
              </p:cNvSpPr>
              <p:nvPr/>
            </p:nvSpPr>
            <p:spPr bwMode="auto">
              <a:xfrm>
                <a:off x="768" y="1888"/>
                <a:ext cx="9" cy="40"/>
              </a:xfrm>
              <a:custGeom>
                <a:avLst/>
                <a:gdLst>
                  <a:gd name="T0" fmla="*/ 0 w 38"/>
                  <a:gd name="T1" fmla="*/ 1 h 163"/>
                  <a:gd name="T2" fmla="*/ 0 w 38"/>
                  <a:gd name="T3" fmla="*/ 1 h 163"/>
                  <a:gd name="T4" fmla="*/ 4 w 38"/>
                  <a:gd name="T5" fmla="*/ 11 h 163"/>
                  <a:gd name="T6" fmla="*/ 6 w 38"/>
                  <a:gd name="T7" fmla="*/ 22 h 163"/>
                  <a:gd name="T8" fmla="*/ 9 w 38"/>
                  <a:gd name="T9" fmla="*/ 32 h 163"/>
                  <a:gd name="T10" fmla="*/ 11 w 38"/>
                  <a:gd name="T11" fmla="*/ 41 h 163"/>
                  <a:gd name="T12" fmla="*/ 13 w 38"/>
                  <a:gd name="T13" fmla="*/ 51 h 163"/>
                  <a:gd name="T14" fmla="*/ 15 w 38"/>
                  <a:gd name="T15" fmla="*/ 62 h 163"/>
                  <a:gd name="T16" fmla="*/ 17 w 38"/>
                  <a:gd name="T17" fmla="*/ 72 h 163"/>
                  <a:gd name="T18" fmla="*/ 18 w 38"/>
                  <a:gd name="T19" fmla="*/ 81 h 163"/>
                  <a:gd name="T20" fmla="*/ 21 w 38"/>
                  <a:gd name="T21" fmla="*/ 91 h 163"/>
                  <a:gd name="T22" fmla="*/ 22 w 38"/>
                  <a:gd name="T23" fmla="*/ 102 h 163"/>
                  <a:gd name="T24" fmla="*/ 23 w 38"/>
                  <a:gd name="T25" fmla="*/ 112 h 163"/>
                  <a:gd name="T26" fmla="*/ 26 w 38"/>
                  <a:gd name="T27" fmla="*/ 121 h 163"/>
                  <a:gd name="T28" fmla="*/ 27 w 38"/>
                  <a:gd name="T29" fmla="*/ 132 h 163"/>
                  <a:gd name="T30" fmla="*/ 28 w 38"/>
                  <a:gd name="T31" fmla="*/ 142 h 163"/>
                  <a:gd name="T32" fmla="*/ 30 w 38"/>
                  <a:gd name="T33" fmla="*/ 153 h 163"/>
                  <a:gd name="T34" fmla="*/ 32 w 38"/>
                  <a:gd name="T35" fmla="*/ 163 h 163"/>
                  <a:gd name="T36" fmla="*/ 38 w 38"/>
                  <a:gd name="T37" fmla="*/ 163 h 163"/>
                  <a:gd name="T38" fmla="*/ 35 w 38"/>
                  <a:gd name="T39" fmla="*/ 152 h 163"/>
                  <a:gd name="T40" fmla="*/ 34 w 38"/>
                  <a:gd name="T41" fmla="*/ 142 h 163"/>
                  <a:gd name="T42" fmla="*/ 33 w 38"/>
                  <a:gd name="T43" fmla="*/ 131 h 163"/>
                  <a:gd name="T44" fmla="*/ 30 w 38"/>
                  <a:gd name="T45" fmla="*/ 121 h 163"/>
                  <a:gd name="T46" fmla="*/ 29 w 38"/>
                  <a:gd name="T47" fmla="*/ 110 h 163"/>
                  <a:gd name="T48" fmla="*/ 28 w 38"/>
                  <a:gd name="T49" fmla="*/ 101 h 163"/>
                  <a:gd name="T50" fmla="*/ 26 w 38"/>
                  <a:gd name="T51" fmla="*/ 91 h 163"/>
                  <a:gd name="T52" fmla="*/ 24 w 38"/>
                  <a:gd name="T53" fmla="*/ 80 h 163"/>
                  <a:gd name="T54" fmla="*/ 22 w 38"/>
                  <a:gd name="T55" fmla="*/ 70 h 163"/>
                  <a:gd name="T56" fmla="*/ 21 w 38"/>
                  <a:gd name="T57" fmla="*/ 61 h 163"/>
                  <a:gd name="T58" fmla="*/ 18 w 38"/>
                  <a:gd name="T59" fmla="*/ 51 h 163"/>
                  <a:gd name="T60" fmla="*/ 16 w 38"/>
                  <a:gd name="T61" fmla="*/ 40 h 163"/>
                  <a:gd name="T62" fmla="*/ 15 w 38"/>
                  <a:gd name="T63" fmla="*/ 30 h 163"/>
                  <a:gd name="T64" fmla="*/ 12 w 38"/>
                  <a:gd name="T65" fmla="*/ 19 h 163"/>
                  <a:gd name="T66" fmla="*/ 9 w 38"/>
                  <a:gd name="T67" fmla="*/ 10 h 163"/>
                  <a:gd name="T68" fmla="*/ 6 w 38"/>
                  <a:gd name="T69" fmla="*/ 0 h 163"/>
                  <a:gd name="T70" fmla="*/ 6 w 38"/>
                  <a:gd name="T71" fmla="*/ 0 h 163"/>
                  <a:gd name="T72" fmla="*/ 0 w 38"/>
                  <a:gd name="T73" fmla="*/ 1 h 16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8"/>
                  <a:gd name="T112" fmla="*/ 0 h 163"/>
                  <a:gd name="T113" fmla="*/ 38 w 38"/>
                  <a:gd name="T114" fmla="*/ 163 h 16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8" h="163">
                    <a:moveTo>
                      <a:pt x="0" y="1"/>
                    </a:moveTo>
                    <a:lnTo>
                      <a:pt x="0" y="1"/>
                    </a:lnTo>
                    <a:lnTo>
                      <a:pt x="4" y="11"/>
                    </a:lnTo>
                    <a:lnTo>
                      <a:pt x="6" y="22"/>
                    </a:lnTo>
                    <a:lnTo>
                      <a:pt x="9" y="32"/>
                    </a:lnTo>
                    <a:lnTo>
                      <a:pt x="11" y="41"/>
                    </a:lnTo>
                    <a:lnTo>
                      <a:pt x="13" y="51"/>
                    </a:lnTo>
                    <a:lnTo>
                      <a:pt x="15" y="62"/>
                    </a:lnTo>
                    <a:lnTo>
                      <a:pt x="17" y="72"/>
                    </a:lnTo>
                    <a:lnTo>
                      <a:pt x="18" y="81"/>
                    </a:lnTo>
                    <a:lnTo>
                      <a:pt x="21" y="91"/>
                    </a:lnTo>
                    <a:lnTo>
                      <a:pt x="22" y="102"/>
                    </a:lnTo>
                    <a:lnTo>
                      <a:pt x="23" y="112"/>
                    </a:lnTo>
                    <a:lnTo>
                      <a:pt x="26" y="121"/>
                    </a:lnTo>
                    <a:lnTo>
                      <a:pt x="27" y="132"/>
                    </a:lnTo>
                    <a:lnTo>
                      <a:pt x="28" y="142"/>
                    </a:lnTo>
                    <a:lnTo>
                      <a:pt x="30" y="153"/>
                    </a:lnTo>
                    <a:lnTo>
                      <a:pt x="32" y="163"/>
                    </a:lnTo>
                    <a:lnTo>
                      <a:pt x="38" y="163"/>
                    </a:lnTo>
                    <a:lnTo>
                      <a:pt x="35" y="152"/>
                    </a:lnTo>
                    <a:lnTo>
                      <a:pt x="34" y="142"/>
                    </a:lnTo>
                    <a:lnTo>
                      <a:pt x="33" y="131"/>
                    </a:lnTo>
                    <a:lnTo>
                      <a:pt x="30" y="121"/>
                    </a:lnTo>
                    <a:lnTo>
                      <a:pt x="29" y="110"/>
                    </a:lnTo>
                    <a:lnTo>
                      <a:pt x="28" y="101"/>
                    </a:lnTo>
                    <a:lnTo>
                      <a:pt x="26" y="91"/>
                    </a:lnTo>
                    <a:lnTo>
                      <a:pt x="24" y="80"/>
                    </a:lnTo>
                    <a:lnTo>
                      <a:pt x="22" y="70"/>
                    </a:lnTo>
                    <a:lnTo>
                      <a:pt x="21" y="61"/>
                    </a:lnTo>
                    <a:lnTo>
                      <a:pt x="18" y="51"/>
                    </a:lnTo>
                    <a:lnTo>
                      <a:pt x="16" y="40"/>
                    </a:lnTo>
                    <a:lnTo>
                      <a:pt x="15" y="30"/>
                    </a:lnTo>
                    <a:lnTo>
                      <a:pt x="12" y="19"/>
                    </a:lnTo>
                    <a:lnTo>
                      <a:pt x="9" y="10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6" name="Freeform 319"/>
              <p:cNvSpPr>
                <a:spLocks/>
              </p:cNvSpPr>
              <p:nvPr/>
            </p:nvSpPr>
            <p:spPr bwMode="auto">
              <a:xfrm>
                <a:off x="758" y="1857"/>
                <a:ext cx="11" cy="31"/>
              </a:xfrm>
              <a:custGeom>
                <a:avLst/>
                <a:gdLst>
                  <a:gd name="T0" fmla="*/ 4 w 44"/>
                  <a:gd name="T1" fmla="*/ 5 h 122"/>
                  <a:gd name="T2" fmla="*/ 0 w 44"/>
                  <a:gd name="T3" fmla="*/ 3 h 122"/>
                  <a:gd name="T4" fmla="*/ 3 w 44"/>
                  <a:gd name="T5" fmla="*/ 11 h 122"/>
                  <a:gd name="T6" fmla="*/ 7 w 44"/>
                  <a:gd name="T7" fmla="*/ 18 h 122"/>
                  <a:gd name="T8" fmla="*/ 9 w 44"/>
                  <a:gd name="T9" fmla="*/ 25 h 122"/>
                  <a:gd name="T10" fmla="*/ 11 w 44"/>
                  <a:gd name="T11" fmla="*/ 33 h 122"/>
                  <a:gd name="T12" fmla="*/ 14 w 44"/>
                  <a:gd name="T13" fmla="*/ 39 h 122"/>
                  <a:gd name="T14" fmla="*/ 16 w 44"/>
                  <a:gd name="T15" fmla="*/ 46 h 122"/>
                  <a:gd name="T16" fmla="*/ 19 w 44"/>
                  <a:gd name="T17" fmla="*/ 53 h 122"/>
                  <a:gd name="T18" fmla="*/ 20 w 44"/>
                  <a:gd name="T19" fmla="*/ 60 h 122"/>
                  <a:gd name="T20" fmla="*/ 22 w 44"/>
                  <a:gd name="T21" fmla="*/ 68 h 122"/>
                  <a:gd name="T22" fmla="*/ 25 w 44"/>
                  <a:gd name="T23" fmla="*/ 75 h 122"/>
                  <a:gd name="T24" fmla="*/ 27 w 44"/>
                  <a:gd name="T25" fmla="*/ 82 h 122"/>
                  <a:gd name="T26" fmla="*/ 28 w 44"/>
                  <a:gd name="T27" fmla="*/ 90 h 122"/>
                  <a:gd name="T28" fmla="*/ 31 w 44"/>
                  <a:gd name="T29" fmla="*/ 97 h 122"/>
                  <a:gd name="T30" fmla="*/ 33 w 44"/>
                  <a:gd name="T31" fmla="*/ 105 h 122"/>
                  <a:gd name="T32" fmla="*/ 36 w 44"/>
                  <a:gd name="T33" fmla="*/ 114 h 122"/>
                  <a:gd name="T34" fmla="*/ 38 w 44"/>
                  <a:gd name="T35" fmla="*/ 122 h 122"/>
                  <a:gd name="T36" fmla="*/ 44 w 44"/>
                  <a:gd name="T37" fmla="*/ 121 h 122"/>
                  <a:gd name="T38" fmla="*/ 42 w 44"/>
                  <a:gd name="T39" fmla="*/ 113 h 122"/>
                  <a:gd name="T40" fmla="*/ 39 w 44"/>
                  <a:gd name="T41" fmla="*/ 104 h 122"/>
                  <a:gd name="T42" fmla="*/ 37 w 44"/>
                  <a:gd name="T43" fmla="*/ 96 h 122"/>
                  <a:gd name="T44" fmla="*/ 34 w 44"/>
                  <a:gd name="T45" fmla="*/ 88 h 122"/>
                  <a:gd name="T46" fmla="*/ 32 w 44"/>
                  <a:gd name="T47" fmla="*/ 80 h 122"/>
                  <a:gd name="T48" fmla="*/ 30 w 44"/>
                  <a:gd name="T49" fmla="*/ 73 h 122"/>
                  <a:gd name="T50" fmla="*/ 28 w 44"/>
                  <a:gd name="T51" fmla="*/ 65 h 122"/>
                  <a:gd name="T52" fmla="*/ 26 w 44"/>
                  <a:gd name="T53" fmla="*/ 58 h 122"/>
                  <a:gd name="T54" fmla="*/ 24 w 44"/>
                  <a:gd name="T55" fmla="*/ 52 h 122"/>
                  <a:gd name="T56" fmla="*/ 21 w 44"/>
                  <a:gd name="T57" fmla="*/ 45 h 122"/>
                  <a:gd name="T58" fmla="*/ 19 w 44"/>
                  <a:gd name="T59" fmla="*/ 37 h 122"/>
                  <a:gd name="T60" fmla="*/ 17 w 44"/>
                  <a:gd name="T61" fmla="*/ 30 h 122"/>
                  <a:gd name="T62" fmla="*/ 15 w 44"/>
                  <a:gd name="T63" fmla="*/ 23 h 122"/>
                  <a:gd name="T64" fmla="*/ 11 w 44"/>
                  <a:gd name="T65" fmla="*/ 16 h 122"/>
                  <a:gd name="T66" fmla="*/ 9 w 44"/>
                  <a:gd name="T67" fmla="*/ 8 h 122"/>
                  <a:gd name="T68" fmla="*/ 7 w 44"/>
                  <a:gd name="T69" fmla="*/ 1 h 122"/>
                  <a:gd name="T70" fmla="*/ 3 w 44"/>
                  <a:gd name="T71" fmla="*/ 0 h 122"/>
                  <a:gd name="T72" fmla="*/ 4 w 44"/>
                  <a:gd name="T73" fmla="*/ 5 h 1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4"/>
                  <a:gd name="T112" fmla="*/ 0 h 122"/>
                  <a:gd name="T113" fmla="*/ 44 w 44"/>
                  <a:gd name="T114" fmla="*/ 122 h 12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4" h="122">
                    <a:moveTo>
                      <a:pt x="4" y="5"/>
                    </a:moveTo>
                    <a:lnTo>
                      <a:pt x="0" y="3"/>
                    </a:lnTo>
                    <a:lnTo>
                      <a:pt x="3" y="11"/>
                    </a:lnTo>
                    <a:lnTo>
                      <a:pt x="7" y="18"/>
                    </a:lnTo>
                    <a:lnTo>
                      <a:pt x="9" y="25"/>
                    </a:lnTo>
                    <a:lnTo>
                      <a:pt x="11" y="33"/>
                    </a:lnTo>
                    <a:lnTo>
                      <a:pt x="14" y="39"/>
                    </a:lnTo>
                    <a:lnTo>
                      <a:pt x="16" y="46"/>
                    </a:lnTo>
                    <a:lnTo>
                      <a:pt x="19" y="53"/>
                    </a:lnTo>
                    <a:lnTo>
                      <a:pt x="20" y="60"/>
                    </a:lnTo>
                    <a:lnTo>
                      <a:pt x="22" y="68"/>
                    </a:lnTo>
                    <a:lnTo>
                      <a:pt x="25" y="75"/>
                    </a:lnTo>
                    <a:lnTo>
                      <a:pt x="27" y="82"/>
                    </a:lnTo>
                    <a:lnTo>
                      <a:pt x="28" y="90"/>
                    </a:lnTo>
                    <a:lnTo>
                      <a:pt x="31" y="97"/>
                    </a:lnTo>
                    <a:lnTo>
                      <a:pt x="33" y="105"/>
                    </a:lnTo>
                    <a:lnTo>
                      <a:pt x="36" y="114"/>
                    </a:lnTo>
                    <a:lnTo>
                      <a:pt x="38" y="122"/>
                    </a:lnTo>
                    <a:lnTo>
                      <a:pt x="44" y="121"/>
                    </a:lnTo>
                    <a:lnTo>
                      <a:pt x="42" y="113"/>
                    </a:lnTo>
                    <a:lnTo>
                      <a:pt x="39" y="104"/>
                    </a:lnTo>
                    <a:lnTo>
                      <a:pt x="37" y="96"/>
                    </a:lnTo>
                    <a:lnTo>
                      <a:pt x="34" y="88"/>
                    </a:lnTo>
                    <a:lnTo>
                      <a:pt x="32" y="80"/>
                    </a:lnTo>
                    <a:lnTo>
                      <a:pt x="30" y="73"/>
                    </a:lnTo>
                    <a:lnTo>
                      <a:pt x="28" y="65"/>
                    </a:lnTo>
                    <a:lnTo>
                      <a:pt x="26" y="58"/>
                    </a:lnTo>
                    <a:lnTo>
                      <a:pt x="24" y="52"/>
                    </a:lnTo>
                    <a:lnTo>
                      <a:pt x="21" y="45"/>
                    </a:lnTo>
                    <a:lnTo>
                      <a:pt x="19" y="37"/>
                    </a:lnTo>
                    <a:lnTo>
                      <a:pt x="17" y="30"/>
                    </a:lnTo>
                    <a:lnTo>
                      <a:pt x="15" y="23"/>
                    </a:lnTo>
                    <a:lnTo>
                      <a:pt x="11" y="16"/>
                    </a:lnTo>
                    <a:lnTo>
                      <a:pt x="9" y="8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7" name="Freeform 320"/>
              <p:cNvSpPr>
                <a:spLocks/>
              </p:cNvSpPr>
              <p:nvPr/>
            </p:nvSpPr>
            <p:spPr bwMode="auto">
              <a:xfrm>
                <a:off x="747" y="1857"/>
                <a:ext cx="12" cy="4"/>
              </a:xfrm>
              <a:custGeom>
                <a:avLst/>
                <a:gdLst>
                  <a:gd name="T0" fmla="*/ 6 w 50"/>
                  <a:gd name="T1" fmla="*/ 14 h 17"/>
                  <a:gd name="T2" fmla="*/ 4 w 50"/>
                  <a:gd name="T3" fmla="*/ 17 h 17"/>
                  <a:gd name="T4" fmla="*/ 50 w 50"/>
                  <a:gd name="T5" fmla="*/ 5 h 17"/>
                  <a:gd name="T6" fmla="*/ 49 w 50"/>
                  <a:gd name="T7" fmla="*/ 0 h 17"/>
                  <a:gd name="T8" fmla="*/ 3 w 50"/>
                  <a:gd name="T9" fmla="*/ 12 h 17"/>
                  <a:gd name="T10" fmla="*/ 0 w 50"/>
                  <a:gd name="T11" fmla="*/ 14 h 17"/>
                  <a:gd name="T12" fmla="*/ 3 w 50"/>
                  <a:gd name="T13" fmla="*/ 12 h 17"/>
                  <a:gd name="T14" fmla="*/ 0 w 50"/>
                  <a:gd name="T15" fmla="*/ 12 h 17"/>
                  <a:gd name="T16" fmla="*/ 0 w 50"/>
                  <a:gd name="T17" fmla="*/ 14 h 17"/>
                  <a:gd name="T18" fmla="*/ 6 w 50"/>
                  <a:gd name="T19" fmla="*/ 14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17"/>
                  <a:gd name="T32" fmla="*/ 50 w 50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17">
                    <a:moveTo>
                      <a:pt x="6" y="14"/>
                    </a:moveTo>
                    <a:lnTo>
                      <a:pt x="4" y="17"/>
                    </a:lnTo>
                    <a:lnTo>
                      <a:pt x="50" y="5"/>
                    </a:lnTo>
                    <a:lnTo>
                      <a:pt x="49" y="0"/>
                    </a:lnTo>
                    <a:lnTo>
                      <a:pt x="3" y="12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8" name="Freeform 321"/>
              <p:cNvSpPr>
                <a:spLocks/>
              </p:cNvSpPr>
              <p:nvPr/>
            </p:nvSpPr>
            <p:spPr bwMode="auto">
              <a:xfrm>
                <a:off x="747" y="1861"/>
                <a:ext cx="21" cy="100"/>
              </a:xfrm>
              <a:custGeom>
                <a:avLst/>
                <a:gdLst>
                  <a:gd name="T0" fmla="*/ 83 w 87"/>
                  <a:gd name="T1" fmla="*/ 393 h 399"/>
                  <a:gd name="T2" fmla="*/ 87 w 87"/>
                  <a:gd name="T3" fmla="*/ 396 h 399"/>
                  <a:gd name="T4" fmla="*/ 6 w 87"/>
                  <a:gd name="T5" fmla="*/ 0 h 399"/>
                  <a:gd name="T6" fmla="*/ 0 w 87"/>
                  <a:gd name="T7" fmla="*/ 0 h 399"/>
                  <a:gd name="T8" fmla="*/ 80 w 87"/>
                  <a:gd name="T9" fmla="*/ 397 h 399"/>
                  <a:gd name="T10" fmla="*/ 84 w 87"/>
                  <a:gd name="T11" fmla="*/ 399 h 399"/>
                  <a:gd name="T12" fmla="*/ 80 w 87"/>
                  <a:gd name="T13" fmla="*/ 397 h 399"/>
                  <a:gd name="T14" fmla="*/ 82 w 87"/>
                  <a:gd name="T15" fmla="*/ 399 h 399"/>
                  <a:gd name="T16" fmla="*/ 84 w 87"/>
                  <a:gd name="T17" fmla="*/ 399 h 399"/>
                  <a:gd name="T18" fmla="*/ 83 w 87"/>
                  <a:gd name="T19" fmla="*/ 393 h 3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399"/>
                  <a:gd name="T32" fmla="*/ 87 w 87"/>
                  <a:gd name="T33" fmla="*/ 399 h 39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399">
                    <a:moveTo>
                      <a:pt x="83" y="393"/>
                    </a:moveTo>
                    <a:lnTo>
                      <a:pt x="87" y="396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80" y="397"/>
                    </a:lnTo>
                    <a:lnTo>
                      <a:pt x="84" y="399"/>
                    </a:lnTo>
                    <a:lnTo>
                      <a:pt x="80" y="397"/>
                    </a:lnTo>
                    <a:lnTo>
                      <a:pt x="82" y="399"/>
                    </a:lnTo>
                    <a:lnTo>
                      <a:pt x="84" y="399"/>
                    </a:lnTo>
                    <a:lnTo>
                      <a:pt x="83" y="39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9" name="Freeform 322"/>
              <p:cNvSpPr>
                <a:spLocks/>
              </p:cNvSpPr>
              <p:nvPr/>
            </p:nvSpPr>
            <p:spPr bwMode="auto">
              <a:xfrm>
                <a:off x="767" y="1955"/>
                <a:ext cx="17" cy="6"/>
              </a:xfrm>
              <a:custGeom>
                <a:avLst/>
                <a:gdLst>
                  <a:gd name="T0" fmla="*/ 59 w 65"/>
                  <a:gd name="T1" fmla="*/ 3 h 20"/>
                  <a:gd name="T2" fmla="*/ 62 w 65"/>
                  <a:gd name="T3" fmla="*/ 0 h 20"/>
                  <a:gd name="T4" fmla="*/ 0 w 65"/>
                  <a:gd name="T5" fmla="*/ 14 h 20"/>
                  <a:gd name="T6" fmla="*/ 1 w 65"/>
                  <a:gd name="T7" fmla="*/ 20 h 20"/>
                  <a:gd name="T8" fmla="*/ 63 w 65"/>
                  <a:gd name="T9" fmla="*/ 6 h 20"/>
                  <a:gd name="T10" fmla="*/ 65 w 65"/>
                  <a:gd name="T11" fmla="*/ 2 h 20"/>
                  <a:gd name="T12" fmla="*/ 63 w 65"/>
                  <a:gd name="T13" fmla="*/ 6 h 20"/>
                  <a:gd name="T14" fmla="*/ 65 w 65"/>
                  <a:gd name="T15" fmla="*/ 4 h 20"/>
                  <a:gd name="T16" fmla="*/ 65 w 65"/>
                  <a:gd name="T17" fmla="*/ 2 h 20"/>
                  <a:gd name="T18" fmla="*/ 59 w 65"/>
                  <a:gd name="T19" fmla="*/ 3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5"/>
                  <a:gd name="T31" fmla="*/ 0 h 20"/>
                  <a:gd name="T32" fmla="*/ 65 w 65"/>
                  <a:gd name="T33" fmla="*/ 20 h 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5" h="20">
                    <a:moveTo>
                      <a:pt x="59" y="3"/>
                    </a:moveTo>
                    <a:lnTo>
                      <a:pt x="62" y="0"/>
                    </a:lnTo>
                    <a:lnTo>
                      <a:pt x="0" y="14"/>
                    </a:lnTo>
                    <a:lnTo>
                      <a:pt x="1" y="20"/>
                    </a:lnTo>
                    <a:lnTo>
                      <a:pt x="63" y="6"/>
                    </a:lnTo>
                    <a:lnTo>
                      <a:pt x="65" y="2"/>
                    </a:lnTo>
                    <a:lnTo>
                      <a:pt x="63" y="6"/>
                    </a:lnTo>
                    <a:lnTo>
                      <a:pt x="65" y="4"/>
                    </a:lnTo>
                    <a:lnTo>
                      <a:pt x="65" y="2"/>
                    </a:lnTo>
                    <a:lnTo>
                      <a:pt x="59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0" name="Freeform 323"/>
              <p:cNvSpPr>
                <a:spLocks/>
              </p:cNvSpPr>
              <p:nvPr/>
            </p:nvSpPr>
            <p:spPr bwMode="auto">
              <a:xfrm>
                <a:off x="713" y="1950"/>
                <a:ext cx="101" cy="70"/>
              </a:xfrm>
              <a:custGeom>
                <a:avLst/>
                <a:gdLst>
                  <a:gd name="T0" fmla="*/ 114 w 403"/>
                  <a:gd name="T1" fmla="*/ 279 h 281"/>
                  <a:gd name="T2" fmla="*/ 98 w 403"/>
                  <a:gd name="T3" fmla="*/ 281 h 281"/>
                  <a:gd name="T4" fmla="*/ 81 w 403"/>
                  <a:gd name="T5" fmla="*/ 280 h 281"/>
                  <a:gd name="T6" fmla="*/ 66 w 403"/>
                  <a:gd name="T7" fmla="*/ 275 h 281"/>
                  <a:gd name="T8" fmla="*/ 52 w 403"/>
                  <a:gd name="T9" fmla="*/ 269 h 281"/>
                  <a:gd name="T10" fmla="*/ 40 w 403"/>
                  <a:gd name="T11" fmla="*/ 259 h 281"/>
                  <a:gd name="T12" fmla="*/ 29 w 403"/>
                  <a:gd name="T13" fmla="*/ 247 h 281"/>
                  <a:gd name="T14" fmla="*/ 20 w 403"/>
                  <a:gd name="T15" fmla="*/ 233 h 281"/>
                  <a:gd name="T16" fmla="*/ 3 w 403"/>
                  <a:gd name="T17" fmla="*/ 182 h 281"/>
                  <a:gd name="T18" fmla="*/ 0 w 403"/>
                  <a:gd name="T19" fmla="*/ 166 h 281"/>
                  <a:gd name="T20" fmla="*/ 0 w 403"/>
                  <a:gd name="T21" fmla="*/ 150 h 281"/>
                  <a:gd name="T22" fmla="*/ 2 w 403"/>
                  <a:gd name="T23" fmla="*/ 134 h 281"/>
                  <a:gd name="T24" fmla="*/ 8 w 403"/>
                  <a:gd name="T25" fmla="*/ 120 h 281"/>
                  <a:gd name="T26" fmla="*/ 17 w 403"/>
                  <a:gd name="T27" fmla="*/ 107 h 281"/>
                  <a:gd name="T28" fmla="*/ 27 w 403"/>
                  <a:gd name="T29" fmla="*/ 94 h 281"/>
                  <a:gd name="T30" fmla="*/ 41 w 403"/>
                  <a:gd name="T31" fmla="*/ 85 h 281"/>
                  <a:gd name="T32" fmla="*/ 55 w 403"/>
                  <a:gd name="T33" fmla="*/ 79 h 281"/>
                  <a:gd name="T34" fmla="*/ 288 w 403"/>
                  <a:gd name="T35" fmla="*/ 1 h 281"/>
                  <a:gd name="T36" fmla="*/ 305 w 403"/>
                  <a:gd name="T37" fmla="*/ 0 h 281"/>
                  <a:gd name="T38" fmla="*/ 321 w 403"/>
                  <a:gd name="T39" fmla="*/ 1 h 281"/>
                  <a:gd name="T40" fmla="*/ 336 w 403"/>
                  <a:gd name="T41" fmla="*/ 5 h 281"/>
                  <a:gd name="T42" fmla="*/ 350 w 403"/>
                  <a:gd name="T43" fmla="*/ 12 h 281"/>
                  <a:gd name="T44" fmla="*/ 363 w 403"/>
                  <a:gd name="T45" fmla="*/ 22 h 281"/>
                  <a:gd name="T46" fmla="*/ 373 w 403"/>
                  <a:gd name="T47" fmla="*/ 34 h 281"/>
                  <a:gd name="T48" fmla="*/ 382 w 403"/>
                  <a:gd name="T49" fmla="*/ 48 h 281"/>
                  <a:gd name="T50" fmla="*/ 399 w 403"/>
                  <a:gd name="T51" fmla="*/ 98 h 281"/>
                  <a:gd name="T52" fmla="*/ 402 w 403"/>
                  <a:gd name="T53" fmla="*/ 115 h 281"/>
                  <a:gd name="T54" fmla="*/ 402 w 403"/>
                  <a:gd name="T55" fmla="*/ 131 h 281"/>
                  <a:gd name="T56" fmla="*/ 400 w 403"/>
                  <a:gd name="T57" fmla="*/ 147 h 281"/>
                  <a:gd name="T58" fmla="*/ 394 w 403"/>
                  <a:gd name="T59" fmla="*/ 161 h 281"/>
                  <a:gd name="T60" fmla="*/ 385 w 403"/>
                  <a:gd name="T61" fmla="*/ 174 h 281"/>
                  <a:gd name="T62" fmla="*/ 374 w 403"/>
                  <a:gd name="T63" fmla="*/ 187 h 281"/>
                  <a:gd name="T64" fmla="*/ 361 w 403"/>
                  <a:gd name="T65" fmla="*/ 195 h 281"/>
                  <a:gd name="T66" fmla="*/ 346 w 403"/>
                  <a:gd name="T67" fmla="*/ 202 h 2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03"/>
                  <a:gd name="T103" fmla="*/ 0 h 281"/>
                  <a:gd name="T104" fmla="*/ 403 w 403"/>
                  <a:gd name="T105" fmla="*/ 281 h 2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03" h="281">
                    <a:moveTo>
                      <a:pt x="122" y="277"/>
                    </a:moveTo>
                    <a:lnTo>
                      <a:pt x="114" y="279"/>
                    </a:lnTo>
                    <a:lnTo>
                      <a:pt x="105" y="281"/>
                    </a:lnTo>
                    <a:lnTo>
                      <a:pt x="98" y="281"/>
                    </a:lnTo>
                    <a:lnTo>
                      <a:pt x="89" y="281"/>
                    </a:lnTo>
                    <a:lnTo>
                      <a:pt x="81" y="280"/>
                    </a:lnTo>
                    <a:lnTo>
                      <a:pt x="74" y="277"/>
                    </a:lnTo>
                    <a:lnTo>
                      <a:pt x="66" y="275"/>
                    </a:lnTo>
                    <a:lnTo>
                      <a:pt x="59" y="273"/>
                    </a:lnTo>
                    <a:lnTo>
                      <a:pt x="52" y="269"/>
                    </a:lnTo>
                    <a:lnTo>
                      <a:pt x="46" y="264"/>
                    </a:lnTo>
                    <a:lnTo>
                      <a:pt x="40" y="259"/>
                    </a:lnTo>
                    <a:lnTo>
                      <a:pt x="33" y="253"/>
                    </a:lnTo>
                    <a:lnTo>
                      <a:pt x="29" y="247"/>
                    </a:lnTo>
                    <a:lnTo>
                      <a:pt x="24" y="240"/>
                    </a:lnTo>
                    <a:lnTo>
                      <a:pt x="20" y="233"/>
                    </a:lnTo>
                    <a:lnTo>
                      <a:pt x="18" y="224"/>
                    </a:lnTo>
                    <a:lnTo>
                      <a:pt x="3" y="182"/>
                    </a:lnTo>
                    <a:lnTo>
                      <a:pt x="1" y="174"/>
                    </a:lnTo>
                    <a:lnTo>
                      <a:pt x="0" y="166"/>
                    </a:lnTo>
                    <a:lnTo>
                      <a:pt x="0" y="157"/>
                    </a:lnTo>
                    <a:lnTo>
                      <a:pt x="0" y="150"/>
                    </a:lnTo>
                    <a:lnTo>
                      <a:pt x="1" y="142"/>
                    </a:lnTo>
                    <a:lnTo>
                      <a:pt x="2" y="134"/>
                    </a:lnTo>
                    <a:lnTo>
                      <a:pt x="4" y="127"/>
                    </a:lnTo>
                    <a:lnTo>
                      <a:pt x="8" y="120"/>
                    </a:lnTo>
                    <a:lnTo>
                      <a:pt x="12" y="113"/>
                    </a:lnTo>
                    <a:lnTo>
                      <a:pt x="17" y="107"/>
                    </a:lnTo>
                    <a:lnTo>
                      <a:pt x="21" y="100"/>
                    </a:lnTo>
                    <a:lnTo>
                      <a:pt x="27" y="94"/>
                    </a:lnTo>
                    <a:lnTo>
                      <a:pt x="33" y="90"/>
                    </a:lnTo>
                    <a:lnTo>
                      <a:pt x="41" y="85"/>
                    </a:lnTo>
                    <a:lnTo>
                      <a:pt x="48" y="81"/>
                    </a:lnTo>
                    <a:lnTo>
                      <a:pt x="55" y="79"/>
                    </a:lnTo>
                    <a:lnTo>
                      <a:pt x="281" y="3"/>
                    </a:lnTo>
                    <a:lnTo>
                      <a:pt x="288" y="1"/>
                    </a:lnTo>
                    <a:lnTo>
                      <a:pt x="297" y="0"/>
                    </a:lnTo>
                    <a:lnTo>
                      <a:pt x="305" y="0"/>
                    </a:lnTo>
                    <a:lnTo>
                      <a:pt x="312" y="0"/>
                    </a:lnTo>
                    <a:lnTo>
                      <a:pt x="321" y="1"/>
                    </a:lnTo>
                    <a:lnTo>
                      <a:pt x="328" y="2"/>
                    </a:lnTo>
                    <a:lnTo>
                      <a:pt x="336" y="5"/>
                    </a:lnTo>
                    <a:lnTo>
                      <a:pt x="343" y="8"/>
                    </a:lnTo>
                    <a:lnTo>
                      <a:pt x="350" y="12"/>
                    </a:lnTo>
                    <a:lnTo>
                      <a:pt x="356" y="17"/>
                    </a:lnTo>
                    <a:lnTo>
                      <a:pt x="363" y="22"/>
                    </a:lnTo>
                    <a:lnTo>
                      <a:pt x="368" y="28"/>
                    </a:lnTo>
                    <a:lnTo>
                      <a:pt x="373" y="34"/>
                    </a:lnTo>
                    <a:lnTo>
                      <a:pt x="378" y="41"/>
                    </a:lnTo>
                    <a:lnTo>
                      <a:pt x="382" y="48"/>
                    </a:lnTo>
                    <a:lnTo>
                      <a:pt x="385" y="56"/>
                    </a:lnTo>
                    <a:lnTo>
                      <a:pt x="399" y="98"/>
                    </a:lnTo>
                    <a:lnTo>
                      <a:pt x="401" y="107"/>
                    </a:lnTo>
                    <a:lnTo>
                      <a:pt x="402" y="115"/>
                    </a:lnTo>
                    <a:lnTo>
                      <a:pt x="403" y="123"/>
                    </a:lnTo>
                    <a:lnTo>
                      <a:pt x="402" y="131"/>
                    </a:lnTo>
                    <a:lnTo>
                      <a:pt x="402" y="139"/>
                    </a:lnTo>
                    <a:lnTo>
                      <a:pt x="400" y="147"/>
                    </a:lnTo>
                    <a:lnTo>
                      <a:pt x="397" y="154"/>
                    </a:lnTo>
                    <a:lnTo>
                      <a:pt x="394" y="161"/>
                    </a:lnTo>
                    <a:lnTo>
                      <a:pt x="390" y="168"/>
                    </a:lnTo>
                    <a:lnTo>
                      <a:pt x="385" y="174"/>
                    </a:lnTo>
                    <a:lnTo>
                      <a:pt x="380" y="180"/>
                    </a:lnTo>
                    <a:lnTo>
                      <a:pt x="374" y="187"/>
                    </a:lnTo>
                    <a:lnTo>
                      <a:pt x="368" y="191"/>
                    </a:lnTo>
                    <a:lnTo>
                      <a:pt x="361" y="195"/>
                    </a:lnTo>
                    <a:lnTo>
                      <a:pt x="354" y="199"/>
                    </a:lnTo>
                    <a:lnTo>
                      <a:pt x="346" y="202"/>
                    </a:lnTo>
                    <a:lnTo>
                      <a:pt x="122" y="277"/>
                    </a:lnTo>
                    <a:close/>
                  </a:path>
                </a:pathLst>
              </a:custGeom>
              <a:solidFill>
                <a:srgbClr val="7F7F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1" name="Freeform 324"/>
              <p:cNvSpPr>
                <a:spLocks/>
              </p:cNvSpPr>
              <p:nvPr/>
            </p:nvSpPr>
            <p:spPr bwMode="auto">
              <a:xfrm>
                <a:off x="717" y="2006"/>
                <a:ext cx="27" cy="15"/>
              </a:xfrm>
              <a:custGeom>
                <a:avLst/>
                <a:gdLst>
                  <a:gd name="T0" fmla="*/ 0 w 109"/>
                  <a:gd name="T1" fmla="*/ 1 h 60"/>
                  <a:gd name="T2" fmla="*/ 0 w 109"/>
                  <a:gd name="T3" fmla="*/ 1 h 60"/>
                  <a:gd name="T4" fmla="*/ 4 w 109"/>
                  <a:gd name="T5" fmla="*/ 10 h 60"/>
                  <a:gd name="T6" fmla="*/ 7 w 109"/>
                  <a:gd name="T7" fmla="*/ 17 h 60"/>
                  <a:gd name="T8" fmla="*/ 12 w 109"/>
                  <a:gd name="T9" fmla="*/ 24 h 60"/>
                  <a:gd name="T10" fmla="*/ 17 w 109"/>
                  <a:gd name="T11" fmla="*/ 30 h 60"/>
                  <a:gd name="T12" fmla="*/ 23 w 109"/>
                  <a:gd name="T13" fmla="*/ 37 h 60"/>
                  <a:gd name="T14" fmla="*/ 29 w 109"/>
                  <a:gd name="T15" fmla="*/ 43 h 60"/>
                  <a:gd name="T16" fmla="*/ 36 w 109"/>
                  <a:gd name="T17" fmla="*/ 47 h 60"/>
                  <a:gd name="T18" fmla="*/ 44 w 109"/>
                  <a:gd name="T19" fmla="*/ 51 h 60"/>
                  <a:gd name="T20" fmla="*/ 51 w 109"/>
                  <a:gd name="T21" fmla="*/ 55 h 60"/>
                  <a:gd name="T22" fmla="*/ 58 w 109"/>
                  <a:gd name="T23" fmla="*/ 57 h 60"/>
                  <a:gd name="T24" fmla="*/ 67 w 109"/>
                  <a:gd name="T25" fmla="*/ 58 h 60"/>
                  <a:gd name="T26" fmla="*/ 75 w 109"/>
                  <a:gd name="T27" fmla="*/ 60 h 60"/>
                  <a:gd name="T28" fmla="*/ 84 w 109"/>
                  <a:gd name="T29" fmla="*/ 60 h 60"/>
                  <a:gd name="T30" fmla="*/ 92 w 109"/>
                  <a:gd name="T31" fmla="*/ 60 h 60"/>
                  <a:gd name="T32" fmla="*/ 101 w 109"/>
                  <a:gd name="T33" fmla="*/ 58 h 60"/>
                  <a:gd name="T34" fmla="*/ 109 w 109"/>
                  <a:gd name="T35" fmla="*/ 56 h 60"/>
                  <a:gd name="T36" fmla="*/ 107 w 109"/>
                  <a:gd name="T37" fmla="*/ 50 h 60"/>
                  <a:gd name="T38" fmla="*/ 100 w 109"/>
                  <a:gd name="T39" fmla="*/ 52 h 60"/>
                  <a:gd name="T40" fmla="*/ 91 w 109"/>
                  <a:gd name="T41" fmla="*/ 53 h 60"/>
                  <a:gd name="T42" fmla="*/ 84 w 109"/>
                  <a:gd name="T43" fmla="*/ 55 h 60"/>
                  <a:gd name="T44" fmla="*/ 75 w 109"/>
                  <a:gd name="T45" fmla="*/ 53 h 60"/>
                  <a:gd name="T46" fmla="*/ 68 w 109"/>
                  <a:gd name="T47" fmla="*/ 53 h 60"/>
                  <a:gd name="T48" fmla="*/ 61 w 109"/>
                  <a:gd name="T49" fmla="*/ 51 h 60"/>
                  <a:gd name="T50" fmla="*/ 53 w 109"/>
                  <a:gd name="T51" fmla="*/ 49 h 60"/>
                  <a:gd name="T52" fmla="*/ 46 w 109"/>
                  <a:gd name="T53" fmla="*/ 46 h 60"/>
                  <a:gd name="T54" fmla="*/ 39 w 109"/>
                  <a:gd name="T55" fmla="*/ 43 h 60"/>
                  <a:gd name="T56" fmla="*/ 33 w 109"/>
                  <a:gd name="T57" fmla="*/ 38 h 60"/>
                  <a:gd name="T58" fmla="*/ 27 w 109"/>
                  <a:gd name="T59" fmla="*/ 33 h 60"/>
                  <a:gd name="T60" fmla="*/ 22 w 109"/>
                  <a:gd name="T61" fmla="*/ 27 h 60"/>
                  <a:gd name="T62" fmla="*/ 17 w 109"/>
                  <a:gd name="T63" fmla="*/ 21 h 60"/>
                  <a:gd name="T64" fmla="*/ 12 w 109"/>
                  <a:gd name="T65" fmla="*/ 15 h 60"/>
                  <a:gd name="T66" fmla="*/ 9 w 109"/>
                  <a:gd name="T67" fmla="*/ 7 h 60"/>
                  <a:gd name="T68" fmla="*/ 6 w 109"/>
                  <a:gd name="T69" fmla="*/ 0 h 60"/>
                  <a:gd name="T70" fmla="*/ 6 w 109"/>
                  <a:gd name="T71" fmla="*/ 0 h 60"/>
                  <a:gd name="T72" fmla="*/ 0 w 109"/>
                  <a:gd name="T73" fmla="*/ 1 h 60"/>
                  <a:gd name="T74" fmla="*/ 0 w 109"/>
                  <a:gd name="T75" fmla="*/ 1 h 60"/>
                  <a:gd name="T76" fmla="*/ 0 w 109"/>
                  <a:gd name="T77" fmla="*/ 1 h 6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09"/>
                  <a:gd name="T118" fmla="*/ 0 h 60"/>
                  <a:gd name="T119" fmla="*/ 109 w 109"/>
                  <a:gd name="T120" fmla="*/ 60 h 6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09" h="60">
                    <a:moveTo>
                      <a:pt x="0" y="1"/>
                    </a:moveTo>
                    <a:lnTo>
                      <a:pt x="0" y="1"/>
                    </a:lnTo>
                    <a:lnTo>
                      <a:pt x="4" y="10"/>
                    </a:lnTo>
                    <a:lnTo>
                      <a:pt x="7" y="17"/>
                    </a:lnTo>
                    <a:lnTo>
                      <a:pt x="12" y="24"/>
                    </a:lnTo>
                    <a:lnTo>
                      <a:pt x="17" y="30"/>
                    </a:lnTo>
                    <a:lnTo>
                      <a:pt x="23" y="37"/>
                    </a:lnTo>
                    <a:lnTo>
                      <a:pt x="29" y="43"/>
                    </a:lnTo>
                    <a:lnTo>
                      <a:pt x="36" y="47"/>
                    </a:lnTo>
                    <a:lnTo>
                      <a:pt x="44" y="51"/>
                    </a:lnTo>
                    <a:lnTo>
                      <a:pt x="51" y="55"/>
                    </a:lnTo>
                    <a:lnTo>
                      <a:pt x="58" y="57"/>
                    </a:lnTo>
                    <a:lnTo>
                      <a:pt x="67" y="58"/>
                    </a:lnTo>
                    <a:lnTo>
                      <a:pt x="75" y="60"/>
                    </a:lnTo>
                    <a:lnTo>
                      <a:pt x="84" y="60"/>
                    </a:lnTo>
                    <a:lnTo>
                      <a:pt x="92" y="60"/>
                    </a:lnTo>
                    <a:lnTo>
                      <a:pt x="101" y="58"/>
                    </a:lnTo>
                    <a:lnTo>
                      <a:pt x="109" y="56"/>
                    </a:lnTo>
                    <a:lnTo>
                      <a:pt x="107" y="50"/>
                    </a:lnTo>
                    <a:lnTo>
                      <a:pt x="100" y="52"/>
                    </a:lnTo>
                    <a:lnTo>
                      <a:pt x="91" y="53"/>
                    </a:lnTo>
                    <a:lnTo>
                      <a:pt x="84" y="55"/>
                    </a:lnTo>
                    <a:lnTo>
                      <a:pt x="75" y="53"/>
                    </a:lnTo>
                    <a:lnTo>
                      <a:pt x="68" y="53"/>
                    </a:lnTo>
                    <a:lnTo>
                      <a:pt x="61" y="51"/>
                    </a:lnTo>
                    <a:lnTo>
                      <a:pt x="53" y="49"/>
                    </a:lnTo>
                    <a:lnTo>
                      <a:pt x="46" y="46"/>
                    </a:lnTo>
                    <a:lnTo>
                      <a:pt x="39" y="43"/>
                    </a:lnTo>
                    <a:lnTo>
                      <a:pt x="33" y="38"/>
                    </a:lnTo>
                    <a:lnTo>
                      <a:pt x="27" y="33"/>
                    </a:lnTo>
                    <a:lnTo>
                      <a:pt x="22" y="27"/>
                    </a:lnTo>
                    <a:lnTo>
                      <a:pt x="17" y="21"/>
                    </a:lnTo>
                    <a:lnTo>
                      <a:pt x="12" y="15"/>
                    </a:lnTo>
                    <a:lnTo>
                      <a:pt x="9" y="7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2" name="Freeform 325"/>
              <p:cNvSpPr>
                <a:spLocks/>
              </p:cNvSpPr>
              <p:nvPr/>
            </p:nvSpPr>
            <p:spPr bwMode="auto">
              <a:xfrm>
                <a:off x="713" y="1995"/>
                <a:ext cx="5" cy="11"/>
              </a:xfrm>
              <a:custGeom>
                <a:avLst/>
                <a:gdLst>
                  <a:gd name="T0" fmla="*/ 0 w 19"/>
                  <a:gd name="T1" fmla="*/ 1 h 43"/>
                  <a:gd name="T2" fmla="*/ 0 w 19"/>
                  <a:gd name="T3" fmla="*/ 1 h 43"/>
                  <a:gd name="T4" fmla="*/ 13 w 19"/>
                  <a:gd name="T5" fmla="*/ 43 h 43"/>
                  <a:gd name="T6" fmla="*/ 19 w 19"/>
                  <a:gd name="T7" fmla="*/ 42 h 43"/>
                  <a:gd name="T8" fmla="*/ 5 w 19"/>
                  <a:gd name="T9" fmla="*/ 0 h 43"/>
                  <a:gd name="T10" fmla="*/ 5 w 19"/>
                  <a:gd name="T11" fmla="*/ 0 h 43"/>
                  <a:gd name="T12" fmla="*/ 0 w 19"/>
                  <a:gd name="T13" fmla="*/ 1 h 43"/>
                  <a:gd name="T14" fmla="*/ 0 w 19"/>
                  <a:gd name="T15" fmla="*/ 1 h 43"/>
                  <a:gd name="T16" fmla="*/ 0 w 19"/>
                  <a:gd name="T17" fmla="*/ 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3"/>
                  <a:gd name="T29" fmla="*/ 19 w 19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3">
                    <a:moveTo>
                      <a:pt x="0" y="1"/>
                    </a:moveTo>
                    <a:lnTo>
                      <a:pt x="0" y="1"/>
                    </a:lnTo>
                    <a:lnTo>
                      <a:pt x="13" y="43"/>
                    </a:lnTo>
                    <a:lnTo>
                      <a:pt x="19" y="42"/>
                    </a:lnTo>
                    <a:lnTo>
                      <a:pt x="5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3" name="Freeform 326"/>
              <p:cNvSpPr>
                <a:spLocks/>
              </p:cNvSpPr>
              <p:nvPr/>
            </p:nvSpPr>
            <p:spPr bwMode="auto">
              <a:xfrm>
                <a:off x="712" y="1969"/>
                <a:ext cx="15" cy="27"/>
              </a:xfrm>
              <a:custGeom>
                <a:avLst/>
                <a:gdLst>
                  <a:gd name="T0" fmla="*/ 58 w 60"/>
                  <a:gd name="T1" fmla="*/ 0 h 108"/>
                  <a:gd name="T2" fmla="*/ 58 w 60"/>
                  <a:gd name="T3" fmla="*/ 0 h 108"/>
                  <a:gd name="T4" fmla="*/ 50 w 60"/>
                  <a:gd name="T5" fmla="*/ 4 h 108"/>
                  <a:gd name="T6" fmla="*/ 41 w 60"/>
                  <a:gd name="T7" fmla="*/ 7 h 108"/>
                  <a:gd name="T8" fmla="*/ 35 w 60"/>
                  <a:gd name="T9" fmla="*/ 12 h 108"/>
                  <a:gd name="T10" fmla="*/ 28 w 60"/>
                  <a:gd name="T11" fmla="*/ 17 h 108"/>
                  <a:gd name="T12" fmla="*/ 22 w 60"/>
                  <a:gd name="T13" fmla="*/ 23 h 108"/>
                  <a:gd name="T14" fmla="*/ 17 w 60"/>
                  <a:gd name="T15" fmla="*/ 29 h 108"/>
                  <a:gd name="T16" fmla="*/ 12 w 60"/>
                  <a:gd name="T17" fmla="*/ 36 h 108"/>
                  <a:gd name="T18" fmla="*/ 9 w 60"/>
                  <a:gd name="T19" fmla="*/ 44 h 108"/>
                  <a:gd name="T20" fmla="*/ 5 w 60"/>
                  <a:gd name="T21" fmla="*/ 51 h 108"/>
                  <a:gd name="T22" fmla="*/ 3 w 60"/>
                  <a:gd name="T23" fmla="*/ 58 h 108"/>
                  <a:gd name="T24" fmla="*/ 1 w 60"/>
                  <a:gd name="T25" fmla="*/ 67 h 108"/>
                  <a:gd name="T26" fmla="*/ 0 w 60"/>
                  <a:gd name="T27" fmla="*/ 74 h 108"/>
                  <a:gd name="T28" fmla="*/ 0 w 60"/>
                  <a:gd name="T29" fmla="*/ 82 h 108"/>
                  <a:gd name="T30" fmla="*/ 0 w 60"/>
                  <a:gd name="T31" fmla="*/ 92 h 108"/>
                  <a:gd name="T32" fmla="*/ 1 w 60"/>
                  <a:gd name="T33" fmla="*/ 99 h 108"/>
                  <a:gd name="T34" fmla="*/ 4 w 60"/>
                  <a:gd name="T35" fmla="*/ 108 h 108"/>
                  <a:gd name="T36" fmla="*/ 9 w 60"/>
                  <a:gd name="T37" fmla="*/ 107 h 108"/>
                  <a:gd name="T38" fmla="*/ 7 w 60"/>
                  <a:gd name="T39" fmla="*/ 98 h 108"/>
                  <a:gd name="T40" fmla="*/ 5 w 60"/>
                  <a:gd name="T41" fmla="*/ 91 h 108"/>
                  <a:gd name="T42" fmla="*/ 5 w 60"/>
                  <a:gd name="T43" fmla="*/ 82 h 108"/>
                  <a:gd name="T44" fmla="*/ 5 w 60"/>
                  <a:gd name="T45" fmla="*/ 75 h 108"/>
                  <a:gd name="T46" fmla="*/ 6 w 60"/>
                  <a:gd name="T47" fmla="*/ 68 h 108"/>
                  <a:gd name="T48" fmla="*/ 9 w 60"/>
                  <a:gd name="T49" fmla="*/ 61 h 108"/>
                  <a:gd name="T50" fmla="*/ 11 w 60"/>
                  <a:gd name="T51" fmla="*/ 52 h 108"/>
                  <a:gd name="T52" fmla="*/ 13 w 60"/>
                  <a:gd name="T53" fmla="*/ 46 h 108"/>
                  <a:gd name="T54" fmla="*/ 17 w 60"/>
                  <a:gd name="T55" fmla="*/ 39 h 108"/>
                  <a:gd name="T56" fmla="*/ 22 w 60"/>
                  <a:gd name="T57" fmla="*/ 33 h 108"/>
                  <a:gd name="T58" fmla="*/ 27 w 60"/>
                  <a:gd name="T59" fmla="*/ 27 h 108"/>
                  <a:gd name="T60" fmla="*/ 33 w 60"/>
                  <a:gd name="T61" fmla="*/ 22 h 108"/>
                  <a:gd name="T62" fmla="*/ 38 w 60"/>
                  <a:gd name="T63" fmla="*/ 17 h 108"/>
                  <a:gd name="T64" fmla="*/ 45 w 60"/>
                  <a:gd name="T65" fmla="*/ 12 h 108"/>
                  <a:gd name="T66" fmla="*/ 52 w 60"/>
                  <a:gd name="T67" fmla="*/ 8 h 108"/>
                  <a:gd name="T68" fmla="*/ 60 w 60"/>
                  <a:gd name="T69" fmla="*/ 6 h 108"/>
                  <a:gd name="T70" fmla="*/ 60 w 60"/>
                  <a:gd name="T71" fmla="*/ 6 h 108"/>
                  <a:gd name="T72" fmla="*/ 60 w 60"/>
                  <a:gd name="T73" fmla="*/ 6 h 108"/>
                  <a:gd name="T74" fmla="*/ 60 w 60"/>
                  <a:gd name="T75" fmla="*/ 6 h 108"/>
                  <a:gd name="T76" fmla="*/ 60 w 60"/>
                  <a:gd name="T77" fmla="*/ 6 h 108"/>
                  <a:gd name="T78" fmla="*/ 58 w 60"/>
                  <a:gd name="T79" fmla="*/ 0 h 10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60"/>
                  <a:gd name="T121" fmla="*/ 0 h 108"/>
                  <a:gd name="T122" fmla="*/ 60 w 60"/>
                  <a:gd name="T123" fmla="*/ 108 h 10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60" h="108">
                    <a:moveTo>
                      <a:pt x="58" y="0"/>
                    </a:moveTo>
                    <a:lnTo>
                      <a:pt x="58" y="0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5" y="12"/>
                    </a:lnTo>
                    <a:lnTo>
                      <a:pt x="28" y="17"/>
                    </a:lnTo>
                    <a:lnTo>
                      <a:pt x="22" y="23"/>
                    </a:lnTo>
                    <a:lnTo>
                      <a:pt x="17" y="29"/>
                    </a:lnTo>
                    <a:lnTo>
                      <a:pt x="12" y="36"/>
                    </a:lnTo>
                    <a:lnTo>
                      <a:pt x="9" y="44"/>
                    </a:lnTo>
                    <a:lnTo>
                      <a:pt x="5" y="51"/>
                    </a:lnTo>
                    <a:lnTo>
                      <a:pt x="3" y="58"/>
                    </a:lnTo>
                    <a:lnTo>
                      <a:pt x="1" y="67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0" y="92"/>
                    </a:lnTo>
                    <a:lnTo>
                      <a:pt x="1" y="99"/>
                    </a:lnTo>
                    <a:lnTo>
                      <a:pt x="4" y="108"/>
                    </a:lnTo>
                    <a:lnTo>
                      <a:pt x="9" y="107"/>
                    </a:lnTo>
                    <a:lnTo>
                      <a:pt x="7" y="98"/>
                    </a:lnTo>
                    <a:lnTo>
                      <a:pt x="5" y="91"/>
                    </a:lnTo>
                    <a:lnTo>
                      <a:pt x="5" y="82"/>
                    </a:lnTo>
                    <a:lnTo>
                      <a:pt x="5" y="75"/>
                    </a:lnTo>
                    <a:lnTo>
                      <a:pt x="6" y="68"/>
                    </a:lnTo>
                    <a:lnTo>
                      <a:pt x="9" y="61"/>
                    </a:lnTo>
                    <a:lnTo>
                      <a:pt x="11" y="52"/>
                    </a:lnTo>
                    <a:lnTo>
                      <a:pt x="13" y="46"/>
                    </a:lnTo>
                    <a:lnTo>
                      <a:pt x="17" y="39"/>
                    </a:lnTo>
                    <a:lnTo>
                      <a:pt x="22" y="33"/>
                    </a:lnTo>
                    <a:lnTo>
                      <a:pt x="27" y="27"/>
                    </a:lnTo>
                    <a:lnTo>
                      <a:pt x="33" y="22"/>
                    </a:lnTo>
                    <a:lnTo>
                      <a:pt x="38" y="17"/>
                    </a:lnTo>
                    <a:lnTo>
                      <a:pt x="45" y="12"/>
                    </a:lnTo>
                    <a:lnTo>
                      <a:pt x="52" y="8"/>
                    </a:lnTo>
                    <a:lnTo>
                      <a:pt x="60" y="6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4" name="Freeform 327"/>
              <p:cNvSpPr>
                <a:spLocks/>
              </p:cNvSpPr>
              <p:nvPr/>
            </p:nvSpPr>
            <p:spPr bwMode="auto">
              <a:xfrm>
                <a:off x="727" y="1950"/>
                <a:ext cx="56" cy="20"/>
              </a:xfrm>
              <a:custGeom>
                <a:avLst/>
                <a:gdLst>
                  <a:gd name="T0" fmla="*/ 225 w 226"/>
                  <a:gd name="T1" fmla="*/ 0 h 80"/>
                  <a:gd name="T2" fmla="*/ 225 w 226"/>
                  <a:gd name="T3" fmla="*/ 0 h 80"/>
                  <a:gd name="T4" fmla="*/ 0 w 226"/>
                  <a:gd name="T5" fmla="*/ 74 h 80"/>
                  <a:gd name="T6" fmla="*/ 2 w 226"/>
                  <a:gd name="T7" fmla="*/ 80 h 80"/>
                  <a:gd name="T8" fmla="*/ 226 w 226"/>
                  <a:gd name="T9" fmla="*/ 5 h 80"/>
                  <a:gd name="T10" fmla="*/ 226 w 226"/>
                  <a:gd name="T11" fmla="*/ 5 h 80"/>
                  <a:gd name="T12" fmla="*/ 225 w 226"/>
                  <a:gd name="T13" fmla="*/ 0 h 80"/>
                  <a:gd name="T14" fmla="*/ 225 w 226"/>
                  <a:gd name="T15" fmla="*/ 0 h 80"/>
                  <a:gd name="T16" fmla="*/ 225 w 226"/>
                  <a:gd name="T17" fmla="*/ 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6"/>
                  <a:gd name="T28" fmla="*/ 0 h 80"/>
                  <a:gd name="T29" fmla="*/ 226 w 226"/>
                  <a:gd name="T30" fmla="*/ 80 h 8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6" h="80">
                    <a:moveTo>
                      <a:pt x="225" y="0"/>
                    </a:moveTo>
                    <a:lnTo>
                      <a:pt x="225" y="0"/>
                    </a:lnTo>
                    <a:lnTo>
                      <a:pt x="0" y="74"/>
                    </a:lnTo>
                    <a:lnTo>
                      <a:pt x="2" y="80"/>
                    </a:lnTo>
                    <a:lnTo>
                      <a:pt x="226" y="5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5" name="Freeform 328"/>
              <p:cNvSpPr>
                <a:spLocks/>
              </p:cNvSpPr>
              <p:nvPr/>
            </p:nvSpPr>
            <p:spPr bwMode="auto">
              <a:xfrm>
                <a:off x="783" y="1949"/>
                <a:ext cx="27" cy="15"/>
              </a:xfrm>
              <a:custGeom>
                <a:avLst/>
                <a:gdLst>
                  <a:gd name="T0" fmla="*/ 108 w 108"/>
                  <a:gd name="T1" fmla="*/ 60 h 61"/>
                  <a:gd name="T2" fmla="*/ 108 w 108"/>
                  <a:gd name="T3" fmla="*/ 60 h 61"/>
                  <a:gd name="T4" fmla="*/ 104 w 108"/>
                  <a:gd name="T5" fmla="*/ 51 h 61"/>
                  <a:gd name="T6" fmla="*/ 100 w 108"/>
                  <a:gd name="T7" fmla="*/ 44 h 61"/>
                  <a:gd name="T8" fmla="*/ 96 w 108"/>
                  <a:gd name="T9" fmla="*/ 37 h 61"/>
                  <a:gd name="T10" fmla="*/ 91 w 108"/>
                  <a:gd name="T11" fmla="*/ 29 h 61"/>
                  <a:gd name="T12" fmla="*/ 85 w 108"/>
                  <a:gd name="T13" fmla="*/ 23 h 61"/>
                  <a:gd name="T14" fmla="*/ 79 w 108"/>
                  <a:gd name="T15" fmla="*/ 18 h 61"/>
                  <a:gd name="T16" fmla="*/ 71 w 108"/>
                  <a:gd name="T17" fmla="*/ 14 h 61"/>
                  <a:gd name="T18" fmla="*/ 64 w 108"/>
                  <a:gd name="T19" fmla="*/ 10 h 61"/>
                  <a:gd name="T20" fmla="*/ 57 w 108"/>
                  <a:gd name="T21" fmla="*/ 6 h 61"/>
                  <a:gd name="T22" fmla="*/ 49 w 108"/>
                  <a:gd name="T23" fmla="*/ 4 h 61"/>
                  <a:gd name="T24" fmla="*/ 41 w 108"/>
                  <a:gd name="T25" fmla="*/ 1 h 61"/>
                  <a:gd name="T26" fmla="*/ 34 w 108"/>
                  <a:gd name="T27" fmla="*/ 0 h 61"/>
                  <a:gd name="T28" fmla="*/ 25 w 108"/>
                  <a:gd name="T29" fmla="*/ 0 h 61"/>
                  <a:gd name="T30" fmla="*/ 17 w 108"/>
                  <a:gd name="T31" fmla="*/ 1 h 61"/>
                  <a:gd name="T32" fmla="*/ 8 w 108"/>
                  <a:gd name="T33" fmla="*/ 3 h 61"/>
                  <a:gd name="T34" fmla="*/ 0 w 108"/>
                  <a:gd name="T35" fmla="*/ 5 h 61"/>
                  <a:gd name="T36" fmla="*/ 1 w 108"/>
                  <a:gd name="T37" fmla="*/ 10 h 61"/>
                  <a:gd name="T38" fmla="*/ 9 w 108"/>
                  <a:gd name="T39" fmla="*/ 9 h 61"/>
                  <a:gd name="T40" fmla="*/ 17 w 108"/>
                  <a:gd name="T41" fmla="*/ 6 h 61"/>
                  <a:gd name="T42" fmla="*/ 25 w 108"/>
                  <a:gd name="T43" fmla="*/ 6 h 61"/>
                  <a:gd name="T44" fmla="*/ 32 w 108"/>
                  <a:gd name="T45" fmla="*/ 6 h 61"/>
                  <a:gd name="T46" fmla="*/ 40 w 108"/>
                  <a:gd name="T47" fmla="*/ 7 h 61"/>
                  <a:gd name="T48" fmla="*/ 47 w 108"/>
                  <a:gd name="T49" fmla="*/ 10 h 61"/>
                  <a:gd name="T50" fmla="*/ 56 w 108"/>
                  <a:gd name="T51" fmla="*/ 12 h 61"/>
                  <a:gd name="T52" fmla="*/ 62 w 108"/>
                  <a:gd name="T53" fmla="*/ 15 h 61"/>
                  <a:gd name="T54" fmla="*/ 69 w 108"/>
                  <a:gd name="T55" fmla="*/ 18 h 61"/>
                  <a:gd name="T56" fmla="*/ 75 w 108"/>
                  <a:gd name="T57" fmla="*/ 23 h 61"/>
                  <a:gd name="T58" fmla="*/ 81 w 108"/>
                  <a:gd name="T59" fmla="*/ 28 h 61"/>
                  <a:gd name="T60" fmla="*/ 86 w 108"/>
                  <a:gd name="T61" fmla="*/ 34 h 61"/>
                  <a:gd name="T62" fmla="*/ 91 w 108"/>
                  <a:gd name="T63" fmla="*/ 39 h 61"/>
                  <a:gd name="T64" fmla="*/ 96 w 108"/>
                  <a:gd name="T65" fmla="*/ 46 h 61"/>
                  <a:gd name="T66" fmla="*/ 99 w 108"/>
                  <a:gd name="T67" fmla="*/ 54 h 61"/>
                  <a:gd name="T68" fmla="*/ 102 w 108"/>
                  <a:gd name="T69" fmla="*/ 61 h 61"/>
                  <a:gd name="T70" fmla="*/ 102 w 108"/>
                  <a:gd name="T71" fmla="*/ 61 h 61"/>
                  <a:gd name="T72" fmla="*/ 108 w 108"/>
                  <a:gd name="T73" fmla="*/ 60 h 61"/>
                  <a:gd name="T74" fmla="*/ 108 w 108"/>
                  <a:gd name="T75" fmla="*/ 60 h 61"/>
                  <a:gd name="T76" fmla="*/ 108 w 108"/>
                  <a:gd name="T77" fmla="*/ 60 h 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08"/>
                  <a:gd name="T118" fmla="*/ 0 h 61"/>
                  <a:gd name="T119" fmla="*/ 108 w 108"/>
                  <a:gd name="T120" fmla="*/ 61 h 6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08" h="61">
                    <a:moveTo>
                      <a:pt x="108" y="60"/>
                    </a:moveTo>
                    <a:lnTo>
                      <a:pt x="108" y="60"/>
                    </a:lnTo>
                    <a:lnTo>
                      <a:pt x="104" y="51"/>
                    </a:lnTo>
                    <a:lnTo>
                      <a:pt x="100" y="44"/>
                    </a:lnTo>
                    <a:lnTo>
                      <a:pt x="96" y="37"/>
                    </a:lnTo>
                    <a:lnTo>
                      <a:pt x="91" y="29"/>
                    </a:lnTo>
                    <a:lnTo>
                      <a:pt x="85" y="23"/>
                    </a:lnTo>
                    <a:lnTo>
                      <a:pt x="79" y="18"/>
                    </a:lnTo>
                    <a:lnTo>
                      <a:pt x="71" y="14"/>
                    </a:lnTo>
                    <a:lnTo>
                      <a:pt x="64" y="10"/>
                    </a:lnTo>
                    <a:lnTo>
                      <a:pt x="57" y="6"/>
                    </a:lnTo>
                    <a:lnTo>
                      <a:pt x="49" y="4"/>
                    </a:lnTo>
                    <a:lnTo>
                      <a:pt x="41" y="1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7" y="1"/>
                    </a:lnTo>
                    <a:lnTo>
                      <a:pt x="8" y="3"/>
                    </a:lnTo>
                    <a:lnTo>
                      <a:pt x="0" y="5"/>
                    </a:lnTo>
                    <a:lnTo>
                      <a:pt x="1" y="10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5" y="6"/>
                    </a:lnTo>
                    <a:lnTo>
                      <a:pt x="32" y="6"/>
                    </a:lnTo>
                    <a:lnTo>
                      <a:pt x="40" y="7"/>
                    </a:lnTo>
                    <a:lnTo>
                      <a:pt x="47" y="10"/>
                    </a:lnTo>
                    <a:lnTo>
                      <a:pt x="56" y="12"/>
                    </a:lnTo>
                    <a:lnTo>
                      <a:pt x="62" y="15"/>
                    </a:lnTo>
                    <a:lnTo>
                      <a:pt x="69" y="18"/>
                    </a:lnTo>
                    <a:lnTo>
                      <a:pt x="75" y="23"/>
                    </a:lnTo>
                    <a:lnTo>
                      <a:pt x="81" y="28"/>
                    </a:lnTo>
                    <a:lnTo>
                      <a:pt x="86" y="34"/>
                    </a:lnTo>
                    <a:lnTo>
                      <a:pt x="91" y="39"/>
                    </a:lnTo>
                    <a:lnTo>
                      <a:pt x="96" y="46"/>
                    </a:lnTo>
                    <a:lnTo>
                      <a:pt x="99" y="54"/>
                    </a:lnTo>
                    <a:lnTo>
                      <a:pt x="102" y="61"/>
                    </a:lnTo>
                    <a:lnTo>
                      <a:pt x="108" y="6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6" name="Freeform 329"/>
              <p:cNvSpPr>
                <a:spLocks/>
              </p:cNvSpPr>
              <p:nvPr/>
            </p:nvSpPr>
            <p:spPr bwMode="auto">
              <a:xfrm>
                <a:off x="808" y="1964"/>
                <a:ext cx="5" cy="11"/>
              </a:xfrm>
              <a:custGeom>
                <a:avLst/>
                <a:gdLst>
                  <a:gd name="T0" fmla="*/ 19 w 19"/>
                  <a:gd name="T1" fmla="*/ 42 h 43"/>
                  <a:gd name="T2" fmla="*/ 19 w 19"/>
                  <a:gd name="T3" fmla="*/ 42 h 43"/>
                  <a:gd name="T4" fmla="*/ 6 w 19"/>
                  <a:gd name="T5" fmla="*/ 0 h 43"/>
                  <a:gd name="T6" fmla="*/ 0 w 19"/>
                  <a:gd name="T7" fmla="*/ 1 h 43"/>
                  <a:gd name="T8" fmla="*/ 14 w 19"/>
                  <a:gd name="T9" fmla="*/ 43 h 43"/>
                  <a:gd name="T10" fmla="*/ 14 w 19"/>
                  <a:gd name="T11" fmla="*/ 43 h 43"/>
                  <a:gd name="T12" fmla="*/ 14 w 19"/>
                  <a:gd name="T13" fmla="*/ 43 h 43"/>
                  <a:gd name="T14" fmla="*/ 14 w 19"/>
                  <a:gd name="T15" fmla="*/ 43 h 43"/>
                  <a:gd name="T16" fmla="*/ 14 w 19"/>
                  <a:gd name="T17" fmla="*/ 43 h 43"/>
                  <a:gd name="T18" fmla="*/ 19 w 19"/>
                  <a:gd name="T19" fmla="*/ 42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9"/>
                  <a:gd name="T31" fmla="*/ 0 h 43"/>
                  <a:gd name="T32" fmla="*/ 19 w 19"/>
                  <a:gd name="T33" fmla="*/ 43 h 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9" h="43">
                    <a:moveTo>
                      <a:pt x="19" y="42"/>
                    </a:moveTo>
                    <a:lnTo>
                      <a:pt x="19" y="42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14" y="43"/>
                    </a:lnTo>
                    <a:lnTo>
                      <a:pt x="19" y="4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7" name="Freeform 330"/>
              <p:cNvSpPr>
                <a:spLocks/>
              </p:cNvSpPr>
              <p:nvPr/>
            </p:nvSpPr>
            <p:spPr bwMode="auto">
              <a:xfrm>
                <a:off x="799" y="1975"/>
                <a:ext cx="15" cy="26"/>
              </a:xfrm>
              <a:custGeom>
                <a:avLst/>
                <a:gdLst>
                  <a:gd name="T0" fmla="*/ 1 w 61"/>
                  <a:gd name="T1" fmla="*/ 107 h 107"/>
                  <a:gd name="T2" fmla="*/ 1 w 61"/>
                  <a:gd name="T3" fmla="*/ 107 h 107"/>
                  <a:gd name="T4" fmla="*/ 10 w 61"/>
                  <a:gd name="T5" fmla="*/ 103 h 107"/>
                  <a:gd name="T6" fmla="*/ 17 w 61"/>
                  <a:gd name="T7" fmla="*/ 99 h 107"/>
                  <a:gd name="T8" fmla="*/ 24 w 61"/>
                  <a:gd name="T9" fmla="*/ 96 h 107"/>
                  <a:gd name="T10" fmla="*/ 32 w 61"/>
                  <a:gd name="T11" fmla="*/ 90 h 107"/>
                  <a:gd name="T12" fmla="*/ 38 w 61"/>
                  <a:gd name="T13" fmla="*/ 85 h 107"/>
                  <a:gd name="T14" fmla="*/ 43 w 61"/>
                  <a:gd name="T15" fmla="*/ 78 h 107"/>
                  <a:gd name="T16" fmla="*/ 48 w 61"/>
                  <a:gd name="T17" fmla="*/ 72 h 107"/>
                  <a:gd name="T18" fmla="*/ 51 w 61"/>
                  <a:gd name="T19" fmla="*/ 64 h 107"/>
                  <a:gd name="T20" fmla="*/ 55 w 61"/>
                  <a:gd name="T21" fmla="*/ 57 h 107"/>
                  <a:gd name="T22" fmla="*/ 57 w 61"/>
                  <a:gd name="T23" fmla="*/ 50 h 107"/>
                  <a:gd name="T24" fmla="*/ 60 w 61"/>
                  <a:gd name="T25" fmla="*/ 41 h 107"/>
                  <a:gd name="T26" fmla="*/ 61 w 61"/>
                  <a:gd name="T27" fmla="*/ 34 h 107"/>
                  <a:gd name="T28" fmla="*/ 61 w 61"/>
                  <a:gd name="T29" fmla="*/ 25 h 107"/>
                  <a:gd name="T30" fmla="*/ 60 w 61"/>
                  <a:gd name="T31" fmla="*/ 17 h 107"/>
                  <a:gd name="T32" fmla="*/ 58 w 61"/>
                  <a:gd name="T33" fmla="*/ 9 h 107"/>
                  <a:gd name="T34" fmla="*/ 56 w 61"/>
                  <a:gd name="T35" fmla="*/ 0 h 107"/>
                  <a:gd name="T36" fmla="*/ 51 w 61"/>
                  <a:gd name="T37" fmla="*/ 1 h 107"/>
                  <a:gd name="T38" fmla="*/ 54 w 61"/>
                  <a:gd name="T39" fmla="*/ 9 h 107"/>
                  <a:gd name="T40" fmla="*/ 55 w 61"/>
                  <a:gd name="T41" fmla="*/ 17 h 107"/>
                  <a:gd name="T42" fmla="*/ 55 w 61"/>
                  <a:gd name="T43" fmla="*/ 25 h 107"/>
                  <a:gd name="T44" fmla="*/ 55 w 61"/>
                  <a:gd name="T45" fmla="*/ 33 h 107"/>
                  <a:gd name="T46" fmla="*/ 54 w 61"/>
                  <a:gd name="T47" fmla="*/ 40 h 107"/>
                  <a:gd name="T48" fmla="*/ 52 w 61"/>
                  <a:gd name="T49" fmla="*/ 49 h 107"/>
                  <a:gd name="T50" fmla="*/ 50 w 61"/>
                  <a:gd name="T51" fmla="*/ 55 h 107"/>
                  <a:gd name="T52" fmla="*/ 46 w 61"/>
                  <a:gd name="T53" fmla="*/ 62 h 107"/>
                  <a:gd name="T54" fmla="*/ 43 w 61"/>
                  <a:gd name="T55" fmla="*/ 69 h 107"/>
                  <a:gd name="T56" fmla="*/ 38 w 61"/>
                  <a:gd name="T57" fmla="*/ 75 h 107"/>
                  <a:gd name="T58" fmla="*/ 33 w 61"/>
                  <a:gd name="T59" fmla="*/ 80 h 107"/>
                  <a:gd name="T60" fmla="*/ 28 w 61"/>
                  <a:gd name="T61" fmla="*/ 86 h 107"/>
                  <a:gd name="T62" fmla="*/ 22 w 61"/>
                  <a:gd name="T63" fmla="*/ 91 h 107"/>
                  <a:gd name="T64" fmla="*/ 15 w 61"/>
                  <a:gd name="T65" fmla="*/ 95 h 107"/>
                  <a:gd name="T66" fmla="*/ 8 w 61"/>
                  <a:gd name="T67" fmla="*/ 98 h 107"/>
                  <a:gd name="T68" fmla="*/ 0 w 61"/>
                  <a:gd name="T69" fmla="*/ 102 h 107"/>
                  <a:gd name="T70" fmla="*/ 0 w 61"/>
                  <a:gd name="T71" fmla="*/ 102 h 107"/>
                  <a:gd name="T72" fmla="*/ 1 w 61"/>
                  <a:gd name="T73" fmla="*/ 107 h 10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1"/>
                  <a:gd name="T112" fmla="*/ 0 h 107"/>
                  <a:gd name="T113" fmla="*/ 61 w 61"/>
                  <a:gd name="T114" fmla="*/ 107 h 10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1" h="107">
                    <a:moveTo>
                      <a:pt x="1" y="107"/>
                    </a:moveTo>
                    <a:lnTo>
                      <a:pt x="1" y="107"/>
                    </a:lnTo>
                    <a:lnTo>
                      <a:pt x="10" y="103"/>
                    </a:lnTo>
                    <a:lnTo>
                      <a:pt x="17" y="99"/>
                    </a:lnTo>
                    <a:lnTo>
                      <a:pt x="24" y="96"/>
                    </a:lnTo>
                    <a:lnTo>
                      <a:pt x="32" y="90"/>
                    </a:lnTo>
                    <a:lnTo>
                      <a:pt x="38" y="85"/>
                    </a:lnTo>
                    <a:lnTo>
                      <a:pt x="43" y="78"/>
                    </a:lnTo>
                    <a:lnTo>
                      <a:pt x="48" y="72"/>
                    </a:lnTo>
                    <a:lnTo>
                      <a:pt x="51" y="64"/>
                    </a:lnTo>
                    <a:lnTo>
                      <a:pt x="55" y="57"/>
                    </a:lnTo>
                    <a:lnTo>
                      <a:pt x="57" y="50"/>
                    </a:lnTo>
                    <a:lnTo>
                      <a:pt x="60" y="41"/>
                    </a:lnTo>
                    <a:lnTo>
                      <a:pt x="61" y="34"/>
                    </a:lnTo>
                    <a:lnTo>
                      <a:pt x="61" y="25"/>
                    </a:lnTo>
                    <a:lnTo>
                      <a:pt x="60" y="17"/>
                    </a:lnTo>
                    <a:lnTo>
                      <a:pt x="58" y="9"/>
                    </a:lnTo>
                    <a:lnTo>
                      <a:pt x="56" y="0"/>
                    </a:lnTo>
                    <a:lnTo>
                      <a:pt x="51" y="1"/>
                    </a:lnTo>
                    <a:lnTo>
                      <a:pt x="54" y="9"/>
                    </a:lnTo>
                    <a:lnTo>
                      <a:pt x="55" y="17"/>
                    </a:lnTo>
                    <a:lnTo>
                      <a:pt x="55" y="25"/>
                    </a:lnTo>
                    <a:lnTo>
                      <a:pt x="55" y="33"/>
                    </a:lnTo>
                    <a:lnTo>
                      <a:pt x="54" y="40"/>
                    </a:lnTo>
                    <a:lnTo>
                      <a:pt x="52" y="49"/>
                    </a:lnTo>
                    <a:lnTo>
                      <a:pt x="50" y="55"/>
                    </a:lnTo>
                    <a:lnTo>
                      <a:pt x="46" y="62"/>
                    </a:lnTo>
                    <a:lnTo>
                      <a:pt x="43" y="69"/>
                    </a:lnTo>
                    <a:lnTo>
                      <a:pt x="38" y="75"/>
                    </a:lnTo>
                    <a:lnTo>
                      <a:pt x="33" y="80"/>
                    </a:lnTo>
                    <a:lnTo>
                      <a:pt x="28" y="86"/>
                    </a:lnTo>
                    <a:lnTo>
                      <a:pt x="22" y="91"/>
                    </a:lnTo>
                    <a:lnTo>
                      <a:pt x="15" y="95"/>
                    </a:lnTo>
                    <a:lnTo>
                      <a:pt x="8" y="98"/>
                    </a:lnTo>
                    <a:lnTo>
                      <a:pt x="0" y="102"/>
                    </a:lnTo>
                    <a:lnTo>
                      <a:pt x="1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8" name="Freeform 331"/>
              <p:cNvSpPr>
                <a:spLocks/>
              </p:cNvSpPr>
              <p:nvPr/>
            </p:nvSpPr>
            <p:spPr bwMode="auto">
              <a:xfrm>
                <a:off x="743" y="2000"/>
                <a:ext cx="57" cy="20"/>
              </a:xfrm>
              <a:custGeom>
                <a:avLst/>
                <a:gdLst>
                  <a:gd name="T0" fmla="*/ 2 w 225"/>
                  <a:gd name="T1" fmla="*/ 80 h 80"/>
                  <a:gd name="T2" fmla="*/ 2 w 225"/>
                  <a:gd name="T3" fmla="*/ 80 h 80"/>
                  <a:gd name="T4" fmla="*/ 225 w 225"/>
                  <a:gd name="T5" fmla="*/ 5 h 80"/>
                  <a:gd name="T6" fmla="*/ 224 w 225"/>
                  <a:gd name="T7" fmla="*/ 0 h 80"/>
                  <a:gd name="T8" fmla="*/ 0 w 225"/>
                  <a:gd name="T9" fmla="*/ 74 h 80"/>
                  <a:gd name="T10" fmla="*/ 0 w 225"/>
                  <a:gd name="T11" fmla="*/ 74 h 80"/>
                  <a:gd name="T12" fmla="*/ 2 w 225"/>
                  <a:gd name="T13" fmla="*/ 80 h 80"/>
                  <a:gd name="T14" fmla="*/ 2 w 225"/>
                  <a:gd name="T15" fmla="*/ 80 h 80"/>
                  <a:gd name="T16" fmla="*/ 2 w 225"/>
                  <a:gd name="T17" fmla="*/ 8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5"/>
                  <a:gd name="T28" fmla="*/ 0 h 80"/>
                  <a:gd name="T29" fmla="*/ 225 w 225"/>
                  <a:gd name="T30" fmla="*/ 80 h 8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5" h="80">
                    <a:moveTo>
                      <a:pt x="2" y="80"/>
                    </a:moveTo>
                    <a:lnTo>
                      <a:pt x="2" y="80"/>
                    </a:lnTo>
                    <a:lnTo>
                      <a:pt x="225" y="5"/>
                    </a:lnTo>
                    <a:lnTo>
                      <a:pt x="224" y="0"/>
                    </a:lnTo>
                    <a:lnTo>
                      <a:pt x="0" y="74"/>
                    </a:lnTo>
                    <a:lnTo>
                      <a:pt x="2" y="8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9" name="Freeform 332"/>
              <p:cNvSpPr>
                <a:spLocks/>
              </p:cNvSpPr>
              <p:nvPr/>
            </p:nvSpPr>
            <p:spPr bwMode="auto">
              <a:xfrm>
                <a:off x="560" y="1794"/>
                <a:ext cx="221" cy="610"/>
              </a:xfrm>
              <a:custGeom>
                <a:avLst/>
                <a:gdLst>
                  <a:gd name="T0" fmla="*/ 16 w 884"/>
                  <a:gd name="T1" fmla="*/ 441 h 2439"/>
                  <a:gd name="T2" fmla="*/ 10 w 884"/>
                  <a:gd name="T3" fmla="*/ 403 h 2439"/>
                  <a:gd name="T4" fmla="*/ 4 w 884"/>
                  <a:gd name="T5" fmla="*/ 344 h 2439"/>
                  <a:gd name="T6" fmla="*/ 0 w 884"/>
                  <a:gd name="T7" fmla="*/ 270 h 2439"/>
                  <a:gd name="T8" fmla="*/ 1 w 884"/>
                  <a:gd name="T9" fmla="*/ 192 h 2439"/>
                  <a:gd name="T10" fmla="*/ 11 w 884"/>
                  <a:gd name="T11" fmla="*/ 116 h 2439"/>
                  <a:gd name="T12" fmla="*/ 33 w 884"/>
                  <a:gd name="T13" fmla="*/ 52 h 2439"/>
                  <a:gd name="T14" fmla="*/ 69 w 884"/>
                  <a:gd name="T15" fmla="*/ 7 h 2439"/>
                  <a:gd name="T16" fmla="*/ 670 w 884"/>
                  <a:gd name="T17" fmla="*/ 124 h 2439"/>
                  <a:gd name="T18" fmla="*/ 734 w 884"/>
                  <a:gd name="T19" fmla="*/ 207 h 2439"/>
                  <a:gd name="T20" fmla="*/ 781 w 884"/>
                  <a:gd name="T21" fmla="*/ 298 h 2439"/>
                  <a:gd name="T22" fmla="*/ 813 w 884"/>
                  <a:gd name="T23" fmla="*/ 395 h 2439"/>
                  <a:gd name="T24" fmla="*/ 832 w 884"/>
                  <a:gd name="T25" fmla="*/ 493 h 2439"/>
                  <a:gd name="T26" fmla="*/ 841 w 884"/>
                  <a:gd name="T27" fmla="*/ 589 h 2439"/>
                  <a:gd name="T28" fmla="*/ 841 w 884"/>
                  <a:gd name="T29" fmla="*/ 679 h 2439"/>
                  <a:gd name="T30" fmla="*/ 836 w 884"/>
                  <a:gd name="T31" fmla="*/ 759 h 2439"/>
                  <a:gd name="T32" fmla="*/ 837 w 884"/>
                  <a:gd name="T33" fmla="*/ 803 h 2439"/>
                  <a:gd name="T34" fmla="*/ 864 w 884"/>
                  <a:gd name="T35" fmla="*/ 829 h 2439"/>
                  <a:gd name="T36" fmla="*/ 872 w 884"/>
                  <a:gd name="T37" fmla="*/ 863 h 2439"/>
                  <a:gd name="T38" fmla="*/ 853 w 884"/>
                  <a:gd name="T39" fmla="*/ 897 h 2439"/>
                  <a:gd name="T40" fmla="*/ 864 w 884"/>
                  <a:gd name="T41" fmla="*/ 924 h 2439"/>
                  <a:gd name="T42" fmla="*/ 880 w 884"/>
                  <a:gd name="T43" fmla="*/ 964 h 2439"/>
                  <a:gd name="T44" fmla="*/ 884 w 884"/>
                  <a:gd name="T45" fmla="*/ 1004 h 2439"/>
                  <a:gd name="T46" fmla="*/ 882 w 884"/>
                  <a:gd name="T47" fmla="*/ 1045 h 2439"/>
                  <a:gd name="T48" fmla="*/ 874 w 884"/>
                  <a:gd name="T49" fmla="*/ 1087 h 2439"/>
                  <a:gd name="T50" fmla="*/ 865 w 884"/>
                  <a:gd name="T51" fmla="*/ 1128 h 2439"/>
                  <a:gd name="T52" fmla="*/ 858 w 884"/>
                  <a:gd name="T53" fmla="*/ 1171 h 2439"/>
                  <a:gd name="T54" fmla="*/ 858 w 884"/>
                  <a:gd name="T55" fmla="*/ 1212 h 2439"/>
                  <a:gd name="T56" fmla="*/ 864 w 884"/>
                  <a:gd name="T57" fmla="*/ 1290 h 2439"/>
                  <a:gd name="T58" fmla="*/ 864 w 884"/>
                  <a:gd name="T59" fmla="*/ 1423 h 2439"/>
                  <a:gd name="T60" fmla="*/ 858 w 884"/>
                  <a:gd name="T61" fmla="*/ 1575 h 2439"/>
                  <a:gd name="T62" fmla="*/ 848 w 884"/>
                  <a:gd name="T63" fmla="*/ 1738 h 2439"/>
                  <a:gd name="T64" fmla="*/ 834 w 884"/>
                  <a:gd name="T65" fmla="*/ 1904 h 2439"/>
                  <a:gd name="T66" fmla="*/ 819 w 884"/>
                  <a:gd name="T67" fmla="*/ 2068 h 2439"/>
                  <a:gd name="T68" fmla="*/ 806 w 884"/>
                  <a:gd name="T69" fmla="*/ 2218 h 2439"/>
                  <a:gd name="T70" fmla="*/ 796 w 884"/>
                  <a:gd name="T71" fmla="*/ 2349 h 2439"/>
                  <a:gd name="T72" fmla="*/ 791 w 884"/>
                  <a:gd name="T73" fmla="*/ 2406 h 2439"/>
                  <a:gd name="T74" fmla="*/ 790 w 884"/>
                  <a:gd name="T75" fmla="*/ 2425 h 2439"/>
                  <a:gd name="T76" fmla="*/ 216 w 884"/>
                  <a:gd name="T77" fmla="*/ 2399 h 2439"/>
                  <a:gd name="T78" fmla="*/ 210 w 884"/>
                  <a:gd name="T79" fmla="*/ 2231 h 2439"/>
                  <a:gd name="T80" fmla="*/ 192 w 884"/>
                  <a:gd name="T81" fmla="*/ 2057 h 2439"/>
                  <a:gd name="T82" fmla="*/ 168 w 884"/>
                  <a:gd name="T83" fmla="*/ 1881 h 2439"/>
                  <a:gd name="T84" fmla="*/ 141 w 884"/>
                  <a:gd name="T85" fmla="*/ 1704 h 2439"/>
                  <a:gd name="T86" fmla="*/ 119 w 884"/>
                  <a:gd name="T87" fmla="*/ 1527 h 2439"/>
                  <a:gd name="T88" fmla="*/ 108 w 884"/>
                  <a:gd name="T89" fmla="*/ 1354 h 2439"/>
                  <a:gd name="T90" fmla="*/ 113 w 884"/>
                  <a:gd name="T91" fmla="*/ 1185 h 2439"/>
                  <a:gd name="T92" fmla="*/ 120 w 884"/>
                  <a:gd name="T93" fmla="*/ 1046 h 2439"/>
                  <a:gd name="T94" fmla="*/ 90 w 884"/>
                  <a:gd name="T95" fmla="*/ 973 h 2439"/>
                  <a:gd name="T96" fmla="*/ 71 w 884"/>
                  <a:gd name="T97" fmla="*/ 898 h 2439"/>
                  <a:gd name="T98" fmla="*/ 60 w 884"/>
                  <a:gd name="T99" fmla="*/ 822 h 2439"/>
                  <a:gd name="T100" fmla="*/ 55 w 884"/>
                  <a:gd name="T101" fmla="*/ 744 h 2439"/>
                  <a:gd name="T102" fmla="*/ 51 w 884"/>
                  <a:gd name="T103" fmla="*/ 665 h 2439"/>
                  <a:gd name="T104" fmla="*/ 47 w 884"/>
                  <a:gd name="T105" fmla="*/ 588 h 2439"/>
                  <a:gd name="T106" fmla="*/ 39 w 884"/>
                  <a:gd name="T107" fmla="*/ 509 h 2439"/>
                  <a:gd name="T108" fmla="*/ 17 w 884"/>
                  <a:gd name="T109" fmla="*/ 451 h 243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884"/>
                  <a:gd name="T166" fmla="*/ 0 h 2439"/>
                  <a:gd name="T167" fmla="*/ 884 w 884"/>
                  <a:gd name="T168" fmla="*/ 2439 h 2439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884" h="2439">
                    <a:moveTo>
                      <a:pt x="17" y="451"/>
                    </a:moveTo>
                    <a:lnTo>
                      <a:pt x="17" y="449"/>
                    </a:lnTo>
                    <a:lnTo>
                      <a:pt x="16" y="447"/>
                    </a:lnTo>
                    <a:lnTo>
                      <a:pt x="16" y="441"/>
                    </a:lnTo>
                    <a:lnTo>
                      <a:pt x="15" y="435"/>
                    </a:lnTo>
                    <a:lnTo>
                      <a:pt x="14" y="426"/>
                    </a:lnTo>
                    <a:lnTo>
                      <a:pt x="12" y="415"/>
                    </a:lnTo>
                    <a:lnTo>
                      <a:pt x="10" y="403"/>
                    </a:lnTo>
                    <a:lnTo>
                      <a:pt x="9" y="390"/>
                    </a:lnTo>
                    <a:lnTo>
                      <a:pt x="7" y="375"/>
                    </a:lnTo>
                    <a:lnTo>
                      <a:pt x="5" y="360"/>
                    </a:lnTo>
                    <a:lnTo>
                      <a:pt x="4" y="344"/>
                    </a:lnTo>
                    <a:lnTo>
                      <a:pt x="3" y="326"/>
                    </a:lnTo>
                    <a:lnTo>
                      <a:pt x="1" y="308"/>
                    </a:lnTo>
                    <a:lnTo>
                      <a:pt x="0" y="289"/>
                    </a:lnTo>
                    <a:lnTo>
                      <a:pt x="0" y="270"/>
                    </a:lnTo>
                    <a:lnTo>
                      <a:pt x="0" y="251"/>
                    </a:lnTo>
                    <a:lnTo>
                      <a:pt x="0" y="231"/>
                    </a:lnTo>
                    <a:lnTo>
                      <a:pt x="0" y="212"/>
                    </a:lnTo>
                    <a:lnTo>
                      <a:pt x="1" y="192"/>
                    </a:lnTo>
                    <a:lnTo>
                      <a:pt x="3" y="172"/>
                    </a:lnTo>
                    <a:lnTo>
                      <a:pt x="5" y="154"/>
                    </a:lnTo>
                    <a:lnTo>
                      <a:pt x="7" y="134"/>
                    </a:lnTo>
                    <a:lnTo>
                      <a:pt x="11" y="116"/>
                    </a:lnTo>
                    <a:lnTo>
                      <a:pt x="15" y="99"/>
                    </a:lnTo>
                    <a:lnTo>
                      <a:pt x="21" y="82"/>
                    </a:lnTo>
                    <a:lnTo>
                      <a:pt x="26" y="66"/>
                    </a:lnTo>
                    <a:lnTo>
                      <a:pt x="33" y="52"/>
                    </a:lnTo>
                    <a:lnTo>
                      <a:pt x="40" y="38"/>
                    </a:lnTo>
                    <a:lnTo>
                      <a:pt x="49" y="26"/>
                    </a:lnTo>
                    <a:lnTo>
                      <a:pt x="58" y="15"/>
                    </a:lnTo>
                    <a:lnTo>
                      <a:pt x="69" y="7"/>
                    </a:lnTo>
                    <a:lnTo>
                      <a:pt x="80" y="0"/>
                    </a:lnTo>
                    <a:lnTo>
                      <a:pt x="630" y="88"/>
                    </a:lnTo>
                    <a:lnTo>
                      <a:pt x="650" y="106"/>
                    </a:lnTo>
                    <a:lnTo>
                      <a:pt x="670" y="124"/>
                    </a:lnTo>
                    <a:lnTo>
                      <a:pt x="687" y="144"/>
                    </a:lnTo>
                    <a:lnTo>
                      <a:pt x="704" y="164"/>
                    </a:lnTo>
                    <a:lnTo>
                      <a:pt x="719" y="185"/>
                    </a:lnTo>
                    <a:lnTo>
                      <a:pt x="734" y="207"/>
                    </a:lnTo>
                    <a:lnTo>
                      <a:pt x="747" y="229"/>
                    </a:lnTo>
                    <a:lnTo>
                      <a:pt x="760" y="252"/>
                    </a:lnTo>
                    <a:lnTo>
                      <a:pt x="770" y="275"/>
                    </a:lnTo>
                    <a:lnTo>
                      <a:pt x="781" y="298"/>
                    </a:lnTo>
                    <a:lnTo>
                      <a:pt x="790" y="322"/>
                    </a:lnTo>
                    <a:lnTo>
                      <a:pt x="798" y="345"/>
                    </a:lnTo>
                    <a:lnTo>
                      <a:pt x="806" y="371"/>
                    </a:lnTo>
                    <a:lnTo>
                      <a:pt x="813" y="395"/>
                    </a:lnTo>
                    <a:lnTo>
                      <a:pt x="819" y="419"/>
                    </a:lnTo>
                    <a:lnTo>
                      <a:pt x="824" y="443"/>
                    </a:lnTo>
                    <a:lnTo>
                      <a:pt x="829" y="468"/>
                    </a:lnTo>
                    <a:lnTo>
                      <a:pt x="832" y="493"/>
                    </a:lnTo>
                    <a:lnTo>
                      <a:pt x="835" y="517"/>
                    </a:lnTo>
                    <a:lnTo>
                      <a:pt x="837" y="542"/>
                    </a:lnTo>
                    <a:lnTo>
                      <a:pt x="840" y="565"/>
                    </a:lnTo>
                    <a:lnTo>
                      <a:pt x="841" y="589"/>
                    </a:lnTo>
                    <a:lnTo>
                      <a:pt x="841" y="612"/>
                    </a:lnTo>
                    <a:lnTo>
                      <a:pt x="842" y="634"/>
                    </a:lnTo>
                    <a:lnTo>
                      <a:pt x="842" y="657"/>
                    </a:lnTo>
                    <a:lnTo>
                      <a:pt x="841" y="679"/>
                    </a:lnTo>
                    <a:lnTo>
                      <a:pt x="841" y="699"/>
                    </a:lnTo>
                    <a:lnTo>
                      <a:pt x="840" y="720"/>
                    </a:lnTo>
                    <a:lnTo>
                      <a:pt x="838" y="739"/>
                    </a:lnTo>
                    <a:lnTo>
                      <a:pt x="836" y="759"/>
                    </a:lnTo>
                    <a:lnTo>
                      <a:pt x="835" y="776"/>
                    </a:lnTo>
                    <a:lnTo>
                      <a:pt x="832" y="793"/>
                    </a:lnTo>
                    <a:lnTo>
                      <a:pt x="834" y="799"/>
                    </a:lnTo>
                    <a:lnTo>
                      <a:pt x="837" y="803"/>
                    </a:lnTo>
                    <a:lnTo>
                      <a:pt x="843" y="810"/>
                    </a:lnTo>
                    <a:lnTo>
                      <a:pt x="850" y="816"/>
                    </a:lnTo>
                    <a:lnTo>
                      <a:pt x="858" y="822"/>
                    </a:lnTo>
                    <a:lnTo>
                      <a:pt x="864" y="829"/>
                    </a:lnTo>
                    <a:lnTo>
                      <a:pt x="870" y="836"/>
                    </a:lnTo>
                    <a:lnTo>
                      <a:pt x="874" y="844"/>
                    </a:lnTo>
                    <a:lnTo>
                      <a:pt x="875" y="853"/>
                    </a:lnTo>
                    <a:lnTo>
                      <a:pt x="872" y="863"/>
                    </a:lnTo>
                    <a:lnTo>
                      <a:pt x="869" y="873"/>
                    </a:lnTo>
                    <a:lnTo>
                      <a:pt x="864" y="881"/>
                    </a:lnTo>
                    <a:lnTo>
                      <a:pt x="858" y="890"/>
                    </a:lnTo>
                    <a:lnTo>
                      <a:pt x="853" y="897"/>
                    </a:lnTo>
                    <a:lnTo>
                      <a:pt x="850" y="902"/>
                    </a:lnTo>
                    <a:lnTo>
                      <a:pt x="849" y="905"/>
                    </a:lnTo>
                    <a:lnTo>
                      <a:pt x="857" y="915"/>
                    </a:lnTo>
                    <a:lnTo>
                      <a:pt x="864" y="924"/>
                    </a:lnTo>
                    <a:lnTo>
                      <a:pt x="869" y="933"/>
                    </a:lnTo>
                    <a:lnTo>
                      <a:pt x="874" y="944"/>
                    </a:lnTo>
                    <a:lnTo>
                      <a:pt x="877" y="954"/>
                    </a:lnTo>
                    <a:lnTo>
                      <a:pt x="880" y="964"/>
                    </a:lnTo>
                    <a:lnTo>
                      <a:pt x="882" y="973"/>
                    </a:lnTo>
                    <a:lnTo>
                      <a:pt x="883" y="983"/>
                    </a:lnTo>
                    <a:lnTo>
                      <a:pt x="884" y="994"/>
                    </a:lnTo>
                    <a:lnTo>
                      <a:pt x="884" y="1004"/>
                    </a:lnTo>
                    <a:lnTo>
                      <a:pt x="884" y="1013"/>
                    </a:lnTo>
                    <a:lnTo>
                      <a:pt x="884" y="1024"/>
                    </a:lnTo>
                    <a:lnTo>
                      <a:pt x="883" y="1035"/>
                    </a:lnTo>
                    <a:lnTo>
                      <a:pt x="882" y="1045"/>
                    </a:lnTo>
                    <a:lnTo>
                      <a:pt x="880" y="1056"/>
                    </a:lnTo>
                    <a:lnTo>
                      <a:pt x="878" y="1065"/>
                    </a:lnTo>
                    <a:lnTo>
                      <a:pt x="876" y="1076"/>
                    </a:lnTo>
                    <a:lnTo>
                      <a:pt x="874" y="1087"/>
                    </a:lnTo>
                    <a:lnTo>
                      <a:pt x="871" y="1097"/>
                    </a:lnTo>
                    <a:lnTo>
                      <a:pt x="869" y="1108"/>
                    </a:lnTo>
                    <a:lnTo>
                      <a:pt x="866" y="1119"/>
                    </a:lnTo>
                    <a:lnTo>
                      <a:pt x="865" y="1128"/>
                    </a:lnTo>
                    <a:lnTo>
                      <a:pt x="863" y="1139"/>
                    </a:lnTo>
                    <a:lnTo>
                      <a:pt x="861" y="1150"/>
                    </a:lnTo>
                    <a:lnTo>
                      <a:pt x="859" y="1160"/>
                    </a:lnTo>
                    <a:lnTo>
                      <a:pt x="858" y="1171"/>
                    </a:lnTo>
                    <a:lnTo>
                      <a:pt x="857" y="1182"/>
                    </a:lnTo>
                    <a:lnTo>
                      <a:pt x="857" y="1191"/>
                    </a:lnTo>
                    <a:lnTo>
                      <a:pt x="857" y="1202"/>
                    </a:lnTo>
                    <a:lnTo>
                      <a:pt x="858" y="1212"/>
                    </a:lnTo>
                    <a:lnTo>
                      <a:pt x="859" y="1223"/>
                    </a:lnTo>
                    <a:lnTo>
                      <a:pt x="860" y="1233"/>
                    </a:lnTo>
                    <a:lnTo>
                      <a:pt x="863" y="1261"/>
                    </a:lnTo>
                    <a:lnTo>
                      <a:pt x="864" y="1290"/>
                    </a:lnTo>
                    <a:lnTo>
                      <a:pt x="865" y="1321"/>
                    </a:lnTo>
                    <a:lnTo>
                      <a:pt x="865" y="1353"/>
                    </a:lnTo>
                    <a:lnTo>
                      <a:pt x="865" y="1388"/>
                    </a:lnTo>
                    <a:lnTo>
                      <a:pt x="864" y="1423"/>
                    </a:lnTo>
                    <a:lnTo>
                      <a:pt x="864" y="1459"/>
                    </a:lnTo>
                    <a:lnTo>
                      <a:pt x="863" y="1497"/>
                    </a:lnTo>
                    <a:lnTo>
                      <a:pt x="860" y="1535"/>
                    </a:lnTo>
                    <a:lnTo>
                      <a:pt x="858" y="1575"/>
                    </a:lnTo>
                    <a:lnTo>
                      <a:pt x="857" y="1615"/>
                    </a:lnTo>
                    <a:lnTo>
                      <a:pt x="853" y="1656"/>
                    </a:lnTo>
                    <a:lnTo>
                      <a:pt x="850" y="1696"/>
                    </a:lnTo>
                    <a:lnTo>
                      <a:pt x="848" y="1738"/>
                    </a:lnTo>
                    <a:lnTo>
                      <a:pt x="844" y="1780"/>
                    </a:lnTo>
                    <a:lnTo>
                      <a:pt x="841" y="1822"/>
                    </a:lnTo>
                    <a:lnTo>
                      <a:pt x="837" y="1863"/>
                    </a:lnTo>
                    <a:lnTo>
                      <a:pt x="834" y="1904"/>
                    </a:lnTo>
                    <a:lnTo>
                      <a:pt x="830" y="1947"/>
                    </a:lnTo>
                    <a:lnTo>
                      <a:pt x="826" y="1987"/>
                    </a:lnTo>
                    <a:lnTo>
                      <a:pt x="823" y="2028"/>
                    </a:lnTo>
                    <a:lnTo>
                      <a:pt x="819" y="2068"/>
                    </a:lnTo>
                    <a:lnTo>
                      <a:pt x="815" y="2107"/>
                    </a:lnTo>
                    <a:lnTo>
                      <a:pt x="813" y="2146"/>
                    </a:lnTo>
                    <a:lnTo>
                      <a:pt x="809" y="2182"/>
                    </a:lnTo>
                    <a:lnTo>
                      <a:pt x="806" y="2218"/>
                    </a:lnTo>
                    <a:lnTo>
                      <a:pt x="803" y="2254"/>
                    </a:lnTo>
                    <a:lnTo>
                      <a:pt x="800" y="2288"/>
                    </a:lnTo>
                    <a:lnTo>
                      <a:pt x="797" y="2319"/>
                    </a:lnTo>
                    <a:lnTo>
                      <a:pt x="796" y="2349"/>
                    </a:lnTo>
                    <a:lnTo>
                      <a:pt x="793" y="2379"/>
                    </a:lnTo>
                    <a:lnTo>
                      <a:pt x="792" y="2405"/>
                    </a:lnTo>
                    <a:lnTo>
                      <a:pt x="792" y="2404"/>
                    </a:lnTo>
                    <a:lnTo>
                      <a:pt x="791" y="2406"/>
                    </a:lnTo>
                    <a:lnTo>
                      <a:pt x="791" y="2410"/>
                    </a:lnTo>
                    <a:lnTo>
                      <a:pt x="791" y="2415"/>
                    </a:lnTo>
                    <a:lnTo>
                      <a:pt x="790" y="2420"/>
                    </a:lnTo>
                    <a:lnTo>
                      <a:pt x="790" y="2425"/>
                    </a:lnTo>
                    <a:lnTo>
                      <a:pt x="790" y="2428"/>
                    </a:lnTo>
                    <a:lnTo>
                      <a:pt x="790" y="2429"/>
                    </a:lnTo>
                    <a:lnTo>
                      <a:pt x="215" y="2439"/>
                    </a:lnTo>
                    <a:lnTo>
                      <a:pt x="216" y="2399"/>
                    </a:lnTo>
                    <a:lnTo>
                      <a:pt x="216" y="2358"/>
                    </a:lnTo>
                    <a:lnTo>
                      <a:pt x="215" y="2316"/>
                    </a:lnTo>
                    <a:lnTo>
                      <a:pt x="214" y="2273"/>
                    </a:lnTo>
                    <a:lnTo>
                      <a:pt x="210" y="2231"/>
                    </a:lnTo>
                    <a:lnTo>
                      <a:pt x="206" y="2188"/>
                    </a:lnTo>
                    <a:lnTo>
                      <a:pt x="203" y="2145"/>
                    </a:lnTo>
                    <a:lnTo>
                      <a:pt x="198" y="2102"/>
                    </a:lnTo>
                    <a:lnTo>
                      <a:pt x="192" y="2057"/>
                    </a:lnTo>
                    <a:lnTo>
                      <a:pt x="186" y="2015"/>
                    </a:lnTo>
                    <a:lnTo>
                      <a:pt x="180" y="1970"/>
                    </a:lnTo>
                    <a:lnTo>
                      <a:pt x="174" y="1926"/>
                    </a:lnTo>
                    <a:lnTo>
                      <a:pt x="168" y="1881"/>
                    </a:lnTo>
                    <a:lnTo>
                      <a:pt x="160" y="1838"/>
                    </a:lnTo>
                    <a:lnTo>
                      <a:pt x="153" y="1793"/>
                    </a:lnTo>
                    <a:lnTo>
                      <a:pt x="147" y="1748"/>
                    </a:lnTo>
                    <a:lnTo>
                      <a:pt x="141" y="1704"/>
                    </a:lnTo>
                    <a:lnTo>
                      <a:pt x="135" y="1660"/>
                    </a:lnTo>
                    <a:lnTo>
                      <a:pt x="129" y="1616"/>
                    </a:lnTo>
                    <a:lnTo>
                      <a:pt x="124" y="1571"/>
                    </a:lnTo>
                    <a:lnTo>
                      <a:pt x="119" y="1527"/>
                    </a:lnTo>
                    <a:lnTo>
                      <a:pt x="115" y="1484"/>
                    </a:lnTo>
                    <a:lnTo>
                      <a:pt x="112" y="1440"/>
                    </a:lnTo>
                    <a:lnTo>
                      <a:pt x="109" y="1396"/>
                    </a:lnTo>
                    <a:lnTo>
                      <a:pt x="108" y="1354"/>
                    </a:lnTo>
                    <a:lnTo>
                      <a:pt x="107" y="1312"/>
                    </a:lnTo>
                    <a:lnTo>
                      <a:pt x="108" y="1269"/>
                    </a:lnTo>
                    <a:lnTo>
                      <a:pt x="109" y="1227"/>
                    </a:lnTo>
                    <a:lnTo>
                      <a:pt x="113" y="1185"/>
                    </a:lnTo>
                    <a:lnTo>
                      <a:pt x="117" y="1144"/>
                    </a:lnTo>
                    <a:lnTo>
                      <a:pt x="123" y="1104"/>
                    </a:lnTo>
                    <a:lnTo>
                      <a:pt x="130" y="1063"/>
                    </a:lnTo>
                    <a:lnTo>
                      <a:pt x="120" y="1046"/>
                    </a:lnTo>
                    <a:lnTo>
                      <a:pt x="112" y="1028"/>
                    </a:lnTo>
                    <a:lnTo>
                      <a:pt x="103" y="1010"/>
                    </a:lnTo>
                    <a:lnTo>
                      <a:pt x="96" y="991"/>
                    </a:lnTo>
                    <a:lnTo>
                      <a:pt x="90" y="973"/>
                    </a:lnTo>
                    <a:lnTo>
                      <a:pt x="84" y="955"/>
                    </a:lnTo>
                    <a:lnTo>
                      <a:pt x="79" y="936"/>
                    </a:lnTo>
                    <a:lnTo>
                      <a:pt x="74" y="917"/>
                    </a:lnTo>
                    <a:lnTo>
                      <a:pt x="71" y="898"/>
                    </a:lnTo>
                    <a:lnTo>
                      <a:pt x="67" y="879"/>
                    </a:lnTo>
                    <a:lnTo>
                      <a:pt x="64" y="860"/>
                    </a:lnTo>
                    <a:lnTo>
                      <a:pt x="62" y="841"/>
                    </a:lnTo>
                    <a:lnTo>
                      <a:pt x="60" y="822"/>
                    </a:lnTo>
                    <a:lnTo>
                      <a:pt x="58" y="802"/>
                    </a:lnTo>
                    <a:lnTo>
                      <a:pt x="57" y="783"/>
                    </a:lnTo>
                    <a:lnTo>
                      <a:pt x="56" y="763"/>
                    </a:lnTo>
                    <a:lnTo>
                      <a:pt x="55" y="744"/>
                    </a:lnTo>
                    <a:lnTo>
                      <a:pt x="54" y="725"/>
                    </a:lnTo>
                    <a:lnTo>
                      <a:pt x="52" y="704"/>
                    </a:lnTo>
                    <a:lnTo>
                      <a:pt x="52" y="685"/>
                    </a:lnTo>
                    <a:lnTo>
                      <a:pt x="51" y="665"/>
                    </a:lnTo>
                    <a:lnTo>
                      <a:pt x="50" y="646"/>
                    </a:lnTo>
                    <a:lnTo>
                      <a:pt x="50" y="626"/>
                    </a:lnTo>
                    <a:lnTo>
                      <a:pt x="49" y="607"/>
                    </a:lnTo>
                    <a:lnTo>
                      <a:pt x="47" y="588"/>
                    </a:lnTo>
                    <a:lnTo>
                      <a:pt x="45" y="567"/>
                    </a:lnTo>
                    <a:lnTo>
                      <a:pt x="44" y="548"/>
                    </a:lnTo>
                    <a:lnTo>
                      <a:pt x="41" y="528"/>
                    </a:lnTo>
                    <a:lnTo>
                      <a:pt x="39" y="509"/>
                    </a:lnTo>
                    <a:lnTo>
                      <a:pt x="35" y="491"/>
                    </a:lnTo>
                    <a:lnTo>
                      <a:pt x="32" y="471"/>
                    </a:lnTo>
                    <a:lnTo>
                      <a:pt x="28" y="452"/>
                    </a:lnTo>
                    <a:lnTo>
                      <a:pt x="17" y="451"/>
                    </a:lnTo>
                    <a:close/>
                  </a:path>
                </a:pathLst>
              </a:custGeom>
              <a:solidFill>
                <a:srgbClr val="7F7F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0" name="Freeform 333"/>
              <p:cNvSpPr>
                <a:spLocks/>
              </p:cNvSpPr>
              <p:nvPr/>
            </p:nvSpPr>
            <p:spPr bwMode="auto">
              <a:xfrm>
                <a:off x="559" y="1794"/>
                <a:ext cx="21" cy="113"/>
              </a:xfrm>
              <a:custGeom>
                <a:avLst/>
                <a:gdLst>
                  <a:gd name="T0" fmla="*/ 81 w 83"/>
                  <a:gd name="T1" fmla="*/ 0 h 455"/>
                  <a:gd name="T2" fmla="*/ 58 w 83"/>
                  <a:gd name="T3" fmla="*/ 17 h 455"/>
                  <a:gd name="T4" fmla="*/ 40 w 83"/>
                  <a:gd name="T5" fmla="*/ 40 h 455"/>
                  <a:gd name="T6" fmla="*/ 25 w 83"/>
                  <a:gd name="T7" fmla="*/ 68 h 455"/>
                  <a:gd name="T8" fmla="*/ 14 w 83"/>
                  <a:gd name="T9" fmla="*/ 101 h 455"/>
                  <a:gd name="T10" fmla="*/ 7 w 83"/>
                  <a:gd name="T11" fmla="*/ 137 h 455"/>
                  <a:gd name="T12" fmla="*/ 2 w 83"/>
                  <a:gd name="T13" fmla="*/ 175 h 455"/>
                  <a:gd name="T14" fmla="*/ 0 w 83"/>
                  <a:gd name="T15" fmla="*/ 215 h 455"/>
                  <a:gd name="T16" fmla="*/ 0 w 83"/>
                  <a:gd name="T17" fmla="*/ 254 h 455"/>
                  <a:gd name="T18" fmla="*/ 0 w 83"/>
                  <a:gd name="T19" fmla="*/ 292 h 455"/>
                  <a:gd name="T20" fmla="*/ 2 w 83"/>
                  <a:gd name="T21" fmla="*/ 329 h 455"/>
                  <a:gd name="T22" fmla="*/ 5 w 83"/>
                  <a:gd name="T23" fmla="*/ 364 h 455"/>
                  <a:gd name="T24" fmla="*/ 8 w 83"/>
                  <a:gd name="T25" fmla="*/ 394 h 455"/>
                  <a:gd name="T26" fmla="*/ 11 w 83"/>
                  <a:gd name="T27" fmla="*/ 418 h 455"/>
                  <a:gd name="T28" fmla="*/ 13 w 83"/>
                  <a:gd name="T29" fmla="*/ 438 h 455"/>
                  <a:gd name="T30" fmla="*/ 16 w 83"/>
                  <a:gd name="T31" fmla="*/ 450 h 455"/>
                  <a:gd name="T32" fmla="*/ 17 w 83"/>
                  <a:gd name="T33" fmla="*/ 455 h 455"/>
                  <a:gd name="T34" fmla="*/ 22 w 83"/>
                  <a:gd name="T35" fmla="*/ 452 h 455"/>
                  <a:gd name="T36" fmla="*/ 20 w 83"/>
                  <a:gd name="T37" fmla="*/ 444 h 455"/>
                  <a:gd name="T38" fmla="*/ 18 w 83"/>
                  <a:gd name="T39" fmla="*/ 428 h 455"/>
                  <a:gd name="T40" fmla="*/ 16 w 83"/>
                  <a:gd name="T41" fmla="*/ 406 h 455"/>
                  <a:gd name="T42" fmla="*/ 12 w 83"/>
                  <a:gd name="T43" fmla="*/ 378 h 455"/>
                  <a:gd name="T44" fmla="*/ 8 w 83"/>
                  <a:gd name="T45" fmla="*/ 346 h 455"/>
                  <a:gd name="T46" fmla="*/ 6 w 83"/>
                  <a:gd name="T47" fmla="*/ 311 h 455"/>
                  <a:gd name="T48" fmla="*/ 5 w 83"/>
                  <a:gd name="T49" fmla="*/ 273 h 455"/>
                  <a:gd name="T50" fmla="*/ 5 w 83"/>
                  <a:gd name="T51" fmla="*/ 234 h 455"/>
                  <a:gd name="T52" fmla="*/ 6 w 83"/>
                  <a:gd name="T53" fmla="*/ 195 h 455"/>
                  <a:gd name="T54" fmla="*/ 9 w 83"/>
                  <a:gd name="T55" fmla="*/ 157 h 455"/>
                  <a:gd name="T56" fmla="*/ 16 w 83"/>
                  <a:gd name="T57" fmla="*/ 119 h 455"/>
                  <a:gd name="T58" fmla="*/ 25 w 83"/>
                  <a:gd name="T59" fmla="*/ 86 h 455"/>
                  <a:gd name="T60" fmla="*/ 37 w 83"/>
                  <a:gd name="T61" fmla="*/ 56 h 455"/>
                  <a:gd name="T62" fmla="*/ 53 w 83"/>
                  <a:gd name="T63" fmla="*/ 30 h 455"/>
                  <a:gd name="T64" fmla="*/ 73 w 83"/>
                  <a:gd name="T65" fmla="*/ 12 h 455"/>
                  <a:gd name="T66" fmla="*/ 82 w 83"/>
                  <a:gd name="T67" fmla="*/ 5 h 45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3"/>
                  <a:gd name="T103" fmla="*/ 0 h 455"/>
                  <a:gd name="T104" fmla="*/ 83 w 83"/>
                  <a:gd name="T105" fmla="*/ 455 h 45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3" h="455">
                    <a:moveTo>
                      <a:pt x="83" y="0"/>
                    </a:moveTo>
                    <a:lnTo>
                      <a:pt x="81" y="0"/>
                    </a:lnTo>
                    <a:lnTo>
                      <a:pt x="69" y="7"/>
                    </a:lnTo>
                    <a:lnTo>
                      <a:pt x="58" y="17"/>
                    </a:lnTo>
                    <a:lnTo>
                      <a:pt x="48" y="28"/>
                    </a:lnTo>
                    <a:lnTo>
                      <a:pt x="40" y="40"/>
                    </a:lnTo>
                    <a:lnTo>
                      <a:pt x="32" y="54"/>
                    </a:lnTo>
                    <a:lnTo>
                      <a:pt x="25" y="68"/>
                    </a:lnTo>
                    <a:lnTo>
                      <a:pt x="19" y="84"/>
                    </a:lnTo>
                    <a:lnTo>
                      <a:pt x="14" y="101"/>
                    </a:lnTo>
                    <a:lnTo>
                      <a:pt x="11" y="119"/>
                    </a:lnTo>
                    <a:lnTo>
                      <a:pt x="7" y="137"/>
                    </a:lnTo>
                    <a:lnTo>
                      <a:pt x="5" y="155"/>
                    </a:lnTo>
                    <a:lnTo>
                      <a:pt x="2" y="175"/>
                    </a:lnTo>
                    <a:lnTo>
                      <a:pt x="1" y="195"/>
                    </a:lnTo>
                    <a:lnTo>
                      <a:pt x="0" y="215"/>
                    </a:lnTo>
                    <a:lnTo>
                      <a:pt x="0" y="234"/>
                    </a:lnTo>
                    <a:lnTo>
                      <a:pt x="0" y="254"/>
                    </a:lnTo>
                    <a:lnTo>
                      <a:pt x="0" y="273"/>
                    </a:lnTo>
                    <a:lnTo>
                      <a:pt x="0" y="292"/>
                    </a:lnTo>
                    <a:lnTo>
                      <a:pt x="1" y="311"/>
                    </a:lnTo>
                    <a:lnTo>
                      <a:pt x="2" y="329"/>
                    </a:lnTo>
                    <a:lnTo>
                      <a:pt x="3" y="347"/>
                    </a:lnTo>
                    <a:lnTo>
                      <a:pt x="5" y="364"/>
                    </a:lnTo>
                    <a:lnTo>
                      <a:pt x="6" y="380"/>
                    </a:lnTo>
                    <a:lnTo>
                      <a:pt x="8" y="394"/>
                    </a:lnTo>
                    <a:lnTo>
                      <a:pt x="9" y="408"/>
                    </a:lnTo>
                    <a:lnTo>
                      <a:pt x="11" y="418"/>
                    </a:lnTo>
                    <a:lnTo>
                      <a:pt x="12" y="429"/>
                    </a:lnTo>
                    <a:lnTo>
                      <a:pt x="13" y="438"/>
                    </a:lnTo>
                    <a:lnTo>
                      <a:pt x="14" y="445"/>
                    </a:lnTo>
                    <a:lnTo>
                      <a:pt x="16" y="450"/>
                    </a:lnTo>
                    <a:lnTo>
                      <a:pt x="17" y="454"/>
                    </a:lnTo>
                    <a:lnTo>
                      <a:pt x="17" y="455"/>
                    </a:lnTo>
                    <a:lnTo>
                      <a:pt x="22" y="454"/>
                    </a:lnTo>
                    <a:lnTo>
                      <a:pt x="22" y="452"/>
                    </a:lnTo>
                    <a:lnTo>
                      <a:pt x="22" y="449"/>
                    </a:lnTo>
                    <a:lnTo>
                      <a:pt x="20" y="444"/>
                    </a:lnTo>
                    <a:lnTo>
                      <a:pt x="19" y="438"/>
                    </a:lnTo>
                    <a:lnTo>
                      <a:pt x="18" y="428"/>
                    </a:lnTo>
                    <a:lnTo>
                      <a:pt x="17" y="418"/>
                    </a:lnTo>
                    <a:lnTo>
                      <a:pt x="16" y="406"/>
                    </a:lnTo>
                    <a:lnTo>
                      <a:pt x="13" y="393"/>
                    </a:lnTo>
                    <a:lnTo>
                      <a:pt x="12" y="378"/>
                    </a:lnTo>
                    <a:lnTo>
                      <a:pt x="11" y="363"/>
                    </a:lnTo>
                    <a:lnTo>
                      <a:pt x="8" y="346"/>
                    </a:lnTo>
                    <a:lnTo>
                      <a:pt x="7" y="329"/>
                    </a:lnTo>
                    <a:lnTo>
                      <a:pt x="6" y="311"/>
                    </a:lnTo>
                    <a:lnTo>
                      <a:pt x="6" y="292"/>
                    </a:lnTo>
                    <a:lnTo>
                      <a:pt x="5" y="273"/>
                    </a:lnTo>
                    <a:lnTo>
                      <a:pt x="5" y="254"/>
                    </a:lnTo>
                    <a:lnTo>
                      <a:pt x="5" y="234"/>
                    </a:lnTo>
                    <a:lnTo>
                      <a:pt x="5" y="215"/>
                    </a:lnTo>
                    <a:lnTo>
                      <a:pt x="6" y="195"/>
                    </a:lnTo>
                    <a:lnTo>
                      <a:pt x="8" y="176"/>
                    </a:lnTo>
                    <a:lnTo>
                      <a:pt x="9" y="157"/>
                    </a:lnTo>
                    <a:lnTo>
                      <a:pt x="13" y="137"/>
                    </a:lnTo>
                    <a:lnTo>
                      <a:pt x="16" y="119"/>
                    </a:lnTo>
                    <a:lnTo>
                      <a:pt x="20" y="102"/>
                    </a:lnTo>
                    <a:lnTo>
                      <a:pt x="25" y="86"/>
                    </a:lnTo>
                    <a:lnTo>
                      <a:pt x="30" y="70"/>
                    </a:lnTo>
                    <a:lnTo>
                      <a:pt x="37" y="56"/>
                    </a:lnTo>
                    <a:lnTo>
                      <a:pt x="45" y="43"/>
                    </a:lnTo>
                    <a:lnTo>
                      <a:pt x="53" y="30"/>
                    </a:lnTo>
                    <a:lnTo>
                      <a:pt x="63" y="21"/>
                    </a:lnTo>
                    <a:lnTo>
                      <a:pt x="73" y="12"/>
                    </a:lnTo>
                    <a:lnTo>
                      <a:pt x="83" y="5"/>
                    </a:lnTo>
                    <a:lnTo>
                      <a:pt x="82" y="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1" name="Freeform 334"/>
              <p:cNvSpPr>
                <a:spLocks/>
              </p:cNvSpPr>
              <p:nvPr/>
            </p:nvSpPr>
            <p:spPr bwMode="auto">
              <a:xfrm>
                <a:off x="580" y="1794"/>
                <a:ext cx="138" cy="23"/>
              </a:xfrm>
              <a:custGeom>
                <a:avLst/>
                <a:gdLst>
                  <a:gd name="T0" fmla="*/ 551 w 551"/>
                  <a:gd name="T1" fmla="*/ 90 h 95"/>
                  <a:gd name="T2" fmla="*/ 550 w 551"/>
                  <a:gd name="T3" fmla="*/ 89 h 95"/>
                  <a:gd name="T4" fmla="*/ 1 w 551"/>
                  <a:gd name="T5" fmla="*/ 0 h 95"/>
                  <a:gd name="T6" fmla="*/ 0 w 551"/>
                  <a:gd name="T7" fmla="*/ 5 h 95"/>
                  <a:gd name="T8" fmla="*/ 549 w 551"/>
                  <a:gd name="T9" fmla="*/ 95 h 95"/>
                  <a:gd name="T10" fmla="*/ 547 w 551"/>
                  <a:gd name="T11" fmla="*/ 94 h 95"/>
                  <a:gd name="T12" fmla="*/ 551 w 551"/>
                  <a:gd name="T13" fmla="*/ 90 h 95"/>
                  <a:gd name="T14" fmla="*/ 551 w 551"/>
                  <a:gd name="T15" fmla="*/ 89 h 95"/>
                  <a:gd name="T16" fmla="*/ 550 w 551"/>
                  <a:gd name="T17" fmla="*/ 89 h 95"/>
                  <a:gd name="T18" fmla="*/ 551 w 551"/>
                  <a:gd name="T19" fmla="*/ 90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51"/>
                  <a:gd name="T31" fmla="*/ 0 h 95"/>
                  <a:gd name="T32" fmla="*/ 551 w 551"/>
                  <a:gd name="T33" fmla="*/ 95 h 9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51" h="95">
                    <a:moveTo>
                      <a:pt x="551" y="90"/>
                    </a:moveTo>
                    <a:lnTo>
                      <a:pt x="550" y="89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549" y="95"/>
                    </a:lnTo>
                    <a:lnTo>
                      <a:pt x="547" y="94"/>
                    </a:lnTo>
                    <a:lnTo>
                      <a:pt x="551" y="90"/>
                    </a:lnTo>
                    <a:lnTo>
                      <a:pt x="551" y="89"/>
                    </a:lnTo>
                    <a:lnTo>
                      <a:pt x="550" y="89"/>
                    </a:lnTo>
                    <a:lnTo>
                      <a:pt x="551" y="9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2" name="Freeform 335"/>
              <p:cNvSpPr>
                <a:spLocks/>
              </p:cNvSpPr>
              <p:nvPr/>
            </p:nvSpPr>
            <p:spPr bwMode="auto">
              <a:xfrm>
                <a:off x="717" y="1816"/>
                <a:ext cx="54" cy="177"/>
              </a:xfrm>
              <a:custGeom>
                <a:avLst/>
                <a:gdLst>
                  <a:gd name="T0" fmla="*/ 209 w 217"/>
                  <a:gd name="T1" fmla="*/ 707 h 707"/>
                  <a:gd name="T2" fmla="*/ 213 w 217"/>
                  <a:gd name="T3" fmla="*/ 672 h 707"/>
                  <a:gd name="T4" fmla="*/ 215 w 217"/>
                  <a:gd name="T5" fmla="*/ 633 h 707"/>
                  <a:gd name="T6" fmla="*/ 217 w 217"/>
                  <a:gd name="T7" fmla="*/ 592 h 707"/>
                  <a:gd name="T8" fmla="*/ 217 w 217"/>
                  <a:gd name="T9" fmla="*/ 547 h 707"/>
                  <a:gd name="T10" fmla="*/ 216 w 217"/>
                  <a:gd name="T11" fmla="*/ 502 h 707"/>
                  <a:gd name="T12" fmla="*/ 213 w 217"/>
                  <a:gd name="T13" fmla="*/ 453 h 707"/>
                  <a:gd name="T14" fmla="*/ 208 w 217"/>
                  <a:gd name="T15" fmla="*/ 405 h 707"/>
                  <a:gd name="T16" fmla="*/ 199 w 217"/>
                  <a:gd name="T17" fmla="*/ 356 h 707"/>
                  <a:gd name="T18" fmla="*/ 188 w 217"/>
                  <a:gd name="T19" fmla="*/ 307 h 707"/>
                  <a:gd name="T20" fmla="*/ 175 w 217"/>
                  <a:gd name="T21" fmla="*/ 258 h 707"/>
                  <a:gd name="T22" fmla="*/ 157 w 217"/>
                  <a:gd name="T23" fmla="*/ 210 h 707"/>
                  <a:gd name="T24" fmla="*/ 135 w 217"/>
                  <a:gd name="T25" fmla="*/ 164 h 707"/>
                  <a:gd name="T26" fmla="*/ 109 w 217"/>
                  <a:gd name="T27" fmla="*/ 119 h 707"/>
                  <a:gd name="T28" fmla="*/ 79 w 217"/>
                  <a:gd name="T29" fmla="*/ 76 h 707"/>
                  <a:gd name="T30" fmla="*/ 44 w 217"/>
                  <a:gd name="T31" fmla="*/ 36 h 707"/>
                  <a:gd name="T32" fmla="*/ 4 w 217"/>
                  <a:gd name="T33" fmla="*/ 0 h 707"/>
                  <a:gd name="T34" fmla="*/ 21 w 217"/>
                  <a:gd name="T35" fmla="*/ 22 h 707"/>
                  <a:gd name="T36" fmla="*/ 59 w 217"/>
                  <a:gd name="T37" fmla="*/ 59 h 707"/>
                  <a:gd name="T38" fmla="*/ 90 w 217"/>
                  <a:gd name="T39" fmla="*/ 99 h 707"/>
                  <a:gd name="T40" fmla="*/ 118 w 217"/>
                  <a:gd name="T41" fmla="*/ 143 h 707"/>
                  <a:gd name="T42" fmla="*/ 141 w 217"/>
                  <a:gd name="T43" fmla="*/ 189 h 707"/>
                  <a:gd name="T44" fmla="*/ 160 w 217"/>
                  <a:gd name="T45" fmla="*/ 235 h 707"/>
                  <a:gd name="T46" fmla="*/ 176 w 217"/>
                  <a:gd name="T47" fmla="*/ 284 h 707"/>
                  <a:gd name="T48" fmla="*/ 188 w 217"/>
                  <a:gd name="T49" fmla="*/ 333 h 707"/>
                  <a:gd name="T50" fmla="*/ 198 w 217"/>
                  <a:gd name="T51" fmla="*/ 382 h 707"/>
                  <a:gd name="T52" fmla="*/ 205 w 217"/>
                  <a:gd name="T53" fmla="*/ 430 h 707"/>
                  <a:gd name="T54" fmla="*/ 209 w 217"/>
                  <a:gd name="T55" fmla="*/ 478 h 707"/>
                  <a:gd name="T56" fmla="*/ 211 w 217"/>
                  <a:gd name="T57" fmla="*/ 525 h 707"/>
                  <a:gd name="T58" fmla="*/ 211 w 217"/>
                  <a:gd name="T59" fmla="*/ 570 h 707"/>
                  <a:gd name="T60" fmla="*/ 210 w 217"/>
                  <a:gd name="T61" fmla="*/ 612 h 707"/>
                  <a:gd name="T62" fmla="*/ 208 w 217"/>
                  <a:gd name="T63" fmla="*/ 652 h 707"/>
                  <a:gd name="T64" fmla="*/ 205 w 217"/>
                  <a:gd name="T65" fmla="*/ 689 h 707"/>
                  <a:gd name="T66" fmla="*/ 203 w 217"/>
                  <a:gd name="T67" fmla="*/ 706 h 70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7"/>
                  <a:gd name="T103" fmla="*/ 0 h 707"/>
                  <a:gd name="T104" fmla="*/ 217 w 217"/>
                  <a:gd name="T105" fmla="*/ 707 h 70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7" h="707">
                    <a:moveTo>
                      <a:pt x="209" y="707"/>
                    </a:moveTo>
                    <a:lnTo>
                      <a:pt x="209" y="707"/>
                    </a:lnTo>
                    <a:lnTo>
                      <a:pt x="210" y="690"/>
                    </a:lnTo>
                    <a:lnTo>
                      <a:pt x="213" y="672"/>
                    </a:lnTo>
                    <a:lnTo>
                      <a:pt x="214" y="652"/>
                    </a:lnTo>
                    <a:lnTo>
                      <a:pt x="215" y="633"/>
                    </a:lnTo>
                    <a:lnTo>
                      <a:pt x="216" y="612"/>
                    </a:lnTo>
                    <a:lnTo>
                      <a:pt x="217" y="592"/>
                    </a:lnTo>
                    <a:lnTo>
                      <a:pt x="217" y="570"/>
                    </a:lnTo>
                    <a:lnTo>
                      <a:pt x="217" y="547"/>
                    </a:lnTo>
                    <a:lnTo>
                      <a:pt x="217" y="525"/>
                    </a:lnTo>
                    <a:lnTo>
                      <a:pt x="216" y="502"/>
                    </a:lnTo>
                    <a:lnTo>
                      <a:pt x="215" y="478"/>
                    </a:lnTo>
                    <a:lnTo>
                      <a:pt x="213" y="453"/>
                    </a:lnTo>
                    <a:lnTo>
                      <a:pt x="210" y="429"/>
                    </a:lnTo>
                    <a:lnTo>
                      <a:pt x="208" y="405"/>
                    </a:lnTo>
                    <a:lnTo>
                      <a:pt x="204" y="381"/>
                    </a:lnTo>
                    <a:lnTo>
                      <a:pt x="199" y="356"/>
                    </a:lnTo>
                    <a:lnTo>
                      <a:pt x="194" y="331"/>
                    </a:lnTo>
                    <a:lnTo>
                      <a:pt x="188" y="307"/>
                    </a:lnTo>
                    <a:lnTo>
                      <a:pt x="182" y="282"/>
                    </a:lnTo>
                    <a:lnTo>
                      <a:pt x="175" y="258"/>
                    </a:lnTo>
                    <a:lnTo>
                      <a:pt x="166" y="234"/>
                    </a:lnTo>
                    <a:lnTo>
                      <a:pt x="157" y="210"/>
                    </a:lnTo>
                    <a:lnTo>
                      <a:pt x="146" y="187"/>
                    </a:lnTo>
                    <a:lnTo>
                      <a:pt x="135" y="164"/>
                    </a:lnTo>
                    <a:lnTo>
                      <a:pt x="123" y="141"/>
                    </a:lnTo>
                    <a:lnTo>
                      <a:pt x="109" y="119"/>
                    </a:lnTo>
                    <a:lnTo>
                      <a:pt x="95" y="97"/>
                    </a:lnTo>
                    <a:lnTo>
                      <a:pt x="79" y="76"/>
                    </a:lnTo>
                    <a:lnTo>
                      <a:pt x="62" y="56"/>
                    </a:lnTo>
                    <a:lnTo>
                      <a:pt x="44" y="36"/>
                    </a:lnTo>
                    <a:lnTo>
                      <a:pt x="25" y="17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1" y="22"/>
                    </a:lnTo>
                    <a:lnTo>
                      <a:pt x="40" y="40"/>
                    </a:lnTo>
                    <a:lnTo>
                      <a:pt x="59" y="59"/>
                    </a:lnTo>
                    <a:lnTo>
                      <a:pt x="75" y="79"/>
                    </a:lnTo>
                    <a:lnTo>
                      <a:pt x="90" y="99"/>
                    </a:lnTo>
                    <a:lnTo>
                      <a:pt x="105" y="121"/>
                    </a:lnTo>
                    <a:lnTo>
                      <a:pt x="118" y="143"/>
                    </a:lnTo>
                    <a:lnTo>
                      <a:pt x="130" y="166"/>
                    </a:lnTo>
                    <a:lnTo>
                      <a:pt x="141" y="189"/>
                    </a:lnTo>
                    <a:lnTo>
                      <a:pt x="152" y="212"/>
                    </a:lnTo>
                    <a:lnTo>
                      <a:pt x="160" y="235"/>
                    </a:lnTo>
                    <a:lnTo>
                      <a:pt x="169" y="259"/>
                    </a:lnTo>
                    <a:lnTo>
                      <a:pt x="176" y="284"/>
                    </a:lnTo>
                    <a:lnTo>
                      <a:pt x="183" y="308"/>
                    </a:lnTo>
                    <a:lnTo>
                      <a:pt x="188" y="333"/>
                    </a:lnTo>
                    <a:lnTo>
                      <a:pt x="194" y="356"/>
                    </a:lnTo>
                    <a:lnTo>
                      <a:pt x="198" y="382"/>
                    </a:lnTo>
                    <a:lnTo>
                      <a:pt x="202" y="406"/>
                    </a:lnTo>
                    <a:lnTo>
                      <a:pt x="205" y="430"/>
                    </a:lnTo>
                    <a:lnTo>
                      <a:pt x="208" y="455"/>
                    </a:lnTo>
                    <a:lnTo>
                      <a:pt x="209" y="478"/>
                    </a:lnTo>
                    <a:lnTo>
                      <a:pt x="210" y="502"/>
                    </a:lnTo>
                    <a:lnTo>
                      <a:pt x="211" y="525"/>
                    </a:lnTo>
                    <a:lnTo>
                      <a:pt x="211" y="547"/>
                    </a:lnTo>
                    <a:lnTo>
                      <a:pt x="211" y="570"/>
                    </a:lnTo>
                    <a:lnTo>
                      <a:pt x="211" y="592"/>
                    </a:lnTo>
                    <a:lnTo>
                      <a:pt x="210" y="612"/>
                    </a:lnTo>
                    <a:lnTo>
                      <a:pt x="210" y="633"/>
                    </a:lnTo>
                    <a:lnTo>
                      <a:pt x="208" y="652"/>
                    </a:lnTo>
                    <a:lnTo>
                      <a:pt x="207" y="670"/>
                    </a:lnTo>
                    <a:lnTo>
                      <a:pt x="205" y="689"/>
                    </a:lnTo>
                    <a:lnTo>
                      <a:pt x="203" y="706"/>
                    </a:lnTo>
                    <a:lnTo>
                      <a:pt x="209" y="70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3" name="Freeform 336"/>
              <p:cNvSpPr>
                <a:spLocks/>
              </p:cNvSpPr>
              <p:nvPr/>
            </p:nvSpPr>
            <p:spPr bwMode="auto">
              <a:xfrm>
                <a:off x="767" y="1992"/>
                <a:ext cx="12" cy="13"/>
              </a:xfrm>
              <a:custGeom>
                <a:avLst/>
                <a:gdLst>
                  <a:gd name="T0" fmla="*/ 46 w 46"/>
                  <a:gd name="T1" fmla="*/ 49 h 52"/>
                  <a:gd name="T2" fmla="*/ 46 w 46"/>
                  <a:gd name="T3" fmla="*/ 49 h 52"/>
                  <a:gd name="T4" fmla="*/ 42 w 46"/>
                  <a:gd name="T5" fmla="*/ 41 h 52"/>
                  <a:gd name="T6" fmla="*/ 36 w 46"/>
                  <a:gd name="T7" fmla="*/ 34 h 52"/>
                  <a:gd name="T8" fmla="*/ 29 w 46"/>
                  <a:gd name="T9" fmla="*/ 27 h 52"/>
                  <a:gd name="T10" fmla="*/ 22 w 46"/>
                  <a:gd name="T11" fmla="*/ 20 h 52"/>
                  <a:gd name="T12" fmla="*/ 16 w 46"/>
                  <a:gd name="T13" fmla="*/ 14 h 52"/>
                  <a:gd name="T14" fmla="*/ 10 w 46"/>
                  <a:gd name="T15" fmla="*/ 9 h 52"/>
                  <a:gd name="T16" fmla="*/ 6 w 46"/>
                  <a:gd name="T17" fmla="*/ 4 h 52"/>
                  <a:gd name="T18" fmla="*/ 6 w 46"/>
                  <a:gd name="T19" fmla="*/ 1 h 52"/>
                  <a:gd name="T20" fmla="*/ 0 w 46"/>
                  <a:gd name="T21" fmla="*/ 0 h 52"/>
                  <a:gd name="T22" fmla="*/ 1 w 46"/>
                  <a:gd name="T23" fmla="*/ 7 h 52"/>
                  <a:gd name="T24" fmla="*/ 5 w 46"/>
                  <a:gd name="T25" fmla="*/ 13 h 52"/>
                  <a:gd name="T26" fmla="*/ 11 w 46"/>
                  <a:gd name="T27" fmla="*/ 19 h 52"/>
                  <a:gd name="T28" fmla="*/ 18 w 46"/>
                  <a:gd name="T29" fmla="*/ 25 h 52"/>
                  <a:gd name="T30" fmla="*/ 25 w 46"/>
                  <a:gd name="T31" fmla="*/ 31 h 52"/>
                  <a:gd name="T32" fmla="*/ 33 w 46"/>
                  <a:gd name="T33" fmla="*/ 38 h 52"/>
                  <a:gd name="T34" fmla="*/ 37 w 46"/>
                  <a:gd name="T35" fmla="*/ 44 h 52"/>
                  <a:gd name="T36" fmla="*/ 41 w 46"/>
                  <a:gd name="T37" fmla="*/ 52 h 52"/>
                  <a:gd name="T38" fmla="*/ 41 w 46"/>
                  <a:gd name="T39" fmla="*/ 52 h 52"/>
                  <a:gd name="T40" fmla="*/ 46 w 46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6"/>
                  <a:gd name="T64" fmla="*/ 0 h 52"/>
                  <a:gd name="T65" fmla="*/ 46 w 46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6" h="52">
                    <a:moveTo>
                      <a:pt x="46" y="49"/>
                    </a:moveTo>
                    <a:lnTo>
                      <a:pt x="46" y="49"/>
                    </a:lnTo>
                    <a:lnTo>
                      <a:pt x="42" y="41"/>
                    </a:lnTo>
                    <a:lnTo>
                      <a:pt x="36" y="34"/>
                    </a:lnTo>
                    <a:lnTo>
                      <a:pt x="29" y="27"/>
                    </a:lnTo>
                    <a:lnTo>
                      <a:pt x="22" y="20"/>
                    </a:lnTo>
                    <a:lnTo>
                      <a:pt x="16" y="14"/>
                    </a:lnTo>
                    <a:lnTo>
                      <a:pt x="10" y="9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1" y="7"/>
                    </a:lnTo>
                    <a:lnTo>
                      <a:pt x="5" y="13"/>
                    </a:lnTo>
                    <a:lnTo>
                      <a:pt x="11" y="19"/>
                    </a:lnTo>
                    <a:lnTo>
                      <a:pt x="18" y="25"/>
                    </a:lnTo>
                    <a:lnTo>
                      <a:pt x="25" y="31"/>
                    </a:lnTo>
                    <a:lnTo>
                      <a:pt x="33" y="38"/>
                    </a:lnTo>
                    <a:lnTo>
                      <a:pt x="37" y="44"/>
                    </a:lnTo>
                    <a:lnTo>
                      <a:pt x="41" y="52"/>
                    </a:lnTo>
                    <a:lnTo>
                      <a:pt x="46" y="4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4" name="Freeform 337"/>
              <p:cNvSpPr>
                <a:spLocks/>
              </p:cNvSpPr>
              <p:nvPr/>
            </p:nvSpPr>
            <p:spPr bwMode="auto">
              <a:xfrm>
                <a:off x="772" y="2005"/>
                <a:ext cx="7" cy="16"/>
              </a:xfrm>
              <a:custGeom>
                <a:avLst/>
                <a:gdLst>
                  <a:gd name="T0" fmla="*/ 4 w 29"/>
                  <a:gd name="T1" fmla="*/ 61 h 65"/>
                  <a:gd name="T2" fmla="*/ 4 w 29"/>
                  <a:gd name="T3" fmla="*/ 61 h 65"/>
                  <a:gd name="T4" fmla="*/ 5 w 29"/>
                  <a:gd name="T5" fmla="*/ 61 h 65"/>
                  <a:gd name="T6" fmla="*/ 7 w 29"/>
                  <a:gd name="T7" fmla="*/ 56 h 65"/>
                  <a:gd name="T8" fmla="*/ 12 w 29"/>
                  <a:gd name="T9" fmla="*/ 50 h 65"/>
                  <a:gd name="T10" fmla="*/ 18 w 29"/>
                  <a:gd name="T11" fmla="*/ 42 h 65"/>
                  <a:gd name="T12" fmla="*/ 23 w 29"/>
                  <a:gd name="T13" fmla="*/ 32 h 65"/>
                  <a:gd name="T14" fmla="*/ 28 w 29"/>
                  <a:gd name="T15" fmla="*/ 22 h 65"/>
                  <a:gd name="T16" fmla="*/ 29 w 29"/>
                  <a:gd name="T17" fmla="*/ 11 h 65"/>
                  <a:gd name="T18" fmla="*/ 28 w 29"/>
                  <a:gd name="T19" fmla="*/ 0 h 65"/>
                  <a:gd name="T20" fmla="*/ 23 w 29"/>
                  <a:gd name="T21" fmla="*/ 3 h 65"/>
                  <a:gd name="T22" fmla="*/ 24 w 29"/>
                  <a:gd name="T23" fmla="*/ 11 h 65"/>
                  <a:gd name="T24" fmla="*/ 22 w 29"/>
                  <a:gd name="T25" fmla="*/ 20 h 65"/>
                  <a:gd name="T26" fmla="*/ 18 w 29"/>
                  <a:gd name="T27" fmla="*/ 29 h 65"/>
                  <a:gd name="T28" fmla="*/ 13 w 29"/>
                  <a:gd name="T29" fmla="*/ 38 h 65"/>
                  <a:gd name="T30" fmla="*/ 7 w 29"/>
                  <a:gd name="T31" fmla="*/ 46 h 65"/>
                  <a:gd name="T32" fmla="*/ 2 w 29"/>
                  <a:gd name="T33" fmla="*/ 54 h 65"/>
                  <a:gd name="T34" fmla="*/ 0 w 29"/>
                  <a:gd name="T35" fmla="*/ 58 h 65"/>
                  <a:gd name="T36" fmla="*/ 0 w 29"/>
                  <a:gd name="T37" fmla="*/ 65 h 65"/>
                  <a:gd name="T38" fmla="*/ 0 w 29"/>
                  <a:gd name="T39" fmla="*/ 65 h 65"/>
                  <a:gd name="T40" fmla="*/ 4 w 29"/>
                  <a:gd name="T41" fmla="*/ 61 h 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65"/>
                  <a:gd name="T65" fmla="*/ 29 w 29"/>
                  <a:gd name="T66" fmla="*/ 65 h 6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65">
                    <a:moveTo>
                      <a:pt x="4" y="61"/>
                    </a:moveTo>
                    <a:lnTo>
                      <a:pt x="4" y="61"/>
                    </a:lnTo>
                    <a:lnTo>
                      <a:pt x="5" y="61"/>
                    </a:lnTo>
                    <a:lnTo>
                      <a:pt x="7" y="56"/>
                    </a:lnTo>
                    <a:lnTo>
                      <a:pt x="12" y="50"/>
                    </a:lnTo>
                    <a:lnTo>
                      <a:pt x="18" y="42"/>
                    </a:lnTo>
                    <a:lnTo>
                      <a:pt x="23" y="32"/>
                    </a:lnTo>
                    <a:lnTo>
                      <a:pt x="28" y="22"/>
                    </a:lnTo>
                    <a:lnTo>
                      <a:pt x="29" y="11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4" y="11"/>
                    </a:lnTo>
                    <a:lnTo>
                      <a:pt x="22" y="20"/>
                    </a:lnTo>
                    <a:lnTo>
                      <a:pt x="18" y="29"/>
                    </a:lnTo>
                    <a:lnTo>
                      <a:pt x="13" y="38"/>
                    </a:lnTo>
                    <a:lnTo>
                      <a:pt x="7" y="46"/>
                    </a:lnTo>
                    <a:lnTo>
                      <a:pt x="2" y="54"/>
                    </a:lnTo>
                    <a:lnTo>
                      <a:pt x="0" y="58"/>
                    </a:lnTo>
                    <a:lnTo>
                      <a:pt x="0" y="65"/>
                    </a:lnTo>
                    <a:lnTo>
                      <a:pt x="4" y="6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5" name="Freeform 338"/>
              <p:cNvSpPr>
                <a:spLocks/>
              </p:cNvSpPr>
              <p:nvPr/>
            </p:nvSpPr>
            <p:spPr bwMode="auto">
              <a:xfrm>
                <a:off x="772" y="2020"/>
                <a:ext cx="10" cy="83"/>
              </a:xfrm>
              <a:custGeom>
                <a:avLst/>
                <a:gdLst>
                  <a:gd name="T0" fmla="*/ 15 w 40"/>
                  <a:gd name="T1" fmla="*/ 330 h 331"/>
                  <a:gd name="T2" fmla="*/ 12 w 40"/>
                  <a:gd name="T3" fmla="*/ 309 h 331"/>
                  <a:gd name="T4" fmla="*/ 11 w 40"/>
                  <a:gd name="T5" fmla="*/ 288 h 331"/>
                  <a:gd name="T6" fmla="*/ 13 w 40"/>
                  <a:gd name="T7" fmla="*/ 268 h 331"/>
                  <a:gd name="T8" fmla="*/ 16 w 40"/>
                  <a:gd name="T9" fmla="*/ 247 h 331"/>
                  <a:gd name="T10" fmla="*/ 19 w 40"/>
                  <a:gd name="T11" fmla="*/ 227 h 331"/>
                  <a:gd name="T12" fmla="*/ 24 w 40"/>
                  <a:gd name="T13" fmla="*/ 206 h 331"/>
                  <a:gd name="T14" fmla="*/ 28 w 40"/>
                  <a:gd name="T15" fmla="*/ 184 h 331"/>
                  <a:gd name="T16" fmla="*/ 33 w 40"/>
                  <a:gd name="T17" fmla="*/ 164 h 331"/>
                  <a:gd name="T18" fmla="*/ 36 w 40"/>
                  <a:gd name="T19" fmla="*/ 142 h 331"/>
                  <a:gd name="T20" fmla="*/ 39 w 40"/>
                  <a:gd name="T21" fmla="*/ 121 h 331"/>
                  <a:gd name="T22" fmla="*/ 40 w 40"/>
                  <a:gd name="T23" fmla="*/ 101 h 331"/>
                  <a:gd name="T24" fmla="*/ 39 w 40"/>
                  <a:gd name="T25" fmla="*/ 80 h 331"/>
                  <a:gd name="T26" fmla="*/ 35 w 40"/>
                  <a:gd name="T27" fmla="*/ 59 h 331"/>
                  <a:gd name="T28" fmla="*/ 28 w 40"/>
                  <a:gd name="T29" fmla="*/ 40 h 331"/>
                  <a:gd name="T30" fmla="*/ 18 w 40"/>
                  <a:gd name="T31" fmla="*/ 19 h 331"/>
                  <a:gd name="T32" fmla="*/ 4 w 40"/>
                  <a:gd name="T33" fmla="*/ 0 h 331"/>
                  <a:gd name="T34" fmla="*/ 6 w 40"/>
                  <a:gd name="T35" fmla="*/ 13 h 331"/>
                  <a:gd name="T36" fmla="*/ 18 w 40"/>
                  <a:gd name="T37" fmla="*/ 31 h 331"/>
                  <a:gd name="T38" fmla="*/ 27 w 40"/>
                  <a:gd name="T39" fmla="*/ 51 h 331"/>
                  <a:gd name="T40" fmla="*/ 32 w 40"/>
                  <a:gd name="T41" fmla="*/ 71 h 331"/>
                  <a:gd name="T42" fmla="*/ 34 w 40"/>
                  <a:gd name="T43" fmla="*/ 91 h 331"/>
                  <a:gd name="T44" fmla="*/ 34 w 40"/>
                  <a:gd name="T45" fmla="*/ 110 h 331"/>
                  <a:gd name="T46" fmla="*/ 32 w 40"/>
                  <a:gd name="T47" fmla="*/ 131 h 331"/>
                  <a:gd name="T48" fmla="*/ 29 w 40"/>
                  <a:gd name="T49" fmla="*/ 151 h 331"/>
                  <a:gd name="T50" fmla="*/ 26 w 40"/>
                  <a:gd name="T51" fmla="*/ 173 h 331"/>
                  <a:gd name="T52" fmla="*/ 21 w 40"/>
                  <a:gd name="T53" fmla="*/ 194 h 331"/>
                  <a:gd name="T54" fmla="*/ 16 w 40"/>
                  <a:gd name="T55" fmla="*/ 215 h 331"/>
                  <a:gd name="T56" fmla="*/ 12 w 40"/>
                  <a:gd name="T57" fmla="*/ 236 h 331"/>
                  <a:gd name="T58" fmla="*/ 9 w 40"/>
                  <a:gd name="T59" fmla="*/ 257 h 331"/>
                  <a:gd name="T60" fmla="*/ 6 w 40"/>
                  <a:gd name="T61" fmla="*/ 278 h 331"/>
                  <a:gd name="T62" fmla="*/ 6 w 40"/>
                  <a:gd name="T63" fmla="*/ 299 h 331"/>
                  <a:gd name="T64" fmla="*/ 7 w 40"/>
                  <a:gd name="T65" fmla="*/ 320 h 331"/>
                  <a:gd name="T66" fmla="*/ 10 w 40"/>
                  <a:gd name="T67" fmla="*/ 331 h 331"/>
                  <a:gd name="T68" fmla="*/ 15 w 40"/>
                  <a:gd name="T69" fmla="*/ 330 h 3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0"/>
                  <a:gd name="T106" fmla="*/ 0 h 331"/>
                  <a:gd name="T107" fmla="*/ 40 w 40"/>
                  <a:gd name="T108" fmla="*/ 331 h 33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0" h="331">
                    <a:moveTo>
                      <a:pt x="15" y="330"/>
                    </a:moveTo>
                    <a:lnTo>
                      <a:pt x="15" y="330"/>
                    </a:lnTo>
                    <a:lnTo>
                      <a:pt x="13" y="320"/>
                    </a:lnTo>
                    <a:lnTo>
                      <a:pt x="12" y="309"/>
                    </a:lnTo>
                    <a:lnTo>
                      <a:pt x="11" y="299"/>
                    </a:lnTo>
                    <a:lnTo>
                      <a:pt x="11" y="288"/>
                    </a:lnTo>
                    <a:lnTo>
                      <a:pt x="12" y="279"/>
                    </a:lnTo>
                    <a:lnTo>
                      <a:pt x="13" y="268"/>
                    </a:lnTo>
                    <a:lnTo>
                      <a:pt x="15" y="258"/>
                    </a:lnTo>
                    <a:lnTo>
                      <a:pt x="16" y="247"/>
                    </a:lnTo>
                    <a:lnTo>
                      <a:pt x="17" y="238"/>
                    </a:lnTo>
                    <a:lnTo>
                      <a:pt x="19" y="227"/>
                    </a:lnTo>
                    <a:lnTo>
                      <a:pt x="22" y="216"/>
                    </a:lnTo>
                    <a:lnTo>
                      <a:pt x="24" y="206"/>
                    </a:lnTo>
                    <a:lnTo>
                      <a:pt x="27" y="195"/>
                    </a:lnTo>
                    <a:lnTo>
                      <a:pt x="28" y="184"/>
                    </a:lnTo>
                    <a:lnTo>
                      <a:pt x="30" y="173"/>
                    </a:lnTo>
                    <a:lnTo>
                      <a:pt x="33" y="164"/>
                    </a:lnTo>
                    <a:lnTo>
                      <a:pt x="35" y="153"/>
                    </a:lnTo>
                    <a:lnTo>
                      <a:pt x="36" y="142"/>
                    </a:lnTo>
                    <a:lnTo>
                      <a:pt x="38" y="132"/>
                    </a:lnTo>
                    <a:lnTo>
                      <a:pt x="39" y="121"/>
                    </a:lnTo>
                    <a:lnTo>
                      <a:pt x="39" y="110"/>
                    </a:lnTo>
                    <a:lnTo>
                      <a:pt x="40" y="101"/>
                    </a:lnTo>
                    <a:lnTo>
                      <a:pt x="39" y="91"/>
                    </a:lnTo>
                    <a:lnTo>
                      <a:pt x="39" y="80"/>
                    </a:lnTo>
                    <a:lnTo>
                      <a:pt x="36" y="70"/>
                    </a:lnTo>
                    <a:lnTo>
                      <a:pt x="35" y="59"/>
                    </a:lnTo>
                    <a:lnTo>
                      <a:pt x="32" y="50"/>
                    </a:lnTo>
                    <a:lnTo>
                      <a:pt x="28" y="40"/>
                    </a:lnTo>
                    <a:lnTo>
                      <a:pt x="23" y="29"/>
                    </a:lnTo>
                    <a:lnTo>
                      <a:pt x="18" y="19"/>
                    </a:lnTo>
                    <a:lnTo>
                      <a:pt x="11" y="1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6" y="13"/>
                    </a:lnTo>
                    <a:lnTo>
                      <a:pt x="13" y="23"/>
                    </a:lnTo>
                    <a:lnTo>
                      <a:pt x="18" y="31"/>
                    </a:lnTo>
                    <a:lnTo>
                      <a:pt x="23" y="42"/>
                    </a:lnTo>
                    <a:lnTo>
                      <a:pt x="27" y="51"/>
                    </a:lnTo>
                    <a:lnTo>
                      <a:pt x="29" y="62"/>
                    </a:lnTo>
                    <a:lnTo>
                      <a:pt x="32" y="71"/>
                    </a:lnTo>
                    <a:lnTo>
                      <a:pt x="33" y="81"/>
                    </a:lnTo>
                    <a:lnTo>
                      <a:pt x="34" y="91"/>
                    </a:lnTo>
                    <a:lnTo>
                      <a:pt x="34" y="101"/>
                    </a:lnTo>
                    <a:lnTo>
                      <a:pt x="34" y="110"/>
                    </a:lnTo>
                    <a:lnTo>
                      <a:pt x="33" y="121"/>
                    </a:lnTo>
                    <a:lnTo>
                      <a:pt x="32" y="131"/>
                    </a:lnTo>
                    <a:lnTo>
                      <a:pt x="30" y="142"/>
                    </a:lnTo>
                    <a:lnTo>
                      <a:pt x="29" y="151"/>
                    </a:lnTo>
                    <a:lnTo>
                      <a:pt x="27" y="162"/>
                    </a:lnTo>
                    <a:lnTo>
                      <a:pt x="26" y="173"/>
                    </a:lnTo>
                    <a:lnTo>
                      <a:pt x="23" y="183"/>
                    </a:lnTo>
                    <a:lnTo>
                      <a:pt x="21" y="194"/>
                    </a:lnTo>
                    <a:lnTo>
                      <a:pt x="18" y="204"/>
                    </a:lnTo>
                    <a:lnTo>
                      <a:pt x="16" y="215"/>
                    </a:lnTo>
                    <a:lnTo>
                      <a:pt x="13" y="225"/>
                    </a:lnTo>
                    <a:lnTo>
                      <a:pt x="12" y="236"/>
                    </a:lnTo>
                    <a:lnTo>
                      <a:pt x="10" y="247"/>
                    </a:lnTo>
                    <a:lnTo>
                      <a:pt x="9" y="257"/>
                    </a:lnTo>
                    <a:lnTo>
                      <a:pt x="7" y="268"/>
                    </a:lnTo>
                    <a:lnTo>
                      <a:pt x="6" y="278"/>
                    </a:lnTo>
                    <a:lnTo>
                      <a:pt x="6" y="288"/>
                    </a:lnTo>
                    <a:lnTo>
                      <a:pt x="6" y="299"/>
                    </a:lnTo>
                    <a:lnTo>
                      <a:pt x="6" y="310"/>
                    </a:lnTo>
                    <a:lnTo>
                      <a:pt x="7" y="320"/>
                    </a:lnTo>
                    <a:lnTo>
                      <a:pt x="10" y="331"/>
                    </a:lnTo>
                    <a:lnTo>
                      <a:pt x="15" y="33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6" name="Freeform 339"/>
              <p:cNvSpPr>
                <a:spLocks/>
              </p:cNvSpPr>
              <p:nvPr/>
            </p:nvSpPr>
            <p:spPr bwMode="auto">
              <a:xfrm>
                <a:off x="757" y="2102"/>
                <a:ext cx="20" cy="303"/>
              </a:xfrm>
              <a:custGeom>
                <a:avLst/>
                <a:gdLst>
                  <a:gd name="T0" fmla="*/ 6 w 78"/>
                  <a:gd name="T1" fmla="*/ 1172 h 1209"/>
                  <a:gd name="T2" fmla="*/ 9 w 78"/>
                  <a:gd name="T3" fmla="*/ 1116 h 1209"/>
                  <a:gd name="T4" fmla="*/ 14 w 78"/>
                  <a:gd name="T5" fmla="*/ 1055 h 1209"/>
                  <a:gd name="T6" fmla="*/ 20 w 78"/>
                  <a:gd name="T7" fmla="*/ 987 h 1209"/>
                  <a:gd name="T8" fmla="*/ 26 w 78"/>
                  <a:gd name="T9" fmla="*/ 913 h 1209"/>
                  <a:gd name="T10" fmla="*/ 34 w 78"/>
                  <a:gd name="T11" fmla="*/ 835 h 1209"/>
                  <a:gd name="T12" fmla="*/ 41 w 78"/>
                  <a:gd name="T13" fmla="*/ 755 h 1209"/>
                  <a:gd name="T14" fmla="*/ 48 w 78"/>
                  <a:gd name="T15" fmla="*/ 673 h 1209"/>
                  <a:gd name="T16" fmla="*/ 54 w 78"/>
                  <a:gd name="T17" fmla="*/ 589 h 1209"/>
                  <a:gd name="T18" fmla="*/ 61 w 78"/>
                  <a:gd name="T19" fmla="*/ 505 h 1209"/>
                  <a:gd name="T20" fmla="*/ 68 w 78"/>
                  <a:gd name="T21" fmla="*/ 423 h 1209"/>
                  <a:gd name="T22" fmla="*/ 72 w 78"/>
                  <a:gd name="T23" fmla="*/ 342 h 1209"/>
                  <a:gd name="T24" fmla="*/ 76 w 78"/>
                  <a:gd name="T25" fmla="*/ 264 h 1209"/>
                  <a:gd name="T26" fmla="*/ 78 w 78"/>
                  <a:gd name="T27" fmla="*/ 190 h 1209"/>
                  <a:gd name="T28" fmla="*/ 78 w 78"/>
                  <a:gd name="T29" fmla="*/ 120 h 1209"/>
                  <a:gd name="T30" fmla="*/ 77 w 78"/>
                  <a:gd name="T31" fmla="*/ 57 h 1209"/>
                  <a:gd name="T32" fmla="*/ 74 w 78"/>
                  <a:gd name="T33" fmla="*/ 0 h 1209"/>
                  <a:gd name="T34" fmla="*/ 70 w 78"/>
                  <a:gd name="T35" fmla="*/ 28 h 1209"/>
                  <a:gd name="T36" fmla="*/ 72 w 78"/>
                  <a:gd name="T37" fmla="*/ 88 h 1209"/>
                  <a:gd name="T38" fmla="*/ 74 w 78"/>
                  <a:gd name="T39" fmla="*/ 155 h 1209"/>
                  <a:gd name="T40" fmla="*/ 71 w 78"/>
                  <a:gd name="T41" fmla="*/ 226 h 1209"/>
                  <a:gd name="T42" fmla="*/ 69 w 78"/>
                  <a:gd name="T43" fmla="*/ 302 h 1209"/>
                  <a:gd name="T44" fmla="*/ 64 w 78"/>
                  <a:gd name="T45" fmla="*/ 382 h 1209"/>
                  <a:gd name="T46" fmla="*/ 59 w 78"/>
                  <a:gd name="T47" fmla="*/ 463 h 1209"/>
                  <a:gd name="T48" fmla="*/ 53 w 78"/>
                  <a:gd name="T49" fmla="*/ 547 h 1209"/>
                  <a:gd name="T50" fmla="*/ 46 w 78"/>
                  <a:gd name="T51" fmla="*/ 630 h 1209"/>
                  <a:gd name="T52" fmla="*/ 38 w 78"/>
                  <a:gd name="T53" fmla="*/ 713 h 1209"/>
                  <a:gd name="T54" fmla="*/ 31 w 78"/>
                  <a:gd name="T55" fmla="*/ 795 h 1209"/>
                  <a:gd name="T56" fmla="*/ 24 w 78"/>
                  <a:gd name="T57" fmla="*/ 874 h 1209"/>
                  <a:gd name="T58" fmla="*/ 17 w 78"/>
                  <a:gd name="T59" fmla="*/ 949 h 1209"/>
                  <a:gd name="T60" fmla="*/ 11 w 78"/>
                  <a:gd name="T61" fmla="*/ 1019 h 1209"/>
                  <a:gd name="T62" fmla="*/ 6 w 78"/>
                  <a:gd name="T63" fmla="*/ 1086 h 1209"/>
                  <a:gd name="T64" fmla="*/ 2 w 78"/>
                  <a:gd name="T65" fmla="*/ 1146 h 1209"/>
                  <a:gd name="T66" fmla="*/ 6 w 78"/>
                  <a:gd name="T67" fmla="*/ 1172 h 1209"/>
                  <a:gd name="T68" fmla="*/ 0 w 78"/>
                  <a:gd name="T69" fmla="*/ 1209 h 1209"/>
                  <a:gd name="T70" fmla="*/ 0 w 78"/>
                  <a:gd name="T71" fmla="*/ 1172 h 120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"/>
                  <a:gd name="T109" fmla="*/ 0 h 1209"/>
                  <a:gd name="T110" fmla="*/ 78 w 78"/>
                  <a:gd name="T111" fmla="*/ 1209 h 120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" h="1209">
                    <a:moveTo>
                      <a:pt x="0" y="1172"/>
                    </a:moveTo>
                    <a:lnTo>
                      <a:pt x="6" y="1172"/>
                    </a:lnTo>
                    <a:lnTo>
                      <a:pt x="7" y="1146"/>
                    </a:lnTo>
                    <a:lnTo>
                      <a:pt x="9" y="1116"/>
                    </a:lnTo>
                    <a:lnTo>
                      <a:pt x="12" y="1086"/>
                    </a:lnTo>
                    <a:lnTo>
                      <a:pt x="14" y="1055"/>
                    </a:lnTo>
                    <a:lnTo>
                      <a:pt x="17" y="1021"/>
                    </a:lnTo>
                    <a:lnTo>
                      <a:pt x="20" y="987"/>
                    </a:lnTo>
                    <a:lnTo>
                      <a:pt x="23" y="950"/>
                    </a:lnTo>
                    <a:lnTo>
                      <a:pt x="26" y="913"/>
                    </a:lnTo>
                    <a:lnTo>
                      <a:pt x="30" y="874"/>
                    </a:lnTo>
                    <a:lnTo>
                      <a:pt x="34" y="835"/>
                    </a:lnTo>
                    <a:lnTo>
                      <a:pt x="37" y="795"/>
                    </a:lnTo>
                    <a:lnTo>
                      <a:pt x="41" y="755"/>
                    </a:lnTo>
                    <a:lnTo>
                      <a:pt x="45" y="714"/>
                    </a:lnTo>
                    <a:lnTo>
                      <a:pt x="48" y="673"/>
                    </a:lnTo>
                    <a:lnTo>
                      <a:pt x="52" y="631"/>
                    </a:lnTo>
                    <a:lnTo>
                      <a:pt x="54" y="589"/>
                    </a:lnTo>
                    <a:lnTo>
                      <a:pt x="58" y="547"/>
                    </a:lnTo>
                    <a:lnTo>
                      <a:pt x="61" y="505"/>
                    </a:lnTo>
                    <a:lnTo>
                      <a:pt x="64" y="463"/>
                    </a:lnTo>
                    <a:lnTo>
                      <a:pt x="68" y="423"/>
                    </a:lnTo>
                    <a:lnTo>
                      <a:pt x="70" y="382"/>
                    </a:lnTo>
                    <a:lnTo>
                      <a:pt x="72" y="342"/>
                    </a:lnTo>
                    <a:lnTo>
                      <a:pt x="74" y="302"/>
                    </a:lnTo>
                    <a:lnTo>
                      <a:pt x="76" y="264"/>
                    </a:lnTo>
                    <a:lnTo>
                      <a:pt x="77" y="226"/>
                    </a:lnTo>
                    <a:lnTo>
                      <a:pt x="78" y="190"/>
                    </a:lnTo>
                    <a:lnTo>
                      <a:pt x="78" y="155"/>
                    </a:lnTo>
                    <a:lnTo>
                      <a:pt x="78" y="120"/>
                    </a:lnTo>
                    <a:lnTo>
                      <a:pt x="78" y="88"/>
                    </a:lnTo>
                    <a:lnTo>
                      <a:pt x="77" y="57"/>
                    </a:lnTo>
                    <a:lnTo>
                      <a:pt x="76" y="28"/>
                    </a:lnTo>
                    <a:lnTo>
                      <a:pt x="74" y="0"/>
                    </a:lnTo>
                    <a:lnTo>
                      <a:pt x="69" y="1"/>
                    </a:lnTo>
                    <a:lnTo>
                      <a:pt x="70" y="28"/>
                    </a:lnTo>
                    <a:lnTo>
                      <a:pt x="72" y="57"/>
                    </a:lnTo>
                    <a:lnTo>
                      <a:pt x="72" y="88"/>
                    </a:lnTo>
                    <a:lnTo>
                      <a:pt x="74" y="120"/>
                    </a:lnTo>
                    <a:lnTo>
                      <a:pt x="74" y="155"/>
                    </a:lnTo>
                    <a:lnTo>
                      <a:pt x="72" y="190"/>
                    </a:lnTo>
                    <a:lnTo>
                      <a:pt x="71" y="226"/>
                    </a:lnTo>
                    <a:lnTo>
                      <a:pt x="70" y="264"/>
                    </a:lnTo>
                    <a:lnTo>
                      <a:pt x="69" y="302"/>
                    </a:lnTo>
                    <a:lnTo>
                      <a:pt x="66" y="342"/>
                    </a:lnTo>
                    <a:lnTo>
                      <a:pt x="64" y="382"/>
                    </a:lnTo>
                    <a:lnTo>
                      <a:pt x="61" y="423"/>
                    </a:lnTo>
                    <a:lnTo>
                      <a:pt x="59" y="463"/>
                    </a:lnTo>
                    <a:lnTo>
                      <a:pt x="55" y="505"/>
                    </a:lnTo>
                    <a:lnTo>
                      <a:pt x="53" y="547"/>
                    </a:lnTo>
                    <a:lnTo>
                      <a:pt x="49" y="588"/>
                    </a:lnTo>
                    <a:lnTo>
                      <a:pt x="46" y="630"/>
                    </a:lnTo>
                    <a:lnTo>
                      <a:pt x="42" y="671"/>
                    </a:lnTo>
                    <a:lnTo>
                      <a:pt x="38" y="713"/>
                    </a:lnTo>
                    <a:lnTo>
                      <a:pt x="35" y="754"/>
                    </a:lnTo>
                    <a:lnTo>
                      <a:pt x="31" y="795"/>
                    </a:lnTo>
                    <a:lnTo>
                      <a:pt x="28" y="834"/>
                    </a:lnTo>
                    <a:lnTo>
                      <a:pt x="24" y="874"/>
                    </a:lnTo>
                    <a:lnTo>
                      <a:pt x="20" y="912"/>
                    </a:lnTo>
                    <a:lnTo>
                      <a:pt x="17" y="949"/>
                    </a:lnTo>
                    <a:lnTo>
                      <a:pt x="14" y="985"/>
                    </a:lnTo>
                    <a:lnTo>
                      <a:pt x="11" y="1019"/>
                    </a:lnTo>
                    <a:lnTo>
                      <a:pt x="8" y="1053"/>
                    </a:lnTo>
                    <a:lnTo>
                      <a:pt x="6" y="1086"/>
                    </a:lnTo>
                    <a:lnTo>
                      <a:pt x="3" y="1116"/>
                    </a:lnTo>
                    <a:lnTo>
                      <a:pt x="2" y="1146"/>
                    </a:lnTo>
                    <a:lnTo>
                      <a:pt x="0" y="1172"/>
                    </a:lnTo>
                    <a:lnTo>
                      <a:pt x="6" y="1172"/>
                    </a:lnTo>
                    <a:lnTo>
                      <a:pt x="0" y="1172"/>
                    </a:lnTo>
                    <a:lnTo>
                      <a:pt x="0" y="1209"/>
                    </a:lnTo>
                    <a:lnTo>
                      <a:pt x="6" y="1172"/>
                    </a:lnTo>
                    <a:lnTo>
                      <a:pt x="0" y="117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7" name="Freeform 340"/>
              <p:cNvSpPr>
                <a:spLocks/>
              </p:cNvSpPr>
              <p:nvPr/>
            </p:nvSpPr>
            <p:spPr bwMode="auto">
              <a:xfrm>
                <a:off x="757" y="2395"/>
                <a:ext cx="2" cy="7"/>
              </a:xfrm>
              <a:custGeom>
                <a:avLst/>
                <a:gdLst>
                  <a:gd name="T0" fmla="*/ 4 w 9"/>
                  <a:gd name="T1" fmla="*/ 28 h 28"/>
                  <a:gd name="T2" fmla="*/ 6 w 9"/>
                  <a:gd name="T3" fmla="*/ 25 h 28"/>
                  <a:gd name="T4" fmla="*/ 6 w 9"/>
                  <a:gd name="T5" fmla="*/ 24 h 28"/>
                  <a:gd name="T6" fmla="*/ 6 w 9"/>
                  <a:gd name="T7" fmla="*/ 21 h 28"/>
                  <a:gd name="T8" fmla="*/ 7 w 9"/>
                  <a:gd name="T9" fmla="*/ 16 h 28"/>
                  <a:gd name="T10" fmla="*/ 7 w 9"/>
                  <a:gd name="T11" fmla="*/ 11 h 28"/>
                  <a:gd name="T12" fmla="*/ 7 w 9"/>
                  <a:gd name="T13" fmla="*/ 6 h 28"/>
                  <a:gd name="T14" fmla="*/ 9 w 9"/>
                  <a:gd name="T15" fmla="*/ 2 h 28"/>
                  <a:gd name="T16" fmla="*/ 9 w 9"/>
                  <a:gd name="T17" fmla="*/ 1 h 28"/>
                  <a:gd name="T18" fmla="*/ 3 w 9"/>
                  <a:gd name="T19" fmla="*/ 1 h 28"/>
                  <a:gd name="T20" fmla="*/ 9 w 9"/>
                  <a:gd name="T21" fmla="*/ 1 h 28"/>
                  <a:gd name="T22" fmla="*/ 3 w 9"/>
                  <a:gd name="T23" fmla="*/ 0 h 28"/>
                  <a:gd name="T24" fmla="*/ 3 w 9"/>
                  <a:gd name="T25" fmla="*/ 2 h 28"/>
                  <a:gd name="T26" fmla="*/ 3 w 9"/>
                  <a:gd name="T27" fmla="*/ 6 h 28"/>
                  <a:gd name="T28" fmla="*/ 1 w 9"/>
                  <a:gd name="T29" fmla="*/ 11 h 28"/>
                  <a:gd name="T30" fmla="*/ 1 w 9"/>
                  <a:gd name="T31" fmla="*/ 16 h 28"/>
                  <a:gd name="T32" fmla="*/ 1 w 9"/>
                  <a:gd name="T33" fmla="*/ 19 h 28"/>
                  <a:gd name="T34" fmla="*/ 0 w 9"/>
                  <a:gd name="T35" fmla="*/ 23 h 28"/>
                  <a:gd name="T36" fmla="*/ 0 w 9"/>
                  <a:gd name="T37" fmla="*/ 25 h 28"/>
                  <a:gd name="T38" fmla="*/ 4 w 9"/>
                  <a:gd name="T39" fmla="*/ 23 h 28"/>
                  <a:gd name="T40" fmla="*/ 4 w 9"/>
                  <a:gd name="T41" fmla="*/ 28 h 28"/>
                  <a:gd name="T42" fmla="*/ 6 w 9"/>
                  <a:gd name="T43" fmla="*/ 28 h 28"/>
                  <a:gd name="T44" fmla="*/ 6 w 9"/>
                  <a:gd name="T45" fmla="*/ 25 h 28"/>
                  <a:gd name="T46" fmla="*/ 4 w 9"/>
                  <a:gd name="T47" fmla="*/ 28 h 2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"/>
                  <a:gd name="T73" fmla="*/ 0 h 28"/>
                  <a:gd name="T74" fmla="*/ 9 w 9"/>
                  <a:gd name="T75" fmla="*/ 28 h 2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" h="28">
                    <a:moveTo>
                      <a:pt x="4" y="28"/>
                    </a:moveTo>
                    <a:lnTo>
                      <a:pt x="6" y="25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7" y="6"/>
                    </a:lnTo>
                    <a:lnTo>
                      <a:pt x="9" y="2"/>
                    </a:lnTo>
                    <a:lnTo>
                      <a:pt x="9" y="1"/>
                    </a:lnTo>
                    <a:lnTo>
                      <a:pt x="3" y="1"/>
                    </a:lnTo>
                    <a:lnTo>
                      <a:pt x="9" y="1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1" y="16"/>
                    </a:lnTo>
                    <a:lnTo>
                      <a:pt x="1" y="19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4" y="23"/>
                    </a:lnTo>
                    <a:lnTo>
                      <a:pt x="4" y="28"/>
                    </a:lnTo>
                    <a:lnTo>
                      <a:pt x="6" y="28"/>
                    </a:lnTo>
                    <a:lnTo>
                      <a:pt x="6" y="25"/>
                    </a:lnTo>
                    <a:lnTo>
                      <a:pt x="4" y="2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8" name="Freeform 341"/>
              <p:cNvSpPr>
                <a:spLocks/>
              </p:cNvSpPr>
              <p:nvPr/>
            </p:nvSpPr>
            <p:spPr bwMode="auto">
              <a:xfrm>
                <a:off x="613" y="2401"/>
                <a:ext cx="144" cy="4"/>
              </a:xfrm>
              <a:custGeom>
                <a:avLst/>
                <a:gdLst>
                  <a:gd name="T0" fmla="*/ 0 w 578"/>
                  <a:gd name="T1" fmla="*/ 12 h 16"/>
                  <a:gd name="T2" fmla="*/ 3 w 578"/>
                  <a:gd name="T3" fmla="*/ 16 h 16"/>
                  <a:gd name="T4" fmla="*/ 578 w 578"/>
                  <a:gd name="T5" fmla="*/ 5 h 16"/>
                  <a:gd name="T6" fmla="*/ 578 w 578"/>
                  <a:gd name="T7" fmla="*/ 0 h 16"/>
                  <a:gd name="T8" fmla="*/ 3 w 578"/>
                  <a:gd name="T9" fmla="*/ 10 h 16"/>
                  <a:gd name="T10" fmla="*/ 5 w 578"/>
                  <a:gd name="T11" fmla="*/ 12 h 16"/>
                  <a:gd name="T12" fmla="*/ 0 w 578"/>
                  <a:gd name="T13" fmla="*/ 12 h 16"/>
                  <a:gd name="T14" fmla="*/ 0 w 578"/>
                  <a:gd name="T15" fmla="*/ 16 h 16"/>
                  <a:gd name="T16" fmla="*/ 3 w 578"/>
                  <a:gd name="T17" fmla="*/ 16 h 16"/>
                  <a:gd name="T18" fmla="*/ 0 w 578"/>
                  <a:gd name="T19" fmla="*/ 12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78"/>
                  <a:gd name="T31" fmla="*/ 0 h 16"/>
                  <a:gd name="T32" fmla="*/ 578 w 57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78" h="16">
                    <a:moveTo>
                      <a:pt x="0" y="12"/>
                    </a:moveTo>
                    <a:lnTo>
                      <a:pt x="3" y="16"/>
                    </a:lnTo>
                    <a:lnTo>
                      <a:pt x="578" y="5"/>
                    </a:lnTo>
                    <a:lnTo>
                      <a:pt x="578" y="0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9" name="Freeform 342"/>
              <p:cNvSpPr>
                <a:spLocks/>
              </p:cNvSpPr>
              <p:nvPr/>
            </p:nvSpPr>
            <p:spPr bwMode="auto">
              <a:xfrm>
                <a:off x="586" y="2060"/>
                <a:ext cx="29" cy="344"/>
              </a:xfrm>
              <a:custGeom>
                <a:avLst/>
                <a:gdLst>
                  <a:gd name="T0" fmla="*/ 24 w 115"/>
                  <a:gd name="T1" fmla="*/ 1 h 1377"/>
                  <a:gd name="T2" fmla="*/ 10 w 115"/>
                  <a:gd name="T3" fmla="*/ 82 h 1377"/>
                  <a:gd name="T4" fmla="*/ 3 w 115"/>
                  <a:gd name="T5" fmla="*/ 165 h 1377"/>
                  <a:gd name="T6" fmla="*/ 0 w 115"/>
                  <a:gd name="T7" fmla="*/ 250 h 1377"/>
                  <a:gd name="T8" fmla="*/ 3 w 115"/>
                  <a:gd name="T9" fmla="*/ 334 h 1377"/>
                  <a:gd name="T10" fmla="*/ 9 w 115"/>
                  <a:gd name="T11" fmla="*/ 423 h 1377"/>
                  <a:gd name="T12" fmla="*/ 17 w 115"/>
                  <a:gd name="T13" fmla="*/ 510 h 1377"/>
                  <a:gd name="T14" fmla="*/ 28 w 115"/>
                  <a:gd name="T15" fmla="*/ 599 h 1377"/>
                  <a:gd name="T16" fmla="*/ 41 w 115"/>
                  <a:gd name="T17" fmla="*/ 687 h 1377"/>
                  <a:gd name="T18" fmla="*/ 54 w 115"/>
                  <a:gd name="T19" fmla="*/ 776 h 1377"/>
                  <a:gd name="T20" fmla="*/ 67 w 115"/>
                  <a:gd name="T21" fmla="*/ 864 h 1377"/>
                  <a:gd name="T22" fmla="*/ 79 w 115"/>
                  <a:gd name="T23" fmla="*/ 953 h 1377"/>
                  <a:gd name="T24" fmla="*/ 90 w 115"/>
                  <a:gd name="T25" fmla="*/ 1040 h 1377"/>
                  <a:gd name="T26" fmla="*/ 100 w 115"/>
                  <a:gd name="T27" fmla="*/ 1126 h 1377"/>
                  <a:gd name="T28" fmla="*/ 106 w 115"/>
                  <a:gd name="T29" fmla="*/ 1211 h 1377"/>
                  <a:gd name="T30" fmla="*/ 110 w 115"/>
                  <a:gd name="T31" fmla="*/ 1296 h 1377"/>
                  <a:gd name="T32" fmla="*/ 108 w 115"/>
                  <a:gd name="T33" fmla="*/ 1377 h 1377"/>
                  <a:gd name="T34" fmla="*/ 115 w 115"/>
                  <a:gd name="T35" fmla="*/ 1337 h 1377"/>
                  <a:gd name="T36" fmla="*/ 115 w 115"/>
                  <a:gd name="T37" fmla="*/ 1254 h 1377"/>
                  <a:gd name="T38" fmla="*/ 110 w 115"/>
                  <a:gd name="T39" fmla="*/ 1169 h 1377"/>
                  <a:gd name="T40" fmla="*/ 101 w 115"/>
                  <a:gd name="T41" fmla="*/ 1083 h 1377"/>
                  <a:gd name="T42" fmla="*/ 91 w 115"/>
                  <a:gd name="T43" fmla="*/ 995 h 1377"/>
                  <a:gd name="T44" fmla="*/ 79 w 115"/>
                  <a:gd name="T45" fmla="*/ 908 h 1377"/>
                  <a:gd name="T46" fmla="*/ 66 w 115"/>
                  <a:gd name="T47" fmla="*/ 819 h 1377"/>
                  <a:gd name="T48" fmla="*/ 53 w 115"/>
                  <a:gd name="T49" fmla="*/ 731 h 1377"/>
                  <a:gd name="T50" fmla="*/ 39 w 115"/>
                  <a:gd name="T51" fmla="*/ 641 h 1377"/>
                  <a:gd name="T52" fmla="*/ 28 w 115"/>
                  <a:gd name="T53" fmla="*/ 553 h 1377"/>
                  <a:gd name="T54" fmla="*/ 19 w 115"/>
                  <a:gd name="T55" fmla="*/ 465 h 1377"/>
                  <a:gd name="T56" fmla="*/ 11 w 115"/>
                  <a:gd name="T57" fmla="*/ 378 h 1377"/>
                  <a:gd name="T58" fmla="*/ 7 w 115"/>
                  <a:gd name="T59" fmla="*/ 292 h 1377"/>
                  <a:gd name="T60" fmla="*/ 7 w 115"/>
                  <a:gd name="T61" fmla="*/ 207 h 1377"/>
                  <a:gd name="T62" fmla="*/ 11 w 115"/>
                  <a:gd name="T63" fmla="*/ 123 h 1377"/>
                  <a:gd name="T64" fmla="*/ 21 w 115"/>
                  <a:gd name="T65" fmla="*/ 42 h 1377"/>
                  <a:gd name="T66" fmla="*/ 28 w 115"/>
                  <a:gd name="T67" fmla="*/ 0 h 1377"/>
                  <a:gd name="T68" fmla="*/ 28 w 115"/>
                  <a:gd name="T69" fmla="*/ 1 h 1377"/>
                  <a:gd name="T70" fmla="*/ 24 w 115"/>
                  <a:gd name="T71" fmla="*/ 3 h 137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15"/>
                  <a:gd name="T109" fmla="*/ 0 h 1377"/>
                  <a:gd name="T110" fmla="*/ 115 w 115"/>
                  <a:gd name="T111" fmla="*/ 1377 h 137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15" h="1377">
                    <a:moveTo>
                      <a:pt x="24" y="3"/>
                    </a:moveTo>
                    <a:lnTo>
                      <a:pt x="24" y="1"/>
                    </a:lnTo>
                    <a:lnTo>
                      <a:pt x="16" y="41"/>
                    </a:lnTo>
                    <a:lnTo>
                      <a:pt x="10" y="82"/>
                    </a:lnTo>
                    <a:lnTo>
                      <a:pt x="5" y="122"/>
                    </a:lnTo>
                    <a:lnTo>
                      <a:pt x="3" y="165"/>
                    </a:lnTo>
                    <a:lnTo>
                      <a:pt x="0" y="207"/>
                    </a:lnTo>
                    <a:lnTo>
                      <a:pt x="0" y="250"/>
                    </a:lnTo>
                    <a:lnTo>
                      <a:pt x="2" y="292"/>
                    </a:lnTo>
                    <a:lnTo>
                      <a:pt x="3" y="334"/>
                    </a:lnTo>
                    <a:lnTo>
                      <a:pt x="5" y="378"/>
                    </a:lnTo>
                    <a:lnTo>
                      <a:pt x="9" y="423"/>
                    </a:lnTo>
                    <a:lnTo>
                      <a:pt x="13" y="465"/>
                    </a:lnTo>
                    <a:lnTo>
                      <a:pt x="17" y="510"/>
                    </a:lnTo>
                    <a:lnTo>
                      <a:pt x="22" y="554"/>
                    </a:lnTo>
                    <a:lnTo>
                      <a:pt x="28" y="599"/>
                    </a:lnTo>
                    <a:lnTo>
                      <a:pt x="34" y="642"/>
                    </a:lnTo>
                    <a:lnTo>
                      <a:pt x="41" y="687"/>
                    </a:lnTo>
                    <a:lnTo>
                      <a:pt x="47" y="731"/>
                    </a:lnTo>
                    <a:lnTo>
                      <a:pt x="54" y="776"/>
                    </a:lnTo>
                    <a:lnTo>
                      <a:pt x="60" y="819"/>
                    </a:lnTo>
                    <a:lnTo>
                      <a:pt x="67" y="864"/>
                    </a:lnTo>
                    <a:lnTo>
                      <a:pt x="73" y="908"/>
                    </a:lnTo>
                    <a:lnTo>
                      <a:pt x="79" y="953"/>
                    </a:lnTo>
                    <a:lnTo>
                      <a:pt x="85" y="996"/>
                    </a:lnTo>
                    <a:lnTo>
                      <a:pt x="90" y="1040"/>
                    </a:lnTo>
                    <a:lnTo>
                      <a:pt x="95" y="1084"/>
                    </a:lnTo>
                    <a:lnTo>
                      <a:pt x="100" y="1126"/>
                    </a:lnTo>
                    <a:lnTo>
                      <a:pt x="104" y="1170"/>
                    </a:lnTo>
                    <a:lnTo>
                      <a:pt x="106" y="1211"/>
                    </a:lnTo>
                    <a:lnTo>
                      <a:pt x="108" y="1254"/>
                    </a:lnTo>
                    <a:lnTo>
                      <a:pt x="110" y="1296"/>
                    </a:lnTo>
                    <a:lnTo>
                      <a:pt x="110" y="1337"/>
                    </a:lnTo>
                    <a:lnTo>
                      <a:pt x="108" y="1377"/>
                    </a:lnTo>
                    <a:lnTo>
                      <a:pt x="113" y="1377"/>
                    </a:lnTo>
                    <a:lnTo>
                      <a:pt x="115" y="1337"/>
                    </a:lnTo>
                    <a:lnTo>
                      <a:pt x="115" y="1296"/>
                    </a:lnTo>
                    <a:lnTo>
                      <a:pt x="115" y="1254"/>
                    </a:lnTo>
                    <a:lnTo>
                      <a:pt x="112" y="1211"/>
                    </a:lnTo>
                    <a:lnTo>
                      <a:pt x="110" y="1169"/>
                    </a:lnTo>
                    <a:lnTo>
                      <a:pt x="106" y="1126"/>
                    </a:lnTo>
                    <a:lnTo>
                      <a:pt x="101" y="1083"/>
                    </a:lnTo>
                    <a:lnTo>
                      <a:pt x="96" y="1039"/>
                    </a:lnTo>
                    <a:lnTo>
                      <a:pt x="91" y="995"/>
                    </a:lnTo>
                    <a:lnTo>
                      <a:pt x="85" y="952"/>
                    </a:lnTo>
                    <a:lnTo>
                      <a:pt x="79" y="908"/>
                    </a:lnTo>
                    <a:lnTo>
                      <a:pt x="72" y="863"/>
                    </a:lnTo>
                    <a:lnTo>
                      <a:pt x="66" y="819"/>
                    </a:lnTo>
                    <a:lnTo>
                      <a:pt x="59" y="775"/>
                    </a:lnTo>
                    <a:lnTo>
                      <a:pt x="53" y="731"/>
                    </a:lnTo>
                    <a:lnTo>
                      <a:pt x="47" y="686"/>
                    </a:lnTo>
                    <a:lnTo>
                      <a:pt x="39" y="641"/>
                    </a:lnTo>
                    <a:lnTo>
                      <a:pt x="33" y="598"/>
                    </a:lnTo>
                    <a:lnTo>
                      <a:pt x="28" y="553"/>
                    </a:lnTo>
                    <a:lnTo>
                      <a:pt x="22" y="509"/>
                    </a:lnTo>
                    <a:lnTo>
                      <a:pt x="19" y="465"/>
                    </a:lnTo>
                    <a:lnTo>
                      <a:pt x="14" y="422"/>
                    </a:lnTo>
                    <a:lnTo>
                      <a:pt x="11" y="378"/>
                    </a:lnTo>
                    <a:lnTo>
                      <a:pt x="8" y="334"/>
                    </a:lnTo>
                    <a:lnTo>
                      <a:pt x="7" y="292"/>
                    </a:lnTo>
                    <a:lnTo>
                      <a:pt x="7" y="250"/>
                    </a:lnTo>
                    <a:lnTo>
                      <a:pt x="7" y="207"/>
                    </a:lnTo>
                    <a:lnTo>
                      <a:pt x="9" y="165"/>
                    </a:lnTo>
                    <a:lnTo>
                      <a:pt x="11" y="123"/>
                    </a:lnTo>
                    <a:lnTo>
                      <a:pt x="16" y="82"/>
                    </a:lnTo>
                    <a:lnTo>
                      <a:pt x="21" y="42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28" y="2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0" name="Freeform 343"/>
              <p:cNvSpPr>
                <a:spLocks/>
              </p:cNvSpPr>
              <p:nvPr/>
            </p:nvSpPr>
            <p:spPr bwMode="auto">
              <a:xfrm>
                <a:off x="566" y="1907"/>
                <a:ext cx="27" cy="154"/>
              </a:xfrm>
              <a:custGeom>
                <a:avLst/>
                <a:gdLst>
                  <a:gd name="T0" fmla="*/ 3 w 106"/>
                  <a:gd name="T1" fmla="*/ 20 h 614"/>
                  <a:gd name="T2" fmla="*/ 11 w 106"/>
                  <a:gd name="T3" fmla="*/ 59 h 614"/>
                  <a:gd name="T4" fmla="*/ 14 w 106"/>
                  <a:gd name="T5" fmla="*/ 98 h 614"/>
                  <a:gd name="T6" fmla="*/ 18 w 106"/>
                  <a:gd name="T7" fmla="*/ 137 h 614"/>
                  <a:gd name="T8" fmla="*/ 20 w 106"/>
                  <a:gd name="T9" fmla="*/ 175 h 614"/>
                  <a:gd name="T10" fmla="*/ 23 w 106"/>
                  <a:gd name="T11" fmla="*/ 214 h 614"/>
                  <a:gd name="T12" fmla="*/ 24 w 106"/>
                  <a:gd name="T13" fmla="*/ 253 h 614"/>
                  <a:gd name="T14" fmla="*/ 25 w 106"/>
                  <a:gd name="T15" fmla="*/ 293 h 614"/>
                  <a:gd name="T16" fmla="*/ 28 w 106"/>
                  <a:gd name="T17" fmla="*/ 332 h 614"/>
                  <a:gd name="T18" fmla="*/ 31 w 106"/>
                  <a:gd name="T19" fmla="*/ 371 h 614"/>
                  <a:gd name="T20" fmla="*/ 36 w 106"/>
                  <a:gd name="T21" fmla="*/ 409 h 614"/>
                  <a:gd name="T22" fmla="*/ 42 w 106"/>
                  <a:gd name="T23" fmla="*/ 448 h 614"/>
                  <a:gd name="T24" fmla="*/ 51 w 106"/>
                  <a:gd name="T25" fmla="*/ 486 h 614"/>
                  <a:gd name="T26" fmla="*/ 60 w 106"/>
                  <a:gd name="T27" fmla="*/ 523 h 614"/>
                  <a:gd name="T28" fmla="*/ 75 w 106"/>
                  <a:gd name="T29" fmla="*/ 560 h 614"/>
                  <a:gd name="T30" fmla="*/ 92 w 106"/>
                  <a:gd name="T31" fmla="*/ 596 h 614"/>
                  <a:gd name="T32" fmla="*/ 106 w 106"/>
                  <a:gd name="T33" fmla="*/ 611 h 614"/>
                  <a:gd name="T34" fmla="*/ 88 w 106"/>
                  <a:gd name="T35" fmla="*/ 576 h 614"/>
                  <a:gd name="T36" fmla="*/ 72 w 106"/>
                  <a:gd name="T37" fmla="*/ 539 h 614"/>
                  <a:gd name="T38" fmla="*/ 60 w 106"/>
                  <a:gd name="T39" fmla="*/ 503 h 614"/>
                  <a:gd name="T40" fmla="*/ 52 w 106"/>
                  <a:gd name="T41" fmla="*/ 465 h 614"/>
                  <a:gd name="T42" fmla="*/ 45 w 106"/>
                  <a:gd name="T43" fmla="*/ 428 h 614"/>
                  <a:gd name="T44" fmla="*/ 38 w 106"/>
                  <a:gd name="T45" fmla="*/ 389 h 614"/>
                  <a:gd name="T46" fmla="*/ 35 w 106"/>
                  <a:gd name="T47" fmla="*/ 350 h 614"/>
                  <a:gd name="T48" fmla="*/ 32 w 106"/>
                  <a:gd name="T49" fmla="*/ 312 h 614"/>
                  <a:gd name="T50" fmla="*/ 30 w 106"/>
                  <a:gd name="T51" fmla="*/ 274 h 614"/>
                  <a:gd name="T52" fmla="*/ 29 w 106"/>
                  <a:gd name="T53" fmla="*/ 234 h 614"/>
                  <a:gd name="T54" fmla="*/ 28 w 106"/>
                  <a:gd name="T55" fmla="*/ 195 h 614"/>
                  <a:gd name="T56" fmla="*/ 25 w 106"/>
                  <a:gd name="T57" fmla="*/ 156 h 614"/>
                  <a:gd name="T58" fmla="*/ 23 w 106"/>
                  <a:gd name="T59" fmla="*/ 116 h 614"/>
                  <a:gd name="T60" fmla="*/ 18 w 106"/>
                  <a:gd name="T61" fmla="*/ 77 h 614"/>
                  <a:gd name="T62" fmla="*/ 13 w 106"/>
                  <a:gd name="T63" fmla="*/ 38 h 614"/>
                  <a:gd name="T64" fmla="*/ 4 w 106"/>
                  <a:gd name="T65" fmla="*/ 0 h 61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6"/>
                  <a:gd name="T100" fmla="*/ 0 h 614"/>
                  <a:gd name="T101" fmla="*/ 106 w 106"/>
                  <a:gd name="T102" fmla="*/ 614 h 61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6" h="614">
                    <a:moveTo>
                      <a:pt x="0" y="2"/>
                    </a:moveTo>
                    <a:lnTo>
                      <a:pt x="3" y="20"/>
                    </a:lnTo>
                    <a:lnTo>
                      <a:pt x="7" y="40"/>
                    </a:lnTo>
                    <a:lnTo>
                      <a:pt x="11" y="59"/>
                    </a:lnTo>
                    <a:lnTo>
                      <a:pt x="13" y="78"/>
                    </a:lnTo>
                    <a:lnTo>
                      <a:pt x="14" y="98"/>
                    </a:lnTo>
                    <a:lnTo>
                      <a:pt x="17" y="117"/>
                    </a:lnTo>
                    <a:lnTo>
                      <a:pt x="18" y="137"/>
                    </a:lnTo>
                    <a:lnTo>
                      <a:pt x="19" y="156"/>
                    </a:lnTo>
                    <a:lnTo>
                      <a:pt x="20" y="175"/>
                    </a:lnTo>
                    <a:lnTo>
                      <a:pt x="21" y="195"/>
                    </a:lnTo>
                    <a:lnTo>
                      <a:pt x="23" y="214"/>
                    </a:lnTo>
                    <a:lnTo>
                      <a:pt x="23" y="234"/>
                    </a:lnTo>
                    <a:lnTo>
                      <a:pt x="24" y="253"/>
                    </a:lnTo>
                    <a:lnTo>
                      <a:pt x="25" y="274"/>
                    </a:lnTo>
                    <a:lnTo>
                      <a:pt x="25" y="293"/>
                    </a:lnTo>
                    <a:lnTo>
                      <a:pt x="26" y="312"/>
                    </a:lnTo>
                    <a:lnTo>
                      <a:pt x="28" y="332"/>
                    </a:lnTo>
                    <a:lnTo>
                      <a:pt x="29" y="351"/>
                    </a:lnTo>
                    <a:lnTo>
                      <a:pt x="31" y="371"/>
                    </a:lnTo>
                    <a:lnTo>
                      <a:pt x="34" y="390"/>
                    </a:lnTo>
                    <a:lnTo>
                      <a:pt x="36" y="409"/>
                    </a:lnTo>
                    <a:lnTo>
                      <a:pt x="38" y="429"/>
                    </a:lnTo>
                    <a:lnTo>
                      <a:pt x="42" y="448"/>
                    </a:lnTo>
                    <a:lnTo>
                      <a:pt x="46" y="468"/>
                    </a:lnTo>
                    <a:lnTo>
                      <a:pt x="51" y="486"/>
                    </a:lnTo>
                    <a:lnTo>
                      <a:pt x="55" y="504"/>
                    </a:lnTo>
                    <a:lnTo>
                      <a:pt x="60" y="523"/>
                    </a:lnTo>
                    <a:lnTo>
                      <a:pt x="68" y="542"/>
                    </a:lnTo>
                    <a:lnTo>
                      <a:pt x="75" y="560"/>
                    </a:lnTo>
                    <a:lnTo>
                      <a:pt x="83" y="578"/>
                    </a:lnTo>
                    <a:lnTo>
                      <a:pt x="92" y="596"/>
                    </a:lnTo>
                    <a:lnTo>
                      <a:pt x="102" y="614"/>
                    </a:lnTo>
                    <a:lnTo>
                      <a:pt x="106" y="611"/>
                    </a:lnTo>
                    <a:lnTo>
                      <a:pt x="97" y="594"/>
                    </a:lnTo>
                    <a:lnTo>
                      <a:pt x="88" y="576"/>
                    </a:lnTo>
                    <a:lnTo>
                      <a:pt x="80" y="557"/>
                    </a:lnTo>
                    <a:lnTo>
                      <a:pt x="72" y="539"/>
                    </a:lnTo>
                    <a:lnTo>
                      <a:pt x="66" y="521"/>
                    </a:lnTo>
                    <a:lnTo>
                      <a:pt x="60" y="503"/>
                    </a:lnTo>
                    <a:lnTo>
                      <a:pt x="55" y="485"/>
                    </a:lnTo>
                    <a:lnTo>
                      <a:pt x="52" y="465"/>
                    </a:lnTo>
                    <a:lnTo>
                      <a:pt x="47" y="447"/>
                    </a:lnTo>
                    <a:lnTo>
                      <a:pt x="45" y="428"/>
                    </a:lnTo>
                    <a:lnTo>
                      <a:pt x="41" y="408"/>
                    </a:lnTo>
                    <a:lnTo>
                      <a:pt x="38" y="389"/>
                    </a:lnTo>
                    <a:lnTo>
                      <a:pt x="37" y="369"/>
                    </a:lnTo>
                    <a:lnTo>
                      <a:pt x="35" y="350"/>
                    </a:lnTo>
                    <a:lnTo>
                      <a:pt x="34" y="332"/>
                    </a:lnTo>
                    <a:lnTo>
                      <a:pt x="32" y="312"/>
                    </a:lnTo>
                    <a:lnTo>
                      <a:pt x="31" y="293"/>
                    </a:lnTo>
                    <a:lnTo>
                      <a:pt x="30" y="274"/>
                    </a:lnTo>
                    <a:lnTo>
                      <a:pt x="30" y="253"/>
                    </a:lnTo>
                    <a:lnTo>
                      <a:pt x="29" y="234"/>
                    </a:lnTo>
                    <a:lnTo>
                      <a:pt x="28" y="214"/>
                    </a:lnTo>
                    <a:lnTo>
                      <a:pt x="28" y="195"/>
                    </a:lnTo>
                    <a:lnTo>
                      <a:pt x="26" y="175"/>
                    </a:lnTo>
                    <a:lnTo>
                      <a:pt x="25" y="156"/>
                    </a:lnTo>
                    <a:lnTo>
                      <a:pt x="24" y="137"/>
                    </a:lnTo>
                    <a:lnTo>
                      <a:pt x="23" y="116"/>
                    </a:lnTo>
                    <a:lnTo>
                      <a:pt x="20" y="97"/>
                    </a:lnTo>
                    <a:lnTo>
                      <a:pt x="18" y="77"/>
                    </a:lnTo>
                    <a:lnTo>
                      <a:pt x="15" y="58"/>
                    </a:lnTo>
                    <a:lnTo>
                      <a:pt x="13" y="38"/>
                    </a:lnTo>
                    <a:lnTo>
                      <a:pt x="9" y="19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1" name="Freeform 344"/>
              <p:cNvSpPr>
                <a:spLocks/>
              </p:cNvSpPr>
              <p:nvPr/>
            </p:nvSpPr>
            <p:spPr bwMode="auto">
              <a:xfrm>
                <a:off x="586" y="1716"/>
                <a:ext cx="148" cy="245"/>
              </a:xfrm>
              <a:custGeom>
                <a:avLst/>
                <a:gdLst>
                  <a:gd name="T0" fmla="*/ 1 w 591"/>
                  <a:gd name="T1" fmla="*/ 183 h 978"/>
                  <a:gd name="T2" fmla="*/ 0 w 591"/>
                  <a:gd name="T3" fmla="*/ 194 h 978"/>
                  <a:gd name="T4" fmla="*/ 4 w 591"/>
                  <a:gd name="T5" fmla="*/ 213 h 978"/>
                  <a:gd name="T6" fmla="*/ 17 w 591"/>
                  <a:gd name="T7" fmla="*/ 242 h 978"/>
                  <a:gd name="T8" fmla="*/ 44 w 591"/>
                  <a:gd name="T9" fmla="*/ 282 h 978"/>
                  <a:gd name="T10" fmla="*/ 89 w 591"/>
                  <a:gd name="T11" fmla="*/ 333 h 978"/>
                  <a:gd name="T12" fmla="*/ 158 w 591"/>
                  <a:gd name="T13" fmla="*/ 396 h 978"/>
                  <a:gd name="T14" fmla="*/ 254 w 591"/>
                  <a:gd name="T15" fmla="*/ 470 h 978"/>
                  <a:gd name="T16" fmla="*/ 288 w 591"/>
                  <a:gd name="T17" fmla="*/ 496 h 978"/>
                  <a:gd name="T18" fmla="*/ 307 w 591"/>
                  <a:gd name="T19" fmla="*/ 517 h 978"/>
                  <a:gd name="T20" fmla="*/ 339 w 591"/>
                  <a:gd name="T21" fmla="*/ 553 h 978"/>
                  <a:gd name="T22" fmla="*/ 376 w 591"/>
                  <a:gd name="T23" fmla="*/ 604 h 978"/>
                  <a:gd name="T24" fmla="*/ 418 w 591"/>
                  <a:gd name="T25" fmla="*/ 670 h 978"/>
                  <a:gd name="T26" fmla="*/ 459 w 591"/>
                  <a:gd name="T27" fmla="*/ 751 h 978"/>
                  <a:gd name="T28" fmla="*/ 496 w 591"/>
                  <a:gd name="T29" fmla="*/ 844 h 978"/>
                  <a:gd name="T30" fmla="*/ 526 w 591"/>
                  <a:gd name="T31" fmla="*/ 951 h 978"/>
                  <a:gd name="T32" fmla="*/ 530 w 591"/>
                  <a:gd name="T33" fmla="*/ 975 h 978"/>
                  <a:gd name="T34" fmla="*/ 530 w 591"/>
                  <a:gd name="T35" fmla="*/ 960 h 978"/>
                  <a:gd name="T36" fmla="*/ 529 w 591"/>
                  <a:gd name="T37" fmla="*/ 935 h 978"/>
                  <a:gd name="T38" fmla="*/ 530 w 591"/>
                  <a:gd name="T39" fmla="*/ 901 h 978"/>
                  <a:gd name="T40" fmla="*/ 533 w 591"/>
                  <a:gd name="T41" fmla="*/ 860 h 978"/>
                  <a:gd name="T42" fmla="*/ 539 w 591"/>
                  <a:gd name="T43" fmla="*/ 814 h 978"/>
                  <a:gd name="T44" fmla="*/ 547 w 591"/>
                  <a:gd name="T45" fmla="*/ 763 h 978"/>
                  <a:gd name="T46" fmla="*/ 561 w 591"/>
                  <a:gd name="T47" fmla="*/ 711 h 978"/>
                  <a:gd name="T48" fmla="*/ 576 w 591"/>
                  <a:gd name="T49" fmla="*/ 658 h 978"/>
                  <a:gd name="T50" fmla="*/ 587 w 591"/>
                  <a:gd name="T51" fmla="*/ 607 h 978"/>
                  <a:gd name="T52" fmla="*/ 591 w 591"/>
                  <a:gd name="T53" fmla="*/ 560 h 978"/>
                  <a:gd name="T54" fmla="*/ 587 w 591"/>
                  <a:gd name="T55" fmla="*/ 513 h 978"/>
                  <a:gd name="T56" fmla="*/ 575 w 591"/>
                  <a:gd name="T57" fmla="*/ 469 h 978"/>
                  <a:gd name="T58" fmla="*/ 553 w 591"/>
                  <a:gd name="T59" fmla="*/ 427 h 978"/>
                  <a:gd name="T60" fmla="*/ 522 w 591"/>
                  <a:gd name="T61" fmla="*/ 387 h 978"/>
                  <a:gd name="T62" fmla="*/ 481 w 591"/>
                  <a:gd name="T63" fmla="*/ 349 h 978"/>
                  <a:gd name="T64" fmla="*/ 430 w 591"/>
                  <a:gd name="T65" fmla="*/ 315 h 978"/>
                  <a:gd name="T66" fmla="*/ 379 w 591"/>
                  <a:gd name="T67" fmla="*/ 287 h 978"/>
                  <a:gd name="T68" fmla="*/ 331 w 591"/>
                  <a:gd name="T69" fmla="*/ 262 h 978"/>
                  <a:gd name="T70" fmla="*/ 285 w 591"/>
                  <a:gd name="T71" fmla="*/ 240 h 978"/>
                  <a:gd name="T72" fmla="*/ 244 w 591"/>
                  <a:gd name="T73" fmla="*/ 219 h 978"/>
                  <a:gd name="T74" fmla="*/ 208 w 591"/>
                  <a:gd name="T75" fmla="*/ 200 h 978"/>
                  <a:gd name="T76" fmla="*/ 179 w 591"/>
                  <a:gd name="T77" fmla="*/ 179 h 978"/>
                  <a:gd name="T78" fmla="*/ 157 w 591"/>
                  <a:gd name="T79" fmla="*/ 158 h 978"/>
                  <a:gd name="T80" fmla="*/ 130 w 591"/>
                  <a:gd name="T81" fmla="*/ 119 h 978"/>
                  <a:gd name="T82" fmla="*/ 107 w 591"/>
                  <a:gd name="T83" fmla="*/ 86 h 978"/>
                  <a:gd name="T84" fmla="*/ 89 w 591"/>
                  <a:gd name="T85" fmla="*/ 57 h 978"/>
                  <a:gd name="T86" fmla="*/ 77 w 591"/>
                  <a:gd name="T87" fmla="*/ 15 h 978"/>
                  <a:gd name="T88" fmla="*/ 74 w 591"/>
                  <a:gd name="T89" fmla="*/ 23 h 978"/>
                  <a:gd name="T90" fmla="*/ 69 w 591"/>
                  <a:gd name="T91" fmla="*/ 73 h 978"/>
                  <a:gd name="T92" fmla="*/ 51 w 591"/>
                  <a:gd name="T93" fmla="*/ 124 h 978"/>
                  <a:gd name="T94" fmla="*/ 22 w 591"/>
                  <a:gd name="T95" fmla="*/ 169 h 97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91"/>
                  <a:gd name="T145" fmla="*/ 0 h 978"/>
                  <a:gd name="T146" fmla="*/ 591 w 591"/>
                  <a:gd name="T147" fmla="*/ 978 h 97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91" h="978">
                    <a:moveTo>
                      <a:pt x="1" y="181"/>
                    </a:moveTo>
                    <a:lnTo>
                      <a:pt x="1" y="181"/>
                    </a:lnTo>
                    <a:lnTo>
                      <a:pt x="1" y="182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7"/>
                    </a:lnTo>
                    <a:lnTo>
                      <a:pt x="0" y="190"/>
                    </a:lnTo>
                    <a:lnTo>
                      <a:pt x="0" y="194"/>
                    </a:lnTo>
                    <a:lnTo>
                      <a:pt x="0" y="198"/>
                    </a:lnTo>
                    <a:lnTo>
                      <a:pt x="1" y="202"/>
                    </a:lnTo>
                    <a:lnTo>
                      <a:pt x="3" y="207"/>
                    </a:lnTo>
                    <a:lnTo>
                      <a:pt x="4" y="213"/>
                    </a:lnTo>
                    <a:lnTo>
                      <a:pt x="6" y="219"/>
                    </a:lnTo>
                    <a:lnTo>
                      <a:pt x="10" y="227"/>
                    </a:lnTo>
                    <a:lnTo>
                      <a:pt x="12" y="234"/>
                    </a:lnTo>
                    <a:lnTo>
                      <a:pt x="17" y="242"/>
                    </a:lnTo>
                    <a:lnTo>
                      <a:pt x="22" y="252"/>
                    </a:lnTo>
                    <a:lnTo>
                      <a:pt x="29" y="262"/>
                    </a:lnTo>
                    <a:lnTo>
                      <a:pt x="35" y="272"/>
                    </a:lnTo>
                    <a:lnTo>
                      <a:pt x="44" y="282"/>
                    </a:lnTo>
                    <a:lnTo>
                      <a:pt x="54" y="295"/>
                    </a:lnTo>
                    <a:lnTo>
                      <a:pt x="65" y="307"/>
                    </a:lnTo>
                    <a:lnTo>
                      <a:pt x="75" y="320"/>
                    </a:lnTo>
                    <a:lnTo>
                      <a:pt x="89" y="333"/>
                    </a:lnTo>
                    <a:lnTo>
                      <a:pt x="105" y="348"/>
                    </a:lnTo>
                    <a:lnTo>
                      <a:pt x="120" y="364"/>
                    </a:lnTo>
                    <a:lnTo>
                      <a:pt x="139" y="379"/>
                    </a:lnTo>
                    <a:lnTo>
                      <a:pt x="158" y="396"/>
                    </a:lnTo>
                    <a:lnTo>
                      <a:pt x="180" y="413"/>
                    </a:lnTo>
                    <a:lnTo>
                      <a:pt x="202" y="432"/>
                    </a:lnTo>
                    <a:lnTo>
                      <a:pt x="227" y="451"/>
                    </a:lnTo>
                    <a:lnTo>
                      <a:pt x="254" y="470"/>
                    </a:lnTo>
                    <a:lnTo>
                      <a:pt x="283" y="491"/>
                    </a:lnTo>
                    <a:lnTo>
                      <a:pt x="284" y="491"/>
                    </a:lnTo>
                    <a:lnTo>
                      <a:pt x="285" y="493"/>
                    </a:lnTo>
                    <a:lnTo>
                      <a:pt x="288" y="496"/>
                    </a:lnTo>
                    <a:lnTo>
                      <a:pt x="291" y="500"/>
                    </a:lnTo>
                    <a:lnTo>
                      <a:pt x="296" y="504"/>
                    </a:lnTo>
                    <a:lnTo>
                      <a:pt x="301" y="509"/>
                    </a:lnTo>
                    <a:lnTo>
                      <a:pt x="307" y="517"/>
                    </a:lnTo>
                    <a:lnTo>
                      <a:pt x="314" y="524"/>
                    </a:lnTo>
                    <a:lnTo>
                      <a:pt x="322" y="532"/>
                    </a:lnTo>
                    <a:lnTo>
                      <a:pt x="330" y="542"/>
                    </a:lnTo>
                    <a:lnTo>
                      <a:pt x="339" y="553"/>
                    </a:lnTo>
                    <a:lnTo>
                      <a:pt x="347" y="564"/>
                    </a:lnTo>
                    <a:lnTo>
                      <a:pt x="356" y="576"/>
                    </a:lnTo>
                    <a:lnTo>
                      <a:pt x="365" y="589"/>
                    </a:lnTo>
                    <a:lnTo>
                      <a:pt x="376" y="604"/>
                    </a:lnTo>
                    <a:lnTo>
                      <a:pt x="386" y="620"/>
                    </a:lnTo>
                    <a:lnTo>
                      <a:pt x="397" y="635"/>
                    </a:lnTo>
                    <a:lnTo>
                      <a:pt x="407" y="652"/>
                    </a:lnTo>
                    <a:lnTo>
                      <a:pt x="418" y="670"/>
                    </a:lnTo>
                    <a:lnTo>
                      <a:pt x="428" y="689"/>
                    </a:lnTo>
                    <a:lnTo>
                      <a:pt x="438" y="709"/>
                    </a:lnTo>
                    <a:lnTo>
                      <a:pt x="449" y="730"/>
                    </a:lnTo>
                    <a:lnTo>
                      <a:pt x="459" y="751"/>
                    </a:lnTo>
                    <a:lnTo>
                      <a:pt x="468" y="772"/>
                    </a:lnTo>
                    <a:lnTo>
                      <a:pt x="478" y="795"/>
                    </a:lnTo>
                    <a:lnTo>
                      <a:pt x="488" y="820"/>
                    </a:lnTo>
                    <a:lnTo>
                      <a:pt x="496" y="844"/>
                    </a:lnTo>
                    <a:lnTo>
                      <a:pt x="505" y="869"/>
                    </a:lnTo>
                    <a:lnTo>
                      <a:pt x="512" y="896"/>
                    </a:lnTo>
                    <a:lnTo>
                      <a:pt x="519" y="923"/>
                    </a:lnTo>
                    <a:lnTo>
                      <a:pt x="526" y="951"/>
                    </a:lnTo>
                    <a:lnTo>
                      <a:pt x="532" y="978"/>
                    </a:lnTo>
                    <a:lnTo>
                      <a:pt x="532" y="977"/>
                    </a:lnTo>
                    <a:lnTo>
                      <a:pt x="530" y="975"/>
                    </a:lnTo>
                    <a:lnTo>
                      <a:pt x="530" y="972"/>
                    </a:lnTo>
                    <a:lnTo>
                      <a:pt x="530" y="969"/>
                    </a:lnTo>
                    <a:lnTo>
                      <a:pt x="530" y="965"/>
                    </a:lnTo>
                    <a:lnTo>
                      <a:pt x="530" y="960"/>
                    </a:lnTo>
                    <a:lnTo>
                      <a:pt x="530" y="954"/>
                    </a:lnTo>
                    <a:lnTo>
                      <a:pt x="530" y="948"/>
                    </a:lnTo>
                    <a:lnTo>
                      <a:pt x="529" y="942"/>
                    </a:lnTo>
                    <a:lnTo>
                      <a:pt x="529" y="935"/>
                    </a:lnTo>
                    <a:lnTo>
                      <a:pt x="529" y="928"/>
                    </a:lnTo>
                    <a:lnTo>
                      <a:pt x="530" y="919"/>
                    </a:lnTo>
                    <a:lnTo>
                      <a:pt x="530" y="911"/>
                    </a:lnTo>
                    <a:lnTo>
                      <a:pt x="530" y="901"/>
                    </a:lnTo>
                    <a:lnTo>
                      <a:pt x="530" y="891"/>
                    </a:lnTo>
                    <a:lnTo>
                      <a:pt x="532" y="881"/>
                    </a:lnTo>
                    <a:lnTo>
                      <a:pt x="532" y="871"/>
                    </a:lnTo>
                    <a:lnTo>
                      <a:pt x="533" y="860"/>
                    </a:lnTo>
                    <a:lnTo>
                      <a:pt x="534" y="849"/>
                    </a:lnTo>
                    <a:lnTo>
                      <a:pt x="535" y="837"/>
                    </a:lnTo>
                    <a:lnTo>
                      <a:pt x="536" y="826"/>
                    </a:lnTo>
                    <a:lnTo>
                      <a:pt x="539" y="814"/>
                    </a:lnTo>
                    <a:lnTo>
                      <a:pt x="540" y="800"/>
                    </a:lnTo>
                    <a:lnTo>
                      <a:pt x="542" y="788"/>
                    </a:lnTo>
                    <a:lnTo>
                      <a:pt x="545" y="776"/>
                    </a:lnTo>
                    <a:lnTo>
                      <a:pt x="547" y="763"/>
                    </a:lnTo>
                    <a:lnTo>
                      <a:pt x="550" y="751"/>
                    </a:lnTo>
                    <a:lnTo>
                      <a:pt x="553" y="737"/>
                    </a:lnTo>
                    <a:lnTo>
                      <a:pt x="557" y="724"/>
                    </a:lnTo>
                    <a:lnTo>
                      <a:pt x="561" y="711"/>
                    </a:lnTo>
                    <a:lnTo>
                      <a:pt x="566" y="697"/>
                    </a:lnTo>
                    <a:lnTo>
                      <a:pt x="569" y="684"/>
                    </a:lnTo>
                    <a:lnTo>
                      <a:pt x="573" y="672"/>
                    </a:lnTo>
                    <a:lnTo>
                      <a:pt x="576" y="658"/>
                    </a:lnTo>
                    <a:lnTo>
                      <a:pt x="580" y="645"/>
                    </a:lnTo>
                    <a:lnTo>
                      <a:pt x="583" y="633"/>
                    </a:lnTo>
                    <a:lnTo>
                      <a:pt x="585" y="621"/>
                    </a:lnTo>
                    <a:lnTo>
                      <a:pt x="587" y="607"/>
                    </a:lnTo>
                    <a:lnTo>
                      <a:pt x="589" y="595"/>
                    </a:lnTo>
                    <a:lnTo>
                      <a:pt x="590" y="583"/>
                    </a:lnTo>
                    <a:lnTo>
                      <a:pt x="590" y="571"/>
                    </a:lnTo>
                    <a:lnTo>
                      <a:pt x="591" y="560"/>
                    </a:lnTo>
                    <a:lnTo>
                      <a:pt x="591" y="548"/>
                    </a:lnTo>
                    <a:lnTo>
                      <a:pt x="590" y="536"/>
                    </a:lnTo>
                    <a:lnTo>
                      <a:pt x="589" y="525"/>
                    </a:lnTo>
                    <a:lnTo>
                      <a:pt x="587" y="513"/>
                    </a:lnTo>
                    <a:lnTo>
                      <a:pt x="585" y="502"/>
                    </a:lnTo>
                    <a:lnTo>
                      <a:pt x="583" y="491"/>
                    </a:lnTo>
                    <a:lnTo>
                      <a:pt x="579" y="480"/>
                    </a:lnTo>
                    <a:lnTo>
                      <a:pt x="575" y="469"/>
                    </a:lnTo>
                    <a:lnTo>
                      <a:pt x="570" y="458"/>
                    </a:lnTo>
                    <a:lnTo>
                      <a:pt x="566" y="447"/>
                    </a:lnTo>
                    <a:lnTo>
                      <a:pt x="559" y="436"/>
                    </a:lnTo>
                    <a:lnTo>
                      <a:pt x="553" y="427"/>
                    </a:lnTo>
                    <a:lnTo>
                      <a:pt x="547" y="416"/>
                    </a:lnTo>
                    <a:lnTo>
                      <a:pt x="539" y="406"/>
                    </a:lnTo>
                    <a:lnTo>
                      <a:pt x="532" y="396"/>
                    </a:lnTo>
                    <a:lnTo>
                      <a:pt x="522" y="387"/>
                    </a:lnTo>
                    <a:lnTo>
                      <a:pt x="513" y="377"/>
                    </a:lnTo>
                    <a:lnTo>
                      <a:pt x="504" y="369"/>
                    </a:lnTo>
                    <a:lnTo>
                      <a:pt x="492" y="359"/>
                    </a:lnTo>
                    <a:lnTo>
                      <a:pt x="481" y="349"/>
                    </a:lnTo>
                    <a:lnTo>
                      <a:pt x="468" y="341"/>
                    </a:lnTo>
                    <a:lnTo>
                      <a:pt x="455" y="332"/>
                    </a:lnTo>
                    <a:lnTo>
                      <a:pt x="443" y="324"/>
                    </a:lnTo>
                    <a:lnTo>
                      <a:pt x="430" y="315"/>
                    </a:lnTo>
                    <a:lnTo>
                      <a:pt x="418" y="308"/>
                    </a:lnTo>
                    <a:lnTo>
                      <a:pt x="404" y="301"/>
                    </a:lnTo>
                    <a:lnTo>
                      <a:pt x="392" y="293"/>
                    </a:lnTo>
                    <a:lnTo>
                      <a:pt x="379" y="287"/>
                    </a:lnTo>
                    <a:lnTo>
                      <a:pt x="367" y="280"/>
                    </a:lnTo>
                    <a:lnTo>
                      <a:pt x="354" y="274"/>
                    </a:lnTo>
                    <a:lnTo>
                      <a:pt x="342" y="268"/>
                    </a:lnTo>
                    <a:lnTo>
                      <a:pt x="331" y="262"/>
                    </a:lnTo>
                    <a:lnTo>
                      <a:pt x="319" y="256"/>
                    </a:lnTo>
                    <a:lnTo>
                      <a:pt x="307" y="251"/>
                    </a:lnTo>
                    <a:lnTo>
                      <a:pt x="296" y="245"/>
                    </a:lnTo>
                    <a:lnTo>
                      <a:pt x="285" y="240"/>
                    </a:lnTo>
                    <a:lnTo>
                      <a:pt x="274" y="235"/>
                    </a:lnTo>
                    <a:lnTo>
                      <a:pt x="263" y="230"/>
                    </a:lnTo>
                    <a:lnTo>
                      <a:pt x="254" y="224"/>
                    </a:lnTo>
                    <a:lnTo>
                      <a:pt x="244" y="219"/>
                    </a:lnTo>
                    <a:lnTo>
                      <a:pt x="234" y="215"/>
                    </a:lnTo>
                    <a:lnTo>
                      <a:pt x="225" y="210"/>
                    </a:lnTo>
                    <a:lnTo>
                      <a:pt x="216" y="205"/>
                    </a:lnTo>
                    <a:lnTo>
                      <a:pt x="208" y="200"/>
                    </a:lnTo>
                    <a:lnTo>
                      <a:pt x="200" y="195"/>
                    </a:lnTo>
                    <a:lnTo>
                      <a:pt x="192" y="190"/>
                    </a:lnTo>
                    <a:lnTo>
                      <a:pt x="185" y="185"/>
                    </a:lnTo>
                    <a:lnTo>
                      <a:pt x="179" y="179"/>
                    </a:lnTo>
                    <a:lnTo>
                      <a:pt x="173" y="175"/>
                    </a:lnTo>
                    <a:lnTo>
                      <a:pt x="166" y="169"/>
                    </a:lnTo>
                    <a:lnTo>
                      <a:pt x="162" y="164"/>
                    </a:lnTo>
                    <a:lnTo>
                      <a:pt x="157" y="158"/>
                    </a:lnTo>
                    <a:lnTo>
                      <a:pt x="152" y="152"/>
                    </a:lnTo>
                    <a:lnTo>
                      <a:pt x="145" y="139"/>
                    </a:lnTo>
                    <a:lnTo>
                      <a:pt x="137" y="128"/>
                    </a:lnTo>
                    <a:lnTo>
                      <a:pt x="130" y="119"/>
                    </a:lnTo>
                    <a:lnTo>
                      <a:pt x="124" y="109"/>
                    </a:lnTo>
                    <a:lnTo>
                      <a:pt x="118" y="102"/>
                    </a:lnTo>
                    <a:lnTo>
                      <a:pt x="112" y="93"/>
                    </a:lnTo>
                    <a:lnTo>
                      <a:pt x="107" y="86"/>
                    </a:lnTo>
                    <a:lnTo>
                      <a:pt x="102" y="80"/>
                    </a:lnTo>
                    <a:lnTo>
                      <a:pt x="97" y="73"/>
                    </a:lnTo>
                    <a:lnTo>
                      <a:pt x="92" y="65"/>
                    </a:lnTo>
                    <a:lnTo>
                      <a:pt x="89" y="57"/>
                    </a:lnTo>
                    <a:lnTo>
                      <a:pt x="85" y="48"/>
                    </a:lnTo>
                    <a:lnTo>
                      <a:pt x="83" y="38"/>
                    </a:lnTo>
                    <a:lnTo>
                      <a:pt x="79" y="28"/>
                    </a:lnTo>
                    <a:lnTo>
                      <a:pt x="77" y="15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4" y="11"/>
                    </a:lnTo>
                    <a:lnTo>
                      <a:pt x="74" y="23"/>
                    </a:lnTo>
                    <a:lnTo>
                      <a:pt x="74" y="35"/>
                    </a:lnTo>
                    <a:lnTo>
                      <a:pt x="73" y="47"/>
                    </a:lnTo>
                    <a:lnTo>
                      <a:pt x="72" y="59"/>
                    </a:lnTo>
                    <a:lnTo>
                      <a:pt x="69" y="73"/>
                    </a:lnTo>
                    <a:lnTo>
                      <a:pt x="66" y="86"/>
                    </a:lnTo>
                    <a:lnTo>
                      <a:pt x="62" y="98"/>
                    </a:lnTo>
                    <a:lnTo>
                      <a:pt x="57" y="112"/>
                    </a:lnTo>
                    <a:lnTo>
                      <a:pt x="51" y="124"/>
                    </a:lnTo>
                    <a:lnTo>
                      <a:pt x="45" y="136"/>
                    </a:lnTo>
                    <a:lnTo>
                      <a:pt x="38" y="147"/>
                    </a:lnTo>
                    <a:lnTo>
                      <a:pt x="31" y="158"/>
                    </a:lnTo>
                    <a:lnTo>
                      <a:pt x="22" y="169"/>
                    </a:lnTo>
                    <a:lnTo>
                      <a:pt x="11" y="177"/>
                    </a:lnTo>
                    <a:lnTo>
                      <a:pt x="1" y="185"/>
                    </a:lnTo>
                    <a:lnTo>
                      <a:pt x="1" y="181"/>
                    </a:lnTo>
                    <a:close/>
                  </a:path>
                </a:pathLst>
              </a:custGeom>
              <a:solidFill>
                <a:srgbClr val="CCB2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2" name="Freeform 345"/>
              <p:cNvSpPr>
                <a:spLocks/>
              </p:cNvSpPr>
              <p:nvPr/>
            </p:nvSpPr>
            <p:spPr bwMode="auto">
              <a:xfrm>
                <a:off x="585" y="1761"/>
                <a:ext cx="72" cy="79"/>
              </a:xfrm>
              <a:custGeom>
                <a:avLst/>
                <a:gdLst>
                  <a:gd name="T0" fmla="*/ 287 w 287"/>
                  <a:gd name="T1" fmla="*/ 310 h 314"/>
                  <a:gd name="T2" fmla="*/ 230 w 287"/>
                  <a:gd name="T3" fmla="*/ 270 h 314"/>
                  <a:gd name="T4" fmla="*/ 183 w 287"/>
                  <a:gd name="T5" fmla="*/ 232 h 314"/>
                  <a:gd name="T6" fmla="*/ 143 w 287"/>
                  <a:gd name="T7" fmla="*/ 198 h 314"/>
                  <a:gd name="T8" fmla="*/ 108 w 287"/>
                  <a:gd name="T9" fmla="*/ 168 h 314"/>
                  <a:gd name="T10" fmla="*/ 80 w 287"/>
                  <a:gd name="T11" fmla="*/ 139 h 314"/>
                  <a:gd name="T12" fmla="*/ 57 w 287"/>
                  <a:gd name="T13" fmla="*/ 114 h 314"/>
                  <a:gd name="T14" fmla="*/ 40 w 287"/>
                  <a:gd name="T15" fmla="*/ 91 h 314"/>
                  <a:gd name="T16" fmla="*/ 27 w 287"/>
                  <a:gd name="T17" fmla="*/ 71 h 314"/>
                  <a:gd name="T18" fmla="*/ 17 w 287"/>
                  <a:gd name="T19" fmla="*/ 54 h 314"/>
                  <a:gd name="T20" fmla="*/ 11 w 287"/>
                  <a:gd name="T21" fmla="*/ 39 h 314"/>
                  <a:gd name="T22" fmla="*/ 7 w 287"/>
                  <a:gd name="T23" fmla="*/ 28 h 314"/>
                  <a:gd name="T24" fmla="*/ 6 w 287"/>
                  <a:gd name="T25" fmla="*/ 19 h 314"/>
                  <a:gd name="T26" fmla="*/ 5 w 287"/>
                  <a:gd name="T27" fmla="*/ 11 h 314"/>
                  <a:gd name="T28" fmla="*/ 6 w 287"/>
                  <a:gd name="T29" fmla="*/ 6 h 314"/>
                  <a:gd name="T30" fmla="*/ 6 w 287"/>
                  <a:gd name="T31" fmla="*/ 4 h 314"/>
                  <a:gd name="T32" fmla="*/ 6 w 287"/>
                  <a:gd name="T33" fmla="*/ 3 h 314"/>
                  <a:gd name="T34" fmla="*/ 1 w 287"/>
                  <a:gd name="T35" fmla="*/ 2 h 314"/>
                  <a:gd name="T36" fmla="*/ 0 w 287"/>
                  <a:gd name="T37" fmla="*/ 3 h 314"/>
                  <a:gd name="T38" fmla="*/ 0 w 287"/>
                  <a:gd name="T39" fmla="*/ 8 h 314"/>
                  <a:gd name="T40" fmla="*/ 0 w 287"/>
                  <a:gd name="T41" fmla="*/ 15 h 314"/>
                  <a:gd name="T42" fmla="*/ 1 w 287"/>
                  <a:gd name="T43" fmla="*/ 23 h 314"/>
                  <a:gd name="T44" fmla="*/ 3 w 287"/>
                  <a:gd name="T45" fmla="*/ 36 h 314"/>
                  <a:gd name="T46" fmla="*/ 10 w 287"/>
                  <a:gd name="T47" fmla="*/ 49 h 314"/>
                  <a:gd name="T48" fmla="*/ 17 w 287"/>
                  <a:gd name="T49" fmla="*/ 65 h 314"/>
                  <a:gd name="T50" fmla="*/ 29 w 287"/>
                  <a:gd name="T51" fmla="*/ 84 h 314"/>
                  <a:gd name="T52" fmla="*/ 45 w 287"/>
                  <a:gd name="T53" fmla="*/ 106 h 314"/>
                  <a:gd name="T54" fmla="*/ 64 w 287"/>
                  <a:gd name="T55" fmla="*/ 130 h 314"/>
                  <a:gd name="T56" fmla="*/ 90 w 287"/>
                  <a:gd name="T57" fmla="*/ 157 h 314"/>
                  <a:gd name="T58" fmla="*/ 120 w 287"/>
                  <a:gd name="T59" fmla="*/ 187 h 314"/>
                  <a:gd name="T60" fmla="*/ 159 w 287"/>
                  <a:gd name="T61" fmla="*/ 219 h 314"/>
                  <a:gd name="T62" fmla="*/ 202 w 287"/>
                  <a:gd name="T63" fmla="*/ 255 h 314"/>
                  <a:gd name="T64" fmla="*/ 255 w 287"/>
                  <a:gd name="T65" fmla="*/ 294 h 314"/>
                  <a:gd name="T66" fmla="*/ 284 w 287"/>
                  <a:gd name="T67" fmla="*/ 314 h 3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7"/>
                  <a:gd name="T103" fmla="*/ 0 h 314"/>
                  <a:gd name="T104" fmla="*/ 287 w 287"/>
                  <a:gd name="T105" fmla="*/ 314 h 31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7" h="314">
                    <a:moveTo>
                      <a:pt x="287" y="310"/>
                    </a:moveTo>
                    <a:lnTo>
                      <a:pt x="287" y="310"/>
                    </a:lnTo>
                    <a:lnTo>
                      <a:pt x="258" y="289"/>
                    </a:lnTo>
                    <a:lnTo>
                      <a:pt x="230" y="270"/>
                    </a:lnTo>
                    <a:lnTo>
                      <a:pt x="206" y="250"/>
                    </a:lnTo>
                    <a:lnTo>
                      <a:pt x="183" y="232"/>
                    </a:lnTo>
                    <a:lnTo>
                      <a:pt x="161" y="215"/>
                    </a:lnTo>
                    <a:lnTo>
                      <a:pt x="143" y="198"/>
                    </a:lnTo>
                    <a:lnTo>
                      <a:pt x="125" y="182"/>
                    </a:lnTo>
                    <a:lnTo>
                      <a:pt x="108" y="168"/>
                    </a:lnTo>
                    <a:lnTo>
                      <a:pt x="93" y="153"/>
                    </a:lnTo>
                    <a:lnTo>
                      <a:pt x="80" y="139"/>
                    </a:lnTo>
                    <a:lnTo>
                      <a:pt x="68" y="127"/>
                    </a:lnTo>
                    <a:lnTo>
                      <a:pt x="57" y="114"/>
                    </a:lnTo>
                    <a:lnTo>
                      <a:pt x="48" y="102"/>
                    </a:lnTo>
                    <a:lnTo>
                      <a:pt x="40" y="91"/>
                    </a:lnTo>
                    <a:lnTo>
                      <a:pt x="34" y="80"/>
                    </a:lnTo>
                    <a:lnTo>
                      <a:pt x="27" y="71"/>
                    </a:lnTo>
                    <a:lnTo>
                      <a:pt x="22" y="62"/>
                    </a:lnTo>
                    <a:lnTo>
                      <a:pt x="17" y="54"/>
                    </a:lnTo>
                    <a:lnTo>
                      <a:pt x="14" y="46"/>
                    </a:lnTo>
                    <a:lnTo>
                      <a:pt x="11" y="39"/>
                    </a:lnTo>
                    <a:lnTo>
                      <a:pt x="10" y="34"/>
                    </a:lnTo>
                    <a:lnTo>
                      <a:pt x="7" y="28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5"/>
                    </a:lnTo>
                    <a:lnTo>
                      <a:pt x="5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1" y="23"/>
                    </a:lnTo>
                    <a:lnTo>
                      <a:pt x="2" y="30"/>
                    </a:lnTo>
                    <a:lnTo>
                      <a:pt x="3" y="36"/>
                    </a:lnTo>
                    <a:lnTo>
                      <a:pt x="6" y="42"/>
                    </a:lnTo>
                    <a:lnTo>
                      <a:pt x="10" y="49"/>
                    </a:lnTo>
                    <a:lnTo>
                      <a:pt x="12" y="56"/>
                    </a:lnTo>
                    <a:lnTo>
                      <a:pt x="17" y="65"/>
                    </a:lnTo>
                    <a:lnTo>
                      <a:pt x="22" y="74"/>
                    </a:lnTo>
                    <a:lnTo>
                      <a:pt x="29" y="84"/>
                    </a:lnTo>
                    <a:lnTo>
                      <a:pt x="35" y="95"/>
                    </a:lnTo>
                    <a:lnTo>
                      <a:pt x="45" y="106"/>
                    </a:lnTo>
                    <a:lnTo>
                      <a:pt x="53" y="117"/>
                    </a:lnTo>
                    <a:lnTo>
                      <a:pt x="64" y="130"/>
                    </a:lnTo>
                    <a:lnTo>
                      <a:pt x="76" y="143"/>
                    </a:lnTo>
                    <a:lnTo>
                      <a:pt x="90" y="157"/>
                    </a:lnTo>
                    <a:lnTo>
                      <a:pt x="104" y="171"/>
                    </a:lnTo>
                    <a:lnTo>
                      <a:pt x="120" y="187"/>
                    </a:lnTo>
                    <a:lnTo>
                      <a:pt x="138" y="203"/>
                    </a:lnTo>
                    <a:lnTo>
                      <a:pt x="159" y="219"/>
                    </a:lnTo>
                    <a:lnTo>
                      <a:pt x="179" y="237"/>
                    </a:lnTo>
                    <a:lnTo>
                      <a:pt x="202" y="255"/>
                    </a:lnTo>
                    <a:lnTo>
                      <a:pt x="228" y="274"/>
                    </a:lnTo>
                    <a:lnTo>
                      <a:pt x="255" y="294"/>
                    </a:lnTo>
                    <a:lnTo>
                      <a:pt x="284" y="314"/>
                    </a:lnTo>
                    <a:lnTo>
                      <a:pt x="287" y="31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3" name="Freeform 346"/>
              <p:cNvSpPr>
                <a:spLocks/>
              </p:cNvSpPr>
              <p:nvPr/>
            </p:nvSpPr>
            <p:spPr bwMode="auto">
              <a:xfrm>
                <a:off x="656" y="1838"/>
                <a:ext cx="63" cy="123"/>
              </a:xfrm>
              <a:custGeom>
                <a:avLst/>
                <a:gdLst>
                  <a:gd name="T0" fmla="*/ 252 w 252"/>
                  <a:gd name="T1" fmla="*/ 489 h 491"/>
                  <a:gd name="T2" fmla="*/ 240 w 252"/>
                  <a:gd name="T3" fmla="*/ 434 h 491"/>
                  <a:gd name="T4" fmla="*/ 225 w 252"/>
                  <a:gd name="T5" fmla="*/ 380 h 491"/>
                  <a:gd name="T6" fmla="*/ 208 w 252"/>
                  <a:gd name="T7" fmla="*/ 329 h 491"/>
                  <a:gd name="T8" fmla="*/ 189 w 252"/>
                  <a:gd name="T9" fmla="*/ 282 h 491"/>
                  <a:gd name="T10" fmla="*/ 170 w 252"/>
                  <a:gd name="T11" fmla="*/ 240 h 491"/>
                  <a:gd name="T12" fmla="*/ 149 w 252"/>
                  <a:gd name="T13" fmla="*/ 198 h 491"/>
                  <a:gd name="T14" fmla="*/ 127 w 252"/>
                  <a:gd name="T15" fmla="*/ 162 h 491"/>
                  <a:gd name="T16" fmla="*/ 106 w 252"/>
                  <a:gd name="T17" fmla="*/ 128 h 491"/>
                  <a:gd name="T18" fmla="*/ 86 w 252"/>
                  <a:gd name="T19" fmla="*/ 99 h 491"/>
                  <a:gd name="T20" fmla="*/ 68 w 252"/>
                  <a:gd name="T21" fmla="*/ 74 h 491"/>
                  <a:gd name="T22" fmla="*/ 49 w 252"/>
                  <a:gd name="T23" fmla="*/ 52 h 491"/>
                  <a:gd name="T24" fmla="*/ 35 w 252"/>
                  <a:gd name="T25" fmla="*/ 34 h 491"/>
                  <a:gd name="T26" fmla="*/ 22 w 252"/>
                  <a:gd name="T27" fmla="*/ 19 h 491"/>
                  <a:gd name="T28" fmla="*/ 12 w 252"/>
                  <a:gd name="T29" fmla="*/ 8 h 491"/>
                  <a:gd name="T30" fmla="*/ 6 w 252"/>
                  <a:gd name="T31" fmla="*/ 2 h 491"/>
                  <a:gd name="T32" fmla="*/ 3 w 252"/>
                  <a:gd name="T33" fmla="*/ 0 h 491"/>
                  <a:gd name="T34" fmla="*/ 0 w 252"/>
                  <a:gd name="T35" fmla="*/ 4 h 491"/>
                  <a:gd name="T36" fmla="*/ 5 w 252"/>
                  <a:gd name="T37" fmla="*/ 9 h 491"/>
                  <a:gd name="T38" fmla="*/ 12 w 252"/>
                  <a:gd name="T39" fmla="*/ 17 h 491"/>
                  <a:gd name="T40" fmla="*/ 24 w 252"/>
                  <a:gd name="T41" fmla="*/ 30 h 491"/>
                  <a:gd name="T42" fmla="*/ 37 w 252"/>
                  <a:gd name="T43" fmla="*/ 46 h 491"/>
                  <a:gd name="T44" fmla="*/ 54 w 252"/>
                  <a:gd name="T45" fmla="*/ 65 h 491"/>
                  <a:gd name="T46" fmla="*/ 72 w 252"/>
                  <a:gd name="T47" fmla="*/ 89 h 491"/>
                  <a:gd name="T48" fmla="*/ 92 w 252"/>
                  <a:gd name="T49" fmla="*/ 117 h 491"/>
                  <a:gd name="T50" fmla="*/ 113 w 252"/>
                  <a:gd name="T51" fmla="*/ 148 h 491"/>
                  <a:gd name="T52" fmla="*/ 133 w 252"/>
                  <a:gd name="T53" fmla="*/ 183 h 491"/>
                  <a:gd name="T54" fmla="*/ 154 w 252"/>
                  <a:gd name="T55" fmla="*/ 222 h 491"/>
                  <a:gd name="T56" fmla="*/ 174 w 252"/>
                  <a:gd name="T57" fmla="*/ 263 h 491"/>
                  <a:gd name="T58" fmla="*/ 194 w 252"/>
                  <a:gd name="T59" fmla="*/ 308 h 491"/>
                  <a:gd name="T60" fmla="*/ 212 w 252"/>
                  <a:gd name="T61" fmla="*/ 356 h 491"/>
                  <a:gd name="T62" fmla="*/ 228 w 252"/>
                  <a:gd name="T63" fmla="*/ 408 h 491"/>
                  <a:gd name="T64" fmla="*/ 241 w 252"/>
                  <a:gd name="T65" fmla="*/ 462 h 491"/>
                  <a:gd name="T66" fmla="*/ 252 w 252"/>
                  <a:gd name="T67" fmla="*/ 489 h 4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52"/>
                  <a:gd name="T103" fmla="*/ 0 h 491"/>
                  <a:gd name="T104" fmla="*/ 252 w 252"/>
                  <a:gd name="T105" fmla="*/ 491 h 49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52" h="491">
                    <a:moveTo>
                      <a:pt x="246" y="491"/>
                    </a:moveTo>
                    <a:lnTo>
                      <a:pt x="252" y="489"/>
                    </a:lnTo>
                    <a:lnTo>
                      <a:pt x="246" y="460"/>
                    </a:lnTo>
                    <a:lnTo>
                      <a:pt x="240" y="434"/>
                    </a:lnTo>
                    <a:lnTo>
                      <a:pt x="233" y="406"/>
                    </a:lnTo>
                    <a:lnTo>
                      <a:pt x="225" y="380"/>
                    </a:lnTo>
                    <a:lnTo>
                      <a:pt x="217" y="355"/>
                    </a:lnTo>
                    <a:lnTo>
                      <a:pt x="208" y="329"/>
                    </a:lnTo>
                    <a:lnTo>
                      <a:pt x="199" y="305"/>
                    </a:lnTo>
                    <a:lnTo>
                      <a:pt x="189" y="282"/>
                    </a:lnTo>
                    <a:lnTo>
                      <a:pt x="179" y="260"/>
                    </a:lnTo>
                    <a:lnTo>
                      <a:pt x="170" y="240"/>
                    </a:lnTo>
                    <a:lnTo>
                      <a:pt x="159" y="219"/>
                    </a:lnTo>
                    <a:lnTo>
                      <a:pt x="149" y="198"/>
                    </a:lnTo>
                    <a:lnTo>
                      <a:pt x="138" y="180"/>
                    </a:lnTo>
                    <a:lnTo>
                      <a:pt x="127" y="162"/>
                    </a:lnTo>
                    <a:lnTo>
                      <a:pt x="117" y="145"/>
                    </a:lnTo>
                    <a:lnTo>
                      <a:pt x="106" y="128"/>
                    </a:lnTo>
                    <a:lnTo>
                      <a:pt x="97" y="114"/>
                    </a:lnTo>
                    <a:lnTo>
                      <a:pt x="86" y="99"/>
                    </a:lnTo>
                    <a:lnTo>
                      <a:pt x="76" y="86"/>
                    </a:lnTo>
                    <a:lnTo>
                      <a:pt x="68" y="74"/>
                    </a:lnTo>
                    <a:lnTo>
                      <a:pt x="58" y="63"/>
                    </a:lnTo>
                    <a:lnTo>
                      <a:pt x="49" y="52"/>
                    </a:lnTo>
                    <a:lnTo>
                      <a:pt x="42" y="42"/>
                    </a:lnTo>
                    <a:lnTo>
                      <a:pt x="35" y="34"/>
                    </a:lnTo>
                    <a:lnTo>
                      <a:pt x="28" y="25"/>
                    </a:lnTo>
                    <a:lnTo>
                      <a:pt x="22" y="19"/>
                    </a:lnTo>
                    <a:lnTo>
                      <a:pt x="17" y="13"/>
                    </a:lnTo>
                    <a:lnTo>
                      <a:pt x="12" y="8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5" y="9"/>
                    </a:lnTo>
                    <a:lnTo>
                      <a:pt x="8" y="13"/>
                    </a:lnTo>
                    <a:lnTo>
                      <a:pt x="12" y="17"/>
                    </a:lnTo>
                    <a:lnTo>
                      <a:pt x="18" y="23"/>
                    </a:lnTo>
                    <a:lnTo>
                      <a:pt x="24" y="30"/>
                    </a:lnTo>
                    <a:lnTo>
                      <a:pt x="30" y="37"/>
                    </a:lnTo>
                    <a:lnTo>
                      <a:pt x="37" y="46"/>
                    </a:lnTo>
                    <a:lnTo>
                      <a:pt x="46" y="55"/>
                    </a:lnTo>
                    <a:lnTo>
                      <a:pt x="54" y="65"/>
                    </a:lnTo>
                    <a:lnTo>
                      <a:pt x="63" y="77"/>
                    </a:lnTo>
                    <a:lnTo>
                      <a:pt x="72" y="89"/>
                    </a:lnTo>
                    <a:lnTo>
                      <a:pt x="81" y="103"/>
                    </a:lnTo>
                    <a:lnTo>
                      <a:pt x="92" y="117"/>
                    </a:lnTo>
                    <a:lnTo>
                      <a:pt x="102" y="132"/>
                    </a:lnTo>
                    <a:lnTo>
                      <a:pt x="113" y="148"/>
                    </a:lnTo>
                    <a:lnTo>
                      <a:pt x="122" y="166"/>
                    </a:lnTo>
                    <a:lnTo>
                      <a:pt x="133" y="183"/>
                    </a:lnTo>
                    <a:lnTo>
                      <a:pt x="144" y="201"/>
                    </a:lnTo>
                    <a:lnTo>
                      <a:pt x="154" y="222"/>
                    </a:lnTo>
                    <a:lnTo>
                      <a:pt x="165" y="242"/>
                    </a:lnTo>
                    <a:lnTo>
                      <a:pt x="174" y="263"/>
                    </a:lnTo>
                    <a:lnTo>
                      <a:pt x="184" y="285"/>
                    </a:lnTo>
                    <a:lnTo>
                      <a:pt x="194" y="308"/>
                    </a:lnTo>
                    <a:lnTo>
                      <a:pt x="203" y="332"/>
                    </a:lnTo>
                    <a:lnTo>
                      <a:pt x="212" y="356"/>
                    </a:lnTo>
                    <a:lnTo>
                      <a:pt x="220" y="382"/>
                    </a:lnTo>
                    <a:lnTo>
                      <a:pt x="228" y="408"/>
                    </a:lnTo>
                    <a:lnTo>
                      <a:pt x="234" y="435"/>
                    </a:lnTo>
                    <a:lnTo>
                      <a:pt x="241" y="462"/>
                    </a:lnTo>
                    <a:lnTo>
                      <a:pt x="246" y="491"/>
                    </a:lnTo>
                    <a:lnTo>
                      <a:pt x="252" y="489"/>
                    </a:lnTo>
                    <a:lnTo>
                      <a:pt x="246" y="49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4" name="Freeform 347"/>
              <p:cNvSpPr>
                <a:spLocks/>
              </p:cNvSpPr>
              <p:nvPr/>
            </p:nvSpPr>
            <p:spPr bwMode="auto">
              <a:xfrm>
                <a:off x="717" y="1891"/>
                <a:ext cx="11" cy="70"/>
              </a:xfrm>
              <a:custGeom>
                <a:avLst/>
                <a:gdLst>
                  <a:gd name="T0" fmla="*/ 35 w 41"/>
                  <a:gd name="T1" fmla="*/ 0 h 283"/>
                  <a:gd name="T2" fmla="*/ 28 w 41"/>
                  <a:gd name="T3" fmla="*/ 26 h 283"/>
                  <a:gd name="T4" fmla="*/ 20 w 41"/>
                  <a:gd name="T5" fmla="*/ 52 h 283"/>
                  <a:gd name="T6" fmla="*/ 15 w 41"/>
                  <a:gd name="T7" fmla="*/ 78 h 283"/>
                  <a:gd name="T8" fmla="*/ 11 w 41"/>
                  <a:gd name="T9" fmla="*/ 103 h 283"/>
                  <a:gd name="T10" fmla="*/ 7 w 41"/>
                  <a:gd name="T11" fmla="*/ 127 h 283"/>
                  <a:gd name="T12" fmla="*/ 5 w 41"/>
                  <a:gd name="T13" fmla="*/ 151 h 283"/>
                  <a:gd name="T14" fmla="*/ 2 w 41"/>
                  <a:gd name="T15" fmla="*/ 174 h 283"/>
                  <a:gd name="T16" fmla="*/ 1 w 41"/>
                  <a:gd name="T17" fmla="*/ 194 h 283"/>
                  <a:gd name="T18" fmla="*/ 0 w 41"/>
                  <a:gd name="T19" fmla="*/ 214 h 283"/>
                  <a:gd name="T20" fmla="*/ 0 w 41"/>
                  <a:gd name="T21" fmla="*/ 231 h 283"/>
                  <a:gd name="T22" fmla="*/ 0 w 41"/>
                  <a:gd name="T23" fmla="*/ 245 h 283"/>
                  <a:gd name="T24" fmla="*/ 0 w 41"/>
                  <a:gd name="T25" fmla="*/ 257 h 283"/>
                  <a:gd name="T26" fmla="*/ 1 w 41"/>
                  <a:gd name="T27" fmla="*/ 268 h 283"/>
                  <a:gd name="T28" fmla="*/ 1 w 41"/>
                  <a:gd name="T29" fmla="*/ 275 h 283"/>
                  <a:gd name="T30" fmla="*/ 1 w 41"/>
                  <a:gd name="T31" fmla="*/ 280 h 283"/>
                  <a:gd name="T32" fmla="*/ 1 w 41"/>
                  <a:gd name="T33" fmla="*/ 283 h 283"/>
                  <a:gd name="T34" fmla="*/ 7 w 41"/>
                  <a:gd name="T35" fmla="*/ 281 h 283"/>
                  <a:gd name="T36" fmla="*/ 7 w 41"/>
                  <a:gd name="T37" fmla="*/ 278 h 283"/>
                  <a:gd name="T38" fmla="*/ 6 w 41"/>
                  <a:gd name="T39" fmla="*/ 272 h 283"/>
                  <a:gd name="T40" fmla="*/ 6 w 41"/>
                  <a:gd name="T41" fmla="*/ 263 h 283"/>
                  <a:gd name="T42" fmla="*/ 6 w 41"/>
                  <a:gd name="T43" fmla="*/ 251 h 283"/>
                  <a:gd name="T44" fmla="*/ 6 w 41"/>
                  <a:gd name="T45" fmla="*/ 238 h 283"/>
                  <a:gd name="T46" fmla="*/ 6 w 41"/>
                  <a:gd name="T47" fmla="*/ 222 h 283"/>
                  <a:gd name="T48" fmla="*/ 6 w 41"/>
                  <a:gd name="T49" fmla="*/ 204 h 283"/>
                  <a:gd name="T50" fmla="*/ 7 w 41"/>
                  <a:gd name="T51" fmla="*/ 184 h 283"/>
                  <a:gd name="T52" fmla="*/ 8 w 41"/>
                  <a:gd name="T53" fmla="*/ 163 h 283"/>
                  <a:gd name="T54" fmla="*/ 11 w 41"/>
                  <a:gd name="T55" fmla="*/ 141 h 283"/>
                  <a:gd name="T56" fmla="*/ 14 w 41"/>
                  <a:gd name="T57" fmla="*/ 117 h 283"/>
                  <a:gd name="T58" fmla="*/ 18 w 41"/>
                  <a:gd name="T59" fmla="*/ 91 h 283"/>
                  <a:gd name="T60" fmla="*/ 23 w 41"/>
                  <a:gd name="T61" fmla="*/ 66 h 283"/>
                  <a:gd name="T62" fmla="*/ 29 w 41"/>
                  <a:gd name="T63" fmla="*/ 41 h 283"/>
                  <a:gd name="T64" fmla="*/ 37 w 41"/>
                  <a:gd name="T65" fmla="*/ 15 h 283"/>
                  <a:gd name="T66" fmla="*/ 41 w 41"/>
                  <a:gd name="T67" fmla="*/ 1 h 2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1"/>
                  <a:gd name="T103" fmla="*/ 0 h 283"/>
                  <a:gd name="T104" fmla="*/ 41 w 41"/>
                  <a:gd name="T105" fmla="*/ 283 h 28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1" h="283">
                    <a:moveTo>
                      <a:pt x="35" y="0"/>
                    </a:moveTo>
                    <a:lnTo>
                      <a:pt x="35" y="0"/>
                    </a:lnTo>
                    <a:lnTo>
                      <a:pt x="31" y="14"/>
                    </a:lnTo>
                    <a:lnTo>
                      <a:pt x="28" y="26"/>
                    </a:lnTo>
                    <a:lnTo>
                      <a:pt x="24" y="39"/>
                    </a:lnTo>
                    <a:lnTo>
                      <a:pt x="20" y="52"/>
                    </a:lnTo>
                    <a:lnTo>
                      <a:pt x="18" y="66"/>
                    </a:lnTo>
                    <a:lnTo>
                      <a:pt x="15" y="78"/>
                    </a:lnTo>
                    <a:lnTo>
                      <a:pt x="13" y="91"/>
                    </a:lnTo>
                    <a:lnTo>
                      <a:pt x="11" y="103"/>
                    </a:lnTo>
                    <a:lnTo>
                      <a:pt x="8" y="115"/>
                    </a:lnTo>
                    <a:lnTo>
                      <a:pt x="7" y="127"/>
                    </a:lnTo>
                    <a:lnTo>
                      <a:pt x="6" y="140"/>
                    </a:lnTo>
                    <a:lnTo>
                      <a:pt x="5" y="151"/>
                    </a:lnTo>
                    <a:lnTo>
                      <a:pt x="3" y="163"/>
                    </a:lnTo>
                    <a:lnTo>
                      <a:pt x="2" y="174"/>
                    </a:lnTo>
                    <a:lnTo>
                      <a:pt x="1" y="184"/>
                    </a:lnTo>
                    <a:lnTo>
                      <a:pt x="1" y="194"/>
                    </a:lnTo>
                    <a:lnTo>
                      <a:pt x="1" y="204"/>
                    </a:lnTo>
                    <a:lnTo>
                      <a:pt x="0" y="214"/>
                    </a:lnTo>
                    <a:lnTo>
                      <a:pt x="0" y="222"/>
                    </a:lnTo>
                    <a:lnTo>
                      <a:pt x="0" y="231"/>
                    </a:lnTo>
                    <a:lnTo>
                      <a:pt x="0" y="238"/>
                    </a:lnTo>
                    <a:lnTo>
                      <a:pt x="0" y="245"/>
                    </a:lnTo>
                    <a:lnTo>
                      <a:pt x="0" y="251"/>
                    </a:lnTo>
                    <a:lnTo>
                      <a:pt x="0" y="257"/>
                    </a:lnTo>
                    <a:lnTo>
                      <a:pt x="0" y="263"/>
                    </a:lnTo>
                    <a:lnTo>
                      <a:pt x="1" y="268"/>
                    </a:lnTo>
                    <a:lnTo>
                      <a:pt x="1" y="272"/>
                    </a:lnTo>
                    <a:lnTo>
                      <a:pt x="1" y="275"/>
                    </a:lnTo>
                    <a:lnTo>
                      <a:pt x="1" y="279"/>
                    </a:lnTo>
                    <a:lnTo>
                      <a:pt x="1" y="280"/>
                    </a:lnTo>
                    <a:lnTo>
                      <a:pt x="1" y="281"/>
                    </a:lnTo>
                    <a:lnTo>
                      <a:pt x="1" y="283"/>
                    </a:lnTo>
                    <a:lnTo>
                      <a:pt x="7" y="281"/>
                    </a:lnTo>
                    <a:lnTo>
                      <a:pt x="7" y="280"/>
                    </a:lnTo>
                    <a:lnTo>
                      <a:pt x="7" y="278"/>
                    </a:lnTo>
                    <a:lnTo>
                      <a:pt x="7" y="275"/>
                    </a:lnTo>
                    <a:lnTo>
                      <a:pt x="6" y="272"/>
                    </a:lnTo>
                    <a:lnTo>
                      <a:pt x="6" y="268"/>
                    </a:lnTo>
                    <a:lnTo>
                      <a:pt x="6" y="263"/>
                    </a:lnTo>
                    <a:lnTo>
                      <a:pt x="6" y="257"/>
                    </a:lnTo>
                    <a:lnTo>
                      <a:pt x="6" y="251"/>
                    </a:lnTo>
                    <a:lnTo>
                      <a:pt x="6" y="245"/>
                    </a:lnTo>
                    <a:lnTo>
                      <a:pt x="6" y="238"/>
                    </a:lnTo>
                    <a:lnTo>
                      <a:pt x="6" y="231"/>
                    </a:lnTo>
                    <a:lnTo>
                      <a:pt x="6" y="222"/>
                    </a:lnTo>
                    <a:lnTo>
                      <a:pt x="6" y="214"/>
                    </a:lnTo>
                    <a:lnTo>
                      <a:pt x="6" y="204"/>
                    </a:lnTo>
                    <a:lnTo>
                      <a:pt x="7" y="194"/>
                    </a:lnTo>
                    <a:lnTo>
                      <a:pt x="7" y="184"/>
                    </a:lnTo>
                    <a:lnTo>
                      <a:pt x="8" y="174"/>
                    </a:lnTo>
                    <a:lnTo>
                      <a:pt x="8" y="163"/>
                    </a:lnTo>
                    <a:lnTo>
                      <a:pt x="9" y="152"/>
                    </a:lnTo>
                    <a:lnTo>
                      <a:pt x="11" y="141"/>
                    </a:lnTo>
                    <a:lnTo>
                      <a:pt x="13" y="129"/>
                    </a:lnTo>
                    <a:lnTo>
                      <a:pt x="14" y="117"/>
                    </a:lnTo>
                    <a:lnTo>
                      <a:pt x="15" y="104"/>
                    </a:lnTo>
                    <a:lnTo>
                      <a:pt x="18" y="91"/>
                    </a:lnTo>
                    <a:lnTo>
                      <a:pt x="20" y="79"/>
                    </a:lnTo>
                    <a:lnTo>
                      <a:pt x="23" y="66"/>
                    </a:lnTo>
                    <a:lnTo>
                      <a:pt x="26" y="54"/>
                    </a:lnTo>
                    <a:lnTo>
                      <a:pt x="29" y="41"/>
                    </a:lnTo>
                    <a:lnTo>
                      <a:pt x="32" y="28"/>
                    </a:lnTo>
                    <a:lnTo>
                      <a:pt x="37" y="15"/>
                    </a:lnTo>
                    <a:lnTo>
                      <a:pt x="41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5" name="Freeform 348"/>
              <p:cNvSpPr>
                <a:spLocks/>
              </p:cNvSpPr>
              <p:nvPr/>
            </p:nvSpPr>
            <p:spPr bwMode="auto">
              <a:xfrm>
                <a:off x="702" y="1801"/>
                <a:ext cx="32" cy="90"/>
              </a:xfrm>
              <a:custGeom>
                <a:avLst/>
                <a:gdLst>
                  <a:gd name="T0" fmla="*/ 0 w 127"/>
                  <a:gd name="T1" fmla="*/ 5 h 360"/>
                  <a:gd name="T2" fmla="*/ 24 w 127"/>
                  <a:gd name="T3" fmla="*/ 23 h 360"/>
                  <a:gd name="T4" fmla="*/ 45 w 127"/>
                  <a:gd name="T5" fmla="*/ 41 h 360"/>
                  <a:gd name="T6" fmla="*/ 63 w 127"/>
                  <a:gd name="T7" fmla="*/ 61 h 360"/>
                  <a:gd name="T8" fmla="*/ 79 w 127"/>
                  <a:gd name="T9" fmla="*/ 80 h 360"/>
                  <a:gd name="T10" fmla="*/ 91 w 127"/>
                  <a:gd name="T11" fmla="*/ 100 h 360"/>
                  <a:gd name="T12" fmla="*/ 102 w 127"/>
                  <a:gd name="T13" fmla="*/ 122 h 360"/>
                  <a:gd name="T14" fmla="*/ 110 w 127"/>
                  <a:gd name="T15" fmla="*/ 142 h 360"/>
                  <a:gd name="T16" fmla="*/ 117 w 127"/>
                  <a:gd name="T17" fmla="*/ 164 h 360"/>
                  <a:gd name="T18" fmla="*/ 120 w 127"/>
                  <a:gd name="T19" fmla="*/ 187 h 360"/>
                  <a:gd name="T20" fmla="*/ 121 w 127"/>
                  <a:gd name="T21" fmla="*/ 210 h 360"/>
                  <a:gd name="T22" fmla="*/ 121 w 127"/>
                  <a:gd name="T23" fmla="*/ 233 h 360"/>
                  <a:gd name="T24" fmla="*/ 120 w 127"/>
                  <a:gd name="T25" fmla="*/ 257 h 360"/>
                  <a:gd name="T26" fmla="*/ 117 w 127"/>
                  <a:gd name="T27" fmla="*/ 282 h 360"/>
                  <a:gd name="T28" fmla="*/ 110 w 127"/>
                  <a:gd name="T29" fmla="*/ 307 h 360"/>
                  <a:gd name="T30" fmla="*/ 104 w 127"/>
                  <a:gd name="T31" fmla="*/ 332 h 360"/>
                  <a:gd name="T32" fmla="*/ 96 w 127"/>
                  <a:gd name="T33" fmla="*/ 359 h 360"/>
                  <a:gd name="T34" fmla="*/ 106 w 127"/>
                  <a:gd name="T35" fmla="*/ 347 h 360"/>
                  <a:gd name="T36" fmla="*/ 113 w 127"/>
                  <a:gd name="T37" fmla="*/ 322 h 360"/>
                  <a:gd name="T38" fmla="*/ 119 w 127"/>
                  <a:gd name="T39" fmla="*/ 295 h 360"/>
                  <a:gd name="T40" fmla="*/ 124 w 127"/>
                  <a:gd name="T41" fmla="*/ 271 h 360"/>
                  <a:gd name="T42" fmla="*/ 126 w 127"/>
                  <a:gd name="T43" fmla="*/ 245 h 360"/>
                  <a:gd name="T44" fmla="*/ 127 w 127"/>
                  <a:gd name="T45" fmla="*/ 222 h 360"/>
                  <a:gd name="T46" fmla="*/ 126 w 127"/>
                  <a:gd name="T47" fmla="*/ 198 h 360"/>
                  <a:gd name="T48" fmla="*/ 124 w 127"/>
                  <a:gd name="T49" fmla="*/ 175 h 360"/>
                  <a:gd name="T50" fmla="*/ 119 w 127"/>
                  <a:gd name="T51" fmla="*/ 152 h 360"/>
                  <a:gd name="T52" fmla="*/ 112 w 127"/>
                  <a:gd name="T53" fmla="*/ 130 h 360"/>
                  <a:gd name="T54" fmla="*/ 102 w 127"/>
                  <a:gd name="T55" fmla="*/ 108 h 360"/>
                  <a:gd name="T56" fmla="*/ 90 w 127"/>
                  <a:gd name="T57" fmla="*/ 88 h 360"/>
                  <a:gd name="T58" fmla="*/ 75 w 127"/>
                  <a:gd name="T59" fmla="*/ 67 h 360"/>
                  <a:gd name="T60" fmla="*/ 58 w 127"/>
                  <a:gd name="T61" fmla="*/ 48 h 360"/>
                  <a:gd name="T62" fmla="*/ 39 w 127"/>
                  <a:gd name="T63" fmla="*/ 28 h 360"/>
                  <a:gd name="T64" fmla="*/ 16 w 127"/>
                  <a:gd name="T65" fmla="*/ 9 h 360"/>
                  <a:gd name="T66" fmla="*/ 4 w 127"/>
                  <a:gd name="T67" fmla="*/ 0 h 3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7"/>
                  <a:gd name="T103" fmla="*/ 0 h 360"/>
                  <a:gd name="T104" fmla="*/ 127 w 127"/>
                  <a:gd name="T105" fmla="*/ 360 h 3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7" h="360">
                    <a:moveTo>
                      <a:pt x="0" y="5"/>
                    </a:moveTo>
                    <a:lnTo>
                      <a:pt x="0" y="5"/>
                    </a:lnTo>
                    <a:lnTo>
                      <a:pt x="13" y="14"/>
                    </a:lnTo>
                    <a:lnTo>
                      <a:pt x="24" y="23"/>
                    </a:lnTo>
                    <a:lnTo>
                      <a:pt x="35" y="32"/>
                    </a:lnTo>
                    <a:lnTo>
                      <a:pt x="45" y="41"/>
                    </a:lnTo>
                    <a:lnTo>
                      <a:pt x="55" y="51"/>
                    </a:lnTo>
                    <a:lnTo>
                      <a:pt x="63" y="61"/>
                    </a:lnTo>
                    <a:lnTo>
                      <a:pt x="72" y="71"/>
                    </a:lnTo>
                    <a:lnTo>
                      <a:pt x="79" y="80"/>
                    </a:lnTo>
                    <a:lnTo>
                      <a:pt x="85" y="90"/>
                    </a:lnTo>
                    <a:lnTo>
                      <a:pt x="91" y="100"/>
                    </a:lnTo>
                    <a:lnTo>
                      <a:pt x="97" y="111"/>
                    </a:lnTo>
                    <a:lnTo>
                      <a:pt x="102" y="122"/>
                    </a:lnTo>
                    <a:lnTo>
                      <a:pt x="106" y="132"/>
                    </a:lnTo>
                    <a:lnTo>
                      <a:pt x="110" y="142"/>
                    </a:lnTo>
                    <a:lnTo>
                      <a:pt x="113" y="153"/>
                    </a:lnTo>
                    <a:lnTo>
                      <a:pt x="117" y="164"/>
                    </a:lnTo>
                    <a:lnTo>
                      <a:pt x="118" y="176"/>
                    </a:lnTo>
                    <a:lnTo>
                      <a:pt x="120" y="187"/>
                    </a:lnTo>
                    <a:lnTo>
                      <a:pt x="121" y="199"/>
                    </a:lnTo>
                    <a:lnTo>
                      <a:pt x="121" y="210"/>
                    </a:lnTo>
                    <a:lnTo>
                      <a:pt x="121" y="222"/>
                    </a:lnTo>
                    <a:lnTo>
                      <a:pt x="121" y="233"/>
                    </a:lnTo>
                    <a:lnTo>
                      <a:pt x="121" y="245"/>
                    </a:lnTo>
                    <a:lnTo>
                      <a:pt x="120" y="257"/>
                    </a:lnTo>
                    <a:lnTo>
                      <a:pt x="118" y="269"/>
                    </a:lnTo>
                    <a:lnTo>
                      <a:pt x="117" y="282"/>
                    </a:lnTo>
                    <a:lnTo>
                      <a:pt x="114" y="295"/>
                    </a:lnTo>
                    <a:lnTo>
                      <a:pt x="110" y="307"/>
                    </a:lnTo>
                    <a:lnTo>
                      <a:pt x="108" y="319"/>
                    </a:lnTo>
                    <a:lnTo>
                      <a:pt x="104" y="332"/>
                    </a:lnTo>
                    <a:lnTo>
                      <a:pt x="101" y="346"/>
                    </a:lnTo>
                    <a:lnTo>
                      <a:pt x="96" y="359"/>
                    </a:lnTo>
                    <a:lnTo>
                      <a:pt x="102" y="360"/>
                    </a:lnTo>
                    <a:lnTo>
                      <a:pt x="106" y="347"/>
                    </a:lnTo>
                    <a:lnTo>
                      <a:pt x="110" y="334"/>
                    </a:lnTo>
                    <a:lnTo>
                      <a:pt x="113" y="322"/>
                    </a:lnTo>
                    <a:lnTo>
                      <a:pt x="117" y="308"/>
                    </a:lnTo>
                    <a:lnTo>
                      <a:pt x="119" y="295"/>
                    </a:lnTo>
                    <a:lnTo>
                      <a:pt x="121" y="283"/>
                    </a:lnTo>
                    <a:lnTo>
                      <a:pt x="124" y="271"/>
                    </a:lnTo>
                    <a:lnTo>
                      <a:pt x="125" y="259"/>
                    </a:lnTo>
                    <a:lnTo>
                      <a:pt x="126" y="245"/>
                    </a:lnTo>
                    <a:lnTo>
                      <a:pt x="127" y="233"/>
                    </a:lnTo>
                    <a:lnTo>
                      <a:pt x="127" y="222"/>
                    </a:lnTo>
                    <a:lnTo>
                      <a:pt x="127" y="210"/>
                    </a:lnTo>
                    <a:lnTo>
                      <a:pt x="126" y="198"/>
                    </a:lnTo>
                    <a:lnTo>
                      <a:pt x="125" y="186"/>
                    </a:lnTo>
                    <a:lnTo>
                      <a:pt x="124" y="175"/>
                    </a:lnTo>
                    <a:lnTo>
                      <a:pt x="121" y="164"/>
                    </a:lnTo>
                    <a:lnTo>
                      <a:pt x="119" y="152"/>
                    </a:lnTo>
                    <a:lnTo>
                      <a:pt x="115" y="141"/>
                    </a:lnTo>
                    <a:lnTo>
                      <a:pt x="112" y="130"/>
                    </a:lnTo>
                    <a:lnTo>
                      <a:pt x="107" y="119"/>
                    </a:lnTo>
                    <a:lnTo>
                      <a:pt x="102" y="108"/>
                    </a:lnTo>
                    <a:lnTo>
                      <a:pt x="96" y="97"/>
                    </a:lnTo>
                    <a:lnTo>
                      <a:pt x="90" y="88"/>
                    </a:lnTo>
                    <a:lnTo>
                      <a:pt x="84" y="77"/>
                    </a:lnTo>
                    <a:lnTo>
                      <a:pt x="75" y="67"/>
                    </a:lnTo>
                    <a:lnTo>
                      <a:pt x="67" y="56"/>
                    </a:lnTo>
                    <a:lnTo>
                      <a:pt x="58" y="48"/>
                    </a:lnTo>
                    <a:lnTo>
                      <a:pt x="49" y="38"/>
                    </a:lnTo>
                    <a:lnTo>
                      <a:pt x="39" y="28"/>
                    </a:lnTo>
                    <a:lnTo>
                      <a:pt x="28" y="18"/>
                    </a:lnTo>
                    <a:lnTo>
                      <a:pt x="16" y="9"/>
                    </a:lnTo>
                    <a:lnTo>
                      <a:pt x="4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6" name="Freeform 349"/>
              <p:cNvSpPr>
                <a:spLocks/>
              </p:cNvSpPr>
              <p:nvPr/>
            </p:nvSpPr>
            <p:spPr bwMode="auto">
              <a:xfrm>
                <a:off x="623" y="1754"/>
                <a:ext cx="80" cy="48"/>
              </a:xfrm>
              <a:custGeom>
                <a:avLst/>
                <a:gdLst>
                  <a:gd name="T0" fmla="*/ 0 w 321"/>
                  <a:gd name="T1" fmla="*/ 3 h 193"/>
                  <a:gd name="T2" fmla="*/ 10 w 321"/>
                  <a:gd name="T3" fmla="*/ 15 h 193"/>
                  <a:gd name="T4" fmla="*/ 21 w 321"/>
                  <a:gd name="T5" fmla="*/ 27 h 193"/>
                  <a:gd name="T6" fmla="*/ 34 w 321"/>
                  <a:gd name="T7" fmla="*/ 38 h 193"/>
                  <a:gd name="T8" fmla="*/ 49 w 321"/>
                  <a:gd name="T9" fmla="*/ 48 h 193"/>
                  <a:gd name="T10" fmla="*/ 66 w 321"/>
                  <a:gd name="T11" fmla="*/ 57 h 193"/>
                  <a:gd name="T12" fmla="*/ 84 w 321"/>
                  <a:gd name="T13" fmla="*/ 67 h 193"/>
                  <a:gd name="T14" fmla="*/ 104 w 321"/>
                  <a:gd name="T15" fmla="*/ 77 h 193"/>
                  <a:gd name="T16" fmla="*/ 124 w 321"/>
                  <a:gd name="T17" fmla="*/ 88 h 193"/>
                  <a:gd name="T18" fmla="*/ 146 w 321"/>
                  <a:gd name="T19" fmla="*/ 97 h 193"/>
                  <a:gd name="T20" fmla="*/ 169 w 321"/>
                  <a:gd name="T21" fmla="*/ 108 h 193"/>
                  <a:gd name="T22" fmla="*/ 192 w 321"/>
                  <a:gd name="T23" fmla="*/ 120 h 193"/>
                  <a:gd name="T24" fmla="*/ 216 w 321"/>
                  <a:gd name="T25" fmla="*/ 132 h 193"/>
                  <a:gd name="T26" fmla="*/ 242 w 321"/>
                  <a:gd name="T27" fmla="*/ 146 h 193"/>
                  <a:gd name="T28" fmla="*/ 266 w 321"/>
                  <a:gd name="T29" fmla="*/ 160 h 193"/>
                  <a:gd name="T30" fmla="*/ 292 w 321"/>
                  <a:gd name="T31" fmla="*/ 176 h 193"/>
                  <a:gd name="T32" fmla="*/ 317 w 321"/>
                  <a:gd name="T33" fmla="*/ 193 h 193"/>
                  <a:gd name="T34" fmla="*/ 307 w 321"/>
                  <a:gd name="T35" fmla="*/ 180 h 193"/>
                  <a:gd name="T36" fmla="*/ 282 w 321"/>
                  <a:gd name="T37" fmla="*/ 163 h 193"/>
                  <a:gd name="T38" fmla="*/ 256 w 321"/>
                  <a:gd name="T39" fmla="*/ 148 h 193"/>
                  <a:gd name="T40" fmla="*/ 231 w 321"/>
                  <a:gd name="T41" fmla="*/ 135 h 193"/>
                  <a:gd name="T42" fmla="*/ 207 w 321"/>
                  <a:gd name="T43" fmla="*/ 122 h 193"/>
                  <a:gd name="T44" fmla="*/ 184 w 321"/>
                  <a:gd name="T45" fmla="*/ 109 h 193"/>
                  <a:gd name="T46" fmla="*/ 159 w 321"/>
                  <a:gd name="T47" fmla="*/ 99 h 193"/>
                  <a:gd name="T48" fmla="*/ 138 w 321"/>
                  <a:gd name="T49" fmla="*/ 88 h 193"/>
                  <a:gd name="T50" fmla="*/ 116 w 321"/>
                  <a:gd name="T51" fmla="*/ 78 h 193"/>
                  <a:gd name="T52" fmla="*/ 96 w 321"/>
                  <a:gd name="T53" fmla="*/ 67 h 193"/>
                  <a:gd name="T54" fmla="*/ 77 w 321"/>
                  <a:gd name="T55" fmla="*/ 57 h 193"/>
                  <a:gd name="T56" fmla="*/ 60 w 321"/>
                  <a:gd name="T57" fmla="*/ 48 h 193"/>
                  <a:gd name="T58" fmla="*/ 45 w 321"/>
                  <a:gd name="T59" fmla="*/ 38 h 193"/>
                  <a:gd name="T60" fmla="*/ 31 w 321"/>
                  <a:gd name="T61" fmla="*/ 28 h 193"/>
                  <a:gd name="T62" fmla="*/ 20 w 321"/>
                  <a:gd name="T63" fmla="*/ 17 h 193"/>
                  <a:gd name="T64" fmla="*/ 10 w 321"/>
                  <a:gd name="T65" fmla="*/ 6 h 193"/>
                  <a:gd name="T66" fmla="*/ 5 w 321"/>
                  <a:gd name="T67" fmla="*/ 0 h 19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93"/>
                  <a:gd name="T104" fmla="*/ 321 w 321"/>
                  <a:gd name="T105" fmla="*/ 193 h 19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93">
                    <a:moveTo>
                      <a:pt x="0" y="3"/>
                    </a:moveTo>
                    <a:lnTo>
                      <a:pt x="0" y="3"/>
                    </a:lnTo>
                    <a:lnTo>
                      <a:pt x="5" y="9"/>
                    </a:lnTo>
                    <a:lnTo>
                      <a:pt x="10" y="15"/>
                    </a:lnTo>
                    <a:lnTo>
                      <a:pt x="15" y="21"/>
                    </a:lnTo>
                    <a:lnTo>
                      <a:pt x="21" y="27"/>
                    </a:lnTo>
                    <a:lnTo>
                      <a:pt x="27" y="32"/>
                    </a:lnTo>
                    <a:lnTo>
                      <a:pt x="34" y="38"/>
                    </a:lnTo>
                    <a:lnTo>
                      <a:pt x="42" y="43"/>
                    </a:lnTo>
                    <a:lnTo>
                      <a:pt x="49" y="48"/>
                    </a:lnTo>
                    <a:lnTo>
                      <a:pt x="57" y="52"/>
                    </a:lnTo>
                    <a:lnTo>
                      <a:pt x="66" y="57"/>
                    </a:lnTo>
                    <a:lnTo>
                      <a:pt x="74" y="62"/>
                    </a:lnTo>
                    <a:lnTo>
                      <a:pt x="84" y="67"/>
                    </a:lnTo>
                    <a:lnTo>
                      <a:pt x="94" y="72"/>
                    </a:lnTo>
                    <a:lnTo>
                      <a:pt x="104" y="77"/>
                    </a:lnTo>
                    <a:lnTo>
                      <a:pt x="113" y="83"/>
                    </a:lnTo>
                    <a:lnTo>
                      <a:pt x="124" y="88"/>
                    </a:lnTo>
                    <a:lnTo>
                      <a:pt x="135" y="92"/>
                    </a:lnTo>
                    <a:lnTo>
                      <a:pt x="146" y="97"/>
                    </a:lnTo>
                    <a:lnTo>
                      <a:pt x="157" y="103"/>
                    </a:lnTo>
                    <a:lnTo>
                      <a:pt x="169" y="108"/>
                    </a:lnTo>
                    <a:lnTo>
                      <a:pt x="181" y="114"/>
                    </a:lnTo>
                    <a:lnTo>
                      <a:pt x="192" y="120"/>
                    </a:lnTo>
                    <a:lnTo>
                      <a:pt x="204" y="126"/>
                    </a:lnTo>
                    <a:lnTo>
                      <a:pt x="216" y="132"/>
                    </a:lnTo>
                    <a:lnTo>
                      <a:pt x="229" y="140"/>
                    </a:lnTo>
                    <a:lnTo>
                      <a:pt x="242" y="146"/>
                    </a:lnTo>
                    <a:lnTo>
                      <a:pt x="254" y="153"/>
                    </a:lnTo>
                    <a:lnTo>
                      <a:pt x="266" y="160"/>
                    </a:lnTo>
                    <a:lnTo>
                      <a:pt x="279" y="168"/>
                    </a:lnTo>
                    <a:lnTo>
                      <a:pt x="292" y="176"/>
                    </a:lnTo>
                    <a:lnTo>
                      <a:pt x="305" y="185"/>
                    </a:lnTo>
                    <a:lnTo>
                      <a:pt x="317" y="193"/>
                    </a:lnTo>
                    <a:lnTo>
                      <a:pt x="321" y="188"/>
                    </a:lnTo>
                    <a:lnTo>
                      <a:pt x="307" y="180"/>
                    </a:lnTo>
                    <a:lnTo>
                      <a:pt x="295" y="171"/>
                    </a:lnTo>
                    <a:lnTo>
                      <a:pt x="282" y="163"/>
                    </a:lnTo>
                    <a:lnTo>
                      <a:pt x="270" y="156"/>
                    </a:lnTo>
                    <a:lnTo>
                      <a:pt x="256" y="148"/>
                    </a:lnTo>
                    <a:lnTo>
                      <a:pt x="244" y="141"/>
                    </a:lnTo>
                    <a:lnTo>
                      <a:pt x="231" y="135"/>
                    </a:lnTo>
                    <a:lnTo>
                      <a:pt x="219" y="128"/>
                    </a:lnTo>
                    <a:lnTo>
                      <a:pt x="207" y="122"/>
                    </a:lnTo>
                    <a:lnTo>
                      <a:pt x="195" y="116"/>
                    </a:lnTo>
                    <a:lnTo>
                      <a:pt x="184" y="109"/>
                    </a:lnTo>
                    <a:lnTo>
                      <a:pt x="172" y="103"/>
                    </a:lnTo>
                    <a:lnTo>
                      <a:pt x="159" y="99"/>
                    </a:lnTo>
                    <a:lnTo>
                      <a:pt x="148" y="92"/>
                    </a:lnTo>
                    <a:lnTo>
                      <a:pt x="138" y="88"/>
                    </a:lnTo>
                    <a:lnTo>
                      <a:pt x="127" y="83"/>
                    </a:lnTo>
                    <a:lnTo>
                      <a:pt x="116" y="78"/>
                    </a:lnTo>
                    <a:lnTo>
                      <a:pt x="106" y="72"/>
                    </a:lnTo>
                    <a:lnTo>
                      <a:pt x="96" y="67"/>
                    </a:lnTo>
                    <a:lnTo>
                      <a:pt x="87" y="63"/>
                    </a:lnTo>
                    <a:lnTo>
                      <a:pt x="77" y="57"/>
                    </a:lnTo>
                    <a:lnTo>
                      <a:pt x="68" y="52"/>
                    </a:lnTo>
                    <a:lnTo>
                      <a:pt x="60" y="48"/>
                    </a:lnTo>
                    <a:lnTo>
                      <a:pt x="53" y="43"/>
                    </a:lnTo>
                    <a:lnTo>
                      <a:pt x="45" y="38"/>
                    </a:lnTo>
                    <a:lnTo>
                      <a:pt x="38" y="33"/>
                    </a:lnTo>
                    <a:lnTo>
                      <a:pt x="31" y="28"/>
                    </a:lnTo>
                    <a:lnTo>
                      <a:pt x="25" y="22"/>
                    </a:lnTo>
                    <a:lnTo>
                      <a:pt x="20" y="17"/>
                    </a:lnTo>
                    <a:lnTo>
                      <a:pt x="14" y="11"/>
                    </a:lnTo>
                    <a:lnTo>
                      <a:pt x="10" y="6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7" name="Freeform 350"/>
              <p:cNvSpPr>
                <a:spLocks/>
              </p:cNvSpPr>
              <p:nvPr/>
            </p:nvSpPr>
            <p:spPr bwMode="auto">
              <a:xfrm>
                <a:off x="604" y="1716"/>
                <a:ext cx="20" cy="38"/>
              </a:xfrm>
              <a:custGeom>
                <a:avLst/>
                <a:gdLst>
                  <a:gd name="T0" fmla="*/ 1 w 82"/>
                  <a:gd name="T1" fmla="*/ 5 h 154"/>
                  <a:gd name="T2" fmla="*/ 0 w 82"/>
                  <a:gd name="T3" fmla="*/ 2 h 154"/>
                  <a:gd name="T4" fmla="*/ 2 w 82"/>
                  <a:gd name="T5" fmla="*/ 17 h 154"/>
                  <a:gd name="T6" fmla="*/ 5 w 82"/>
                  <a:gd name="T7" fmla="*/ 29 h 154"/>
                  <a:gd name="T8" fmla="*/ 8 w 82"/>
                  <a:gd name="T9" fmla="*/ 40 h 154"/>
                  <a:gd name="T10" fmla="*/ 11 w 82"/>
                  <a:gd name="T11" fmla="*/ 49 h 154"/>
                  <a:gd name="T12" fmla="*/ 14 w 82"/>
                  <a:gd name="T13" fmla="*/ 59 h 154"/>
                  <a:gd name="T14" fmla="*/ 18 w 82"/>
                  <a:gd name="T15" fmla="*/ 68 h 154"/>
                  <a:gd name="T16" fmla="*/ 23 w 82"/>
                  <a:gd name="T17" fmla="*/ 75 h 154"/>
                  <a:gd name="T18" fmla="*/ 28 w 82"/>
                  <a:gd name="T19" fmla="*/ 82 h 154"/>
                  <a:gd name="T20" fmla="*/ 33 w 82"/>
                  <a:gd name="T21" fmla="*/ 89 h 154"/>
                  <a:gd name="T22" fmla="*/ 37 w 82"/>
                  <a:gd name="T23" fmla="*/ 97 h 154"/>
                  <a:gd name="T24" fmla="*/ 44 w 82"/>
                  <a:gd name="T25" fmla="*/ 104 h 154"/>
                  <a:gd name="T26" fmla="*/ 50 w 82"/>
                  <a:gd name="T27" fmla="*/ 113 h 154"/>
                  <a:gd name="T28" fmla="*/ 56 w 82"/>
                  <a:gd name="T29" fmla="*/ 121 h 154"/>
                  <a:gd name="T30" fmla="*/ 63 w 82"/>
                  <a:gd name="T31" fmla="*/ 131 h 154"/>
                  <a:gd name="T32" fmla="*/ 70 w 82"/>
                  <a:gd name="T33" fmla="*/ 142 h 154"/>
                  <a:gd name="T34" fmla="*/ 77 w 82"/>
                  <a:gd name="T35" fmla="*/ 154 h 154"/>
                  <a:gd name="T36" fmla="*/ 82 w 82"/>
                  <a:gd name="T37" fmla="*/ 151 h 154"/>
                  <a:gd name="T38" fmla="*/ 75 w 82"/>
                  <a:gd name="T39" fmla="*/ 138 h 154"/>
                  <a:gd name="T40" fmla="*/ 68 w 82"/>
                  <a:gd name="T41" fmla="*/ 127 h 154"/>
                  <a:gd name="T42" fmla="*/ 60 w 82"/>
                  <a:gd name="T43" fmla="*/ 117 h 154"/>
                  <a:gd name="T44" fmla="*/ 54 w 82"/>
                  <a:gd name="T45" fmla="*/ 109 h 154"/>
                  <a:gd name="T46" fmla="*/ 48 w 82"/>
                  <a:gd name="T47" fmla="*/ 100 h 154"/>
                  <a:gd name="T48" fmla="*/ 42 w 82"/>
                  <a:gd name="T49" fmla="*/ 93 h 154"/>
                  <a:gd name="T50" fmla="*/ 37 w 82"/>
                  <a:gd name="T51" fmla="*/ 86 h 154"/>
                  <a:gd name="T52" fmla="*/ 33 w 82"/>
                  <a:gd name="T53" fmla="*/ 79 h 154"/>
                  <a:gd name="T54" fmla="*/ 28 w 82"/>
                  <a:gd name="T55" fmla="*/ 71 h 154"/>
                  <a:gd name="T56" fmla="*/ 23 w 82"/>
                  <a:gd name="T57" fmla="*/ 65 h 154"/>
                  <a:gd name="T58" fmla="*/ 19 w 82"/>
                  <a:gd name="T59" fmla="*/ 57 h 154"/>
                  <a:gd name="T60" fmla="*/ 17 w 82"/>
                  <a:gd name="T61" fmla="*/ 48 h 154"/>
                  <a:gd name="T62" fmla="*/ 13 w 82"/>
                  <a:gd name="T63" fmla="*/ 39 h 154"/>
                  <a:gd name="T64" fmla="*/ 11 w 82"/>
                  <a:gd name="T65" fmla="*/ 28 h 154"/>
                  <a:gd name="T66" fmla="*/ 8 w 82"/>
                  <a:gd name="T67" fmla="*/ 16 h 154"/>
                  <a:gd name="T68" fmla="*/ 6 w 82"/>
                  <a:gd name="T69" fmla="*/ 1 h 154"/>
                  <a:gd name="T70" fmla="*/ 5 w 82"/>
                  <a:gd name="T71" fmla="*/ 0 h 154"/>
                  <a:gd name="T72" fmla="*/ 6 w 82"/>
                  <a:gd name="T73" fmla="*/ 1 h 154"/>
                  <a:gd name="T74" fmla="*/ 5 w 82"/>
                  <a:gd name="T75" fmla="*/ 0 h 154"/>
                  <a:gd name="T76" fmla="*/ 5 w 82"/>
                  <a:gd name="T77" fmla="*/ 0 h 154"/>
                  <a:gd name="T78" fmla="*/ 1 w 82"/>
                  <a:gd name="T79" fmla="*/ 5 h 1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2"/>
                  <a:gd name="T121" fmla="*/ 0 h 154"/>
                  <a:gd name="T122" fmla="*/ 82 w 82"/>
                  <a:gd name="T123" fmla="*/ 154 h 15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2" h="154">
                    <a:moveTo>
                      <a:pt x="1" y="5"/>
                    </a:moveTo>
                    <a:lnTo>
                      <a:pt x="0" y="2"/>
                    </a:lnTo>
                    <a:lnTo>
                      <a:pt x="2" y="17"/>
                    </a:lnTo>
                    <a:lnTo>
                      <a:pt x="5" y="29"/>
                    </a:lnTo>
                    <a:lnTo>
                      <a:pt x="8" y="40"/>
                    </a:lnTo>
                    <a:lnTo>
                      <a:pt x="11" y="49"/>
                    </a:lnTo>
                    <a:lnTo>
                      <a:pt x="14" y="59"/>
                    </a:lnTo>
                    <a:lnTo>
                      <a:pt x="18" y="68"/>
                    </a:lnTo>
                    <a:lnTo>
                      <a:pt x="23" y="75"/>
                    </a:lnTo>
                    <a:lnTo>
                      <a:pt x="28" y="82"/>
                    </a:lnTo>
                    <a:lnTo>
                      <a:pt x="33" y="89"/>
                    </a:lnTo>
                    <a:lnTo>
                      <a:pt x="37" y="97"/>
                    </a:lnTo>
                    <a:lnTo>
                      <a:pt x="44" y="104"/>
                    </a:lnTo>
                    <a:lnTo>
                      <a:pt x="50" y="113"/>
                    </a:lnTo>
                    <a:lnTo>
                      <a:pt x="56" y="121"/>
                    </a:lnTo>
                    <a:lnTo>
                      <a:pt x="63" y="131"/>
                    </a:lnTo>
                    <a:lnTo>
                      <a:pt x="70" y="142"/>
                    </a:lnTo>
                    <a:lnTo>
                      <a:pt x="77" y="154"/>
                    </a:lnTo>
                    <a:lnTo>
                      <a:pt x="82" y="151"/>
                    </a:lnTo>
                    <a:lnTo>
                      <a:pt x="75" y="138"/>
                    </a:lnTo>
                    <a:lnTo>
                      <a:pt x="68" y="127"/>
                    </a:lnTo>
                    <a:lnTo>
                      <a:pt x="60" y="117"/>
                    </a:lnTo>
                    <a:lnTo>
                      <a:pt x="54" y="109"/>
                    </a:lnTo>
                    <a:lnTo>
                      <a:pt x="48" y="100"/>
                    </a:lnTo>
                    <a:lnTo>
                      <a:pt x="42" y="93"/>
                    </a:lnTo>
                    <a:lnTo>
                      <a:pt x="37" y="86"/>
                    </a:lnTo>
                    <a:lnTo>
                      <a:pt x="33" y="79"/>
                    </a:lnTo>
                    <a:lnTo>
                      <a:pt x="28" y="71"/>
                    </a:lnTo>
                    <a:lnTo>
                      <a:pt x="23" y="65"/>
                    </a:lnTo>
                    <a:lnTo>
                      <a:pt x="19" y="57"/>
                    </a:lnTo>
                    <a:lnTo>
                      <a:pt x="17" y="48"/>
                    </a:lnTo>
                    <a:lnTo>
                      <a:pt x="13" y="39"/>
                    </a:lnTo>
                    <a:lnTo>
                      <a:pt x="11" y="28"/>
                    </a:lnTo>
                    <a:lnTo>
                      <a:pt x="8" y="16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8" name="Freeform 351"/>
              <p:cNvSpPr>
                <a:spLocks/>
              </p:cNvSpPr>
              <p:nvPr/>
            </p:nvSpPr>
            <p:spPr bwMode="auto">
              <a:xfrm>
                <a:off x="603" y="1715"/>
                <a:ext cx="2" cy="2"/>
              </a:xfrm>
              <a:custGeom>
                <a:avLst/>
                <a:gdLst>
                  <a:gd name="T0" fmla="*/ 8 w 8"/>
                  <a:gd name="T1" fmla="*/ 6 h 10"/>
                  <a:gd name="T2" fmla="*/ 3 w 8"/>
                  <a:gd name="T3" fmla="*/ 8 h 10"/>
                  <a:gd name="T4" fmla="*/ 4 w 8"/>
                  <a:gd name="T5" fmla="*/ 10 h 10"/>
                  <a:gd name="T6" fmla="*/ 8 w 8"/>
                  <a:gd name="T7" fmla="*/ 5 h 10"/>
                  <a:gd name="T8" fmla="*/ 6 w 8"/>
                  <a:gd name="T9" fmla="*/ 4 h 10"/>
                  <a:gd name="T10" fmla="*/ 2 w 8"/>
                  <a:gd name="T11" fmla="*/ 6 h 10"/>
                  <a:gd name="T12" fmla="*/ 6 w 8"/>
                  <a:gd name="T13" fmla="*/ 4 h 10"/>
                  <a:gd name="T14" fmla="*/ 0 w 8"/>
                  <a:gd name="T15" fmla="*/ 0 h 10"/>
                  <a:gd name="T16" fmla="*/ 2 w 8"/>
                  <a:gd name="T17" fmla="*/ 6 h 10"/>
                  <a:gd name="T18" fmla="*/ 8 w 8"/>
                  <a:gd name="T19" fmla="*/ 6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0"/>
                  <a:gd name="T32" fmla="*/ 8 w 8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0">
                    <a:moveTo>
                      <a:pt x="8" y="6"/>
                    </a:moveTo>
                    <a:lnTo>
                      <a:pt x="3" y="8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9" name="Freeform 352"/>
              <p:cNvSpPr>
                <a:spLocks/>
              </p:cNvSpPr>
              <p:nvPr/>
            </p:nvSpPr>
            <p:spPr bwMode="auto">
              <a:xfrm>
                <a:off x="586" y="1716"/>
                <a:ext cx="19" cy="47"/>
              </a:xfrm>
              <a:custGeom>
                <a:avLst/>
                <a:gdLst>
                  <a:gd name="T0" fmla="*/ 4 w 79"/>
                  <a:gd name="T1" fmla="*/ 188 h 188"/>
                  <a:gd name="T2" fmla="*/ 15 w 79"/>
                  <a:gd name="T3" fmla="*/ 179 h 188"/>
                  <a:gd name="T4" fmla="*/ 24 w 79"/>
                  <a:gd name="T5" fmla="*/ 170 h 188"/>
                  <a:gd name="T6" fmla="*/ 34 w 79"/>
                  <a:gd name="T7" fmla="*/ 160 h 188"/>
                  <a:gd name="T8" fmla="*/ 41 w 79"/>
                  <a:gd name="T9" fmla="*/ 149 h 188"/>
                  <a:gd name="T10" fmla="*/ 49 w 79"/>
                  <a:gd name="T11" fmla="*/ 137 h 188"/>
                  <a:gd name="T12" fmla="*/ 55 w 79"/>
                  <a:gd name="T13" fmla="*/ 125 h 188"/>
                  <a:gd name="T14" fmla="*/ 61 w 79"/>
                  <a:gd name="T15" fmla="*/ 113 h 188"/>
                  <a:gd name="T16" fmla="*/ 66 w 79"/>
                  <a:gd name="T17" fmla="*/ 99 h 188"/>
                  <a:gd name="T18" fmla="*/ 69 w 79"/>
                  <a:gd name="T19" fmla="*/ 86 h 188"/>
                  <a:gd name="T20" fmla="*/ 73 w 79"/>
                  <a:gd name="T21" fmla="*/ 73 h 188"/>
                  <a:gd name="T22" fmla="*/ 75 w 79"/>
                  <a:gd name="T23" fmla="*/ 59 h 188"/>
                  <a:gd name="T24" fmla="*/ 76 w 79"/>
                  <a:gd name="T25" fmla="*/ 47 h 188"/>
                  <a:gd name="T26" fmla="*/ 78 w 79"/>
                  <a:gd name="T27" fmla="*/ 35 h 188"/>
                  <a:gd name="T28" fmla="*/ 79 w 79"/>
                  <a:gd name="T29" fmla="*/ 23 h 188"/>
                  <a:gd name="T30" fmla="*/ 78 w 79"/>
                  <a:gd name="T31" fmla="*/ 11 h 188"/>
                  <a:gd name="T32" fmla="*/ 78 w 79"/>
                  <a:gd name="T33" fmla="*/ 0 h 188"/>
                  <a:gd name="T34" fmla="*/ 72 w 79"/>
                  <a:gd name="T35" fmla="*/ 0 h 188"/>
                  <a:gd name="T36" fmla="*/ 73 w 79"/>
                  <a:gd name="T37" fmla="*/ 11 h 188"/>
                  <a:gd name="T38" fmla="*/ 73 w 79"/>
                  <a:gd name="T39" fmla="*/ 23 h 188"/>
                  <a:gd name="T40" fmla="*/ 73 w 79"/>
                  <a:gd name="T41" fmla="*/ 35 h 188"/>
                  <a:gd name="T42" fmla="*/ 72 w 79"/>
                  <a:gd name="T43" fmla="*/ 46 h 188"/>
                  <a:gd name="T44" fmla="*/ 69 w 79"/>
                  <a:gd name="T45" fmla="*/ 59 h 188"/>
                  <a:gd name="T46" fmla="*/ 67 w 79"/>
                  <a:gd name="T47" fmla="*/ 72 h 188"/>
                  <a:gd name="T48" fmla="*/ 64 w 79"/>
                  <a:gd name="T49" fmla="*/ 85 h 188"/>
                  <a:gd name="T50" fmla="*/ 60 w 79"/>
                  <a:gd name="T51" fmla="*/ 98 h 188"/>
                  <a:gd name="T52" fmla="*/ 56 w 79"/>
                  <a:gd name="T53" fmla="*/ 110 h 188"/>
                  <a:gd name="T54" fmla="*/ 50 w 79"/>
                  <a:gd name="T55" fmla="*/ 122 h 188"/>
                  <a:gd name="T56" fmla="*/ 44 w 79"/>
                  <a:gd name="T57" fmla="*/ 135 h 188"/>
                  <a:gd name="T58" fmla="*/ 36 w 79"/>
                  <a:gd name="T59" fmla="*/ 145 h 188"/>
                  <a:gd name="T60" fmla="*/ 29 w 79"/>
                  <a:gd name="T61" fmla="*/ 156 h 188"/>
                  <a:gd name="T62" fmla="*/ 21 w 79"/>
                  <a:gd name="T63" fmla="*/ 166 h 188"/>
                  <a:gd name="T64" fmla="*/ 11 w 79"/>
                  <a:gd name="T65" fmla="*/ 176 h 188"/>
                  <a:gd name="T66" fmla="*/ 0 w 79"/>
                  <a:gd name="T67" fmla="*/ 183 h 188"/>
                  <a:gd name="T68" fmla="*/ 4 w 79"/>
                  <a:gd name="T69" fmla="*/ 188 h 18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79"/>
                  <a:gd name="T106" fmla="*/ 0 h 188"/>
                  <a:gd name="T107" fmla="*/ 79 w 79"/>
                  <a:gd name="T108" fmla="*/ 188 h 188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79" h="188">
                    <a:moveTo>
                      <a:pt x="4" y="188"/>
                    </a:moveTo>
                    <a:lnTo>
                      <a:pt x="15" y="179"/>
                    </a:lnTo>
                    <a:lnTo>
                      <a:pt x="24" y="170"/>
                    </a:lnTo>
                    <a:lnTo>
                      <a:pt x="34" y="160"/>
                    </a:lnTo>
                    <a:lnTo>
                      <a:pt x="41" y="149"/>
                    </a:lnTo>
                    <a:lnTo>
                      <a:pt x="49" y="137"/>
                    </a:lnTo>
                    <a:lnTo>
                      <a:pt x="55" y="125"/>
                    </a:lnTo>
                    <a:lnTo>
                      <a:pt x="61" y="113"/>
                    </a:lnTo>
                    <a:lnTo>
                      <a:pt x="66" y="99"/>
                    </a:lnTo>
                    <a:lnTo>
                      <a:pt x="69" y="86"/>
                    </a:lnTo>
                    <a:lnTo>
                      <a:pt x="73" y="73"/>
                    </a:lnTo>
                    <a:lnTo>
                      <a:pt x="75" y="59"/>
                    </a:lnTo>
                    <a:lnTo>
                      <a:pt x="76" y="47"/>
                    </a:lnTo>
                    <a:lnTo>
                      <a:pt x="78" y="35"/>
                    </a:lnTo>
                    <a:lnTo>
                      <a:pt x="79" y="23"/>
                    </a:lnTo>
                    <a:lnTo>
                      <a:pt x="78" y="11"/>
                    </a:lnTo>
                    <a:lnTo>
                      <a:pt x="78" y="0"/>
                    </a:lnTo>
                    <a:lnTo>
                      <a:pt x="72" y="0"/>
                    </a:lnTo>
                    <a:lnTo>
                      <a:pt x="73" y="11"/>
                    </a:lnTo>
                    <a:lnTo>
                      <a:pt x="73" y="23"/>
                    </a:lnTo>
                    <a:lnTo>
                      <a:pt x="73" y="35"/>
                    </a:lnTo>
                    <a:lnTo>
                      <a:pt x="72" y="46"/>
                    </a:lnTo>
                    <a:lnTo>
                      <a:pt x="69" y="59"/>
                    </a:lnTo>
                    <a:lnTo>
                      <a:pt x="67" y="72"/>
                    </a:lnTo>
                    <a:lnTo>
                      <a:pt x="64" y="85"/>
                    </a:lnTo>
                    <a:lnTo>
                      <a:pt x="60" y="98"/>
                    </a:lnTo>
                    <a:lnTo>
                      <a:pt x="56" y="110"/>
                    </a:lnTo>
                    <a:lnTo>
                      <a:pt x="50" y="122"/>
                    </a:lnTo>
                    <a:lnTo>
                      <a:pt x="44" y="135"/>
                    </a:lnTo>
                    <a:lnTo>
                      <a:pt x="36" y="145"/>
                    </a:lnTo>
                    <a:lnTo>
                      <a:pt x="29" y="156"/>
                    </a:lnTo>
                    <a:lnTo>
                      <a:pt x="21" y="166"/>
                    </a:lnTo>
                    <a:lnTo>
                      <a:pt x="11" y="176"/>
                    </a:lnTo>
                    <a:lnTo>
                      <a:pt x="0" y="183"/>
                    </a:lnTo>
                    <a:lnTo>
                      <a:pt x="4" y="18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0" name="Freeform 353"/>
              <p:cNvSpPr>
                <a:spLocks/>
              </p:cNvSpPr>
              <p:nvPr/>
            </p:nvSpPr>
            <p:spPr bwMode="auto">
              <a:xfrm>
                <a:off x="567" y="1441"/>
                <a:ext cx="255" cy="212"/>
              </a:xfrm>
              <a:custGeom>
                <a:avLst/>
                <a:gdLst>
                  <a:gd name="T0" fmla="*/ 10 w 1020"/>
                  <a:gd name="T1" fmla="*/ 526 h 848"/>
                  <a:gd name="T2" fmla="*/ 16 w 1020"/>
                  <a:gd name="T3" fmla="*/ 475 h 848"/>
                  <a:gd name="T4" fmla="*/ 18 w 1020"/>
                  <a:gd name="T5" fmla="*/ 426 h 848"/>
                  <a:gd name="T6" fmla="*/ 23 w 1020"/>
                  <a:gd name="T7" fmla="*/ 377 h 848"/>
                  <a:gd name="T8" fmla="*/ 39 w 1020"/>
                  <a:gd name="T9" fmla="*/ 333 h 848"/>
                  <a:gd name="T10" fmla="*/ 67 w 1020"/>
                  <a:gd name="T11" fmla="*/ 299 h 848"/>
                  <a:gd name="T12" fmla="*/ 93 w 1020"/>
                  <a:gd name="T13" fmla="*/ 270 h 848"/>
                  <a:gd name="T14" fmla="*/ 119 w 1020"/>
                  <a:gd name="T15" fmla="*/ 240 h 848"/>
                  <a:gd name="T16" fmla="*/ 142 w 1020"/>
                  <a:gd name="T17" fmla="*/ 210 h 848"/>
                  <a:gd name="T18" fmla="*/ 166 w 1020"/>
                  <a:gd name="T19" fmla="*/ 179 h 848"/>
                  <a:gd name="T20" fmla="*/ 191 w 1020"/>
                  <a:gd name="T21" fmla="*/ 149 h 848"/>
                  <a:gd name="T22" fmla="*/ 216 w 1020"/>
                  <a:gd name="T23" fmla="*/ 121 h 848"/>
                  <a:gd name="T24" fmla="*/ 244 w 1020"/>
                  <a:gd name="T25" fmla="*/ 95 h 848"/>
                  <a:gd name="T26" fmla="*/ 274 w 1020"/>
                  <a:gd name="T27" fmla="*/ 70 h 848"/>
                  <a:gd name="T28" fmla="*/ 307 w 1020"/>
                  <a:gd name="T29" fmla="*/ 51 h 848"/>
                  <a:gd name="T30" fmla="*/ 343 w 1020"/>
                  <a:gd name="T31" fmla="*/ 35 h 848"/>
                  <a:gd name="T32" fmla="*/ 388 w 1020"/>
                  <a:gd name="T33" fmla="*/ 22 h 848"/>
                  <a:gd name="T34" fmla="*/ 436 w 1020"/>
                  <a:gd name="T35" fmla="*/ 11 h 848"/>
                  <a:gd name="T36" fmla="*/ 484 w 1020"/>
                  <a:gd name="T37" fmla="*/ 4 h 848"/>
                  <a:gd name="T38" fmla="*/ 531 w 1020"/>
                  <a:gd name="T39" fmla="*/ 0 h 848"/>
                  <a:gd name="T40" fmla="*/ 579 w 1020"/>
                  <a:gd name="T41" fmla="*/ 1 h 848"/>
                  <a:gd name="T42" fmla="*/ 626 w 1020"/>
                  <a:gd name="T43" fmla="*/ 6 h 848"/>
                  <a:gd name="T44" fmla="*/ 672 w 1020"/>
                  <a:gd name="T45" fmla="*/ 15 h 848"/>
                  <a:gd name="T46" fmla="*/ 718 w 1020"/>
                  <a:gd name="T47" fmla="*/ 29 h 848"/>
                  <a:gd name="T48" fmla="*/ 762 w 1020"/>
                  <a:gd name="T49" fmla="*/ 47 h 848"/>
                  <a:gd name="T50" fmla="*/ 806 w 1020"/>
                  <a:gd name="T51" fmla="*/ 70 h 848"/>
                  <a:gd name="T52" fmla="*/ 848 w 1020"/>
                  <a:gd name="T53" fmla="*/ 99 h 848"/>
                  <a:gd name="T54" fmla="*/ 856 w 1020"/>
                  <a:gd name="T55" fmla="*/ 107 h 848"/>
                  <a:gd name="T56" fmla="*/ 877 w 1020"/>
                  <a:gd name="T57" fmla="*/ 125 h 848"/>
                  <a:gd name="T58" fmla="*/ 906 w 1020"/>
                  <a:gd name="T59" fmla="*/ 154 h 848"/>
                  <a:gd name="T60" fmla="*/ 939 w 1020"/>
                  <a:gd name="T61" fmla="*/ 190 h 848"/>
                  <a:gd name="T62" fmla="*/ 972 w 1020"/>
                  <a:gd name="T63" fmla="*/ 232 h 848"/>
                  <a:gd name="T64" fmla="*/ 1000 w 1020"/>
                  <a:gd name="T65" fmla="*/ 275 h 848"/>
                  <a:gd name="T66" fmla="*/ 1017 w 1020"/>
                  <a:gd name="T67" fmla="*/ 319 h 848"/>
                  <a:gd name="T68" fmla="*/ 1019 w 1020"/>
                  <a:gd name="T69" fmla="*/ 361 h 848"/>
                  <a:gd name="T70" fmla="*/ 1003 w 1020"/>
                  <a:gd name="T71" fmla="*/ 400 h 848"/>
                  <a:gd name="T72" fmla="*/ 963 w 1020"/>
                  <a:gd name="T73" fmla="*/ 432 h 848"/>
                  <a:gd name="T74" fmla="*/ 896 w 1020"/>
                  <a:gd name="T75" fmla="*/ 456 h 848"/>
                  <a:gd name="T76" fmla="*/ 810 w 1020"/>
                  <a:gd name="T77" fmla="*/ 487 h 848"/>
                  <a:gd name="T78" fmla="*/ 713 w 1020"/>
                  <a:gd name="T79" fmla="*/ 527 h 848"/>
                  <a:gd name="T80" fmla="*/ 610 w 1020"/>
                  <a:gd name="T81" fmla="*/ 575 h 848"/>
                  <a:gd name="T82" fmla="*/ 503 w 1020"/>
                  <a:gd name="T83" fmla="*/ 626 h 848"/>
                  <a:gd name="T84" fmla="*/ 400 w 1020"/>
                  <a:gd name="T85" fmla="*/ 677 h 848"/>
                  <a:gd name="T86" fmla="*/ 303 w 1020"/>
                  <a:gd name="T87" fmla="*/ 726 h 848"/>
                  <a:gd name="T88" fmla="*/ 217 w 1020"/>
                  <a:gd name="T89" fmla="*/ 770 h 848"/>
                  <a:gd name="T90" fmla="*/ 147 w 1020"/>
                  <a:gd name="T91" fmla="*/ 808 h 848"/>
                  <a:gd name="T92" fmla="*/ 98 w 1020"/>
                  <a:gd name="T93" fmla="*/ 833 h 848"/>
                  <a:gd name="T94" fmla="*/ 74 w 1020"/>
                  <a:gd name="T95" fmla="*/ 846 h 8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020"/>
                  <a:gd name="T145" fmla="*/ 0 h 848"/>
                  <a:gd name="T146" fmla="*/ 1020 w 1020"/>
                  <a:gd name="T147" fmla="*/ 848 h 84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020" h="848">
                    <a:moveTo>
                      <a:pt x="0" y="558"/>
                    </a:moveTo>
                    <a:lnTo>
                      <a:pt x="6" y="542"/>
                    </a:lnTo>
                    <a:lnTo>
                      <a:pt x="10" y="526"/>
                    </a:lnTo>
                    <a:lnTo>
                      <a:pt x="13" y="509"/>
                    </a:lnTo>
                    <a:lnTo>
                      <a:pt x="15" y="492"/>
                    </a:lnTo>
                    <a:lnTo>
                      <a:pt x="16" y="475"/>
                    </a:lnTo>
                    <a:lnTo>
                      <a:pt x="17" y="460"/>
                    </a:lnTo>
                    <a:lnTo>
                      <a:pt x="17" y="443"/>
                    </a:lnTo>
                    <a:lnTo>
                      <a:pt x="18" y="426"/>
                    </a:lnTo>
                    <a:lnTo>
                      <a:pt x="19" y="410"/>
                    </a:lnTo>
                    <a:lnTo>
                      <a:pt x="21" y="393"/>
                    </a:lnTo>
                    <a:lnTo>
                      <a:pt x="23" y="377"/>
                    </a:lnTo>
                    <a:lnTo>
                      <a:pt x="27" y="363"/>
                    </a:lnTo>
                    <a:lnTo>
                      <a:pt x="32" y="348"/>
                    </a:lnTo>
                    <a:lnTo>
                      <a:pt x="39" y="333"/>
                    </a:lnTo>
                    <a:lnTo>
                      <a:pt x="47" y="321"/>
                    </a:lnTo>
                    <a:lnTo>
                      <a:pt x="57" y="309"/>
                    </a:lnTo>
                    <a:lnTo>
                      <a:pt x="67" y="299"/>
                    </a:lnTo>
                    <a:lnTo>
                      <a:pt x="76" y="290"/>
                    </a:lnTo>
                    <a:lnTo>
                      <a:pt x="85" y="280"/>
                    </a:lnTo>
                    <a:lnTo>
                      <a:pt x="93" y="270"/>
                    </a:lnTo>
                    <a:lnTo>
                      <a:pt x="102" y="261"/>
                    </a:lnTo>
                    <a:lnTo>
                      <a:pt x="110" y="250"/>
                    </a:lnTo>
                    <a:lnTo>
                      <a:pt x="119" y="240"/>
                    </a:lnTo>
                    <a:lnTo>
                      <a:pt x="126" y="230"/>
                    </a:lnTo>
                    <a:lnTo>
                      <a:pt x="135" y="219"/>
                    </a:lnTo>
                    <a:lnTo>
                      <a:pt x="142" y="210"/>
                    </a:lnTo>
                    <a:lnTo>
                      <a:pt x="150" y="199"/>
                    </a:lnTo>
                    <a:lnTo>
                      <a:pt x="158" y="189"/>
                    </a:lnTo>
                    <a:lnTo>
                      <a:pt x="166" y="179"/>
                    </a:lnTo>
                    <a:lnTo>
                      <a:pt x="175" y="169"/>
                    </a:lnTo>
                    <a:lnTo>
                      <a:pt x="182" y="159"/>
                    </a:lnTo>
                    <a:lnTo>
                      <a:pt x="191" y="149"/>
                    </a:lnTo>
                    <a:lnTo>
                      <a:pt x="199" y="139"/>
                    </a:lnTo>
                    <a:lnTo>
                      <a:pt x="207" y="130"/>
                    </a:lnTo>
                    <a:lnTo>
                      <a:pt x="216" y="121"/>
                    </a:lnTo>
                    <a:lnTo>
                      <a:pt x="226" y="112"/>
                    </a:lnTo>
                    <a:lnTo>
                      <a:pt x="234" y="103"/>
                    </a:lnTo>
                    <a:lnTo>
                      <a:pt x="244" y="95"/>
                    </a:lnTo>
                    <a:lnTo>
                      <a:pt x="254" y="86"/>
                    </a:lnTo>
                    <a:lnTo>
                      <a:pt x="263" y="79"/>
                    </a:lnTo>
                    <a:lnTo>
                      <a:pt x="274" y="70"/>
                    </a:lnTo>
                    <a:lnTo>
                      <a:pt x="284" y="64"/>
                    </a:lnTo>
                    <a:lnTo>
                      <a:pt x="295" y="57"/>
                    </a:lnTo>
                    <a:lnTo>
                      <a:pt x="307" y="51"/>
                    </a:lnTo>
                    <a:lnTo>
                      <a:pt x="318" y="45"/>
                    </a:lnTo>
                    <a:lnTo>
                      <a:pt x="330" y="40"/>
                    </a:lnTo>
                    <a:lnTo>
                      <a:pt x="343" y="35"/>
                    </a:lnTo>
                    <a:lnTo>
                      <a:pt x="357" y="30"/>
                    </a:lnTo>
                    <a:lnTo>
                      <a:pt x="372" y="25"/>
                    </a:lnTo>
                    <a:lnTo>
                      <a:pt x="388" y="22"/>
                    </a:lnTo>
                    <a:lnTo>
                      <a:pt x="404" y="17"/>
                    </a:lnTo>
                    <a:lnTo>
                      <a:pt x="420" y="15"/>
                    </a:lnTo>
                    <a:lnTo>
                      <a:pt x="436" y="11"/>
                    </a:lnTo>
                    <a:lnTo>
                      <a:pt x="451" y="8"/>
                    </a:lnTo>
                    <a:lnTo>
                      <a:pt x="468" y="6"/>
                    </a:lnTo>
                    <a:lnTo>
                      <a:pt x="484" y="4"/>
                    </a:lnTo>
                    <a:lnTo>
                      <a:pt x="500" y="2"/>
                    </a:lnTo>
                    <a:lnTo>
                      <a:pt x="516" y="1"/>
                    </a:lnTo>
                    <a:lnTo>
                      <a:pt x="531" y="0"/>
                    </a:lnTo>
                    <a:lnTo>
                      <a:pt x="547" y="0"/>
                    </a:lnTo>
                    <a:lnTo>
                      <a:pt x="563" y="0"/>
                    </a:lnTo>
                    <a:lnTo>
                      <a:pt x="579" y="1"/>
                    </a:lnTo>
                    <a:lnTo>
                      <a:pt x="594" y="2"/>
                    </a:lnTo>
                    <a:lnTo>
                      <a:pt x="610" y="4"/>
                    </a:lnTo>
                    <a:lnTo>
                      <a:pt x="626" y="6"/>
                    </a:lnTo>
                    <a:lnTo>
                      <a:pt x="642" y="8"/>
                    </a:lnTo>
                    <a:lnTo>
                      <a:pt x="656" y="11"/>
                    </a:lnTo>
                    <a:lnTo>
                      <a:pt x="672" y="15"/>
                    </a:lnTo>
                    <a:lnTo>
                      <a:pt x="688" y="19"/>
                    </a:lnTo>
                    <a:lnTo>
                      <a:pt x="702" y="23"/>
                    </a:lnTo>
                    <a:lnTo>
                      <a:pt x="718" y="29"/>
                    </a:lnTo>
                    <a:lnTo>
                      <a:pt x="733" y="34"/>
                    </a:lnTo>
                    <a:lnTo>
                      <a:pt x="747" y="41"/>
                    </a:lnTo>
                    <a:lnTo>
                      <a:pt x="762" y="47"/>
                    </a:lnTo>
                    <a:lnTo>
                      <a:pt x="776" y="55"/>
                    </a:lnTo>
                    <a:lnTo>
                      <a:pt x="791" y="63"/>
                    </a:lnTo>
                    <a:lnTo>
                      <a:pt x="806" y="70"/>
                    </a:lnTo>
                    <a:lnTo>
                      <a:pt x="820" y="80"/>
                    </a:lnTo>
                    <a:lnTo>
                      <a:pt x="835" y="90"/>
                    </a:lnTo>
                    <a:lnTo>
                      <a:pt x="848" y="99"/>
                    </a:lnTo>
                    <a:lnTo>
                      <a:pt x="849" y="101"/>
                    </a:lnTo>
                    <a:lnTo>
                      <a:pt x="852" y="103"/>
                    </a:lnTo>
                    <a:lnTo>
                      <a:pt x="856" y="107"/>
                    </a:lnTo>
                    <a:lnTo>
                      <a:pt x="861" y="112"/>
                    </a:lnTo>
                    <a:lnTo>
                      <a:pt x="869" y="118"/>
                    </a:lnTo>
                    <a:lnTo>
                      <a:pt x="877" y="125"/>
                    </a:lnTo>
                    <a:lnTo>
                      <a:pt x="886" y="135"/>
                    </a:lnTo>
                    <a:lnTo>
                      <a:pt x="895" y="143"/>
                    </a:lnTo>
                    <a:lnTo>
                      <a:pt x="906" y="154"/>
                    </a:lnTo>
                    <a:lnTo>
                      <a:pt x="917" y="165"/>
                    </a:lnTo>
                    <a:lnTo>
                      <a:pt x="928" y="177"/>
                    </a:lnTo>
                    <a:lnTo>
                      <a:pt x="939" y="190"/>
                    </a:lnTo>
                    <a:lnTo>
                      <a:pt x="951" y="204"/>
                    </a:lnTo>
                    <a:lnTo>
                      <a:pt x="962" y="217"/>
                    </a:lnTo>
                    <a:lnTo>
                      <a:pt x="972" y="232"/>
                    </a:lnTo>
                    <a:lnTo>
                      <a:pt x="981" y="245"/>
                    </a:lnTo>
                    <a:lnTo>
                      <a:pt x="991" y="259"/>
                    </a:lnTo>
                    <a:lnTo>
                      <a:pt x="1000" y="275"/>
                    </a:lnTo>
                    <a:lnTo>
                      <a:pt x="1007" y="290"/>
                    </a:lnTo>
                    <a:lnTo>
                      <a:pt x="1012" y="304"/>
                    </a:lnTo>
                    <a:lnTo>
                      <a:pt x="1017" y="319"/>
                    </a:lnTo>
                    <a:lnTo>
                      <a:pt x="1019" y="333"/>
                    </a:lnTo>
                    <a:lnTo>
                      <a:pt x="1020" y="348"/>
                    </a:lnTo>
                    <a:lnTo>
                      <a:pt x="1019" y="361"/>
                    </a:lnTo>
                    <a:lnTo>
                      <a:pt x="1017" y="375"/>
                    </a:lnTo>
                    <a:lnTo>
                      <a:pt x="1010" y="388"/>
                    </a:lnTo>
                    <a:lnTo>
                      <a:pt x="1003" y="400"/>
                    </a:lnTo>
                    <a:lnTo>
                      <a:pt x="992" y="411"/>
                    </a:lnTo>
                    <a:lnTo>
                      <a:pt x="979" y="422"/>
                    </a:lnTo>
                    <a:lnTo>
                      <a:pt x="963" y="432"/>
                    </a:lnTo>
                    <a:lnTo>
                      <a:pt x="944" y="440"/>
                    </a:lnTo>
                    <a:lnTo>
                      <a:pt x="921" y="449"/>
                    </a:lnTo>
                    <a:lnTo>
                      <a:pt x="896" y="456"/>
                    </a:lnTo>
                    <a:lnTo>
                      <a:pt x="870" y="466"/>
                    </a:lnTo>
                    <a:lnTo>
                      <a:pt x="841" y="475"/>
                    </a:lnTo>
                    <a:lnTo>
                      <a:pt x="810" y="487"/>
                    </a:lnTo>
                    <a:lnTo>
                      <a:pt x="779" y="500"/>
                    </a:lnTo>
                    <a:lnTo>
                      <a:pt x="747" y="514"/>
                    </a:lnTo>
                    <a:lnTo>
                      <a:pt x="713" y="527"/>
                    </a:lnTo>
                    <a:lnTo>
                      <a:pt x="679" y="543"/>
                    </a:lnTo>
                    <a:lnTo>
                      <a:pt x="645" y="559"/>
                    </a:lnTo>
                    <a:lnTo>
                      <a:pt x="610" y="575"/>
                    </a:lnTo>
                    <a:lnTo>
                      <a:pt x="575" y="592"/>
                    </a:lnTo>
                    <a:lnTo>
                      <a:pt x="539" y="607"/>
                    </a:lnTo>
                    <a:lnTo>
                      <a:pt x="503" y="626"/>
                    </a:lnTo>
                    <a:lnTo>
                      <a:pt x="468" y="643"/>
                    </a:lnTo>
                    <a:lnTo>
                      <a:pt x="434" y="660"/>
                    </a:lnTo>
                    <a:lnTo>
                      <a:pt x="400" y="677"/>
                    </a:lnTo>
                    <a:lnTo>
                      <a:pt x="366" y="694"/>
                    </a:lnTo>
                    <a:lnTo>
                      <a:pt x="334" y="709"/>
                    </a:lnTo>
                    <a:lnTo>
                      <a:pt x="303" y="726"/>
                    </a:lnTo>
                    <a:lnTo>
                      <a:pt x="273" y="742"/>
                    </a:lnTo>
                    <a:lnTo>
                      <a:pt x="244" y="757"/>
                    </a:lnTo>
                    <a:lnTo>
                      <a:pt x="217" y="770"/>
                    </a:lnTo>
                    <a:lnTo>
                      <a:pt x="192" y="783"/>
                    </a:lnTo>
                    <a:lnTo>
                      <a:pt x="169" y="795"/>
                    </a:lnTo>
                    <a:lnTo>
                      <a:pt x="147" y="808"/>
                    </a:lnTo>
                    <a:lnTo>
                      <a:pt x="129" y="817"/>
                    </a:lnTo>
                    <a:lnTo>
                      <a:pt x="113" y="826"/>
                    </a:lnTo>
                    <a:lnTo>
                      <a:pt x="98" y="833"/>
                    </a:lnTo>
                    <a:lnTo>
                      <a:pt x="87" y="839"/>
                    </a:lnTo>
                    <a:lnTo>
                      <a:pt x="79" y="844"/>
                    </a:lnTo>
                    <a:lnTo>
                      <a:pt x="74" y="846"/>
                    </a:lnTo>
                    <a:lnTo>
                      <a:pt x="73" y="848"/>
                    </a:lnTo>
                    <a:lnTo>
                      <a:pt x="0" y="558"/>
                    </a:lnTo>
                    <a:close/>
                  </a:path>
                </a:pathLst>
              </a:custGeom>
              <a:solidFill>
                <a:srgbClr val="7F664C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1" name="Freeform 354"/>
              <p:cNvSpPr>
                <a:spLocks/>
              </p:cNvSpPr>
              <p:nvPr/>
            </p:nvSpPr>
            <p:spPr bwMode="auto">
              <a:xfrm>
                <a:off x="566" y="1518"/>
                <a:ext cx="16" cy="63"/>
              </a:xfrm>
              <a:custGeom>
                <a:avLst/>
                <a:gdLst>
                  <a:gd name="T0" fmla="*/ 58 w 62"/>
                  <a:gd name="T1" fmla="*/ 0 h 252"/>
                  <a:gd name="T2" fmla="*/ 58 w 62"/>
                  <a:gd name="T3" fmla="*/ 0 h 252"/>
                  <a:gd name="T4" fmla="*/ 47 w 62"/>
                  <a:gd name="T5" fmla="*/ 12 h 252"/>
                  <a:gd name="T6" fmla="*/ 38 w 62"/>
                  <a:gd name="T7" fmla="*/ 25 h 252"/>
                  <a:gd name="T8" fmla="*/ 31 w 62"/>
                  <a:gd name="T9" fmla="*/ 40 h 252"/>
                  <a:gd name="T10" fmla="*/ 26 w 62"/>
                  <a:gd name="T11" fmla="*/ 54 h 252"/>
                  <a:gd name="T12" fmla="*/ 23 w 62"/>
                  <a:gd name="T13" fmla="*/ 70 h 252"/>
                  <a:gd name="T14" fmla="*/ 20 w 62"/>
                  <a:gd name="T15" fmla="*/ 86 h 252"/>
                  <a:gd name="T16" fmla="*/ 19 w 62"/>
                  <a:gd name="T17" fmla="*/ 103 h 252"/>
                  <a:gd name="T18" fmla="*/ 18 w 62"/>
                  <a:gd name="T19" fmla="*/ 119 h 252"/>
                  <a:gd name="T20" fmla="*/ 17 w 62"/>
                  <a:gd name="T21" fmla="*/ 136 h 252"/>
                  <a:gd name="T22" fmla="*/ 17 w 62"/>
                  <a:gd name="T23" fmla="*/ 153 h 252"/>
                  <a:gd name="T24" fmla="*/ 15 w 62"/>
                  <a:gd name="T25" fmla="*/ 168 h 252"/>
                  <a:gd name="T26" fmla="*/ 14 w 62"/>
                  <a:gd name="T27" fmla="*/ 185 h 252"/>
                  <a:gd name="T28" fmla="*/ 12 w 62"/>
                  <a:gd name="T29" fmla="*/ 202 h 252"/>
                  <a:gd name="T30" fmla="*/ 9 w 62"/>
                  <a:gd name="T31" fmla="*/ 218 h 252"/>
                  <a:gd name="T32" fmla="*/ 4 w 62"/>
                  <a:gd name="T33" fmla="*/ 234 h 252"/>
                  <a:gd name="T34" fmla="*/ 0 w 62"/>
                  <a:gd name="T35" fmla="*/ 250 h 252"/>
                  <a:gd name="T36" fmla="*/ 4 w 62"/>
                  <a:gd name="T37" fmla="*/ 252 h 252"/>
                  <a:gd name="T38" fmla="*/ 11 w 62"/>
                  <a:gd name="T39" fmla="*/ 235 h 252"/>
                  <a:gd name="T40" fmla="*/ 15 w 62"/>
                  <a:gd name="T41" fmla="*/ 219 h 252"/>
                  <a:gd name="T42" fmla="*/ 18 w 62"/>
                  <a:gd name="T43" fmla="*/ 202 h 252"/>
                  <a:gd name="T44" fmla="*/ 20 w 62"/>
                  <a:gd name="T45" fmla="*/ 186 h 252"/>
                  <a:gd name="T46" fmla="*/ 21 w 62"/>
                  <a:gd name="T47" fmla="*/ 168 h 252"/>
                  <a:gd name="T48" fmla="*/ 21 w 62"/>
                  <a:gd name="T49" fmla="*/ 153 h 252"/>
                  <a:gd name="T50" fmla="*/ 23 w 62"/>
                  <a:gd name="T51" fmla="*/ 136 h 252"/>
                  <a:gd name="T52" fmla="*/ 23 w 62"/>
                  <a:gd name="T53" fmla="*/ 119 h 252"/>
                  <a:gd name="T54" fmla="*/ 24 w 62"/>
                  <a:gd name="T55" fmla="*/ 103 h 252"/>
                  <a:gd name="T56" fmla="*/ 25 w 62"/>
                  <a:gd name="T57" fmla="*/ 87 h 252"/>
                  <a:gd name="T58" fmla="*/ 28 w 62"/>
                  <a:gd name="T59" fmla="*/ 71 h 252"/>
                  <a:gd name="T60" fmla="*/ 31 w 62"/>
                  <a:gd name="T61" fmla="*/ 56 h 252"/>
                  <a:gd name="T62" fmla="*/ 36 w 62"/>
                  <a:gd name="T63" fmla="*/ 42 h 252"/>
                  <a:gd name="T64" fmla="*/ 43 w 62"/>
                  <a:gd name="T65" fmla="*/ 28 h 252"/>
                  <a:gd name="T66" fmla="*/ 52 w 62"/>
                  <a:gd name="T67" fmla="*/ 16 h 252"/>
                  <a:gd name="T68" fmla="*/ 62 w 62"/>
                  <a:gd name="T69" fmla="*/ 3 h 252"/>
                  <a:gd name="T70" fmla="*/ 62 w 62"/>
                  <a:gd name="T71" fmla="*/ 3 h 252"/>
                  <a:gd name="T72" fmla="*/ 58 w 62"/>
                  <a:gd name="T73" fmla="*/ 0 h 2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2"/>
                  <a:gd name="T112" fmla="*/ 0 h 252"/>
                  <a:gd name="T113" fmla="*/ 62 w 62"/>
                  <a:gd name="T114" fmla="*/ 252 h 25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2" h="252">
                    <a:moveTo>
                      <a:pt x="58" y="0"/>
                    </a:moveTo>
                    <a:lnTo>
                      <a:pt x="58" y="0"/>
                    </a:lnTo>
                    <a:lnTo>
                      <a:pt x="47" y="12"/>
                    </a:lnTo>
                    <a:lnTo>
                      <a:pt x="38" y="25"/>
                    </a:lnTo>
                    <a:lnTo>
                      <a:pt x="31" y="40"/>
                    </a:lnTo>
                    <a:lnTo>
                      <a:pt x="26" y="54"/>
                    </a:lnTo>
                    <a:lnTo>
                      <a:pt x="23" y="70"/>
                    </a:lnTo>
                    <a:lnTo>
                      <a:pt x="20" y="86"/>
                    </a:lnTo>
                    <a:lnTo>
                      <a:pt x="19" y="103"/>
                    </a:lnTo>
                    <a:lnTo>
                      <a:pt x="18" y="119"/>
                    </a:lnTo>
                    <a:lnTo>
                      <a:pt x="17" y="136"/>
                    </a:lnTo>
                    <a:lnTo>
                      <a:pt x="17" y="153"/>
                    </a:lnTo>
                    <a:lnTo>
                      <a:pt x="15" y="168"/>
                    </a:lnTo>
                    <a:lnTo>
                      <a:pt x="14" y="185"/>
                    </a:lnTo>
                    <a:lnTo>
                      <a:pt x="12" y="202"/>
                    </a:lnTo>
                    <a:lnTo>
                      <a:pt x="9" y="218"/>
                    </a:lnTo>
                    <a:lnTo>
                      <a:pt x="4" y="234"/>
                    </a:lnTo>
                    <a:lnTo>
                      <a:pt x="0" y="250"/>
                    </a:lnTo>
                    <a:lnTo>
                      <a:pt x="4" y="252"/>
                    </a:lnTo>
                    <a:lnTo>
                      <a:pt x="11" y="235"/>
                    </a:lnTo>
                    <a:lnTo>
                      <a:pt x="15" y="219"/>
                    </a:lnTo>
                    <a:lnTo>
                      <a:pt x="18" y="202"/>
                    </a:lnTo>
                    <a:lnTo>
                      <a:pt x="20" y="186"/>
                    </a:lnTo>
                    <a:lnTo>
                      <a:pt x="21" y="168"/>
                    </a:lnTo>
                    <a:lnTo>
                      <a:pt x="21" y="153"/>
                    </a:lnTo>
                    <a:lnTo>
                      <a:pt x="23" y="136"/>
                    </a:lnTo>
                    <a:lnTo>
                      <a:pt x="23" y="119"/>
                    </a:lnTo>
                    <a:lnTo>
                      <a:pt x="24" y="103"/>
                    </a:lnTo>
                    <a:lnTo>
                      <a:pt x="25" y="87"/>
                    </a:lnTo>
                    <a:lnTo>
                      <a:pt x="28" y="71"/>
                    </a:lnTo>
                    <a:lnTo>
                      <a:pt x="31" y="56"/>
                    </a:lnTo>
                    <a:lnTo>
                      <a:pt x="36" y="42"/>
                    </a:lnTo>
                    <a:lnTo>
                      <a:pt x="43" y="28"/>
                    </a:lnTo>
                    <a:lnTo>
                      <a:pt x="52" y="16"/>
                    </a:lnTo>
                    <a:lnTo>
                      <a:pt x="62" y="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2" name="Freeform 355"/>
              <p:cNvSpPr>
                <a:spLocks/>
              </p:cNvSpPr>
              <p:nvPr/>
            </p:nvSpPr>
            <p:spPr bwMode="auto">
              <a:xfrm>
                <a:off x="581" y="1448"/>
                <a:ext cx="75" cy="71"/>
              </a:xfrm>
              <a:custGeom>
                <a:avLst/>
                <a:gdLst>
                  <a:gd name="T0" fmla="*/ 299 w 302"/>
                  <a:gd name="T1" fmla="*/ 0 h 282"/>
                  <a:gd name="T2" fmla="*/ 273 w 302"/>
                  <a:gd name="T3" fmla="*/ 10 h 282"/>
                  <a:gd name="T4" fmla="*/ 250 w 302"/>
                  <a:gd name="T5" fmla="*/ 21 h 282"/>
                  <a:gd name="T6" fmla="*/ 227 w 302"/>
                  <a:gd name="T7" fmla="*/ 34 h 282"/>
                  <a:gd name="T8" fmla="*/ 206 w 302"/>
                  <a:gd name="T9" fmla="*/ 48 h 282"/>
                  <a:gd name="T10" fmla="*/ 185 w 302"/>
                  <a:gd name="T11" fmla="*/ 64 h 282"/>
                  <a:gd name="T12" fmla="*/ 167 w 302"/>
                  <a:gd name="T13" fmla="*/ 81 h 282"/>
                  <a:gd name="T14" fmla="*/ 149 w 302"/>
                  <a:gd name="T15" fmla="*/ 101 h 282"/>
                  <a:gd name="T16" fmla="*/ 133 w 302"/>
                  <a:gd name="T17" fmla="*/ 119 h 282"/>
                  <a:gd name="T18" fmla="*/ 116 w 302"/>
                  <a:gd name="T19" fmla="*/ 139 h 282"/>
                  <a:gd name="T20" fmla="*/ 101 w 302"/>
                  <a:gd name="T21" fmla="*/ 160 h 282"/>
                  <a:gd name="T22" fmla="*/ 85 w 302"/>
                  <a:gd name="T23" fmla="*/ 181 h 282"/>
                  <a:gd name="T24" fmla="*/ 68 w 302"/>
                  <a:gd name="T25" fmla="*/ 200 h 282"/>
                  <a:gd name="T26" fmla="*/ 52 w 302"/>
                  <a:gd name="T27" fmla="*/ 221 h 282"/>
                  <a:gd name="T28" fmla="*/ 35 w 302"/>
                  <a:gd name="T29" fmla="*/ 240 h 282"/>
                  <a:gd name="T30" fmla="*/ 18 w 302"/>
                  <a:gd name="T31" fmla="*/ 259 h 282"/>
                  <a:gd name="T32" fmla="*/ 0 w 302"/>
                  <a:gd name="T33" fmla="*/ 279 h 282"/>
                  <a:gd name="T34" fmla="*/ 13 w 302"/>
                  <a:gd name="T35" fmla="*/ 274 h 282"/>
                  <a:gd name="T36" fmla="*/ 31 w 302"/>
                  <a:gd name="T37" fmla="*/ 255 h 282"/>
                  <a:gd name="T38" fmla="*/ 48 w 302"/>
                  <a:gd name="T39" fmla="*/ 234 h 282"/>
                  <a:gd name="T40" fmla="*/ 64 w 302"/>
                  <a:gd name="T41" fmla="*/ 215 h 282"/>
                  <a:gd name="T42" fmla="*/ 80 w 302"/>
                  <a:gd name="T43" fmla="*/ 194 h 282"/>
                  <a:gd name="T44" fmla="*/ 97 w 302"/>
                  <a:gd name="T45" fmla="*/ 173 h 282"/>
                  <a:gd name="T46" fmla="*/ 113 w 302"/>
                  <a:gd name="T47" fmla="*/ 153 h 282"/>
                  <a:gd name="T48" fmla="*/ 128 w 302"/>
                  <a:gd name="T49" fmla="*/ 132 h 282"/>
                  <a:gd name="T50" fmla="*/ 145 w 302"/>
                  <a:gd name="T51" fmla="*/ 114 h 282"/>
                  <a:gd name="T52" fmla="*/ 162 w 302"/>
                  <a:gd name="T53" fmla="*/ 94 h 282"/>
                  <a:gd name="T54" fmla="*/ 181 w 302"/>
                  <a:gd name="T55" fmla="*/ 76 h 282"/>
                  <a:gd name="T56" fmla="*/ 199 w 302"/>
                  <a:gd name="T57" fmla="*/ 61 h 282"/>
                  <a:gd name="T58" fmla="*/ 219 w 302"/>
                  <a:gd name="T59" fmla="*/ 45 h 282"/>
                  <a:gd name="T60" fmla="*/ 240 w 302"/>
                  <a:gd name="T61" fmla="*/ 31 h 282"/>
                  <a:gd name="T62" fmla="*/ 263 w 302"/>
                  <a:gd name="T63" fmla="*/ 19 h 282"/>
                  <a:gd name="T64" fmla="*/ 289 w 302"/>
                  <a:gd name="T65" fmla="*/ 10 h 282"/>
                  <a:gd name="T66" fmla="*/ 302 w 302"/>
                  <a:gd name="T67" fmla="*/ 5 h 28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02"/>
                  <a:gd name="T103" fmla="*/ 0 h 282"/>
                  <a:gd name="T104" fmla="*/ 302 w 302"/>
                  <a:gd name="T105" fmla="*/ 282 h 28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02" h="282">
                    <a:moveTo>
                      <a:pt x="299" y="0"/>
                    </a:moveTo>
                    <a:lnTo>
                      <a:pt x="299" y="0"/>
                    </a:lnTo>
                    <a:lnTo>
                      <a:pt x="286" y="4"/>
                    </a:lnTo>
                    <a:lnTo>
                      <a:pt x="273" y="10"/>
                    </a:lnTo>
                    <a:lnTo>
                      <a:pt x="261" y="14"/>
                    </a:lnTo>
                    <a:lnTo>
                      <a:pt x="250" y="21"/>
                    </a:lnTo>
                    <a:lnTo>
                      <a:pt x="238" y="27"/>
                    </a:lnTo>
                    <a:lnTo>
                      <a:pt x="227" y="34"/>
                    </a:lnTo>
                    <a:lnTo>
                      <a:pt x="216" y="40"/>
                    </a:lnTo>
                    <a:lnTo>
                      <a:pt x="206" y="48"/>
                    </a:lnTo>
                    <a:lnTo>
                      <a:pt x="196" y="56"/>
                    </a:lnTo>
                    <a:lnTo>
                      <a:pt x="185" y="64"/>
                    </a:lnTo>
                    <a:lnTo>
                      <a:pt x="176" y="73"/>
                    </a:lnTo>
                    <a:lnTo>
                      <a:pt x="167" y="81"/>
                    </a:lnTo>
                    <a:lnTo>
                      <a:pt x="159" y="91"/>
                    </a:lnTo>
                    <a:lnTo>
                      <a:pt x="149" y="101"/>
                    </a:lnTo>
                    <a:lnTo>
                      <a:pt x="141" y="109"/>
                    </a:lnTo>
                    <a:lnTo>
                      <a:pt x="133" y="119"/>
                    </a:lnTo>
                    <a:lnTo>
                      <a:pt x="125" y="130"/>
                    </a:lnTo>
                    <a:lnTo>
                      <a:pt x="116" y="139"/>
                    </a:lnTo>
                    <a:lnTo>
                      <a:pt x="108" y="149"/>
                    </a:lnTo>
                    <a:lnTo>
                      <a:pt x="101" y="160"/>
                    </a:lnTo>
                    <a:lnTo>
                      <a:pt x="92" y="170"/>
                    </a:lnTo>
                    <a:lnTo>
                      <a:pt x="85" y="181"/>
                    </a:lnTo>
                    <a:lnTo>
                      <a:pt x="76" y="190"/>
                    </a:lnTo>
                    <a:lnTo>
                      <a:pt x="68" y="200"/>
                    </a:lnTo>
                    <a:lnTo>
                      <a:pt x="61" y="211"/>
                    </a:lnTo>
                    <a:lnTo>
                      <a:pt x="52" y="221"/>
                    </a:lnTo>
                    <a:lnTo>
                      <a:pt x="44" y="230"/>
                    </a:lnTo>
                    <a:lnTo>
                      <a:pt x="35" y="240"/>
                    </a:lnTo>
                    <a:lnTo>
                      <a:pt x="27" y="250"/>
                    </a:lnTo>
                    <a:lnTo>
                      <a:pt x="18" y="259"/>
                    </a:lnTo>
                    <a:lnTo>
                      <a:pt x="8" y="269"/>
                    </a:lnTo>
                    <a:lnTo>
                      <a:pt x="0" y="279"/>
                    </a:lnTo>
                    <a:lnTo>
                      <a:pt x="4" y="282"/>
                    </a:lnTo>
                    <a:lnTo>
                      <a:pt x="13" y="274"/>
                    </a:lnTo>
                    <a:lnTo>
                      <a:pt x="22" y="264"/>
                    </a:lnTo>
                    <a:lnTo>
                      <a:pt x="31" y="255"/>
                    </a:lnTo>
                    <a:lnTo>
                      <a:pt x="40" y="245"/>
                    </a:lnTo>
                    <a:lnTo>
                      <a:pt x="48" y="234"/>
                    </a:lnTo>
                    <a:lnTo>
                      <a:pt x="57" y="224"/>
                    </a:lnTo>
                    <a:lnTo>
                      <a:pt x="64" y="215"/>
                    </a:lnTo>
                    <a:lnTo>
                      <a:pt x="73" y="204"/>
                    </a:lnTo>
                    <a:lnTo>
                      <a:pt x="80" y="194"/>
                    </a:lnTo>
                    <a:lnTo>
                      <a:pt x="88" y="183"/>
                    </a:lnTo>
                    <a:lnTo>
                      <a:pt x="97" y="173"/>
                    </a:lnTo>
                    <a:lnTo>
                      <a:pt x="104" y="162"/>
                    </a:lnTo>
                    <a:lnTo>
                      <a:pt x="113" y="153"/>
                    </a:lnTo>
                    <a:lnTo>
                      <a:pt x="120" y="143"/>
                    </a:lnTo>
                    <a:lnTo>
                      <a:pt x="128" y="132"/>
                    </a:lnTo>
                    <a:lnTo>
                      <a:pt x="137" y="124"/>
                    </a:lnTo>
                    <a:lnTo>
                      <a:pt x="145" y="114"/>
                    </a:lnTo>
                    <a:lnTo>
                      <a:pt x="154" y="104"/>
                    </a:lnTo>
                    <a:lnTo>
                      <a:pt x="162" y="94"/>
                    </a:lnTo>
                    <a:lnTo>
                      <a:pt x="171" y="86"/>
                    </a:lnTo>
                    <a:lnTo>
                      <a:pt x="181" y="76"/>
                    </a:lnTo>
                    <a:lnTo>
                      <a:pt x="190" y="68"/>
                    </a:lnTo>
                    <a:lnTo>
                      <a:pt x="199" y="61"/>
                    </a:lnTo>
                    <a:lnTo>
                      <a:pt x="209" y="53"/>
                    </a:lnTo>
                    <a:lnTo>
                      <a:pt x="219" y="45"/>
                    </a:lnTo>
                    <a:lnTo>
                      <a:pt x="229" y="37"/>
                    </a:lnTo>
                    <a:lnTo>
                      <a:pt x="240" y="31"/>
                    </a:lnTo>
                    <a:lnTo>
                      <a:pt x="252" y="25"/>
                    </a:lnTo>
                    <a:lnTo>
                      <a:pt x="263" y="19"/>
                    </a:lnTo>
                    <a:lnTo>
                      <a:pt x="275" y="14"/>
                    </a:lnTo>
                    <a:lnTo>
                      <a:pt x="289" y="10"/>
                    </a:lnTo>
                    <a:lnTo>
                      <a:pt x="302" y="5"/>
                    </a:lnTo>
                    <a:lnTo>
                      <a:pt x="29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3" name="Freeform 356"/>
              <p:cNvSpPr>
                <a:spLocks/>
              </p:cNvSpPr>
              <p:nvPr/>
            </p:nvSpPr>
            <p:spPr bwMode="auto">
              <a:xfrm>
                <a:off x="656" y="1440"/>
                <a:ext cx="123" cy="26"/>
              </a:xfrm>
              <a:custGeom>
                <a:avLst/>
                <a:gdLst>
                  <a:gd name="T0" fmla="*/ 494 w 494"/>
                  <a:gd name="T1" fmla="*/ 99 h 104"/>
                  <a:gd name="T2" fmla="*/ 466 w 494"/>
                  <a:gd name="T3" fmla="*/ 80 h 104"/>
                  <a:gd name="T4" fmla="*/ 437 w 494"/>
                  <a:gd name="T5" fmla="*/ 63 h 104"/>
                  <a:gd name="T6" fmla="*/ 408 w 494"/>
                  <a:gd name="T7" fmla="*/ 47 h 104"/>
                  <a:gd name="T8" fmla="*/ 379 w 494"/>
                  <a:gd name="T9" fmla="*/ 34 h 104"/>
                  <a:gd name="T10" fmla="*/ 349 w 494"/>
                  <a:gd name="T11" fmla="*/ 23 h 104"/>
                  <a:gd name="T12" fmla="*/ 318 w 494"/>
                  <a:gd name="T13" fmla="*/ 14 h 104"/>
                  <a:gd name="T14" fmla="*/ 287 w 494"/>
                  <a:gd name="T15" fmla="*/ 8 h 104"/>
                  <a:gd name="T16" fmla="*/ 255 w 494"/>
                  <a:gd name="T17" fmla="*/ 3 h 104"/>
                  <a:gd name="T18" fmla="*/ 224 w 494"/>
                  <a:gd name="T19" fmla="*/ 1 h 104"/>
                  <a:gd name="T20" fmla="*/ 192 w 494"/>
                  <a:gd name="T21" fmla="*/ 0 h 104"/>
                  <a:gd name="T22" fmla="*/ 161 w 494"/>
                  <a:gd name="T23" fmla="*/ 1 h 104"/>
                  <a:gd name="T24" fmla="*/ 128 w 494"/>
                  <a:gd name="T25" fmla="*/ 3 h 104"/>
                  <a:gd name="T26" fmla="*/ 96 w 494"/>
                  <a:gd name="T27" fmla="*/ 7 h 104"/>
                  <a:gd name="T28" fmla="*/ 65 w 494"/>
                  <a:gd name="T29" fmla="*/ 13 h 104"/>
                  <a:gd name="T30" fmla="*/ 32 w 494"/>
                  <a:gd name="T31" fmla="*/ 20 h 104"/>
                  <a:gd name="T32" fmla="*/ 0 w 494"/>
                  <a:gd name="T33" fmla="*/ 30 h 104"/>
                  <a:gd name="T34" fmla="*/ 19 w 494"/>
                  <a:gd name="T35" fmla="*/ 31 h 104"/>
                  <a:gd name="T36" fmla="*/ 50 w 494"/>
                  <a:gd name="T37" fmla="*/ 23 h 104"/>
                  <a:gd name="T38" fmla="*/ 82 w 494"/>
                  <a:gd name="T39" fmla="*/ 15 h 104"/>
                  <a:gd name="T40" fmla="*/ 113 w 494"/>
                  <a:gd name="T41" fmla="*/ 10 h 104"/>
                  <a:gd name="T42" fmla="*/ 145 w 494"/>
                  <a:gd name="T43" fmla="*/ 7 h 104"/>
                  <a:gd name="T44" fmla="*/ 176 w 494"/>
                  <a:gd name="T45" fmla="*/ 6 h 104"/>
                  <a:gd name="T46" fmla="*/ 208 w 494"/>
                  <a:gd name="T47" fmla="*/ 6 h 104"/>
                  <a:gd name="T48" fmla="*/ 239 w 494"/>
                  <a:gd name="T49" fmla="*/ 7 h 104"/>
                  <a:gd name="T50" fmla="*/ 271 w 494"/>
                  <a:gd name="T51" fmla="*/ 10 h 104"/>
                  <a:gd name="T52" fmla="*/ 301 w 494"/>
                  <a:gd name="T53" fmla="*/ 17 h 104"/>
                  <a:gd name="T54" fmla="*/ 332 w 494"/>
                  <a:gd name="T55" fmla="*/ 24 h 104"/>
                  <a:gd name="T56" fmla="*/ 362 w 494"/>
                  <a:gd name="T57" fmla="*/ 34 h 104"/>
                  <a:gd name="T58" fmla="*/ 391 w 494"/>
                  <a:gd name="T59" fmla="*/ 46 h 104"/>
                  <a:gd name="T60" fmla="*/ 420 w 494"/>
                  <a:gd name="T61" fmla="*/ 59 h 104"/>
                  <a:gd name="T62" fmla="*/ 449 w 494"/>
                  <a:gd name="T63" fmla="*/ 75 h 104"/>
                  <a:gd name="T64" fmla="*/ 477 w 494"/>
                  <a:gd name="T65" fmla="*/ 94 h 104"/>
                  <a:gd name="T66" fmla="*/ 492 w 494"/>
                  <a:gd name="T67" fmla="*/ 104 h 10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94"/>
                  <a:gd name="T103" fmla="*/ 0 h 104"/>
                  <a:gd name="T104" fmla="*/ 494 w 494"/>
                  <a:gd name="T105" fmla="*/ 104 h 10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94" h="104">
                    <a:moveTo>
                      <a:pt x="494" y="100"/>
                    </a:moveTo>
                    <a:lnTo>
                      <a:pt x="494" y="99"/>
                    </a:lnTo>
                    <a:lnTo>
                      <a:pt x="481" y="89"/>
                    </a:lnTo>
                    <a:lnTo>
                      <a:pt x="466" y="80"/>
                    </a:lnTo>
                    <a:lnTo>
                      <a:pt x="453" y="70"/>
                    </a:lnTo>
                    <a:lnTo>
                      <a:pt x="437" y="63"/>
                    </a:lnTo>
                    <a:lnTo>
                      <a:pt x="423" y="54"/>
                    </a:lnTo>
                    <a:lnTo>
                      <a:pt x="408" y="47"/>
                    </a:lnTo>
                    <a:lnTo>
                      <a:pt x="393" y="41"/>
                    </a:lnTo>
                    <a:lnTo>
                      <a:pt x="379" y="34"/>
                    </a:lnTo>
                    <a:lnTo>
                      <a:pt x="364" y="27"/>
                    </a:lnTo>
                    <a:lnTo>
                      <a:pt x="349" y="23"/>
                    </a:lnTo>
                    <a:lnTo>
                      <a:pt x="334" y="18"/>
                    </a:lnTo>
                    <a:lnTo>
                      <a:pt x="318" y="14"/>
                    </a:lnTo>
                    <a:lnTo>
                      <a:pt x="303" y="10"/>
                    </a:lnTo>
                    <a:lnTo>
                      <a:pt x="287" y="8"/>
                    </a:lnTo>
                    <a:lnTo>
                      <a:pt x="271" y="4"/>
                    </a:lnTo>
                    <a:lnTo>
                      <a:pt x="255" y="3"/>
                    </a:lnTo>
                    <a:lnTo>
                      <a:pt x="239" y="1"/>
                    </a:lnTo>
                    <a:lnTo>
                      <a:pt x="224" y="1"/>
                    </a:lnTo>
                    <a:lnTo>
                      <a:pt x="208" y="0"/>
                    </a:lnTo>
                    <a:lnTo>
                      <a:pt x="192" y="0"/>
                    </a:lnTo>
                    <a:lnTo>
                      <a:pt x="176" y="0"/>
                    </a:lnTo>
                    <a:lnTo>
                      <a:pt x="161" y="1"/>
                    </a:lnTo>
                    <a:lnTo>
                      <a:pt x="145" y="2"/>
                    </a:lnTo>
                    <a:lnTo>
                      <a:pt x="128" y="3"/>
                    </a:lnTo>
                    <a:lnTo>
                      <a:pt x="112" y="4"/>
                    </a:lnTo>
                    <a:lnTo>
                      <a:pt x="96" y="7"/>
                    </a:lnTo>
                    <a:lnTo>
                      <a:pt x="81" y="10"/>
                    </a:lnTo>
                    <a:lnTo>
                      <a:pt x="65" y="13"/>
                    </a:lnTo>
                    <a:lnTo>
                      <a:pt x="49" y="17"/>
                    </a:lnTo>
                    <a:lnTo>
                      <a:pt x="32" y="20"/>
                    </a:lnTo>
                    <a:lnTo>
                      <a:pt x="16" y="25"/>
                    </a:lnTo>
                    <a:lnTo>
                      <a:pt x="0" y="30"/>
                    </a:lnTo>
                    <a:lnTo>
                      <a:pt x="3" y="35"/>
                    </a:lnTo>
                    <a:lnTo>
                      <a:pt x="19" y="31"/>
                    </a:lnTo>
                    <a:lnTo>
                      <a:pt x="34" y="26"/>
                    </a:lnTo>
                    <a:lnTo>
                      <a:pt x="50" y="23"/>
                    </a:lnTo>
                    <a:lnTo>
                      <a:pt x="66" y="19"/>
                    </a:lnTo>
                    <a:lnTo>
                      <a:pt x="82" y="15"/>
                    </a:lnTo>
                    <a:lnTo>
                      <a:pt x="98" y="13"/>
                    </a:lnTo>
                    <a:lnTo>
                      <a:pt x="113" y="10"/>
                    </a:lnTo>
                    <a:lnTo>
                      <a:pt x="129" y="8"/>
                    </a:lnTo>
                    <a:lnTo>
                      <a:pt x="145" y="7"/>
                    </a:lnTo>
                    <a:lnTo>
                      <a:pt x="161" y="6"/>
                    </a:lnTo>
                    <a:lnTo>
                      <a:pt x="176" y="6"/>
                    </a:lnTo>
                    <a:lnTo>
                      <a:pt x="192" y="6"/>
                    </a:lnTo>
                    <a:lnTo>
                      <a:pt x="208" y="6"/>
                    </a:lnTo>
                    <a:lnTo>
                      <a:pt x="224" y="6"/>
                    </a:lnTo>
                    <a:lnTo>
                      <a:pt x="239" y="7"/>
                    </a:lnTo>
                    <a:lnTo>
                      <a:pt x="255" y="8"/>
                    </a:lnTo>
                    <a:lnTo>
                      <a:pt x="271" y="10"/>
                    </a:lnTo>
                    <a:lnTo>
                      <a:pt x="286" y="13"/>
                    </a:lnTo>
                    <a:lnTo>
                      <a:pt x="301" y="17"/>
                    </a:lnTo>
                    <a:lnTo>
                      <a:pt x="317" y="20"/>
                    </a:lnTo>
                    <a:lnTo>
                      <a:pt x="332" y="24"/>
                    </a:lnTo>
                    <a:lnTo>
                      <a:pt x="347" y="29"/>
                    </a:lnTo>
                    <a:lnTo>
                      <a:pt x="362" y="34"/>
                    </a:lnTo>
                    <a:lnTo>
                      <a:pt x="377" y="38"/>
                    </a:lnTo>
                    <a:lnTo>
                      <a:pt x="391" y="46"/>
                    </a:lnTo>
                    <a:lnTo>
                      <a:pt x="406" y="52"/>
                    </a:lnTo>
                    <a:lnTo>
                      <a:pt x="420" y="59"/>
                    </a:lnTo>
                    <a:lnTo>
                      <a:pt x="435" y="67"/>
                    </a:lnTo>
                    <a:lnTo>
                      <a:pt x="449" y="75"/>
                    </a:lnTo>
                    <a:lnTo>
                      <a:pt x="464" y="84"/>
                    </a:lnTo>
                    <a:lnTo>
                      <a:pt x="477" y="94"/>
                    </a:lnTo>
                    <a:lnTo>
                      <a:pt x="492" y="104"/>
                    </a:lnTo>
                    <a:lnTo>
                      <a:pt x="494" y="10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4" name="Freeform 357"/>
              <p:cNvSpPr>
                <a:spLocks/>
              </p:cNvSpPr>
              <p:nvPr/>
            </p:nvSpPr>
            <p:spPr bwMode="auto">
              <a:xfrm>
                <a:off x="779" y="1466"/>
                <a:ext cx="44" cy="88"/>
              </a:xfrm>
              <a:custGeom>
                <a:avLst/>
                <a:gdLst>
                  <a:gd name="T0" fmla="*/ 75 w 176"/>
                  <a:gd name="T1" fmla="*/ 353 h 353"/>
                  <a:gd name="T2" fmla="*/ 117 w 176"/>
                  <a:gd name="T3" fmla="*/ 336 h 353"/>
                  <a:gd name="T4" fmla="*/ 148 w 176"/>
                  <a:gd name="T5" fmla="*/ 315 h 353"/>
                  <a:gd name="T6" fmla="*/ 166 w 176"/>
                  <a:gd name="T7" fmla="*/ 291 h 353"/>
                  <a:gd name="T8" fmla="*/ 176 w 176"/>
                  <a:gd name="T9" fmla="*/ 265 h 353"/>
                  <a:gd name="T10" fmla="*/ 176 w 176"/>
                  <a:gd name="T11" fmla="*/ 235 h 353"/>
                  <a:gd name="T12" fmla="*/ 168 w 176"/>
                  <a:gd name="T13" fmla="*/ 205 h 353"/>
                  <a:gd name="T14" fmla="*/ 155 w 176"/>
                  <a:gd name="T15" fmla="*/ 176 h 353"/>
                  <a:gd name="T16" fmla="*/ 137 w 176"/>
                  <a:gd name="T17" fmla="*/ 146 h 353"/>
                  <a:gd name="T18" fmla="*/ 117 w 176"/>
                  <a:gd name="T19" fmla="*/ 118 h 353"/>
                  <a:gd name="T20" fmla="*/ 94 w 176"/>
                  <a:gd name="T21" fmla="*/ 90 h 353"/>
                  <a:gd name="T22" fmla="*/ 73 w 176"/>
                  <a:gd name="T23" fmla="*/ 66 h 353"/>
                  <a:gd name="T24" fmla="*/ 51 w 176"/>
                  <a:gd name="T25" fmla="*/ 44 h 353"/>
                  <a:gd name="T26" fmla="*/ 32 w 176"/>
                  <a:gd name="T27" fmla="*/ 26 h 353"/>
                  <a:gd name="T28" fmla="*/ 17 w 176"/>
                  <a:gd name="T29" fmla="*/ 11 h 353"/>
                  <a:gd name="T30" fmla="*/ 6 w 176"/>
                  <a:gd name="T31" fmla="*/ 3 h 353"/>
                  <a:gd name="T32" fmla="*/ 2 w 176"/>
                  <a:gd name="T33" fmla="*/ 0 h 353"/>
                  <a:gd name="T34" fmla="*/ 0 w 176"/>
                  <a:gd name="T35" fmla="*/ 5 h 353"/>
                  <a:gd name="T36" fmla="*/ 7 w 176"/>
                  <a:gd name="T37" fmla="*/ 11 h 353"/>
                  <a:gd name="T38" fmla="*/ 20 w 176"/>
                  <a:gd name="T39" fmla="*/ 22 h 353"/>
                  <a:gd name="T40" fmla="*/ 37 w 176"/>
                  <a:gd name="T41" fmla="*/ 38 h 353"/>
                  <a:gd name="T42" fmla="*/ 57 w 176"/>
                  <a:gd name="T43" fmla="*/ 58 h 353"/>
                  <a:gd name="T44" fmla="*/ 79 w 176"/>
                  <a:gd name="T45" fmla="*/ 81 h 353"/>
                  <a:gd name="T46" fmla="*/ 102 w 176"/>
                  <a:gd name="T47" fmla="*/ 107 h 353"/>
                  <a:gd name="T48" fmla="*/ 122 w 176"/>
                  <a:gd name="T49" fmla="*/ 135 h 353"/>
                  <a:gd name="T50" fmla="*/ 142 w 176"/>
                  <a:gd name="T51" fmla="*/ 164 h 353"/>
                  <a:gd name="T52" fmla="*/ 157 w 176"/>
                  <a:gd name="T53" fmla="*/ 193 h 353"/>
                  <a:gd name="T54" fmla="*/ 167 w 176"/>
                  <a:gd name="T55" fmla="*/ 222 h 353"/>
                  <a:gd name="T56" fmla="*/ 171 w 176"/>
                  <a:gd name="T57" fmla="*/ 250 h 353"/>
                  <a:gd name="T58" fmla="*/ 166 w 176"/>
                  <a:gd name="T59" fmla="*/ 277 h 353"/>
                  <a:gd name="T60" fmla="*/ 154 w 176"/>
                  <a:gd name="T61" fmla="*/ 301 h 353"/>
                  <a:gd name="T62" fmla="*/ 131 w 176"/>
                  <a:gd name="T63" fmla="*/ 322 h 353"/>
                  <a:gd name="T64" fmla="*/ 96 w 176"/>
                  <a:gd name="T65" fmla="*/ 340 h 353"/>
                  <a:gd name="T66" fmla="*/ 74 w 176"/>
                  <a:gd name="T67" fmla="*/ 347 h 3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6"/>
                  <a:gd name="T103" fmla="*/ 0 h 353"/>
                  <a:gd name="T104" fmla="*/ 176 w 176"/>
                  <a:gd name="T105" fmla="*/ 353 h 3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6" h="353">
                    <a:moveTo>
                      <a:pt x="75" y="353"/>
                    </a:moveTo>
                    <a:lnTo>
                      <a:pt x="75" y="353"/>
                    </a:lnTo>
                    <a:lnTo>
                      <a:pt x="98" y="346"/>
                    </a:lnTo>
                    <a:lnTo>
                      <a:pt x="117" y="336"/>
                    </a:lnTo>
                    <a:lnTo>
                      <a:pt x="134" y="326"/>
                    </a:lnTo>
                    <a:lnTo>
                      <a:pt x="148" y="315"/>
                    </a:lnTo>
                    <a:lnTo>
                      <a:pt x="159" y="303"/>
                    </a:lnTo>
                    <a:lnTo>
                      <a:pt x="166" y="291"/>
                    </a:lnTo>
                    <a:lnTo>
                      <a:pt x="172" y="278"/>
                    </a:lnTo>
                    <a:lnTo>
                      <a:pt x="176" y="265"/>
                    </a:lnTo>
                    <a:lnTo>
                      <a:pt x="176" y="250"/>
                    </a:lnTo>
                    <a:lnTo>
                      <a:pt x="176" y="235"/>
                    </a:lnTo>
                    <a:lnTo>
                      <a:pt x="172" y="221"/>
                    </a:lnTo>
                    <a:lnTo>
                      <a:pt x="168" y="205"/>
                    </a:lnTo>
                    <a:lnTo>
                      <a:pt x="162" y="191"/>
                    </a:lnTo>
                    <a:lnTo>
                      <a:pt x="155" y="176"/>
                    </a:lnTo>
                    <a:lnTo>
                      <a:pt x="147" y="160"/>
                    </a:lnTo>
                    <a:lnTo>
                      <a:pt x="137" y="146"/>
                    </a:lnTo>
                    <a:lnTo>
                      <a:pt x="127" y="131"/>
                    </a:lnTo>
                    <a:lnTo>
                      <a:pt x="117" y="118"/>
                    </a:lnTo>
                    <a:lnTo>
                      <a:pt x="105" y="103"/>
                    </a:lnTo>
                    <a:lnTo>
                      <a:pt x="94" y="90"/>
                    </a:lnTo>
                    <a:lnTo>
                      <a:pt x="83" y="78"/>
                    </a:lnTo>
                    <a:lnTo>
                      <a:pt x="73" y="66"/>
                    </a:lnTo>
                    <a:lnTo>
                      <a:pt x="62" y="54"/>
                    </a:lnTo>
                    <a:lnTo>
                      <a:pt x="51" y="44"/>
                    </a:lnTo>
                    <a:lnTo>
                      <a:pt x="41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7" y="11"/>
                    </a:lnTo>
                    <a:lnTo>
                      <a:pt x="11" y="6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7" y="11"/>
                    </a:lnTo>
                    <a:lnTo>
                      <a:pt x="13" y="16"/>
                    </a:lnTo>
                    <a:lnTo>
                      <a:pt x="20" y="22"/>
                    </a:lnTo>
                    <a:lnTo>
                      <a:pt x="28" y="29"/>
                    </a:lnTo>
                    <a:lnTo>
                      <a:pt x="37" y="38"/>
                    </a:lnTo>
                    <a:lnTo>
                      <a:pt x="47" y="48"/>
                    </a:lnTo>
                    <a:lnTo>
                      <a:pt x="57" y="58"/>
                    </a:lnTo>
                    <a:lnTo>
                      <a:pt x="68" y="69"/>
                    </a:lnTo>
                    <a:lnTo>
                      <a:pt x="79" y="81"/>
                    </a:lnTo>
                    <a:lnTo>
                      <a:pt x="91" y="94"/>
                    </a:lnTo>
                    <a:lnTo>
                      <a:pt x="102" y="107"/>
                    </a:lnTo>
                    <a:lnTo>
                      <a:pt x="113" y="120"/>
                    </a:lnTo>
                    <a:lnTo>
                      <a:pt x="122" y="135"/>
                    </a:lnTo>
                    <a:lnTo>
                      <a:pt x="132" y="149"/>
                    </a:lnTo>
                    <a:lnTo>
                      <a:pt x="142" y="164"/>
                    </a:lnTo>
                    <a:lnTo>
                      <a:pt x="150" y="178"/>
                    </a:lnTo>
                    <a:lnTo>
                      <a:pt x="157" y="193"/>
                    </a:lnTo>
                    <a:lnTo>
                      <a:pt x="162" y="208"/>
                    </a:lnTo>
                    <a:lnTo>
                      <a:pt x="167" y="222"/>
                    </a:lnTo>
                    <a:lnTo>
                      <a:pt x="170" y="235"/>
                    </a:lnTo>
                    <a:lnTo>
                      <a:pt x="171" y="250"/>
                    </a:lnTo>
                    <a:lnTo>
                      <a:pt x="170" y="263"/>
                    </a:lnTo>
                    <a:lnTo>
                      <a:pt x="166" y="277"/>
                    </a:lnTo>
                    <a:lnTo>
                      <a:pt x="161" y="289"/>
                    </a:lnTo>
                    <a:lnTo>
                      <a:pt x="154" y="301"/>
                    </a:lnTo>
                    <a:lnTo>
                      <a:pt x="144" y="312"/>
                    </a:lnTo>
                    <a:lnTo>
                      <a:pt x="131" y="322"/>
                    </a:lnTo>
                    <a:lnTo>
                      <a:pt x="115" y="331"/>
                    </a:lnTo>
                    <a:lnTo>
                      <a:pt x="96" y="340"/>
                    </a:lnTo>
                    <a:lnTo>
                      <a:pt x="74" y="347"/>
                    </a:lnTo>
                    <a:lnTo>
                      <a:pt x="75" y="35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5" name="Freeform 358"/>
              <p:cNvSpPr>
                <a:spLocks/>
              </p:cNvSpPr>
              <p:nvPr/>
            </p:nvSpPr>
            <p:spPr bwMode="auto">
              <a:xfrm>
                <a:off x="584" y="1552"/>
                <a:ext cx="213" cy="102"/>
              </a:xfrm>
              <a:custGeom>
                <a:avLst/>
                <a:gdLst>
                  <a:gd name="T0" fmla="*/ 5 w 853"/>
                  <a:gd name="T1" fmla="*/ 405 h 406"/>
                  <a:gd name="T2" fmla="*/ 11 w 853"/>
                  <a:gd name="T3" fmla="*/ 401 h 406"/>
                  <a:gd name="T4" fmla="*/ 31 w 853"/>
                  <a:gd name="T5" fmla="*/ 390 h 406"/>
                  <a:gd name="T6" fmla="*/ 61 w 853"/>
                  <a:gd name="T7" fmla="*/ 375 h 406"/>
                  <a:gd name="T8" fmla="*/ 101 w 853"/>
                  <a:gd name="T9" fmla="*/ 353 h 406"/>
                  <a:gd name="T10" fmla="*/ 149 w 853"/>
                  <a:gd name="T11" fmla="*/ 327 h 406"/>
                  <a:gd name="T12" fmla="*/ 205 w 853"/>
                  <a:gd name="T13" fmla="*/ 299 h 406"/>
                  <a:gd name="T14" fmla="*/ 266 w 853"/>
                  <a:gd name="T15" fmla="*/ 267 h 406"/>
                  <a:gd name="T16" fmla="*/ 333 w 853"/>
                  <a:gd name="T17" fmla="*/ 234 h 406"/>
                  <a:gd name="T18" fmla="*/ 401 w 853"/>
                  <a:gd name="T19" fmla="*/ 200 h 406"/>
                  <a:gd name="T20" fmla="*/ 471 w 853"/>
                  <a:gd name="T21" fmla="*/ 165 h 406"/>
                  <a:gd name="T22" fmla="*/ 542 w 853"/>
                  <a:gd name="T23" fmla="*/ 132 h 406"/>
                  <a:gd name="T24" fmla="*/ 612 w 853"/>
                  <a:gd name="T25" fmla="*/ 101 h 406"/>
                  <a:gd name="T26" fmla="*/ 679 w 853"/>
                  <a:gd name="T27" fmla="*/ 72 h 406"/>
                  <a:gd name="T28" fmla="*/ 743 w 853"/>
                  <a:gd name="T29" fmla="*/ 45 h 406"/>
                  <a:gd name="T30" fmla="*/ 801 w 853"/>
                  <a:gd name="T31" fmla="*/ 23 h 406"/>
                  <a:gd name="T32" fmla="*/ 853 w 853"/>
                  <a:gd name="T33" fmla="*/ 6 h 406"/>
                  <a:gd name="T34" fmla="*/ 826 w 853"/>
                  <a:gd name="T35" fmla="*/ 8 h 406"/>
                  <a:gd name="T36" fmla="*/ 770 w 853"/>
                  <a:gd name="T37" fmla="*/ 28 h 406"/>
                  <a:gd name="T38" fmla="*/ 709 w 853"/>
                  <a:gd name="T39" fmla="*/ 52 h 406"/>
                  <a:gd name="T40" fmla="*/ 643 w 853"/>
                  <a:gd name="T41" fmla="*/ 80 h 406"/>
                  <a:gd name="T42" fmla="*/ 575 w 853"/>
                  <a:gd name="T43" fmla="*/ 112 h 406"/>
                  <a:gd name="T44" fmla="*/ 505 w 853"/>
                  <a:gd name="T45" fmla="*/ 144 h 406"/>
                  <a:gd name="T46" fmla="*/ 433 w 853"/>
                  <a:gd name="T47" fmla="*/ 178 h 406"/>
                  <a:gd name="T48" fmla="*/ 364 w 853"/>
                  <a:gd name="T49" fmla="*/ 212 h 406"/>
                  <a:gd name="T50" fmla="*/ 296 w 853"/>
                  <a:gd name="T51" fmla="*/ 246 h 406"/>
                  <a:gd name="T52" fmla="*/ 233 w 853"/>
                  <a:gd name="T53" fmla="*/ 279 h 406"/>
                  <a:gd name="T54" fmla="*/ 174 w 853"/>
                  <a:gd name="T55" fmla="*/ 309 h 406"/>
                  <a:gd name="T56" fmla="*/ 122 w 853"/>
                  <a:gd name="T57" fmla="*/ 336 h 406"/>
                  <a:gd name="T58" fmla="*/ 77 w 853"/>
                  <a:gd name="T59" fmla="*/ 360 h 406"/>
                  <a:gd name="T60" fmla="*/ 43 w 853"/>
                  <a:gd name="T61" fmla="*/ 378 h 406"/>
                  <a:gd name="T62" fmla="*/ 17 w 853"/>
                  <a:gd name="T63" fmla="*/ 392 h 406"/>
                  <a:gd name="T64" fmla="*/ 4 w 853"/>
                  <a:gd name="T65" fmla="*/ 399 h 406"/>
                  <a:gd name="T66" fmla="*/ 6 w 853"/>
                  <a:gd name="T67" fmla="*/ 401 h 406"/>
                  <a:gd name="T68" fmla="*/ 1 w 853"/>
                  <a:gd name="T69" fmla="*/ 406 h 406"/>
                  <a:gd name="T70" fmla="*/ 0 w 853"/>
                  <a:gd name="T71" fmla="*/ 404 h 40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853"/>
                  <a:gd name="T109" fmla="*/ 0 h 406"/>
                  <a:gd name="T110" fmla="*/ 853 w 853"/>
                  <a:gd name="T111" fmla="*/ 406 h 40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853" h="406">
                    <a:moveTo>
                      <a:pt x="0" y="404"/>
                    </a:moveTo>
                    <a:lnTo>
                      <a:pt x="5" y="405"/>
                    </a:lnTo>
                    <a:lnTo>
                      <a:pt x="6" y="404"/>
                    </a:lnTo>
                    <a:lnTo>
                      <a:pt x="11" y="401"/>
                    </a:lnTo>
                    <a:lnTo>
                      <a:pt x="20" y="396"/>
                    </a:lnTo>
                    <a:lnTo>
                      <a:pt x="31" y="390"/>
                    </a:lnTo>
                    <a:lnTo>
                      <a:pt x="45" y="383"/>
                    </a:lnTo>
                    <a:lnTo>
                      <a:pt x="61" y="375"/>
                    </a:lnTo>
                    <a:lnTo>
                      <a:pt x="79" y="365"/>
                    </a:lnTo>
                    <a:lnTo>
                      <a:pt x="101" y="353"/>
                    </a:lnTo>
                    <a:lnTo>
                      <a:pt x="124" y="341"/>
                    </a:lnTo>
                    <a:lnTo>
                      <a:pt x="149" y="327"/>
                    </a:lnTo>
                    <a:lnTo>
                      <a:pt x="176" y="314"/>
                    </a:lnTo>
                    <a:lnTo>
                      <a:pt x="205" y="299"/>
                    </a:lnTo>
                    <a:lnTo>
                      <a:pt x="236" y="284"/>
                    </a:lnTo>
                    <a:lnTo>
                      <a:pt x="266" y="267"/>
                    </a:lnTo>
                    <a:lnTo>
                      <a:pt x="299" y="251"/>
                    </a:lnTo>
                    <a:lnTo>
                      <a:pt x="333" y="234"/>
                    </a:lnTo>
                    <a:lnTo>
                      <a:pt x="367" y="217"/>
                    </a:lnTo>
                    <a:lnTo>
                      <a:pt x="401" y="200"/>
                    </a:lnTo>
                    <a:lnTo>
                      <a:pt x="436" y="183"/>
                    </a:lnTo>
                    <a:lnTo>
                      <a:pt x="471" y="165"/>
                    </a:lnTo>
                    <a:lnTo>
                      <a:pt x="507" y="149"/>
                    </a:lnTo>
                    <a:lnTo>
                      <a:pt x="542" y="132"/>
                    </a:lnTo>
                    <a:lnTo>
                      <a:pt x="578" y="116"/>
                    </a:lnTo>
                    <a:lnTo>
                      <a:pt x="612" y="101"/>
                    </a:lnTo>
                    <a:lnTo>
                      <a:pt x="646" y="85"/>
                    </a:lnTo>
                    <a:lnTo>
                      <a:pt x="679" y="72"/>
                    </a:lnTo>
                    <a:lnTo>
                      <a:pt x="711" y="57"/>
                    </a:lnTo>
                    <a:lnTo>
                      <a:pt x="743" y="45"/>
                    </a:lnTo>
                    <a:lnTo>
                      <a:pt x="773" y="34"/>
                    </a:lnTo>
                    <a:lnTo>
                      <a:pt x="801" y="23"/>
                    </a:lnTo>
                    <a:lnTo>
                      <a:pt x="827" y="13"/>
                    </a:lnTo>
                    <a:lnTo>
                      <a:pt x="853" y="6"/>
                    </a:lnTo>
                    <a:lnTo>
                      <a:pt x="852" y="0"/>
                    </a:lnTo>
                    <a:lnTo>
                      <a:pt x="826" y="8"/>
                    </a:lnTo>
                    <a:lnTo>
                      <a:pt x="800" y="17"/>
                    </a:lnTo>
                    <a:lnTo>
                      <a:pt x="770" y="28"/>
                    </a:lnTo>
                    <a:lnTo>
                      <a:pt x="740" y="40"/>
                    </a:lnTo>
                    <a:lnTo>
                      <a:pt x="709" y="52"/>
                    </a:lnTo>
                    <a:lnTo>
                      <a:pt x="677" y="67"/>
                    </a:lnTo>
                    <a:lnTo>
                      <a:pt x="643" y="80"/>
                    </a:lnTo>
                    <a:lnTo>
                      <a:pt x="609" y="96"/>
                    </a:lnTo>
                    <a:lnTo>
                      <a:pt x="575" y="112"/>
                    </a:lnTo>
                    <a:lnTo>
                      <a:pt x="540" y="127"/>
                    </a:lnTo>
                    <a:lnTo>
                      <a:pt x="505" y="144"/>
                    </a:lnTo>
                    <a:lnTo>
                      <a:pt x="468" y="160"/>
                    </a:lnTo>
                    <a:lnTo>
                      <a:pt x="433" y="178"/>
                    </a:lnTo>
                    <a:lnTo>
                      <a:pt x="398" y="195"/>
                    </a:lnTo>
                    <a:lnTo>
                      <a:pt x="364" y="212"/>
                    </a:lnTo>
                    <a:lnTo>
                      <a:pt x="330" y="229"/>
                    </a:lnTo>
                    <a:lnTo>
                      <a:pt x="296" y="246"/>
                    </a:lnTo>
                    <a:lnTo>
                      <a:pt x="263" y="262"/>
                    </a:lnTo>
                    <a:lnTo>
                      <a:pt x="233" y="279"/>
                    </a:lnTo>
                    <a:lnTo>
                      <a:pt x="203" y="295"/>
                    </a:lnTo>
                    <a:lnTo>
                      <a:pt x="174" y="309"/>
                    </a:lnTo>
                    <a:lnTo>
                      <a:pt x="147" y="323"/>
                    </a:lnTo>
                    <a:lnTo>
                      <a:pt x="122" y="336"/>
                    </a:lnTo>
                    <a:lnTo>
                      <a:pt x="98" y="348"/>
                    </a:lnTo>
                    <a:lnTo>
                      <a:pt x="77" y="360"/>
                    </a:lnTo>
                    <a:lnTo>
                      <a:pt x="58" y="370"/>
                    </a:lnTo>
                    <a:lnTo>
                      <a:pt x="43" y="378"/>
                    </a:lnTo>
                    <a:lnTo>
                      <a:pt x="28" y="386"/>
                    </a:lnTo>
                    <a:lnTo>
                      <a:pt x="17" y="392"/>
                    </a:lnTo>
                    <a:lnTo>
                      <a:pt x="9" y="396"/>
                    </a:lnTo>
                    <a:lnTo>
                      <a:pt x="4" y="399"/>
                    </a:lnTo>
                    <a:lnTo>
                      <a:pt x="3" y="400"/>
                    </a:lnTo>
                    <a:lnTo>
                      <a:pt x="6" y="401"/>
                    </a:lnTo>
                    <a:lnTo>
                      <a:pt x="0" y="404"/>
                    </a:lnTo>
                    <a:lnTo>
                      <a:pt x="1" y="406"/>
                    </a:lnTo>
                    <a:lnTo>
                      <a:pt x="5" y="405"/>
                    </a:lnTo>
                    <a:lnTo>
                      <a:pt x="0" y="40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6" name="Freeform 359"/>
              <p:cNvSpPr>
                <a:spLocks/>
              </p:cNvSpPr>
              <p:nvPr/>
            </p:nvSpPr>
            <p:spPr bwMode="auto">
              <a:xfrm>
                <a:off x="566" y="1580"/>
                <a:ext cx="20" cy="73"/>
              </a:xfrm>
              <a:custGeom>
                <a:avLst/>
                <a:gdLst>
                  <a:gd name="T0" fmla="*/ 0 w 77"/>
                  <a:gd name="T1" fmla="*/ 0 h 292"/>
                  <a:gd name="T2" fmla="*/ 0 w 77"/>
                  <a:gd name="T3" fmla="*/ 1 h 292"/>
                  <a:gd name="T4" fmla="*/ 71 w 77"/>
                  <a:gd name="T5" fmla="*/ 292 h 292"/>
                  <a:gd name="T6" fmla="*/ 77 w 77"/>
                  <a:gd name="T7" fmla="*/ 289 h 292"/>
                  <a:gd name="T8" fmla="*/ 4 w 77"/>
                  <a:gd name="T9" fmla="*/ 0 h 292"/>
                  <a:gd name="T10" fmla="*/ 4 w 77"/>
                  <a:gd name="T11" fmla="*/ 2 h 292"/>
                  <a:gd name="T12" fmla="*/ 0 w 77"/>
                  <a:gd name="T13" fmla="*/ 0 h 292"/>
                  <a:gd name="T14" fmla="*/ 0 w 77"/>
                  <a:gd name="T15" fmla="*/ 0 h 292"/>
                  <a:gd name="T16" fmla="*/ 0 w 77"/>
                  <a:gd name="T17" fmla="*/ 1 h 292"/>
                  <a:gd name="T18" fmla="*/ 0 w 77"/>
                  <a:gd name="T19" fmla="*/ 0 h 2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7"/>
                  <a:gd name="T31" fmla="*/ 0 h 292"/>
                  <a:gd name="T32" fmla="*/ 77 w 77"/>
                  <a:gd name="T33" fmla="*/ 292 h 29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7" h="292">
                    <a:moveTo>
                      <a:pt x="0" y="0"/>
                    </a:moveTo>
                    <a:lnTo>
                      <a:pt x="0" y="1"/>
                    </a:lnTo>
                    <a:lnTo>
                      <a:pt x="71" y="292"/>
                    </a:lnTo>
                    <a:lnTo>
                      <a:pt x="77" y="289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7" name="Freeform 360"/>
              <p:cNvSpPr>
                <a:spLocks/>
              </p:cNvSpPr>
              <p:nvPr/>
            </p:nvSpPr>
            <p:spPr bwMode="auto">
              <a:xfrm>
                <a:off x="796" y="1610"/>
                <a:ext cx="18" cy="53"/>
              </a:xfrm>
              <a:custGeom>
                <a:avLst/>
                <a:gdLst>
                  <a:gd name="T0" fmla="*/ 0 w 70"/>
                  <a:gd name="T1" fmla="*/ 0 h 214"/>
                  <a:gd name="T2" fmla="*/ 16 w 70"/>
                  <a:gd name="T3" fmla="*/ 9 h 214"/>
                  <a:gd name="T4" fmla="*/ 29 w 70"/>
                  <a:gd name="T5" fmla="*/ 17 h 214"/>
                  <a:gd name="T6" fmla="*/ 41 w 70"/>
                  <a:gd name="T7" fmla="*/ 29 h 214"/>
                  <a:gd name="T8" fmla="*/ 51 w 70"/>
                  <a:gd name="T9" fmla="*/ 43 h 214"/>
                  <a:gd name="T10" fmla="*/ 60 w 70"/>
                  <a:gd name="T11" fmla="*/ 57 h 214"/>
                  <a:gd name="T12" fmla="*/ 66 w 70"/>
                  <a:gd name="T13" fmla="*/ 72 h 214"/>
                  <a:gd name="T14" fmla="*/ 69 w 70"/>
                  <a:gd name="T15" fmla="*/ 88 h 214"/>
                  <a:gd name="T16" fmla="*/ 70 w 70"/>
                  <a:gd name="T17" fmla="*/ 105 h 214"/>
                  <a:gd name="T18" fmla="*/ 70 w 70"/>
                  <a:gd name="T19" fmla="*/ 120 h 214"/>
                  <a:gd name="T20" fmla="*/ 68 w 70"/>
                  <a:gd name="T21" fmla="*/ 136 h 214"/>
                  <a:gd name="T22" fmla="*/ 62 w 70"/>
                  <a:gd name="T23" fmla="*/ 152 h 214"/>
                  <a:gd name="T24" fmla="*/ 55 w 70"/>
                  <a:gd name="T25" fmla="*/ 168 h 214"/>
                  <a:gd name="T26" fmla="*/ 45 w 70"/>
                  <a:gd name="T27" fmla="*/ 181 h 214"/>
                  <a:gd name="T28" fmla="*/ 33 w 70"/>
                  <a:gd name="T29" fmla="*/ 193 h 214"/>
                  <a:gd name="T30" fmla="*/ 17 w 70"/>
                  <a:gd name="T31" fmla="*/ 204 h 214"/>
                  <a:gd name="T32" fmla="*/ 0 w 70"/>
                  <a:gd name="T33" fmla="*/ 214 h 214"/>
                  <a:gd name="T34" fmla="*/ 0 w 70"/>
                  <a:gd name="T35" fmla="*/ 0 h 2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0"/>
                  <a:gd name="T55" fmla="*/ 0 h 214"/>
                  <a:gd name="T56" fmla="*/ 70 w 70"/>
                  <a:gd name="T57" fmla="*/ 214 h 21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0" h="214">
                    <a:moveTo>
                      <a:pt x="0" y="0"/>
                    </a:moveTo>
                    <a:lnTo>
                      <a:pt x="16" y="9"/>
                    </a:lnTo>
                    <a:lnTo>
                      <a:pt x="29" y="17"/>
                    </a:lnTo>
                    <a:lnTo>
                      <a:pt x="41" y="29"/>
                    </a:lnTo>
                    <a:lnTo>
                      <a:pt x="51" y="43"/>
                    </a:lnTo>
                    <a:lnTo>
                      <a:pt x="60" y="57"/>
                    </a:lnTo>
                    <a:lnTo>
                      <a:pt x="66" y="72"/>
                    </a:lnTo>
                    <a:lnTo>
                      <a:pt x="69" y="88"/>
                    </a:lnTo>
                    <a:lnTo>
                      <a:pt x="70" y="105"/>
                    </a:lnTo>
                    <a:lnTo>
                      <a:pt x="70" y="120"/>
                    </a:lnTo>
                    <a:lnTo>
                      <a:pt x="68" y="136"/>
                    </a:lnTo>
                    <a:lnTo>
                      <a:pt x="62" y="152"/>
                    </a:lnTo>
                    <a:lnTo>
                      <a:pt x="55" y="168"/>
                    </a:lnTo>
                    <a:lnTo>
                      <a:pt x="45" y="181"/>
                    </a:lnTo>
                    <a:lnTo>
                      <a:pt x="33" y="193"/>
                    </a:lnTo>
                    <a:lnTo>
                      <a:pt x="17" y="204"/>
                    </a:lnTo>
                    <a:lnTo>
                      <a:pt x="0" y="2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B2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8" name="Freeform 361"/>
              <p:cNvSpPr>
                <a:spLocks/>
              </p:cNvSpPr>
              <p:nvPr/>
            </p:nvSpPr>
            <p:spPr bwMode="auto">
              <a:xfrm>
                <a:off x="796" y="1609"/>
                <a:ext cx="19" cy="55"/>
              </a:xfrm>
              <a:custGeom>
                <a:avLst/>
                <a:gdLst>
                  <a:gd name="T0" fmla="*/ 0 w 76"/>
                  <a:gd name="T1" fmla="*/ 216 h 219"/>
                  <a:gd name="T2" fmla="*/ 3 w 76"/>
                  <a:gd name="T3" fmla="*/ 218 h 219"/>
                  <a:gd name="T4" fmla="*/ 22 w 76"/>
                  <a:gd name="T5" fmla="*/ 209 h 219"/>
                  <a:gd name="T6" fmla="*/ 36 w 76"/>
                  <a:gd name="T7" fmla="*/ 198 h 219"/>
                  <a:gd name="T8" fmla="*/ 49 w 76"/>
                  <a:gd name="T9" fmla="*/ 185 h 219"/>
                  <a:gd name="T10" fmla="*/ 59 w 76"/>
                  <a:gd name="T11" fmla="*/ 171 h 219"/>
                  <a:gd name="T12" fmla="*/ 66 w 76"/>
                  <a:gd name="T13" fmla="*/ 155 h 219"/>
                  <a:gd name="T14" fmla="*/ 72 w 76"/>
                  <a:gd name="T15" fmla="*/ 139 h 219"/>
                  <a:gd name="T16" fmla="*/ 75 w 76"/>
                  <a:gd name="T17" fmla="*/ 122 h 219"/>
                  <a:gd name="T18" fmla="*/ 76 w 76"/>
                  <a:gd name="T19" fmla="*/ 107 h 219"/>
                  <a:gd name="T20" fmla="*/ 74 w 76"/>
                  <a:gd name="T21" fmla="*/ 90 h 219"/>
                  <a:gd name="T22" fmla="*/ 70 w 76"/>
                  <a:gd name="T23" fmla="*/ 73 h 219"/>
                  <a:gd name="T24" fmla="*/ 64 w 76"/>
                  <a:gd name="T25" fmla="*/ 58 h 219"/>
                  <a:gd name="T26" fmla="*/ 55 w 76"/>
                  <a:gd name="T27" fmla="*/ 42 h 219"/>
                  <a:gd name="T28" fmla="*/ 46 w 76"/>
                  <a:gd name="T29" fmla="*/ 29 h 219"/>
                  <a:gd name="T30" fmla="*/ 34 w 76"/>
                  <a:gd name="T31" fmla="*/ 18 h 219"/>
                  <a:gd name="T32" fmla="*/ 19 w 76"/>
                  <a:gd name="T33" fmla="*/ 8 h 219"/>
                  <a:gd name="T34" fmla="*/ 3 w 76"/>
                  <a:gd name="T35" fmla="*/ 0 h 219"/>
                  <a:gd name="T36" fmla="*/ 1 w 76"/>
                  <a:gd name="T37" fmla="*/ 6 h 219"/>
                  <a:gd name="T38" fmla="*/ 17 w 76"/>
                  <a:gd name="T39" fmla="*/ 13 h 219"/>
                  <a:gd name="T40" fmla="*/ 30 w 76"/>
                  <a:gd name="T41" fmla="*/ 22 h 219"/>
                  <a:gd name="T42" fmla="*/ 41 w 76"/>
                  <a:gd name="T43" fmla="*/ 34 h 219"/>
                  <a:gd name="T44" fmla="*/ 51 w 76"/>
                  <a:gd name="T45" fmla="*/ 46 h 219"/>
                  <a:gd name="T46" fmla="*/ 59 w 76"/>
                  <a:gd name="T47" fmla="*/ 61 h 219"/>
                  <a:gd name="T48" fmla="*/ 64 w 76"/>
                  <a:gd name="T49" fmla="*/ 75 h 219"/>
                  <a:gd name="T50" fmla="*/ 69 w 76"/>
                  <a:gd name="T51" fmla="*/ 91 h 219"/>
                  <a:gd name="T52" fmla="*/ 70 w 76"/>
                  <a:gd name="T53" fmla="*/ 107 h 219"/>
                  <a:gd name="T54" fmla="*/ 69 w 76"/>
                  <a:gd name="T55" fmla="*/ 122 h 219"/>
                  <a:gd name="T56" fmla="*/ 66 w 76"/>
                  <a:gd name="T57" fmla="*/ 138 h 219"/>
                  <a:gd name="T58" fmla="*/ 62 w 76"/>
                  <a:gd name="T59" fmla="*/ 153 h 219"/>
                  <a:gd name="T60" fmla="*/ 54 w 76"/>
                  <a:gd name="T61" fmla="*/ 167 h 219"/>
                  <a:gd name="T62" fmla="*/ 45 w 76"/>
                  <a:gd name="T63" fmla="*/ 181 h 219"/>
                  <a:gd name="T64" fmla="*/ 32 w 76"/>
                  <a:gd name="T65" fmla="*/ 194 h 219"/>
                  <a:gd name="T66" fmla="*/ 18 w 76"/>
                  <a:gd name="T67" fmla="*/ 204 h 219"/>
                  <a:gd name="T68" fmla="*/ 1 w 76"/>
                  <a:gd name="T69" fmla="*/ 213 h 219"/>
                  <a:gd name="T70" fmla="*/ 5 w 76"/>
                  <a:gd name="T71" fmla="*/ 216 h 219"/>
                  <a:gd name="T72" fmla="*/ 0 w 76"/>
                  <a:gd name="T73" fmla="*/ 216 h 219"/>
                  <a:gd name="T74" fmla="*/ 0 w 76"/>
                  <a:gd name="T75" fmla="*/ 219 h 219"/>
                  <a:gd name="T76" fmla="*/ 3 w 76"/>
                  <a:gd name="T77" fmla="*/ 218 h 219"/>
                  <a:gd name="T78" fmla="*/ 0 w 76"/>
                  <a:gd name="T79" fmla="*/ 216 h 21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76"/>
                  <a:gd name="T121" fmla="*/ 0 h 219"/>
                  <a:gd name="T122" fmla="*/ 76 w 76"/>
                  <a:gd name="T123" fmla="*/ 219 h 21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76" h="219">
                    <a:moveTo>
                      <a:pt x="0" y="216"/>
                    </a:moveTo>
                    <a:lnTo>
                      <a:pt x="3" y="218"/>
                    </a:lnTo>
                    <a:lnTo>
                      <a:pt x="22" y="209"/>
                    </a:lnTo>
                    <a:lnTo>
                      <a:pt x="36" y="198"/>
                    </a:lnTo>
                    <a:lnTo>
                      <a:pt x="49" y="185"/>
                    </a:lnTo>
                    <a:lnTo>
                      <a:pt x="59" y="171"/>
                    </a:lnTo>
                    <a:lnTo>
                      <a:pt x="66" y="155"/>
                    </a:lnTo>
                    <a:lnTo>
                      <a:pt x="72" y="139"/>
                    </a:lnTo>
                    <a:lnTo>
                      <a:pt x="75" y="122"/>
                    </a:lnTo>
                    <a:lnTo>
                      <a:pt x="76" y="107"/>
                    </a:lnTo>
                    <a:lnTo>
                      <a:pt x="74" y="90"/>
                    </a:lnTo>
                    <a:lnTo>
                      <a:pt x="70" y="73"/>
                    </a:lnTo>
                    <a:lnTo>
                      <a:pt x="64" y="58"/>
                    </a:lnTo>
                    <a:lnTo>
                      <a:pt x="55" y="42"/>
                    </a:lnTo>
                    <a:lnTo>
                      <a:pt x="46" y="29"/>
                    </a:lnTo>
                    <a:lnTo>
                      <a:pt x="34" y="18"/>
                    </a:lnTo>
                    <a:lnTo>
                      <a:pt x="19" y="8"/>
                    </a:lnTo>
                    <a:lnTo>
                      <a:pt x="3" y="0"/>
                    </a:lnTo>
                    <a:lnTo>
                      <a:pt x="1" y="6"/>
                    </a:lnTo>
                    <a:lnTo>
                      <a:pt x="17" y="13"/>
                    </a:lnTo>
                    <a:lnTo>
                      <a:pt x="30" y="22"/>
                    </a:lnTo>
                    <a:lnTo>
                      <a:pt x="41" y="34"/>
                    </a:lnTo>
                    <a:lnTo>
                      <a:pt x="51" y="46"/>
                    </a:lnTo>
                    <a:lnTo>
                      <a:pt x="59" y="61"/>
                    </a:lnTo>
                    <a:lnTo>
                      <a:pt x="64" y="75"/>
                    </a:lnTo>
                    <a:lnTo>
                      <a:pt x="69" y="91"/>
                    </a:lnTo>
                    <a:lnTo>
                      <a:pt x="70" y="107"/>
                    </a:lnTo>
                    <a:lnTo>
                      <a:pt x="69" y="122"/>
                    </a:lnTo>
                    <a:lnTo>
                      <a:pt x="66" y="138"/>
                    </a:lnTo>
                    <a:lnTo>
                      <a:pt x="62" y="153"/>
                    </a:lnTo>
                    <a:lnTo>
                      <a:pt x="54" y="167"/>
                    </a:lnTo>
                    <a:lnTo>
                      <a:pt x="45" y="181"/>
                    </a:lnTo>
                    <a:lnTo>
                      <a:pt x="32" y="194"/>
                    </a:lnTo>
                    <a:lnTo>
                      <a:pt x="18" y="204"/>
                    </a:lnTo>
                    <a:lnTo>
                      <a:pt x="1" y="213"/>
                    </a:lnTo>
                    <a:lnTo>
                      <a:pt x="5" y="216"/>
                    </a:lnTo>
                    <a:lnTo>
                      <a:pt x="0" y="216"/>
                    </a:lnTo>
                    <a:lnTo>
                      <a:pt x="0" y="219"/>
                    </a:lnTo>
                    <a:lnTo>
                      <a:pt x="3" y="218"/>
                    </a:lnTo>
                    <a:lnTo>
                      <a:pt x="0" y="21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9" name="Freeform 362"/>
              <p:cNvSpPr>
                <a:spLocks/>
              </p:cNvSpPr>
              <p:nvPr/>
            </p:nvSpPr>
            <p:spPr bwMode="auto">
              <a:xfrm>
                <a:off x="796" y="1609"/>
                <a:ext cx="1" cy="54"/>
              </a:xfrm>
              <a:custGeom>
                <a:avLst/>
                <a:gdLst>
                  <a:gd name="T0" fmla="*/ 3 w 5"/>
                  <a:gd name="T1" fmla="*/ 1 h 217"/>
                  <a:gd name="T2" fmla="*/ 0 w 5"/>
                  <a:gd name="T3" fmla="*/ 3 h 217"/>
                  <a:gd name="T4" fmla="*/ 0 w 5"/>
                  <a:gd name="T5" fmla="*/ 217 h 217"/>
                  <a:gd name="T6" fmla="*/ 5 w 5"/>
                  <a:gd name="T7" fmla="*/ 217 h 217"/>
                  <a:gd name="T8" fmla="*/ 5 w 5"/>
                  <a:gd name="T9" fmla="*/ 3 h 217"/>
                  <a:gd name="T10" fmla="*/ 1 w 5"/>
                  <a:gd name="T11" fmla="*/ 7 h 217"/>
                  <a:gd name="T12" fmla="*/ 3 w 5"/>
                  <a:gd name="T13" fmla="*/ 1 h 217"/>
                  <a:gd name="T14" fmla="*/ 0 w 5"/>
                  <a:gd name="T15" fmla="*/ 0 h 217"/>
                  <a:gd name="T16" fmla="*/ 0 w 5"/>
                  <a:gd name="T17" fmla="*/ 3 h 217"/>
                  <a:gd name="T18" fmla="*/ 3 w 5"/>
                  <a:gd name="T19" fmla="*/ 1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217"/>
                  <a:gd name="T32" fmla="*/ 5 w 5"/>
                  <a:gd name="T33" fmla="*/ 217 h 2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217">
                    <a:moveTo>
                      <a:pt x="3" y="1"/>
                    </a:moveTo>
                    <a:lnTo>
                      <a:pt x="0" y="3"/>
                    </a:lnTo>
                    <a:lnTo>
                      <a:pt x="0" y="217"/>
                    </a:lnTo>
                    <a:lnTo>
                      <a:pt x="5" y="217"/>
                    </a:lnTo>
                    <a:lnTo>
                      <a:pt x="5" y="3"/>
                    </a:lnTo>
                    <a:lnTo>
                      <a:pt x="1" y="7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0" name="Freeform 363"/>
              <p:cNvSpPr>
                <a:spLocks/>
              </p:cNvSpPr>
              <p:nvPr/>
            </p:nvSpPr>
            <p:spPr bwMode="auto">
              <a:xfrm>
                <a:off x="706" y="2405"/>
                <a:ext cx="217" cy="131"/>
              </a:xfrm>
              <a:custGeom>
                <a:avLst/>
                <a:gdLst>
                  <a:gd name="T0" fmla="*/ 548 w 868"/>
                  <a:gd name="T1" fmla="*/ 86 h 523"/>
                  <a:gd name="T2" fmla="*/ 502 w 868"/>
                  <a:gd name="T3" fmla="*/ 55 h 523"/>
                  <a:gd name="T4" fmla="*/ 452 w 868"/>
                  <a:gd name="T5" fmla="*/ 27 h 523"/>
                  <a:gd name="T6" fmla="*/ 400 w 868"/>
                  <a:gd name="T7" fmla="*/ 6 h 523"/>
                  <a:gd name="T8" fmla="*/ 349 w 868"/>
                  <a:gd name="T9" fmla="*/ 0 h 523"/>
                  <a:gd name="T10" fmla="*/ 283 w 868"/>
                  <a:gd name="T11" fmla="*/ 18 h 523"/>
                  <a:gd name="T12" fmla="*/ 202 w 868"/>
                  <a:gd name="T13" fmla="*/ 38 h 523"/>
                  <a:gd name="T14" fmla="*/ 151 w 868"/>
                  <a:gd name="T15" fmla="*/ 36 h 523"/>
                  <a:gd name="T16" fmla="*/ 122 w 868"/>
                  <a:gd name="T17" fmla="*/ 24 h 523"/>
                  <a:gd name="T18" fmla="*/ 110 w 868"/>
                  <a:gd name="T19" fmla="*/ 11 h 523"/>
                  <a:gd name="T20" fmla="*/ 106 w 868"/>
                  <a:gd name="T21" fmla="*/ 5 h 523"/>
                  <a:gd name="T22" fmla="*/ 82 w 868"/>
                  <a:gd name="T23" fmla="*/ 23 h 523"/>
                  <a:gd name="T24" fmla="*/ 59 w 868"/>
                  <a:gd name="T25" fmla="*/ 44 h 523"/>
                  <a:gd name="T26" fmla="*/ 40 w 868"/>
                  <a:gd name="T27" fmla="*/ 66 h 523"/>
                  <a:gd name="T28" fmla="*/ 24 w 868"/>
                  <a:gd name="T29" fmla="*/ 90 h 523"/>
                  <a:gd name="T30" fmla="*/ 11 w 868"/>
                  <a:gd name="T31" fmla="*/ 115 h 523"/>
                  <a:gd name="T32" fmla="*/ 3 w 868"/>
                  <a:gd name="T33" fmla="*/ 141 h 523"/>
                  <a:gd name="T34" fmla="*/ 0 w 868"/>
                  <a:gd name="T35" fmla="*/ 169 h 523"/>
                  <a:gd name="T36" fmla="*/ 2 w 868"/>
                  <a:gd name="T37" fmla="*/ 195 h 523"/>
                  <a:gd name="T38" fmla="*/ 11 w 868"/>
                  <a:gd name="T39" fmla="*/ 223 h 523"/>
                  <a:gd name="T40" fmla="*/ 25 w 868"/>
                  <a:gd name="T41" fmla="*/ 251 h 523"/>
                  <a:gd name="T42" fmla="*/ 41 w 868"/>
                  <a:gd name="T43" fmla="*/ 272 h 523"/>
                  <a:gd name="T44" fmla="*/ 61 w 868"/>
                  <a:gd name="T45" fmla="*/ 281 h 523"/>
                  <a:gd name="T46" fmla="*/ 92 w 868"/>
                  <a:gd name="T47" fmla="*/ 293 h 523"/>
                  <a:gd name="T48" fmla="*/ 125 w 868"/>
                  <a:gd name="T49" fmla="*/ 306 h 523"/>
                  <a:gd name="T50" fmla="*/ 154 w 868"/>
                  <a:gd name="T51" fmla="*/ 316 h 523"/>
                  <a:gd name="T52" fmla="*/ 169 w 868"/>
                  <a:gd name="T53" fmla="*/ 325 h 523"/>
                  <a:gd name="T54" fmla="*/ 188 w 868"/>
                  <a:gd name="T55" fmla="*/ 348 h 523"/>
                  <a:gd name="T56" fmla="*/ 209 w 868"/>
                  <a:gd name="T57" fmla="*/ 366 h 523"/>
                  <a:gd name="T58" fmla="*/ 222 w 868"/>
                  <a:gd name="T59" fmla="*/ 384 h 523"/>
                  <a:gd name="T60" fmla="*/ 235 w 868"/>
                  <a:gd name="T61" fmla="*/ 405 h 523"/>
                  <a:gd name="T62" fmla="*/ 252 w 868"/>
                  <a:gd name="T63" fmla="*/ 424 h 523"/>
                  <a:gd name="T64" fmla="*/ 273 w 868"/>
                  <a:gd name="T65" fmla="*/ 440 h 523"/>
                  <a:gd name="T66" fmla="*/ 297 w 868"/>
                  <a:gd name="T67" fmla="*/ 456 h 523"/>
                  <a:gd name="T68" fmla="*/ 326 w 868"/>
                  <a:gd name="T69" fmla="*/ 470 h 523"/>
                  <a:gd name="T70" fmla="*/ 371 w 868"/>
                  <a:gd name="T71" fmla="*/ 492 h 523"/>
                  <a:gd name="T72" fmla="*/ 411 w 868"/>
                  <a:gd name="T73" fmla="*/ 507 h 523"/>
                  <a:gd name="T74" fmla="*/ 445 w 868"/>
                  <a:gd name="T75" fmla="*/ 517 h 523"/>
                  <a:gd name="T76" fmla="*/ 476 w 868"/>
                  <a:gd name="T77" fmla="*/ 521 h 523"/>
                  <a:gd name="T78" fmla="*/ 505 w 868"/>
                  <a:gd name="T79" fmla="*/ 521 h 523"/>
                  <a:gd name="T80" fmla="*/ 533 w 868"/>
                  <a:gd name="T81" fmla="*/ 518 h 523"/>
                  <a:gd name="T82" fmla="*/ 564 w 868"/>
                  <a:gd name="T83" fmla="*/ 510 h 523"/>
                  <a:gd name="T84" fmla="*/ 595 w 868"/>
                  <a:gd name="T85" fmla="*/ 500 h 523"/>
                  <a:gd name="T86" fmla="*/ 630 w 868"/>
                  <a:gd name="T87" fmla="*/ 485 h 523"/>
                  <a:gd name="T88" fmla="*/ 670 w 868"/>
                  <a:gd name="T89" fmla="*/ 468 h 523"/>
                  <a:gd name="T90" fmla="*/ 717 w 868"/>
                  <a:gd name="T91" fmla="*/ 449 h 523"/>
                  <a:gd name="T92" fmla="*/ 767 w 868"/>
                  <a:gd name="T93" fmla="*/ 423 h 523"/>
                  <a:gd name="T94" fmla="*/ 815 w 868"/>
                  <a:gd name="T95" fmla="*/ 390 h 523"/>
                  <a:gd name="T96" fmla="*/ 851 w 868"/>
                  <a:gd name="T97" fmla="*/ 350 h 523"/>
                  <a:gd name="T98" fmla="*/ 868 w 868"/>
                  <a:gd name="T99" fmla="*/ 303 h 523"/>
                  <a:gd name="T100" fmla="*/ 857 w 868"/>
                  <a:gd name="T101" fmla="*/ 250 h 523"/>
                  <a:gd name="T102" fmla="*/ 838 w 868"/>
                  <a:gd name="T103" fmla="*/ 212 h 523"/>
                  <a:gd name="T104" fmla="*/ 815 w 868"/>
                  <a:gd name="T105" fmla="*/ 181 h 523"/>
                  <a:gd name="T106" fmla="*/ 790 w 868"/>
                  <a:gd name="T107" fmla="*/ 155 h 523"/>
                  <a:gd name="T108" fmla="*/ 764 w 868"/>
                  <a:gd name="T109" fmla="*/ 136 h 523"/>
                  <a:gd name="T110" fmla="*/ 735 w 868"/>
                  <a:gd name="T111" fmla="*/ 120 h 523"/>
                  <a:gd name="T112" fmla="*/ 706 w 868"/>
                  <a:gd name="T113" fmla="*/ 109 h 523"/>
                  <a:gd name="T114" fmla="*/ 673 w 868"/>
                  <a:gd name="T115" fmla="*/ 103 h 523"/>
                  <a:gd name="T116" fmla="*/ 641 w 868"/>
                  <a:gd name="T117" fmla="*/ 101 h 523"/>
                  <a:gd name="T118" fmla="*/ 607 w 868"/>
                  <a:gd name="T119" fmla="*/ 102 h 523"/>
                  <a:gd name="T120" fmla="*/ 572 w 868"/>
                  <a:gd name="T121" fmla="*/ 107 h 523"/>
                  <a:gd name="T122" fmla="*/ 573 w 868"/>
                  <a:gd name="T123" fmla="*/ 106 h 52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868"/>
                  <a:gd name="T187" fmla="*/ 0 h 523"/>
                  <a:gd name="T188" fmla="*/ 868 w 868"/>
                  <a:gd name="T189" fmla="*/ 523 h 52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868" h="523">
                    <a:moveTo>
                      <a:pt x="573" y="106"/>
                    </a:moveTo>
                    <a:lnTo>
                      <a:pt x="561" y="96"/>
                    </a:lnTo>
                    <a:lnTo>
                      <a:pt x="548" y="86"/>
                    </a:lnTo>
                    <a:lnTo>
                      <a:pt x="533" y="75"/>
                    </a:lnTo>
                    <a:lnTo>
                      <a:pt x="518" y="66"/>
                    </a:lnTo>
                    <a:lnTo>
                      <a:pt x="502" y="55"/>
                    </a:lnTo>
                    <a:lnTo>
                      <a:pt x="486" y="45"/>
                    </a:lnTo>
                    <a:lnTo>
                      <a:pt x="469" y="35"/>
                    </a:lnTo>
                    <a:lnTo>
                      <a:pt x="452" y="27"/>
                    </a:lnTo>
                    <a:lnTo>
                      <a:pt x="435" y="18"/>
                    </a:lnTo>
                    <a:lnTo>
                      <a:pt x="417" y="12"/>
                    </a:lnTo>
                    <a:lnTo>
                      <a:pt x="400" y="6"/>
                    </a:lnTo>
                    <a:lnTo>
                      <a:pt x="383" y="2"/>
                    </a:lnTo>
                    <a:lnTo>
                      <a:pt x="366" y="0"/>
                    </a:lnTo>
                    <a:lnTo>
                      <a:pt x="349" y="0"/>
                    </a:lnTo>
                    <a:lnTo>
                      <a:pt x="333" y="2"/>
                    </a:lnTo>
                    <a:lnTo>
                      <a:pt x="319" y="6"/>
                    </a:lnTo>
                    <a:lnTo>
                      <a:pt x="283" y="18"/>
                    </a:lnTo>
                    <a:lnTo>
                      <a:pt x="253" y="27"/>
                    </a:lnTo>
                    <a:lnTo>
                      <a:pt x="226" y="34"/>
                    </a:lnTo>
                    <a:lnTo>
                      <a:pt x="202" y="38"/>
                    </a:lnTo>
                    <a:lnTo>
                      <a:pt x="183" y="39"/>
                    </a:lnTo>
                    <a:lnTo>
                      <a:pt x="166" y="38"/>
                    </a:lnTo>
                    <a:lnTo>
                      <a:pt x="151" y="36"/>
                    </a:lnTo>
                    <a:lnTo>
                      <a:pt x="139" y="33"/>
                    </a:lnTo>
                    <a:lnTo>
                      <a:pt x="129" y="29"/>
                    </a:lnTo>
                    <a:lnTo>
                      <a:pt x="122" y="24"/>
                    </a:lnTo>
                    <a:lnTo>
                      <a:pt x="116" y="21"/>
                    </a:lnTo>
                    <a:lnTo>
                      <a:pt x="112" y="16"/>
                    </a:lnTo>
                    <a:lnTo>
                      <a:pt x="110" y="11"/>
                    </a:lnTo>
                    <a:lnTo>
                      <a:pt x="108" y="9"/>
                    </a:lnTo>
                    <a:lnTo>
                      <a:pt x="108" y="6"/>
                    </a:lnTo>
                    <a:lnTo>
                      <a:pt x="106" y="5"/>
                    </a:lnTo>
                    <a:lnTo>
                      <a:pt x="98" y="11"/>
                    </a:lnTo>
                    <a:lnTo>
                      <a:pt x="89" y="17"/>
                    </a:lnTo>
                    <a:lnTo>
                      <a:pt x="82" y="23"/>
                    </a:lnTo>
                    <a:lnTo>
                      <a:pt x="74" y="29"/>
                    </a:lnTo>
                    <a:lnTo>
                      <a:pt x="66" y="36"/>
                    </a:lnTo>
                    <a:lnTo>
                      <a:pt x="59" y="44"/>
                    </a:lnTo>
                    <a:lnTo>
                      <a:pt x="52" y="51"/>
                    </a:lnTo>
                    <a:lnTo>
                      <a:pt x="46" y="58"/>
                    </a:lnTo>
                    <a:lnTo>
                      <a:pt x="40" y="66"/>
                    </a:lnTo>
                    <a:lnTo>
                      <a:pt x="34" y="74"/>
                    </a:lnTo>
                    <a:lnTo>
                      <a:pt x="29" y="81"/>
                    </a:lnTo>
                    <a:lnTo>
                      <a:pt x="24" y="90"/>
                    </a:lnTo>
                    <a:lnTo>
                      <a:pt x="19" y="98"/>
                    </a:lnTo>
                    <a:lnTo>
                      <a:pt x="14" y="107"/>
                    </a:lnTo>
                    <a:lnTo>
                      <a:pt x="11" y="115"/>
                    </a:lnTo>
                    <a:lnTo>
                      <a:pt x="8" y="124"/>
                    </a:lnTo>
                    <a:lnTo>
                      <a:pt x="6" y="132"/>
                    </a:lnTo>
                    <a:lnTo>
                      <a:pt x="3" y="141"/>
                    </a:lnTo>
                    <a:lnTo>
                      <a:pt x="2" y="150"/>
                    </a:lnTo>
                    <a:lnTo>
                      <a:pt x="1" y="159"/>
                    </a:lnTo>
                    <a:lnTo>
                      <a:pt x="0" y="169"/>
                    </a:lnTo>
                    <a:lnTo>
                      <a:pt x="1" y="177"/>
                    </a:lnTo>
                    <a:lnTo>
                      <a:pt x="1" y="187"/>
                    </a:lnTo>
                    <a:lnTo>
                      <a:pt x="2" y="195"/>
                    </a:lnTo>
                    <a:lnTo>
                      <a:pt x="4" y="205"/>
                    </a:lnTo>
                    <a:lnTo>
                      <a:pt x="7" y="213"/>
                    </a:lnTo>
                    <a:lnTo>
                      <a:pt x="11" y="223"/>
                    </a:lnTo>
                    <a:lnTo>
                      <a:pt x="14" y="233"/>
                    </a:lnTo>
                    <a:lnTo>
                      <a:pt x="19" y="241"/>
                    </a:lnTo>
                    <a:lnTo>
                      <a:pt x="25" y="251"/>
                    </a:lnTo>
                    <a:lnTo>
                      <a:pt x="31" y="260"/>
                    </a:lnTo>
                    <a:lnTo>
                      <a:pt x="37" y="269"/>
                    </a:lnTo>
                    <a:lnTo>
                      <a:pt x="41" y="272"/>
                    </a:lnTo>
                    <a:lnTo>
                      <a:pt x="46" y="275"/>
                    </a:lnTo>
                    <a:lnTo>
                      <a:pt x="53" y="278"/>
                    </a:lnTo>
                    <a:lnTo>
                      <a:pt x="61" y="281"/>
                    </a:lnTo>
                    <a:lnTo>
                      <a:pt x="71" y="286"/>
                    </a:lnTo>
                    <a:lnTo>
                      <a:pt x="81" y="290"/>
                    </a:lnTo>
                    <a:lnTo>
                      <a:pt x="92" y="293"/>
                    </a:lnTo>
                    <a:lnTo>
                      <a:pt x="103" y="298"/>
                    </a:lnTo>
                    <a:lnTo>
                      <a:pt x="114" y="302"/>
                    </a:lnTo>
                    <a:lnTo>
                      <a:pt x="125" y="306"/>
                    </a:lnTo>
                    <a:lnTo>
                      <a:pt x="135" y="309"/>
                    </a:lnTo>
                    <a:lnTo>
                      <a:pt x="145" y="313"/>
                    </a:lnTo>
                    <a:lnTo>
                      <a:pt x="154" y="316"/>
                    </a:lnTo>
                    <a:lnTo>
                      <a:pt x="161" y="319"/>
                    </a:lnTo>
                    <a:lnTo>
                      <a:pt x="166" y="323"/>
                    </a:lnTo>
                    <a:lnTo>
                      <a:pt x="169" y="325"/>
                    </a:lnTo>
                    <a:lnTo>
                      <a:pt x="174" y="333"/>
                    </a:lnTo>
                    <a:lnTo>
                      <a:pt x="180" y="341"/>
                    </a:lnTo>
                    <a:lnTo>
                      <a:pt x="188" y="348"/>
                    </a:lnTo>
                    <a:lnTo>
                      <a:pt x="195" y="355"/>
                    </a:lnTo>
                    <a:lnTo>
                      <a:pt x="203" y="361"/>
                    </a:lnTo>
                    <a:lnTo>
                      <a:pt x="209" y="366"/>
                    </a:lnTo>
                    <a:lnTo>
                      <a:pt x="216" y="371"/>
                    </a:lnTo>
                    <a:lnTo>
                      <a:pt x="219" y="376"/>
                    </a:lnTo>
                    <a:lnTo>
                      <a:pt x="222" y="384"/>
                    </a:lnTo>
                    <a:lnTo>
                      <a:pt x="226" y="392"/>
                    </a:lnTo>
                    <a:lnTo>
                      <a:pt x="230" y="399"/>
                    </a:lnTo>
                    <a:lnTo>
                      <a:pt x="235" y="405"/>
                    </a:lnTo>
                    <a:lnTo>
                      <a:pt x="240" y="411"/>
                    </a:lnTo>
                    <a:lnTo>
                      <a:pt x="246" y="418"/>
                    </a:lnTo>
                    <a:lnTo>
                      <a:pt x="252" y="424"/>
                    </a:lnTo>
                    <a:lnTo>
                      <a:pt x="258" y="429"/>
                    </a:lnTo>
                    <a:lnTo>
                      <a:pt x="265" y="435"/>
                    </a:lnTo>
                    <a:lnTo>
                      <a:pt x="273" y="440"/>
                    </a:lnTo>
                    <a:lnTo>
                      <a:pt x="280" y="446"/>
                    </a:lnTo>
                    <a:lnTo>
                      <a:pt x="288" y="451"/>
                    </a:lnTo>
                    <a:lnTo>
                      <a:pt x="297" y="456"/>
                    </a:lnTo>
                    <a:lnTo>
                      <a:pt x="305" y="461"/>
                    </a:lnTo>
                    <a:lnTo>
                      <a:pt x="315" y="466"/>
                    </a:lnTo>
                    <a:lnTo>
                      <a:pt x="326" y="470"/>
                    </a:lnTo>
                    <a:lnTo>
                      <a:pt x="342" y="479"/>
                    </a:lnTo>
                    <a:lnTo>
                      <a:pt x="356" y="485"/>
                    </a:lnTo>
                    <a:lnTo>
                      <a:pt x="371" y="492"/>
                    </a:lnTo>
                    <a:lnTo>
                      <a:pt x="385" y="497"/>
                    </a:lnTo>
                    <a:lnTo>
                      <a:pt x="397" y="502"/>
                    </a:lnTo>
                    <a:lnTo>
                      <a:pt x="411" y="507"/>
                    </a:lnTo>
                    <a:lnTo>
                      <a:pt x="423" y="510"/>
                    </a:lnTo>
                    <a:lnTo>
                      <a:pt x="434" y="514"/>
                    </a:lnTo>
                    <a:lnTo>
                      <a:pt x="445" y="517"/>
                    </a:lnTo>
                    <a:lnTo>
                      <a:pt x="456" y="519"/>
                    </a:lnTo>
                    <a:lnTo>
                      <a:pt x="467" y="520"/>
                    </a:lnTo>
                    <a:lnTo>
                      <a:pt x="476" y="521"/>
                    </a:lnTo>
                    <a:lnTo>
                      <a:pt x="486" y="523"/>
                    </a:lnTo>
                    <a:lnTo>
                      <a:pt x="496" y="523"/>
                    </a:lnTo>
                    <a:lnTo>
                      <a:pt x="505" y="521"/>
                    </a:lnTo>
                    <a:lnTo>
                      <a:pt x="515" y="521"/>
                    </a:lnTo>
                    <a:lnTo>
                      <a:pt x="524" y="520"/>
                    </a:lnTo>
                    <a:lnTo>
                      <a:pt x="533" y="518"/>
                    </a:lnTo>
                    <a:lnTo>
                      <a:pt x="543" y="517"/>
                    </a:lnTo>
                    <a:lnTo>
                      <a:pt x="553" y="513"/>
                    </a:lnTo>
                    <a:lnTo>
                      <a:pt x="564" y="510"/>
                    </a:lnTo>
                    <a:lnTo>
                      <a:pt x="573" y="507"/>
                    </a:lnTo>
                    <a:lnTo>
                      <a:pt x="584" y="503"/>
                    </a:lnTo>
                    <a:lnTo>
                      <a:pt x="595" y="500"/>
                    </a:lnTo>
                    <a:lnTo>
                      <a:pt x="606" y="495"/>
                    </a:lnTo>
                    <a:lnTo>
                      <a:pt x="618" y="491"/>
                    </a:lnTo>
                    <a:lnTo>
                      <a:pt x="630" y="485"/>
                    </a:lnTo>
                    <a:lnTo>
                      <a:pt x="643" y="480"/>
                    </a:lnTo>
                    <a:lnTo>
                      <a:pt x="656" y="474"/>
                    </a:lnTo>
                    <a:lnTo>
                      <a:pt x="670" y="468"/>
                    </a:lnTo>
                    <a:lnTo>
                      <a:pt x="685" y="462"/>
                    </a:lnTo>
                    <a:lnTo>
                      <a:pt x="701" y="456"/>
                    </a:lnTo>
                    <a:lnTo>
                      <a:pt x="717" y="449"/>
                    </a:lnTo>
                    <a:lnTo>
                      <a:pt x="733" y="440"/>
                    </a:lnTo>
                    <a:lnTo>
                      <a:pt x="750" y="432"/>
                    </a:lnTo>
                    <a:lnTo>
                      <a:pt x="767" y="423"/>
                    </a:lnTo>
                    <a:lnTo>
                      <a:pt x="784" y="412"/>
                    </a:lnTo>
                    <a:lnTo>
                      <a:pt x="800" y="401"/>
                    </a:lnTo>
                    <a:lnTo>
                      <a:pt x="815" y="390"/>
                    </a:lnTo>
                    <a:lnTo>
                      <a:pt x="829" y="377"/>
                    </a:lnTo>
                    <a:lnTo>
                      <a:pt x="841" y="364"/>
                    </a:lnTo>
                    <a:lnTo>
                      <a:pt x="851" y="350"/>
                    </a:lnTo>
                    <a:lnTo>
                      <a:pt x="860" y="336"/>
                    </a:lnTo>
                    <a:lnTo>
                      <a:pt x="866" y="320"/>
                    </a:lnTo>
                    <a:lnTo>
                      <a:pt x="868" y="303"/>
                    </a:lnTo>
                    <a:lnTo>
                      <a:pt x="868" y="286"/>
                    </a:lnTo>
                    <a:lnTo>
                      <a:pt x="864" y="268"/>
                    </a:lnTo>
                    <a:lnTo>
                      <a:pt x="857" y="250"/>
                    </a:lnTo>
                    <a:lnTo>
                      <a:pt x="851" y="236"/>
                    </a:lnTo>
                    <a:lnTo>
                      <a:pt x="845" y="224"/>
                    </a:lnTo>
                    <a:lnTo>
                      <a:pt x="838" y="212"/>
                    </a:lnTo>
                    <a:lnTo>
                      <a:pt x="831" y="201"/>
                    </a:lnTo>
                    <a:lnTo>
                      <a:pt x="823" y="192"/>
                    </a:lnTo>
                    <a:lnTo>
                      <a:pt x="815" y="181"/>
                    </a:lnTo>
                    <a:lnTo>
                      <a:pt x="807" y="172"/>
                    </a:lnTo>
                    <a:lnTo>
                      <a:pt x="799" y="164"/>
                    </a:lnTo>
                    <a:lnTo>
                      <a:pt x="790" y="155"/>
                    </a:lnTo>
                    <a:lnTo>
                      <a:pt x="782" y="148"/>
                    </a:lnTo>
                    <a:lnTo>
                      <a:pt x="774" y="142"/>
                    </a:lnTo>
                    <a:lnTo>
                      <a:pt x="764" y="136"/>
                    </a:lnTo>
                    <a:lnTo>
                      <a:pt x="754" y="130"/>
                    </a:lnTo>
                    <a:lnTo>
                      <a:pt x="744" y="125"/>
                    </a:lnTo>
                    <a:lnTo>
                      <a:pt x="735" y="120"/>
                    </a:lnTo>
                    <a:lnTo>
                      <a:pt x="725" y="116"/>
                    </a:lnTo>
                    <a:lnTo>
                      <a:pt x="715" y="113"/>
                    </a:lnTo>
                    <a:lnTo>
                      <a:pt x="706" y="109"/>
                    </a:lnTo>
                    <a:lnTo>
                      <a:pt x="695" y="107"/>
                    </a:lnTo>
                    <a:lnTo>
                      <a:pt x="684" y="104"/>
                    </a:lnTo>
                    <a:lnTo>
                      <a:pt x="673" y="103"/>
                    </a:lnTo>
                    <a:lnTo>
                      <a:pt x="663" y="102"/>
                    </a:lnTo>
                    <a:lnTo>
                      <a:pt x="651" y="101"/>
                    </a:lnTo>
                    <a:lnTo>
                      <a:pt x="641" y="101"/>
                    </a:lnTo>
                    <a:lnTo>
                      <a:pt x="629" y="101"/>
                    </a:lnTo>
                    <a:lnTo>
                      <a:pt x="618" y="101"/>
                    </a:lnTo>
                    <a:lnTo>
                      <a:pt x="607" y="102"/>
                    </a:lnTo>
                    <a:lnTo>
                      <a:pt x="595" y="103"/>
                    </a:lnTo>
                    <a:lnTo>
                      <a:pt x="584" y="104"/>
                    </a:lnTo>
                    <a:lnTo>
                      <a:pt x="572" y="107"/>
                    </a:lnTo>
                    <a:lnTo>
                      <a:pt x="561" y="109"/>
                    </a:lnTo>
                    <a:lnTo>
                      <a:pt x="549" y="112"/>
                    </a:lnTo>
                    <a:lnTo>
                      <a:pt x="573" y="10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1" name="Freeform 364"/>
              <p:cNvSpPr>
                <a:spLocks/>
              </p:cNvSpPr>
              <p:nvPr/>
            </p:nvSpPr>
            <p:spPr bwMode="auto">
              <a:xfrm>
                <a:off x="785" y="2405"/>
                <a:ext cx="65" cy="27"/>
              </a:xfrm>
              <a:custGeom>
                <a:avLst/>
                <a:gdLst>
                  <a:gd name="T0" fmla="*/ 3 w 258"/>
                  <a:gd name="T1" fmla="*/ 11 h 109"/>
                  <a:gd name="T2" fmla="*/ 3 w 258"/>
                  <a:gd name="T3" fmla="*/ 11 h 109"/>
                  <a:gd name="T4" fmla="*/ 17 w 258"/>
                  <a:gd name="T5" fmla="*/ 7 h 109"/>
                  <a:gd name="T6" fmla="*/ 32 w 258"/>
                  <a:gd name="T7" fmla="*/ 4 h 109"/>
                  <a:gd name="T8" fmla="*/ 49 w 258"/>
                  <a:gd name="T9" fmla="*/ 6 h 109"/>
                  <a:gd name="T10" fmla="*/ 65 w 258"/>
                  <a:gd name="T11" fmla="*/ 7 h 109"/>
                  <a:gd name="T12" fmla="*/ 82 w 258"/>
                  <a:gd name="T13" fmla="*/ 12 h 109"/>
                  <a:gd name="T14" fmla="*/ 99 w 258"/>
                  <a:gd name="T15" fmla="*/ 17 h 109"/>
                  <a:gd name="T16" fmla="*/ 117 w 258"/>
                  <a:gd name="T17" fmla="*/ 23 h 109"/>
                  <a:gd name="T18" fmla="*/ 134 w 258"/>
                  <a:gd name="T19" fmla="*/ 31 h 109"/>
                  <a:gd name="T20" fmla="*/ 151 w 258"/>
                  <a:gd name="T21" fmla="*/ 40 h 109"/>
                  <a:gd name="T22" fmla="*/ 168 w 258"/>
                  <a:gd name="T23" fmla="*/ 49 h 109"/>
                  <a:gd name="T24" fmla="*/ 184 w 258"/>
                  <a:gd name="T25" fmla="*/ 59 h 109"/>
                  <a:gd name="T26" fmla="*/ 199 w 258"/>
                  <a:gd name="T27" fmla="*/ 70 h 109"/>
                  <a:gd name="T28" fmla="*/ 215 w 258"/>
                  <a:gd name="T29" fmla="*/ 80 h 109"/>
                  <a:gd name="T30" fmla="*/ 228 w 258"/>
                  <a:gd name="T31" fmla="*/ 91 h 109"/>
                  <a:gd name="T32" fmla="*/ 242 w 258"/>
                  <a:gd name="T33" fmla="*/ 100 h 109"/>
                  <a:gd name="T34" fmla="*/ 254 w 258"/>
                  <a:gd name="T35" fmla="*/ 109 h 109"/>
                  <a:gd name="T36" fmla="*/ 258 w 258"/>
                  <a:gd name="T37" fmla="*/ 105 h 109"/>
                  <a:gd name="T38" fmla="*/ 245 w 258"/>
                  <a:gd name="T39" fmla="*/ 95 h 109"/>
                  <a:gd name="T40" fmla="*/ 232 w 258"/>
                  <a:gd name="T41" fmla="*/ 86 h 109"/>
                  <a:gd name="T42" fmla="*/ 218 w 258"/>
                  <a:gd name="T43" fmla="*/ 75 h 109"/>
                  <a:gd name="T44" fmla="*/ 203 w 258"/>
                  <a:gd name="T45" fmla="*/ 65 h 109"/>
                  <a:gd name="T46" fmla="*/ 187 w 258"/>
                  <a:gd name="T47" fmla="*/ 54 h 109"/>
                  <a:gd name="T48" fmla="*/ 170 w 258"/>
                  <a:gd name="T49" fmla="*/ 44 h 109"/>
                  <a:gd name="T50" fmla="*/ 153 w 258"/>
                  <a:gd name="T51" fmla="*/ 35 h 109"/>
                  <a:gd name="T52" fmla="*/ 136 w 258"/>
                  <a:gd name="T53" fmla="*/ 26 h 109"/>
                  <a:gd name="T54" fmla="*/ 119 w 258"/>
                  <a:gd name="T55" fmla="*/ 18 h 109"/>
                  <a:gd name="T56" fmla="*/ 101 w 258"/>
                  <a:gd name="T57" fmla="*/ 12 h 109"/>
                  <a:gd name="T58" fmla="*/ 83 w 258"/>
                  <a:gd name="T59" fmla="*/ 6 h 109"/>
                  <a:gd name="T60" fmla="*/ 66 w 258"/>
                  <a:gd name="T61" fmla="*/ 2 h 109"/>
                  <a:gd name="T62" fmla="*/ 49 w 258"/>
                  <a:gd name="T63" fmla="*/ 0 h 109"/>
                  <a:gd name="T64" fmla="*/ 32 w 258"/>
                  <a:gd name="T65" fmla="*/ 0 h 109"/>
                  <a:gd name="T66" fmla="*/ 16 w 258"/>
                  <a:gd name="T67" fmla="*/ 1 h 109"/>
                  <a:gd name="T68" fmla="*/ 0 w 258"/>
                  <a:gd name="T69" fmla="*/ 6 h 109"/>
                  <a:gd name="T70" fmla="*/ 0 w 258"/>
                  <a:gd name="T71" fmla="*/ 6 h 109"/>
                  <a:gd name="T72" fmla="*/ 3 w 258"/>
                  <a:gd name="T73" fmla="*/ 11 h 10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8"/>
                  <a:gd name="T112" fmla="*/ 0 h 109"/>
                  <a:gd name="T113" fmla="*/ 258 w 258"/>
                  <a:gd name="T114" fmla="*/ 109 h 10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8" h="109">
                    <a:moveTo>
                      <a:pt x="3" y="11"/>
                    </a:moveTo>
                    <a:lnTo>
                      <a:pt x="3" y="11"/>
                    </a:lnTo>
                    <a:lnTo>
                      <a:pt x="17" y="7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5" y="7"/>
                    </a:lnTo>
                    <a:lnTo>
                      <a:pt x="82" y="12"/>
                    </a:lnTo>
                    <a:lnTo>
                      <a:pt x="99" y="17"/>
                    </a:lnTo>
                    <a:lnTo>
                      <a:pt x="117" y="23"/>
                    </a:lnTo>
                    <a:lnTo>
                      <a:pt x="134" y="31"/>
                    </a:lnTo>
                    <a:lnTo>
                      <a:pt x="151" y="40"/>
                    </a:lnTo>
                    <a:lnTo>
                      <a:pt x="168" y="49"/>
                    </a:lnTo>
                    <a:lnTo>
                      <a:pt x="184" y="59"/>
                    </a:lnTo>
                    <a:lnTo>
                      <a:pt x="199" y="70"/>
                    </a:lnTo>
                    <a:lnTo>
                      <a:pt x="215" y="80"/>
                    </a:lnTo>
                    <a:lnTo>
                      <a:pt x="228" y="91"/>
                    </a:lnTo>
                    <a:lnTo>
                      <a:pt x="242" y="100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45" y="95"/>
                    </a:lnTo>
                    <a:lnTo>
                      <a:pt x="232" y="86"/>
                    </a:lnTo>
                    <a:lnTo>
                      <a:pt x="218" y="75"/>
                    </a:lnTo>
                    <a:lnTo>
                      <a:pt x="203" y="65"/>
                    </a:lnTo>
                    <a:lnTo>
                      <a:pt x="187" y="54"/>
                    </a:lnTo>
                    <a:lnTo>
                      <a:pt x="170" y="44"/>
                    </a:lnTo>
                    <a:lnTo>
                      <a:pt x="153" y="35"/>
                    </a:lnTo>
                    <a:lnTo>
                      <a:pt x="136" y="26"/>
                    </a:lnTo>
                    <a:lnTo>
                      <a:pt x="119" y="18"/>
                    </a:lnTo>
                    <a:lnTo>
                      <a:pt x="101" y="12"/>
                    </a:lnTo>
                    <a:lnTo>
                      <a:pt x="83" y="6"/>
                    </a:lnTo>
                    <a:lnTo>
                      <a:pt x="66" y="2"/>
                    </a:lnTo>
                    <a:lnTo>
                      <a:pt x="49" y="0"/>
                    </a:lnTo>
                    <a:lnTo>
                      <a:pt x="32" y="0"/>
                    </a:lnTo>
                    <a:lnTo>
                      <a:pt x="16" y="1"/>
                    </a:lnTo>
                    <a:lnTo>
                      <a:pt x="0" y="6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2" name="Freeform 365"/>
              <p:cNvSpPr>
                <a:spLocks/>
              </p:cNvSpPr>
              <p:nvPr/>
            </p:nvSpPr>
            <p:spPr bwMode="auto">
              <a:xfrm>
                <a:off x="732" y="2405"/>
                <a:ext cx="54" cy="11"/>
              </a:xfrm>
              <a:custGeom>
                <a:avLst/>
                <a:gdLst>
                  <a:gd name="T0" fmla="*/ 5 w 216"/>
                  <a:gd name="T1" fmla="*/ 7 h 41"/>
                  <a:gd name="T2" fmla="*/ 0 w 216"/>
                  <a:gd name="T3" fmla="*/ 5 h 41"/>
                  <a:gd name="T4" fmla="*/ 0 w 216"/>
                  <a:gd name="T5" fmla="*/ 6 h 41"/>
                  <a:gd name="T6" fmla="*/ 1 w 216"/>
                  <a:gd name="T7" fmla="*/ 10 h 41"/>
                  <a:gd name="T8" fmla="*/ 4 w 216"/>
                  <a:gd name="T9" fmla="*/ 13 h 41"/>
                  <a:gd name="T10" fmla="*/ 6 w 216"/>
                  <a:gd name="T11" fmla="*/ 17 h 41"/>
                  <a:gd name="T12" fmla="*/ 11 w 216"/>
                  <a:gd name="T13" fmla="*/ 22 h 41"/>
                  <a:gd name="T14" fmla="*/ 17 w 216"/>
                  <a:gd name="T15" fmla="*/ 27 h 41"/>
                  <a:gd name="T16" fmla="*/ 24 w 216"/>
                  <a:gd name="T17" fmla="*/ 32 h 41"/>
                  <a:gd name="T18" fmla="*/ 34 w 216"/>
                  <a:gd name="T19" fmla="*/ 36 h 41"/>
                  <a:gd name="T20" fmla="*/ 47 w 216"/>
                  <a:gd name="T21" fmla="*/ 39 h 41"/>
                  <a:gd name="T22" fmla="*/ 62 w 216"/>
                  <a:gd name="T23" fmla="*/ 41 h 41"/>
                  <a:gd name="T24" fmla="*/ 79 w 216"/>
                  <a:gd name="T25" fmla="*/ 41 h 41"/>
                  <a:gd name="T26" fmla="*/ 99 w 216"/>
                  <a:gd name="T27" fmla="*/ 40 h 41"/>
                  <a:gd name="T28" fmla="*/ 122 w 216"/>
                  <a:gd name="T29" fmla="*/ 36 h 41"/>
                  <a:gd name="T30" fmla="*/ 150 w 216"/>
                  <a:gd name="T31" fmla="*/ 30 h 41"/>
                  <a:gd name="T32" fmla="*/ 181 w 216"/>
                  <a:gd name="T33" fmla="*/ 21 h 41"/>
                  <a:gd name="T34" fmla="*/ 216 w 216"/>
                  <a:gd name="T35" fmla="*/ 9 h 41"/>
                  <a:gd name="T36" fmla="*/ 213 w 216"/>
                  <a:gd name="T37" fmla="*/ 4 h 41"/>
                  <a:gd name="T38" fmla="*/ 179 w 216"/>
                  <a:gd name="T39" fmla="*/ 16 h 41"/>
                  <a:gd name="T40" fmla="*/ 148 w 216"/>
                  <a:gd name="T41" fmla="*/ 24 h 41"/>
                  <a:gd name="T42" fmla="*/ 121 w 216"/>
                  <a:gd name="T43" fmla="*/ 30 h 41"/>
                  <a:gd name="T44" fmla="*/ 98 w 216"/>
                  <a:gd name="T45" fmla="*/ 34 h 41"/>
                  <a:gd name="T46" fmla="*/ 79 w 216"/>
                  <a:gd name="T47" fmla="*/ 35 h 41"/>
                  <a:gd name="T48" fmla="*/ 62 w 216"/>
                  <a:gd name="T49" fmla="*/ 35 h 41"/>
                  <a:gd name="T50" fmla="*/ 47 w 216"/>
                  <a:gd name="T51" fmla="*/ 34 h 41"/>
                  <a:gd name="T52" fmla="*/ 36 w 216"/>
                  <a:gd name="T53" fmla="*/ 30 h 41"/>
                  <a:gd name="T54" fmla="*/ 27 w 216"/>
                  <a:gd name="T55" fmla="*/ 27 h 41"/>
                  <a:gd name="T56" fmla="*/ 19 w 216"/>
                  <a:gd name="T57" fmla="*/ 22 h 41"/>
                  <a:gd name="T58" fmla="*/ 14 w 216"/>
                  <a:gd name="T59" fmla="*/ 18 h 41"/>
                  <a:gd name="T60" fmla="*/ 11 w 216"/>
                  <a:gd name="T61" fmla="*/ 13 h 41"/>
                  <a:gd name="T62" fmla="*/ 8 w 216"/>
                  <a:gd name="T63" fmla="*/ 10 h 41"/>
                  <a:gd name="T64" fmla="*/ 6 w 216"/>
                  <a:gd name="T65" fmla="*/ 7 h 41"/>
                  <a:gd name="T66" fmla="*/ 6 w 216"/>
                  <a:gd name="T67" fmla="*/ 5 h 41"/>
                  <a:gd name="T68" fmla="*/ 6 w 216"/>
                  <a:gd name="T69" fmla="*/ 5 h 41"/>
                  <a:gd name="T70" fmla="*/ 1 w 216"/>
                  <a:gd name="T71" fmla="*/ 2 h 41"/>
                  <a:gd name="T72" fmla="*/ 6 w 216"/>
                  <a:gd name="T73" fmla="*/ 5 h 41"/>
                  <a:gd name="T74" fmla="*/ 5 w 216"/>
                  <a:gd name="T75" fmla="*/ 0 h 41"/>
                  <a:gd name="T76" fmla="*/ 1 w 216"/>
                  <a:gd name="T77" fmla="*/ 2 h 41"/>
                  <a:gd name="T78" fmla="*/ 5 w 216"/>
                  <a:gd name="T79" fmla="*/ 7 h 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16"/>
                  <a:gd name="T121" fmla="*/ 0 h 41"/>
                  <a:gd name="T122" fmla="*/ 216 w 216"/>
                  <a:gd name="T123" fmla="*/ 41 h 4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16" h="41">
                    <a:moveTo>
                      <a:pt x="5" y="7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4" y="13"/>
                    </a:lnTo>
                    <a:lnTo>
                      <a:pt x="6" y="17"/>
                    </a:lnTo>
                    <a:lnTo>
                      <a:pt x="11" y="22"/>
                    </a:lnTo>
                    <a:lnTo>
                      <a:pt x="17" y="27"/>
                    </a:lnTo>
                    <a:lnTo>
                      <a:pt x="24" y="32"/>
                    </a:lnTo>
                    <a:lnTo>
                      <a:pt x="34" y="36"/>
                    </a:lnTo>
                    <a:lnTo>
                      <a:pt x="47" y="39"/>
                    </a:lnTo>
                    <a:lnTo>
                      <a:pt x="62" y="41"/>
                    </a:lnTo>
                    <a:lnTo>
                      <a:pt x="79" y="41"/>
                    </a:lnTo>
                    <a:lnTo>
                      <a:pt x="99" y="40"/>
                    </a:lnTo>
                    <a:lnTo>
                      <a:pt x="122" y="36"/>
                    </a:lnTo>
                    <a:lnTo>
                      <a:pt x="150" y="30"/>
                    </a:lnTo>
                    <a:lnTo>
                      <a:pt x="181" y="21"/>
                    </a:lnTo>
                    <a:lnTo>
                      <a:pt x="216" y="9"/>
                    </a:lnTo>
                    <a:lnTo>
                      <a:pt x="213" y="4"/>
                    </a:lnTo>
                    <a:lnTo>
                      <a:pt x="179" y="16"/>
                    </a:lnTo>
                    <a:lnTo>
                      <a:pt x="148" y="24"/>
                    </a:lnTo>
                    <a:lnTo>
                      <a:pt x="121" y="30"/>
                    </a:lnTo>
                    <a:lnTo>
                      <a:pt x="98" y="34"/>
                    </a:lnTo>
                    <a:lnTo>
                      <a:pt x="79" y="35"/>
                    </a:lnTo>
                    <a:lnTo>
                      <a:pt x="62" y="35"/>
                    </a:lnTo>
                    <a:lnTo>
                      <a:pt x="47" y="34"/>
                    </a:lnTo>
                    <a:lnTo>
                      <a:pt x="36" y="30"/>
                    </a:lnTo>
                    <a:lnTo>
                      <a:pt x="27" y="27"/>
                    </a:lnTo>
                    <a:lnTo>
                      <a:pt x="19" y="22"/>
                    </a:lnTo>
                    <a:lnTo>
                      <a:pt x="14" y="18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1" y="2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3" name="Freeform 366"/>
              <p:cNvSpPr>
                <a:spLocks/>
              </p:cNvSpPr>
              <p:nvPr/>
            </p:nvSpPr>
            <p:spPr bwMode="auto">
              <a:xfrm>
                <a:off x="705" y="2406"/>
                <a:ext cx="28" cy="67"/>
              </a:xfrm>
              <a:custGeom>
                <a:avLst/>
                <a:gdLst>
                  <a:gd name="T0" fmla="*/ 43 w 112"/>
                  <a:gd name="T1" fmla="*/ 265 h 268"/>
                  <a:gd name="T2" fmla="*/ 31 w 112"/>
                  <a:gd name="T3" fmla="*/ 247 h 268"/>
                  <a:gd name="T4" fmla="*/ 20 w 112"/>
                  <a:gd name="T5" fmla="*/ 230 h 268"/>
                  <a:gd name="T6" fmla="*/ 12 w 112"/>
                  <a:gd name="T7" fmla="*/ 211 h 268"/>
                  <a:gd name="T8" fmla="*/ 9 w 112"/>
                  <a:gd name="T9" fmla="*/ 193 h 268"/>
                  <a:gd name="T10" fmla="*/ 6 w 112"/>
                  <a:gd name="T11" fmla="*/ 175 h 268"/>
                  <a:gd name="T12" fmla="*/ 6 w 112"/>
                  <a:gd name="T13" fmla="*/ 157 h 268"/>
                  <a:gd name="T14" fmla="*/ 9 w 112"/>
                  <a:gd name="T15" fmla="*/ 140 h 268"/>
                  <a:gd name="T16" fmla="*/ 14 w 112"/>
                  <a:gd name="T17" fmla="*/ 123 h 268"/>
                  <a:gd name="T18" fmla="*/ 20 w 112"/>
                  <a:gd name="T19" fmla="*/ 106 h 268"/>
                  <a:gd name="T20" fmla="*/ 29 w 112"/>
                  <a:gd name="T21" fmla="*/ 89 h 268"/>
                  <a:gd name="T22" fmla="*/ 39 w 112"/>
                  <a:gd name="T23" fmla="*/ 73 h 268"/>
                  <a:gd name="T24" fmla="*/ 50 w 112"/>
                  <a:gd name="T25" fmla="*/ 57 h 268"/>
                  <a:gd name="T26" fmla="*/ 63 w 112"/>
                  <a:gd name="T27" fmla="*/ 43 h 268"/>
                  <a:gd name="T28" fmla="*/ 79 w 112"/>
                  <a:gd name="T29" fmla="*/ 30 h 268"/>
                  <a:gd name="T30" fmla="*/ 95 w 112"/>
                  <a:gd name="T31" fmla="*/ 17 h 268"/>
                  <a:gd name="T32" fmla="*/ 112 w 112"/>
                  <a:gd name="T33" fmla="*/ 5 h 268"/>
                  <a:gd name="T34" fmla="*/ 100 w 112"/>
                  <a:gd name="T35" fmla="*/ 7 h 268"/>
                  <a:gd name="T36" fmla="*/ 83 w 112"/>
                  <a:gd name="T37" fmla="*/ 19 h 268"/>
                  <a:gd name="T38" fmla="*/ 67 w 112"/>
                  <a:gd name="T39" fmla="*/ 32 h 268"/>
                  <a:gd name="T40" fmla="*/ 52 w 112"/>
                  <a:gd name="T41" fmla="*/ 47 h 268"/>
                  <a:gd name="T42" fmla="*/ 40 w 112"/>
                  <a:gd name="T43" fmla="*/ 62 h 268"/>
                  <a:gd name="T44" fmla="*/ 29 w 112"/>
                  <a:gd name="T45" fmla="*/ 78 h 268"/>
                  <a:gd name="T46" fmla="*/ 20 w 112"/>
                  <a:gd name="T47" fmla="*/ 95 h 268"/>
                  <a:gd name="T48" fmla="*/ 11 w 112"/>
                  <a:gd name="T49" fmla="*/ 112 h 268"/>
                  <a:gd name="T50" fmla="*/ 5 w 112"/>
                  <a:gd name="T51" fmla="*/ 130 h 268"/>
                  <a:gd name="T52" fmla="*/ 1 w 112"/>
                  <a:gd name="T53" fmla="*/ 147 h 268"/>
                  <a:gd name="T54" fmla="*/ 0 w 112"/>
                  <a:gd name="T55" fmla="*/ 167 h 268"/>
                  <a:gd name="T56" fmla="*/ 1 w 112"/>
                  <a:gd name="T57" fmla="*/ 185 h 268"/>
                  <a:gd name="T58" fmla="*/ 5 w 112"/>
                  <a:gd name="T59" fmla="*/ 204 h 268"/>
                  <a:gd name="T60" fmla="*/ 11 w 112"/>
                  <a:gd name="T61" fmla="*/ 222 h 268"/>
                  <a:gd name="T62" fmla="*/ 20 w 112"/>
                  <a:gd name="T63" fmla="*/ 241 h 268"/>
                  <a:gd name="T64" fmla="*/ 32 w 112"/>
                  <a:gd name="T65" fmla="*/ 260 h 268"/>
                  <a:gd name="T66" fmla="*/ 39 w 112"/>
                  <a:gd name="T67" fmla="*/ 268 h 2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2"/>
                  <a:gd name="T103" fmla="*/ 0 h 268"/>
                  <a:gd name="T104" fmla="*/ 112 w 112"/>
                  <a:gd name="T105" fmla="*/ 268 h 26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2" h="268">
                    <a:moveTo>
                      <a:pt x="43" y="265"/>
                    </a:moveTo>
                    <a:lnTo>
                      <a:pt x="43" y="265"/>
                    </a:lnTo>
                    <a:lnTo>
                      <a:pt x="37" y="256"/>
                    </a:lnTo>
                    <a:lnTo>
                      <a:pt x="31" y="247"/>
                    </a:lnTo>
                    <a:lnTo>
                      <a:pt x="24" y="238"/>
                    </a:lnTo>
                    <a:lnTo>
                      <a:pt x="20" y="230"/>
                    </a:lnTo>
                    <a:lnTo>
                      <a:pt x="16" y="220"/>
                    </a:lnTo>
                    <a:lnTo>
                      <a:pt x="12" y="211"/>
                    </a:lnTo>
                    <a:lnTo>
                      <a:pt x="10" y="202"/>
                    </a:lnTo>
                    <a:lnTo>
                      <a:pt x="9" y="193"/>
                    </a:lnTo>
                    <a:lnTo>
                      <a:pt x="6" y="184"/>
                    </a:lnTo>
                    <a:lnTo>
                      <a:pt x="6" y="175"/>
                    </a:lnTo>
                    <a:lnTo>
                      <a:pt x="6" y="167"/>
                    </a:lnTo>
                    <a:lnTo>
                      <a:pt x="6" y="157"/>
                    </a:lnTo>
                    <a:lnTo>
                      <a:pt x="7" y="148"/>
                    </a:lnTo>
                    <a:lnTo>
                      <a:pt x="9" y="140"/>
                    </a:lnTo>
                    <a:lnTo>
                      <a:pt x="11" y="131"/>
                    </a:lnTo>
                    <a:lnTo>
                      <a:pt x="14" y="123"/>
                    </a:lnTo>
                    <a:lnTo>
                      <a:pt x="17" y="114"/>
                    </a:lnTo>
                    <a:lnTo>
                      <a:pt x="20" y="106"/>
                    </a:lnTo>
                    <a:lnTo>
                      <a:pt x="24" y="97"/>
                    </a:lnTo>
                    <a:lnTo>
                      <a:pt x="29" y="89"/>
                    </a:lnTo>
                    <a:lnTo>
                      <a:pt x="33" y="82"/>
                    </a:lnTo>
                    <a:lnTo>
                      <a:pt x="39" y="73"/>
                    </a:lnTo>
                    <a:lnTo>
                      <a:pt x="44" y="66"/>
                    </a:lnTo>
                    <a:lnTo>
                      <a:pt x="50" y="57"/>
                    </a:lnTo>
                    <a:lnTo>
                      <a:pt x="57" y="50"/>
                    </a:lnTo>
                    <a:lnTo>
                      <a:pt x="63" y="43"/>
                    </a:lnTo>
                    <a:lnTo>
                      <a:pt x="71" y="37"/>
                    </a:lnTo>
                    <a:lnTo>
                      <a:pt x="79" y="30"/>
                    </a:lnTo>
                    <a:lnTo>
                      <a:pt x="86" y="23"/>
                    </a:lnTo>
                    <a:lnTo>
                      <a:pt x="95" y="17"/>
                    </a:lnTo>
                    <a:lnTo>
                      <a:pt x="103" y="11"/>
                    </a:lnTo>
                    <a:lnTo>
                      <a:pt x="112" y="5"/>
                    </a:lnTo>
                    <a:lnTo>
                      <a:pt x="108" y="0"/>
                    </a:lnTo>
                    <a:lnTo>
                      <a:pt x="100" y="7"/>
                    </a:lnTo>
                    <a:lnTo>
                      <a:pt x="91" y="13"/>
                    </a:lnTo>
                    <a:lnTo>
                      <a:pt x="83" y="19"/>
                    </a:lnTo>
                    <a:lnTo>
                      <a:pt x="74" y="26"/>
                    </a:lnTo>
                    <a:lnTo>
                      <a:pt x="67" y="32"/>
                    </a:lnTo>
                    <a:lnTo>
                      <a:pt x="60" y="39"/>
                    </a:lnTo>
                    <a:lnTo>
                      <a:pt x="52" y="47"/>
                    </a:lnTo>
                    <a:lnTo>
                      <a:pt x="46" y="55"/>
                    </a:lnTo>
                    <a:lnTo>
                      <a:pt x="40" y="62"/>
                    </a:lnTo>
                    <a:lnTo>
                      <a:pt x="34" y="70"/>
                    </a:lnTo>
                    <a:lnTo>
                      <a:pt x="29" y="78"/>
                    </a:lnTo>
                    <a:lnTo>
                      <a:pt x="24" y="87"/>
                    </a:lnTo>
                    <a:lnTo>
                      <a:pt x="20" y="95"/>
                    </a:lnTo>
                    <a:lnTo>
                      <a:pt x="15" y="104"/>
                    </a:lnTo>
                    <a:lnTo>
                      <a:pt x="11" y="112"/>
                    </a:lnTo>
                    <a:lnTo>
                      <a:pt x="7" y="120"/>
                    </a:lnTo>
                    <a:lnTo>
                      <a:pt x="5" y="130"/>
                    </a:lnTo>
                    <a:lnTo>
                      <a:pt x="4" y="139"/>
                    </a:lnTo>
                    <a:lnTo>
                      <a:pt x="1" y="147"/>
                    </a:lnTo>
                    <a:lnTo>
                      <a:pt x="0" y="157"/>
                    </a:lnTo>
                    <a:lnTo>
                      <a:pt x="0" y="167"/>
                    </a:lnTo>
                    <a:lnTo>
                      <a:pt x="0" y="175"/>
                    </a:lnTo>
                    <a:lnTo>
                      <a:pt x="1" y="185"/>
                    </a:lnTo>
                    <a:lnTo>
                      <a:pt x="3" y="194"/>
                    </a:lnTo>
                    <a:lnTo>
                      <a:pt x="5" y="204"/>
                    </a:lnTo>
                    <a:lnTo>
                      <a:pt x="7" y="213"/>
                    </a:lnTo>
                    <a:lnTo>
                      <a:pt x="11" y="222"/>
                    </a:lnTo>
                    <a:lnTo>
                      <a:pt x="15" y="232"/>
                    </a:lnTo>
                    <a:lnTo>
                      <a:pt x="20" y="241"/>
                    </a:lnTo>
                    <a:lnTo>
                      <a:pt x="26" y="250"/>
                    </a:lnTo>
                    <a:lnTo>
                      <a:pt x="32" y="260"/>
                    </a:lnTo>
                    <a:lnTo>
                      <a:pt x="39" y="268"/>
                    </a:lnTo>
                    <a:lnTo>
                      <a:pt x="43" y="26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4" name="Freeform 367"/>
              <p:cNvSpPr>
                <a:spLocks/>
              </p:cNvSpPr>
              <p:nvPr/>
            </p:nvSpPr>
            <p:spPr bwMode="auto">
              <a:xfrm>
                <a:off x="715" y="2472"/>
                <a:ext cx="34" cy="15"/>
              </a:xfrm>
              <a:custGeom>
                <a:avLst/>
                <a:gdLst>
                  <a:gd name="T0" fmla="*/ 137 w 137"/>
                  <a:gd name="T1" fmla="*/ 57 h 59"/>
                  <a:gd name="T2" fmla="*/ 136 w 137"/>
                  <a:gd name="T3" fmla="*/ 56 h 59"/>
                  <a:gd name="T4" fmla="*/ 132 w 137"/>
                  <a:gd name="T5" fmla="*/ 53 h 59"/>
                  <a:gd name="T6" fmla="*/ 126 w 137"/>
                  <a:gd name="T7" fmla="*/ 49 h 59"/>
                  <a:gd name="T8" fmla="*/ 119 w 137"/>
                  <a:gd name="T9" fmla="*/ 47 h 59"/>
                  <a:gd name="T10" fmla="*/ 110 w 137"/>
                  <a:gd name="T11" fmla="*/ 43 h 59"/>
                  <a:gd name="T12" fmla="*/ 101 w 137"/>
                  <a:gd name="T13" fmla="*/ 40 h 59"/>
                  <a:gd name="T14" fmla="*/ 90 w 137"/>
                  <a:gd name="T15" fmla="*/ 36 h 59"/>
                  <a:gd name="T16" fmla="*/ 79 w 137"/>
                  <a:gd name="T17" fmla="*/ 33 h 59"/>
                  <a:gd name="T18" fmla="*/ 68 w 137"/>
                  <a:gd name="T19" fmla="*/ 28 h 59"/>
                  <a:gd name="T20" fmla="*/ 57 w 137"/>
                  <a:gd name="T21" fmla="*/ 24 h 59"/>
                  <a:gd name="T22" fmla="*/ 46 w 137"/>
                  <a:gd name="T23" fmla="*/ 20 h 59"/>
                  <a:gd name="T24" fmla="*/ 36 w 137"/>
                  <a:gd name="T25" fmla="*/ 17 h 59"/>
                  <a:gd name="T26" fmla="*/ 27 w 137"/>
                  <a:gd name="T27" fmla="*/ 12 h 59"/>
                  <a:gd name="T28" fmla="*/ 18 w 137"/>
                  <a:gd name="T29" fmla="*/ 8 h 59"/>
                  <a:gd name="T30" fmla="*/ 11 w 137"/>
                  <a:gd name="T31" fmla="*/ 6 h 59"/>
                  <a:gd name="T32" fmla="*/ 6 w 137"/>
                  <a:gd name="T33" fmla="*/ 2 h 59"/>
                  <a:gd name="T34" fmla="*/ 4 w 137"/>
                  <a:gd name="T35" fmla="*/ 0 h 59"/>
                  <a:gd name="T36" fmla="*/ 0 w 137"/>
                  <a:gd name="T37" fmla="*/ 3 h 59"/>
                  <a:gd name="T38" fmla="*/ 4 w 137"/>
                  <a:gd name="T39" fmla="*/ 7 h 59"/>
                  <a:gd name="T40" fmla="*/ 9 w 137"/>
                  <a:gd name="T41" fmla="*/ 11 h 59"/>
                  <a:gd name="T42" fmla="*/ 16 w 137"/>
                  <a:gd name="T43" fmla="*/ 13 h 59"/>
                  <a:gd name="T44" fmla="*/ 24 w 137"/>
                  <a:gd name="T45" fmla="*/ 17 h 59"/>
                  <a:gd name="T46" fmla="*/ 34 w 137"/>
                  <a:gd name="T47" fmla="*/ 22 h 59"/>
                  <a:gd name="T48" fmla="*/ 44 w 137"/>
                  <a:gd name="T49" fmla="*/ 25 h 59"/>
                  <a:gd name="T50" fmla="*/ 55 w 137"/>
                  <a:gd name="T51" fmla="*/ 30 h 59"/>
                  <a:gd name="T52" fmla="*/ 67 w 137"/>
                  <a:gd name="T53" fmla="*/ 34 h 59"/>
                  <a:gd name="T54" fmla="*/ 78 w 137"/>
                  <a:gd name="T55" fmla="*/ 37 h 59"/>
                  <a:gd name="T56" fmla="*/ 89 w 137"/>
                  <a:gd name="T57" fmla="*/ 42 h 59"/>
                  <a:gd name="T58" fmla="*/ 98 w 137"/>
                  <a:gd name="T59" fmla="*/ 46 h 59"/>
                  <a:gd name="T60" fmla="*/ 108 w 137"/>
                  <a:gd name="T61" fmla="*/ 48 h 59"/>
                  <a:gd name="T62" fmla="*/ 116 w 137"/>
                  <a:gd name="T63" fmla="*/ 52 h 59"/>
                  <a:gd name="T64" fmla="*/ 124 w 137"/>
                  <a:gd name="T65" fmla="*/ 54 h 59"/>
                  <a:gd name="T66" fmla="*/ 129 w 137"/>
                  <a:gd name="T67" fmla="*/ 58 h 59"/>
                  <a:gd name="T68" fmla="*/ 132 w 137"/>
                  <a:gd name="T69" fmla="*/ 59 h 59"/>
                  <a:gd name="T70" fmla="*/ 131 w 137"/>
                  <a:gd name="T71" fmla="*/ 58 h 59"/>
                  <a:gd name="T72" fmla="*/ 137 w 137"/>
                  <a:gd name="T73" fmla="*/ 57 h 59"/>
                  <a:gd name="T74" fmla="*/ 136 w 137"/>
                  <a:gd name="T75" fmla="*/ 56 h 59"/>
                  <a:gd name="T76" fmla="*/ 136 w 137"/>
                  <a:gd name="T77" fmla="*/ 56 h 59"/>
                  <a:gd name="T78" fmla="*/ 137 w 137"/>
                  <a:gd name="T79" fmla="*/ 57 h 5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7"/>
                  <a:gd name="T121" fmla="*/ 0 h 59"/>
                  <a:gd name="T122" fmla="*/ 137 w 137"/>
                  <a:gd name="T123" fmla="*/ 59 h 5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7" h="59">
                    <a:moveTo>
                      <a:pt x="137" y="57"/>
                    </a:moveTo>
                    <a:lnTo>
                      <a:pt x="136" y="56"/>
                    </a:lnTo>
                    <a:lnTo>
                      <a:pt x="132" y="53"/>
                    </a:lnTo>
                    <a:lnTo>
                      <a:pt x="126" y="49"/>
                    </a:lnTo>
                    <a:lnTo>
                      <a:pt x="119" y="47"/>
                    </a:lnTo>
                    <a:lnTo>
                      <a:pt x="110" y="43"/>
                    </a:lnTo>
                    <a:lnTo>
                      <a:pt x="101" y="40"/>
                    </a:lnTo>
                    <a:lnTo>
                      <a:pt x="90" y="36"/>
                    </a:lnTo>
                    <a:lnTo>
                      <a:pt x="79" y="33"/>
                    </a:lnTo>
                    <a:lnTo>
                      <a:pt x="68" y="28"/>
                    </a:lnTo>
                    <a:lnTo>
                      <a:pt x="57" y="24"/>
                    </a:lnTo>
                    <a:lnTo>
                      <a:pt x="46" y="20"/>
                    </a:lnTo>
                    <a:lnTo>
                      <a:pt x="36" y="17"/>
                    </a:lnTo>
                    <a:lnTo>
                      <a:pt x="27" y="12"/>
                    </a:lnTo>
                    <a:lnTo>
                      <a:pt x="18" y="8"/>
                    </a:lnTo>
                    <a:lnTo>
                      <a:pt x="11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16" y="13"/>
                    </a:lnTo>
                    <a:lnTo>
                      <a:pt x="24" y="17"/>
                    </a:lnTo>
                    <a:lnTo>
                      <a:pt x="34" y="22"/>
                    </a:lnTo>
                    <a:lnTo>
                      <a:pt x="44" y="25"/>
                    </a:lnTo>
                    <a:lnTo>
                      <a:pt x="55" y="30"/>
                    </a:lnTo>
                    <a:lnTo>
                      <a:pt x="67" y="34"/>
                    </a:lnTo>
                    <a:lnTo>
                      <a:pt x="78" y="37"/>
                    </a:lnTo>
                    <a:lnTo>
                      <a:pt x="89" y="42"/>
                    </a:lnTo>
                    <a:lnTo>
                      <a:pt x="98" y="46"/>
                    </a:lnTo>
                    <a:lnTo>
                      <a:pt x="108" y="48"/>
                    </a:lnTo>
                    <a:lnTo>
                      <a:pt x="116" y="52"/>
                    </a:lnTo>
                    <a:lnTo>
                      <a:pt x="124" y="54"/>
                    </a:lnTo>
                    <a:lnTo>
                      <a:pt x="129" y="58"/>
                    </a:lnTo>
                    <a:lnTo>
                      <a:pt x="132" y="59"/>
                    </a:lnTo>
                    <a:lnTo>
                      <a:pt x="131" y="58"/>
                    </a:lnTo>
                    <a:lnTo>
                      <a:pt x="137" y="57"/>
                    </a:lnTo>
                    <a:lnTo>
                      <a:pt x="136" y="56"/>
                    </a:lnTo>
                    <a:lnTo>
                      <a:pt x="137" y="5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5" name="Freeform 368"/>
              <p:cNvSpPr>
                <a:spLocks/>
              </p:cNvSpPr>
              <p:nvPr/>
            </p:nvSpPr>
            <p:spPr bwMode="auto">
              <a:xfrm>
                <a:off x="748" y="2486"/>
                <a:ext cx="13" cy="14"/>
              </a:xfrm>
              <a:custGeom>
                <a:avLst/>
                <a:gdLst>
                  <a:gd name="T0" fmla="*/ 55 w 55"/>
                  <a:gd name="T1" fmla="*/ 51 h 53"/>
                  <a:gd name="T2" fmla="*/ 55 w 55"/>
                  <a:gd name="T3" fmla="*/ 51 h 53"/>
                  <a:gd name="T4" fmla="*/ 51 w 55"/>
                  <a:gd name="T5" fmla="*/ 46 h 53"/>
                  <a:gd name="T6" fmla="*/ 45 w 55"/>
                  <a:gd name="T7" fmla="*/ 40 h 53"/>
                  <a:gd name="T8" fmla="*/ 38 w 55"/>
                  <a:gd name="T9" fmla="*/ 35 h 53"/>
                  <a:gd name="T10" fmla="*/ 29 w 55"/>
                  <a:gd name="T11" fmla="*/ 29 h 53"/>
                  <a:gd name="T12" fmla="*/ 22 w 55"/>
                  <a:gd name="T13" fmla="*/ 23 h 53"/>
                  <a:gd name="T14" fmla="*/ 15 w 55"/>
                  <a:gd name="T15" fmla="*/ 16 h 53"/>
                  <a:gd name="T16" fmla="*/ 10 w 55"/>
                  <a:gd name="T17" fmla="*/ 7 h 53"/>
                  <a:gd name="T18" fmla="*/ 6 w 55"/>
                  <a:gd name="T19" fmla="*/ 0 h 53"/>
                  <a:gd name="T20" fmla="*/ 0 w 55"/>
                  <a:gd name="T21" fmla="*/ 1 h 53"/>
                  <a:gd name="T22" fmla="*/ 5 w 55"/>
                  <a:gd name="T23" fmla="*/ 11 h 53"/>
                  <a:gd name="T24" fmla="*/ 11 w 55"/>
                  <a:gd name="T25" fmla="*/ 19 h 53"/>
                  <a:gd name="T26" fmla="*/ 18 w 55"/>
                  <a:gd name="T27" fmla="*/ 26 h 53"/>
                  <a:gd name="T28" fmla="*/ 27 w 55"/>
                  <a:gd name="T29" fmla="*/ 33 h 53"/>
                  <a:gd name="T30" fmla="*/ 34 w 55"/>
                  <a:gd name="T31" fmla="*/ 40 h 53"/>
                  <a:gd name="T32" fmla="*/ 41 w 55"/>
                  <a:gd name="T33" fmla="*/ 45 h 53"/>
                  <a:gd name="T34" fmla="*/ 46 w 55"/>
                  <a:gd name="T35" fmla="*/ 49 h 53"/>
                  <a:gd name="T36" fmla="*/ 50 w 55"/>
                  <a:gd name="T37" fmla="*/ 53 h 53"/>
                  <a:gd name="T38" fmla="*/ 50 w 55"/>
                  <a:gd name="T39" fmla="*/ 53 h 53"/>
                  <a:gd name="T40" fmla="*/ 55 w 55"/>
                  <a:gd name="T41" fmla="*/ 51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5"/>
                  <a:gd name="T64" fmla="*/ 0 h 53"/>
                  <a:gd name="T65" fmla="*/ 55 w 55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5" h="53">
                    <a:moveTo>
                      <a:pt x="55" y="51"/>
                    </a:moveTo>
                    <a:lnTo>
                      <a:pt x="55" y="51"/>
                    </a:lnTo>
                    <a:lnTo>
                      <a:pt x="51" y="46"/>
                    </a:lnTo>
                    <a:lnTo>
                      <a:pt x="45" y="40"/>
                    </a:lnTo>
                    <a:lnTo>
                      <a:pt x="38" y="35"/>
                    </a:lnTo>
                    <a:lnTo>
                      <a:pt x="29" y="29"/>
                    </a:lnTo>
                    <a:lnTo>
                      <a:pt x="22" y="23"/>
                    </a:lnTo>
                    <a:lnTo>
                      <a:pt x="15" y="16"/>
                    </a:lnTo>
                    <a:lnTo>
                      <a:pt x="10" y="7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5" y="11"/>
                    </a:lnTo>
                    <a:lnTo>
                      <a:pt x="11" y="19"/>
                    </a:lnTo>
                    <a:lnTo>
                      <a:pt x="18" y="26"/>
                    </a:lnTo>
                    <a:lnTo>
                      <a:pt x="27" y="33"/>
                    </a:lnTo>
                    <a:lnTo>
                      <a:pt x="34" y="40"/>
                    </a:lnTo>
                    <a:lnTo>
                      <a:pt x="41" y="45"/>
                    </a:lnTo>
                    <a:lnTo>
                      <a:pt x="46" y="49"/>
                    </a:lnTo>
                    <a:lnTo>
                      <a:pt x="50" y="53"/>
                    </a:lnTo>
                    <a:lnTo>
                      <a:pt x="55" y="5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6" name="Freeform 369"/>
              <p:cNvSpPr>
                <a:spLocks/>
              </p:cNvSpPr>
              <p:nvPr/>
            </p:nvSpPr>
            <p:spPr bwMode="auto">
              <a:xfrm>
                <a:off x="760" y="2499"/>
                <a:ext cx="28" cy="24"/>
              </a:xfrm>
              <a:custGeom>
                <a:avLst/>
                <a:gdLst>
                  <a:gd name="T0" fmla="*/ 110 w 110"/>
                  <a:gd name="T1" fmla="*/ 93 h 98"/>
                  <a:gd name="T2" fmla="*/ 110 w 110"/>
                  <a:gd name="T3" fmla="*/ 93 h 98"/>
                  <a:gd name="T4" fmla="*/ 99 w 110"/>
                  <a:gd name="T5" fmla="*/ 88 h 98"/>
                  <a:gd name="T6" fmla="*/ 90 w 110"/>
                  <a:gd name="T7" fmla="*/ 83 h 98"/>
                  <a:gd name="T8" fmla="*/ 81 w 110"/>
                  <a:gd name="T9" fmla="*/ 79 h 98"/>
                  <a:gd name="T10" fmla="*/ 73 w 110"/>
                  <a:gd name="T11" fmla="*/ 74 h 98"/>
                  <a:gd name="T12" fmla="*/ 64 w 110"/>
                  <a:gd name="T13" fmla="*/ 69 h 98"/>
                  <a:gd name="T14" fmla="*/ 57 w 110"/>
                  <a:gd name="T15" fmla="*/ 63 h 98"/>
                  <a:gd name="T16" fmla="*/ 49 w 110"/>
                  <a:gd name="T17" fmla="*/ 58 h 98"/>
                  <a:gd name="T18" fmla="*/ 43 w 110"/>
                  <a:gd name="T19" fmla="*/ 53 h 98"/>
                  <a:gd name="T20" fmla="*/ 36 w 110"/>
                  <a:gd name="T21" fmla="*/ 47 h 98"/>
                  <a:gd name="T22" fmla="*/ 30 w 110"/>
                  <a:gd name="T23" fmla="*/ 41 h 98"/>
                  <a:gd name="T24" fmla="*/ 25 w 110"/>
                  <a:gd name="T25" fmla="*/ 35 h 98"/>
                  <a:gd name="T26" fmla="*/ 20 w 110"/>
                  <a:gd name="T27" fmla="*/ 29 h 98"/>
                  <a:gd name="T28" fmla="*/ 16 w 110"/>
                  <a:gd name="T29" fmla="*/ 22 h 98"/>
                  <a:gd name="T30" fmla="*/ 12 w 110"/>
                  <a:gd name="T31" fmla="*/ 15 h 98"/>
                  <a:gd name="T32" fmla="*/ 7 w 110"/>
                  <a:gd name="T33" fmla="*/ 8 h 98"/>
                  <a:gd name="T34" fmla="*/ 5 w 110"/>
                  <a:gd name="T35" fmla="*/ 0 h 98"/>
                  <a:gd name="T36" fmla="*/ 0 w 110"/>
                  <a:gd name="T37" fmla="*/ 2 h 98"/>
                  <a:gd name="T38" fmla="*/ 2 w 110"/>
                  <a:gd name="T39" fmla="*/ 11 h 98"/>
                  <a:gd name="T40" fmla="*/ 7 w 110"/>
                  <a:gd name="T41" fmla="*/ 18 h 98"/>
                  <a:gd name="T42" fmla="*/ 11 w 110"/>
                  <a:gd name="T43" fmla="*/ 25 h 98"/>
                  <a:gd name="T44" fmla="*/ 16 w 110"/>
                  <a:gd name="T45" fmla="*/ 31 h 98"/>
                  <a:gd name="T46" fmla="*/ 20 w 110"/>
                  <a:gd name="T47" fmla="*/ 38 h 98"/>
                  <a:gd name="T48" fmla="*/ 26 w 110"/>
                  <a:gd name="T49" fmla="*/ 45 h 98"/>
                  <a:gd name="T50" fmla="*/ 33 w 110"/>
                  <a:gd name="T51" fmla="*/ 51 h 98"/>
                  <a:gd name="T52" fmla="*/ 39 w 110"/>
                  <a:gd name="T53" fmla="*/ 57 h 98"/>
                  <a:gd name="T54" fmla="*/ 46 w 110"/>
                  <a:gd name="T55" fmla="*/ 63 h 98"/>
                  <a:gd name="T56" fmla="*/ 53 w 110"/>
                  <a:gd name="T57" fmla="*/ 68 h 98"/>
                  <a:gd name="T58" fmla="*/ 62 w 110"/>
                  <a:gd name="T59" fmla="*/ 74 h 98"/>
                  <a:gd name="T60" fmla="*/ 69 w 110"/>
                  <a:gd name="T61" fmla="*/ 79 h 98"/>
                  <a:gd name="T62" fmla="*/ 79 w 110"/>
                  <a:gd name="T63" fmla="*/ 83 h 98"/>
                  <a:gd name="T64" fmla="*/ 87 w 110"/>
                  <a:gd name="T65" fmla="*/ 88 h 98"/>
                  <a:gd name="T66" fmla="*/ 97 w 110"/>
                  <a:gd name="T67" fmla="*/ 93 h 98"/>
                  <a:gd name="T68" fmla="*/ 108 w 110"/>
                  <a:gd name="T69" fmla="*/ 98 h 98"/>
                  <a:gd name="T70" fmla="*/ 108 w 110"/>
                  <a:gd name="T71" fmla="*/ 98 h 98"/>
                  <a:gd name="T72" fmla="*/ 110 w 110"/>
                  <a:gd name="T73" fmla="*/ 93 h 9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0"/>
                  <a:gd name="T112" fmla="*/ 0 h 98"/>
                  <a:gd name="T113" fmla="*/ 110 w 110"/>
                  <a:gd name="T114" fmla="*/ 98 h 9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0" h="98">
                    <a:moveTo>
                      <a:pt x="110" y="93"/>
                    </a:moveTo>
                    <a:lnTo>
                      <a:pt x="110" y="93"/>
                    </a:lnTo>
                    <a:lnTo>
                      <a:pt x="99" y="88"/>
                    </a:lnTo>
                    <a:lnTo>
                      <a:pt x="90" y="83"/>
                    </a:lnTo>
                    <a:lnTo>
                      <a:pt x="81" y="79"/>
                    </a:lnTo>
                    <a:lnTo>
                      <a:pt x="73" y="74"/>
                    </a:lnTo>
                    <a:lnTo>
                      <a:pt x="64" y="69"/>
                    </a:lnTo>
                    <a:lnTo>
                      <a:pt x="57" y="63"/>
                    </a:lnTo>
                    <a:lnTo>
                      <a:pt x="49" y="58"/>
                    </a:lnTo>
                    <a:lnTo>
                      <a:pt x="43" y="53"/>
                    </a:lnTo>
                    <a:lnTo>
                      <a:pt x="36" y="47"/>
                    </a:lnTo>
                    <a:lnTo>
                      <a:pt x="30" y="41"/>
                    </a:lnTo>
                    <a:lnTo>
                      <a:pt x="25" y="35"/>
                    </a:lnTo>
                    <a:lnTo>
                      <a:pt x="20" y="29"/>
                    </a:lnTo>
                    <a:lnTo>
                      <a:pt x="16" y="22"/>
                    </a:lnTo>
                    <a:lnTo>
                      <a:pt x="12" y="15"/>
                    </a:lnTo>
                    <a:lnTo>
                      <a:pt x="7" y="8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2" y="11"/>
                    </a:lnTo>
                    <a:lnTo>
                      <a:pt x="7" y="18"/>
                    </a:lnTo>
                    <a:lnTo>
                      <a:pt x="11" y="25"/>
                    </a:lnTo>
                    <a:lnTo>
                      <a:pt x="16" y="31"/>
                    </a:lnTo>
                    <a:lnTo>
                      <a:pt x="20" y="38"/>
                    </a:lnTo>
                    <a:lnTo>
                      <a:pt x="26" y="45"/>
                    </a:lnTo>
                    <a:lnTo>
                      <a:pt x="33" y="51"/>
                    </a:lnTo>
                    <a:lnTo>
                      <a:pt x="39" y="57"/>
                    </a:lnTo>
                    <a:lnTo>
                      <a:pt x="46" y="63"/>
                    </a:lnTo>
                    <a:lnTo>
                      <a:pt x="53" y="68"/>
                    </a:lnTo>
                    <a:lnTo>
                      <a:pt x="62" y="74"/>
                    </a:lnTo>
                    <a:lnTo>
                      <a:pt x="69" y="79"/>
                    </a:lnTo>
                    <a:lnTo>
                      <a:pt x="79" y="83"/>
                    </a:lnTo>
                    <a:lnTo>
                      <a:pt x="87" y="88"/>
                    </a:lnTo>
                    <a:lnTo>
                      <a:pt x="97" y="93"/>
                    </a:lnTo>
                    <a:lnTo>
                      <a:pt x="108" y="98"/>
                    </a:lnTo>
                    <a:lnTo>
                      <a:pt x="110" y="9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7" name="Freeform 370"/>
              <p:cNvSpPr>
                <a:spLocks/>
              </p:cNvSpPr>
              <p:nvPr/>
            </p:nvSpPr>
            <p:spPr bwMode="auto">
              <a:xfrm>
                <a:off x="787" y="2519"/>
                <a:ext cx="94" cy="18"/>
              </a:xfrm>
              <a:custGeom>
                <a:avLst/>
                <a:gdLst>
                  <a:gd name="T0" fmla="*/ 375 w 377"/>
                  <a:gd name="T1" fmla="*/ 0 h 71"/>
                  <a:gd name="T2" fmla="*/ 344 w 377"/>
                  <a:gd name="T3" fmla="*/ 12 h 71"/>
                  <a:gd name="T4" fmla="*/ 316 w 377"/>
                  <a:gd name="T5" fmla="*/ 24 h 71"/>
                  <a:gd name="T6" fmla="*/ 292 w 377"/>
                  <a:gd name="T7" fmla="*/ 35 h 71"/>
                  <a:gd name="T8" fmla="*/ 269 w 377"/>
                  <a:gd name="T9" fmla="*/ 43 h 71"/>
                  <a:gd name="T10" fmla="*/ 247 w 377"/>
                  <a:gd name="T11" fmla="*/ 50 h 71"/>
                  <a:gd name="T12" fmla="*/ 228 w 377"/>
                  <a:gd name="T13" fmla="*/ 56 h 71"/>
                  <a:gd name="T14" fmla="*/ 208 w 377"/>
                  <a:gd name="T15" fmla="*/ 61 h 71"/>
                  <a:gd name="T16" fmla="*/ 189 w 377"/>
                  <a:gd name="T17" fmla="*/ 64 h 71"/>
                  <a:gd name="T18" fmla="*/ 171 w 377"/>
                  <a:gd name="T19" fmla="*/ 65 h 71"/>
                  <a:gd name="T20" fmla="*/ 151 w 377"/>
                  <a:gd name="T21" fmla="*/ 65 h 71"/>
                  <a:gd name="T22" fmla="*/ 132 w 377"/>
                  <a:gd name="T23" fmla="*/ 61 h 71"/>
                  <a:gd name="T24" fmla="*/ 110 w 377"/>
                  <a:gd name="T25" fmla="*/ 56 h 71"/>
                  <a:gd name="T26" fmla="*/ 86 w 377"/>
                  <a:gd name="T27" fmla="*/ 49 h 71"/>
                  <a:gd name="T28" fmla="*/ 62 w 377"/>
                  <a:gd name="T29" fmla="*/ 41 h 71"/>
                  <a:gd name="T30" fmla="*/ 32 w 377"/>
                  <a:gd name="T31" fmla="*/ 29 h 71"/>
                  <a:gd name="T32" fmla="*/ 2 w 377"/>
                  <a:gd name="T33" fmla="*/ 14 h 71"/>
                  <a:gd name="T34" fmla="*/ 15 w 377"/>
                  <a:gd name="T35" fmla="*/ 27 h 71"/>
                  <a:gd name="T36" fmla="*/ 45 w 377"/>
                  <a:gd name="T37" fmla="*/ 41 h 71"/>
                  <a:gd name="T38" fmla="*/ 72 w 377"/>
                  <a:gd name="T39" fmla="*/ 50 h 71"/>
                  <a:gd name="T40" fmla="*/ 97 w 377"/>
                  <a:gd name="T41" fmla="*/ 59 h 71"/>
                  <a:gd name="T42" fmla="*/ 120 w 377"/>
                  <a:gd name="T43" fmla="*/ 65 h 71"/>
                  <a:gd name="T44" fmla="*/ 140 w 377"/>
                  <a:gd name="T45" fmla="*/ 69 h 71"/>
                  <a:gd name="T46" fmla="*/ 161 w 377"/>
                  <a:gd name="T47" fmla="*/ 71 h 71"/>
                  <a:gd name="T48" fmla="*/ 180 w 377"/>
                  <a:gd name="T49" fmla="*/ 71 h 71"/>
                  <a:gd name="T50" fmla="*/ 200 w 377"/>
                  <a:gd name="T51" fmla="*/ 69 h 71"/>
                  <a:gd name="T52" fmla="*/ 219 w 377"/>
                  <a:gd name="T53" fmla="*/ 65 h 71"/>
                  <a:gd name="T54" fmla="*/ 239 w 377"/>
                  <a:gd name="T55" fmla="*/ 59 h 71"/>
                  <a:gd name="T56" fmla="*/ 259 w 377"/>
                  <a:gd name="T57" fmla="*/ 53 h 71"/>
                  <a:gd name="T58" fmla="*/ 282 w 377"/>
                  <a:gd name="T59" fmla="*/ 43 h 71"/>
                  <a:gd name="T60" fmla="*/ 307 w 377"/>
                  <a:gd name="T61" fmla="*/ 33 h 71"/>
                  <a:gd name="T62" fmla="*/ 332 w 377"/>
                  <a:gd name="T63" fmla="*/ 23 h 71"/>
                  <a:gd name="T64" fmla="*/ 361 w 377"/>
                  <a:gd name="T65" fmla="*/ 10 h 71"/>
                  <a:gd name="T66" fmla="*/ 377 w 377"/>
                  <a:gd name="T67" fmla="*/ 4 h 7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7"/>
                  <a:gd name="T103" fmla="*/ 0 h 71"/>
                  <a:gd name="T104" fmla="*/ 377 w 377"/>
                  <a:gd name="T105" fmla="*/ 71 h 7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7" h="71">
                    <a:moveTo>
                      <a:pt x="375" y="0"/>
                    </a:moveTo>
                    <a:lnTo>
                      <a:pt x="375" y="0"/>
                    </a:lnTo>
                    <a:lnTo>
                      <a:pt x="359" y="6"/>
                    </a:lnTo>
                    <a:lnTo>
                      <a:pt x="344" y="12"/>
                    </a:lnTo>
                    <a:lnTo>
                      <a:pt x="330" y="18"/>
                    </a:lnTo>
                    <a:lnTo>
                      <a:pt x="316" y="24"/>
                    </a:lnTo>
                    <a:lnTo>
                      <a:pt x="304" y="29"/>
                    </a:lnTo>
                    <a:lnTo>
                      <a:pt x="292" y="35"/>
                    </a:lnTo>
                    <a:lnTo>
                      <a:pt x="280" y="40"/>
                    </a:lnTo>
                    <a:lnTo>
                      <a:pt x="269" y="43"/>
                    </a:lnTo>
                    <a:lnTo>
                      <a:pt x="258" y="47"/>
                    </a:lnTo>
                    <a:lnTo>
                      <a:pt x="247" y="50"/>
                    </a:lnTo>
                    <a:lnTo>
                      <a:pt x="237" y="54"/>
                    </a:lnTo>
                    <a:lnTo>
                      <a:pt x="228" y="56"/>
                    </a:lnTo>
                    <a:lnTo>
                      <a:pt x="218" y="59"/>
                    </a:lnTo>
                    <a:lnTo>
                      <a:pt x="208" y="61"/>
                    </a:lnTo>
                    <a:lnTo>
                      <a:pt x="199" y="63"/>
                    </a:lnTo>
                    <a:lnTo>
                      <a:pt x="189" y="64"/>
                    </a:lnTo>
                    <a:lnTo>
                      <a:pt x="180" y="65"/>
                    </a:lnTo>
                    <a:lnTo>
                      <a:pt x="171" y="65"/>
                    </a:lnTo>
                    <a:lnTo>
                      <a:pt x="161" y="65"/>
                    </a:lnTo>
                    <a:lnTo>
                      <a:pt x="151" y="65"/>
                    </a:lnTo>
                    <a:lnTo>
                      <a:pt x="142" y="64"/>
                    </a:lnTo>
                    <a:lnTo>
                      <a:pt x="132" y="61"/>
                    </a:lnTo>
                    <a:lnTo>
                      <a:pt x="121" y="60"/>
                    </a:lnTo>
                    <a:lnTo>
                      <a:pt x="110" y="56"/>
                    </a:lnTo>
                    <a:lnTo>
                      <a:pt x="98" y="54"/>
                    </a:lnTo>
                    <a:lnTo>
                      <a:pt x="86" y="49"/>
                    </a:lnTo>
                    <a:lnTo>
                      <a:pt x="74" y="46"/>
                    </a:lnTo>
                    <a:lnTo>
                      <a:pt x="62" y="41"/>
                    </a:lnTo>
                    <a:lnTo>
                      <a:pt x="47" y="36"/>
                    </a:lnTo>
                    <a:lnTo>
                      <a:pt x="32" y="29"/>
                    </a:lnTo>
                    <a:lnTo>
                      <a:pt x="18" y="23"/>
                    </a:lnTo>
                    <a:lnTo>
                      <a:pt x="2" y="14"/>
                    </a:lnTo>
                    <a:lnTo>
                      <a:pt x="0" y="19"/>
                    </a:lnTo>
                    <a:lnTo>
                      <a:pt x="15" y="27"/>
                    </a:lnTo>
                    <a:lnTo>
                      <a:pt x="30" y="33"/>
                    </a:lnTo>
                    <a:lnTo>
                      <a:pt x="45" y="41"/>
                    </a:lnTo>
                    <a:lnTo>
                      <a:pt x="59" y="46"/>
                    </a:lnTo>
                    <a:lnTo>
                      <a:pt x="72" y="50"/>
                    </a:lnTo>
                    <a:lnTo>
                      <a:pt x="85" y="55"/>
                    </a:lnTo>
                    <a:lnTo>
                      <a:pt x="97" y="59"/>
                    </a:lnTo>
                    <a:lnTo>
                      <a:pt x="109" y="63"/>
                    </a:lnTo>
                    <a:lnTo>
                      <a:pt x="120" y="65"/>
                    </a:lnTo>
                    <a:lnTo>
                      <a:pt x="131" y="67"/>
                    </a:lnTo>
                    <a:lnTo>
                      <a:pt x="140" y="69"/>
                    </a:lnTo>
                    <a:lnTo>
                      <a:pt x="151" y="70"/>
                    </a:lnTo>
                    <a:lnTo>
                      <a:pt x="161" y="71"/>
                    </a:lnTo>
                    <a:lnTo>
                      <a:pt x="171" y="71"/>
                    </a:lnTo>
                    <a:lnTo>
                      <a:pt x="180" y="71"/>
                    </a:lnTo>
                    <a:lnTo>
                      <a:pt x="190" y="70"/>
                    </a:lnTo>
                    <a:lnTo>
                      <a:pt x="200" y="69"/>
                    </a:lnTo>
                    <a:lnTo>
                      <a:pt x="210" y="67"/>
                    </a:lnTo>
                    <a:lnTo>
                      <a:pt x="219" y="65"/>
                    </a:lnTo>
                    <a:lnTo>
                      <a:pt x="229" y="63"/>
                    </a:lnTo>
                    <a:lnTo>
                      <a:pt x="239" y="59"/>
                    </a:lnTo>
                    <a:lnTo>
                      <a:pt x="250" y="56"/>
                    </a:lnTo>
                    <a:lnTo>
                      <a:pt x="259" y="53"/>
                    </a:lnTo>
                    <a:lnTo>
                      <a:pt x="270" y="48"/>
                    </a:lnTo>
                    <a:lnTo>
                      <a:pt x="282" y="43"/>
                    </a:lnTo>
                    <a:lnTo>
                      <a:pt x="294" y="40"/>
                    </a:lnTo>
                    <a:lnTo>
                      <a:pt x="307" y="33"/>
                    </a:lnTo>
                    <a:lnTo>
                      <a:pt x="319" y="29"/>
                    </a:lnTo>
                    <a:lnTo>
                      <a:pt x="332" y="23"/>
                    </a:lnTo>
                    <a:lnTo>
                      <a:pt x="347" y="16"/>
                    </a:lnTo>
                    <a:lnTo>
                      <a:pt x="361" y="10"/>
                    </a:lnTo>
                    <a:lnTo>
                      <a:pt x="377" y="4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8" name="Freeform 371"/>
              <p:cNvSpPr>
                <a:spLocks/>
              </p:cNvSpPr>
              <p:nvPr/>
            </p:nvSpPr>
            <p:spPr bwMode="auto">
              <a:xfrm>
                <a:off x="881" y="2467"/>
                <a:ext cx="43" cy="53"/>
              </a:xfrm>
              <a:custGeom>
                <a:avLst/>
                <a:gdLst>
                  <a:gd name="T0" fmla="*/ 155 w 171"/>
                  <a:gd name="T1" fmla="*/ 2 h 209"/>
                  <a:gd name="T2" fmla="*/ 155 w 171"/>
                  <a:gd name="T3" fmla="*/ 2 h 209"/>
                  <a:gd name="T4" fmla="*/ 162 w 171"/>
                  <a:gd name="T5" fmla="*/ 20 h 209"/>
                  <a:gd name="T6" fmla="*/ 166 w 171"/>
                  <a:gd name="T7" fmla="*/ 37 h 209"/>
                  <a:gd name="T8" fmla="*/ 166 w 171"/>
                  <a:gd name="T9" fmla="*/ 54 h 209"/>
                  <a:gd name="T10" fmla="*/ 162 w 171"/>
                  <a:gd name="T11" fmla="*/ 70 h 209"/>
                  <a:gd name="T12" fmla="*/ 157 w 171"/>
                  <a:gd name="T13" fmla="*/ 86 h 209"/>
                  <a:gd name="T14" fmla="*/ 149 w 171"/>
                  <a:gd name="T15" fmla="*/ 99 h 209"/>
                  <a:gd name="T16" fmla="*/ 139 w 171"/>
                  <a:gd name="T17" fmla="*/ 114 h 209"/>
                  <a:gd name="T18" fmla="*/ 127 w 171"/>
                  <a:gd name="T19" fmla="*/ 127 h 209"/>
                  <a:gd name="T20" fmla="*/ 114 w 171"/>
                  <a:gd name="T21" fmla="*/ 139 h 209"/>
                  <a:gd name="T22" fmla="*/ 98 w 171"/>
                  <a:gd name="T23" fmla="*/ 150 h 209"/>
                  <a:gd name="T24" fmla="*/ 83 w 171"/>
                  <a:gd name="T25" fmla="*/ 161 h 209"/>
                  <a:gd name="T26" fmla="*/ 66 w 171"/>
                  <a:gd name="T27" fmla="*/ 172 h 209"/>
                  <a:gd name="T28" fmla="*/ 49 w 171"/>
                  <a:gd name="T29" fmla="*/ 180 h 209"/>
                  <a:gd name="T30" fmla="*/ 32 w 171"/>
                  <a:gd name="T31" fmla="*/ 189 h 209"/>
                  <a:gd name="T32" fmla="*/ 15 w 171"/>
                  <a:gd name="T33" fmla="*/ 197 h 209"/>
                  <a:gd name="T34" fmla="*/ 0 w 171"/>
                  <a:gd name="T35" fmla="*/ 205 h 209"/>
                  <a:gd name="T36" fmla="*/ 2 w 171"/>
                  <a:gd name="T37" fmla="*/ 209 h 209"/>
                  <a:gd name="T38" fmla="*/ 18 w 171"/>
                  <a:gd name="T39" fmla="*/ 202 h 209"/>
                  <a:gd name="T40" fmla="*/ 35 w 171"/>
                  <a:gd name="T41" fmla="*/ 194 h 209"/>
                  <a:gd name="T42" fmla="*/ 52 w 171"/>
                  <a:gd name="T43" fmla="*/ 185 h 209"/>
                  <a:gd name="T44" fmla="*/ 70 w 171"/>
                  <a:gd name="T45" fmla="*/ 177 h 209"/>
                  <a:gd name="T46" fmla="*/ 86 w 171"/>
                  <a:gd name="T47" fmla="*/ 166 h 209"/>
                  <a:gd name="T48" fmla="*/ 101 w 171"/>
                  <a:gd name="T49" fmla="*/ 155 h 209"/>
                  <a:gd name="T50" fmla="*/ 116 w 171"/>
                  <a:gd name="T51" fmla="*/ 143 h 209"/>
                  <a:gd name="T52" fmla="*/ 131 w 171"/>
                  <a:gd name="T53" fmla="*/ 131 h 209"/>
                  <a:gd name="T54" fmla="*/ 143 w 171"/>
                  <a:gd name="T55" fmla="*/ 117 h 209"/>
                  <a:gd name="T56" fmla="*/ 154 w 171"/>
                  <a:gd name="T57" fmla="*/ 103 h 209"/>
                  <a:gd name="T58" fmla="*/ 162 w 171"/>
                  <a:gd name="T59" fmla="*/ 88 h 209"/>
                  <a:gd name="T60" fmla="*/ 168 w 171"/>
                  <a:gd name="T61" fmla="*/ 71 h 209"/>
                  <a:gd name="T62" fmla="*/ 171 w 171"/>
                  <a:gd name="T63" fmla="*/ 55 h 209"/>
                  <a:gd name="T64" fmla="*/ 171 w 171"/>
                  <a:gd name="T65" fmla="*/ 37 h 209"/>
                  <a:gd name="T66" fmla="*/ 168 w 171"/>
                  <a:gd name="T67" fmla="*/ 19 h 209"/>
                  <a:gd name="T68" fmla="*/ 160 w 171"/>
                  <a:gd name="T69" fmla="*/ 0 h 209"/>
                  <a:gd name="T70" fmla="*/ 160 w 171"/>
                  <a:gd name="T71" fmla="*/ 0 h 209"/>
                  <a:gd name="T72" fmla="*/ 155 w 171"/>
                  <a:gd name="T73" fmla="*/ 2 h 20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1"/>
                  <a:gd name="T112" fmla="*/ 0 h 209"/>
                  <a:gd name="T113" fmla="*/ 171 w 171"/>
                  <a:gd name="T114" fmla="*/ 209 h 20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1" h="209">
                    <a:moveTo>
                      <a:pt x="155" y="2"/>
                    </a:moveTo>
                    <a:lnTo>
                      <a:pt x="155" y="2"/>
                    </a:lnTo>
                    <a:lnTo>
                      <a:pt x="162" y="20"/>
                    </a:lnTo>
                    <a:lnTo>
                      <a:pt x="166" y="37"/>
                    </a:lnTo>
                    <a:lnTo>
                      <a:pt x="166" y="54"/>
                    </a:lnTo>
                    <a:lnTo>
                      <a:pt x="162" y="70"/>
                    </a:lnTo>
                    <a:lnTo>
                      <a:pt x="157" y="86"/>
                    </a:lnTo>
                    <a:lnTo>
                      <a:pt x="149" y="99"/>
                    </a:lnTo>
                    <a:lnTo>
                      <a:pt x="139" y="114"/>
                    </a:lnTo>
                    <a:lnTo>
                      <a:pt x="127" y="127"/>
                    </a:lnTo>
                    <a:lnTo>
                      <a:pt x="114" y="139"/>
                    </a:lnTo>
                    <a:lnTo>
                      <a:pt x="98" y="150"/>
                    </a:lnTo>
                    <a:lnTo>
                      <a:pt x="83" y="161"/>
                    </a:lnTo>
                    <a:lnTo>
                      <a:pt x="66" y="172"/>
                    </a:lnTo>
                    <a:lnTo>
                      <a:pt x="49" y="180"/>
                    </a:lnTo>
                    <a:lnTo>
                      <a:pt x="32" y="189"/>
                    </a:lnTo>
                    <a:lnTo>
                      <a:pt x="15" y="197"/>
                    </a:lnTo>
                    <a:lnTo>
                      <a:pt x="0" y="205"/>
                    </a:lnTo>
                    <a:lnTo>
                      <a:pt x="2" y="209"/>
                    </a:lnTo>
                    <a:lnTo>
                      <a:pt x="18" y="202"/>
                    </a:lnTo>
                    <a:lnTo>
                      <a:pt x="35" y="194"/>
                    </a:lnTo>
                    <a:lnTo>
                      <a:pt x="52" y="185"/>
                    </a:lnTo>
                    <a:lnTo>
                      <a:pt x="70" y="177"/>
                    </a:lnTo>
                    <a:lnTo>
                      <a:pt x="86" y="166"/>
                    </a:lnTo>
                    <a:lnTo>
                      <a:pt x="101" y="155"/>
                    </a:lnTo>
                    <a:lnTo>
                      <a:pt x="116" y="143"/>
                    </a:lnTo>
                    <a:lnTo>
                      <a:pt x="131" y="131"/>
                    </a:lnTo>
                    <a:lnTo>
                      <a:pt x="143" y="117"/>
                    </a:lnTo>
                    <a:lnTo>
                      <a:pt x="154" y="103"/>
                    </a:lnTo>
                    <a:lnTo>
                      <a:pt x="162" y="88"/>
                    </a:lnTo>
                    <a:lnTo>
                      <a:pt x="168" y="71"/>
                    </a:lnTo>
                    <a:lnTo>
                      <a:pt x="171" y="55"/>
                    </a:lnTo>
                    <a:lnTo>
                      <a:pt x="171" y="37"/>
                    </a:lnTo>
                    <a:lnTo>
                      <a:pt x="168" y="19"/>
                    </a:lnTo>
                    <a:lnTo>
                      <a:pt x="160" y="0"/>
                    </a:lnTo>
                    <a:lnTo>
                      <a:pt x="155" y="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9" name="Freeform 372"/>
              <p:cNvSpPr>
                <a:spLocks/>
              </p:cNvSpPr>
              <p:nvPr/>
            </p:nvSpPr>
            <p:spPr bwMode="auto">
              <a:xfrm>
                <a:off x="843" y="2430"/>
                <a:ext cx="78" cy="38"/>
              </a:xfrm>
              <a:custGeom>
                <a:avLst/>
                <a:gdLst>
                  <a:gd name="T0" fmla="*/ 13 w 312"/>
                  <a:gd name="T1" fmla="*/ 15 h 154"/>
                  <a:gd name="T2" fmla="*/ 36 w 312"/>
                  <a:gd name="T3" fmla="*/ 10 h 154"/>
                  <a:gd name="T4" fmla="*/ 59 w 312"/>
                  <a:gd name="T5" fmla="*/ 7 h 154"/>
                  <a:gd name="T6" fmla="*/ 81 w 312"/>
                  <a:gd name="T7" fmla="*/ 6 h 154"/>
                  <a:gd name="T8" fmla="*/ 103 w 312"/>
                  <a:gd name="T9" fmla="*/ 6 h 154"/>
                  <a:gd name="T10" fmla="*/ 125 w 312"/>
                  <a:gd name="T11" fmla="*/ 9 h 154"/>
                  <a:gd name="T12" fmla="*/ 145 w 312"/>
                  <a:gd name="T13" fmla="*/ 12 h 154"/>
                  <a:gd name="T14" fmla="*/ 166 w 312"/>
                  <a:gd name="T15" fmla="*/ 18 h 154"/>
                  <a:gd name="T16" fmla="*/ 185 w 312"/>
                  <a:gd name="T17" fmla="*/ 25 h 154"/>
                  <a:gd name="T18" fmla="*/ 205 w 312"/>
                  <a:gd name="T19" fmla="*/ 35 h 154"/>
                  <a:gd name="T20" fmla="*/ 223 w 312"/>
                  <a:gd name="T21" fmla="*/ 47 h 154"/>
                  <a:gd name="T22" fmla="*/ 240 w 312"/>
                  <a:gd name="T23" fmla="*/ 61 h 154"/>
                  <a:gd name="T24" fmla="*/ 257 w 312"/>
                  <a:gd name="T25" fmla="*/ 78 h 154"/>
                  <a:gd name="T26" fmla="*/ 273 w 312"/>
                  <a:gd name="T27" fmla="*/ 96 h 154"/>
                  <a:gd name="T28" fmla="*/ 287 w 312"/>
                  <a:gd name="T29" fmla="*/ 116 h 154"/>
                  <a:gd name="T30" fmla="*/ 301 w 312"/>
                  <a:gd name="T31" fmla="*/ 141 h 154"/>
                  <a:gd name="T32" fmla="*/ 312 w 312"/>
                  <a:gd name="T33" fmla="*/ 152 h 154"/>
                  <a:gd name="T34" fmla="*/ 300 w 312"/>
                  <a:gd name="T35" fmla="*/ 126 h 154"/>
                  <a:gd name="T36" fmla="*/ 285 w 312"/>
                  <a:gd name="T37" fmla="*/ 103 h 154"/>
                  <a:gd name="T38" fmla="*/ 269 w 312"/>
                  <a:gd name="T39" fmla="*/ 82 h 154"/>
                  <a:gd name="T40" fmla="*/ 252 w 312"/>
                  <a:gd name="T41" fmla="*/ 64 h 154"/>
                  <a:gd name="T42" fmla="*/ 235 w 312"/>
                  <a:gd name="T43" fmla="*/ 50 h 154"/>
                  <a:gd name="T44" fmla="*/ 217 w 312"/>
                  <a:gd name="T45" fmla="*/ 36 h 154"/>
                  <a:gd name="T46" fmla="*/ 198 w 312"/>
                  <a:gd name="T47" fmla="*/ 25 h 154"/>
                  <a:gd name="T48" fmla="*/ 178 w 312"/>
                  <a:gd name="T49" fmla="*/ 16 h 154"/>
                  <a:gd name="T50" fmla="*/ 158 w 312"/>
                  <a:gd name="T51" fmla="*/ 10 h 154"/>
                  <a:gd name="T52" fmla="*/ 137 w 312"/>
                  <a:gd name="T53" fmla="*/ 5 h 154"/>
                  <a:gd name="T54" fmla="*/ 115 w 312"/>
                  <a:gd name="T55" fmla="*/ 1 h 154"/>
                  <a:gd name="T56" fmla="*/ 93 w 312"/>
                  <a:gd name="T57" fmla="*/ 0 h 154"/>
                  <a:gd name="T58" fmla="*/ 70 w 312"/>
                  <a:gd name="T59" fmla="*/ 1 h 154"/>
                  <a:gd name="T60" fmla="*/ 47 w 312"/>
                  <a:gd name="T61" fmla="*/ 2 h 154"/>
                  <a:gd name="T62" fmla="*/ 24 w 312"/>
                  <a:gd name="T63" fmla="*/ 6 h 154"/>
                  <a:gd name="T64" fmla="*/ 0 w 312"/>
                  <a:gd name="T65" fmla="*/ 11 h 1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2"/>
                  <a:gd name="T100" fmla="*/ 0 h 154"/>
                  <a:gd name="T101" fmla="*/ 312 w 312"/>
                  <a:gd name="T102" fmla="*/ 154 h 15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2" h="154">
                    <a:moveTo>
                      <a:pt x="2" y="17"/>
                    </a:moveTo>
                    <a:lnTo>
                      <a:pt x="13" y="15"/>
                    </a:lnTo>
                    <a:lnTo>
                      <a:pt x="25" y="12"/>
                    </a:lnTo>
                    <a:lnTo>
                      <a:pt x="36" y="10"/>
                    </a:lnTo>
                    <a:lnTo>
                      <a:pt x="48" y="9"/>
                    </a:lnTo>
                    <a:lnTo>
                      <a:pt x="59" y="7"/>
                    </a:lnTo>
                    <a:lnTo>
                      <a:pt x="70" y="6"/>
                    </a:lnTo>
                    <a:lnTo>
                      <a:pt x="81" y="6"/>
                    </a:lnTo>
                    <a:lnTo>
                      <a:pt x="93" y="6"/>
                    </a:lnTo>
                    <a:lnTo>
                      <a:pt x="103" y="6"/>
                    </a:lnTo>
                    <a:lnTo>
                      <a:pt x="114" y="7"/>
                    </a:lnTo>
                    <a:lnTo>
                      <a:pt x="125" y="9"/>
                    </a:lnTo>
                    <a:lnTo>
                      <a:pt x="136" y="11"/>
                    </a:lnTo>
                    <a:lnTo>
                      <a:pt x="145" y="12"/>
                    </a:lnTo>
                    <a:lnTo>
                      <a:pt x="156" y="16"/>
                    </a:lnTo>
                    <a:lnTo>
                      <a:pt x="166" y="18"/>
                    </a:lnTo>
                    <a:lnTo>
                      <a:pt x="176" y="22"/>
                    </a:lnTo>
                    <a:lnTo>
                      <a:pt x="185" y="25"/>
                    </a:lnTo>
                    <a:lnTo>
                      <a:pt x="195" y="30"/>
                    </a:lnTo>
                    <a:lnTo>
                      <a:pt x="205" y="35"/>
                    </a:lnTo>
                    <a:lnTo>
                      <a:pt x="215" y="41"/>
                    </a:lnTo>
                    <a:lnTo>
                      <a:pt x="223" y="47"/>
                    </a:lnTo>
                    <a:lnTo>
                      <a:pt x="233" y="53"/>
                    </a:lnTo>
                    <a:lnTo>
                      <a:pt x="240" y="61"/>
                    </a:lnTo>
                    <a:lnTo>
                      <a:pt x="249" y="69"/>
                    </a:lnTo>
                    <a:lnTo>
                      <a:pt x="257" y="78"/>
                    </a:lnTo>
                    <a:lnTo>
                      <a:pt x="266" y="86"/>
                    </a:lnTo>
                    <a:lnTo>
                      <a:pt x="273" y="96"/>
                    </a:lnTo>
                    <a:lnTo>
                      <a:pt x="280" y="106"/>
                    </a:lnTo>
                    <a:lnTo>
                      <a:pt x="287" y="116"/>
                    </a:lnTo>
                    <a:lnTo>
                      <a:pt x="295" y="129"/>
                    </a:lnTo>
                    <a:lnTo>
                      <a:pt x="301" y="141"/>
                    </a:lnTo>
                    <a:lnTo>
                      <a:pt x="307" y="154"/>
                    </a:lnTo>
                    <a:lnTo>
                      <a:pt x="312" y="152"/>
                    </a:lnTo>
                    <a:lnTo>
                      <a:pt x="306" y="138"/>
                    </a:lnTo>
                    <a:lnTo>
                      <a:pt x="300" y="126"/>
                    </a:lnTo>
                    <a:lnTo>
                      <a:pt x="292" y="114"/>
                    </a:lnTo>
                    <a:lnTo>
                      <a:pt x="285" y="103"/>
                    </a:lnTo>
                    <a:lnTo>
                      <a:pt x="278" y="92"/>
                    </a:lnTo>
                    <a:lnTo>
                      <a:pt x="269" y="82"/>
                    </a:lnTo>
                    <a:lnTo>
                      <a:pt x="261" y="73"/>
                    </a:lnTo>
                    <a:lnTo>
                      <a:pt x="252" y="64"/>
                    </a:lnTo>
                    <a:lnTo>
                      <a:pt x="245" y="57"/>
                    </a:lnTo>
                    <a:lnTo>
                      <a:pt x="235" y="50"/>
                    </a:lnTo>
                    <a:lnTo>
                      <a:pt x="227" y="42"/>
                    </a:lnTo>
                    <a:lnTo>
                      <a:pt x="217" y="36"/>
                    </a:lnTo>
                    <a:lnTo>
                      <a:pt x="207" y="30"/>
                    </a:lnTo>
                    <a:lnTo>
                      <a:pt x="198" y="25"/>
                    </a:lnTo>
                    <a:lnTo>
                      <a:pt x="188" y="21"/>
                    </a:lnTo>
                    <a:lnTo>
                      <a:pt x="178" y="16"/>
                    </a:lnTo>
                    <a:lnTo>
                      <a:pt x="169" y="12"/>
                    </a:lnTo>
                    <a:lnTo>
                      <a:pt x="158" y="10"/>
                    </a:lnTo>
                    <a:lnTo>
                      <a:pt x="148" y="7"/>
                    </a:lnTo>
                    <a:lnTo>
                      <a:pt x="137" y="5"/>
                    </a:lnTo>
                    <a:lnTo>
                      <a:pt x="126" y="2"/>
                    </a:lnTo>
                    <a:lnTo>
                      <a:pt x="115" y="1"/>
                    </a:lnTo>
                    <a:lnTo>
                      <a:pt x="103" y="1"/>
                    </a:lnTo>
                    <a:lnTo>
                      <a:pt x="93" y="0"/>
                    </a:lnTo>
                    <a:lnTo>
                      <a:pt x="81" y="0"/>
                    </a:lnTo>
                    <a:lnTo>
                      <a:pt x="70" y="1"/>
                    </a:lnTo>
                    <a:lnTo>
                      <a:pt x="58" y="1"/>
                    </a:lnTo>
                    <a:lnTo>
                      <a:pt x="47" y="2"/>
                    </a:lnTo>
                    <a:lnTo>
                      <a:pt x="36" y="5"/>
                    </a:lnTo>
                    <a:lnTo>
                      <a:pt x="24" y="6"/>
                    </a:lnTo>
                    <a:lnTo>
                      <a:pt x="12" y="9"/>
                    </a:lnTo>
                    <a:lnTo>
                      <a:pt x="0" y="11"/>
                    </a:ln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0" name="Freeform 373"/>
              <p:cNvSpPr>
                <a:spLocks/>
              </p:cNvSpPr>
              <p:nvPr/>
            </p:nvSpPr>
            <p:spPr bwMode="auto">
              <a:xfrm>
                <a:off x="773" y="2432"/>
                <a:ext cx="71" cy="36"/>
              </a:xfrm>
              <a:custGeom>
                <a:avLst/>
                <a:gdLst>
                  <a:gd name="T0" fmla="*/ 3 w 284"/>
                  <a:gd name="T1" fmla="*/ 143 h 143"/>
                  <a:gd name="T2" fmla="*/ 20 w 284"/>
                  <a:gd name="T3" fmla="*/ 131 h 143"/>
                  <a:gd name="T4" fmla="*/ 36 w 284"/>
                  <a:gd name="T5" fmla="*/ 120 h 143"/>
                  <a:gd name="T6" fmla="*/ 53 w 284"/>
                  <a:gd name="T7" fmla="*/ 109 h 143"/>
                  <a:gd name="T8" fmla="*/ 70 w 284"/>
                  <a:gd name="T9" fmla="*/ 99 h 143"/>
                  <a:gd name="T10" fmla="*/ 87 w 284"/>
                  <a:gd name="T11" fmla="*/ 88 h 143"/>
                  <a:gd name="T12" fmla="*/ 105 w 284"/>
                  <a:gd name="T13" fmla="*/ 79 h 143"/>
                  <a:gd name="T14" fmla="*/ 122 w 284"/>
                  <a:gd name="T15" fmla="*/ 69 h 143"/>
                  <a:gd name="T16" fmla="*/ 140 w 284"/>
                  <a:gd name="T17" fmla="*/ 59 h 143"/>
                  <a:gd name="T18" fmla="*/ 158 w 284"/>
                  <a:gd name="T19" fmla="*/ 51 h 143"/>
                  <a:gd name="T20" fmla="*/ 176 w 284"/>
                  <a:gd name="T21" fmla="*/ 42 h 143"/>
                  <a:gd name="T22" fmla="*/ 195 w 284"/>
                  <a:gd name="T23" fmla="*/ 35 h 143"/>
                  <a:gd name="T24" fmla="*/ 213 w 284"/>
                  <a:gd name="T25" fmla="*/ 28 h 143"/>
                  <a:gd name="T26" fmla="*/ 230 w 284"/>
                  <a:gd name="T27" fmla="*/ 22 h 143"/>
                  <a:gd name="T28" fmla="*/ 248 w 284"/>
                  <a:gd name="T29" fmla="*/ 16 h 143"/>
                  <a:gd name="T30" fmla="*/ 266 w 284"/>
                  <a:gd name="T31" fmla="*/ 11 h 143"/>
                  <a:gd name="T32" fmla="*/ 284 w 284"/>
                  <a:gd name="T33" fmla="*/ 6 h 143"/>
                  <a:gd name="T34" fmla="*/ 273 w 284"/>
                  <a:gd name="T35" fmla="*/ 2 h 143"/>
                  <a:gd name="T36" fmla="*/ 255 w 284"/>
                  <a:gd name="T37" fmla="*/ 7 h 143"/>
                  <a:gd name="T38" fmla="*/ 237 w 284"/>
                  <a:gd name="T39" fmla="*/ 13 h 143"/>
                  <a:gd name="T40" fmla="*/ 219 w 284"/>
                  <a:gd name="T41" fmla="*/ 19 h 143"/>
                  <a:gd name="T42" fmla="*/ 201 w 284"/>
                  <a:gd name="T43" fmla="*/ 27 h 143"/>
                  <a:gd name="T44" fmla="*/ 182 w 284"/>
                  <a:gd name="T45" fmla="*/ 34 h 143"/>
                  <a:gd name="T46" fmla="*/ 164 w 284"/>
                  <a:gd name="T47" fmla="*/ 42 h 143"/>
                  <a:gd name="T48" fmla="*/ 146 w 284"/>
                  <a:gd name="T49" fmla="*/ 51 h 143"/>
                  <a:gd name="T50" fmla="*/ 128 w 284"/>
                  <a:gd name="T51" fmla="*/ 59 h 143"/>
                  <a:gd name="T52" fmla="*/ 111 w 284"/>
                  <a:gd name="T53" fmla="*/ 69 h 143"/>
                  <a:gd name="T54" fmla="*/ 93 w 284"/>
                  <a:gd name="T55" fmla="*/ 79 h 143"/>
                  <a:gd name="T56" fmla="*/ 76 w 284"/>
                  <a:gd name="T57" fmla="*/ 88 h 143"/>
                  <a:gd name="T58" fmla="*/ 59 w 284"/>
                  <a:gd name="T59" fmla="*/ 99 h 143"/>
                  <a:gd name="T60" fmla="*/ 42 w 284"/>
                  <a:gd name="T61" fmla="*/ 110 h 143"/>
                  <a:gd name="T62" fmla="*/ 25 w 284"/>
                  <a:gd name="T63" fmla="*/ 121 h 143"/>
                  <a:gd name="T64" fmla="*/ 8 w 284"/>
                  <a:gd name="T65" fmla="*/ 132 h 143"/>
                  <a:gd name="T66" fmla="*/ 0 w 284"/>
                  <a:gd name="T67" fmla="*/ 138 h 14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4"/>
                  <a:gd name="T103" fmla="*/ 0 h 143"/>
                  <a:gd name="T104" fmla="*/ 284 w 284"/>
                  <a:gd name="T105" fmla="*/ 143 h 14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4" h="143">
                    <a:moveTo>
                      <a:pt x="3" y="143"/>
                    </a:moveTo>
                    <a:lnTo>
                      <a:pt x="3" y="143"/>
                    </a:lnTo>
                    <a:lnTo>
                      <a:pt x="11" y="137"/>
                    </a:lnTo>
                    <a:lnTo>
                      <a:pt x="20" y="131"/>
                    </a:lnTo>
                    <a:lnTo>
                      <a:pt x="28" y="126"/>
                    </a:lnTo>
                    <a:lnTo>
                      <a:pt x="36" y="120"/>
                    </a:lnTo>
                    <a:lnTo>
                      <a:pt x="44" y="115"/>
                    </a:lnTo>
                    <a:lnTo>
                      <a:pt x="53" y="109"/>
                    </a:lnTo>
                    <a:lnTo>
                      <a:pt x="61" y="104"/>
                    </a:lnTo>
                    <a:lnTo>
                      <a:pt x="70" y="99"/>
                    </a:lnTo>
                    <a:lnTo>
                      <a:pt x="78" y="93"/>
                    </a:lnTo>
                    <a:lnTo>
                      <a:pt x="87" y="88"/>
                    </a:lnTo>
                    <a:lnTo>
                      <a:pt x="95" y="84"/>
                    </a:lnTo>
                    <a:lnTo>
                      <a:pt x="105" y="79"/>
                    </a:lnTo>
                    <a:lnTo>
                      <a:pt x="113" y="74"/>
                    </a:lnTo>
                    <a:lnTo>
                      <a:pt x="122" y="69"/>
                    </a:lnTo>
                    <a:lnTo>
                      <a:pt x="130" y="64"/>
                    </a:lnTo>
                    <a:lnTo>
                      <a:pt x="140" y="59"/>
                    </a:lnTo>
                    <a:lnTo>
                      <a:pt x="148" y="56"/>
                    </a:lnTo>
                    <a:lnTo>
                      <a:pt x="158" y="51"/>
                    </a:lnTo>
                    <a:lnTo>
                      <a:pt x="167" y="47"/>
                    </a:lnTo>
                    <a:lnTo>
                      <a:pt x="176" y="42"/>
                    </a:lnTo>
                    <a:lnTo>
                      <a:pt x="185" y="39"/>
                    </a:lnTo>
                    <a:lnTo>
                      <a:pt x="195" y="35"/>
                    </a:lnTo>
                    <a:lnTo>
                      <a:pt x="203" y="31"/>
                    </a:lnTo>
                    <a:lnTo>
                      <a:pt x="213" y="28"/>
                    </a:lnTo>
                    <a:lnTo>
                      <a:pt x="221" y="25"/>
                    </a:lnTo>
                    <a:lnTo>
                      <a:pt x="230" y="22"/>
                    </a:lnTo>
                    <a:lnTo>
                      <a:pt x="238" y="19"/>
                    </a:lnTo>
                    <a:lnTo>
                      <a:pt x="248" y="16"/>
                    </a:lnTo>
                    <a:lnTo>
                      <a:pt x="256" y="13"/>
                    </a:lnTo>
                    <a:lnTo>
                      <a:pt x="266" y="11"/>
                    </a:lnTo>
                    <a:lnTo>
                      <a:pt x="275" y="8"/>
                    </a:lnTo>
                    <a:lnTo>
                      <a:pt x="284" y="6"/>
                    </a:lnTo>
                    <a:lnTo>
                      <a:pt x="282" y="0"/>
                    </a:lnTo>
                    <a:lnTo>
                      <a:pt x="273" y="2"/>
                    </a:lnTo>
                    <a:lnTo>
                      <a:pt x="264" y="5"/>
                    </a:lnTo>
                    <a:lnTo>
                      <a:pt x="255" y="7"/>
                    </a:lnTo>
                    <a:lnTo>
                      <a:pt x="247" y="11"/>
                    </a:lnTo>
                    <a:lnTo>
                      <a:pt x="237" y="13"/>
                    </a:lnTo>
                    <a:lnTo>
                      <a:pt x="229" y="16"/>
                    </a:lnTo>
                    <a:lnTo>
                      <a:pt x="219" y="19"/>
                    </a:lnTo>
                    <a:lnTo>
                      <a:pt x="210" y="23"/>
                    </a:lnTo>
                    <a:lnTo>
                      <a:pt x="201" y="27"/>
                    </a:lnTo>
                    <a:lnTo>
                      <a:pt x="192" y="30"/>
                    </a:lnTo>
                    <a:lnTo>
                      <a:pt x="182" y="34"/>
                    </a:lnTo>
                    <a:lnTo>
                      <a:pt x="174" y="38"/>
                    </a:lnTo>
                    <a:lnTo>
                      <a:pt x="164" y="42"/>
                    </a:lnTo>
                    <a:lnTo>
                      <a:pt x="156" y="46"/>
                    </a:lnTo>
                    <a:lnTo>
                      <a:pt x="146" y="51"/>
                    </a:lnTo>
                    <a:lnTo>
                      <a:pt x="138" y="55"/>
                    </a:lnTo>
                    <a:lnTo>
                      <a:pt x="128" y="59"/>
                    </a:lnTo>
                    <a:lnTo>
                      <a:pt x="119" y="64"/>
                    </a:lnTo>
                    <a:lnTo>
                      <a:pt x="111" y="69"/>
                    </a:lnTo>
                    <a:lnTo>
                      <a:pt x="102" y="74"/>
                    </a:lnTo>
                    <a:lnTo>
                      <a:pt x="93" y="79"/>
                    </a:lnTo>
                    <a:lnTo>
                      <a:pt x="84" y="84"/>
                    </a:lnTo>
                    <a:lnTo>
                      <a:pt x="76" y="88"/>
                    </a:lnTo>
                    <a:lnTo>
                      <a:pt x="67" y="95"/>
                    </a:lnTo>
                    <a:lnTo>
                      <a:pt x="59" y="99"/>
                    </a:lnTo>
                    <a:lnTo>
                      <a:pt x="50" y="104"/>
                    </a:lnTo>
                    <a:lnTo>
                      <a:pt x="42" y="110"/>
                    </a:lnTo>
                    <a:lnTo>
                      <a:pt x="33" y="115"/>
                    </a:lnTo>
                    <a:lnTo>
                      <a:pt x="25" y="121"/>
                    </a:lnTo>
                    <a:lnTo>
                      <a:pt x="16" y="126"/>
                    </a:lnTo>
                    <a:lnTo>
                      <a:pt x="8" y="132"/>
                    </a:lnTo>
                    <a:lnTo>
                      <a:pt x="0" y="138"/>
                    </a:lnTo>
                    <a:lnTo>
                      <a:pt x="3" y="14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1" name="Freeform 374"/>
              <p:cNvSpPr>
                <a:spLocks/>
              </p:cNvSpPr>
              <p:nvPr/>
            </p:nvSpPr>
            <p:spPr bwMode="auto">
              <a:xfrm>
                <a:off x="720" y="2461"/>
                <a:ext cx="53" cy="10"/>
              </a:xfrm>
              <a:custGeom>
                <a:avLst/>
                <a:gdLst>
                  <a:gd name="T0" fmla="*/ 0 w 212"/>
                  <a:gd name="T1" fmla="*/ 6 h 39"/>
                  <a:gd name="T2" fmla="*/ 11 w 212"/>
                  <a:gd name="T3" fmla="*/ 10 h 39"/>
                  <a:gd name="T4" fmla="*/ 21 w 212"/>
                  <a:gd name="T5" fmla="*/ 13 h 39"/>
                  <a:gd name="T6" fmla="*/ 35 w 212"/>
                  <a:gd name="T7" fmla="*/ 17 h 39"/>
                  <a:gd name="T8" fmla="*/ 48 w 212"/>
                  <a:gd name="T9" fmla="*/ 21 h 39"/>
                  <a:gd name="T10" fmla="*/ 63 w 212"/>
                  <a:gd name="T11" fmla="*/ 24 h 39"/>
                  <a:gd name="T12" fmla="*/ 77 w 212"/>
                  <a:gd name="T13" fmla="*/ 28 h 39"/>
                  <a:gd name="T14" fmla="*/ 93 w 212"/>
                  <a:gd name="T15" fmla="*/ 32 h 39"/>
                  <a:gd name="T16" fmla="*/ 109 w 212"/>
                  <a:gd name="T17" fmla="*/ 34 h 39"/>
                  <a:gd name="T18" fmla="*/ 125 w 212"/>
                  <a:gd name="T19" fmla="*/ 37 h 39"/>
                  <a:gd name="T20" fmla="*/ 139 w 212"/>
                  <a:gd name="T21" fmla="*/ 38 h 39"/>
                  <a:gd name="T22" fmla="*/ 154 w 212"/>
                  <a:gd name="T23" fmla="*/ 39 h 39"/>
                  <a:gd name="T24" fmla="*/ 167 w 212"/>
                  <a:gd name="T25" fmla="*/ 39 h 39"/>
                  <a:gd name="T26" fmla="*/ 180 w 212"/>
                  <a:gd name="T27" fmla="*/ 38 h 39"/>
                  <a:gd name="T28" fmla="*/ 193 w 212"/>
                  <a:gd name="T29" fmla="*/ 37 h 39"/>
                  <a:gd name="T30" fmla="*/ 203 w 212"/>
                  <a:gd name="T31" fmla="*/ 32 h 39"/>
                  <a:gd name="T32" fmla="*/ 212 w 212"/>
                  <a:gd name="T33" fmla="*/ 28 h 39"/>
                  <a:gd name="T34" fmla="*/ 209 w 212"/>
                  <a:gd name="T35" fmla="*/ 23 h 39"/>
                  <a:gd name="T36" fmla="*/ 201 w 212"/>
                  <a:gd name="T37" fmla="*/ 27 h 39"/>
                  <a:gd name="T38" fmla="*/ 191 w 212"/>
                  <a:gd name="T39" fmla="*/ 30 h 39"/>
                  <a:gd name="T40" fmla="*/ 180 w 212"/>
                  <a:gd name="T41" fmla="*/ 33 h 39"/>
                  <a:gd name="T42" fmla="*/ 167 w 212"/>
                  <a:gd name="T43" fmla="*/ 33 h 39"/>
                  <a:gd name="T44" fmla="*/ 154 w 212"/>
                  <a:gd name="T45" fmla="*/ 34 h 39"/>
                  <a:gd name="T46" fmla="*/ 139 w 212"/>
                  <a:gd name="T47" fmla="*/ 33 h 39"/>
                  <a:gd name="T48" fmla="*/ 125 w 212"/>
                  <a:gd name="T49" fmla="*/ 32 h 39"/>
                  <a:gd name="T50" fmla="*/ 110 w 212"/>
                  <a:gd name="T51" fmla="*/ 29 h 39"/>
                  <a:gd name="T52" fmla="*/ 94 w 212"/>
                  <a:gd name="T53" fmla="*/ 26 h 39"/>
                  <a:gd name="T54" fmla="*/ 80 w 212"/>
                  <a:gd name="T55" fmla="*/ 23 h 39"/>
                  <a:gd name="T56" fmla="*/ 64 w 212"/>
                  <a:gd name="T57" fmla="*/ 20 h 39"/>
                  <a:gd name="T58" fmla="*/ 49 w 212"/>
                  <a:gd name="T59" fmla="*/ 16 h 39"/>
                  <a:gd name="T60" fmla="*/ 36 w 212"/>
                  <a:gd name="T61" fmla="*/ 11 h 39"/>
                  <a:gd name="T62" fmla="*/ 24 w 212"/>
                  <a:gd name="T63" fmla="*/ 7 h 39"/>
                  <a:gd name="T64" fmla="*/ 12 w 212"/>
                  <a:gd name="T65" fmla="*/ 4 h 39"/>
                  <a:gd name="T66" fmla="*/ 2 w 212"/>
                  <a:gd name="T67" fmla="*/ 0 h 39"/>
                  <a:gd name="T68" fmla="*/ 0 w 212"/>
                  <a:gd name="T69" fmla="*/ 6 h 3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2"/>
                  <a:gd name="T106" fmla="*/ 0 h 39"/>
                  <a:gd name="T107" fmla="*/ 212 w 212"/>
                  <a:gd name="T108" fmla="*/ 39 h 3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2" h="39">
                    <a:moveTo>
                      <a:pt x="0" y="6"/>
                    </a:moveTo>
                    <a:lnTo>
                      <a:pt x="11" y="10"/>
                    </a:lnTo>
                    <a:lnTo>
                      <a:pt x="21" y="13"/>
                    </a:lnTo>
                    <a:lnTo>
                      <a:pt x="35" y="17"/>
                    </a:lnTo>
                    <a:lnTo>
                      <a:pt x="48" y="21"/>
                    </a:lnTo>
                    <a:lnTo>
                      <a:pt x="63" y="24"/>
                    </a:lnTo>
                    <a:lnTo>
                      <a:pt x="77" y="28"/>
                    </a:lnTo>
                    <a:lnTo>
                      <a:pt x="93" y="32"/>
                    </a:lnTo>
                    <a:lnTo>
                      <a:pt x="109" y="34"/>
                    </a:lnTo>
                    <a:lnTo>
                      <a:pt x="125" y="37"/>
                    </a:lnTo>
                    <a:lnTo>
                      <a:pt x="139" y="38"/>
                    </a:lnTo>
                    <a:lnTo>
                      <a:pt x="154" y="39"/>
                    </a:lnTo>
                    <a:lnTo>
                      <a:pt x="167" y="39"/>
                    </a:lnTo>
                    <a:lnTo>
                      <a:pt x="180" y="38"/>
                    </a:lnTo>
                    <a:lnTo>
                      <a:pt x="193" y="37"/>
                    </a:lnTo>
                    <a:lnTo>
                      <a:pt x="203" y="32"/>
                    </a:lnTo>
                    <a:lnTo>
                      <a:pt x="212" y="28"/>
                    </a:lnTo>
                    <a:lnTo>
                      <a:pt x="209" y="23"/>
                    </a:lnTo>
                    <a:lnTo>
                      <a:pt x="201" y="27"/>
                    </a:lnTo>
                    <a:lnTo>
                      <a:pt x="191" y="30"/>
                    </a:lnTo>
                    <a:lnTo>
                      <a:pt x="180" y="33"/>
                    </a:lnTo>
                    <a:lnTo>
                      <a:pt x="167" y="33"/>
                    </a:lnTo>
                    <a:lnTo>
                      <a:pt x="154" y="34"/>
                    </a:lnTo>
                    <a:lnTo>
                      <a:pt x="139" y="33"/>
                    </a:lnTo>
                    <a:lnTo>
                      <a:pt x="125" y="32"/>
                    </a:lnTo>
                    <a:lnTo>
                      <a:pt x="110" y="29"/>
                    </a:lnTo>
                    <a:lnTo>
                      <a:pt x="94" y="26"/>
                    </a:lnTo>
                    <a:lnTo>
                      <a:pt x="80" y="23"/>
                    </a:lnTo>
                    <a:lnTo>
                      <a:pt x="64" y="20"/>
                    </a:lnTo>
                    <a:lnTo>
                      <a:pt x="49" y="16"/>
                    </a:lnTo>
                    <a:lnTo>
                      <a:pt x="36" y="11"/>
                    </a:lnTo>
                    <a:lnTo>
                      <a:pt x="24" y="7"/>
                    </a:lnTo>
                    <a:lnTo>
                      <a:pt x="12" y="4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2" name="Freeform 375"/>
              <p:cNvSpPr>
                <a:spLocks/>
              </p:cNvSpPr>
              <p:nvPr/>
            </p:nvSpPr>
            <p:spPr bwMode="auto">
              <a:xfrm>
                <a:off x="787" y="2419"/>
                <a:ext cx="49" cy="15"/>
              </a:xfrm>
              <a:custGeom>
                <a:avLst/>
                <a:gdLst>
                  <a:gd name="T0" fmla="*/ 5 w 196"/>
                  <a:gd name="T1" fmla="*/ 62 h 62"/>
                  <a:gd name="T2" fmla="*/ 12 w 196"/>
                  <a:gd name="T3" fmla="*/ 50 h 62"/>
                  <a:gd name="T4" fmla="*/ 22 w 196"/>
                  <a:gd name="T5" fmla="*/ 40 h 62"/>
                  <a:gd name="T6" fmla="*/ 31 w 196"/>
                  <a:gd name="T7" fmla="*/ 32 h 62"/>
                  <a:gd name="T8" fmla="*/ 42 w 196"/>
                  <a:gd name="T9" fmla="*/ 25 h 62"/>
                  <a:gd name="T10" fmla="*/ 53 w 196"/>
                  <a:gd name="T11" fmla="*/ 20 h 62"/>
                  <a:gd name="T12" fmla="*/ 65 w 196"/>
                  <a:gd name="T13" fmla="*/ 15 h 62"/>
                  <a:gd name="T14" fmla="*/ 77 w 196"/>
                  <a:gd name="T15" fmla="*/ 11 h 62"/>
                  <a:gd name="T16" fmla="*/ 91 w 196"/>
                  <a:gd name="T17" fmla="*/ 9 h 62"/>
                  <a:gd name="T18" fmla="*/ 104 w 196"/>
                  <a:gd name="T19" fmla="*/ 6 h 62"/>
                  <a:gd name="T20" fmla="*/ 117 w 196"/>
                  <a:gd name="T21" fmla="*/ 6 h 62"/>
                  <a:gd name="T22" fmla="*/ 131 w 196"/>
                  <a:gd name="T23" fmla="*/ 6 h 62"/>
                  <a:gd name="T24" fmla="*/ 144 w 196"/>
                  <a:gd name="T25" fmla="*/ 6 h 62"/>
                  <a:gd name="T26" fmla="*/ 157 w 196"/>
                  <a:gd name="T27" fmla="*/ 8 h 62"/>
                  <a:gd name="T28" fmla="*/ 170 w 196"/>
                  <a:gd name="T29" fmla="*/ 10 h 62"/>
                  <a:gd name="T30" fmla="*/ 183 w 196"/>
                  <a:gd name="T31" fmla="*/ 13 h 62"/>
                  <a:gd name="T32" fmla="*/ 195 w 196"/>
                  <a:gd name="T33" fmla="*/ 15 h 62"/>
                  <a:gd name="T34" fmla="*/ 196 w 196"/>
                  <a:gd name="T35" fmla="*/ 10 h 62"/>
                  <a:gd name="T36" fmla="*/ 184 w 196"/>
                  <a:gd name="T37" fmla="*/ 6 h 62"/>
                  <a:gd name="T38" fmla="*/ 171 w 196"/>
                  <a:gd name="T39" fmla="*/ 4 h 62"/>
                  <a:gd name="T40" fmla="*/ 159 w 196"/>
                  <a:gd name="T41" fmla="*/ 3 h 62"/>
                  <a:gd name="T42" fmla="*/ 144 w 196"/>
                  <a:gd name="T43" fmla="*/ 2 h 62"/>
                  <a:gd name="T44" fmla="*/ 131 w 196"/>
                  <a:gd name="T45" fmla="*/ 0 h 62"/>
                  <a:gd name="T46" fmla="*/ 117 w 196"/>
                  <a:gd name="T47" fmla="*/ 0 h 62"/>
                  <a:gd name="T48" fmla="*/ 103 w 196"/>
                  <a:gd name="T49" fmla="*/ 2 h 62"/>
                  <a:gd name="T50" fmla="*/ 89 w 196"/>
                  <a:gd name="T51" fmla="*/ 3 h 62"/>
                  <a:gd name="T52" fmla="*/ 76 w 196"/>
                  <a:gd name="T53" fmla="*/ 5 h 62"/>
                  <a:gd name="T54" fmla="*/ 64 w 196"/>
                  <a:gd name="T55" fmla="*/ 9 h 62"/>
                  <a:gd name="T56" fmla="*/ 51 w 196"/>
                  <a:gd name="T57" fmla="*/ 15 h 62"/>
                  <a:gd name="T58" fmla="*/ 40 w 196"/>
                  <a:gd name="T59" fmla="*/ 20 h 62"/>
                  <a:gd name="T60" fmla="*/ 28 w 196"/>
                  <a:gd name="T61" fmla="*/ 27 h 62"/>
                  <a:gd name="T62" fmla="*/ 18 w 196"/>
                  <a:gd name="T63" fmla="*/ 37 h 62"/>
                  <a:gd name="T64" fmla="*/ 8 w 196"/>
                  <a:gd name="T65" fmla="*/ 46 h 62"/>
                  <a:gd name="T66" fmla="*/ 0 w 196"/>
                  <a:gd name="T67" fmla="*/ 59 h 62"/>
                  <a:gd name="T68" fmla="*/ 5 w 196"/>
                  <a:gd name="T69" fmla="*/ 62 h 6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96"/>
                  <a:gd name="T106" fmla="*/ 0 h 62"/>
                  <a:gd name="T107" fmla="*/ 196 w 196"/>
                  <a:gd name="T108" fmla="*/ 62 h 6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96" h="62">
                    <a:moveTo>
                      <a:pt x="5" y="62"/>
                    </a:moveTo>
                    <a:lnTo>
                      <a:pt x="12" y="50"/>
                    </a:lnTo>
                    <a:lnTo>
                      <a:pt x="22" y="40"/>
                    </a:lnTo>
                    <a:lnTo>
                      <a:pt x="31" y="32"/>
                    </a:lnTo>
                    <a:lnTo>
                      <a:pt x="42" y="25"/>
                    </a:lnTo>
                    <a:lnTo>
                      <a:pt x="53" y="20"/>
                    </a:lnTo>
                    <a:lnTo>
                      <a:pt x="65" y="15"/>
                    </a:lnTo>
                    <a:lnTo>
                      <a:pt x="77" y="11"/>
                    </a:lnTo>
                    <a:lnTo>
                      <a:pt x="91" y="9"/>
                    </a:lnTo>
                    <a:lnTo>
                      <a:pt x="104" y="6"/>
                    </a:lnTo>
                    <a:lnTo>
                      <a:pt x="117" y="6"/>
                    </a:lnTo>
                    <a:lnTo>
                      <a:pt x="131" y="6"/>
                    </a:lnTo>
                    <a:lnTo>
                      <a:pt x="144" y="6"/>
                    </a:lnTo>
                    <a:lnTo>
                      <a:pt x="157" y="8"/>
                    </a:lnTo>
                    <a:lnTo>
                      <a:pt x="170" y="10"/>
                    </a:lnTo>
                    <a:lnTo>
                      <a:pt x="183" y="13"/>
                    </a:lnTo>
                    <a:lnTo>
                      <a:pt x="195" y="15"/>
                    </a:lnTo>
                    <a:lnTo>
                      <a:pt x="196" y="10"/>
                    </a:lnTo>
                    <a:lnTo>
                      <a:pt x="184" y="6"/>
                    </a:lnTo>
                    <a:lnTo>
                      <a:pt x="171" y="4"/>
                    </a:lnTo>
                    <a:lnTo>
                      <a:pt x="159" y="3"/>
                    </a:lnTo>
                    <a:lnTo>
                      <a:pt x="144" y="2"/>
                    </a:lnTo>
                    <a:lnTo>
                      <a:pt x="131" y="0"/>
                    </a:lnTo>
                    <a:lnTo>
                      <a:pt x="117" y="0"/>
                    </a:lnTo>
                    <a:lnTo>
                      <a:pt x="103" y="2"/>
                    </a:lnTo>
                    <a:lnTo>
                      <a:pt x="89" y="3"/>
                    </a:lnTo>
                    <a:lnTo>
                      <a:pt x="76" y="5"/>
                    </a:lnTo>
                    <a:lnTo>
                      <a:pt x="64" y="9"/>
                    </a:lnTo>
                    <a:lnTo>
                      <a:pt x="51" y="15"/>
                    </a:lnTo>
                    <a:lnTo>
                      <a:pt x="40" y="20"/>
                    </a:lnTo>
                    <a:lnTo>
                      <a:pt x="28" y="27"/>
                    </a:lnTo>
                    <a:lnTo>
                      <a:pt x="18" y="37"/>
                    </a:lnTo>
                    <a:lnTo>
                      <a:pt x="8" y="46"/>
                    </a:lnTo>
                    <a:lnTo>
                      <a:pt x="0" y="59"/>
                    </a:lnTo>
                    <a:lnTo>
                      <a:pt x="5" y="62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3" name="Freeform 376"/>
              <p:cNvSpPr>
                <a:spLocks/>
              </p:cNvSpPr>
              <p:nvPr/>
            </p:nvSpPr>
            <p:spPr bwMode="auto">
              <a:xfrm>
                <a:off x="774" y="2407"/>
                <a:ext cx="46" cy="13"/>
              </a:xfrm>
              <a:custGeom>
                <a:avLst/>
                <a:gdLst>
                  <a:gd name="T0" fmla="*/ 6 w 182"/>
                  <a:gd name="T1" fmla="*/ 50 h 52"/>
                  <a:gd name="T2" fmla="*/ 3 w 182"/>
                  <a:gd name="T3" fmla="*/ 52 h 52"/>
                  <a:gd name="T4" fmla="*/ 14 w 182"/>
                  <a:gd name="T5" fmla="*/ 52 h 52"/>
                  <a:gd name="T6" fmla="*/ 26 w 182"/>
                  <a:gd name="T7" fmla="*/ 51 h 52"/>
                  <a:gd name="T8" fmla="*/ 39 w 182"/>
                  <a:gd name="T9" fmla="*/ 50 h 52"/>
                  <a:gd name="T10" fmla="*/ 51 w 182"/>
                  <a:gd name="T11" fmla="*/ 48 h 52"/>
                  <a:gd name="T12" fmla="*/ 62 w 182"/>
                  <a:gd name="T13" fmla="*/ 44 h 52"/>
                  <a:gd name="T14" fmla="*/ 73 w 182"/>
                  <a:gd name="T15" fmla="*/ 42 h 52"/>
                  <a:gd name="T16" fmla="*/ 83 w 182"/>
                  <a:gd name="T17" fmla="*/ 38 h 52"/>
                  <a:gd name="T18" fmla="*/ 94 w 182"/>
                  <a:gd name="T19" fmla="*/ 34 h 52"/>
                  <a:gd name="T20" fmla="*/ 105 w 182"/>
                  <a:gd name="T21" fmla="*/ 29 h 52"/>
                  <a:gd name="T22" fmla="*/ 116 w 182"/>
                  <a:gd name="T23" fmla="*/ 26 h 52"/>
                  <a:gd name="T24" fmla="*/ 127 w 182"/>
                  <a:gd name="T25" fmla="*/ 22 h 52"/>
                  <a:gd name="T26" fmla="*/ 138 w 182"/>
                  <a:gd name="T27" fmla="*/ 18 h 52"/>
                  <a:gd name="T28" fmla="*/ 149 w 182"/>
                  <a:gd name="T29" fmla="*/ 15 h 52"/>
                  <a:gd name="T30" fmla="*/ 160 w 182"/>
                  <a:gd name="T31" fmla="*/ 11 h 52"/>
                  <a:gd name="T32" fmla="*/ 171 w 182"/>
                  <a:gd name="T33" fmla="*/ 9 h 52"/>
                  <a:gd name="T34" fmla="*/ 182 w 182"/>
                  <a:gd name="T35" fmla="*/ 6 h 52"/>
                  <a:gd name="T36" fmla="*/ 180 w 182"/>
                  <a:gd name="T37" fmla="*/ 0 h 52"/>
                  <a:gd name="T38" fmla="*/ 170 w 182"/>
                  <a:gd name="T39" fmla="*/ 3 h 52"/>
                  <a:gd name="T40" fmla="*/ 157 w 182"/>
                  <a:gd name="T41" fmla="*/ 6 h 52"/>
                  <a:gd name="T42" fmla="*/ 147 w 182"/>
                  <a:gd name="T43" fmla="*/ 9 h 52"/>
                  <a:gd name="T44" fmla="*/ 136 w 182"/>
                  <a:gd name="T45" fmla="*/ 12 h 52"/>
                  <a:gd name="T46" fmla="*/ 125 w 182"/>
                  <a:gd name="T47" fmla="*/ 16 h 52"/>
                  <a:gd name="T48" fmla="*/ 114 w 182"/>
                  <a:gd name="T49" fmla="*/ 21 h 52"/>
                  <a:gd name="T50" fmla="*/ 103 w 182"/>
                  <a:gd name="T51" fmla="*/ 25 h 52"/>
                  <a:gd name="T52" fmla="*/ 92 w 182"/>
                  <a:gd name="T53" fmla="*/ 28 h 52"/>
                  <a:gd name="T54" fmla="*/ 81 w 182"/>
                  <a:gd name="T55" fmla="*/ 32 h 52"/>
                  <a:gd name="T56" fmla="*/ 70 w 182"/>
                  <a:gd name="T57" fmla="*/ 35 h 52"/>
                  <a:gd name="T58" fmla="*/ 59 w 182"/>
                  <a:gd name="T59" fmla="*/ 39 h 52"/>
                  <a:gd name="T60" fmla="*/ 48 w 182"/>
                  <a:gd name="T61" fmla="*/ 42 h 52"/>
                  <a:gd name="T62" fmla="*/ 37 w 182"/>
                  <a:gd name="T63" fmla="*/ 44 h 52"/>
                  <a:gd name="T64" fmla="*/ 26 w 182"/>
                  <a:gd name="T65" fmla="*/ 45 h 52"/>
                  <a:gd name="T66" fmla="*/ 14 w 182"/>
                  <a:gd name="T67" fmla="*/ 46 h 52"/>
                  <a:gd name="T68" fmla="*/ 3 w 182"/>
                  <a:gd name="T69" fmla="*/ 48 h 52"/>
                  <a:gd name="T70" fmla="*/ 0 w 182"/>
                  <a:gd name="T71" fmla="*/ 50 h 52"/>
                  <a:gd name="T72" fmla="*/ 3 w 182"/>
                  <a:gd name="T73" fmla="*/ 48 h 52"/>
                  <a:gd name="T74" fmla="*/ 0 w 182"/>
                  <a:gd name="T75" fmla="*/ 48 h 52"/>
                  <a:gd name="T76" fmla="*/ 0 w 182"/>
                  <a:gd name="T77" fmla="*/ 50 h 52"/>
                  <a:gd name="T78" fmla="*/ 6 w 182"/>
                  <a:gd name="T79" fmla="*/ 50 h 5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2"/>
                  <a:gd name="T121" fmla="*/ 0 h 52"/>
                  <a:gd name="T122" fmla="*/ 182 w 182"/>
                  <a:gd name="T123" fmla="*/ 52 h 5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2" h="52">
                    <a:moveTo>
                      <a:pt x="6" y="50"/>
                    </a:moveTo>
                    <a:lnTo>
                      <a:pt x="3" y="52"/>
                    </a:lnTo>
                    <a:lnTo>
                      <a:pt x="14" y="52"/>
                    </a:lnTo>
                    <a:lnTo>
                      <a:pt x="26" y="51"/>
                    </a:lnTo>
                    <a:lnTo>
                      <a:pt x="39" y="50"/>
                    </a:lnTo>
                    <a:lnTo>
                      <a:pt x="51" y="48"/>
                    </a:lnTo>
                    <a:lnTo>
                      <a:pt x="62" y="44"/>
                    </a:lnTo>
                    <a:lnTo>
                      <a:pt x="73" y="42"/>
                    </a:lnTo>
                    <a:lnTo>
                      <a:pt x="83" y="38"/>
                    </a:lnTo>
                    <a:lnTo>
                      <a:pt x="94" y="34"/>
                    </a:lnTo>
                    <a:lnTo>
                      <a:pt x="105" y="29"/>
                    </a:lnTo>
                    <a:lnTo>
                      <a:pt x="116" y="26"/>
                    </a:lnTo>
                    <a:lnTo>
                      <a:pt x="127" y="22"/>
                    </a:lnTo>
                    <a:lnTo>
                      <a:pt x="138" y="18"/>
                    </a:lnTo>
                    <a:lnTo>
                      <a:pt x="149" y="15"/>
                    </a:lnTo>
                    <a:lnTo>
                      <a:pt x="160" y="11"/>
                    </a:lnTo>
                    <a:lnTo>
                      <a:pt x="171" y="9"/>
                    </a:lnTo>
                    <a:lnTo>
                      <a:pt x="182" y="6"/>
                    </a:lnTo>
                    <a:lnTo>
                      <a:pt x="180" y="0"/>
                    </a:lnTo>
                    <a:lnTo>
                      <a:pt x="170" y="3"/>
                    </a:lnTo>
                    <a:lnTo>
                      <a:pt x="157" y="6"/>
                    </a:lnTo>
                    <a:lnTo>
                      <a:pt x="147" y="9"/>
                    </a:lnTo>
                    <a:lnTo>
                      <a:pt x="136" y="12"/>
                    </a:lnTo>
                    <a:lnTo>
                      <a:pt x="125" y="16"/>
                    </a:lnTo>
                    <a:lnTo>
                      <a:pt x="114" y="21"/>
                    </a:lnTo>
                    <a:lnTo>
                      <a:pt x="103" y="25"/>
                    </a:lnTo>
                    <a:lnTo>
                      <a:pt x="92" y="28"/>
                    </a:lnTo>
                    <a:lnTo>
                      <a:pt x="81" y="32"/>
                    </a:lnTo>
                    <a:lnTo>
                      <a:pt x="70" y="35"/>
                    </a:lnTo>
                    <a:lnTo>
                      <a:pt x="59" y="39"/>
                    </a:lnTo>
                    <a:lnTo>
                      <a:pt x="48" y="42"/>
                    </a:lnTo>
                    <a:lnTo>
                      <a:pt x="37" y="44"/>
                    </a:lnTo>
                    <a:lnTo>
                      <a:pt x="26" y="45"/>
                    </a:lnTo>
                    <a:lnTo>
                      <a:pt x="14" y="46"/>
                    </a:lnTo>
                    <a:lnTo>
                      <a:pt x="3" y="48"/>
                    </a:lnTo>
                    <a:lnTo>
                      <a:pt x="0" y="50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4" name="Freeform 377"/>
              <p:cNvSpPr>
                <a:spLocks/>
              </p:cNvSpPr>
              <p:nvPr/>
            </p:nvSpPr>
            <p:spPr bwMode="auto">
              <a:xfrm>
                <a:off x="774" y="2418"/>
                <a:ext cx="5" cy="12"/>
              </a:xfrm>
              <a:custGeom>
                <a:avLst/>
                <a:gdLst>
                  <a:gd name="T0" fmla="*/ 18 w 19"/>
                  <a:gd name="T1" fmla="*/ 0 h 45"/>
                  <a:gd name="T2" fmla="*/ 14 w 19"/>
                  <a:gd name="T3" fmla="*/ 4 h 45"/>
                  <a:gd name="T4" fmla="*/ 13 w 19"/>
                  <a:gd name="T5" fmla="*/ 6 h 45"/>
                  <a:gd name="T6" fmla="*/ 13 w 19"/>
                  <a:gd name="T7" fmla="*/ 11 h 45"/>
                  <a:gd name="T8" fmla="*/ 13 w 19"/>
                  <a:gd name="T9" fmla="*/ 16 h 45"/>
                  <a:gd name="T10" fmla="*/ 12 w 19"/>
                  <a:gd name="T11" fmla="*/ 21 h 45"/>
                  <a:gd name="T12" fmla="*/ 12 w 19"/>
                  <a:gd name="T13" fmla="*/ 27 h 45"/>
                  <a:gd name="T14" fmla="*/ 11 w 19"/>
                  <a:gd name="T15" fmla="*/ 32 h 45"/>
                  <a:gd name="T16" fmla="*/ 11 w 19"/>
                  <a:gd name="T17" fmla="*/ 37 h 45"/>
                  <a:gd name="T18" fmla="*/ 9 w 19"/>
                  <a:gd name="T19" fmla="*/ 39 h 45"/>
                  <a:gd name="T20" fmla="*/ 9 w 19"/>
                  <a:gd name="T21" fmla="*/ 40 h 45"/>
                  <a:gd name="T22" fmla="*/ 13 w 19"/>
                  <a:gd name="T23" fmla="*/ 40 h 45"/>
                  <a:gd name="T24" fmla="*/ 13 w 19"/>
                  <a:gd name="T25" fmla="*/ 40 h 45"/>
                  <a:gd name="T26" fmla="*/ 12 w 19"/>
                  <a:gd name="T27" fmla="*/ 35 h 45"/>
                  <a:gd name="T28" fmla="*/ 9 w 19"/>
                  <a:gd name="T29" fmla="*/ 29 h 45"/>
                  <a:gd name="T30" fmla="*/ 8 w 19"/>
                  <a:gd name="T31" fmla="*/ 18 h 45"/>
                  <a:gd name="T32" fmla="*/ 6 w 19"/>
                  <a:gd name="T33" fmla="*/ 5 h 45"/>
                  <a:gd name="T34" fmla="*/ 0 w 19"/>
                  <a:gd name="T35" fmla="*/ 5 h 45"/>
                  <a:gd name="T36" fmla="*/ 2 w 19"/>
                  <a:gd name="T37" fmla="*/ 20 h 45"/>
                  <a:gd name="T38" fmla="*/ 5 w 19"/>
                  <a:gd name="T39" fmla="*/ 30 h 45"/>
                  <a:gd name="T40" fmla="*/ 6 w 19"/>
                  <a:gd name="T41" fmla="*/ 38 h 45"/>
                  <a:gd name="T42" fmla="*/ 7 w 19"/>
                  <a:gd name="T43" fmla="*/ 43 h 45"/>
                  <a:gd name="T44" fmla="*/ 9 w 19"/>
                  <a:gd name="T45" fmla="*/ 45 h 45"/>
                  <a:gd name="T46" fmla="*/ 14 w 19"/>
                  <a:gd name="T47" fmla="*/ 44 h 45"/>
                  <a:gd name="T48" fmla="*/ 16 w 19"/>
                  <a:gd name="T49" fmla="*/ 41 h 45"/>
                  <a:gd name="T50" fmla="*/ 17 w 19"/>
                  <a:gd name="T51" fmla="*/ 37 h 45"/>
                  <a:gd name="T52" fmla="*/ 17 w 19"/>
                  <a:gd name="T53" fmla="*/ 33 h 45"/>
                  <a:gd name="T54" fmla="*/ 17 w 19"/>
                  <a:gd name="T55" fmla="*/ 27 h 45"/>
                  <a:gd name="T56" fmla="*/ 18 w 19"/>
                  <a:gd name="T57" fmla="*/ 22 h 45"/>
                  <a:gd name="T58" fmla="*/ 18 w 19"/>
                  <a:gd name="T59" fmla="*/ 16 h 45"/>
                  <a:gd name="T60" fmla="*/ 19 w 19"/>
                  <a:gd name="T61" fmla="*/ 11 h 45"/>
                  <a:gd name="T62" fmla="*/ 19 w 19"/>
                  <a:gd name="T63" fmla="*/ 7 h 45"/>
                  <a:gd name="T64" fmla="*/ 19 w 19"/>
                  <a:gd name="T65" fmla="*/ 6 h 45"/>
                  <a:gd name="T66" fmla="*/ 18 w 19"/>
                  <a:gd name="T67" fmla="*/ 6 h 45"/>
                  <a:gd name="T68" fmla="*/ 18 w 19"/>
                  <a:gd name="T69" fmla="*/ 0 h 4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9"/>
                  <a:gd name="T106" fmla="*/ 0 h 45"/>
                  <a:gd name="T107" fmla="*/ 19 w 19"/>
                  <a:gd name="T108" fmla="*/ 45 h 4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9" h="45">
                    <a:moveTo>
                      <a:pt x="18" y="0"/>
                    </a:moveTo>
                    <a:lnTo>
                      <a:pt x="14" y="4"/>
                    </a:lnTo>
                    <a:lnTo>
                      <a:pt x="13" y="6"/>
                    </a:lnTo>
                    <a:lnTo>
                      <a:pt x="13" y="11"/>
                    </a:lnTo>
                    <a:lnTo>
                      <a:pt x="13" y="16"/>
                    </a:lnTo>
                    <a:lnTo>
                      <a:pt x="12" y="21"/>
                    </a:lnTo>
                    <a:lnTo>
                      <a:pt x="12" y="27"/>
                    </a:lnTo>
                    <a:lnTo>
                      <a:pt x="11" y="32"/>
                    </a:lnTo>
                    <a:lnTo>
                      <a:pt x="11" y="37"/>
                    </a:lnTo>
                    <a:lnTo>
                      <a:pt x="9" y="39"/>
                    </a:lnTo>
                    <a:lnTo>
                      <a:pt x="9" y="40"/>
                    </a:lnTo>
                    <a:lnTo>
                      <a:pt x="13" y="40"/>
                    </a:lnTo>
                    <a:lnTo>
                      <a:pt x="12" y="35"/>
                    </a:lnTo>
                    <a:lnTo>
                      <a:pt x="9" y="29"/>
                    </a:lnTo>
                    <a:lnTo>
                      <a:pt x="8" y="18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2" y="20"/>
                    </a:lnTo>
                    <a:lnTo>
                      <a:pt x="5" y="30"/>
                    </a:lnTo>
                    <a:lnTo>
                      <a:pt x="6" y="38"/>
                    </a:lnTo>
                    <a:lnTo>
                      <a:pt x="7" y="43"/>
                    </a:lnTo>
                    <a:lnTo>
                      <a:pt x="9" y="45"/>
                    </a:lnTo>
                    <a:lnTo>
                      <a:pt x="14" y="44"/>
                    </a:lnTo>
                    <a:lnTo>
                      <a:pt x="16" y="41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7" y="27"/>
                    </a:lnTo>
                    <a:lnTo>
                      <a:pt x="18" y="22"/>
                    </a:lnTo>
                    <a:lnTo>
                      <a:pt x="18" y="16"/>
                    </a:lnTo>
                    <a:lnTo>
                      <a:pt x="19" y="11"/>
                    </a:lnTo>
                    <a:lnTo>
                      <a:pt x="19" y="7"/>
                    </a:lnTo>
                    <a:lnTo>
                      <a:pt x="19" y="6"/>
                    </a:lnTo>
                    <a:lnTo>
                      <a:pt x="18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5" name="Freeform 378"/>
              <p:cNvSpPr>
                <a:spLocks/>
              </p:cNvSpPr>
              <p:nvPr/>
            </p:nvSpPr>
            <p:spPr bwMode="auto">
              <a:xfrm>
                <a:off x="777" y="2399"/>
                <a:ext cx="33" cy="9"/>
              </a:xfrm>
              <a:custGeom>
                <a:avLst/>
                <a:gdLst>
                  <a:gd name="T0" fmla="*/ 127 w 129"/>
                  <a:gd name="T1" fmla="*/ 0 h 39"/>
                  <a:gd name="T2" fmla="*/ 127 w 129"/>
                  <a:gd name="T3" fmla="*/ 0 h 39"/>
                  <a:gd name="T4" fmla="*/ 119 w 129"/>
                  <a:gd name="T5" fmla="*/ 4 h 39"/>
                  <a:gd name="T6" fmla="*/ 111 w 129"/>
                  <a:gd name="T7" fmla="*/ 6 h 39"/>
                  <a:gd name="T8" fmla="*/ 104 w 129"/>
                  <a:gd name="T9" fmla="*/ 10 h 39"/>
                  <a:gd name="T10" fmla="*/ 96 w 129"/>
                  <a:gd name="T11" fmla="*/ 12 h 39"/>
                  <a:gd name="T12" fmla="*/ 88 w 129"/>
                  <a:gd name="T13" fmla="*/ 15 h 39"/>
                  <a:gd name="T14" fmla="*/ 80 w 129"/>
                  <a:gd name="T15" fmla="*/ 17 h 39"/>
                  <a:gd name="T16" fmla="*/ 71 w 129"/>
                  <a:gd name="T17" fmla="*/ 20 h 39"/>
                  <a:gd name="T18" fmla="*/ 64 w 129"/>
                  <a:gd name="T19" fmla="*/ 22 h 39"/>
                  <a:gd name="T20" fmla="*/ 55 w 129"/>
                  <a:gd name="T21" fmla="*/ 23 h 39"/>
                  <a:gd name="T22" fmla="*/ 48 w 129"/>
                  <a:gd name="T23" fmla="*/ 26 h 39"/>
                  <a:gd name="T24" fmla="*/ 41 w 129"/>
                  <a:gd name="T25" fmla="*/ 27 h 39"/>
                  <a:gd name="T26" fmla="*/ 32 w 129"/>
                  <a:gd name="T27" fmla="*/ 28 h 39"/>
                  <a:gd name="T28" fmla="*/ 25 w 129"/>
                  <a:gd name="T29" fmla="*/ 29 h 39"/>
                  <a:gd name="T30" fmla="*/ 17 w 129"/>
                  <a:gd name="T31" fmla="*/ 31 h 39"/>
                  <a:gd name="T32" fmla="*/ 8 w 129"/>
                  <a:gd name="T33" fmla="*/ 32 h 39"/>
                  <a:gd name="T34" fmla="*/ 0 w 129"/>
                  <a:gd name="T35" fmla="*/ 33 h 39"/>
                  <a:gd name="T36" fmla="*/ 1 w 129"/>
                  <a:gd name="T37" fmla="*/ 39 h 39"/>
                  <a:gd name="T38" fmla="*/ 9 w 129"/>
                  <a:gd name="T39" fmla="*/ 38 h 39"/>
                  <a:gd name="T40" fmla="*/ 18 w 129"/>
                  <a:gd name="T41" fmla="*/ 37 h 39"/>
                  <a:gd name="T42" fmla="*/ 25 w 129"/>
                  <a:gd name="T43" fmla="*/ 36 h 39"/>
                  <a:gd name="T44" fmla="*/ 34 w 129"/>
                  <a:gd name="T45" fmla="*/ 34 h 39"/>
                  <a:gd name="T46" fmla="*/ 42 w 129"/>
                  <a:gd name="T47" fmla="*/ 33 h 39"/>
                  <a:gd name="T48" fmla="*/ 49 w 129"/>
                  <a:gd name="T49" fmla="*/ 31 h 39"/>
                  <a:gd name="T50" fmla="*/ 58 w 129"/>
                  <a:gd name="T51" fmla="*/ 29 h 39"/>
                  <a:gd name="T52" fmla="*/ 65 w 129"/>
                  <a:gd name="T53" fmla="*/ 27 h 39"/>
                  <a:gd name="T54" fmla="*/ 74 w 129"/>
                  <a:gd name="T55" fmla="*/ 26 h 39"/>
                  <a:gd name="T56" fmla="*/ 81 w 129"/>
                  <a:gd name="T57" fmla="*/ 23 h 39"/>
                  <a:gd name="T58" fmla="*/ 89 w 129"/>
                  <a:gd name="T59" fmla="*/ 21 h 39"/>
                  <a:gd name="T60" fmla="*/ 97 w 129"/>
                  <a:gd name="T61" fmla="*/ 19 h 39"/>
                  <a:gd name="T62" fmla="*/ 105 w 129"/>
                  <a:gd name="T63" fmla="*/ 15 h 39"/>
                  <a:gd name="T64" fmla="*/ 112 w 129"/>
                  <a:gd name="T65" fmla="*/ 12 h 39"/>
                  <a:gd name="T66" fmla="*/ 121 w 129"/>
                  <a:gd name="T67" fmla="*/ 9 h 39"/>
                  <a:gd name="T68" fmla="*/ 129 w 129"/>
                  <a:gd name="T69" fmla="*/ 5 h 39"/>
                  <a:gd name="T70" fmla="*/ 129 w 129"/>
                  <a:gd name="T71" fmla="*/ 5 h 39"/>
                  <a:gd name="T72" fmla="*/ 127 w 129"/>
                  <a:gd name="T73" fmla="*/ 0 h 3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9"/>
                  <a:gd name="T112" fmla="*/ 0 h 39"/>
                  <a:gd name="T113" fmla="*/ 129 w 129"/>
                  <a:gd name="T114" fmla="*/ 39 h 3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9" h="39">
                    <a:moveTo>
                      <a:pt x="127" y="0"/>
                    </a:moveTo>
                    <a:lnTo>
                      <a:pt x="127" y="0"/>
                    </a:lnTo>
                    <a:lnTo>
                      <a:pt x="119" y="4"/>
                    </a:lnTo>
                    <a:lnTo>
                      <a:pt x="111" y="6"/>
                    </a:lnTo>
                    <a:lnTo>
                      <a:pt x="104" y="10"/>
                    </a:lnTo>
                    <a:lnTo>
                      <a:pt x="96" y="12"/>
                    </a:lnTo>
                    <a:lnTo>
                      <a:pt x="88" y="15"/>
                    </a:lnTo>
                    <a:lnTo>
                      <a:pt x="80" y="17"/>
                    </a:lnTo>
                    <a:lnTo>
                      <a:pt x="71" y="20"/>
                    </a:lnTo>
                    <a:lnTo>
                      <a:pt x="64" y="22"/>
                    </a:lnTo>
                    <a:lnTo>
                      <a:pt x="55" y="23"/>
                    </a:lnTo>
                    <a:lnTo>
                      <a:pt x="48" y="26"/>
                    </a:lnTo>
                    <a:lnTo>
                      <a:pt x="41" y="27"/>
                    </a:lnTo>
                    <a:lnTo>
                      <a:pt x="32" y="28"/>
                    </a:lnTo>
                    <a:lnTo>
                      <a:pt x="25" y="29"/>
                    </a:lnTo>
                    <a:lnTo>
                      <a:pt x="17" y="31"/>
                    </a:lnTo>
                    <a:lnTo>
                      <a:pt x="8" y="32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9" y="38"/>
                    </a:lnTo>
                    <a:lnTo>
                      <a:pt x="18" y="37"/>
                    </a:lnTo>
                    <a:lnTo>
                      <a:pt x="25" y="36"/>
                    </a:lnTo>
                    <a:lnTo>
                      <a:pt x="34" y="34"/>
                    </a:lnTo>
                    <a:lnTo>
                      <a:pt x="42" y="33"/>
                    </a:lnTo>
                    <a:lnTo>
                      <a:pt x="49" y="31"/>
                    </a:lnTo>
                    <a:lnTo>
                      <a:pt x="58" y="29"/>
                    </a:lnTo>
                    <a:lnTo>
                      <a:pt x="65" y="27"/>
                    </a:lnTo>
                    <a:lnTo>
                      <a:pt x="74" y="26"/>
                    </a:lnTo>
                    <a:lnTo>
                      <a:pt x="81" y="23"/>
                    </a:lnTo>
                    <a:lnTo>
                      <a:pt x="89" y="21"/>
                    </a:lnTo>
                    <a:lnTo>
                      <a:pt x="97" y="19"/>
                    </a:lnTo>
                    <a:lnTo>
                      <a:pt x="105" y="15"/>
                    </a:lnTo>
                    <a:lnTo>
                      <a:pt x="112" y="12"/>
                    </a:lnTo>
                    <a:lnTo>
                      <a:pt x="121" y="9"/>
                    </a:lnTo>
                    <a:lnTo>
                      <a:pt x="129" y="5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6" name="Freeform 379"/>
              <p:cNvSpPr>
                <a:spLocks/>
              </p:cNvSpPr>
              <p:nvPr/>
            </p:nvSpPr>
            <p:spPr bwMode="auto">
              <a:xfrm>
                <a:off x="809" y="2383"/>
                <a:ext cx="11" cy="17"/>
              </a:xfrm>
              <a:custGeom>
                <a:avLst/>
                <a:gdLst>
                  <a:gd name="T0" fmla="*/ 36 w 44"/>
                  <a:gd name="T1" fmla="*/ 2 h 68"/>
                  <a:gd name="T2" fmla="*/ 36 w 44"/>
                  <a:gd name="T3" fmla="*/ 2 h 68"/>
                  <a:gd name="T4" fmla="*/ 38 w 44"/>
                  <a:gd name="T5" fmla="*/ 8 h 68"/>
                  <a:gd name="T6" fmla="*/ 38 w 44"/>
                  <a:gd name="T7" fmla="*/ 12 h 68"/>
                  <a:gd name="T8" fmla="*/ 38 w 44"/>
                  <a:gd name="T9" fmla="*/ 17 h 68"/>
                  <a:gd name="T10" fmla="*/ 38 w 44"/>
                  <a:gd name="T11" fmla="*/ 22 h 68"/>
                  <a:gd name="T12" fmla="*/ 36 w 44"/>
                  <a:gd name="T13" fmla="*/ 27 h 68"/>
                  <a:gd name="T14" fmla="*/ 34 w 44"/>
                  <a:gd name="T15" fmla="*/ 31 h 68"/>
                  <a:gd name="T16" fmla="*/ 33 w 44"/>
                  <a:gd name="T17" fmla="*/ 35 h 68"/>
                  <a:gd name="T18" fmla="*/ 30 w 44"/>
                  <a:gd name="T19" fmla="*/ 39 h 68"/>
                  <a:gd name="T20" fmla="*/ 27 w 44"/>
                  <a:gd name="T21" fmla="*/ 44 h 68"/>
                  <a:gd name="T22" fmla="*/ 24 w 44"/>
                  <a:gd name="T23" fmla="*/ 48 h 68"/>
                  <a:gd name="T24" fmla="*/ 21 w 44"/>
                  <a:gd name="T25" fmla="*/ 50 h 68"/>
                  <a:gd name="T26" fmla="*/ 17 w 44"/>
                  <a:gd name="T27" fmla="*/ 54 h 68"/>
                  <a:gd name="T28" fmla="*/ 13 w 44"/>
                  <a:gd name="T29" fmla="*/ 56 h 68"/>
                  <a:gd name="T30" fmla="*/ 9 w 44"/>
                  <a:gd name="T31" fmla="*/ 60 h 68"/>
                  <a:gd name="T32" fmla="*/ 5 w 44"/>
                  <a:gd name="T33" fmla="*/ 62 h 68"/>
                  <a:gd name="T34" fmla="*/ 0 w 44"/>
                  <a:gd name="T35" fmla="*/ 63 h 68"/>
                  <a:gd name="T36" fmla="*/ 2 w 44"/>
                  <a:gd name="T37" fmla="*/ 68 h 68"/>
                  <a:gd name="T38" fmla="*/ 7 w 44"/>
                  <a:gd name="T39" fmla="*/ 67 h 68"/>
                  <a:gd name="T40" fmla="*/ 12 w 44"/>
                  <a:gd name="T41" fmla="*/ 65 h 68"/>
                  <a:gd name="T42" fmla="*/ 16 w 44"/>
                  <a:gd name="T43" fmla="*/ 61 h 68"/>
                  <a:gd name="T44" fmla="*/ 21 w 44"/>
                  <a:gd name="T45" fmla="*/ 57 h 68"/>
                  <a:gd name="T46" fmla="*/ 24 w 44"/>
                  <a:gd name="T47" fmla="*/ 55 h 68"/>
                  <a:gd name="T48" fmla="*/ 28 w 44"/>
                  <a:gd name="T49" fmla="*/ 51 h 68"/>
                  <a:gd name="T50" fmla="*/ 32 w 44"/>
                  <a:gd name="T51" fmla="*/ 46 h 68"/>
                  <a:gd name="T52" fmla="*/ 35 w 44"/>
                  <a:gd name="T53" fmla="*/ 43 h 68"/>
                  <a:gd name="T54" fmla="*/ 38 w 44"/>
                  <a:gd name="T55" fmla="*/ 38 h 68"/>
                  <a:gd name="T56" fmla="*/ 40 w 44"/>
                  <a:gd name="T57" fmla="*/ 33 h 68"/>
                  <a:gd name="T58" fmla="*/ 41 w 44"/>
                  <a:gd name="T59" fmla="*/ 28 h 68"/>
                  <a:gd name="T60" fmla="*/ 42 w 44"/>
                  <a:gd name="T61" fmla="*/ 22 h 68"/>
                  <a:gd name="T62" fmla="*/ 44 w 44"/>
                  <a:gd name="T63" fmla="*/ 17 h 68"/>
                  <a:gd name="T64" fmla="*/ 44 w 44"/>
                  <a:gd name="T65" fmla="*/ 12 h 68"/>
                  <a:gd name="T66" fmla="*/ 44 w 44"/>
                  <a:gd name="T67" fmla="*/ 6 h 68"/>
                  <a:gd name="T68" fmla="*/ 42 w 44"/>
                  <a:gd name="T69" fmla="*/ 0 h 68"/>
                  <a:gd name="T70" fmla="*/ 42 w 44"/>
                  <a:gd name="T71" fmla="*/ 0 h 68"/>
                  <a:gd name="T72" fmla="*/ 36 w 44"/>
                  <a:gd name="T73" fmla="*/ 2 h 6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4"/>
                  <a:gd name="T112" fmla="*/ 0 h 68"/>
                  <a:gd name="T113" fmla="*/ 44 w 44"/>
                  <a:gd name="T114" fmla="*/ 68 h 6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4" h="68">
                    <a:moveTo>
                      <a:pt x="36" y="2"/>
                    </a:moveTo>
                    <a:lnTo>
                      <a:pt x="36" y="2"/>
                    </a:lnTo>
                    <a:lnTo>
                      <a:pt x="38" y="8"/>
                    </a:lnTo>
                    <a:lnTo>
                      <a:pt x="38" y="12"/>
                    </a:lnTo>
                    <a:lnTo>
                      <a:pt x="38" y="17"/>
                    </a:lnTo>
                    <a:lnTo>
                      <a:pt x="38" y="22"/>
                    </a:lnTo>
                    <a:lnTo>
                      <a:pt x="36" y="27"/>
                    </a:lnTo>
                    <a:lnTo>
                      <a:pt x="34" y="31"/>
                    </a:lnTo>
                    <a:lnTo>
                      <a:pt x="33" y="35"/>
                    </a:lnTo>
                    <a:lnTo>
                      <a:pt x="30" y="39"/>
                    </a:lnTo>
                    <a:lnTo>
                      <a:pt x="27" y="44"/>
                    </a:lnTo>
                    <a:lnTo>
                      <a:pt x="24" y="48"/>
                    </a:lnTo>
                    <a:lnTo>
                      <a:pt x="21" y="50"/>
                    </a:lnTo>
                    <a:lnTo>
                      <a:pt x="17" y="54"/>
                    </a:lnTo>
                    <a:lnTo>
                      <a:pt x="13" y="56"/>
                    </a:lnTo>
                    <a:lnTo>
                      <a:pt x="9" y="60"/>
                    </a:lnTo>
                    <a:lnTo>
                      <a:pt x="5" y="62"/>
                    </a:lnTo>
                    <a:lnTo>
                      <a:pt x="0" y="63"/>
                    </a:lnTo>
                    <a:lnTo>
                      <a:pt x="2" y="68"/>
                    </a:lnTo>
                    <a:lnTo>
                      <a:pt x="7" y="67"/>
                    </a:lnTo>
                    <a:lnTo>
                      <a:pt x="12" y="65"/>
                    </a:lnTo>
                    <a:lnTo>
                      <a:pt x="16" y="61"/>
                    </a:lnTo>
                    <a:lnTo>
                      <a:pt x="21" y="57"/>
                    </a:lnTo>
                    <a:lnTo>
                      <a:pt x="24" y="55"/>
                    </a:lnTo>
                    <a:lnTo>
                      <a:pt x="28" y="51"/>
                    </a:lnTo>
                    <a:lnTo>
                      <a:pt x="32" y="46"/>
                    </a:lnTo>
                    <a:lnTo>
                      <a:pt x="35" y="43"/>
                    </a:lnTo>
                    <a:lnTo>
                      <a:pt x="38" y="38"/>
                    </a:lnTo>
                    <a:lnTo>
                      <a:pt x="40" y="33"/>
                    </a:lnTo>
                    <a:lnTo>
                      <a:pt x="41" y="28"/>
                    </a:lnTo>
                    <a:lnTo>
                      <a:pt x="42" y="22"/>
                    </a:lnTo>
                    <a:lnTo>
                      <a:pt x="44" y="17"/>
                    </a:lnTo>
                    <a:lnTo>
                      <a:pt x="44" y="12"/>
                    </a:lnTo>
                    <a:lnTo>
                      <a:pt x="44" y="6"/>
                    </a:lnTo>
                    <a:lnTo>
                      <a:pt x="42" y="0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7" name="Freeform 380"/>
              <p:cNvSpPr>
                <a:spLocks/>
              </p:cNvSpPr>
              <p:nvPr/>
            </p:nvSpPr>
            <p:spPr bwMode="auto">
              <a:xfrm>
                <a:off x="811" y="2378"/>
                <a:ext cx="9" cy="5"/>
              </a:xfrm>
              <a:custGeom>
                <a:avLst/>
                <a:gdLst>
                  <a:gd name="T0" fmla="*/ 3 w 35"/>
                  <a:gd name="T1" fmla="*/ 6 h 21"/>
                  <a:gd name="T2" fmla="*/ 3 w 35"/>
                  <a:gd name="T3" fmla="*/ 6 h 21"/>
                  <a:gd name="T4" fmla="*/ 8 w 35"/>
                  <a:gd name="T5" fmla="*/ 5 h 21"/>
                  <a:gd name="T6" fmla="*/ 11 w 35"/>
                  <a:gd name="T7" fmla="*/ 5 h 21"/>
                  <a:gd name="T8" fmla="*/ 16 w 35"/>
                  <a:gd name="T9" fmla="*/ 6 h 21"/>
                  <a:gd name="T10" fmla="*/ 19 w 35"/>
                  <a:gd name="T11" fmla="*/ 7 h 21"/>
                  <a:gd name="T12" fmla="*/ 22 w 35"/>
                  <a:gd name="T13" fmla="*/ 10 h 21"/>
                  <a:gd name="T14" fmla="*/ 26 w 35"/>
                  <a:gd name="T15" fmla="*/ 13 h 21"/>
                  <a:gd name="T16" fmla="*/ 28 w 35"/>
                  <a:gd name="T17" fmla="*/ 17 h 21"/>
                  <a:gd name="T18" fmla="*/ 29 w 35"/>
                  <a:gd name="T19" fmla="*/ 21 h 21"/>
                  <a:gd name="T20" fmla="*/ 35 w 35"/>
                  <a:gd name="T21" fmla="*/ 19 h 21"/>
                  <a:gd name="T22" fmla="*/ 33 w 35"/>
                  <a:gd name="T23" fmla="*/ 14 h 21"/>
                  <a:gd name="T24" fmla="*/ 29 w 35"/>
                  <a:gd name="T25" fmla="*/ 10 h 21"/>
                  <a:gd name="T26" fmla="*/ 27 w 35"/>
                  <a:gd name="T27" fmla="*/ 6 h 21"/>
                  <a:gd name="T28" fmla="*/ 22 w 35"/>
                  <a:gd name="T29" fmla="*/ 2 h 21"/>
                  <a:gd name="T30" fmla="*/ 17 w 35"/>
                  <a:gd name="T31" fmla="*/ 0 h 21"/>
                  <a:gd name="T32" fmla="*/ 12 w 35"/>
                  <a:gd name="T33" fmla="*/ 0 h 21"/>
                  <a:gd name="T34" fmla="*/ 6 w 35"/>
                  <a:gd name="T35" fmla="*/ 0 h 21"/>
                  <a:gd name="T36" fmla="*/ 0 w 35"/>
                  <a:gd name="T37" fmla="*/ 1 h 21"/>
                  <a:gd name="T38" fmla="*/ 0 w 35"/>
                  <a:gd name="T39" fmla="*/ 1 h 21"/>
                  <a:gd name="T40" fmla="*/ 3 w 3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5"/>
                  <a:gd name="T64" fmla="*/ 0 h 21"/>
                  <a:gd name="T65" fmla="*/ 35 w 3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5" h="21">
                    <a:moveTo>
                      <a:pt x="3" y="6"/>
                    </a:moveTo>
                    <a:lnTo>
                      <a:pt x="3" y="6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6"/>
                    </a:lnTo>
                    <a:lnTo>
                      <a:pt x="19" y="7"/>
                    </a:lnTo>
                    <a:lnTo>
                      <a:pt x="22" y="10"/>
                    </a:lnTo>
                    <a:lnTo>
                      <a:pt x="26" y="13"/>
                    </a:lnTo>
                    <a:lnTo>
                      <a:pt x="28" y="17"/>
                    </a:lnTo>
                    <a:lnTo>
                      <a:pt x="29" y="21"/>
                    </a:lnTo>
                    <a:lnTo>
                      <a:pt x="35" y="19"/>
                    </a:lnTo>
                    <a:lnTo>
                      <a:pt x="33" y="14"/>
                    </a:lnTo>
                    <a:lnTo>
                      <a:pt x="29" y="10"/>
                    </a:lnTo>
                    <a:lnTo>
                      <a:pt x="27" y="6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8" name="Freeform 381"/>
              <p:cNvSpPr>
                <a:spLocks/>
              </p:cNvSpPr>
              <p:nvPr/>
            </p:nvSpPr>
            <p:spPr bwMode="auto">
              <a:xfrm>
                <a:off x="785" y="2378"/>
                <a:ext cx="26" cy="30"/>
              </a:xfrm>
              <a:custGeom>
                <a:avLst/>
                <a:gdLst>
                  <a:gd name="T0" fmla="*/ 5 w 105"/>
                  <a:gd name="T1" fmla="*/ 119 h 119"/>
                  <a:gd name="T2" fmla="*/ 5 w 105"/>
                  <a:gd name="T3" fmla="*/ 119 h 119"/>
                  <a:gd name="T4" fmla="*/ 11 w 105"/>
                  <a:gd name="T5" fmla="*/ 112 h 119"/>
                  <a:gd name="T6" fmla="*/ 19 w 105"/>
                  <a:gd name="T7" fmla="*/ 103 h 119"/>
                  <a:gd name="T8" fmla="*/ 23 w 105"/>
                  <a:gd name="T9" fmla="*/ 96 h 119"/>
                  <a:gd name="T10" fmla="*/ 30 w 105"/>
                  <a:gd name="T11" fmla="*/ 87 h 119"/>
                  <a:gd name="T12" fmla="*/ 34 w 105"/>
                  <a:gd name="T13" fmla="*/ 80 h 119"/>
                  <a:gd name="T14" fmla="*/ 40 w 105"/>
                  <a:gd name="T15" fmla="*/ 72 h 119"/>
                  <a:gd name="T16" fmla="*/ 45 w 105"/>
                  <a:gd name="T17" fmla="*/ 64 h 119"/>
                  <a:gd name="T18" fmla="*/ 50 w 105"/>
                  <a:gd name="T19" fmla="*/ 56 h 119"/>
                  <a:gd name="T20" fmla="*/ 56 w 105"/>
                  <a:gd name="T21" fmla="*/ 49 h 119"/>
                  <a:gd name="T22" fmla="*/ 61 w 105"/>
                  <a:gd name="T23" fmla="*/ 40 h 119"/>
                  <a:gd name="T24" fmla="*/ 67 w 105"/>
                  <a:gd name="T25" fmla="*/ 34 h 119"/>
                  <a:gd name="T26" fmla="*/ 73 w 105"/>
                  <a:gd name="T27" fmla="*/ 27 h 119"/>
                  <a:gd name="T28" fmla="*/ 80 w 105"/>
                  <a:gd name="T29" fmla="*/ 21 h 119"/>
                  <a:gd name="T30" fmla="*/ 88 w 105"/>
                  <a:gd name="T31" fmla="*/ 15 h 119"/>
                  <a:gd name="T32" fmla="*/ 95 w 105"/>
                  <a:gd name="T33" fmla="*/ 10 h 119"/>
                  <a:gd name="T34" fmla="*/ 105 w 105"/>
                  <a:gd name="T35" fmla="*/ 5 h 119"/>
                  <a:gd name="T36" fmla="*/ 102 w 105"/>
                  <a:gd name="T37" fmla="*/ 0 h 119"/>
                  <a:gd name="T38" fmla="*/ 93 w 105"/>
                  <a:gd name="T39" fmla="*/ 5 h 119"/>
                  <a:gd name="T40" fmla="*/ 84 w 105"/>
                  <a:gd name="T41" fmla="*/ 10 h 119"/>
                  <a:gd name="T42" fmla="*/ 77 w 105"/>
                  <a:gd name="T43" fmla="*/ 16 h 119"/>
                  <a:gd name="T44" fmla="*/ 70 w 105"/>
                  <a:gd name="T45" fmla="*/ 23 h 119"/>
                  <a:gd name="T46" fmla="*/ 62 w 105"/>
                  <a:gd name="T47" fmla="*/ 29 h 119"/>
                  <a:gd name="T48" fmla="*/ 56 w 105"/>
                  <a:gd name="T49" fmla="*/ 38 h 119"/>
                  <a:gd name="T50" fmla="*/ 51 w 105"/>
                  <a:gd name="T51" fmla="*/ 45 h 119"/>
                  <a:gd name="T52" fmla="*/ 45 w 105"/>
                  <a:gd name="T53" fmla="*/ 52 h 119"/>
                  <a:gd name="T54" fmla="*/ 40 w 105"/>
                  <a:gd name="T55" fmla="*/ 61 h 119"/>
                  <a:gd name="T56" fmla="*/ 36 w 105"/>
                  <a:gd name="T57" fmla="*/ 68 h 119"/>
                  <a:gd name="T58" fmla="*/ 30 w 105"/>
                  <a:gd name="T59" fmla="*/ 77 h 119"/>
                  <a:gd name="T60" fmla="*/ 25 w 105"/>
                  <a:gd name="T61" fmla="*/ 85 h 119"/>
                  <a:gd name="T62" fmla="*/ 19 w 105"/>
                  <a:gd name="T63" fmla="*/ 92 h 119"/>
                  <a:gd name="T64" fmla="*/ 14 w 105"/>
                  <a:gd name="T65" fmla="*/ 101 h 119"/>
                  <a:gd name="T66" fmla="*/ 8 w 105"/>
                  <a:gd name="T67" fmla="*/ 108 h 119"/>
                  <a:gd name="T68" fmla="*/ 0 w 105"/>
                  <a:gd name="T69" fmla="*/ 114 h 119"/>
                  <a:gd name="T70" fmla="*/ 0 w 105"/>
                  <a:gd name="T71" fmla="*/ 114 h 119"/>
                  <a:gd name="T72" fmla="*/ 5 w 105"/>
                  <a:gd name="T73" fmla="*/ 119 h 1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5"/>
                  <a:gd name="T112" fmla="*/ 0 h 119"/>
                  <a:gd name="T113" fmla="*/ 105 w 105"/>
                  <a:gd name="T114" fmla="*/ 119 h 1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5" h="119">
                    <a:moveTo>
                      <a:pt x="5" y="119"/>
                    </a:moveTo>
                    <a:lnTo>
                      <a:pt x="5" y="119"/>
                    </a:lnTo>
                    <a:lnTo>
                      <a:pt x="11" y="112"/>
                    </a:lnTo>
                    <a:lnTo>
                      <a:pt x="19" y="103"/>
                    </a:lnTo>
                    <a:lnTo>
                      <a:pt x="23" y="96"/>
                    </a:lnTo>
                    <a:lnTo>
                      <a:pt x="30" y="87"/>
                    </a:lnTo>
                    <a:lnTo>
                      <a:pt x="34" y="80"/>
                    </a:lnTo>
                    <a:lnTo>
                      <a:pt x="40" y="72"/>
                    </a:lnTo>
                    <a:lnTo>
                      <a:pt x="45" y="64"/>
                    </a:lnTo>
                    <a:lnTo>
                      <a:pt x="50" y="56"/>
                    </a:lnTo>
                    <a:lnTo>
                      <a:pt x="56" y="49"/>
                    </a:lnTo>
                    <a:lnTo>
                      <a:pt x="61" y="40"/>
                    </a:lnTo>
                    <a:lnTo>
                      <a:pt x="67" y="34"/>
                    </a:lnTo>
                    <a:lnTo>
                      <a:pt x="73" y="27"/>
                    </a:lnTo>
                    <a:lnTo>
                      <a:pt x="80" y="21"/>
                    </a:lnTo>
                    <a:lnTo>
                      <a:pt x="88" y="15"/>
                    </a:lnTo>
                    <a:lnTo>
                      <a:pt x="95" y="10"/>
                    </a:lnTo>
                    <a:lnTo>
                      <a:pt x="105" y="5"/>
                    </a:lnTo>
                    <a:lnTo>
                      <a:pt x="102" y="0"/>
                    </a:lnTo>
                    <a:lnTo>
                      <a:pt x="93" y="5"/>
                    </a:lnTo>
                    <a:lnTo>
                      <a:pt x="84" y="10"/>
                    </a:lnTo>
                    <a:lnTo>
                      <a:pt x="77" y="16"/>
                    </a:lnTo>
                    <a:lnTo>
                      <a:pt x="70" y="23"/>
                    </a:lnTo>
                    <a:lnTo>
                      <a:pt x="62" y="29"/>
                    </a:lnTo>
                    <a:lnTo>
                      <a:pt x="56" y="38"/>
                    </a:lnTo>
                    <a:lnTo>
                      <a:pt x="51" y="45"/>
                    </a:lnTo>
                    <a:lnTo>
                      <a:pt x="45" y="52"/>
                    </a:lnTo>
                    <a:lnTo>
                      <a:pt x="40" y="61"/>
                    </a:lnTo>
                    <a:lnTo>
                      <a:pt x="36" y="68"/>
                    </a:lnTo>
                    <a:lnTo>
                      <a:pt x="30" y="77"/>
                    </a:lnTo>
                    <a:lnTo>
                      <a:pt x="25" y="85"/>
                    </a:lnTo>
                    <a:lnTo>
                      <a:pt x="19" y="92"/>
                    </a:lnTo>
                    <a:lnTo>
                      <a:pt x="14" y="101"/>
                    </a:lnTo>
                    <a:lnTo>
                      <a:pt x="8" y="108"/>
                    </a:lnTo>
                    <a:lnTo>
                      <a:pt x="0" y="114"/>
                    </a:lnTo>
                    <a:lnTo>
                      <a:pt x="5" y="11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9" name="Freeform 382"/>
              <p:cNvSpPr>
                <a:spLocks/>
              </p:cNvSpPr>
              <p:nvPr/>
            </p:nvSpPr>
            <p:spPr bwMode="auto">
              <a:xfrm>
                <a:off x="780" y="2406"/>
                <a:ext cx="7" cy="5"/>
              </a:xfrm>
              <a:custGeom>
                <a:avLst/>
                <a:gdLst>
                  <a:gd name="T0" fmla="*/ 8 w 26"/>
                  <a:gd name="T1" fmla="*/ 2 h 18"/>
                  <a:gd name="T2" fmla="*/ 13 w 26"/>
                  <a:gd name="T3" fmla="*/ 6 h 18"/>
                  <a:gd name="T4" fmla="*/ 13 w 26"/>
                  <a:gd name="T5" fmla="*/ 6 h 18"/>
                  <a:gd name="T6" fmla="*/ 14 w 26"/>
                  <a:gd name="T7" fmla="*/ 6 h 18"/>
                  <a:gd name="T8" fmla="*/ 15 w 26"/>
                  <a:gd name="T9" fmla="*/ 6 h 18"/>
                  <a:gd name="T10" fmla="*/ 17 w 26"/>
                  <a:gd name="T11" fmla="*/ 6 h 18"/>
                  <a:gd name="T12" fmla="*/ 19 w 26"/>
                  <a:gd name="T13" fmla="*/ 7 h 18"/>
                  <a:gd name="T14" fmla="*/ 20 w 26"/>
                  <a:gd name="T15" fmla="*/ 7 h 18"/>
                  <a:gd name="T16" fmla="*/ 24 w 26"/>
                  <a:gd name="T17" fmla="*/ 7 h 18"/>
                  <a:gd name="T18" fmla="*/ 26 w 26"/>
                  <a:gd name="T19" fmla="*/ 6 h 18"/>
                  <a:gd name="T20" fmla="*/ 21 w 26"/>
                  <a:gd name="T21" fmla="*/ 1 h 18"/>
                  <a:gd name="T22" fmla="*/ 21 w 26"/>
                  <a:gd name="T23" fmla="*/ 1 h 18"/>
                  <a:gd name="T24" fmla="*/ 21 w 26"/>
                  <a:gd name="T25" fmla="*/ 1 h 18"/>
                  <a:gd name="T26" fmla="*/ 20 w 26"/>
                  <a:gd name="T27" fmla="*/ 1 h 18"/>
                  <a:gd name="T28" fmla="*/ 19 w 26"/>
                  <a:gd name="T29" fmla="*/ 0 h 18"/>
                  <a:gd name="T30" fmla="*/ 17 w 26"/>
                  <a:gd name="T31" fmla="*/ 0 h 18"/>
                  <a:gd name="T32" fmla="*/ 14 w 26"/>
                  <a:gd name="T33" fmla="*/ 0 h 18"/>
                  <a:gd name="T34" fmla="*/ 12 w 26"/>
                  <a:gd name="T35" fmla="*/ 0 h 18"/>
                  <a:gd name="T36" fmla="*/ 9 w 26"/>
                  <a:gd name="T37" fmla="*/ 2 h 18"/>
                  <a:gd name="T38" fmla="*/ 13 w 26"/>
                  <a:gd name="T39" fmla="*/ 6 h 18"/>
                  <a:gd name="T40" fmla="*/ 8 w 26"/>
                  <a:gd name="T41" fmla="*/ 2 h 18"/>
                  <a:gd name="T42" fmla="*/ 0 w 26"/>
                  <a:gd name="T43" fmla="*/ 18 h 18"/>
                  <a:gd name="T44" fmla="*/ 13 w 26"/>
                  <a:gd name="T45" fmla="*/ 6 h 18"/>
                  <a:gd name="T46" fmla="*/ 8 w 26"/>
                  <a:gd name="T47" fmla="*/ 2 h 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6"/>
                  <a:gd name="T73" fmla="*/ 0 h 18"/>
                  <a:gd name="T74" fmla="*/ 26 w 26"/>
                  <a:gd name="T75" fmla="*/ 18 h 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6" h="18">
                    <a:moveTo>
                      <a:pt x="8" y="2"/>
                    </a:moveTo>
                    <a:lnTo>
                      <a:pt x="13" y="6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4" y="7"/>
                    </a:lnTo>
                    <a:lnTo>
                      <a:pt x="26" y="6"/>
                    </a:lnTo>
                    <a:lnTo>
                      <a:pt x="21" y="1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13" y="6"/>
                    </a:lnTo>
                    <a:lnTo>
                      <a:pt x="8" y="2"/>
                    </a:lnTo>
                    <a:lnTo>
                      <a:pt x="0" y="18"/>
                    </a:lnTo>
                    <a:lnTo>
                      <a:pt x="13" y="6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0" name="Freeform 383"/>
              <p:cNvSpPr>
                <a:spLocks/>
              </p:cNvSpPr>
              <p:nvPr/>
            </p:nvSpPr>
            <p:spPr bwMode="auto">
              <a:xfrm>
                <a:off x="782" y="2404"/>
                <a:ext cx="3" cy="4"/>
              </a:xfrm>
              <a:custGeom>
                <a:avLst/>
                <a:gdLst>
                  <a:gd name="T0" fmla="*/ 7 w 13"/>
                  <a:gd name="T1" fmla="*/ 0 h 16"/>
                  <a:gd name="T2" fmla="*/ 7 w 13"/>
                  <a:gd name="T3" fmla="*/ 0 h 16"/>
                  <a:gd name="T4" fmla="*/ 7 w 13"/>
                  <a:gd name="T5" fmla="*/ 1 h 16"/>
                  <a:gd name="T6" fmla="*/ 7 w 13"/>
                  <a:gd name="T7" fmla="*/ 3 h 16"/>
                  <a:gd name="T8" fmla="*/ 6 w 13"/>
                  <a:gd name="T9" fmla="*/ 4 h 16"/>
                  <a:gd name="T10" fmla="*/ 5 w 13"/>
                  <a:gd name="T11" fmla="*/ 5 h 16"/>
                  <a:gd name="T12" fmla="*/ 4 w 13"/>
                  <a:gd name="T13" fmla="*/ 7 h 16"/>
                  <a:gd name="T14" fmla="*/ 3 w 13"/>
                  <a:gd name="T15" fmla="*/ 9 h 16"/>
                  <a:gd name="T16" fmla="*/ 1 w 13"/>
                  <a:gd name="T17" fmla="*/ 11 h 16"/>
                  <a:gd name="T18" fmla="*/ 0 w 13"/>
                  <a:gd name="T19" fmla="*/ 12 h 16"/>
                  <a:gd name="T20" fmla="*/ 5 w 13"/>
                  <a:gd name="T21" fmla="*/ 16 h 16"/>
                  <a:gd name="T22" fmla="*/ 6 w 13"/>
                  <a:gd name="T23" fmla="*/ 14 h 16"/>
                  <a:gd name="T24" fmla="*/ 7 w 13"/>
                  <a:gd name="T25" fmla="*/ 12 h 16"/>
                  <a:gd name="T26" fmla="*/ 9 w 13"/>
                  <a:gd name="T27" fmla="*/ 11 h 16"/>
                  <a:gd name="T28" fmla="*/ 10 w 13"/>
                  <a:gd name="T29" fmla="*/ 9 h 16"/>
                  <a:gd name="T30" fmla="*/ 11 w 13"/>
                  <a:gd name="T31" fmla="*/ 7 h 16"/>
                  <a:gd name="T32" fmla="*/ 12 w 13"/>
                  <a:gd name="T33" fmla="*/ 5 h 16"/>
                  <a:gd name="T34" fmla="*/ 13 w 13"/>
                  <a:gd name="T35" fmla="*/ 3 h 16"/>
                  <a:gd name="T36" fmla="*/ 13 w 13"/>
                  <a:gd name="T37" fmla="*/ 0 h 16"/>
                  <a:gd name="T38" fmla="*/ 13 w 13"/>
                  <a:gd name="T39" fmla="*/ 0 h 16"/>
                  <a:gd name="T40" fmla="*/ 7 w 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16"/>
                  <a:gd name="T65" fmla="*/ 13 w 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16">
                    <a:moveTo>
                      <a:pt x="7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2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1" name="Freeform 384"/>
              <p:cNvSpPr>
                <a:spLocks/>
              </p:cNvSpPr>
              <p:nvPr/>
            </p:nvSpPr>
            <p:spPr bwMode="auto">
              <a:xfrm>
                <a:off x="784" y="2380"/>
                <a:ext cx="4" cy="24"/>
              </a:xfrm>
              <a:custGeom>
                <a:avLst/>
                <a:gdLst>
                  <a:gd name="T0" fmla="*/ 10 w 16"/>
                  <a:gd name="T1" fmla="*/ 0 h 96"/>
                  <a:gd name="T2" fmla="*/ 10 w 16"/>
                  <a:gd name="T3" fmla="*/ 0 h 96"/>
                  <a:gd name="T4" fmla="*/ 10 w 16"/>
                  <a:gd name="T5" fmla="*/ 6 h 96"/>
                  <a:gd name="T6" fmla="*/ 10 w 16"/>
                  <a:gd name="T7" fmla="*/ 13 h 96"/>
                  <a:gd name="T8" fmla="*/ 10 w 16"/>
                  <a:gd name="T9" fmla="*/ 19 h 96"/>
                  <a:gd name="T10" fmla="*/ 9 w 16"/>
                  <a:gd name="T11" fmla="*/ 25 h 96"/>
                  <a:gd name="T12" fmla="*/ 9 w 16"/>
                  <a:gd name="T13" fmla="*/ 31 h 96"/>
                  <a:gd name="T14" fmla="*/ 8 w 16"/>
                  <a:gd name="T15" fmla="*/ 36 h 96"/>
                  <a:gd name="T16" fmla="*/ 6 w 16"/>
                  <a:gd name="T17" fmla="*/ 42 h 96"/>
                  <a:gd name="T18" fmla="*/ 5 w 16"/>
                  <a:gd name="T19" fmla="*/ 48 h 96"/>
                  <a:gd name="T20" fmla="*/ 4 w 16"/>
                  <a:gd name="T21" fmla="*/ 54 h 96"/>
                  <a:gd name="T22" fmla="*/ 4 w 16"/>
                  <a:gd name="T23" fmla="*/ 60 h 96"/>
                  <a:gd name="T24" fmla="*/ 3 w 16"/>
                  <a:gd name="T25" fmla="*/ 65 h 96"/>
                  <a:gd name="T26" fmla="*/ 2 w 16"/>
                  <a:gd name="T27" fmla="*/ 71 h 96"/>
                  <a:gd name="T28" fmla="*/ 2 w 16"/>
                  <a:gd name="T29" fmla="*/ 77 h 96"/>
                  <a:gd name="T30" fmla="*/ 0 w 16"/>
                  <a:gd name="T31" fmla="*/ 83 h 96"/>
                  <a:gd name="T32" fmla="*/ 0 w 16"/>
                  <a:gd name="T33" fmla="*/ 90 h 96"/>
                  <a:gd name="T34" fmla="*/ 0 w 16"/>
                  <a:gd name="T35" fmla="*/ 96 h 96"/>
                  <a:gd name="T36" fmla="*/ 6 w 16"/>
                  <a:gd name="T37" fmla="*/ 96 h 96"/>
                  <a:gd name="T38" fmla="*/ 6 w 16"/>
                  <a:gd name="T39" fmla="*/ 90 h 96"/>
                  <a:gd name="T40" fmla="*/ 6 w 16"/>
                  <a:gd name="T41" fmla="*/ 83 h 96"/>
                  <a:gd name="T42" fmla="*/ 6 w 16"/>
                  <a:gd name="T43" fmla="*/ 78 h 96"/>
                  <a:gd name="T44" fmla="*/ 8 w 16"/>
                  <a:gd name="T45" fmla="*/ 72 h 96"/>
                  <a:gd name="T46" fmla="*/ 9 w 16"/>
                  <a:gd name="T47" fmla="*/ 66 h 96"/>
                  <a:gd name="T48" fmla="*/ 9 w 16"/>
                  <a:gd name="T49" fmla="*/ 60 h 96"/>
                  <a:gd name="T50" fmla="*/ 10 w 16"/>
                  <a:gd name="T51" fmla="*/ 54 h 96"/>
                  <a:gd name="T52" fmla="*/ 11 w 16"/>
                  <a:gd name="T53" fmla="*/ 49 h 96"/>
                  <a:gd name="T54" fmla="*/ 12 w 16"/>
                  <a:gd name="T55" fmla="*/ 43 h 96"/>
                  <a:gd name="T56" fmla="*/ 14 w 16"/>
                  <a:gd name="T57" fmla="*/ 37 h 96"/>
                  <a:gd name="T58" fmla="*/ 14 w 16"/>
                  <a:gd name="T59" fmla="*/ 31 h 96"/>
                  <a:gd name="T60" fmla="*/ 15 w 16"/>
                  <a:gd name="T61" fmla="*/ 25 h 96"/>
                  <a:gd name="T62" fmla="*/ 16 w 16"/>
                  <a:gd name="T63" fmla="*/ 19 h 96"/>
                  <a:gd name="T64" fmla="*/ 16 w 16"/>
                  <a:gd name="T65" fmla="*/ 13 h 96"/>
                  <a:gd name="T66" fmla="*/ 16 w 16"/>
                  <a:gd name="T67" fmla="*/ 6 h 96"/>
                  <a:gd name="T68" fmla="*/ 16 w 16"/>
                  <a:gd name="T69" fmla="*/ 0 h 96"/>
                  <a:gd name="T70" fmla="*/ 16 w 16"/>
                  <a:gd name="T71" fmla="*/ 0 h 96"/>
                  <a:gd name="T72" fmla="*/ 10 w 16"/>
                  <a:gd name="T73" fmla="*/ 0 h 9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"/>
                  <a:gd name="T112" fmla="*/ 0 h 96"/>
                  <a:gd name="T113" fmla="*/ 16 w 16"/>
                  <a:gd name="T114" fmla="*/ 96 h 9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" h="96">
                    <a:moveTo>
                      <a:pt x="10" y="0"/>
                    </a:moveTo>
                    <a:lnTo>
                      <a:pt x="10" y="0"/>
                    </a:lnTo>
                    <a:lnTo>
                      <a:pt x="10" y="6"/>
                    </a:lnTo>
                    <a:lnTo>
                      <a:pt x="10" y="13"/>
                    </a:lnTo>
                    <a:lnTo>
                      <a:pt x="10" y="19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8" y="36"/>
                    </a:lnTo>
                    <a:lnTo>
                      <a:pt x="6" y="42"/>
                    </a:lnTo>
                    <a:lnTo>
                      <a:pt x="5" y="48"/>
                    </a:lnTo>
                    <a:lnTo>
                      <a:pt x="4" y="54"/>
                    </a:lnTo>
                    <a:lnTo>
                      <a:pt x="4" y="60"/>
                    </a:lnTo>
                    <a:lnTo>
                      <a:pt x="3" y="65"/>
                    </a:lnTo>
                    <a:lnTo>
                      <a:pt x="2" y="71"/>
                    </a:lnTo>
                    <a:lnTo>
                      <a:pt x="2" y="77"/>
                    </a:lnTo>
                    <a:lnTo>
                      <a:pt x="0" y="83"/>
                    </a:lnTo>
                    <a:lnTo>
                      <a:pt x="0" y="90"/>
                    </a:lnTo>
                    <a:lnTo>
                      <a:pt x="0" y="96"/>
                    </a:lnTo>
                    <a:lnTo>
                      <a:pt x="6" y="96"/>
                    </a:lnTo>
                    <a:lnTo>
                      <a:pt x="6" y="90"/>
                    </a:lnTo>
                    <a:lnTo>
                      <a:pt x="6" y="83"/>
                    </a:lnTo>
                    <a:lnTo>
                      <a:pt x="6" y="78"/>
                    </a:lnTo>
                    <a:lnTo>
                      <a:pt x="8" y="72"/>
                    </a:lnTo>
                    <a:lnTo>
                      <a:pt x="9" y="66"/>
                    </a:lnTo>
                    <a:lnTo>
                      <a:pt x="9" y="60"/>
                    </a:lnTo>
                    <a:lnTo>
                      <a:pt x="10" y="54"/>
                    </a:lnTo>
                    <a:lnTo>
                      <a:pt x="11" y="49"/>
                    </a:lnTo>
                    <a:lnTo>
                      <a:pt x="12" y="43"/>
                    </a:lnTo>
                    <a:lnTo>
                      <a:pt x="14" y="37"/>
                    </a:lnTo>
                    <a:lnTo>
                      <a:pt x="14" y="31"/>
                    </a:lnTo>
                    <a:lnTo>
                      <a:pt x="15" y="25"/>
                    </a:lnTo>
                    <a:lnTo>
                      <a:pt x="16" y="19"/>
                    </a:lnTo>
                    <a:lnTo>
                      <a:pt x="16" y="13"/>
                    </a:lnTo>
                    <a:lnTo>
                      <a:pt x="16" y="6"/>
                    </a:lnTo>
                    <a:lnTo>
                      <a:pt x="16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2" name="Freeform 385"/>
              <p:cNvSpPr>
                <a:spLocks/>
              </p:cNvSpPr>
              <p:nvPr/>
            </p:nvSpPr>
            <p:spPr bwMode="auto">
              <a:xfrm>
                <a:off x="774" y="2359"/>
                <a:ext cx="14" cy="21"/>
              </a:xfrm>
              <a:custGeom>
                <a:avLst/>
                <a:gdLst>
                  <a:gd name="T0" fmla="*/ 1 w 54"/>
                  <a:gd name="T1" fmla="*/ 8 h 86"/>
                  <a:gd name="T2" fmla="*/ 1 w 54"/>
                  <a:gd name="T3" fmla="*/ 8 h 86"/>
                  <a:gd name="T4" fmla="*/ 7 w 54"/>
                  <a:gd name="T5" fmla="*/ 5 h 86"/>
                  <a:gd name="T6" fmla="*/ 12 w 54"/>
                  <a:gd name="T7" fmla="*/ 6 h 86"/>
                  <a:gd name="T8" fmla="*/ 17 w 54"/>
                  <a:gd name="T9" fmla="*/ 6 h 86"/>
                  <a:gd name="T10" fmla="*/ 21 w 54"/>
                  <a:gd name="T11" fmla="*/ 10 h 86"/>
                  <a:gd name="T12" fmla="*/ 25 w 54"/>
                  <a:gd name="T13" fmla="*/ 12 h 86"/>
                  <a:gd name="T14" fmla="*/ 29 w 54"/>
                  <a:gd name="T15" fmla="*/ 17 h 86"/>
                  <a:gd name="T16" fmla="*/ 32 w 54"/>
                  <a:gd name="T17" fmla="*/ 22 h 86"/>
                  <a:gd name="T18" fmla="*/ 36 w 54"/>
                  <a:gd name="T19" fmla="*/ 29 h 86"/>
                  <a:gd name="T20" fmla="*/ 38 w 54"/>
                  <a:gd name="T21" fmla="*/ 35 h 86"/>
                  <a:gd name="T22" fmla="*/ 41 w 54"/>
                  <a:gd name="T23" fmla="*/ 43 h 86"/>
                  <a:gd name="T24" fmla="*/ 43 w 54"/>
                  <a:gd name="T25" fmla="*/ 50 h 86"/>
                  <a:gd name="T26" fmla="*/ 44 w 54"/>
                  <a:gd name="T27" fmla="*/ 57 h 86"/>
                  <a:gd name="T28" fmla="*/ 46 w 54"/>
                  <a:gd name="T29" fmla="*/ 66 h 86"/>
                  <a:gd name="T30" fmla="*/ 47 w 54"/>
                  <a:gd name="T31" fmla="*/ 73 h 86"/>
                  <a:gd name="T32" fmla="*/ 48 w 54"/>
                  <a:gd name="T33" fmla="*/ 80 h 86"/>
                  <a:gd name="T34" fmla="*/ 48 w 54"/>
                  <a:gd name="T35" fmla="*/ 86 h 86"/>
                  <a:gd name="T36" fmla="*/ 54 w 54"/>
                  <a:gd name="T37" fmla="*/ 86 h 86"/>
                  <a:gd name="T38" fmla="*/ 54 w 54"/>
                  <a:gd name="T39" fmla="*/ 79 h 86"/>
                  <a:gd name="T40" fmla="*/ 53 w 54"/>
                  <a:gd name="T41" fmla="*/ 72 h 86"/>
                  <a:gd name="T42" fmla="*/ 52 w 54"/>
                  <a:gd name="T43" fmla="*/ 65 h 86"/>
                  <a:gd name="T44" fmla="*/ 50 w 54"/>
                  <a:gd name="T45" fmla="*/ 57 h 86"/>
                  <a:gd name="T46" fmla="*/ 48 w 54"/>
                  <a:gd name="T47" fmla="*/ 49 h 86"/>
                  <a:gd name="T48" fmla="*/ 47 w 54"/>
                  <a:gd name="T49" fmla="*/ 42 h 86"/>
                  <a:gd name="T50" fmla="*/ 43 w 54"/>
                  <a:gd name="T51" fmla="*/ 33 h 86"/>
                  <a:gd name="T52" fmla="*/ 41 w 54"/>
                  <a:gd name="T53" fmla="*/ 27 h 86"/>
                  <a:gd name="T54" fmla="*/ 37 w 54"/>
                  <a:gd name="T55" fmla="*/ 20 h 86"/>
                  <a:gd name="T56" fmla="*/ 34 w 54"/>
                  <a:gd name="T57" fmla="*/ 14 h 86"/>
                  <a:gd name="T58" fmla="*/ 29 w 54"/>
                  <a:gd name="T59" fmla="*/ 9 h 86"/>
                  <a:gd name="T60" fmla="*/ 24 w 54"/>
                  <a:gd name="T61" fmla="*/ 5 h 86"/>
                  <a:gd name="T62" fmla="*/ 19 w 54"/>
                  <a:gd name="T63" fmla="*/ 2 h 86"/>
                  <a:gd name="T64" fmla="*/ 13 w 54"/>
                  <a:gd name="T65" fmla="*/ 0 h 86"/>
                  <a:gd name="T66" fmla="*/ 6 w 54"/>
                  <a:gd name="T67" fmla="*/ 0 h 86"/>
                  <a:gd name="T68" fmla="*/ 0 w 54"/>
                  <a:gd name="T69" fmla="*/ 2 h 86"/>
                  <a:gd name="T70" fmla="*/ 0 w 54"/>
                  <a:gd name="T71" fmla="*/ 2 h 86"/>
                  <a:gd name="T72" fmla="*/ 1 w 54"/>
                  <a:gd name="T73" fmla="*/ 8 h 86"/>
                  <a:gd name="T74" fmla="*/ 1 w 54"/>
                  <a:gd name="T75" fmla="*/ 8 h 86"/>
                  <a:gd name="T76" fmla="*/ 1 w 54"/>
                  <a:gd name="T77" fmla="*/ 8 h 8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4"/>
                  <a:gd name="T118" fmla="*/ 0 h 86"/>
                  <a:gd name="T119" fmla="*/ 54 w 54"/>
                  <a:gd name="T120" fmla="*/ 86 h 8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4" h="86">
                    <a:moveTo>
                      <a:pt x="1" y="8"/>
                    </a:moveTo>
                    <a:lnTo>
                      <a:pt x="1" y="8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7" y="6"/>
                    </a:lnTo>
                    <a:lnTo>
                      <a:pt x="21" y="10"/>
                    </a:lnTo>
                    <a:lnTo>
                      <a:pt x="25" y="12"/>
                    </a:lnTo>
                    <a:lnTo>
                      <a:pt x="29" y="17"/>
                    </a:lnTo>
                    <a:lnTo>
                      <a:pt x="32" y="22"/>
                    </a:lnTo>
                    <a:lnTo>
                      <a:pt x="36" y="29"/>
                    </a:lnTo>
                    <a:lnTo>
                      <a:pt x="38" y="35"/>
                    </a:lnTo>
                    <a:lnTo>
                      <a:pt x="41" y="43"/>
                    </a:lnTo>
                    <a:lnTo>
                      <a:pt x="43" y="50"/>
                    </a:lnTo>
                    <a:lnTo>
                      <a:pt x="44" y="57"/>
                    </a:lnTo>
                    <a:lnTo>
                      <a:pt x="46" y="66"/>
                    </a:lnTo>
                    <a:lnTo>
                      <a:pt x="47" y="73"/>
                    </a:lnTo>
                    <a:lnTo>
                      <a:pt x="48" y="80"/>
                    </a:lnTo>
                    <a:lnTo>
                      <a:pt x="48" y="86"/>
                    </a:lnTo>
                    <a:lnTo>
                      <a:pt x="54" y="86"/>
                    </a:lnTo>
                    <a:lnTo>
                      <a:pt x="54" y="79"/>
                    </a:lnTo>
                    <a:lnTo>
                      <a:pt x="53" y="72"/>
                    </a:lnTo>
                    <a:lnTo>
                      <a:pt x="52" y="65"/>
                    </a:lnTo>
                    <a:lnTo>
                      <a:pt x="50" y="57"/>
                    </a:lnTo>
                    <a:lnTo>
                      <a:pt x="48" y="49"/>
                    </a:lnTo>
                    <a:lnTo>
                      <a:pt x="47" y="42"/>
                    </a:lnTo>
                    <a:lnTo>
                      <a:pt x="43" y="33"/>
                    </a:lnTo>
                    <a:lnTo>
                      <a:pt x="41" y="27"/>
                    </a:lnTo>
                    <a:lnTo>
                      <a:pt x="37" y="20"/>
                    </a:lnTo>
                    <a:lnTo>
                      <a:pt x="34" y="14"/>
                    </a:lnTo>
                    <a:lnTo>
                      <a:pt x="29" y="9"/>
                    </a:lnTo>
                    <a:lnTo>
                      <a:pt x="24" y="5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3" name="Freeform 386"/>
              <p:cNvSpPr>
                <a:spLocks/>
              </p:cNvSpPr>
              <p:nvPr/>
            </p:nvSpPr>
            <p:spPr bwMode="auto">
              <a:xfrm>
                <a:off x="760" y="2359"/>
                <a:ext cx="14" cy="24"/>
              </a:xfrm>
              <a:custGeom>
                <a:avLst/>
                <a:gdLst>
                  <a:gd name="T0" fmla="*/ 13 w 56"/>
                  <a:gd name="T1" fmla="*/ 92 h 95"/>
                  <a:gd name="T2" fmla="*/ 13 w 56"/>
                  <a:gd name="T3" fmla="*/ 92 h 95"/>
                  <a:gd name="T4" fmla="*/ 10 w 56"/>
                  <a:gd name="T5" fmla="*/ 86 h 95"/>
                  <a:gd name="T6" fmla="*/ 7 w 56"/>
                  <a:gd name="T7" fmla="*/ 78 h 95"/>
                  <a:gd name="T8" fmla="*/ 6 w 56"/>
                  <a:gd name="T9" fmla="*/ 72 h 95"/>
                  <a:gd name="T10" fmla="*/ 5 w 56"/>
                  <a:gd name="T11" fmla="*/ 65 h 95"/>
                  <a:gd name="T12" fmla="*/ 6 w 56"/>
                  <a:gd name="T13" fmla="*/ 59 h 95"/>
                  <a:gd name="T14" fmla="*/ 7 w 56"/>
                  <a:gd name="T15" fmla="*/ 52 h 95"/>
                  <a:gd name="T16" fmla="*/ 10 w 56"/>
                  <a:gd name="T17" fmla="*/ 46 h 95"/>
                  <a:gd name="T18" fmla="*/ 12 w 56"/>
                  <a:gd name="T19" fmla="*/ 40 h 95"/>
                  <a:gd name="T20" fmla="*/ 16 w 56"/>
                  <a:gd name="T21" fmla="*/ 33 h 95"/>
                  <a:gd name="T22" fmla="*/ 21 w 56"/>
                  <a:gd name="T23" fmla="*/ 27 h 95"/>
                  <a:gd name="T24" fmla="*/ 25 w 56"/>
                  <a:gd name="T25" fmla="*/ 23 h 95"/>
                  <a:gd name="T26" fmla="*/ 30 w 56"/>
                  <a:gd name="T27" fmla="*/ 18 h 95"/>
                  <a:gd name="T28" fmla="*/ 36 w 56"/>
                  <a:gd name="T29" fmla="*/ 14 h 95"/>
                  <a:gd name="T30" fmla="*/ 42 w 56"/>
                  <a:gd name="T31" fmla="*/ 10 h 95"/>
                  <a:gd name="T32" fmla="*/ 50 w 56"/>
                  <a:gd name="T33" fmla="*/ 8 h 95"/>
                  <a:gd name="T34" fmla="*/ 56 w 56"/>
                  <a:gd name="T35" fmla="*/ 6 h 95"/>
                  <a:gd name="T36" fmla="*/ 55 w 56"/>
                  <a:gd name="T37" fmla="*/ 0 h 95"/>
                  <a:gd name="T38" fmla="*/ 47 w 56"/>
                  <a:gd name="T39" fmla="*/ 2 h 95"/>
                  <a:gd name="T40" fmla="*/ 40 w 56"/>
                  <a:gd name="T41" fmla="*/ 6 h 95"/>
                  <a:gd name="T42" fmla="*/ 34 w 56"/>
                  <a:gd name="T43" fmla="*/ 9 h 95"/>
                  <a:gd name="T44" fmla="*/ 28 w 56"/>
                  <a:gd name="T45" fmla="*/ 14 h 95"/>
                  <a:gd name="T46" fmla="*/ 22 w 56"/>
                  <a:gd name="T47" fmla="*/ 19 h 95"/>
                  <a:gd name="T48" fmla="*/ 17 w 56"/>
                  <a:gd name="T49" fmla="*/ 24 h 95"/>
                  <a:gd name="T50" fmla="*/ 11 w 56"/>
                  <a:gd name="T51" fmla="*/ 30 h 95"/>
                  <a:gd name="T52" fmla="*/ 7 w 56"/>
                  <a:gd name="T53" fmla="*/ 37 h 95"/>
                  <a:gd name="T54" fmla="*/ 5 w 56"/>
                  <a:gd name="T55" fmla="*/ 43 h 95"/>
                  <a:gd name="T56" fmla="*/ 1 w 56"/>
                  <a:gd name="T57" fmla="*/ 50 h 95"/>
                  <a:gd name="T58" fmla="*/ 0 w 56"/>
                  <a:gd name="T59" fmla="*/ 58 h 95"/>
                  <a:gd name="T60" fmla="*/ 0 w 56"/>
                  <a:gd name="T61" fmla="*/ 65 h 95"/>
                  <a:gd name="T62" fmla="*/ 0 w 56"/>
                  <a:gd name="T63" fmla="*/ 73 h 95"/>
                  <a:gd name="T64" fmla="*/ 1 w 56"/>
                  <a:gd name="T65" fmla="*/ 81 h 95"/>
                  <a:gd name="T66" fmla="*/ 5 w 56"/>
                  <a:gd name="T67" fmla="*/ 88 h 95"/>
                  <a:gd name="T68" fmla="*/ 8 w 56"/>
                  <a:gd name="T69" fmla="*/ 95 h 95"/>
                  <a:gd name="T70" fmla="*/ 8 w 56"/>
                  <a:gd name="T71" fmla="*/ 95 h 95"/>
                  <a:gd name="T72" fmla="*/ 13 w 56"/>
                  <a:gd name="T73" fmla="*/ 92 h 9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6"/>
                  <a:gd name="T112" fmla="*/ 0 h 95"/>
                  <a:gd name="T113" fmla="*/ 56 w 56"/>
                  <a:gd name="T114" fmla="*/ 95 h 9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6" h="95">
                    <a:moveTo>
                      <a:pt x="13" y="92"/>
                    </a:moveTo>
                    <a:lnTo>
                      <a:pt x="13" y="92"/>
                    </a:lnTo>
                    <a:lnTo>
                      <a:pt x="10" y="86"/>
                    </a:lnTo>
                    <a:lnTo>
                      <a:pt x="7" y="78"/>
                    </a:lnTo>
                    <a:lnTo>
                      <a:pt x="6" y="72"/>
                    </a:lnTo>
                    <a:lnTo>
                      <a:pt x="5" y="65"/>
                    </a:lnTo>
                    <a:lnTo>
                      <a:pt x="6" y="59"/>
                    </a:lnTo>
                    <a:lnTo>
                      <a:pt x="7" y="52"/>
                    </a:lnTo>
                    <a:lnTo>
                      <a:pt x="10" y="46"/>
                    </a:lnTo>
                    <a:lnTo>
                      <a:pt x="12" y="40"/>
                    </a:lnTo>
                    <a:lnTo>
                      <a:pt x="16" y="33"/>
                    </a:lnTo>
                    <a:lnTo>
                      <a:pt x="21" y="27"/>
                    </a:lnTo>
                    <a:lnTo>
                      <a:pt x="25" y="23"/>
                    </a:lnTo>
                    <a:lnTo>
                      <a:pt x="30" y="18"/>
                    </a:lnTo>
                    <a:lnTo>
                      <a:pt x="36" y="14"/>
                    </a:lnTo>
                    <a:lnTo>
                      <a:pt x="42" y="10"/>
                    </a:lnTo>
                    <a:lnTo>
                      <a:pt x="50" y="8"/>
                    </a:lnTo>
                    <a:lnTo>
                      <a:pt x="56" y="6"/>
                    </a:lnTo>
                    <a:lnTo>
                      <a:pt x="55" y="0"/>
                    </a:lnTo>
                    <a:lnTo>
                      <a:pt x="47" y="2"/>
                    </a:lnTo>
                    <a:lnTo>
                      <a:pt x="40" y="6"/>
                    </a:lnTo>
                    <a:lnTo>
                      <a:pt x="34" y="9"/>
                    </a:lnTo>
                    <a:lnTo>
                      <a:pt x="28" y="14"/>
                    </a:lnTo>
                    <a:lnTo>
                      <a:pt x="22" y="19"/>
                    </a:lnTo>
                    <a:lnTo>
                      <a:pt x="17" y="24"/>
                    </a:lnTo>
                    <a:lnTo>
                      <a:pt x="11" y="30"/>
                    </a:lnTo>
                    <a:lnTo>
                      <a:pt x="7" y="37"/>
                    </a:lnTo>
                    <a:lnTo>
                      <a:pt x="5" y="43"/>
                    </a:lnTo>
                    <a:lnTo>
                      <a:pt x="1" y="50"/>
                    </a:lnTo>
                    <a:lnTo>
                      <a:pt x="0" y="58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1" y="81"/>
                    </a:lnTo>
                    <a:lnTo>
                      <a:pt x="5" y="88"/>
                    </a:lnTo>
                    <a:lnTo>
                      <a:pt x="8" y="95"/>
                    </a:lnTo>
                    <a:lnTo>
                      <a:pt x="13" y="9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4" name="Freeform 387"/>
              <p:cNvSpPr>
                <a:spLocks/>
              </p:cNvSpPr>
              <p:nvPr/>
            </p:nvSpPr>
            <p:spPr bwMode="auto">
              <a:xfrm>
                <a:off x="763" y="2382"/>
                <a:ext cx="23" cy="24"/>
              </a:xfrm>
              <a:custGeom>
                <a:avLst/>
                <a:gdLst>
                  <a:gd name="T0" fmla="*/ 95 w 95"/>
                  <a:gd name="T1" fmla="*/ 94 h 98"/>
                  <a:gd name="T2" fmla="*/ 90 w 95"/>
                  <a:gd name="T3" fmla="*/ 88 h 98"/>
                  <a:gd name="T4" fmla="*/ 85 w 95"/>
                  <a:gd name="T5" fmla="*/ 81 h 98"/>
                  <a:gd name="T6" fmla="*/ 79 w 95"/>
                  <a:gd name="T7" fmla="*/ 75 h 98"/>
                  <a:gd name="T8" fmla="*/ 73 w 95"/>
                  <a:gd name="T9" fmla="*/ 69 h 98"/>
                  <a:gd name="T10" fmla="*/ 68 w 95"/>
                  <a:gd name="T11" fmla="*/ 63 h 98"/>
                  <a:gd name="T12" fmla="*/ 62 w 95"/>
                  <a:gd name="T13" fmla="*/ 58 h 98"/>
                  <a:gd name="T14" fmla="*/ 56 w 95"/>
                  <a:gd name="T15" fmla="*/ 52 h 98"/>
                  <a:gd name="T16" fmla="*/ 50 w 95"/>
                  <a:gd name="T17" fmla="*/ 47 h 98"/>
                  <a:gd name="T18" fmla="*/ 44 w 95"/>
                  <a:gd name="T19" fmla="*/ 42 h 98"/>
                  <a:gd name="T20" fmla="*/ 38 w 95"/>
                  <a:gd name="T21" fmla="*/ 36 h 98"/>
                  <a:gd name="T22" fmla="*/ 32 w 95"/>
                  <a:gd name="T23" fmla="*/ 30 h 98"/>
                  <a:gd name="T24" fmla="*/ 26 w 95"/>
                  <a:gd name="T25" fmla="*/ 25 h 98"/>
                  <a:gd name="T26" fmla="*/ 20 w 95"/>
                  <a:gd name="T27" fmla="*/ 19 h 98"/>
                  <a:gd name="T28" fmla="*/ 15 w 95"/>
                  <a:gd name="T29" fmla="*/ 13 h 98"/>
                  <a:gd name="T30" fmla="*/ 10 w 95"/>
                  <a:gd name="T31" fmla="*/ 7 h 98"/>
                  <a:gd name="T32" fmla="*/ 5 w 95"/>
                  <a:gd name="T33" fmla="*/ 0 h 98"/>
                  <a:gd name="T34" fmla="*/ 0 w 95"/>
                  <a:gd name="T35" fmla="*/ 3 h 98"/>
                  <a:gd name="T36" fmla="*/ 5 w 95"/>
                  <a:gd name="T37" fmla="*/ 11 h 98"/>
                  <a:gd name="T38" fmla="*/ 11 w 95"/>
                  <a:gd name="T39" fmla="*/ 17 h 98"/>
                  <a:gd name="T40" fmla="*/ 16 w 95"/>
                  <a:gd name="T41" fmla="*/ 23 h 98"/>
                  <a:gd name="T42" fmla="*/ 22 w 95"/>
                  <a:gd name="T43" fmla="*/ 29 h 98"/>
                  <a:gd name="T44" fmla="*/ 28 w 95"/>
                  <a:gd name="T45" fmla="*/ 35 h 98"/>
                  <a:gd name="T46" fmla="*/ 33 w 95"/>
                  <a:gd name="T47" fmla="*/ 40 h 98"/>
                  <a:gd name="T48" fmla="*/ 39 w 95"/>
                  <a:gd name="T49" fmla="*/ 46 h 98"/>
                  <a:gd name="T50" fmla="*/ 45 w 95"/>
                  <a:gd name="T51" fmla="*/ 51 h 98"/>
                  <a:gd name="T52" fmla="*/ 51 w 95"/>
                  <a:gd name="T53" fmla="*/ 57 h 98"/>
                  <a:gd name="T54" fmla="*/ 57 w 95"/>
                  <a:gd name="T55" fmla="*/ 62 h 98"/>
                  <a:gd name="T56" fmla="*/ 64 w 95"/>
                  <a:gd name="T57" fmla="*/ 68 h 98"/>
                  <a:gd name="T58" fmla="*/ 70 w 95"/>
                  <a:gd name="T59" fmla="*/ 72 h 98"/>
                  <a:gd name="T60" fmla="*/ 76 w 95"/>
                  <a:gd name="T61" fmla="*/ 78 h 98"/>
                  <a:gd name="T62" fmla="*/ 81 w 95"/>
                  <a:gd name="T63" fmla="*/ 85 h 98"/>
                  <a:gd name="T64" fmla="*/ 87 w 95"/>
                  <a:gd name="T65" fmla="*/ 91 h 98"/>
                  <a:gd name="T66" fmla="*/ 90 w 95"/>
                  <a:gd name="T67" fmla="*/ 98 h 98"/>
                  <a:gd name="T68" fmla="*/ 95 w 95"/>
                  <a:gd name="T69" fmla="*/ 94 h 9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5"/>
                  <a:gd name="T106" fmla="*/ 0 h 98"/>
                  <a:gd name="T107" fmla="*/ 95 w 95"/>
                  <a:gd name="T108" fmla="*/ 98 h 98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5" h="98">
                    <a:moveTo>
                      <a:pt x="95" y="94"/>
                    </a:moveTo>
                    <a:lnTo>
                      <a:pt x="90" y="88"/>
                    </a:lnTo>
                    <a:lnTo>
                      <a:pt x="85" y="81"/>
                    </a:lnTo>
                    <a:lnTo>
                      <a:pt x="79" y="75"/>
                    </a:lnTo>
                    <a:lnTo>
                      <a:pt x="73" y="69"/>
                    </a:lnTo>
                    <a:lnTo>
                      <a:pt x="68" y="63"/>
                    </a:lnTo>
                    <a:lnTo>
                      <a:pt x="62" y="58"/>
                    </a:lnTo>
                    <a:lnTo>
                      <a:pt x="56" y="52"/>
                    </a:lnTo>
                    <a:lnTo>
                      <a:pt x="50" y="47"/>
                    </a:lnTo>
                    <a:lnTo>
                      <a:pt x="44" y="42"/>
                    </a:lnTo>
                    <a:lnTo>
                      <a:pt x="38" y="36"/>
                    </a:lnTo>
                    <a:lnTo>
                      <a:pt x="32" y="30"/>
                    </a:lnTo>
                    <a:lnTo>
                      <a:pt x="26" y="25"/>
                    </a:lnTo>
                    <a:lnTo>
                      <a:pt x="20" y="19"/>
                    </a:lnTo>
                    <a:lnTo>
                      <a:pt x="15" y="13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5" y="11"/>
                    </a:lnTo>
                    <a:lnTo>
                      <a:pt x="11" y="17"/>
                    </a:lnTo>
                    <a:lnTo>
                      <a:pt x="16" y="23"/>
                    </a:lnTo>
                    <a:lnTo>
                      <a:pt x="22" y="29"/>
                    </a:lnTo>
                    <a:lnTo>
                      <a:pt x="28" y="35"/>
                    </a:lnTo>
                    <a:lnTo>
                      <a:pt x="33" y="40"/>
                    </a:lnTo>
                    <a:lnTo>
                      <a:pt x="39" y="46"/>
                    </a:lnTo>
                    <a:lnTo>
                      <a:pt x="45" y="51"/>
                    </a:lnTo>
                    <a:lnTo>
                      <a:pt x="51" y="57"/>
                    </a:lnTo>
                    <a:lnTo>
                      <a:pt x="57" y="62"/>
                    </a:lnTo>
                    <a:lnTo>
                      <a:pt x="64" y="68"/>
                    </a:lnTo>
                    <a:lnTo>
                      <a:pt x="70" y="72"/>
                    </a:lnTo>
                    <a:lnTo>
                      <a:pt x="76" y="78"/>
                    </a:lnTo>
                    <a:lnTo>
                      <a:pt x="81" y="85"/>
                    </a:lnTo>
                    <a:lnTo>
                      <a:pt x="87" y="91"/>
                    </a:lnTo>
                    <a:lnTo>
                      <a:pt x="90" y="98"/>
                    </a:lnTo>
                    <a:lnTo>
                      <a:pt x="95" y="9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5" name="Freeform 388"/>
              <p:cNvSpPr>
                <a:spLocks/>
              </p:cNvSpPr>
              <p:nvPr/>
            </p:nvSpPr>
            <p:spPr bwMode="auto">
              <a:xfrm>
                <a:off x="616" y="2410"/>
                <a:ext cx="30" cy="8"/>
              </a:xfrm>
              <a:custGeom>
                <a:avLst/>
                <a:gdLst>
                  <a:gd name="T0" fmla="*/ 0 w 121"/>
                  <a:gd name="T1" fmla="*/ 0 h 30"/>
                  <a:gd name="T2" fmla="*/ 7 w 121"/>
                  <a:gd name="T3" fmla="*/ 1 h 30"/>
                  <a:gd name="T4" fmla="*/ 16 w 121"/>
                  <a:gd name="T5" fmla="*/ 3 h 30"/>
                  <a:gd name="T6" fmla="*/ 23 w 121"/>
                  <a:gd name="T7" fmla="*/ 4 h 30"/>
                  <a:gd name="T8" fmla="*/ 30 w 121"/>
                  <a:gd name="T9" fmla="*/ 7 h 30"/>
                  <a:gd name="T10" fmla="*/ 38 w 121"/>
                  <a:gd name="T11" fmla="*/ 8 h 30"/>
                  <a:gd name="T12" fmla="*/ 46 w 121"/>
                  <a:gd name="T13" fmla="*/ 11 h 30"/>
                  <a:gd name="T14" fmla="*/ 54 w 121"/>
                  <a:gd name="T15" fmla="*/ 13 h 30"/>
                  <a:gd name="T16" fmla="*/ 61 w 121"/>
                  <a:gd name="T17" fmla="*/ 14 h 30"/>
                  <a:gd name="T18" fmla="*/ 68 w 121"/>
                  <a:gd name="T19" fmla="*/ 17 h 30"/>
                  <a:gd name="T20" fmla="*/ 77 w 121"/>
                  <a:gd name="T21" fmla="*/ 18 h 30"/>
                  <a:gd name="T22" fmla="*/ 84 w 121"/>
                  <a:gd name="T23" fmla="*/ 20 h 30"/>
                  <a:gd name="T24" fmla="*/ 91 w 121"/>
                  <a:gd name="T25" fmla="*/ 21 h 30"/>
                  <a:gd name="T26" fmla="*/ 98 w 121"/>
                  <a:gd name="T27" fmla="*/ 24 h 30"/>
                  <a:gd name="T28" fmla="*/ 106 w 121"/>
                  <a:gd name="T29" fmla="*/ 26 h 30"/>
                  <a:gd name="T30" fmla="*/ 114 w 121"/>
                  <a:gd name="T31" fmla="*/ 28 h 30"/>
                  <a:gd name="T32" fmla="*/ 121 w 121"/>
                  <a:gd name="T33" fmla="*/ 30 h 30"/>
                  <a:gd name="T34" fmla="*/ 0 w 121"/>
                  <a:gd name="T35" fmla="*/ 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1"/>
                  <a:gd name="T55" fmla="*/ 0 h 30"/>
                  <a:gd name="T56" fmla="*/ 121 w 121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1" h="30">
                    <a:moveTo>
                      <a:pt x="0" y="0"/>
                    </a:moveTo>
                    <a:lnTo>
                      <a:pt x="7" y="1"/>
                    </a:lnTo>
                    <a:lnTo>
                      <a:pt x="16" y="3"/>
                    </a:lnTo>
                    <a:lnTo>
                      <a:pt x="23" y="4"/>
                    </a:lnTo>
                    <a:lnTo>
                      <a:pt x="30" y="7"/>
                    </a:lnTo>
                    <a:lnTo>
                      <a:pt x="38" y="8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1" y="14"/>
                    </a:lnTo>
                    <a:lnTo>
                      <a:pt x="68" y="17"/>
                    </a:lnTo>
                    <a:lnTo>
                      <a:pt x="77" y="18"/>
                    </a:lnTo>
                    <a:lnTo>
                      <a:pt x="84" y="20"/>
                    </a:lnTo>
                    <a:lnTo>
                      <a:pt x="91" y="21"/>
                    </a:lnTo>
                    <a:lnTo>
                      <a:pt x="98" y="24"/>
                    </a:lnTo>
                    <a:lnTo>
                      <a:pt x="106" y="26"/>
                    </a:lnTo>
                    <a:lnTo>
                      <a:pt x="114" y="28"/>
                    </a:lnTo>
                    <a:lnTo>
                      <a:pt x="12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6" name="Freeform 389"/>
              <p:cNvSpPr>
                <a:spLocks/>
              </p:cNvSpPr>
              <p:nvPr/>
            </p:nvSpPr>
            <p:spPr bwMode="auto">
              <a:xfrm>
                <a:off x="615" y="2410"/>
                <a:ext cx="31" cy="9"/>
              </a:xfrm>
              <a:custGeom>
                <a:avLst/>
                <a:gdLst>
                  <a:gd name="T0" fmla="*/ 124 w 124"/>
                  <a:gd name="T1" fmla="*/ 30 h 36"/>
                  <a:gd name="T2" fmla="*/ 115 w 124"/>
                  <a:gd name="T3" fmla="*/ 29 h 36"/>
                  <a:gd name="T4" fmla="*/ 108 w 124"/>
                  <a:gd name="T5" fmla="*/ 27 h 36"/>
                  <a:gd name="T6" fmla="*/ 101 w 124"/>
                  <a:gd name="T7" fmla="*/ 25 h 36"/>
                  <a:gd name="T8" fmla="*/ 93 w 124"/>
                  <a:gd name="T9" fmla="*/ 23 h 36"/>
                  <a:gd name="T10" fmla="*/ 85 w 124"/>
                  <a:gd name="T11" fmla="*/ 22 h 36"/>
                  <a:gd name="T12" fmla="*/ 78 w 124"/>
                  <a:gd name="T13" fmla="*/ 19 h 36"/>
                  <a:gd name="T14" fmla="*/ 70 w 124"/>
                  <a:gd name="T15" fmla="*/ 17 h 36"/>
                  <a:gd name="T16" fmla="*/ 63 w 124"/>
                  <a:gd name="T17" fmla="*/ 16 h 36"/>
                  <a:gd name="T18" fmla="*/ 56 w 124"/>
                  <a:gd name="T19" fmla="*/ 13 h 36"/>
                  <a:gd name="T20" fmla="*/ 47 w 124"/>
                  <a:gd name="T21" fmla="*/ 12 h 36"/>
                  <a:gd name="T22" fmla="*/ 40 w 124"/>
                  <a:gd name="T23" fmla="*/ 10 h 36"/>
                  <a:gd name="T24" fmla="*/ 33 w 124"/>
                  <a:gd name="T25" fmla="*/ 8 h 36"/>
                  <a:gd name="T26" fmla="*/ 25 w 124"/>
                  <a:gd name="T27" fmla="*/ 6 h 36"/>
                  <a:gd name="T28" fmla="*/ 17 w 124"/>
                  <a:gd name="T29" fmla="*/ 4 h 36"/>
                  <a:gd name="T30" fmla="*/ 10 w 124"/>
                  <a:gd name="T31" fmla="*/ 2 h 36"/>
                  <a:gd name="T32" fmla="*/ 2 w 124"/>
                  <a:gd name="T33" fmla="*/ 0 h 36"/>
                  <a:gd name="T34" fmla="*/ 0 w 124"/>
                  <a:gd name="T35" fmla="*/ 6 h 36"/>
                  <a:gd name="T36" fmla="*/ 8 w 124"/>
                  <a:gd name="T37" fmla="*/ 8 h 36"/>
                  <a:gd name="T38" fmla="*/ 16 w 124"/>
                  <a:gd name="T39" fmla="*/ 10 h 36"/>
                  <a:gd name="T40" fmla="*/ 23 w 124"/>
                  <a:gd name="T41" fmla="*/ 12 h 36"/>
                  <a:gd name="T42" fmla="*/ 30 w 124"/>
                  <a:gd name="T43" fmla="*/ 13 h 36"/>
                  <a:gd name="T44" fmla="*/ 39 w 124"/>
                  <a:gd name="T45" fmla="*/ 16 h 36"/>
                  <a:gd name="T46" fmla="*/ 46 w 124"/>
                  <a:gd name="T47" fmla="*/ 17 h 36"/>
                  <a:gd name="T48" fmla="*/ 53 w 124"/>
                  <a:gd name="T49" fmla="*/ 19 h 36"/>
                  <a:gd name="T50" fmla="*/ 62 w 124"/>
                  <a:gd name="T51" fmla="*/ 21 h 36"/>
                  <a:gd name="T52" fmla="*/ 69 w 124"/>
                  <a:gd name="T53" fmla="*/ 23 h 36"/>
                  <a:gd name="T54" fmla="*/ 76 w 124"/>
                  <a:gd name="T55" fmla="*/ 25 h 36"/>
                  <a:gd name="T56" fmla="*/ 84 w 124"/>
                  <a:gd name="T57" fmla="*/ 27 h 36"/>
                  <a:gd name="T58" fmla="*/ 91 w 124"/>
                  <a:gd name="T59" fmla="*/ 29 h 36"/>
                  <a:gd name="T60" fmla="*/ 98 w 124"/>
                  <a:gd name="T61" fmla="*/ 30 h 36"/>
                  <a:gd name="T62" fmla="*/ 107 w 124"/>
                  <a:gd name="T63" fmla="*/ 33 h 36"/>
                  <a:gd name="T64" fmla="*/ 114 w 124"/>
                  <a:gd name="T65" fmla="*/ 34 h 36"/>
                  <a:gd name="T66" fmla="*/ 121 w 124"/>
                  <a:gd name="T67" fmla="*/ 36 h 36"/>
                  <a:gd name="T68" fmla="*/ 124 w 124"/>
                  <a:gd name="T69" fmla="*/ 30 h 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4"/>
                  <a:gd name="T106" fmla="*/ 0 h 36"/>
                  <a:gd name="T107" fmla="*/ 124 w 124"/>
                  <a:gd name="T108" fmla="*/ 36 h 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4" h="36">
                    <a:moveTo>
                      <a:pt x="124" y="30"/>
                    </a:moveTo>
                    <a:lnTo>
                      <a:pt x="115" y="29"/>
                    </a:lnTo>
                    <a:lnTo>
                      <a:pt x="108" y="27"/>
                    </a:lnTo>
                    <a:lnTo>
                      <a:pt x="101" y="25"/>
                    </a:lnTo>
                    <a:lnTo>
                      <a:pt x="93" y="23"/>
                    </a:lnTo>
                    <a:lnTo>
                      <a:pt x="85" y="22"/>
                    </a:lnTo>
                    <a:lnTo>
                      <a:pt x="78" y="19"/>
                    </a:lnTo>
                    <a:lnTo>
                      <a:pt x="70" y="17"/>
                    </a:lnTo>
                    <a:lnTo>
                      <a:pt x="63" y="16"/>
                    </a:lnTo>
                    <a:lnTo>
                      <a:pt x="56" y="13"/>
                    </a:lnTo>
                    <a:lnTo>
                      <a:pt x="47" y="12"/>
                    </a:lnTo>
                    <a:lnTo>
                      <a:pt x="40" y="10"/>
                    </a:lnTo>
                    <a:lnTo>
                      <a:pt x="33" y="8"/>
                    </a:lnTo>
                    <a:lnTo>
                      <a:pt x="25" y="6"/>
                    </a:lnTo>
                    <a:lnTo>
                      <a:pt x="17" y="4"/>
                    </a:lnTo>
                    <a:lnTo>
                      <a:pt x="10" y="2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8" y="8"/>
                    </a:lnTo>
                    <a:lnTo>
                      <a:pt x="16" y="10"/>
                    </a:lnTo>
                    <a:lnTo>
                      <a:pt x="23" y="12"/>
                    </a:lnTo>
                    <a:lnTo>
                      <a:pt x="30" y="13"/>
                    </a:lnTo>
                    <a:lnTo>
                      <a:pt x="39" y="16"/>
                    </a:lnTo>
                    <a:lnTo>
                      <a:pt x="46" y="17"/>
                    </a:lnTo>
                    <a:lnTo>
                      <a:pt x="53" y="19"/>
                    </a:lnTo>
                    <a:lnTo>
                      <a:pt x="62" y="21"/>
                    </a:lnTo>
                    <a:lnTo>
                      <a:pt x="69" y="23"/>
                    </a:lnTo>
                    <a:lnTo>
                      <a:pt x="76" y="25"/>
                    </a:lnTo>
                    <a:lnTo>
                      <a:pt x="84" y="27"/>
                    </a:lnTo>
                    <a:lnTo>
                      <a:pt x="91" y="29"/>
                    </a:lnTo>
                    <a:lnTo>
                      <a:pt x="98" y="30"/>
                    </a:lnTo>
                    <a:lnTo>
                      <a:pt x="107" y="33"/>
                    </a:lnTo>
                    <a:lnTo>
                      <a:pt x="114" y="34"/>
                    </a:lnTo>
                    <a:lnTo>
                      <a:pt x="121" y="36"/>
                    </a:lnTo>
                    <a:lnTo>
                      <a:pt x="124" y="3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7" name="Freeform 390"/>
              <p:cNvSpPr>
                <a:spLocks/>
              </p:cNvSpPr>
              <p:nvPr/>
            </p:nvSpPr>
            <p:spPr bwMode="auto">
              <a:xfrm>
                <a:off x="606" y="1801"/>
                <a:ext cx="127" cy="155"/>
              </a:xfrm>
              <a:custGeom>
                <a:avLst/>
                <a:gdLst>
                  <a:gd name="T0" fmla="*/ 431 w 507"/>
                  <a:gd name="T1" fmla="*/ 58 h 618"/>
                  <a:gd name="T2" fmla="*/ 429 w 507"/>
                  <a:gd name="T3" fmla="*/ 62 h 618"/>
                  <a:gd name="T4" fmla="*/ 424 w 507"/>
                  <a:gd name="T5" fmla="*/ 66 h 618"/>
                  <a:gd name="T6" fmla="*/ 417 w 507"/>
                  <a:gd name="T7" fmla="*/ 74 h 618"/>
                  <a:gd name="T8" fmla="*/ 407 w 507"/>
                  <a:gd name="T9" fmla="*/ 82 h 618"/>
                  <a:gd name="T10" fmla="*/ 394 w 507"/>
                  <a:gd name="T11" fmla="*/ 91 h 618"/>
                  <a:gd name="T12" fmla="*/ 377 w 507"/>
                  <a:gd name="T13" fmla="*/ 98 h 618"/>
                  <a:gd name="T14" fmla="*/ 356 w 507"/>
                  <a:gd name="T15" fmla="*/ 104 h 618"/>
                  <a:gd name="T16" fmla="*/ 332 w 507"/>
                  <a:gd name="T17" fmla="*/ 109 h 618"/>
                  <a:gd name="T18" fmla="*/ 303 w 507"/>
                  <a:gd name="T19" fmla="*/ 110 h 618"/>
                  <a:gd name="T20" fmla="*/ 270 w 507"/>
                  <a:gd name="T21" fmla="*/ 108 h 618"/>
                  <a:gd name="T22" fmla="*/ 232 w 507"/>
                  <a:gd name="T23" fmla="*/ 102 h 618"/>
                  <a:gd name="T24" fmla="*/ 190 w 507"/>
                  <a:gd name="T25" fmla="*/ 89 h 618"/>
                  <a:gd name="T26" fmla="*/ 143 w 507"/>
                  <a:gd name="T27" fmla="*/ 72 h 618"/>
                  <a:gd name="T28" fmla="*/ 91 w 507"/>
                  <a:gd name="T29" fmla="*/ 49 h 618"/>
                  <a:gd name="T30" fmla="*/ 31 w 507"/>
                  <a:gd name="T31" fmla="*/ 18 h 618"/>
                  <a:gd name="T32" fmla="*/ 1 w 507"/>
                  <a:gd name="T33" fmla="*/ 0 h 618"/>
                  <a:gd name="T34" fmla="*/ 8 w 507"/>
                  <a:gd name="T35" fmla="*/ 5 h 618"/>
                  <a:gd name="T36" fmla="*/ 23 w 507"/>
                  <a:gd name="T37" fmla="*/ 14 h 618"/>
                  <a:gd name="T38" fmla="*/ 43 w 507"/>
                  <a:gd name="T39" fmla="*/ 28 h 618"/>
                  <a:gd name="T40" fmla="*/ 70 w 507"/>
                  <a:gd name="T41" fmla="*/ 46 h 618"/>
                  <a:gd name="T42" fmla="*/ 99 w 507"/>
                  <a:gd name="T43" fmla="*/ 69 h 618"/>
                  <a:gd name="T44" fmla="*/ 133 w 507"/>
                  <a:gd name="T45" fmla="*/ 98 h 618"/>
                  <a:gd name="T46" fmla="*/ 168 w 507"/>
                  <a:gd name="T47" fmla="*/ 131 h 618"/>
                  <a:gd name="T48" fmla="*/ 205 w 507"/>
                  <a:gd name="T49" fmla="*/ 168 h 618"/>
                  <a:gd name="T50" fmla="*/ 242 w 507"/>
                  <a:gd name="T51" fmla="*/ 212 h 618"/>
                  <a:gd name="T52" fmla="*/ 280 w 507"/>
                  <a:gd name="T53" fmla="*/ 259 h 618"/>
                  <a:gd name="T54" fmla="*/ 315 w 507"/>
                  <a:gd name="T55" fmla="*/ 313 h 618"/>
                  <a:gd name="T56" fmla="*/ 349 w 507"/>
                  <a:gd name="T57" fmla="*/ 372 h 618"/>
                  <a:gd name="T58" fmla="*/ 380 w 507"/>
                  <a:gd name="T59" fmla="*/ 435 h 618"/>
                  <a:gd name="T60" fmla="*/ 407 w 507"/>
                  <a:gd name="T61" fmla="*/ 504 h 618"/>
                  <a:gd name="T62" fmla="*/ 428 w 507"/>
                  <a:gd name="T63" fmla="*/ 579 h 618"/>
                  <a:gd name="T64" fmla="*/ 436 w 507"/>
                  <a:gd name="T65" fmla="*/ 618 h 618"/>
                  <a:gd name="T66" fmla="*/ 437 w 507"/>
                  <a:gd name="T67" fmla="*/ 613 h 618"/>
                  <a:gd name="T68" fmla="*/ 439 w 507"/>
                  <a:gd name="T69" fmla="*/ 604 h 618"/>
                  <a:gd name="T70" fmla="*/ 440 w 507"/>
                  <a:gd name="T71" fmla="*/ 590 h 618"/>
                  <a:gd name="T72" fmla="*/ 442 w 507"/>
                  <a:gd name="T73" fmla="*/ 573 h 618"/>
                  <a:gd name="T74" fmla="*/ 445 w 507"/>
                  <a:gd name="T75" fmla="*/ 554 h 618"/>
                  <a:gd name="T76" fmla="*/ 448 w 507"/>
                  <a:gd name="T77" fmla="*/ 531 h 618"/>
                  <a:gd name="T78" fmla="*/ 452 w 507"/>
                  <a:gd name="T79" fmla="*/ 508 h 618"/>
                  <a:gd name="T80" fmla="*/ 456 w 507"/>
                  <a:gd name="T81" fmla="*/ 482 h 618"/>
                  <a:gd name="T82" fmla="*/ 459 w 507"/>
                  <a:gd name="T83" fmla="*/ 457 h 618"/>
                  <a:gd name="T84" fmla="*/ 464 w 507"/>
                  <a:gd name="T85" fmla="*/ 430 h 618"/>
                  <a:gd name="T86" fmla="*/ 469 w 507"/>
                  <a:gd name="T87" fmla="*/ 406 h 618"/>
                  <a:gd name="T88" fmla="*/ 473 w 507"/>
                  <a:gd name="T89" fmla="*/ 382 h 618"/>
                  <a:gd name="T90" fmla="*/ 477 w 507"/>
                  <a:gd name="T91" fmla="*/ 359 h 618"/>
                  <a:gd name="T92" fmla="*/ 482 w 507"/>
                  <a:gd name="T93" fmla="*/ 338 h 618"/>
                  <a:gd name="T94" fmla="*/ 488 w 507"/>
                  <a:gd name="T95" fmla="*/ 321 h 618"/>
                  <a:gd name="T96" fmla="*/ 496 w 507"/>
                  <a:gd name="T97" fmla="*/ 298 h 618"/>
                  <a:gd name="T98" fmla="*/ 503 w 507"/>
                  <a:gd name="T99" fmla="*/ 265 h 618"/>
                  <a:gd name="T100" fmla="*/ 507 w 507"/>
                  <a:gd name="T101" fmla="*/ 231 h 618"/>
                  <a:gd name="T102" fmla="*/ 507 w 507"/>
                  <a:gd name="T103" fmla="*/ 197 h 618"/>
                  <a:gd name="T104" fmla="*/ 501 w 507"/>
                  <a:gd name="T105" fmla="*/ 163 h 618"/>
                  <a:gd name="T106" fmla="*/ 490 w 507"/>
                  <a:gd name="T107" fmla="*/ 129 h 618"/>
                  <a:gd name="T108" fmla="*/ 473 w 507"/>
                  <a:gd name="T109" fmla="*/ 98 h 618"/>
                  <a:gd name="T110" fmla="*/ 447 w 507"/>
                  <a:gd name="T111" fmla="*/ 70 h 618"/>
                  <a:gd name="T112" fmla="*/ 431 w 507"/>
                  <a:gd name="T113" fmla="*/ 58 h 61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07"/>
                  <a:gd name="T172" fmla="*/ 0 h 618"/>
                  <a:gd name="T173" fmla="*/ 507 w 507"/>
                  <a:gd name="T174" fmla="*/ 618 h 61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07" h="618">
                    <a:moveTo>
                      <a:pt x="431" y="58"/>
                    </a:moveTo>
                    <a:lnTo>
                      <a:pt x="431" y="58"/>
                    </a:lnTo>
                    <a:lnTo>
                      <a:pt x="430" y="59"/>
                    </a:lnTo>
                    <a:lnTo>
                      <a:pt x="429" y="62"/>
                    </a:lnTo>
                    <a:lnTo>
                      <a:pt x="428" y="64"/>
                    </a:lnTo>
                    <a:lnTo>
                      <a:pt x="424" y="66"/>
                    </a:lnTo>
                    <a:lnTo>
                      <a:pt x="422" y="70"/>
                    </a:lnTo>
                    <a:lnTo>
                      <a:pt x="417" y="74"/>
                    </a:lnTo>
                    <a:lnTo>
                      <a:pt x="413" y="77"/>
                    </a:lnTo>
                    <a:lnTo>
                      <a:pt x="407" y="82"/>
                    </a:lnTo>
                    <a:lnTo>
                      <a:pt x="401" y="86"/>
                    </a:lnTo>
                    <a:lnTo>
                      <a:pt x="394" y="91"/>
                    </a:lnTo>
                    <a:lnTo>
                      <a:pt x="385" y="94"/>
                    </a:lnTo>
                    <a:lnTo>
                      <a:pt x="377" y="98"/>
                    </a:lnTo>
                    <a:lnTo>
                      <a:pt x="367" y="102"/>
                    </a:lnTo>
                    <a:lnTo>
                      <a:pt x="356" y="104"/>
                    </a:lnTo>
                    <a:lnTo>
                      <a:pt x="344" y="106"/>
                    </a:lnTo>
                    <a:lnTo>
                      <a:pt x="332" y="109"/>
                    </a:lnTo>
                    <a:lnTo>
                      <a:pt x="319" y="110"/>
                    </a:lnTo>
                    <a:lnTo>
                      <a:pt x="303" y="110"/>
                    </a:lnTo>
                    <a:lnTo>
                      <a:pt x="287" y="109"/>
                    </a:lnTo>
                    <a:lnTo>
                      <a:pt x="270" y="108"/>
                    </a:lnTo>
                    <a:lnTo>
                      <a:pt x="252" y="105"/>
                    </a:lnTo>
                    <a:lnTo>
                      <a:pt x="232" y="102"/>
                    </a:lnTo>
                    <a:lnTo>
                      <a:pt x="212" y="97"/>
                    </a:lnTo>
                    <a:lnTo>
                      <a:pt x="190" y="89"/>
                    </a:lnTo>
                    <a:lnTo>
                      <a:pt x="167" y="82"/>
                    </a:lnTo>
                    <a:lnTo>
                      <a:pt x="143" y="72"/>
                    </a:lnTo>
                    <a:lnTo>
                      <a:pt x="117" y="62"/>
                    </a:lnTo>
                    <a:lnTo>
                      <a:pt x="91" y="49"/>
                    </a:lnTo>
                    <a:lnTo>
                      <a:pt x="61" y="35"/>
                    </a:lnTo>
                    <a:lnTo>
                      <a:pt x="31" y="18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5" y="9"/>
                    </a:lnTo>
                    <a:lnTo>
                      <a:pt x="23" y="14"/>
                    </a:lnTo>
                    <a:lnTo>
                      <a:pt x="32" y="20"/>
                    </a:lnTo>
                    <a:lnTo>
                      <a:pt x="43" y="28"/>
                    </a:lnTo>
                    <a:lnTo>
                      <a:pt x="57" y="36"/>
                    </a:lnTo>
                    <a:lnTo>
                      <a:pt x="70" y="46"/>
                    </a:lnTo>
                    <a:lnTo>
                      <a:pt x="84" y="57"/>
                    </a:lnTo>
                    <a:lnTo>
                      <a:pt x="99" y="69"/>
                    </a:lnTo>
                    <a:lnTo>
                      <a:pt x="116" y="82"/>
                    </a:lnTo>
                    <a:lnTo>
                      <a:pt x="133" y="98"/>
                    </a:lnTo>
                    <a:lnTo>
                      <a:pt x="150" y="114"/>
                    </a:lnTo>
                    <a:lnTo>
                      <a:pt x="168" y="131"/>
                    </a:lnTo>
                    <a:lnTo>
                      <a:pt x="186" y="149"/>
                    </a:lnTo>
                    <a:lnTo>
                      <a:pt x="205" y="168"/>
                    </a:lnTo>
                    <a:lnTo>
                      <a:pt x="224" y="190"/>
                    </a:lnTo>
                    <a:lnTo>
                      <a:pt x="242" y="212"/>
                    </a:lnTo>
                    <a:lnTo>
                      <a:pt x="262" y="235"/>
                    </a:lnTo>
                    <a:lnTo>
                      <a:pt x="280" y="259"/>
                    </a:lnTo>
                    <a:lnTo>
                      <a:pt x="298" y="286"/>
                    </a:lnTo>
                    <a:lnTo>
                      <a:pt x="315" y="313"/>
                    </a:lnTo>
                    <a:lnTo>
                      <a:pt x="333" y="342"/>
                    </a:lnTo>
                    <a:lnTo>
                      <a:pt x="349" y="372"/>
                    </a:lnTo>
                    <a:lnTo>
                      <a:pt x="365" y="403"/>
                    </a:lnTo>
                    <a:lnTo>
                      <a:pt x="380" y="435"/>
                    </a:lnTo>
                    <a:lnTo>
                      <a:pt x="394" y="469"/>
                    </a:lnTo>
                    <a:lnTo>
                      <a:pt x="407" y="504"/>
                    </a:lnTo>
                    <a:lnTo>
                      <a:pt x="418" y="542"/>
                    </a:lnTo>
                    <a:lnTo>
                      <a:pt x="428" y="579"/>
                    </a:lnTo>
                    <a:lnTo>
                      <a:pt x="436" y="618"/>
                    </a:lnTo>
                    <a:lnTo>
                      <a:pt x="437" y="616"/>
                    </a:lnTo>
                    <a:lnTo>
                      <a:pt x="437" y="613"/>
                    </a:lnTo>
                    <a:lnTo>
                      <a:pt x="437" y="608"/>
                    </a:lnTo>
                    <a:lnTo>
                      <a:pt x="439" y="604"/>
                    </a:lnTo>
                    <a:lnTo>
                      <a:pt x="440" y="597"/>
                    </a:lnTo>
                    <a:lnTo>
                      <a:pt x="440" y="590"/>
                    </a:lnTo>
                    <a:lnTo>
                      <a:pt x="441" y="582"/>
                    </a:lnTo>
                    <a:lnTo>
                      <a:pt x="442" y="573"/>
                    </a:lnTo>
                    <a:lnTo>
                      <a:pt x="444" y="564"/>
                    </a:lnTo>
                    <a:lnTo>
                      <a:pt x="445" y="554"/>
                    </a:lnTo>
                    <a:lnTo>
                      <a:pt x="447" y="543"/>
                    </a:lnTo>
                    <a:lnTo>
                      <a:pt x="448" y="531"/>
                    </a:lnTo>
                    <a:lnTo>
                      <a:pt x="450" y="520"/>
                    </a:lnTo>
                    <a:lnTo>
                      <a:pt x="452" y="508"/>
                    </a:lnTo>
                    <a:lnTo>
                      <a:pt x="453" y="494"/>
                    </a:lnTo>
                    <a:lnTo>
                      <a:pt x="456" y="482"/>
                    </a:lnTo>
                    <a:lnTo>
                      <a:pt x="457" y="469"/>
                    </a:lnTo>
                    <a:lnTo>
                      <a:pt x="459" y="457"/>
                    </a:lnTo>
                    <a:lnTo>
                      <a:pt x="462" y="443"/>
                    </a:lnTo>
                    <a:lnTo>
                      <a:pt x="464" y="430"/>
                    </a:lnTo>
                    <a:lnTo>
                      <a:pt x="467" y="418"/>
                    </a:lnTo>
                    <a:lnTo>
                      <a:pt x="469" y="406"/>
                    </a:lnTo>
                    <a:lnTo>
                      <a:pt x="470" y="394"/>
                    </a:lnTo>
                    <a:lnTo>
                      <a:pt x="473" y="382"/>
                    </a:lnTo>
                    <a:lnTo>
                      <a:pt x="475" y="370"/>
                    </a:lnTo>
                    <a:lnTo>
                      <a:pt x="477" y="359"/>
                    </a:lnTo>
                    <a:lnTo>
                      <a:pt x="480" y="349"/>
                    </a:lnTo>
                    <a:lnTo>
                      <a:pt x="482" y="338"/>
                    </a:lnTo>
                    <a:lnTo>
                      <a:pt x="486" y="329"/>
                    </a:lnTo>
                    <a:lnTo>
                      <a:pt x="488" y="321"/>
                    </a:lnTo>
                    <a:lnTo>
                      <a:pt x="491" y="313"/>
                    </a:lnTo>
                    <a:lnTo>
                      <a:pt x="496" y="298"/>
                    </a:lnTo>
                    <a:lnTo>
                      <a:pt x="499" y="282"/>
                    </a:lnTo>
                    <a:lnTo>
                      <a:pt x="503" y="265"/>
                    </a:lnTo>
                    <a:lnTo>
                      <a:pt x="505" y="249"/>
                    </a:lnTo>
                    <a:lnTo>
                      <a:pt x="507" y="231"/>
                    </a:lnTo>
                    <a:lnTo>
                      <a:pt x="507" y="214"/>
                    </a:lnTo>
                    <a:lnTo>
                      <a:pt x="507" y="197"/>
                    </a:lnTo>
                    <a:lnTo>
                      <a:pt x="504" y="180"/>
                    </a:lnTo>
                    <a:lnTo>
                      <a:pt x="501" y="163"/>
                    </a:lnTo>
                    <a:lnTo>
                      <a:pt x="496" y="146"/>
                    </a:lnTo>
                    <a:lnTo>
                      <a:pt x="490" y="129"/>
                    </a:lnTo>
                    <a:lnTo>
                      <a:pt x="481" y="114"/>
                    </a:lnTo>
                    <a:lnTo>
                      <a:pt x="473" y="98"/>
                    </a:lnTo>
                    <a:lnTo>
                      <a:pt x="460" y="83"/>
                    </a:lnTo>
                    <a:lnTo>
                      <a:pt x="447" y="70"/>
                    </a:lnTo>
                    <a:lnTo>
                      <a:pt x="431" y="58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8" name="Freeform 391"/>
              <p:cNvSpPr>
                <a:spLocks/>
              </p:cNvSpPr>
              <p:nvPr/>
            </p:nvSpPr>
            <p:spPr bwMode="auto">
              <a:xfrm>
                <a:off x="606" y="1801"/>
                <a:ext cx="109" cy="29"/>
              </a:xfrm>
              <a:custGeom>
                <a:avLst/>
                <a:gdLst>
                  <a:gd name="T0" fmla="*/ 0 w 436"/>
                  <a:gd name="T1" fmla="*/ 5 h 115"/>
                  <a:gd name="T2" fmla="*/ 62 w 436"/>
                  <a:gd name="T3" fmla="*/ 40 h 115"/>
                  <a:gd name="T4" fmla="*/ 118 w 436"/>
                  <a:gd name="T5" fmla="*/ 67 h 115"/>
                  <a:gd name="T6" fmla="*/ 169 w 436"/>
                  <a:gd name="T7" fmla="*/ 88 h 115"/>
                  <a:gd name="T8" fmla="*/ 214 w 436"/>
                  <a:gd name="T9" fmla="*/ 102 h 115"/>
                  <a:gd name="T10" fmla="*/ 254 w 436"/>
                  <a:gd name="T11" fmla="*/ 111 h 115"/>
                  <a:gd name="T12" fmla="*/ 289 w 436"/>
                  <a:gd name="T13" fmla="*/ 115 h 115"/>
                  <a:gd name="T14" fmla="*/ 321 w 436"/>
                  <a:gd name="T15" fmla="*/ 115 h 115"/>
                  <a:gd name="T16" fmla="*/ 347 w 436"/>
                  <a:gd name="T17" fmla="*/ 112 h 115"/>
                  <a:gd name="T18" fmla="*/ 370 w 436"/>
                  <a:gd name="T19" fmla="*/ 107 h 115"/>
                  <a:gd name="T20" fmla="*/ 388 w 436"/>
                  <a:gd name="T21" fmla="*/ 100 h 115"/>
                  <a:gd name="T22" fmla="*/ 404 w 436"/>
                  <a:gd name="T23" fmla="*/ 91 h 115"/>
                  <a:gd name="T24" fmla="*/ 416 w 436"/>
                  <a:gd name="T25" fmla="*/ 83 h 115"/>
                  <a:gd name="T26" fmla="*/ 425 w 436"/>
                  <a:gd name="T27" fmla="*/ 75 h 115"/>
                  <a:gd name="T28" fmla="*/ 431 w 436"/>
                  <a:gd name="T29" fmla="*/ 68 h 115"/>
                  <a:gd name="T30" fmla="*/ 435 w 436"/>
                  <a:gd name="T31" fmla="*/ 63 h 115"/>
                  <a:gd name="T32" fmla="*/ 436 w 436"/>
                  <a:gd name="T33" fmla="*/ 62 h 115"/>
                  <a:gd name="T34" fmla="*/ 431 w 436"/>
                  <a:gd name="T35" fmla="*/ 60 h 115"/>
                  <a:gd name="T36" fmla="*/ 429 w 436"/>
                  <a:gd name="T37" fmla="*/ 62 h 115"/>
                  <a:gd name="T38" fmla="*/ 425 w 436"/>
                  <a:gd name="T39" fmla="*/ 67 h 115"/>
                  <a:gd name="T40" fmla="*/ 418 w 436"/>
                  <a:gd name="T41" fmla="*/ 74 h 115"/>
                  <a:gd name="T42" fmla="*/ 408 w 436"/>
                  <a:gd name="T43" fmla="*/ 83 h 115"/>
                  <a:gd name="T44" fmla="*/ 395 w 436"/>
                  <a:gd name="T45" fmla="*/ 91 h 115"/>
                  <a:gd name="T46" fmla="*/ 378 w 436"/>
                  <a:gd name="T47" fmla="*/ 98 h 115"/>
                  <a:gd name="T48" fmla="*/ 357 w 436"/>
                  <a:gd name="T49" fmla="*/ 105 h 115"/>
                  <a:gd name="T50" fmla="*/ 334 w 436"/>
                  <a:gd name="T51" fmla="*/ 108 h 115"/>
                  <a:gd name="T52" fmla="*/ 305 w 436"/>
                  <a:gd name="T53" fmla="*/ 111 h 115"/>
                  <a:gd name="T54" fmla="*/ 273 w 436"/>
                  <a:gd name="T55" fmla="*/ 108 h 115"/>
                  <a:gd name="T56" fmla="*/ 236 w 436"/>
                  <a:gd name="T57" fmla="*/ 102 h 115"/>
                  <a:gd name="T58" fmla="*/ 193 w 436"/>
                  <a:gd name="T59" fmla="*/ 90 h 115"/>
                  <a:gd name="T60" fmla="*/ 146 w 436"/>
                  <a:gd name="T61" fmla="*/ 73 h 115"/>
                  <a:gd name="T62" fmla="*/ 94 w 436"/>
                  <a:gd name="T63" fmla="*/ 50 h 115"/>
                  <a:gd name="T64" fmla="*/ 34 w 436"/>
                  <a:gd name="T65" fmla="*/ 18 h 115"/>
                  <a:gd name="T66" fmla="*/ 0 w 436"/>
                  <a:gd name="T67" fmla="*/ 5 h 11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6"/>
                  <a:gd name="T103" fmla="*/ 0 h 115"/>
                  <a:gd name="T104" fmla="*/ 436 w 436"/>
                  <a:gd name="T105" fmla="*/ 115 h 11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6" h="115">
                    <a:moveTo>
                      <a:pt x="3" y="0"/>
                    </a:moveTo>
                    <a:lnTo>
                      <a:pt x="0" y="5"/>
                    </a:lnTo>
                    <a:lnTo>
                      <a:pt x="32" y="23"/>
                    </a:lnTo>
                    <a:lnTo>
                      <a:pt x="62" y="40"/>
                    </a:lnTo>
                    <a:lnTo>
                      <a:pt x="91" y="55"/>
                    </a:lnTo>
                    <a:lnTo>
                      <a:pt x="118" y="67"/>
                    </a:lnTo>
                    <a:lnTo>
                      <a:pt x="143" y="78"/>
                    </a:lnTo>
                    <a:lnTo>
                      <a:pt x="169" y="88"/>
                    </a:lnTo>
                    <a:lnTo>
                      <a:pt x="192" y="96"/>
                    </a:lnTo>
                    <a:lnTo>
                      <a:pt x="214" y="102"/>
                    </a:lnTo>
                    <a:lnTo>
                      <a:pt x="234" y="107"/>
                    </a:lnTo>
                    <a:lnTo>
                      <a:pt x="254" y="111"/>
                    </a:lnTo>
                    <a:lnTo>
                      <a:pt x="272" y="114"/>
                    </a:lnTo>
                    <a:lnTo>
                      <a:pt x="289" y="115"/>
                    </a:lnTo>
                    <a:lnTo>
                      <a:pt x="305" y="115"/>
                    </a:lnTo>
                    <a:lnTo>
                      <a:pt x="321" y="115"/>
                    </a:lnTo>
                    <a:lnTo>
                      <a:pt x="334" y="114"/>
                    </a:lnTo>
                    <a:lnTo>
                      <a:pt x="347" y="112"/>
                    </a:lnTo>
                    <a:lnTo>
                      <a:pt x="359" y="109"/>
                    </a:lnTo>
                    <a:lnTo>
                      <a:pt x="370" y="107"/>
                    </a:lnTo>
                    <a:lnTo>
                      <a:pt x="380" y="103"/>
                    </a:lnTo>
                    <a:lnTo>
                      <a:pt x="388" y="100"/>
                    </a:lnTo>
                    <a:lnTo>
                      <a:pt x="397" y="96"/>
                    </a:lnTo>
                    <a:lnTo>
                      <a:pt x="404" y="91"/>
                    </a:lnTo>
                    <a:lnTo>
                      <a:pt x="410" y="88"/>
                    </a:lnTo>
                    <a:lnTo>
                      <a:pt x="416" y="83"/>
                    </a:lnTo>
                    <a:lnTo>
                      <a:pt x="421" y="79"/>
                    </a:lnTo>
                    <a:lnTo>
                      <a:pt x="425" y="75"/>
                    </a:lnTo>
                    <a:lnTo>
                      <a:pt x="429" y="72"/>
                    </a:lnTo>
                    <a:lnTo>
                      <a:pt x="431" y="68"/>
                    </a:lnTo>
                    <a:lnTo>
                      <a:pt x="433" y="66"/>
                    </a:lnTo>
                    <a:lnTo>
                      <a:pt x="435" y="63"/>
                    </a:lnTo>
                    <a:lnTo>
                      <a:pt x="436" y="62"/>
                    </a:lnTo>
                    <a:lnTo>
                      <a:pt x="431" y="58"/>
                    </a:lnTo>
                    <a:lnTo>
                      <a:pt x="431" y="60"/>
                    </a:lnTo>
                    <a:lnTo>
                      <a:pt x="430" y="61"/>
                    </a:lnTo>
                    <a:lnTo>
                      <a:pt x="429" y="62"/>
                    </a:lnTo>
                    <a:lnTo>
                      <a:pt x="427" y="65"/>
                    </a:lnTo>
                    <a:lnTo>
                      <a:pt x="425" y="67"/>
                    </a:lnTo>
                    <a:lnTo>
                      <a:pt x="421" y="71"/>
                    </a:lnTo>
                    <a:lnTo>
                      <a:pt x="418" y="74"/>
                    </a:lnTo>
                    <a:lnTo>
                      <a:pt x="413" y="79"/>
                    </a:lnTo>
                    <a:lnTo>
                      <a:pt x="408" y="83"/>
                    </a:lnTo>
                    <a:lnTo>
                      <a:pt x="401" y="86"/>
                    </a:lnTo>
                    <a:lnTo>
                      <a:pt x="395" y="91"/>
                    </a:lnTo>
                    <a:lnTo>
                      <a:pt x="386" y="95"/>
                    </a:lnTo>
                    <a:lnTo>
                      <a:pt x="378" y="98"/>
                    </a:lnTo>
                    <a:lnTo>
                      <a:pt x="368" y="101"/>
                    </a:lnTo>
                    <a:lnTo>
                      <a:pt x="357" y="105"/>
                    </a:lnTo>
                    <a:lnTo>
                      <a:pt x="346" y="107"/>
                    </a:lnTo>
                    <a:lnTo>
                      <a:pt x="334" y="108"/>
                    </a:lnTo>
                    <a:lnTo>
                      <a:pt x="321" y="109"/>
                    </a:lnTo>
                    <a:lnTo>
                      <a:pt x="305" y="111"/>
                    </a:lnTo>
                    <a:lnTo>
                      <a:pt x="289" y="109"/>
                    </a:lnTo>
                    <a:lnTo>
                      <a:pt x="273" y="108"/>
                    </a:lnTo>
                    <a:lnTo>
                      <a:pt x="255" y="106"/>
                    </a:lnTo>
                    <a:lnTo>
                      <a:pt x="236" y="102"/>
                    </a:lnTo>
                    <a:lnTo>
                      <a:pt x="215" y="96"/>
                    </a:lnTo>
                    <a:lnTo>
                      <a:pt x="193" y="90"/>
                    </a:lnTo>
                    <a:lnTo>
                      <a:pt x="170" y="83"/>
                    </a:lnTo>
                    <a:lnTo>
                      <a:pt x="146" y="73"/>
                    </a:lnTo>
                    <a:lnTo>
                      <a:pt x="120" y="62"/>
                    </a:lnTo>
                    <a:lnTo>
                      <a:pt x="94" y="50"/>
                    </a:lnTo>
                    <a:lnTo>
                      <a:pt x="65" y="35"/>
                    </a:lnTo>
                    <a:lnTo>
                      <a:pt x="34" y="18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9" name="Freeform 392"/>
              <p:cNvSpPr>
                <a:spLocks/>
              </p:cNvSpPr>
              <p:nvPr/>
            </p:nvSpPr>
            <p:spPr bwMode="auto">
              <a:xfrm>
                <a:off x="606" y="1801"/>
                <a:ext cx="110" cy="155"/>
              </a:xfrm>
              <a:custGeom>
                <a:avLst/>
                <a:gdLst>
                  <a:gd name="T0" fmla="*/ 442 w 442"/>
                  <a:gd name="T1" fmla="*/ 621 h 622"/>
                  <a:gd name="T2" fmla="*/ 422 w 442"/>
                  <a:gd name="T3" fmla="*/ 543 h 622"/>
                  <a:gd name="T4" fmla="*/ 398 w 442"/>
                  <a:gd name="T5" fmla="*/ 471 h 622"/>
                  <a:gd name="T6" fmla="*/ 369 w 442"/>
                  <a:gd name="T7" fmla="*/ 405 h 622"/>
                  <a:gd name="T8" fmla="*/ 338 w 442"/>
                  <a:gd name="T9" fmla="*/ 343 h 622"/>
                  <a:gd name="T10" fmla="*/ 302 w 442"/>
                  <a:gd name="T11" fmla="*/ 288 h 622"/>
                  <a:gd name="T12" fmla="*/ 266 w 442"/>
                  <a:gd name="T13" fmla="*/ 237 h 622"/>
                  <a:gd name="T14" fmla="*/ 228 w 442"/>
                  <a:gd name="T15" fmla="*/ 191 h 622"/>
                  <a:gd name="T16" fmla="*/ 191 w 442"/>
                  <a:gd name="T17" fmla="*/ 149 h 622"/>
                  <a:gd name="T18" fmla="*/ 154 w 442"/>
                  <a:gd name="T19" fmla="*/ 114 h 622"/>
                  <a:gd name="T20" fmla="*/ 120 w 442"/>
                  <a:gd name="T21" fmla="*/ 84 h 622"/>
                  <a:gd name="T22" fmla="*/ 88 w 442"/>
                  <a:gd name="T23" fmla="*/ 58 h 622"/>
                  <a:gd name="T24" fmla="*/ 60 w 442"/>
                  <a:gd name="T25" fmla="*/ 37 h 622"/>
                  <a:gd name="T26" fmla="*/ 37 w 442"/>
                  <a:gd name="T27" fmla="*/ 21 h 622"/>
                  <a:gd name="T28" fmla="*/ 19 w 442"/>
                  <a:gd name="T29" fmla="*/ 10 h 622"/>
                  <a:gd name="T30" fmla="*/ 8 w 442"/>
                  <a:gd name="T31" fmla="*/ 3 h 622"/>
                  <a:gd name="T32" fmla="*/ 3 w 442"/>
                  <a:gd name="T33" fmla="*/ 0 h 622"/>
                  <a:gd name="T34" fmla="*/ 2 w 442"/>
                  <a:gd name="T35" fmla="*/ 5 h 622"/>
                  <a:gd name="T36" fmla="*/ 9 w 442"/>
                  <a:gd name="T37" fmla="*/ 10 h 622"/>
                  <a:gd name="T38" fmla="*/ 23 w 442"/>
                  <a:gd name="T39" fmla="*/ 20 h 622"/>
                  <a:gd name="T40" fmla="*/ 44 w 442"/>
                  <a:gd name="T41" fmla="*/ 33 h 622"/>
                  <a:gd name="T42" fmla="*/ 69 w 442"/>
                  <a:gd name="T43" fmla="*/ 51 h 622"/>
                  <a:gd name="T44" fmla="*/ 100 w 442"/>
                  <a:gd name="T45" fmla="*/ 74 h 622"/>
                  <a:gd name="T46" fmla="*/ 133 w 442"/>
                  <a:gd name="T47" fmla="*/ 102 h 622"/>
                  <a:gd name="T48" fmla="*/ 168 w 442"/>
                  <a:gd name="T49" fmla="*/ 136 h 622"/>
                  <a:gd name="T50" fmla="*/ 205 w 442"/>
                  <a:gd name="T51" fmla="*/ 174 h 622"/>
                  <a:gd name="T52" fmla="*/ 243 w 442"/>
                  <a:gd name="T53" fmla="*/ 216 h 622"/>
                  <a:gd name="T54" fmla="*/ 279 w 442"/>
                  <a:gd name="T55" fmla="*/ 265 h 622"/>
                  <a:gd name="T56" fmla="*/ 315 w 442"/>
                  <a:gd name="T57" fmla="*/ 318 h 622"/>
                  <a:gd name="T58" fmla="*/ 348 w 442"/>
                  <a:gd name="T59" fmla="*/ 376 h 622"/>
                  <a:gd name="T60" fmla="*/ 380 w 442"/>
                  <a:gd name="T61" fmla="*/ 439 h 622"/>
                  <a:gd name="T62" fmla="*/ 405 w 442"/>
                  <a:gd name="T63" fmla="*/ 508 h 622"/>
                  <a:gd name="T64" fmla="*/ 427 w 442"/>
                  <a:gd name="T65" fmla="*/ 583 h 622"/>
                  <a:gd name="T66" fmla="*/ 442 w 442"/>
                  <a:gd name="T67" fmla="*/ 622 h 6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2"/>
                  <a:gd name="T103" fmla="*/ 0 h 622"/>
                  <a:gd name="T104" fmla="*/ 442 w 442"/>
                  <a:gd name="T105" fmla="*/ 622 h 62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2" h="622">
                    <a:moveTo>
                      <a:pt x="436" y="621"/>
                    </a:moveTo>
                    <a:lnTo>
                      <a:pt x="442" y="621"/>
                    </a:lnTo>
                    <a:lnTo>
                      <a:pt x="432" y="581"/>
                    </a:lnTo>
                    <a:lnTo>
                      <a:pt x="422" y="543"/>
                    </a:lnTo>
                    <a:lnTo>
                      <a:pt x="412" y="507"/>
                    </a:lnTo>
                    <a:lnTo>
                      <a:pt x="398" y="471"/>
                    </a:lnTo>
                    <a:lnTo>
                      <a:pt x="385" y="437"/>
                    </a:lnTo>
                    <a:lnTo>
                      <a:pt x="369" y="405"/>
                    </a:lnTo>
                    <a:lnTo>
                      <a:pt x="353" y="374"/>
                    </a:lnTo>
                    <a:lnTo>
                      <a:pt x="338" y="343"/>
                    </a:lnTo>
                    <a:lnTo>
                      <a:pt x="319" y="314"/>
                    </a:lnTo>
                    <a:lnTo>
                      <a:pt x="302" y="288"/>
                    </a:lnTo>
                    <a:lnTo>
                      <a:pt x="284" y="261"/>
                    </a:lnTo>
                    <a:lnTo>
                      <a:pt x="266" y="237"/>
                    </a:lnTo>
                    <a:lnTo>
                      <a:pt x="247" y="214"/>
                    </a:lnTo>
                    <a:lnTo>
                      <a:pt x="228" y="191"/>
                    </a:lnTo>
                    <a:lnTo>
                      <a:pt x="209" y="170"/>
                    </a:lnTo>
                    <a:lnTo>
                      <a:pt x="191" y="149"/>
                    </a:lnTo>
                    <a:lnTo>
                      <a:pt x="173" y="131"/>
                    </a:lnTo>
                    <a:lnTo>
                      <a:pt x="154" y="114"/>
                    </a:lnTo>
                    <a:lnTo>
                      <a:pt x="136" y="98"/>
                    </a:lnTo>
                    <a:lnTo>
                      <a:pt x="120" y="84"/>
                    </a:lnTo>
                    <a:lnTo>
                      <a:pt x="103" y="71"/>
                    </a:lnTo>
                    <a:lnTo>
                      <a:pt x="88" y="58"/>
                    </a:lnTo>
                    <a:lnTo>
                      <a:pt x="73" y="46"/>
                    </a:lnTo>
                    <a:lnTo>
                      <a:pt x="60" y="37"/>
                    </a:lnTo>
                    <a:lnTo>
                      <a:pt x="48" y="28"/>
                    </a:lnTo>
                    <a:lnTo>
                      <a:pt x="37" y="21"/>
                    </a:lnTo>
                    <a:lnTo>
                      <a:pt x="27" y="15"/>
                    </a:lnTo>
                    <a:lnTo>
                      <a:pt x="19" y="10"/>
                    </a:lnTo>
                    <a:lnTo>
                      <a:pt x="12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5" y="15"/>
                    </a:lnTo>
                    <a:lnTo>
                      <a:pt x="23" y="20"/>
                    </a:lnTo>
                    <a:lnTo>
                      <a:pt x="33" y="26"/>
                    </a:lnTo>
                    <a:lnTo>
                      <a:pt x="44" y="33"/>
                    </a:lnTo>
                    <a:lnTo>
                      <a:pt x="56" y="41"/>
                    </a:lnTo>
                    <a:lnTo>
                      <a:pt x="69" y="51"/>
                    </a:lnTo>
                    <a:lnTo>
                      <a:pt x="84" y="62"/>
                    </a:lnTo>
                    <a:lnTo>
                      <a:pt x="100" y="74"/>
                    </a:lnTo>
                    <a:lnTo>
                      <a:pt x="116" y="88"/>
                    </a:lnTo>
                    <a:lnTo>
                      <a:pt x="133" y="102"/>
                    </a:lnTo>
                    <a:lnTo>
                      <a:pt x="150" y="118"/>
                    </a:lnTo>
                    <a:lnTo>
                      <a:pt x="168" y="136"/>
                    </a:lnTo>
                    <a:lnTo>
                      <a:pt x="186" y="154"/>
                    </a:lnTo>
                    <a:lnTo>
                      <a:pt x="205" y="174"/>
                    </a:lnTo>
                    <a:lnTo>
                      <a:pt x="224" y="194"/>
                    </a:lnTo>
                    <a:lnTo>
                      <a:pt x="243" y="216"/>
                    </a:lnTo>
                    <a:lnTo>
                      <a:pt x="261" y="239"/>
                    </a:lnTo>
                    <a:lnTo>
                      <a:pt x="279" y="265"/>
                    </a:lnTo>
                    <a:lnTo>
                      <a:pt x="298" y="290"/>
                    </a:lnTo>
                    <a:lnTo>
                      <a:pt x="315" y="318"/>
                    </a:lnTo>
                    <a:lnTo>
                      <a:pt x="333" y="346"/>
                    </a:lnTo>
                    <a:lnTo>
                      <a:pt x="348" y="376"/>
                    </a:lnTo>
                    <a:lnTo>
                      <a:pt x="364" y="408"/>
                    </a:lnTo>
                    <a:lnTo>
                      <a:pt x="380" y="439"/>
                    </a:lnTo>
                    <a:lnTo>
                      <a:pt x="393" y="473"/>
                    </a:lnTo>
                    <a:lnTo>
                      <a:pt x="405" y="508"/>
                    </a:lnTo>
                    <a:lnTo>
                      <a:pt x="418" y="545"/>
                    </a:lnTo>
                    <a:lnTo>
                      <a:pt x="427" y="583"/>
                    </a:lnTo>
                    <a:lnTo>
                      <a:pt x="436" y="622"/>
                    </a:lnTo>
                    <a:lnTo>
                      <a:pt x="442" y="622"/>
                    </a:lnTo>
                    <a:lnTo>
                      <a:pt x="436" y="62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0" name="Freeform 393"/>
              <p:cNvSpPr>
                <a:spLocks/>
              </p:cNvSpPr>
              <p:nvPr/>
            </p:nvSpPr>
            <p:spPr bwMode="auto">
              <a:xfrm>
                <a:off x="715" y="1880"/>
                <a:ext cx="15" cy="76"/>
              </a:xfrm>
              <a:custGeom>
                <a:avLst/>
                <a:gdLst>
                  <a:gd name="T0" fmla="*/ 53 w 59"/>
                  <a:gd name="T1" fmla="*/ 0 h 306"/>
                  <a:gd name="T2" fmla="*/ 48 w 59"/>
                  <a:gd name="T3" fmla="*/ 15 h 306"/>
                  <a:gd name="T4" fmla="*/ 43 w 59"/>
                  <a:gd name="T5" fmla="*/ 35 h 306"/>
                  <a:gd name="T6" fmla="*/ 39 w 59"/>
                  <a:gd name="T7" fmla="*/ 57 h 306"/>
                  <a:gd name="T8" fmla="*/ 34 w 59"/>
                  <a:gd name="T9" fmla="*/ 80 h 306"/>
                  <a:gd name="T10" fmla="*/ 29 w 59"/>
                  <a:gd name="T11" fmla="*/ 105 h 306"/>
                  <a:gd name="T12" fmla="*/ 25 w 59"/>
                  <a:gd name="T13" fmla="*/ 130 h 306"/>
                  <a:gd name="T14" fmla="*/ 20 w 59"/>
                  <a:gd name="T15" fmla="*/ 156 h 306"/>
                  <a:gd name="T16" fmla="*/ 17 w 59"/>
                  <a:gd name="T17" fmla="*/ 181 h 306"/>
                  <a:gd name="T18" fmla="*/ 13 w 59"/>
                  <a:gd name="T19" fmla="*/ 206 h 306"/>
                  <a:gd name="T20" fmla="*/ 10 w 59"/>
                  <a:gd name="T21" fmla="*/ 229 h 306"/>
                  <a:gd name="T22" fmla="*/ 7 w 59"/>
                  <a:gd name="T23" fmla="*/ 251 h 306"/>
                  <a:gd name="T24" fmla="*/ 5 w 59"/>
                  <a:gd name="T25" fmla="*/ 269 h 306"/>
                  <a:gd name="T26" fmla="*/ 2 w 59"/>
                  <a:gd name="T27" fmla="*/ 283 h 306"/>
                  <a:gd name="T28" fmla="*/ 1 w 59"/>
                  <a:gd name="T29" fmla="*/ 295 h 306"/>
                  <a:gd name="T30" fmla="*/ 0 w 59"/>
                  <a:gd name="T31" fmla="*/ 303 h 306"/>
                  <a:gd name="T32" fmla="*/ 0 w 59"/>
                  <a:gd name="T33" fmla="*/ 305 h 306"/>
                  <a:gd name="T34" fmla="*/ 6 w 59"/>
                  <a:gd name="T35" fmla="*/ 305 h 306"/>
                  <a:gd name="T36" fmla="*/ 6 w 59"/>
                  <a:gd name="T37" fmla="*/ 300 h 306"/>
                  <a:gd name="T38" fmla="*/ 7 w 59"/>
                  <a:gd name="T39" fmla="*/ 291 h 306"/>
                  <a:gd name="T40" fmla="*/ 10 w 59"/>
                  <a:gd name="T41" fmla="*/ 277 h 306"/>
                  <a:gd name="T42" fmla="*/ 11 w 59"/>
                  <a:gd name="T43" fmla="*/ 260 h 306"/>
                  <a:gd name="T44" fmla="*/ 14 w 59"/>
                  <a:gd name="T45" fmla="*/ 241 h 306"/>
                  <a:gd name="T46" fmla="*/ 17 w 59"/>
                  <a:gd name="T47" fmla="*/ 219 h 306"/>
                  <a:gd name="T48" fmla="*/ 20 w 59"/>
                  <a:gd name="T49" fmla="*/ 195 h 306"/>
                  <a:gd name="T50" fmla="*/ 24 w 59"/>
                  <a:gd name="T51" fmla="*/ 169 h 306"/>
                  <a:gd name="T52" fmla="*/ 29 w 59"/>
                  <a:gd name="T53" fmla="*/ 144 h 306"/>
                  <a:gd name="T54" fmla="*/ 33 w 59"/>
                  <a:gd name="T55" fmla="*/ 118 h 306"/>
                  <a:gd name="T56" fmla="*/ 37 w 59"/>
                  <a:gd name="T57" fmla="*/ 93 h 306"/>
                  <a:gd name="T58" fmla="*/ 42 w 59"/>
                  <a:gd name="T59" fmla="*/ 69 h 306"/>
                  <a:gd name="T60" fmla="*/ 47 w 59"/>
                  <a:gd name="T61" fmla="*/ 47 h 306"/>
                  <a:gd name="T62" fmla="*/ 52 w 59"/>
                  <a:gd name="T63" fmla="*/ 26 h 306"/>
                  <a:gd name="T64" fmla="*/ 57 w 59"/>
                  <a:gd name="T65" fmla="*/ 8 h 306"/>
                  <a:gd name="T66" fmla="*/ 59 w 59"/>
                  <a:gd name="T67" fmla="*/ 1 h 3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9"/>
                  <a:gd name="T103" fmla="*/ 0 h 306"/>
                  <a:gd name="T104" fmla="*/ 59 w 59"/>
                  <a:gd name="T105" fmla="*/ 306 h 30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9" h="306">
                    <a:moveTo>
                      <a:pt x="53" y="0"/>
                    </a:moveTo>
                    <a:lnTo>
                      <a:pt x="53" y="0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46" y="25"/>
                    </a:lnTo>
                    <a:lnTo>
                      <a:pt x="43" y="35"/>
                    </a:lnTo>
                    <a:lnTo>
                      <a:pt x="41" y="46"/>
                    </a:lnTo>
                    <a:lnTo>
                      <a:pt x="39" y="57"/>
                    </a:lnTo>
                    <a:lnTo>
                      <a:pt x="36" y="69"/>
                    </a:lnTo>
                    <a:lnTo>
                      <a:pt x="34" y="80"/>
                    </a:lnTo>
                    <a:lnTo>
                      <a:pt x="31" y="93"/>
                    </a:lnTo>
                    <a:lnTo>
                      <a:pt x="29" y="105"/>
                    </a:lnTo>
                    <a:lnTo>
                      <a:pt x="26" y="117"/>
                    </a:lnTo>
                    <a:lnTo>
                      <a:pt x="25" y="130"/>
                    </a:lnTo>
                    <a:lnTo>
                      <a:pt x="23" y="143"/>
                    </a:lnTo>
                    <a:lnTo>
                      <a:pt x="20" y="156"/>
                    </a:lnTo>
                    <a:lnTo>
                      <a:pt x="19" y="169"/>
                    </a:lnTo>
                    <a:lnTo>
                      <a:pt x="17" y="181"/>
                    </a:lnTo>
                    <a:lnTo>
                      <a:pt x="14" y="194"/>
                    </a:lnTo>
                    <a:lnTo>
                      <a:pt x="13" y="206"/>
                    </a:lnTo>
                    <a:lnTo>
                      <a:pt x="12" y="218"/>
                    </a:lnTo>
                    <a:lnTo>
                      <a:pt x="10" y="229"/>
                    </a:lnTo>
                    <a:lnTo>
                      <a:pt x="8" y="240"/>
                    </a:lnTo>
                    <a:lnTo>
                      <a:pt x="7" y="251"/>
                    </a:lnTo>
                    <a:lnTo>
                      <a:pt x="6" y="260"/>
                    </a:lnTo>
                    <a:lnTo>
                      <a:pt x="5" y="269"/>
                    </a:lnTo>
                    <a:lnTo>
                      <a:pt x="3" y="276"/>
                    </a:lnTo>
                    <a:lnTo>
                      <a:pt x="2" y="283"/>
                    </a:lnTo>
                    <a:lnTo>
                      <a:pt x="2" y="289"/>
                    </a:lnTo>
                    <a:lnTo>
                      <a:pt x="1" y="295"/>
                    </a:lnTo>
                    <a:lnTo>
                      <a:pt x="1" y="299"/>
                    </a:lnTo>
                    <a:lnTo>
                      <a:pt x="0" y="303"/>
                    </a:lnTo>
                    <a:lnTo>
                      <a:pt x="0" y="304"/>
                    </a:lnTo>
                    <a:lnTo>
                      <a:pt x="0" y="305"/>
                    </a:lnTo>
                    <a:lnTo>
                      <a:pt x="6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6" y="300"/>
                    </a:lnTo>
                    <a:lnTo>
                      <a:pt x="7" y="295"/>
                    </a:lnTo>
                    <a:lnTo>
                      <a:pt x="7" y="291"/>
                    </a:lnTo>
                    <a:lnTo>
                      <a:pt x="8" y="284"/>
                    </a:lnTo>
                    <a:lnTo>
                      <a:pt x="10" y="277"/>
                    </a:lnTo>
                    <a:lnTo>
                      <a:pt x="11" y="270"/>
                    </a:lnTo>
                    <a:lnTo>
                      <a:pt x="11" y="260"/>
                    </a:lnTo>
                    <a:lnTo>
                      <a:pt x="13" y="251"/>
                    </a:lnTo>
                    <a:lnTo>
                      <a:pt x="14" y="241"/>
                    </a:lnTo>
                    <a:lnTo>
                      <a:pt x="16" y="230"/>
                    </a:lnTo>
                    <a:lnTo>
                      <a:pt x="17" y="219"/>
                    </a:lnTo>
                    <a:lnTo>
                      <a:pt x="19" y="207"/>
                    </a:lnTo>
                    <a:lnTo>
                      <a:pt x="20" y="195"/>
                    </a:lnTo>
                    <a:lnTo>
                      <a:pt x="23" y="183"/>
                    </a:lnTo>
                    <a:lnTo>
                      <a:pt x="24" y="169"/>
                    </a:lnTo>
                    <a:lnTo>
                      <a:pt x="26" y="157"/>
                    </a:lnTo>
                    <a:lnTo>
                      <a:pt x="29" y="144"/>
                    </a:lnTo>
                    <a:lnTo>
                      <a:pt x="30" y="130"/>
                    </a:lnTo>
                    <a:lnTo>
                      <a:pt x="33" y="118"/>
                    </a:lnTo>
                    <a:lnTo>
                      <a:pt x="35" y="105"/>
                    </a:lnTo>
                    <a:lnTo>
                      <a:pt x="37" y="93"/>
                    </a:lnTo>
                    <a:lnTo>
                      <a:pt x="40" y="81"/>
                    </a:lnTo>
                    <a:lnTo>
                      <a:pt x="42" y="69"/>
                    </a:lnTo>
                    <a:lnTo>
                      <a:pt x="45" y="58"/>
                    </a:lnTo>
                    <a:lnTo>
                      <a:pt x="47" y="47"/>
                    </a:lnTo>
                    <a:lnTo>
                      <a:pt x="50" y="36"/>
                    </a:lnTo>
                    <a:lnTo>
                      <a:pt x="52" y="26"/>
                    </a:lnTo>
                    <a:lnTo>
                      <a:pt x="54" y="16"/>
                    </a:lnTo>
                    <a:lnTo>
                      <a:pt x="57" y="8"/>
                    </a:lnTo>
                    <a:lnTo>
                      <a:pt x="59" y="1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1" name="Freeform 394"/>
              <p:cNvSpPr>
                <a:spLocks/>
              </p:cNvSpPr>
              <p:nvPr/>
            </p:nvSpPr>
            <p:spPr bwMode="auto">
              <a:xfrm>
                <a:off x="714" y="1815"/>
                <a:ext cx="20" cy="65"/>
              </a:xfrm>
              <a:custGeom>
                <a:avLst/>
                <a:gdLst>
                  <a:gd name="T0" fmla="*/ 0 w 79"/>
                  <a:gd name="T1" fmla="*/ 5 h 259"/>
                  <a:gd name="T2" fmla="*/ 0 w 79"/>
                  <a:gd name="T3" fmla="*/ 5 h 259"/>
                  <a:gd name="T4" fmla="*/ 15 w 79"/>
                  <a:gd name="T5" fmla="*/ 17 h 259"/>
                  <a:gd name="T6" fmla="*/ 28 w 79"/>
                  <a:gd name="T7" fmla="*/ 31 h 259"/>
                  <a:gd name="T8" fmla="*/ 40 w 79"/>
                  <a:gd name="T9" fmla="*/ 45 h 259"/>
                  <a:gd name="T10" fmla="*/ 49 w 79"/>
                  <a:gd name="T11" fmla="*/ 60 h 259"/>
                  <a:gd name="T12" fmla="*/ 57 w 79"/>
                  <a:gd name="T13" fmla="*/ 76 h 259"/>
                  <a:gd name="T14" fmla="*/ 63 w 79"/>
                  <a:gd name="T15" fmla="*/ 91 h 259"/>
                  <a:gd name="T16" fmla="*/ 68 w 79"/>
                  <a:gd name="T17" fmla="*/ 108 h 259"/>
                  <a:gd name="T18" fmla="*/ 72 w 79"/>
                  <a:gd name="T19" fmla="*/ 125 h 259"/>
                  <a:gd name="T20" fmla="*/ 73 w 79"/>
                  <a:gd name="T21" fmla="*/ 142 h 259"/>
                  <a:gd name="T22" fmla="*/ 74 w 79"/>
                  <a:gd name="T23" fmla="*/ 159 h 259"/>
                  <a:gd name="T24" fmla="*/ 73 w 79"/>
                  <a:gd name="T25" fmla="*/ 176 h 259"/>
                  <a:gd name="T26" fmla="*/ 72 w 79"/>
                  <a:gd name="T27" fmla="*/ 193 h 259"/>
                  <a:gd name="T28" fmla="*/ 69 w 79"/>
                  <a:gd name="T29" fmla="*/ 210 h 259"/>
                  <a:gd name="T30" fmla="*/ 67 w 79"/>
                  <a:gd name="T31" fmla="*/ 226 h 259"/>
                  <a:gd name="T32" fmla="*/ 62 w 79"/>
                  <a:gd name="T33" fmla="*/ 242 h 259"/>
                  <a:gd name="T34" fmla="*/ 57 w 79"/>
                  <a:gd name="T35" fmla="*/ 258 h 259"/>
                  <a:gd name="T36" fmla="*/ 63 w 79"/>
                  <a:gd name="T37" fmla="*/ 259 h 259"/>
                  <a:gd name="T38" fmla="*/ 68 w 79"/>
                  <a:gd name="T39" fmla="*/ 244 h 259"/>
                  <a:gd name="T40" fmla="*/ 72 w 79"/>
                  <a:gd name="T41" fmla="*/ 228 h 259"/>
                  <a:gd name="T42" fmla="*/ 75 w 79"/>
                  <a:gd name="T43" fmla="*/ 211 h 259"/>
                  <a:gd name="T44" fmla="*/ 78 w 79"/>
                  <a:gd name="T45" fmla="*/ 194 h 259"/>
                  <a:gd name="T46" fmla="*/ 79 w 79"/>
                  <a:gd name="T47" fmla="*/ 176 h 259"/>
                  <a:gd name="T48" fmla="*/ 79 w 79"/>
                  <a:gd name="T49" fmla="*/ 159 h 259"/>
                  <a:gd name="T50" fmla="*/ 79 w 79"/>
                  <a:gd name="T51" fmla="*/ 142 h 259"/>
                  <a:gd name="T52" fmla="*/ 77 w 79"/>
                  <a:gd name="T53" fmla="*/ 124 h 259"/>
                  <a:gd name="T54" fmla="*/ 73 w 79"/>
                  <a:gd name="T55" fmla="*/ 107 h 259"/>
                  <a:gd name="T56" fmla="*/ 69 w 79"/>
                  <a:gd name="T57" fmla="*/ 90 h 259"/>
                  <a:gd name="T58" fmla="*/ 62 w 79"/>
                  <a:gd name="T59" fmla="*/ 73 h 259"/>
                  <a:gd name="T60" fmla="*/ 54 w 79"/>
                  <a:gd name="T61" fmla="*/ 57 h 259"/>
                  <a:gd name="T62" fmla="*/ 45 w 79"/>
                  <a:gd name="T63" fmla="*/ 42 h 259"/>
                  <a:gd name="T64" fmla="*/ 33 w 79"/>
                  <a:gd name="T65" fmla="*/ 27 h 259"/>
                  <a:gd name="T66" fmla="*/ 20 w 79"/>
                  <a:gd name="T67" fmla="*/ 14 h 259"/>
                  <a:gd name="T68" fmla="*/ 4 w 79"/>
                  <a:gd name="T69" fmla="*/ 0 h 259"/>
                  <a:gd name="T70" fmla="*/ 4 w 79"/>
                  <a:gd name="T71" fmla="*/ 0 h 259"/>
                  <a:gd name="T72" fmla="*/ 0 w 79"/>
                  <a:gd name="T73" fmla="*/ 5 h 259"/>
                  <a:gd name="T74" fmla="*/ 0 w 79"/>
                  <a:gd name="T75" fmla="*/ 5 h 259"/>
                  <a:gd name="T76" fmla="*/ 0 w 79"/>
                  <a:gd name="T77" fmla="*/ 5 h 259"/>
                  <a:gd name="T78" fmla="*/ 0 w 79"/>
                  <a:gd name="T79" fmla="*/ 5 h 25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79"/>
                  <a:gd name="T121" fmla="*/ 0 h 259"/>
                  <a:gd name="T122" fmla="*/ 79 w 79"/>
                  <a:gd name="T123" fmla="*/ 259 h 25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79" h="259">
                    <a:moveTo>
                      <a:pt x="0" y="5"/>
                    </a:moveTo>
                    <a:lnTo>
                      <a:pt x="0" y="5"/>
                    </a:lnTo>
                    <a:lnTo>
                      <a:pt x="15" y="17"/>
                    </a:lnTo>
                    <a:lnTo>
                      <a:pt x="28" y="31"/>
                    </a:lnTo>
                    <a:lnTo>
                      <a:pt x="40" y="45"/>
                    </a:lnTo>
                    <a:lnTo>
                      <a:pt x="49" y="60"/>
                    </a:lnTo>
                    <a:lnTo>
                      <a:pt x="57" y="76"/>
                    </a:lnTo>
                    <a:lnTo>
                      <a:pt x="63" y="91"/>
                    </a:lnTo>
                    <a:lnTo>
                      <a:pt x="68" y="108"/>
                    </a:lnTo>
                    <a:lnTo>
                      <a:pt x="72" y="125"/>
                    </a:lnTo>
                    <a:lnTo>
                      <a:pt x="73" y="142"/>
                    </a:lnTo>
                    <a:lnTo>
                      <a:pt x="74" y="159"/>
                    </a:lnTo>
                    <a:lnTo>
                      <a:pt x="73" y="176"/>
                    </a:lnTo>
                    <a:lnTo>
                      <a:pt x="72" y="193"/>
                    </a:lnTo>
                    <a:lnTo>
                      <a:pt x="69" y="210"/>
                    </a:lnTo>
                    <a:lnTo>
                      <a:pt x="67" y="226"/>
                    </a:lnTo>
                    <a:lnTo>
                      <a:pt x="62" y="242"/>
                    </a:lnTo>
                    <a:lnTo>
                      <a:pt x="57" y="258"/>
                    </a:lnTo>
                    <a:lnTo>
                      <a:pt x="63" y="259"/>
                    </a:lnTo>
                    <a:lnTo>
                      <a:pt x="68" y="244"/>
                    </a:lnTo>
                    <a:lnTo>
                      <a:pt x="72" y="228"/>
                    </a:lnTo>
                    <a:lnTo>
                      <a:pt x="75" y="211"/>
                    </a:lnTo>
                    <a:lnTo>
                      <a:pt x="78" y="194"/>
                    </a:lnTo>
                    <a:lnTo>
                      <a:pt x="79" y="176"/>
                    </a:lnTo>
                    <a:lnTo>
                      <a:pt x="79" y="159"/>
                    </a:lnTo>
                    <a:lnTo>
                      <a:pt x="79" y="142"/>
                    </a:lnTo>
                    <a:lnTo>
                      <a:pt x="77" y="124"/>
                    </a:lnTo>
                    <a:lnTo>
                      <a:pt x="73" y="107"/>
                    </a:lnTo>
                    <a:lnTo>
                      <a:pt x="69" y="90"/>
                    </a:lnTo>
                    <a:lnTo>
                      <a:pt x="62" y="73"/>
                    </a:lnTo>
                    <a:lnTo>
                      <a:pt x="54" y="57"/>
                    </a:lnTo>
                    <a:lnTo>
                      <a:pt x="45" y="42"/>
                    </a:lnTo>
                    <a:lnTo>
                      <a:pt x="33" y="27"/>
                    </a:lnTo>
                    <a:lnTo>
                      <a:pt x="20" y="14"/>
                    </a:lnTo>
                    <a:lnTo>
                      <a:pt x="4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2" name="Freeform 395"/>
              <p:cNvSpPr>
                <a:spLocks/>
              </p:cNvSpPr>
              <p:nvPr/>
            </p:nvSpPr>
            <p:spPr bwMode="auto">
              <a:xfrm>
                <a:off x="713" y="1815"/>
                <a:ext cx="2" cy="2"/>
              </a:xfrm>
              <a:custGeom>
                <a:avLst/>
                <a:gdLst>
                  <a:gd name="T0" fmla="*/ 5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5 w 5"/>
                  <a:gd name="T7" fmla="*/ 2 h 7"/>
                  <a:gd name="T8" fmla="*/ 5 w 5"/>
                  <a:gd name="T9" fmla="*/ 2 h 7"/>
                  <a:gd name="T10" fmla="*/ 0 w 5"/>
                  <a:gd name="T11" fmla="*/ 2 h 7"/>
                  <a:gd name="T12" fmla="*/ 5 w 5"/>
                  <a:gd name="T13" fmla="*/ 2 h 7"/>
                  <a:gd name="T14" fmla="*/ 1 w 5"/>
                  <a:gd name="T15" fmla="*/ 0 h 7"/>
                  <a:gd name="T16" fmla="*/ 0 w 5"/>
                  <a:gd name="T17" fmla="*/ 2 h 7"/>
                  <a:gd name="T18" fmla="*/ 5 w 5"/>
                  <a:gd name="T19" fmla="*/ 6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7"/>
                  <a:gd name="T32" fmla="*/ 5 w 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7">
                    <a:moveTo>
                      <a:pt x="5" y="6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3" name="Freeform 396"/>
              <p:cNvSpPr>
                <a:spLocks/>
              </p:cNvSpPr>
              <p:nvPr/>
            </p:nvSpPr>
            <p:spPr bwMode="auto">
              <a:xfrm>
                <a:off x="550" y="1503"/>
                <a:ext cx="254" cy="332"/>
              </a:xfrm>
              <a:custGeom>
                <a:avLst/>
                <a:gdLst>
                  <a:gd name="T0" fmla="*/ 1006 w 1013"/>
                  <a:gd name="T1" fmla="*/ 246 h 1330"/>
                  <a:gd name="T2" fmla="*/ 1001 w 1013"/>
                  <a:gd name="T3" fmla="*/ 337 h 1330"/>
                  <a:gd name="T4" fmla="*/ 1012 w 1013"/>
                  <a:gd name="T5" fmla="*/ 420 h 1330"/>
                  <a:gd name="T6" fmla="*/ 1011 w 1013"/>
                  <a:gd name="T7" fmla="*/ 485 h 1330"/>
                  <a:gd name="T8" fmla="*/ 999 w 1013"/>
                  <a:gd name="T9" fmla="*/ 592 h 1330"/>
                  <a:gd name="T10" fmla="*/ 978 w 1013"/>
                  <a:gd name="T11" fmla="*/ 712 h 1330"/>
                  <a:gd name="T12" fmla="*/ 951 w 1013"/>
                  <a:gd name="T13" fmla="*/ 818 h 1330"/>
                  <a:gd name="T14" fmla="*/ 921 w 1013"/>
                  <a:gd name="T15" fmla="*/ 883 h 1330"/>
                  <a:gd name="T16" fmla="*/ 951 w 1013"/>
                  <a:gd name="T17" fmla="*/ 989 h 1330"/>
                  <a:gd name="T18" fmla="*/ 938 w 1013"/>
                  <a:gd name="T19" fmla="*/ 1035 h 1330"/>
                  <a:gd name="T20" fmla="*/ 891 w 1013"/>
                  <a:gd name="T21" fmla="*/ 1047 h 1330"/>
                  <a:gd name="T22" fmla="*/ 920 w 1013"/>
                  <a:gd name="T23" fmla="*/ 1052 h 1330"/>
                  <a:gd name="T24" fmla="*/ 948 w 1013"/>
                  <a:gd name="T25" fmla="*/ 1064 h 1330"/>
                  <a:gd name="T26" fmla="*/ 968 w 1013"/>
                  <a:gd name="T27" fmla="*/ 1082 h 1330"/>
                  <a:gd name="T28" fmla="*/ 966 w 1013"/>
                  <a:gd name="T29" fmla="*/ 1107 h 1330"/>
                  <a:gd name="T30" fmla="*/ 945 w 1013"/>
                  <a:gd name="T31" fmla="*/ 1129 h 1330"/>
                  <a:gd name="T32" fmla="*/ 919 w 1013"/>
                  <a:gd name="T33" fmla="*/ 1139 h 1330"/>
                  <a:gd name="T34" fmla="*/ 913 w 1013"/>
                  <a:gd name="T35" fmla="*/ 1161 h 1330"/>
                  <a:gd name="T36" fmla="*/ 950 w 1013"/>
                  <a:gd name="T37" fmla="*/ 1219 h 1330"/>
                  <a:gd name="T38" fmla="*/ 963 w 1013"/>
                  <a:gd name="T39" fmla="*/ 1272 h 1330"/>
                  <a:gd name="T40" fmla="*/ 938 w 1013"/>
                  <a:gd name="T41" fmla="*/ 1306 h 1330"/>
                  <a:gd name="T42" fmla="*/ 889 w 1013"/>
                  <a:gd name="T43" fmla="*/ 1322 h 1330"/>
                  <a:gd name="T44" fmla="*/ 826 w 1013"/>
                  <a:gd name="T45" fmla="*/ 1278 h 1330"/>
                  <a:gd name="T46" fmla="*/ 779 w 1013"/>
                  <a:gd name="T47" fmla="*/ 1329 h 1330"/>
                  <a:gd name="T48" fmla="*/ 704 w 1013"/>
                  <a:gd name="T49" fmla="*/ 1315 h 1330"/>
                  <a:gd name="T50" fmla="*/ 659 w 1013"/>
                  <a:gd name="T51" fmla="*/ 1282 h 1330"/>
                  <a:gd name="T52" fmla="*/ 636 w 1013"/>
                  <a:gd name="T53" fmla="*/ 1253 h 1330"/>
                  <a:gd name="T54" fmla="*/ 614 w 1013"/>
                  <a:gd name="T55" fmla="*/ 1224 h 1330"/>
                  <a:gd name="T56" fmla="*/ 572 w 1013"/>
                  <a:gd name="T57" fmla="*/ 1190 h 1330"/>
                  <a:gd name="T58" fmla="*/ 515 w 1013"/>
                  <a:gd name="T59" fmla="*/ 1158 h 1330"/>
                  <a:gd name="T60" fmla="*/ 455 w 1013"/>
                  <a:gd name="T61" fmla="*/ 1132 h 1330"/>
                  <a:gd name="T62" fmla="*/ 396 w 1013"/>
                  <a:gd name="T63" fmla="*/ 1104 h 1330"/>
                  <a:gd name="T64" fmla="*/ 340 w 1013"/>
                  <a:gd name="T65" fmla="*/ 1070 h 1330"/>
                  <a:gd name="T66" fmla="*/ 287 w 1013"/>
                  <a:gd name="T67" fmla="*/ 1025 h 1330"/>
                  <a:gd name="T68" fmla="*/ 245 w 1013"/>
                  <a:gd name="T69" fmla="*/ 966 h 1330"/>
                  <a:gd name="T70" fmla="*/ 219 w 1013"/>
                  <a:gd name="T71" fmla="*/ 899 h 1330"/>
                  <a:gd name="T72" fmla="*/ 204 w 1013"/>
                  <a:gd name="T73" fmla="*/ 826 h 1330"/>
                  <a:gd name="T74" fmla="*/ 205 w 1013"/>
                  <a:gd name="T75" fmla="*/ 753 h 1330"/>
                  <a:gd name="T76" fmla="*/ 220 w 1013"/>
                  <a:gd name="T77" fmla="*/ 684 h 1330"/>
                  <a:gd name="T78" fmla="*/ 90 w 1013"/>
                  <a:gd name="T79" fmla="*/ 676 h 1330"/>
                  <a:gd name="T80" fmla="*/ 11 w 1013"/>
                  <a:gd name="T81" fmla="*/ 574 h 1330"/>
                  <a:gd name="T82" fmla="*/ 10 w 1013"/>
                  <a:gd name="T83" fmla="*/ 448 h 1330"/>
                  <a:gd name="T84" fmla="*/ 73 w 1013"/>
                  <a:gd name="T85" fmla="*/ 374 h 1330"/>
                  <a:gd name="T86" fmla="*/ 169 w 1013"/>
                  <a:gd name="T87" fmla="*/ 363 h 1330"/>
                  <a:gd name="T88" fmla="*/ 217 w 1013"/>
                  <a:gd name="T89" fmla="*/ 400 h 1330"/>
                  <a:gd name="T90" fmla="*/ 219 w 1013"/>
                  <a:gd name="T91" fmla="*/ 398 h 1330"/>
                  <a:gd name="T92" fmla="*/ 232 w 1013"/>
                  <a:gd name="T93" fmla="*/ 316 h 1330"/>
                  <a:gd name="T94" fmla="*/ 272 w 1013"/>
                  <a:gd name="T95" fmla="*/ 239 h 1330"/>
                  <a:gd name="T96" fmla="*/ 308 w 1013"/>
                  <a:gd name="T97" fmla="*/ 169 h 1330"/>
                  <a:gd name="T98" fmla="*/ 322 w 1013"/>
                  <a:gd name="T99" fmla="*/ 86 h 1330"/>
                  <a:gd name="T100" fmla="*/ 375 w 1013"/>
                  <a:gd name="T101" fmla="*/ 27 h 1330"/>
                  <a:gd name="T102" fmla="*/ 482 w 1013"/>
                  <a:gd name="T103" fmla="*/ 3 h 1330"/>
                  <a:gd name="T104" fmla="*/ 594 w 1013"/>
                  <a:gd name="T105" fmla="*/ 3 h 1330"/>
                  <a:gd name="T106" fmla="*/ 704 w 1013"/>
                  <a:gd name="T107" fmla="*/ 27 h 1330"/>
                  <a:gd name="T108" fmla="*/ 807 w 1013"/>
                  <a:gd name="T109" fmla="*/ 73 h 1330"/>
                  <a:gd name="T110" fmla="*/ 896 w 1013"/>
                  <a:gd name="T111" fmla="*/ 143 h 1330"/>
                  <a:gd name="T112" fmla="*/ 951 w 1013"/>
                  <a:gd name="T113" fmla="*/ 181 h 133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13"/>
                  <a:gd name="T172" fmla="*/ 0 h 1330"/>
                  <a:gd name="T173" fmla="*/ 1013 w 1013"/>
                  <a:gd name="T174" fmla="*/ 1330 h 133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13" h="1330">
                    <a:moveTo>
                      <a:pt x="982" y="176"/>
                    </a:moveTo>
                    <a:lnTo>
                      <a:pt x="990" y="190"/>
                    </a:lnTo>
                    <a:lnTo>
                      <a:pt x="997" y="203"/>
                    </a:lnTo>
                    <a:lnTo>
                      <a:pt x="1001" y="217"/>
                    </a:lnTo>
                    <a:lnTo>
                      <a:pt x="1005" y="232"/>
                    </a:lnTo>
                    <a:lnTo>
                      <a:pt x="1006" y="246"/>
                    </a:lnTo>
                    <a:lnTo>
                      <a:pt x="1006" y="262"/>
                    </a:lnTo>
                    <a:lnTo>
                      <a:pt x="1006" y="277"/>
                    </a:lnTo>
                    <a:lnTo>
                      <a:pt x="1005" y="291"/>
                    </a:lnTo>
                    <a:lnTo>
                      <a:pt x="1004" y="307"/>
                    </a:lnTo>
                    <a:lnTo>
                      <a:pt x="1002" y="323"/>
                    </a:lnTo>
                    <a:lnTo>
                      <a:pt x="1001" y="337"/>
                    </a:lnTo>
                    <a:lnTo>
                      <a:pt x="1001" y="353"/>
                    </a:lnTo>
                    <a:lnTo>
                      <a:pt x="1001" y="368"/>
                    </a:lnTo>
                    <a:lnTo>
                      <a:pt x="1004" y="384"/>
                    </a:lnTo>
                    <a:lnTo>
                      <a:pt x="1006" y="399"/>
                    </a:lnTo>
                    <a:lnTo>
                      <a:pt x="1011" y="415"/>
                    </a:lnTo>
                    <a:lnTo>
                      <a:pt x="1012" y="420"/>
                    </a:lnTo>
                    <a:lnTo>
                      <a:pt x="1012" y="427"/>
                    </a:lnTo>
                    <a:lnTo>
                      <a:pt x="1013" y="436"/>
                    </a:lnTo>
                    <a:lnTo>
                      <a:pt x="1013" y="447"/>
                    </a:lnTo>
                    <a:lnTo>
                      <a:pt x="1013" y="457"/>
                    </a:lnTo>
                    <a:lnTo>
                      <a:pt x="1012" y="471"/>
                    </a:lnTo>
                    <a:lnTo>
                      <a:pt x="1011" y="485"/>
                    </a:lnTo>
                    <a:lnTo>
                      <a:pt x="1010" y="501"/>
                    </a:lnTo>
                    <a:lnTo>
                      <a:pt x="1008" y="518"/>
                    </a:lnTo>
                    <a:lnTo>
                      <a:pt x="1006" y="535"/>
                    </a:lnTo>
                    <a:lnTo>
                      <a:pt x="1004" y="553"/>
                    </a:lnTo>
                    <a:lnTo>
                      <a:pt x="1001" y="573"/>
                    </a:lnTo>
                    <a:lnTo>
                      <a:pt x="999" y="592"/>
                    </a:lnTo>
                    <a:lnTo>
                      <a:pt x="996" y="611"/>
                    </a:lnTo>
                    <a:lnTo>
                      <a:pt x="993" y="632"/>
                    </a:lnTo>
                    <a:lnTo>
                      <a:pt x="989" y="653"/>
                    </a:lnTo>
                    <a:lnTo>
                      <a:pt x="985" y="672"/>
                    </a:lnTo>
                    <a:lnTo>
                      <a:pt x="982" y="693"/>
                    </a:lnTo>
                    <a:lnTo>
                      <a:pt x="978" y="712"/>
                    </a:lnTo>
                    <a:lnTo>
                      <a:pt x="973" y="732"/>
                    </a:lnTo>
                    <a:lnTo>
                      <a:pt x="970" y="750"/>
                    </a:lnTo>
                    <a:lnTo>
                      <a:pt x="965" y="768"/>
                    </a:lnTo>
                    <a:lnTo>
                      <a:pt x="960" y="786"/>
                    </a:lnTo>
                    <a:lnTo>
                      <a:pt x="956" y="802"/>
                    </a:lnTo>
                    <a:lnTo>
                      <a:pt x="951" y="818"/>
                    </a:lnTo>
                    <a:lnTo>
                      <a:pt x="946" y="832"/>
                    </a:lnTo>
                    <a:lnTo>
                      <a:pt x="942" y="845"/>
                    </a:lnTo>
                    <a:lnTo>
                      <a:pt x="937" y="858"/>
                    </a:lnTo>
                    <a:lnTo>
                      <a:pt x="931" y="867"/>
                    </a:lnTo>
                    <a:lnTo>
                      <a:pt x="926" y="876"/>
                    </a:lnTo>
                    <a:lnTo>
                      <a:pt x="921" y="883"/>
                    </a:lnTo>
                    <a:lnTo>
                      <a:pt x="916" y="888"/>
                    </a:lnTo>
                    <a:lnTo>
                      <a:pt x="933" y="956"/>
                    </a:lnTo>
                    <a:lnTo>
                      <a:pt x="940" y="963"/>
                    </a:lnTo>
                    <a:lnTo>
                      <a:pt x="945" y="972"/>
                    </a:lnTo>
                    <a:lnTo>
                      <a:pt x="949" y="980"/>
                    </a:lnTo>
                    <a:lnTo>
                      <a:pt x="951" y="989"/>
                    </a:lnTo>
                    <a:lnTo>
                      <a:pt x="951" y="997"/>
                    </a:lnTo>
                    <a:lnTo>
                      <a:pt x="951" y="1006"/>
                    </a:lnTo>
                    <a:lnTo>
                      <a:pt x="949" y="1013"/>
                    </a:lnTo>
                    <a:lnTo>
                      <a:pt x="946" y="1021"/>
                    </a:lnTo>
                    <a:lnTo>
                      <a:pt x="943" y="1029"/>
                    </a:lnTo>
                    <a:lnTo>
                      <a:pt x="938" y="1035"/>
                    </a:lnTo>
                    <a:lnTo>
                      <a:pt x="932" y="1039"/>
                    </a:lnTo>
                    <a:lnTo>
                      <a:pt x="925" y="1044"/>
                    </a:lnTo>
                    <a:lnTo>
                      <a:pt x="917" y="1047"/>
                    </a:lnTo>
                    <a:lnTo>
                      <a:pt x="909" y="1048"/>
                    </a:lnTo>
                    <a:lnTo>
                      <a:pt x="900" y="1049"/>
                    </a:lnTo>
                    <a:lnTo>
                      <a:pt x="891" y="1047"/>
                    </a:lnTo>
                    <a:lnTo>
                      <a:pt x="896" y="1048"/>
                    </a:lnTo>
                    <a:lnTo>
                      <a:pt x="900" y="1048"/>
                    </a:lnTo>
                    <a:lnTo>
                      <a:pt x="905" y="1048"/>
                    </a:lnTo>
                    <a:lnTo>
                      <a:pt x="910" y="1049"/>
                    </a:lnTo>
                    <a:lnTo>
                      <a:pt x="915" y="1050"/>
                    </a:lnTo>
                    <a:lnTo>
                      <a:pt x="920" y="1052"/>
                    </a:lnTo>
                    <a:lnTo>
                      <a:pt x="925" y="1053"/>
                    </a:lnTo>
                    <a:lnTo>
                      <a:pt x="928" y="1054"/>
                    </a:lnTo>
                    <a:lnTo>
                      <a:pt x="933" y="1056"/>
                    </a:lnTo>
                    <a:lnTo>
                      <a:pt x="938" y="1059"/>
                    </a:lnTo>
                    <a:lnTo>
                      <a:pt x="943" y="1061"/>
                    </a:lnTo>
                    <a:lnTo>
                      <a:pt x="948" y="1064"/>
                    </a:lnTo>
                    <a:lnTo>
                      <a:pt x="953" y="1066"/>
                    </a:lnTo>
                    <a:lnTo>
                      <a:pt x="956" y="1070"/>
                    </a:lnTo>
                    <a:lnTo>
                      <a:pt x="961" y="1072"/>
                    </a:lnTo>
                    <a:lnTo>
                      <a:pt x="965" y="1077"/>
                    </a:lnTo>
                    <a:lnTo>
                      <a:pt x="967" y="1079"/>
                    </a:lnTo>
                    <a:lnTo>
                      <a:pt x="968" y="1082"/>
                    </a:lnTo>
                    <a:lnTo>
                      <a:pt x="968" y="1087"/>
                    </a:lnTo>
                    <a:lnTo>
                      <a:pt x="970" y="1090"/>
                    </a:lnTo>
                    <a:lnTo>
                      <a:pt x="968" y="1095"/>
                    </a:lnTo>
                    <a:lnTo>
                      <a:pt x="968" y="1100"/>
                    </a:lnTo>
                    <a:lnTo>
                      <a:pt x="967" y="1104"/>
                    </a:lnTo>
                    <a:lnTo>
                      <a:pt x="966" y="1107"/>
                    </a:lnTo>
                    <a:lnTo>
                      <a:pt x="963" y="1112"/>
                    </a:lnTo>
                    <a:lnTo>
                      <a:pt x="960" y="1117"/>
                    </a:lnTo>
                    <a:lnTo>
                      <a:pt x="957" y="1121"/>
                    </a:lnTo>
                    <a:lnTo>
                      <a:pt x="954" y="1124"/>
                    </a:lnTo>
                    <a:lnTo>
                      <a:pt x="950" y="1127"/>
                    </a:lnTo>
                    <a:lnTo>
                      <a:pt x="945" y="1129"/>
                    </a:lnTo>
                    <a:lnTo>
                      <a:pt x="942" y="1132"/>
                    </a:lnTo>
                    <a:lnTo>
                      <a:pt x="937" y="1133"/>
                    </a:lnTo>
                    <a:lnTo>
                      <a:pt x="933" y="1134"/>
                    </a:lnTo>
                    <a:lnTo>
                      <a:pt x="928" y="1136"/>
                    </a:lnTo>
                    <a:lnTo>
                      <a:pt x="923" y="1138"/>
                    </a:lnTo>
                    <a:lnTo>
                      <a:pt x="919" y="1139"/>
                    </a:lnTo>
                    <a:lnTo>
                      <a:pt x="914" y="1139"/>
                    </a:lnTo>
                    <a:lnTo>
                      <a:pt x="909" y="1140"/>
                    </a:lnTo>
                    <a:lnTo>
                      <a:pt x="904" y="1141"/>
                    </a:lnTo>
                    <a:lnTo>
                      <a:pt x="899" y="1143"/>
                    </a:lnTo>
                    <a:lnTo>
                      <a:pt x="905" y="1151"/>
                    </a:lnTo>
                    <a:lnTo>
                      <a:pt x="913" y="1161"/>
                    </a:lnTo>
                    <a:lnTo>
                      <a:pt x="920" y="1170"/>
                    </a:lnTo>
                    <a:lnTo>
                      <a:pt x="926" y="1180"/>
                    </a:lnTo>
                    <a:lnTo>
                      <a:pt x="933" y="1190"/>
                    </a:lnTo>
                    <a:lnTo>
                      <a:pt x="939" y="1200"/>
                    </a:lnTo>
                    <a:lnTo>
                      <a:pt x="945" y="1209"/>
                    </a:lnTo>
                    <a:lnTo>
                      <a:pt x="950" y="1219"/>
                    </a:lnTo>
                    <a:lnTo>
                      <a:pt x="955" y="1229"/>
                    </a:lnTo>
                    <a:lnTo>
                      <a:pt x="959" y="1238"/>
                    </a:lnTo>
                    <a:lnTo>
                      <a:pt x="962" y="1247"/>
                    </a:lnTo>
                    <a:lnTo>
                      <a:pt x="963" y="1255"/>
                    </a:lnTo>
                    <a:lnTo>
                      <a:pt x="965" y="1264"/>
                    </a:lnTo>
                    <a:lnTo>
                      <a:pt x="963" y="1272"/>
                    </a:lnTo>
                    <a:lnTo>
                      <a:pt x="961" y="1280"/>
                    </a:lnTo>
                    <a:lnTo>
                      <a:pt x="959" y="1286"/>
                    </a:lnTo>
                    <a:lnTo>
                      <a:pt x="954" y="1290"/>
                    </a:lnTo>
                    <a:lnTo>
                      <a:pt x="949" y="1297"/>
                    </a:lnTo>
                    <a:lnTo>
                      <a:pt x="944" y="1301"/>
                    </a:lnTo>
                    <a:lnTo>
                      <a:pt x="938" y="1306"/>
                    </a:lnTo>
                    <a:lnTo>
                      <a:pt x="931" y="1311"/>
                    </a:lnTo>
                    <a:lnTo>
                      <a:pt x="923" y="1316"/>
                    </a:lnTo>
                    <a:lnTo>
                      <a:pt x="916" y="1320"/>
                    </a:lnTo>
                    <a:lnTo>
                      <a:pt x="908" y="1321"/>
                    </a:lnTo>
                    <a:lnTo>
                      <a:pt x="899" y="1322"/>
                    </a:lnTo>
                    <a:lnTo>
                      <a:pt x="889" y="1322"/>
                    </a:lnTo>
                    <a:lnTo>
                      <a:pt x="880" y="1320"/>
                    </a:lnTo>
                    <a:lnTo>
                      <a:pt x="870" y="1316"/>
                    </a:lnTo>
                    <a:lnTo>
                      <a:pt x="860" y="1310"/>
                    </a:lnTo>
                    <a:lnTo>
                      <a:pt x="849" y="1303"/>
                    </a:lnTo>
                    <a:lnTo>
                      <a:pt x="839" y="1292"/>
                    </a:lnTo>
                    <a:lnTo>
                      <a:pt x="826" y="1278"/>
                    </a:lnTo>
                    <a:lnTo>
                      <a:pt x="823" y="1293"/>
                    </a:lnTo>
                    <a:lnTo>
                      <a:pt x="818" y="1305"/>
                    </a:lnTo>
                    <a:lnTo>
                      <a:pt x="809" y="1315"/>
                    </a:lnTo>
                    <a:lnTo>
                      <a:pt x="801" y="1322"/>
                    </a:lnTo>
                    <a:lnTo>
                      <a:pt x="791" y="1327"/>
                    </a:lnTo>
                    <a:lnTo>
                      <a:pt x="779" y="1329"/>
                    </a:lnTo>
                    <a:lnTo>
                      <a:pt x="767" y="1330"/>
                    </a:lnTo>
                    <a:lnTo>
                      <a:pt x="755" y="1329"/>
                    </a:lnTo>
                    <a:lnTo>
                      <a:pt x="741" y="1327"/>
                    </a:lnTo>
                    <a:lnTo>
                      <a:pt x="728" y="1324"/>
                    </a:lnTo>
                    <a:lnTo>
                      <a:pt x="716" y="1320"/>
                    </a:lnTo>
                    <a:lnTo>
                      <a:pt x="704" y="1315"/>
                    </a:lnTo>
                    <a:lnTo>
                      <a:pt x="693" y="1309"/>
                    </a:lnTo>
                    <a:lnTo>
                      <a:pt x="682" y="1303"/>
                    </a:lnTo>
                    <a:lnTo>
                      <a:pt x="674" y="1297"/>
                    </a:lnTo>
                    <a:lnTo>
                      <a:pt x="666" y="1290"/>
                    </a:lnTo>
                    <a:lnTo>
                      <a:pt x="663" y="1287"/>
                    </a:lnTo>
                    <a:lnTo>
                      <a:pt x="659" y="1282"/>
                    </a:lnTo>
                    <a:lnTo>
                      <a:pt x="654" y="1277"/>
                    </a:lnTo>
                    <a:lnTo>
                      <a:pt x="652" y="1272"/>
                    </a:lnTo>
                    <a:lnTo>
                      <a:pt x="648" y="1267"/>
                    </a:lnTo>
                    <a:lnTo>
                      <a:pt x="643" y="1263"/>
                    </a:lnTo>
                    <a:lnTo>
                      <a:pt x="640" y="1258"/>
                    </a:lnTo>
                    <a:lnTo>
                      <a:pt x="636" y="1253"/>
                    </a:lnTo>
                    <a:lnTo>
                      <a:pt x="632" y="1247"/>
                    </a:lnTo>
                    <a:lnTo>
                      <a:pt x="629" y="1243"/>
                    </a:lnTo>
                    <a:lnTo>
                      <a:pt x="625" y="1237"/>
                    </a:lnTo>
                    <a:lnTo>
                      <a:pt x="621" y="1232"/>
                    </a:lnTo>
                    <a:lnTo>
                      <a:pt x="618" y="1229"/>
                    </a:lnTo>
                    <a:lnTo>
                      <a:pt x="614" y="1224"/>
                    </a:lnTo>
                    <a:lnTo>
                      <a:pt x="610" y="1220"/>
                    </a:lnTo>
                    <a:lnTo>
                      <a:pt x="606" y="1217"/>
                    </a:lnTo>
                    <a:lnTo>
                      <a:pt x="597" y="1209"/>
                    </a:lnTo>
                    <a:lnTo>
                      <a:pt x="589" y="1202"/>
                    </a:lnTo>
                    <a:lnTo>
                      <a:pt x="580" y="1196"/>
                    </a:lnTo>
                    <a:lnTo>
                      <a:pt x="572" y="1190"/>
                    </a:lnTo>
                    <a:lnTo>
                      <a:pt x="562" y="1184"/>
                    </a:lnTo>
                    <a:lnTo>
                      <a:pt x="552" y="1179"/>
                    </a:lnTo>
                    <a:lnTo>
                      <a:pt x="544" y="1173"/>
                    </a:lnTo>
                    <a:lnTo>
                      <a:pt x="534" y="1168"/>
                    </a:lnTo>
                    <a:lnTo>
                      <a:pt x="524" y="1163"/>
                    </a:lnTo>
                    <a:lnTo>
                      <a:pt x="515" y="1158"/>
                    </a:lnTo>
                    <a:lnTo>
                      <a:pt x="505" y="1153"/>
                    </a:lnTo>
                    <a:lnTo>
                      <a:pt x="495" y="1149"/>
                    </a:lnTo>
                    <a:lnTo>
                      <a:pt x="486" y="1145"/>
                    </a:lnTo>
                    <a:lnTo>
                      <a:pt x="476" y="1140"/>
                    </a:lnTo>
                    <a:lnTo>
                      <a:pt x="466" y="1135"/>
                    </a:lnTo>
                    <a:lnTo>
                      <a:pt x="455" y="1132"/>
                    </a:lnTo>
                    <a:lnTo>
                      <a:pt x="446" y="1127"/>
                    </a:lnTo>
                    <a:lnTo>
                      <a:pt x="436" y="1122"/>
                    </a:lnTo>
                    <a:lnTo>
                      <a:pt x="426" y="1118"/>
                    </a:lnTo>
                    <a:lnTo>
                      <a:pt x="416" y="1113"/>
                    </a:lnTo>
                    <a:lnTo>
                      <a:pt x="407" y="1109"/>
                    </a:lnTo>
                    <a:lnTo>
                      <a:pt x="396" y="1104"/>
                    </a:lnTo>
                    <a:lnTo>
                      <a:pt x="386" y="1099"/>
                    </a:lnTo>
                    <a:lnTo>
                      <a:pt x="376" y="1093"/>
                    </a:lnTo>
                    <a:lnTo>
                      <a:pt x="368" y="1088"/>
                    </a:lnTo>
                    <a:lnTo>
                      <a:pt x="358" y="1082"/>
                    </a:lnTo>
                    <a:lnTo>
                      <a:pt x="348" y="1076"/>
                    </a:lnTo>
                    <a:lnTo>
                      <a:pt x="340" y="1070"/>
                    </a:lnTo>
                    <a:lnTo>
                      <a:pt x="330" y="1064"/>
                    </a:lnTo>
                    <a:lnTo>
                      <a:pt x="322" y="1056"/>
                    </a:lnTo>
                    <a:lnTo>
                      <a:pt x="312" y="1049"/>
                    </a:lnTo>
                    <a:lnTo>
                      <a:pt x="304" y="1042"/>
                    </a:lnTo>
                    <a:lnTo>
                      <a:pt x="295" y="1033"/>
                    </a:lnTo>
                    <a:lnTo>
                      <a:pt x="287" y="1025"/>
                    </a:lnTo>
                    <a:lnTo>
                      <a:pt x="279" y="1016"/>
                    </a:lnTo>
                    <a:lnTo>
                      <a:pt x="272" y="1007"/>
                    </a:lnTo>
                    <a:lnTo>
                      <a:pt x="265" y="997"/>
                    </a:lnTo>
                    <a:lnTo>
                      <a:pt x="258" y="987"/>
                    </a:lnTo>
                    <a:lnTo>
                      <a:pt x="251" y="976"/>
                    </a:lnTo>
                    <a:lnTo>
                      <a:pt x="245" y="966"/>
                    </a:lnTo>
                    <a:lnTo>
                      <a:pt x="241" y="955"/>
                    </a:lnTo>
                    <a:lnTo>
                      <a:pt x="234" y="944"/>
                    </a:lnTo>
                    <a:lnTo>
                      <a:pt x="230" y="933"/>
                    </a:lnTo>
                    <a:lnTo>
                      <a:pt x="226" y="922"/>
                    </a:lnTo>
                    <a:lnTo>
                      <a:pt x="222" y="910"/>
                    </a:lnTo>
                    <a:lnTo>
                      <a:pt x="219" y="899"/>
                    </a:lnTo>
                    <a:lnTo>
                      <a:pt x="215" y="887"/>
                    </a:lnTo>
                    <a:lnTo>
                      <a:pt x="213" y="875"/>
                    </a:lnTo>
                    <a:lnTo>
                      <a:pt x="210" y="862"/>
                    </a:lnTo>
                    <a:lnTo>
                      <a:pt x="208" y="850"/>
                    </a:lnTo>
                    <a:lnTo>
                      <a:pt x="205" y="838"/>
                    </a:lnTo>
                    <a:lnTo>
                      <a:pt x="204" y="826"/>
                    </a:lnTo>
                    <a:lnTo>
                      <a:pt x="204" y="814"/>
                    </a:lnTo>
                    <a:lnTo>
                      <a:pt x="203" y="802"/>
                    </a:lnTo>
                    <a:lnTo>
                      <a:pt x="203" y="790"/>
                    </a:lnTo>
                    <a:lnTo>
                      <a:pt x="203" y="778"/>
                    </a:lnTo>
                    <a:lnTo>
                      <a:pt x="204" y="765"/>
                    </a:lnTo>
                    <a:lnTo>
                      <a:pt x="205" y="753"/>
                    </a:lnTo>
                    <a:lnTo>
                      <a:pt x="207" y="741"/>
                    </a:lnTo>
                    <a:lnTo>
                      <a:pt x="209" y="729"/>
                    </a:lnTo>
                    <a:lnTo>
                      <a:pt x="210" y="718"/>
                    </a:lnTo>
                    <a:lnTo>
                      <a:pt x="214" y="706"/>
                    </a:lnTo>
                    <a:lnTo>
                      <a:pt x="216" y="695"/>
                    </a:lnTo>
                    <a:lnTo>
                      <a:pt x="220" y="684"/>
                    </a:lnTo>
                    <a:lnTo>
                      <a:pt x="196" y="691"/>
                    </a:lnTo>
                    <a:lnTo>
                      <a:pt x="173" y="694"/>
                    </a:lnTo>
                    <a:lnTo>
                      <a:pt x="151" y="694"/>
                    </a:lnTo>
                    <a:lnTo>
                      <a:pt x="129" y="691"/>
                    </a:lnTo>
                    <a:lnTo>
                      <a:pt x="108" y="684"/>
                    </a:lnTo>
                    <a:lnTo>
                      <a:pt x="90" y="676"/>
                    </a:lnTo>
                    <a:lnTo>
                      <a:pt x="72" y="664"/>
                    </a:lnTo>
                    <a:lnTo>
                      <a:pt x="56" y="649"/>
                    </a:lnTo>
                    <a:lnTo>
                      <a:pt x="42" y="633"/>
                    </a:lnTo>
                    <a:lnTo>
                      <a:pt x="29" y="615"/>
                    </a:lnTo>
                    <a:lnTo>
                      <a:pt x="19" y="596"/>
                    </a:lnTo>
                    <a:lnTo>
                      <a:pt x="11" y="574"/>
                    </a:lnTo>
                    <a:lnTo>
                      <a:pt x="5" y="552"/>
                    </a:lnTo>
                    <a:lnTo>
                      <a:pt x="2" y="529"/>
                    </a:lnTo>
                    <a:lnTo>
                      <a:pt x="0" y="505"/>
                    </a:lnTo>
                    <a:lnTo>
                      <a:pt x="2" y="481"/>
                    </a:lnTo>
                    <a:lnTo>
                      <a:pt x="5" y="464"/>
                    </a:lnTo>
                    <a:lnTo>
                      <a:pt x="10" y="448"/>
                    </a:lnTo>
                    <a:lnTo>
                      <a:pt x="17" y="433"/>
                    </a:lnTo>
                    <a:lnTo>
                      <a:pt x="26" y="419"/>
                    </a:lnTo>
                    <a:lnTo>
                      <a:pt x="36" y="405"/>
                    </a:lnTo>
                    <a:lnTo>
                      <a:pt x="48" y="393"/>
                    </a:lnTo>
                    <a:lnTo>
                      <a:pt x="60" y="384"/>
                    </a:lnTo>
                    <a:lnTo>
                      <a:pt x="73" y="374"/>
                    </a:lnTo>
                    <a:lnTo>
                      <a:pt x="88" y="367"/>
                    </a:lnTo>
                    <a:lnTo>
                      <a:pt x="103" y="362"/>
                    </a:lnTo>
                    <a:lnTo>
                      <a:pt x="119" y="358"/>
                    </a:lnTo>
                    <a:lnTo>
                      <a:pt x="135" y="358"/>
                    </a:lnTo>
                    <a:lnTo>
                      <a:pt x="152" y="359"/>
                    </a:lnTo>
                    <a:lnTo>
                      <a:pt x="169" y="363"/>
                    </a:lnTo>
                    <a:lnTo>
                      <a:pt x="185" y="370"/>
                    </a:lnTo>
                    <a:lnTo>
                      <a:pt x="202" y="380"/>
                    </a:lnTo>
                    <a:lnTo>
                      <a:pt x="207" y="385"/>
                    </a:lnTo>
                    <a:lnTo>
                      <a:pt x="210" y="390"/>
                    </a:lnTo>
                    <a:lnTo>
                      <a:pt x="214" y="394"/>
                    </a:lnTo>
                    <a:lnTo>
                      <a:pt x="217" y="400"/>
                    </a:lnTo>
                    <a:lnTo>
                      <a:pt x="219" y="408"/>
                    </a:lnTo>
                    <a:lnTo>
                      <a:pt x="220" y="414"/>
                    </a:lnTo>
                    <a:lnTo>
                      <a:pt x="221" y="421"/>
                    </a:lnTo>
                    <a:lnTo>
                      <a:pt x="220" y="428"/>
                    </a:lnTo>
                    <a:lnTo>
                      <a:pt x="219" y="414"/>
                    </a:lnTo>
                    <a:lnTo>
                      <a:pt x="219" y="398"/>
                    </a:lnTo>
                    <a:lnTo>
                      <a:pt x="219" y="384"/>
                    </a:lnTo>
                    <a:lnTo>
                      <a:pt x="220" y="370"/>
                    </a:lnTo>
                    <a:lnTo>
                      <a:pt x="222" y="356"/>
                    </a:lnTo>
                    <a:lnTo>
                      <a:pt x="225" y="342"/>
                    </a:lnTo>
                    <a:lnTo>
                      <a:pt x="227" y="329"/>
                    </a:lnTo>
                    <a:lnTo>
                      <a:pt x="232" y="316"/>
                    </a:lnTo>
                    <a:lnTo>
                      <a:pt x="237" y="302"/>
                    </a:lnTo>
                    <a:lnTo>
                      <a:pt x="242" y="290"/>
                    </a:lnTo>
                    <a:lnTo>
                      <a:pt x="249" y="277"/>
                    </a:lnTo>
                    <a:lnTo>
                      <a:pt x="255" y="263"/>
                    </a:lnTo>
                    <a:lnTo>
                      <a:pt x="264" y="251"/>
                    </a:lnTo>
                    <a:lnTo>
                      <a:pt x="272" y="239"/>
                    </a:lnTo>
                    <a:lnTo>
                      <a:pt x="281" y="226"/>
                    </a:lnTo>
                    <a:lnTo>
                      <a:pt x="291" y="214"/>
                    </a:lnTo>
                    <a:lnTo>
                      <a:pt x="298" y="204"/>
                    </a:lnTo>
                    <a:lnTo>
                      <a:pt x="302" y="193"/>
                    </a:lnTo>
                    <a:lnTo>
                      <a:pt x="306" y="181"/>
                    </a:lnTo>
                    <a:lnTo>
                      <a:pt x="308" y="169"/>
                    </a:lnTo>
                    <a:lnTo>
                      <a:pt x="311" y="156"/>
                    </a:lnTo>
                    <a:lnTo>
                      <a:pt x="312" y="142"/>
                    </a:lnTo>
                    <a:lnTo>
                      <a:pt x="313" y="128"/>
                    </a:lnTo>
                    <a:lnTo>
                      <a:pt x="316" y="113"/>
                    </a:lnTo>
                    <a:lnTo>
                      <a:pt x="318" y="100"/>
                    </a:lnTo>
                    <a:lnTo>
                      <a:pt x="322" y="86"/>
                    </a:lnTo>
                    <a:lnTo>
                      <a:pt x="325" y="73"/>
                    </a:lnTo>
                    <a:lnTo>
                      <a:pt x="332" y="62"/>
                    </a:lnTo>
                    <a:lnTo>
                      <a:pt x="339" y="51"/>
                    </a:lnTo>
                    <a:lnTo>
                      <a:pt x="348" y="42"/>
                    </a:lnTo>
                    <a:lnTo>
                      <a:pt x="361" y="33"/>
                    </a:lnTo>
                    <a:lnTo>
                      <a:pt x="375" y="27"/>
                    </a:lnTo>
                    <a:lnTo>
                      <a:pt x="392" y="21"/>
                    </a:lnTo>
                    <a:lnTo>
                      <a:pt x="409" y="16"/>
                    </a:lnTo>
                    <a:lnTo>
                      <a:pt x="427" y="12"/>
                    </a:lnTo>
                    <a:lnTo>
                      <a:pt x="444" y="9"/>
                    </a:lnTo>
                    <a:lnTo>
                      <a:pt x="463" y="5"/>
                    </a:lnTo>
                    <a:lnTo>
                      <a:pt x="482" y="3"/>
                    </a:lnTo>
                    <a:lnTo>
                      <a:pt x="500" y="2"/>
                    </a:lnTo>
                    <a:lnTo>
                      <a:pt x="518" y="0"/>
                    </a:lnTo>
                    <a:lnTo>
                      <a:pt x="537" y="0"/>
                    </a:lnTo>
                    <a:lnTo>
                      <a:pt x="556" y="0"/>
                    </a:lnTo>
                    <a:lnTo>
                      <a:pt x="574" y="2"/>
                    </a:lnTo>
                    <a:lnTo>
                      <a:pt x="594" y="3"/>
                    </a:lnTo>
                    <a:lnTo>
                      <a:pt x="612" y="5"/>
                    </a:lnTo>
                    <a:lnTo>
                      <a:pt x="631" y="9"/>
                    </a:lnTo>
                    <a:lnTo>
                      <a:pt x="649" y="12"/>
                    </a:lnTo>
                    <a:lnTo>
                      <a:pt x="668" y="16"/>
                    </a:lnTo>
                    <a:lnTo>
                      <a:pt x="686" y="21"/>
                    </a:lnTo>
                    <a:lnTo>
                      <a:pt x="704" y="27"/>
                    </a:lnTo>
                    <a:lnTo>
                      <a:pt x="722" y="33"/>
                    </a:lnTo>
                    <a:lnTo>
                      <a:pt x="740" y="40"/>
                    </a:lnTo>
                    <a:lnTo>
                      <a:pt x="757" y="48"/>
                    </a:lnTo>
                    <a:lnTo>
                      <a:pt x="774" y="55"/>
                    </a:lnTo>
                    <a:lnTo>
                      <a:pt x="791" y="65"/>
                    </a:lnTo>
                    <a:lnTo>
                      <a:pt x="807" y="73"/>
                    </a:lnTo>
                    <a:lnTo>
                      <a:pt x="823" y="84"/>
                    </a:lnTo>
                    <a:lnTo>
                      <a:pt x="839" y="94"/>
                    </a:lnTo>
                    <a:lnTo>
                      <a:pt x="853" y="106"/>
                    </a:lnTo>
                    <a:lnTo>
                      <a:pt x="868" y="118"/>
                    </a:lnTo>
                    <a:lnTo>
                      <a:pt x="882" y="130"/>
                    </a:lnTo>
                    <a:lnTo>
                      <a:pt x="896" y="143"/>
                    </a:lnTo>
                    <a:lnTo>
                      <a:pt x="908" y="157"/>
                    </a:lnTo>
                    <a:lnTo>
                      <a:pt x="920" y="171"/>
                    </a:lnTo>
                    <a:lnTo>
                      <a:pt x="925" y="176"/>
                    </a:lnTo>
                    <a:lnTo>
                      <a:pt x="933" y="179"/>
                    </a:lnTo>
                    <a:lnTo>
                      <a:pt x="942" y="181"/>
                    </a:lnTo>
                    <a:lnTo>
                      <a:pt x="951" y="181"/>
                    </a:lnTo>
                    <a:lnTo>
                      <a:pt x="961" y="181"/>
                    </a:lnTo>
                    <a:lnTo>
                      <a:pt x="970" y="180"/>
                    </a:lnTo>
                    <a:lnTo>
                      <a:pt x="977" y="179"/>
                    </a:lnTo>
                    <a:lnTo>
                      <a:pt x="982" y="176"/>
                    </a:lnTo>
                    <a:close/>
                  </a:path>
                </a:pathLst>
              </a:custGeom>
              <a:solidFill>
                <a:srgbClr val="CCB2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4" name="Freeform 397"/>
              <p:cNvSpPr>
                <a:spLocks/>
              </p:cNvSpPr>
              <p:nvPr/>
            </p:nvSpPr>
            <p:spPr bwMode="auto">
              <a:xfrm>
                <a:off x="795" y="1546"/>
                <a:ext cx="9" cy="61"/>
              </a:xfrm>
              <a:custGeom>
                <a:avLst/>
                <a:gdLst>
                  <a:gd name="T0" fmla="*/ 34 w 34"/>
                  <a:gd name="T1" fmla="*/ 240 h 241"/>
                  <a:gd name="T2" fmla="*/ 34 w 34"/>
                  <a:gd name="T3" fmla="*/ 240 h 241"/>
                  <a:gd name="T4" fmla="*/ 29 w 34"/>
                  <a:gd name="T5" fmla="*/ 224 h 241"/>
                  <a:gd name="T6" fmla="*/ 27 w 34"/>
                  <a:gd name="T7" fmla="*/ 210 h 241"/>
                  <a:gd name="T8" fmla="*/ 26 w 34"/>
                  <a:gd name="T9" fmla="*/ 194 h 241"/>
                  <a:gd name="T10" fmla="*/ 25 w 34"/>
                  <a:gd name="T11" fmla="*/ 179 h 241"/>
                  <a:gd name="T12" fmla="*/ 26 w 34"/>
                  <a:gd name="T13" fmla="*/ 163 h 241"/>
                  <a:gd name="T14" fmla="*/ 27 w 34"/>
                  <a:gd name="T15" fmla="*/ 149 h 241"/>
                  <a:gd name="T16" fmla="*/ 28 w 34"/>
                  <a:gd name="T17" fmla="*/ 133 h 241"/>
                  <a:gd name="T18" fmla="*/ 29 w 34"/>
                  <a:gd name="T19" fmla="*/ 117 h 241"/>
                  <a:gd name="T20" fmla="*/ 29 w 34"/>
                  <a:gd name="T21" fmla="*/ 103 h 241"/>
                  <a:gd name="T22" fmla="*/ 31 w 34"/>
                  <a:gd name="T23" fmla="*/ 88 h 241"/>
                  <a:gd name="T24" fmla="*/ 29 w 34"/>
                  <a:gd name="T25" fmla="*/ 72 h 241"/>
                  <a:gd name="T26" fmla="*/ 28 w 34"/>
                  <a:gd name="T27" fmla="*/ 58 h 241"/>
                  <a:gd name="T28" fmla="*/ 26 w 34"/>
                  <a:gd name="T29" fmla="*/ 43 h 241"/>
                  <a:gd name="T30" fmla="*/ 21 w 34"/>
                  <a:gd name="T31" fmla="*/ 29 h 241"/>
                  <a:gd name="T32" fmla="*/ 14 w 34"/>
                  <a:gd name="T33" fmla="*/ 14 h 241"/>
                  <a:gd name="T34" fmla="*/ 5 w 34"/>
                  <a:gd name="T35" fmla="*/ 0 h 241"/>
                  <a:gd name="T36" fmla="*/ 0 w 34"/>
                  <a:gd name="T37" fmla="*/ 3 h 241"/>
                  <a:gd name="T38" fmla="*/ 9 w 34"/>
                  <a:gd name="T39" fmla="*/ 17 h 241"/>
                  <a:gd name="T40" fmla="*/ 15 w 34"/>
                  <a:gd name="T41" fmla="*/ 30 h 241"/>
                  <a:gd name="T42" fmla="*/ 20 w 34"/>
                  <a:gd name="T43" fmla="*/ 45 h 241"/>
                  <a:gd name="T44" fmla="*/ 23 w 34"/>
                  <a:gd name="T45" fmla="*/ 59 h 241"/>
                  <a:gd name="T46" fmla="*/ 25 w 34"/>
                  <a:gd name="T47" fmla="*/ 72 h 241"/>
                  <a:gd name="T48" fmla="*/ 25 w 34"/>
                  <a:gd name="T49" fmla="*/ 88 h 241"/>
                  <a:gd name="T50" fmla="*/ 25 w 34"/>
                  <a:gd name="T51" fmla="*/ 103 h 241"/>
                  <a:gd name="T52" fmla="*/ 23 w 34"/>
                  <a:gd name="T53" fmla="*/ 117 h 241"/>
                  <a:gd name="T54" fmla="*/ 22 w 34"/>
                  <a:gd name="T55" fmla="*/ 133 h 241"/>
                  <a:gd name="T56" fmla="*/ 21 w 34"/>
                  <a:gd name="T57" fmla="*/ 148 h 241"/>
                  <a:gd name="T58" fmla="*/ 20 w 34"/>
                  <a:gd name="T59" fmla="*/ 163 h 241"/>
                  <a:gd name="T60" fmla="*/ 20 w 34"/>
                  <a:gd name="T61" fmla="*/ 179 h 241"/>
                  <a:gd name="T62" fmla="*/ 20 w 34"/>
                  <a:gd name="T63" fmla="*/ 194 h 241"/>
                  <a:gd name="T64" fmla="*/ 21 w 34"/>
                  <a:gd name="T65" fmla="*/ 210 h 241"/>
                  <a:gd name="T66" fmla="*/ 25 w 34"/>
                  <a:gd name="T67" fmla="*/ 226 h 241"/>
                  <a:gd name="T68" fmla="*/ 28 w 34"/>
                  <a:gd name="T69" fmla="*/ 241 h 241"/>
                  <a:gd name="T70" fmla="*/ 28 w 34"/>
                  <a:gd name="T71" fmla="*/ 241 h 241"/>
                  <a:gd name="T72" fmla="*/ 34 w 34"/>
                  <a:gd name="T73" fmla="*/ 240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"/>
                  <a:gd name="T112" fmla="*/ 0 h 241"/>
                  <a:gd name="T113" fmla="*/ 34 w 34"/>
                  <a:gd name="T114" fmla="*/ 241 h 2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" h="241">
                    <a:moveTo>
                      <a:pt x="34" y="240"/>
                    </a:moveTo>
                    <a:lnTo>
                      <a:pt x="34" y="240"/>
                    </a:lnTo>
                    <a:lnTo>
                      <a:pt x="29" y="224"/>
                    </a:lnTo>
                    <a:lnTo>
                      <a:pt x="27" y="210"/>
                    </a:lnTo>
                    <a:lnTo>
                      <a:pt x="26" y="194"/>
                    </a:lnTo>
                    <a:lnTo>
                      <a:pt x="25" y="179"/>
                    </a:lnTo>
                    <a:lnTo>
                      <a:pt x="26" y="163"/>
                    </a:lnTo>
                    <a:lnTo>
                      <a:pt x="27" y="149"/>
                    </a:lnTo>
                    <a:lnTo>
                      <a:pt x="28" y="133"/>
                    </a:lnTo>
                    <a:lnTo>
                      <a:pt x="29" y="117"/>
                    </a:lnTo>
                    <a:lnTo>
                      <a:pt x="29" y="103"/>
                    </a:lnTo>
                    <a:lnTo>
                      <a:pt x="31" y="88"/>
                    </a:lnTo>
                    <a:lnTo>
                      <a:pt x="29" y="72"/>
                    </a:lnTo>
                    <a:lnTo>
                      <a:pt x="28" y="58"/>
                    </a:lnTo>
                    <a:lnTo>
                      <a:pt x="26" y="43"/>
                    </a:lnTo>
                    <a:lnTo>
                      <a:pt x="21" y="29"/>
                    </a:lnTo>
                    <a:lnTo>
                      <a:pt x="14" y="14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9" y="17"/>
                    </a:lnTo>
                    <a:lnTo>
                      <a:pt x="15" y="30"/>
                    </a:lnTo>
                    <a:lnTo>
                      <a:pt x="20" y="45"/>
                    </a:lnTo>
                    <a:lnTo>
                      <a:pt x="23" y="59"/>
                    </a:lnTo>
                    <a:lnTo>
                      <a:pt x="25" y="72"/>
                    </a:lnTo>
                    <a:lnTo>
                      <a:pt x="25" y="88"/>
                    </a:lnTo>
                    <a:lnTo>
                      <a:pt x="25" y="103"/>
                    </a:lnTo>
                    <a:lnTo>
                      <a:pt x="23" y="117"/>
                    </a:lnTo>
                    <a:lnTo>
                      <a:pt x="22" y="133"/>
                    </a:lnTo>
                    <a:lnTo>
                      <a:pt x="21" y="148"/>
                    </a:lnTo>
                    <a:lnTo>
                      <a:pt x="20" y="163"/>
                    </a:lnTo>
                    <a:lnTo>
                      <a:pt x="20" y="179"/>
                    </a:lnTo>
                    <a:lnTo>
                      <a:pt x="20" y="194"/>
                    </a:lnTo>
                    <a:lnTo>
                      <a:pt x="21" y="210"/>
                    </a:lnTo>
                    <a:lnTo>
                      <a:pt x="25" y="226"/>
                    </a:lnTo>
                    <a:lnTo>
                      <a:pt x="28" y="241"/>
                    </a:lnTo>
                    <a:lnTo>
                      <a:pt x="34" y="24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5" name="Freeform 398"/>
              <p:cNvSpPr>
                <a:spLocks/>
              </p:cNvSpPr>
              <p:nvPr/>
            </p:nvSpPr>
            <p:spPr bwMode="auto">
              <a:xfrm>
                <a:off x="778" y="1606"/>
                <a:ext cx="26" cy="119"/>
              </a:xfrm>
              <a:custGeom>
                <a:avLst/>
                <a:gdLst>
                  <a:gd name="T0" fmla="*/ 4 w 103"/>
                  <a:gd name="T1" fmla="*/ 476 h 476"/>
                  <a:gd name="T2" fmla="*/ 15 w 103"/>
                  <a:gd name="T3" fmla="*/ 464 h 476"/>
                  <a:gd name="T4" fmla="*/ 26 w 103"/>
                  <a:gd name="T5" fmla="*/ 445 h 476"/>
                  <a:gd name="T6" fmla="*/ 36 w 103"/>
                  <a:gd name="T7" fmla="*/ 419 h 476"/>
                  <a:gd name="T8" fmla="*/ 46 w 103"/>
                  <a:gd name="T9" fmla="*/ 389 h 476"/>
                  <a:gd name="T10" fmla="*/ 54 w 103"/>
                  <a:gd name="T11" fmla="*/ 355 h 476"/>
                  <a:gd name="T12" fmla="*/ 63 w 103"/>
                  <a:gd name="T13" fmla="*/ 318 h 476"/>
                  <a:gd name="T14" fmla="*/ 71 w 103"/>
                  <a:gd name="T15" fmla="*/ 279 h 476"/>
                  <a:gd name="T16" fmla="*/ 78 w 103"/>
                  <a:gd name="T17" fmla="*/ 239 h 476"/>
                  <a:gd name="T18" fmla="*/ 86 w 103"/>
                  <a:gd name="T19" fmla="*/ 199 h 476"/>
                  <a:gd name="T20" fmla="*/ 92 w 103"/>
                  <a:gd name="T21" fmla="*/ 159 h 476"/>
                  <a:gd name="T22" fmla="*/ 97 w 103"/>
                  <a:gd name="T23" fmla="*/ 122 h 476"/>
                  <a:gd name="T24" fmla="*/ 99 w 103"/>
                  <a:gd name="T25" fmla="*/ 88 h 476"/>
                  <a:gd name="T26" fmla="*/ 101 w 103"/>
                  <a:gd name="T27" fmla="*/ 57 h 476"/>
                  <a:gd name="T28" fmla="*/ 103 w 103"/>
                  <a:gd name="T29" fmla="*/ 33 h 476"/>
                  <a:gd name="T30" fmla="*/ 103 w 103"/>
                  <a:gd name="T31" fmla="*/ 12 h 476"/>
                  <a:gd name="T32" fmla="*/ 100 w 103"/>
                  <a:gd name="T33" fmla="*/ 0 h 476"/>
                  <a:gd name="T34" fmla="*/ 95 w 103"/>
                  <a:gd name="T35" fmla="*/ 6 h 476"/>
                  <a:gd name="T36" fmla="*/ 97 w 103"/>
                  <a:gd name="T37" fmla="*/ 22 h 476"/>
                  <a:gd name="T38" fmla="*/ 97 w 103"/>
                  <a:gd name="T39" fmla="*/ 43 h 476"/>
                  <a:gd name="T40" fmla="*/ 95 w 103"/>
                  <a:gd name="T41" fmla="*/ 71 h 476"/>
                  <a:gd name="T42" fmla="*/ 92 w 103"/>
                  <a:gd name="T43" fmla="*/ 104 h 476"/>
                  <a:gd name="T44" fmla="*/ 88 w 103"/>
                  <a:gd name="T45" fmla="*/ 139 h 476"/>
                  <a:gd name="T46" fmla="*/ 83 w 103"/>
                  <a:gd name="T47" fmla="*/ 178 h 476"/>
                  <a:gd name="T48" fmla="*/ 77 w 103"/>
                  <a:gd name="T49" fmla="*/ 218 h 476"/>
                  <a:gd name="T50" fmla="*/ 70 w 103"/>
                  <a:gd name="T51" fmla="*/ 258 h 476"/>
                  <a:gd name="T52" fmla="*/ 61 w 103"/>
                  <a:gd name="T53" fmla="*/ 298 h 476"/>
                  <a:gd name="T54" fmla="*/ 53 w 103"/>
                  <a:gd name="T55" fmla="*/ 336 h 476"/>
                  <a:gd name="T56" fmla="*/ 44 w 103"/>
                  <a:gd name="T57" fmla="*/ 371 h 476"/>
                  <a:gd name="T58" fmla="*/ 35 w 103"/>
                  <a:gd name="T59" fmla="*/ 404 h 476"/>
                  <a:gd name="T60" fmla="*/ 25 w 103"/>
                  <a:gd name="T61" fmla="*/ 430 h 476"/>
                  <a:gd name="T62" fmla="*/ 15 w 103"/>
                  <a:gd name="T63" fmla="*/ 452 h 476"/>
                  <a:gd name="T64" fmla="*/ 6 w 103"/>
                  <a:gd name="T65" fmla="*/ 467 h 476"/>
                  <a:gd name="T66" fmla="*/ 1 w 103"/>
                  <a:gd name="T67" fmla="*/ 475 h 476"/>
                  <a:gd name="T68" fmla="*/ 0 w 103"/>
                  <a:gd name="T69" fmla="*/ 473 h 476"/>
                  <a:gd name="T70" fmla="*/ 6 w 103"/>
                  <a:gd name="T71" fmla="*/ 473 h 47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3"/>
                  <a:gd name="T109" fmla="*/ 0 h 476"/>
                  <a:gd name="T110" fmla="*/ 103 w 103"/>
                  <a:gd name="T111" fmla="*/ 476 h 47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3" h="476">
                    <a:moveTo>
                      <a:pt x="6" y="473"/>
                    </a:moveTo>
                    <a:lnTo>
                      <a:pt x="4" y="476"/>
                    </a:lnTo>
                    <a:lnTo>
                      <a:pt x="10" y="471"/>
                    </a:lnTo>
                    <a:lnTo>
                      <a:pt x="15" y="464"/>
                    </a:lnTo>
                    <a:lnTo>
                      <a:pt x="20" y="455"/>
                    </a:lnTo>
                    <a:lnTo>
                      <a:pt x="26" y="445"/>
                    </a:lnTo>
                    <a:lnTo>
                      <a:pt x="31" y="433"/>
                    </a:lnTo>
                    <a:lnTo>
                      <a:pt x="36" y="419"/>
                    </a:lnTo>
                    <a:lnTo>
                      <a:pt x="41" y="405"/>
                    </a:lnTo>
                    <a:lnTo>
                      <a:pt x="46" y="389"/>
                    </a:lnTo>
                    <a:lnTo>
                      <a:pt x="49" y="372"/>
                    </a:lnTo>
                    <a:lnTo>
                      <a:pt x="54" y="355"/>
                    </a:lnTo>
                    <a:lnTo>
                      <a:pt x="59" y="337"/>
                    </a:lnTo>
                    <a:lnTo>
                      <a:pt x="63" y="318"/>
                    </a:lnTo>
                    <a:lnTo>
                      <a:pt x="67" y="298"/>
                    </a:lnTo>
                    <a:lnTo>
                      <a:pt x="71" y="279"/>
                    </a:lnTo>
                    <a:lnTo>
                      <a:pt x="75" y="259"/>
                    </a:lnTo>
                    <a:lnTo>
                      <a:pt x="78" y="239"/>
                    </a:lnTo>
                    <a:lnTo>
                      <a:pt x="82" y="218"/>
                    </a:lnTo>
                    <a:lnTo>
                      <a:pt x="86" y="199"/>
                    </a:lnTo>
                    <a:lnTo>
                      <a:pt x="88" y="178"/>
                    </a:lnTo>
                    <a:lnTo>
                      <a:pt x="92" y="159"/>
                    </a:lnTo>
                    <a:lnTo>
                      <a:pt x="94" y="140"/>
                    </a:lnTo>
                    <a:lnTo>
                      <a:pt x="97" y="122"/>
                    </a:lnTo>
                    <a:lnTo>
                      <a:pt x="98" y="104"/>
                    </a:lnTo>
                    <a:lnTo>
                      <a:pt x="99" y="88"/>
                    </a:lnTo>
                    <a:lnTo>
                      <a:pt x="101" y="73"/>
                    </a:lnTo>
                    <a:lnTo>
                      <a:pt x="101" y="57"/>
                    </a:lnTo>
                    <a:lnTo>
                      <a:pt x="103" y="43"/>
                    </a:lnTo>
                    <a:lnTo>
                      <a:pt x="103" y="33"/>
                    </a:lnTo>
                    <a:lnTo>
                      <a:pt x="103" y="22"/>
                    </a:lnTo>
                    <a:lnTo>
                      <a:pt x="103" y="12"/>
                    </a:lnTo>
                    <a:lnTo>
                      <a:pt x="101" y="6"/>
                    </a:lnTo>
                    <a:lnTo>
                      <a:pt x="100" y="0"/>
                    </a:lnTo>
                    <a:lnTo>
                      <a:pt x="94" y="1"/>
                    </a:lnTo>
                    <a:lnTo>
                      <a:pt x="95" y="6"/>
                    </a:lnTo>
                    <a:lnTo>
                      <a:pt x="97" y="13"/>
                    </a:lnTo>
                    <a:lnTo>
                      <a:pt x="97" y="22"/>
                    </a:lnTo>
                    <a:lnTo>
                      <a:pt x="98" y="33"/>
                    </a:lnTo>
                    <a:lnTo>
                      <a:pt x="97" y="43"/>
                    </a:lnTo>
                    <a:lnTo>
                      <a:pt x="97" y="57"/>
                    </a:lnTo>
                    <a:lnTo>
                      <a:pt x="95" y="71"/>
                    </a:lnTo>
                    <a:lnTo>
                      <a:pt x="94" y="87"/>
                    </a:lnTo>
                    <a:lnTo>
                      <a:pt x="92" y="104"/>
                    </a:lnTo>
                    <a:lnTo>
                      <a:pt x="91" y="121"/>
                    </a:lnTo>
                    <a:lnTo>
                      <a:pt x="88" y="139"/>
                    </a:lnTo>
                    <a:lnTo>
                      <a:pt x="86" y="159"/>
                    </a:lnTo>
                    <a:lnTo>
                      <a:pt x="83" y="178"/>
                    </a:lnTo>
                    <a:lnTo>
                      <a:pt x="80" y="197"/>
                    </a:lnTo>
                    <a:lnTo>
                      <a:pt x="77" y="218"/>
                    </a:lnTo>
                    <a:lnTo>
                      <a:pt x="74" y="237"/>
                    </a:lnTo>
                    <a:lnTo>
                      <a:pt x="70" y="258"/>
                    </a:lnTo>
                    <a:lnTo>
                      <a:pt x="66" y="277"/>
                    </a:lnTo>
                    <a:lnTo>
                      <a:pt x="61" y="298"/>
                    </a:lnTo>
                    <a:lnTo>
                      <a:pt x="58" y="316"/>
                    </a:lnTo>
                    <a:lnTo>
                      <a:pt x="53" y="336"/>
                    </a:lnTo>
                    <a:lnTo>
                      <a:pt x="49" y="354"/>
                    </a:lnTo>
                    <a:lnTo>
                      <a:pt x="44" y="371"/>
                    </a:lnTo>
                    <a:lnTo>
                      <a:pt x="40" y="388"/>
                    </a:lnTo>
                    <a:lnTo>
                      <a:pt x="35" y="404"/>
                    </a:lnTo>
                    <a:lnTo>
                      <a:pt x="30" y="418"/>
                    </a:lnTo>
                    <a:lnTo>
                      <a:pt x="25" y="430"/>
                    </a:lnTo>
                    <a:lnTo>
                      <a:pt x="21" y="442"/>
                    </a:lnTo>
                    <a:lnTo>
                      <a:pt x="15" y="452"/>
                    </a:lnTo>
                    <a:lnTo>
                      <a:pt x="10" y="461"/>
                    </a:lnTo>
                    <a:lnTo>
                      <a:pt x="6" y="467"/>
                    </a:lnTo>
                    <a:lnTo>
                      <a:pt x="2" y="471"/>
                    </a:lnTo>
                    <a:lnTo>
                      <a:pt x="1" y="475"/>
                    </a:lnTo>
                    <a:lnTo>
                      <a:pt x="2" y="471"/>
                    </a:lnTo>
                    <a:lnTo>
                      <a:pt x="0" y="473"/>
                    </a:lnTo>
                    <a:lnTo>
                      <a:pt x="1" y="475"/>
                    </a:lnTo>
                    <a:lnTo>
                      <a:pt x="6" y="47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6" name="Freeform 399"/>
              <p:cNvSpPr>
                <a:spLocks/>
              </p:cNvSpPr>
              <p:nvPr/>
            </p:nvSpPr>
            <p:spPr bwMode="auto">
              <a:xfrm>
                <a:off x="779" y="1724"/>
                <a:ext cx="5" cy="18"/>
              </a:xfrm>
              <a:custGeom>
                <a:avLst/>
                <a:gdLst>
                  <a:gd name="T0" fmla="*/ 22 w 22"/>
                  <a:gd name="T1" fmla="*/ 66 h 70"/>
                  <a:gd name="T2" fmla="*/ 22 w 22"/>
                  <a:gd name="T3" fmla="*/ 68 h 70"/>
                  <a:gd name="T4" fmla="*/ 5 w 22"/>
                  <a:gd name="T5" fmla="*/ 0 h 70"/>
                  <a:gd name="T6" fmla="*/ 0 w 22"/>
                  <a:gd name="T7" fmla="*/ 2 h 70"/>
                  <a:gd name="T8" fmla="*/ 17 w 22"/>
                  <a:gd name="T9" fmla="*/ 69 h 70"/>
                  <a:gd name="T10" fmla="*/ 17 w 22"/>
                  <a:gd name="T11" fmla="*/ 70 h 70"/>
                  <a:gd name="T12" fmla="*/ 17 w 22"/>
                  <a:gd name="T13" fmla="*/ 69 h 70"/>
                  <a:gd name="T14" fmla="*/ 17 w 22"/>
                  <a:gd name="T15" fmla="*/ 70 h 70"/>
                  <a:gd name="T16" fmla="*/ 17 w 22"/>
                  <a:gd name="T17" fmla="*/ 70 h 70"/>
                  <a:gd name="T18" fmla="*/ 22 w 22"/>
                  <a:gd name="T19" fmla="*/ 66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2"/>
                  <a:gd name="T31" fmla="*/ 0 h 70"/>
                  <a:gd name="T32" fmla="*/ 22 w 22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2" h="70">
                    <a:moveTo>
                      <a:pt x="22" y="66"/>
                    </a:moveTo>
                    <a:lnTo>
                      <a:pt x="22" y="68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7" y="69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70"/>
                    </a:lnTo>
                    <a:lnTo>
                      <a:pt x="22" y="6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7" name="Freeform 400"/>
              <p:cNvSpPr>
                <a:spLocks/>
              </p:cNvSpPr>
              <p:nvPr/>
            </p:nvSpPr>
            <p:spPr bwMode="auto">
              <a:xfrm>
                <a:off x="767" y="1741"/>
                <a:ext cx="22" cy="25"/>
              </a:xfrm>
              <a:custGeom>
                <a:avLst/>
                <a:gdLst>
                  <a:gd name="T0" fmla="*/ 22 w 86"/>
                  <a:gd name="T1" fmla="*/ 91 h 99"/>
                  <a:gd name="T2" fmla="*/ 20 w 86"/>
                  <a:gd name="T3" fmla="*/ 97 h 99"/>
                  <a:gd name="T4" fmla="*/ 31 w 86"/>
                  <a:gd name="T5" fmla="*/ 99 h 99"/>
                  <a:gd name="T6" fmla="*/ 41 w 86"/>
                  <a:gd name="T7" fmla="*/ 99 h 99"/>
                  <a:gd name="T8" fmla="*/ 50 w 86"/>
                  <a:gd name="T9" fmla="*/ 96 h 99"/>
                  <a:gd name="T10" fmla="*/ 57 w 86"/>
                  <a:gd name="T11" fmla="*/ 94 h 99"/>
                  <a:gd name="T12" fmla="*/ 64 w 86"/>
                  <a:gd name="T13" fmla="*/ 89 h 99"/>
                  <a:gd name="T14" fmla="*/ 70 w 86"/>
                  <a:gd name="T15" fmla="*/ 83 h 99"/>
                  <a:gd name="T16" fmla="*/ 76 w 86"/>
                  <a:gd name="T17" fmla="*/ 77 h 99"/>
                  <a:gd name="T18" fmla="*/ 80 w 86"/>
                  <a:gd name="T19" fmla="*/ 70 h 99"/>
                  <a:gd name="T20" fmla="*/ 84 w 86"/>
                  <a:gd name="T21" fmla="*/ 61 h 99"/>
                  <a:gd name="T22" fmla="*/ 85 w 86"/>
                  <a:gd name="T23" fmla="*/ 53 h 99"/>
                  <a:gd name="T24" fmla="*/ 86 w 86"/>
                  <a:gd name="T25" fmla="*/ 44 h 99"/>
                  <a:gd name="T26" fmla="*/ 85 w 86"/>
                  <a:gd name="T27" fmla="*/ 34 h 99"/>
                  <a:gd name="T28" fmla="*/ 82 w 86"/>
                  <a:gd name="T29" fmla="*/ 26 h 99"/>
                  <a:gd name="T30" fmla="*/ 79 w 86"/>
                  <a:gd name="T31" fmla="*/ 17 h 99"/>
                  <a:gd name="T32" fmla="*/ 74 w 86"/>
                  <a:gd name="T33" fmla="*/ 9 h 99"/>
                  <a:gd name="T34" fmla="*/ 67 w 86"/>
                  <a:gd name="T35" fmla="*/ 0 h 99"/>
                  <a:gd name="T36" fmla="*/ 62 w 86"/>
                  <a:gd name="T37" fmla="*/ 4 h 99"/>
                  <a:gd name="T38" fmla="*/ 69 w 86"/>
                  <a:gd name="T39" fmla="*/ 11 h 99"/>
                  <a:gd name="T40" fmla="*/ 74 w 86"/>
                  <a:gd name="T41" fmla="*/ 20 h 99"/>
                  <a:gd name="T42" fmla="*/ 76 w 86"/>
                  <a:gd name="T43" fmla="*/ 27 h 99"/>
                  <a:gd name="T44" fmla="*/ 79 w 86"/>
                  <a:gd name="T45" fmla="*/ 36 h 99"/>
                  <a:gd name="T46" fmla="*/ 80 w 86"/>
                  <a:gd name="T47" fmla="*/ 44 h 99"/>
                  <a:gd name="T48" fmla="*/ 80 w 86"/>
                  <a:gd name="T49" fmla="*/ 51 h 99"/>
                  <a:gd name="T50" fmla="*/ 77 w 86"/>
                  <a:gd name="T51" fmla="*/ 60 h 99"/>
                  <a:gd name="T52" fmla="*/ 75 w 86"/>
                  <a:gd name="T53" fmla="*/ 67 h 99"/>
                  <a:gd name="T54" fmla="*/ 71 w 86"/>
                  <a:gd name="T55" fmla="*/ 73 h 99"/>
                  <a:gd name="T56" fmla="*/ 67 w 86"/>
                  <a:gd name="T57" fmla="*/ 79 h 99"/>
                  <a:gd name="T58" fmla="*/ 62 w 86"/>
                  <a:gd name="T59" fmla="*/ 84 h 99"/>
                  <a:gd name="T60" fmla="*/ 54 w 86"/>
                  <a:gd name="T61" fmla="*/ 89 h 99"/>
                  <a:gd name="T62" fmla="*/ 47 w 86"/>
                  <a:gd name="T63" fmla="*/ 91 h 99"/>
                  <a:gd name="T64" fmla="*/ 40 w 86"/>
                  <a:gd name="T65" fmla="*/ 93 h 99"/>
                  <a:gd name="T66" fmla="*/ 31 w 86"/>
                  <a:gd name="T67" fmla="*/ 93 h 99"/>
                  <a:gd name="T68" fmla="*/ 23 w 86"/>
                  <a:gd name="T69" fmla="*/ 91 h 99"/>
                  <a:gd name="T70" fmla="*/ 22 w 86"/>
                  <a:gd name="T71" fmla="*/ 97 h 99"/>
                  <a:gd name="T72" fmla="*/ 22 w 86"/>
                  <a:gd name="T73" fmla="*/ 91 h 99"/>
                  <a:gd name="T74" fmla="*/ 0 w 86"/>
                  <a:gd name="T75" fmla="*/ 91 h 99"/>
                  <a:gd name="T76" fmla="*/ 20 w 86"/>
                  <a:gd name="T77" fmla="*/ 97 h 99"/>
                  <a:gd name="T78" fmla="*/ 22 w 86"/>
                  <a:gd name="T79" fmla="*/ 91 h 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6"/>
                  <a:gd name="T121" fmla="*/ 0 h 99"/>
                  <a:gd name="T122" fmla="*/ 86 w 86"/>
                  <a:gd name="T123" fmla="*/ 99 h 9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6" h="99">
                    <a:moveTo>
                      <a:pt x="22" y="91"/>
                    </a:moveTo>
                    <a:lnTo>
                      <a:pt x="20" y="97"/>
                    </a:lnTo>
                    <a:lnTo>
                      <a:pt x="31" y="99"/>
                    </a:lnTo>
                    <a:lnTo>
                      <a:pt x="41" y="99"/>
                    </a:lnTo>
                    <a:lnTo>
                      <a:pt x="50" y="96"/>
                    </a:lnTo>
                    <a:lnTo>
                      <a:pt x="57" y="94"/>
                    </a:lnTo>
                    <a:lnTo>
                      <a:pt x="64" y="89"/>
                    </a:lnTo>
                    <a:lnTo>
                      <a:pt x="70" y="83"/>
                    </a:lnTo>
                    <a:lnTo>
                      <a:pt x="76" y="77"/>
                    </a:lnTo>
                    <a:lnTo>
                      <a:pt x="80" y="70"/>
                    </a:lnTo>
                    <a:lnTo>
                      <a:pt x="84" y="61"/>
                    </a:lnTo>
                    <a:lnTo>
                      <a:pt x="85" y="53"/>
                    </a:lnTo>
                    <a:lnTo>
                      <a:pt x="86" y="44"/>
                    </a:lnTo>
                    <a:lnTo>
                      <a:pt x="85" y="34"/>
                    </a:lnTo>
                    <a:lnTo>
                      <a:pt x="82" y="26"/>
                    </a:lnTo>
                    <a:lnTo>
                      <a:pt x="79" y="17"/>
                    </a:lnTo>
                    <a:lnTo>
                      <a:pt x="74" y="9"/>
                    </a:lnTo>
                    <a:lnTo>
                      <a:pt x="67" y="0"/>
                    </a:lnTo>
                    <a:lnTo>
                      <a:pt x="62" y="4"/>
                    </a:lnTo>
                    <a:lnTo>
                      <a:pt x="69" y="11"/>
                    </a:lnTo>
                    <a:lnTo>
                      <a:pt x="74" y="20"/>
                    </a:lnTo>
                    <a:lnTo>
                      <a:pt x="76" y="27"/>
                    </a:lnTo>
                    <a:lnTo>
                      <a:pt x="79" y="36"/>
                    </a:lnTo>
                    <a:lnTo>
                      <a:pt x="80" y="44"/>
                    </a:lnTo>
                    <a:lnTo>
                      <a:pt x="80" y="51"/>
                    </a:lnTo>
                    <a:lnTo>
                      <a:pt x="77" y="60"/>
                    </a:lnTo>
                    <a:lnTo>
                      <a:pt x="75" y="67"/>
                    </a:lnTo>
                    <a:lnTo>
                      <a:pt x="71" y="73"/>
                    </a:lnTo>
                    <a:lnTo>
                      <a:pt x="67" y="79"/>
                    </a:lnTo>
                    <a:lnTo>
                      <a:pt x="62" y="84"/>
                    </a:lnTo>
                    <a:lnTo>
                      <a:pt x="54" y="89"/>
                    </a:lnTo>
                    <a:lnTo>
                      <a:pt x="47" y="91"/>
                    </a:lnTo>
                    <a:lnTo>
                      <a:pt x="40" y="93"/>
                    </a:lnTo>
                    <a:lnTo>
                      <a:pt x="31" y="93"/>
                    </a:lnTo>
                    <a:lnTo>
                      <a:pt x="23" y="91"/>
                    </a:lnTo>
                    <a:lnTo>
                      <a:pt x="22" y="97"/>
                    </a:lnTo>
                    <a:lnTo>
                      <a:pt x="22" y="91"/>
                    </a:lnTo>
                    <a:lnTo>
                      <a:pt x="0" y="91"/>
                    </a:lnTo>
                    <a:lnTo>
                      <a:pt x="20" y="97"/>
                    </a:lnTo>
                    <a:lnTo>
                      <a:pt x="22" y="9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8" name="Freeform 401"/>
              <p:cNvSpPr>
                <a:spLocks/>
              </p:cNvSpPr>
              <p:nvPr/>
            </p:nvSpPr>
            <p:spPr bwMode="auto">
              <a:xfrm>
                <a:off x="773" y="1764"/>
                <a:ext cx="19" cy="8"/>
              </a:xfrm>
              <a:custGeom>
                <a:avLst/>
                <a:gdLst>
                  <a:gd name="T0" fmla="*/ 76 w 76"/>
                  <a:gd name="T1" fmla="*/ 31 h 34"/>
                  <a:gd name="T2" fmla="*/ 76 w 76"/>
                  <a:gd name="T3" fmla="*/ 31 h 34"/>
                  <a:gd name="T4" fmla="*/ 71 w 76"/>
                  <a:gd name="T5" fmla="*/ 27 h 34"/>
                  <a:gd name="T6" fmla="*/ 68 w 76"/>
                  <a:gd name="T7" fmla="*/ 23 h 34"/>
                  <a:gd name="T8" fmla="*/ 63 w 76"/>
                  <a:gd name="T9" fmla="*/ 20 h 34"/>
                  <a:gd name="T10" fmla="*/ 58 w 76"/>
                  <a:gd name="T11" fmla="*/ 17 h 34"/>
                  <a:gd name="T12" fmla="*/ 53 w 76"/>
                  <a:gd name="T13" fmla="*/ 15 h 34"/>
                  <a:gd name="T14" fmla="*/ 48 w 76"/>
                  <a:gd name="T15" fmla="*/ 12 h 34"/>
                  <a:gd name="T16" fmla="*/ 43 w 76"/>
                  <a:gd name="T17" fmla="*/ 10 h 34"/>
                  <a:gd name="T18" fmla="*/ 39 w 76"/>
                  <a:gd name="T19" fmla="*/ 8 h 34"/>
                  <a:gd name="T20" fmla="*/ 34 w 76"/>
                  <a:gd name="T21" fmla="*/ 6 h 34"/>
                  <a:gd name="T22" fmla="*/ 29 w 76"/>
                  <a:gd name="T23" fmla="*/ 5 h 34"/>
                  <a:gd name="T24" fmla="*/ 24 w 76"/>
                  <a:gd name="T25" fmla="*/ 4 h 34"/>
                  <a:gd name="T26" fmla="*/ 19 w 76"/>
                  <a:gd name="T27" fmla="*/ 3 h 34"/>
                  <a:gd name="T28" fmla="*/ 14 w 76"/>
                  <a:gd name="T29" fmla="*/ 2 h 34"/>
                  <a:gd name="T30" fmla="*/ 9 w 76"/>
                  <a:gd name="T31" fmla="*/ 2 h 34"/>
                  <a:gd name="T32" fmla="*/ 5 w 76"/>
                  <a:gd name="T33" fmla="*/ 0 h 34"/>
                  <a:gd name="T34" fmla="*/ 0 w 76"/>
                  <a:gd name="T35" fmla="*/ 0 h 34"/>
                  <a:gd name="T36" fmla="*/ 0 w 76"/>
                  <a:gd name="T37" fmla="*/ 6 h 34"/>
                  <a:gd name="T38" fmla="*/ 5 w 76"/>
                  <a:gd name="T39" fmla="*/ 6 h 34"/>
                  <a:gd name="T40" fmla="*/ 9 w 76"/>
                  <a:gd name="T41" fmla="*/ 6 h 34"/>
                  <a:gd name="T42" fmla="*/ 14 w 76"/>
                  <a:gd name="T43" fmla="*/ 8 h 34"/>
                  <a:gd name="T44" fmla="*/ 19 w 76"/>
                  <a:gd name="T45" fmla="*/ 8 h 34"/>
                  <a:gd name="T46" fmla="*/ 23 w 76"/>
                  <a:gd name="T47" fmla="*/ 9 h 34"/>
                  <a:gd name="T48" fmla="*/ 28 w 76"/>
                  <a:gd name="T49" fmla="*/ 10 h 34"/>
                  <a:gd name="T50" fmla="*/ 32 w 76"/>
                  <a:gd name="T51" fmla="*/ 11 h 34"/>
                  <a:gd name="T52" fmla="*/ 36 w 76"/>
                  <a:gd name="T53" fmla="*/ 14 h 34"/>
                  <a:gd name="T54" fmla="*/ 41 w 76"/>
                  <a:gd name="T55" fmla="*/ 15 h 34"/>
                  <a:gd name="T56" fmla="*/ 46 w 76"/>
                  <a:gd name="T57" fmla="*/ 17 h 34"/>
                  <a:gd name="T58" fmla="*/ 51 w 76"/>
                  <a:gd name="T59" fmla="*/ 20 h 34"/>
                  <a:gd name="T60" fmla="*/ 54 w 76"/>
                  <a:gd name="T61" fmla="*/ 22 h 34"/>
                  <a:gd name="T62" fmla="*/ 59 w 76"/>
                  <a:gd name="T63" fmla="*/ 25 h 34"/>
                  <a:gd name="T64" fmla="*/ 64 w 76"/>
                  <a:gd name="T65" fmla="*/ 28 h 34"/>
                  <a:gd name="T66" fmla="*/ 68 w 76"/>
                  <a:gd name="T67" fmla="*/ 31 h 34"/>
                  <a:gd name="T68" fmla="*/ 72 w 76"/>
                  <a:gd name="T69" fmla="*/ 34 h 34"/>
                  <a:gd name="T70" fmla="*/ 72 w 76"/>
                  <a:gd name="T71" fmla="*/ 34 h 34"/>
                  <a:gd name="T72" fmla="*/ 76 w 76"/>
                  <a:gd name="T73" fmla="*/ 31 h 3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6"/>
                  <a:gd name="T112" fmla="*/ 0 h 34"/>
                  <a:gd name="T113" fmla="*/ 76 w 76"/>
                  <a:gd name="T114" fmla="*/ 34 h 3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6" h="34">
                    <a:moveTo>
                      <a:pt x="76" y="31"/>
                    </a:moveTo>
                    <a:lnTo>
                      <a:pt x="76" y="31"/>
                    </a:lnTo>
                    <a:lnTo>
                      <a:pt x="71" y="27"/>
                    </a:lnTo>
                    <a:lnTo>
                      <a:pt x="68" y="23"/>
                    </a:lnTo>
                    <a:lnTo>
                      <a:pt x="63" y="20"/>
                    </a:lnTo>
                    <a:lnTo>
                      <a:pt x="58" y="17"/>
                    </a:lnTo>
                    <a:lnTo>
                      <a:pt x="53" y="15"/>
                    </a:lnTo>
                    <a:lnTo>
                      <a:pt x="48" y="12"/>
                    </a:lnTo>
                    <a:lnTo>
                      <a:pt x="43" y="10"/>
                    </a:lnTo>
                    <a:lnTo>
                      <a:pt x="39" y="8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4" y="4"/>
                    </a:lnTo>
                    <a:lnTo>
                      <a:pt x="19" y="3"/>
                    </a:lnTo>
                    <a:lnTo>
                      <a:pt x="14" y="2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9" y="6"/>
                    </a:lnTo>
                    <a:lnTo>
                      <a:pt x="14" y="8"/>
                    </a:lnTo>
                    <a:lnTo>
                      <a:pt x="19" y="8"/>
                    </a:lnTo>
                    <a:lnTo>
                      <a:pt x="23" y="9"/>
                    </a:lnTo>
                    <a:lnTo>
                      <a:pt x="28" y="10"/>
                    </a:lnTo>
                    <a:lnTo>
                      <a:pt x="32" y="11"/>
                    </a:lnTo>
                    <a:lnTo>
                      <a:pt x="36" y="14"/>
                    </a:lnTo>
                    <a:lnTo>
                      <a:pt x="41" y="15"/>
                    </a:lnTo>
                    <a:lnTo>
                      <a:pt x="46" y="17"/>
                    </a:lnTo>
                    <a:lnTo>
                      <a:pt x="51" y="20"/>
                    </a:lnTo>
                    <a:lnTo>
                      <a:pt x="54" y="22"/>
                    </a:lnTo>
                    <a:lnTo>
                      <a:pt x="59" y="25"/>
                    </a:lnTo>
                    <a:lnTo>
                      <a:pt x="64" y="28"/>
                    </a:lnTo>
                    <a:lnTo>
                      <a:pt x="68" y="31"/>
                    </a:lnTo>
                    <a:lnTo>
                      <a:pt x="72" y="34"/>
                    </a:lnTo>
                    <a:lnTo>
                      <a:pt x="76" y="3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9" name="Freeform 402"/>
              <p:cNvSpPr>
                <a:spLocks/>
              </p:cNvSpPr>
              <p:nvPr/>
            </p:nvSpPr>
            <p:spPr bwMode="auto">
              <a:xfrm>
                <a:off x="791" y="1771"/>
                <a:ext cx="2" cy="9"/>
              </a:xfrm>
              <a:custGeom>
                <a:avLst/>
                <a:gdLst>
                  <a:gd name="T0" fmla="*/ 5 w 9"/>
                  <a:gd name="T1" fmla="*/ 34 h 34"/>
                  <a:gd name="T2" fmla="*/ 5 w 9"/>
                  <a:gd name="T3" fmla="*/ 34 h 34"/>
                  <a:gd name="T4" fmla="*/ 7 w 9"/>
                  <a:gd name="T5" fmla="*/ 30 h 34"/>
                  <a:gd name="T6" fmla="*/ 8 w 9"/>
                  <a:gd name="T7" fmla="*/ 25 h 34"/>
                  <a:gd name="T8" fmla="*/ 9 w 9"/>
                  <a:gd name="T9" fmla="*/ 20 h 34"/>
                  <a:gd name="T10" fmla="*/ 9 w 9"/>
                  <a:gd name="T11" fmla="*/ 15 h 34"/>
                  <a:gd name="T12" fmla="*/ 9 w 9"/>
                  <a:gd name="T13" fmla="*/ 11 h 34"/>
                  <a:gd name="T14" fmla="*/ 8 w 9"/>
                  <a:gd name="T15" fmla="*/ 7 h 34"/>
                  <a:gd name="T16" fmla="*/ 7 w 9"/>
                  <a:gd name="T17" fmla="*/ 3 h 34"/>
                  <a:gd name="T18" fmla="*/ 4 w 9"/>
                  <a:gd name="T19" fmla="*/ 0 h 34"/>
                  <a:gd name="T20" fmla="*/ 0 w 9"/>
                  <a:gd name="T21" fmla="*/ 3 h 34"/>
                  <a:gd name="T22" fmla="*/ 2 w 9"/>
                  <a:gd name="T23" fmla="*/ 6 h 34"/>
                  <a:gd name="T24" fmla="*/ 3 w 9"/>
                  <a:gd name="T25" fmla="*/ 8 h 34"/>
                  <a:gd name="T26" fmla="*/ 3 w 9"/>
                  <a:gd name="T27" fmla="*/ 12 h 34"/>
                  <a:gd name="T28" fmla="*/ 3 w 9"/>
                  <a:gd name="T29" fmla="*/ 15 h 34"/>
                  <a:gd name="T30" fmla="*/ 3 w 9"/>
                  <a:gd name="T31" fmla="*/ 20 h 34"/>
                  <a:gd name="T32" fmla="*/ 2 w 9"/>
                  <a:gd name="T33" fmla="*/ 24 h 34"/>
                  <a:gd name="T34" fmla="*/ 2 w 9"/>
                  <a:gd name="T35" fmla="*/ 29 h 34"/>
                  <a:gd name="T36" fmla="*/ 0 w 9"/>
                  <a:gd name="T37" fmla="*/ 31 h 34"/>
                  <a:gd name="T38" fmla="*/ 0 w 9"/>
                  <a:gd name="T39" fmla="*/ 31 h 34"/>
                  <a:gd name="T40" fmla="*/ 5 w 9"/>
                  <a:gd name="T41" fmla="*/ 34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34"/>
                  <a:gd name="T65" fmla="*/ 9 w 9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34">
                    <a:moveTo>
                      <a:pt x="5" y="34"/>
                    </a:moveTo>
                    <a:lnTo>
                      <a:pt x="5" y="34"/>
                    </a:lnTo>
                    <a:lnTo>
                      <a:pt x="7" y="30"/>
                    </a:lnTo>
                    <a:lnTo>
                      <a:pt x="8" y="25"/>
                    </a:lnTo>
                    <a:lnTo>
                      <a:pt x="9" y="20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8" y="7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3" y="8"/>
                    </a:lnTo>
                    <a:lnTo>
                      <a:pt x="3" y="12"/>
                    </a:lnTo>
                    <a:lnTo>
                      <a:pt x="3" y="15"/>
                    </a:lnTo>
                    <a:lnTo>
                      <a:pt x="3" y="20"/>
                    </a:lnTo>
                    <a:lnTo>
                      <a:pt x="2" y="24"/>
                    </a:lnTo>
                    <a:lnTo>
                      <a:pt x="2" y="29"/>
                    </a:lnTo>
                    <a:lnTo>
                      <a:pt x="0" y="31"/>
                    </a:lnTo>
                    <a:lnTo>
                      <a:pt x="5" y="3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0" name="Freeform 403"/>
              <p:cNvSpPr>
                <a:spLocks/>
              </p:cNvSpPr>
              <p:nvPr/>
            </p:nvSpPr>
            <p:spPr bwMode="auto">
              <a:xfrm>
                <a:off x="774" y="1779"/>
                <a:ext cx="18" cy="10"/>
              </a:xfrm>
              <a:custGeom>
                <a:avLst/>
                <a:gdLst>
                  <a:gd name="T0" fmla="*/ 8 w 74"/>
                  <a:gd name="T1" fmla="*/ 35 h 39"/>
                  <a:gd name="T2" fmla="*/ 6 w 74"/>
                  <a:gd name="T3" fmla="*/ 39 h 39"/>
                  <a:gd name="T4" fmla="*/ 10 w 74"/>
                  <a:gd name="T5" fmla="*/ 38 h 39"/>
                  <a:gd name="T6" fmla="*/ 15 w 74"/>
                  <a:gd name="T7" fmla="*/ 38 h 39"/>
                  <a:gd name="T8" fmla="*/ 20 w 74"/>
                  <a:gd name="T9" fmla="*/ 37 h 39"/>
                  <a:gd name="T10" fmla="*/ 25 w 74"/>
                  <a:gd name="T11" fmla="*/ 35 h 39"/>
                  <a:gd name="T12" fmla="*/ 31 w 74"/>
                  <a:gd name="T13" fmla="*/ 34 h 39"/>
                  <a:gd name="T14" fmla="*/ 34 w 74"/>
                  <a:gd name="T15" fmla="*/ 33 h 39"/>
                  <a:gd name="T16" fmla="*/ 39 w 74"/>
                  <a:gd name="T17" fmla="*/ 32 h 39"/>
                  <a:gd name="T18" fmla="*/ 44 w 74"/>
                  <a:gd name="T19" fmla="*/ 29 h 39"/>
                  <a:gd name="T20" fmla="*/ 49 w 74"/>
                  <a:gd name="T21" fmla="*/ 28 h 39"/>
                  <a:gd name="T22" fmla="*/ 52 w 74"/>
                  <a:gd name="T23" fmla="*/ 26 h 39"/>
                  <a:gd name="T24" fmla="*/ 57 w 74"/>
                  <a:gd name="T25" fmla="*/ 23 h 39"/>
                  <a:gd name="T26" fmla="*/ 61 w 74"/>
                  <a:gd name="T27" fmla="*/ 20 h 39"/>
                  <a:gd name="T28" fmla="*/ 65 w 74"/>
                  <a:gd name="T29" fmla="*/ 17 h 39"/>
                  <a:gd name="T30" fmla="*/ 68 w 74"/>
                  <a:gd name="T31" fmla="*/ 12 h 39"/>
                  <a:gd name="T32" fmla="*/ 72 w 74"/>
                  <a:gd name="T33" fmla="*/ 9 h 39"/>
                  <a:gd name="T34" fmla="*/ 74 w 74"/>
                  <a:gd name="T35" fmla="*/ 3 h 39"/>
                  <a:gd name="T36" fmla="*/ 69 w 74"/>
                  <a:gd name="T37" fmla="*/ 0 h 39"/>
                  <a:gd name="T38" fmla="*/ 67 w 74"/>
                  <a:gd name="T39" fmla="*/ 5 h 39"/>
                  <a:gd name="T40" fmla="*/ 65 w 74"/>
                  <a:gd name="T41" fmla="*/ 9 h 39"/>
                  <a:gd name="T42" fmla="*/ 61 w 74"/>
                  <a:gd name="T43" fmla="*/ 12 h 39"/>
                  <a:gd name="T44" fmla="*/ 59 w 74"/>
                  <a:gd name="T45" fmla="*/ 16 h 39"/>
                  <a:gd name="T46" fmla="*/ 54 w 74"/>
                  <a:gd name="T47" fmla="*/ 18 h 39"/>
                  <a:gd name="T48" fmla="*/ 50 w 74"/>
                  <a:gd name="T49" fmla="*/ 21 h 39"/>
                  <a:gd name="T50" fmla="*/ 46 w 74"/>
                  <a:gd name="T51" fmla="*/ 23 h 39"/>
                  <a:gd name="T52" fmla="*/ 43 w 74"/>
                  <a:gd name="T53" fmla="*/ 24 h 39"/>
                  <a:gd name="T54" fmla="*/ 38 w 74"/>
                  <a:gd name="T55" fmla="*/ 26 h 39"/>
                  <a:gd name="T56" fmla="*/ 33 w 74"/>
                  <a:gd name="T57" fmla="*/ 27 h 39"/>
                  <a:gd name="T58" fmla="*/ 28 w 74"/>
                  <a:gd name="T59" fmla="*/ 28 h 39"/>
                  <a:gd name="T60" fmla="*/ 25 w 74"/>
                  <a:gd name="T61" fmla="*/ 29 h 39"/>
                  <a:gd name="T62" fmla="*/ 20 w 74"/>
                  <a:gd name="T63" fmla="*/ 30 h 39"/>
                  <a:gd name="T64" fmla="*/ 15 w 74"/>
                  <a:gd name="T65" fmla="*/ 32 h 39"/>
                  <a:gd name="T66" fmla="*/ 10 w 74"/>
                  <a:gd name="T67" fmla="*/ 33 h 39"/>
                  <a:gd name="T68" fmla="*/ 4 w 74"/>
                  <a:gd name="T69" fmla="*/ 34 h 39"/>
                  <a:gd name="T70" fmla="*/ 3 w 74"/>
                  <a:gd name="T71" fmla="*/ 38 h 39"/>
                  <a:gd name="T72" fmla="*/ 4 w 74"/>
                  <a:gd name="T73" fmla="*/ 34 h 39"/>
                  <a:gd name="T74" fmla="*/ 0 w 74"/>
                  <a:gd name="T75" fmla="*/ 35 h 39"/>
                  <a:gd name="T76" fmla="*/ 3 w 74"/>
                  <a:gd name="T77" fmla="*/ 38 h 39"/>
                  <a:gd name="T78" fmla="*/ 8 w 74"/>
                  <a:gd name="T79" fmla="*/ 35 h 3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74"/>
                  <a:gd name="T121" fmla="*/ 0 h 39"/>
                  <a:gd name="T122" fmla="*/ 74 w 74"/>
                  <a:gd name="T123" fmla="*/ 39 h 3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74" h="39">
                    <a:moveTo>
                      <a:pt x="8" y="35"/>
                    </a:moveTo>
                    <a:lnTo>
                      <a:pt x="6" y="39"/>
                    </a:lnTo>
                    <a:lnTo>
                      <a:pt x="10" y="38"/>
                    </a:lnTo>
                    <a:lnTo>
                      <a:pt x="15" y="38"/>
                    </a:lnTo>
                    <a:lnTo>
                      <a:pt x="20" y="37"/>
                    </a:lnTo>
                    <a:lnTo>
                      <a:pt x="25" y="35"/>
                    </a:lnTo>
                    <a:lnTo>
                      <a:pt x="31" y="34"/>
                    </a:lnTo>
                    <a:lnTo>
                      <a:pt x="34" y="33"/>
                    </a:lnTo>
                    <a:lnTo>
                      <a:pt x="39" y="32"/>
                    </a:lnTo>
                    <a:lnTo>
                      <a:pt x="44" y="29"/>
                    </a:lnTo>
                    <a:lnTo>
                      <a:pt x="49" y="28"/>
                    </a:lnTo>
                    <a:lnTo>
                      <a:pt x="52" y="26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5" y="17"/>
                    </a:lnTo>
                    <a:lnTo>
                      <a:pt x="68" y="12"/>
                    </a:lnTo>
                    <a:lnTo>
                      <a:pt x="72" y="9"/>
                    </a:lnTo>
                    <a:lnTo>
                      <a:pt x="74" y="3"/>
                    </a:lnTo>
                    <a:lnTo>
                      <a:pt x="69" y="0"/>
                    </a:lnTo>
                    <a:lnTo>
                      <a:pt x="67" y="5"/>
                    </a:lnTo>
                    <a:lnTo>
                      <a:pt x="65" y="9"/>
                    </a:lnTo>
                    <a:lnTo>
                      <a:pt x="61" y="12"/>
                    </a:lnTo>
                    <a:lnTo>
                      <a:pt x="59" y="16"/>
                    </a:lnTo>
                    <a:lnTo>
                      <a:pt x="54" y="18"/>
                    </a:lnTo>
                    <a:lnTo>
                      <a:pt x="50" y="21"/>
                    </a:lnTo>
                    <a:lnTo>
                      <a:pt x="46" y="23"/>
                    </a:lnTo>
                    <a:lnTo>
                      <a:pt x="43" y="24"/>
                    </a:lnTo>
                    <a:lnTo>
                      <a:pt x="38" y="26"/>
                    </a:lnTo>
                    <a:lnTo>
                      <a:pt x="33" y="27"/>
                    </a:lnTo>
                    <a:lnTo>
                      <a:pt x="28" y="28"/>
                    </a:lnTo>
                    <a:lnTo>
                      <a:pt x="25" y="29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0" y="33"/>
                    </a:lnTo>
                    <a:lnTo>
                      <a:pt x="4" y="34"/>
                    </a:lnTo>
                    <a:lnTo>
                      <a:pt x="3" y="38"/>
                    </a:lnTo>
                    <a:lnTo>
                      <a:pt x="4" y="34"/>
                    </a:lnTo>
                    <a:lnTo>
                      <a:pt x="0" y="35"/>
                    </a:lnTo>
                    <a:lnTo>
                      <a:pt x="3" y="38"/>
                    </a:ln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1" name="Freeform 404"/>
              <p:cNvSpPr>
                <a:spLocks/>
              </p:cNvSpPr>
              <p:nvPr/>
            </p:nvSpPr>
            <p:spPr bwMode="auto">
              <a:xfrm>
                <a:off x="774" y="1788"/>
                <a:ext cx="18" cy="36"/>
              </a:xfrm>
              <a:custGeom>
                <a:avLst/>
                <a:gdLst>
                  <a:gd name="T0" fmla="*/ 63 w 70"/>
                  <a:gd name="T1" fmla="*/ 146 h 146"/>
                  <a:gd name="T2" fmla="*/ 63 w 70"/>
                  <a:gd name="T3" fmla="*/ 146 h 146"/>
                  <a:gd name="T4" fmla="*/ 66 w 70"/>
                  <a:gd name="T5" fmla="*/ 140 h 146"/>
                  <a:gd name="T6" fmla="*/ 70 w 70"/>
                  <a:gd name="T7" fmla="*/ 131 h 146"/>
                  <a:gd name="T8" fmla="*/ 70 w 70"/>
                  <a:gd name="T9" fmla="*/ 123 h 146"/>
                  <a:gd name="T10" fmla="*/ 70 w 70"/>
                  <a:gd name="T11" fmla="*/ 114 h 146"/>
                  <a:gd name="T12" fmla="*/ 68 w 70"/>
                  <a:gd name="T13" fmla="*/ 106 h 146"/>
                  <a:gd name="T14" fmla="*/ 65 w 70"/>
                  <a:gd name="T15" fmla="*/ 96 h 146"/>
                  <a:gd name="T16" fmla="*/ 60 w 70"/>
                  <a:gd name="T17" fmla="*/ 86 h 146"/>
                  <a:gd name="T18" fmla="*/ 56 w 70"/>
                  <a:gd name="T19" fmla="*/ 77 h 146"/>
                  <a:gd name="T20" fmla="*/ 51 w 70"/>
                  <a:gd name="T21" fmla="*/ 67 h 146"/>
                  <a:gd name="T22" fmla="*/ 45 w 70"/>
                  <a:gd name="T23" fmla="*/ 57 h 146"/>
                  <a:gd name="T24" fmla="*/ 39 w 70"/>
                  <a:gd name="T25" fmla="*/ 48 h 146"/>
                  <a:gd name="T26" fmla="*/ 31 w 70"/>
                  <a:gd name="T27" fmla="*/ 37 h 146"/>
                  <a:gd name="T28" fmla="*/ 25 w 70"/>
                  <a:gd name="T29" fmla="*/ 27 h 146"/>
                  <a:gd name="T30" fmla="*/ 18 w 70"/>
                  <a:gd name="T31" fmla="*/ 19 h 146"/>
                  <a:gd name="T32" fmla="*/ 11 w 70"/>
                  <a:gd name="T33" fmla="*/ 9 h 146"/>
                  <a:gd name="T34" fmla="*/ 5 w 70"/>
                  <a:gd name="T35" fmla="*/ 0 h 146"/>
                  <a:gd name="T36" fmla="*/ 0 w 70"/>
                  <a:gd name="T37" fmla="*/ 3 h 146"/>
                  <a:gd name="T38" fmla="*/ 6 w 70"/>
                  <a:gd name="T39" fmla="*/ 12 h 146"/>
                  <a:gd name="T40" fmla="*/ 13 w 70"/>
                  <a:gd name="T41" fmla="*/ 21 h 146"/>
                  <a:gd name="T42" fmla="*/ 20 w 70"/>
                  <a:gd name="T43" fmla="*/ 31 h 146"/>
                  <a:gd name="T44" fmla="*/ 26 w 70"/>
                  <a:gd name="T45" fmla="*/ 40 h 146"/>
                  <a:gd name="T46" fmla="*/ 34 w 70"/>
                  <a:gd name="T47" fmla="*/ 50 h 146"/>
                  <a:gd name="T48" fmla="*/ 40 w 70"/>
                  <a:gd name="T49" fmla="*/ 60 h 146"/>
                  <a:gd name="T50" fmla="*/ 46 w 70"/>
                  <a:gd name="T51" fmla="*/ 69 h 146"/>
                  <a:gd name="T52" fmla="*/ 51 w 70"/>
                  <a:gd name="T53" fmla="*/ 79 h 146"/>
                  <a:gd name="T54" fmla="*/ 56 w 70"/>
                  <a:gd name="T55" fmla="*/ 89 h 146"/>
                  <a:gd name="T56" fmla="*/ 59 w 70"/>
                  <a:gd name="T57" fmla="*/ 99 h 146"/>
                  <a:gd name="T58" fmla="*/ 62 w 70"/>
                  <a:gd name="T59" fmla="*/ 107 h 146"/>
                  <a:gd name="T60" fmla="*/ 64 w 70"/>
                  <a:gd name="T61" fmla="*/ 116 h 146"/>
                  <a:gd name="T62" fmla="*/ 65 w 70"/>
                  <a:gd name="T63" fmla="*/ 123 h 146"/>
                  <a:gd name="T64" fmla="*/ 64 w 70"/>
                  <a:gd name="T65" fmla="*/ 130 h 146"/>
                  <a:gd name="T66" fmla="*/ 62 w 70"/>
                  <a:gd name="T67" fmla="*/ 137 h 146"/>
                  <a:gd name="T68" fmla="*/ 59 w 70"/>
                  <a:gd name="T69" fmla="*/ 143 h 146"/>
                  <a:gd name="T70" fmla="*/ 59 w 70"/>
                  <a:gd name="T71" fmla="*/ 143 h 146"/>
                  <a:gd name="T72" fmla="*/ 63 w 70"/>
                  <a:gd name="T73" fmla="*/ 146 h 14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0"/>
                  <a:gd name="T112" fmla="*/ 0 h 146"/>
                  <a:gd name="T113" fmla="*/ 70 w 70"/>
                  <a:gd name="T114" fmla="*/ 146 h 14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0" h="146">
                    <a:moveTo>
                      <a:pt x="63" y="146"/>
                    </a:moveTo>
                    <a:lnTo>
                      <a:pt x="63" y="146"/>
                    </a:lnTo>
                    <a:lnTo>
                      <a:pt x="66" y="140"/>
                    </a:lnTo>
                    <a:lnTo>
                      <a:pt x="70" y="131"/>
                    </a:lnTo>
                    <a:lnTo>
                      <a:pt x="70" y="123"/>
                    </a:lnTo>
                    <a:lnTo>
                      <a:pt x="70" y="114"/>
                    </a:lnTo>
                    <a:lnTo>
                      <a:pt x="68" y="106"/>
                    </a:lnTo>
                    <a:lnTo>
                      <a:pt x="65" y="96"/>
                    </a:lnTo>
                    <a:lnTo>
                      <a:pt x="60" y="86"/>
                    </a:lnTo>
                    <a:lnTo>
                      <a:pt x="56" y="77"/>
                    </a:lnTo>
                    <a:lnTo>
                      <a:pt x="51" y="67"/>
                    </a:lnTo>
                    <a:lnTo>
                      <a:pt x="45" y="57"/>
                    </a:lnTo>
                    <a:lnTo>
                      <a:pt x="39" y="48"/>
                    </a:lnTo>
                    <a:lnTo>
                      <a:pt x="31" y="37"/>
                    </a:lnTo>
                    <a:lnTo>
                      <a:pt x="25" y="27"/>
                    </a:lnTo>
                    <a:lnTo>
                      <a:pt x="18" y="19"/>
                    </a:lnTo>
                    <a:lnTo>
                      <a:pt x="11" y="9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6" y="12"/>
                    </a:lnTo>
                    <a:lnTo>
                      <a:pt x="13" y="21"/>
                    </a:lnTo>
                    <a:lnTo>
                      <a:pt x="20" y="31"/>
                    </a:lnTo>
                    <a:lnTo>
                      <a:pt x="26" y="40"/>
                    </a:lnTo>
                    <a:lnTo>
                      <a:pt x="34" y="50"/>
                    </a:lnTo>
                    <a:lnTo>
                      <a:pt x="40" y="60"/>
                    </a:lnTo>
                    <a:lnTo>
                      <a:pt x="46" y="69"/>
                    </a:lnTo>
                    <a:lnTo>
                      <a:pt x="51" y="79"/>
                    </a:lnTo>
                    <a:lnTo>
                      <a:pt x="56" y="89"/>
                    </a:lnTo>
                    <a:lnTo>
                      <a:pt x="59" y="99"/>
                    </a:lnTo>
                    <a:lnTo>
                      <a:pt x="62" y="107"/>
                    </a:lnTo>
                    <a:lnTo>
                      <a:pt x="64" y="116"/>
                    </a:lnTo>
                    <a:lnTo>
                      <a:pt x="65" y="123"/>
                    </a:lnTo>
                    <a:lnTo>
                      <a:pt x="64" y="130"/>
                    </a:lnTo>
                    <a:lnTo>
                      <a:pt x="62" y="137"/>
                    </a:lnTo>
                    <a:lnTo>
                      <a:pt x="59" y="143"/>
                    </a:lnTo>
                    <a:lnTo>
                      <a:pt x="63" y="14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2" name="Freeform 405"/>
              <p:cNvSpPr>
                <a:spLocks/>
              </p:cNvSpPr>
              <p:nvPr/>
            </p:nvSpPr>
            <p:spPr bwMode="auto">
              <a:xfrm>
                <a:off x="756" y="1821"/>
                <a:ext cx="34" cy="13"/>
              </a:xfrm>
              <a:custGeom>
                <a:avLst/>
                <a:gdLst>
                  <a:gd name="T0" fmla="*/ 6 w 136"/>
                  <a:gd name="T1" fmla="*/ 7 h 55"/>
                  <a:gd name="T2" fmla="*/ 1 w 136"/>
                  <a:gd name="T3" fmla="*/ 9 h 55"/>
                  <a:gd name="T4" fmla="*/ 12 w 136"/>
                  <a:gd name="T5" fmla="*/ 23 h 55"/>
                  <a:gd name="T6" fmla="*/ 23 w 136"/>
                  <a:gd name="T7" fmla="*/ 33 h 55"/>
                  <a:gd name="T8" fmla="*/ 34 w 136"/>
                  <a:gd name="T9" fmla="*/ 41 h 55"/>
                  <a:gd name="T10" fmla="*/ 45 w 136"/>
                  <a:gd name="T11" fmla="*/ 47 h 55"/>
                  <a:gd name="T12" fmla="*/ 56 w 136"/>
                  <a:gd name="T13" fmla="*/ 52 h 55"/>
                  <a:gd name="T14" fmla="*/ 65 w 136"/>
                  <a:gd name="T15" fmla="*/ 53 h 55"/>
                  <a:gd name="T16" fmla="*/ 75 w 136"/>
                  <a:gd name="T17" fmla="*/ 55 h 55"/>
                  <a:gd name="T18" fmla="*/ 84 w 136"/>
                  <a:gd name="T19" fmla="*/ 53 h 55"/>
                  <a:gd name="T20" fmla="*/ 93 w 136"/>
                  <a:gd name="T21" fmla="*/ 51 h 55"/>
                  <a:gd name="T22" fmla="*/ 101 w 136"/>
                  <a:gd name="T23" fmla="*/ 47 h 55"/>
                  <a:gd name="T24" fmla="*/ 109 w 136"/>
                  <a:gd name="T25" fmla="*/ 43 h 55"/>
                  <a:gd name="T26" fmla="*/ 115 w 136"/>
                  <a:gd name="T27" fmla="*/ 38 h 55"/>
                  <a:gd name="T28" fmla="*/ 121 w 136"/>
                  <a:gd name="T29" fmla="*/ 33 h 55"/>
                  <a:gd name="T30" fmla="*/ 127 w 136"/>
                  <a:gd name="T31" fmla="*/ 27 h 55"/>
                  <a:gd name="T32" fmla="*/ 132 w 136"/>
                  <a:gd name="T33" fmla="*/ 22 h 55"/>
                  <a:gd name="T34" fmla="*/ 136 w 136"/>
                  <a:gd name="T35" fmla="*/ 16 h 55"/>
                  <a:gd name="T36" fmla="*/ 132 w 136"/>
                  <a:gd name="T37" fmla="*/ 13 h 55"/>
                  <a:gd name="T38" fmla="*/ 129 w 136"/>
                  <a:gd name="T39" fmla="*/ 18 h 55"/>
                  <a:gd name="T40" fmla="*/ 124 w 136"/>
                  <a:gd name="T41" fmla="*/ 23 h 55"/>
                  <a:gd name="T42" fmla="*/ 118 w 136"/>
                  <a:gd name="T43" fmla="*/ 29 h 55"/>
                  <a:gd name="T44" fmla="*/ 112 w 136"/>
                  <a:gd name="T45" fmla="*/ 33 h 55"/>
                  <a:gd name="T46" fmla="*/ 106 w 136"/>
                  <a:gd name="T47" fmla="*/ 38 h 55"/>
                  <a:gd name="T48" fmla="*/ 98 w 136"/>
                  <a:gd name="T49" fmla="*/ 43 h 55"/>
                  <a:gd name="T50" fmla="*/ 91 w 136"/>
                  <a:gd name="T51" fmla="*/ 45 h 55"/>
                  <a:gd name="T52" fmla="*/ 84 w 136"/>
                  <a:gd name="T53" fmla="*/ 47 h 55"/>
                  <a:gd name="T54" fmla="*/ 75 w 136"/>
                  <a:gd name="T55" fmla="*/ 49 h 55"/>
                  <a:gd name="T56" fmla="*/ 67 w 136"/>
                  <a:gd name="T57" fmla="*/ 49 h 55"/>
                  <a:gd name="T58" fmla="*/ 57 w 136"/>
                  <a:gd name="T59" fmla="*/ 46 h 55"/>
                  <a:gd name="T60" fmla="*/ 47 w 136"/>
                  <a:gd name="T61" fmla="*/ 43 h 55"/>
                  <a:gd name="T62" fmla="*/ 38 w 136"/>
                  <a:gd name="T63" fmla="*/ 36 h 55"/>
                  <a:gd name="T64" fmla="*/ 28 w 136"/>
                  <a:gd name="T65" fmla="*/ 29 h 55"/>
                  <a:gd name="T66" fmla="*/ 16 w 136"/>
                  <a:gd name="T67" fmla="*/ 18 h 55"/>
                  <a:gd name="T68" fmla="*/ 5 w 136"/>
                  <a:gd name="T69" fmla="*/ 6 h 55"/>
                  <a:gd name="T70" fmla="*/ 0 w 136"/>
                  <a:gd name="T71" fmla="*/ 7 h 55"/>
                  <a:gd name="T72" fmla="*/ 5 w 136"/>
                  <a:gd name="T73" fmla="*/ 6 h 55"/>
                  <a:gd name="T74" fmla="*/ 1 w 136"/>
                  <a:gd name="T75" fmla="*/ 0 h 55"/>
                  <a:gd name="T76" fmla="*/ 0 w 136"/>
                  <a:gd name="T77" fmla="*/ 7 h 55"/>
                  <a:gd name="T78" fmla="*/ 6 w 136"/>
                  <a:gd name="T79" fmla="*/ 7 h 5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6"/>
                  <a:gd name="T121" fmla="*/ 0 h 55"/>
                  <a:gd name="T122" fmla="*/ 136 w 136"/>
                  <a:gd name="T123" fmla="*/ 55 h 5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6" h="55">
                    <a:moveTo>
                      <a:pt x="6" y="7"/>
                    </a:moveTo>
                    <a:lnTo>
                      <a:pt x="1" y="9"/>
                    </a:lnTo>
                    <a:lnTo>
                      <a:pt x="12" y="23"/>
                    </a:lnTo>
                    <a:lnTo>
                      <a:pt x="23" y="33"/>
                    </a:lnTo>
                    <a:lnTo>
                      <a:pt x="34" y="41"/>
                    </a:lnTo>
                    <a:lnTo>
                      <a:pt x="45" y="47"/>
                    </a:lnTo>
                    <a:lnTo>
                      <a:pt x="56" y="52"/>
                    </a:lnTo>
                    <a:lnTo>
                      <a:pt x="65" y="53"/>
                    </a:lnTo>
                    <a:lnTo>
                      <a:pt x="75" y="55"/>
                    </a:lnTo>
                    <a:lnTo>
                      <a:pt x="84" y="53"/>
                    </a:lnTo>
                    <a:lnTo>
                      <a:pt x="93" y="51"/>
                    </a:lnTo>
                    <a:lnTo>
                      <a:pt x="101" y="47"/>
                    </a:lnTo>
                    <a:lnTo>
                      <a:pt x="109" y="43"/>
                    </a:lnTo>
                    <a:lnTo>
                      <a:pt x="115" y="38"/>
                    </a:lnTo>
                    <a:lnTo>
                      <a:pt x="121" y="33"/>
                    </a:lnTo>
                    <a:lnTo>
                      <a:pt x="127" y="27"/>
                    </a:lnTo>
                    <a:lnTo>
                      <a:pt x="132" y="22"/>
                    </a:lnTo>
                    <a:lnTo>
                      <a:pt x="136" y="16"/>
                    </a:lnTo>
                    <a:lnTo>
                      <a:pt x="132" y="13"/>
                    </a:lnTo>
                    <a:lnTo>
                      <a:pt x="129" y="18"/>
                    </a:lnTo>
                    <a:lnTo>
                      <a:pt x="124" y="23"/>
                    </a:lnTo>
                    <a:lnTo>
                      <a:pt x="118" y="29"/>
                    </a:lnTo>
                    <a:lnTo>
                      <a:pt x="112" y="33"/>
                    </a:lnTo>
                    <a:lnTo>
                      <a:pt x="106" y="38"/>
                    </a:lnTo>
                    <a:lnTo>
                      <a:pt x="98" y="43"/>
                    </a:lnTo>
                    <a:lnTo>
                      <a:pt x="91" y="45"/>
                    </a:lnTo>
                    <a:lnTo>
                      <a:pt x="84" y="47"/>
                    </a:lnTo>
                    <a:lnTo>
                      <a:pt x="75" y="49"/>
                    </a:lnTo>
                    <a:lnTo>
                      <a:pt x="67" y="49"/>
                    </a:lnTo>
                    <a:lnTo>
                      <a:pt x="57" y="46"/>
                    </a:lnTo>
                    <a:lnTo>
                      <a:pt x="47" y="43"/>
                    </a:lnTo>
                    <a:lnTo>
                      <a:pt x="38" y="36"/>
                    </a:lnTo>
                    <a:lnTo>
                      <a:pt x="28" y="29"/>
                    </a:lnTo>
                    <a:lnTo>
                      <a:pt x="16" y="18"/>
                    </a:lnTo>
                    <a:lnTo>
                      <a:pt x="5" y="6"/>
                    </a:lnTo>
                    <a:lnTo>
                      <a:pt x="0" y="7"/>
                    </a:lnTo>
                    <a:lnTo>
                      <a:pt x="5" y="6"/>
                    </a:lnTo>
                    <a:lnTo>
                      <a:pt x="1" y="0"/>
                    </a:lnTo>
                    <a:lnTo>
                      <a:pt x="0" y="7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3" name="Freeform 406"/>
              <p:cNvSpPr>
                <a:spLocks/>
              </p:cNvSpPr>
              <p:nvPr/>
            </p:nvSpPr>
            <p:spPr bwMode="auto">
              <a:xfrm>
                <a:off x="716" y="1822"/>
                <a:ext cx="42" cy="14"/>
              </a:xfrm>
              <a:custGeom>
                <a:avLst/>
                <a:gdLst>
                  <a:gd name="T0" fmla="*/ 0 w 166"/>
                  <a:gd name="T1" fmla="*/ 15 h 55"/>
                  <a:gd name="T2" fmla="*/ 0 w 166"/>
                  <a:gd name="T3" fmla="*/ 15 h 55"/>
                  <a:gd name="T4" fmla="*/ 8 w 166"/>
                  <a:gd name="T5" fmla="*/ 21 h 55"/>
                  <a:gd name="T6" fmla="*/ 17 w 166"/>
                  <a:gd name="T7" fmla="*/ 27 h 55"/>
                  <a:gd name="T8" fmla="*/ 28 w 166"/>
                  <a:gd name="T9" fmla="*/ 33 h 55"/>
                  <a:gd name="T10" fmla="*/ 39 w 166"/>
                  <a:gd name="T11" fmla="*/ 39 h 55"/>
                  <a:gd name="T12" fmla="*/ 51 w 166"/>
                  <a:gd name="T13" fmla="*/ 44 h 55"/>
                  <a:gd name="T14" fmla="*/ 64 w 166"/>
                  <a:gd name="T15" fmla="*/ 49 h 55"/>
                  <a:gd name="T16" fmla="*/ 77 w 166"/>
                  <a:gd name="T17" fmla="*/ 52 h 55"/>
                  <a:gd name="T18" fmla="*/ 90 w 166"/>
                  <a:gd name="T19" fmla="*/ 54 h 55"/>
                  <a:gd name="T20" fmla="*/ 103 w 166"/>
                  <a:gd name="T21" fmla="*/ 55 h 55"/>
                  <a:gd name="T22" fmla="*/ 116 w 166"/>
                  <a:gd name="T23" fmla="*/ 54 h 55"/>
                  <a:gd name="T24" fmla="*/ 127 w 166"/>
                  <a:gd name="T25" fmla="*/ 51 h 55"/>
                  <a:gd name="T26" fmla="*/ 138 w 166"/>
                  <a:gd name="T27" fmla="*/ 46 h 55"/>
                  <a:gd name="T28" fmla="*/ 148 w 166"/>
                  <a:gd name="T29" fmla="*/ 39 h 55"/>
                  <a:gd name="T30" fmla="*/ 156 w 166"/>
                  <a:gd name="T31" fmla="*/ 29 h 55"/>
                  <a:gd name="T32" fmla="*/ 162 w 166"/>
                  <a:gd name="T33" fmla="*/ 16 h 55"/>
                  <a:gd name="T34" fmla="*/ 166 w 166"/>
                  <a:gd name="T35" fmla="*/ 0 h 55"/>
                  <a:gd name="T36" fmla="*/ 160 w 166"/>
                  <a:gd name="T37" fmla="*/ 0 h 55"/>
                  <a:gd name="T38" fmla="*/ 156 w 166"/>
                  <a:gd name="T39" fmla="*/ 15 h 55"/>
                  <a:gd name="T40" fmla="*/ 151 w 166"/>
                  <a:gd name="T41" fmla="*/ 26 h 55"/>
                  <a:gd name="T42" fmla="*/ 144 w 166"/>
                  <a:gd name="T43" fmla="*/ 34 h 55"/>
                  <a:gd name="T44" fmla="*/ 136 w 166"/>
                  <a:gd name="T45" fmla="*/ 42 h 55"/>
                  <a:gd name="T46" fmla="*/ 126 w 166"/>
                  <a:gd name="T47" fmla="*/ 45 h 55"/>
                  <a:gd name="T48" fmla="*/ 115 w 166"/>
                  <a:gd name="T49" fmla="*/ 49 h 55"/>
                  <a:gd name="T50" fmla="*/ 103 w 166"/>
                  <a:gd name="T51" fmla="*/ 49 h 55"/>
                  <a:gd name="T52" fmla="*/ 91 w 166"/>
                  <a:gd name="T53" fmla="*/ 49 h 55"/>
                  <a:gd name="T54" fmla="*/ 77 w 166"/>
                  <a:gd name="T55" fmla="*/ 46 h 55"/>
                  <a:gd name="T56" fmla="*/ 65 w 166"/>
                  <a:gd name="T57" fmla="*/ 43 h 55"/>
                  <a:gd name="T58" fmla="*/ 53 w 166"/>
                  <a:gd name="T59" fmla="*/ 39 h 55"/>
                  <a:gd name="T60" fmla="*/ 41 w 166"/>
                  <a:gd name="T61" fmla="*/ 34 h 55"/>
                  <a:gd name="T62" fmla="*/ 30 w 166"/>
                  <a:gd name="T63" fmla="*/ 28 h 55"/>
                  <a:gd name="T64" fmla="*/ 20 w 166"/>
                  <a:gd name="T65" fmla="*/ 22 h 55"/>
                  <a:gd name="T66" fmla="*/ 11 w 166"/>
                  <a:gd name="T67" fmla="*/ 16 h 55"/>
                  <a:gd name="T68" fmla="*/ 5 w 166"/>
                  <a:gd name="T69" fmla="*/ 10 h 55"/>
                  <a:gd name="T70" fmla="*/ 5 w 166"/>
                  <a:gd name="T71" fmla="*/ 10 h 55"/>
                  <a:gd name="T72" fmla="*/ 0 w 166"/>
                  <a:gd name="T73" fmla="*/ 15 h 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6"/>
                  <a:gd name="T112" fmla="*/ 0 h 55"/>
                  <a:gd name="T113" fmla="*/ 166 w 166"/>
                  <a:gd name="T114" fmla="*/ 55 h 5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6" h="55">
                    <a:moveTo>
                      <a:pt x="0" y="15"/>
                    </a:moveTo>
                    <a:lnTo>
                      <a:pt x="0" y="15"/>
                    </a:lnTo>
                    <a:lnTo>
                      <a:pt x="8" y="21"/>
                    </a:lnTo>
                    <a:lnTo>
                      <a:pt x="17" y="27"/>
                    </a:lnTo>
                    <a:lnTo>
                      <a:pt x="28" y="33"/>
                    </a:lnTo>
                    <a:lnTo>
                      <a:pt x="39" y="39"/>
                    </a:lnTo>
                    <a:lnTo>
                      <a:pt x="51" y="44"/>
                    </a:lnTo>
                    <a:lnTo>
                      <a:pt x="64" y="49"/>
                    </a:lnTo>
                    <a:lnTo>
                      <a:pt x="77" y="52"/>
                    </a:lnTo>
                    <a:lnTo>
                      <a:pt x="90" y="54"/>
                    </a:lnTo>
                    <a:lnTo>
                      <a:pt x="103" y="55"/>
                    </a:lnTo>
                    <a:lnTo>
                      <a:pt x="116" y="54"/>
                    </a:lnTo>
                    <a:lnTo>
                      <a:pt x="127" y="51"/>
                    </a:lnTo>
                    <a:lnTo>
                      <a:pt x="138" y="46"/>
                    </a:lnTo>
                    <a:lnTo>
                      <a:pt x="148" y="39"/>
                    </a:lnTo>
                    <a:lnTo>
                      <a:pt x="156" y="29"/>
                    </a:lnTo>
                    <a:lnTo>
                      <a:pt x="162" y="16"/>
                    </a:lnTo>
                    <a:lnTo>
                      <a:pt x="166" y="0"/>
                    </a:lnTo>
                    <a:lnTo>
                      <a:pt x="160" y="0"/>
                    </a:lnTo>
                    <a:lnTo>
                      <a:pt x="156" y="15"/>
                    </a:lnTo>
                    <a:lnTo>
                      <a:pt x="151" y="26"/>
                    </a:lnTo>
                    <a:lnTo>
                      <a:pt x="144" y="34"/>
                    </a:lnTo>
                    <a:lnTo>
                      <a:pt x="136" y="42"/>
                    </a:lnTo>
                    <a:lnTo>
                      <a:pt x="126" y="45"/>
                    </a:lnTo>
                    <a:lnTo>
                      <a:pt x="115" y="49"/>
                    </a:lnTo>
                    <a:lnTo>
                      <a:pt x="103" y="49"/>
                    </a:lnTo>
                    <a:lnTo>
                      <a:pt x="91" y="49"/>
                    </a:lnTo>
                    <a:lnTo>
                      <a:pt x="77" y="46"/>
                    </a:lnTo>
                    <a:lnTo>
                      <a:pt x="65" y="43"/>
                    </a:lnTo>
                    <a:lnTo>
                      <a:pt x="53" y="39"/>
                    </a:lnTo>
                    <a:lnTo>
                      <a:pt x="41" y="34"/>
                    </a:lnTo>
                    <a:lnTo>
                      <a:pt x="30" y="28"/>
                    </a:lnTo>
                    <a:lnTo>
                      <a:pt x="20" y="22"/>
                    </a:lnTo>
                    <a:lnTo>
                      <a:pt x="11" y="16"/>
                    </a:lnTo>
                    <a:lnTo>
                      <a:pt x="5" y="1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4" name="Freeform 407"/>
              <p:cNvSpPr>
                <a:spLocks/>
              </p:cNvSpPr>
              <p:nvPr/>
            </p:nvSpPr>
            <p:spPr bwMode="auto">
              <a:xfrm>
                <a:off x="701" y="1806"/>
                <a:ext cx="16" cy="20"/>
              </a:xfrm>
              <a:custGeom>
                <a:avLst/>
                <a:gdLst>
                  <a:gd name="T0" fmla="*/ 0 w 65"/>
                  <a:gd name="T1" fmla="*/ 4 h 79"/>
                  <a:gd name="T2" fmla="*/ 0 w 65"/>
                  <a:gd name="T3" fmla="*/ 4 h 79"/>
                  <a:gd name="T4" fmla="*/ 4 w 65"/>
                  <a:gd name="T5" fmla="*/ 7 h 79"/>
                  <a:gd name="T6" fmla="*/ 8 w 65"/>
                  <a:gd name="T7" fmla="*/ 12 h 79"/>
                  <a:gd name="T8" fmla="*/ 11 w 65"/>
                  <a:gd name="T9" fmla="*/ 16 h 79"/>
                  <a:gd name="T10" fmla="*/ 16 w 65"/>
                  <a:gd name="T11" fmla="*/ 21 h 79"/>
                  <a:gd name="T12" fmla="*/ 19 w 65"/>
                  <a:gd name="T13" fmla="*/ 26 h 79"/>
                  <a:gd name="T14" fmla="*/ 22 w 65"/>
                  <a:gd name="T15" fmla="*/ 30 h 79"/>
                  <a:gd name="T16" fmla="*/ 26 w 65"/>
                  <a:gd name="T17" fmla="*/ 35 h 79"/>
                  <a:gd name="T18" fmla="*/ 30 w 65"/>
                  <a:gd name="T19" fmla="*/ 40 h 79"/>
                  <a:gd name="T20" fmla="*/ 33 w 65"/>
                  <a:gd name="T21" fmla="*/ 45 h 79"/>
                  <a:gd name="T22" fmla="*/ 37 w 65"/>
                  <a:gd name="T23" fmla="*/ 51 h 79"/>
                  <a:gd name="T24" fmla="*/ 42 w 65"/>
                  <a:gd name="T25" fmla="*/ 56 h 79"/>
                  <a:gd name="T26" fmla="*/ 45 w 65"/>
                  <a:gd name="T27" fmla="*/ 61 h 79"/>
                  <a:gd name="T28" fmla="*/ 49 w 65"/>
                  <a:gd name="T29" fmla="*/ 66 h 79"/>
                  <a:gd name="T30" fmla="*/ 53 w 65"/>
                  <a:gd name="T31" fmla="*/ 70 h 79"/>
                  <a:gd name="T32" fmla="*/ 56 w 65"/>
                  <a:gd name="T33" fmla="*/ 74 h 79"/>
                  <a:gd name="T34" fmla="*/ 60 w 65"/>
                  <a:gd name="T35" fmla="*/ 79 h 79"/>
                  <a:gd name="T36" fmla="*/ 65 w 65"/>
                  <a:gd name="T37" fmla="*/ 74 h 79"/>
                  <a:gd name="T38" fmla="*/ 60 w 65"/>
                  <a:gd name="T39" fmla="*/ 70 h 79"/>
                  <a:gd name="T40" fmla="*/ 56 w 65"/>
                  <a:gd name="T41" fmla="*/ 67 h 79"/>
                  <a:gd name="T42" fmla="*/ 53 w 65"/>
                  <a:gd name="T43" fmla="*/ 62 h 79"/>
                  <a:gd name="T44" fmla="*/ 49 w 65"/>
                  <a:gd name="T45" fmla="*/ 57 h 79"/>
                  <a:gd name="T46" fmla="*/ 45 w 65"/>
                  <a:gd name="T47" fmla="*/ 52 h 79"/>
                  <a:gd name="T48" fmla="*/ 42 w 65"/>
                  <a:gd name="T49" fmla="*/ 47 h 79"/>
                  <a:gd name="T50" fmla="*/ 38 w 65"/>
                  <a:gd name="T51" fmla="*/ 43 h 79"/>
                  <a:gd name="T52" fmla="*/ 34 w 65"/>
                  <a:gd name="T53" fmla="*/ 36 h 79"/>
                  <a:gd name="T54" fmla="*/ 31 w 65"/>
                  <a:gd name="T55" fmla="*/ 32 h 79"/>
                  <a:gd name="T56" fmla="*/ 27 w 65"/>
                  <a:gd name="T57" fmla="*/ 27 h 79"/>
                  <a:gd name="T58" fmla="*/ 23 w 65"/>
                  <a:gd name="T59" fmla="*/ 22 h 79"/>
                  <a:gd name="T60" fmla="*/ 20 w 65"/>
                  <a:gd name="T61" fmla="*/ 17 h 79"/>
                  <a:gd name="T62" fmla="*/ 16 w 65"/>
                  <a:gd name="T63" fmla="*/ 12 h 79"/>
                  <a:gd name="T64" fmla="*/ 13 w 65"/>
                  <a:gd name="T65" fmla="*/ 7 h 79"/>
                  <a:gd name="T66" fmla="*/ 8 w 65"/>
                  <a:gd name="T67" fmla="*/ 4 h 79"/>
                  <a:gd name="T68" fmla="*/ 4 w 65"/>
                  <a:gd name="T69" fmla="*/ 0 h 79"/>
                  <a:gd name="T70" fmla="*/ 4 w 65"/>
                  <a:gd name="T71" fmla="*/ 0 h 79"/>
                  <a:gd name="T72" fmla="*/ 0 w 65"/>
                  <a:gd name="T73" fmla="*/ 4 h 7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5"/>
                  <a:gd name="T112" fmla="*/ 0 h 79"/>
                  <a:gd name="T113" fmla="*/ 65 w 65"/>
                  <a:gd name="T114" fmla="*/ 79 h 7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5" h="79">
                    <a:moveTo>
                      <a:pt x="0" y="4"/>
                    </a:moveTo>
                    <a:lnTo>
                      <a:pt x="0" y="4"/>
                    </a:lnTo>
                    <a:lnTo>
                      <a:pt x="4" y="7"/>
                    </a:lnTo>
                    <a:lnTo>
                      <a:pt x="8" y="12"/>
                    </a:lnTo>
                    <a:lnTo>
                      <a:pt x="11" y="16"/>
                    </a:lnTo>
                    <a:lnTo>
                      <a:pt x="16" y="21"/>
                    </a:lnTo>
                    <a:lnTo>
                      <a:pt x="19" y="26"/>
                    </a:lnTo>
                    <a:lnTo>
                      <a:pt x="22" y="30"/>
                    </a:lnTo>
                    <a:lnTo>
                      <a:pt x="26" y="35"/>
                    </a:lnTo>
                    <a:lnTo>
                      <a:pt x="30" y="40"/>
                    </a:lnTo>
                    <a:lnTo>
                      <a:pt x="33" y="45"/>
                    </a:lnTo>
                    <a:lnTo>
                      <a:pt x="37" y="51"/>
                    </a:lnTo>
                    <a:lnTo>
                      <a:pt x="42" y="56"/>
                    </a:lnTo>
                    <a:lnTo>
                      <a:pt x="45" y="61"/>
                    </a:lnTo>
                    <a:lnTo>
                      <a:pt x="49" y="66"/>
                    </a:lnTo>
                    <a:lnTo>
                      <a:pt x="53" y="70"/>
                    </a:lnTo>
                    <a:lnTo>
                      <a:pt x="56" y="74"/>
                    </a:lnTo>
                    <a:lnTo>
                      <a:pt x="60" y="79"/>
                    </a:lnTo>
                    <a:lnTo>
                      <a:pt x="65" y="74"/>
                    </a:lnTo>
                    <a:lnTo>
                      <a:pt x="60" y="70"/>
                    </a:lnTo>
                    <a:lnTo>
                      <a:pt x="56" y="67"/>
                    </a:lnTo>
                    <a:lnTo>
                      <a:pt x="53" y="62"/>
                    </a:lnTo>
                    <a:lnTo>
                      <a:pt x="49" y="57"/>
                    </a:lnTo>
                    <a:lnTo>
                      <a:pt x="45" y="52"/>
                    </a:lnTo>
                    <a:lnTo>
                      <a:pt x="42" y="47"/>
                    </a:lnTo>
                    <a:lnTo>
                      <a:pt x="38" y="43"/>
                    </a:lnTo>
                    <a:lnTo>
                      <a:pt x="34" y="36"/>
                    </a:lnTo>
                    <a:lnTo>
                      <a:pt x="31" y="32"/>
                    </a:lnTo>
                    <a:lnTo>
                      <a:pt x="27" y="27"/>
                    </a:lnTo>
                    <a:lnTo>
                      <a:pt x="23" y="22"/>
                    </a:lnTo>
                    <a:lnTo>
                      <a:pt x="20" y="17"/>
                    </a:lnTo>
                    <a:lnTo>
                      <a:pt x="16" y="12"/>
                    </a:lnTo>
                    <a:lnTo>
                      <a:pt x="13" y="7"/>
                    </a:lnTo>
                    <a:lnTo>
                      <a:pt x="8" y="4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5" name="Freeform 408"/>
              <p:cNvSpPr>
                <a:spLocks/>
              </p:cNvSpPr>
              <p:nvPr/>
            </p:nvSpPr>
            <p:spPr bwMode="auto">
              <a:xfrm>
                <a:off x="626" y="1763"/>
                <a:ext cx="76" cy="44"/>
              </a:xfrm>
              <a:custGeom>
                <a:avLst/>
                <a:gdLst>
                  <a:gd name="T0" fmla="*/ 0 w 306"/>
                  <a:gd name="T1" fmla="*/ 5 h 179"/>
                  <a:gd name="T2" fmla="*/ 17 w 306"/>
                  <a:gd name="T3" fmla="*/ 20 h 179"/>
                  <a:gd name="T4" fmla="*/ 36 w 306"/>
                  <a:gd name="T5" fmla="*/ 33 h 179"/>
                  <a:gd name="T6" fmla="*/ 54 w 306"/>
                  <a:gd name="T7" fmla="*/ 45 h 179"/>
                  <a:gd name="T8" fmla="*/ 73 w 306"/>
                  <a:gd name="T9" fmla="*/ 56 h 179"/>
                  <a:gd name="T10" fmla="*/ 93 w 306"/>
                  <a:gd name="T11" fmla="*/ 67 h 179"/>
                  <a:gd name="T12" fmla="*/ 113 w 306"/>
                  <a:gd name="T13" fmla="*/ 77 h 179"/>
                  <a:gd name="T14" fmla="*/ 133 w 306"/>
                  <a:gd name="T15" fmla="*/ 85 h 179"/>
                  <a:gd name="T16" fmla="*/ 152 w 306"/>
                  <a:gd name="T17" fmla="*/ 95 h 179"/>
                  <a:gd name="T18" fmla="*/ 173 w 306"/>
                  <a:gd name="T19" fmla="*/ 104 h 179"/>
                  <a:gd name="T20" fmla="*/ 192 w 306"/>
                  <a:gd name="T21" fmla="*/ 112 h 179"/>
                  <a:gd name="T22" fmla="*/ 211 w 306"/>
                  <a:gd name="T23" fmla="*/ 122 h 179"/>
                  <a:gd name="T24" fmla="*/ 231 w 306"/>
                  <a:gd name="T25" fmla="*/ 131 h 179"/>
                  <a:gd name="T26" fmla="*/ 249 w 306"/>
                  <a:gd name="T27" fmla="*/ 142 h 179"/>
                  <a:gd name="T28" fmla="*/ 267 w 306"/>
                  <a:gd name="T29" fmla="*/ 153 h 179"/>
                  <a:gd name="T30" fmla="*/ 285 w 306"/>
                  <a:gd name="T31" fmla="*/ 165 h 179"/>
                  <a:gd name="T32" fmla="*/ 302 w 306"/>
                  <a:gd name="T33" fmla="*/ 179 h 179"/>
                  <a:gd name="T34" fmla="*/ 298 w 306"/>
                  <a:gd name="T35" fmla="*/ 168 h 179"/>
                  <a:gd name="T36" fmla="*/ 279 w 306"/>
                  <a:gd name="T37" fmla="*/ 154 h 179"/>
                  <a:gd name="T38" fmla="*/ 261 w 306"/>
                  <a:gd name="T39" fmla="*/ 142 h 179"/>
                  <a:gd name="T40" fmla="*/ 243 w 306"/>
                  <a:gd name="T41" fmla="*/ 131 h 179"/>
                  <a:gd name="T42" fmla="*/ 224 w 306"/>
                  <a:gd name="T43" fmla="*/ 122 h 179"/>
                  <a:gd name="T44" fmla="*/ 204 w 306"/>
                  <a:gd name="T45" fmla="*/ 112 h 179"/>
                  <a:gd name="T46" fmla="*/ 185 w 306"/>
                  <a:gd name="T47" fmla="*/ 104 h 179"/>
                  <a:gd name="T48" fmla="*/ 165 w 306"/>
                  <a:gd name="T49" fmla="*/ 94 h 179"/>
                  <a:gd name="T50" fmla="*/ 145 w 306"/>
                  <a:gd name="T51" fmla="*/ 85 h 179"/>
                  <a:gd name="T52" fmla="*/ 125 w 306"/>
                  <a:gd name="T53" fmla="*/ 77 h 179"/>
                  <a:gd name="T54" fmla="*/ 106 w 306"/>
                  <a:gd name="T55" fmla="*/ 67 h 179"/>
                  <a:gd name="T56" fmla="*/ 85 w 306"/>
                  <a:gd name="T57" fmla="*/ 57 h 179"/>
                  <a:gd name="T58" fmla="*/ 67 w 306"/>
                  <a:gd name="T59" fmla="*/ 47 h 179"/>
                  <a:gd name="T60" fmla="*/ 48 w 306"/>
                  <a:gd name="T61" fmla="*/ 34 h 179"/>
                  <a:gd name="T62" fmla="*/ 30 w 306"/>
                  <a:gd name="T63" fmla="*/ 22 h 179"/>
                  <a:gd name="T64" fmla="*/ 13 w 306"/>
                  <a:gd name="T65" fmla="*/ 9 h 179"/>
                  <a:gd name="T66" fmla="*/ 4 w 306"/>
                  <a:gd name="T67" fmla="*/ 0 h 17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06"/>
                  <a:gd name="T103" fmla="*/ 0 h 179"/>
                  <a:gd name="T104" fmla="*/ 306 w 306"/>
                  <a:gd name="T105" fmla="*/ 179 h 17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06" h="179">
                    <a:moveTo>
                      <a:pt x="0" y="5"/>
                    </a:moveTo>
                    <a:lnTo>
                      <a:pt x="0" y="5"/>
                    </a:lnTo>
                    <a:lnTo>
                      <a:pt x="9" y="13"/>
                    </a:lnTo>
                    <a:lnTo>
                      <a:pt x="17" y="20"/>
                    </a:lnTo>
                    <a:lnTo>
                      <a:pt x="27" y="27"/>
                    </a:lnTo>
                    <a:lnTo>
                      <a:pt x="36" y="33"/>
                    </a:lnTo>
                    <a:lnTo>
                      <a:pt x="45" y="39"/>
                    </a:lnTo>
                    <a:lnTo>
                      <a:pt x="54" y="45"/>
                    </a:lnTo>
                    <a:lnTo>
                      <a:pt x="63" y="51"/>
                    </a:lnTo>
                    <a:lnTo>
                      <a:pt x="73" y="56"/>
                    </a:lnTo>
                    <a:lnTo>
                      <a:pt x="83" y="62"/>
                    </a:lnTo>
                    <a:lnTo>
                      <a:pt x="93" y="67"/>
                    </a:lnTo>
                    <a:lnTo>
                      <a:pt x="103" y="72"/>
                    </a:lnTo>
                    <a:lnTo>
                      <a:pt x="113" y="77"/>
                    </a:lnTo>
                    <a:lnTo>
                      <a:pt x="123" y="82"/>
                    </a:lnTo>
                    <a:lnTo>
                      <a:pt x="133" y="85"/>
                    </a:lnTo>
                    <a:lnTo>
                      <a:pt x="142" y="90"/>
                    </a:lnTo>
                    <a:lnTo>
                      <a:pt x="152" y="95"/>
                    </a:lnTo>
                    <a:lnTo>
                      <a:pt x="163" y="99"/>
                    </a:lnTo>
                    <a:lnTo>
                      <a:pt x="173" y="104"/>
                    </a:lnTo>
                    <a:lnTo>
                      <a:pt x="182" y="108"/>
                    </a:lnTo>
                    <a:lnTo>
                      <a:pt x="192" y="112"/>
                    </a:lnTo>
                    <a:lnTo>
                      <a:pt x="202" y="117"/>
                    </a:lnTo>
                    <a:lnTo>
                      <a:pt x="211" y="122"/>
                    </a:lnTo>
                    <a:lnTo>
                      <a:pt x="221" y="127"/>
                    </a:lnTo>
                    <a:lnTo>
                      <a:pt x="231" y="131"/>
                    </a:lnTo>
                    <a:lnTo>
                      <a:pt x="241" y="136"/>
                    </a:lnTo>
                    <a:lnTo>
                      <a:pt x="249" y="142"/>
                    </a:lnTo>
                    <a:lnTo>
                      <a:pt x="259" y="147"/>
                    </a:lnTo>
                    <a:lnTo>
                      <a:pt x="267" y="153"/>
                    </a:lnTo>
                    <a:lnTo>
                      <a:pt x="277" y="159"/>
                    </a:lnTo>
                    <a:lnTo>
                      <a:pt x="285" y="165"/>
                    </a:lnTo>
                    <a:lnTo>
                      <a:pt x="294" y="173"/>
                    </a:lnTo>
                    <a:lnTo>
                      <a:pt x="302" y="179"/>
                    </a:lnTo>
                    <a:lnTo>
                      <a:pt x="306" y="175"/>
                    </a:lnTo>
                    <a:lnTo>
                      <a:pt x="298" y="168"/>
                    </a:lnTo>
                    <a:lnTo>
                      <a:pt x="289" y="161"/>
                    </a:lnTo>
                    <a:lnTo>
                      <a:pt x="279" y="154"/>
                    </a:lnTo>
                    <a:lnTo>
                      <a:pt x="271" y="148"/>
                    </a:lnTo>
                    <a:lnTo>
                      <a:pt x="261" y="142"/>
                    </a:lnTo>
                    <a:lnTo>
                      <a:pt x="253" y="137"/>
                    </a:lnTo>
                    <a:lnTo>
                      <a:pt x="243" y="131"/>
                    </a:lnTo>
                    <a:lnTo>
                      <a:pt x="233" y="127"/>
                    </a:lnTo>
                    <a:lnTo>
                      <a:pt x="224" y="122"/>
                    </a:lnTo>
                    <a:lnTo>
                      <a:pt x="214" y="117"/>
                    </a:lnTo>
                    <a:lnTo>
                      <a:pt x="204" y="112"/>
                    </a:lnTo>
                    <a:lnTo>
                      <a:pt x="194" y="107"/>
                    </a:lnTo>
                    <a:lnTo>
                      <a:pt x="185" y="104"/>
                    </a:lnTo>
                    <a:lnTo>
                      <a:pt x="175" y="99"/>
                    </a:lnTo>
                    <a:lnTo>
                      <a:pt x="165" y="94"/>
                    </a:lnTo>
                    <a:lnTo>
                      <a:pt x="154" y="90"/>
                    </a:lnTo>
                    <a:lnTo>
                      <a:pt x="145" y="85"/>
                    </a:lnTo>
                    <a:lnTo>
                      <a:pt x="135" y="81"/>
                    </a:lnTo>
                    <a:lnTo>
                      <a:pt x="125" y="77"/>
                    </a:lnTo>
                    <a:lnTo>
                      <a:pt x="116" y="72"/>
                    </a:lnTo>
                    <a:lnTo>
                      <a:pt x="106" y="67"/>
                    </a:lnTo>
                    <a:lnTo>
                      <a:pt x="95" y="62"/>
                    </a:lnTo>
                    <a:lnTo>
                      <a:pt x="85" y="57"/>
                    </a:lnTo>
                    <a:lnTo>
                      <a:pt x="76" y="51"/>
                    </a:lnTo>
                    <a:lnTo>
                      <a:pt x="67" y="47"/>
                    </a:lnTo>
                    <a:lnTo>
                      <a:pt x="57" y="40"/>
                    </a:lnTo>
                    <a:lnTo>
                      <a:pt x="48" y="34"/>
                    </a:lnTo>
                    <a:lnTo>
                      <a:pt x="39" y="28"/>
                    </a:lnTo>
                    <a:lnTo>
                      <a:pt x="30" y="22"/>
                    </a:lnTo>
                    <a:lnTo>
                      <a:pt x="21" y="16"/>
                    </a:lnTo>
                    <a:lnTo>
                      <a:pt x="13" y="9"/>
                    </a:lnTo>
                    <a:lnTo>
                      <a:pt x="4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6" name="Freeform 409"/>
              <p:cNvSpPr>
                <a:spLocks/>
              </p:cNvSpPr>
              <p:nvPr/>
            </p:nvSpPr>
            <p:spPr bwMode="auto">
              <a:xfrm>
                <a:off x="600" y="1673"/>
                <a:ext cx="27" cy="91"/>
              </a:xfrm>
              <a:custGeom>
                <a:avLst/>
                <a:gdLst>
                  <a:gd name="T0" fmla="*/ 16 w 105"/>
                  <a:gd name="T1" fmla="*/ 4 h 365"/>
                  <a:gd name="T2" fmla="*/ 9 w 105"/>
                  <a:gd name="T3" fmla="*/ 27 h 365"/>
                  <a:gd name="T4" fmla="*/ 4 w 105"/>
                  <a:gd name="T5" fmla="*/ 50 h 365"/>
                  <a:gd name="T6" fmla="*/ 2 w 105"/>
                  <a:gd name="T7" fmla="*/ 73 h 365"/>
                  <a:gd name="T8" fmla="*/ 0 w 105"/>
                  <a:gd name="T9" fmla="*/ 99 h 365"/>
                  <a:gd name="T10" fmla="*/ 0 w 105"/>
                  <a:gd name="T11" fmla="*/ 123 h 365"/>
                  <a:gd name="T12" fmla="*/ 1 w 105"/>
                  <a:gd name="T13" fmla="*/ 147 h 365"/>
                  <a:gd name="T14" fmla="*/ 3 w 105"/>
                  <a:gd name="T15" fmla="*/ 173 h 365"/>
                  <a:gd name="T16" fmla="*/ 8 w 105"/>
                  <a:gd name="T17" fmla="*/ 197 h 365"/>
                  <a:gd name="T18" fmla="*/ 14 w 105"/>
                  <a:gd name="T19" fmla="*/ 220 h 365"/>
                  <a:gd name="T20" fmla="*/ 21 w 105"/>
                  <a:gd name="T21" fmla="*/ 243 h 365"/>
                  <a:gd name="T22" fmla="*/ 31 w 105"/>
                  <a:gd name="T23" fmla="*/ 266 h 365"/>
                  <a:gd name="T24" fmla="*/ 42 w 105"/>
                  <a:gd name="T25" fmla="*/ 288 h 365"/>
                  <a:gd name="T26" fmla="*/ 54 w 105"/>
                  <a:gd name="T27" fmla="*/ 310 h 365"/>
                  <a:gd name="T28" fmla="*/ 69 w 105"/>
                  <a:gd name="T29" fmla="*/ 329 h 365"/>
                  <a:gd name="T30" fmla="*/ 84 w 105"/>
                  <a:gd name="T31" fmla="*/ 348 h 365"/>
                  <a:gd name="T32" fmla="*/ 101 w 105"/>
                  <a:gd name="T33" fmla="*/ 365 h 365"/>
                  <a:gd name="T34" fmla="*/ 97 w 105"/>
                  <a:gd name="T35" fmla="*/ 352 h 365"/>
                  <a:gd name="T36" fmla="*/ 81 w 105"/>
                  <a:gd name="T37" fmla="*/ 335 h 365"/>
                  <a:gd name="T38" fmla="*/ 66 w 105"/>
                  <a:gd name="T39" fmla="*/ 316 h 365"/>
                  <a:gd name="T40" fmla="*/ 53 w 105"/>
                  <a:gd name="T41" fmla="*/ 296 h 365"/>
                  <a:gd name="T42" fmla="*/ 42 w 105"/>
                  <a:gd name="T43" fmla="*/ 274 h 365"/>
                  <a:gd name="T44" fmla="*/ 31 w 105"/>
                  <a:gd name="T45" fmla="*/ 253 h 365"/>
                  <a:gd name="T46" fmla="*/ 24 w 105"/>
                  <a:gd name="T47" fmla="*/ 231 h 365"/>
                  <a:gd name="T48" fmla="*/ 16 w 105"/>
                  <a:gd name="T49" fmla="*/ 206 h 365"/>
                  <a:gd name="T50" fmla="*/ 12 w 105"/>
                  <a:gd name="T51" fmla="*/ 183 h 365"/>
                  <a:gd name="T52" fmla="*/ 8 w 105"/>
                  <a:gd name="T53" fmla="*/ 159 h 365"/>
                  <a:gd name="T54" fmla="*/ 6 w 105"/>
                  <a:gd name="T55" fmla="*/ 135 h 365"/>
                  <a:gd name="T56" fmla="*/ 6 w 105"/>
                  <a:gd name="T57" fmla="*/ 111 h 365"/>
                  <a:gd name="T58" fmla="*/ 6 w 105"/>
                  <a:gd name="T59" fmla="*/ 86 h 365"/>
                  <a:gd name="T60" fmla="*/ 8 w 105"/>
                  <a:gd name="T61" fmla="*/ 62 h 365"/>
                  <a:gd name="T62" fmla="*/ 13 w 105"/>
                  <a:gd name="T63" fmla="*/ 39 h 365"/>
                  <a:gd name="T64" fmla="*/ 18 w 105"/>
                  <a:gd name="T65" fmla="*/ 17 h 365"/>
                  <a:gd name="T66" fmla="*/ 18 w 105"/>
                  <a:gd name="T67" fmla="*/ 2 h 365"/>
                  <a:gd name="T68" fmla="*/ 24 w 105"/>
                  <a:gd name="T69" fmla="*/ 0 h 365"/>
                  <a:gd name="T70" fmla="*/ 20 w 105"/>
                  <a:gd name="T71" fmla="*/ 8 h 36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5"/>
                  <a:gd name="T109" fmla="*/ 0 h 365"/>
                  <a:gd name="T110" fmla="*/ 105 w 105"/>
                  <a:gd name="T111" fmla="*/ 365 h 36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5" h="365">
                    <a:moveTo>
                      <a:pt x="20" y="8"/>
                    </a:moveTo>
                    <a:lnTo>
                      <a:pt x="16" y="4"/>
                    </a:lnTo>
                    <a:lnTo>
                      <a:pt x="13" y="15"/>
                    </a:lnTo>
                    <a:lnTo>
                      <a:pt x="9" y="27"/>
                    </a:lnTo>
                    <a:lnTo>
                      <a:pt x="7" y="38"/>
                    </a:lnTo>
                    <a:lnTo>
                      <a:pt x="4" y="50"/>
                    </a:lnTo>
                    <a:lnTo>
                      <a:pt x="3" y="62"/>
                    </a:lnTo>
                    <a:lnTo>
                      <a:pt x="2" y="73"/>
                    </a:lnTo>
                    <a:lnTo>
                      <a:pt x="1" y="85"/>
                    </a:lnTo>
                    <a:lnTo>
                      <a:pt x="0" y="99"/>
                    </a:lnTo>
                    <a:lnTo>
                      <a:pt x="0" y="111"/>
                    </a:lnTo>
                    <a:lnTo>
                      <a:pt x="0" y="123"/>
                    </a:lnTo>
                    <a:lnTo>
                      <a:pt x="0" y="135"/>
                    </a:lnTo>
                    <a:lnTo>
                      <a:pt x="1" y="147"/>
                    </a:lnTo>
                    <a:lnTo>
                      <a:pt x="2" y="160"/>
                    </a:lnTo>
                    <a:lnTo>
                      <a:pt x="3" y="173"/>
                    </a:lnTo>
                    <a:lnTo>
                      <a:pt x="6" y="185"/>
                    </a:lnTo>
                    <a:lnTo>
                      <a:pt x="8" y="197"/>
                    </a:lnTo>
                    <a:lnTo>
                      <a:pt x="12" y="209"/>
                    </a:lnTo>
                    <a:lnTo>
                      <a:pt x="14" y="220"/>
                    </a:lnTo>
                    <a:lnTo>
                      <a:pt x="18" y="232"/>
                    </a:lnTo>
                    <a:lnTo>
                      <a:pt x="21" y="243"/>
                    </a:lnTo>
                    <a:lnTo>
                      <a:pt x="26" y="255"/>
                    </a:lnTo>
                    <a:lnTo>
                      <a:pt x="31" y="266"/>
                    </a:lnTo>
                    <a:lnTo>
                      <a:pt x="37" y="277"/>
                    </a:lnTo>
                    <a:lnTo>
                      <a:pt x="42" y="288"/>
                    </a:lnTo>
                    <a:lnTo>
                      <a:pt x="48" y="299"/>
                    </a:lnTo>
                    <a:lnTo>
                      <a:pt x="54" y="310"/>
                    </a:lnTo>
                    <a:lnTo>
                      <a:pt x="61" y="319"/>
                    </a:lnTo>
                    <a:lnTo>
                      <a:pt x="69" y="329"/>
                    </a:lnTo>
                    <a:lnTo>
                      <a:pt x="76" y="339"/>
                    </a:lnTo>
                    <a:lnTo>
                      <a:pt x="84" y="348"/>
                    </a:lnTo>
                    <a:lnTo>
                      <a:pt x="93" y="357"/>
                    </a:lnTo>
                    <a:lnTo>
                      <a:pt x="101" y="365"/>
                    </a:lnTo>
                    <a:lnTo>
                      <a:pt x="105" y="360"/>
                    </a:lnTo>
                    <a:lnTo>
                      <a:pt x="97" y="352"/>
                    </a:lnTo>
                    <a:lnTo>
                      <a:pt x="88" y="344"/>
                    </a:lnTo>
                    <a:lnTo>
                      <a:pt x="81" y="335"/>
                    </a:lnTo>
                    <a:lnTo>
                      <a:pt x="73" y="325"/>
                    </a:lnTo>
                    <a:lnTo>
                      <a:pt x="66" y="316"/>
                    </a:lnTo>
                    <a:lnTo>
                      <a:pt x="59" y="306"/>
                    </a:lnTo>
                    <a:lnTo>
                      <a:pt x="53" y="296"/>
                    </a:lnTo>
                    <a:lnTo>
                      <a:pt x="47" y="285"/>
                    </a:lnTo>
                    <a:lnTo>
                      <a:pt x="42" y="274"/>
                    </a:lnTo>
                    <a:lnTo>
                      <a:pt x="36" y="263"/>
                    </a:lnTo>
                    <a:lnTo>
                      <a:pt x="31" y="253"/>
                    </a:lnTo>
                    <a:lnTo>
                      <a:pt x="27" y="242"/>
                    </a:lnTo>
                    <a:lnTo>
                      <a:pt x="24" y="231"/>
                    </a:lnTo>
                    <a:lnTo>
                      <a:pt x="20" y="219"/>
                    </a:lnTo>
                    <a:lnTo>
                      <a:pt x="16" y="206"/>
                    </a:lnTo>
                    <a:lnTo>
                      <a:pt x="14" y="196"/>
                    </a:lnTo>
                    <a:lnTo>
                      <a:pt x="12" y="183"/>
                    </a:lnTo>
                    <a:lnTo>
                      <a:pt x="9" y="171"/>
                    </a:lnTo>
                    <a:lnTo>
                      <a:pt x="8" y="159"/>
                    </a:lnTo>
                    <a:lnTo>
                      <a:pt x="7" y="147"/>
                    </a:lnTo>
                    <a:lnTo>
                      <a:pt x="6" y="135"/>
                    </a:lnTo>
                    <a:lnTo>
                      <a:pt x="6" y="123"/>
                    </a:lnTo>
                    <a:lnTo>
                      <a:pt x="6" y="111"/>
                    </a:lnTo>
                    <a:lnTo>
                      <a:pt x="6" y="99"/>
                    </a:lnTo>
                    <a:lnTo>
                      <a:pt x="6" y="86"/>
                    </a:lnTo>
                    <a:lnTo>
                      <a:pt x="7" y="74"/>
                    </a:lnTo>
                    <a:lnTo>
                      <a:pt x="8" y="62"/>
                    </a:lnTo>
                    <a:lnTo>
                      <a:pt x="10" y="51"/>
                    </a:lnTo>
                    <a:lnTo>
                      <a:pt x="13" y="39"/>
                    </a:lnTo>
                    <a:lnTo>
                      <a:pt x="15" y="28"/>
                    </a:lnTo>
                    <a:lnTo>
                      <a:pt x="18" y="17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18" y="2"/>
                    </a:lnTo>
                    <a:lnTo>
                      <a:pt x="20" y="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7" name="Freeform 410"/>
              <p:cNvSpPr>
                <a:spLocks/>
              </p:cNvSpPr>
              <p:nvPr/>
            </p:nvSpPr>
            <p:spPr bwMode="auto">
              <a:xfrm>
                <a:off x="550" y="1623"/>
                <a:ext cx="56" cy="54"/>
              </a:xfrm>
              <a:custGeom>
                <a:avLst/>
                <a:gdLst>
                  <a:gd name="T0" fmla="*/ 1 w 223"/>
                  <a:gd name="T1" fmla="*/ 0 h 217"/>
                  <a:gd name="T2" fmla="*/ 1 w 223"/>
                  <a:gd name="T3" fmla="*/ 0 h 217"/>
                  <a:gd name="T4" fmla="*/ 0 w 223"/>
                  <a:gd name="T5" fmla="*/ 24 h 217"/>
                  <a:gd name="T6" fmla="*/ 0 w 223"/>
                  <a:gd name="T7" fmla="*/ 48 h 217"/>
                  <a:gd name="T8" fmla="*/ 4 w 223"/>
                  <a:gd name="T9" fmla="*/ 71 h 217"/>
                  <a:gd name="T10" fmla="*/ 10 w 223"/>
                  <a:gd name="T11" fmla="*/ 94 h 217"/>
                  <a:gd name="T12" fmla="*/ 18 w 223"/>
                  <a:gd name="T13" fmla="*/ 116 h 217"/>
                  <a:gd name="T14" fmla="*/ 29 w 223"/>
                  <a:gd name="T15" fmla="*/ 135 h 217"/>
                  <a:gd name="T16" fmla="*/ 41 w 223"/>
                  <a:gd name="T17" fmla="*/ 154 h 217"/>
                  <a:gd name="T18" fmla="*/ 56 w 223"/>
                  <a:gd name="T19" fmla="*/ 170 h 217"/>
                  <a:gd name="T20" fmla="*/ 73 w 223"/>
                  <a:gd name="T21" fmla="*/ 185 h 217"/>
                  <a:gd name="T22" fmla="*/ 91 w 223"/>
                  <a:gd name="T23" fmla="*/ 197 h 217"/>
                  <a:gd name="T24" fmla="*/ 109 w 223"/>
                  <a:gd name="T25" fmla="*/ 206 h 217"/>
                  <a:gd name="T26" fmla="*/ 130 w 223"/>
                  <a:gd name="T27" fmla="*/ 213 h 217"/>
                  <a:gd name="T28" fmla="*/ 153 w 223"/>
                  <a:gd name="T29" fmla="*/ 217 h 217"/>
                  <a:gd name="T30" fmla="*/ 175 w 223"/>
                  <a:gd name="T31" fmla="*/ 217 h 217"/>
                  <a:gd name="T32" fmla="*/ 199 w 223"/>
                  <a:gd name="T33" fmla="*/ 213 h 217"/>
                  <a:gd name="T34" fmla="*/ 223 w 223"/>
                  <a:gd name="T35" fmla="*/ 206 h 217"/>
                  <a:gd name="T36" fmla="*/ 221 w 223"/>
                  <a:gd name="T37" fmla="*/ 200 h 217"/>
                  <a:gd name="T38" fmla="*/ 198 w 223"/>
                  <a:gd name="T39" fmla="*/ 207 h 217"/>
                  <a:gd name="T40" fmla="*/ 175 w 223"/>
                  <a:gd name="T41" fmla="*/ 210 h 217"/>
                  <a:gd name="T42" fmla="*/ 153 w 223"/>
                  <a:gd name="T43" fmla="*/ 210 h 217"/>
                  <a:gd name="T44" fmla="*/ 132 w 223"/>
                  <a:gd name="T45" fmla="*/ 207 h 217"/>
                  <a:gd name="T46" fmla="*/ 112 w 223"/>
                  <a:gd name="T47" fmla="*/ 201 h 217"/>
                  <a:gd name="T48" fmla="*/ 93 w 223"/>
                  <a:gd name="T49" fmla="*/ 192 h 217"/>
                  <a:gd name="T50" fmla="*/ 75 w 223"/>
                  <a:gd name="T51" fmla="*/ 180 h 217"/>
                  <a:gd name="T52" fmla="*/ 59 w 223"/>
                  <a:gd name="T53" fmla="*/ 167 h 217"/>
                  <a:gd name="T54" fmla="*/ 46 w 223"/>
                  <a:gd name="T55" fmla="*/ 151 h 217"/>
                  <a:gd name="T56" fmla="*/ 34 w 223"/>
                  <a:gd name="T57" fmla="*/ 133 h 217"/>
                  <a:gd name="T58" fmla="*/ 23 w 223"/>
                  <a:gd name="T59" fmla="*/ 113 h 217"/>
                  <a:gd name="T60" fmla="*/ 16 w 223"/>
                  <a:gd name="T61" fmla="*/ 93 h 217"/>
                  <a:gd name="T62" fmla="*/ 10 w 223"/>
                  <a:gd name="T63" fmla="*/ 71 h 217"/>
                  <a:gd name="T64" fmla="*/ 6 w 223"/>
                  <a:gd name="T65" fmla="*/ 48 h 217"/>
                  <a:gd name="T66" fmla="*/ 5 w 223"/>
                  <a:gd name="T67" fmla="*/ 24 h 217"/>
                  <a:gd name="T68" fmla="*/ 7 w 223"/>
                  <a:gd name="T69" fmla="*/ 0 h 217"/>
                  <a:gd name="T70" fmla="*/ 7 w 223"/>
                  <a:gd name="T71" fmla="*/ 0 h 217"/>
                  <a:gd name="T72" fmla="*/ 1 w 223"/>
                  <a:gd name="T73" fmla="*/ 0 h 21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3"/>
                  <a:gd name="T112" fmla="*/ 0 h 217"/>
                  <a:gd name="T113" fmla="*/ 223 w 223"/>
                  <a:gd name="T114" fmla="*/ 217 h 21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3" h="217">
                    <a:moveTo>
                      <a:pt x="1" y="0"/>
                    </a:moveTo>
                    <a:lnTo>
                      <a:pt x="1" y="0"/>
                    </a:lnTo>
                    <a:lnTo>
                      <a:pt x="0" y="24"/>
                    </a:lnTo>
                    <a:lnTo>
                      <a:pt x="0" y="48"/>
                    </a:lnTo>
                    <a:lnTo>
                      <a:pt x="4" y="71"/>
                    </a:lnTo>
                    <a:lnTo>
                      <a:pt x="10" y="94"/>
                    </a:lnTo>
                    <a:lnTo>
                      <a:pt x="18" y="116"/>
                    </a:lnTo>
                    <a:lnTo>
                      <a:pt x="29" y="135"/>
                    </a:lnTo>
                    <a:lnTo>
                      <a:pt x="41" y="154"/>
                    </a:lnTo>
                    <a:lnTo>
                      <a:pt x="56" y="170"/>
                    </a:lnTo>
                    <a:lnTo>
                      <a:pt x="73" y="185"/>
                    </a:lnTo>
                    <a:lnTo>
                      <a:pt x="91" y="197"/>
                    </a:lnTo>
                    <a:lnTo>
                      <a:pt x="109" y="206"/>
                    </a:lnTo>
                    <a:lnTo>
                      <a:pt x="130" y="213"/>
                    </a:lnTo>
                    <a:lnTo>
                      <a:pt x="153" y="217"/>
                    </a:lnTo>
                    <a:lnTo>
                      <a:pt x="175" y="217"/>
                    </a:lnTo>
                    <a:lnTo>
                      <a:pt x="199" y="213"/>
                    </a:lnTo>
                    <a:lnTo>
                      <a:pt x="223" y="206"/>
                    </a:lnTo>
                    <a:lnTo>
                      <a:pt x="221" y="200"/>
                    </a:lnTo>
                    <a:lnTo>
                      <a:pt x="198" y="207"/>
                    </a:lnTo>
                    <a:lnTo>
                      <a:pt x="175" y="210"/>
                    </a:lnTo>
                    <a:lnTo>
                      <a:pt x="153" y="210"/>
                    </a:lnTo>
                    <a:lnTo>
                      <a:pt x="132" y="207"/>
                    </a:lnTo>
                    <a:lnTo>
                      <a:pt x="112" y="201"/>
                    </a:lnTo>
                    <a:lnTo>
                      <a:pt x="93" y="192"/>
                    </a:lnTo>
                    <a:lnTo>
                      <a:pt x="75" y="180"/>
                    </a:lnTo>
                    <a:lnTo>
                      <a:pt x="59" y="167"/>
                    </a:lnTo>
                    <a:lnTo>
                      <a:pt x="46" y="151"/>
                    </a:lnTo>
                    <a:lnTo>
                      <a:pt x="34" y="133"/>
                    </a:lnTo>
                    <a:lnTo>
                      <a:pt x="23" y="113"/>
                    </a:lnTo>
                    <a:lnTo>
                      <a:pt x="16" y="93"/>
                    </a:lnTo>
                    <a:lnTo>
                      <a:pt x="10" y="71"/>
                    </a:lnTo>
                    <a:lnTo>
                      <a:pt x="6" y="48"/>
                    </a:lnTo>
                    <a:lnTo>
                      <a:pt x="5" y="24"/>
                    </a:lnTo>
                    <a:lnTo>
                      <a:pt x="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8" name="Freeform 411"/>
              <p:cNvSpPr>
                <a:spLocks/>
              </p:cNvSpPr>
              <p:nvPr/>
            </p:nvSpPr>
            <p:spPr bwMode="auto">
              <a:xfrm>
                <a:off x="550" y="1591"/>
                <a:ext cx="51" cy="32"/>
              </a:xfrm>
              <a:custGeom>
                <a:avLst/>
                <a:gdLst>
                  <a:gd name="T0" fmla="*/ 204 w 204"/>
                  <a:gd name="T1" fmla="*/ 23 h 127"/>
                  <a:gd name="T2" fmla="*/ 204 w 204"/>
                  <a:gd name="T3" fmla="*/ 23 h 127"/>
                  <a:gd name="T4" fmla="*/ 187 w 204"/>
                  <a:gd name="T5" fmla="*/ 14 h 127"/>
                  <a:gd name="T6" fmla="*/ 170 w 204"/>
                  <a:gd name="T7" fmla="*/ 6 h 127"/>
                  <a:gd name="T8" fmla="*/ 153 w 204"/>
                  <a:gd name="T9" fmla="*/ 3 h 127"/>
                  <a:gd name="T10" fmla="*/ 136 w 204"/>
                  <a:gd name="T11" fmla="*/ 0 h 127"/>
                  <a:gd name="T12" fmla="*/ 120 w 204"/>
                  <a:gd name="T13" fmla="*/ 2 h 127"/>
                  <a:gd name="T14" fmla="*/ 103 w 204"/>
                  <a:gd name="T15" fmla="*/ 5 h 127"/>
                  <a:gd name="T16" fmla="*/ 87 w 204"/>
                  <a:gd name="T17" fmla="*/ 10 h 127"/>
                  <a:gd name="T18" fmla="*/ 73 w 204"/>
                  <a:gd name="T19" fmla="*/ 17 h 127"/>
                  <a:gd name="T20" fmla="*/ 60 w 204"/>
                  <a:gd name="T21" fmla="*/ 27 h 127"/>
                  <a:gd name="T22" fmla="*/ 46 w 204"/>
                  <a:gd name="T23" fmla="*/ 38 h 127"/>
                  <a:gd name="T24" fmla="*/ 35 w 204"/>
                  <a:gd name="T25" fmla="*/ 49 h 127"/>
                  <a:gd name="T26" fmla="*/ 24 w 204"/>
                  <a:gd name="T27" fmla="*/ 63 h 127"/>
                  <a:gd name="T28" fmla="*/ 16 w 204"/>
                  <a:gd name="T29" fmla="*/ 78 h 127"/>
                  <a:gd name="T30" fmla="*/ 9 w 204"/>
                  <a:gd name="T31" fmla="*/ 93 h 127"/>
                  <a:gd name="T32" fmla="*/ 4 w 204"/>
                  <a:gd name="T33" fmla="*/ 110 h 127"/>
                  <a:gd name="T34" fmla="*/ 0 w 204"/>
                  <a:gd name="T35" fmla="*/ 127 h 127"/>
                  <a:gd name="T36" fmla="*/ 6 w 204"/>
                  <a:gd name="T37" fmla="*/ 127 h 127"/>
                  <a:gd name="T38" fmla="*/ 9 w 204"/>
                  <a:gd name="T39" fmla="*/ 111 h 127"/>
                  <a:gd name="T40" fmla="*/ 15 w 204"/>
                  <a:gd name="T41" fmla="*/ 95 h 127"/>
                  <a:gd name="T42" fmla="*/ 21 w 204"/>
                  <a:gd name="T43" fmla="*/ 80 h 127"/>
                  <a:gd name="T44" fmla="*/ 29 w 204"/>
                  <a:gd name="T45" fmla="*/ 66 h 127"/>
                  <a:gd name="T46" fmla="*/ 39 w 204"/>
                  <a:gd name="T47" fmla="*/ 54 h 127"/>
                  <a:gd name="T48" fmla="*/ 50 w 204"/>
                  <a:gd name="T49" fmla="*/ 42 h 127"/>
                  <a:gd name="T50" fmla="*/ 62 w 204"/>
                  <a:gd name="T51" fmla="*/ 32 h 127"/>
                  <a:gd name="T52" fmla="*/ 75 w 204"/>
                  <a:gd name="T53" fmla="*/ 22 h 127"/>
                  <a:gd name="T54" fmla="*/ 90 w 204"/>
                  <a:gd name="T55" fmla="*/ 15 h 127"/>
                  <a:gd name="T56" fmla="*/ 106 w 204"/>
                  <a:gd name="T57" fmla="*/ 10 h 127"/>
                  <a:gd name="T58" fmla="*/ 120 w 204"/>
                  <a:gd name="T59" fmla="*/ 8 h 127"/>
                  <a:gd name="T60" fmla="*/ 136 w 204"/>
                  <a:gd name="T61" fmla="*/ 6 h 127"/>
                  <a:gd name="T62" fmla="*/ 153 w 204"/>
                  <a:gd name="T63" fmla="*/ 8 h 127"/>
                  <a:gd name="T64" fmla="*/ 169 w 204"/>
                  <a:gd name="T65" fmla="*/ 13 h 127"/>
                  <a:gd name="T66" fmla="*/ 185 w 204"/>
                  <a:gd name="T67" fmla="*/ 19 h 127"/>
                  <a:gd name="T68" fmla="*/ 200 w 204"/>
                  <a:gd name="T69" fmla="*/ 28 h 127"/>
                  <a:gd name="T70" fmla="*/ 200 w 204"/>
                  <a:gd name="T71" fmla="*/ 28 h 127"/>
                  <a:gd name="T72" fmla="*/ 204 w 204"/>
                  <a:gd name="T73" fmla="*/ 23 h 1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04"/>
                  <a:gd name="T112" fmla="*/ 0 h 127"/>
                  <a:gd name="T113" fmla="*/ 204 w 204"/>
                  <a:gd name="T114" fmla="*/ 127 h 12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04" h="127">
                    <a:moveTo>
                      <a:pt x="204" y="23"/>
                    </a:moveTo>
                    <a:lnTo>
                      <a:pt x="204" y="23"/>
                    </a:lnTo>
                    <a:lnTo>
                      <a:pt x="187" y="14"/>
                    </a:lnTo>
                    <a:lnTo>
                      <a:pt x="170" y="6"/>
                    </a:lnTo>
                    <a:lnTo>
                      <a:pt x="153" y="3"/>
                    </a:lnTo>
                    <a:lnTo>
                      <a:pt x="136" y="0"/>
                    </a:lnTo>
                    <a:lnTo>
                      <a:pt x="120" y="2"/>
                    </a:lnTo>
                    <a:lnTo>
                      <a:pt x="103" y="5"/>
                    </a:lnTo>
                    <a:lnTo>
                      <a:pt x="87" y="10"/>
                    </a:lnTo>
                    <a:lnTo>
                      <a:pt x="73" y="17"/>
                    </a:lnTo>
                    <a:lnTo>
                      <a:pt x="60" y="27"/>
                    </a:lnTo>
                    <a:lnTo>
                      <a:pt x="46" y="38"/>
                    </a:lnTo>
                    <a:lnTo>
                      <a:pt x="35" y="49"/>
                    </a:lnTo>
                    <a:lnTo>
                      <a:pt x="24" y="63"/>
                    </a:lnTo>
                    <a:lnTo>
                      <a:pt x="16" y="78"/>
                    </a:lnTo>
                    <a:lnTo>
                      <a:pt x="9" y="93"/>
                    </a:lnTo>
                    <a:lnTo>
                      <a:pt x="4" y="110"/>
                    </a:lnTo>
                    <a:lnTo>
                      <a:pt x="0" y="127"/>
                    </a:lnTo>
                    <a:lnTo>
                      <a:pt x="6" y="127"/>
                    </a:lnTo>
                    <a:lnTo>
                      <a:pt x="9" y="111"/>
                    </a:lnTo>
                    <a:lnTo>
                      <a:pt x="15" y="95"/>
                    </a:lnTo>
                    <a:lnTo>
                      <a:pt x="21" y="80"/>
                    </a:lnTo>
                    <a:lnTo>
                      <a:pt x="29" y="66"/>
                    </a:lnTo>
                    <a:lnTo>
                      <a:pt x="39" y="54"/>
                    </a:lnTo>
                    <a:lnTo>
                      <a:pt x="50" y="42"/>
                    </a:lnTo>
                    <a:lnTo>
                      <a:pt x="62" y="32"/>
                    </a:lnTo>
                    <a:lnTo>
                      <a:pt x="75" y="22"/>
                    </a:lnTo>
                    <a:lnTo>
                      <a:pt x="90" y="15"/>
                    </a:lnTo>
                    <a:lnTo>
                      <a:pt x="106" y="10"/>
                    </a:lnTo>
                    <a:lnTo>
                      <a:pt x="120" y="8"/>
                    </a:lnTo>
                    <a:lnTo>
                      <a:pt x="136" y="6"/>
                    </a:lnTo>
                    <a:lnTo>
                      <a:pt x="153" y="8"/>
                    </a:lnTo>
                    <a:lnTo>
                      <a:pt x="169" y="13"/>
                    </a:lnTo>
                    <a:lnTo>
                      <a:pt x="185" y="19"/>
                    </a:lnTo>
                    <a:lnTo>
                      <a:pt x="200" y="28"/>
                    </a:lnTo>
                    <a:lnTo>
                      <a:pt x="20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412"/>
              <p:cNvSpPr>
                <a:spLocks/>
              </p:cNvSpPr>
              <p:nvPr/>
            </p:nvSpPr>
            <p:spPr bwMode="auto">
              <a:xfrm>
                <a:off x="600" y="1597"/>
                <a:ext cx="6" cy="18"/>
              </a:xfrm>
              <a:custGeom>
                <a:avLst/>
                <a:gdLst>
                  <a:gd name="T0" fmla="*/ 18 w 25"/>
                  <a:gd name="T1" fmla="*/ 53 h 71"/>
                  <a:gd name="T2" fmla="*/ 23 w 25"/>
                  <a:gd name="T3" fmla="*/ 53 h 71"/>
                  <a:gd name="T4" fmla="*/ 25 w 25"/>
                  <a:gd name="T5" fmla="*/ 44 h 71"/>
                  <a:gd name="T6" fmla="*/ 25 w 25"/>
                  <a:gd name="T7" fmla="*/ 37 h 71"/>
                  <a:gd name="T8" fmla="*/ 23 w 25"/>
                  <a:gd name="T9" fmla="*/ 30 h 71"/>
                  <a:gd name="T10" fmla="*/ 21 w 25"/>
                  <a:gd name="T11" fmla="*/ 22 h 71"/>
                  <a:gd name="T12" fmla="*/ 17 w 25"/>
                  <a:gd name="T13" fmla="*/ 16 h 71"/>
                  <a:gd name="T14" fmla="*/ 14 w 25"/>
                  <a:gd name="T15" fmla="*/ 10 h 71"/>
                  <a:gd name="T16" fmla="*/ 9 w 25"/>
                  <a:gd name="T17" fmla="*/ 5 h 71"/>
                  <a:gd name="T18" fmla="*/ 4 w 25"/>
                  <a:gd name="T19" fmla="*/ 0 h 71"/>
                  <a:gd name="T20" fmla="*/ 0 w 25"/>
                  <a:gd name="T21" fmla="*/ 5 h 71"/>
                  <a:gd name="T22" fmla="*/ 5 w 25"/>
                  <a:gd name="T23" fmla="*/ 9 h 71"/>
                  <a:gd name="T24" fmla="*/ 9 w 25"/>
                  <a:gd name="T25" fmla="*/ 14 h 71"/>
                  <a:gd name="T26" fmla="*/ 12 w 25"/>
                  <a:gd name="T27" fmla="*/ 19 h 71"/>
                  <a:gd name="T28" fmla="*/ 15 w 25"/>
                  <a:gd name="T29" fmla="*/ 25 h 71"/>
                  <a:gd name="T30" fmla="*/ 17 w 25"/>
                  <a:gd name="T31" fmla="*/ 31 h 71"/>
                  <a:gd name="T32" fmla="*/ 18 w 25"/>
                  <a:gd name="T33" fmla="*/ 38 h 71"/>
                  <a:gd name="T34" fmla="*/ 18 w 25"/>
                  <a:gd name="T35" fmla="*/ 44 h 71"/>
                  <a:gd name="T36" fmla="*/ 18 w 25"/>
                  <a:gd name="T37" fmla="*/ 51 h 71"/>
                  <a:gd name="T38" fmla="*/ 23 w 25"/>
                  <a:gd name="T39" fmla="*/ 51 h 71"/>
                  <a:gd name="T40" fmla="*/ 18 w 25"/>
                  <a:gd name="T41" fmla="*/ 53 h 71"/>
                  <a:gd name="T42" fmla="*/ 21 w 25"/>
                  <a:gd name="T43" fmla="*/ 71 h 71"/>
                  <a:gd name="T44" fmla="*/ 23 w 25"/>
                  <a:gd name="T45" fmla="*/ 53 h 71"/>
                  <a:gd name="T46" fmla="*/ 18 w 25"/>
                  <a:gd name="T47" fmla="*/ 53 h 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5"/>
                  <a:gd name="T73" fmla="*/ 0 h 71"/>
                  <a:gd name="T74" fmla="*/ 25 w 25"/>
                  <a:gd name="T75" fmla="*/ 71 h 7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5" h="71">
                    <a:moveTo>
                      <a:pt x="18" y="53"/>
                    </a:moveTo>
                    <a:lnTo>
                      <a:pt x="23" y="53"/>
                    </a:lnTo>
                    <a:lnTo>
                      <a:pt x="25" y="44"/>
                    </a:lnTo>
                    <a:lnTo>
                      <a:pt x="25" y="37"/>
                    </a:lnTo>
                    <a:lnTo>
                      <a:pt x="23" y="30"/>
                    </a:lnTo>
                    <a:lnTo>
                      <a:pt x="21" y="22"/>
                    </a:lnTo>
                    <a:lnTo>
                      <a:pt x="17" y="16"/>
                    </a:lnTo>
                    <a:lnTo>
                      <a:pt x="14" y="10"/>
                    </a:lnTo>
                    <a:lnTo>
                      <a:pt x="9" y="5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5" y="9"/>
                    </a:lnTo>
                    <a:lnTo>
                      <a:pt x="9" y="14"/>
                    </a:lnTo>
                    <a:lnTo>
                      <a:pt x="12" y="19"/>
                    </a:lnTo>
                    <a:lnTo>
                      <a:pt x="15" y="25"/>
                    </a:lnTo>
                    <a:lnTo>
                      <a:pt x="17" y="31"/>
                    </a:lnTo>
                    <a:lnTo>
                      <a:pt x="18" y="38"/>
                    </a:lnTo>
                    <a:lnTo>
                      <a:pt x="18" y="44"/>
                    </a:lnTo>
                    <a:lnTo>
                      <a:pt x="18" y="51"/>
                    </a:lnTo>
                    <a:lnTo>
                      <a:pt x="23" y="51"/>
                    </a:lnTo>
                    <a:lnTo>
                      <a:pt x="18" y="53"/>
                    </a:lnTo>
                    <a:lnTo>
                      <a:pt x="21" y="71"/>
                    </a:lnTo>
                    <a:lnTo>
                      <a:pt x="23" y="53"/>
                    </a:lnTo>
                    <a:lnTo>
                      <a:pt x="18" y="5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413"/>
              <p:cNvSpPr>
                <a:spLocks/>
              </p:cNvSpPr>
              <p:nvPr/>
            </p:nvSpPr>
            <p:spPr bwMode="auto">
              <a:xfrm>
                <a:off x="604" y="1556"/>
                <a:ext cx="19" cy="54"/>
              </a:xfrm>
              <a:custGeom>
                <a:avLst/>
                <a:gdLst>
                  <a:gd name="T0" fmla="*/ 74 w 78"/>
                  <a:gd name="T1" fmla="*/ 0 h 217"/>
                  <a:gd name="T2" fmla="*/ 74 w 78"/>
                  <a:gd name="T3" fmla="*/ 0 h 217"/>
                  <a:gd name="T4" fmla="*/ 63 w 78"/>
                  <a:gd name="T5" fmla="*/ 12 h 217"/>
                  <a:gd name="T6" fmla="*/ 55 w 78"/>
                  <a:gd name="T7" fmla="*/ 24 h 217"/>
                  <a:gd name="T8" fmla="*/ 46 w 78"/>
                  <a:gd name="T9" fmla="*/ 37 h 217"/>
                  <a:gd name="T10" fmla="*/ 38 w 78"/>
                  <a:gd name="T11" fmla="*/ 49 h 217"/>
                  <a:gd name="T12" fmla="*/ 32 w 78"/>
                  <a:gd name="T13" fmla="*/ 63 h 217"/>
                  <a:gd name="T14" fmla="*/ 24 w 78"/>
                  <a:gd name="T15" fmla="*/ 76 h 217"/>
                  <a:gd name="T16" fmla="*/ 18 w 78"/>
                  <a:gd name="T17" fmla="*/ 88 h 217"/>
                  <a:gd name="T18" fmla="*/ 15 w 78"/>
                  <a:gd name="T19" fmla="*/ 101 h 217"/>
                  <a:gd name="T20" fmla="*/ 10 w 78"/>
                  <a:gd name="T21" fmla="*/ 115 h 217"/>
                  <a:gd name="T22" fmla="*/ 6 w 78"/>
                  <a:gd name="T23" fmla="*/ 129 h 217"/>
                  <a:gd name="T24" fmla="*/ 4 w 78"/>
                  <a:gd name="T25" fmla="*/ 143 h 217"/>
                  <a:gd name="T26" fmla="*/ 2 w 78"/>
                  <a:gd name="T27" fmla="*/ 156 h 217"/>
                  <a:gd name="T28" fmla="*/ 1 w 78"/>
                  <a:gd name="T29" fmla="*/ 171 h 217"/>
                  <a:gd name="T30" fmla="*/ 0 w 78"/>
                  <a:gd name="T31" fmla="*/ 185 h 217"/>
                  <a:gd name="T32" fmla="*/ 1 w 78"/>
                  <a:gd name="T33" fmla="*/ 201 h 217"/>
                  <a:gd name="T34" fmla="*/ 2 w 78"/>
                  <a:gd name="T35" fmla="*/ 217 h 217"/>
                  <a:gd name="T36" fmla="*/ 7 w 78"/>
                  <a:gd name="T37" fmla="*/ 215 h 217"/>
                  <a:gd name="T38" fmla="*/ 6 w 78"/>
                  <a:gd name="T39" fmla="*/ 201 h 217"/>
                  <a:gd name="T40" fmla="*/ 6 w 78"/>
                  <a:gd name="T41" fmla="*/ 185 h 217"/>
                  <a:gd name="T42" fmla="*/ 6 w 78"/>
                  <a:gd name="T43" fmla="*/ 171 h 217"/>
                  <a:gd name="T44" fmla="*/ 7 w 78"/>
                  <a:gd name="T45" fmla="*/ 157 h 217"/>
                  <a:gd name="T46" fmla="*/ 10 w 78"/>
                  <a:gd name="T47" fmla="*/ 143 h 217"/>
                  <a:gd name="T48" fmla="*/ 12 w 78"/>
                  <a:gd name="T49" fmla="*/ 129 h 217"/>
                  <a:gd name="T50" fmla="*/ 16 w 78"/>
                  <a:gd name="T51" fmla="*/ 117 h 217"/>
                  <a:gd name="T52" fmla="*/ 19 w 78"/>
                  <a:gd name="T53" fmla="*/ 104 h 217"/>
                  <a:gd name="T54" fmla="*/ 24 w 78"/>
                  <a:gd name="T55" fmla="*/ 90 h 217"/>
                  <a:gd name="T56" fmla="*/ 29 w 78"/>
                  <a:gd name="T57" fmla="*/ 78 h 217"/>
                  <a:gd name="T58" fmla="*/ 36 w 78"/>
                  <a:gd name="T59" fmla="*/ 65 h 217"/>
                  <a:gd name="T60" fmla="*/ 43 w 78"/>
                  <a:gd name="T61" fmla="*/ 52 h 217"/>
                  <a:gd name="T62" fmla="*/ 51 w 78"/>
                  <a:gd name="T63" fmla="*/ 40 h 217"/>
                  <a:gd name="T64" fmla="*/ 59 w 78"/>
                  <a:gd name="T65" fmla="*/ 27 h 217"/>
                  <a:gd name="T66" fmla="*/ 68 w 78"/>
                  <a:gd name="T67" fmla="*/ 15 h 217"/>
                  <a:gd name="T68" fmla="*/ 78 w 78"/>
                  <a:gd name="T69" fmla="*/ 2 h 217"/>
                  <a:gd name="T70" fmla="*/ 78 w 78"/>
                  <a:gd name="T71" fmla="*/ 2 h 217"/>
                  <a:gd name="T72" fmla="*/ 74 w 78"/>
                  <a:gd name="T73" fmla="*/ 0 h 21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8"/>
                  <a:gd name="T112" fmla="*/ 0 h 217"/>
                  <a:gd name="T113" fmla="*/ 78 w 78"/>
                  <a:gd name="T114" fmla="*/ 217 h 21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8" h="217">
                    <a:moveTo>
                      <a:pt x="74" y="0"/>
                    </a:moveTo>
                    <a:lnTo>
                      <a:pt x="74" y="0"/>
                    </a:lnTo>
                    <a:lnTo>
                      <a:pt x="63" y="12"/>
                    </a:lnTo>
                    <a:lnTo>
                      <a:pt x="55" y="24"/>
                    </a:lnTo>
                    <a:lnTo>
                      <a:pt x="46" y="37"/>
                    </a:lnTo>
                    <a:lnTo>
                      <a:pt x="38" y="49"/>
                    </a:lnTo>
                    <a:lnTo>
                      <a:pt x="32" y="63"/>
                    </a:lnTo>
                    <a:lnTo>
                      <a:pt x="24" y="76"/>
                    </a:lnTo>
                    <a:lnTo>
                      <a:pt x="18" y="88"/>
                    </a:lnTo>
                    <a:lnTo>
                      <a:pt x="15" y="101"/>
                    </a:lnTo>
                    <a:lnTo>
                      <a:pt x="10" y="115"/>
                    </a:lnTo>
                    <a:lnTo>
                      <a:pt x="6" y="129"/>
                    </a:lnTo>
                    <a:lnTo>
                      <a:pt x="4" y="143"/>
                    </a:lnTo>
                    <a:lnTo>
                      <a:pt x="2" y="156"/>
                    </a:lnTo>
                    <a:lnTo>
                      <a:pt x="1" y="171"/>
                    </a:lnTo>
                    <a:lnTo>
                      <a:pt x="0" y="185"/>
                    </a:lnTo>
                    <a:lnTo>
                      <a:pt x="1" y="201"/>
                    </a:lnTo>
                    <a:lnTo>
                      <a:pt x="2" y="217"/>
                    </a:lnTo>
                    <a:lnTo>
                      <a:pt x="7" y="215"/>
                    </a:lnTo>
                    <a:lnTo>
                      <a:pt x="6" y="201"/>
                    </a:lnTo>
                    <a:lnTo>
                      <a:pt x="6" y="185"/>
                    </a:lnTo>
                    <a:lnTo>
                      <a:pt x="6" y="171"/>
                    </a:lnTo>
                    <a:lnTo>
                      <a:pt x="7" y="157"/>
                    </a:lnTo>
                    <a:lnTo>
                      <a:pt x="10" y="143"/>
                    </a:lnTo>
                    <a:lnTo>
                      <a:pt x="12" y="129"/>
                    </a:lnTo>
                    <a:lnTo>
                      <a:pt x="16" y="117"/>
                    </a:lnTo>
                    <a:lnTo>
                      <a:pt x="19" y="104"/>
                    </a:lnTo>
                    <a:lnTo>
                      <a:pt x="24" y="90"/>
                    </a:lnTo>
                    <a:lnTo>
                      <a:pt x="29" y="78"/>
                    </a:lnTo>
                    <a:lnTo>
                      <a:pt x="36" y="65"/>
                    </a:lnTo>
                    <a:lnTo>
                      <a:pt x="43" y="52"/>
                    </a:lnTo>
                    <a:lnTo>
                      <a:pt x="51" y="40"/>
                    </a:lnTo>
                    <a:lnTo>
                      <a:pt x="59" y="27"/>
                    </a:lnTo>
                    <a:lnTo>
                      <a:pt x="68" y="15"/>
                    </a:lnTo>
                    <a:lnTo>
                      <a:pt x="78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414"/>
              <p:cNvSpPr>
                <a:spLocks/>
              </p:cNvSpPr>
              <p:nvPr/>
            </p:nvSpPr>
            <p:spPr bwMode="auto">
              <a:xfrm>
                <a:off x="623" y="1509"/>
                <a:ext cx="21" cy="47"/>
              </a:xfrm>
              <a:custGeom>
                <a:avLst/>
                <a:gdLst>
                  <a:gd name="T0" fmla="*/ 85 w 86"/>
                  <a:gd name="T1" fmla="*/ 0 h 192"/>
                  <a:gd name="T2" fmla="*/ 85 w 86"/>
                  <a:gd name="T3" fmla="*/ 0 h 192"/>
                  <a:gd name="T4" fmla="*/ 70 w 86"/>
                  <a:gd name="T5" fmla="*/ 8 h 192"/>
                  <a:gd name="T6" fmla="*/ 57 w 86"/>
                  <a:gd name="T7" fmla="*/ 16 h 192"/>
                  <a:gd name="T8" fmla="*/ 49 w 86"/>
                  <a:gd name="T9" fmla="*/ 26 h 192"/>
                  <a:gd name="T10" fmla="*/ 40 w 86"/>
                  <a:gd name="T11" fmla="*/ 37 h 192"/>
                  <a:gd name="T12" fmla="*/ 34 w 86"/>
                  <a:gd name="T13" fmla="*/ 49 h 192"/>
                  <a:gd name="T14" fmla="*/ 29 w 86"/>
                  <a:gd name="T15" fmla="*/ 62 h 192"/>
                  <a:gd name="T16" fmla="*/ 27 w 86"/>
                  <a:gd name="T17" fmla="*/ 77 h 192"/>
                  <a:gd name="T18" fmla="*/ 24 w 86"/>
                  <a:gd name="T19" fmla="*/ 90 h 192"/>
                  <a:gd name="T20" fmla="*/ 22 w 86"/>
                  <a:gd name="T21" fmla="*/ 105 h 192"/>
                  <a:gd name="T22" fmla="*/ 21 w 86"/>
                  <a:gd name="T23" fmla="*/ 118 h 192"/>
                  <a:gd name="T24" fmla="*/ 18 w 86"/>
                  <a:gd name="T25" fmla="*/ 133 h 192"/>
                  <a:gd name="T26" fmla="*/ 17 w 86"/>
                  <a:gd name="T27" fmla="*/ 146 h 192"/>
                  <a:gd name="T28" fmla="*/ 15 w 86"/>
                  <a:gd name="T29" fmla="*/ 158 h 192"/>
                  <a:gd name="T30" fmla="*/ 11 w 86"/>
                  <a:gd name="T31" fmla="*/ 169 h 192"/>
                  <a:gd name="T32" fmla="*/ 6 w 86"/>
                  <a:gd name="T33" fmla="*/ 180 h 192"/>
                  <a:gd name="T34" fmla="*/ 0 w 86"/>
                  <a:gd name="T35" fmla="*/ 190 h 192"/>
                  <a:gd name="T36" fmla="*/ 4 w 86"/>
                  <a:gd name="T37" fmla="*/ 192 h 192"/>
                  <a:gd name="T38" fmla="*/ 11 w 86"/>
                  <a:gd name="T39" fmla="*/ 182 h 192"/>
                  <a:gd name="T40" fmla="*/ 16 w 86"/>
                  <a:gd name="T41" fmla="*/ 171 h 192"/>
                  <a:gd name="T42" fmla="*/ 19 w 86"/>
                  <a:gd name="T43" fmla="*/ 159 h 192"/>
                  <a:gd name="T44" fmla="*/ 22 w 86"/>
                  <a:gd name="T45" fmla="*/ 146 h 192"/>
                  <a:gd name="T46" fmla="*/ 24 w 86"/>
                  <a:gd name="T47" fmla="*/ 133 h 192"/>
                  <a:gd name="T48" fmla="*/ 26 w 86"/>
                  <a:gd name="T49" fmla="*/ 119 h 192"/>
                  <a:gd name="T50" fmla="*/ 28 w 86"/>
                  <a:gd name="T51" fmla="*/ 105 h 192"/>
                  <a:gd name="T52" fmla="*/ 29 w 86"/>
                  <a:gd name="T53" fmla="*/ 91 h 192"/>
                  <a:gd name="T54" fmla="*/ 32 w 86"/>
                  <a:gd name="T55" fmla="*/ 77 h 192"/>
                  <a:gd name="T56" fmla="*/ 35 w 86"/>
                  <a:gd name="T57" fmla="*/ 65 h 192"/>
                  <a:gd name="T58" fmla="*/ 39 w 86"/>
                  <a:gd name="T59" fmla="*/ 51 h 192"/>
                  <a:gd name="T60" fmla="*/ 45 w 86"/>
                  <a:gd name="T61" fmla="*/ 40 h 192"/>
                  <a:gd name="T62" fmla="*/ 52 w 86"/>
                  <a:gd name="T63" fmla="*/ 29 h 192"/>
                  <a:gd name="T64" fmla="*/ 61 w 86"/>
                  <a:gd name="T65" fmla="*/ 20 h 192"/>
                  <a:gd name="T66" fmla="*/ 73 w 86"/>
                  <a:gd name="T67" fmla="*/ 13 h 192"/>
                  <a:gd name="T68" fmla="*/ 86 w 86"/>
                  <a:gd name="T69" fmla="*/ 6 h 192"/>
                  <a:gd name="T70" fmla="*/ 86 w 86"/>
                  <a:gd name="T71" fmla="*/ 6 h 192"/>
                  <a:gd name="T72" fmla="*/ 85 w 86"/>
                  <a:gd name="T73" fmla="*/ 0 h 19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6"/>
                  <a:gd name="T112" fmla="*/ 0 h 192"/>
                  <a:gd name="T113" fmla="*/ 86 w 86"/>
                  <a:gd name="T114" fmla="*/ 192 h 19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6" h="192">
                    <a:moveTo>
                      <a:pt x="85" y="0"/>
                    </a:moveTo>
                    <a:lnTo>
                      <a:pt x="85" y="0"/>
                    </a:lnTo>
                    <a:lnTo>
                      <a:pt x="70" y="8"/>
                    </a:lnTo>
                    <a:lnTo>
                      <a:pt x="57" y="16"/>
                    </a:lnTo>
                    <a:lnTo>
                      <a:pt x="49" y="26"/>
                    </a:lnTo>
                    <a:lnTo>
                      <a:pt x="40" y="37"/>
                    </a:lnTo>
                    <a:lnTo>
                      <a:pt x="34" y="49"/>
                    </a:lnTo>
                    <a:lnTo>
                      <a:pt x="29" y="62"/>
                    </a:lnTo>
                    <a:lnTo>
                      <a:pt x="27" y="77"/>
                    </a:lnTo>
                    <a:lnTo>
                      <a:pt x="24" y="90"/>
                    </a:lnTo>
                    <a:lnTo>
                      <a:pt x="22" y="105"/>
                    </a:lnTo>
                    <a:lnTo>
                      <a:pt x="21" y="118"/>
                    </a:lnTo>
                    <a:lnTo>
                      <a:pt x="18" y="133"/>
                    </a:lnTo>
                    <a:lnTo>
                      <a:pt x="17" y="146"/>
                    </a:lnTo>
                    <a:lnTo>
                      <a:pt x="15" y="158"/>
                    </a:lnTo>
                    <a:lnTo>
                      <a:pt x="11" y="169"/>
                    </a:lnTo>
                    <a:lnTo>
                      <a:pt x="6" y="180"/>
                    </a:lnTo>
                    <a:lnTo>
                      <a:pt x="0" y="190"/>
                    </a:lnTo>
                    <a:lnTo>
                      <a:pt x="4" y="192"/>
                    </a:lnTo>
                    <a:lnTo>
                      <a:pt x="11" y="182"/>
                    </a:lnTo>
                    <a:lnTo>
                      <a:pt x="16" y="171"/>
                    </a:lnTo>
                    <a:lnTo>
                      <a:pt x="19" y="159"/>
                    </a:lnTo>
                    <a:lnTo>
                      <a:pt x="22" y="146"/>
                    </a:lnTo>
                    <a:lnTo>
                      <a:pt x="24" y="133"/>
                    </a:lnTo>
                    <a:lnTo>
                      <a:pt x="26" y="119"/>
                    </a:lnTo>
                    <a:lnTo>
                      <a:pt x="28" y="105"/>
                    </a:lnTo>
                    <a:lnTo>
                      <a:pt x="29" y="91"/>
                    </a:lnTo>
                    <a:lnTo>
                      <a:pt x="32" y="77"/>
                    </a:lnTo>
                    <a:lnTo>
                      <a:pt x="35" y="65"/>
                    </a:lnTo>
                    <a:lnTo>
                      <a:pt x="39" y="51"/>
                    </a:lnTo>
                    <a:lnTo>
                      <a:pt x="45" y="40"/>
                    </a:lnTo>
                    <a:lnTo>
                      <a:pt x="52" y="29"/>
                    </a:lnTo>
                    <a:lnTo>
                      <a:pt x="61" y="20"/>
                    </a:lnTo>
                    <a:lnTo>
                      <a:pt x="73" y="13"/>
                    </a:lnTo>
                    <a:lnTo>
                      <a:pt x="86" y="6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415"/>
              <p:cNvSpPr>
                <a:spLocks/>
              </p:cNvSpPr>
              <p:nvPr/>
            </p:nvSpPr>
            <p:spPr bwMode="auto">
              <a:xfrm>
                <a:off x="644" y="1502"/>
                <a:ext cx="137" cy="44"/>
              </a:xfrm>
              <a:custGeom>
                <a:avLst/>
                <a:gdLst>
                  <a:gd name="T0" fmla="*/ 548 w 548"/>
                  <a:gd name="T1" fmla="*/ 172 h 175"/>
                  <a:gd name="T2" fmla="*/ 523 w 548"/>
                  <a:gd name="T3" fmla="*/ 143 h 175"/>
                  <a:gd name="T4" fmla="*/ 496 w 548"/>
                  <a:gd name="T5" fmla="*/ 118 h 175"/>
                  <a:gd name="T6" fmla="*/ 466 w 548"/>
                  <a:gd name="T7" fmla="*/ 93 h 175"/>
                  <a:gd name="T8" fmla="*/ 434 w 548"/>
                  <a:gd name="T9" fmla="*/ 73 h 175"/>
                  <a:gd name="T10" fmla="*/ 401 w 548"/>
                  <a:gd name="T11" fmla="*/ 54 h 175"/>
                  <a:gd name="T12" fmla="*/ 367 w 548"/>
                  <a:gd name="T13" fmla="*/ 40 h 175"/>
                  <a:gd name="T14" fmla="*/ 331 w 548"/>
                  <a:gd name="T15" fmla="*/ 25 h 175"/>
                  <a:gd name="T16" fmla="*/ 295 w 548"/>
                  <a:gd name="T17" fmla="*/ 16 h 175"/>
                  <a:gd name="T18" fmla="*/ 257 w 548"/>
                  <a:gd name="T19" fmla="*/ 7 h 175"/>
                  <a:gd name="T20" fmla="*/ 220 w 548"/>
                  <a:gd name="T21" fmla="*/ 2 h 175"/>
                  <a:gd name="T22" fmla="*/ 182 w 548"/>
                  <a:gd name="T23" fmla="*/ 0 h 175"/>
                  <a:gd name="T24" fmla="*/ 144 w 548"/>
                  <a:gd name="T25" fmla="*/ 0 h 175"/>
                  <a:gd name="T26" fmla="*/ 107 w 548"/>
                  <a:gd name="T27" fmla="*/ 2 h 175"/>
                  <a:gd name="T28" fmla="*/ 70 w 548"/>
                  <a:gd name="T29" fmla="*/ 7 h 175"/>
                  <a:gd name="T30" fmla="*/ 34 w 548"/>
                  <a:gd name="T31" fmla="*/ 16 h 175"/>
                  <a:gd name="T32" fmla="*/ 0 w 548"/>
                  <a:gd name="T33" fmla="*/ 25 h 175"/>
                  <a:gd name="T34" fmla="*/ 18 w 548"/>
                  <a:gd name="T35" fmla="*/ 25 h 175"/>
                  <a:gd name="T36" fmla="*/ 53 w 548"/>
                  <a:gd name="T37" fmla="*/ 17 h 175"/>
                  <a:gd name="T38" fmla="*/ 90 w 548"/>
                  <a:gd name="T39" fmla="*/ 10 h 175"/>
                  <a:gd name="T40" fmla="*/ 126 w 548"/>
                  <a:gd name="T41" fmla="*/ 6 h 175"/>
                  <a:gd name="T42" fmla="*/ 163 w 548"/>
                  <a:gd name="T43" fmla="*/ 5 h 175"/>
                  <a:gd name="T44" fmla="*/ 200 w 548"/>
                  <a:gd name="T45" fmla="*/ 6 h 175"/>
                  <a:gd name="T46" fmla="*/ 238 w 548"/>
                  <a:gd name="T47" fmla="*/ 11 h 175"/>
                  <a:gd name="T48" fmla="*/ 275 w 548"/>
                  <a:gd name="T49" fmla="*/ 17 h 175"/>
                  <a:gd name="T50" fmla="*/ 312 w 548"/>
                  <a:gd name="T51" fmla="*/ 27 h 175"/>
                  <a:gd name="T52" fmla="*/ 347 w 548"/>
                  <a:gd name="T53" fmla="*/ 38 h 175"/>
                  <a:gd name="T54" fmla="*/ 382 w 548"/>
                  <a:gd name="T55" fmla="*/ 52 h 175"/>
                  <a:gd name="T56" fmla="*/ 416 w 548"/>
                  <a:gd name="T57" fmla="*/ 69 h 175"/>
                  <a:gd name="T58" fmla="*/ 448 w 548"/>
                  <a:gd name="T59" fmla="*/ 88 h 175"/>
                  <a:gd name="T60" fmla="*/ 478 w 548"/>
                  <a:gd name="T61" fmla="*/ 109 h 175"/>
                  <a:gd name="T62" fmla="*/ 506 w 548"/>
                  <a:gd name="T63" fmla="*/ 135 h 175"/>
                  <a:gd name="T64" fmla="*/ 531 w 548"/>
                  <a:gd name="T65" fmla="*/ 161 h 175"/>
                  <a:gd name="T66" fmla="*/ 543 w 548"/>
                  <a:gd name="T67" fmla="*/ 175 h 1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48"/>
                  <a:gd name="T103" fmla="*/ 0 h 175"/>
                  <a:gd name="T104" fmla="*/ 548 w 548"/>
                  <a:gd name="T105" fmla="*/ 175 h 1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48" h="175">
                    <a:moveTo>
                      <a:pt x="548" y="172"/>
                    </a:moveTo>
                    <a:lnTo>
                      <a:pt x="548" y="172"/>
                    </a:lnTo>
                    <a:lnTo>
                      <a:pt x="536" y="156"/>
                    </a:lnTo>
                    <a:lnTo>
                      <a:pt x="523" y="143"/>
                    </a:lnTo>
                    <a:lnTo>
                      <a:pt x="509" y="130"/>
                    </a:lnTo>
                    <a:lnTo>
                      <a:pt x="496" y="118"/>
                    </a:lnTo>
                    <a:lnTo>
                      <a:pt x="480" y="105"/>
                    </a:lnTo>
                    <a:lnTo>
                      <a:pt x="466" y="93"/>
                    </a:lnTo>
                    <a:lnTo>
                      <a:pt x="450" y="84"/>
                    </a:lnTo>
                    <a:lnTo>
                      <a:pt x="434" y="73"/>
                    </a:lnTo>
                    <a:lnTo>
                      <a:pt x="418" y="64"/>
                    </a:lnTo>
                    <a:lnTo>
                      <a:pt x="401" y="54"/>
                    </a:lnTo>
                    <a:lnTo>
                      <a:pt x="384" y="47"/>
                    </a:lnTo>
                    <a:lnTo>
                      <a:pt x="367" y="40"/>
                    </a:lnTo>
                    <a:lnTo>
                      <a:pt x="349" y="33"/>
                    </a:lnTo>
                    <a:lnTo>
                      <a:pt x="331" y="25"/>
                    </a:lnTo>
                    <a:lnTo>
                      <a:pt x="313" y="21"/>
                    </a:lnTo>
                    <a:lnTo>
                      <a:pt x="295" y="16"/>
                    </a:lnTo>
                    <a:lnTo>
                      <a:pt x="277" y="11"/>
                    </a:lnTo>
                    <a:lnTo>
                      <a:pt x="257" y="7"/>
                    </a:lnTo>
                    <a:lnTo>
                      <a:pt x="239" y="5"/>
                    </a:lnTo>
                    <a:lnTo>
                      <a:pt x="220" y="2"/>
                    </a:lnTo>
                    <a:lnTo>
                      <a:pt x="200" y="1"/>
                    </a:lnTo>
                    <a:lnTo>
                      <a:pt x="182" y="0"/>
                    </a:lnTo>
                    <a:lnTo>
                      <a:pt x="163" y="0"/>
                    </a:lnTo>
                    <a:lnTo>
                      <a:pt x="144" y="0"/>
                    </a:lnTo>
                    <a:lnTo>
                      <a:pt x="125" y="1"/>
                    </a:lnTo>
                    <a:lnTo>
                      <a:pt x="107" y="2"/>
                    </a:lnTo>
                    <a:lnTo>
                      <a:pt x="89" y="5"/>
                    </a:lnTo>
                    <a:lnTo>
                      <a:pt x="70" y="7"/>
                    </a:lnTo>
                    <a:lnTo>
                      <a:pt x="52" y="11"/>
                    </a:lnTo>
                    <a:lnTo>
                      <a:pt x="34" y="16"/>
                    </a:lnTo>
                    <a:lnTo>
                      <a:pt x="17" y="21"/>
                    </a:lnTo>
                    <a:lnTo>
                      <a:pt x="0" y="25"/>
                    </a:lnTo>
                    <a:lnTo>
                      <a:pt x="1" y="31"/>
                    </a:lnTo>
                    <a:lnTo>
                      <a:pt x="18" y="25"/>
                    </a:lnTo>
                    <a:lnTo>
                      <a:pt x="36" y="21"/>
                    </a:lnTo>
                    <a:lnTo>
                      <a:pt x="53" y="17"/>
                    </a:lnTo>
                    <a:lnTo>
                      <a:pt x="72" y="13"/>
                    </a:lnTo>
                    <a:lnTo>
                      <a:pt x="90" y="10"/>
                    </a:lnTo>
                    <a:lnTo>
                      <a:pt x="108" y="8"/>
                    </a:lnTo>
                    <a:lnTo>
                      <a:pt x="126" y="6"/>
                    </a:lnTo>
                    <a:lnTo>
                      <a:pt x="144" y="5"/>
                    </a:lnTo>
                    <a:lnTo>
                      <a:pt x="163" y="5"/>
                    </a:lnTo>
                    <a:lnTo>
                      <a:pt x="182" y="6"/>
                    </a:lnTo>
                    <a:lnTo>
                      <a:pt x="200" y="6"/>
                    </a:lnTo>
                    <a:lnTo>
                      <a:pt x="220" y="8"/>
                    </a:lnTo>
                    <a:lnTo>
                      <a:pt x="238" y="11"/>
                    </a:lnTo>
                    <a:lnTo>
                      <a:pt x="257" y="13"/>
                    </a:lnTo>
                    <a:lnTo>
                      <a:pt x="275" y="17"/>
                    </a:lnTo>
                    <a:lnTo>
                      <a:pt x="294" y="22"/>
                    </a:lnTo>
                    <a:lnTo>
                      <a:pt x="312" y="27"/>
                    </a:lnTo>
                    <a:lnTo>
                      <a:pt x="330" y="31"/>
                    </a:lnTo>
                    <a:lnTo>
                      <a:pt x="347" y="38"/>
                    </a:lnTo>
                    <a:lnTo>
                      <a:pt x="365" y="45"/>
                    </a:lnTo>
                    <a:lnTo>
                      <a:pt x="382" y="52"/>
                    </a:lnTo>
                    <a:lnTo>
                      <a:pt x="399" y="59"/>
                    </a:lnTo>
                    <a:lnTo>
                      <a:pt x="416" y="69"/>
                    </a:lnTo>
                    <a:lnTo>
                      <a:pt x="432" y="78"/>
                    </a:lnTo>
                    <a:lnTo>
                      <a:pt x="448" y="88"/>
                    </a:lnTo>
                    <a:lnTo>
                      <a:pt x="462" y="98"/>
                    </a:lnTo>
                    <a:lnTo>
                      <a:pt x="478" y="109"/>
                    </a:lnTo>
                    <a:lnTo>
                      <a:pt x="491" y="121"/>
                    </a:lnTo>
                    <a:lnTo>
                      <a:pt x="506" y="135"/>
                    </a:lnTo>
                    <a:lnTo>
                      <a:pt x="519" y="147"/>
                    </a:lnTo>
                    <a:lnTo>
                      <a:pt x="531" y="161"/>
                    </a:lnTo>
                    <a:lnTo>
                      <a:pt x="543" y="175"/>
                    </a:lnTo>
                    <a:lnTo>
                      <a:pt x="548" y="17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416"/>
              <p:cNvSpPr>
                <a:spLocks/>
              </p:cNvSpPr>
              <p:nvPr/>
            </p:nvSpPr>
            <p:spPr bwMode="auto">
              <a:xfrm>
                <a:off x="780" y="1545"/>
                <a:ext cx="16" cy="4"/>
              </a:xfrm>
              <a:custGeom>
                <a:avLst/>
                <a:gdLst>
                  <a:gd name="T0" fmla="*/ 67 w 67"/>
                  <a:gd name="T1" fmla="*/ 4 h 15"/>
                  <a:gd name="T2" fmla="*/ 62 w 67"/>
                  <a:gd name="T3" fmla="*/ 4 h 15"/>
                  <a:gd name="T4" fmla="*/ 59 w 67"/>
                  <a:gd name="T5" fmla="*/ 6 h 15"/>
                  <a:gd name="T6" fmla="*/ 53 w 67"/>
                  <a:gd name="T7" fmla="*/ 7 h 15"/>
                  <a:gd name="T8" fmla="*/ 44 w 67"/>
                  <a:gd name="T9" fmla="*/ 9 h 15"/>
                  <a:gd name="T10" fmla="*/ 34 w 67"/>
                  <a:gd name="T11" fmla="*/ 9 h 15"/>
                  <a:gd name="T12" fmla="*/ 25 w 67"/>
                  <a:gd name="T13" fmla="*/ 7 h 15"/>
                  <a:gd name="T14" fmla="*/ 16 w 67"/>
                  <a:gd name="T15" fmla="*/ 6 h 15"/>
                  <a:gd name="T16" fmla="*/ 10 w 67"/>
                  <a:gd name="T17" fmla="*/ 4 h 15"/>
                  <a:gd name="T18" fmla="*/ 5 w 67"/>
                  <a:gd name="T19" fmla="*/ 0 h 15"/>
                  <a:gd name="T20" fmla="*/ 0 w 67"/>
                  <a:gd name="T21" fmla="*/ 3 h 15"/>
                  <a:gd name="T22" fmla="*/ 6 w 67"/>
                  <a:gd name="T23" fmla="*/ 7 h 15"/>
                  <a:gd name="T24" fmla="*/ 15 w 67"/>
                  <a:gd name="T25" fmla="*/ 11 h 15"/>
                  <a:gd name="T26" fmla="*/ 25 w 67"/>
                  <a:gd name="T27" fmla="*/ 13 h 15"/>
                  <a:gd name="T28" fmla="*/ 34 w 67"/>
                  <a:gd name="T29" fmla="*/ 15 h 15"/>
                  <a:gd name="T30" fmla="*/ 44 w 67"/>
                  <a:gd name="T31" fmla="*/ 15 h 15"/>
                  <a:gd name="T32" fmla="*/ 54 w 67"/>
                  <a:gd name="T33" fmla="*/ 13 h 15"/>
                  <a:gd name="T34" fmla="*/ 61 w 67"/>
                  <a:gd name="T35" fmla="*/ 11 h 15"/>
                  <a:gd name="T36" fmla="*/ 67 w 67"/>
                  <a:gd name="T37" fmla="*/ 7 h 15"/>
                  <a:gd name="T38" fmla="*/ 62 w 67"/>
                  <a:gd name="T39" fmla="*/ 7 h 15"/>
                  <a:gd name="T40" fmla="*/ 67 w 67"/>
                  <a:gd name="T41" fmla="*/ 4 h 15"/>
                  <a:gd name="T42" fmla="*/ 65 w 67"/>
                  <a:gd name="T43" fmla="*/ 1 h 15"/>
                  <a:gd name="T44" fmla="*/ 62 w 67"/>
                  <a:gd name="T45" fmla="*/ 4 h 15"/>
                  <a:gd name="T46" fmla="*/ 67 w 67"/>
                  <a:gd name="T47" fmla="*/ 4 h 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67"/>
                  <a:gd name="T73" fmla="*/ 0 h 15"/>
                  <a:gd name="T74" fmla="*/ 67 w 67"/>
                  <a:gd name="T75" fmla="*/ 15 h 1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67" h="15">
                    <a:moveTo>
                      <a:pt x="67" y="4"/>
                    </a:moveTo>
                    <a:lnTo>
                      <a:pt x="62" y="4"/>
                    </a:lnTo>
                    <a:lnTo>
                      <a:pt x="59" y="6"/>
                    </a:lnTo>
                    <a:lnTo>
                      <a:pt x="53" y="7"/>
                    </a:lnTo>
                    <a:lnTo>
                      <a:pt x="44" y="9"/>
                    </a:lnTo>
                    <a:lnTo>
                      <a:pt x="34" y="9"/>
                    </a:lnTo>
                    <a:lnTo>
                      <a:pt x="25" y="7"/>
                    </a:lnTo>
                    <a:lnTo>
                      <a:pt x="16" y="6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6" y="7"/>
                    </a:lnTo>
                    <a:lnTo>
                      <a:pt x="15" y="11"/>
                    </a:lnTo>
                    <a:lnTo>
                      <a:pt x="25" y="13"/>
                    </a:lnTo>
                    <a:lnTo>
                      <a:pt x="34" y="15"/>
                    </a:lnTo>
                    <a:lnTo>
                      <a:pt x="44" y="15"/>
                    </a:lnTo>
                    <a:lnTo>
                      <a:pt x="54" y="13"/>
                    </a:lnTo>
                    <a:lnTo>
                      <a:pt x="61" y="11"/>
                    </a:lnTo>
                    <a:lnTo>
                      <a:pt x="67" y="7"/>
                    </a:lnTo>
                    <a:lnTo>
                      <a:pt x="62" y="7"/>
                    </a:lnTo>
                    <a:lnTo>
                      <a:pt x="67" y="4"/>
                    </a:lnTo>
                    <a:lnTo>
                      <a:pt x="65" y="1"/>
                    </a:lnTo>
                    <a:lnTo>
                      <a:pt x="62" y="4"/>
                    </a:lnTo>
                    <a:lnTo>
                      <a:pt x="67" y="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417"/>
              <p:cNvSpPr>
                <a:spLocks/>
              </p:cNvSpPr>
              <p:nvPr/>
            </p:nvSpPr>
            <p:spPr bwMode="auto">
              <a:xfrm>
                <a:off x="620" y="1814"/>
                <a:ext cx="102" cy="28"/>
              </a:xfrm>
              <a:custGeom>
                <a:avLst/>
                <a:gdLst>
                  <a:gd name="T0" fmla="*/ 32 w 405"/>
                  <a:gd name="T1" fmla="*/ 24 h 109"/>
                  <a:gd name="T2" fmla="*/ 89 w 405"/>
                  <a:gd name="T3" fmla="*/ 54 h 109"/>
                  <a:gd name="T4" fmla="*/ 141 w 405"/>
                  <a:gd name="T5" fmla="*/ 77 h 109"/>
                  <a:gd name="T6" fmla="*/ 188 w 405"/>
                  <a:gd name="T7" fmla="*/ 93 h 109"/>
                  <a:gd name="T8" fmla="*/ 228 w 405"/>
                  <a:gd name="T9" fmla="*/ 104 h 109"/>
                  <a:gd name="T10" fmla="*/ 264 w 405"/>
                  <a:gd name="T11" fmla="*/ 109 h 109"/>
                  <a:gd name="T12" fmla="*/ 294 w 405"/>
                  <a:gd name="T13" fmla="*/ 109 h 109"/>
                  <a:gd name="T14" fmla="*/ 320 w 405"/>
                  <a:gd name="T15" fmla="*/ 105 h 109"/>
                  <a:gd name="T16" fmla="*/ 342 w 405"/>
                  <a:gd name="T17" fmla="*/ 99 h 109"/>
                  <a:gd name="T18" fmla="*/ 360 w 405"/>
                  <a:gd name="T19" fmla="*/ 91 h 109"/>
                  <a:gd name="T20" fmla="*/ 374 w 405"/>
                  <a:gd name="T21" fmla="*/ 81 h 109"/>
                  <a:gd name="T22" fmla="*/ 385 w 405"/>
                  <a:gd name="T23" fmla="*/ 71 h 109"/>
                  <a:gd name="T24" fmla="*/ 394 w 405"/>
                  <a:gd name="T25" fmla="*/ 62 h 109"/>
                  <a:gd name="T26" fmla="*/ 400 w 405"/>
                  <a:gd name="T27" fmla="*/ 53 h 109"/>
                  <a:gd name="T28" fmla="*/ 402 w 405"/>
                  <a:gd name="T29" fmla="*/ 47 h 109"/>
                  <a:gd name="T30" fmla="*/ 405 w 405"/>
                  <a:gd name="T31" fmla="*/ 43 h 109"/>
                  <a:gd name="T32" fmla="*/ 399 w 405"/>
                  <a:gd name="T33" fmla="*/ 41 h 109"/>
                  <a:gd name="T34" fmla="*/ 399 w 405"/>
                  <a:gd name="T35" fmla="*/ 42 h 109"/>
                  <a:gd name="T36" fmla="*/ 396 w 405"/>
                  <a:gd name="T37" fmla="*/ 47 h 109"/>
                  <a:gd name="T38" fmla="*/ 391 w 405"/>
                  <a:gd name="T39" fmla="*/ 54 h 109"/>
                  <a:gd name="T40" fmla="*/ 385 w 405"/>
                  <a:gd name="T41" fmla="*/ 63 h 109"/>
                  <a:gd name="T42" fmla="*/ 376 w 405"/>
                  <a:gd name="T43" fmla="*/ 73 h 109"/>
                  <a:gd name="T44" fmla="*/ 365 w 405"/>
                  <a:gd name="T45" fmla="*/ 82 h 109"/>
                  <a:gd name="T46" fmla="*/ 349 w 405"/>
                  <a:gd name="T47" fmla="*/ 91 h 109"/>
                  <a:gd name="T48" fmla="*/ 329 w 405"/>
                  <a:gd name="T49" fmla="*/ 97 h 109"/>
                  <a:gd name="T50" fmla="*/ 306 w 405"/>
                  <a:gd name="T51" fmla="*/ 102 h 109"/>
                  <a:gd name="T52" fmla="*/ 280 w 405"/>
                  <a:gd name="T53" fmla="*/ 104 h 109"/>
                  <a:gd name="T54" fmla="*/ 247 w 405"/>
                  <a:gd name="T55" fmla="*/ 102 h 109"/>
                  <a:gd name="T56" fmla="*/ 211 w 405"/>
                  <a:gd name="T57" fmla="*/ 94 h 109"/>
                  <a:gd name="T58" fmla="*/ 167 w 405"/>
                  <a:gd name="T59" fmla="*/ 81 h 109"/>
                  <a:gd name="T60" fmla="*/ 118 w 405"/>
                  <a:gd name="T61" fmla="*/ 62 h 109"/>
                  <a:gd name="T62" fmla="*/ 64 w 405"/>
                  <a:gd name="T63" fmla="*/ 35 h 109"/>
                  <a:gd name="T64" fmla="*/ 3 w 405"/>
                  <a:gd name="T65" fmla="*/ 0 h 1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05"/>
                  <a:gd name="T100" fmla="*/ 0 h 109"/>
                  <a:gd name="T101" fmla="*/ 405 w 405"/>
                  <a:gd name="T102" fmla="*/ 109 h 10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05" h="109">
                    <a:moveTo>
                      <a:pt x="0" y="5"/>
                    </a:moveTo>
                    <a:lnTo>
                      <a:pt x="32" y="24"/>
                    </a:lnTo>
                    <a:lnTo>
                      <a:pt x="61" y="40"/>
                    </a:lnTo>
                    <a:lnTo>
                      <a:pt x="89" y="54"/>
                    </a:lnTo>
                    <a:lnTo>
                      <a:pt x="116" y="67"/>
                    </a:lnTo>
                    <a:lnTo>
                      <a:pt x="141" y="77"/>
                    </a:lnTo>
                    <a:lnTo>
                      <a:pt x="166" y="86"/>
                    </a:lnTo>
                    <a:lnTo>
                      <a:pt x="188" y="93"/>
                    </a:lnTo>
                    <a:lnTo>
                      <a:pt x="208" y="99"/>
                    </a:lnTo>
                    <a:lnTo>
                      <a:pt x="228" y="104"/>
                    </a:lnTo>
                    <a:lnTo>
                      <a:pt x="246" y="107"/>
                    </a:lnTo>
                    <a:lnTo>
                      <a:pt x="264" y="109"/>
                    </a:lnTo>
                    <a:lnTo>
                      <a:pt x="280" y="109"/>
                    </a:lnTo>
                    <a:lnTo>
                      <a:pt x="294" y="109"/>
                    </a:lnTo>
                    <a:lnTo>
                      <a:pt x="308" y="108"/>
                    </a:lnTo>
                    <a:lnTo>
                      <a:pt x="320" y="105"/>
                    </a:lnTo>
                    <a:lnTo>
                      <a:pt x="332" y="103"/>
                    </a:lnTo>
                    <a:lnTo>
                      <a:pt x="342" y="99"/>
                    </a:lnTo>
                    <a:lnTo>
                      <a:pt x="351" y="96"/>
                    </a:lnTo>
                    <a:lnTo>
                      <a:pt x="360" y="91"/>
                    </a:lnTo>
                    <a:lnTo>
                      <a:pt x="368" y="87"/>
                    </a:lnTo>
                    <a:lnTo>
                      <a:pt x="374" y="81"/>
                    </a:lnTo>
                    <a:lnTo>
                      <a:pt x="380" y="76"/>
                    </a:lnTo>
                    <a:lnTo>
                      <a:pt x="385" y="71"/>
                    </a:lnTo>
                    <a:lnTo>
                      <a:pt x="390" y="67"/>
                    </a:lnTo>
                    <a:lnTo>
                      <a:pt x="394" y="62"/>
                    </a:lnTo>
                    <a:lnTo>
                      <a:pt x="396" y="57"/>
                    </a:lnTo>
                    <a:lnTo>
                      <a:pt x="400" y="53"/>
                    </a:lnTo>
                    <a:lnTo>
                      <a:pt x="401" y="50"/>
                    </a:lnTo>
                    <a:lnTo>
                      <a:pt x="402" y="47"/>
                    </a:lnTo>
                    <a:lnTo>
                      <a:pt x="403" y="45"/>
                    </a:lnTo>
                    <a:lnTo>
                      <a:pt x="405" y="43"/>
                    </a:lnTo>
                    <a:lnTo>
                      <a:pt x="405" y="42"/>
                    </a:lnTo>
                    <a:lnTo>
                      <a:pt x="399" y="41"/>
                    </a:lnTo>
                    <a:lnTo>
                      <a:pt x="399" y="42"/>
                    </a:lnTo>
                    <a:lnTo>
                      <a:pt x="397" y="45"/>
                    </a:lnTo>
                    <a:lnTo>
                      <a:pt x="396" y="47"/>
                    </a:lnTo>
                    <a:lnTo>
                      <a:pt x="395" y="51"/>
                    </a:lnTo>
                    <a:lnTo>
                      <a:pt x="391" y="54"/>
                    </a:lnTo>
                    <a:lnTo>
                      <a:pt x="389" y="58"/>
                    </a:lnTo>
                    <a:lnTo>
                      <a:pt x="385" y="63"/>
                    </a:lnTo>
                    <a:lnTo>
                      <a:pt x="382" y="68"/>
                    </a:lnTo>
                    <a:lnTo>
                      <a:pt x="376" y="73"/>
                    </a:lnTo>
                    <a:lnTo>
                      <a:pt x="371" y="77"/>
                    </a:lnTo>
                    <a:lnTo>
                      <a:pt x="365" y="82"/>
                    </a:lnTo>
                    <a:lnTo>
                      <a:pt x="357" y="86"/>
                    </a:lnTo>
                    <a:lnTo>
                      <a:pt x="349" y="91"/>
                    </a:lnTo>
                    <a:lnTo>
                      <a:pt x="340" y="94"/>
                    </a:lnTo>
                    <a:lnTo>
                      <a:pt x="329" y="97"/>
                    </a:lnTo>
                    <a:lnTo>
                      <a:pt x="320" y="100"/>
                    </a:lnTo>
                    <a:lnTo>
                      <a:pt x="306" y="102"/>
                    </a:lnTo>
                    <a:lnTo>
                      <a:pt x="294" y="103"/>
                    </a:lnTo>
                    <a:lnTo>
                      <a:pt x="280" y="104"/>
                    </a:lnTo>
                    <a:lnTo>
                      <a:pt x="264" y="103"/>
                    </a:lnTo>
                    <a:lnTo>
                      <a:pt x="247" y="102"/>
                    </a:lnTo>
                    <a:lnTo>
                      <a:pt x="229" y="98"/>
                    </a:lnTo>
                    <a:lnTo>
                      <a:pt x="211" y="94"/>
                    </a:lnTo>
                    <a:lnTo>
                      <a:pt x="189" y="88"/>
                    </a:lnTo>
                    <a:lnTo>
                      <a:pt x="167" y="81"/>
                    </a:lnTo>
                    <a:lnTo>
                      <a:pt x="144" y="73"/>
                    </a:lnTo>
                    <a:lnTo>
                      <a:pt x="118" y="62"/>
                    </a:lnTo>
                    <a:lnTo>
                      <a:pt x="92" y="50"/>
                    </a:lnTo>
                    <a:lnTo>
                      <a:pt x="64" y="35"/>
                    </a:lnTo>
                    <a:lnTo>
                      <a:pt x="35" y="19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418"/>
              <p:cNvSpPr>
                <a:spLocks/>
              </p:cNvSpPr>
              <p:nvPr/>
            </p:nvSpPr>
            <p:spPr bwMode="auto">
              <a:xfrm>
                <a:off x="711" y="2200"/>
                <a:ext cx="10" cy="191"/>
              </a:xfrm>
              <a:custGeom>
                <a:avLst/>
                <a:gdLst>
                  <a:gd name="T0" fmla="*/ 22 w 40"/>
                  <a:gd name="T1" fmla="*/ 731 h 764"/>
                  <a:gd name="T2" fmla="*/ 17 w 40"/>
                  <a:gd name="T3" fmla="*/ 686 h 764"/>
                  <a:gd name="T4" fmla="*/ 16 w 40"/>
                  <a:gd name="T5" fmla="*/ 640 h 764"/>
                  <a:gd name="T6" fmla="*/ 16 w 40"/>
                  <a:gd name="T7" fmla="*/ 594 h 764"/>
                  <a:gd name="T8" fmla="*/ 17 w 40"/>
                  <a:gd name="T9" fmla="*/ 548 h 764"/>
                  <a:gd name="T10" fmla="*/ 21 w 40"/>
                  <a:gd name="T11" fmla="*/ 501 h 764"/>
                  <a:gd name="T12" fmla="*/ 24 w 40"/>
                  <a:gd name="T13" fmla="*/ 455 h 764"/>
                  <a:gd name="T14" fmla="*/ 29 w 40"/>
                  <a:gd name="T15" fmla="*/ 408 h 764"/>
                  <a:gd name="T16" fmla="*/ 33 w 40"/>
                  <a:gd name="T17" fmla="*/ 361 h 764"/>
                  <a:gd name="T18" fmla="*/ 36 w 40"/>
                  <a:gd name="T19" fmla="*/ 314 h 764"/>
                  <a:gd name="T20" fmla="*/ 39 w 40"/>
                  <a:gd name="T21" fmla="*/ 268 h 764"/>
                  <a:gd name="T22" fmla="*/ 40 w 40"/>
                  <a:gd name="T23" fmla="*/ 222 h 764"/>
                  <a:gd name="T24" fmla="*/ 39 w 40"/>
                  <a:gd name="T25" fmla="*/ 177 h 764"/>
                  <a:gd name="T26" fmla="*/ 35 w 40"/>
                  <a:gd name="T27" fmla="*/ 131 h 764"/>
                  <a:gd name="T28" fmla="*/ 29 w 40"/>
                  <a:gd name="T29" fmla="*/ 87 h 764"/>
                  <a:gd name="T30" fmla="*/ 19 w 40"/>
                  <a:gd name="T31" fmla="*/ 43 h 764"/>
                  <a:gd name="T32" fmla="*/ 6 w 40"/>
                  <a:gd name="T33" fmla="*/ 0 h 764"/>
                  <a:gd name="T34" fmla="*/ 7 w 40"/>
                  <a:gd name="T35" fmla="*/ 23 h 764"/>
                  <a:gd name="T36" fmla="*/ 19 w 40"/>
                  <a:gd name="T37" fmla="*/ 66 h 764"/>
                  <a:gd name="T38" fmla="*/ 27 w 40"/>
                  <a:gd name="T39" fmla="*/ 109 h 764"/>
                  <a:gd name="T40" fmla="*/ 32 w 40"/>
                  <a:gd name="T41" fmla="*/ 154 h 764"/>
                  <a:gd name="T42" fmla="*/ 34 w 40"/>
                  <a:gd name="T43" fmla="*/ 199 h 764"/>
                  <a:gd name="T44" fmla="*/ 34 w 40"/>
                  <a:gd name="T45" fmla="*/ 245 h 764"/>
                  <a:gd name="T46" fmla="*/ 33 w 40"/>
                  <a:gd name="T47" fmla="*/ 291 h 764"/>
                  <a:gd name="T48" fmla="*/ 29 w 40"/>
                  <a:gd name="T49" fmla="*/ 337 h 764"/>
                  <a:gd name="T50" fmla="*/ 26 w 40"/>
                  <a:gd name="T51" fmla="*/ 383 h 764"/>
                  <a:gd name="T52" fmla="*/ 21 w 40"/>
                  <a:gd name="T53" fmla="*/ 431 h 764"/>
                  <a:gd name="T54" fmla="*/ 17 w 40"/>
                  <a:gd name="T55" fmla="*/ 477 h 764"/>
                  <a:gd name="T56" fmla="*/ 13 w 40"/>
                  <a:gd name="T57" fmla="*/ 524 h 764"/>
                  <a:gd name="T58" fmla="*/ 11 w 40"/>
                  <a:gd name="T59" fmla="*/ 571 h 764"/>
                  <a:gd name="T60" fmla="*/ 10 w 40"/>
                  <a:gd name="T61" fmla="*/ 617 h 764"/>
                  <a:gd name="T62" fmla="*/ 11 w 40"/>
                  <a:gd name="T63" fmla="*/ 663 h 764"/>
                  <a:gd name="T64" fmla="*/ 13 w 40"/>
                  <a:gd name="T65" fmla="*/ 709 h 764"/>
                  <a:gd name="T66" fmla="*/ 22 w 40"/>
                  <a:gd name="T67" fmla="*/ 731 h 764"/>
                  <a:gd name="T68" fmla="*/ 22 w 40"/>
                  <a:gd name="T69" fmla="*/ 764 h 764"/>
                  <a:gd name="T70" fmla="*/ 17 w 40"/>
                  <a:gd name="T71" fmla="*/ 731 h 76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"/>
                  <a:gd name="T109" fmla="*/ 0 h 764"/>
                  <a:gd name="T110" fmla="*/ 40 w 40"/>
                  <a:gd name="T111" fmla="*/ 764 h 76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" h="764">
                    <a:moveTo>
                      <a:pt x="17" y="731"/>
                    </a:moveTo>
                    <a:lnTo>
                      <a:pt x="22" y="731"/>
                    </a:lnTo>
                    <a:lnTo>
                      <a:pt x="19" y="708"/>
                    </a:lnTo>
                    <a:lnTo>
                      <a:pt x="17" y="686"/>
                    </a:lnTo>
                    <a:lnTo>
                      <a:pt x="16" y="663"/>
                    </a:lnTo>
                    <a:lnTo>
                      <a:pt x="16" y="640"/>
                    </a:lnTo>
                    <a:lnTo>
                      <a:pt x="16" y="617"/>
                    </a:lnTo>
                    <a:lnTo>
                      <a:pt x="16" y="594"/>
                    </a:lnTo>
                    <a:lnTo>
                      <a:pt x="17" y="571"/>
                    </a:lnTo>
                    <a:lnTo>
                      <a:pt x="17" y="548"/>
                    </a:lnTo>
                    <a:lnTo>
                      <a:pt x="19" y="524"/>
                    </a:lnTo>
                    <a:lnTo>
                      <a:pt x="21" y="501"/>
                    </a:lnTo>
                    <a:lnTo>
                      <a:pt x="23" y="478"/>
                    </a:lnTo>
                    <a:lnTo>
                      <a:pt x="24" y="455"/>
                    </a:lnTo>
                    <a:lnTo>
                      <a:pt x="27" y="431"/>
                    </a:lnTo>
                    <a:lnTo>
                      <a:pt x="29" y="408"/>
                    </a:lnTo>
                    <a:lnTo>
                      <a:pt x="32" y="385"/>
                    </a:lnTo>
                    <a:lnTo>
                      <a:pt x="33" y="361"/>
                    </a:lnTo>
                    <a:lnTo>
                      <a:pt x="35" y="338"/>
                    </a:lnTo>
                    <a:lnTo>
                      <a:pt x="36" y="314"/>
                    </a:lnTo>
                    <a:lnTo>
                      <a:pt x="38" y="291"/>
                    </a:lnTo>
                    <a:lnTo>
                      <a:pt x="39" y="268"/>
                    </a:lnTo>
                    <a:lnTo>
                      <a:pt x="40" y="245"/>
                    </a:lnTo>
                    <a:lnTo>
                      <a:pt x="40" y="222"/>
                    </a:lnTo>
                    <a:lnTo>
                      <a:pt x="40" y="199"/>
                    </a:lnTo>
                    <a:lnTo>
                      <a:pt x="39" y="177"/>
                    </a:lnTo>
                    <a:lnTo>
                      <a:pt x="38" y="154"/>
                    </a:lnTo>
                    <a:lnTo>
                      <a:pt x="35" y="131"/>
                    </a:lnTo>
                    <a:lnTo>
                      <a:pt x="33" y="109"/>
                    </a:lnTo>
                    <a:lnTo>
                      <a:pt x="29" y="87"/>
                    </a:lnTo>
                    <a:lnTo>
                      <a:pt x="24" y="64"/>
                    </a:lnTo>
                    <a:lnTo>
                      <a:pt x="19" y="43"/>
                    </a:lnTo>
                    <a:lnTo>
                      <a:pt x="12" y="22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7" y="23"/>
                    </a:lnTo>
                    <a:lnTo>
                      <a:pt x="13" y="45"/>
                    </a:lnTo>
                    <a:lnTo>
                      <a:pt x="19" y="66"/>
                    </a:lnTo>
                    <a:lnTo>
                      <a:pt x="23" y="87"/>
                    </a:lnTo>
                    <a:lnTo>
                      <a:pt x="27" y="109"/>
                    </a:lnTo>
                    <a:lnTo>
                      <a:pt x="30" y="132"/>
                    </a:lnTo>
                    <a:lnTo>
                      <a:pt x="32" y="154"/>
                    </a:lnTo>
                    <a:lnTo>
                      <a:pt x="34" y="177"/>
                    </a:lnTo>
                    <a:lnTo>
                      <a:pt x="34" y="199"/>
                    </a:lnTo>
                    <a:lnTo>
                      <a:pt x="34" y="222"/>
                    </a:lnTo>
                    <a:lnTo>
                      <a:pt x="34" y="245"/>
                    </a:lnTo>
                    <a:lnTo>
                      <a:pt x="34" y="268"/>
                    </a:lnTo>
                    <a:lnTo>
                      <a:pt x="33" y="291"/>
                    </a:lnTo>
                    <a:lnTo>
                      <a:pt x="32" y="314"/>
                    </a:lnTo>
                    <a:lnTo>
                      <a:pt x="29" y="337"/>
                    </a:lnTo>
                    <a:lnTo>
                      <a:pt x="28" y="360"/>
                    </a:lnTo>
                    <a:lnTo>
                      <a:pt x="26" y="383"/>
                    </a:lnTo>
                    <a:lnTo>
                      <a:pt x="23" y="408"/>
                    </a:lnTo>
                    <a:lnTo>
                      <a:pt x="21" y="431"/>
                    </a:lnTo>
                    <a:lnTo>
                      <a:pt x="19" y="454"/>
                    </a:lnTo>
                    <a:lnTo>
                      <a:pt x="17" y="477"/>
                    </a:lnTo>
                    <a:lnTo>
                      <a:pt x="15" y="501"/>
                    </a:lnTo>
                    <a:lnTo>
                      <a:pt x="13" y="524"/>
                    </a:lnTo>
                    <a:lnTo>
                      <a:pt x="12" y="548"/>
                    </a:lnTo>
                    <a:lnTo>
                      <a:pt x="11" y="571"/>
                    </a:lnTo>
                    <a:lnTo>
                      <a:pt x="10" y="594"/>
                    </a:lnTo>
                    <a:lnTo>
                      <a:pt x="10" y="617"/>
                    </a:lnTo>
                    <a:lnTo>
                      <a:pt x="10" y="640"/>
                    </a:lnTo>
                    <a:lnTo>
                      <a:pt x="11" y="663"/>
                    </a:lnTo>
                    <a:lnTo>
                      <a:pt x="12" y="686"/>
                    </a:lnTo>
                    <a:lnTo>
                      <a:pt x="13" y="709"/>
                    </a:lnTo>
                    <a:lnTo>
                      <a:pt x="17" y="733"/>
                    </a:lnTo>
                    <a:lnTo>
                      <a:pt x="22" y="731"/>
                    </a:lnTo>
                    <a:lnTo>
                      <a:pt x="17" y="733"/>
                    </a:lnTo>
                    <a:lnTo>
                      <a:pt x="22" y="764"/>
                    </a:lnTo>
                    <a:lnTo>
                      <a:pt x="22" y="731"/>
                    </a:lnTo>
                    <a:lnTo>
                      <a:pt x="17" y="73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419"/>
              <p:cNvSpPr>
                <a:spLocks/>
              </p:cNvSpPr>
              <p:nvPr/>
            </p:nvSpPr>
            <p:spPr bwMode="auto">
              <a:xfrm>
                <a:off x="714" y="2383"/>
                <a:ext cx="2" cy="17"/>
              </a:xfrm>
              <a:custGeom>
                <a:avLst/>
                <a:gdLst>
                  <a:gd name="T0" fmla="*/ 0 w 7"/>
                  <a:gd name="T1" fmla="*/ 71 h 71"/>
                  <a:gd name="T2" fmla="*/ 4 w 7"/>
                  <a:gd name="T3" fmla="*/ 71 h 71"/>
                  <a:gd name="T4" fmla="*/ 4 w 7"/>
                  <a:gd name="T5" fmla="*/ 69 h 71"/>
                  <a:gd name="T6" fmla="*/ 6 w 7"/>
                  <a:gd name="T7" fmla="*/ 66 h 71"/>
                  <a:gd name="T8" fmla="*/ 6 w 7"/>
                  <a:gd name="T9" fmla="*/ 61 h 71"/>
                  <a:gd name="T10" fmla="*/ 6 w 7"/>
                  <a:gd name="T11" fmla="*/ 56 h 71"/>
                  <a:gd name="T12" fmla="*/ 6 w 7"/>
                  <a:gd name="T13" fmla="*/ 50 h 71"/>
                  <a:gd name="T14" fmla="*/ 6 w 7"/>
                  <a:gd name="T15" fmla="*/ 43 h 71"/>
                  <a:gd name="T16" fmla="*/ 6 w 7"/>
                  <a:gd name="T17" fmla="*/ 35 h 71"/>
                  <a:gd name="T18" fmla="*/ 7 w 7"/>
                  <a:gd name="T19" fmla="*/ 29 h 71"/>
                  <a:gd name="T20" fmla="*/ 7 w 7"/>
                  <a:gd name="T21" fmla="*/ 22 h 71"/>
                  <a:gd name="T22" fmla="*/ 7 w 7"/>
                  <a:gd name="T23" fmla="*/ 16 h 71"/>
                  <a:gd name="T24" fmla="*/ 7 w 7"/>
                  <a:gd name="T25" fmla="*/ 10 h 71"/>
                  <a:gd name="T26" fmla="*/ 7 w 7"/>
                  <a:gd name="T27" fmla="*/ 5 h 71"/>
                  <a:gd name="T28" fmla="*/ 7 w 7"/>
                  <a:gd name="T29" fmla="*/ 3 h 71"/>
                  <a:gd name="T30" fmla="*/ 7 w 7"/>
                  <a:gd name="T31" fmla="*/ 0 h 71"/>
                  <a:gd name="T32" fmla="*/ 2 w 7"/>
                  <a:gd name="T33" fmla="*/ 0 h 71"/>
                  <a:gd name="T34" fmla="*/ 7 w 7"/>
                  <a:gd name="T35" fmla="*/ 0 h 71"/>
                  <a:gd name="T36" fmla="*/ 2 w 7"/>
                  <a:gd name="T37" fmla="*/ 0 h 71"/>
                  <a:gd name="T38" fmla="*/ 2 w 7"/>
                  <a:gd name="T39" fmla="*/ 2 h 71"/>
                  <a:gd name="T40" fmla="*/ 1 w 7"/>
                  <a:gd name="T41" fmla="*/ 5 h 71"/>
                  <a:gd name="T42" fmla="*/ 1 w 7"/>
                  <a:gd name="T43" fmla="*/ 10 h 71"/>
                  <a:gd name="T44" fmla="*/ 1 w 7"/>
                  <a:gd name="T45" fmla="*/ 16 h 71"/>
                  <a:gd name="T46" fmla="*/ 1 w 7"/>
                  <a:gd name="T47" fmla="*/ 22 h 71"/>
                  <a:gd name="T48" fmla="*/ 1 w 7"/>
                  <a:gd name="T49" fmla="*/ 29 h 71"/>
                  <a:gd name="T50" fmla="*/ 1 w 7"/>
                  <a:gd name="T51" fmla="*/ 35 h 71"/>
                  <a:gd name="T52" fmla="*/ 0 w 7"/>
                  <a:gd name="T53" fmla="*/ 43 h 71"/>
                  <a:gd name="T54" fmla="*/ 0 w 7"/>
                  <a:gd name="T55" fmla="*/ 50 h 71"/>
                  <a:gd name="T56" fmla="*/ 0 w 7"/>
                  <a:gd name="T57" fmla="*/ 56 h 71"/>
                  <a:gd name="T58" fmla="*/ 0 w 7"/>
                  <a:gd name="T59" fmla="*/ 61 h 71"/>
                  <a:gd name="T60" fmla="*/ 0 w 7"/>
                  <a:gd name="T61" fmla="*/ 66 h 71"/>
                  <a:gd name="T62" fmla="*/ 0 w 7"/>
                  <a:gd name="T63" fmla="*/ 68 h 71"/>
                  <a:gd name="T64" fmla="*/ 0 w 7"/>
                  <a:gd name="T65" fmla="*/ 71 h 71"/>
                  <a:gd name="T66" fmla="*/ 4 w 7"/>
                  <a:gd name="T67" fmla="*/ 71 h 71"/>
                  <a:gd name="T68" fmla="*/ 0 w 7"/>
                  <a:gd name="T69" fmla="*/ 71 h 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7"/>
                  <a:gd name="T106" fmla="*/ 0 h 71"/>
                  <a:gd name="T107" fmla="*/ 7 w 7"/>
                  <a:gd name="T108" fmla="*/ 71 h 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7" h="71">
                    <a:moveTo>
                      <a:pt x="0" y="71"/>
                    </a:moveTo>
                    <a:lnTo>
                      <a:pt x="4" y="71"/>
                    </a:lnTo>
                    <a:lnTo>
                      <a:pt x="4" y="69"/>
                    </a:lnTo>
                    <a:lnTo>
                      <a:pt x="6" y="66"/>
                    </a:lnTo>
                    <a:lnTo>
                      <a:pt x="6" y="61"/>
                    </a:lnTo>
                    <a:lnTo>
                      <a:pt x="6" y="56"/>
                    </a:lnTo>
                    <a:lnTo>
                      <a:pt x="6" y="50"/>
                    </a:lnTo>
                    <a:lnTo>
                      <a:pt x="6" y="43"/>
                    </a:lnTo>
                    <a:lnTo>
                      <a:pt x="6" y="35"/>
                    </a:lnTo>
                    <a:lnTo>
                      <a:pt x="7" y="29"/>
                    </a:lnTo>
                    <a:lnTo>
                      <a:pt x="7" y="22"/>
                    </a:lnTo>
                    <a:lnTo>
                      <a:pt x="7" y="16"/>
                    </a:lnTo>
                    <a:lnTo>
                      <a:pt x="7" y="10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1" y="5"/>
                    </a:lnTo>
                    <a:lnTo>
                      <a:pt x="1" y="10"/>
                    </a:lnTo>
                    <a:lnTo>
                      <a:pt x="1" y="16"/>
                    </a:lnTo>
                    <a:lnTo>
                      <a:pt x="1" y="22"/>
                    </a:lnTo>
                    <a:lnTo>
                      <a:pt x="1" y="29"/>
                    </a:lnTo>
                    <a:lnTo>
                      <a:pt x="1" y="35"/>
                    </a:lnTo>
                    <a:lnTo>
                      <a:pt x="0" y="43"/>
                    </a:lnTo>
                    <a:lnTo>
                      <a:pt x="0" y="50"/>
                    </a:lnTo>
                    <a:lnTo>
                      <a:pt x="0" y="56"/>
                    </a:lnTo>
                    <a:lnTo>
                      <a:pt x="0" y="61"/>
                    </a:lnTo>
                    <a:lnTo>
                      <a:pt x="0" y="66"/>
                    </a:lnTo>
                    <a:lnTo>
                      <a:pt x="0" y="68"/>
                    </a:lnTo>
                    <a:lnTo>
                      <a:pt x="0" y="71"/>
                    </a:lnTo>
                    <a:lnTo>
                      <a:pt x="4" y="71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420"/>
              <p:cNvSpPr>
                <a:spLocks/>
              </p:cNvSpPr>
              <p:nvPr/>
            </p:nvSpPr>
            <p:spPr bwMode="auto">
              <a:xfrm>
                <a:off x="605" y="2051"/>
                <a:ext cx="60" cy="77"/>
              </a:xfrm>
              <a:custGeom>
                <a:avLst/>
                <a:gdLst>
                  <a:gd name="T0" fmla="*/ 18 w 241"/>
                  <a:gd name="T1" fmla="*/ 301 h 309"/>
                  <a:gd name="T2" fmla="*/ 45 w 241"/>
                  <a:gd name="T3" fmla="*/ 280 h 309"/>
                  <a:gd name="T4" fmla="*/ 70 w 241"/>
                  <a:gd name="T5" fmla="*/ 260 h 309"/>
                  <a:gd name="T6" fmla="*/ 92 w 241"/>
                  <a:gd name="T7" fmla="*/ 241 h 309"/>
                  <a:gd name="T8" fmla="*/ 113 w 241"/>
                  <a:gd name="T9" fmla="*/ 222 h 309"/>
                  <a:gd name="T10" fmla="*/ 129 w 241"/>
                  <a:gd name="T11" fmla="*/ 202 h 309"/>
                  <a:gd name="T12" fmla="*/ 146 w 241"/>
                  <a:gd name="T13" fmla="*/ 182 h 309"/>
                  <a:gd name="T14" fmla="*/ 160 w 241"/>
                  <a:gd name="T15" fmla="*/ 162 h 309"/>
                  <a:gd name="T16" fmla="*/ 173 w 241"/>
                  <a:gd name="T17" fmla="*/ 143 h 309"/>
                  <a:gd name="T18" fmla="*/ 184 w 241"/>
                  <a:gd name="T19" fmla="*/ 125 h 309"/>
                  <a:gd name="T20" fmla="*/ 195 w 241"/>
                  <a:gd name="T21" fmla="*/ 105 h 309"/>
                  <a:gd name="T22" fmla="*/ 205 w 241"/>
                  <a:gd name="T23" fmla="*/ 86 h 309"/>
                  <a:gd name="T24" fmla="*/ 213 w 241"/>
                  <a:gd name="T25" fmla="*/ 68 h 309"/>
                  <a:gd name="T26" fmla="*/ 222 w 241"/>
                  <a:gd name="T27" fmla="*/ 48 h 309"/>
                  <a:gd name="T28" fmla="*/ 229 w 241"/>
                  <a:gd name="T29" fmla="*/ 30 h 309"/>
                  <a:gd name="T30" fmla="*/ 237 w 241"/>
                  <a:gd name="T31" fmla="*/ 12 h 309"/>
                  <a:gd name="T32" fmla="*/ 236 w 241"/>
                  <a:gd name="T33" fmla="*/ 0 h 309"/>
                  <a:gd name="T34" fmla="*/ 229 w 241"/>
                  <a:gd name="T35" fmla="*/ 18 h 309"/>
                  <a:gd name="T36" fmla="*/ 220 w 241"/>
                  <a:gd name="T37" fmla="*/ 37 h 309"/>
                  <a:gd name="T38" fmla="*/ 212 w 241"/>
                  <a:gd name="T39" fmla="*/ 56 h 309"/>
                  <a:gd name="T40" fmla="*/ 203 w 241"/>
                  <a:gd name="T41" fmla="*/ 75 h 309"/>
                  <a:gd name="T42" fmla="*/ 195 w 241"/>
                  <a:gd name="T43" fmla="*/ 93 h 309"/>
                  <a:gd name="T44" fmla="*/ 185 w 241"/>
                  <a:gd name="T45" fmla="*/ 113 h 309"/>
                  <a:gd name="T46" fmla="*/ 174 w 241"/>
                  <a:gd name="T47" fmla="*/ 131 h 309"/>
                  <a:gd name="T48" fmla="*/ 162 w 241"/>
                  <a:gd name="T49" fmla="*/ 150 h 309"/>
                  <a:gd name="T50" fmla="*/ 149 w 241"/>
                  <a:gd name="T51" fmla="*/ 170 h 309"/>
                  <a:gd name="T52" fmla="*/ 134 w 241"/>
                  <a:gd name="T53" fmla="*/ 189 h 309"/>
                  <a:gd name="T54" fmla="*/ 117 w 241"/>
                  <a:gd name="T55" fmla="*/ 207 h 309"/>
                  <a:gd name="T56" fmla="*/ 98 w 241"/>
                  <a:gd name="T57" fmla="*/ 227 h 309"/>
                  <a:gd name="T58" fmla="*/ 77 w 241"/>
                  <a:gd name="T59" fmla="*/ 247 h 309"/>
                  <a:gd name="T60" fmla="*/ 54 w 241"/>
                  <a:gd name="T61" fmla="*/ 265 h 309"/>
                  <a:gd name="T62" fmla="*/ 28 w 241"/>
                  <a:gd name="T63" fmla="*/ 285 h 309"/>
                  <a:gd name="T64" fmla="*/ 0 w 241"/>
                  <a:gd name="T65" fmla="*/ 304 h 3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309"/>
                  <a:gd name="T101" fmla="*/ 241 w 241"/>
                  <a:gd name="T102" fmla="*/ 309 h 30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309">
                    <a:moveTo>
                      <a:pt x="2" y="309"/>
                    </a:moveTo>
                    <a:lnTo>
                      <a:pt x="18" y="301"/>
                    </a:lnTo>
                    <a:lnTo>
                      <a:pt x="31" y="290"/>
                    </a:lnTo>
                    <a:lnTo>
                      <a:pt x="45" y="280"/>
                    </a:lnTo>
                    <a:lnTo>
                      <a:pt x="58" y="270"/>
                    </a:lnTo>
                    <a:lnTo>
                      <a:pt x="70" y="260"/>
                    </a:lnTo>
                    <a:lnTo>
                      <a:pt x="81" y="251"/>
                    </a:lnTo>
                    <a:lnTo>
                      <a:pt x="92" y="241"/>
                    </a:lnTo>
                    <a:lnTo>
                      <a:pt x="103" y="231"/>
                    </a:lnTo>
                    <a:lnTo>
                      <a:pt x="113" y="222"/>
                    </a:lnTo>
                    <a:lnTo>
                      <a:pt x="121" y="212"/>
                    </a:lnTo>
                    <a:lnTo>
                      <a:pt x="129" y="202"/>
                    </a:lnTo>
                    <a:lnTo>
                      <a:pt x="138" y="191"/>
                    </a:lnTo>
                    <a:lnTo>
                      <a:pt x="146" y="182"/>
                    </a:lnTo>
                    <a:lnTo>
                      <a:pt x="154" y="172"/>
                    </a:lnTo>
                    <a:lnTo>
                      <a:pt x="160" y="162"/>
                    </a:lnTo>
                    <a:lnTo>
                      <a:pt x="167" y="153"/>
                    </a:lnTo>
                    <a:lnTo>
                      <a:pt x="173" y="143"/>
                    </a:lnTo>
                    <a:lnTo>
                      <a:pt x="179" y="134"/>
                    </a:lnTo>
                    <a:lnTo>
                      <a:pt x="184" y="125"/>
                    </a:lnTo>
                    <a:lnTo>
                      <a:pt x="190" y="115"/>
                    </a:lnTo>
                    <a:lnTo>
                      <a:pt x="195" y="105"/>
                    </a:lnTo>
                    <a:lnTo>
                      <a:pt x="200" y="96"/>
                    </a:lnTo>
                    <a:lnTo>
                      <a:pt x="205" y="86"/>
                    </a:lnTo>
                    <a:lnTo>
                      <a:pt x="208" y="77"/>
                    </a:lnTo>
                    <a:lnTo>
                      <a:pt x="213" y="68"/>
                    </a:lnTo>
                    <a:lnTo>
                      <a:pt x="217" y="58"/>
                    </a:lnTo>
                    <a:lnTo>
                      <a:pt x="222" y="48"/>
                    </a:lnTo>
                    <a:lnTo>
                      <a:pt x="225" y="40"/>
                    </a:lnTo>
                    <a:lnTo>
                      <a:pt x="229" y="30"/>
                    </a:lnTo>
                    <a:lnTo>
                      <a:pt x="234" y="20"/>
                    </a:lnTo>
                    <a:lnTo>
                      <a:pt x="237" y="12"/>
                    </a:lnTo>
                    <a:lnTo>
                      <a:pt x="241" y="2"/>
                    </a:lnTo>
                    <a:lnTo>
                      <a:pt x="236" y="0"/>
                    </a:lnTo>
                    <a:lnTo>
                      <a:pt x="233" y="10"/>
                    </a:lnTo>
                    <a:lnTo>
                      <a:pt x="229" y="18"/>
                    </a:lnTo>
                    <a:lnTo>
                      <a:pt x="224" y="28"/>
                    </a:lnTo>
                    <a:lnTo>
                      <a:pt x="220" y="37"/>
                    </a:lnTo>
                    <a:lnTo>
                      <a:pt x="217" y="46"/>
                    </a:lnTo>
                    <a:lnTo>
                      <a:pt x="212" y="56"/>
                    </a:lnTo>
                    <a:lnTo>
                      <a:pt x="208" y="65"/>
                    </a:lnTo>
                    <a:lnTo>
                      <a:pt x="203" y="75"/>
                    </a:lnTo>
                    <a:lnTo>
                      <a:pt x="200" y="83"/>
                    </a:lnTo>
                    <a:lnTo>
                      <a:pt x="195" y="93"/>
                    </a:lnTo>
                    <a:lnTo>
                      <a:pt x="190" y="103"/>
                    </a:lnTo>
                    <a:lnTo>
                      <a:pt x="185" y="113"/>
                    </a:lnTo>
                    <a:lnTo>
                      <a:pt x="179" y="122"/>
                    </a:lnTo>
                    <a:lnTo>
                      <a:pt x="174" y="131"/>
                    </a:lnTo>
                    <a:lnTo>
                      <a:pt x="168" y="140"/>
                    </a:lnTo>
                    <a:lnTo>
                      <a:pt x="162" y="150"/>
                    </a:lnTo>
                    <a:lnTo>
                      <a:pt x="155" y="160"/>
                    </a:lnTo>
                    <a:lnTo>
                      <a:pt x="149" y="170"/>
                    </a:lnTo>
                    <a:lnTo>
                      <a:pt x="142" y="179"/>
                    </a:lnTo>
                    <a:lnTo>
                      <a:pt x="134" y="189"/>
                    </a:lnTo>
                    <a:lnTo>
                      <a:pt x="126" y="197"/>
                    </a:lnTo>
                    <a:lnTo>
                      <a:pt x="117" y="207"/>
                    </a:lnTo>
                    <a:lnTo>
                      <a:pt x="108" y="217"/>
                    </a:lnTo>
                    <a:lnTo>
                      <a:pt x="98" y="227"/>
                    </a:lnTo>
                    <a:lnTo>
                      <a:pt x="88" y="236"/>
                    </a:lnTo>
                    <a:lnTo>
                      <a:pt x="77" y="247"/>
                    </a:lnTo>
                    <a:lnTo>
                      <a:pt x="66" y="257"/>
                    </a:lnTo>
                    <a:lnTo>
                      <a:pt x="54" y="265"/>
                    </a:lnTo>
                    <a:lnTo>
                      <a:pt x="41" y="275"/>
                    </a:lnTo>
                    <a:lnTo>
                      <a:pt x="28" y="285"/>
                    </a:lnTo>
                    <a:lnTo>
                      <a:pt x="14" y="296"/>
                    </a:lnTo>
                    <a:lnTo>
                      <a:pt x="0" y="304"/>
                    </a:lnTo>
                    <a:lnTo>
                      <a:pt x="2" y="30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421"/>
              <p:cNvSpPr>
                <a:spLocks/>
              </p:cNvSpPr>
              <p:nvPr/>
            </p:nvSpPr>
            <p:spPr bwMode="auto">
              <a:xfrm>
                <a:off x="711" y="1944"/>
                <a:ext cx="10" cy="184"/>
              </a:xfrm>
              <a:custGeom>
                <a:avLst/>
                <a:gdLst>
                  <a:gd name="T0" fmla="*/ 9 w 42"/>
                  <a:gd name="T1" fmla="*/ 714 h 737"/>
                  <a:gd name="T2" fmla="*/ 12 w 42"/>
                  <a:gd name="T3" fmla="*/ 666 h 737"/>
                  <a:gd name="T4" fmla="*/ 17 w 42"/>
                  <a:gd name="T5" fmla="*/ 619 h 737"/>
                  <a:gd name="T6" fmla="*/ 23 w 42"/>
                  <a:gd name="T7" fmla="*/ 569 h 737"/>
                  <a:gd name="T8" fmla="*/ 27 w 42"/>
                  <a:gd name="T9" fmla="*/ 520 h 737"/>
                  <a:gd name="T10" fmla="*/ 32 w 42"/>
                  <a:gd name="T11" fmla="*/ 469 h 737"/>
                  <a:gd name="T12" fmla="*/ 35 w 42"/>
                  <a:gd name="T13" fmla="*/ 418 h 737"/>
                  <a:gd name="T14" fmla="*/ 39 w 42"/>
                  <a:gd name="T15" fmla="*/ 368 h 737"/>
                  <a:gd name="T16" fmla="*/ 41 w 42"/>
                  <a:gd name="T17" fmla="*/ 318 h 737"/>
                  <a:gd name="T18" fmla="*/ 42 w 42"/>
                  <a:gd name="T19" fmla="*/ 270 h 737"/>
                  <a:gd name="T20" fmla="*/ 42 w 42"/>
                  <a:gd name="T21" fmla="*/ 221 h 737"/>
                  <a:gd name="T22" fmla="*/ 41 w 42"/>
                  <a:gd name="T23" fmla="*/ 177 h 737"/>
                  <a:gd name="T24" fmla="*/ 40 w 42"/>
                  <a:gd name="T25" fmla="*/ 133 h 737"/>
                  <a:gd name="T26" fmla="*/ 36 w 42"/>
                  <a:gd name="T27" fmla="*/ 91 h 737"/>
                  <a:gd name="T28" fmla="*/ 32 w 42"/>
                  <a:gd name="T29" fmla="*/ 52 h 737"/>
                  <a:gd name="T30" fmla="*/ 24 w 42"/>
                  <a:gd name="T31" fmla="*/ 15 h 737"/>
                  <a:gd name="T32" fmla="*/ 15 w 42"/>
                  <a:gd name="T33" fmla="*/ 1 h 737"/>
                  <a:gd name="T34" fmla="*/ 22 w 42"/>
                  <a:gd name="T35" fmla="*/ 35 h 737"/>
                  <a:gd name="T36" fmla="*/ 28 w 42"/>
                  <a:gd name="T37" fmla="*/ 71 h 737"/>
                  <a:gd name="T38" fmla="*/ 33 w 42"/>
                  <a:gd name="T39" fmla="*/ 112 h 737"/>
                  <a:gd name="T40" fmla="*/ 35 w 42"/>
                  <a:gd name="T41" fmla="*/ 155 h 737"/>
                  <a:gd name="T42" fmla="*/ 36 w 42"/>
                  <a:gd name="T43" fmla="*/ 198 h 737"/>
                  <a:gd name="T44" fmla="*/ 36 w 42"/>
                  <a:gd name="T45" fmla="*/ 246 h 737"/>
                  <a:gd name="T46" fmla="*/ 36 w 42"/>
                  <a:gd name="T47" fmla="*/ 294 h 737"/>
                  <a:gd name="T48" fmla="*/ 34 w 42"/>
                  <a:gd name="T49" fmla="*/ 343 h 737"/>
                  <a:gd name="T50" fmla="*/ 32 w 42"/>
                  <a:gd name="T51" fmla="*/ 392 h 737"/>
                  <a:gd name="T52" fmla="*/ 28 w 42"/>
                  <a:gd name="T53" fmla="*/ 443 h 737"/>
                  <a:gd name="T54" fmla="*/ 23 w 42"/>
                  <a:gd name="T55" fmla="*/ 493 h 737"/>
                  <a:gd name="T56" fmla="*/ 19 w 42"/>
                  <a:gd name="T57" fmla="*/ 544 h 737"/>
                  <a:gd name="T58" fmla="*/ 15 w 42"/>
                  <a:gd name="T59" fmla="*/ 594 h 737"/>
                  <a:gd name="T60" fmla="*/ 10 w 42"/>
                  <a:gd name="T61" fmla="*/ 642 h 737"/>
                  <a:gd name="T62" fmla="*/ 5 w 42"/>
                  <a:gd name="T63" fmla="*/ 689 h 737"/>
                  <a:gd name="T64" fmla="*/ 0 w 42"/>
                  <a:gd name="T65" fmla="*/ 736 h 7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2"/>
                  <a:gd name="T100" fmla="*/ 0 h 737"/>
                  <a:gd name="T101" fmla="*/ 42 w 42"/>
                  <a:gd name="T102" fmla="*/ 737 h 7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2" h="737">
                    <a:moveTo>
                      <a:pt x="6" y="737"/>
                    </a:moveTo>
                    <a:lnTo>
                      <a:pt x="9" y="714"/>
                    </a:lnTo>
                    <a:lnTo>
                      <a:pt x="10" y="691"/>
                    </a:lnTo>
                    <a:lnTo>
                      <a:pt x="12" y="666"/>
                    </a:lnTo>
                    <a:lnTo>
                      <a:pt x="15" y="643"/>
                    </a:lnTo>
                    <a:lnTo>
                      <a:pt x="17" y="619"/>
                    </a:lnTo>
                    <a:lnTo>
                      <a:pt x="21" y="594"/>
                    </a:lnTo>
                    <a:lnTo>
                      <a:pt x="23" y="569"/>
                    </a:lnTo>
                    <a:lnTo>
                      <a:pt x="24" y="545"/>
                    </a:lnTo>
                    <a:lnTo>
                      <a:pt x="27" y="520"/>
                    </a:lnTo>
                    <a:lnTo>
                      <a:pt x="29" y="494"/>
                    </a:lnTo>
                    <a:lnTo>
                      <a:pt x="32" y="469"/>
                    </a:lnTo>
                    <a:lnTo>
                      <a:pt x="33" y="443"/>
                    </a:lnTo>
                    <a:lnTo>
                      <a:pt x="35" y="418"/>
                    </a:lnTo>
                    <a:lnTo>
                      <a:pt x="36" y="392"/>
                    </a:lnTo>
                    <a:lnTo>
                      <a:pt x="39" y="368"/>
                    </a:lnTo>
                    <a:lnTo>
                      <a:pt x="40" y="343"/>
                    </a:lnTo>
                    <a:lnTo>
                      <a:pt x="41" y="318"/>
                    </a:lnTo>
                    <a:lnTo>
                      <a:pt x="41" y="294"/>
                    </a:lnTo>
                    <a:lnTo>
                      <a:pt x="42" y="270"/>
                    </a:lnTo>
                    <a:lnTo>
                      <a:pt x="42" y="246"/>
                    </a:lnTo>
                    <a:lnTo>
                      <a:pt x="42" y="221"/>
                    </a:lnTo>
                    <a:lnTo>
                      <a:pt x="42" y="198"/>
                    </a:lnTo>
                    <a:lnTo>
                      <a:pt x="41" y="177"/>
                    </a:lnTo>
                    <a:lnTo>
                      <a:pt x="41" y="155"/>
                    </a:lnTo>
                    <a:lnTo>
                      <a:pt x="40" y="133"/>
                    </a:lnTo>
                    <a:lnTo>
                      <a:pt x="38" y="111"/>
                    </a:lnTo>
                    <a:lnTo>
                      <a:pt x="36" y="91"/>
                    </a:lnTo>
                    <a:lnTo>
                      <a:pt x="34" y="71"/>
                    </a:lnTo>
                    <a:lnTo>
                      <a:pt x="32" y="52"/>
                    </a:lnTo>
                    <a:lnTo>
                      <a:pt x="28" y="34"/>
                    </a:lnTo>
                    <a:lnTo>
                      <a:pt x="24" y="15"/>
                    </a:lnTo>
                    <a:lnTo>
                      <a:pt x="21" y="0"/>
                    </a:lnTo>
                    <a:lnTo>
                      <a:pt x="15" y="1"/>
                    </a:lnTo>
                    <a:lnTo>
                      <a:pt x="18" y="18"/>
                    </a:lnTo>
                    <a:lnTo>
                      <a:pt x="22" y="35"/>
                    </a:lnTo>
                    <a:lnTo>
                      <a:pt x="26" y="53"/>
                    </a:lnTo>
                    <a:lnTo>
                      <a:pt x="28" y="71"/>
                    </a:lnTo>
                    <a:lnTo>
                      <a:pt x="30" y="92"/>
                    </a:lnTo>
                    <a:lnTo>
                      <a:pt x="33" y="112"/>
                    </a:lnTo>
                    <a:lnTo>
                      <a:pt x="34" y="133"/>
                    </a:lnTo>
                    <a:lnTo>
                      <a:pt x="35" y="155"/>
                    </a:lnTo>
                    <a:lnTo>
                      <a:pt x="36" y="177"/>
                    </a:lnTo>
                    <a:lnTo>
                      <a:pt x="36" y="198"/>
                    </a:lnTo>
                    <a:lnTo>
                      <a:pt x="36" y="221"/>
                    </a:lnTo>
                    <a:lnTo>
                      <a:pt x="36" y="246"/>
                    </a:lnTo>
                    <a:lnTo>
                      <a:pt x="36" y="270"/>
                    </a:lnTo>
                    <a:lnTo>
                      <a:pt x="36" y="294"/>
                    </a:lnTo>
                    <a:lnTo>
                      <a:pt x="35" y="318"/>
                    </a:lnTo>
                    <a:lnTo>
                      <a:pt x="34" y="343"/>
                    </a:lnTo>
                    <a:lnTo>
                      <a:pt x="33" y="368"/>
                    </a:lnTo>
                    <a:lnTo>
                      <a:pt x="32" y="392"/>
                    </a:lnTo>
                    <a:lnTo>
                      <a:pt x="29" y="418"/>
                    </a:lnTo>
                    <a:lnTo>
                      <a:pt x="28" y="443"/>
                    </a:lnTo>
                    <a:lnTo>
                      <a:pt x="26" y="468"/>
                    </a:lnTo>
                    <a:lnTo>
                      <a:pt x="23" y="493"/>
                    </a:lnTo>
                    <a:lnTo>
                      <a:pt x="22" y="519"/>
                    </a:lnTo>
                    <a:lnTo>
                      <a:pt x="19" y="544"/>
                    </a:lnTo>
                    <a:lnTo>
                      <a:pt x="17" y="568"/>
                    </a:lnTo>
                    <a:lnTo>
                      <a:pt x="15" y="594"/>
                    </a:lnTo>
                    <a:lnTo>
                      <a:pt x="12" y="618"/>
                    </a:lnTo>
                    <a:lnTo>
                      <a:pt x="10" y="642"/>
                    </a:lnTo>
                    <a:lnTo>
                      <a:pt x="7" y="666"/>
                    </a:lnTo>
                    <a:lnTo>
                      <a:pt x="5" y="689"/>
                    </a:lnTo>
                    <a:lnTo>
                      <a:pt x="2" y="714"/>
                    </a:lnTo>
                    <a:lnTo>
                      <a:pt x="0" y="736"/>
                    </a:lnTo>
                    <a:lnTo>
                      <a:pt x="6" y="73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422"/>
              <p:cNvSpPr>
                <a:spLocks/>
              </p:cNvSpPr>
              <p:nvPr/>
            </p:nvSpPr>
            <p:spPr bwMode="auto">
              <a:xfrm>
                <a:off x="750" y="2069"/>
                <a:ext cx="25" cy="27"/>
              </a:xfrm>
              <a:custGeom>
                <a:avLst/>
                <a:gdLst>
                  <a:gd name="T0" fmla="*/ 101 w 101"/>
                  <a:gd name="T1" fmla="*/ 102 h 107"/>
                  <a:gd name="T2" fmla="*/ 89 w 101"/>
                  <a:gd name="T3" fmla="*/ 101 h 107"/>
                  <a:gd name="T4" fmla="*/ 80 w 101"/>
                  <a:gd name="T5" fmla="*/ 97 h 107"/>
                  <a:gd name="T6" fmla="*/ 74 w 101"/>
                  <a:gd name="T7" fmla="*/ 94 h 107"/>
                  <a:gd name="T8" fmla="*/ 71 w 101"/>
                  <a:gd name="T9" fmla="*/ 88 h 107"/>
                  <a:gd name="T10" fmla="*/ 67 w 101"/>
                  <a:gd name="T11" fmla="*/ 80 h 107"/>
                  <a:gd name="T12" fmla="*/ 66 w 101"/>
                  <a:gd name="T13" fmla="*/ 72 h 107"/>
                  <a:gd name="T14" fmla="*/ 65 w 101"/>
                  <a:gd name="T15" fmla="*/ 63 h 107"/>
                  <a:gd name="T16" fmla="*/ 63 w 101"/>
                  <a:gd name="T17" fmla="*/ 54 h 107"/>
                  <a:gd name="T18" fmla="*/ 61 w 101"/>
                  <a:gd name="T19" fmla="*/ 45 h 107"/>
                  <a:gd name="T20" fmla="*/ 59 w 101"/>
                  <a:gd name="T21" fmla="*/ 36 h 107"/>
                  <a:gd name="T22" fmla="*/ 55 w 101"/>
                  <a:gd name="T23" fmla="*/ 26 h 107"/>
                  <a:gd name="T24" fmla="*/ 49 w 101"/>
                  <a:gd name="T25" fmla="*/ 17 h 107"/>
                  <a:gd name="T26" fmla="*/ 42 w 101"/>
                  <a:gd name="T27" fmla="*/ 10 h 107"/>
                  <a:gd name="T28" fmla="*/ 31 w 101"/>
                  <a:gd name="T29" fmla="*/ 5 h 107"/>
                  <a:gd name="T30" fmla="*/ 17 w 101"/>
                  <a:gd name="T31" fmla="*/ 2 h 107"/>
                  <a:gd name="T32" fmla="*/ 0 w 101"/>
                  <a:gd name="T33" fmla="*/ 0 h 107"/>
                  <a:gd name="T34" fmla="*/ 0 w 101"/>
                  <a:gd name="T35" fmla="*/ 5 h 107"/>
                  <a:gd name="T36" fmla="*/ 16 w 101"/>
                  <a:gd name="T37" fmla="*/ 8 h 107"/>
                  <a:gd name="T38" fmla="*/ 29 w 101"/>
                  <a:gd name="T39" fmla="*/ 11 h 107"/>
                  <a:gd name="T40" fmla="*/ 38 w 101"/>
                  <a:gd name="T41" fmla="*/ 15 h 107"/>
                  <a:gd name="T42" fmla="*/ 45 w 101"/>
                  <a:gd name="T43" fmla="*/ 22 h 107"/>
                  <a:gd name="T44" fmla="*/ 50 w 101"/>
                  <a:gd name="T45" fmla="*/ 28 h 107"/>
                  <a:gd name="T46" fmla="*/ 54 w 101"/>
                  <a:gd name="T47" fmla="*/ 37 h 107"/>
                  <a:gd name="T48" fmla="*/ 56 w 101"/>
                  <a:gd name="T49" fmla="*/ 45 h 107"/>
                  <a:gd name="T50" fmla="*/ 57 w 101"/>
                  <a:gd name="T51" fmla="*/ 55 h 107"/>
                  <a:gd name="T52" fmla="*/ 59 w 101"/>
                  <a:gd name="T53" fmla="*/ 65 h 107"/>
                  <a:gd name="T54" fmla="*/ 60 w 101"/>
                  <a:gd name="T55" fmla="*/ 73 h 107"/>
                  <a:gd name="T56" fmla="*/ 62 w 101"/>
                  <a:gd name="T57" fmla="*/ 82 h 107"/>
                  <a:gd name="T58" fmla="*/ 66 w 101"/>
                  <a:gd name="T59" fmla="*/ 90 h 107"/>
                  <a:gd name="T60" fmla="*/ 71 w 101"/>
                  <a:gd name="T61" fmla="*/ 97 h 107"/>
                  <a:gd name="T62" fmla="*/ 78 w 101"/>
                  <a:gd name="T63" fmla="*/ 102 h 107"/>
                  <a:gd name="T64" fmla="*/ 88 w 101"/>
                  <a:gd name="T65" fmla="*/ 106 h 107"/>
                  <a:gd name="T66" fmla="*/ 101 w 101"/>
                  <a:gd name="T67" fmla="*/ 107 h 107"/>
                  <a:gd name="T68" fmla="*/ 101 w 101"/>
                  <a:gd name="T69" fmla="*/ 102 h 10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01"/>
                  <a:gd name="T106" fmla="*/ 0 h 107"/>
                  <a:gd name="T107" fmla="*/ 101 w 101"/>
                  <a:gd name="T108" fmla="*/ 107 h 10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01" h="107">
                    <a:moveTo>
                      <a:pt x="101" y="102"/>
                    </a:moveTo>
                    <a:lnTo>
                      <a:pt x="89" y="101"/>
                    </a:lnTo>
                    <a:lnTo>
                      <a:pt x="80" y="97"/>
                    </a:lnTo>
                    <a:lnTo>
                      <a:pt x="74" y="94"/>
                    </a:lnTo>
                    <a:lnTo>
                      <a:pt x="71" y="88"/>
                    </a:lnTo>
                    <a:lnTo>
                      <a:pt x="67" y="80"/>
                    </a:lnTo>
                    <a:lnTo>
                      <a:pt x="66" y="72"/>
                    </a:lnTo>
                    <a:lnTo>
                      <a:pt x="65" y="63"/>
                    </a:lnTo>
                    <a:lnTo>
                      <a:pt x="63" y="54"/>
                    </a:lnTo>
                    <a:lnTo>
                      <a:pt x="61" y="45"/>
                    </a:lnTo>
                    <a:lnTo>
                      <a:pt x="59" y="36"/>
                    </a:lnTo>
                    <a:lnTo>
                      <a:pt x="55" y="26"/>
                    </a:lnTo>
                    <a:lnTo>
                      <a:pt x="49" y="17"/>
                    </a:lnTo>
                    <a:lnTo>
                      <a:pt x="42" y="10"/>
                    </a:lnTo>
                    <a:lnTo>
                      <a:pt x="31" y="5"/>
                    </a:lnTo>
                    <a:lnTo>
                      <a:pt x="1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6" y="8"/>
                    </a:lnTo>
                    <a:lnTo>
                      <a:pt x="29" y="11"/>
                    </a:lnTo>
                    <a:lnTo>
                      <a:pt x="38" y="15"/>
                    </a:lnTo>
                    <a:lnTo>
                      <a:pt x="45" y="22"/>
                    </a:lnTo>
                    <a:lnTo>
                      <a:pt x="50" y="28"/>
                    </a:lnTo>
                    <a:lnTo>
                      <a:pt x="54" y="37"/>
                    </a:lnTo>
                    <a:lnTo>
                      <a:pt x="56" y="45"/>
                    </a:lnTo>
                    <a:lnTo>
                      <a:pt x="57" y="55"/>
                    </a:lnTo>
                    <a:lnTo>
                      <a:pt x="59" y="65"/>
                    </a:lnTo>
                    <a:lnTo>
                      <a:pt x="60" y="73"/>
                    </a:lnTo>
                    <a:lnTo>
                      <a:pt x="62" y="82"/>
                    </a:lnTo>
                    <a:lnTo>
                      <a:pt x="66" y="90"/>
                    </a:lnTo>
                    <a:lnTo>
                      <a:pt x="71" y="97"/>
                    </a:lnTo>
                    <a:lnTo>
                      <a:pt x="78" y="102"/>
                    </a:lnTo>
                    <a:lnTo>
                      <a:pt x="88" y="106"/>
                    </a:lnTo>
                    <a:lnTo>
                      <a:pt x="101" y="107"/>
                    </a:lnTo>
                    <a:lnTo>
                      <a:pt x="101" y="10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423"/>
              <p:cNvSpPr>
                <a:spLocks/>
              </p:cNvSpPr>
              <p:nvPr/>
            </p:nvSpPr>
            <p:spPr bwMode="auto">
              <a:xfrm>
                <a:off x="613" y="2058"/>
                <a:ext cx="61" cy="77"/>
              </a:xfrm>
              <a:custGeom>
                <a:avLst/>
                <a:gdLst>
                  <a:gd name="T0" fmla="*/ 18 w 241"/>
                  <a:gd name="T1" fmla="*/ 300 h 309"/>
                  <a:gd name="T2" fmla="*/ 45 w 241"/>
                  <a:gd name="T3" fmla="*/ 280 h 309"/>
                  <a:gd name="T4" fmla="*/ 70 w 241"/>
                  <a:gd name="T5" fmla="*/ 261 h 309"/>
                  <a:gd name="T6" fmla="*/ 92 w 241"/>
                  <a:gd name="T7" fmla="*/ 242 h 309"/>
                  <a:gd name="T8" fmla="*/ 111 w 241"/>
                  <a:gd name="T9" fmla="*/ 222 h 309"/>
                  <a:gd name="T10" fmla="*/ 129 w 241"/>
                  <a:gd name="T11" fmla="*/ 203 h 309"/>
                  <a:gd name="T12" fmla="*/ 146 w 241"/>
                  <a:gd name="T13" fmla="*/ 182 h 309"/>
                  <a:gd name="T14" fmla="*/ 160 w 241"/>
                  <a:gd name="T15" fmla="*/ 163 h 309"/>
                  <a:gd name="T16" fmla="*/ 173 w 241"/>
                  <a:gd name="T17" fmla="*/ 143 h 309"/>
                  <a:gd name="T18" fmla="*/ 184 w 241"/>
                  <a:gd name="T19" fmla="*/ 124 h 309"/>
                  <a:gd name="T20" fmla="*/ 195 w 241"/>
                  <a:gd name="T21" fmla="*/ 106 h 309"/>
                  <a:gd name="T22" fmla="*/ 205 w 241"/>
                  <a:gd name="T23" fmla="*/ 86 h 309"/>
                  <a:gd name="T24" fmla="*/ 213 w 241"/>
                  <a:gd name="T25" fmla="*/ 68 h 309"/>
                  <a:gd name="T26" fmla="*/ 222 w 241"/>
                  <a:gd name="T27" fmla="*/ 49 h 309"/>
                  <a:gd name="T28" fmla="*/ 229 w 241"/>
                  <a:gd name="T29" fmla="*/ 31 h 309"/>
                  <a:gd name="T30" fmla="*/ 237 w 241"/>
                  <a:gd name="T31" fmla="*/ 12 h 309"/>
                  <a:gd name="T32" fmla="*/ 236 w 241"/>
                  <a:gd name="T33" fmla="*/ 0 h 309"/>
                  <a:gd name="T34" fmla="*/ 229 w 241"/>
                  <a:gd name="T35" fmla="*/ 18 h 309"/>
                  <a:gd name="T36" fmla="*/ 220 w 241"/>
                  <a:gd name="T37" fmla="*/ 38 h 309"/>
                  <a:gd name="T38" fmla="*/ 212 w 241"/>
                  <a:gd name="T39" fmla="*/ 56 h 309"/>
                  <a:gd name="T40" fmla="*/ 203 w 241"/>
                  <a:gd name="T41" fmla="*/ 75 h 309"/>
                  <a:gd name="T42" fmla="*/ 195 w 241"/>
                  <a:gd name="T43" fmla="*/ 94 h 309"/>
                  <a:gd name="T44" fmla="*/ 185 w 241"/>
                  <a:gd name="T45" fmla="*/ 112 h 309"/>
                  <a:gd name="T46" fmla="*/ 174 w 241"/>
                  <a:gd name="T47" fmla="*/ 131 h 309"/>
                  <a:gd name="T48" fmla="*/ 162 w 241"/>
                  <a:gd name="T49" fmla="*/ 151 h 309"/>
                  <a:gd name="T50" fmla="*/ 149 w 241"/>
                  <a:gd name="T51" fmla="*/ 170 h 309"/>
                  <a:gd name="T52" fmla="*/ 134 w 241"/>
                  <a:gd name="T53" fmla="*/ 189 h 309"/>
                  <a:gd name="T54" fmla="*/ 117 w 241"/>
                  <a:gd name="T55" fmla="*/ 208 h 309"/>
                  <a:gd name="T56" fmla="*/ 98 w 241"/>
                  <a:gd name="T57" fmla="*/ 227 h 309"/>
                  <a:gd name="T58" fmla="*/ 77 w 241"/>
                  <a:gd name="T59" fmla="*/ 248 h 309"/>
                  <a:gd name="T60" fmla="*/ 54 w 241"/>
                  <a:gd name="T61" fmla="*/ 266 h 309"/>
                  <a:gd name="T62" fmla="*/ 28 w 241"/>
                  <a:gd name="T63" fmla="*/ 285 h 309"/>
                  <a:gd name="T64" fmla="*/ 0 w 241"/>
                  <a:gd name="T65" fmla="*/ 305 h 3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309"/>
                  <a:gd name="T101" fmla="*/ 241 w 241"/>
                  <a:gd name="T102" fmla="*/ 309 h 30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309">
                    <a:moveTo>
                      <a:pt x="2" y="309"/>
                    </a:moveTo>
                    <a:lnTo>
                      <a:pt x="18" y="300"/>
                    </a:lnTo>
                    <a:lnTo>
                      <a:pt x="31" y="290"/>
                    </a:lnTo>
                    <a:lnTo>
                      <a:pt x="45" y="280"/>
                    </a:lnTo>
                    <a:lnTo>
                      <a:pt x="58" y="271"/>
                    </a:lnTo>
                    <a:lnTo>
                      <a:pt x="70" y="261"/>
                    </a:lnTo>
                    <a:lnTo>
                      <a:pt x="81" y="251"/>
                    </a:lnTo>
                    <a:lnTo>
                      <a:pt x="92" y="242"/>
                    </a:lnTo>
                    <a:lnTo>
                      <a:pt x="102" y="232"/>
                    </a:lnTo>
                    <a:lnTo>
                      <a:pt x="111" y="222"/>
                    </a:lnTo>
                    <a:lnTo>
                      <a:pt x="121" y="212"/>
                    </a:lnTo>
                    <a:lnTo>
                      <a:pt x="129" y="203"/>
                    </a:lnTo>
                    <a:lnTo>
                      <a:pt x="138" y="192"/>
                    </a:lnTo>
                    <a:lnTo>
                      <a:pt x="146" y="182"/>
                    </a:lnTo>
                    <a:lnTo>
                      <a:pt x="154" y="172"/>
                    </a:lnTo>
                    <a:lnTo>
                      <a:pt x="160" y="163"/>
                    </a:lnTo>
                    <a:lnTo>
                      <a:pt x="167" y="153"/>
                    </a:lnTo>
                    <a:lnTo>
                      <a:pt x="173" y="143"/>
                    </a:lnTo>
                    <a:lnTo>
                      <a:pt x="179" y="135"/>
                    </a:lnTo>
                    <a:lnTo>
                      <a:pt x="184" y="124"/>
                    </a:lnTo>
                    <a:lnTo>
                      <a:pt x="190" y="114"/>
                    </a:lnTo>
                    <a:lnTo>
                      <a:pt x="195" y="106"/>
                    </a:lnTo>
                    <a:lnTo>
                      <a:pt x="200" y="96"/>
                    </a:lnTo>
                    <a:lnTo>
                      <a:pt x="205" y="86"/>
                    </a:lnTo>
                    <a:lnTo>
                      <a:pt x="208" y="78"/>
                    </a:lnTo>
                    <a:lnTo>
                      <a:pt x="213" y="68"/>
                    </a:lnTo>
                    <a:lnTo>
                      <a:pt x="217" y="58"/>
                    </a:lnTo>
                    <a:lnTo>
                      <a:pt x="222" y="49"/>
                    </a:lnTo>
                    <a:lnTo>
                      <a:pt x="225" y="40"/>
                    </a:lnTo>
                    <a:lnTo>
                      <a:pt x="229" y="31"/>
                    </a:lnTo>
                    <a:lnTo>
                      <a:pt x="234" y="21"/>
                    </a:lnTo>
                    <a:lnTo>
                      <a:pt x="237" y="12"/>
                    </a:lnTo>
                    <a:lnTo>
                      <a:pt x="241" y="3"/>
                    </a:lnTo>
                    <a:lnTo>
                      <a:pt x="236" y="0"/>
                    </a:lnTo>
                    <a:lnTo>
                      <a:pt x="233" y="10"/>
                    </a:lnTo>
                    <a:lnTo>
                      <a:pt x="229" y="18"/>
                    </a:lnTo>
                    <a:lnTo>
                      <a:pt x="224" y="28"/>
                    </a:lnTo>
                    <a:lnTo>
                      <a:pt x="220" y="38"/>
                    </a:lnTo>
                    <a:lnTo>
                      <a:pt x="217" y="46"/>
                    </a:lnTo>
                    <a:lnTo>
                      <a:pt x="212" y="56"/>
                    </a:lnTo>
                    <a:lnTo>
                      <a:pt x="208" y="66"/>
                    </a:lnTo>
                    <a:lnTo>
                      <a:pt x="203" y="75"/>
                    </a:lnTo>
                    <a:lnTo>
                      <a:pt x="200" y="84"/>
                    </a:lnTo>
                    <a:lnTo>
                      <a:pt x="195" y="94"/>
                    </a:lnTo>
                    <a:lnTo>
                      <a:pt x="190" y="103"/>
                    </a:lnTo>
                    <a:lnTo>
                      <a:pt x="185" y="112"/>
                    </a:lnTo>
                    <a:lnTo>
                      <a:pt x="179" y="122"/>
                    </a:lnTo>
                    <a:lnTo>
                      <a:pt x="174" y="131"/>
                    </a:lnTo>
                    <a:lnTo>
                      <a:pt x="168" y="141"/>
                    </a:lnTo>
                    <a:lnTo>
                      <a:pt x="162" y="151"/>
                    </a:lnTo>
                    <a:lnTo>
                      <a:pt x="155" y="160"/>
                    </a:lnTo>
                    <a:lnTo>
                      <a:pt x="149" y="170"/>
                    </a:lnTo>
                    <a:lnTo>
                      <a:pt x="142" y="180"/>
                    </a:lnTo>
                    <a:lnTo>
                      <a:pt x="134" y="189"/>
                    </a:lnTo>
                    <a:lnTo>
                      <a:pt x="126" y="198"/>
                    </a:lnTo>
                    <a:lnTo>
                      <a:pt x="117" y="208"/>
                    </a:lnTo>
                    <a:lnTo>
                      <a:pt x="108" y="217"/>
                    </a:lnTo>
                    <a:lnTo>
                      <a:pt x="98" y="227"/>
                    </a:lnTo>
                    <a:lnTo>
                      <a:pt x="88" y="237"/>
                    </a:lnTo>
                    <a:lnTo>
                      <a:pt x="77" y="248"/>
                    </a:lnTo>
                    <a:lnTo>
                      <a:pt x="66" y="257"/>
                    </a:lnTo>
                    <a:lnTo>
                      <a:pt x="54" y="266"/>
                    </a:lnTo>
                    <a:lnTo>
                      <a:pt x="41" y="276"/>
                    </a:lnTo>
                    <a:lnTo>
                      <a:pt x="28" y="285"/>
                    </a:lnTo>
                    <a:lnTo>
                      <a:pt x="14" y="295"/>
                    </a:lnTo>
                    <a:lnTo>
                      <a:pt x="0" y="305"/>
                    </a:lnTo>
                    <a:lnTo>
                      <a:pt x="2" y="30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1" name="Freeform 424"/>
              <p:cNvSpPr>
                <a:spLocks/>
              </p:cNvSpPr>
              <p:nvPr/>
            </p:nvSpPr>
            <p:spPr bwMode="auto">
              <a:xfrm>
                <a:off x="747" y="2080"/>
                <a:ext cx="26" cy="26"/>
              </a:xfrm>
              <a:custGeom>
                <a:avLst/>
                <a:gdLst>
                  <a:gd name="T0" fmla="*/ 100 w 100"/>
                  <a:gd name="T1" fmla="*/ 102 h 106"/>
                  <a:gd name="T2" fmla="*/ 88 w 100"/>
                  <a:gd name="T3" fmla="*/ 100 h 106"/>
                  <a:gd name="T4" fmla="*/ 80 w 100"/>
                  <a:gd name="T5" fmla="*/ 97 h 106"/>
                  <a:gd name="T6" fmla="*/ 74 w 100"/>
                  <a:gd name="T7" fmla="*/ 93 h 106"/>
                  <a:gd name="T8" fmla="*/ 69 w 100"/>
                  <a:gd name="T9" fmla="*/ 87 h 106"/>
                  <a:gd name="T10" fmla="*/ 67 w 100"/>
                  <a:gd name="T11" fmla="*/ 80 h 106"/>
                  <a:gd name="T12" fmla="*/ 64 w 100"/>
                  <a:gd name="T13" fmla="*/ 71 h 106"/>
                  <a:gd name="T14" fmla="*/ 63 w 100"/>
                  <a:gd name="T15" fmla="*/ 63 h 106"/>
                  <a:gd name="T16" fmla="*/ 62 w 100"/>
                  <a:gd name="T17" fmla="*/ 53 h 106"/>
                  <a:gd name="T18" fmla="*/ 60 w 100"/>
                  <a:gd name="T19" fmla="*/ 43 h 106"/>
                  <a:gd name="T20" fmla="*/ 58 w 100"/>
                  <a:gd name="T21" fmla="*/ 34 h 106"/>
                  <a:gd name="T22" fmla="*/ 54 w 100"/>
                  <a:gd name="T23" fmla="*/ 25 h 106"/>
                  <a:gd name="T24" fmla="*/ 48 w 100"/>
                  <a:gd name="T25" fmla="*/ 17 h 106"/>
                  <a:gd name="T26" fmla="*/ 41 w 100"/>
                  <a:gd name="T27" fmla="*/ 9 h 106"/>
                  <a:gd name="T28" fmla="*/ 30 w 100"/>
                  <a:gd name="T29" fmla="*/ 5 h 106"/>
                  <a:gd name="T30" fmla="*/ 17 w 100"/>
                  <a:gd name="T31" fmla="*/ 1 h 106"/>
                  <a:gd name="T32" fmla="*/ 0 w 100"/>
                  <a:gd name="T33" fmla="*/ 0 h 106"/>
                  <a:gd name="T34" fmla="*/ 0 w 100"/>
                  <a:gd name="T35" fmla="*/ 5 h 106"/>
                  <a:gd name="T36" fmla="*/ 16 w 100"/>
                  <a:gd name="T37" fmla="*/ 7 h 106"/>
                  <a:gd name="T38" fmla="*/ 29 w 100"/>
                  <a:gd name="T39" fmla="*/ 11 h 106"/>
                  <a:gd name="T40" fmla="*/ 37 w 100"/>
                  <a:gd name="T41" fmla="*/ 14 h 106"/>
                  <a:gd name="T42" fmla="*/ 45 w 100"/>
                  <a:gd name="T43" fmla="*/ 20 h 106"/>
                  <a:gd name="T44" fmla="*/ 50 w 100"/>
                  <a:gd name="T45" fmla="*/ 28 h 106"/>
                  <a:gd name="T46" fmla="*/ 53 w 100"/>
                  <a:gd name="T47" fmla="*/ 36 h 106"/>
                  <a:gd name="T48" fmla="*/ 54 w 100"/>
                  <a:gd name="T49" fmla="*/ 45 h 106"/>
                  <a:gd name="T50" fmla="*/ 57 w 100"/>
                  <a:gd name="T51" fmla="*/ 54 h 106"/>
                  <a:gd name="T52" fmla="*/ 58 w 100"/>
                  <a:gd name="T53" fmla="*/ 64 h 106"/>
                  <a:gd name="T54" fmla="*/ 59 w 100"/>
                  <a:gd name="T55" fmla="*/ 73 h 106"/>
                  <a:gd name="T56" fmla="*/ 62 w 100"/>
                  <a:gd name="T57" fmla="*/ 81 h 106"/>
                  <a:gd name="T58" fmla="*/ 64 w 100"/>
                  <a:gd name="T59" fmla="*/ 90 h 106"/>
                  <a:gd name="T60" fmla="*/ 70 w 100"/>
                  <a:gd name="T61" fmla="*/ 97 h 106"/>
                  <a:gd name="T62" fmla="*/ 77 w 100"/>
                  <a:gd name="T63" fmla="*/ 102 h 106"/>
                  <a:gd name="T64" fmla="*/ 87 w 100"/>
                  <a:gd name="T65" fmla="*/ 105 h 106"/>
                  <a:gd name="T66" fmla="*/ 100 w 100"/>
                  <a:gd name="T67" fmla="*/ 106 h 106"/>
                  <a:gd name="T68" fmla="*/ 100 w 100"/>
                  <a:gd name="T69" fmla="*/ 102 h 10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00"/>
                  <a:gd name="T106" fmla="*/ 0 h 106"/>
                  <a:gd name="T107" fmla="*/ 100 w 100"/>
                  <a:gd name="T108" fmla="*/ 106 h 10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00" h="106">
                    <a:moveTo>
                      <a:pt x="100" y="102"/>
                    </a:moveTo>
                    <a:lnTo>
                      <a:pt x="88" y="100"/>
                    </a:lnTo>
                    <a:lnTo>
                      <a:pt x="80" y="97"/>
                    </a:lnTo>
                    <a:lnTo>
                      <a:pt x="74" y="93"/>
                    </a:lnTo>
                    <a:lnTo>
                      <a:pt x="69" y="87"/>
                    </a:lnTo>
                    <a:lnTo>
                      <a:pt x="67" y="80"/>
                    </a:lnTo>
                    <a:lnTo>
                      <a:pt x="64" y="71"/>
                    </a:lnTo>
                    <a:lnTo>
                      <a:pt x="63" y="63"/>
                    </a:lnTo>
                    <a:lnTo>
                      <a:pt x="62" y="53"/>
                    </a:lnTo>
                    <a:lnTo>
                      <a:pt x="60" y="43"/>
                    </a:lnTo>
                    <a:lnTo>
                      <a:pt x="58" y="34"/>
                    </a:lnTo>
                    <a:lnTo>
                      <a:pt x="54" y="25"/>
                    </a:lnTo>
                    <a:lnTo>
                      <a:pt x="48" y="17"/>
                    </a:lnTo>
                    <a:lnTo>
                      <a:pt x="41" y="9"/>
                    </a:lnTo>
                    <a:lnTo>
                      <a:pt x="30" y="5"/>
                    </a:lnTo>
                    <a:lnTo>
                      <a:pt x="17" y="1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6" y="7"/>
                    </a:lnTo>
                    <a:lnTo>
                      <a:pt x="29" y="11"/>
                    </a:lnTo>
                    <a:lnTo>
                      <a:pt x="37" y="14"/>
                    </a:lnTo>
                    <a:lnTo>
                      <a:pt x="45" y="20"/>
                    </a:lnTo>
                    <a:lnTo>
                      <a:pt x="50" y="28"/>
                    </a:lnTo>
                    <a:lnTo>
                      <a:pt x="53" y="36"/>
                    </a:lnTo>
                    <a:lnTo>
                      <a:pt x="54" y="45"/>
                    </a:lnTo>
                    <a:lnTo>
                      <a:pt x="57" y="54"/>
                    </a:lnTo>
                    <a:lnTo>
                      <a:pt x="58" y="64"/>
                    </a:lnTo>
                    <a:lnTo>
                      <a:pt x="59" y="73"/>
                    </a:lnTo>
                    <a:lnTo>
                      <a:pt x="62" y="81"/>
                    </a:lnTo>
                    <a:lnTo>
                      <a:pt x="64" y="90"/>
                    </a:lnTo>
                    <a:lnTo>
                      <a:pt x="70" y="97"/>
                    </a:lnTo>
                    <a:lnTo>
                      <a:pt x="77" y="102"/>
                    </a:lnTo>
                    <a:lnTo>
                      <a:pt x="87" y="105"/>
                    </a:lnTo>
                    <a:lnTo>
                      <a:pt x="100" y="106"/>
                    </a:lnTo>
                    <a:lnTo>
                      <a:pt x="100" y="10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2" name="Freeform 425"/>
              <p:cNvSpPr>
                <a:spLocks/>
              </p:cNvSpPr>
              <p:nvPr/>
            </p:nvSpPr>
            <p:spPr bwMode="auto">
              <a:xfrm>
                <a:off x="748" y="2486"/>
                <a:ext cx="22" cy="7"/>
              </a:xfrm>
              <a:custGeom>
                <a:avLst/>
                <a:gdLst>
                  <a:gd name="T0" fmla="*/ 88 w 88"/>
                  <a:gd name="T1" fmla="*/ 18 h 26"/>
                  <a:gd name="T2" fmla="*/ 84 w 88"/>
                  <a:gd name="T3" fmla="*/ 14 h 26"/>
                  <a:gd name="T4" fmla="*/ 78 w 88"/>
                  <a:gd name="T5" fmla="*/ 17 h 26"/>
                  <a:gd name="T6" fmla="*/ 71 w 88"/>
                  <a:gd name="T7" fmla="*/ 18 h 26"/>
                  <a:gd name="T8" fmla="*/ 66 w 88"/>
                  <a:gd name="T9" fmla="*/ 19 h 26"/>
                  <a:gd name="T10" fmla="*/ 60 w 88"/>
                  <a:gd name="T11" fmla="*/ 20 h 26"/>
                  <a:gd name="T12" fmla="*/ 54 w 88"/>
                  <a:gd name="T13" fmla="*/ 20 h 26"/>
                  <a:gd name="T14" fmla="*/ 49 w 88"/>
                  <a:gd name="T15" fmla="*/ 20 h 26"/>
                  <a:gd name="T16" fmla="*/ 44 w 88"/>
                  <a:gd name="T17" fmla="*/ 19 h 26"/>
                  <a:gd name="T18" fmla="*/ 39 w 88"/>
                  <a:gd name="T19" fmla="*/ 18 h 26"/>
                  <a:gd name="T20" fmla="*/ 34 w 88"/>
                  <a:gd name="T21" fmla="*/ 17 h 26"/>
                  <a:gd name="T22" fmla="*/ 29 w 88"/>
                  <a:gd name="T23" fmla="*/ 15 h 26"/>
                  <a:gd name="T24" fmla="*/ 24 w 88"/>
                  <a:gd name="T25" fmla="*/ 13 h 26"/>
                  <a:gd name="T26" fmla="*/ 20 w 88"/>
                  <a:gd name="T27" fmla="*/ 10 h 26"/>
                  <a:gd name="T28" fmla="*/ 16 w 88"/>
                  <a:gd name="T29" fmla="*/ 8 h 26"/>
                  <a:gd name="T30" fmla="*/ 12 w 88"/>
                  <a:gd name="T31" fmla="*/ 6 h 26"/>
                  <a:gd name="T32" fmla="*/ 8 w 88"/>
                  <a:gd name="T33" fmla="*/ 2 h 26"/>
                  <a:gd name="T34" fmla="*/ 4 w 88"/>
                  <a:gd name="T35" fmla="*/ 0 h 26"/>
                  <a:gd name="T36" fmla="*/ 0 w 88"/>
                  <a:gd name="T37" fmla="*/ 3 h 26"/>
                  <a:gd name="T38" fmla="*/ 4 w 88"/>
                  <a:gd name="T39" fmla="*/ 7 h 26"/>
                  <a:gd name="T40" fmla="*/ 9 w 88"/>
                  <a:gd name="T41" fmla="*/ 10 h 26"/>
                  <a:gd name="T42" fmla="*/ 12 w 88"/>
                  <a:gd name="T43" fmla="*/ 13 h 26"/>
                  <a:gd name="T44" fmla="*/ 17 w 88"/>
                  <a:gd name="T45" fmla="*/ 15 h 26"/>
                  <a:gd name="T46" fmla="*/ 22 w 88"/>
                  <a:gd name="T47" fmla="*/ 18 h 26"/>
                  <a:gd name="T48" fmla="*/ 27 w 88"/>
                  <a:gd name="T49" fmla="*/ 20 h 26"/>
                  <a:gd name="T50" fmla="*/ 32 w 88"/>
                  <a:gd name="T51" fmla="*/ 23 h 26"/>
                  <a:gd name="T52" fmla="*/ 37 w 88"/>
                  <a:gd name="T53" fmla="*/ 24 h 26"/>
                  <a:gd name="T54" fmla="*/ 43 w 88"/>
                  <a:gd name="T55" fmla="*/ 25 h 26"/>
                  <a:gd name="T56" fmla="*/ 49 w 88"/>
                  <a:gd name="T57" fmla="*/ 25 h 26"/>
                  <a:gd name="T58" fmla="*/ 54 w 88"/>
                  <a:gd name="T59" fmla="*/ 26 h 26"/>
                  <a:gd name="T60" fmla="*/ 60 w 88"/>
                  <a:gd name="T61" fmla="*/ 25 h 26"/>
                  <a:gd name="T62" fmla="*/ 66 w 88"/>
                  <a:gd name="T63" fmla="*/ 25 h 26"/>
                  <a:gd name="T64" fmla="*/ 73 w 88"/>
                  <a:gd name="T65" fmla="*/ 24 h 26"/>
                  <a:gd name="T66" fmla="*/ 79 w 88"/>
                  <a:gd name="T67" fmla="*/ 23 h 26"/>
                  <a:gd name="T68" fmla="*/ 85 w 88"/>
                  <a:gd name="T69" fmla="*/ 20 h 26"/>
                  <a:gd name="T70" fmla="*/ 82 w 88"/>
                  <a:gd name="T71" fmla="*/ 18 h 26"/>
                  <a:gd name="T72" fmla="*/ 88 w 88"/>
                  <a:gd name="T73" fmla="*/ 18 h 26"/>
                  <a:gd name="T74" fmla="*/ 88 w 88"/>
                  <a:gd name="T75" fmla="*/ 13 h 26"/>
                  <a:gd name="T76" fmla="*/ 84 w 88"/>
                  <a:gd name="T77" fmla="*/ 14 h 26"/>
                  <a:gd name="T78" fmla="*/ 88 w 88"/>
                  <a:gd name="T79" fmla="*/ 18 h 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8"/>
                  <a:gd name="T121" fmla="*/ 0 h 26"/>
                  <a:gd name="T122" fmla="*/ 88 w 88"/>
                  <a:gd name="T123" fmla="*/ 26 h 2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8" h="26">
                    <a:moveTo>
                      <a:pt x="88" y="18"/>
                    </a:moveTo>
                    <a:lnTo>
                      <a:pt x="84" y="14"/>
                    </a:lnTo>
                    <a:lnTo>
                      <a:pt x="78" y="17"/>
                    </a:lnTo>
                    <a:lnTo>
                      <a:pt x="71" y="18"/>
                    </a:lnTo>
                    <a:lnTo>
                      <a:pt x="66" y="19"/>
                    </a:lnTo>
                    <a:lnTo>
                      <a:pt x="60" y="20"/>
                    </a:lnTo>
                    <a:lnTo>
                      <a:pt x="54" y="20"/>
                    </a:lnTo>
                    <a:lnTo>
                      <a:pt x="49" y="20"/>
                    </a:lnTo>
                    <a:lnTo>
                      <a:pt x="44" y="19"/>
                    </a:lnTo>
                    <a:lnTo>
                      <a:pt x="39" y="18"/>
                    </a:lnTo>
                    <a:lnTo>
                      <a:pt x="34" y="17"/>
                    </a:lnTo>
                    <a:lnTo>
                      <a:pt x="29" y="15"/>
                    </a:lnTo>
                    <a:lnTo>
                      <a:pt x="24" y="13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9" y="10"/>
                    </a:lnTo>
                    <a:lnTo>
                      <a:pt x="12" y="13"/>
                    </a:lnTo>
                    <a:lnTo>
                      <a:pt x="17" y="15"/>
                    </a:lnTo>
                    <a:lnTo>
                      <a:pt x="22" y="18"/>
                    </a:lnTo>
                    <a:lnTo>
                      <a:pt x="27" y="20"/>
                    </a:lnTo>
                    <a:lnTo>
                      <a:pt x="32" y="23"/>
                    </a:lnTo>
                    <a:lnTo>
                      <a:pt x="37" y="24"/>
                    </a:lnTo>
                    <a:lnTo>
                      <a:pt x="43" y="25"/>
                    </a:lnTo>
                    <a:lnTo>
                      <a:pt x="49" y="25"/>
                    </a:lnTo>
                    <a:lnTo>
                      <a:pt x="54" y="26"/>
                    </a:lnTo>
                    <a:lnTo>
                      <a:pt x="60" y="25"/>
                    </a:lnTo>
                    <a:lnTo>
                      <a:pt x="66" y="25"/>
                    </a:lnTo>
                    <a:lnTo>
                      <a:pt x="73" y="24"/>
                    </a:lnTo>
                    <a:lnTo>
                      <a:pt x="79" y="23"/>
                    </a:lnTo>
                    <a:lnTo>
                      <a:pt x="85" y="20"/>
                    </a:lnTo>
                    <a:lnTo>
                      <a:pt x="82" y="18"/>
                    </a:lnTo>
                    <a:lnTo>
                      <a:pt x="88" y="18"/>
                    </a:lnTo>
                    <a:lnTo>
                      <a:pt x="88" y="13"/>
                    </a:lnTo>
                    <a:lnTo>
                      <a:pt x="84" y="14"/>
                    </a:lnTo>
                    <a:lnTo>
                      <a:pt x="88" y="18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426"/>
              <p:cNvSpPr>
                <a:spLocks/>
              </p:cNvSpPr>
              <p:nvPr/>
            </p:nvSpPr>
            <p:spPr bwMode="auto">
              <a:xfrm>
                <a:off x="768" y="2490"/>
                <a:ext cx="34" cy="29"/>
              </a:xfrm>
              <a:custGeom>
                <a:avLst/>
                <a:gdLst>
                  <a:gd name="T0" fmla="*/ 135 w 135"/>
                  <a:gd name="T1" fmla="*/ 106 h 113"/>
                  <a:gd name="T2" fmla="*/ 135 w 135"/>
                  <a:gd name="T3" fmla="*/ 106 h 113"/>
                  <a:gd name="T4" fmla="*/ 122 w 135"/>
                  <a:gd name="T5" fmla="*/ 103 h 113"/>
                  <a:gd name="T6" fmla="*/ 110 w 135"/>
                  <a:gd name="T7" fmla="*/ 98 h 113"/>
                  <a:gd name="T8" fmla="*/ 98 w 135"/>
                  <a:gd name="T9" fmla="*/ 94 h 113"/>
                  <a:gd name="T10" fmla="*/ 86 w 135"/>
                  <a:gd name="T11" fmla="*/ 89 h 113"/>
                  <a:gd name="T12" fmla="*/ 75 w 135"/>
                  <a:gd name="T13" fmla="*/ 83 h 113"/>
                  <a:gd name="T14" fmla="*/ 65 w 135"/>
                  <a:gd name="T15" fmla="*/ 77 h 113"/>
                  <a:gd name="T16" fmla="*/ 55 w 135"/>
                  <a:gd name="T17" fmla="*/ 71 h 113"/>
                  <a:gd name="T18" fmla="*/ 46 w 135"/>
                  <a:gd name="T19" fmla="*/ 65 h 113"/>
                  <a:gd name="T20" fmla="*/ 37 w 135"/>
                  <a:gd name="T21" fmla="*/ 58 h 113"/>
                  <a:gd name="T22" fmla="*/ 29 w 135"/>
                  <a:gd name="T23" fmla="*/ 51 h 113"/>
                  <a:gd name="T24" fmla="*/ 23 w 135"/>
                  <a:gd name="T25" fmla="*/ 43 h 113"/>
                  <a:gd name="T26" fmla="*/ 16 w 135"/>
                  <a:gd name="T27" fmla="*/ 35 h 113"/>
                  <a:gd name="T28" fmla="*/ 12 w 135"/>
                  <a:gd name="T29" fmla="*/ 26 h 113"/>
                  <a:gd name="T30" fmla="*/ 9 w 135"/>
                  <a:gd name="T31" fmla="*/ 18 h 113"/>
                  <a:gd name="T32" fmla="*/ 7 w 135"/>
                  <a:gd name="T33" fmla="*/ 9 h 113"/>
                  <a:gd name="T34" fmla="*/ 6 w 135"/>
                  <a:gd name="T35" fmla="*/ 0 h 113"/>
                  <a:gd name="T36" fmla="*/ 0 w 135"/>
                  <a:gd name="T37" fmla="*/ 0 h 113"/>
                  <a:gd name="T38" fmla="*/ 1 w 135"/>
                  <a:gd name="T39" fmla="*/ 9 h 113"/>
                  <a:gd name="T40" fmla="*/ 3 w 135"/>
                  <a:gd name="T41" fmla="*/ 20 h 113"/>
                  <a:gd name="T42" fmla="*/ 7 w 135"/>
                  <a:gd name="T43" fmla="*/ 29 h 113"/>
                  <a:gd name="T44" fmla="*/ 12 w 135"/>
                  <a:gd name="T45" fmla="*/ 39 h 113"/>
                  <a:gd name="T46" fmla="*/ 18 w 135"/>
                  <a:gd name="T47" fmla="*/ 47 h 113"/>
                  <a:gd name="T48" fmla="*/ 25 w 135"/>
                  <a:gd name="T49" fmla="*/ 56 h 113"/>
                  <a:gd name="T50" fmla="*/ 33 w 135"/>
                  <a:gd name="T51" fmla="*/ 63 h 113"/>
                  <a:gd name="T52" fmla="*/ 42 w 135"/>
                  <a:gd name="T53" fmla="*/ 70 h 113"/>
                  <a:gd name="T54" fmla="*/ 52 w 135"/>
                  <a:gd name="T55" fmla="*/ 76 h 113"/>
                  <a:gd name="T56" fmla="*/ 63 w 135"/>
                  <a:gd name="T57" fmla="*/ 82 h 113"/>
                  <a:gd name="T58" fmla="*/ 72 w 135"/>
                  <a:gd name="T59" fmla="*/ 88 h 113"/>
                  <a:gd name="T60" fmla="*/ 84 w 135"/>
                  <a:gd name="T61" fmla="*/ 94 h 113"/>
                  <a:gd name="T62" fmla="*/ 95 w 135"/>
                  <a:gd name="T63" fmla="*/ 99 h 113"/>
                  <a:gd name="T64" fmla="*/ 109 w 135"/>
                  <a:gd name="T65" fmla="*/ 104 h 113"/>
                  <a:gd name="T66" fmla="*/ 121 w 135"/>
                  <a:gd name="T67" fmla="*/ 109 h 113"/>
                  <a:gd name="T68" fmla="*/ 133 w 135"/>
                  <a:gd name="T69" fmla="*/ 113 h 113"/>
                  <a:gd name="T70" fmla="*/ 133 w 135"/>
                  <a:gd name="T71" fmla="*/ 113 h 113"/>
                  <a:gd name="T72" fmla="*/ 135 w 135"/>
                  <a:gd name="T73" fmla="*/ 106 h 11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5"/>
                  <a:gd name="T112" fmla="*/ 0 h 113"/>
                  <a:gd name="T113" fmla="*/ 135 w 135"/>
                  <a:gd name="T114" fmla="*/ 113 h 11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5" h="113">
                    <a:moveTo>
                      <a:pt x="135" y="106"/>
                    </a:moveTo>
                    <a:lnTo>
                      <a:pt x="135" y="106"/>
                    </a:lnTo>
                    <a:lnTo>
                      <a:pt x="122" y="103"/>
                    </a:lnTo>
                    <a:lnTo>
                      <a:pt x="110" y="98"/>
                    </a:lnTo>
                    <a:lnTo>
                      <a:pt x="98" y="94"/>
                    </a:lnTo>
                    <a:lnTo>
                      <a:pt x="86" y="89"/>
                    </a:lnTo>
                    <a:lnTo>
                      <a:pt x="75" y="83"/>
                    </a:lnTo>
                    <a:lnTo>
                      <a:pt x="65" y="77"/>
                    </a:lnTo>
                    <a:lnTo>
                      <a:pt x="55" y="71"/>
                    </a:lnTo>
                    <a:lnTo>
                      <a:pt x="46" y="65"/>
                    </a:lnTo>
                    <a:lnTo>
                      <a:pt x="37" y="58"/>
                    </a:lnTo>
                    <a:lnTo>
                      <a:pt x="29" y="51"/>
                    </a:lnTo>
                    <a:lnTo>
                      <a:pt x="23" y="43"/>
                    </a:lnTo>
                    <a:lnTo>
                      <a:pt x="16" y="35"/>
                    </a:lnTo>
                    <a:lnTo>
                      <a:pt x="12" y="26"/>
                    </a:lnTo>
                    <a:lnTo>
                      <a:pt x="9" y="18"/>
                    </a:lnTo>
                    <a:lnTo>
                      <a:pt x="7" y="9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1" y="9"/>
                    </a:lnTo>
                    <a:lnTo>
                      <a:pt x="3" y="20"/>
                    </a:lnTo>
                    <a:lnTo>
                      <a:pt x="7" y="29"/>
                    </a:lnTo>
                    <a:lnTo>
                      <a:pt x="12" y="39"/>
                    </a:lnTo>
                    <a:lnTo>
                      <a:pt x="18" y="47"/>
                    </a:lnTo>
                    <a:lnTo>
                      <a:pt x="25" y="56"/>
                    </a:lnTo>
                    <a:lnTo>
                      <a:pt x="33" y="63"/>
                    </a:lnTo>
                    <a:lnTo>
                      <a:pt x="42" y="70"/>
                    </a:lnTo>
                    <a:lnTo>
                      <a:pt x="52" y="76"/>
                    </a:lnTo>
                    <a:lnTo>
                      <a:pt x="63" y="82"/>
                    </a:lnTo>
                    <a:lnTo>
                      <a:pt x="72" y="88"/>
                    </a:lnTo>
                    <a:lnTo>
                      <a:pt x="84" y="94"/>
                    </a:lnTo>
                    <a:lnTo>
                      <a:pt x="95" y="99"/>
                    </a:lnTo>
                    <a:lnTo>
                      <a:pt x="109" y="104"/>
                    </a:lnTo>
                    <a:lnTo>
                      <a:pt x="121" y="109"/>
                    </a:lnTo>
                    <a:lnTo>
                      <a:pt x="133" y="113"/>
                    </a:lnTo>
                    <a:lnTo>
                      <a:pt x="135" y="10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427"/>
              <p:cNvSpPr>
                <a:spLocks/>
              </p:cNvSpPr>
              <p:nvPr/>
            </p:nvSpPr>
            <p:spPr bwMode="auto">
              <a:xfrm>
                <a:off x="802" y="2482"/>
                <a:ext cx="113" cy="43"/>
              </a:xfrm>
              <a:custGeom>
                <a:avLst/>
                <a:gdLst>
                  <a:gd name="T0" fmla="*/ 440 w 452"/>
                  <a:gd name="T1" fmla="*/ 7 h 171"/>
                  <a:gd name="T2" fmla="*/ 423 w 452"/>
                  <a:gd name="T3" fmla="*/ 23 h 171"/>
                  <a:gd name="T4" fmla="*/ 406 w 452"/>
                  <a:gd name="T5" fmla="*/ 40 h 171"/>
                  <a:gd name="T6" fmla="*/ 389 w 452"/>
                  <a:gd name="T7" fmla="*/ 58 h 171"/>
                  <a:gd name="T8" fmla="*/ 371 w 452"/>
                  <a:gd name="T9" fmla="*/ 76 h 171"/>
                  <a:gd name="T10" fmla="*/ 352 w 452"/>
                  <a:gd name="T11" fmla="*/ 93 h 171"/>
                  <a:gd name="T12" fmla="*/ 331 w 452"/>
                  <a:gd name="T13" fmla="*/ 109 h 171"/>
                  <a:gd name="T14" fmla="*/ 308 w 452"/>
                  <a:gd name="T15" fmla="*/ 125 h 171"/>
                  <a:gd name="T16" fmla="*/ 284 w 452"/>
                  <a:gd name="T17" fmla="*/ 138 h 171"/>
                  <a:gd name="T18" fmla="*/ 257 w 452"/>
                  <a:gd name="T19" fmla="*/ 149 h 171"/>
                  <a:gd name="T20" fmla="*/ 228 w 452"/>
                  <a:gd name="T21" fmla="*/ 158 h 171"/>
                  <a:gd name="T22" fmla="*/ 195 w 452"/>
                  <a:gd name="T23" fmla="*/ 164 h 171"/>
                  <a:gd name="T24" fmla="*/ 159 w 452"/>
                  <a:gd name="T25" fmla="*/ 166 h 171"/>
                  <a:gd name="T26" fmla="*/ 119 w 452"/>
                  <a:gd name="T27" fmla="*/ 164 h 171"/>
                  <a:gd name="T28" fmla="*/ 75 w 452"/>
                  <a:gd name="T29" fmla="*/ 158 h 171"/>
                  <a:gd name="T30" fmla="*/ 28 w 452"/>
                  <a:gd name="T31" fmla="*/ 147 h 171"/>
                  <a:gd name="T32" fmla="*/ 0 w 452"/>
                  <a:gd name="T33" fmla="*/ 146 h 171"/>
                  <a:gd name="T34" fmla="*/ 51 w 452"/>
                  <a:gd name="T35" fmla="*/ 159 h 171"/>
                  <a:gd name="T36" fmla="*/ 97 w 452"/>
                  <a:gd name="T37" fmla="*/ 167 h 171"/>
                  <a:gd name="T38" fmla="*/ 139 w 452"/>
                  <a:gd name="T39" fmla="*/ 171 h 171"/>
                  <a:gd name="T40" fmla="*/ 177 w 452"/>
                  <a:gd name="T41" fmla="*/ 171 h 171"/>
                  <a:gd name="T42" fmla="*/ 212 w 452"/>
                  <a:gd name="T43" fmla="*/ 167 h 171"/>
                  <a:gd name="T44" fmla="*/ 245 w 452"/>
                  <a:gd name="T45" fmla="*/ 160 h 171"/>
                  <a:gd name="T46" fmla="*/ 273 w 452"/>
                  <a:gd name="T47" fmla="*/ 149 h 171"/>
                  <a:gd name="T48" fmla="*/ 300 w 452"/>
                  <a:gd name="T49" fmla="*/ 137 h 171"/>
                  <a:gd name="T50" fmla="*/ 324 w 452"/>
                  <a:gd name="T51" fmla="*/ 122 h 171"/>
                  <a:gd name="T52" fmla="*/ 346 w 452"/>
                  <a:gd name="T53" fmla="*/ 105 h 171"/>
                  <a:gd name="T54" fmla="*/ 366 w 452"/>
                  <a:gd name="T55" fmla="*/ 89 h 171"/>
                  <a:gd name="T56" fmla="*/ 384 w 452"/>
                  <a:gd name="T57" fmla="*/ 72 h 171"/>
                  <a:gd name="T58" fmla="*/ 403 w 452"/>
                  <a:gd name="T59" fmla="*/ 53 h 171"/>
                  <a:gd name="T60" fmla="*/ 418 w 452"/>
                  <a:gd name="T61" fmla="*/ 36 h 171"/>
                  <a:gd name="T62" fmla="*/ 435 w 452"/>
                  <a:gd name="T63" fmla="*/ 19 h 171"/>
                  <a:gd name="T64" fmla="*/ 452 w 452"/>
                  <a:gd name="T65" fmla="*/ 4 h 17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52"/>
                  <a:gd name="T100" fmla="*/ 0 h 171"/>
                  <a:gd name="T101" fmla="*/ 452 w 452"/>
                  <a:gd name="T102" fmla="*/ 171 h 17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52" h="171">
                    <a:moveTo>
                      <a:pt x="448" y="0"/>
                    </a:moveTo>
                    <a:lnTo>
                      <a:pt x="440" y="7"/>
                    </a:lnTo>
                    <a:lnTo>
                      <a:pt x="432" y="15"/>
                    </a:lnTo>
                    <a:lnTo>
                      <a:pt x="423" y="23"/>
                    </a:lnTo>
                    <a:lnTo>
                      <a:pt x="415" y="32"/>
                    </a:lnTo>
                    <a:lnTo>
                      <a:pt x="406" y="40"/>
                    </a:lnTo>
                    <a:lnTo>
                      <a:pt x="398" y="50"/>
                    </a:lnTo>
                    <a:lnTo>
                      <a:pt x="389" y="58"/>
                    </a:lnTo>
                    <a:lnTo>
                      <a:pt x="381" y="67"/>
                    </a:lnTo>
                    <a:lnTo>
                      <a:pt x="371" y="76"/>
                    </a:lnTo>
                    <a:lnTo>
                      <a:pt x="361" y="85"/>
                    </a:lnTo>
                    <a:lnTo>
                      <a:pt x="352" y="93"/>
                    </a:lnTo>
                    <a:lnTo>
                      <a:pt x="342" y="102"/>
                    </a:lnTo>
                    <a:lnTo>
                      <a:pt x="331" y="109"/>
                    </a:lnTo>
                    <a:lnTo>
                      <a:pt x="320" y="118"/>
                    </a:lnTo>
                    <a:lnTo>
                      <a:pt x="308" y="125"/>
                    </a:lnTo>
                    <a:lnTo>
                      <a:pt x="297" y="132"/>
                    </a:lnTo>
                    <a:lnTo>
                      <a:pt x="284" y="138"/>
                    </a:lnTo>
                    <a:lnTo>
                      <a:pt x="270" y="144"/>
                    </a:lnTo>
                    <a:lnTo>
                      <a:pt x="257" y="149"/>
                    </a:lnTo>
                    <a:lnTo>
                      <a:pt x="243" y="154"/>
                    </a:lnTo>
                    <a:lnTo>
                      <a:pt x="228" y="158"/>
                    </a:lnTo>
                    <a:lnTo>
                      <a:pt x="212" y="161"/>
                    </a:lnTo>
                    <a:lnTo>
                      <a:pt x="195" y="164"/>
                    </a:lnTo>
                    <a:lnTo>
                      <a:pt x="177" y="165"/>
                    </a:lnTo>
                    <a:lnTo>
                      <a:pt x="159" y="166"/>
                    </a:lnTo>
                    <a:lnTo>
                      <a:pt x="139" y="165"/>
                    </a:lnTo>
                    <a:lnTo>
                      <a:pt x="119" y="164"/>
                    </a:lnTo>
                    <a:lnTo>
                      <a:pt x="98" y="161"/>
                    </a:lnTo>
                    <a:lnTo>
                      <a:pt x="75" y="158"/>
                    </a:lnTo>
                    <a:lnTo>
                      <a:pt x="52" y="153"/>
                    </a:lnTo>
                    <a:lnTo>
                      <a:pt x="28" y="147"/>
                    </a:lnTo>
                    <a:lnTo>
                      <a:pt x="2" y="139"/>
                    </a:lnTo>
                    <a:lnTo>
                      <a:pt x="0" y="146"/>
                    </a:lnTo>
                    <a:lnTo>
                      <a:pt x="27" y="153"/>
                    </a:lnTo>
                    <a:lnTo>
                      <a:pt x="51" y="159"/>
                    </a:lnTo>
                    <a:lnTo>
                      <a:pt x="75" y="164"/>
                    </a:lnTo>
                    <a:lnTo>
                      <a:pt x="97" y="167"/>
                    </a:lnTo>
                    <a:lnTo>
                      <a:pt x="119" y="170"/>
                    </a:lnTo>
                    <a:lnTo>
                      <a:pt x="139" y="171"/>
                    </a:lnTo>
                    <a:lnTo>
                      <a:pt x="159" y="171"/>
                    </a:lnTo>
                    <a:lnTo>
                      <a:pt x="177" y="171"/>
                    </a:lnTo>
                    <a:lnTo>
                      <a:pt x="195" y="170"/>
                    </a:lnTo>
                    <a:lnTo>
                      <a:pt x="212" y="167"/>
                    </a:lnTo>
                    <a:lnTo>
                      <a:pt x="229" y="164"/>
                    </a:lnTo>
                    <a:lnTo>
                      <a:pt x="245" y="160"/>
                    </a:lnTo>
                    <a:lnTo>
                      <a:pt x="260" y="155"/>
                    </a:lnTo>
                    <a:lnTo>
                      <a:pt x="273" y="149"/>
                    </a:lnTo>
                    <a:lnTo>
                      <a:pt x="286" y="143"/>
                    </a:lnTo>
                    <a:lnTo>
                      <a:pt x="300" y="137"/>
                    </a:lnTo>
                    <a:lnTo>
                      <a:pt x="312" y="130"/>
                    </a:lnTo>
                    <a:lnTo>
                      <a:pt x="324" y="122"/>
                    </a:lnTo>
                    <a:lnTo>
                      <a:pt x="335" y="114"/>
                    </a:lnTo>
                    <a:lnTo>
                      <a:pt x="346" y="105"/>
                    </a:lnTo>
                    <a:lnTo>
                      <a:pt x="355" y="97"/>
                    </a:lnTo>
                    <a:lnTo>
                      <a:pt x="366" y="89"/>
                    </a:lnTo>
                    <a:lnTo>
                      <a:pt x="375" y="80"/>
                    </a:lnTo>
                    <a:lnTo>
                      <a:pt x="384" y="72"/>
                    </a:lnTo>
                    <a:lnTo>
                      <a:pt x="393" y="62"/>
                    </a:lnTo>
                    <a:lnTo>
                      <a:pt x="403" y="53"/>
                    </a:lnTo>
                    <a:lnTo>
                      <a:pt x="411" y="45"/>
                    </a:lnTo>
                    <a:lnTo>
                      <a:pt x="418" y="36"/>
                    </a:lnTo>
                    <a:lnTo>
                      <a:pt x="427" y="27"/>
                    </a:lnTo>
                    <a:lnTo>
                      <a:pt x="435" y="19"/>
                    </a:lnTo>
                    <a:lnTo>
                      <a:pt x="444" y="11"/>
                    </a:lnTo>
                    <a:lnTo>
                      <a:pt x="452" y="4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428"/>
              <p:cNvSpPr>
                <a:spLocks/>
              </p:cNvSpPr>
              <p:nvPr/>
            </p:nvSpPr>
            <p:spPr bwMode="auto">
              <a:xfrm>
                <a:off x="667" y="2365"/>
                <a:ext cx="118" cy="54"/>
              </a:xfrm>
              <a:custGeom>
                <a:avLst/>
                <a:gdLst>
                  <a:gd name="T0" fmla="*/ 442 w 473"/>
                  <a:gd name="T1" fmla="*/ 12 h 217"/>
                  <a:gd name="T2" fmla="*/ 413 w 473"/>
                  <a:gd name="T3" fmla="*/ 9 h 217"/>
                  <a:gd name="T4" fmla="*/ 385 w 473"/>
                  <a:gd name="T5" fmla="*/ 7 h 217"/>
                  <a:gd name="T6" fmla="*/ 357 w 473"/>
                  <a:gd name="T7" fmla="*/ 4 h 217"/>
                  <a:gd name="T8" fmla="*/ 330 w 473"/>
                  <a:gd name="T9" fmla="*/ 2 h 217"/>
                  <a:gd name="T10" fmla="*/ 304 w 473"/>
                  <a:gd name="T11" fmla="*/ 1 h 217"/>
                  <a:gd name="T12" fmla="*/ 278 w 473"/>
                  <a:gd name="T13" fmla="*/ 0 h 217"/>
                  <a:gd name="T14" fmla="*/ 251 w 473"/>
                  <a:gd name="T15" fmla="*/ 0 h 217"/>
                  <a:gd name="T16" fmla="*/ 226 w 473"/>
                  <a:gd name="T17" fmla="*/ 0 h 217"/>
                  <a:gd name="T18" fmla="*/ 201 w 473"/>
                  <a:gd name="T19" fmla="*/ 2 h 217"/>
                  <a:gd name="T20" fmla="*/ 175 w 473"/>
                  <a:gd name="T21" fmla="*/ 4 h 217"/>
                  <a:gd name="T22" fmla="*/ 148 w 473"/>
                  <a:gd name="T23" fmla="*/ 7 h 217"/>
                  <a:gd name="T24" fmla="*/ 123 w 473"/>
                  <a:gd name="T25" fmla="*/ 12 h 217"/>
                  <a:gd name="T26" fmla="*/ 96 w 473"/>
                  <a:gd name="T27" fmla="*/ 18 h 217"/>
                  <a:gd name="T28" fmla="*/ 68 w 473"/>
                  <a:gd name="T29" fmla="*/ 25 h 217"/>
                  <a:gd name="T30" fmla="*/ 40 w 473"/>
                  <a:gd name="T31" fmla="*/ 34 h 217"/>
                  <a:gd name="T32" fmla="*/ 21 w 473"/>
                  <a:gd name="T33" fmla="*/ 42 h 217"/>
                  <a:gd name="T34" fmla="*/ 11 w 473"/>
                  <a:gd name="T35" fmla="*/ 59 h 217"/>
                  <a:gd name="T36" fmla="*/ 5 w 473"/>
                  <a:gd name="T37" fmla="*/ 82 h 217"/>
                  <a:gd name="T38" fmla="*/ 2 w 473"/>
                  <a:gd name="T39" fmla="*/ 111 h 217"/>
                  <a:gd name="T40" fmla="*/ 0 w 473"/>
                  <a:gd name="T41" fmla="*/ 140 h 217"/>
                  <a:gd name="T42" fmla="*/ 4 w 473"/>
                  <a:gd name="T43" fmla="*/ 168 h 217"/>
                  <a:gd name="T44" fmla="*/ 12 w 473"/>
                  <a:gd name="T45" fmla="*/ 189 h 217"/>
                  <a:gd name="T46" fmla="*/ 25 w 473"/>
                  <a:gd name="T47" fmla="*/ 201 h 217"/>
                  <a:gd name="T48" fmla="*/ 48 w 473"/>
                  <a:gd name="T49" fmla="*/ 201 h 217"/>
                  <a:gd name="T50" fmla="*/ 73 w 473"/>
                  <a:gd name="T51" fmla="*/ 201 h 217"/>
                  <a:gd name="T52" fmla="*/ 95 w 473"/>
                  <a:gd name="T53" fmla="*/ 200 h 217"/>
                  <a:gd name="T54" fmla="*/ 113 w 473"/>
                  <a:gd name="T55" fmla="*/ 201 h 217"/>
                  <a:gd name="T56" fmla="*/ 130 w 473"/>
                  <a:gd name="T57" fmla="*/ 202 h 217"/>
                  <a:gd name="T58" fmla="*/ 145 w 473"/>
                  <a:gd name="T59" fmla="*/ 203 h 217"/>
                  <a:gd name="T60" fmla="*/ 158 w 473"/>
                  <a:gd name="T61" fmla="*/ 204 h 217"/>
                  <a:gd name="T62" fmla="*/ 173 w 473"/>
                  <a:gd name="T63" fmla="*/ 207 h 217"/>
                  <a:gd name="T64" fmla="*/ 188 w 473"/>
                  <a:gd name="T65" fmla="*/ 208 h 217"/>
                  <a:gd name="T66" fmla="*/ 205 w 473"/>
                  <a:gd name="T67" fmla="*/ 211 h 217"/>
                  <a:gd name="T68" fmla="*/ 226 w 473"/>
                  <a:gd name="T69" fmla="*/ 213 h 217"/>
                  <a:gd name="T70" fmla="*/ 251 w 473"/>
                  <a:gd name="T71" fmla="*/ 214 h 217"/>
                  <a:gd name="T72" fmla="*/ 281 w 473"/>
                  <a:gd name="T73" fmla="*/ 215 h 217"/>
                  <a:gd name="T74" fmla="*/ 316 w 473"/>
                  <a:gd name="T75" fmla="*/ 217 h 217"/>
                  <a:gd name="T76" fmla="*/ 358 w 473"/>
                  <a:gd name="T77" fmla="*/ 217 h 217"/>
                  <a:gd name="T78" fmla="*/ 408 w 473"/>
                  <a:gd name="T79" fmla="*/ 217 h 217"/>
                  <a:gd name="T80" fmla="*/ 444 w 473"/>
                  <a:gd name="T81" fmla="*/ 214 h 217"/>
                  <a:gd name="T82" fmla="*/ 459 w 473"/>
                  <a:gd name="T83" fmla="*/ 203 h 217"/>
                  <a:gd name="T84" fmla="*/ 469 w 473"/>
                  <a:gd name="T85" fmla="*/ 183 h 217"/>
                  <a:gd name="T86" fmla="*/ 473 w 473"/>
                  <a:gd name="T87" fmla="*/ 155 h 217"/>
                  <a:gd name="T88" fmla="*/ 473 w 473"/>
                  <a:gd name="T89" fmla="*/ 123 h 217"/>
                  <a:gd name="T90" fmla="*/ 471 w 473"/>
                  <a:gd name="T91" fmla="*/ 90 h 217"/>
                  <a:gd name="T92" fmla="*/ 467 w 473"/>
                  <a:gd name="T93" fmla="*/ 58 h 217"/>
                  <a:gd name="T94" fmla="*/ 461 w 473"/>
                  <a:gd name="T95" fmla="*/ 27 h 21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73"/>
                  <a:gd name="T145" fmla="*/ 0 h 217"/>
                  <a:gd name="T146" fmla="*/ 473 w 473"/>
                  <a:gd name="T147" fmla="*/ 217 h 21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73" h="217">
                    <a:moveTo>
                      <a:pt x="458" y="14"/>
                    </a:moveTo>
                    <a:lnTo>
                      <a:pt x="442" y="12"/>
                    </a:lnTo>
                    <a:lnTo>
                      <a:pt x="427" y="10"/>
                    </a:lnTo>
                    <a:lnTo>
                      <a:pt x="413" y="9"/>
                    </a:lnTo>
                    <a:lnTo>
                      <a:pt x="398" y="8"/>
                    </a:lnTo>
                    <a:lnTo>
                      <a:pt x="385" y="7"/>
                    </a:lnTo>
                    <a:lnTo>
                      <a:pt x="370" y="6"/>
                    </a:lnTo>
                    <a:lnTo>
                      <a:pt x="357" y="4"/>
                    </a:lnTo>
                    <a:lnTo>
                      <a:pt x="344" y="3"/>
                    </a:lnTo>
                    <a:lnTo>
                      <a:pt x="330" y="2"/>
                    </a:lnTo>
                    <a:lnTo>
                      <a:pt x="317" y="1"/>
                    </a:lnTo>
                    <a:lnTo>
                      <a:pt x="304" y="1"/>
                    </a:lnTo>
                    <a:lnTo>
                      <a:pt x="290" y="0"/>
                    </a:lnTo>
                    <a:lnTo>
                      <a:pt x="278" y="0"/>
                    </a:lnTo>
                    <a:lnTo>
                      <a:pt x="265" y="0"/>
                    </a:lnTo>
                    <a:lnTo>
                      <a:pt x="251" y="0"/>
                    </a:lnTo>
                    <a:lnTo>
                      <a:pt x="239" y="0"/>
                    </a:lnTo>
                    <a:lnTo>
                      <a:pt x="226" y="0"/>
                    </a:lnTo>
                    <a:lnTo>
                      <a:pt x="213" y="1"/>
                    </a:lnTo>
                    <a:lnTo>
                      <a:pt x="201" y="2"/>
                    </a:lnTo>
                    <a:lnTo>
                      <a:pt x="187" y="3"/>
                    </a:lnTo>
                    <a:lnTo>
                      <a:pt x="175" y="4"/>
                    </a:lnTo>
                    <a:lnTo>
                      <a:pt x="162" y="6"/>
                    </a:lnTo>
                    <a:lnTo>
                      <a:pt x="148" y="7"/>
                    </a:lnTo>
                    <a:lnTo>
                      <a:pt x="136" y="9"/>
                    </a:lnTo>
                    <a:lnTo>
                      <a:pt x="123" y="12"/>
                    </a:lnTo>
                    <a:lnTo>
                      <a:pt x="110" y="15"/>
                    </a:lnTo>
                    <a:lnTo>
                      <a:pt x="96" y="18"/>
                    </a:lnTo>
                    <a:lnTo>
                      <a:pt x="83" y="21"/>
                    </a:lnTo>
                    <a:lnTo>
                      <a:pt x="68" y="25"/>
                    </a:lnTo>
                    <a:lnTo>
                      <a:pt x="55" y="30"/>
                    </a:lnTo>
                    <a:lnTo>
                      <a:pt x="40" y="34"/>
                    </a:lnTo>
                    <a:lnTo>
                      <a:pt x="27" y="38"/>
                    </a:lnTo>
                    <a:lnTo>
                      <a:pt x="21" y="42"/>
                    </a:lnTo>
                    <a:lnTo>
                      <a:pt x="16" y="49"/>
                    </a:lnTo>
                    <a:lnTo>
                      <a:pt x="11" y="59"/>
                    </a:lnTo>
                    <a:lnTo>
                      <a:pt x="8" y="70"/>
                    </a:lnTo>
                    <a:lnTo>
                      <a:pt x="5" y="82"/>
                    </a:lnTo>
                    <a:lnTo>
                      <a:pt x="3" y="97"/>
                    </a:lnTo>
                    <a:lnTo>
                      <a:pt x="2" y="111"/>
                    </a:lnTo>
                    <a:lnTo>
                      <a:pt x="0" y="126"/>
                    </a:lnTo>
                    <a:lnTo>
                      <a:pt x="0" y="140"/>
                    </a:lnTo>
                    <a:lnTo>
                      <a:pt x="2" y="155"/>
                    </a:lnTo>
                    <a:lnTo>
                      <a:pt x="4" y="168"/>
                    </a:lnTo>
                    <a:lnTo>
                      <a:pt x="8" y="179"/>
                    </a:lnTo>
                    <a:lnTo>
                      <a:pt x="12" y="189"/>
                    </a:lnTo>
                    <a:lnTo>
                      <a:pt x="17" y="196"/>
                    </a:lnTo>
                    <a:lnTo>
                      <a:pt x="25" y="201"/>
                    </a:lnTo>
                    <a:lnTo>
                      <a:pt x="32" y="202"/>
                    </a:lnTo>
                    <a:lnTo>
                      <a:pt x="48" y="201"/>
                    </a:lnTo>
                    <a:lnTo>
                      <a:pt x="61" y="201"/>
                    </a:lnTo>
                    <a:lnTo>
                      <a:pt x="73" y="201"/>
                    </a:lnTo>
                    <a:lnTo>
                      <a:pt x="84" y="200"/>
                    </a:lnTo>
                    <a:lnTo>
                      <a:pt x="95" y="200"/>
                    </a:lnTo>
                    <a:lnTo>
                      <a:pt x="105" y="200"/>
                    </a:lnTo>
                    <a:lnTo>
                      <a:pt x="113" y="201"/>
                    </a:lnTo>
                    <a:lnTo>
                      <a:pt x="122" y="201"/>
                    </a:lnTo>
                    <a:lnTo>
                      <a:pt x="130" y="202"/>
                    </a:lnTo>
                    <a:lnTo>
                      <a:pt x="137" y="202"/>
                    </a:lnTo>
                    <a:lnTo>
                      <a:pt x="145" y="203"/>
                    </a:lnTo>
                    <a:lnTo>
                      <a:pt x="151" y="203"/>
                    </a:lnTo>
                    <a:lnTo>
                      <a:pt x="158" y="204"/>
                    </a:lnTo>
                    <a:lnTo>
                      <a:pt x="165" y="206"/>
                    </a:lnTo>
                    <a:lnTo>
                      <a:pt x="173" y="207"/>
                    </a:lnTo>
                    <a:lnTo>
                      <a:pt x="180" y="207"/>
                    </a:lnTo>
                    <a:lnTo>
                      <a:pt x="188" y="208"/>
                    </a:lnTo>
                    <a:lnTo>
                      <a:pt x="197" y="209"/>
                    </a:lnTo>
                    <a:lnTo>
                      <a:pt x="205" y="211"/>
                    </a:lnTo>
                    <a:lnTo>
                      <a:pt x="215" y="212"/>
                    </a:lnTo>
                    <a:lnTo>
                      <a:pt x="226" y="213"/>
                    </a:lnTo>
                    <a:lnTo>
                      <a:pt x="238" y="213"/>
                    </a:lnTo>
                    <a:lnTo>
                      <a:pt x="251" y="214"/>
                    </a:lnTo>
                    <a:lnTo>
                      <a:pt x="265" y="215"/>
                    </a:lnTo>
                    <a:lnTo>
                      <a:pt x="281" y="215"/>
                    </a:lnTo>
                    <a:lnTo>
                      <a:pt x="298" y="217"/>
                    </a:lnTo>
                    <a:lnTo>
                      <a:pt x="316" y="217"/>
                    </a:lnTo>
                    <a:lnTo>
                      <a:pt x="336" y="217"/>
                    </a:lnTo>
                    <a:lnTo>
                      <a:pt x="358" y="217"/>
                    </a:lnTo>
                    <a:lnTo>
                      <a:pt x="381" y="217"/>
                    </a:lnTo>
                    <a:lnTo>
                      <a:pt x="408" y="217"/>
                    </a:lnTo>
                    <a:lnTo>
                      <a:pt x="436" y="217"/>
                    </a:lnTo>
                    <a:lnTo>
                      <a:pt x="444" y="214"/>
                    </a:lnTo>
                    <a:lnTo>
                      <a:pt x="453" y="209"/>
                    </a:lnTo>
                    <a:lnTo>
                      <a:pt x="459" y="203"/>
                    </a:lnTo>
                    <a:lnTo>
                      <a:pt x="465" y="194"/>
                    </a:lnTo>
                    <a:lnTo>
                      <a:pt x="469" y="183"/>
                    </a:lnTo>
                    <a:lnTo>
                      <a:pt x="471" y="169"/>
                    </a:lnTo>
                    <a:lnTo>
                      <a:pt x="473" y="155"/>
                    </a:lnTo>
                    <a:lnTo>
                      <a:pt x="473" y="140"/>
                    </a:lnTo>
                    <a:lnTo>
                      <a:pt x="473" y="123"/>
                    </a:lnTo>
                    <a:lnTo>
                      <a:pt x="473" y="107"/>
                    </a:lnTo>
                    <a:lnTo>
                      <a:pt x="471" y="90"/>
                    </a:lnTo>
                    <a:lnTo>
                      <a:pt x="470" y="74"/>
                    </a:lnTo>
                    <a:lnTo>
                      <a:pt x="467" y="58"/>
                    </a:lnTo>
                    <a:lnTo>
                      <a:pt x="464" y="42"/>
                    </a:lnTo>
                    <a:lnTo>
                      <a:pt x="461" y="27"/>
                    </a:lnTo>
                    <a:lnTo>
                      <a:pt x="458" y="14"/>
                    </a:lnTo>
                    <a:close/>
                  </a:path>
                </a:pathLst>
              </a:custGeom>
              <a:solidFill>
                <a:srgbClr val="4C4C4C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429"/>
              <p:cNvSpPr>
                <a:spLocks/>
              </p:cNvSpPr>
              <p:nvPr/>
            </p:nvSpPr>
            <p:spPr bwMode="auto">
              <a:xfrm>
                <a:off x="673" y="2364"/>
                <a:ext cx="108" cy="11"/>
              </a:xfrm>
              <a:custGeom>
                <a:avLst/>
                <a:gdLst>
                  <a:gd name="T0" fmla="*/ 2 w 432"/>
                  <a:gd name="T1" fmla="*/ 45 h 45"/>
                  <a:gd name="T2" fmla="*/ 30 w 432"/>
                  <a:gd name="T3" fmla="*/ 35 h 45"/>
                  <a:gd name="T4" fmla="*/ 57 w 432"/>
                  <a:gd name="T5" fmla="*/ 27 h 45"/>
                  <a:gd name="T6" fmla="*/ 84 w 432"/>
                  <a:gd name="T7" fmla="*/ 21 h 45"/>
                  <a:gd name="T8" fmla="*/ 110 w 432"/>
                  <a:gd name="T9" fmla="*/ 16 h 45"/>
                  <a:gd name="T10" fmla="*/ 136 w 432"/>
                  <a:gd name="T11" fmla="*/ 11 h 45"/>
                  <a:gd name="T12" fmla="*/ 161 w 432"/>
                  <a:gd name="T13" fmla="*/ 9 h 45"/>
                  <a:gd name="T14" fmla="*/ 187 w 432"/>
                  <a:gd name="T15" fmla="*/ 6 h 45"/>
                  <a:gd name="T16" fmla="*/ 213 w 432"/>
                  <a:gd name="T17" fmla="*/ 5 h 45"/>
                  <a:gd name="T18" fmla="*/ 239 w 432"/>
                  <a:gd name="T19" fmla="*/ 5 h 45"/>
                  <a:gd name="T20" fmla="*/ 264 w 432"/>
                  <a:gd name="T21" fmla="*/ 6 h 45"/>
                  <a:gd name="T22" fmla="*/ 291 w 432"/>
                  <a:gd name="T23" fmla="*/ 7 h 45"/>
                  <a:gd name="T24" fmla="*/ 316 w 432"/>
                  <a:gd name="T25" fmla="*/ 9 h 45"/>
                  <a:gd name="T26" fmla="*/ 344 w 432"/>
                  <a:gd name="T27" fmla="*/ 11 h 45"/>
                  <a:gd name="T28" fmla="*/ 372 w 432"/>
                  <a:gd name="T29" fmla="*/ 13 h 45"/>
                  <a:gd name="T30" fmla="*/ 401 w 432"/>
                  <a:gd name="T31" fmla="*/ 17 h 45"/>
                  <a:gd name="T32" fmla="*/ 430 w 432"/>
                  <a:gd name="T33" fmla="*/ 20 h 45"/>
                  <a:gd name="T34" fmla="*/ 417 w 432"/>
                  <a:gd name="T35" fmla="*/ 12 h 45"/>
                  <a:gd name="T36" fmla="*/ 388 w 432"/>
                  <a:gd name="T37" fmla="*/ 10 h 45"/>
                  <a:gd name="T38" fmla="*/ 359 w 432"/>
                  <a:gd name="T39" fmla="*/ 6 h 45"/>
                  <a:gd name="T40" fmla="*/ 331 w 432"/>
                  <a:gd name="T41" fmla="*/ 4 h 45"/>
                  <a:gd name="T42" fmla="*/ 304 w 432"/>
                  <a:gd name="T43" fmla="*/ 3 h 45"/>
                  <a:gd name="T44" fmla="*/ 278 w 432"/>
                  <a:gd name="T45" fmla="*/ 1 h 45"/>
                  <a:gd name="T46" fmla="*/ 252 w 432"/>
                  <a:gd name="T47" fmla="*/ 0 h 45"/>
                  <a:gd name="T48" fmla="*/ 225 w 432"/>
                  <a:gd name="T49" fmla="*/ 0 h 45"/>
                  <a:gd name="T50" fmla="*/ 200 w 432"/>
                  <a:gd name="T51" fmla="*/ 0 h 45"/>
                  <a:gd name="T52" fmla="*/ 173 w 432"/>
                  <a:gd name="T53" fmla="*/ 1 h 45"/>
                  <a:gd name="T54" fmla="*/ 148 w 432"/>
                  <a:gd name="T55" fmla="*/ 4 h 45"/>
                  <a:gd name="T56" fmla="*/ 122 w 432"/>
                  <a:gd name="T57" fmla="*/ 7 h 45"/>
                  <a:gd name="T58" fmla="*/ 96 w 432"/>
                  <a:gd name="T59" fmla="*/ 12 h 45"/>
                  <a:gd name="T60" fmla="*/ 69 w 432"/>
                  <a:gd name="T61" fmla="*/ 18 h 45"/>
                  <a:gd name="T62" fmla="*/ 42 w 432"/>
                  <a:gd name="T63" fmla="*/ 26 h 45"/>
                  <a:gd name="T64" fmla="*/ 14 w 432"/>
                  <a:gd name="T65" fmla="*/ 34 h 45"/>
                  <a:gd name="T66" fmla="*/ 0 w 432"/>
                  <a:gd name="T67" fmla="*/ 39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2"/>
                  <a:gd name="T103" fmla="*/ 0 h 45"/>
                  <a:gd name="T104" fmla="*/ 432 w 432"/>
                  <a:gd name="T105" fmla="*/ 45 h 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2" h="45">
                    <a:moveTo>
                      <a:pt x="2" y="45"/>
                    </a:moveTo>
                    <a:lnTo>
                      <a:pt x="2" y="45"/>
                    </a:lnTo>
                    <a:lnTo>
                      <a:pt x="16" y="40"/>
                    </a:lnTo>
                    <a:lnTo>
                      <a:pt x="30" y="35"/>
                    </a:lnTo>
                    <a:lnTo>
                      <a:pt x="44" y="30"/>
                    </a:lnTo>
                    <a:lnTo>
                      <a:pt x="57" y="27"/>
                    </a:lnTo>
                    <a:lnTo>
                      <a:pt x="70" y="23"/>
                    </a:lnTo>
                    <a:lnTo>
                      <a:pt x="84" y="21"/>
                    </a:lnTo>
                    <a:lnTo>
                      <a:pt x="97" y="18"/>
                    </a:lnTo>
                    <a:lnTo>
                      <a:pt x="110" y="16"/>
                    </a:lnTo>
                    <a:lnTo>
                      <a:pt x="124" y="13"/>
                    </a:lnTo>
                    <a:lnTo>
                      <a:pt x="136" y="11"/>
                    </a:lnTo>
                    <a:lnTo>
                      <a:pt x="149" y="10"/>
                    </a:lnTo>
                    <a:lnTo>
                      <a:pt x="161" y="9"/>
                    </a:lnTo>
                    <a:lnTo>
                      <a:pt x="175" y="7"/>
                    </a:lnTo>
                    <a:lnTo>
                      <a:pt x="187" y="6"/>
                    </a:lnTo>
                    <a:lnTo>
                      <a:pt x="200" y="6"/>
                    </a:lnTo>
                    <a:lnTo>
                      <a:pt x="213" y="5"/>
                    </a:lnTo>
                    <a:lnTo>
                      <a:pt x="225" y="5"/>
                    </a:lnTo>
                    <a:lnTo>
                      <a:pt x="239" y="5"/>
                    </a:lnTo>
                    <a:lnTo>
                      <a:pt x="252" y="6"/>
                    </a:lnTo>
                    <a:lnTo>
                      <a:pt x="264" y="6"/>
                    </a:lnTo>
                    <a:lnTo>
                      <a:pt x="278" y="6"/>
                    </a:lnTo>
                    <a:lnTo>
                      <a:pt x="291" y="7"/>
                    </a:lnTo>
                    <a:lnTo>
                      <a:pt x="304" y="7"/>
                    </a:lnTo>
                    <a:lnTo>
                      <a:pt x="316" y="9"/>
                    </a:lnTo>
                    <a:lnTo>
                      <a:pt x="331" y="10"/>
                    </a:lnTo>
                    <a:lnTo>
                      <a:pt x="344" y="11"/>
                    </a:lnTo>
                    <a:lnTo>
                      <a:pt x="358" y="12"/>
                    </a:lnTo>
                    <a:lnTo>
                      <a:pt x="372" y="13"/>
                    </a:lnTo>
                    <a:lnTo>
                      <a:pt x="387" y="15"/>
                    </a:lnTo>
                    <a:lnTo>
                      <a:pt x="401" y="17"/>
                    </a:lnTo>
                    <a:lnTo>
                      <a:pt x="416" y="18"/>
                    </a:lnTo>
                    <a:lnTo>
                      <a:pt x="430" y="20"/>
                    </a:lnTo>
                    <a:lnTo>
                      <a:pt x="432" y="13"/>
                    </a:lnTo>
                    <a:lnTo>
                      <a:pt x="417" y="12"/>
                    </a:lnTo>
                    <a:lnTo>
                      <a:pt x="403" y="11"/>
                    </a:lnTo>
                    <a:lnTo>
                      <a:pt x="388" y="10"/>
                    </a:lnTo>
                    <a:lnTo>
                      <a:pt x="373" y="9"/>
                    </a:lnTo>
                    <a:lnTo>
                      <a:pt x="359" y="6"/>
                    </a:lnTo>
                    <a:lnTo>
                      <a:pt x="346" y="5"/>
                    </a:lnTo>
                    <a:lnTo>
                      <a:pt x="331" y="4"/>
                    </a:lnTo>
                    <a:lnTo>
                      <a:pt x="318" y="4"/>
                    </a:lnTo>
                    <a:lnTo>
                      <a:pt x="304" y="3"/>
                    </a:lnTo>
                    <a:lnTo>
                      <a:pt x="291" y="1"/>
                    </a:lnTo>
                    <a:lnTo>
                      <a:pt x="278" y="1"/>
                    </a:lnTo>
                    <a:lnTo>
                      <a:pt x="264" y="0"/>
                    </a:lnTo>
                    <a:lnTo>
                      <a:pt x="252" y="0"/>
                    </a:lnTo>
                    <a:lnTo>
                      <a:pt x="239" y="0"/>
                    </a:lnTo>
                    <a:lnTo>
                      <a:pt x="225" y="0"/>
                    </a:lnTo>
                    <a:lnTo>
                      <a:pt x="213" y="0"/>
                    </a:lnTo>
                    <a:lnTo>
                      <a:pt x="200" y="0"/>
                    </a:lnTo>
                    <a:lnTo>
                      <a:pt x="187" y="1"/>
                    </a:lnTo>
                    <a:lnTo>
                      <a:pt x="173" y="1"/>
                    </a:lnTo>
                    <a:lnTo>
                      <a:pt x="161" y="3"/>
                    </a:lnTo>
                    <a:lnTo>
                      <a:pt x="148" y="4"/>
                    </a:lnTo>
                    <a:lnTo>
                      <a:pt x="136" y="6"/>
                    </a:lnTo>
                    <a:lnTo>
                      <a:pt x="122" y="7"/>
                    </a:lnTo>
                    <a:lnTo>
                      <a:pt x="109" y="10"/>
                    </a:lnTo>
                    <a:lnTo>
                      <a:pt x="96" y="12"/>
                    </a:lnTo>
                    <a:lnTo>
                      <a:pt x="82" y="15"/>
                    </a:lnTo>
                    <a:lnTo>
                      <a:pt x="69" y="18"/>
                    </a:lnTo>
                    <a:lnTo>
                      <a:pt x="56" y="22"/>
                    </a:lnTo>
                    <a:lnTo>
                      <a:pt x="42" y="26"/>
                    </a:lnTo>
                    <a:lnTo>
                      <a:pt x="28" y="29"/>
                    </a:lnTo>
                    <a:lnTo>
                      <a:pt x="14" y="34"/>
                    </a:lnTo>
                    <a:lnTo>
                      <a:pt x="0" y="39"/>
                    </a:ln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430"/>
              <p:cNvSpPr>
                <a:spLocks/>
              </p:cNvSpPr>
              <p:nvPr/>
            </p:nvSpPr>
            <p:spPr bwMode="auto">
              <a:xfrm>
                <a:off x="666" y="2374"/>
                <a:ext cx="9" cy="42"/>
              </a:xfrm>
              <a:custGeom>
                <a:avLst/>
                <a:gdLst>
                  <a:gd name="T0" fmla="*/ 34 w 34"/>
                  <a:gd name="T1" fmla="*/ 164 h 168"/>
                  <a:gd name="T2" fmla="*/ 34 w 34"/>
                  <a:gd name="T3" fmla="*/ 164 h 168"/>
                  <a:gd name="T4" fmla="*/ 28 w 34"/>
                  <a:gd name="T5" fmla="*/ 162 h 168"/>
                  <a:gd name="T6" fmla="*/ 22 w 34"/>
                  <a:gd name="T7" fmla="*/ 159 h 168"/>
                  <a:gd name="T8" fmla="*/ 17 w 34"/>
                  <a:gd name="T9" fmla="*/ 151 h 168"/>
                  <a:gd name="T10" fmla="*/ 12 w 34"/>
                  <a:gd name="T11" fmla="*/ 143 h 168"/>
                  <a:gd name="T12" fmla="*/ 10 w 34"/>
                  <a:gd name="T13" fmla="*/ 131 h 168"/>
                  <a:gd name="T14" fmla="*/ 7 w 34"/>
                  <a:gd name="T15" fmla="*/ 119 h 168"/>
                  <a:gd name="T16" fmla="*/ 6 w 34"/>
                  <a:gd name="T17" fmla="*/ 104 h 168"/>
                  <a:gd name="T18" fmla="*/ 5 w 34"/>
                  <a:gd name="T19" fmla="*/ 90 h 168"/>
                  <a:gd name="T20" fmla="*/ 6 w 34"/>
                  <a:gd name="T21" fmla="*/ 75 h 168"/>
                  <a:gd name="T22" fmla="*/ 7 w 34"/>
                  <a:gd name="T23" fmla="*/ 61 h 168"/>
                  <a:gd name="T24" fmla="*/ 10 w 34"/>
                  <a:gd name="T25" fmla="*/ 47 h 168"/>
                  <a:gd name="T26" fmla="*/ 12 w 34"/>
                  <a:gd name="T27" fmla="*/ 34 h 168"/>
                  <a:gd name="T28" fmla="*/ 16 w 34"/>
                  <a:gd name="T29" fmla="*/ 24 h 168"/>
                  <a:gd name="T30" fmla="*/ 21 w 34"/>
                  <a:gd name="T31" fmla="*/ 14 h 168"/>
                  <a:gd name="T32" fmla="*/ 25 w 34"/>
                  <a:gd name="T33" fmla="*/ 8 h 168"/>
                  <a:gd name="T34" fmla="*/ 30 w 34"/>
                  <a:gd name="T35" fmla="*/ 6 h 168"/>
                  <a:gd name="T36" fmla="*/ 28 w 34"/>
                  <a:gd name="T37" fmla="*/ 0 h 168"/>
                  <a:gd name="T38" fmla="*/ 22 w 34"/>
                  <a:gd name="T39" fmla="*/ 5 h 168"/>
                  <a:gd name="T40" fmla="*/ 16 w 34"/>
                  <a:gd name="T41" fmla="*/ 12 h 168"/>
                  <a:gd name="T42" fmla="*/ 11 w 34"/>
                  <a:gd name="T43" fmla="*/ 22 h 168"/>
                  <a:gd name="T44" fmla="*/ 7 w 34"/>
                  <a:gd name="T45" fmla="*/ 33 h 168"/>
                  <a:gd name="T46" fmla="*/ 4 w 34"/>
                  <a:gd name="T47" fmla="*/ 46 h 168"/>
                  <a:gd name="T48" fmla="*/ 1 w 34"/>
                  <a:gd name="T49" fmla="*/ 61 h 168"/>
                  <a:gd name="T50" fmla="*/ 0 w 34"/>
                  <a:gd name="T51" fmla="*/ 75 h 168"/>
                  <a:gd name="T52" fmla="*/ 0 w 34"/>
                  <a:gd name="T53" fmla="*/ 90 h 168"/>
                  <a:gd name="T54" fmla="*/ 0 w 34"/>
                  <a:gd name="T55" fmla="*/ 104 h 168"/>
                  <a:gd name="T56" fmla="*/ 1 w 34"/>
                  <a:gd name="T57" fmla="*/ 119 h 168"/>
                  <a:gd name="T58" fmla="*/ 4 w 34"/>
                  <a:gd name="T59" fmla="*/ 132 h 168"/>
                  <a:gd name="T60" fmla="*/ 7 w 34"/>
                  <a:gd name="T61" fmla="*/ 144 h 168"/>
                  <a:gd name="T62" fmla="*/ 12 w 34"/>
                  <a:gd name="T63" fmla="*/ 155 h 168"/>
                  <a:gd name="T64" fmla="*/ 18 w 34"/>
                  <a:gd name="T65" fmla="*/ 162 h 168"/>
                  <a:gd name="T66" fmla="*/ 25 w 34"/>
                  <a:gd name="T67" fmla="*/ 167 h 168"/>
                  <a:gd name="T68" fmla="*/ 34 w 34"/>
                  <a:gd name="T69" fmla="*/ 168 h 168"/>
                  <a:gd name="T70" fmla="*/ 34 w 34"/>
                  <a:gd name="T71" fmla="*/ 168 h 168"/>
                  <a:gd name="T72" fmla="*/ 34 w 34"/>
                  <a:gd name="T73" fmla="*/ 164 h 16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"/>
                  <a:gd name="T112" fmla="*/ 0 h 168"/>
                  <a:gd name="T113" fmla="*/ 34 w 34"/>
                  <a:gd name="T114" fmla="*/ 168 h 16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" h="168">
                    <a:moveTo>
                      <a:pt x="34" y="164"/>
                    </a:moveTo>
                    <a:lnTo>
                      <a:pt x="34" y="164"/>
                    </a:lnTo>
                    <a:lnTo>
                      <a:pt x="28" y="162"/>
                    </a:lnTo>
                    <a:lnTo>
                      <a:pt x="22" y="159"/>
                    </a:lnTo>
                    <a:lnTo>
                      <a:pt x="17" y="151"/>
                    </a:lnTo>
                    <a:lnTo>
                      <a:pt x="12" y="143"/>
                    </a:lnTo>
                    <a:lnTo>
                      <a:pt x="10" y="131"/>
                    </a:lnTo>
                    <a:lnTo>
                      <a:pt x="7" y="119"/>
                    </a:lnTo>
                    <a:lnTo>
                      <a:pt x="6" y="104"/>
                    </a:lnTo>
                    <a:lnTo>
                      <a:pt x="5" y="90"/>
                    </a:lnTo>
                    <a:lnTo>
                      <a:pt x="6" y="75"/>
                    </a:lnTo>
                    <a:lnTo>
                      <a:pt x="7" y="61"/>
                    </a:lnTo>
                    <a:lnTo>
                      <a:pt x="10" y="47"/>
                    </a:lnTo>
                    <a:lnTo>
                      <a:pt x="12" y="34"/>
                    </a:lnTo>
                    <a:lnTo>
                      <a:pt x="16" y="24"/>
                    </a:lnTo>
                    <a:lnTo>
                      <a:pt x="21" y="14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28" y="0"/>
                    </a:lnTo>
                    <a:lnTo>
                      <a:pt x="22" y="5"/>
                    </a:lnTo>
                    <a:lnTo>
                      <a:pt x="16" y="12"/>
                    </a:lnTo>
                    <a:lnTo>
                      <a:pt x="11" y="22"/>
                    </a:lnTo>
                    <a:lnTo>
                      <a:pt x="7" y="33"/>
                    </a:lnTo>
                    <a:lnTo>
                      <a:pt x="4" y="46"/>
                    </a:lnTo>
                    <a:lnTo>
                      <a:pt x="1" y="61"/>
                    </a:lnTo>
                    <a:lnTo>
                      <a:pt x="0" y="75"/>
                    </a:lnTo>
                    <a:lnTo>
                      <a:pt x="0" y="90"/>
                    </a:lnTo>
                    <a:lnTo>
                      <a:pt x="0" y="104"/>
                    </a:lnTo>
                    <a:lnTo>
                      <a:pt x="1" y="119"/>
                    </a:lnTo>
                    <a:lnTo>
                      <a:pt x="4" y="132"/>
                    </a:lnTo>
                    <a:lnTo>
                      <a:pt x="7" y="144"/>
                    </a:lnTo>
                    <a:lnTo>
                      <a:pt x="12" y="155"/>
                    </a:lnTo>
                    <a:lnTo>
                      <a:pt x="18" y="162"/>
                    </a:lnTo>
                    <a:lnTo>
                      <a:pt x="25" y="167"/>
                    </a:lnTo>
                    <a:lnTo>
                      <a:pt x="34" y="168"/>
                    </a:lnTo>
                    <a:lnTo>
                      <a:pt x="34" y="16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431"/>
              <p:cNvSpPr>
                <a:spLocks/>
              </p:cNvSpPr>
              <p:nvPr/>
            </p:nvSpPr>
            <p:spPr bwMode="auto">
              <a:xfrm>
                <a:off x="675" y="2414"/>
                <a:ext cx="101" cy="6"/>
              </a:xfrm>
              <a:custGeom>
                <a:avLst/>
                <a:gdLst>
                  <a:gd name="T0" fmla="*/ 404 w 404"/>
                  <a:gd name="T1" fmla="*/ 16 h 23"/>
                  <a:gd name="T2" fmla="*/ 349 w 404"/>
                  <a:gd name="T3" fmla="*/ 17 h 23"/>
                  <a:gd name="T4" fmla="*/ 304 w 404"/>
                  <a:gd name="T5" fmla="*/ 17 h 23"/>
                  <a:gd name="T6" fmla="*/ 266 w 404"/>
                  <a:gd name="T7" fmla="*/ 16 h 23"/>
                  <a:gd name="T8" fmla="*/ 233 w 404"/>
                  <a:gd name="T9" fmla="*/ 15 h 23"/>
                  <a:gd name="T10" fmla="*/ 206 w 404"/>
                  <a:gd name="T11" fmla="*/ 14 h 23"/>
                  <a:gd name="T12" fmla="*/ 184 w 404"/>
                  <a:gd name="T13" fmla="*/ 11 h 23"/>
                  <a:gd name="T14" fmla="*/ 165 w 404"/>
                  <a:gd name="T15" fmla="*/ 10 h 23"/>
                  <a:gd name="T16" fmla="*/ 149 w 404"/>
                  <a:gd name="T17" fmla="*/ 7 h 23"/>
                  <a:gd name="T18" fmla="*/ 133 w 404"/>
                  <a:gd name="T19" fmla="*/ 5 h 23"/>
                  <a:gd name="T20" fmla="*/ 120 w 404"/>
                  <a:gd name="T21" fmla="*/ 4 h 23"/>
                  <a:gd name="T22" fmla="*/ 105 w 404"/>
                  <a:gd name="T23" fmla="*/ 3 h 23"/>
                  <a:gd name="T24" fmla="*/ 91 w 404"/>
                  <a:gd name="T25" fmla="*/ 1 h 23"/>
                  <a:gd name="T26" fmla="*/ 73 w 404"/>
                  <a:gd name="T27" fmla="*/ 0 h 23"/>
                  <a:gd name="T28" fmla="*/ 52 w 404"/>
                  <a:gd name="T29" fmla="*/ 0 h 23"/>
                  <a:gd name="T30" fmla="*/ 29 w 404"/>
                  <a:gd name="T31" fmla="*/ 1 h 23"/>
                  <a:gd name="T32" fmla="*/ 0 w 404"/>
                  <a:gd name="T33" fmla="*/ 3 h 23"/>
                  <a:gd name="T34" fmla="*/ 16 w 404"/>
                  <a:gd name="T35" fmla="*/ 7 h 23"/>
                  <a:gd name="T36" fmla="*/ 41 w 404"/>
                  <a:gd name="T37" fmla="*/ 6 h 23"/>
                  <a:gd name="T38" fmla="*/ 63 w 404"/>
                  <a:gd name="T39" fmla="*/ 6 h 23"/>
                  <a:gd name="T40" fmla="*/ 81 w 404"/>
                  <a:gd name="T41" fmla="*/ 6 h 23"/>
                  <a:gd name="T42" fmla="*/ 97 w 404"/>
                  <a:gd name="T43" fmla="*/ 7 h 23"/>
                  <a:gd name="T44" fmla="*/ 111 w 404"/>
                  <a:gd name="T45" fmla="*/ 9 h 23"/>
                  <a:gd name="T46" fmla="*/ 126 w 404"/>
                  <a:gd name="T47" fmla="*/ 10 h 23"/>
                  <a:gd name="T48" fmla="*/ 141 w 404"/>
                  <a:gd name="T49" fmla="*/ 12 h 23"/>
                  <a:gd name="T50" fmla="*/ 155 w 404"/>
                  <a:gd name="T51" fmla="*/ 15 h 23"/>
                  <a:gd name="T52" fmla="*/ 173 w 404"/>
                  <a:gd name="T53" fmla="*/ 16 h 23"/>
                  <a:gd name="T54" fmla="*/ 194 w 404"/>
                  <a:gd name="T55" fmla="*/ 18 h 23"/>
                  <a:gd name="T56" fmla="*/ 219 w 404"/>
                  <a:gd name="T57" fmla="*/ 20 h 23"/>
                  <a:gd name="T58" fmla="*/ 249 w 404"/>
                  <a:gd name="T59" fmla="*/ 21 h 23"/>
                  <a:gd name="T60" fmla="*/ 284 w 404"/>
                  <a:gd name="T61" fmla="*/ 22 h 23"/>
                  <a:gd name="T62" fmla="*/ 326 w 404"/>
                  <a:gd name="T63" fmla="*/ 23 h 23"/>
                  <a:gd name="T64" fmla="*/ 376 w 404"/>
                  <a:gd name="T65" fmla="*/ 22 h 23"/>
                  <a:gd name="T66" fmla="*/ 404 w 404"/>
                  <a:gd name="T67" fmla="*/ 2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04"/>
                  <a:gd name="T103" fmla="*/ 0 h 23"/>
                  <a:gd name="T104" fmla="*/ 404 w 404"/>
                  <a:gd name="T105" fmla="*/ 23 h 2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04" h="23">
                    <a:moveTo>
                      <a:pt x="404" y="16"/>
                    </a:moveTo>
                    <a:lnTo>
                      <a:pt x="404" y="16"/>
                    </a:lnTo>
                    <a:lnTo>
                      <a:pt x="376" y="17"/>
                    </a:lnTo>
                    <a:lnTo>
                      <a:pt x="349" y="17"/>
                    </a:lnTo>
                    <a:lnTo>
                      <a:pt x="326" y="17"/>
                    </a:lnTo>
                    <a:lnTo>
                      <a:pt x="304" y="17"/>
                    </a:lnTo>
                    <a:lnTo>
                      <a:pt x="284" y="17"/>
                    </a:lnTo>
                    <a:lnTo>
                      <a:pt x="266" y="16"/>
                    </a:lnTo>
                    <a:lnTo>
                      <a:pt x="249" y="16"/>
                    </a:lnTo>
                    <a:lnTo>
                      <a:pt x="233" y="15"/>
                    </a:lnTo>
                    <a:lnTo>
                      <a:pt x="219" y="15"/>
                    </a:lnTo>
                    <a:lnTo>
                      <a:pt x="206" y="14"/>
                    </a:lnTo>
                    <a:lnTo>
                      <a:pt x="195" y="12"/>
                    </a:lnTo>
                    <a:lnTo>
                      <a:pt x="184" y="11"/>
                    </a:lnTo>
                    <a:lnTo>
                      <a:pt x="175" y="11"/>
                    </a:lnTo>
                    <a:lnTo>
                      <a:pt x="165" y="10"/>
                    </a:lnTo>
                    <a:lnTo>
                      <a:pt x="156" y="9"/>
                    </a:lnTo>
                    <a:lnTo>
                      <a:pt x="149" y="7"/>
                    </a:lnTo>
                    <a:lnTo>
                      <a:pt x="141" y="6"/>
                    </a:lnTo>
                    <a:lnTo>
                      <a:pt x="133" y="5"/>
                    </a:lnTo>
                    <a:lnTo>
                      <a:pt x="127" y="5"/>
                    </a:lnTo>
                    <a:lnTo>
                      <a:pt x="120" y="4"/>
                    </a:lnTo>
                    <a:lnTo>
                      <a:pt x="113" y="3"/>
                    </a:lnTo>
                    <a:lnTo>
                      <a:pt x="105" y="3"/>
                    </a:lnTo>
                    <a:lnTo>
                      <a:pt x="98" y="1"/>
                    </a:lnTo>
                    <a:lnTo>
                      <a:pt x="91" y="1"/>
                    </a:lnTo>
                    <a:lnTo>
                      <a:pt x="81" y="0"/>
                    </a:lnTo>
                    <a:lnTo>
                      <a:pt x="73" y="0"/>
                    </a:lnTo>
                    <a:lnTo>
                      <a:pt x="63" y="0"/>
                    </a:lnTo>
                    <a:lnTo>
                      <a:pt x="52" y="0"/>
                    </a:lnTo>
                    <a:lnTo>
                      <a:pt x="41" y="0"/>
                    </a:lnTo>
                    <a:lnTo>
                      <a:pt x="29" y="1"/>
                    </a:lnTo>
                    <a:lnTo>
                      <a:pt x="16" y="1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16" y="7"/>
                    </a:lnTo>
                    <a:lnTo>
                      <a:pt x="29" y="6"/>
                    </a:lnTo>
                    <a:lnTo>
                      <a:pt x="41" y="6"/>
                    </a:lnTo>
                    <a:lnTo>
                      <a:pt x="52" y="6"/>
                    </a:lnTo>
                    <a:lnTo>
                      <a:pt x="63" y="6"/>
                    </a:lnTo>
                    <a:lnTo>
                      <a:pt x="73" y="6"/>
                    </a:lnTo>
                    <a:lnTo>
                      <a:pt x="81" y="6"/>
                    </a:lnTo>
                    <a:lnTo>
                      <a:pt x="90" y="6"/>
                    </a:lnTo>
                    <a:lnTo>
                      <a:pt x="97" y="7"/>
                    </a:lnTo>
                    <a:lnTo>
                      <a:pt x="104" y="7"/>
                    </a:lnTo>
                    <a:lnTo>
                      <a:pt x="111" y="9"/>
                    </a:lnTo>
                    <a:lnTo>
                      <a:pt x="119" y="10"/>
                    </a:lnTo>
                    <a:lnTo>
                      <a:pt x="126" y="10"/>
                    </a:lnTo>
                    <a:lnTo>
                      <a:pt x="133" y="11"/>
                    </a:lnTo>
                    <a:lnTo>
                      <a:pt x="141" y="12"/>
                    </a:lnTo>
                    <a:lnTo>
                      <a:pt x="148" y="14"/>
                    </a:lnTo>
                    <a:lnTo>
                      <a:pt x="155" y="15"/>
                    </a:lnTo>
                    <a:lnTo>
                      <a:pt x="164" y="15"/>
                    </a:lnTo>
                    <a:lnTo>
                      <a:pt x="173" y="16"/>
                    </a:lnTo>
                    <a:lnTo>
                      <a:pt x="183" y="17"/>
                    </a:lnTo>
                    <a:lnTo>
                      <a:pt x="194" y="18"/>
                    </a:lnTo>
                    <a:lnTo>
                      <a:pt x="206" y="20"/>
                    </a:lnTo>
                    <a:lnTo>
                      <a:pt x="219" y="20"/>
                    </a:lnTo>
                    <a:lnTo>
                      <a:pt x="233" y="21"/>
                    </a:lnTo>
                    <a:lnTo>
                      <a:pt x="249" y="21"/>
                    </a:lnTo>
                    <a:lnTo>
                      <a:pt x="266" y="22"/>
                    </a:lnTo>
                    <a:lnTo>
                      <a:pt x="284" y="22"/>
                    </a:lnTo>
                    <a:lnTo>
                      <a:pt x="304" y="22"/>
                    </a:lnTo>
                    <a:lnTo>
                      <a:pt x="326" y="23"/>
                    </a:lnTo>
                    <a:lnTo>
                      <a:pt x="349" y="22"/>
                    </a:lnTo>
                    <a:lnTo>
                      <a:pt x="376" y="22"/>
                    </a:lnTo>
                    <a:lnTo>
                      <a:pt x="404" y="22"/>
                    </a:lnTo>
                    <a:lnTo>
                      <a:pt x="404" y="1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432"/>
              <p:cNvSpPr>
                <a:spLocks/>
              </p:cNvSpPr>
              <p:nvPr/>
            </p:nvSpPr>
            <p:spPr bwMode="auto">
              <a:xfrm>
                <a:off x="776" y="2367"/>
                <a:ext cx="10" cy="53"/>
              </a:xfrm>
              <a:custGeom>
                <a:avLst/>
                <a:gdLst>
                  <a:gd name="T0" fmla="*/ 20 w 41"/>
                  <a:gd name="T1" fmla="*/ 7 h 209"/>
                  <a:gd name="T2" fmla="*/ 18 w 41"/>
                  <a:gd name="T3" fmla="*/ 4 h 209"/>
                  <a:gd name="T4" fmla="*/ 22 w 41"/>
                  <a:gd name="T5" fmla="*/ 17 h 209"/>
                  <a:gd name="T6" fmla="*/ 25 w 41"/>
                  <a:gd name="T7" fmla="*/ 32 h 209"/>
                  <a:gd name="T8" fmla="*/ 28 w 41"/>
                  <a:gd name="T9" fmla="*/ 48 h 209"/>
                  <a:gd name="T10" fmla="*/ 30 w 41"/>
                  <a:gd name="T11" fmla="*/ 65 h 209"/>
                  <a:gd name="T12" fmla="*/ 33 w 41"/>
                  <a:gd name="T13" fmla="*/ 82 h 209"/>
                  <a:gd name="T14" fmla="*/ 34 w 41"/>
                  <a:gd name="T15" fmla="*/ 97 h 209"/>
                  <a:gd name="T16" fmla="*/ 35 w 41"/>
                  <a:gd name="T17" fmla="*/ 113 h 209"/>
                  <a:gd name="T18" fmla="*/ 35 w 41"/>
                  <a:gd name="T19" fmla="*/ 130 h 209"/>
                  <a:gd name="T20" fmla="*/ 34 w 41"/>
                  <a:gd name="T21" fmla="*/ 145 h 209"/>
                  <a:gd name="T22" fmla="*/ 33 w 41"/>
                  <a:gd name="T23" fmla="*/ 159 h 209"/>
                  <a:gd name="T24" fmla="*/ 30 w 41"/>
                  <a:gd name="T25" fmla="*/ 171 h 209"/>
                  <a:gd name="T26" fmla="*/ 27 w 41"/>
                  <a:gd name="T27" fmla="*/ 182 h 209"/>
                  <a:gd name="T28" fmla="*/ 20 w 41"/>
                  <a:gd name="T29" fmla="*/ 191 h 209"/>
                  <a:gd name="T30" fmla="*/ 16 w 41"/>
                  <a:gd name="T31" fmla="*/ 198 h 209"/>
                  <a:gd name="T32" fmla="*/ 8 w 41"/>
                  <a:gd name="T33" fmla="*/ 202 h 209"/>
                  <a:gd name="T34" fmla="*/ 0 w 41"/>
                  <a:gd name="T35" fmla="*/ 203 h 209"/>
                  <a:gd name="T36" fmla="*/ 0 w 41"/>
                  <a:gd name="T37" fmla="*/ 209 h 209"/>
                  <a:gd name="T38" fmla="*/ 10 w 41"/>
                  <a:gd name="T39" fmla="*/ 208 h 209"/>
                  <a:gd name="T40" fmla="*/ 18 w 41"/>
                  <a:gd name="T41" fmla="*/ 202 h 209"/>
                  <a:gd name="T42" fmla="*/ 25 w 41"/>
                  <a:gd name="T43" fmla="*/ 194 h 209"/>
                  <a:gd name="T44" fmla="*/ 31 w 41"/>
                  <a:gd name="T45" fmla="*/ 185 h 209"/>
                  <a:gd name="T46" fmla="*/ 35 w 41"/>
                  <a:gd name="T47" fmla="*/ 173 h 209"/>
                  <a:gd name="T48" fmla="*/ 39 w 41"/>
                  <a:gd name="T49" fmla="*/ 159 h 209"/>
                  <a:gd name="T50" fmla="*/ 40 w 41"/>
                  <a:gd name="T51" fmla="*/ 146 h 209"/>
                  <a:gd name="T52" fmla="*/ 41 w 41"/>
                  <a:gd name="T53" fmla="*/ 130 h 209"/>
                  <a:gd name="T54" fmla="*/ 41 w 41"/>
                  <a:gd name="T55" fmla="*/ 113 h 209"/>
                  <a:gd name="T56" fmla="*/ 40 w 41"/>
                  <a:gd name="T57" fmla="*/ 97 h 209"/>
                  <a:gd name="T58" fmla="*/ 39 w 41"/>
                  <a:gd name="T59" fmla="*/ 80 h 209"/>
                  <a:gd name="T60" fmla="*/ 36 w 41"/>
                  <a:gd name="T61" fmla="*/ 64 h 209"/>
                  <a:gd name="T62" fmla="*/ 34 w 41"/>
                  <a:gd name="T63" fmla="*/ 48 h 209"/>
                  <a:gd name="T64" fmla="*/ 31 w 41"/>
                  <a:gd name="T65" fmla="*/ 32 h 209"/>
                  <a:gd name="T66" fmla="*/ 28 w 41"/>
                  <a:gd name="T67" fmla="*/ 16 h 209"/>
                  <a:gd name="T68" fmla="*/ 24 w 41"/>
                  <a:gd name="T69" fmla="*/ 3 h 209"/>
                  <a:gd name="T70" fmla="*/ 22 w 41"/>
                  <a:gd name="T71" fmla="*/ 0 h 209"/>
                  <a:gd name="T72" fmla="*/ 24 w 41"/>
                  <a:gd name="T73" fmla="*/ 3 h 209"/>
                  <a:gd name="T74" fmla="*/ 23 w 41"/>
                  <a:gd name="T75" fmla="*/ 2 h 209"/>
                  <a:gd name="T76" fmla="*/ 22 w 41"/>
                  <a:gd name="T77" fmla="*/ 0 h 209"/>
                  <a:gd name="T78" fmla="*/ 20 w 41"/>
                  <a:gd name="T79" fmla="*/ 7 h 20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1"/>
                  <a:gd name="T121" fmla="*/ 0 h 209"/>
                  <a:gd name="T122" fmla="*/ 41 w 41"/>
                  <a:gd name="T123" fmla="*/ 209 h 20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1" h="209">
                    <a:moveTo>
                      <a:pt x="20" y="7"/>
                    </a:moveTo>
                    <a:lnTo>
                      <a:pt x="18" y="4"/>
                    </a:lnTo>
                    <a:lnTo>
                      <a:pt x="22" y="17"/>
                    </a:lnTo>
                    <a:lnTo>
                      <a:pt x="25" y="32"/>
                    </a:lnTo>
                    <a:lnTo>
                      <a:pt x="28" y="48"/>
                    </a:lnTo>
                    <a:lnTo>
                      <a:pt x="30" y="65"/>
                    </a:lnTo>
                    <a:lnTo>
                      <a:pt x="33" y="82"/>
                    </a:lnTo>
                    <a:lnTo>
                      <a:pt x="34" y="97"/>
                    </a:lnTo>
                    <a:lnTo>
                      <a:pt x="35" y="113"/>
                    </a:lnTo>
                    <a:lnTo>
                      <a:pt x="35" y="130"/>
                    </a:lnTo>
                    <a:lnTo>
                      <a:pt x="34" y="145"/>
                    </a:lnTo>
                    <a:lnTo>
                      <a:pt x="33" y="159"/>
                    </a:lnTo>
                    <a:lnTo>
                      <a:pt x="30" y="171"/>
                    </a:lnTo>
                    <a:lnTo>
                      <a:pt x="27" y="182"/>
                    </a:lnTo>
                    <a:lnTo>
                      <a:pt x="20" y="191"/>
                    </a:lnTo>
                    <a:lnTo>
                      <a:pt x="16" y="198"/>
                    </a:lnTo>
                    <a:lnTo>
                      <a:pt x="8" y="202"/>
                    </a:lnTo>
                    <a:lnTo>
                      <a:pt x="0" y="203"/>
                    </a:lnTo>
                    <a:lnTo>
                      <a:pt x="0" y="209"/>
                    </a:lnTo>
                    <a:lnTo>
                      <a:pt x="10" y="208"/>
                    </a:lnTo>
                    <a:lnTo>
                      <a:pt x="18" y="202"/>
                    </a:lnTo>
                    <a:lnTo>
                      <a:pt x="25" y="194"/>
                    </a:lnTo>
                    <a:lnTo>
                      <a:pt x="31" y="185"/>
                    </a:lnTo>
                    <a:lnTo>
                      <a:pt x="35" y="173"/>
                    </a:lnTo>
                    <a:lnTo>
                      <a:pt x="39" y="159"/>
                    </a:lnTo>
                    <a:lnTo>
                      <a:pt x="40" y="146"/>
                    </a:lnTo>
                    <a:lnTo>
                      <a:pt x="41" y="130"/>
                    </a:lnTo>
                    <a:lnTo>
                      <a:pt x="41" y="113"/>
                    </a:lnTo>
                    <a:lnTo>
                      <a:pt x="40" y="97"/>
                    </a:lnTo>
                    <a:lnTo>
                      <a:pt x="39" y="80"/>
                    </a:lnTo>
                    <a:lnTo>
                      <a:pt x="36" y="64"/>
                    </a:lnTo>
                    <a:lnTo>
                      <a:pt x="34" y="48"/>
                    </a:lnTo>
                    <a:lnTo>
                      <a:pt x="31" y="32"/>
                    </a:lnTo>
                    <a:lnTo>
                      <a:pt x="28" y="16"/>
                    </a:lnTo>
                    <a:lnTo>
                      <a:pt x="24" y="3"/>
                    </a:lnTo>
                    <a:lnTo>
                      <a:pt x="22" y="0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2" y="0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433"/>
              <p:cNvSpPr>
                <a:spLocks/>
              </p:cNvSpPr>
              <p:nvPr/>
            </p:nvSpPr>
            <p:spPr bwMode="auto">
              <a:xfrm>
                <a:off x="508" y="2409"/>
                <a:ext cx="213" cy="136"/>
              </a:xfrm>
              <a:custGeom>
                <a:avLst/>
                <a:gdLst>
                  <a:gd name="T0" fmla="*/ 324 w 855"/>
                  <a:gd name="T1" fmla="*/ 113 h 546"/>
                  <a:gd name="T2" fmla="*/ 352 w 855"/>
                  <a:gd name="T3" fmla="*/ 82 h 546"/>
                  <a:gd name="T4" fmla="*/ 380 w 855"/>
                  <a:gd name="T5" fmla="*/ 54 h 546"/>
                  <a:gd name="T6" fmla="*/ 413 w 855"/>
                  <a:gd name="T7" fmla="*/ 33 h 546"/>
                  <a:gd name="T8" fmla="*/ 455 w 855"/>
                  <a:gd name="T9" fmla="*/ 22 h 546"/>
                  <a:gd name="T10" fmla="*/ 526 w 855"/>
                  <a:gd name="T11" fmla="*/ 26 h 546"/>
                  <a:gd name="T12" fmla="*/ 615 w 855"/>
                  <a:gd name="T13" fmla="*/ 28 h 546"/>
                  <a:gd name="T14" fmla="*/ 675 w 855"/>
                  <a:gd name="T15" fmla="*/ 23 h 546"/>
                  <a:gd name="T16" fmla="*/ 711 w 855"/>
                  <a:gd name="T17" fmla="*/ 14 h 546"/>
                  <a:gd name="T18" fmla="*/ 729 w 855"/>
                  <a:gd name="T19" fmla="*/ 5 h 546"/>
                  <a:gd name="T20" fmla="*/ 734 w 855"/>
                  <a:gd name="T21" fmla="*/ 0 h 546"/>
                  <a:gd name="T22" fmla="*/ 785 w 855"/>
                  <a:gd name="T23" fmla="*/ 36 h 546"/>
                  <a:gd name="T24" fmla="*/ 824 w 855"/>
                  <a:gd name="T25" fmla="*/ 78 h 546"/>
                  <a:gd name="T26" fmla="*/ 849 w 855"/>
                  <a:gd name="T27" fmla="*/ 128 h 546"/>
                  <a:gd name="T28" fmla="*/ 854 w 855"/>
                  <a:gd name="T29" fmla="*/ 182 h 546"/>
                  <a:gd name="T30" fmla="*/ 837 w 855"/>
                  <a:gd name="T31" fmla="*/ 239 h 546"/>
                  <a:gd name="T32" fmla="*/ 818 w 855"/>
                  <a:gd name="T33" fmla="*/ 268 h 546"/>
                  <a:gd name="T34" fmla="*/ 806 w 855"/>
                  <a:gd name="T35" fmla="*/ 285 h 546"/>
                  <a:gd name="T36" fmla="*/ 792 w 855"/>
                  <a:gd name="T37" fmla="*/ 300 h 546"/>
                  <a:gd name="T38" fmla="*/ 778 w 855"/>
                  <a:gd name="T39" fmla="*/ 325 h 546"/>
                  <a:gd name="T40" fmla="*/ 756 w 855"/>
                  <a:gd name="T41" fmla="*/ 345 h 546"/>
                  <a:gd name="T42" fmla="*/ 746 w 855"/>
                  <a:gd name="T43" fmla="*/ 363 h 546"/>
                  <a:gd name="T44" fmla="*/ 744 w 855"/>
                  <a:gd name="T45" fmla="*/ 388 h 546"/>
                  <a:gd name="T46" fmla="*/ 744 w 855"/>
                  <a:gd name="T47" fmla="*/ 411 h 546"/>
                  <a:gd name="T48" fmla="*/ 741 w 855"/>
                  <a:gd name="T49" fmla="*/ 434 h 546"/>
                  <a:gd name="T50" fmla="*/ 733 w 855"/>
                  <a:gd name="T51" fmla="*/ 455 h 546"/>
                  <a:gd name="T52" fmla="*/ 711 w 855"/>
                  <a:gd name="T53" fmla="*/ 474 h 546"/>
                  <a:gd name="T54" fmla="*/ 664 w 855"/>
                  <a:gd name="T55" fmla="*/ 499 h 546"/>
                  <a:gd name="T56" fmla="*/ 615 w 855"/>
                  <a:gd name="T57" fmla="*/ 518 h 546"/>
                  <a:gd name="T58" fmla="*/ 566 w 855"/>
                  <a:gd name="T59" fmla="*/ 533 h 546"/>
                  <a:gd name="T60" fmla="*/ 516 w 855"/>
                  <a:gd name="T61" fmla="*/ 541 h 546"/>
                  <a:gd name="T62" fmla="*/ 466 w 855"/>
                  <a:gd name="T63" fmla="*/ 546 h 546"/>
                  <a:gd name="T64" fmla="*/ 416 w 855"/>
                  <a:gd name="T65" fmla="*/ 546 h 546"/>
                  <a:gd name="T66" fmla="*/ 365 w 855"/>
                  <a:gd name="T67" fmla="*/ 542 h 546"/>
                  <a:gd name="T68" fmla="*/ 316 w 855"/>
                  <a:gd name="T69" fmla="*/ 535 h 546"/>
                  <a:gd name="T70" fmla="*/ 265 w 855"/>
                  <a:gd name="T71" fmla="*/ 525 h 546"/>
                  <a:gd name="T72" fmla="*/ 215 w 855"/>
                  <a:gd name="T73" fmla="*/ 512 h 546"/>
                  <a:gd name="T74" fmla="*/ 165 w 855"/>
                  <a:gd name="T75" fmla="*/ 496 h 546"/>
                  <a:gd name="T76" fmla="*/ 112 w 855"/>
                  <a:gd name="T77" fmla="*/ 476 h 546"/>
                  <a:gd name="T78" fmla="*/ 62 w 855"/>
                  <a:gd name="T79" fmla="*/ 448 h 546"/>
                  <a:gd name="T80" fmla="*/ 22 w 855"/>
                  <a:gd name="T81" fmla="*/ 411 h 546"/>
                  <a:gd name="T82" fmla="*/ 2 w 855"/>
                  <a:gd name="T83" fmla="*/ 365 h 546"/>
                  <a:gd name="T84" fmla="*/ 8 w 855"/>
                  <a:gd name="T85" fmla="*/ 311 h 546"/>
                  <a:gd name="T86" fmla="*/ 25 w 855"/>
                  <a:gd name="T87" fmla="*/ 273 h 546"/>
                  <a:gd name="T88" fmla="*/ 45 w 855"/>
                  <a:gd name="T89" fmla="*/ 239 h 546"/>
                  <a:gd name="T90" fmla="*/ 69 w 855"/>
                  <a:gd name="T91" fmla="*/ 211 h 546"/>
                  <a:gd name="T92" fmla="*/ 96 w 855"/>
                  <a:gd name="T93" fmla="*/ 187 h 546"/>
                  <a:gd name="T94" fmla="*/ 126 w 855"/>
                  <a:gd name="T95" fmla="*/ 169 h 546"/>
                  <a:gd name="T96" fmla="*/ 159 w 855"/>
                  <a:gd name="T97" fmla="*/ 154 h 546"/>
                  <a:gd name="T98" fmla="*/ 194 w 855"/>
                  <a:gd name="T99" fmla="*/ 143 h 546"/>
                  <a:gd name="T100" fmla="*/ 231 w 855"/>
                  <a:gd name="T101" fmla="*/ 136 h 546"/>
                  <a:gd name="T102" fmla="*/ 268 w 855"/>
                  <a:gd name="T103" fmla="*/ 134 h 546"/>
                  <a:gd name="T104" fmla="*/ 308 w 855"/>
                  <a:gd name="T105" fmla="*/ 134 h 546"/>
                  <a:gd name="T106" fmla="*/ 304 w 855"/>
                  <a:gd name="T107" fmla="*/ 134 h 54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55"/>
                  <a:gd name="T163" fmla="*/ 0 h 546"/>
                  <a:gd name="T164" fmla="*/ 855 w 855"/>
                  <a:gd name="T165" fmla="*/ 546 h 54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55" h="546">
                    <a:moveTo>
                      <a:pt x="304" y="134"/>
                    </a:moveTo>
                    <a:lnTo>
                      <a:pt x="314" y="124"/>
                    </a:lnTo>
                    <a:lnTo>
                      <a:pt x="324" y="113"/>
                    </a:lnTo>
                    <a:lnTo>
                      <a:pt x="334" y="102"/>
                    </a:lnTo>
                    <a:lnTo>
                      <a:pt x="342" y="93"/>
                    </a:lnTo>
                    <a:lnTo>
                      <a:pt x="352" y="82"/>
                    </a:lnTo>
                    <a:lnTo>
                      <a:pt x="362" y="72"/>
                    </a:lnTo>
                    <a:lnTo>
                      <a:pt x="370" y="63"/>
                    </a:lnTo>
                    <a:lnTo>
                      <a:pt x="380" y="54"/>
                    </a:lnTo>
                    <a:lnTo>
                      <a:pt x="391" y="46"/>
                    </a:lnTo>
                    <a:lnTo>
                      <a:pt x="402" y="39"/>
                    </a:lnTo>
                    <a:lnTo>
                      <a:pt x="413" y="33"/>
                    </a:lnTo>
                    <a:lnTo>
                      <a:pt x="426" y="28"/>
                    </a:lnTo>
                    <a:lnTo>
                      <a:pt x="439" y="25"/>
                    </a:lnTo>
                    <a:lnTo>
                      <a:pt x="455" y="22"/>
                    </a:lnTo>
                    <a:lnTo>
                      <a:pt x="471" y="21"/>
                    </a:lnTo>
                    <a:lnTo>
                      <a:pt x="489" y="22"/>
                    </a:lnTo>
                    <a:lnTo>
                      <a:pt x="526" y="26"/>
                    </a:lnTo>
                    <a:lnTo>
                      <a:pt x="560" y="28"/>
                    </a:lnTo>
                    <a:lnTo>
                      <a:pt x="589" y="28"/>
                    </a:lnTo>
                    <a:lnTo>
                      <a:pt x="615" y="28"/>
                    </a:lnTo>
                    <a:lnTo>
                      <a:pt x="638" y="27"/>
                    </a:lnTo>
                    <a:lnTo>
                      <a:pt x="658" y="26"/>
                    </a:lnTo>
                    <a:lnTo>
                      <a:pt x="675" y="23"/>
                    </a:lnTo>
                    <a:lnTo>
                      <a:pt x="689" y="20"/>
                    </a:lnTo>
                    <a:lnTo>
                      <a:pt x="701" y="17"/>
                    </a:lnTo>
                    <a:lnTo>
                      <a:pt x="711" y="14"/>
                    </a:lnTo>
                    <a:lnTo>
                      <a:pt x="718" y="10"/>
                    </a:lnTo>
                    <a:lnTo>
                      <a:pt x="724" y="8"/>
                    </a:lnTo>
                    <a:lnTo>
                      <a:pt x="729" y="5"/>
                    </a:lnTo>
                    <a:lnTo>
                      <a:pt x="732" y="3"/>
                    </a:lnTo>
                    <a:lnTo>
                      <a:pt x="733" y="2"/>
                    </a:lnTo>
                    <a:lnTo>
                      <a:pt x="734" y="0"/>
                    </a:lnTo>
                    <a:lnTo>
                      <a:pt x="752" y="11"/>
                    </a:lnTo>
                    <a:lnTo>
                      <a:pt x="769" y="22"/>
                    </a:lnTo>
                    <a:lnTo>
                      <a:pt x="785" y="36"/>
                    </a:lnTo>
                    <a:lnTo>
                      <a:pt x="800" y="49"/>
                    </a:lnTo>
                    <a:lnTo>
                      <a:pt x="813" y="63"/>
                    </a:lnTo>
                    <a:lnTo>
                      <a:pt x="824" y="78"/>
                    </a:lnTo>
                    <a:lnTo>
                      <a:pt x="835" y="94"/>
                    </a:lnTo>
                    <a:lnTo>
                      <a:pt x="842" y="111"/>
                    </a:lnTo>
                    <a:lnTo>
                      <a:pt x="849" y="128"/>
                    </a:lnTo>
                    <a:lnTo>
                      <a:pt x="853" y="145"/>
                    </a:lnTo>
                    <a:lnTo>
                      <a:pt x="855" y="163"/>
                    </a:lnTo>
                    <a:lnTo>
                      <a:pt x="854" y="182"/>
                    </a:lnTo>
                    <a:lnTo>
                      <a:pt x="852" y="200"/>
                    </a:lnTo>
                    <a:lnTo>
                      <a:pt x="846" y="220"/>
                    </a:lnTo>
                    <a:lnTo>
                      <a:pt x="837" y="239"/>
                    </a:lnTo>
                    <a:lnTo>
                      <a:pt x="825" y="257"/>
                    </a:lnTo>
                    <a:lnTo>
                      <a:pt x="823" y="263"/>
                    </a:lnTo>
                    <a:lnTo>
                      <a:pt x="818" y="268"/>
                    </a:lnTo>
                    <a:lnTo>
                      <a:pt x="814" y="274"/>
                    </a:lnTo>
                    <a:lnTo>
                      <a:pt x="811" y="279"/>
                    </a:lnTo>
                    <a:lnTo>
                      <a:pt x="806" y="285"/>
                    </a:lnTo>
                    <a:lnTo>
                      <a:pt x="802" y="290"/>
                    </a:lnTo>
                    <a:lnTo>
                      <a:pt x="797" y="295"/>
                    </a:lnTo>
                    <a:lnTo>
                      <a:pt x="792" y="300"/>
                    </a:lnTo>
                    <a:lnTo>
                      <a:pt x="790" y="308"/>
                    </a:lnTo>
                    <a:lnTo>
                      <a:pt x="784" y="317"/>
                    </a:lnTo>
                    <a:lnTo>
                      <a:pt x="778" y="325"/>
                    </a:lnTo>
                    <a:lnTo>
                      <a:pt x="771" y="333"/>
                    </a:lnTo>
                    <a:lnTo>
                      <a:pt x="762" y="339"/>
                    </a:lnTo>
                    <a:lnTo>
                      <a:pt x="756" y="345"/>
                    </a:lnTo>
                    <a:lnTo>
                      <a:pt x="751" y="351"/>
                    </a:lnTo>
                    <a:lnTo>
                      <a:pt x="749" y="356"/>
                    </a:lnTo>
                    <a:lnTo>
                      <a:pt x="746" y="363"/>
                    </a:lnTo>
                    <a:lnTo>
                      <a:pt x="745" y="371"/>
                    </a:lnTo>
                    <a:lnTo>
                      <a:pt x="744" y="380"/>
                    </a:lnTo>
                    <a:lnTo>
                      <a:pt x="744" y="388"/>
                    </a:lnTo>
                    <a:lnTo>
                      <a:pt x="744" y="396"/>
                    </a:lnTo>
                    <a:lnTo>
                      <a:pt x="744" y="404"/>
                    </a:lnTo>
                    <a:lnTo>
                      <a:pt x="744" y="411"/>
                    </a:lnTo>
                    <a:lnTo>
                      <a:pt x="744" y="420"/>
                    </a:lnTo>
                    <a:lnTo>
                      <a:pt x="744" y="427"/>
                    </a:lnTo>
                    <a:lnTo>
                      <a:pt x="741" y="434"/>
                    </a:lnTo>
                    <a:lnTo>
                      <a:pt x="740" y="442"/>
                    </a:lnTo>
                    <a:lnTo>
                      <a:pt x="737" y="449"/>
                    </a:lnTo>
                    <a:lnTo>
                      <a:pt x="733" y="455"/>
                    </a:lnTo>
                    <a:lnTo>
                      <a:pt x="727" y="462"/>
                    </a:lnTo>
                    <a:lnTo>
                      <a:pt x="720" y="468"/>
                    </a:lnTo>
                    <a:lnTo>
                      <a:pt x="711" y="474"/>
                    </a:lnTo>
                    <a:lnTo>
                      <a:pt x="695" y="483"/>
                    </a:lnTo>
                    <a:lnTo>
                      <a:pt x="680" y="491"/>
                    </a:lnTo>
                    <a:lnTo>
                      <a:pt x="664" y="499"/>
                    </a:lnTo>
                    <a:lnTo>
                      <a:pt x="647" y="506"/>
                    </a:lnTo>
                    <a:lnTo>
                      <a:pt x="631" y="512"/>
                    </a:lnTo>
                    <a:lnTo>
                      <a:pt x="615" y="518"/>
                    </a:lnTo>
                    <a:lnTo>
                      <a:pt x="598" y="523"/>
                    </a:lnTo>
                    <a:lnTo>
                      <a:pt x="583" y="528"/>
                    </a:lnTo>
                    <a:lnTo>
                      <a:pt x="566" y="533"/>
                    </a:lnTo>
                    <a:lnTo>
                      <a:pt x="549" y="535"/>
                    </a:lnTo>
                    <a:lnTo>
                      <a:pt x="533" y="539"/>
                    </a:lnTo>
                    <a:lnTo>
                      <a:pt x="516" y="541"/>
                    </a:lnTo>
                    <a:lnTo>
                      <a:pt x="500" y="544"/>
                    </a:lnTo>
                    <a:lnTo>
                      <a:pt x="483" y="545"/>
                    </a:lnTo>
                    <a:lnTo>
                      <a:pt x="466" y="546"/>
                    </a:lnTo>
                    <a:lnTo>
                      <a:pt x="449" y="546"/>
                    </a:lnTo>
                    <a:lnTo>
                      <a:pt x="432" y="546"/>
                    </a:lnTo>
                    <a:lnTo>
                      <a:pt x="416" y="546"/>
                    </a:lnTo>
                    <a:lnTo>
                      <a:pt x="399" y="545"/>
                    </a:lnTo>
                    <a:lnTo>
                      <a:pt x="382" y="544"/>
                    </a:lnTo>
                    <a:lnTo>
                      <a:pt x="365" y="542"/>
                    </a:lnTo>
                    <a:lnTo>
                      <a:pt x="348" y="540"/>
                    </a:lnTo>
                    <a:lnTo>
                      <a:pt x="331" y="538"/>
                    </a:lnTo>
                    <a:lnTo>
                      <a:pt x="316" y="535"/>
                    </a:lnTo>
                    <a:lnTo>
                      <a:pt x="299" y="531"/>
                    </a:lnTo>
                    <a:lnTo>
                      <a:pt x="282" y="529"/>
                    </a:lnTo>
                    <a:lnTo>
                      <a:pt x="265" y="525"/>
                    </a:lnTo>
                    <a:lnTo>
                      <a:pt x="248" y="521"/>
                    </a:lnTo>
                    <a:lnTo>
                      <a:pt x="231" y="517"/>
                    </a:lnTo>
                    <a:lnTo>
                      <a:pt x="215" y="512"/>
                    </a:lnTo>
                    <a:lnTo>
                      <a:pt x="198" y="507"/>
                    </a:lnTo>
                    <a:lnTo>
                      <a:pt x="182" y="502"/>
                    </a:lnTo>
                    <a:lnTo>
                      <a:pt x="165" y="496"/>
                    </a:lnTo>
                    <a:lnTo>
                      <a:pt x="147" y="490"/>
                    </a:lnTo>
                    <a:lnTo>
                      <a:pt x="130" y="483"/>
                    </a:lnTo>
                    <a:lnTo>
                      <a:pt x="112" y="476"/>
                    </a:lnTo>
                    <a:lnTo>
                      <a:pt x="95" y="467"/>
                    </a:lnTo>
                    <a:lnTo>
                      <a:pt x="78" y="457"/>
                    </a:lnTo>
                    <a:lnTo>
                      <a:pt x="62" y="448"/>
                    </a:lnTo>
                    <a:lnTo>
                      <a:pt x="48" y="436"/>
                    </a:lnTo>
                    <a:lnTo>
                      <a:pt x="34" y="424"/>
                    </a:lnTo>
                    <a:lnTo>
                      <a:pt x="22" y="411"/>
                    </a:lnTo>
                    <a:lnTo>
                      <a:pt x="12" y="397"/>
                    </a:lnTo>
                    <a:lnTo>
                      <a:pt x="6" y="381"/>
                    </a:lnTo>
                    <a:lnTo>
                      <a:pt x="2" y="365"/>
                    </a:lnTo>
                    <a:lnTo>
                      <a:pt x="0" y="348"/>
                    </a:lnTo>
                    <a:lnTo>
                      <a:pt x="2" y="330"/>
                    </a:lnTo>
                    <a:lnTo>
                      <a:pt x="8" y="311"/>
                    </a:lnTo>
                    <a:lnTo>
                      <a:pt x="12" y="297"/>
                    </a:lnTo>
                    <a:lnTo>
                      <a:pt x="19" y="285"/>
                    </a:lnTo>
                    <a:lnTo>
                      <a:pt x="25" y="273"/>
                    </a:lnTo>
                    <a:lnTo>
                      <a:pt x="31" y="261"/>
                    </a:lnTo>
                    <a:lnTo>
                      <a:pt x="38" y="250"/>
                    </a:lnTo>
                    <a:lnTo>
                      <a:pt x="45" y="239"/>
                    </a:lnTo>
                    <a:lnTo>
                      <a:pt x="52" y="230"/>
                    </a:lnTo>
                    <a:lnTo>
                      <a:pt x="61" y="220"/>
                    </a:lnTo>
                    <a:lnTo>
                      <a:pt x="69" y="211"/>
                    </a:lnTo>
                    <a:lnTo>
                      <a:pt x="78" y="203"/>
                    </a:lnTo>
                    <a:lnTo>
                      <a:pt x="86" y="194"/>
                    </a:lnTo>
                    <a:lnTo>
                      <a:pt x="96" y="187"/>
                    </a:lnTo>
                    <a:lnTo>
                      <a:pt x="106" y="181"/>
                    </a:lnTo>
                    <a:lnTo>
                      <a:pt x="117" y="175"/>
                    </a:lnTo>
                    <a:lnTo>
                      <a:pt x="126" y="169"/>
                    </a:lnTo>
                    <a:lnTo>
                      <a:pt x="137" y="163"/>
                    </a:lnTo>
                    <a:lnTo>
                      <a:pt x="148" y="158"/>
                    </a:lnTo>
                    <a:lnTo>
                      <a:pt x="159" y="154"/>
                    </a:lnTo>
                    <a:lnTo>
                      <a:pt x="171" y="150"/>
                    </a:lnTo>
                    <a:lnTo>
                      <a:pt x="182" y="147"/>
                    </a:lnTo>
                    <a:lnTo>
                      <a:pt x="194" y="143"/>
                    </a:lnTo>
                    <a:lnTo>
                      <a:pt x="207" y="141"/>
                    </a:lnTo>
                    <a:lnTo>
                      <a:pt x="219" y="139"/>
                    </a:lnTo>
                    <a:lnTo>
                      <a:pt x="231" y="136"/>
                    </a:lnTo>
                    <a:lnTo>
                      <a:pt x="243" y="135"/>
                    </a:lnTo>
                    <a:lnTo>
                      <a:pt x="256" y="134"/>
                    </a:lnTo>
                    <a:lnTo>
                      <a:pt x="268" y="134"/>
                    </a:lnTo>
                    <a:lnTo>
                      <a:pt x="282" y="133"/>
                    </a:lnTo>
                    <a:lnTo>
                      <a:pt x="295" y="133"/>
                    </a:lnTo>
                    <a:lnTo>
                      <a:pt x="308" y="134"/>
                    </a:lnTo>
                    <a:lnTo>
                      <a:pt x="322" y="134"/>
                    </a:lnTo>
                    <a:lnTo>
                      <a:pt x="335" y="135"/>
                    </a:lnTo>
                    <a:lnTo>
                      <a:pt x="304" y="13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434"/>
              <p:cNvSpPr>
                <a:spLocks/>
              </p:cNvSpPr>
              <p:nvPr/>
            </p:nvSpPr>
            <p:spPr bwMode="auto">
              <a:xfrm>
                <a:off x="583" y="2413"/>
                <a:ext cx="47" cy="29"/>
              </a:xfrm>
              <a:custGeom>
                <a:avLst/>
                <a:gdLst>
                  <a:gd name="T0" fmla="*/ 187 w 187"/>
                  <a:gd name="T1" fmla="*/ 1 h 116"/>
                  <a:gd name="T2" fmla="*/ 187 w 187"/>
                  <a:gd name="T3" fmla="*/ 1 h 116"/>
                  <a:gd name="T4" fmla="*/ 169 w 187"/>
                  <a:gd name="T5" fmla="*/ 0 h 116"/>
                  <a:gd name="T6" fmla="*/ 152 w 187"/>
                  <a:gd name="T7" fmla="*/ 1 h 116"/>
                  <a:gd name="T8" fmla="*/ 137 w 187"/>
                  <a:gd name="T9" fmla="*/ 2 h 116"/>
                  <a:gd name="T10" fmla="*/ 123 w 187"/>
                  <a:gd name="T11" fmla="*/ 6 h 116"/>
                  <a:gd name="T12" fmla="*/ 110 w 187"/>
                  <a:gd name="T13" fmla="*/ 12 h 116"/>
                  <a:gd name="T14" fmla="*/ 99 w 187"/>
                  <a:gd name="T15" fmla="*/ 18 h 116"/>
                  <a:gd name="T16" fmla="*/ 86 w 187"/>
                  <a:gd name="T17" fmla="*/ 25 h 116"/>
                  <a:gd name="T18" fmla="*/ 77 w 187"/>
                  <a:gd name="T19" fmla="*/ 34 h 116"/>
                  <a:gd name="T20" fmla="*/ 66 w 187"/>
                  <a:gd name="T21" fmla="*/ 42 h 116"/>
                  <a:gd name="T22" fmla="*/ 57 w 187"/>
                  <a:gd name="T23" fmla="*/ 52 h 116"/>
                  <a:gd name="T24" fmla="*/ 48 w 187"/>
                  <a:gd name="T25" fmla="*/ 61 h 116"/>
                  <a:gd name="T26" fmla="*/ 39 w 187"/>
                  <a:gd name="T27" fmla="*/ 71 h 116"/>
                  <a:gd name="T28" fmla="*/ 29 w 187"/>
                  <a:gd name="T29" fmla="*/ 82 h 116"/>
                  <a:gd name="T30" fmla="*/ 20 w 187"/>
                  <a:gd name="T31" fmla="*/ 92 h 116"/>
                  <a:gd name="T32" fmla="*/ 10 w 187"/>
                  <a:gd name="T33" fmla="*/ 103 h 116"/>
                  <a:gd name="T34" fmla="*/ 0 w 187"/>
                  <a:gd name="T35" fmla="*/ 112 h 116"/>
                  <a:gd name="T36" fmla="*/ 4 w 187"/>
                  <a:gd name="T37" fmla="*/ 116 h 116"/>
                  <a:gd name="T38" fmla="*/ 15 w 187"/>
                  <a:gd name="T39" fmla="*/ 106 h 116"/>
                  <a:gd name="T40" fmla="*/ 25 w 187"/>
                  <a:gd name="T41" fmla="*/ 97 h 116"/>
                  <a:gd name="T42" fmla="*/ 33 w 187"/>
                  <a:gd name="T43" fmla="*/ 86 h 116"/>
                  <a:gd name="T44" fmla="*/ 43 w 187"/>
                  <a:gd name="T45" fmla="*/ 76 h 116"/>
                  <a:gd name="T46" fmla="*/ 53 w 187"/>
                  <a:gd name="T47" fmla="*/ 65 h 116"/>
                  <a:gd name="T48" fmla="*/ 61 w 187"/>
                  <a:gd name="T49" fmla="*/ 55 h 116"/>
                  <a:gd name="T50" fmla="*/ 71 w 187"/>
                  <a:gd name="T51" fmla="*/ 46 h 116"/>
                  <a:gd name="T52" fmla="*/ 79 w 187"/>
                  <a:gd name="T53" fmla="*/ 37 h 116"/>
                  <a:gd name="T54" fmla="*/ 90 w 187"/>
                  <a:gd name="T55" fmla="*/ 30 h 116"/>
                  <a:gd name="T56" fmla="*/ 101 w 187"/>
                  <a:gd name="T57" fmla="*/ 23 h 116"/>
                  <a:gd name="T58" fmla="*/ 112 w 187"/>
                  <a:gd name="T59" fmla="*/ 17 h 116"/>
                  <a:gd name="T60" fmla="*/ 124 w 187"/>
                  <a:gd name="T61" fmla="*/ 12 h 116"/>
                  <a:gd name="T62" fmla="*/ 139 w 187"/>
                  <a:gd name="T63" fmla="*/ 8 h 116"/>
                  <a:gd name="T64" fmla="*/ 153 w 187"/>
                  <a:gd name="T65" fmla="*/ 6 h 116"/>
                  <a:gd name="T66" fmla="*/ 169 w 187"/>
                  <a:gd name="T67" fmla="*/ 6 h 116"/>
                  <a:gd name="T68" fmla="*/ 187 w 187"/>
                  <a:gd name="T69" fmla="*/ 7 h 116"/>
                  <a:gd name="T70" fmla="*/ 187 w 187"/>
                  <a:gd name="T71" fmla="*/ 7 h 116"/>
                  <a:gd name="T72" fmla="*/ 187 w 187"/>
                  <a:gd name="T73" fmla="*/ 1 h 11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87"/>
                  <a:gd name="T112" fmla="*/ 0 h 116"/>
                  <a:gd name="T113" fmla="*/ 187 w 187"/>
                  <a:gd name="T114" fmla="*/ 116 h 11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87" h="116">
                    <a:moveTo>
                      <a:pt x="187" y="1"/>
                    </a:moveTo>
                    <a:lnTo>
                      <a:pt x="187" y="1"/>
                    </a:lnTo>
                    <a:lnTo>
                      <a:pt x="169" y="0"/>
                    </a:lnTo>
                    <a:lnTo>
                      <a:pt x="152" y="1"/>
                    </a:lnTo>
                    <a:lnTo>
                      <a:pt x="137" y="2"/>
                    </a:lnTo>
                    <a:lnTo>
                      <a:pt x="123" y="6"/>
                    </a:lnTo>
                    <a:lnTo>
                      <a:pt x="110" y="12"/>
                    </a:lnTo>
                    <a:lnTo>
                      <a:pt x="99" y="18"/>
                    </a:lnTo>
                    <a:lnTo>
                      <a:pt x="86" y="25"/>
                    </a:lnTo>
                    <a:lnTo>
                      <a:pt x="77" y="34"/>
                    </a:lnTo>
                    <a:lnTo>
                      <a:pt x="66" y="42"/>
                    </a:lnTo>
                    <a:lnTo>
                      <a:pt x="57" y="52"/>
                    </a:lnTo>
                    <a:lnTo>
                      <a:pt x="48" y="61"/>
                    </a:lnTo>
                    <a:lnTo>
                      <a:pt x="39" y="71"/>
                    </a:lnTo>
                    <a:lnTo>
                      <a:pt x="29" y="82"/>
                    </a:lnTo>
                    <a:lnTo>
                      <a:pt x="20" y="92"/>
                    </a:lnTo>
                    <a:lnTo>
                      <a:pt x="10" y="103"/>
                    </a:lnTo>
                    <a:lnTo>
                      <a:pt x="0" y="112"/>
                    </a:lnTo>
                    <a:lnTo>
                      <a:pt x="4" y="116"/>
                    </a:lnTo>
                    <a:lnTo>
                      <a:pt x="15" y="106"/>
                    </a:lnTo>
                    <a:lnTo>
                      <a:pt x="25" y="97"/>
                    </a:lnTo>
                    <a:lnTo>
                      <a:pt x="33" y="86"/>
                    </a:lnTo>
                    <a:lnTo>
                      <a:pt x="43" y="76"/>
                    </a:lnTo>
                    <a:lnTo>
                      <a:pt x="53" y="65"/>
                    </a:lnTo>
                    <a:lnTo>
                      <a:pt x="61" y="55"/>
                    </a:lnTo>
                    <a:lnTo>
                      <a:pt x="71" y="46"/>
                    </a:lnTo>
                    <a:lnTo>
                      <a:pt x="79" y="37"/>
                    </a:lnTo>
                    <a:lnTo>
                      <a:pt x="90" y="30"/>
                    </a:lnTo>
                    <a:lnTo>
                      <a:pt x="101" y="23"/>
                    </a:lnTo>
                    <a:lnTo>
                      <a:pt x="112" y="17"/>
                    </a:lnTo>
                    <a:lnTo>
                      <a:pt x="124" y="12"/>
                    </a:lnTo>
                    <a:lnTo>
                      <a:pt x="139" y="8"/>
                    </a:lnTo>
                    <a:lnTo>
                      <a:pt x="153" y="6"/>
                    </a:lnTo>
                    <a:lnTo>
                      <a:pt x="169" y="6"/>
                    </a:lnTo>
                    <a:lnTo>
                      <a:pt x="187" y="7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435"/>
              <p:cNvSpPr>
                <a:spLocks/>
              </p:cNvSpPr>
              <p:nvPr/>
            </p:nvSpPr>
            <p:spPr bwMode="auto">
              <a:xfrm>
                <a:off x="630" y="2408"/>
                <a:ext cx="61" cy="8"/>
              </a:xfrm>
              <a:custGeom>
                <a:avLst/>
                <a:gdLst>
                  <a:gd name="T0" fmla="*/ 246 w 246"/>
                  <a:gd name="T1" fmla="*/ 1 h 35"/>
                  <a:gd name="T2" fmla="*/ 243 w 246"/>
                  <a:gd name="T3" fmla="*/ 2 h 35"/>
                  <a:gd name="T4" fmla="*/ 243 w 246"/>
                  <a:gd name="T5" fmla="*/ 2 h 35"/>
                  <a:gd name="T6" fmla="*/ 242 w 246"/>
                  <a:gd name="T7" fmla="*/ 3 h 35"/>
                  <a:gd name="T8" fmla="*/ 238 w 246"/>
                  <a:gd name="T9" fmla="*/ 6 h 35"/>
                  <a:gd name="T10" fmla="*/ 234 w 246"/>
                  <a:gd name="T11" fmla="*/ 8 h 35"/>
                  <a:gd name="T12" fmla="*/ 228 w 246"/>
                  <a:gd name="T13" fmla="*/ 11 h 35"/>
                  <a:gd name="T14" fmla="*/ 221 w 246"/>
                  <a:gd name="T15" fmla="*/ 14 h 35"/>
                  <a:gd name="T16" fmla="*/ 211 w 246"/>
                  <a:gd name="T17" fmla="*/ 17 h 35"/>
                  <a:gd name="T18" fmla="*/ 199 w 246"/>
                  <a:gd name="T19" fmla="*/ 20 h 35"/>
                  <a:gd name="T20" fmla="*/ 186 w 246"/>
                  <a:gd name="T21" fmla="*/ 23 h 35"/>
                  <a:gd name="T22" fmla="*/ 169 w 246"/>
                  <a:gd name="T23" fmla="*/ 25 h 35"/>
                  <a:gd name="T24" fmla="*/ 148 w 246"/>
                  <a:gd name="T25" fmla="*/ 28 h 35"/>
                  <a:gd name="T26" fmla="*/ 126 w 246"/>
                  <a:gd name="T27" fmla="*/ 29 h 35"/>
                  <a:gd name="T28" fmla="*/ 100 w 246"/>
                  <a:gd name="T29" fmla="*/ 29 h 35"/>
                  <a:gd name="T30" fmla="*/ 71 w 246"/>
                  <a:gd name="T31" fmla="*/ 28 h 35"/>
                  <a:gd name="T32" fmla="*/ 38 w 246"/>
                  <a:gd name="T33" fmla="*/ 26 h 35"/>
                  <a:gd name="T34" fmla="*/ 0 w 246"/>
                  <a:gd name="T35" fmla="*/ 23 h 35"/>
                  <a:gd name="T36" fmla="*/ 0 w 246"/>
                  <a:gd name="T37" fmla="*/ 29 h 35"/>
                  <a:gd name="T38" fmla="*/ 37 w 246"/>
                  <a:gd name="T39" fmla="*/ 31 h 35"/>
                  <a:gd name="T40" fmla="*/ 71 w 246"/>
                  <a:gd name="T41" fmla="*/ 34 h 35"/>
                  <a:gd name="T42" fmla="*/ 100 w 246"/>
                  <a:gd name="T43" fmla="*/ 35 h 35"/>
                  <a:gd name="T44" fmla="*/ 126 w 246"/>
                  <a:gd name="T45" fmla="*/ 35 h 35"/>
                  <a:gd name="T46" fmla="*/ 149 w 246"/>
                  <a:gd name="T47" fmla="*/ 34 h 35"/>
                  <a:gd name="T48" fmla="*/ 170 w 246"/>
                  <a:gd name="T49" fmla="*/ 31 h 35"/>
                  <a:gd name="T50" fmla="*/ 186 w 246"/>
                  <a:gd name="T51" fmla="*/ 29 h 35"/>
                  <a:gd name="T52" fmla="*/ 202 w 246"/>
                  <a:gd name="T53" fmla="*/ 26 h 35"/>
                  <a:gd name="T54" fmla="*/ 214 w 246"/>
                  <a:gd name="T55" fmla="*/ 23 h 35"/>
                  <a:gd name="T56" fmla="*/ 223 w 246"/>
                  <a:gd name="T57" fmla="*/ 19 h 35"/>
                  <a:gd name="T58" fmla="*/ 231 w 246"/>
                  <a:gd name="T59" fmla="*/ 15 h 35"/>
                  <a:gd name="T60" fmla="*/ 237 w 246"/>
                  <a:gd name="T61" fmla="*/ 13 h 35"/>
                  <a:gd name="T62" fmla="*/ 242 w 246"/>
                  <a:gd name="T63" fmla="*/ 11 h 35"/>
                  <a:gd name="T64" fmla="*/ 244 w 246"/>
                  <a:gd name="T65" fmla="*/ 8 h 35"/>
                  <a:gd name="T66" fmla="*/ 246 w 246"/>
                  <a:gd name="T67" fmla="*/ 6 h 35"/>
                  <a:gd name="T68" fmla="*/ 246 w 246"/>
                  <a:gd name="T69" fmla="*/ 6 h 35"/>
                  <a:gd name="T70" fmla="*/ 244 w 246"/>
                  <a:gd name="T71" fmla="*/ 6 h 35"/>
                  <a:gd name="T72" fmla="*/ 246 w 246"/>
                  <a:gd name="T73" fmla="*/ 1 h 35"/>
                  <a:gd name="T74" fmla="*/ 244 w 246"/>
                  <a:gd name="T75" fmla="*/ 0 h 35"/>
                  <a:gd name="T76" fmla="*/ 243 w 246"/>
                  <a:gd name="T77" fmla="*/ 2 h 35"/>
                  <a:gd name="T78" fmla="*/ 246 w 246"/>
                  <a:gd name="T79" fmla="*/ 1 h 3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6"/>
                  <a:gd name="T121" fmla="*/ 0 h 35"/>
                  <a:gd name="T122" fmla="*/ 246 w 246"/>
                  <a:gd name="T123" fmla="*/ 35 h 3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6" h="35">
                    <a:moveTo>
                      <a:pt x="246" y="1"/>
                    </a:moveTo>
                    <a:lnTo>
                      <a:pt x="243" y="2"/>
                    </a:lnTo>
                    <a:lnTo>
                      <a:pt x="242" y="3"/>
                    </a:lnTo>
                    <a:lnTo>
                      <a:pt x="238" y="6"/>
                    </a:lnTo>
                    <a:lnTo>
                      <a:pt x="234" y="8"/>
                    </a:lnTo>
                    <a:lnTo>
                      <a:pt x="228" y="11"/>
                    </a:lnTo>
                    <a:lnTo>
                      <a:pt x="221" y="14"/>
                    </a:lnTo>
                    <a:lnTo>
                      <a:pt x="211" y="17"/>
                    </a:lnTo>
                    <a:lnTo>
                      <a:pt x="199" y="20"/>
                    </a:lnTo>
                    <a:lnTo>
                      <a:pt x="186" y="23"/>
                    </a:lnTo>
                    <a:lnTo>
                      <a:pt x="169" y="25"/>
                    </a:lnTo>
                    <a:lnTo>
                      <a:pt x="148" y="28"/>
                    </a:lnTo>
                    <a:lnTo>
                      <a:pt x="126" y="29"/>
                    </a:lnTo>
                    <a:lnTo>
                      <a:pt x="100" y="29"/>
                    </a:lnTo>
                    <a:lnTo>
                      <a:pt x="71" y="28"/>
                    </a:lnTo>
                    <a:lnTo>
                      <a:pt x="38" y="26"/>
                    </a:lnTo>
                    <a:lnTo>
                      <a:pt x="0" y="23"/>
                    </a:lnTo>
                    <a:lnTo>
                      <a:pt x="0" y="29"/>
                    </a:lnTo>
                    <a:lnTo>
                      <a:pt x="37" y="31"/>
                    </a:lnTo>
                    <a:lnTo>
                      <a:pt x="71" y="34"/>
                    </a:lnTo>
                    <a:lnTo>
                      <a:pt x="100" y="35"/>
                    </a:lnTo>
                    <a:lnTo>
                      <a:pt x="126" y="35"/>
                    </a:lnTo>
                    <a:lnTo>
                      <a:pt x="149" y="34"/>
                    </a:lnTo>
                    <a:lnTo>
                      <a:pt x="170" y="31"/>
                    </a:lnTo>
                    <a:lnTo>
                      <a:pt x="186" y="29"/>
                    </a:lnTo>
                    <a:lnTo>
                      <a:pt x="202" y="26"/>
                    </a:lnTo>
                    <a:lnTo>
                      <a:pt x="214" y="23"/>
                    </a:lnTo>
                    <a:lnTo>
                      <a:pt x="223" y="19"/>
                    </a:lnTo>
                    <a:lnTo>
                      <a:pt x="231" y="15"/>
                    </a:lnTo>
                    <a:lnTo>
                      <a:pt x="237" y="13"/>
                    </a:lnTo>
                    <a:lnTo>
                      <a:pt x="242" y="11"/>
                    </a:lnTo>
                    <a:lnTo>
                      <a:pt x="244" y="8"/>
                    </a:lnTo>
                    <a:lnTo>
                      <a:pt x="246" y="6"/>
                    </a:lnTo>
                    <a:lnTo>
                      <a:pt x="244" y="6"/>
                    </a:lnTo>
                    <a:lnTo>
                      <a:pt x="246" y="1"/>
                    </a:lnTo>
                    <a:lnTo>
                      <a:pt x="244" y="0"/>
                    </a:lnTo>
                    <a:lnTo>
                      <a:pt x="243" y="2"/>
                    </a:lnTo>
                    <a:lnTo>
                      <a:pt x="246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436"/>
              <p:cNvSpPr>
                <a:spLocks/>
              </p:cNvSpPr>
              <p:nvPr/>
            </p:nvSpPr>
            <p:spPr bwMode="auto">
              <a:xfrm>
                <a:off x="691" y="2408"/>
                <a:ext cx="31" cy="65"/>
              </a:xfrm>
              <a:custGeom>
                <a:avLst/>
                <a:gdLst>
                  <a:gd name="T0" fmla="*/ 95 w 125"/>
                  <a:gd name="T1" fmla="*/ 262 h 262"/>
                  <a:gd name="T2" fmla="*/ 95 w 125"/>
                  <a:gd name="T3" fmla="*/ 262 h 262"/>
                  <a:gd name="T4" fmla="*/ 107 w 125"/>
                  <a:gd name="T5" fmla="*/ 242 h 262"/>
                  <a:gd name="T6" fmla="*/ 115 w 125"/>
                  <a:gd name="T7" fmla="*/ 222 h 262"/>
                  <a:gd name="T8" fmla="*/ 121 w 125"/>
                  <a:gd name="T9" fmla="*/ 204 h 262"/>
                  <a:gd name="T10" fmla="*/ 125 w 125"/>
                  <a:gd name="T11" fmla="*/ 184 h 262"/>
                  <a:gd name="T12" fmla="*/ 125 w 125"/>
                  <a:gd name="T13" fmla="*/ 165 h 262"/>
                  <a:gd name="T14" fmla="*/ 122 w 125"/>
                  <a:gd name="T15" fmla="*/ 147 h 262"/>
                  <a:gd name="T16" fmla="*/ 119 w 125"/>
                  <a:gd name="T17" fmla="*/ 128 h 262"/>
                  <a:gd name="T18" fmla="*/ 112 w 125"/>
                  <a:gd name="T19" fmla="*/ 111 h 262"/>
                  <a:gd name="T20" fmla="*/ 104 w 125"/>
                  <a:gd name="T21" fmla="*/ 95 h 262"/>
                  <a:gd name="T22" fmla="*/ 93 w 125"/>
                  <a:gd name="T23" fmla="*/ 79 h 262"/>
                  <a:gd name="T24" fmla="*/ 82 w 125"/>
                  <a:gd name="T25" fmla="*/ 63 h 262"/>
                  <a:gd name="T26" fmla="*/ 69 w 125"/>
                  <a:gd name="T27" fmla="*/ 48 h 262"/>
                  <a:gd name="T28" fmla="*/ 53 w 125"/>
                  <a:gd name="T29" fmla="*/ 35 h 262"/>
                  <a:gd name="T30" fmla="*/ 38 w 125"/>
                  <a:gd name="T31" fmla="*/ 22 h 262"/>
                  <a:gd name="T32" fmla="*/ 21 w 125"/>
                  <a:gd name="T33" fmla="*/ 11 h 262"/>
                  <a:gd name="T34" fmla="*/ 2 w 125"/>
                  <a:gd name="T35" fmla="*/ 0 h 262"/>
                  <a:gd name="T36" fmla="*/ 0 w 125"/>
                  <a:gd name="T37" fmla="*/ 5 h 262"/>
                  <a:gd name="T38" fmla="*/ 17 w 125"/>
                  <a:gd name="T39" fmla="*/ 16 h 262"/>
                  <a:gd name="T40" fmla="*/ 34 w 125"/>
                  <a:gd name="T41" fmla="*/ 27 h 262"/>
                  <a:gd name="T42" fmla="*/ 50 w 125"/>
                  <a:gd name="T43" fmla="*/ 39 h 262"/>
                  <a:gd name="T44" fmla="*/ 64 w 125"/>
                  <a:gd name="T45" fmla="*/ 52 h 262"/>
                  <a:gd name="T46" fmla="*/ 78 w 125"/>
                  <a:gd name="T47" fmla="*/ 67 h 262"/>
                  <a:gd name="T48" fmla="*/ 90 w 125"/>
                  <a:gd name="T49" fmla="*/ 81 h 262"/>
                  <a:gd name="T50" fmla="*/ 99 w 125"/>
                  <a:gd name="T51" fmla="*/ 97 h 262"/>
                  <a:gd name="T52" fmla="*/ 107 w 125"/>
                  <a:gd name="T53" fmla="*/ 114 h 262"/>
                  <a:gd name="T54" fmla="*/ 113 w 125"/>
                  <a:gd name="T55" fmla="*/ 130 h 262"/>
                  <a:gd name="T56" fmla="*/ 118 w 125"/>
                  <a:gd name="T57" fmla="*/ 148 h 262"/>
                  <a:gd name="T58" fmla="*/ 119 w 125"/>
                  <a:gd name="T59" fmla="*/ 165 h 262"/>
                  <a:gd name="T60" fmla="*/ 119 w 125"/>
                  <a:gd name="T61" fmla="*/ 183 h 262"/>
                  <a:gd name="T62" fmla="*/ 115 w 125"/>
                  <a:gd name="T63" fmla="*/ 201 h 262"/>
                  <a:gd name="T64" fmla="*/ 110 w 125"/>
                  <a:gd name="T65" fmla="*/ 221 h 262"/>
                  <a:gd name="T66" fmla="*/ 102 w 125"/>
                  <a:gd name="T67" fmla="*/ 240 h 262"/>
                  <a:gd name="T68" fmla="*/ 90 w 125"/>
                  <a:gd name="T69" fmla="*/ 258 h 262"/>
                  <a:gd name="T70" fmla="*/ 90 w 125"/>
                  <a:gd name="T71" fmla="*/ 258 h 262"/>
                  <a:gd name="T72" fmla="*/ 95 w 125"/>
                  <a:gd name="T73" fmla="*/ 262 h 2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5"/>
                  <a:gd name="T112" fmla="*/ 0 h 262"/>
                  <a:gd name="T113" fmla="*/ 125 w 125"/>
                  <a:gd name="T114" fmla="*/ 262 h 26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5" h="262">
                    <a:moveTo>
                      <a:pt x="95" y="262"/>
                    </a:moveTo>
                    <a:lnTo>
                      <a:pt x="95" y="262"/>
                    </a:lnTo>
                    <a:lnTo>
                      <a:pt x="107" y="242"/>
                    </a:lnTo>
                    <a:lnTo>
                      <a:pt x="115" y="222"/>
                    </a:lnTo>
                    <a:lnTo>
                      <a:pt x="121" y="204"/>
                    </a:lnTo>
                    <a:lnTo>
                      <a:pt x="125" y="184"/>
                    </a:lnTo>
                    <a:lnTo>
                      <a:pt x="125" y="165"/>
                    </a:lnTo>
                    <a:lnTo>
                      <a:pt x="122" y="147"/>
                    </a:lnTo>
                    <a:lnTo>
                      <a:pt x="119" y="128"/>
                    </a:lnTo>
                    <a:lnTo>
                      <a:pt x="112" y="111"/>
                    </a:lnTo>
                    <a:lnTo>
                      <a:pt x="104" y="95"/>
                    </a:lnTo>
                    <a:lnTo>
                      <a:pt x="93" y="79"/>
                    </a:lnTo>
                    <a:lnTo>
                      <a:pt x="82" y="63"/>
                    </a:lnTo>
                    <a:lnTo>
                      <a:pt x="69" y="48"/>
                    </a:lnTo>
                    <a:lnTo>
                      <a:pt x="53" y="35"/>
                    </a:lnTo>
                    <a:lnTo>
                      <a:pt x="38" y="22"/>
                    </a:lnTo>
                    <a:lnTo>
                      <a:pt x="21" y="11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17" y="16"/>
                    </a:lnTo>
                    <a:lnTo>
                      <a:pt x="34" y="27"/>
                    </a:lnTo>
                    <a:lnTo>
                      <a:pt x="50" y="39"/>
                    </a:lnTo>
                    <a:lnTo>
                      <a:pt x="64" y="52"/>
                    </a:lnTo>
                    <a:lnTo>
                      <a:pt x="78" y="67"/>
                    </a:lnTo>
                    <a:lnTo>
                      <a:pt x="90" y="81"/>
                    </a:lnTo>
                    <a:lnTo>
                      <a:pt x="99" y="97"/>
                    </a:lnTo>
                    <a:lnTo>
                      <a:pt x="107" y="114"/>
                    </a:lnTo>
                    <a:lnTo>
                      <a:pt x="113" y="130"/>
                    </a:lnTo>
                    <a:lnTo>
                      <a:pt x="118" y="148"/>
                    </a:lnTo>
                    <a:lnTo>
                      <a:pt x="119" y="165"/>
                    </a:lnTo>
                    <a:lnTo>
                      <a:pt x="119" y="183"/>
                    </a:lnTo>
                    <a:lnTo>
                      <a:pt x="115" y="201"/>
                    </a:lnTo>
                    <a:lnTo>
                      <a:pt x="110" y="221"/>
                    </a:lnTo>
                    <a:lnTo>
                      <a:pt x="102" y="240"/>
                    </a:lnTo>
                    <a:lnTo>
                      <a:pt x="90" y="258"/>
                    </a:lnTo>
                    <a:lnTo>
                      <a:pt x="95" y="26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437"/>
              <p:cNvSpPr>
                <a:spLocks/>
              </p:cNvSpPr>
              <p:nvPr/>
            </p:nvSpPr>
            <p:spPr bwMode="auto">
              <a:xfrm>
                <a:off x="705" y="2473"/>
                <a:ext cx="9" cy="11"/>
              </a:xfrm>
              <a:custGeom>
                <a:avLst/>
                <a:gdLst>
                  <a:gd name="T0" fmla="*/ 6 w 38"/>
                  <a:gd name="T1" fmla="*/ 44 h 46"/>
                  <a:gd name="T2" fmla="*/ 5 w 38"/>
                  <a:gd name="T3" fmla="*/ 46 h 46"/>
                  <a:gd name="T4" fmla="*/ 10 w 38"/>
                  <a:gd name="T5" fmla="*/ 41 h 46"/>
                  <a:gd name="T6" fmla="*/ 13 w 38"/>
                  <a:gd name="T7" fmla="*/ 37 h 46"/>
                  <a:gd name="T8" fmla="*/ 18 w 38"/>
                  <a:gd name="T9" fmla="*/ 31 h 46"/>
                  <a:gd name="T10" fmla="*/ 23 w 38"/>
                  <a:gd name="T11" fmla="*/ 26 h 46"/>
                  <a:gd name="T12" fmla="*/ 27 w 38"/>
                  <a:gd name="T13" fmla="*/ 20 h 46"/>
                  <a:gd name="T14" fmla="*/ 30 w 38"/>
                  <a:gd name="T15" fmla="*/ 15 h 46"/>
                  <a:gd name="T16" fmla="*/ 34 w 38"/>
                  <a:gd name="T17" fmla="*/ 9 h 46"/>
                  <a:gd name="T18" fmla="*/ 38 w 38"/>
                  <a:gd name="T19" fmla="*/ 4 h 46"/>
                  <a:gd name="T20" fmla="*/ 33 w 38"/>
                  <a:gd name="T21" fmla="*/ 0 h 46"/>
                  <a:gd name="T22" fmla="*/ 30 w 38"/>
                  <a:gd name="T23" fmla="*/ 6 h 46"/>
                  <a:gd name="T24" fmla="*/ 25 w 38"/>
                  <a:gd name="T25" fmla="*/ 11 h 46"/>
                  <a:gd name="T26" fmla="*/ 22 w 38"/>
                  <a:gd name="T27" fmla="*/ 17 h 46"/>
                  <a:gd name="T28" fmla="*/ 18 w 38"/>
                  <a:gd name="T29" fmla="*/ 22 h 46"/>
                  <a:gd name="T30" fmla="*/ 15 w 38"/>
                  <a:gd name="T31" fmla="*/ 27 h 46"/>
                  <a:gd name="T32" fmla="*/ 10 w 38"/>
                  <a:gd name="T33" fmla="*/ 32 h 46"/>
                  <a:gd name="T34" fmla="*/ 5 w 38"/>
                  <a:gd name="T35" fmla="*/ 37 h 46"/>
                  <a:gd name="T36" fmla="*/ 1 w 38"/>
                  <a:gd name="T37" fmla="*/ 41 h 46"/>
                  <a:gd name="T38" fmla="*/ 0 w 38"/>
                  <a:gd name="T39" fmla="*/ 44 h 46"/>
                  <a:gd name="T40" fmla="*/ 1 w 38"/>
                  <a:gd name="T41" fmla="*/ 41 h 46"/>
                  <a:gd name="T42" fmla="*/ 0 w 38"/>
                  <a:gd name="T43" fmla="*/ 43 h 46"/>
                  <a:gd name="T44" fmla="*/ 0 w 38"/>
                  <a:gd name="T45" fmla="*/ 44 h 46"/>
                  <a:gd name="T46" fmla="*/ 6 w 38"/>
                  <a:gd name="T47" fmla="*/ 44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8"/>
                  <a:gd name="T73" fmla="*/ 0 h 46"/>
                  <a:gd name="T74" fmla="*/ 38 w 38"/>
                  <a:gd name="T75" fmla="*/ 46 h 4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8" h="46">
                    <a:moveTo>
                      <a:pt x="6" y="44"/>
                    </a:moveTo>
                    <a:lnTo>
                      <a:pt x="5" y="46"/>
                    </a:lnTo>
                    <a:lnTo>
                      <a:pt x="10" y="41"/>
                    </a:lnTo>
                    <a:lnTo>
                      <a:pt x="13" y="37"/>
                    </a:lnTo>
                    <a:lnTo>
                      <a:pt x="18" y="31"/>
                    </a:lnTo>
                    <a:lnTo>
                      <a:pt x="23" y="26"/>
                    </a:lnTo>
                    <a:lnTo>
                      <a:pt x="27" y="20"/>
                    </a:lnTo>
                    <a:lnTo>
                      <a:pt x="30" y="15"/>
                    </a:lnTo>
                    <a:lnTo>
                      <a:pt x="34" y="9"/>
                    </a:lnTo>
                    <a:lnTo>
                      <a:pt x="38" y="4"/>
                    </a:lnTo>
                    <a:lnTo>
                      <a:pt x="33" y="0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22" y="17"/>
                    </a:lnTo>
                    <a:lnTo>
                      <a:pt x="18" y="22"/>
                    </a:lnTo>
                    <a:lnTo>
                      <a:pt x="15" y="27"/>
                    </a:lnTo>
                    <a:lnTo>
                      <a:pt x="10" y="32"/>
                    </a:lnTo>
                    <a:lnTo>
                      <a:pt x="5" y="37"/>
                    </a:lnTo>
                    <a:lnTo>
                      <a:pt x="1" y="41"/>
                    </a:lnTo>
                    <a:lnTo>
                      <a:pt x="0" y="44"/>
                    </a:lnTo>
                    <a:lnTo>
                      <a:pt x="1" y="41"/>
                    </a:lnTo>
                    <a:lnTo>
                      <a:pt x="0" y="43"/>
                    </a:lnTo>
                    <a:lnTo>
                      <a:pt x="0" y="44"/>
                    </a:lnTo>
                    <a:lnTo>
                      <a:pt x="6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438"/>
              <p:cNvSpPr>
                <a:spLocks/>
              </p:cNvSpPr>
              <p:nvPr/>
            </p:nvSpPr>
            <p:spPr bwMode="auto">
              <a:xfrm>
                <a:off x="694" y="2483"/>
                <a:ext cx="13" cy="14"/>
              </a:xfrm>
              <a:custGeom>
                <a:avLst/>
                <a:gdLst>
                  <a:gd name="T0" fmla="*/ 6 w 51"/>
                  <a:gd name="T1" fmla="*/ 56 h 56"/>
                  <a:gd name="T2" fmla="*/ 6 w 51"/>
                  <a:gd name="T3" fmla="*/ 56 h 56"/>
                  <a:gd name="T4" fmla="*/ 9 w 51"/>
                  <a:gd name="T5" fmla="*/ 52 h 56"/>
                  <a:gd name="T6" fmla="*/ 13 w 51"/>
                  <a:gd name="T7" fmla="*/ 47 h 56"/>
                  <a:gd name="T8" fmla="*/ 20 w 51"/>
                  <a:gd name="T9" fmla="*/ 41 h 56"/>
                  <a:gd name="T10" fmla="*/ 27 w 51"/>
                  <a:gd name="T11" fmla="*/ 34 h 56"/>
                  <a:gd name="T12" fmla="*/ 34 w 51"/>
                  <a:gd name="T13" fmla="*/ 27 h 56"/>
                  <a:gd name="T14" fmla="*/ 41 w 51"/>
                  <a:gd name="T15" fmla="*/ 18 h 56"/>
                  <a:gd name="T16" fmla="*/ 47 w 51"/>
                  <a:gd name="T17" fmla="*/ 10 h 56"/>
                  <a:gd name="T18" fmla="*/ 51 w 51"/>
                  <a:gd name="T19" fmla="*/ 0 h 56"/>
                  <a:gd name="T20" fmla="*/ 45 w 51"/>
                  <a:gd name="T21" fmla="*/ 0 h 56"/>
                  <a:gd name="T22" fmla="*/ 43 w 51"/>
                  <a:gd name="T23" fmla="*/ 7 h 56"/>
                  <a:gd name="T24" fmla="*/ 36 w 51"/>
                  <a:gd name="T25" fmla="*/ 16 h 56"/>
                  <a:gd name="T26" fmla="*/ 30 w 51"/>
                  <a:gd name="T27" fmla="*/ 23 h 56"/>
                  <a:gd name="T28" fmla="*/ 23 w 51"/>
                  <a:gd name="T29" fmla="*/ 30 h 56"/>
                  <a:gd name="T30" fmla="*/ 16 w 51"/>
                  <a:gd name="T31" fmla="*/ 36 h 56"/>
                  <a:gd name="T32" fmla="*/ 9 w 51"/>
                  <a:gd name="T33" fmla="*/ 42 h 56"/>
                  <a:gd name="T34" fmla="*/ 4 w 51"/>
                  <a:gd name="T35" fmla="*/ 48 h 56"/>
                  <a:gd name="T36" fmla="*/ 0 w 51"/>
                  <a:gd name="T37" fmla="*/ 54 h 56"/>
                  <a:gd name="T38" fmla="*/ 0 w 51"/>
                  <a:gd name="T39" fmla="*/ 54 h 56"/>
                  <a:gd name="T40" fmla="*/ 6 w 51"/>
                  <a:gd name="T41" fmla="*/ 56 h 5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1"/>
                  <a:gd name="T64" fmla="*/ 0 h 56"/>
                  <a:gd name="T65" fmla="*/ 51 w 51"/>
                  <a:gd name="T66" fmla="*/ 56 h 5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1" h="56">
                    <a:moveTo>
                      <a:pt x="6" y="56"/>
                    </a:moveTo>
                    <a:lnTo>
                      <a:pt x="6" y="56"/>
                    </a:lnTo>
                    <a:lnTo>
                      <a:pt x="9" y="52"/>
                    </a:lnTo>
                    <a:lnTo>
                      <a:pt x="13" y="47"/>
                    </a:lnTo>
                    <a:lnTo>
                      <a:pt x="20" y="41"/>
                    </a:lnTo>
                    <a:lnTo>
                      <a:pt x="27" y="34"/>
                    </a:lnTo>
                    <a:lnTo>
                      <a:pt x="34" y="27"/>
                    </a:lnTo>
                    <a:lnTo>
                      <a:pt x="41" y="18"/>
                    </a:lnTo>
                    <a:lnTo>
                      <a:pt x="47" y="10"/>
                    </a:lnTo>
                    <a:lnTo>
                      <a:pt x="51" y="0"/>
                    </a:lnTo>
                    <a:lnTo>
                      <a:pt x="45" y="0"/>
                    </a:lnTo>
                    <a:lnTo>
                      <a:pt x="43" y="7"/>
                    </a:lnTo>
                    <a:lnTo>
                      <a:pt x="36" y="16"/>
                    </a:lnTo>
                    <a:lnTo>
                      <a:pt x="30" y="23"/>
                    </a:lnTo>
                    <a:lnTo>
                      <a:pt x="23" y="30"/>
                    </a:lnTo>
                    <a:lnTo>
                      <a:pt x="16" y="36"/>
                    </a:lnTo>
                    <a:lnTo>
                      <a:pt x="9" y="42"/>
                    </a:lnTo>
                    <a:lnTo>
                      <a:pt x="4" y="48"/>
                    </a:lnTo>
                    <a:lnTo>
                      <a:pt x="0" y="54"/>
                    </a:lnTo>
                    <a:lnTo>
                      <a:pt x="6" y="5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Freeform 439"/>
              <p:cNvSpPr>
                <a:spLocks/>
              </p:cNvSpPr>
              <p:nvPr/>
            </p:nvSpPr>
            <p:spPr bwMode="auto">
              <a:xfrm>
                <a:off x="685" y="2497"/>
                <a:ext cx="10" cy="31"/>
              </a:xfrm>
              <a:custGeom>
                <a:avLst/>
                <a:gdLst>
                  <a:gd name="T0" fmla="*/ 3 w 42"/>
                  <a:gd name="T1" fmla="*/ 123 h 123"/>
                  <a:gd name="T2" fmla="*/ 3 w 42"/>
                  <a:gd name="T3" fmla="*/ 123 h 123"/>
                  <a:gd name="T4" fmla="*/ 12 w 42"/>
                  <a:gd name="T5" fmla="*/ 117 h 123"/>
                  <a:gd name="T6" fmla="*/ 20 w 42"/>
                  <a:gd name="T7" fmla="*/ 110 h 123"/>
                  <a:gd name="T8" fmla="*/ 26 w 42"/>
                  <a:gd name="T9" fmla="*/ 103 h 123"/>
                  <a:gd name="T10" fmla="*/ 30 w 42"/>
                  <a:gd name="T11" fmla="*/ 96 h 123"/>
                  <a:gd name="T12" fmla="*/ 34 w 42"/>
                  <a:gd name="T13" fmla="*/ 89 h 123"/>
                  <a:gd name="T14" fmla="*/ 36 w 42"/>
                  <a:gd name="T15" fmla="*/ 82 h 123"/>
                  <a:gd name="T16" fmla="*/ 37 w 42"/>
                  <a:gd name="T17" fmla="*/ 73 h 123"/>
                  <a:gd name="T18" fmla="*/ 39 w 42"/>
                  <a:gd name="T19" fmla="*/ 66 h 123"/>
                  <a:gd name="T20" fmla="*/ 39 w 42"/>
                  <a:gd name="T21" fmla="*/ 57 h 123"/>
                  <a:gd name="T22" fmla="*/ 39 w 42"/>
                  <a:gd name="T23" fmla="*/ 50 h 123"/>
                  <a:gd name="T24" fmla="*/ 39 w 42"/>
                  <a:gd name="T25" fmla="*/ 42 h 123"/>
                  <a:gd name="T26" fmla="*/ 39 w 42"/>
                  <a:gd name="T27" fmla="*/ 34 h 123"/>
                  <a:gd name="T28" fmla="*/ 39 w 42"/>
                  <a:gd name="T29" fmla="*/ 26 h 123"/>
                  <a:gd name="T30" fmla="*/ 39 w 42"/>
                  <a:gd name="T31" fmla="*/ 19 h 123"/>
                  <a:gd name="T32" fmla="*/ 40 w 42"/>
                  <a:gd name="T33" fmla="*/ 10 h 123"/>
                  <a:gd name="T34" fmla="*/ 42 w 42"/>
                  <a:gd name="T35" fmla="*/ 2 h 123"/>
                  <a:gd name="T36" fmla="*/ 36 w 42"/>
                  <a:gd name="T37" fmla="*/ 0 h 123"/>
                  <a:gd name="T38" fmla="*/ 35 w 42"/>
                  <a:gd name="T39" fmla="*/ 9 h 123"/>
                  <a:gd name="T40" fmla="*/ 34 w 42"/>
                  <a:gd name="T41" fmla="*/ 17 h 123"/>
                  <a:gd name="T42" fmla="*/ 32 w 42"/>
                  <a:gd name="T43" fmla="*/ 26 h 123"/>
                  <a:gd name="T44" fmla="*/ 32 w 42"/>
                  <a:gd name="T45" fmla="*/ 34 h 123"/>
                  <a:gd name="T46" fmla="*/ 32 w 42"/>
                  <a:gd name="T47" fmla="*/ 42 h 123"/>
                  <a:gd name="T48" fmla="*/ 32 w 42"/>
                  <a:gd name="T49" fmla="*/ 50 h 123"/>
                  <a:gd name="T50" fmla="*/ 32 w 42"/>
                  <a:gd name="T51" fmla="*/ 57 h 123"/>
                  <a:gd name="T52" fmla="*/ 32 w 42"/>
                  <a:gd name="T53" fmla="*/ 66 h 123"/>
                  <a:gd name="T54" fmla="*/ 31 w 42"/>
                  <a:gd name="T55" fmla="*/ 73 h 123"/>
                  <a:gd name="T56" fmla="*/ 30 w 42"/>
                  <a:gd name="T57" fmla="*/ 79 h 123"/>
                  <a:gd name="T58" fmla="*/ 28 w 42"/>
                  <a:gd name="T59" fmla="*/ 87 h 123"/>
                  <a:gd name="T60" fmla="*/ 25 w 42"/>
                  <a:gd name="T61" fmla="*/ 94 h 123"/>
                  <a:gd name="T62" fmla="*/ 22 w 42"/>
                  <a:gd name="T63" fmla="*/ 100 h 123"/>
                  <a:gd name="T64" fmla="*/ 15 w 42"/>
                  <a:gd name="T65" fmla="*/ 106 h 123"/>
                  <a:gd name="T66" fmla="*/ 9 w 42"/>
                  <a:gd name="T67" fmla="*/ 112 h 123"/>
                  <a:gd name="T68" fmla="*/ 0 w 42"/>
                  <a:gd name="T69" fmla="*/ 118 h 123"/>
                  <a:gd name="T70" fmla="*/ 0 w 42"/>
                  <a:gd name="T71" fmla="*/ 118 h 123"/>
                  <a:gd name="T72" fmla="*/ 3 w 42"/>
                  <a:gd name="T73" fmla="*/ 123 h 1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2"/>
                  <a:gd name="T112" fmla="*/ 0 h 123"/>
                  <a:gd name="T113" fmla="*/ 42 w 42"/>
                  <a:gd name="T114" fmla="*/ 123 h 1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2" h="123">
                    <a:moveTo>
                      <a:pt x="3" y="123"/>
                    </a:moveTo>
                    <a:lnTo>
                      <a:pt x="3" y="123"/>
                    </a:lnTo>
                    <a:lnTo>
                      <a:pt x="12" y="117"/>
                    </a:lnTo>
                    <a:lnTo>
                      <a:pt x="20" y="110"/>
                    </a:lnTo>
                    <a:lnTo>
                      <a:pt x="26" y="103"/>
                    </a:lnTo>
                    <a:lnTo>
                      <a:pt x="30" y="96"/>
                    </a:lnTo>
                    <a:lnTo>
                      <a:pt x="34" y="89"/>
                    </a:lnTo>
                    <a:lnTo>
                      <a:pt x="36" y="82"/>
                    </a:lnTo>
                    <a:lnTo>
                      <a:pt x="37" y="73"/>
                    </a:lnTo>
                    <a:lnTo>
                      <a:pt x="39" y="66"/>
                    </a:lnTo>
                    <a:lnTo>
                      <a:pt x="39" y="57"/>
                    </a:lnTo>
                    <a:lnTo>
                      <a:pt x="39" y="50"/>
                    </a:lnTo>
                    <a:lnTo>
                      <a:pt x="39" y="42"/>
                    </a:lnTo>
                    <a:lnTo>
                      <a:pt x="39" y="34"/>
                    </a:lnTo>
                    <a:lnTo>
                      <a:pt x="39" y="26"/>
                    </a:lnTo>
                    <a:lnTo>
                      <a:pt x="39" y="19"/>
                    </a:lnTo>
                    <a:lnTo>
                      <a:pt x="40" y="10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5" y="9"/>
                    </a:lnTo>
                    <a:lnTo>
                      <a:pt x="34" y="17"/>
                    </a:lnTo>
                    <a:lnTo>
                      <a:pt x="32" y="26"/>
                    </a:lnTo>
                    <a:lnTo>
                      <a:pt x="32" y="34"/>
                    </a:lnTo>
                    <a:lnTo>
                      <a:pt x="32" y="42"/>
                    </a:lnTo>
                    <a:lnTo>
                      <a:pt x="32" y="50"/>
                    </a:lnTo>
                    <a:lnTo>
                      <a:pt x="32" y="57"/>
                    </a:lnTo>
                    <a:lnTo>
                      <a:pt x="32" y="66"/>
                    </a:lnTo>
                    <a:lnTo>
                      <a:pt x="31" y="73"/>
                    </a:lnTo>
                    <a:lnTo>
                      <a:pt x="30" y="79"/>
                    </a:lnTo>
                    <a:lnTo>
                      <a:pt x="28" y="87"/>
                    </a:lnTo>
                    <a:lnTo>
                      <a:pt x="25" y="94"/>
                    </a:lnTo>
                    <a:lnTo>
                      <a:pt x="22" y="100"/>
                    </a:lnTo>
                    <a:lnTo>
                      <a:pt x="15" y="106"/>
                    </a:lnTo>
                    <a:lnTo>
                      <a:pt x="9" y="112"/>
                    </a:lnTo>
                    <a:lnTo>
                      <a:pt x="0" y="118"/>
                    </a:lnTo>
                    <a:lnTo>
                      <a:pt x="3" y="12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7" name="Freeform 440"/>
              <p:cNvSpPr>
                <a:spLocks/>
              </p:cNvSpPr>
              <p:nvPr/>
            </p:nvSpPr>
            <p:spPr bwMode="auto">
              <a:xfrm>
                <a:off x="553" y="2527"/>
                <a:ext cx="133" cy="19"/>
              </a:xfrm>
              <a:custGeom>
                <a:avLst/>
                <a:gdLst>
                  <a:gd name="T0" fmla="*/ 0 w 531"/>
                  <a:gd name="T1" fmla="*/ 33 h 78"/>
                  <a:gd name="T2" fmla="*/ 33 w 531"/>
                  <a:gd name="T3" fmla="*/ 42 h 78"/>
                  <a:gd name="T4" fmla="*/ 67 w 531"/>
                  <a:gd name="T5" fmla="*/ 52 h 78"/>
                  <a:gd name="T6" fmla="*/ 101 w 531"/>
                  <a:gd name="T7" fmla="*/ 59 h 78"/>
                  <a:gd name="T8" fmla="*/ 133 w 531"/>
                  <a:gd name="T9" fmla="*/ 66 h 78"/>
                  <a:gd name="T10" fmla="*/ 167 w 531"/>
                  <a:gd name="T11" fmla="*/ 72 h 78"/>
                  <a:gd name="T12" fmla="*/ 200 w 531"/>
                  <a:gd name="T13" fmla="*/ 75 h 78"/>
                  <a:gd name="T14" fmla="*/ 235 w 531"/>
                  <a:gd name="T15" fmla="*/ 76 h 78"/>
                  <a:gd name="T16" fmla="*/ 268 w 531"/>
                  <a:gd name="T17" fmla="*/ 76 h 78"/>
                  <a:gd name="T18" fmla="*/ 302 w 531"/>
                  <a:gd name="T19" fmla="*/ 75 h 78"/>
                  <a:gd name="T20" fmla="*/ 335 w 531"/>
                  <a:gd name="T21" fmla="*/ 72 h 78"/>
                  <a:gd name="T22" fmla="*/ 369 w 531"/>
                  <a:gd name="T23" fmla="*/ 67 h 78"/>
                  <a:gd name="T24" fmla="*/ 402 w 531"/>
                  <a:gd name="T25" fmla="*/ 59 h 78"/>
                  <a:gd name="T26" fmla="*/ 434 w 531"/>
                  <a:gd name="T27" fmla="*/ 49 h 78"/>
                  <a:gd name="T28" fmla="*/ 467 w 531"/>
                  <a:gd name="T29" fmla="*/ 36 h 78"/>
                  <a:gd name="T30" fmla="*/ 500 w 531"/>
                  <a:gd name="T31" fmla="*/ 22 h 78"/>
                  <a:gd name="T32" fmla="*/ 531 w 531"/>
                  <a:gd name="T33" fmla="*/ 5 h 78"/>
                  <a:gd name="T34" fmla="*/ 513 w 531"/>
                  <a:gd name="T35" fmla="*/ 9 h 78"/>
                  <a:gd name="T36" fmla="*/ 482 w 531"/>
                  <a:gd name="T37" fmla="*/ 24 h 78"/>
                  <a:gd name="T38" fmla="*/ 449 w 531"/>
                  <a:gd name="T39" fmla="*/ 38 h 78"/>
                  <a:gd name="T40" fmla="*/ 417 w 531"/>
                  <a:gd name="T41" fmla="*/ 49 h 78"/>
                  <a:gd name="T42" fmla="*/ 385 w 531"/>
                  <a:gd name="T43" fmla="*/ 57 h 78"/>
                  <a:gd name="T44" fmla="*/ 351 w 531"/>
                  <a:gd name="T45" fmla="*/ 64 h 78"/>
                  <a:gd name="T46" fmla="*/ 318 w 531"/>
                  <a:gd name="T47" fmla="*/ 68 h 78"/>
                  <a:gd name="T48" fmla="*/ 285 w 531"/>
                  <a:gd name="T49" fmla="*/ 70 h 78"/>
                  <a:gd name="T50" fmla="*/ 251 w 531"/>
                  <a:gd name="T51" fmla="*/ 72 h 78"/>
                  <a:gd name="T52" fmla="*/ 218 w 531"/>
                  <a:gd name="T53" fmla="*/ 70 h 78"/>
                  <a:gd name="T54" fmla="*/ 184 w 531"/>
                  <a:gd name="T55" fmla="*/ 68 h 78"/>
                  <a:gd name="T56" fmla="*/ 152 w 531"/>
                  <a:gd name="T57" fmla="*/ 63 h 78"/>
                  <a:gd name="T58" fmla="*/ 118 w 531"/>
                  <a:gd name="T59" fmla="*/ 57 h 78"/>
                  <a:gd name="T60" fmla="*/ 85 w 531"/>
                  <a:gd name="T61" fmla="*/ 50 h 78"/>
                  <a:gd name="T62" fmla="*/ 51 w 531"/>
                  <a:gd name="T63" fmla="*/ 41 h 78"/>
                  <a:gd name="T64" fmla="*/ 18 w 531"/>
                  <a:gd name="T65" fmla="*/ 33 h 78"/>
                  <a:gd name="T66" fmla="*/ 1 w 531"/>
                  <a:gd name="T67" fmla="*/ 27 h 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31"/>
                  <a:gd name="T103" fmla="*/ 0 h 78"/>
                  <a:gd name="T104" fmla="*/ 531 w 531"/>
                  <a:gd name="T105" fmla="*/ 78 h 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31" h="78">
                    <a:moveTo>
                      <a:pt x="0" y="33"/>
                    </a:moveTo>
                    <a:lnTo>
                      <a:pt x="0" y="33"/>
                    </a:lnTo>
                    <a:lnTo>
                      <a:pt x="17" y="38"/>
                    </a:lnTo>
                    <a:lnTo>
                      <a:pt x="33" y="42"/>
                    </a:lnTo>
                    <a:lnTo>
                      <a:pt x="50" y="47"/>
                    </a:lnTo>
                    <a:lnTo>
                      <a:pt x="67" y="52"/>
                    </a:lnTo>
                    <a:lnTo>
                      <a:pt x="83" y="56"/>
                    </a:lnTo>
                    <a:lnTo>
                      <a:pt x="101" y="59"/>
                    </a:lnTo>
                    <a:lnTo>
                      <a:pt x="117" y="63"/>
                    </a:lnTo>
                    <a:lnTo>
                      <a:pt x="133" y="66"/>
                    </a:lnTo>
                    <a:lnTo>
                      <a:pt x="150" y="69"/>
                    </a:lnTo>
                    <a:lnTo>
                      <a:pt x="167" y="72"/>
                    </a:lnTo>
                    <a:lnTo>
                      <a:pt x="184" y="73"/>
                    </a:lnTo>
                    <a:lnTo>
                      <a:pt x="200" y="75"/>
                    </a:lnTo>
                    <a:lnTo>
                      <a:pt x="218" y="76"/>
                    </a:lnTo>
                    <a:lnTo>
                      <a:pt x="235" y="76"/>
                    </a:lnTo>
                    <a:lnTo>
                      <a:pt x="251" y="78"/>
                    </a:lnTo>
                    <a:lnTo>
                      <a:pt x="268" y="76"/>
                    </a:lnTo>
                    <a:lnTo>
                      <a:pt x="285" y="76"/>
                    </a:lnTo>
                    <a:lnTo>
                      <a:pt x="302" y="75"/>
                    </a:lnTo>
                    <a:lnTo>
                      <a:pt x="319" y="74"/>
                    </a:lnTo>
                    <a:lnTo>
                      <a:pt x="335" y="72"/>
                    </a:lnTo>
                    <a:lnTo>
                      <a:pt x="352" y="69"/>
                    </a:lnTo>
                    <a:lnTo>
                      <a:pt x="369" y="67"/>
                    </a:lnTo>
                    <a:lnTo>
                      <a:pt x="385" y="63"/>
                    </a:lnTo>
                    <a:lnTo>
                      <a:pt x="402" y="59"/>
                    </a:lnTo>
                    <a:lnTo>
                      <a:pt x="419" y="55"/>
                    </a:lnTo>
                    <a:lnTo>
                      <a:pt x="434" y="49"/>
                    </a:lnTo>
                    <a:lnTo>
                      <a:pt x="451" y="44"/>
                    </a:lnTo>
                    <a:lnTo>
                      <a:pt x="467" y="36"/>
                    </a:lnTo>
                    <a:lnTo>
                      <a:pt x="484" y="29"/>
                    </a:lnTo>
                    <a:lnTo>
                      <a:pt x="500" y="22"/>
                    </a:lnTo>
                    <a:lnTo>
                      <a:pt x="516" y="13"/>
                    </a:lnTo>
                    <a:lnTo>
                      <a:pt x="531" y="5"/>
                    </a:lnTo>
                    <a:lnTo>
                      <a:pt x="528" y="0"/>
                    </a:lnTo>
                    <a:lnTo>
                      <a:pt x="513" y="9"/>
                    </a:lnTo>
                    <a:lnTo>
                      <a:pt x="497" y="17"/>
                    </a:lnTo>
                    <a:lnTo>
                      <a:pt x="482" y="24"/>
                    </a:lnTo>
                    <a:lnTo>
                      <a:pt x="465" y="32"/>
                    </a:lnTo>
                    <a:lnTo>
                      <a:pt x="449" y="38"/>
                    </a:lnTo>
                    <a:lnTo>
                      <a:pt x="433" y="44"/>
                    </a:lnTo>
                    <a:lnTo>
                      <a:pt x="417" y="49"/>
                    </a:lnTo>
                    <a:lnTo>
                      <a:pt x="400" y="53"/>
                    </a:lnTo>
                    <a:lnTo>
                      <a:pt x="385" y="57"/>
                    </a:lnTo>
                    <a:lnTo>
                      <a:pt x="368" y="61"/>
                    </a:lnTo>
                    <a:lnTo>
                      <a:pt x="351" y="64"/>
                    </a:lnTo>
                    <a:lnTo>
                      <a:pt x="335" y="67"/>
                    </a:lnTo>
                    <a:lnTo>
                      <a:pt x="318" y="68"/>
                    </a:lnTo>
                    <a:lnTo>
                      <a:pt x="302" y="70"/>
                    </a:lnTo>
                    <a:lnTo>
                      <a:pt x="285" y="70"/>
                    </a:lnTo>
                    <a:lnTo>
                      <a:pt x="268" y="72"/>
                    </a:lnTo>
                    <a:lnTo>
                      <a:pt x="251" y="72"/>
                    </a:lnTo>
                    <a:lnTo>
                      <a:pt x="235" y="72"/>
                    </a:lnTo>
                    <a:lnTo>
                      <a:pt x="218" y="70"/>
                    </a:lnTo>
                    <a:lnTo>
                      <a:pt x="201" y="69"/>
                    </a:lnTo>
                    <a:lnTo>
                      <a:pt x="184" y="68"/>
                    </a:lnTo>
                    <a:lnTo>
                      <a:pt x="169" y="66"/>
                    </a:lnTo>
                    <a:lnTo>
                      <a:pt x="152" y="63"/>
                    </a:lnTo>
                    <a:lnTo>
                      <a:pt x="135" y="61"/>
                    </a:lnTo>
                    <a:lnTo>
                      <a:pt x="118" y="57"/>
                    </a:lnTo>
                    <a:lnTo>
                      <a:pt x="101" y="53"/>
                    </a:lnTo>
                    <a:lnTo>
                      <a:pt x="85" y="50"/>
                    </a:lnTo>
                    <a:lnTo>
                      <a:pt x="68" y="46"/>
                    </a:lnTo>
                    <a:lnTo>
                      <a:pt x="51" y="41"/>
                    </a:lnTo>
                    <a:lnTo>
                      <a:pt x="34" y="38"/>
                    </a:lnTo>
                    <a:lnTo>
                      <a:pt x="18" y="33"/>
                    </a:lnTo>
                    <a:lnTo>
                      <a:pt x="1" y="27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441"/>
              <p:cNvSpPr>
                <a:spLocks/>
              </p:cNvSpPr>
              <p:nvPr/>
            </p:nvSpPr>
            <p:spPr bwMode="auto">
              <a:xfrm>
                <a:off x="507" y="2486"/>
                <a:ext cx="46" cy="49"/>
              </a:xfrm>
              <a:custGeom>
                <a:avLst/>
                <a:gdLst>
                  <a:gd name="T0" fmla="*/ 7 w 185"/>
                  <a:gd name="T1" fmla="*/ 0 h 195"/>
                  <a:gd name="T2" fmla="*/ 7 w 185"/>
                  <a:gd name="T3" fmla="*/ 0 h 195"/>
                  <a:gd name="T4" fmla="*/ 2 w 185"/>
                  <a:gd name="T5" fmla="*/ 20 h 195"/>
                  <a:gd name="T6" fmla="*/ 0 w 185"/>
                  <a:gd name="T7" fmla="*/ 38 h 195"/>
                  <a:gd name="T8" fmla="*/ 2 w 185"/>
                  <a:gd name="T9" fmla="*/ 57 h 195"/>
                  <a:gd name="T10" fmla="*/ 6 w 185"/>
                  <a:gd name="T11" fmla="*/ 72 h 195"/>
                  <a:gd name="T12" fmla="*/ 13 w 185"/>
                  <a:gd name="T13" fmla="*/ 88 h 195"/>
                  <a:gd name="T14" fmla="*/ 23 w 185"/>
                  <a:gd name="T15" fmla="*/ 103 h 195"/>
                  <a:gd name="T16" fmla="*/ 35 w 185"/>
                  <a:gd name="T17" fmla="*/ 116 h 195"/>
                  <a:gd name="T18" fmla="*/ 49 w 185"/>
                  <a:gd name="T19" fmla="*/ 128 h 195"/>
                  <a:gd name="T20" fmla="*/ 63 w 185"/>
                  <a:gd name="T21" fmla="*/ 140 h 195"/>
                  <a:gd name="T22" fmla="*/ 80 w 185"/>
                  <a:gd name="T23" fmla="*/ 150 h 195"/>
                  <a:gd name="T24" fmla="*/ 97 w 185"/>
                  <a:gd name="T25" fmla="*/ 160 h 195"/>
                  <a:gd name="T26" fmla="*/ 114 w 185"/>
                  <a:gd name="T27" fmla="*/ 168 h 195"/>
                  <a:gd name="T28" fmla="*/ 132 w 185"/>
                  <a:gd name="T29" fmla="*/ 175 h 195"/>
                  <a:gd name="T30" fmla="*/ 150 w 185"/>
                  <a:gd name="T31" fmla="*/ 183 h 195"/>
                  <a:gd name="T32" fmla="*/ 167 w 185"/>
                  <a:gd name="T33" fmla="*/ 189 h 195"/>
                  <a:gd name="T34" fmla="*/ 184 w 185"/>
                  <a:gd name="T35" fmla="*/ 195 h 195"/>
                  <a:gd name="T36" fmla="*/ 185 w 185"/>
                  <a:gd name="T37" fmla="*/ 189 h 195"/>
                  <a:gd name="T38" fmla="*/ 168 w 185"/>
                  <a:gd name="T39" fmla="*/ 184 h 195"/>
                  <a:gd name="T40" fmla="*/ 151 w 185"/>
                  <a:gd name="T41" fmla="*/ 178 h 195"/>
                  <a:gd name="T42" fmla="*/ 134 w 185"/>
                  <a:gd name="T43" fmla="*/ 172 h 195"/>
                  <a:gd name="T44" fmla="*/ 116 w 185"/>
                  <a:gd name="T45" fmla="*/ 163 h 195"/>
                  <a:gd name="T46" fmla="*/ 99 w 185"/>
                  <a:gd name="T47" fmla="*/ 155 h 195"/>
                  <a:gd name="T48" fmla="*/ 82 w 185"/>
                  <a:gd name="T49" fmla="*/ 145 h 195"/>
                  <a:gd name="T50" fmla="*/ 66 w 185"/>
                  <a:gd name="T51" fmla="*/ 135 h 195"/>
                  <a:gd name="T52" fmla="*/ 52 w 185"/>
                  <a:gd name="T53" fmla="*/ 124 h 195"/>
                  <a:gd name="T54" fmla="*/ 39 w 185"/>
                  <a:gd name="T55" fmla="*/ 112 h 195"/>
                  <a:gd name="T56" fmla="*/ 28 w 185"/>
                  <a:gd name="T57" fmla="*/ 99 h 195"/>
                  <a:gd name="T58" fmla="*/ 18 w 185"/>
                  <a:gd name="T59" fmla="*/ 86 h 195"/>
                  <a:gd name="T60" fmla="*/ 12 w 185"/>
                  <a:gd name="T61" fmla="*/ 71 h 195"/>
                  <a:gd name="T62" fmla="*/ 7 w 185"/>
                  <a:gd name="T63" fmla="*/ 55 h 195"/>
                  <a:gd name="T64" fmla="*/ 6 w 185"/>
                  <a:gd name="T65" fmla="*/ 38 h 195"/>
                  <a:gd name="T66" fmla="*/ 8 w 185"/>
                  <a:gd name="T67" fmla="*/ 20 h 195"/>
                  <a:gd name="T68" fmla="*/ 13 w 185"/>
                  <a:gd name="T69" fmla="*/ 2 h 195"/>
                  <a:gd name="T70" fmla="*/ 13 w 185"/>
                  <a:gd name="T71" fmla="*/ 2 h 195"/>
                  <a:gd name="T72" fmla="*/ 7 w 185"/>
                  <a:gd name="T73" fmla="*/ 0 h 19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85"/>
                  <a:gd name="T112" fmla="*/ 0 h 195"/>
                  <a:gd name="T113" fmla="*/ 185 w 185"/>
                  <a:gd name="T114" fmla="*/ 195 h 19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85" h="195">
                    <a:moveTo>
                      <a:pt x="7" y="0"/>
                    </a:moveTo>
                    <a:lnTo>
                      <a:pt x="7" y="0"/>
                    </a:lnTo>
                    <a:lnTo>
                      <a:pt x="2" y="20"/>
                    </a:lnTo>
                    <a:lnTo>
                      <a:pt x="0" y="38"/>
                    </a:lnTo>
                    <a:lnTo>
                      <a:pt x="2" y="57"/>
                    </a:lnTo>
                    <a:lnTo>
                      <a:pt x="6" y="72"/>
                    </a:lnTo>
                    <a:lnTo>
                      <a:pt x="13" y="88"/>
                    </a:lnTo>
                    <a:lnTo>
                      <a:pt x="23" y="103"/>
                    </a:lnTo>
                    <a:lnTo>
                      <a:pt x="35" y="116"/>
                    </a:lnTo>
                    <a:lnTo>
                      <a:pt x="49" y="128"/>
                    </a:lnTo>
                    <a:lnTo>
                      <a:pt x="63" y="140"/>
                    </a:lnTo>
                    <a:lnTo>
                      <a:pt x="80" y="150"/>
                    </a:lnTo>
                    <a:lnTo>
                      <a:pt x="97" y="160"/>
                    </a:lnTo>
                    <a:lnTo>
                      <a:pt x="114" y="168"/>
                    </a:lnTo>
                    <a:lnTo>
                      <a:pt x="132" y="175"/>
                    </a:lnTo>
                    <a:lnTo>
                      <a:pt x="150" y="183"/>
                    </a:lnTo>
                    <a:lnTo>
                      <a:pt x="167" y="189"/>
                    </a:lnTo>
                    <a:lnTo>
                      <a:pt x="184" y="195"/>
                    </a:lnTo>
                    <a:lnTo>
                      <a:pt x="185" y="189"/>
                    </a:lnTo>
                    <a:lnTo>
                      <a:pt x="168" y="184"/>
                    </a:lnTo>
                    <a:lnTo>
                      <a:pt x="151" y="178"/>
                    </a:lnTo>
                    <a:lnTo>
                      <a:pt x="134" y="172"/>
                    </a:lnTo>
                    <a:lnTo>
                      <a:pt x="116" y="163"/>
                    </a:lnTo>
                    <a:lnTo>
                      <a:pt x="99" y="155"/>
                    </a:lnTo>
                    <a:lnTo>
                      <a:pt x="82" y="145"/>
                    </a:lnTo>
                    <a:lnTo>
                      <a:pt x="66" y="135"/>
                    </a:lnTo>
                    <a:lnTo>
                      <a:pt x="52" y="124"/>
                    </a:lnTo>
                    <a:lnTo>
                      <a:pt x="39" y="112"/>
                    </a:lnTo>
                    <a:lnTo>
                      <a:pt x="28" y="99"/>
                    </a:lnTo>
                    <a:lnTo>
                      <a:pt x="18" y="86"/>
                    </a:lnTo>
                    <a:lnTo>
                      <a:pt x="12" y="71"/>
                    </a:lnTo>
                    <a:lnTo>
                      <a:pt x="7" y="55"/>
                    </a:lnTo>
                    <a:lnTo>
                      <a:pt x="6" y="38"/>
                    </a:lnTo>
                    <a:lnTo>
                      <a:pt x="8" y="20"/>
                    </a:lnTo>
                    <a:lnTo>
                      <a:pt x="13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442"/>
              <p:cNvSpPr>
                <a:spLocks/>
              </p:cNvSpPr>
              <p:nvPr/>
            </p:nvSpPr>
            <p:spPr bwMode="auto">
              <a:xfrm>
                <a:off x="508" y="2441"/>
                <a:ext cx="83" cy="45"/>
              </a:xfrm>
              <a:custGeom>
                <a:avLst/>
                <a:gdLst>
                  <a:gd name="T0" fmla="*/ 318 w 331"/>
                  <a:gd name="T1" fmla="*/ 1 h 182"/>
                  <a:gd name="T2" fmla="*/ 291 w 331"/>
                  <a:gd name="T3" fmla="*/ 0 h 182"/>
                  <a:gd name="T4" fmla="*/ 264 w 331"/>
                  <a:gd name="T5" fmla="*/ 0 h 182"/>
                  <a:gd name="T6" fmla="*/ 239 w 331"/>
                  <a:gd name="T7" fmla="*/ 3 h 182"/>
                  <a:gd name="T8" fmla="*/ 213 w 331"/>
                  <a:gd name="T9" fmla="*/ 6 h 182"/>
                  <a:gd name="T10" fmla="*/ 189 w 331"/>
                  <a:gd name="T11" fmla="*/ 11 h 182"/>
                  <a:gd name="T12" fmla="*/ 166 w 331"/>
                  <a:gd name="T13" fmla="*/ 17 h 182"/>
                  <a:gd name="T14" fmla="*/ 143 w 331"/>
                  <a:gd name="T15" fmla="*/ 26 h 182"/>
                  <a:gd name="T16" fmla="*/ 121 w 331"/>
                  <a:gd name="T17" fmla="*/ 36 h 182"/>
                  <a:gd name="T18" fmla="*/ 101 w 331"/>
                  <a:gd name="T19" fmla="*/ 49 h 182"/>
                  <a:gd name="T20" fmla="*/ 81 w 331"/>
                  <a:gd name="T21" fmla="*/ 63 h 182"/>
                  <a:gd name="T22" fmla="*/ 63 w 331"/>
                  <a:gd name="T23" fmla="*/ 79 h 182"/>
                  <a:gd name="T24" fmla="*/ 47 w 331"/>
                  <a:gd name="T25" fmla="*/ 98 h 182"/>
                  <a:gd name="T26" fmla="*/ 32 w 331"/>
                  <a:gd name="T27" fmla="*/ 118 h 182"/>
                  <a:gd name="T28" fmla="*/ 18 w 331"/>
                  <a:gd name="T29" fmla="*/ 142 h 182"/>
                  <a:gd name="T30" fmla="*/ 6 w 331"/>
                  <a:gd name="T31" fmla="*/ 166 h 182"/>
                  <a:gd name="T32" fmla="*/ 6 w 331"/>
                  <a:gd name="T33" fmla="*/ 182 h 182"/>
                  <a:gd name="T34" fmla="*/ 17 w 331"/>
                  <a:gd name="T35" fmla="*/ 157 h 182"/>
                  <a:gd name="T36" fmla="*/ 29 w 331"/>
                  <a:gd name="T37" fmla="*/ 132 h 182"/>
                  <a:gd name="T38" fmla="*/ 44 w 331"/>
                  <a:gd name="T39" fmla="*/ 110 h 182"/>
                  <a:gd name="T40" fmla="*/ 58 w 331"/>
                  <a:gd name="T41" fmla="*/ 92 h 182"/>
                  <a:gd name="T42" fmla="*/ 76 w 331"/>
                  <a:gd name="T43" fmla="*/ 75 h 182"/>
                  <a:gd name="T44" fmla="*/ 95 w 331"/>
                  <a:gd name="T45" fmla="*/ 60 h 182"/>
                  <a:gd name="T46" fmla="*/ 114 w 331"/>
                  <a:gd name="T47" fmla="*/ 47 h 182"/>
                  <a:gd name="T48" fmla="*/ 135 w 331"/>
                  <a:gd name="T49" fmla="*/ 35 h 182"/>
                  <a:gd name="T50" fmla="*/ 156 w 331"/>
                  <a:gd name="T51" fmla="*/ 27 h 182"/>
                  <a:gd name="T52" fmla="*/ 179 w 331"/>
                  <a:gd name="T53" fmla="*/ 20 h 182"/>
                  <a:gd name="T54" fmla="*/ 203 w 331"/>
                  <a:gd name="T55" fmla="*/ 13 h 182"/>
                  <a:gd name="T56" fmla="*/ 227 w 331"/>
                  <a:gd name="T57" fmla="*/ 10 h 182"/>
                  <a:gd name="T58" fmla="*/ 252 w 331"/>
                  <a:gd name="T59" fmla="*/ 7 h 182"/>
                  <a:gd name="T60" fmla="*/ 278 w 331"/>
                  <a:gd name="T61" fmla="*/ 6 h 182"/>
                  <a:gd name="T62" fmla="*/ 304 w 331"/>
                  <a:gd name="T63" fmla="*/ 6 h 182"/>
                  <a:gd name="T64" fmla="*/ 330 w 331"/>
                  <a:gd name="T65" fmla="*/ 7 h 1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31"/>
                  <a:gd name="T100" fmla="*/ 0 h 182"/>
                  <a:gd name="T101" fmla="*/ 331 w 331"/>
                  <a:gd name="T102" fmla="*/ 182 h 1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31" h="182">
                    <a:moveTo>
                      <a:pt x="331" y="3"/>
                    </a:moveTo>
                    <a:lnTo>
                      <a:pt x="318" y="1"/>
                    </a:lnTo>
                    <a:lnTo>
                      <a:pt x="304" y="0"/>
                    </a:lnTo>
                    <a:lnTo>
                      <a:pt x="291" y="0"/>
                    </a:lnTo>
                    <a:lnTo>
                      <a:pt x="278" y="0"/>
                    </a:lnTo>
                    <a:lnTo>
                      <a:pt x="264" y="0"/>
                    </a:lnTo>
                    <a:lnTo>
                      <a:pt x="252" y="1"/>
                    </a:lnTo>
                    <a:lnTo>
                      <a:pt x="239" y="3"/>
                    </a:lnTo>
                    <a:lnTo>
                      <a:pt x="227" y="4"/>
                    </a:lnTo>
                    <a:lnTo>
                      <a:pt x="213" y="6"/>
                    </a:lnTo>
                    <a:lnTo>
                      <a:pt x="203" y="7"/>
                    </a:lnTo>
                    <a:lnTo>
                      <a:pt x="189" y="11"/>
                    </a:lnTo>
                    <a:lnTo>
                      <a:pt x="178" y="13"/>
                    </a:lnTo>
                    <a:lnTo>
                      <a:pt x="166" y="17"/>
                    </a:lnTo>
                    <a:lnTo>
                      <a:pt x="155" y="21"/>
                    </a:lnTo>
                    <a:lnTo>
                      <a:pt x="143" y="26"/>
                    </a:lnTo>
                    <a:lnTo>
                      <a:pt x="132" y="30"/>
                    </a:lnTo>
                    <a:lnTo>
                      <a:pt x="121" y="36"/>
                    </a:lnTo>
                    <a:lnTo>
                      <a:pt x="110" y="43"/>
                    </a:lnTo>
                    <a:lnTo>
                      <a:pt x="101" y="49"/>
                    </a:lnTo>
                    <a:lnTo>
                      <a:pt x="91" y="55"/>
                    </a:lnTo>
                    <a:lnTo>
                      <a:pt x="81" y="63"/>
                    </a:lnTo>
                    <a:lnTo>
                      <a:pt x="72" y="70"/>
                    </a:lnTo>
                    <a:lnTo>
                      <a:pt x="63" y="79"/>
                    </a:lnTo>
                    <a:lnTo>
                      <a:pt x="55" y="87"/>
                    </a:lnTo>
                    <a:lnTo>
                      <a:pt x="47" y="98"/>
                    </a:lnTo>
                    <a:lnTo>
                      <a:pt x="39" y="108"/>
                    </a:lnTo>
                    <a:lnTo>
                      <a:pt x="32" y="118"/>
                    </a:lnTo>
                    <a:lnTo>
                      <a:pt x="24" y="130"/>
                    </a:lnTo>
                    <a:lnTo>
                      <a:pt x="18" y="142"/>
                    </a:lnTo>
                    <a:lnTo>
                      <a:pt x="12" y="154"/>
                    </a:lnTo>
                    <a:lnTo>
                      <a:pt x="6" y="166"/>
                    </a:lnTo>
                    <a:lnTo>
                      <a:pt x="0" y="180"/>
                    </a:lnTo>
                    <a:lnTo>
                      <a:pt x="6" y="182"/>
                    </a:lnTo>
                    <a:lnTo>
                      <a:pt x="11" y="169"/>
                    </a:lnTo>
                    <a:lnTo>
                      <a:pt x="17" y="157"/>
                    </a:lnTo>
                    <a:lnTo>
                      <a:pt x="23" y="144"/>
                    </a:lnTo>
                    <a:lnTo>
                      <a:pt x="29" y="132"/>
                    </a:lnTo>
                    <a:lnTo>
                      <a:pt x="36" y="121"/>
                    </a:lnTo>
                    <a:lnTo>
                      <a:pt x="44" y="110"/>
                    </a:lnTo>
                    <a:lnTo>
                      <a:pt x="51" y="101"/>
                    </a:lnTo>
                    <a:lnTo>
                      <a:pt x="58" y="92"/>
                    </a:lnTo>
                    <a:lnTo>
                      <a:pt x="67" y="83"/>
                    </a:lnTo>
                    <a:lnTo>
                      <a:pt x="76" y="75"/>
                    </a:lnTo>
                    <a:lnTo>
                      <a:pt x="85" y="67"/>
                    </a:lnTo>
                    <a:lnTo>
                      <a:pt x="95" y="60"/>
                    </a:lnTo>
                    <a:lnTo>
                      <a:pt x="104" y="53"/>
                    </a:lnTo>
                    <a:lnTo>
                      <a:pt x="114" y="47"/>
                    </a:lnTo>
                    <a:lnTo>
                      <a:pt x="124" y="41"/>
                    </a:lnTo>
                    <a:lnTo>
                      <a:pt x="135" y="35"/>
                    </a:lnTo>
                    <a:lnTo>
                      <a:pt x="146" y="30"/>
                    </a:lnTo>
                    <a:lnTo>
                      <a:pt x="156" y="27"/>
                    </a:lnTo>
                    <a:lnTo>
                      <a:pt x="167" y="23"/>
                    </a:lnTo>
                    <a:lnTo>
                      <a:pt x="179" y="20"/>
                    </a:lnTo>
                    <a:lnTo>
                      <a:pt x="192" y="16"/>
                    </a:lnTo>
                    <a:lnTo>
                      <a:pt x="203" y="13"/>
                    </a:lnTo>
                    <a:lnTo>
                      <a:pt x="215" y="11"/>
                    </a:lnTo>
                    <a:lnTo>
                      <a:pt x="227" y="10"/>
                    </a:lnTo>
                    <a:lnTo>
                      <a:pt x="240" y="7"/>
                    </a:lnTo>
                    <a:lnTo>
                      <a:pt x="252" y="7"/>
                    </a:lnTo>
                    <a:lnTo>
                      <a:pt x="264" y="6"/>
                    </a:lnTo>
                    <a:lnTo>
                      <a:pt x="278" y="6"/>
                    </a:lnTo>
                    <a:lnTo>
                      <a:pt x="291" y="6"/>
                    </a:lnTo>
                    <a:lnTo>
                      <a:pt x="304" y="6"/>
                    </a:lnTo>
                    <a:lnTo>
                      <a:pt x="318" y="6"/>
                    </a:lnTo>
                    <a:lnTo>
                      <a:pt x="330" y="7"/>
                    </a:lnTo>
                    <a:lnTo>
                      <a:pt x="331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443"/>
              <p:cNvSpPr>
                <a:spLocks/>
              </p:cNvSpPr>
              <p:nvPr/>
            </p:nvSpPr>
            <p:spPr bwMode="auto">
              <a:xfrm>
                <a:off x="591" y="2442"/>
                <a:ext cx="80" cy="27"/>
              </a:xfrm>
              <a:custGeom>
                <a:avLst/>
                <a:gdLst>
                  <a:gd name="T0" fmla="*/ 321 w 321"/>
                  <a:gd name="T1" fmla="*/ 105 h 110"/>
                  <a:gd name="T2" fmla="*/ 304 w 321"/>
                  <a:gd name="T3" fmla="*/ 95 h 110"/>
                  <a:gd name="T4" fmla="*/ 286 w 321"/>
                  <a:gd name="T5" fmla="*/ 86 h 110"/>
                  <a:gd name="T6" fmla="*/ 268 w 321"/>
                  <a:gd name="T7" fmla="*/ 77 h 110"/>
                  <a:gd name="T8" fmla="*/ 249 w 321"/>
                  <a:gd name="T9" fmla="*/ 67 h 110"/>
                  <a:gd name="T10" fmla="*/ 229 w 321"/>
                  <a:gd name="T11" fmla="*/ 59 h 110"/>
                  <a:gd name="T12" fmla="*/ 209 w 321"/>
                  <a:gd name="T13" fmla="*/ 52 h 110"/>
                  <a:gd name="T14" fmla="*/ 189 w 321"/>
                  <a:gd name="T15" fmla="*/ 43 h 110"/>
                  <a:gd name="T16" fmla="*/ 169 w 321"/>
                  <a:gd name="T17" fmla="*/ 36 h 110"/>
                  <a:gd name="T18" fmla="*/ 148 w 321"/>
                  <a:gd name="T19" fmla="*/ 30 h 110"/>
                  <a:gd name="T20" fmla="*/ 127 w 321"/>
                  <a:gd name="T21" fmla="*/ 23 h 110"/>
                  <a:gd name="T22" fmla="*/ 107 w 321"/>
                  <a:gd name="T23" fmla="*/ 18 h 110"/>
                  <a:gd name="T24" fmla="*/ 85 w 321"/>
                  <a:gd name="T25" fmla="*/ 13 h 110"/>
                  <a:gd name="T26" fmla="*/ 64 w 321"/>
                  <a:gd name="T27" fmla="*/ 8 h 110"/>
                  <a:gd name="T28" fmla="*/ 42 w 321"/>
                  <a:gd name="T29" fmla="*/ 4 h 110"/>
                  <a:gd name="T30" fmla="*/ 22 w 321"/>
                  <a:gd name="T31" fmla="*/ 2 h 110"/>
                  <a:gd name="T32" fmla="*/ 1 w 321"/>
                  <a:gd name="T33" fmla="*/ 0 h 110"/>
                  <a:gd name="T34" fmla="*/ 11 w 321"/>
                  <a:gd name="T35" fmla="*/ 6 h 110"/>
                  <a:gd name="T36" fmla="*/ 31 w 321"/>
                  <a:gd name="T37" fmla="*/ 8 h 110"/>
                  <a:gd name="T38" fmla="*/ 52 w 321"/>
                  <a:gd name="T39" fmla="*/ 12 h 110"/>
                  <a:gd name="T40" fmla="*/ 74 w 321"/>
                  <a:gd name="T41" fmla="*/ 15 h 110"/>
                  <a:gd name="T42" fmla="*/ 95 w 321"/>
                  <a:gd name="T43" fmla="*/ 20 h 110"/>
                  <a:gd name="T44" fmla="*/ 115 w 321"/>
                  <a:gd name="T45" fmla="*/ 26 h 110"/>
                  <a:gd name="T46" fmla="*/ 136 w 321"/>
                  <a:gd name="T47" fmla="*/ 32 h 110"/>
                  <a:gd name="T48" fmla="*/ 156 w 321"/>
                  <a:gd name="T49" fmla="*/ 38 h 110"/>
                  <a:gd name="T50" fmla="*/ 177 w 321"/>
                  <a:gd name="T51" fmla="*/ 46 h 110"/>
                  <a:gd name="T52" fmla="*/ 196 w 321"/>
                  <a:gd name="T53" fmla="*/ 53 h 110"/>
                  <a:gd name="T54" fmla="*/ 217 w 321"/>
                  <a:gd name="T55" fmla="*/ 60 h 110"/>
                  <a:gd name="T56" fmla="*/ 236 w 321"/>
                  <a:gd name="T57" fmla="*/ 69 h 110"/>
                  <a:gd name="T58" fmla="*/ 256 w 321"/>
                  <a:gd name="T59" fmla="*/ 77 h 110"/>
                  <a:gd name="T60" fmla="*/ 274 w 321"/>
                  <a:gd name="T61" fmla="*/ 86 h 110"/>
                  <a:gd name="T62" fmla="*/ 292 w 321"/>
                  <a:gd name="T63" fmla="*/ 95 h 110"/>
                  <a:gd name="T64" fmla="*/ 310 w 321"/>
                  <a:gd name="T65" fmla="*/ 105 h 110"/>
                  <a:gd name="T66" fmla="*/ 319 w 321"/>
                  <a:gd name="T67" fmla="*/ 110 h 11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10"/>
                  <a:gd name="T104" fmla="*/ 321 w 321"/>
                  <a:gd name="T105" fmla="*/ 110 h 11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10">
                    <a:moveTo>
                      <a:pt x="321" y="105"/>
                    </a:moveTo>
                    <a:lnTo>
                      <a:pt x="321" y="105"/>
                    </a:lnTo>
                    <a:lnTo>
                      <a:pt x="313" y="100"/>
                    </a:lnTo>
                    <a:lnTo>
                      <a:pt x="304" y="95"/>
                    </a:lnTo>
                    <a:lnTo>
                      <a:pt x="295" y="90"/>
                    </a:lnTo>
                    <a:lnTo>
                      <a:pt x="286" y="86"/>
                    </a:lnTo>
                    <a:lnTo>
                      <a:pt x="276" y="81"/>
                    </a:lnTo>
                    <a:lnTo>
                      <a:pt x="268" y="77"/>
                    </a:lnTo>
                    <a:lnTo>
                      <a:pt x="258" y="72"/>
                    </a:lnTo>
                    <a:lnTo>
                      <a:pt x="249" y="67"/>
                    </a:lnTo>
                    <a:lnTo>
                      <a:pt x="239" y="64"/>
                    </a:lnTo>
                    <a:lnTo>
                      <a:pt x="229" y="59"/>
                    </a:lnTo>
                    <a:lnTo>
                      <a:pt x="219" y="55"/>
                    </a:lnTo>
                    <a:lnTo>
                      <a:pt x="209" y="52"/>
                    </a:lnTo>
                    <a:lnTo>
                      <a:pt x="199" y="47"/>
                    </a:lnTo>
                    <a:lnTo>
                      <a:pt x="189" y="43"/>
                    </a:lnTo>
                    <a:lnTo>
                      <a:pt x="178" y="40"/>
                    </a:lnTo>
                    <a:lnTo>
                      <a:pt x="169" y="36"/>
                    </a:lnTo>
                    <a:lnTo>
                      <a:pt x="159" y="32"/>
                    </a:lnTo>
                    <a:lnTo>
                      <a:pt x="148" y="30"/>
                    </a:lnTo>
                    <a:lnTo>
                      <a:pt x="137" y="26"/>
                    </a:lnTo>
                    <a:lnTo>
                      <a:pt x="127" y="23"/>
                    </a:lnTo>
                    <a:lnTo>
                      <a:pt x="116" y="20"/>
                    </a:lnTo>
                    <a:lnTo>
                      <a:pt x="107" y="18"/>
                    </a:lnTo>
                    <a:lnTo>
                      <a:pt x="96" y="15"/>
                    </a:lnTo>
                    <a:lnTo>
                      <a:pt x="85" y="13"/>
                    </a:lnTo>
                    <a:lnTo>
                      <a:pt x="74" y="10"/>
                    </a:lnTo>
                    <a:lnTo>
                      <a:pt x="64" y="8"/>
                    </a:lnTo>
                    <a:lnTo>
                      <a:pt x="53" y="6"/>
                    </a:lnTo>
                    <a:lnTo>
                      <a:pt x="42" y="4"/>
                    </a:lnTo>
                    <a:lnTo>
                      <a:pt x="33" y="3"/>
                    </a:lnTo>
                    <a:lnTo>
                      <a:pt x="22" y="2"/>
                    </a:lnTo>
                    <a:lnTo>
                      <a:pt x="12" y="1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1" y="6"/>
                    </a:lnTo>
                    <a:lnTo>
                      <a:pt x="22" y="7"/>
                    </a:lnTo>
                    <a:lnTo>
                      <a:pt x="31" y="8"/>
                    </a:lnTo>
                    <a:lnTo>
                      <a:pt x="42" y="10"/>
                    </a:lnTo>
                    <a:lnTo>
                      <a:pt x="52" y="12"/>
                    </a:lnTo>
                    <a:lnTo>
                      <a:pt x="63" y="14"/>
                    </a:lnTo>
                    <a:lnTo>
                      <a:pt x="74" y="15"/>
                    </a:lnTo>
                    <a:lnTo>
                      <a:pt x="84" y="18"/>
                    </a:lnTo>
                    <a:lnTo>
                      <a:pt x="95" y="20"/>
                    </a:lnTo>
                    <a:lnTo>
                      <a:pt x="104" y="23"/>
                    </a:lnTo>
                    <a:lnTo>
                      <a:pt x="115" y="26"/>
                    </a:lnTo>
                    <a:lnTo>
                      <a:pt x="126" y="29"/>
                    </a:lnTo>
                    <a:lnTo>
                      <a:pt x="136" y="32"/>
                    </a:lnTo>
                    <a:lnTo>
                      <a:pt x="147" y="35"/>
                    </a:lnTo>
                    <a:lnTo>
                      <a:pt x="156" y="38"/>
                    </a:lnTo>
                    <a:lnTo>
                      <a:pt x="167" y="42"/>
                    </a:lnTo>
                    <a:lnTo>
                      <a:pt x="177" y="46"/>
                    </a:lnTo>
                    <a:lnTo>
                      <a:pt x="187" y="49"/>
                    </a:lnTo>
                    <a:lnTo>
                      <a:pt x="196" y="53"/>
                    </a:lnTo>
                    <a:lnTo>
                      <a:pt x="206" y="57"/>
                    </a:lnTo>
                    <a:lnTo>
                      <a:pt x="217" y="60"/>
                    </a:lnTo>
                    <a:lnTo>
                      <a:pt x="227" y="64"/>
                    </a:lnTo>
                    <a:lnTo>
                      <a:pt x="236" y="69"/>
                    </a:lnTo>
                    <a:lnTo>
                      <a:pt x="246" y="72"/>
                    </a:lnTo>
                    <a:lnTo>
                      <a:pt x="256" y="77"/>
                    </a:lnTo>
                    <a:lnTo>
                      <a:pt x="266" y="82"/>
                    </a:lnTo>
                    <a:lnTo>
                      <a:pt x="274" y="86"/>
                    </a:lnTo>
                    <a:lnTo>
                      <a:pt x="284" y="90"/>
                    </a:lnTo>
                    <a:lnTo>
                      <a:pt x="292" y="95"/>
                    </a:lnTo>
                    <a:lnTo>
                      <a:pt x="302" y="100"/>
                    </a:lnTo>
                    <a:lnTo>
                      <a:pt x="310" y="105"/>
                    </a:lnTo>
                    <a:lnTo>
                      <a:pt x="319" y="110"/>
                    </a:lnTo>
                    <a:lnTo>
                      <a:pt x="321" y="105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444"/>
              <p:cNvSpPr>
                <a:spLocks/>
              </p:cNvSpPr>
              <p:nvPr/>
            </p:nvSpPr>
            <p:spPr bwMode="auto">
              <a:xfrm>
                <a:off x="671" y="2462"/>
                <a:ext cx="37" cy="10"/>
              </a:xfrm>
              <a:custGeom>
                <a:avLst/>
                <a:gdLst>
                  <a:gd name="T0" fmla="*/ 148 w 150"/>
                  <a:gd name="T1" fmla="*/ 0 h 39"/>
                  <a:gd name="T2" fmla="*/ 138 w 150"/>
                  <a:gd name="T3" fmla="*/ 4 h 39"/>
                  <a:gd name="T4" fmla="*/ 130 w 150"/>
                  <a:gd name="T5" fmla="*/ 8 h 39"/>
                  <a:gd name="T6" fmla="*/ 120 w 150"/>
                  <a:gd name="T7" fmla="*/ 12 h 39"/>
                  <a:gd name="T8" fmla="*/ 110 w 150"/>
                  <a:gd name="T9" fmla="*/ 17 h 39"/>
                  <a:gd name="T10" fmla="*/ 102 w 150"/>
                  <a:gd name="T11" fmla="*/ 19 h 39"/>
                  <a:gd name="T12" fmla="*/ 92 w 150"/>
                  <a:gd name="T13" fmla="*/ 23 h 39"/>
                  <a:gd name="T14" fmla="*/ 82 w 150"/>
                  <a:gd name="T15" fmla="*/ 27 h 39"/>
                  <a:gd name="T16" fmla="*/ 73 w 150"/>
                  <a:gd name="T17" fmla="*/ 29 h 39"/>
                  <a:gd name="T18" fmla="*/ 63 w 150"/>
                  <a:gd name="T19" fmla="*/ 30 h 39"/>
                  <a:gd name="T20" fmla="*/ 53 w 150"/>
                  <a:gd name="T21" fmla="*/ 32 h 39"/>
                  <a:gd name="T22" fmla="*/ 45 w 150"/>
                  <a:gd name="T23" fmla="*/ 33 h 39"/>
                  <a:gd name="T24" fmla="*/ 36 w 150"/>
                  <a:gd name="T25" fmla="*/ 33 h 39"/>
                  <a:gd name="T26" fmla="*/ 27 w 150"/>
                  <a:gd name="T27" fmla="*/ 32 h 39"/>
                  <a:gd name="T28" fmla="*/ 19 w 150"/>
                  <a:gd name="T29" fmla="*/ 29 h 39"/>
                  <a:gd name="T30" fmla="*/ 11 w 150"/>
                  <a:gd name="T31" fmla="*/ 27 h 39"/>
                  <a:gd name="T32" fmla="*/ 2 w 150"/>
                  <a:gd name="T33" fmla="*/ 23 h 39"/>
                  <a:gd name="T34" fmla="*/ 0 w 150"/>
                  <a:gd name="T35" fmla="*/ 28 h 39"/>
                  <a:gd name="T36" fmla="*/ 8 w 150"/>
                  <a:gd name="T37" fmla="*/ 32 h 39"/>
                  <a:gd name="T38" fmla="*/ 17 w 150"/>
                  <a:gd name="T39" fmla="*/ 35 h 39"/>
                  <a:gd name="T40" fmla="*/ 27 w 150"/>
                  <a:gd name="T41" fmla="*/ 38 h 39"/>
                  <a:gd name="T42" fmla="*/ 36 w 150"/>
                  <a:gd name="T43" fmla="*/ 39 h 39"/>
                  <a:gd name="T44" fmla="*/ 45 w 150"/>
                  <a:gd name="T45" fmla="*/ 39 h 39"/>
                  <a:gd name="T46" fmla="*/ 55 w 150"/>
                  <a:gd name="T47" fmla="*/ 38 h 39"/>
                  <a:gd name="T48" fmla="*/ 64 w 150"/>
                  <a:gd name="T49" fmla="*/ 36 h 39"/>
                  <a:gd name="T50" fmla="*/ 74 w 150"/>
                  <a:gd name="T51" fmla="*/ 34 h 39"/>
                  <a:gd name="T52" fmla="*/ 84 w 150"/>
                  <a:gd name="T53" fmla="*/ 32 h 39"/>
                  <a:gd name="T54" fmla="*/ 93 w 150"/>
                  <a:gd name="T55" fmla="*/ 29 h 39"/>
                  <a:gd name="T56" fmla="*/ 103 w 150"/>
                  <a:gd name="T57" fmla="*/ 25 h 39"/>
                  <a:gd name="T58" fmla="*/ 113 w 150"/>
                  <a:gd name="T59" fmla="*/ 22 h 39"/>
                  <a:gd name="T60" fmla="*/ 122 w 150"/>
                  <a:gd name="T61" fmla="*/ 17 h 39"/>
                  <a:gd name="T62" fmla="*/ 132 w 150"/>
                  <a:gd name="T63" fmla="*/ 13 h 39"/>
                  <a:gd name="T64" fmla="*/ 141 w 150"/>
                  <a:gd name="T65" fmla="*/ 8 h 39"/>
                  <a:gd name="T66" fmla="*/ 150 w 150"/>
                  <a:gd name="T67" fmla="*/ 5 h 39"/>
                  <a:gd name="T68" fmla="*/ 148 w 150"/>
                  <a:gd name="T69" fmla="*/ 0 h 3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39"/>
                  <a:gd name="T107" fmla="*/ 150 w 150"/>
                  <a:gd name="T108" fmla="*/ 39 h 3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39">
                    <a:moveTo>
                      <a:pt x="148" y="0"/>
                    </a:moveTo>
                    <a:lnTo>
                      <a:pt x="138" y="4"/>
                    </a:lnTo>
                    <a:lnTo>
                      <a:pt x="130" y="8"/>
                    </a:lnTo>
                    <a:lnTo>
                      <a:pt x="120" y="12"/>
                    </a:lnTo>
                    <a:lnTo>
                      <a:pt x="110" y="17"/>
                    </a:lnTo>
                    <a:lnTo>
                      <a:pt x="102" y="19"/>
                    </a:lnTo>
                    <a:lnTo>
                      <a:pt x="92" y="23"/>
                    </a:lnTo>
                    <a:lnTo>
                      <a:pt x="82" y="27"/>
                    </a:lnTo>
                    <a:lnTo>
                      <a:pt x="73" y="29"/>
                    </a:lnTo>
                    <a:lnTo>
                      <a:pt x="63" y="30"/>
                    </a:lnTo>
                    <a:lnTo>
                      <a:pt x="53" y="32"/>
                    </a:lnTo>
                    <a:lnTo>
                      <a:pt x="45" y="33"/>
                    </a:lnTo>
                    <a:lnTo>
                      <a:pt x="36" y="33"/>
                    </a:lnTo>
                    <a:lnTo>
                      <a:pt x="27" y="32"/>
                    </a:lnTo>
                    <a:lnTo>
                      <a:pt x="19" y="29"/>
                    </a:lnTo>
                    <a:lnTo>
                      <a:pt x="11" y="27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8" y="32"/>
                    </a:lnTo>
                    <a:lnTo>
                      <a:pt x="17" y="35"/>
                    </a:lnTo>
                    <a:lnTo>
                      <a:pt x="27" y="38"/>
                    </a:lnTo>
                    <a:lnTo>
                      <a:pt x="36" y="39"/>
                    </a:lnTo>
                    <a:lnTo>
                      <a:pt x="45" y="39"/>
                    </a:lnTo>
                    <a:lnTo>
                      <a:pt x="55" y="38"/>
                    </a:lnTo>
                    <a:lnTo>
                      <a:pt x="64" y="36"/>
                    </a:lnTo>
                    <a:lnTo>
                      <a:pt x="74" y="34"/>
                    </a:lnTo>
                    <a:lnTo>
                      <a:pt x="84" y="32"/>
                    </a:lnTo>
                    <a:lnTo>
                      <a:pt x="93" y="29"/>
                    </a:lnTo>
                    <a:lnTo>
                      <a:pt x="103" y="25"/>
                    </a:lnTo>
                    <a:lnTo>
                      <a:pt x="113" y="22"/>
                    </a:lnTo>
                    <a:lnTo>
                      <a:pt x="122" y="17"/>
                    </a:lnTo>
                    <a:lnTo>
                      <a:pt x="132" y="13"/>
                    </a:lnTo>
                    <a:lnTo>
                      <a:pt x="141" y="8"/>
                    </a:lnTo>
                    <a:lnTo>
                      <a:pt x="150" y="5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445"/>
              <p:cNvSpPr>
                <a:spLocks/>
              </p:cNvSpPr>
              <p:nvPr/>
            </p:nvSpPr>
            <p:spPr bwMode="auto">
              <a:xfrm>
                <a:off x="589" y="2428"/>
                <a:ext cx="50" cy="13"/>
              </a:xfrm>
              <a:custGeom>
                <a:avLst/>
                <a:gdLst>
                  <a:gd name="T0" fmla="*/ 201 w 201"/>
                  <a:gd name="T1" fmla="*/ 47 h 51"/>
                  <a:gd name="T2" fmla="*/ 191 w 201"/>
                  <a:gd name="T3" fmla="*/ 37 h 51"/>
                  <a:gd name="T4" fmla="*/ 181 w 201"/>
                  <a:gd name="T5" fmla="*/ 27 h 51"/>
                  <a:gd name="T6" fmla="*/ 170 w 201"/>
                  <a:gd name="T7" fmla="*/ 20 h 51"/>
                  <a:gd name="T8" fmla="*/ 158 w 201"/>
                  <a:gd name="T9" fmla="*/ 14 h 51"/>
                  <a:gd name="T10" fmla="*/ 146 w 201"/>
                  <a:gd name="T11" fmla="*/ 7 h 51"/>
                  <a:gd name="T12" fmla="*/ 133 w 201"/>
                  <a:gd name="T13" fmla="*/ 4 h 51"/>
                  <a:gd name="T14" fmla="*/ 119 w 201"/>
                  <a:gd name="T15" fmla="*/ 1 h 51"/>
                  <a:gd name="T16" fmla="*/ 106 w 201"/>
                  <a:gd name="T17" fmla="*/ 0 h 51"/>
                  <a:gd name="T18" fmla="*/ 93 w 201"/>
                  <a:gd name="T19" fmla="*/ 0 h 51"/>
                  <a:gd name="T20" fmla="*/ 79 w 201"/>
                  <a:gd name="T21" fmla="*/ 0 h 51"/>
                  <a:gd name="T22" fmla="*/ 65 w 201"/>
                  <a:gd name="T23" fmla="*/ 1 h 51"/>
                  <a:gd name="T24" fmla="*/ 51 w 201"/>
                  <a:gd name="T25" fmla="*/ 4 h 51"/>
                  <a:gd name="T26" fmla="*/ 38 w 201"/>
                  <a:gd name="T27" fmla="*/ 6 h 51"/>
                  <a:gd name="T28" fmla="*/ 26 w 201"/>
                  <a:gd name="T29" fmla="*/ 9 h 51"/>
                  <a:gd name="T30" fmla="*/ 13 w 201"/>
                  <a:gd name="T31" fmla="*/ 12 h 51"/>
                  <a:gd name="T32" fmla="*/ 0 w 201"/>
                  <a:gd name="T33" fmla="*/ 16 h 51"/>
                  <a:gd name="T34" fmla="*/ 2 w 201"/>
                  <a:gd name="T35" fmla="*/ 22 h 51"/>
                  <a:gd name="T36" fmla="*/ 14 w 201"/>
                  <a:gd name="T37" fmla="*/ 18 h 51"/>
                  <a:gd name="T38" fmla="*/ 27 w 201"/>
                  <a:gd name="T39" fmla="*/ 15 h 51"/>
                  <a:gd name="T40" fmla="*/ 39 w 201"/>
                  <a:gd name="T41" fmla="*/ 11 h 51"/>
                  <a:gd name="T42" fmla="*/ 53 w 201"/>
                  <a:gd name="T43" fmla="*/ 9 h 51"/>
                  <a:gd name="T44" fmla="*/ 66 w 201"/>
                  <a:gd name="T45" fmla="*/ 7 h 51"/>
                  <a:gd name="T46" fmla="*/ 79 w 201"/>
                  <a:gd name="T47" fmla="*/ 6 h 51"/>
                  <a:gd name="T48" fmla="*/ 93 w 201"/>
                  <a:gd name="T49" fmla="*/ 5 h 51"/>
                  <a:gd name="T50" fmla="*/ 106 w 201"/>
                  <a:gd name="T51" fmla="*/ 6 h 51"/>
                  <a:gd name="T52" fmla="*/ 119 w 201"/>
                  <a:gd name="T53" fmla="*/ 7 h 51"/>
                  <a:gd name="T54" fmla="*/ 131 w 201"/>
                  <a:gd name="T55" fmla="*/ 10 h 51"/>
                  <a:gd name="T56" fmla="*/ 144 w 201"/>
                  <a:gd name="T57" fmla="*/ 14 h 51"/>
                  <a:gd name="T58" fmla="*/ 156 w 201"/>
                  <a:gd name="T59" fmla="*/ 18 h 51"/>
                  <a:gd name="T60" fmla="*/ 167 w 201"/>
                  <a:gd name="T61" fmla="*/ 24 h 51"/>
                  <a:gd name="T62" fmla="*/ 178 w 201"/>
                  <a:gd name="T63" fmla="*/ 32 h 51"/>
                  <a:gd name="T64" fmla="*/ 187 w 201"/>
                  <a:gd name="T65" fmla="*/ 40 h 51"/>
                  <a:gd name="T66" fmla="*/ 196 w 201"/>
                  <a:gd name="T67" fmla="*/ 51 h 51"/>
                  <a:gd name="T68" fmla="*/ 201 w 201"/>
                  <a:gd name="T69" fmla="*/ 47 h 5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1"/>
                  <a:gd name="T106" fmla="*/ 0 h 51"/>
                  <a:gd name="T107" fmla="*/ 201 w 201"/>
                  <a:gd name="T108" fmla="*/ 51 h 5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1" h="51">
                    <a:moveTo>
                      <a:pt x="201" y="47"/>
                    </a:moveTo>
                    <a:lnTo>
                      <a:pt x="191" y="37"/>
                    </a:lnTo>
                    <a:lnTo>
                      <a:pt x="181" y="27"/>
                    </a:lnTo>
                    <a:lnTo>
                      <a:pt x="170" y="20"/>
                    </a:lnTo>
                    <a:lnTo>
                      <a:pt x="158" y="14"/>
                    </a:lnTo>
                    <a:lnTo>
                      <a:pt x="146" y="7"/>
                    </a:lnTo>
                    <a:lnTo>
                      <a:pt x="133" y="4"/>
                    </a:lnTo>
                    <a:lnTo>
                      <a:pt x="119" y="1"/>
                    </a:lnTo>
                    <a:lnTo>
                      <a:pt x="106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5" y="1"/>
                    </a:lnTo>
                    <a:lnTo>
                      <a:pt x="51" y="4"/>
                    </a:lnTo>
                    <a:lnTo>
                      <a:pt x="38" y="6"/>
                    </a:lnTo>
                    <a:lnTo>
                      <a:pt x="26" y="9"/>
                    </a:lnTo>
                    <a:lnTo>
                      <a:pt x="13" y="12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14" y="18"/>
                    </a:lnTo>
                    <a:lnTo>
                      <a:pt x="27" y="15"/>
                    </a:lnTo>
                    <a:lnTo>
                      <a:pt x="39" y="11"/>
                    </a:lnTo>
                    <a:lnTo>
                      <a:pt x="53" y="9"/>
                    </a:lnTo>
                    <a:lnTo>
                      <a:pt x="66" y="7"/>
                    </a:lnTo>
                    <a:lnTo>
                      <a:pt x="79" y="6"/>
                    </a:lnTo>
                    <a:lnTo>
                      <a:pt x="93" y="5"/>
                    </a:lnTo>
                    <a:lnTo>
                      <a:pt x="106" y="6"/>
                    </a:lnTo>
                    <a:lnTo>
                      <a:pt x="119" y="7"/>
                    </a:lnTo>
                    <a:lnTo>
                      <a:pt x="131" y="10"/>
                    </a:lnTo>
                    <a:lnTo>
                      <a:pt x="144" y="14"/>
                    </a:lnTo>
                    <a:lnTo>
                      <a:pt x="156" y="18"/>
                    </a:lnTo>
                    <a:lnTo>
                      <a:pt x="167" y="24"/>
                    </a:lnTo>
                    <a:lnTo>
                      <a:pt x="178" y="32"/>
                    </a:lnTo>
                    <a:lnTo>
                      <a:pt x="187" y="40"/>
                    </a:lnTo>
                    <a:lnTo>
                      <a:pt x="196" y="51"/>
                    </a:lnTo>
                    <a:lnTo>
                      <a:pt x="20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446"/>
              <p:cNvSpPr>
                <a:spLocks/>
              </p:cNvSpPr>
              <p:nvPr/>
            </p:nvSpPr>
            <p:spPr bwMode="auto">
              <a:xfrm>
                <a:off x="604" y="2417"/>
                <a:ext cx="46" cy="9"/>
              </a:xfrm>
              <a:custGeom>
                <a:avLst/>
                <a:gdLst>
                  <a:gd name="T0" fmla="*/ 186 w 186"/>
                  <a:gd name="T1" fmla="*/ 34 h 38"/>
                  <a:gd name="T2" fmla="*/ 182 w 186"/>
                  <a:gd name="T3" fmla="*/ 31 h 38"/>
                  <a:gd name="T4" fmla="*/ 171 w 186"/>
                  <a:gd name="T5" fmla="*/ 32 h 38"/>
                  <a:gd name="T6" fmla="*/ 159 w 186"/>
                  <a:gd name="T7" fmla="*/ 32 h 38"/>
                  <a:gd name="T8" fmla="*/ 148 w 186"/>
                  <a:gd name="T9" fmla="*/ 31 h 38"/>
                  <a:gd name="T10" fmla="*/ 136 w 186"/>
                  <a:gd name="T11" fmla="*/ 29 h 38"/>
                  <a:gd name="T12" fmla="*/ 125 w 186"/>
                  <a:gd name="T13" fmla="*/ 28 h 38"/>
                  <a:gd name="T14" fmla="*/ 114 w 186"/>
                  <a:gd name="T15" fmla="*/ 26 h 38"/>
                  <a:gd name="T16" fmla="*/ 103 w 186"/>
                  <a:gd name="T17" fmla="*/ 23 h 38"/>
                  <a:gd name="T18" fmla="*/ 92 w 186"/>
                  <a:gd name="T19" fmla="*/ 20 h 38"/>
                  <a:gd name="T20" fmla="*/ 80 w 186"/>
                  <a:gd name="T21" fmla="*/ 17 h 38"/>
                  <a:gd name="T22" fmla="*/ 69 w 186"/>
                  <a:gd name="T23" fmla="*/ 15 h 38"/>
                  <a:gd name="T24" fmla="*/ 58 w 186"/>
                  <a:gd name="T25" fmla="*/ 11 h 38"/>
                  <a:gd name="T26" fmla="*/ 47 w 186"/>
                  <a:gd name="T27" fmla="*/ 9 h 38"/>
                  <a:gd name="T28" fmla="*/ 35 w 186"/>
                  <a:gd name="T29" fmla="*/ 6 h 38"/>
                  <a:gd name="T30" fmla="*/ 24 w 186"/>
                  <a:gd name="T31" fmla="*/ 4 h 38"/>
                  <a:gd name="T32" fmla="*/ 12 w 186"/>
                  <a:gd name="T33" fmla="*/ 2 h 38"/>
                  <a:gd name="T34" fmla="*/ 1 w 186"/>
                  <a:gd name="T35" fmla="*/ 0 h 38"/>
                  <a:gd name="T36" fmla="*/ 0 w 186"/>
                  <a:gd name="T37" fmla="*/ 6 h 38"/>
                  <a:gd name="T38" fmla="*/ 12 w 186"/>
                  <a:gd name="T39" fmla="*/ 8 h 38"/>
                  <a:gd name="T40" fmla="*/ 23 w 186"/>
                  <a:gd name="T41" fmla="*/ 10 h 38"/>
                  <a:gd name="T42" fmla="*/ 35 w 186"/>
                  <a:gd name="T43" fmla="*/ 11 h 38"/>
                  <a:gd name="T44" fmla="*/ 45 w 186"/>
                  <a:gd name="T45" fmla="*/ 15 h 38"/>
                  <a:gd name="T46" fmla="*/ 57 w 186"/>
                  <a:gd name="T47" fmla="*/ 17 h 38"/>
                  <a:gd name="T48" fmla="*/ 68 w 186"/>
                  <a:gd name="T49" fmla="*/ 20 h 38"/>
                  <a:gd name="T50" fmla="*/ 79 w 186"/>
                  <a:gd name="T51" fmla="*/ 23 h 38"/>
                  <a:gd name="T52" fmla="*/ 90 w 186"/>
                  <a:gd name="T53" fmla="*/ 26 h 38"/>
                  <a:gd name="T54" fmla="*/ 102 w 186"/>
                  <a:gd name="T55" fmla="*/ 28 h 38"/>
                  <a:gd name="T56" fmla="*/ 113 w 186"/>
                  <a:gd name="T57" fmla="*/ 32 h 38"/>
                  <a:gd name="T58" fmla="*/ 125 w 186"/>
                  <a:gd name="T59" fmla="*/ 33 h 38"/>
                  <a:gd name="T60" fmla="*/ 136 w 186"/>
                  <a:gd name="T61" fmla="*/ 35 h 38"/>
                  <a:gd name="T62" fmla="*/ 147 w 186"/>
                  <a:gd name="T63" fmla="*/ 37 h 38"/>
                  <a:gd name="T64" fmla="*/ 159 w 186"/>
                  <a:gd name="T65" fmla="*/ 38 h 38"/>
                  <a:gd name="T66" fmla="*/ 171 w 186"/>
                  <a:gd name="T67" fmla="*/ 38 h 38"/>
                  <a:gd name="T68" fmla="*/ 183 w 186"/>
                  <a:gd name="T69" fmla="*/ 37 h 38"/>
                  <a:gd name="T70" fmla="*/ 180 w 186"/>
                  <a:gd name="T71" fmla="*/ 34 h 38"/>
                  <a:gd name="T72" fmla="*/ 186 w 186"/>
                  <a:gd name="T73" fmla="*/ 34 h 38"/>
                  <a:gd name="T74" fmla="*/ 186 w 186"/>
                  <a:gd name="T75" fmla="*/ 31 h 38"/>
                  <a:gd name="T76" fmla="*/ 182 w 186"/>
                  <a:gd name="T77" fmla="*/ 31 h 38"/>
                  <a:gd name="T78" fmla="*/ 186 w 186"/>
                  <a:gd name="T79" fmla="*/ 34 h 3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6"/>
                  <a:gd name="T121" fmla="*/ 0 h 38"/>
                  <a:gd name="T122" fmla="*/ 186 w 186"/>
                  <a:gd name="T123" fmla="*/ 38 h 3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6" h="38">
                    <a:moveTo>
                      <a:pt x="186" y="34"/>
                    </a:moveTo>
                    <a:lnTo>
                      <a:pt x="182" y="31"/>
                    </a:lnTo>
                    <a:lnTo>
                      <a:pt x="171" y="32"/>
                    </a:lnTo>
                    <a:lnTo>
                      <a:pt x="159" y="32"/>
                    </a:lnTo>
                    <a:lnTo>
                      <a:pt x="148" y="31"/>
                    </a:lnTo>
                    <a:lnTo>
                      <a:pt x="136" y="29"/>
                    </a:lnTo>
                    <a:lnTo>
                      <a:pt x="125" y="28"/>
                    </a:lnTo>
                    <a:lnTo>
                      <a:pt x="114" y="26"/>
                    </a:lnTo>
                    <a:lnTo>
                      <a:pt x="103" y="23"/>
                    </a:lnTo>
                    <a:lnTo>
                      <a:pt x="92" y="20"/>
                    </a:lnTo>
                    <a:lnTo>
                      <a:pt x="80" y="17"/>
                    </a:lnTo>
                    <a:lnTo>
                      <a:pt x="69" y="15"/>
                    </a:lnTo>
                    <a:lnTo>
                      <a:pt x="58" y="11"/>
                    </a:lnTo>
                    <a:lnTo>
                      <a:pt x="47" y="9"/>
                    </a:lnTo>
                    <a:lnTo>
                      <a:pt x="35" y="6"/>
                    </a:lnTo>
                    <a:lnTo>
                      <a:pt x="24" y="4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3" y="10"/>
                    </a:lnTo>
                    <a:lnTo>
                      <a:pt x="35" y="11"/>
                    </a:lnTo>
                    <a:lnTo>
                      <a:pt x="45" y="15"/>
                    </a:lnTo>
                    <a:lnTo>
                      <a:pt x="57" y="17"/>
                    </a:lnTo>
                    <a:lnTo>
                      <a:pt x="68" y="20"/>
                    </a:lnTo>
                    <a:lnTo>
                      <a:pt x="79" y="23"/>
                    </a:lnTo>
                    <a:lnTo>
                      <a:pt x="90" y="26"/>
                    </a:lnTo>
                    <a:lnTo>
                      <a:pt x="102" y="28"/>
                    </a:lnTo>
                    <a:lnTo>
                      <a:pt x="113" y="32"/>
                    </a:lnTo>
                    <a:lnTo>
                      <a:pt x="125" y="33"/>
                    </a:lnTo>
                    <a:lnTo>
                      <a:pt x="136" y="35"/>
                    </a:lnTo>
                    <a:lnTo>
                      <a:pt x="147" y="37"/>
                    </a:lnTo>
                    <a:lnTo>
                      <a:pt x="159" y="38"/>
                    </a:lnTo>
                    <a:lnTo>
                      <a:pt x="171" y="38"/>
                    </a:lnTo>
                    <a:lnTo>
                      <a:pt x="183" y="37"/>
                    </a:lnTo>
                    <a:lnTo>
                      <a:pt x="180" y="34"/>
                    </a:lnTo>
                    <a:lnTo>
                      <a:pt x="186" y="34"/>
                    </a:lnTo>
                    <a:lnTo>
                      <a:pt x="186" y="31"/>
                    </a:lnTo>
                    <a:lnTo>
                      <a:pt x="182" y="31"/>
                    </a:lnTo>
                    <a:lnTo>
                      <a:pt x="186" y="34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447"/>
              <p:cNvSpPr>
                <a:spLocks/>
              </p:cNvSpPr>
              <p:nvPr/>
            </p:nvSpPr>
            <p:spPr bwMode="auto">
              <a:xfrm>
                <a:off x="646" y="2425"/>
                <a:ext cx="4" cy="11"/>
              </a:xfrm>
              <a:custGeom>
                <a:avLst/>
                <a:gdLst>
                  <a:gd name="T0" fmla="*/ 1 w 20"/>
                  <a:gd name="T1" fmla="*/ 6 h 43"/>
                  <a:gd name="T2" fmla="*/ 0 w 20"/>
                  <a:gd name="T3" fmla="*/ 4 h 43"/>
                  <a:gd name="T4" fmla="*/ 0 w 20"/>
                  <a:gd name="T5" fmla="*/ 7 h 43"/>
                  <a:gd name="T6" fmla="*/ 1 w 20"/>
                  <a:gd name="T7" fmla="*/ 11 h 43"/>
                  <a:gd name="T8" fmla="*/ 3 w 20"/>
                  <a:gd name="T9" fmla="*/ 15 h 43"/>
                  <a:gd name="T10" fmla="*/ 3 w 20"/>
                  <a:gd name="T11" fmla="*/ 20 h 43"/>
                  <a:gd name="T12" fmla="*/ 4 w 20"/>
                  <a:gd name="T13" fmla="*/ 26 h 43"/>
                  <a:gd name="T14" fmla="*/ 5 w 20"/>
                  <a:gd name="T15" fmla="*/ 31 h 43"/>
                  <a:gd name="T16" fmla="*/ 6 w 20"/>
                  <a:gd name="T17" fmla="*/ 36 h 43"/>
                  <a:gd name="T18" fmla="*/ 8 w 20"/>
                  <a:gd name="T19" fmla="*/ 40 h 43"/>
                  <a:gd name="T20" fmla="*/ 9 w 20"/>
                  <a:gd name="T21" fmla="*/ 42 h 43"/>
                  <a:gd name="T22" fmla="*/ 14 w 20"/>
                  <a:gd name="T23" fmla="*/ 43 h 43"/>
                  <a:gd name="T24" fmla="*/ 16 w 20"/>
                  <a:gd name="T25" fmla="*/ 40 h 43"/>
                  <a:gd name="T26" fmla="*/ 16 w 20"/>
                  <a:gd name="T27" fmla="*/ 35 h 43"/>
                  <a:gd name="T28" fmla="*/ 17 w 20"/>
                  <a:gd name="T29" fmla="*/ 28 h 43"/>
                  <a:gd name="T30" fmla="*/ 18 w 20"/>
                  <a:gd name="T31" fmla="*/ 18 h 43"/>
                  <a:gd name="T32" fmla="*/ 20 w 20"/>
                  <a:gd name="T33" fmla="*/ 3 h 43"/>
                  <a:gd name="T34" fmla="*/ 14 w 20"/>
                  <a:gd name="T35" fmla="*/ 3 h 43"/>
                  <a:gd name="T36" fmla="*/ 12 w 20"/>
                  <a:gd name="T37" fmla="*/ 17 h 43"/>
                  <a:gd name="T38" fmla="*/ 11 w 20"/>
                  <a:gd name="T39" fmla="*/ 28 h 43"/>
                  <a:gd name="T40" fmla="*/ 11 w 20"/>
                  <a:gd name="T41" fmla="*/ 35 h 43"/>
                  <a:gd name="T42" fmla="*/ 10 w 20"/>
                  <a:gd name="T43" fmla="*/ 38 h 43"/>
                  <a:gd name="T44" fmla="*/ 10 w 20"/>
                  <a:gd name="T45" fmla="*/ 40 h 43"/>
                  <a:gd name="T46" fmla="*/ 12 w 20"/>
                  <a:gd name="T47" fmla="*/ 40 h 43"/>
                  <a:gd name="T48" fmla="*/ 12 w 20"/>
                  <a:gd name="T49" fmla="*/ 38 h 43"/>
                  <a:gd name="T50" fmla="*/ 12 w 20"/>
                  <a:gd name="T51" fmla="*/ 35 h 43"/>
                  <a:gd name="T52" fmla="*/ 11 w 20"/>
                  <a:gd name="T53" fmla="*/ 30 h 43"/>
                  <a:gd name="T54" fmla="*/ 10 w 20"/>
                  <a:gd name="T55" fmla="*/ 25 h 43"/>
                  <a:gd name="T56" fmla="*/ 9 w 20"/>
                  <a:gd name="T57" fmla="*/ 20 h 43"/>
                  <a:gd name="T58" fmla="*/ 8 w 20"/>
                  <a:gd name="T59" fmla="*/ 14 h 43"/>
                  <a:gd name="T60" fmla="*/ 8 w 20"/>
                  <a:gd name="T61" fmla="*/ 9 h 43"/>
                  <a:gd name="T62" fmla="*/ 6 w 20"/>
                  <a:gd name="T63" fmla="*/ 6 h 43"/>
                  <a:gd name="T64" fmla="*/ 5 w 20"/>
                  <a:gd name="T65" fmla="*/ 2 h 43"/>
                  <a:gd name="T66" fmla="*/ 1 w 20"/>
                  <a:gd name="T67" fmla="*/ 0 h 43"/>
                  <a:gd name="T68" fmla="*/ 1 w 20"/>
                  <a:gd name="T69" fmla="*/ 6 h 4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"/>
                  <a:gd name="T106" fmla="*/ 0 h 43"/>
                  <a:gd name="T107" fmla="*/ 20 w 20"/>
                  <a:gd name="T108" fmla="*/ 43 h 4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" h="43">
                    <a:moveTo>
                      <a:pt x="1" y="6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3" y="20"/>
                    </a:lnTo>
                    <a:lnTo>
                      <a:pt x="4" y="26"/>
                    </a:lnTo>
                    <a:lnTo>
                      <a:pt x="5" y="31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9" y="42"/>
                    </a:lnTo>
                    <a:lnTo>
                      <a:pt x="14" y="43"/>
                    </a:lnTo>
                    <a:lnTo>
                      <a:pt x="16" y="40"/>
                    </a:lnTo>
                    <a:lnTo>
                      <a:pt x="16" y="35"/>
                    </a:lnTo>
                    <a:lnTo>
                      <a:pt x="17" y="28"/>
                    </a:lnTo>
                    <a:lnTo>
                      <a:pt x="18" y="18"/>
                    </a:lnTo>
                    <a:lnTo>
                      <a:pt x="20" y="3"/>
                    </a:lnTo>
                    <a:lnTo>
                      <a:pt x="14" y="3"/>
                    </a:lnTo>
                    <a:lnTo>
                      <a:pt x="12" y="17"/>
                    </a:lnTo>
                    <a:lnTo>
                      <a:pt x="11" y="28"/>
                    </a:lnTo>
                    <a:lnTo>
                      <a:pt x="11" y="35"/>
                    </a:lnTo>
                    <a:lnTo>
                      <a:pt x="10" y="38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38"/>
                    </a:lnTo>
                    <a:lnTo>
                      <a:pt x="12" y="35"/>
                    </a:lnTo>
                    <a:lnTo>
                      <a:pt x="11" y="30"/>
                    </a:lnTo>
                    <a:lnTo>
                      <a:pt x="10" y="25"/>
                    </a:lnTo>
                    <a:lnTo>
                      <a:pt x="9" y="20"/>
                    </a:lnTo>
                    <a:lnTo>
                      <a:pt x="8" y="14"/>
                    </a:lnTo>
                    <a:lnTo>
                      <a:pt x="8" y="9"/>
                    </a:lnTo>
                    <a:lnTo>
                      <a:pt x="6" y="6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448"/>
              <p:cNvSpPr>
                <a:spLocks/>
              </p:cNvSpPr>
              <p:nvPr/>
            </p:nvSpPr>
            <p:spPr bwMode="auto">
              <a:xfrm>
                <a:off x="607" y="2355"/>
                <a:ext cx="117" cy="66"/>
              </a:xfrm>
              <a:custGeom>
                <a:avLst/>
                <a:gdLst>
                  <a:gd name="T0" fmla="*/ 17 w 469"/>
                  <a:gd name="T1" fmla="*/ 35 h 263"/>
                  <a:gd name="T2" fmla="*/ 40 w 469"/>
                  <a:gd name="T3" fmla="*/ 23 h 263"/>
                  <a:gd name="T4" fmla="*/ 63 w 469"/>
                  <a:gd name="T5" fmla="*/ 15 h 263"/>
                  <a:gd name="T6" fmla="*/ 86 w 469"/>
                  <a:gd name="T7" fmla="*/ 7 h 263"/>
                  <a:gd name="T8" fmla="*/ 110 w 469"/>
                  <a:gd name="T9" fmla="*/ 4 h 263"/>
                  <a:gd name="T10" fmla="*/ 136 w 469"/>
                  <a:gd name="T11" fmla="*/ 0 h 263"/>
                  <a:gd name="T12" fmla="*/ 161 w 469"/>
                  <a:gd name="T13" fmla="*/ 0 h 263"/>
                  <a:gd name="T14" fmla="*/ 187 w 469"/>
                  <a:gd name="T15" fmla="*/ 1 h 263"/>
                  <a:gd name="T16" fmla="*/ 213 w 469"/>
                  <a:gd name="T17" fmla="*/ 2 h 263"/>
                  <a:gd name="T18" fmla="*/ 241 w 469"/>
                  <a:gd name="T19" fmla="*/ 6 h 263"/>
                  <a:gd name="T20" fmla="*/ 269 w 469"/>
                  <a:gd name="T21" fmla="*/ 10 h 263"/>
                  <a:gd name="T22" fmla="*/ 297 w 469"/>
                  <a:gd name="T23" fmla="*/ 15 h 263"/>
                  <a:gd name="T24" fmla="*/ 326 w 469"/>
                  <a:gd name="T25" fmla="*/ 21 h 263"/>
                  <a:gd name="T26" fmla="*/ 355 w 469"/>
                  <a:gd name="T27" fmla="*/ 25 h 263"/>
                  <a:gd name="T28" fmla="*/ 384 w 469"/>
                  <a:gd name="T29" fmla="*/ 31 h 263"/>
                  <a:gd name="T30" fmla="*/ 415 w 469"/>
                  <a:gd name="T31" fmla="*/ 36 h 263"/>
                  <a:gd name="T32" fmla="*/ 437 w 469"/>
                  <a:gd name="T33" fmla="*/ 42 h 263"/>
                  <a:gd name="T34" fmla="*/ 448 w 469"/>
                  <a:gd name="T35" fmla="*/ 62 h 263"/>
                  <a:gd name="T36" fmla="*/ 458 w 469"/>
                  <a:gd name="T37" fmla="*/ 93 h 263"/>
                  <a:gd name="T38" fmla="*/ 466 w 469"/>
                  <a:gd name="T39" fmla="*/ 132 h 263"/>
                  <a:gd name="T40" fmla="*/ 469 w 469"/>
                  <a:gd name="T41" fmla="*/ 173 h 263"/>
                  <a:gd name="T42" fmla="*/ 469 w 469"/>
                  <a:gd name="T43" fmla="*/ 212 h 263"/>
                  <a:gd name="T44" fmla="*/ 463 w 469"/>
                  <a:gd name="T45" fmla="*/ 241 h 263"/>
                  <a:gd name="T46" fmla="*/ 452 w 469"/>
                  <a:gd name="T47" fmla="*/ 258 h 263"/>
                  <a:gd name="T48" fmla="*/ 431 w 469"/>
                  <a:gd name="T49" fmla="*/ 259 h 263"/>
                  <a:gd name="T50" fmla="*/ 401 w 469"/>
                  <a:gd name="T51" fmla="*/ 257 h 263"/>
                  <a:gd name="T52" fmla="*/ 372 w 469"/>
                  <a:gd name="T53" fmla="*/ 256 h 263"/>
                  <a:gd name="T54" fmla="*/ 346 w 469"/>
                  <a:gd name="T55" fmla="*/ 253 h 263"/>
                  <a:gd name="T56" fmla="*/ 319 w 469"/>
                  <a:gd name="T57" fmla="*/ 252 h 263"/>
                  <a:gd name="T58" fmla="*/ 294 w 469"/>
                  <a:gd name="T59" fmla="*/ 251 h 263"/>
                  <a:gd name="T60" fmla="*/ 269 w 469"/>
                  <a:gd name="T61" fmla="*/ 251 h 263"/>
                  <a:gd name="T62" fmla="*/ 245 w 469"/>
                  <a:gd name="T63" fmla="*/ 250 h 263"/>
                  <a:gd name="T64" fmla="*/ 221 w 469"/>
                  <a:gd name="T65" fmla="*/ 250 h 263"/>
                  <a:gd name="T66" fmla="*/ 198 w 469"/>
                  <a:gd name="T67" fmla="*/ 250 h 263"/>
                  <a:gd name="T68" fmla="*/ 173 w 469"/>
                  <a:gd name="T69" fmla="*/ 251 h 263"/>
                  <a:gd name="T70" fmla="*/ 152 w 469"/>
                  <a:gd name="T71" fmla="*/ 252 h 263"/>
                  <a:gd name="T72" fmla="*/ 129 w 469"/>
                  <a:gd name="T73" fmla="*/ 253 h 263"/>
                  <a:gd name="T74" fmla="*/ 106 w 469"/>
                  <a:gd name="T75" fmla="*/ 256 h 263"/>
                  <a:gd name="T76" fmla="*/ 84 w 469"/>
                  <a:gd name="T77" fmla="*/ 258 h 263"/>
                  <a:gd name="T78" fmla="*/ 61 w 469"/>
                  <a:gd name="T79" fmla="*/ 262 h 263"/>
                  <a:gd name="T80" fmla="*/ 39 w 469"/>
                  <a:gd name="T81" fmla="*/ 263 h 263"/>
                  <a:gd name="T82" fmla="*/ 23 w 469"/>
                  <a:gd name="T83" fmla="*/ 252 h 263"/>
                  <a:gd name="T84" fmla="*/ 12 w 469"/>
                  <a:gd name="T85" fmla="*/ 230 h 263"/>
                  <a:gd name="T86" fmla="*/ 5 w 469"/>
                  <a:gd name="T87" fmla="*/ 200 h 263"/>
                  <a:gd name="T88" fmla="*/ 1 w 469"/>
                  <a:gd name="T89" fmla="*/ 164 h 263"/>
                  <a:gd name="T90" fmla="*/ 0 w 469"/>
                  <a:gd name="T91" fmla="*/ 126 h 263"/>
                  <a:gd name="T92" fmla="*/ 1 w 469"/>
                  <a:gd name="T93" fmla="*/ 90 h 263"/>
                  <a:gd name="T94" fmla="*/ 5 w 469"/>
                  <a:gd name="T95" fmla="*/ 57 h 2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69"/>
                  <a:gd name="T145" fmla="*/ 0 h 263"/>
                  <a:gd name="T146" fmla="*/ 469 w 469"/>
                  <a:gd name="T147" fmla="*/ 263 h 26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69" h="263">
                    <a:moveTo>
                      <a:pt x="6" y="42"/>
                    </a:moveTo>
                    <a:lnTo>
                      <a:pt x="17" y="35"/>
                    </a:lnTo>
                    <a:lnTo>
                      <a:pt x="29" y="29"/>
                    </a:lnTo>
                    <a:lnTo>
                      <a:pt x="40" y="23"/>
                    </a:lnTo>
                    <a:lnTo>
                      <a:pt x="51" y="18"/>
                    </a:lnTo>
                    <a:lnTo>
                      <a:pt x="63" y="15"/>
                    </a:lnTo>
                    <a:lnTo>
                      <a:pt x="75" y="11"/>
                    </a:lnTo>
                    <a:lnTo>
                      <a:pt x="86" y="7"/>
                    </a:lnTo>
                    <a:lnTo>
                      <a:pt x="98" y="5"/>
                    </a:lnTo>
                    <a:lnTo>
                      <a:pt x="110" y="4"/>
                    </a:lnTo>
                    <a:lnTo>
                      <a:pt x="122" y="1"/>
                    </a:lnTo>
                    <a:lnTo>
                      <a:pt x="136" y="0"/>
                    </a:lnTo>
                    <a:lnTo>
                      <a:pt x="148" y="0"/>
                    </a:lnTo>
                    <a:lnTo>
                      <a:pt x="161" y="0"/>
                    </a:lnTo>
                    <a:lnTo>
                      <a:pt x="175" y="0"/>
                    </a:lnTo>
                    <a:lnTo>
                      <a:pt x="187" y="1"/>
                    </a:lnTo>
                    <a:lnTo>
                      <a:pt x="200" y="1"/>
                    </a:lnTo>
                    <a:lnTo>
                      <a:pt x="213" y="2"/>
                    </a:lnTo>
                    <a:lnTo>
                      <a:pt x="228" y="4"/>
                    </a:lnTo>
                    <a:lnTo>
                      <a:pt x="241" y="6"/>
                    </a:lnTo>
                    <a:lnTo>
                      <a:pt x="255" y="8"/>
                    </a:lnTo>
                    <a:lnTo>
                      <a:pt x="269" y="10"/>
                    </a:lnTo>
                    <a:lnTo>
                      <a:pt x="283" y="12"/>
                    </a:lnTo>
                    <a:lnTo>
                      <a:pt x="297" y="15"/>
                    </a:lnTo>
                    <a:lnTo>
                      <a:pt x="312" y="17"/>
                    </a:lnTo>
                    <a:lnTo>
                      <a:pt x="326" y="21"/>
                    </a:lnTo>
                    <a:lnTo>
                      <a:pt x="341" y="23"/>
                    </a:lnTo>
                    <a:lnTo>
                      <a:pt x="355" y="25"/>
                    </a:lnTo>
                    <a:lnTo>
                      <a:pt x="370" y="28"/>
                    </a:lnTo>
                    <a:lnTo>
                      <a:pt x="384" y="31"/>
                    </a:lnTo>
                    <a:lnTo>
                      <a:pt x="400" y="34"/>
                    </a:lnTo>
                    <a:lnTo>
                      <a:pt x="415" y="36"/>
                    </a:lnTo>
                    <a:lnTo>
                      <a:pt x="431" y="39"/>
                    </a:lnTo>
                    <a:lnTo>
                      <a:pt x="437" y="42"/>
                    </a:lnTo>
                    <a:lnTo>
                      <a:pt x="443" y="50"/>
                    </a:lnTo>
                    <a:lnTo>
                      <a:pt x="448" y="62"/>
                    </a:lnTo>
                    <a:lnTo>
                      <a:pt x="454" y="76"/>
                    </a:lnTo>
                    <a:lnTo>
                      <a:pt x="458" y="93"/>
                    </a:lnTo>
                    <a:lnTo>
                      <a:pt x="462" y="113"/>
                    </a:lnTo>
                    <a:lnTo>
                      <a:pt x="466" y="132"/>
                    </a:lnTo>
                    <a:lnTo>
                      <a:pt x="468" y="153"/>
                    </a:lnTo>
                    <a:lnTo>
                      <a:pt x="469" y="173"/>
                    </a:lnTo>
                    <a:lnTo>
                      <a:pt x="469" y="193"/>
                    </a:lnTo>
                    <a:lnTo>
                      <a:pt x="469" y="212"/>
                    </a:lnTo>
                    <a:lnTo>
                      <a:pt x="467" y="228"/>
                    </a:lnTo>
                    <a:lnTo>
                      <a:pt x="463" y="241"/>
                    </a:lnTo>
                    <a:lnTo>
                      <a:pt x="460" y="252"/>
                    </a:lnTo>
                    <a:lnTo>
                      <a:pt x="452" y="258"/>
                    </a:lnTo>
                    <a:lnTo>
                      <a:pt x="445" y="261"/>
                    </a:lnTo>
                    <a:lnTo>
                      <a:pt x="431" y="259"/>
                    </a:lnTo>
                    <a:lnTo>
                      <a:pt x="416" y="258"/>
                    </a:lnTo>
                    <a:lnTo>
                      <a:pt x="401" y="257"/>
                    </a:lnTo>
                    <a:lnTo>
                      <a:pt x="387" y="256"/>
                    </a:lnTo>
                    <a:lnTo>
                      <a:pt x="372" y="256"/>
                    </a:lnTo>
                    <a:lnTo>
                      <a:pt x="359" y="255"/>
                    </a:lnTo>
                    <a:lnTo>
                      <a:pt x="346" y="253"/>
                    </a:lnTo>
                    <a:lnTo>
                      <a:pt x="332" y="253"/>
                    </a:lnTo>
                    <a:lnTo>
                      <a:pt x="319" y="252"/>
                    </a:lnTo>
                    <a:lnTo>
                      <a:pt x="306" y="252"/>
                    </a:lnTo>
                    <a:lnTo>
                      <a:pt x="294" y="251"/>
                    </a:lnTo>
                    <a:lnTo>
                      <a:pt x="281" y="251"/>
                    </a:lnTo>
                    <a:lnTo>
                      <a:pt x="269" y="251"/>
                    </a:lnTo>
                    <a:lnTo>
                      <a:pt x="257" y="250"/>
                    </a:lnTo>
                    <a:lnTo>
                      <a:pt x="245" y="250"/>
                    </a:lnTo>
                    <a:lnTo>
                      <a:pt x="233" y="250"/>
                    </a:lnTo>
                    <a:lnTo>
                      <a:pt x="221" y="250"/>
                    </a:lnTo>
                    <a:lnTo>
                      <a:pt x="209" y="250"/>
                    </a:lnTo>
                    <a:lnTo>
                      <a:pt x="198" y="250"/>
                    </a:lnTo>
                    <a:lnTo>
                      <a:pt x="186" y="251"/>
                    </a:lnTo>
                    <a:lnTo>
                      <a:pt x="173" y="251"/>
                    </a:lnTo>
                    <a:lnTo>
                      <a:pt x="163" y="251"/>
                    </a:lnTo>
                    <a:lnTo>
                      <a:pt x="152" y="252"/>
                    </a:lnTo>
                    <a:lnTo>
                      <a:pt x="139" y="253"/>
                    </a:lnTo>
                    <a:lnTo>
                      <a:pt x="129" y="253"/>
                    </a:lnTo>
                    <a:lnTo>
                      <a:pt x="118" y="255"/>
                    </a:lnTo>
                    <a:lnTo>
                      <a:pt x="106" y="256"/>
                    </a:lnTo>
                    <a:lnTo>
                      <a:pt x="95" y="257"/>
                    </a:lnTo>
                    <a:lnTo>
                      <a:pt x="84" y="258"/>
                    </a:lnTo>
                    <a:lnTo>
                      <a:pt x="72" y="261"/>
                    </a:lnTo>
                    <a:lnTo>
                      <a:pt x="61" y="262"/>
                    </a:lnTo>
                    <a:lnTo>
                      <a:pt x="48" y="263"/>
                    </a:lnTo>
                    <a:lnTo>
                      <a:pt x="39" y="263"/>
                    </a:lnTo>
                    <a:lnTo>
                      <a:pt x="30" y="259"/>
                    </a:lnTo>
                    <a:lnTo>
                      <a:pt x="23" y="252"/>
                    </a:lnTo>
                    <a:lnTo>
                      <a:pt x="17" y="242"/>
                    </a:lnTo>
                    <a:lnTo>
                      <a:pt x="12" y="230"/>
                    </a:lnTo>
                    <a:lnTo>
                      <a:pt x="8" y="216"/>
                    </a:lnTo>
                    <a:lnTo>
                      <a:pt x="5" y="200"/>
                    </a:lnTo>
                    <a:lnTo>
                      <a:pt x="2" y="182"/>
                    </a:lnTo>
                    <a:lnTo>
                      <a:pt x="1" y="164"/>
                    </a:lnTo>
                    <a:lnTo>
                      <a:pt x="0" y="145"/>
                    </a:lnTo>
                    <a:lnTo>
                      <a:pt x="0" y="126"/>
                    </a:lnTo>
                    <a:lnTo>
                      <a:pt x="0" y="108"/>
                    </a:lnTo>
                    <a:lnTo>
                      <a:pt x="1" y="90"/>
                    </a:lnTo>
                    <a:lnTo>
                      <a:pt x="2" y="73"/>
                    </a:lnTo>
                    <a:lnTo>
                      <a:pt x="5" y="57"/>
                    </a:lnTo>
                    <a:lnTo>
                      <a:pt x="6" y="42"/>
                    </a:lnTo>
                    <a:close/>
                  </a:path>
                </a:pathLst>
              </a:custGeom>
              <a:solidFill>
                <a:srgbClr val="4C4C4C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449"/>
              <p:cNvSpPr>
                <a:spLocks/>
              </p:cNvSpPr>
              <p:nvPr/>
            </p:nvSpPr>
            <p:spPr bwMode="auto">
              <a:xfrm>
                <a:off x="608" y="2355"/>
                <a:ext cx="106" cy="11"/>
              </a:xfrm>
              <a:custGeom>
                <a:avLst/>
                <a:gdLst>
                  <a:gd name="T0" fmla="*/ 426 w 426"/>
                  <a:gd name="T1" fmla="*/ 38 h 47"/>
                  <a:gd name="T2" fmla="*/ 395 w 426"/>
                  <a:gd name="T3" fmla="*/ 32 h 47"/>
                  <a:gd name="T4" fmla="*/ 365 w 426"/>
                  <a:gd name="T5" fmla="*/ 27 h 47"/>
                  <a:gd name="T6" fmla="*/ 336 w 426"/>
                  <a:gd name="T7" fmla="*/ 21 h 47"/>
                  <a:gd name="T8" fmla="*/ 307 w 426"/>
                  <a:gd name="T9" fmla="*/ 17 h 47"/>
                  <a:gd name="T10" fmla="*/ 278 w 426"/>
                  <a:gd name="T11" fmla="*/ 12 h 47"/>
                  <a:gd name="T12" fmla="*/ 251 w 426"/>
                  <a:gd name="T13" fmla="*/ 7 h 47"/>
                  <a:gd name="T14" fmla="*/ 223 w 426"/>
                  <a:gd name="T15" fmla="*/ 3 h 47"/>
                  <a:gd name="T16" fmla="*/ 196 w 426"/>
                  <a:gd name="T17" fmla="*/ 1 h 47"/>
                  <a:gd name="T18" fmla="*/ 170 w 426"/>
                  <a:gd name="T19" fmla="*/ 0 h 47"/>
                  <a:gd name="T20" fmla="*/ 143 w 426"/>
                  <a:gd name="T21" fmla="*/ 0 h 47"/>
                  <a:gd name="T22" fmla="*/ 117 w 426"/>
                  <a:gd name="T23" fmla="*/ 1 h 47"/>
                  <a:gd name="T24" fmla="*/ 93 w 426"/>
                  <a:gd name="T25" fmla="*/ 4 h 47"/>
                  <a:gd name="T26" fmla="*/ 69 w 426"/>
                  <a:gd name="T27" fmla="*/ 10 h 47"/>
                  <a:gd name="T28" fmla="*/ 45 w 426"/>
                  <a:gd name="T29" fmla="*/ 18 h 47"/>
                  <a:gd name="T30" fmla="*/ 23 w 426"/>
                  <a:gd name="T31" fmla="*/ 29 h 47"/>
                  <a:gd name="T32" fmla="*/ 0 w 426"/>
                  <a:gd name="T33" fmla="*/ 42 h 47"/>
                  <a:gd name="T34" fmla="*/ 14 w 426"/>
                  <a:gd name="T35" fmla="*/ 40 h 47"/>
                  <a:gd name="T36" fmla="*/ 36 w 426"/>
                  <a:gd name="T37" fmla="*/ 27 h 47"/>
                  <a:gd name="T38" fmla="*/ 59 w 426"/>
                  <a:gd name="T39" fmla="*/ 19 h 47"/>
                  <a:gd name="T40" fmla="*/ 82 w 426"/>
                  <a:gd name="T41" fmla="*/ 13 h 47"/>
                  <a:gd name="T42" fmla="*/ 107 w 426"/>
                  <a:gd name="T43" fmla="*/ 8 h 47"/>
                  <a:gd name="T44" fmla="*/ 131 w 426"/>
                  <a:gd name="T45" fmla="*/ 6 h 47"/>
                  <a:gd name="T46" fmla="*/ 156 w 426"/>
                  <a:gd name="T47" fmla="*/ 4 h 47"/>
                  <a:gd name="T48" fmla="*/ 182 w 426"/>
                  <a:gd name="T49" fmla="*/ 6 h 47"/>
                  <a:gd name="T50" fmla="*/ 208 w 426"/>
                  <a:gd name="T51" fmla="*/ 8 h 47"/>
                  <a:gd name="T52" fmla="*/ 235 w 426"/>
                  <a:gd name="T53" fmla="*/ 10 h 47"/>
                  <a:gd name="T54" fmla="*/ 263 w 426"/>
                  <a:gd name="T55" fmla="*/ 15 h 47"/>
                  <a:gd name="T56" fmla="*/ 291 w 426"/>
                  <a:gd name="T57" fmla="*/ 20 h 47"/>
                  <a:gd name="T58" fmla="*/ 320 w 426"/>
                  <a:gd name="T59" fmla="*/ 25 h 47"/>
                  <a:gd name="T60" fmla="*/ 349 w 426"/>
                  <a:gd name="T61" fmla="*/ 30 h 47"/>
                  <a:gd name="T62" fmla="*/ 379 w 426"/>
                  <a:gd name="T63" fmla="*/ 36 h 47"/>
                  <a:gd name="T64" fmla="*/ 410 w 426"/>
                  <a:gd name="T65" fmla="*/ 41 h 47"/>
                  <a:gd name="T66" fmla="*/ 424 w 426"/>
                  <a:gd name="T67" fmla="*/ 43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26"/>
                  <a:gd name="T103" fmla="*/ 0 h 47"/>
                  <a:gd name="T104" fmla="*/ 426 w 426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26" h="47">
                    <a:moveTo>
                      <a:pt x="426" y="38"/>
                    </a:moveTo>
                    <a:lnTo>
                      <a:pt x="426" y="38"/>
                    </a:lnTo>
                    <a:lnTo>
                      <a:pt x="411" y="36"/>
                    </a:lnTo>
                    <a:lnTo>
                      <a:pt x="395" y="32"/>
                    </a:lnTo>
                    <a:lnTo>
                      <a:pt x="381" y="30"/>
                    </a:lnTo>
                    <a:lnTo>
                      <a:pt x="365" y="27"/>
                    </a:lnTo>
                    <a:lnTo>
                      <a:pt x="350" y="25"/>
                    </a:lnTo>
                    <a:lnTo>
                      <a:pt x="336" y="21"/>
                    </a:lnTo>
                    <a:lnTo>
                      <a:pt x="321" y="19"/>
                    </a:lnTo>
                    <a:lnTo>
                      <a:pt x="307" y="17"/>
                    </a:lnTo>
                    <a:lnTo>
                      <a:pt x="292" y="14"/>
                    </a:lnTo>
                    <a:lnTo>
                      <a:pt x="278" y="12"/>
                    </a:lnTo>
                    <a:lnTo>
                      <a:pt x="264" y="9"/>
                    </a:lnTo>
                    <a:lnTo>
                      <a:pt x="251" y="7"/>
                    </a:lnTo>
                    <a:lnTo>
                      <a:pt x="236" y="6"/>
                    </a:lnTo>
                    <a:lnTo>
                      <a:pt x="223" y="3"/>
                    </a:lnTo>
                    <a:lnTo>
                      <a:pt x="210" y="2"/>
                    </a:lnTo>
                    <a:lnTo>
                      <a:pt x="196" y="1"/>
                    </a:lnTo>
                    <a:lnTo>
                      <a:pt x="182" y="0"/>
                    </a:lnTo>
                    <a:lnTo>
                      <a:pt x="170" y="0"/>
                    </a:lnTo>
                    <a:lnTo>
                      <a:pt x="156" y="0"/>
                    </a:lnTo>
                    <a:lnTo>
                      <a:pt x="143" y="0"/>
                    </a:lnTo>
                    <a:lnTo>
                      <a:pt x="131" y="0"/>
                    </a:lnTo>
                    <a:lnTo>
                      <a:pt x="117" y="1"/>
                    </a:lnTo>
                    <a:lnTo>
                      <a:pt x="105" y="2"/>
                    </a:lnTo>
                    <a:lnTo>
                      <a:pt x="93" y="4"/>
                    </a:lnTo>
                    <a:lnTo>
                      <a:pt x="81" y="7"/>
                    </a:lnTo>
                    <a:lnTo>
                      <a:pt x="69" y="10"/>
                    </a:lnTo>
                    <a:lnTo>
                      <a:pt x="57" y="14"/>
                    </a:lnTo>
                    <a:lnTo>
                      <a:pt x="45" y="18"/>
                    </a:lnTo>
                    <a:lnTo>
                      <a:pt x="34" y="23"/>
                    </a:lnTo>
                    <a:lnTo>
                      <a:pt x="23" y="29"/>
                    </a:lnTo>
                    <a:lnTo>
                      <a:pt x="11" y="35"/>
                    </a:lnTo>
                    <a:lnTo>
                      <a:pt x="0" y="42"/>
                    </a:lnTo>
                    <a:lnTo>
                      <a:pt x="3" y="47"/>
                    </a:lnTo>
                    <a:lnTo>
                      <a:pt x="14" y="40"/>
                    </a:lnTo>
                    <a:lnTo>
                      <a:pt x="25" y="33"/>
                    </a:lnTo>
                    <a:lnTo>
                      <a:pt x="36" y="27"/>
                    </a:lnTo>
                    <a:lnTo>
                      <a:pt x="47" y="24"/>
                    </a:lnTo>
                    <a:lnTo>
                      <a:pt x="59" y="19"/>
                    </a:lnTo>
                    <a:lnTo>
                      <a:pt x="70" y="15"/>
                    </a:lnTo>
                    <a:lnTo>
                      <a:pt x="82" y="13"/>
                    </a:lnTo>
                    <a:lnTo>
                      <a:pt x="94" y="10"/>
                    </a:lnTo>
                    <a:lnTo>
                      <a:pt x="107" y="8"/>
                    </a:lnTo>
                    <a:lnTo>
                      <a:pt x="119" y="7"/>
                    </a:lnTo>
                    <a:lnTo>
                      <a:pt x="131" y="6"/>
                    </a:lnTo>
                    <a:lnTo>
                      <a:pt x="143" y="4"/>
                    </a:lnTo>
                    <a:lnTo>
                      <a:pt x="156" y="4"/>
                    </a:lnTo>
                    <a:lnTo>
                      <a:pt x="170" y="4"/>
                    </a:lnTo>
                    <a:lnTo>
                      <a:pt x="182" y="6"/>
                    </a:lnTo>
                    <a:lnTo>
                      <a:pt x="195" y="7"/>
                    </a:lnTo>
                    <a:lnTo>
                      <a:pt x="208" y="8"/>
                    </a:lnTo>
                    <a:lnTo>
                      <a:pt x="222" y="9"/>
                    </a:lnTo>
                    <a:lnTo>
                      <a:pt x="235" y="10"/>
                    </a:lnTo>
                    <a:lnTo>
                      <a:pt x="250" y="13"/>
                    </a:lnTo>
                    <a:lnTo>
                      <a:pt x="263" y="15"/>
                    </a:lnTo>
                    <a:lnTo>
                      <a:pt x="278" y="18"/>
                    </a:lnTo>
                    <a:lnTo>
                      <a:pt x="291" y="20"/>
                    </a:lnTo>
                    <a:lnTo>
                      <a:pt x="306" y="23"/>
                    </a:lnTo>
                    <a:lnTo>
                      <a:pt x="320" y="25"/>
                    </a:lnTo>
                    <a:lnTo>
                      <a:pt x="335" y="27"/>
                    </a:lnTo>
                    <a:lnTo>
                      <a:pt x="349" y="30"/>
                    </a:lnTo>
                    <a:lnTo>
                      <a:pt x="365" y="33"/>
                    </a:lnTo>
                    <a:lnTo>
                      <a:pt x="379" y="36"/>
                    </a:lnTo>
                    <a:lnTo>
                      <a:pt x="394" y="38"/>
                    </a:lnTo>
                    <a:lnTo>
                      <a:pt x="410" y="41"/>
                    </a:lnTo>
                    <a:lnTo>
                      <a:pt x="424" y="43"/>
                    </a:lnTo>
                    <a:lnTo>
                      <a:pt x="426" y="3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7" name="Freeform 450"/>
              <p:cNvSpPr>
                <a:spLocks/>
              </p:cNvSpPr>
              <p:nvPr/>
            </p:nvSpPr>
            <p:spPr bwMode="auto">
              <a:xfrm>
                <a:off x="714" y="2364"/>
                <a:ext cx="11" cy="57"/>
              </a:xfrm>
              <a:custGeom>
                <a:avLst/>
                <a:gdLst>
                  <a:gd name="T0" fmla="*/ 16 w 44"/>
                  <a:gd name="T1" fmla="*/ 227 h 227"/>
                  <a:gd name="T2" fmla="*/ 16 w 44"/>
                  <a:gd name="T3" fmla="*/ 227 h 227"/>
                  <a:gd name="T4" fmla="*/ 26 w 44"/>
                  <a:gd name="T5" fmla="*/ 225 h 227"/>
                  <a:gd name="T6" fmla="*/ 33 w 44"/>
                  <a:gd name="T7" fmla="*/ 217 h 227"/>
                  <a:gd name="T8" fmla="*/ 38 w 44"/>
                  <a:gd name="T9" fmla="*/ 206 h 227"/>
                  <a:gd name="T10" fmla="*/ 42 w 44"/>
                  <a:gd name="T11" fmla="*/ 192 h 227"/>
                  <a:gd name="T12" fmla="*/ 43 w 44"/>
                  <a:gd name="T13" fmla="*/ 176 h 227"/>
                  <a:gd name="T14" fmla="*/ 44 w 44"/>
                  <a:gd name="T15" fmla="*/ 157 h 227"/>
                  <a:gd name="T16" fmla="*/ 43 w 44"/>
                  <a:gd name="T17" fmla="*/ 137 h 227"/>
                  <a:gd name="T18" fmla="*/ 42 w 44"/>
                  <a:gd name="T19" fmla="*/ 117 h 227"/>
                  <a:gd name="T20" fmla="*/ 39 w 44"/>
                  <a:gd name="T21" fmla="*/ 96 h 227"/>
                  <a:gd name="T22" fmla="*/ 36 w 44"/>
                  <a:gd name="T23" fmla="*/ 76 h 227"/>
                  <a:gd name="T24" fmla="*/ 32 w 44"/>
                  <a:gd name="T25" fmla="*/ 56 h 227"/>
                  <a:gd name="T26" fmla="*/ 27 w 44"/>
                  <a:gd name="T27" fmla="*/ 39 h 227"/>
                  <a:gd name="T28" fmla="*/ 21 w 44"/>
                  <a:gd name="T29" fmla="*/ 25 h 227"/>
                  <a:gd name="T30" fmla="*/ 16 w 44"/>
                  <a:gd name="T31" fmla="*/ 12 h 227"/>
                  <a:gd name="T32" fmla="*/ 10 w 44"/>
                  <a:gd name="T33" fmla="*/ 4 h 227"/>
                  <a:gd name="T34" fmla="*/ 2 w 44"/>
                  <a:gd name="T35" fmla="*/ 0 h 227"/>
                  <a:gd name="T36" fmla="*/ 0 w 44"/>
                  <a:gd name="T37" fmla="*/ 5 h 227"/>
                  <a:gd name="T38" fmla="*/ 5 w 44"/>
                  <a:gd name="T39" fmla="*/ 8 h 227"/>
                  <a:gd name="T40" fmla="*/ 11 w 44"/>
                  <a:gd name="T41" fmla="*/ 16 h 227"/>
                  <a:gd name="T42" fmla="*/ 16 w 44"/>
                  <a:gd name="T43" fmla="*/ 27 h 227"/>
                  <a:gd name="T44" fmla="*/ 21 w 44"/>
                  <a:gd name="T45" fmla="*/ 42 h 227"/>
                  <a:gd name="T46" fmla="*/ 26 w 44"/>
                  <a:gd name="T47" fmla="*/ 59 h 227"/>
                  <a:gd name="T48" fmla="*/ 31 w 44"/>
                  <a:gd name="T49" fmla="*/ 77 h 227"/>
                  <a:gd name="T50" fmla="*/ 33 w 44"/>
                  <a:gd name="T51" fmla="*/ 97 h 227"/>
                  <a:gd name="T52" fmla="*/ 36 w 44"/>
                  <a:gd name="T53" fmla="*/ 118 h 227"/>
                  <a:gd name="T54" fmla="*/ 38 w 44"/>
                  <a:gd name="T55" fmla="*/ 137 h 227"/>
                  <a:gd name="T56" fmla="*/ 38 w 44"/>
                  <a:gd name="T57" fmla="*/ 157 h 227"/>
                  <a:gd name="T58" fmla="*/ 37 w 44"/>
                  <a:gd name="T59" fmla="*/ 176 h 227"/>
                  <a:gd name="T60" fmla="*/ 36 w 44"/>
                  <a:gd name="T61" fmla="*/ 192 h 227"/>
                  <a:gd name="T62" fmla="*/ 32 w 44"/>
                  <a:gd name="T63" fmla="*/ 205 h 227"/>
                  <a:gd name="T64" fmla="*/ 28 w 44"/>
                  <a:gd name="T65" fmla="*/ 215 h 227"/>
                  <a:gd name="T66" fmla="*/ 22 w 44"/>
                  <a:gd name="T67" fmla="*/ 220 h 227"/>
                  <a:gd name="T68" fmla="*/ 16 w 44"/>
                  <a:gd name="T69" fmla="*/ 222 h 227"/>
                  <a:gd name="T70" fmla="*/ 16 w 44"/>
                  <a:gd name="T71" fmla="*/ 222 h 227"/>
                  <a:gd name="T72" fmla="*/ 16 w 44"/>
                  <a:gd name="T73" fmla="*/ 227 h 2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4"/>
                  <a:gd name="T112" fmla="*/ 0 h 227"/>
                  <a:gd name="T113" fmla="*/ 44 w 44"/>
                  <a:gd name="T114" fmla="*/ 227 h 22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4" h="227">
                    <a:moveTo>
                      <a:pt x="16" y="227"/>
                    </a:moveTo>
                    <a:lnTo>
                      <a:pt x="16" y="227"/>
                    </a:lnTo>
                    <a:lnTo>
                      <a:pt x="26" y="225"/>
                    </a:lnTo>
                    <a:lnTo>
                      <a:pt x="33" y="217"/>
                    </a:lnTo>
                    <a:lnTo>
                      <a:pt x="38" y="206"/>
                    </a:lnTo>
                    <a:lnTo>
                      <a:pt x="42" y="192"/>
                    </a:lnTo>
                    <a:lnTo>
                      <a:pt x="43" y="176"/>
                    </a:lnTo>
                    <a:lnTo>
                      <a:pt x="44" y="157"/>
                    </a:lnTo>
                    <a:lnTo>
                      <a:pt x="43" y="137"/>
                    </a:lnTo>
                    <a:lnTo>
                      <a:pt x="42" y="117"/>
                    </a:lnTo>
                    <a:lnTo>
                      <a:pt x="39" y="96"/>
                    </a:lnTo>
                    <a:lnTo>
                      <a:pt x="36" y="76"/>
                    </a:lnTo>
                    <a:lnTo>
                      <a:pt x="32" y="56"/>
                    </a:lnTo>
                    <a:lnTo>
                      <a:pt x="27" y="39"/>
                    </a:lnTo>
                    <a:lnTo>
                      <a:pt x="21" y="25"/>
                    </a:lnTo>
                    <a:lnTo>
                      <a:pt x="16" y="12"/>
                    </a:lnTo>
                    <a:lnTo>
                      <a:pt x="10" y="4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1" y="16"/>
                    </a:lnTo>
                    <a:lnTo>
                      <a:pt x="16" y="27"/>
                    </a:lnTo>
                    <a:lnTo>
                      <a:pt x="21" y="42"/>
                    </a:lnTo>
                    <a:lnTo>
                      <a:pt x="26" y="59"/>
                    </a:lnTo>
                    <a:lnTo>
                      <a:pt x="31" y="77"/>
                    </a:lnTo>
                    <a:lnTo>
                      <a:pt x="33" y="97"/>
                    </a:lnTo>
                    <a:lnTo>
                      <a:pt x="36" y="118"/>
                    </a:lnTo>
                    <a:lnTo>
                      <a:pt x="38" y="137"/>
                    </a:lnTo>
                    <a:lnTo>
                      <a:pt x="38" y="157"/>
                    </a:lnTo>
                    <a:lnTo>
                      <a:pt x="37" y="176"/>
                    </a:lnTo>
                    <a:lnTo>
                      <a:pt x="36" y="192"/>
                    </a:lnTo>
                    <a:lnTo>
                      <a:pt x="32" y="205"/>
                    </a:lnTo>
                    <a:lnTo>
                      <a:pt x="28" y="215"/>
                    </a:lnTo>
                    <a:lnTo>
                      <a:pt x="22" y="220"/>
                    </a:lnTo>
                    <a:lnTo>
                      <a:pt x="16" y="222"/>
                    </a:lnTo>
                    <a:lnTo>
                      <a:pt x="16" y="22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8" name="Freeform 451"/>
              <p:cNvSpPr>
                <a:spLocks/>
              </p:cNvSpPr>
              <p:nvPr/>
            </p:nvSpPr>
            <p:spPr bwMode="auto">
              <a:xfrm>
                <a:off x="619" y="2417"/>
                <a:ext cx="99" cy="5"/>
              </a:xfrm>
              <a:custGeom>
                <a:avLst/>
                <a:gdLst>
                  <a:gd name="T0" fmla="*/ 0 w 397"/>
                  <a:gd name="T1" fmla="*/ 20 h 20"/>
                  <a:gd name="T2" fmla="*/ 24 w 397"/>
                  <a:gd name="T3" fmla="*/ 16 h 20"/>
                  <a:gd name="T4" fmla="*/ 47 w 397"/>
                  <a:gd name="T5" fmla="*/ 12 h 20"/>
                  <a:gd name="T6" fmla="*/ 70 w 397"/>
                  <a:gd name="T7" fmla="*/ 11 h 20"/>
                  <a:gd name="T8" fmla="*/ 91 w 397"/>
                  <a:gd name="T9" fmla="*/ 9 h 20"/>
                  <a:gd name="T10" fmla="*/ 115 w 397"/>
                  <a:gd name="T11" fmla="*/ 8 h 20"/>
                  <a:gd name="T12" fmla="*/ 138 w 397"/>
                  <a:gd name="T13" fmla="*/ 6 h 20"/>
                  <a:gd name="T14" fmla="*/ 161 w 397"/>
                  <a:gd name="T15" fmla="*/ 6 h 20"/>
                  <a:gd name="T16" fmla="*/ 185 w 397"/>
                  <a:gd name="T17" fmla="*/ 5 h 20"/>
                  <a:gd name="T18" fmla="*/ 209 w 397"/>
                  <a:gd name="T19" fmla="*/ 6 h 20"/>
                  <a:gd name="T20" fmla="*/ 233 w 397"/>
                  <a:gd name="T21" fmla="*/ 6 h 20"/>
                  <a:gd name="T22" fmla="*/ 258 w 397"/>
                  <a:gd name="T23" fmla="*/ 8 h 20"/>
                  <a:gd name="T24" fmla="*/ 284 w 397"/>
                  <a:gd name="T25" fmla="*/ 9 h 20"/>
                  <a:gd name="T26" fmla="*/ 311 w 397"/>
                  <a:gd name="T27" fmla="*/ 10 h 20"/>
                  <a:gd name="T28" fmla="*/ 339 w 397"/>
                  <a:gd name="T29" fmla="*/ 12 h 20"/>
                  <a:gd name="T30" fmla="*/ 368 w 397"/>
                  <a:gd name="T31" fmla="*/ 14 h 20"/>
                  <a:gd name="T32" fmla="*/ 397 w 397"/>
                  <a:gd name="T33" fmla="*/ 16 h 20"/>
                  <a:gd name="T34" fmla="*/ 383 w 397"/>
                  <a:gd name="T35" fmla="*/ 10 h 20"/>
                  <a:gd name="T36" fmla="*/ 353 w 397"/>
                  <a:gd name="T37" fmla="*/ 8 h 20"/>
                  <a:gd name="T38" fmla="*/ 324 w 397"/>
                  <a:gd name="T39" fmla="*/ 5 h 20"/>
                  <a:gd name="T40" fmla="*/ 298 w 397"/>
                  <a:gd name="T41" fmla="*/ 4 h 20"/>
                  <a:gd name="T42" fmla="*/ 271 w 397"/>
                  <a:gd name="T43" fmla="*/ 3 h 20"/>
                  <a:gd name="T44" fmla="*/ 246 w 397"/>
                  <a:gd name="T45" fmla="*/ 2 h 20"/>
                  <a:gd name="T46" fmla="*/ 221 w 397"/>
                  <a:gd name="T47" fmla="*/ 0 h 20"/>
                  <a:gd name="T48" fmla="*/ 197 w 397"/>
                  <a:gd name="T49" fmla="*/ 0 h 20"/>
                  <a:gd name="T50" fmla="*/ 173 w 397"/>
                  <a:gd name="T51" fmla="*/ 0 h 20"/>
                  <a:gd name="T52" fmla="*/ 150 w 397"/>
                  <a:gd name="T53" fmla="*/ 0 h 20"/>
                  <a:gd name="T54" fmla="*/ 125 w 397"/>
                  <a:gd name="T55" fmla="*/ 2 h 20"/>
                  <a:gd name="T56" fmla="*/ 104 w 397"/>
                  <a:gd name="T57" fmla="*/ 3 h 20"/>
                  <a:gd name="T58" fmla="*/ 79 w 397"/>
                  <a:gd name="T59" fmla="*/ 4 h 20"/>
                  <a:gd name="T60" fmla="*/ 58 w 397"/>
                  <a:gd name="T61" fmla="*/ 6 h 20"/>
                  <a:gd name="T62" fmla="*/ 34 w 397"/>
                  <a:gd name="T63" fmla="*/ 9 h 20"/>
                  <a:gd name="T64" fmla="*/ 11 w 397"/>
                  <a:gd name="T65" fmla="*/ 12 h 20"/>
                  <a:gd name="T66" fmla="*/ 0 w 397"/>
                  <a:gd name="T67" fmla="*/ 14 h 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7"/>
                  <a:gd name="T103" fmla="*/ 0 h 20"/>
                  <a:gd name="T104" fmla="*/ 397 w 397"/>
                  <a:gd name="T105" fmla="*/ 20 h 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7" h="20">
                    <a:moveTo>
                      <a:pt x="0" y="20"/>
                    </a:moveTo>
                    <a:lnTo>
                      <a:pt x="0" y="20"/>
                    </a:lnTo>
                    <a:lnTo>
                      <a:pt x="13" y="17"/>
                    </a:lnTo>
                    <a:lnTo>
                      <a:pt x="24" y="16"/>
                    </a:lnTo>
                    <a:lnTo>
                      <a:pt x="36" y="15"/>
                    </a:lnTo>
                    <a:lnTo>
                      <a:pt x="47" y="12"/>
                    </a:lnTo>
                    <a:lnTo>
                      <a:pt x="59" y="11"/>
                    </a:lnTo>
                    <a:lnTo>
                      <a:pt x="70" y="11"/>
                    </a:lnTo>
                    <a:lnTo>
                      <a:pt x="81" y="10"/>
                    </a:lnTo>
                    <a:lnTo>
                      <a:pt x="91" y="9"/>
                    </a:lnTo>
                    <a:lnTo>
                      <a:pt x="104" y="8"/>
                    </a:lnTo>
                    <a:lnTo>
                      <a:pt x="115" y="8"/>
                    </a:lnTo>
                    <a:lnTo>
                      <a:pt x="125" y="6"/>
                    </a:lnTo>
                    <a:lnTo>
                      <a:pt x="138" y="6"/>
                    </a:lnTo>
                    <a:lnTo>
                      <a:pt x="150" y="6"/>
                    </a:lnTo>
                    <a:lnTo>
                      <a:pt x="161" y="6"/>
                    </a:lnTo>
                    <a:lnTo>
                      <a:pt x="173" y="6"/>
                    </a:lnTo>
                    <a:lnTo>
                      <a:pt x="185" y="5"/>
                    </a:lnTo>
                    <a:lnTo>
                      <a:pt x="197" y="6"/>
                    </a:lnTo>
                    <a:lnTo>
                      <a:pt x="209" y="6"/>
                    </a:lnTo>
                    <a:lnTo>
                      <a:pt x="221" y="6"/>
                    </a:lnTo>
                    <a:lnTo>
                      <a:pt x="233" y="6"/>
                    </a:lnTo>
                    <a:lnTo>
                      <a:pt x="246" y="8"/>
                    </a:lnTo>
                    <a:lnTo>
                      <a:pt x="258" y="8"/>
                    </a:lnTo>
                    <a:lnTo>
                      <a:pt x="271" y="8"/>
                    </a:lnTo>
                    <a:lnTo>
                      <a:pt x="284" y="9"/>
                    </a:lnTo>
                    <a:lnTo>
                      <a:pt x="298" y="10"/>
                    </a:lnTo>
                    <a:lnTo>
                      <a:pt x="311" y="10"/>
                    </a:lnTo>
                    <a:lnTo>
                      <a:pt x="324" y="11"/>
                    </a:lnTo>
                    <a:lnTo>
                      <a:pt x="339" y="12"/>
                    </a:lnTo>
                    <a:lnTo>
                      <a:pt x="353" y="14"/>
                    </a:lnTo>
                    <a:lnTo>
                      <a:pt x="368" y="14"/>
                    </a:lnTo>
                    <a:lnTo>
                      <a:pt x="381" y="15"/>
                    </a:lnTo>
                    <a:lnTo>
                      <a:pt x="397" y="16"/>
                    </a:lnTo>
                    <a:lnTo>
                      <a:pt x="397" y="11"/>
                    </a:lnTo>
                    <a:lnTo>
                      <a:pt x="383" y="10"/>
                    </a:lnTo>
                    <a:lnTo>
                      <a:pt x="368" y="9"/>
                    </a:lnTo>
                    <a:lnTo>
                      <a:pt x="353" y="8"/>
                    </a:lnTo>
                    <a:lnTo>
                      <a:pt x="339" y="6"/>
                    </a:lnTo>
                    <a:lnTo>
                      <a:pt x="324" y="5"/>
                    </a:lnTo>
                    <a:lnTo>
                      <a:pt x="311" y="5"/>
                    </a:lnTo>
                    <a:lnTo>
                      <a:pt x="298" y="4"/>
                    </a:lnTo>
                    <a:lnTo>
                      <a:pt x="284" y="3"/>
                    </a:lnTo>
                    <a:lnTo>
                      <a:pt x="271" y="3"/>
                    </a:lnTo>
                    <a:lnTo>
                      <a:pt x="258" y="2"/>
                    </a:lnTo>
                    <a:lnTo>
                      <a:pt x="246" y="2"/>
                    </a:lnTo>
                    <a:lnTo>
                      <a:pt x="233" y="2"/>
                    </a:lnTo>
                    <a:lnTo>
                      <a:pt x="221" y="0"/>
                    </a:lnTo>
                    <a:lnTo>
                      <a:pt x="209" y="0"/>
                    </a:lnTo>
                    <a:lnTo>
                      <a:pt x="197" y="0"/>
                    </a:lnTo>
                    <a:lnTo>
                      <a:pt x="185" y="0"/>
                    </a:lnTo>
                    <a:lnTo>
                      <a:pt x="173" y="0"/>
                    </a:lnTo>
                    <a:lnTo>
                      <a:pt x="161" y="0"/>
                    </a:lnTo>
                    <a:lnTo>
                      <a:pt x="150" y="0"/>
                    </a:lnTo>
                    <a:lnTo>
                      <a:pt x="138" y="0"/>
                    </a:lnTo>
                    <a:lnTo>
                      <a:pt x="125" y="2"/>
                    </a:lnTo>
                    <a:lnTo>
                      <a:pt x="115" y="2"/>
                    </a:lnTo>
                    <a:lnTo>
                      <a:pt x="104" y="3"/>
                    </a:lnTo>
                    <a:lnTo>
                      <a:pt x="91" y="3"/>
                    </a:lnTo>
                    <a:lnTo>
                      <a:pt x="79" y="4"/>
                    </a:lnTo>
                    <a:lnTo>
                      <a:pt x="68" y="5"/>
                    </a:lnTo>
                    <a:lnTo>
                      <a:pt x="58" y="6"/>
                    </a:lnTo>
                    <a:lnTo>
                      <a:pt x="47" y="8"/>
                    </a:lnTo>
                    <a:lnTo>
                      <a:pt x="34" y="9"/>
                    </a:lnTo>
                    <a:lnTo>
                      <a:pt x="24" y="10"/>
                    </a:lnTo>
                    <a:lnTo>
                      <a:pt x="11" y="12"/>
                    </a:lnTo>
                    <a:lnTo>
                      <a:pt x="0" y="14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452"/>
              <p:cNvSpPr>
                <a:spLocks/>
              </p:cNvSpPr>
              <p:nvPr/>
            </p:nvSpPr>
            <p:spPr bwMode="auto">
              <a:xfrm>
                <a:off x="606" y="2365"/>
                <a:ext cx="13" cy="57"/>
              </a:xfrm>
              <a:custGeom>
                <a:avLst/>
                <a:gdLst>
                  <a:gd name="T0" fmla="*/ 9 w 52"/>
                  <a:gd name="T1" fmla="*/ 0 h 227"/>
                  <a:gd name="T2" fmla="*/ 8 w 52"/>
                  <a:gd name="T3" fmla="*/ 2 h 227"/>
                  <a:gd name="T4" fmla="*/ 5 w 52"/>
                  <a:gd name="T5" fmla="*/ 16 h 227"/>
                  <a:gd name="T6" fmla="*/ 4 w 52"/>
                  <a:gd name="T7" fmla="*/ 32 h 227"/>
                  <a:gd name="T8" fmla="*/ 3 w 52"/>
                  <a:gd name="T9" fmla="*/ 50 h 227"/>
                  <a:gd name="T10" fmla="*/ 2 w 52"/>
                  <a:gd name="T11" fmla="*/ 68 h 227"/>
                  <a:gd name="T12" fmla="*/ 0 w 52"/>
                  <a:gd name="T13" fmla="*/ 86 h 227"/>
                  <a:gd name="T14" fmla="*/ 2 w 52"/>
                  <a:gd name="T15" fmla="*/ 105 h 227"/>
                  <a:gd name="T16" fmla="*/ 2 w 52"/>
                  <a:gd name="T17" fmla="*/ 124 h 227"/>
                  <a:gd name="T18" fmla="*/ 4 w 52"/>
                  <a:gd name="T19" fmla="*/ 143 h 227"/>
                  <a:gd name="T20" fmla="*/ 6 w 52"/>
                  <a:gd name="T21" fmla="*/ 160 h 227"/>
                  <a:gd name="T22" fmla="*/ 9 w 52"/>
                  <a:gd name="T23" fmla="*/ 176 h 227"/>
                  <a:gd name="T24" fmla="*/ 14 w 52"/>
                  <a:gd name="T25" fmla="*/ 190 h 227"/>
                  <a:gd name="T26" fmla="*/ 19 w 52"/>
                  <a:gd name="T27" fmla="*/ 204 h 227"/>
                  <a:gd name="T28" fmla="*/ 26 w 52"/>
                  <a:gd name="T29" fmla="*/ 213 h 227"/>
                  <a:gd name="T30" fmla="*/ 33 w 52"/>
                  <a:gd name="T31" fmla="*/ 222 h 227"/>
                  <a:gd name="T32" fmla="*/ 42 w 52"/>
                  <a:gd name="T33" fmla="*/ 226 h 227"/>
                  <a:gd name="T34" fmla="*/ 52 w 52"/>
                  <a:gd name="T35" fmla="*/ 227 h 227"/>
                  <a:gd name="T36" fmla="*/ 52 w 52"/>
                  <a:gd name="T37" fmla="*/ 221 h 227"/>
                  <a:gd name="T38" fmla="*/ 44 w 52"/>
                  <a:gd name="T39" fmla="*/ 221 h 227"/>
                  <a:gd name="T40" fmla="*/ 37 w 52"/>
                  <a:gd name="T41" fmla="*/ 217 h 227"/>
                  <a:gd name="T42" fmla="*/ 29 w 52"/>
                  <a:gd name="T43" fmla="*/ 211 h 227"/>
                  <a:gd name="T44" fmla="*/ 23 w 52"/>
                  <a:gd name="T45" fmla="*/ 201 h 227"/>
                  <a:gd name="T46" fmla="*/ 19 w 52"/>
                  <a:gd name="T47" fmla="*/ 189 h 227"/>
                  <a:gd name="T48" fmla="*/ 15 w 52"/>
                  <a:gd name="T49" fmla="*/ 175 h 227"/>
                  <a:gd name="T50" fmla="*/ 11 w 52"/>
                  <a:gd name="T51" fmla="*/ 159 h 227"/>
                  <a:gd name="T52" fmla="*/ 9 w 52"/>
                  <a:gd name="T53" fmla="*/ 142 h 227"/>
                  <a:gd name="T54" fmla="*/ 8 w 52"/>
                  <a:gd name="T55" fmla="*/ 124 h 227"/>
                  <a:gd name="T56" fmla="*/ 6 w 52"/>
                  <a:gd name="T57" fmla="*/ 105 h 227"/>
                  <a:gd name="T58" fmla="*/ 6 w 52"/>
                  <a:gd name="T59" fmla="*/ 86 h 227"/>
                  <a:gd name="T60" fmla="*/ 6 w 52"/>
                  <a:gd name="T61" fmla="*/ 68 h 227"/>
                  <a:gd name="T62" fmla="*/ 8 w 52"/>
                  <a:gd name="T63" fmla="*/ 50 h 227"/>
                  <a:gd name="T64" fmla="*/ 9 w 52"/>
                  <a:gd name="T65" fmla="*/ 33 h 227"/>
                  <a:gd name="T66" fmla="*/ 11 w 52"/>
                  <a:gd name="T67" fmla="*/ 17 h 227"/>
                  <a:gd name="T68" fmla="*/ 14 w 52"/>
                  <a:gd name="T69" fmla="*/ 2 h 227"/>
                  <a:gd name="T70" fmla="*/ 12 w 52"/>
                  <a:gd name="T71" fmla="*/ 5 h 227"/>
                  <a:gd name="T72" fmla="*/ 9 w 52"/>
                  <a:gd name="T73" fmla="*/ 0 h 227"/>
                  <a:gd name="T74" fmla="*/ 8 w 52"/>
                  <a:gd name="T75" fmla="*/ 1 h 227"/>
                  <a:gd name="T76" fmla="*/ 8 w 52"/>
                  <a:gd name="T77" fmla="*/ 2 h 227"/>
                  <a:gd name="T78" fmla="*/ 9 w 52"/>
                  <a:gd name="T79" fmla="*/ 0 h 22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52"/>
                  <a:gd name="T121" fmla="*/ 0 h 227"/>
                  <a:gd name="T122" fmla="*/ 52 w 52"/>
                  <a:gd name="T123" fmla="*/ 227 h 22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52" h="227">
                    <a:moveTo>
                      <a:pt x="9" y="0"/>
                    </a:moveTo>
                    <a:lnTo>
                      <a:pt x="8" y="2"/>
                    </a:lnTo>
                    <a:lnTo>
                      <a:pt x="5" y="16"/>
                    </a:lnTo>
                    <a:lnTo>
                      <a:pt x="4" y="32"/>
                    </a:lnTo>
                    <a:lnTo>
                      <a:pt x="3" y="50"/>
                    </a:lnTo>
                    <a:lnTo>
                      <a:pt x="2" y="68"/>
                    </a:lnTo>
                    <a:lnTo>
                      <a:pt x="0" y="86"/>
                    </a:lnTo>
                    <a:lnTo>
                      <a:pt x="2" y="105"/>
                    </a:lnTo>
                    <a:lnTo>
                      <a:pt x="2" y="124"/>
                    </a:lnTo>
                    <a:lnTo>
                      <a:pt x="4" y="143"/>
                    </a:lnTo>
                    <a:lnTo>
                      <a:pt x="6" y="160"/>
                    </a:lnTo>
                    <a:lnTo>
                      <a:pt x="9" y="176"/>
                    </a:lnTo>
                    <a:lnTo>
                      <a:pt x="14" y="190"/>
                    </a:lnTo>
                    <a:lnTo>
                      <a:pt x="19" y="204"/>
                    </a:lnTo>
                    <a:lnTo>
                      <a:pt x="26" y="213"/>
                    </a:lnTo>
                    <a:lnTo>
                      <a:pt x="33" y="222"/>
                    </a:lnTo>
                    <a:lnTo>
                      <a:pt x="42" y="226"/>
                    </a:lnTo>
                    <a:lnTo>
                      <a:pt x="52" y="227"/>
                    </a:lnTo>
                    <a:lnTo>
                      <a:pt x="52" y="221"/>
                    </a:lnTo>
                    <a:lnTo>
                      <a:pt x="44" y="221"/>
                    </a:lnTo>
                    <a:lnTo>
                      <a:pt x="37" y="217"/>
                    </a:lnTo>
                    <a:lnTo>
                      <a:pt x="29" y="211"/>
                    </a:lnTo>
                    <a:lnTo>
                      <a:pt x="23" y="201"/>
                    </a:lnTo>
                    <a:lnTo>
                      <a:pt x="19" y="189"/>
                    </a:lnTo>
                    <a:lnTo>
                      <a:pt x="15" y="175"/>
                    </a:lnTo>
                    <a:lnTo>
                      <a:pt x="11" y="159"/>
                    </a:lnTo>
                    <a:lnTo>
                      <a:pt x="9" y="142"/>
                    </a:lnTo>
                    <a:lnTo>
                      <a:pt x="8" y="124"/>
                    </a:lnTo>
                    <a:lnTo>
                      <a:pt x="6" y="105"/>
                    </a:lnTo>
                    <a:lnTo>
                      <a:pt x="6" y="86"/>
                    </a:lnTo>
                    <a:lnTo>
                      <a:pt x="6" y="68"/>
                    </a:lnTo>
                    <a:lnTo>
                      <a:pt x="8" y="50"/>
                    </a:lnTo>
                    <a:lnTo>
                      <a:pt x="9" y="33"/>
                    </a:lnTo>
                    <a:lnTo>
                      <a:pt x="11" y="17"/>
                    </a:lnTo>
                    <a:lnTo>
                      <a:pt x="14" y="2"/>
                    </a:lnTo>
                    <a:lnTo>
                      <a:pt x="12" y="5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453"/>
              <p:cNvSpPr>
                <a:spLocks/>
              </p:cNvSpPr>
              <p:nvPr/>
            </p:nvSpPr>
            <p:spPr bwMode="auto">
              <a:xfrm>
                <a:off x="599" y="2408"/>
                <a:ext cx="33" cy="7"/>
              </a:xfrm>
              <a:custGeom>
                <a:avLst/>
                <a:gdLst>
                  <a:gd name="T0" fmla="*/ 0 w 131"/>
                  <a:gd name="T1" fmla="*/ 6 h 28"/>
                  <a:gd name="T2" fmla="*/ 0 w 131"/>
                  <a:gd name="T3" fmla="*/ 6 h 28"/>
                  <a:gd name="T4" fmla="*/ 8 w 131"/>
                  <a:gd name="T5" fmla="*/ 8 h 28"/>
                  <a:gd name="T6" fmla="*/ 15 w 131"/>
                  <a:gd name="T7" fmla="*/ 11 h 28"/>
                  <a:gd name="T8" fmla="*/ 24 w 131"/>
                  <a:gd name="T9" fmla="*/ 13 h 28"/>
                  <a:gd name="T10" fmla="*/ 32 w 131"/>
                  <a:gd name="T11" fmla="*/ 16 h 28"/>
                  <a:gd name="T12" fmla="*/ 40 w 131"/>
                  <a:gd name="T13" fmla="*/ 17 h 28"/>
                  <a:gd name="T14" fmla="*/ 48 w 131"/>
                  <a:gd name="T15" fmla="*/ 19 h 28"/>
                  <a:gd name="T16" fmla="*/ 57 w 131"/>
                  <a:gd name="T17" fmla="*/ 21 h 28"/>
                  <a:gd name="T18" fmla="*/ 65 w 131"/>
                  <a:gd name="T19" fmla="*/ 22 h 28"/>
                  <a:gd name="T20" fmla="*/ 72 w 131"/>
                  <a:gd name="T21" fmla="*/ 23 h 28"/>
                  <a:gd name="T22" fmla="*/ 81 w 131"/>
                  <a:gd name="T23" fmla="*/ 24 h 28"/>
                  <a:gd name="T24" fmla="*/ 89 w 131"/>
                  <a:gd name="T25" fmla="*/ 25 h 28"/>
                  <a:gd name="T26" fmla="*/ 97 w 131"/>
                  <a:gd name="T27" fmla="*/ 25 h 28"/>
                  <a:gd name="T28" fmla="*/ 105 w 131"/>
                  <a:gd name="T29" fmla="*/ 27 h 28"/>
                  <a:gd name="T30" fmla="*/ 114 w 131"/>
                  <a:gd name="T31" fmla="*/ 27 h 28"/>
                  <a:gd name="T32" fmla="*/ 122 w 131"/>
                  <a:gd name="T33" fmla="*/ 27 h 28"/>
                  <a:gd name="T34" fmla="*/ 131 w 131"/>
                  <a:gd name="T35" fmla="*/ 28 h 28"/>
                  <a:gd name="T36" fmla="*/ 131 w 131"/>
                  <a:gd name="T37" fmla="*/ 22 h 28"/>
                  <a:gd name="T38" fmla="*/ 122 w 131"/>
                  <a:gd name="T39" fmla="*/ 22 h 28"/>
                  <a:gd name="T40" fmla="*/ 114 w 131"/>
                  <a:gd name="T41" fmla="*/ 22 h 28"/>
                  <a:gd name="T42" fmla="*/ 106 w 131"/>
                  <a:gd name="T43" fmla="*/ 21 h 28"/>
                  <a:gd name="T44" fmla="*/ 98 w 131"/>
                  <a:gd name="T45" fmla="*/ 21 h 28"/>
                  <a:gd name="T46" fmla="*/ 89 w 131"/>
                  <a:gd name="T47" fmla="*/ 19 h 28"/>
                  <a:gd name="T48" fmla="*/ 82 w 131"/>
                  <a:gd name="T49" fmla="*/ 18 h 28"/>
                  <a:gd name="T50" fmla="*/ 74 w 131"/>
                  <a:gd name="T51" fmla="*/ 17 h 28"/>
                  <a:gd name="T52" fmla="*/ 65 w 131"/>
                  <a:gd name="T53" fmla="*/ 16 h 28"/>
                  <a:gd name="T54" fmla="*/ 58 w 131"/>
                  <a:gd name="T55" fmla="*/ 14 h 28"/>
                  <a:gd name="T56" fmla="*/ 49 w 131"/>
                  <a:gd name="T57" fmla="*/ 13 h 28"/>
                  <a:gd name="T58" fmla="*/ 42 w 131"/>
                  <a:gd name="T59" fmla="*/ 11 h 28"/>
                  <a:gd name="T60" fmla="*/ 34 w 131"/>
                  <a:gd name="T61" fmla="*/ 10 h 28"/>
                  <a:gd name="T62" fmla="*/ 25 w 131"/>
                  <a:gd name="T63" fmla="*/ 7 h 28"/>
                  <a:gd name="T64" fmla="*/ 18 w 131"/>
                  <a:gd name="T65" fmla="*/ 5 h 28"/>
                  <a:gd name="T66" fmla="*/ 9 w 131"/>
                  <a:gd name="T67" fmla="*/ 2 h 28"/>
                  <a:gd name="T68" fmla="*/ 1 w 131"/>
                  <a:gd name="T69" fmla="*/ 0 h 28"/>
                  <a:gd name="T70" fmla="*/ 1 w 131"/>
                  <a:gd name="T71" fmla="*/ 0 h 28"/>
                  <a:gd name="T72" fmla="*/ 0 w 131"/>
                  <a:gd name="T73" fmla="*/ 6 h 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1"/>
                  <a:gd name="T112" fmla="*/ 0 h 28"/>
                  <a:gd name="T113" fmla="*/ 131 w 131"/>
                  <a:gd name="T114" fmla="*/ 28 h 2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1" h="28">
                    <a:moveTo>
                      <a:pt x="0" y="6"/>
                    </a:moveTo>
                    <a:lnTo>
                      <a:pt x="0" y="6"/>
                    </a:lnTo>
                    <a:lnTo>
                      <a:pt x="8" y="8"/>
                    </a:lnTo>
                    <a:lnTo>
                      <a:pt x="15" y="11"/>
                    </a:lnTo>
                    <a:lnTo>
                      <a:pt x="24" y="13"/>
                    </a:lnTo>
                    <a:lnTo>
                      <a:pt x="32" y="16"/>
                    </a:lnTo>
                    <a:lnTo>
                      <a:pt x="40" y="17"/>
                    </a:lnTo>
                    <a:lnTo>
                      <a:pt x="48" y="19"/>
                    </a:lnTo>
                    <a:lnTo>
                      <a:pt x="57" y="21"/>
                    </a:lnTo>
                    <a:lnTo>
                      <a:pt x="65" y="22"/>
                    </a:lnTo>
                    <a:lnTo>
                      <a:pt x="72" y="23"/>
                    </a:lnTo>
                    <a:lnTo>
                      <a:pt x="81" y="24"/>
                    </a:lnTo>
                    <a:lnTo>
                      <a:pt x="89" y="25"/>
                    </a:lnTo>
                    <a:lnTo>
                      <a:pt x="97" y="25"/>
                    </a:lnTo>
                    <a:lnTo>
                      <a:pt x="105" y="27"/>
                    </a:lnTo>
                    <a:lnTo>
                      <a:pt x="114" y="27"/>
                    </a:lnTo>
                    <a:lnTo>
                      <a:pt x="122" y="27"/>
                    </a:lnTo>
                    <a:lnTo>
                      <a:pt x="131" y="28"/>
                    </a:lnTo>
                    <a:lnTo>
                      <a:pt x="131" y="22"/>
                    </a:lnTo>
                    <a:lnTo>
                      <a:pt x="122" y="22"/>
                    </a:lnTo>
                    <a:lnTo>
                      <a:pt x="114" y="22"/>
                    </a:lnTo>
                    <a:lnTo>
                      <a:pt x="106" y="21"/>
                    </a:lnTo>
                    <a:lnTo>
                      <a:pt x="98" y="21"/>
                    </a:lnTo>
                    <a:lnTo>
                      <a:pt x="89" y="19"/>
                    </a:lnTo>
                    <a:lnTo>
                      <a:pt x="82" y="18"/>
                    </a:lnTo>
                    <a:lnTo>
                      <a:pt x="74" y="17"/>
                    </a:lnTo>
                    <a:lnTo>
                      <a:pt x="65" y="16"/>
                    </a:lnTo>
                    <a:lnTo>
                      <a:pt x="58" y="14"/>
                    </a:lnTo>
                    <a:lnTo>
                      <a:pt x="49" y="13"/>
                    </a:lnTo>
                    <a:lnTo>
                      <a:pt x="42" y="11"/>
                    </a:lnTo>
                    <a:lnTo>
                      <a:pt x="34" y="10"/>
                    </a:lnTo>
                    <a:lnTo>
                      <a:pt x="25" y="7"/>
                    </a:lnTo>
                    <a:lnTo>
                      <a:pt x="18" y="5"/>
                    </a:lnTo>
                    <a:lnTo>
                      <a:pt x="9" y="2"/>
                    </a:lnTo>
                    <a:lnTo>
                      <a:pt x="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454"/>
              <p:cNvSpPr>
                <a:spLocks/>
              </p:cNvSpPr>
              <p:nvPr/>
            </p:nvSpPr>
            <p:spPr bwMode="auto">
              <a:xfrm>
                <a:off x="588" y="2393"/>
                <a:ext cx="11" cy="17"/>
              </a:xfrm>
              <a:custGeom>
                <a:avLst/>
                <a:gdLst>
                  <a:gd name="T0" fmla="*/ 0 w 47"/>
                  <a:gd name="T1" fmla="*/ 0 h 64"/>
                  <a:gd name="T2" fmla="*/ 0 w 47"/>
                  <a:gd name="T3" fmla="*/ 0 h 64"/>
                  <a:gd name="T4" fmla="*/ 0 w 47"/>
                  <a:gd name="T5" fmla="*/ 11 h 64"/>
                  <a:gd name="T6" fmla="*/ 1 w 47"/>
                  <a:gd name="T7" fmla="*/ 22 h 64"/>
                  <a:gd name="T8" fmla="*/ 4 w 47"/>
                  <a:gd name="T9" fmla="*/ 31 h 64"/>
                  <a:gd name="T10" fmla="*/ 10 w 47"/>
                  <a:gd name="T11" fmla="*/ 40 h 64"/>
                  <a:gd name="T12" fmla="*/ 18 w 47"/>
                  <a:gd name="T13" fmla="*/ 48 h 64"/>
                  <a:gd name="T14" fmla="*/ 26 w 47"/>
                  <a:gd name="T15" fmla="*/ 54 h 64"/>
                  <a:gd name="T16" fmla="*/ 36 w 47"/>
                  <a:gd name="T17" fmla="*/ 60 h 64"/>
                  <a:gd name="T18" fmla="*/ 46 w 47"/>
                  <a:gd name="T19" fmla="*/ 64 h 64"/>
                  <a:gd name="T20" fmla="*/ 47 w 47"/>
                  <a:gd name="T21" fmla="*/ 58 h 64"/>
                  <a:gd name="T22" fmla="*/ 38 w 47"/>
                  <a:gd name="T23" fmla="*/ 56 h 64"/>
                  <a:gd name="T24" fmla="*/ 30 w 47"/>
                  <a:gd name="T25" fmla="*/ 49 h 64"/>
                  <a:gd name="T26" fmla="*/ 23 w 47"/>
                  <a:gd name="T27" fmla="*/ 43 h 64"/>
                  <a:gd name="T28" fmla="*/ 15 w 47"/>
                  <a:gd name="T29" fmla="*/ 37 h 64"/>
                  <a:gd name="T30" fmla="*/ 9 w 47"/>
                  <a:gd name="T31" fmla="*/ 29 h 64"/>
                  <a:gd name="T32" fmla="*/ 7 w 47"/>
                  <a:gd name="T33" fmla="*/ 19 h 64"/>
                  <a:gd name="T34" fmla="*/ 4 w 47"/>
                  <a:gd name="T35" fmla="*/ 11 h 64"/>
                  <a:gd name="T36" fmla="*/ 6 w 47"/>
                  <a:gd name="T37" fmla="*/ 0 h 64"/>
                  <a:gd name="T38" fmla="*/ 6 w 47"/>
                  <a:gd name="T39" fmla="*/ 0 h 64"/>
                  <a:gd name="T40" fmla="*/ 0 w 47"/>
                  <a:gd name="T41" fmla="*/ 0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64"/>
                  <a:gd name="T65" fmla="*/ 47 w 47"/>
                  <a:gd name="T66" fmla="*/ 64 h 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64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1" y="22"/>
                    </a:lnTo>
                    <a:lnTo>
                      <a:pt x="4" y="31"/>
                    </a:lnTo>
                    <a:lnTo>
                      <a:pt x="10" y="40"/>
                    </a:lnTo>
                    <a:lnTo>
                      <a:pt x="18" y="48"/>
                    </a:lnTo>
                    <a:lnTo>
                      <a:pt x="26" y="54"/>
                    </a:lnTo>
                    <a:lnTo>
                      <a:pt x="36" y="60"/>
                    </a:lnTo>
                    <a:lnTo>
                      <a:pt x="46" y="64"/>
                    </a:lnTo>
                    <a:lnTo>
                      <a:pt x="47" y="58"/>
                    </a:lnTo>
                    <a:lnTo>
                      <a:pt x="38" y="56"/>
                    </a:lnTo>
                    <a:lnTo>
                      <a:pt x="30" y="49"/>
                    </a:lnTo>
                    <a:lnTo>
                      <a:pt x="23" y="43"/>
                    </a:lnTo>
                    <a:lnTo>
                      <a:pt x="15" y="37"/>
                    </a:lnTo>
                    <a:lnTo>
                      <a:pt x="9" y="29"/>
                    </a:lnTo>
                    <a:lnTo>
                      <a:pt x="7" y="19"/>
                    </a:lnTo>
                    <a:lnTo>
                      <a:pt x="4" y="11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455"/>
              <p:cNvSpPr>
                <a:spLocks/>
              </p:cNvSpPr>
              <p:nvPr/>
            </p:nvSpPr>
            <p:spPr bwMode="auto">
              <a:xfrm>
                <a:off x="588" y="2388"/>
                <a:ext cx="8" cy="5"/>
              </a:xfrm>
              <a:custGeom>
                <a:avLst/>
                <a:gdLst>
                  <a:gd name="T0" fmla="*/ 32 w 32"/>
                  <a:gd name="T1" fmla="*/ 0 h 22"/>
                  <a:gd name="T2" fmla="*/ 32 w 32"/>
                  <a:gd name="T3" fmla="*/ 0 h 22"/>
                  <a:gd name="T4" fmla="*/ 27 w 32"/>
                  <a:gd name="T5" fmla="*/ 0 h 22"/>
                  <a:gd name="T6" fmla="*/ 21 w 32"/>
                  <a:gd name="T7" fmla="*/ 0 h 22"/>
                  <a:gd name="T8" fmla="*/ 15 w 32"/>
                  <a:gd name="T9" fmla="*/ 1 h 22"/>
                  <a:gd name="T10" fmla="*/ 12 w 32"/>
                  <a:gd name="T11" fmla="*/ 4 h 22"/>
                  <a:gd name="T12" fmla="*/ 7 w 32"/>
                  <a:gd name="T13" fmla="*/ 7 h 22"/>
                  <a:gd name="T14" fmla="*/ 4 w 32"/>
                  <a:gd name="T15" fmla="*/ 11 h 22"/>
                  <a:gd name="T16" fmla="*/ 2 w 32"/>
                  <a:gd name="T17" fmla="*/ 16 h 22"/>
                  <a:gd name="T18" fmla="*/ 0 w 32"/>
                  <a:gd name="T19" fmla="*/ 22 h 22"/>
                  <a:gd name="T20" fmla="*/ 6 w 32"/>
                  <a:gd name="T21" fmla="*/ 22 h 22"/>
                  <a:gd name="T22" fmla="*/ 7 w 32"/>
                  <a:gd name="T23" fmla="*/ 18 h 22"/>
                  <a:gd name="T24" fmla="*/ 9 w 32"/>
                  <a:gd name="T25" fmla="*/ 14 h 22"/>
                  <a:gd name="T26" fmla="*/ 12 w 32"/>
                  <a:gd name="T27" fmla="*/ 11 h 22"/>
                  <a:gd name="T28" fmla="*/ 14 w 32"/>
                  <a:gd name="T29" fmla="*/ 8 h 22"/>
                  <a:gd name="T30" fmla="*/ 18 w 32"/>
                  <a:gd name="T31" fmla="*/ 6 h 22"/>
                  <a:gd name="T32" fmla="*/ 23 w 32"/>
                  <a:gd name="T33" fmla="*/ 5 h 22"/>
                  <a:gd name="T34" fmla="*/ 26 w 32"/>
                  <a:gd name="T35" fmla="*/ 5 h 22"/>
                  <a:gd name="T36" fmla="*/ 31 w 32"/>
                  <a:gd name="T37" fmla="*/ 6 h 22"/>
                  <a:gd name="T38" fmla="*/ 31 w 32"/>
                  <a:gd name="T39" fmla="*/ 6 h 22"/>
                  <a:gd name="T40" fmla="*/ 32 w 32"/>
                  <a:gd name="T41" fmla="*/ 0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22"/>
                  <a:gd name="T65" fmla="*/ 32 w 32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22">
                    <a:moveTo>
                      <a:pt x="32" y="0"/>
                    </a:moveTo>
                    <a:lnTo>
                      <a:pt x="32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5" y="1"/>
                    </a:lnTo>
                    <a:lnTo>
                      <a:pt x="12" y="4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2" y="16"/>
                    </a:lnTo>
                    <a:lnTo>
                      <a:pt x="0" y="22"/>
                    </a:lnTo>
                    <a:lnTo>
                      <a:pt x="6" y="22"/>
                    </a:lnTo>
                    <a:lnTo>
                      <a:pt x="7" y="18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4" y="8"/>
                    </a:lnTo>
                    <a:lnTo>
                      <a:pt x="18" y="6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456"/>
              <p:cNvSpPr>
                <a:spLocks/>
              </p:cNvSpPr>
              <p:nvPr/>
            </p:nvSpPr>
            <p:spPr bwMode="auto">
              <a:xfrm>
                <a:off x="596" y="2388"/>
                <a:ext cx="28" cy="27"/>
              </a:xfrm>
              <a:custGeom>
                <a:avLst/>
                <a:gdLst>
                  <a:gd name="T0" fmla="*/ 113 w 113"/>
                  <a:gd name="T1" fmla="*/ 104 h 109"/>
                  <a:gd name="T2" fmla="*/ 113 w 113"/>
                  <a:gd name="T3" fmla="*/ 105 h 109"/>
                  <a:gd name="T4" fmla="*/ 106 w 113"/>
                  <a:gd name="T5" fmla="*/ 98 h 109"/>
                  <a:gd name="T6" fmla="*/ 98 w 113"/>
                  <a:gd name="T7" fmla="*/ 92 h 109"/>
                  <a:gd name="T8" fmla="*/ 92 w 113"/>
                  <a:gd name="T9" fmla="*/ 85 h 109"/>
                  <a:gd name="T10" fmla="*/ 86 w 113"/>
                  <a:gd name="T11" fmla="*/ 78 h 109"/>
                  <a:gd name="T12" fmla="*/ 80 w 113"/>
                  <a:gd name="T13" fmla="*/ 70 h 109"/>
                  <a:gd name="T14" fmla="*/ 74 w 113"/>
                  <a:gd name="T15" fmla="*/ 63 h 109"/>
                  <a:gd name="T16" fmla="*/ 68 w 113"/>
                  <a:gd name="T17" fmla="*/ 54 h 109"/>
                  <a:gd name="T18" fmla="*/ 62 w 113"/>
                  <a:gd name="T19" fmla="*/ 47 h 109"/>
                  <a:gd name="T20" fmla="*/ 56 w 113"/>
                  <a:gd name="T21" fmla="*/ 40 h 109"/>
                  <a:gd name="T22" fmla="*/ 50 w 113"/>
                  <a:gd name="T23" fmla="*/ 33 h 109"/>
                  <a:gd name="T24" fmla="*/ 44 w 113"/>
                  <a:gd name="T25" fmla="*/ 27 h 109"/>
                  <a:gd name="T26" fmla="*/ 36 w 113"/>
                  <a:gd name="T27" fmla="*/ 19 h 109"/>
                  <a:gd name="T28" fmla="*/ 28 w 113"/>
                  <a:gd name="T29" fmla="*/ 13 h 109"/>
                  <a:gd name="T30" fmla="*/ 20 w 113"/>
                  <a:gd name="T31" fmla="*/ 8 h 109"/>
                  <a:gd name="T32" fmla="*/ 11 w 113"/>
                  <a:gd name="T33" fmla="*/ 5 h 109"/>
                  <a:gd name="T34" fmla="*/ 1 w 113"/>
                  <a:gd name="T35" fmla="*/ 0 h 109"/>
                  <a:gd name="T36" fmla="*/ 0 w 113"/>
                  <a:gd name="T37" fmla="*/ 6 h 109"/>
                  <a:gd name="T38" fmla="*/ 10 w 113"/>
                  <a:gd name="T39" fmla="*/ 10 h 109"/>
                  <a:gd name="T40" fmla="*/ 17 w 113"/>
                  <a:gd name="T41" fmla="*/ 13 h 109"/>
                  <a:gd name="T42" fmla="*/ 26 w 113"/>
                  <a:gd name="T43" fmla="*/ 18 h 109"/>
                  <a:gd name="T44" fmla="*/ 33 w 113"/>
                  <a:gd name="T45" fmla="*/ 24 h 109"/>
                  <a:gd name="T46" fmla="*/ 39 w 113"/>
                  <a:gd name="T47" fmla="*/ 30 h 109"/>
                  <a:gd name="T48" fmla="*/ 46 w 113"/>
                  <a:gd name="T49" fmla="*/ 36 h 109"/>
                  <a:gd name="T50" fmla="*/ 52 w 113"/>
                  <a:gd name="T51" fmla="*/ 44 h 109"/>
                  <a:gd name="T52" fmla="*/ 58 w 113"/>
                  <a:gd name="T53" fmla="*/ 51 h 109"/>
                  <a:gd name="T54" fmla="*/ 63 w 113"/>
                  <a:gd name="T55" fmla="*/ 58 h 109"/>
                  <a:gd name="T56" fmla="*/ 69 w 113"/>
                  <a:gd name="T57" fmla="*/ 65 h 109"/>
                  <a:gd name="T58" fmla="*/ 75 w 113"/>
                  <a:gd name="T59" fmla="*/ 74 h 109"/>
                  <a:gd name="T60" fmla="*/ 81 w 113"/>
                  <a:gd name="T61" fmla="*/ 81 h 109"/>
                  <a:gd name="T62" fmla="*/ 89 w 113"/>
                  <a:gd name="T63" fmla="*/ 88 h 109"/>
                  <a:gd name="T64" fmla="*/ 95 w 113"/>
                  <a:gd name="T65" fmla="*/ 96 h 109"/>
                  <a:gd name="T66" fmla="*/ 102 w 113"/>
                  <a:gd name="T67" fmla="*/ 103 h 109"/>
                  <a:gd name="T68" fmla="*/ 109 w 113"/>
                  <a:gd name="T69" fmla="*/ 109 h 109"/>
                  <a:gd name="T70" fmla="*/ 109 w 113"/>
                  <a:gd name="T71" fmla="*/ 109 h 109"/>
                  <a:gd name="T72" fmla="*/ 113 w 113"/>
                  <a:gd name="T73" fmla="*/ 104 h 10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13"/>
                  <a:gd name="T112" fmla="*/ 0 h 109"/>
                  <a:gd name="T113" fmla="*/ 113 w 113"/>
                  <a:gd name="T114" fmla="*/ 109 h 10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13" h="109">
                    <a:moveTo>
                      <a:pt x="113" y="104"/>
                    </a:moveTo>
                    <a:lnTo>
                      <a:pt x="113" y="105"/>
                    </a:lnTo>
                    <a:lnTo>
                      <a:pt x="106" y="98"/>
                    </a:lnTo>
                    <a:lnTo>
                      <a:pt x="98" y="92"/>
                    </a:lnTo>
                    <a:lnTo>
                      <a:pt x="92" y="85"/>
                    </a:lnTo>
                    <a:lnTo>
                      <a:pt x="86" y="78"/>
                    </a:lnTo>
                    <a:lnTo>
                      <a:pt x="80" y="70"/>
                    </a:lnTo>
                    <a:lnTo>
                      <a:pt x="74" y="63"/>
                    </a:lnTo>
                    <a:lnTo>
                      <a:pt x="68" y="54"/>
                    </a:lnTo>
                    <a:lnTo>
                      <a:pt x="62" y="47"/>
                    </a:lnTo>
                    <a:lnTo>
                      <a:pt x="56" y="40"/>
                    </a:lnTo>
                    <a:lnTo>
                      <a:pt x="50" y="33"/>
                    </a:lnTo>
                    <a:lnTo>
                      <a:pt x="44" y="27"/>
                    </a:lnTo>
                    <a:lnTo>
                      <a:pt x="36" y="19"/>
                    </a:lnTo>
                    <a:lnTo>
                      <a:pt x="28" y="13"/>
                    </a:lnTo>
                    <a:lnTo>
                      <a:pt x="20" y="8"/>
                    </a:lnTo>
                    <a:lnTo>
                      <a:pt x="11" y="5"/>
                    </a:lnTo>
                    <a:lnTo>
                      <a:pt x="1" y="0"/>
                    </a:lnTo>
                    <a:lnTo>
                      <a:pt x="0" y="6"/>
                    </a:lnTo>
                    <a:lnTo>
                      <a:pt x="10" y="10"/>
                    </a:lnTo>
                    <a:lnTo>
                      <a:pt x="17" y="13"/>
                    </a:lnTo>
                    <a:lnTo>
                      <a:pt x="26" y="18"/>
                    </a:lnTo>
                    <a:lnTo>
                      <a:pt x="33" y="24"/>
                    </a:lnTo>
                    <a:lnTo>
                      <a:pt x="39" y="30"/>
                    </a:lnTo>
                    <a:lnTo>
                      <a:pt x="46" y="36"/>
                    </a:lnTo>
                    <a:lnTo>
                      <a:pt x="52" y="44"/>
                    </a:lnTo>
                    <a:lnTo>
                      <a:pt x="58" y="51"/>
                    </a:lnTo>
                    <a:lnTo>
                      <a:pt x="63" y="58"/>
                    </a:lnTo>
                    <a:lnTo>
                      <a:pt x="69" y="65"/>
                    </a:lnTo>
                    <a:lnTo>
                      <a:pt x="75" y="74"/>
                    </a:lnTo>
                    <a:lnTo>
                      <a:pt x="81" y="81"/>
                    </a:lnTo>
                    <a:lnTo>
                      <a:pt x="89" y="88"/>
                    </a:lnTo>
                    <a:lnTo>
                      <a:pt x="95" y="96"/>
                    </a:lnTo>
                    <a:lnTo>
                      <a:pt x="102" y="103"/>
                    </a:lnTo>
                    <a:lnTo>
                      <a:pt x="109" y="109"/>
                    </a:lnTo>
                    <a:lnTo>
                      <a:pt x="113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457"/>
              <p:cNvSpPr>
                <a:spLocks/>
              </p:cNvSpPr>
              <p:nvPr/>
            </p:nvSpPr>
            <p:spPr bwMode="auto">
              <a:xfrm>
                <a:off x="623" y="2414"/>
                <a:ext cx="6" cy="3"/>
              </a:xfrm>
              <a:custGeom>
                <a:avLst/>
                <a:gdLst>
                  <a:gd name="T0" fmla="*/ 12 w 26"/>
                  <a:gd name="T1" fmla="*/ 5 h 13"/>
                  <a:gd name="T2" fmla="*/ 16 w 26"/>
                  <a:gd name="T3" fmla="*/ 1 h 13"/>
                  <a:gd name="T4" fmla="*/ 14 w 26"/>
                  <a:gd name="T5" fmla="*/ 0 h 13"/>
                  <a:gd name="T6" fmla="*/ 11 w 26"/>
                  <a:gd name="T7" fmla="*/ 0 h 13"/>
                  <a:gd name="T8" fmla="*/ 9 w 26"/>
                  <a:gd name="T9" fmla="*/ 0 h 13"/>
                  <a:gd name="T10" fmla="*/ 8 w 26"/>
                  <a:gd name="T11" fmla="*/ 0 h 13"/>
                  <a:gd name="T12" fmla="*/ 5 w 26"/>
                  <a:gd name="T13" fmla="*/ 1 h 13"/>
                  <a:gd name="T14" fmla="*/ 5 w 26"/>
                  <a:gd name="T15" fmla="*/ 1 h 13"/>
                  <a:gd name="T16" fmla="*/ 4 w 26"/>
                  <a:gd name="T17" fmla="*/ 1 h 13"/>
                  <a:gd name="T18" fmla="*/ 4 w 26"/>
                  <a:gd name="T19" fmla="*/ 1 h 13"/>
                  <a:gd name="T20" fmla="*/ 0 w 26"/>
                  <a:gd name="T21" fmla="*/ 6 h 13"/>
                  <a:gd name="T22" fmla="*/ 3 w 26"/>
                  <a:gd name="T23" fmla="*/ 7 h 13"/>
                  <a:gd name="T24" fmla="*/ 5 w 26"/>
                  <a:gd name="T25" fmla="*/ 7 h 13"/>
                  <a:gd name="T26" fmla="*/ 8 w 26"/>
                  <a:gd name="T27" fmla="*/ 6 h 13"/>
                  <a:gd name="T28" fmla="*/ 9 w 26"/>
                  <a:gd name="T29" fmla="*/ 6 h 13"/>
                  <a:gd name="T30" fmla="*/ 10 w 26"/>
                  <a:gd name="T31" fmla="*/ 6 h 13"/>
                  <a:gd name="T32" fmla="*/ 11 w 26"/>
                  <a:gd name="T33" fmla="*/ 5 h 13"/>
                  <a:gd name="T34" fmla="*/ 12 w 26"/>
                  <a:gd name="T35" fmla="*/ 5 h 13"/>
                  <a:gd name="T36" fmla="*/ 14 w 26"/>
                  <a:gd name="T37" fmla="*/ 6 h 13"/>
                  <a:gd name="T38" fmla="*/ 17 w 26"/>
                  <a:gd name="T39" fmla="*/ 1 h 13"/>
                  <a:gd name="T40" fmla="*/ 14 w 26"/>
                  <a:gd name="T41" fmla="*/ 6 h 13"/>
                  <a:gd name="T42" fmla="*/ 26 w 26"/>
                  <a:gd name="T43" fmla="*/ 13 h 13"/>
                  <a:gd name="T44" fmla="*/ 17 w 26"/>
                  <a:gd name="T45" fmla="*/ 1 h 13"/>
                  <a:gd name="T46" fmla="*/ 12 w 26"/>
                  <a:gd name="T47" fmla="*/ 5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6"/>
                  <a:gd name="T73" fmla="*/ 0 h 13"/>
                  <a:gd name="T74" fmla="*/ 26 w 26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6" h="13">
                    <a:moveTo>
                      <a:pt x="12" y="5"/>
                    </a:moveTo>
                    <a:lnTo>
                      <a:pt x="16" y="1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7" y="1"/>
                    </a:lnTo>
                    <a:lnTo>
                      <a:pt x="14" y="6"/>
                    </a:lnTo>
                    <a:lnTo>
                      <a:pt x="26" y="13"/>
                    </a:lnTo>
                    <a:lnTo>
                      <a:pt x="17" y="1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458"/>
              <p:cNvSpPr>
                <a:spLocks/>
              </p:cNvSpPr>
              <p:nvPr/>
            </p:nvSpPr>
            <p:spPr bwMode="auto">
              <a:xfrm>
                <a:off x="624" y="2411"/>
                <a:ext cx="3" cy="4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 h 15"/>
                  <a:gd name="T4" fmla="*/ 0 w 13"/>
                  <a:gd name="T5" fmla="*/ 3 h 15"/>
                  <a:gd name="T6" fmla="*/ 1 w 13"/>
                  <a:gd name="T7" fmla="*/ 5 h 15"/>
                  <a:gd name="T8" fmla="*/ 2 w 13"/>
                  <a:gd name="T9" fmla="*/ 8 h 15"/>
                  <a:gd name="T10" fmla="*/ 4 w 13"/>
                  <a:gd name="T11" fmla="*/ 9 h 15"/>
                  <a:gd name="T12" fmla="*/ 5 w 13"/>
                  <a:gd name="T13" fmla="*/ 11 h 15"/>
                  <a:gd name="T14" fmla="*/ 6 w 13"/>
                  <a:gd name="T15" fmla="*/ 12 h 15"/>
                  <a:gd name="T16" fmla="*/ 7 w 13"/>
                  <a:gd name="T17" fmla="*/ 14 h 15"/>
                  <a:gd name="T18" fmla="*/ 8 w 13"/>
                  <a:gd name="T19" fmla="*/ 15 h 15"/>
                  <a:gd name="T20" fmla="*/ 13 w 13"/>
                  <a:gd name="T21" fmla="*/ 11 h 15"/>
                  <a:gd name="T22" fmla="*/ 12 w 13"/>
                  <a:gd name="T23" fmla="*/ 10 h 15"/>
                  <a:gd name="T24" fmla="*/ 10 w 13"/>
                  <a:gd name="T25" fmla="*/ 8 h 15"/>
                  <a:gd name="T26" fmla="*/ 8 w 13"/>
                  <a:gd name="T27" fmla="*/ 6 h 15"/>
                  <a:gd name="T28" fmla="*/ 8 w 13"/>
                  <a:gd name="T29" fmla="*/ 5 h 15"/>
                  <a:gd name="T30" fmla="*/ 7 w 13"/>
                  <a:gd name="T31" fmla="*/ 4 h 15"/>
                  <a:gd name="T32" fmla="*/ 6 w 13"/>
                  <a:gd name="T33" fmla="*/ 3 h 15"/>
                  <a:gd name="T34" fmla="*/ 6 w 13"/>
                  <a:gd name="T35" fmla="*/ 1 h 15"/>
                  <a:gd name="T36" fmla="*/ 5 w 13"/>
                  <a:gd name="T37" fmla="*/ 0 h 15"/>
                  <a:gd name="T38" fmla="*/ 5 w 13"/>
                  <a:gd name="T39" fmla="*/ 0 h 15"/>
                  <a:gd name="T40" fmla="*/ 0 w 13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15"/>
                  <a:gd name="T65" fmla="*/ 13 w 13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15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3" y="11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459"/>
              <p:cNvSpPr>
                <a:spLocks/>
              </p:cNvSpPr>
              <p:nvPr/>
            </p:nvSpPr>
            <p:spPr bwMode="auto">
              <a:xfrm>
                <a:off x="619" y="2388"/>
                <a:ext cx="6" cy="23"/>
              </a:xfrm>
              <a:custGeom>
                <a:avLst/>
                <a:gdLst>
                  <a:gd name="T0" fmla="*/ 0 w 23"/>
                  <a:gd name="T1" fmla="*/ 0 h 94"/>
                  <a:gd name="T2" fmla="*/ 0 w 23"/>
                  <a:gd name="T3" fmla="*/ 0 h 94"/>
                  <a:gd name="T4" fmla="*/ 0 w 23"/>
                  <a:gd name="T5" fmla="*/ 7 h 94"/>
                  <a:gd name="T6" fmla="*/ 1 w 23"/>
                  <a:gd name="T7" fmla="*/ 13 h 94"/>
                  <a:gd name="T8" fmla="*/ 1 w 23"/>
                  <a:gd name="T9" fmla="*/ 19 h 94"/>
                  <a:gd name="T10" fmla="*/ 2 w 23"/>
                  <a:gd name="T11" fmla="*/ 24 h 94"/>
                  <a:gd name="T12" fmla="*/ 3 w 23"/>
                  <a:gd name="T13" fmla="*/ 30 h 94"/>
                  <a:gd name="T14" fmla="*/ 6 w 23"/>
                  <a:gd name="T15" fmla="*/ 36 h 94"/>
                  <a:gd name="T16" fmla="*/ 7 w 23"/>
                  <a:gd name="T17" fmla="*/ 42 h 94"/>
                  <a:gd name="T18" fmla="*/ 8 w 23"/>
                  <a:gd name="T19" fmla="*/ 47 h 94"/>
                  <a:gd name="T20" fmla="*/ 9 w 23"/>
                  <a:gd name="T21" fmla="*/ 53 h 94"/>
                  <a:gd name="T22" fmla="*/ 12 w 23"/>
                  <a:gd name="T23" fmla="*/ 59 h 94"/>
                  <a:gd name="T24" fmla="*/ 13 w 23"/>
                  <a:gd name="T25" fmla="*/ 64 h 94"/>
                  <a:gd name="T26" fmla="*/ 14 w 23"/>
                  <a:gd name="T27" fmla="*/ 70 h 94"/>
                  <a:gd name="T28" fmla="*/ 15 w 23"/>
                  <a:gd name="T29" fmla="*/ 76 h 94"/>
                  <a:gd name="T30" fmla="*/ 17 w 23"/>
                  <a:gd name="T31" fmla="*/ 82 h 94"/>
                  <a:gd name="T32" fmla="*/ 17 w 23"/>
                  <a:gd name="T33" fmla="*/ 88 h 94"/>
                  <a:gd name="T34" fmla="*/ 18 w 23"/>
                  <a:gd name="T35" fmla="*/ 94 h 94"/>
                  <a:gd name="T36" fmla="*/ 23 w 23"/>
                  <a:gd name="T37" fmla="*/ 94 h 94"/>
                  <a:gd name="T38" fmla="*/ 23 w 23"/>
                  <a:gd name="T39" fmla="*/ 88 h 94"/>
                  <a:gd name="T40" fmla="*/ 22 w 23"/>
                  <a:gd name="T41" fmla="*/ 81 h 94"/>
                  <a:gd name="T42" fmla="*/ 20 w 23"/>
                  <a:gd name="T43" fmla="*/ 75 h 94"/>
                  <a:gd name="T44" fmla="*/ 19 w 23"/>
                  <a:gd name="T45" fmla="*/ 69 h 94"/>
                  <a:gd name="T46" fmla="*/ 18 w 23"/>
                  <a:gd name="T47" fmla="*/ 64 h 94"/>
                  <a:gd name="T48" fmla="*/ 17 w 23"/>
                  <a:gd name="T49" fmla="*/ 57 h 94"/>
                  <a:gd name="T50" fmla="*/ 15 w 23"/>
                  <a:gd name="T51" fmla="*/ 52 h 94"/>
                  <a:gd name="T52" fmla="*/ 14 w 23"/>
                  <a:gd name="T53" fmla="*/ 46 h 94"/>
                  <a:gd name="T54" fmla="*/ 12 w 23"/>
                  <a:gd name="T55" fmla="*/ 40 h 94"/>
                  <a:gd name="T56" fmla="*/ 11 w 23"/>
                  <a:gd name="T57" fmla="*/ 35 h 94"/>
                  <a:gd name="T58" fmla="*/ 9 w 23"/>
                  <a:gd name="T59" fmla="*/ 29 h 94"/>
                  <a:gd name="T60" fmla="*/ 8 w 23"/>
                  <a:gd name="T61" fmla="*/ 24 h 94"/>
                  <a:gd name="T62" fmla="*/ 7 w 23"/>
                  <a:gd name="T63" fmla="*/ 18 h 94"/>
                  <a:gd name="T64" fmla="*/ 6 w 23"/>
                  <a:gd name="T65" fmla="*/ 12 h 94"/>
                  <a:gd name="T66" fmla="*/ 6 w 23"/>
                  <a:gd name="T67" fmla="*/ 6 h 94"/>
                  <a:gd name="T68" fmla="*/ 5 w 23"/>
                  <a:gd name="T69" fmla="*/ 0 h 94"/>
                  <a:gd name="T70" fmla="*/ 5 w 23"/>
                  <a:gd name="T71" fmla="*/ 0 h 94"/>
                  <a:gd name="T72" fmla="*/ 0 w 23"/>
                  <a:gd name="T73" fmla="*/ 0 h 9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3"/>
                  <a:gd name="T112" fmla="*/ 0 h 94"/>
                  <a:gd name="T113" fmla="*/ 23 w 23"/>
                  <a:gd name="T114" fmla="*/ 94 h 9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3" h="94">
                    <a:moveTo>
                      <a:pt x="0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1" y="13"/>
                    </a:lnTo>
                    <a:lnTo>
                      <a:pt x="1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6" y="36"/>
                    </a:lnTo>
                    <a:lnTo>
                      <a:pt x="7" y="42"/>
                    </a:lnTo>
                    <a:lnTo>
                      <a:pt x="8" y="47"/>
                    </a:lnTo>
                    <a:lnTo>
                      <a:pt x="9" y="53"/>
                    </a:lnTo>
                    <a:lnTo>
                      <a:pt x="12" y="59"/>
                    </a:lnTo>
                    <a:lnTo>
                      <a:pt x="13" y="64"/>
                    </a:lnTo>
                    <a:lnTo>
                      <a:pt x="14" y="70"/>
                    </a:lnTo>
                    <a:lnTo>
                      <a:pt x="15" y="76"/>
                    </a:lnTo>
                    <a:lnTo>
                      <a:pt x="17" y="82"/>
                    </a:lnTo>
                    <a:lnTo>
                      <a:pt x="17" y="88"/>
                    </a:lnTo>
                    <a:lnTo>
                      <a:pt x="18" y="94"/>
                    </a:lnTo>
                    <a:lnTo>
                      <a:pt x="23" y="94"/>
                    </a:lnTo>
                    <a:lnTo>
                      <a:pt x="23" y="88"/>
                    </a:lnTo>
                    <a:lnTo>
                      <a:pt x="22" y="81"/>
                    </a:lnTo>
                    <a:lnTo>
                      <a:pt x="20" y="75"/>
                    </a:lnTo>
                    <a:lnTo>
                      <a:pt x="19" y="69"/>
                    </a:lnTo>
                    <a:lnTo>
                      <a:pt x="18" y="64"/>
                    </a:lnTo>
                    <a:lnTo>
                      <a:pt x="17" y="57"/>
                    </a:lnTo>
                    <a:lnTo>
                      <a:pt x="15" y="52"/>
                    </a:lnTo>
                    <a:lnTo>
                      <a:pt x="14" y="46"/>
                    </a:lnTo>
                    <a:lnTo>
                      <a:pt x="12" y="40"/>
                    </a:lnTo>
                    <a:lnTo>
                      <a:pt x="11" y="35"/>
                    </a:lnTo>
                    <a:lnTo>
                      <a:pt x="9" y="29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460"/>
              <p:cNvSpPr>
                <a:spLocks/>
              </p:cNvSpPr>
              <p:nvPr/>
            </p:nvSpPr>
            <p:spPr bwMode="auto">
              <a:xfrm>
                <a:off x="619" y="2365"/>
                <a:ext cx="12" cy="23"/>
              </a:xfrm>
              <a:custGeom>
                <a:avLst/>
                <a:gdLst>
                  <a:gd name="T0" fmla="*/ 46 w 46"/>
                  <a:gd name="T1" fmla="*/ 1 h 90"/>
                  <a:gd name="T2" fmla="*/ 46 w 46"/>
                  <a:gd name="T3" fmla="*/ 1 h 90"/>
                  <a:gd name="T4" fmla="*/ 39 w 46"/>
                  <a:gd name="T5" fmla="*/ 0 h 90"/>
                  <a:gd name="T6" fmla="*/ 32 w 46"/>
                  <a:gd name="T7" fmla="*/ 0 h 90"/>
                  <a:gd name="T8" fmla="*/ 26 w 46"/>
                  <a:gd name="T9" fmla="*/ 2 h 90"/>
                  <a:gd name="T10" fmla="*/ 22 w 46"/>
                  <a:gd name="T11" fmla="*/ 6 h 90"/>
                  <a:gd name="T12" fmla="*/ 18 w 46"/>
                  <a:gd name="T13" fmla="*/ 11 h 90"/>
                  <a:gd name="T14" fmla="*/ 13 w 46"/>
                  <a:gd name="T15" fmla="*/ 16 h 90"/>
                  <a:gd name="T16" fmla="*/ 11 w 46"/>
                  <a:gd name="T17" fmla="*/ 23 h 90"/>
                  <a:gd name="T18" fmla="*/ 7 w 46"/>
                  <a:gd name="T19" fmla="*/ 29 h 90"/>
                  <a:gd name="T20" fmla="*/ 5 w 46"/>
                  <a:gd name="T21" fmla="*/ 36 h 90"/>
                  <a:gd name="T22" fmla="*/ 3 w 46"/>
                  <a:gd name="T23" fmla="*/ 45 h 90"/>
                  <a:gd name="T24" fmla="*/ 2 w 46"/>
                  <a:gd name="T25" fmla="*/ 52 h 90"/>
                  <a:gd name="T26" fmla="*/ 1 w 46"/>
                  <a:gd name="T27" fmla="*/ 59 h 90"/>
                  <a:gd name="T28" fmla="*/ 0 w 46"/>
                  <a:gd name="T29" fmla="*/ 68 h 90"/>
                  <a:gd name="T30" fmla="*/ 0 w 46"/>
                  <a:gd name="T31" fmla="*/ 75 h 90"/>
                  <a:gd name="T32" fmla="*/ 0 w 46"/>
                  <a:gd name="T33" fmla="*/ 82 h 90"/>
                  <a:gd name="T34" fmla="*/ 0 w 46"/>
                  <a:gd name="T35" fmla="*/ 90 h 90"/>
                  <a:gd name="T36" fmla="*/ 5 w 46"/>
                  <a:gd name="T37" fmla="*/ 90 h 90"/>
                  <a:gd name="T38" fmla="*/ 5 w 46"/>
                  <a:gd name="T39" fmla="*/ 82 h 90"/>
                  <a:gd name="T40" fmla="*/ 5 w 46"/>
                  <a:gd name="T41" fmla="*/ 75 h 90"/>
                  <a:gd name="T42" fmla="*/ 6 w 46"/>
                  <a:gd name="T43" fmla="*/ 69 h 90"/>
                  <a:gd name="T44" fmla="*/ 6 w 46"/>
                  <a:gd name="T45" fmla="*/ 61 h 90"/>
                  <a:gd name="T46" fmla="*/ 7 w 46"/>
                  <a:gd name="T47" fmla="*/ 53 h 90"/>
                  <a:gd name="T48" fmla="*/ 8 w 46"/>
                  <a:gd name="T49" fmla="*/ 45 h 90"/>
                  <a:gd name="T50" fmla="*/ 11 w 46"/>
                  <a:gd name="T51" fmla="*/ 39 h 90"/>
                  <a:gd name="T52" fmla="*/ 13 w 46"/>
                  <a:gd name="T53" fmla="*/ 32 h 90"/>
                  <a:gd name="T54" fmla="*/ 15 w 46"/>
                  <a:gd name="T55" fmla="*/ 25 h 90"/>
                  <a:gd name="T56" fmla="*/ 18 w 46"/>
                  <a:gd name="T57" fmla="*/ 19 h 90"/>
                  <a:gd name="T58" fmla="*/ 22 w 46"/>
                  <a:gd name="T59" fmla="*/ 15 h 90"/>
                  <a:gd name="T60" fmla="*/ 25 w 46"/>
                  <a:gd name="T61" fmla="*/ 11 h 90"/>
                  <a:gd name="T62" fmla="*/ 29 w 46"/>
                  <a:gd name="T63" fmla="*/ 7 h 90"/>
                  <a:gd name="T64" fmla="*/ 34 w 46"/>
                  <a:gd name="T65" fmla="*/ 6 h 90"/>
                  <a:gd name="T66" fmla="*/ 39 w 46"/>
                  <a:gd name="T67" fmla="*/ 6 h 90"/>
                  <a:gd name="T68" fmla="*/ 45 w 46"/>
                  <a:gd name="T69" fmla="*/ 6 h 90"/>
                  <a:gd name="T70" fmla="*/ 45 w 46"/>
                  <a:gd name="T71" fmla="*/ 6 h 90"/>
                  <a:gd name="T72" fmla="*/ 45 w 46"/>
                  <a:gd name="T73" fmla="*/ 6 h 90"/>
                  <a:gd name="T74" fmla="*/ 45 w 46"/>
                  <a:gd name="T75" fmla="*/ 6 h 90"/>
                  <a:gd name="T76" fmla="*/ 45 w 46"/>
                  <a:gd name="T77" fmla="*/ 6 h 90"/>
                  <a:gd name="T78" fmla="*/ 46 w 46"/>
                  <a:gd name="T79" fmla="*/ 1 h 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6"/>
                  <a:gd name="T121" fmla="*/ 0 h 90"/>
                  <a:gd name="T122" fmla="*/ 46 w 46"/>
                  <a:gd name="T123" fmla="*/ 90 h 9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6" h="90">
                    <a:moveTo>
                      <a:pt x="46" y="1"/>
                    </a:moveTo>
                    <a:lnTo>
                      <a:pt x="46" y="1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22" y="6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11" y="23"/>
                    </a:lnTo>
                    <a:lnTo>
                      <a:pt x="7" y="29"/>
                    </a:lnTo>
                    <a:lnTo>
                      <a:pt x="5" y="36"/>
                    </a:lnTo>
                    <a:lnTo>
                      <a:pt x="3" y="45"/>
                    </a:lnTo>
                    <a:lnTo>
                      <a:pt x="2" y="52"/>
                    </a:lnTo>
                    <a:lnTo>
                      <a:pt x="1" y="59"/>
                    </a:lnTo>
                    <a:lnTo>
                      <a:pt x="0" y="68"/>
                    </a:lnTo>
                    <a:lnTo>
                      <a:pt x="0" y="75"/>
                    </a:lnTo>
                    <a:lnTo>
                      <a:pt x="0" y="82"/>
                    </a:lnTo>
                    <a:lnTo>
                      <a:pt x="0" y="90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5" y="75"/>
                    </a:lnTo>
                    <a:lnTo>
                      <a:pt x="6" y="69"/>
                    </a:lnTo>
                    <a:lnTo>
                      <a:pt x="6" y="61"/>
                    </a:lnTo>
                    <a:lnTo>
                      <a:pt x="7" y="53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3" y="32"/>
                    </a:lnTo>
                    <a:lnTo>
                      <a:pt x="15" y="25"/>
                    </a:lnTo>
                    <a:lnTo>
                      <a:pt x="18" y="19"/>
                    </a:lnTo>
                    <a:lnTo>
                      <a:pt x="22" y="15"/>
                    </a:lnTo>
                    <a:lnTo>
                      <a:pt x="25" y="11"/>
                    </a:lnTo>
                    <a:lnTo>
                      <a:pt x="29" y="7"/>
                    </a:lnTo>
                    <a:lnTo>
                      <a:pt x="34" y="6"/>
                    </a:lnTo>
                    <a:lnTo>
                      <a:pt x="39" y="6"/>
                    </a:lnTo>
                    <a:lnTo>
                      <a:pt x="45" y="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461"/>
              <p:cNvSpPr>
                <a:spLocks/>
              </p:cNvSpPr>
              <p:nvPr/>
            </p:nvSpPr>
            <p:spPr bwMode="auto">
              <a:xfrm>
                <a:off x="630" y="2366"/>
                <a:ext cx="16" cy="22"/>
              </a:xfrm>
              <a:custGeom>
                <a:avLst/>
                <a:gdLst>
                  <a:gd name="T0" fmla="*/ 55 w 61"/>
                  <a:gd name="T1" fmla="*/ 91 h 91"/>
                  <a:gd name="T2" fmla="*/ 55 w 61"/>
                  <a:gd name="T3" fmla="*/ 91 h 91"/>
                  <a:gd name="T4" fmla="*/ 59 w 61"/>
                  <a:gd name="T5" fmla="*/ 83 h 91"/>
                  <a:gd name="T6" fmla="*/ 60 w 61"/>
                  <a:gd name="T7" fmla="*/ 75 h 91"/>
                  <a:gd name="T8" fmla="*/ 61 w 61"/>
                  <a:gd name="T9" fmla="*/ 68 h 91"/>
                  <a:gd name="T10" fmla="*/ 61 w 61"/>
                  <a:gd name="T11" fmla="*/ 60 h 91"/>
                  <a:gd name="T12" fmla="*/ 60 w 61"/>
                  <a:gd name="T13" fmla="*/ 52 h 91"/>
                  <a:gd name="T14" fmla="*/ 58 w 61"/>
                  <a:gd name="T15" fmla="*/ 46 h 91"/>
                  <a:gd name="T16" fmla="*/ 55 w 61"/>
                  <a:gd name="T17" fmla="*/ 39 h 91"/>
                  <a:gd name="T18" fmla="*/ 52 w 61"/>
                  <a:gd name="T19" fmla="*/ 32 h 91"/>
                  <a:gd name="T20" fmla="*/ 47 w 61"/>
                  <a:gd name="T21" fmla="*/ 26 h 91"/>
                  <a:gd name="T22" fmla="*/ 41 w 61"/>
                  <a:gd name="T23" fmla="*/ 21 h 91"/>
                  <a:gd name="T24" fmla="*/ 35 w 61"/>
                  <a:gd name="T25" fmla="*/ 16 h 91"/>
                  <a:gd name="T26" fmla="*/ 29 w 61"/>
                  <a:gd name="T27" fmla="*/ 11 h 91"/>
                  <a:gd name="T28" fmla="*/ 23 w 61"/>
                  <a:gd name="T29" fmla="*/ 7 h 91"/>
                  <a:gd name="T30" fmla="*/ 15 w 61"/>
                  <a:gd name="T31" fmla="*/ 4 h 91"/>
                  <a:gd name="T32" fmla="*/ 8 w 61"/>
                  <a:gd name="T33" fmla="*/ 1 h 91"/>
                  <a:gd name="T34" fmla="*/ 1 w 61"/>
                  <a:gd name="T35" fmla="*/ 0 h 91"/>
                  <a:gd name="T36" fmla="*/ 0 w 61"/>
                  <a:gd name="T37" fmla="*/ 5 h 91"/>
                  <a:gd name="T38" fmla="*/ 7 w 61"/>
                  <a:gd name="T39" fmla="*/ 7 h 91"/>
                  <a:gd name="T40" fmla="*/ 14 w 61"/>
                  <a:gd name="T41" fmla="*/ 10 h 91"/>
                  <a:gd name="T42" fmla="*/ 20 w 61"/>
                  <a:gd name="T43" fmla="*/ 12 h 91"/>
                  <a:gd name="T44" fmla="*/ 26 w 61"/>
                  <a:gd name="T45" fmla="*/ 16 h 91"/>
                  <a:gd name="T46" fmla="*/ 32 w 61"/>
                  <a:gd name="T47" fmla="*/ 20 h 91"/>
                  <a:gd name="T48" fmla="*/ 37 w 61"/>
                  <a:gd name="T49" fmla="*/ 24 h 91"/>
                  <a:gd name="T50" fmla="*/ 42 w 61"/>
                  <a:gd name="T51" fmla="*/ 31 h 91"/>
                  <a:gd name="T52" fmla="*/ 47 w 61"/>
                  <a:gd name="T53" fmla="*/ 35 h 91"/>
                  <a:gd name="T54" fmla="*/ 51 w 61"/>
                  <a:gd name="T55" fmla="*/ 41 h 91"/>
                  <a:gd name="T56" fmla="*/ 53 w 61"/>
                  <a:gd name="T57" fmla="*/ 47 h 91"/>
                  <a:gd name="T58" fmla="*/ 54 w 61"/>
                  <a:gd name="T59" fmla="*/ 55 h 91"/>
                  <a:gd name="T60" fmla="*/ 55 w 61"/>
                  <a:gd name="T61" fmla="*/ 61 h 91"/>
                  <a:gd name="T62" fmla="*/ 57 w 61"/>
                  <a:gd name="T63" fmla="*/ 68 h 91"/>
                  <a:gd name="T64" fmla="*/ 55 w 61"/>
                  <a:gd name="T65" fmla="*/ 74 h 91"/>
                  <a:gd name="T66" fmla="*/ 53 w 61"/>
                  <a:gd name="T67" fmla="*/ 81 h 91"/>
                  <a:gd name="T68" fmla="*/ 51 w 61"/>
                  <a:gd name="T69" fmla="*/ 89 h 91"/>
                  <a:gd name="T70" fmla="*/ 51 w 61"/>
                  <a:gd name="T71" fmla="*/ 89 h 91"/>
                  <a:gd name="T72" fmla="*/ 55 w 61"/>
                  <a:gd name="T73" fmla="*/ 91 h 9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1"/>
                  <a:gd name="T112" fmla="*/ 0 h 91"/>
                  <a:gd name="T113" fmla="*/ 61 w 61"/>
                  <a:gd name="T114" fmla="*/ 91 h 9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1" h="91">
                    <a:moveTo>
                      <a:pt x="55" y="91"/>
                    </a:moveTo>
                    <a:lnTo>
                      <a:pt x="55" y="91"/>
                    </a:lnTo>
                    <a:lnTo>
                      <a:pt x="59" y="83"/>
                    </a:lnTo>
                    <a:lnTo>
                      <a:pt x="60" y="75"/>
                    </a:lnTo>
                    <a:lnTo>
                      <a:pt x="61" y="68"/>
                    </a:lnTo>
                    <a:lnTo>
                      <a:pt x="61" y="60"/>
                    </a:lnTo>
                    <a:lnTo>
                      <a:pt x="60" y="52"/>
                    </a:lnTo>
                    <a:lnTo>
                      <a:pt x="58" y="46"/>
                    </a:lnTo>
                    <a:lnTo>
                      <a:pt x="55" y="39"/>
                    </a:lnTo>
                    <a:lnTo>
                      <a:pt x="52" y="32"/>
                    </a:lnTo>
                    <a:lnTo>
                      <a:pt x="47" y="26"/>
                    </a:lnTo>
                    <a:lnTo>
                      <a:pt x="41" y="21"/>
                    </a:lnTo>
                    <a:lnTo>
                      <a:pt x="35" y="16"/>
                    </a:lnTo>
                    <a:lnTo>
                      <a:pt x="29" y="11"/>
                    </a:lnTo>
                    <a:lnTo>
                      <a:pt x="23" y="7"/>
                    </a:lnTo>
                    <a:lnTo>
                      <a:pt x="15" y="4"/>
                    </a:lnTo>
                    <a:lnTo>
                      <a:pt x="8" y="1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7" y="7"/>
                    </a:lnTo>
                    <a:lnTo>
                      <a:pt x="14" y="10"/>
                    </a:lnTo>
                    <a:lnTo>
                      <a:pt x="20" y="12"/>
                    </a:lnTo>
                    <a:lnTo>
                      <a:pt x="26" y="16"/>
                    </a:lnTo>
                    <a:lnTo>
                      <a:pt x="32" y="20"/>
                    </a:lnTo>
                    <a:lnTo>
                      <a:pt x="37" y="24"/>
                    </a:lnTo>
                    <a:lnTo>
                      <a:pt x="42" y="31"/>
                    </a:lnTo>
                    <a:lnTo>
                      <a:pt x="47" y="35"/>
                    </a:lnTo>
                    <a:lnTo>
                      <a:pt x="51" y="41"/>
                    </a:lnTo>
                    <a:lnTo>
                      <a:pt x="53" y="47"/>
                    </a:lnTo>
                    <a:lnTo>
                      <a:pt x="54" y="55"/>
                    </a:lnTo>
                    <a:lnTo>
                      <a:pt x="55" y="61"/>
                    </a:lnTo>
                    <a:lnTo>
                      <a:pt x="57" y="68"/>
                    </a:lnTo>
                    <a:lnTo>
                      <a:pt x="55" y="74"/>
                    </a:lnTo>
                    <a:lnTo>
                      <a:pt x="53" y="81"/>
                    </a:lnTo>
                    <a:lnTo>
                      <a:pt x="51" y="89"/>
                    </a:lnTo>
                    <a:lnTo>
                      <a:pt x="55" y="9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462"/>
              <p:cNvSpPr>
                <a:spLocks/>
              </p:cNvSpPr>
              <p:nvPr/>
            </p:nvSpPr>
            <p:spPr bwMode="auto">
              <a:xfrm>
                <a:off x="623" y="2388"/>
                <a:ext cx="21" cy="26"/>
              </a:xfrm>
              <a:custGeom>
                <a:avLst/>
                <a:gdLst>
                  <a:gd name="T0" fmla="*/ 5 w 86"/>
                  <a:gd name="T1" fmla="*/ 104 h 104"/>
                  <a:gd name="T2" fmla="*/ 10 w 86"/>
                  <a:gd name="T3" fmla="*/ 97 h 104"/>
                  <a:gd name="T4" fmla="*/ 14 w 86"/>
                  <a:gd name="T5" fmla="*/ 91 h 104"/>
                  <a:gd name="T6" fmla="*/ 18 w 86"/>
                  <a:gd name="T7" fmla="*/ 83 h 104"/>
                  <a:gd name="T8" fmla="*/ 23 w 86"/>
                  <a:gd name="T9" fmla="*/ 77 h 104"/>
                  <a:gd name="T10" fmla="*/ 29 w 86"/>
                  <a:gd name="T11" fmla="*/ 71 h 104"/>
                  <a:gd name="T12" fmla="*/ 34 w 86"/>
                  <a:gd name="T13" fmla="*/ 65 h 104"/>
                  <a:gd name="T14" fmla="*/ 40 w 86"/>
                  <a:gd name="T15" fmla="*/ 59 h 104"/>
                  <a:gd name="T16" fmla="*/ 45 w 86"/>
                  <a:gd name="T17" fmla="*/ 53 h 104"/>
                  <a:gd name="T18" fmla="*/ 51 w 86"/>
                  <a:gd name="T19" fmla="*/ 48 h 104"/>
                  <a:gd name="T20" fmla="*/ 56 w 86"/>
                  <a:gd name="T21" fmla="*/ 42 h 104"/>
                  <a:gd name="T22" fmla="*/ 62 w 86"/>
                  <a:gd name="T23" fmla="*/ 36 h 104"/>
                  <a:gd name="T24" fmla="*/ 67 w 86"/>
                  <a:gd name="T25" fmla="*/ 29 h 104"/>
                  <a:gd name="T26" fmla="*/ 72 w 86"/>
                  <a:gd name="T27" fmla="*/ 23 h 104"/>
                  <a:gd name="T28" fmla="*/ 77 w 86"/>
                  <a:gd name="T29" fmla="*/ 17 h 104"/>
                  <a:gd name="T30" fmla="*/ 82 w 86"/>
                  <a:gd name="T31" fmla="*/ 9 h 104"/>
                  <a:gd name="T32" fmla="*/ 86 w 86"/>
                  <a:gd name="T33" fmla="*/ 2 h 104"/>
                  <a:gd name="T34" fmla="*/ 82 w 86"/>
                  <a:gd name="T35" fmla="*/ 0 h 104"/>
                  <a:gd name="T36" fmla="*/ 77 w 86"/>
                  <a:gd name="T37" fmla="*/ 6 h 104"/>
                  <a:gd name="T38" fmla="*/ 72 w 86"/>
                  <a:gd name="T39" fmla="*/ 13 h 104"/>
                  <a:gd name="T40" fmla="*/ 67 w 86"/>
                  <a:gd name="T41" fmla="*/ 19 h 104"/>
                  <a:gd name="T42" fmla="*/ 63 w 86"/>
                  <a:gd name="T43" fmla="*/ 26 h 104"/>
                  <a:gd name="T44" fmla="*/ 57 w 86"/>
                  <a:gd name="T45" fmla="*/ 31 h 104"/>
                  <a:gd name="T46" fmla="*/ 52 w 86"/>
                  <a:gd name="T47" fmla="*/ 37 h 104"/>
                  <a:gd name="T48" fmla="*/ 48 w 86"/>
                  <a:gd name="T49" fmla="*/ 43 h 104"/>
                  <a:gd name="T50" fmla="*/ 42 w 86"/>
                  <a:gd name="T51" fmla="*/ 49 h 104"/>
                  <a:gd name="T52" fmla="*/ 35 w 86"/>
                  <a:gd name="T53" fmla="*/ 55 h 104"/>
                  <a:gd name="T54" fmla="*/ 31 w 86"/>
                  <a:gd name="T55" fmla="*/ 62 h 104"/>
                  <a:gd name="T56" fmla="*/ 25 w 86"/>
                  <a:gd name="T57" fmla="*/ 68 h 104"/>
                  <a:gd name="T58" fmla="*/ 20 w 86"/>
                  <a:gd name="T59" fmla="*/ 74 h 104"/>
                  <a:gd name="T60" fmla="*/ 15 w 86"/>
                  <a:gd name="T61" fmla="*/ 81 h 104"/>
                  <a:gd name="T62" fmla="*/ 9 w 86"/>
                  <a:gd name="T63" fmla="*/ 87 h 104"/>
                  <a:gd name="T64" fmla="*/ 5 w 86"/>
                  <a:gd name="T65" fmla="*/ 94 h 104"/>
                  <a:gd name="T66" fmla="*/ 0 w 86"/>
                  <a:gd name="T67" fmla="*/ 102 h 104"/>
                  <a:gd name="T68" fmla="*/ 5 w 86"/>
                  <a:gd name="T69" fmla="*/ 104 h 10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86"/>
                  <a:gd name="T106" fmla="*/ 0 h 104"/>
                  <a:gd name="T107" fmla="*/ 86 w 86"/>
                  <a:gd name="T108" fmla="*/ 104 h 10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86" h="104">
                    <a:moveTo>
                      <a:pt x="5" y="104"/>
                    </a:moveTo>
                    <a:lnTo>
                      <a:pt x="10" y="97"/>
                    </a:lnTo>
                    <a:lnTo>
                      <a:pt x="14" y="91"/>
                    </a:lnTo>
                    <a:lnTo>
                      <a:pt x="18" y="83"/>
                    </a:lnTo>
                    <a:lnTo>
                      <a:pt x="23" y="77"/>
                    </a:lnTo>
                    <a:lnTo>
                      <a:pt x="29" y="71"/>
                    </a:lnTo>
                    <a:lnTo>
                      <a:pt x="34" y="65"/>
                    </a:lnTo>
                    <a:lnTo>
                      <a:pt x="40" y="59"/>
                    </a:lnTo>
                    <a:lnTo>
                      <a:pt x="45" y="53"/>
                    </a:lnTo>
                    <a:lnTo>
                      <a:pt x="51" y="48"/>
                    </a:lnTo>
                    <a:lnTo>
                      <a:pt x="56" y="42"/>
                    </a:lnTo>
                    <a:lnTo>
                      <a:pt x="62" y="36"/>
                    </a:lnTo>
                    <a:lnTo>
                      <a:pt x="67" y="29"/>
                    </a:lnTo>
                    <a:lnTo>
                      <a:pt x="72" y="23"/>
                    </a:lnTo>
                    <a:lnTo>
                      <a:pt x="77" y="17"/>
                    </a:lnTo>
                    <a:lnTo>
                      <a:pt x="82" y="9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77" y="6"/>
                    </a:lnTo>
                    <a:lnTo>
                      <a:pt x="72" y="13"/>
                    </a:lnTo>
                    <a:lnTo>
                      <a:pt x="67" y="19"/>
                    </a:lnTo>
                    <a:lnTo>
                      <a:pt x="63" y="26"/>
                    </a:lnTo>
                    <a:lnTo>
                      <a:pt x="57" y="31"/>
                    </a:lnTo>
                    <a:lnTo>
                      <a:pt x="52" y="37"/>
                    </a:lnTo>
                    <a:lnTo>
                      <a:pt x="48" y="43"/>
                    </a:lnTo>
                    <a:lnTo>
                      <a:pt x="42" y="49"/>
                    </a:lnTo>
                    <a:lnTo>
                      <a:pt x="35" y="55"/>
                    </a:lnTo>
                    <a:lnTo>
                      <a:pt x="31" y="62"/>
                    </a:lnTo>
                    <a:lnTo>
                      <a:pt x="25" y="68"/>
                    </a:lnTo>
                    <a:lnTo>
                      <a:pt x="20" y="74"/>
                    </a:lnTo>
                    <a:lnTo>
                      <a:pt x="15" y="81"/>
                    </a:lnTo>
                    <a:lnTo>
                      <a:pt x="9" y="87"/>
                    </a:lnTo>
                    <a:lnTo>
                      <a:pt x="5" y="94"/>
                    </a:lnTo>
                    <a:lnTo>
                      <a:pt x="0" y="102"/>
                    </a:lnTo>
                    <a:lnTo>
                      <a:pt x="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463"/>
              <p:cNvSpPr>
                <a:spLocks/>
              </p:cNvSpPr>
              <p:nvPr/>
            </p:nvSpPr>
            <p:spPr bwMode="auto">
              <a:xfrm>
                <a:off x="685" y="2483"/>
                <a:ext cx="21" cy="8"/>
              </a:xfrm>
              <a:custGeom>
                <a:avLst/>
                <a:gdLst>
                  <a:gd name="T0" fmla="*/ 5 w 86"/>
                  <a:gd name="T1" fmla="*/ 26 h 32"/>
                  <a:gd name="T2" fmla="*/ 1 w 86"/>
                  <a:gd name="T3" fmla="*/ 28 h 32"/>
                  <a:gd name="T4" fmla="*/ 8 w 86"/>
                  <a:gd name="T5" fmla="*/ 31 h 32"/>
                  <a:gd name="T6" fmla="*/ 14 w 86"/>
                  <a:gd name="T7" fmla="*/ 31 h 32"/>
                  <a:gd name="T8" fmla="*/ 22 w 86"/>
                  <a:gd name="T9" fmla="*/ 32 h 32"/>
                  <a:gd name="T10" fmla="*/ 28 w 86"/>
                  <a:gd name="T11" fmla="*/ 32 h 32"/>
                  <a:gd name="T12" fmla="*/ 34 w 86"/>
                  <a:gd name="T13" fmla="*/ 31 h 32"/>
                  <a:gd name="T14" fmla="*/ 39 w 86"/>
                  <a:gd name="T15" fmla="*/ 31 h 32"/>
                  <a:gd name="T16" fmla="*/ 45 w 86"/>
                  <a:gd name="T17" fmla="*/ 30 h 32"/>
                  <a:gd name="T18" fmla="*/ 49 w 86"/>
                  <a:gd name="T19" fmla="*/ 28 h 32"/>
                  <a:gd name="T20" fmla="*/ 56 w 86"/>
                  <a:gd name="T21" fmla="*/ 26 h 32"/>
                  <a:gd name="T22" fmla="*/ 60 w 86"/>
                  <a:gd name="T23" fmla="*/ 23 h 32"/>
                  <a:gd name="T24" fmla="*/ 65 w 86"/>
                  <a:gd name="T25" fmla="*/ 21 h 32"/>
                  <a:gd name="T26" fmla="*/ 69 w 86"/>
                  <a:gd name="T27" fmla="*/ 19 h 32"/>
                  <a:gd name="T28" fmla="*/ 74 w 86"/>
                  <a:gd name="T29" fmla="*/ 15 h 32"/>
                  <a:gd name="T30" fmla="*/ 77 w 86"/>
                  <a:gd name="T31" fmla="*/ 11 h 32"/>
                  <a:gd name="T32" fmla="*/ 82 w 86"/>
                  <a:gd name="T33" fmla="*/ 8 h 32"/>
                  <a:gd name="T34" fmla="*/ 86 w 86"/>
                  <a:gd name="T35" fmla="*/ 5 h 32"/>
                  <a:gd name="T36" fmla="*/ 82 w 86"/>
                  <a:gd name="T37" fmla="*/ 0 h 32"/>
                  <a:gd name="T38" fmla="*/ 77 w 86"/>
                  <a:gd name="T39" fmla="*/ 4 h 32"/>
                  <a:gd name="T40" fmla="*/ 75 w 86"/>
                  <a:gd name="T41" fmla="*/ 8 h 32"/>
                  <a:gd name="T42" fmla="*/ 70 w 86"/>
                  <a:gd name="T43" fmla="*/ 10 h 32"/>
                  <a:gd name="T44" fmla="*/ 66 w 86"/>
                  <a:gd name="T45" fmla="*/ 14 h 32"/>
                  <a:gd name="T46" fmla="*/ 62 w 86"/>
                  <a:gd name="T47" fmla="*/ 16 h 32"/>
                  <a:gd name="T48" fmla="*/ 58 w 86"/>
                  <a:gd name="T49" fmla="*/ 19 h 32"/>
                  <a:gd name="T50" fmla="*/ 53 w 86"/>
                  <a:gd name="T51" fmla="*/ 21 h 32"/>
                  <a:gd name="T52" fmla="*/ 48 w 86"/>
                  <a:gd name="T53" fmla="*/ 22 h 32"/>
                  <a:gd name="T54" fmla="*/ 43 w 86"/>
                  <a:gd name="T55" fmla="*/ 23 h 32"/>
                  <a:gd name="T56" fmla="*/ 39 w 86"/>
                  <a:gd name="T57" fmla="*/ 25 h 32"/>
                  <a:gd name="T58" fmla="*/ 32 w 86"/>
                  <a:gd name="T59" fmla="*/ 26 h 32"/>
                  <a:gd name="T60" fmla="*/ 28 w 86"/>
                  <a:gd name="T61" fmla="*/ 26 h 32"/>
                  <a:gd name="T62" fmla="*/ 22 w 86"/>
                  <a:gd name="T63" fmla="*/ 26 h 32"/>
                  <a:gd name="T64" fmla="*/ 15 w 86"/>
                  <a:gd name="T65" fmla="*/ 26 h 32"/>
                  <a:gd name="T66" fmla="*/ 9 w 86"/>
                  <a:gd name="T67" fmla="*/ 25 h 32"/>
                  <a:gd name="T68" fmla="*/ 3 w 86"/>
                  <a:gd name="T69" fmla="*/ 23 h 32"/>
                  <a:gd name="T70" fmla="*/ 0 w 86"/>
                  <a:gd name="T71" fmla="*/ 26 h 32"/>
                  <a:gd name="T72" fmla="*/ 3 w 86"/>
                  <a:gd name="T73" fmla="*/ 23 h 32"/>
                  <a:gd name="T74" fmla="*/ 0 w 86"/>
                  <a:gd name="T75" fmla="*/ 22 h 32"/>
                  <a:gd name="T76" fmla="*/ 0 w 86"/>
                  <a:gd name="T77" fmla="*/ 26 h 32"/>
                  <a:gd name="T78" fmla="*/ 5 w 86"/>
                  <a:gd name="T79" fmla="*/ 26 h 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6"/>
                  <a:gd name="T121" fmla="*/ 0 h 32"/>
                  <a:gd name="T122" fmla="*/ 86 w 86"/>
                  <a:gd name="T123" fmla="*/ 32 h 3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6" h="32">
                    <a:moveTo>
                      <a:pt x="5" y="26"/>
                    </a:moveTo>
                    <a:lnTo>
                      <a:pt x="1" y="28"/>
                    </a:lnTo>
                    <a:lnTo>
                      <a:pt x="8" y="31"/>
                    </a:lnTo>
                    <a:lnTo>
                      <a:pt x="14" y="31"/>
                    </a:lnTo>
                    <a:lnTo>
                      <a:pt x="22" y="32"/>
                    </a:lnTo>
                    <a:lnTo>
                      <a:pt x="28" y="32"/>
                    </a:lnTo>
                    <a:lnTo>
                      <a:pt x="34" y="31"/>
                    </a:lnTo>
                    <a:lnTo>
                      <a:pt x="39" y="31"/>
                    </a:lnTo>
                    <a:lnTo>
                      <a:pt x="45" y="30"/>
                    </a:lnTo>
                    <a:lnTo>
                      <a:pt x="49" y="28"/>
                    </a:lnTo>
                    <a:lnTo>
                      <a:pt x="56" y="26"/>
                    </a:lnTo>
                    <a:lnTo>
                      <a:pt x="60" y="23"/>
                    </a:lnTo>
                    <a:lnTo>
                      <a:pt x="65" y="21"/>
                    </a:lnTo>
                    <a:lnTo>
                      <a:pt x="69" y="19"/>
                    </a:lnTo>
                    <a:lnTo>
                      <a:pt x="74" y="15"/>
                    </a:lnTo>
                    <a:lnTo>
                      <a:pt x="77" y="11"/>
                    </a:lnTo>
                    <a:lnTo>
                      <a:pt x="82" y="8"/>
                    </a:lnTo>
                    <a:lnTo>
                      <a:pt x="86" y="5"/>
                    </a:lnTo>
                    <a:lnTo>
                      <a:pt x="82" y="0"/>
                    </a:lnTo>
                    <a:lnTo>
                      <a:pt x="77" y="4"/>
                    </a:lnTo>
                    <a:lnTo>
                      <a:pt x="75" y="8"/>
                    </a:lnTo>
                    <a:lnTo>
                      <a:pt x="70" y="10"/>
                    </a:lnTo>
                    <a:lnTo>
                      <a:pt x="66" y="14"/>
                    </a:lnTo>
                    <a:lnTo>
                      <a:pt x="62" y="16"/>
                    </a:lnTo>
                    <a:lnTo>
                      <a:pt x="58" y="19"/>
                    </a:lnTo>
                    <a:lnTo>
                      <a:pt x="53" y="21"/>
                    </a:lnTo>
                    <a:lnTo>
                      <a:pt x="48" y="22"/>
                    </a:lnTo>
                    <a:lnTo>
                      <a:pt x="43" y="23"/>
                    </a:lnTo>
                    <a:lnTo>
                      <a:pt x="39" y="25"/>
                    </a:lnTo>
                    <a:lnTo>
                      <a:pt x="32" y="26"/>
                    </a:lnTo>
                    <a:lnTo>
                      <a:pt x="28" y="26"/>
                    </a:lnTo>
                    <a:lnTo>
                      <a:pt x="22" y="26"/>
                    </a:lnTo>
                    <a:lnTo>
                      <a:pt x="15" y="26"/>
                    </a:lnTo>
                    <a:lnTo>
                      <a:pt x="9" y="25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3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464"/>
              <p:cNvSpPr>
                <a:spLocks/>
              </p:cNvSpPr>
              <p:nvPr/>
            </p:nvSpPr>
            <p:spPr bwMode="auto">
              <a:xfrm>
                <a:off x="670" y="2489"/>
                <a:ext cx="16" cy="35"/>
              </a:xfrm>
              <a:custGeom>
                <a:avLst/>
                <a:gdLst>
                  <a:gd name="T0" fmla="*/ 3 w 66"/>
                  <a:gd name="T1" fmla="*/ 138 h 138"/>
                  <a:gd name="T2" fmla="*/ 3 w 66"/>
                  <a:gd name="T3" fmla="*/ 138 h 138"/>
                  <a:gd name="T4" fmla="*/ 15 w 66"/>
                  <a:gd name="T5" fmla="*/ 133 h 138"/>
                  <a:gd name="T6" fmla="*/ 25 w 66"/>
                  <a:gd name="T7" fmla="*/ 127 h 138"/>
                  <a:gd name="T8" fmla="*/ 33 w 66"/>
                  <a:gd name="T9" fmla="*/ 120 h 138"/>
                  <a:gd name="T10" fmla="*/ 40 w 66"/>
                  <a:gd name="T11" fmla="*/ 113 h 138"/>
                  <a:gd name="T12" fmla="*/ 48 w 66"/>
                  <a:gd name="T13" fmla="*/ 105 h 138"/>
                  <a:gd name="T14" fmla="*/ 52 w 66"/>
                  <a:gd name="T15" fmla="*/ 97 h 138"/>
                  <a:gd name="T16" fmla="*/ 57 w 66"/>
                  <a:gd name="T17" fmla="*/ 88 h 138"/>
                  <a:gd name="T18" fmla="*/ 61 w 66"/>
                  <a:gd name="T19" fmla="*/ 79 h 138"/>
                  <a:gd name="T20" fmla="*/ 63 w 66"/>
                  <a:gd name="T21" fmla="*/ 70 h 138"/>
                  <a:gd name="T22" fmla="*/ 65 w 66"/>
                  <a:gd name="T23" fmla="*/ 61 h 138"/>
                  <a:gd name="T24" fmla="*/ 66 w 66"/>
                  <a:gd name="T25" fmla="*/ 51 h 138"/>
                  <a:gd name="T26" fmla="*/ 66 w 66"/>
                  <a:gd name="T27" fmla="*/ 40 h 138"/>
                  <a:gd name="T28" fmla="*/ 66 w 66"/>
                  <a:gd name="T29" fmla="*/ 30 h 138"/>
                  <a:gd name="T30" fmla="*/ 66 w 66"/>
                  <a:gd name="T31" fmla="*/ 21 h 138"/>
                  <a:gd name="T32" fmla="*/ 66 w 66"/>
                  <a:gd name="T33" fmla="*/ 10 h 138"/>
                  <a:gd name="T34" fmla="*/ 65 w 66"/>
                  <a:gd name="T35" fmla="*/ 0 h 138"/>
                  <a:gd name="T36" fmla="*/ 60 w 66"/>
                  <a:gd name="T37" fmla="*/ 0 h 138"/>
                  <a:gd name="T38" fmla="*/ 60 w 66"/>
                  <a:gd name="T39" fmla="*/ 10 h 138"/>
                  <a:gd name="T40" fmla="*/ 60 w 66"/>
                  <a:gd name="T41" fmla="*/ 21 h 138"/>
                  <a:gd name="T42" fmla="*/ 61 w 66"/>
                  <a:gd name="T43" fmla="*/ 30 h 138"/>
                  <a:gd name="T44" fmla="*/ 61 w 66"/>
                  <a:gd name="T45" fmla="*/ 40 h 138"/>
                  <a:gd name="T46" fmla="*/ 60 w 66"/>
                  <a:gd name="T47" fmla="*/ 50 h 138"/>
                  <a:gd name="T48" fmla="*/ 59 w 66"/>
                  <a:gd name="T49" fmla="*/ 59 h 138"/>
                  <a:gd name="T50" fmla="*/ 57 w 66"/>
                  <a:gd name="T51" fmla="*/ 69 h 138"/>
                  <a:gd name="T52" fmla="*/ 55 w 66"/>
                  <a:gd name="T53" fmla="*/ 77 h 138"/>
                  <a:gd name="T54" fmla="*/ 52 w 66"/>
                  <a:gd name="T55" fmla="*/ 86 h 138"/>
                  <a:gd name="T56" fmla="*/ 48 w 66"/>
                  <a:gd name="T57" fmla="*/ 94 h 138"/>
                  <a:gd name="T58" fmla="*/ 43 w 66"/>
                  <a:gd name="T59" fmla="*/ 102 h 138"/>
                  <a:gd name="T60" fmla="*/ 37 w 66"/>
                  <a:gd name="T61" fmla="*/ 109 h 138"/>
                  <a:gd name="T62" fmla="*/ 29 w 66"/>
                  <a:gd name="T63" fmla="*/ 116 h 138"/>
                  <a:gd name="T64" fmla="*/ 21 w 66"/>
                  <a:gd name="T65" fmla="*/ 122 h 138"/>
                  <a:gd name="T66" fmla="*/ 12 w 66"/>
                  <a:gd name="T67" fmla="*/ 128 h 138"/>
                  <a:gd name="T68" fmla="*/ 0 w 66"/>
                  <a:gd name="T69" fmla="*/ 133 h 138"/>
                  <a:gd name="T70" fmla="*/ 0 w 66"/>
                  <a:gd name="T71" fmla="*/ 133 h 138"/>
                  <a:gd name="T72" fmla="*/ 3 w 66"/>
                  <a:gd name="T73" fmla="*/ 138 h 1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6"/>
                  <a:gd name="T112" fmla="*/ 0 h 138"/>
                  <a:gd name="T113" fmla="*/ 66 w 66"/>
                  <a:gd name="T114" fmla="*/ 138 h 13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6" h="138">
                    <a:moveTo>
                      <a:pt x="3" y="138"/>
                    </a:moveTo>
                    <a:lnTo>
                      <a:pt x="3" y="138"/>
                    </a:lnTo>
                    <a:lnTo>
                      <a:pt x="15" y="133"/>
                    </a:lnTo>
                    <a:lnTo>
                      <a:pt x="25" y="127"/>
                    </a:lnTo>
                    <a:lnTo>
                      <a:pt x="33" y="120"/>
                    </a:lnTo>
                    <a:lnTo>
                      <a:pt x="40" y="113"/>
                    </a:lnTo>
                    <a:lnTo>
                      <a:pt x="48" y="105"/>
                    </a:lnTo>
                    <a:lnTo>
                      <a:pt x="52" y="97"/>
                    </a:lnTo>
                    <a:lnTo>
                      <a:pt x="57" y="88"/>
                    </a:lnTo>
                    <a:lnTo>
                      <a:pt x="61" y="79"/>
                    </a:lnTo>
                    <a:lnTo>
                      <a:pt x="63" y="70"/>
                    </a:lnTo>
                    <a:lnTo>
                      <a:pt x="65" y="61"/>
                    </a:lnTo>
                    <a:lnTo>
                      <a:pt x="66" y="51"/>
                    </a:lnTo>
                    <a:lnTo>
                      <a:pt x="66" y="40"/>
                    </a:lnTo>
                    <a:lnTo>
                      <a:pt x="66" y="30"/>
                    </a:lnTo>
                    <a:lnTo>
                      <a:pt x="66" y="21"/>
                    </a:lnTo>
                    <a:lnTo>
                      <a:pt x="66" y="10"/>
                    </a:lnTo>
                    <a:lnTo>
                      <a:pt x="65" y="0"/>
                    </a:lnTo>
                    <a:lnTo>
                      <a:pt x="60" y="0"/>
                    </a:lnTo>
                    <a:lnTo>
                      <a:pt x="60" y="10"/>
                    </a:lnTo>
                    <a:lnTo>
                      <a:pt x="60" y="21"/>
                    </a:lnTo>
                    <a:lnTo>
                      <a:pt x="61" y="30"/>
                    </a:lnTo>
                    <a:lnTo>
                      <a:pt x="61" y="40"/>
                    </a:lnTo>
                    <a:lnTo>
                      <a:pt x="60" y="50"/>
                    </a:lnTo>
                    <a:lnTo>
                      <a:pt x="59" y="59"/>
                    </a:lnTo>
                    <a:lnTo>
                      <a:pt x="57" y="69"/>
                    </a:lnTo>
                    <a:lnTo>
                      <a:pt x="55" y="77"/>
                    </a:lnTo>
                    <a:lnTo>
                      <a:pt x="52" y="86"/>
                    </a:lnTo>
                    <a:lnTo>
                      <a:pt x="48" y="94"/>
                    </a:lnTo>
                    <a:lnTo>
                      <a:pt x="43" y="102"/>
                    </a:lnTo>
                    <a:lnTo>
                      <a:pt x="37" y="109"/>
                    </a:lnTo>
                    <a:lnTo>
                      <a:pt x="29" y="116"/>
                    </a:lnTo>
                    <a:lnTo>
                      <a:pt x="21" y="122"/>
                    </a:lnTo>
                    <a:lnTo>
                      <a:pt x="12" y="128"/>
                    </a:lnTo>
                    <a:lnTo>
                      <a:pt x="0" y="133"/>
                    </a:lnTo>
                    <a:lnTo>
                      <a:pt x="3" y="138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465"/>
              <p:cNvSpPr>
                <a:spLocks/>
              </p:cNvSpPr>
              <p:nvPr/>
            </p:nvSpPr>
            <p:spPr bwMode="auto">
              <a:xfrm>
                <a:off x="516" y="2500"/>
                <a:ext cx="154" cy="35"/>
              </a:xfrm>
              <a:custGeom>
                <a:avLst/>
                <a:gdLst>
                  <a:gd name="T0" fmla="*/ 9 w 616"/>
                  <a:gd name="T1" fmla="*/ 12 h 140"/>
                  <a:gd name="T2" fmla="*/ 30 w 616"/>
                  <a:gd name="T3" fmla="*/ 27 h 140"/>
                  <a:gd name="T4" fmla="*/ 54 w 616"/>
                  <a:gd name="T5" fmla="*/ 43 h 140"/>
                  <a:gd name="T6" fmla="*/ 82 w 616"/>
                  <a:gd name="T7" fmla="*/ 59 h 140"/>
                  <a:gd name="T8" fmla="*/ 112 w 616"/>
                  <a:gd name="T9" fmla="*/ 73 h 140"/>
                  <a:gd name="T10" fmla="*/ 146 w 616"/>
                  <a:gd name="T11" fmla="*/ 88 h 140"/>
                  <a:gd name="T12" fmla="*/ 181 w 616"/>
                  <a:gd name="T13" fmla="*/ 102 h 140"/>
                  <a:gd name="T14" fmla="*/ 220 w 616"/>
                  <a:gd name="T15" fmla="*/ 114 h 140"/>
                  <a:gd name="T16" fmla="*/ 260 w 616"/>
                  <a:gd name="T17" fmla="*/ 124 h 140"/>
                  <a:gd name="T18" fmla="*/ 304 w 616"/>
                  <a:gd name="T19" fmla="*/ 132 h 140"/>
                  <a:gd name="T20" fmla="*/ 348 w 616"/>
                  <a:gd name="T21" fmla="*/ 137 h 140"/>
                  <a:gd name="T22" fmla="*/ 394 w 616"/>
                  <a:gd name="T23" fmla="*/ 140 h 140"/>
                  <a:gd name="T24" fmla="*/ 441 w 616"/>
                  <a:gd name="T25" fmla="*/ 137 h 140"/>
                  <a:gd name="T26" fmla="*/ 490 w 616"/>
                  <a:gd name="T27" fmla="*/ 131 h 140"/>
                  <a:gd name="T28" fmla="*/ 539 w 616"/>
                  <a:gd name="T29" fmla="*/ 122 h 140"/>
                  <a:gd name="T30" fmla="*/ 590 w 616"/>
                  <a:gd name="T31" fmla="*/ 107 h 140"/>
                  <a:gd name="T32" fmla="*/ 613 w 616"/>
                  <a:gd name="T33" fmla="*/ 91 h 140"/>
                  <a:gd name="T34" fmla="*/ 562 w 616"/>
                  <a:gd name="T35" fmla="*/ 109 h 140"/>
                  <a:gd name="T36" fmla="*/ 513 w 616"/>
                  <a:gd name="T37" fmla="*/ 122 h 140"/>
                  <a:gd name="T38" fmla="*/ 464 w 616"/>
                  <a:gd name="T39" fmla="*/ 130 h 140"/>
                  <a:gd name="T40" fmla="*/ 417 w 616"/>
                  <a:gd name="T41" fmla="*/ 134 h 140"/>
                  <a:gd name="T42" fmla="*/ 371 w 616"/>
                  <a:gd name="T43" fmla="*/ 134 h 140"/>
                  <a:gd name="T44" fmla="*/ 326 w 616"/>
                  <a:gd name="T45" fmla="*/ 130 h 140"/>
                  <a:gd name="T46" fmla="*/ 283 w 616"/>
                  <a:gd name="T47" fmla="*/ 123 h 140"/>
                  <a:gd name="T48" fmla="*/ 242 w 616"/>
                  <a:gd name="T49" fmla="*/ 114 h 140"/>
                  <a:gd name="T50" fmla="*/ 202 w 616"/>
                  <a:gd name="T51" fmla="*/ 103 h 140"/>
                  <a:gd name="T52" fmla="*/ 166 w 616"/>
                  <a:gd name="T53" fmla="*/ 90 h 140"/>
                  <a:gd name="T54" fmla="*/ 132 w 616"/>
                  <a:gd name="T55" fmla="*/ 76 h 140"/>
                  <a:gd name="T56" fmla="*/ 100 w 616"/>
                  <a:gd name="T57" fmla="*/ 61 h 140"/>
                  <a:gd name="T58" fmla="*/ 71 w 616"/>
                  <a:gd name="T59" fmla="*/ 45 h 140"/>
                  <a:gd name="T60" fmla="*/ 44 w 616"/>
                  <a:gd name="T61" fmla="*/ 29 h 140"/>
                  <a:gd name="T62" fmla="*/ 21 w 616"/>
                  <a:gd name="T63" fmla="*/ 15 h 140"/>
                  <a:gd name="T64" fmla="*/ 3 w 616"/>
                  <a:gd name="T65" fmla="*/ 0 h 1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16"/>
                  <a:gd name="T100" fmla="*/ 0 h 140"/>
                  <a:gd name="T101" fmla="*/ 616 w 616"/>
                  <a:gd name="T102" fmla="*/ 140 h 14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16" h="140">
                    <a:moveTo>
                      <a:pt x="0" y="5"/>
                    </a:moveTo>
                    <a:lnTo>
                      <a:pt x="9" y="12"/>
                    </a:lnTo>
                    <a:lnTo>
                      <a:pt x="19" y="20"/>
                    </a:lnTo>
                    <a:lnTo>
                      <a:pt x="30" y="27"/>
                    </a:lnTo>
                    <a:lnTo>
                      <a:pt x="42" y="34"/>
                    </a:lnTo>
                    <a:lnTo>
                      <a:pt x="54" y="43"/>
                    </a:lnTo>
                    <a:lnTo>
                      <a:pt x="69" y="50"/>
                    </a:lnTo>
                    <a:lnTo>
                      <a:pt x="82" y="59"/>
                    </a:lnTo>
                    <a:lnTo>
                      <a:pt x="98" y="66"/>
                    </a:lnTo>
                    <a:lnTo>
                      <a:pt x="112" y="73"/>
                    </a:lnTo>
                    <a:lnTo>
                      <a:pt x="129" y="80"/>
                    </a:lnTo>
                    <a:lnTo>
                      <a:pt x="146" y="88"/>
                    </a:lnTo>
                    <a:lnTo>
                      <a:pt x="163" y="96"/>
                    </a:lnTo>
                    <a:lnTo>
                      <a:pt x="181" y="102"/>
                    </a:lnTo>
                    <a:lnTo>
                      <a:pt x="201" y="108"/>
                    </a:lnTo>
                    <a:lnTo>
                      <a:pt x="220" y="114"/>
                    </a:lnTo>
                    <a:lnTo>
                      <a:pt x="240" y="119"/>
                    </a:lnTo>
                    <a:lnTo>
                      <a:pt x="260" y="124"/>
                    </a:lnTo>
                    <a:lnTo>
                      <a:pt x="282" y="129"/>
                    </a:lnTo>
                    <a:lnTo>
                      <a:pt x="304" y="132"/>
                    </a:lnTo>
                    <a:lnTo>
                      <a:pt x="326" y="135"/>
                    </a:lnTo>
                    <a:lnTo>
                      <a:pt x="348" y="137"/>
                    </a:lnTo>
                    <a:lnTo>
                      <a:pt x="371" y="139"/>
                    </a:lnTo>
                    <a:lnTo>
                      <a:pt x="394" y="140"/>
                    </a:lnTo>
                    <a:lnTo>
                      <a:pt x="417" y="139"/>
                    </a:lnTo>
                    <a:lnTo>
                      <a:pt x="441" y="137"/>
                    </a:lnTo>
                    <a:lnTo>
                      <a:pt x="465" y="135"/>
                    </a:lnTo>
                    <a:lnTo>
                      <a:pt x="490" y="131"/>
                    </a:lnTo>
                    <a:lnTo>
                      <a:pt x="514" y="128"/>
                    </a:lnTo>
                    <a:lnTo>
                      <a:pt x="539" y="122"/>
                    </a:lnTo>
                    <a:lnTo>
                      <a:pt x="565" y="114"/>
                    </a:lnTo>
                    <a:lnTo>
                      <a:pt x="590" y="107"/>
                    </a:lnTo>
                    <a:lnTo>
                      <a:pt x="616" y="96"/>
                    </a:lnTo>
                    <a:lnTo>
                      <a:pt x="613" y="91"/>
                    </a:lnTo>
                    <a:lnTo>
                      <a:pt x="588" y="101"/>
                    </a:lnTo>
                    <a:lnTo>
                      <a:pt x="562" y="109"/>
                    </a:lnTo>
                    <a:lnTo>
                      <a:pt x="538" y="117"/>
                    </a:lnTo>
                    <a:lnTo>
                      <a:pt x="513" y="122"/>
                    </a:lnTo>
                    <a:lnTo>
                      <a:pt x="488" y="126"/>
                    </a:lnTo>
                    <a:lnTo>
                      <a:pt x="464" y="130"/>
                    </a:lnTo>
                    <a:lnTo>
                      <a:pt x="440" y="132"/>
                    </a:lnTo>
                    <a:lnTo>
                      <a:pt x="417" y="134"/>
                    </a:lnTo>
                    <a:lnTo>
                      <a:pt x="394" y="134"/>
                    </a:lnTo>
                    <a:lnTo>
                      <a:pt x="371" y="134"/>
                    </a:lnTo>
                    <a:lnTo>
                      <a:pt x="348" y="131"/>
                    </a:lnTo>
                    <a:lnTo>
                      <a:pt x="326" y="130"/>
                    </a:lnTo>
                    <a:lnTo>
                      <a:pt x="304" y="126"/>
                    </a:lnTo>
                    <a:lnTo>
                      <a:pt x="283" y="123"/>
                    </a:lnTo>
                    <a:lnTo>
                      <a:pt x="263" y="119"/>
                    </a:lnTo>
                    <a:lnTo>
                      <a:pt x="242" y="114"/>
                    </a:lnTo>
                    <a:lnTo>
                      <a:pt x="221" y="109"/>
                    </a:lnTo>
                    <a:lnTo>
                      <a:pt x="202" y="103"/>
                    </a:lnTo>
                    <a:lnTo>
                      <a:pt x="184" y="96"/>
                    </a:lnTo>
                    <a:lnTo>
                      <a:pt x="166" y="90"/>
                    </a:lnTo>
                    <a:lnTo>
                      <a:pt x="149" y="83"/>
                    </a:lnTo>
                    <a:lnTo>
                      <a:pt x="132" y="76"/>
                    </a:lnTo>
                    <a:lnTo>
                      <a:pt x="115" y="68"/>
                    </a:lnTo>
                    <a:lnTo>
                      <a:pt x="100" y="61"/>
                    </a:lnTo>
                    <a:lnTo>
                      <a:pt x="84" y="54"/>
                    </a:lnTo>
                    <a:lnTo>
                      <a:pt x="71" y="45"/>
                    </a:lnTo>
                    <a:lnTo>
                      <a:pt x="58" y="38"/>
                    </a:lnTo>
                    <a:lnTo>
                      <a:pt x="44" y="29"/>
                    </a:lnTo>
                    <a:lnTo>
                      <a:pt x="33" y="22"/>
                    </a:lnTo>
                    <a:lnTo>
                      <a:pt x="21" y="15"/>
                    </a:lnTo>
                    <a:lnTo>
                      <a:pt x="12" y="8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466"/>
              <p:cNvSpPr>
                <a:spLocks/>
              </p:cNvSpPr>
              <p:nvPr/>
            </p:nvSpPr>
            <p:spPr bwMode="auto">
              <a:xfrm>
                <a:off x="797" y="2426"/>
                <a:ext cx="49" cy="15"/>
              </a:xfrm>
              <a:custGeom>
                <a:avLst/>
                <a:gdLst>
                  <a:gd name="T0" fmla="*/ 4 w 196"/>
                  <a:gd name="T1" fmla="*/ 60 h 60"/>
                  <a:gd name="T2" fmla="*/ 12 w 196"/>
                  <a:gd name="T3" fmla="*/ 49 h 60"/>
                  <a:gd name="T4" fmla="*/ 21 w 196"/>
                  <a:gd name="T5" fmla="*/ 40 h 60"/>
                  <a:gd name="T6" fmla="*/ 31 w 196"/>
                  <a:gd name="T7" fmla="*/ 31 h 60"/>
                  <a:gd name="T8" fmla="*/ 42 w 196"/>
                  <a:gd name="T9" fmla="*/ 24 h 60"/>
                  <a:gd name="T10" fmla="*/ 53 w 196"/>
                  <a:gd name="T11" fmla="*/ 18 h 60"/>
                  <a:gd name="T12" fmla="*/ 65 w 196"/>
                  <a:gd name="T13" fmla="*/ 13 h 60"/>
                  <a:gd name="T14" fmla="*/ 77 w 196"/>
                  <a:gd name="T15" fmla="*/ 9 h 60"/>
                  <a:gd name="T16" fmla="*/ 90 w 196"/>
                  <a:gd name="T17" fmla="*/ 7 h 60"/>
                  <a:gd name="T18" fmla="*/ 104 w 196"/>
                  <a:gd name="T19" fmla="*/ 6 h 60"/>
                  <a:gd name="T20" fmla="*/ 116 w 196"/>
                  <a:gd name="T21" fmla="*/ 5 h 60"/>
                  <a:gd name="T22" fmla="*/ 129 w 196"/>
                  <a:gd name="T23" fmla="*/ 5 h 60"/>
                  <a:gd name="T24" fmla="*/ 143 w 196"/>
                  <a:gd name="T25" fmla="*/ 6 h 60"/>
                  <a:gd name="T26" fmla="*/ 156 w 196"/>
                  <a:gd name="T27" fmla="*/ 7 h 60"/>
                  <a:gd name="T28" fmla="*/ 169 w 196"/>
                  <a:gd name="T29" fmla="*/ 9 h 60"/>
                  <a:gd name="T30" fmla="*/ 183 w 196"/>
                  <a:gd name="T31" fmla="*/ 12 h 60"/>
                  <a:gd name="T32" fmla="*/ 195 w 196"/>
                  <a:gd name="T33" fmla="*/ 14 h 60"/>
                  <a:gd name="T34" fmla="*/ 196 w 196"/>
                  <a:gd name="T35" fmla="*/ 8 h 60"/>
                  <a:gd name="T36" fmla="*/ 183 w 196"/>
                  <a:gd name="T37" fmla="*/ 6 h 60"/>
                  <a:gd name="T38" fmla="*/ 171 w 196"/>
                  <a:gd name="T39" fmla="*/ 3 h 60"/>
                  <a:gd name="T40" fmla="*/ 157 w 196"/>
                  <a:gd name="T41" fmla="*/ 1 h 60"/>
                  <a:gd name="T42" fmla="*/ 144 w 196"/>
                  <a:gd name="T43" fmla="*/ 0 h 60"/>
                  <a:gd name="T44" fmla="*/ 129 w 196"/>
                  <a:gd name="T45" fmla="*/ 0 h 60"/>
                  <a:gd name="T46" fmla="*/ 116 w 196"/>
                  <a:gd name="T47" fmla="*/ 0 h 60"/>
                  <a:gd name="T48" fmla="*/ 103 w 196"/>
                  <a:gd name="T49" fmla="*/ 0 h 60"/>
                  <a:gd name="T50" fmla="*/ 89 w 196"/>
                  <a:gd name="T51" fmla="*/ 2 h 60"/>
                  <a:gd name="T52" fmla="*/ 76 w 196"/>
                  <a:gd name="T53" fmla="*/ 5 h 60"/>
                  <a:gd name="T54" fmla="*/ 63 w 196"/>
                  <a:gd name="T55" fmla="*/ 8 h 60"/>
                  <a:gd name="T56" fmla="*/ 50 w 196"/>
                  <a:gd name="T57" fmla="*/ 13 h 60"/>
                  <a:gd name="T58" fmla="*/ 38 w 196"/>
                  <a:gd name="T59" fmla="*/ 19 h 60"/>
                  <a:gd name="T60" fmla="*/ 27 w 196"/>
                  <a:gd name="T61" fmla="*/ 26 h 60"/>
                  <a:gd name="T62" fmla="*/ 17 w 196"/>
                  <a:gd name="T63" fmla="*/ 35 h 60"/>
                  <a:gd name="T64" fmla="*/ 8 w 196"/>
                  <a:gd name="T65" fmla="*/ 46 h 60"/>
                  <a:gd name="T66" fmla="*/ 0 w 196"/>
                  <a:gd name="T67" fmla="*/ 57 h 60"/>
                  <a:gd name="T68" fmla="*/ 4 w 196"/>
                  <a:gd name="T69" fmla="*/ 60 h 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96"/>
                  <a:gd name="T106" fmla="*/ 0 h 60"/>
                  <a:gd name="T107" fmla="*/ 196 w 196"/>
                  <a:gd name="T108" fmla="*/ 60 h 60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96" h="60">
                    <a:moveTo>
                      <a:pt x="4" y="60"/>
                    </a:moveTo>
                    <a:lnTo>
                      <a:pt x="12" y="49"/>
                    </a:lnTo>
                    <a:lnTo>
                      <a:pt x="21" y="40"/>
                    </a:lnTo>
                    <a:lnTo>
                      <a:pt x="31" y="31"/>
                    </a:lnTo>
                    <a:lnTo>
                      <a:pt x="42" y="24"/>
                    </a:lnTo>
                    <a:lnTo>
                      <a:pt x="53" y="18"/>
                    </a:lnTo>
                    <a:lnTo>
                      <a:pt x="65" y="13"/>
                    </a:lnTo>
                    <a:lnTo>
                      <a:pt x="77" y="9"/>
                    </a:lnTo>
                    <a:lnTo>
                      <a:pt x="90" y="7"/>
                    </a:lnTo>
                    <a:lnTo>
                      <a:pt x="104" y="6"/>
                    </a:lnTo>
                    <a:lnTo>
                      <a:pt x="116" y="5"/>
                    </a:lnTo>
                    <a:lnTo>
                      <a:pt x="129" y="5"/>
                    </a:lnTo>
                    <a:lnTo>
                      <a:pt x="143" y="6"/>
                    </a:lnTo>
                    <a:lnTo>
                      <a:pt x="156" y="7"/>
                    </a:lnTo>
                    <a:lnTo>
                      <a:pt x="169" y="9"/>
                    </a:lnTo>
                    <a:lnTo>
                      <a:pt x="183" y="12"/>
                    </a:lnTo>
                    <a:lnTo>
                      <a:pt x="195" y="14"/>
                    </a:lnTo>
                    <a:lnTo>
                      <a:pt x="196" y="8"/>
                    </a:lnTo>
                    <a:lnTo>
                      <a:pt x="183" y="6"/>
                    </a:lnTo>
                    <a:lnTo>
                      <a:pt x="171" y="3"/>
                    </a:lnTo>
                    <a:lnTo>
                      <a:pt x="157" y="1"/>
                    </a:lnTo>
                    <a:lnTo>
                      <a:pt x="144" y="0"/>
                    </a:lnTo>
                    <a:lnTo>
                      <a:pt x="129" y="0"/>
                    </a:lnTo>
                    <a:lnTo>
                      <a:pt x="116" y="0"/>
                    </a:lnTo>
                    <a:lnTo>
                      <a:pt x="103" y="0"/>
                    </a:lnTo>
                    <a:lnTo>
                      <a:pt x="89" y="2"/>
                    </a:lnTo>
                    <a:lnTo>
                      <a:pt x="76" y="5"/>
                    </a:lnTo>
                    <a:lnTo>
                      <a:pt x="63" y="8"/>
                    </a:lnTo>
                    <a:lnTo>
                      <a:pt x="50" y="13"/>
                    </a:lnTo>
                    <a:lnTo>
                      <a:pt x="38" y="19"/>
                    </a:lnTo>
                    <a:lnTo>
                      <a:pt x="27" y="26"/>
                    </a:lnTo>
                    <a:lnTo>
                      <a:pt x="17" y="35"/>
                    </a:lnTo>
                    <a:lnTo>
                      <a:pt x="8" y="46"/>
                    </a:lnTo>
                    <a:lnTo>
                      <a:pt x="0" y="57"/>
                    </a:lnTo>
                    <a:lnTo>
                      <a:pt x="4" y="6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467"/>
              <p:cNvSpPr>
                <a:spLocks/>
              </p:cNvSpPr>
              <p:nvPr/>
            </p:nvSpPr>
            <p:spPr bwMode="auto">
              <a:xfrm>
                <a:off x="584" y="2435"/>
                <a:ext cx="50" cy="12"/>
              </a:xfrm>
              <a:custGeom>
                <a:avLst/>
                <a:gdLst>
                  <a:gd name="T0" fmla="*/ 200 w 200"/>
                  <a:gd name="T1" fmla="*/ 47 h 51"/>
                  <a:gd name="T2" fmla="*/ 190 w 200"/>
                  <a:gd name="T3" fmla="*/ 36 h 51"/>
                  <a:gd name="T4" fmla="*/ 179 w 200"/>
                  <a:gd name="T5" fmla="*/ 26 h 51"/>
                  <a:gd name="T6" fmla="*/ 168 w 200"/>
                  <a:gd name="T7" fmla="*/ 19 h 51"/>
                  <a:gd name="T8" fmla="*/ 156 w 200"/>
                  <a:gd name="T9" fmla="*/ 13 h 51"/>
                  <a:gd name="T10" fmla="*/ 144 w 200"/>
                  <a:gd name="T11" fmla="*/ 7 h 51"/>
                  <a:gd name="T12" fmla="*/ 132 w 200"/>
                  <a:gd name="T13" fmla="*/ 3 h 51"/>
                  <a:gd name="T14" fmla="*/ 119 w 200"/>
                  <a:gd name="T15" fmla="*/ 1 h 51"/>
                  <a:gd name="T16" fmla="*/ 105 w 200"/>
                  <a:gd name="T17" fmla="*/ 0 h 51"/>
                  <a:gd name="T18" fmla="*/ 92 w 200"/>
                  <a:gd name="T19" fmla="*/ 0 h 51"/>
                  <a:gd name="T20" fmla="*/ 77 w 200"/>
                  <a:gd name="T21" fmla="*/ 0 h 51"/>
                  <a:gd name="T22" fmla="*/ 64 w 200"/>
                  <a:gd name="T23" fmla="*/ 1 h 51"/>
                  <a:gd name="T24" fmla="*/ 51 w 200"/>
                  <a:gd name="T25" fmla="*/ 3 h 51"/>
                  <a:gd name="T26" fmla="*/ 37 w 200"/>
                  <a:gd name="T27" fmla="*/ 6 h 51"/>
                  <a:gd name="T28" fmla="*/ 24 w 200"/>
                  <a:gd name="T29" fmla="*/ 8 h 51"/>
                  <a:gd name="T30" fmla="*/ 12 w 200"/>
                  <a:gd name="T31" fmla="*/ 12 h 51"/>
                  <a:gd name="T32" fmla="*/ 0 w 200"/>
                  <a:gd name="T33" fmla="*/ 15 h 51"/>
                  <a:gd name="T34" fmla="*/ 1 w 200"/>
                  <a:gd name="T35" fmla="*/ 21 h 51"/>
                  <a:gd name="T36" fmla="*/ 13 w 200"/>
                  <a:gd name="T37" fmla="*/ 18 h 51"/>
                  <a:gd name="T38" fmla="*/ 25 w 200"/>
                  <a:gd name="T39" fmla="*/ 14 h 51"/>
                  <a:gd name="T40" fmla="*/ 39 w 200"/>
                  <a:gd name="T41" fmla="*/ 11 h 51"/>
                  <a:gd name="T42" fmla="*/ 52 w 200"/>
                  <a:gd name="T43" fmla="*/ 8 h 51"/>
                  <a:gd name="T44" fmla="*/ 65 w 200"/>
                  <a:gd name="T45" fmla="*/ 7 h 51"/>
                  <a:gd name="T46" fmla="*/ 77 w 200"/>
                  <a:gd name="T47" fmla="*/ 6 h 51"/>
                  <a:gd name="T48" fmla="*/ 92 w 200"/>
                  <a:gd name="T49" fmla="*/ 4 h 51"/>
                  <a:gd name="T50" fmla="*/ 105 w 200"/>
                  <a:gd name="T51" fmla="*/ 6 h 51"/>
                  <a:gd name="T52" fmla="*/ 117 w 200"/>
                  <a:gd name="T53" fmla="*/ 7 h 51"/>
                  <a:gd name="T54" fmla="*/ 130 w 200"/>
                  <a:gd name="T55" fmla="*/ 9 h 51"/>
                  <a:gd name="T56" fmla="*/ 143 w 200"/>
                  <a:gd name="T57" fmla="*/ 13 h 51"/>
                  <a:gd name="T58" fmla="*/ 154 w 200"/>
                  <a:gd name="T59" fmla="*/ 18 h 51"/>
                  <a:gd name="T60" fmla="*/ 166 w 200"/>
                  <a:gd name="T61" fmla="*/ 23 h 51"/>
                  <a:gd name="T62" fmla="*/ 176 w 200"/>
                  <a:gd name="T63" fmla="*/ 30 h 51"/>
                  <a:gd name="T64" fmla="*/ 185 w 200"/>
                  <a:gd name="T65" fmla="*/ 40 h 51"/>
                  <a:gd name="T66" fmla="*/ 195 w 200"/>
                  <a:gd name="T67" fmla="*/ 51 h 51"/>
                  <a:gd name="T68" fmla="*/ 200 w 200"/>
                  <a:gd name="T69" fmla="*/ 47 h 5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0"/>
                  <a:gd name="T106" fmla="*/ 0 h 51"/>
                  <a:gd name="T107" fmla="*/ 200 w 200"/>
                  <a:gd name="T108" fmla="*/ 51 h 5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0" h="51">
                    <a:moveTo>
                      <a:pt x="200" y="47"/>
                    </a:moveTo>
                    <a:lnTo>
                      <a:pt x="190" y="36"/>
                    </a:lnTo>
                    <a:lnTo>
                      <a:pt x="179" y="26"/>
                    </a:lnTo>
                    <a:lnTo>
                      <a:pt x="168" y="19"/>
                    </a:lnTo>
                    <a:lnTo>
                      <a:pt x="156" y="13"/>
                    </a:lnTo>
                    <a:lnTo>
                      <a:pt x="144" y="7"/>
                    </a:lnTo>
                    <a:lnTo>
                      <a:pt x="132" y="3"/>
                    </a:lnTo>
                    <a:lnTo>
                      <a:pt x="119" y="1"/>
                    </a:lnTo>
                    <a:lnTo>
                      <a:pt x="105" y="0"/>
                    </a:lnTo>
                    <a:lnTo>
                      <a:pt x="92" y="0"/>
                    </a:lnTo>
                    <a:lnTo>
                      <a:pt x="77" y="0"/>
                    </a:lnTo>
                    <a:lnTo>
                      <a:pt x="64" y="1"/>
                    </a:lnTo>
                    <a:lnTo>
                      <a:pt x="51" y="3"/>
                    </a:lnTo>
                    <a:lnTo>
                      <a:pt x="37" y="6"/>
                    </a:lnTo>
                    <a:lnTo>
                      <a:pt x="24" y="8"/>
                    </a:lnTo>
                    <a:lnTo>
                      <a:pt x="12" y="12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13" y="18"/>
                    </a:lnTo>
                    <a:lnTo>
                      <a:pt x="25" y="14"/>
                    </a:lnTo>
                    <a:lnTo>
                      <a:pt x="39" y="11"/>
                    </a:lnTo>
                    <a:lnTo>
                      <a:pt x="52" y="8"/>
                    </a:lnTo>
                    <a:lnTo>
                      <a:pt x="65" y="7"/>
                    </a:lnTo>
                    <a:lnTo>
                      <a:pt x="77" y="6"/>
                    </a:lnTo>
                    <a:lnTo>
                      <a:pt x="92" y="4"/>
                    </a:lnTo>
                    <a:lnTo>
                      <a:pt x="105" y="6"/>
                    </a:lnTo>
                    <a:lnTo>
                      <a:pt x="117" y="7"/>
                    </a:lnTo>
                    <a:lnTo>
                      <a:pt x="130" y="9"/>
                    </a:lnTo>
                    <a:lnTo>
                      <a:pt x="143" y="13"/>
                    </a:lnTo>
                    <a:lnTo>
                      <a:pt x="154" y="18"/>
                    </a:lnTo>
                    <a:lnTo>
                      <a:pt x="166" y="23"/>
                    </a:lnTo>
                    <a:lnTo>
                      <a:pt x="176" y="30"/>
                    </a:lnTo>
                    <a:lnTo>
                      <a:pt x="185" y="40"/>
                    </a:lnTo>
                    <a:lnTo>
                      <a:pt x="195" y="51"/>
                    </a:lnTo>
                    <a:lnTo>
                      <a:pt x="200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468"/>
              <p:cNvSpPr>
                <a:spLocks/>
              </p:cNvSpPr>
              <p:nvPr/>
            </p:nvSpPr>
            <p:spPr bwMode="auto">
              <a:xfrm>
                <a:off x="481" y="1778"/>
                <a:ext cx="100" cy="225"/>
              </a:xfrm>
              <a:custGeom>
                <a:avLst/>
                <a:gdLst>
                  <a:gd name="T0" fmla="*/ 396 w 399"/>
                  <a:gd name="T1" fmla="*/ 519 h 900"/>
                  <a:gd name="T2" fmla="*/ 392 w 399"/>
                  <a:gd name="T3" fmla="*/ 532 h 900"/>
                  <a:gd name="T4" fmla="*/ 387 w 399"/>
                  <a:gd name="T5" fmla="*/ 551 h 900"/>
                  <a:gd name="T6" fmla="*/ 382 w 399"/>
                  <a:gd name="T7" fmla="*/ 574 h 900"/>
                  <a:gd name="T8" fmla="*/ 377 w 399"/>
                  <a:gd name="T9" fmla="*/ 600 h 900"/>
                  <a:gd name="T10" fmla="*/ 373 w 399"/>
                  <a:gd name="T11" fmla="*/ 629 h 900"/>
                  <a:gd name="T12" fmla="*/ 369 w 399"/>
                  <a:gd name="T13" fmla="*/ 661 h 900"/>
                  <a:gd name="T14" fmla="*/ 365 w 399"/>
                  <a:gd name="T15" fmla="*/ 692 h 900"/>
                  <a:gd name="T16" fmla="*/ 361 w 399"/>
                  <a:gd name="T17" fmla="*/ 724 h 900"/>
                  <a:gd name="T18" fmla="*/ 358 w 399"/>
                  <a:gd name="T19" fmla="*/ 756 h 900"/>
                  <a:gd name="T20" fmla="*/ 355 w 399"/>
                  <a:gd name="T21" fmla="*/ 786 h 900"/>
                  <a:gd name="T22" fmla="*/ 353 w 399"/>
                  <a:gd name="T23" fmla="*/ 812 h 900"/>
                  <a:gd name="T24" fmla="*/ 350 w 399"/>
                  <a:gd name="T25" fmla="*/ 836 h 900"/>
                  <a:gd name="T26" fmla="*/ 349 w 399"/>
                  <a:gd name="T27" fmla="*/ 855 h 900"/>
                  <a:gd name="T28" fmla="*/ 348 w 399"/>
                  <a:gd name="T29" fmla="*/ 868 h 900"/>
                  <a:gd name="T30" fmla="*/ 347 w 399"/>
                  <a:gd name="T31" fmla="*/ 876 h 900"/>
                  <a:gd name="T32" fmla="*/ 0 w 399"/>
                  <a:gd name="T33" fmla="*/ 900 h 900"/>
                  <a:gd name="T34" fmla="*/ 0 w 399"/>
                  <a:gd name="T35" fmla="*/ 866 h 900"/>
                  <a:gd name="T36" fmla="*/ 2 w 399"/>
                  <a:gd name="T37" fmla="*/ 832 h 900"/>
                  <a:gd name="T38" fmla="*/ 7 w 399"/>
                  <a:gd name="T39" fmla="*/ 798 h 900"/>
                  <a:gd name="T40" fmla="*/ 13 w 399"/>
                  <a:gd name="T41" fmla="*/ 764 h 900"/>
                  <a:gd name="T42" fmla="*/ 20 w 399"/>
                  <a:gd name="T43" fmla="*/ 731 h 900"/>
                  <a:gd name="T44" fmla="*/ 30 w 399"/>
                  <a:gd name="T45" fmla="*/ 697 h 900"/>
                  <a:gd name="T46" fmla="*/ 40 w 399"/>
                  <a:gd name="T47" fmla="*/ 665 h 900"/>
                  <a:gd name="T48" fmla="*/ 52 w 399"/>
                  <a:gd name="T49" fmla="*/ 632 h 900"/>
                  <a:gd name="T50" fmla="*/ 63 w 399"/>
                  <a:gd name="T51" fmla="*/ 598 h 900"/>
                  <a:gd name="T52" fmla="*/ 75 w 399"/>
                  <a:gd name="T53" fmla="*/ 565 h 900"/>
                  <a:gd name="T54" fmla="*/ 87 w 399"/>
                  <a:gd name="T55" fmla="*/ 531 h 900"/>
                  <a:gd name="T56" fmla="*/ 99 w 399"/>
                  <a:gd name="T57" fmla="*/ 498 h 900"/>
                  <a:gd name="T58" fmla="*/ 111 w 399"/>
                  <a:gd name="T59" fmla="*/ 466 h 900"/>
                  <a:gd name="T60" fmla="*/ 122 w 399"/>
                  <a:gd name="T61" fmla="*/ 433 h 900"/>
                  <a:gd name="T62" fmla="*/ 132 w 399"/>
                  <a:gd name="T63" fmla="*/ 399 h 900"/>
                  <a:gd name="T64" fmla="*/ 142 w 399"/>
                  <a:gd name="T65" fmla="*/ 365 h 900"/>
                  <a:gd name="T66" fmla="*/ 148 w 399"/>
                  <a:gd name="T67" fmla="*/ 343 h 900"/>
                  <a:gd name="T68" fmla="*/ 157 w 399"/>
                  <a:gd name="T69" fmla="*/ 323 h 900"/>
                  <a:gd name="T70" fmla="*/ 168 w 399"/>
                  <a:gd name="T71" fmla="*/ 301 h 900"/>
                  <a:gd name="T72" fmla="*/ 182 w 399"/>
                  <a:gd name="T73" fmla="*/ 280 h 900"/>
                  <a:gd name="T74" fmla="*/ 196 w 399"/>
                  <a:gd name="T75" fmla="*/ 258 h 900"/>
                  <a:gd name="T76" fmla="*/ 212 w 399"/>
                  <a:gd name="T77" fmla="*/ 238 h 900"/>
                  <a:gd name="T78" fmla="*/ 229 w 399"/>
                  <a:gd name="T79" fmla="*/ 216 h 900"/>
                  <a:gd name="T80" fmla="*/ 247 w 399"/>
                  <a:gd name="T81" fmla="*/ 195 h 900"/>
                  <a:gd name="T82" fmla="*/ 265 w 399"/>
                  <a:gd name="T83" fmla="*/ 172 h 900"/>
                  <a:gd name="T84" fmla="*/ 284 w 399"/>
                  <a:gd name="T85" fmla="*/ 150 h 900"/>
                  <a:gd name="T86" fmla="*/ 302 w 399"/>
                  <a:gd name="T87" fmla="*/ 127 h 900"/>
                  <a:gd name="T88" fmla="*/ 319 w 399"/>
                  <a:gd name="T89" fmla="*/ 104 h 900"/>
                  <a:gd name="T90" fmla="*/ 336 w 399"/>
                  <a:gd name="T91" fmla="*/ 80 h 900"/>
                  <a:gd name="T92" fmla="*/ 353 w 399"/>
                  <a:gd name="T93" fmla="*/ 55 h 900"/>
                  <a:gd name="T94" fmla="*/ 367 w 399"/>
                  <a:gd name="T95" fmla="*/ 28 h 900"/>
                  <a:gd name="T96" fmla="*/ 381 w 399"/>
                  <a:gd name="T97" fmla="*/ 0 h 90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99"/>
                  <a:gd name="T148" fmla="*/ 0 h 900"/>
                  <a:gd name="T149" fmla="*/ 399 w 399"/>
                  <a:gd name="T150" fmla="*/ 900 h 90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99" h="900">
                    <a:moveTo>
                      <a:pt x="399" y="515"/>
                    </a:moveTo>
                    <a:lnTo>
                      <a:pt x="396" y="519"/>
                    </a:lnTo>
                    <a:lnTo>
                      <a:pt x="394" y="525"/>
                    </a:lnTo>
                    <a:lnTo>
                      <a:pt x="392" y="532"/>
                    </a:lnTo>
                    <a:lnTo>
                      <a:pt x="389" y="541"/>
                    </a:lnTo>
                    <a:lnTo>
                      <a:pt x="387" y="551"/>
                    </a:lnTo>
                    <a:lnTo>
                      <a:pt x="384" y="562"/>
                    </a:lnTo>
                    <a:lnTo>
                      <a:pt x="382" y="574"/>
                    </a:lnTo>
                    <a:lnTo>
                      <a:pt x="379" y="586"/>
                    </a:lnTo>
                    <a:lnTo>
                      <a:pt x="377" y="600"/>
                    </a:lnTo>
                    <a:lnTo>
                      <a:pt x="375" y="615"/>
                    </a:lnTo>
                    <a:lnTo>
                      <a:pt x="373" y="629"/>
                    </a:lnTo>
                    <a:lnTo>
                      <a:pt x="371" y="645"/>
                    </a:lnTo>
                    <a:lnTo>
                      <a:pt x="369" y="661"/>
                    </a:lnTo>
                    <a:lnTo>
                      <a:pt x="367" y="677"/>
                    </a:lnTo>
                    <a:lnTo>
                      <a:pt x="365" y="692"/>
                    </a:lnTo>
                    <a:lnTo>
                      <a:pt x="364" y="708"/>
                    </a:lnTo>
                    <a:lnTo>
                      <a:pt x="361" y="724"/>
                    </a:lnTo>
                    <a:lnTo>
                      <a:pt x="360" y="741"/>
                    </a:lnTo>
                    <a:lnTo>
                      <a:pt x="358" y="756"/>
                    </a:lnTo>
                    <a:lnTo>
                      <a:pt x="356" y="771"/>
                    </a:lnTo>
                    <a:lnTo>
                      <a:pt x="355" y="786"/>
                    </a:lnTo>
                    <a:lnTo>
                      <a:pt x="354" y="799"/>
                    </a:lnTo>
                    <a:lnTo>
                      <a:pt x="353" y="812"/>
                    </a:lnTo>
                    <a:lnTo>
                      <a:pt x="352" y="825"/>
                    </a:lnTo>
                    <a:lnTo>
                      <a:pt x="350" y="836"/>
                    </a:lnTo>
                    <a:lnTo>
                      <a:pt x="349" y="846"/>
                    </a:lnTo>
                    <a:lnTo>
                      <a:pt x="349" y="855"/>
                    </a:lnTo>
                    <a:lnTo>
                      <a:pt x="348" y="862"/>
                    </a:lnTo>
                    <a:lnTo>
                      <a:pt x="348" y="868"/>
                    </a:lnTo>
                    <a:lnTo>
                      <a:pt x="348" y="872"/>
                    </a:lnTo>
                    <a:lnTo>
                      <a:pt x="347" y="876"/>
                    </a:lnTo>
                    <a:lnTo>
                      <a:pt x="0" y="900"/>
                    </a:lnTo>
                    <a:lnTo>
                      <a:pt x="0" y="883"/>
                    </a:lnTo>
                    <a:lnTo>
                      <a:pt x="0" y="866"/>
                    </a:lnTo>
                    <a:lnTo>
                      <a:pt x="1" y="849"/>
                    </a:lnTo>
                    <a:lnTo>
                      <a:pt x="2" y="832"/>
                    </a:lnTo>
                    <a:lnTo>
                      <a:pt x="5" y="815"/>
                    </a:lnTo>
                    <a:lnTo>
                      <a:pt x="7" y="798"/>
                    </a:lnTo>
                    <a:lnTo>
                      <a:pt x="9" y="781"/>
                    </a:lnTo>
                    <a:lnTo>
                      <a:pt x="13" y="764"/>
                    </a:lnTo>
                    <a:lnTo>
                      <a:pt x="17" y="748"/>
                    </a:lnTo>
                    <a:lnTo>
                      <a:pt x="20" y="731"/>
                    </a:lnTo>
                    <a:lnTo>
                      <a:pt x="25" y="714"/>
                    </a:lnTo>
                    <a:lnTo>
                      <a:pt x="30" y="697"/>
                    </a:lnTo>
                    <a:lnTo>
                      <a:pt x="35" y="682"/>
                    </a:lnTo>
                    <a:lnTo>
                      <a:pt x="40" y="665"/>
                    </a:lnTo>
                    <a:lnTo>
                      <a:pt x="46" y="648"/>
                    </a:lnTo>
                    <a:lnTo>
                      <a:pt x="52" y="632"/>
                    </a:lnTo>
                    <a:lnTo>
                      <a:pt x="57" y="615"/>
                    </a:lnTo>
                    <a:lnTo>
                      <a:pt x="63" y="598"/>
                    </a:lnTo>
                    <a:lnTo>
                      <a:pt x="69" y="582"/>
                    </a:lnTo>
                    <a:lnTo>
                      <a:pt x="75" y="565"/>
                    </a:lnTo>
                    <a:lnTo>
                      <a:pt x="81" y="548"/>
                    </a:lnTo>
                    <a:lnTo>
                      <a:pt x="87" y="531"/>
                    </a:lnTo>
                    <a:lnTo>
                      <a:pt x="93" y="515"/>
                    </a:lnTo>
                    <a:lnTo>
                      <a:pt x="99" y="498"/>
                    </a:lnTo>
                    <a:lnTo>
                      <a:pt x="105" y="483"/>
                    </a:lnTo>
                    <a:lnTo>
                      <a:pt x="111" y="466"/>
                    </a:lnTo>
                    <a:lnTo>
                      <a:pt x="116" y="449"/>
                    </a:lnTo>
                    <a:lnTo>
                      <a:pt x="122" y="433"/>
                    </a:lnTo>
                    <a:lnTo>
                      <a:pt x="127" y="416"/>
                    </a:lnTo>
                    <a:lnTo>
                      <a:pt x="132" y="399"/>
                    </a:lnTo>
                    <a:lnTo>
                      <a:pt x="137" y="382"/>
                    </a:lnTo>
                    <a:lnTo>
                      <a:pt x="142" y="365"/>
                    </a:lnTo>
                    <a:lnTo>
                      <a:pt x="144" y="354"/>
                    </a:lnTo>
                    <a:lnTo>
                      <a:pt x="148" y="343"/>
                    </a:lnTo>
                    <a:lnTo>
                      <a:pt x="153" y="332"/>
                    </a:lnTo>
                    <a:lnTo>
                      <a:pt x="157" y="323"/>
                    </a:lnTo>
                    <a:lnTo>
                      <a:pt x="162" y="312"/>
                    </a:lnTo>
                    <a:lnTo>
                      <a:pt x="168" y="301"/>
                    </a:lnTo>
                    <a:lnTo>
                      <a:pt x="174" y="290"/>
                    </a:lnTo>
                    <a:lnTo>
                      <a:pt x="182" y="280"/>
                    </a:lnTo>
                    <a:lnTo>
                      <a:pt x="189" y="269"/>
                    </a:lnTo>
                    <a:lnTo>
                      <a:pt x="196" y="258"/>
                    </a:lnTo>
                    <a:lnTo>
                      <a:pt x="204" y="249"/>
                    </a:lnTo>
                    <a:lnTo>
                      <a:pt x="212" y="238"/>
                    </a:lnTo>
                    <a:lnTo>
                      <a:pt x="221" y="227"/>
                    </a:lnTo>
                    <a:lnTo>
                      <a:pt x="229" y="216"/>
                    </a:lnTo>
                    <a:lnTo>
                      <a:pt x="238" y="205"/>
                    </a:lnTo>
                    <a:lnTo>
                      <a:pt x="247" y="195"/>
                    </a:lnTo>
                    <a:lnTo>
                      <a:pt x="256" y="184"/>
                    </a:lnTo>
                    <a:lnTo>
                      <a:pt x="265" y="172"/>
                    </a:lnTo>
                    <a:lnTo>
                      <a:pt x="274" y="161"/>
                    </a:lnTo>
                    <a:lnTo>
                      <a:pt x="284" y="150"/>
                    </a:lnTo>
                    <a:lnTo>
                      <a:pt x="292" y="140"/>
                    </a:lnTo>
                    <a:lnTo>
                      <a:pt x="302" y="127"/>
                    </a:lnTo>
                    <a:lnTo>
                      <a:pt x="310" y="117"/>
                    </a:lnTo>
                    <a:lnTo>
                      <a:pt x="319" y="104"/>
                    </a:lnTo>
                    <a:lnTo>
                      <a:pt x="327" y="92"/>
                    </a:lnTo>
                    <a:lnTo>
                      <a:pt x="336" y="80"/>
                    </a:lnTo>
                    <a:lnTo>
                      <a:pt x="344" y="67"/>
                    </a:lnTo>
                    <a:lnTo>
                      <a:pt x="353" y="55"/>
                    </a:lnTo>
                    <a:lnTo>
                      <a:pt x="360" y="41"/>
                    </a:lnTo>
                    <a:lnTo>
                      <a:pt x="367" y="28"/>
                    </a:lnTo>
                    <a:lnTo>
                      <a:pt x="375" y="13"/>
                    </a:lnTo>
                    <a:lnTo>
                      <a:pt x="381" y="0"/>
                    </a:lnTo>
                    <a:lnTo>
                      <a:pt x="399" y="515"/>
                    </a:lnTo>
                    <a:close/>
                  </a:path>
                </a:pathLst>
              </a:custGeom>
              <a:solidFill>
                <a:srgbClr val="7F7F7F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469"/>
              <p:cNvSpPr>
                <a:spLocks/>
              </p:cNvSpPr>
              <p:nvPr/>
            </p:nvSpPr>
            <p:spPr bwMode="auto">
              <a:xfrm>
                <a:off x="567" y="1906"/>
                <a:ext cx="15" cy="92"/>
              </a:xfrm>
              <a:custGeom>
                <a:avLst/>
                <a:gdLst>
                  <a:gd name="T0" fmla="*/ 6 w 57"/>
                  <a:gd name="T1" fmla="*/ 363 h 365"/>
                  <a:gd name="T2" fmla="*/ 6 w 57"/>
                  <a:gd name="T3" fmla="*/ 359 h 365"/>
                  <a:gd name="T4" fmla="*/ 8 w 57"/>
                  <a:gd name="T5" fmla="*/ 348 h 365"/>
                  <a:gd name="T6" fmla="*/ 9 w 57"/>
                  <a:gd name="T7" fmla="*/ 332 h 365"/>
                  <a:gd name="T8" fmla="*/ 10 w 57"/>
                  <a:gd name="T9" fmla="*/ 311 h 365"/>
                  <a:gd name="T10" fmla="*/ 12 w 57"/>
                  <a:gd name="T11" fmla="*/ 286 h 365"/>
                  <a:gd name="T12" fmla="*/ 15 w 57"/>
                  <a:gd name="T13" fmla="*/ 257 h 365"/>
                  <a:gd name="T14" fmla="*/ 18 w 57"/>
                  <a:gd name="T15" fmla="*/ 227 h 365"/>
                  <a:gd name="T16" fmla="*/ 22 w 57"/>
                  <a:gd name="T17" fmla="*/ 194 h 365"/>
                  <a:gd name="T18" fmla="*/ 26 w 57"/>
                  <a:gd name="T19" fmla="*/ 163 h 365"/>
                  <a:gd name="T20" fmla="*/ 29 w 57"/>
                  <a:gd name="T21" fmla="*/ 131 h 365"/>
                  <a:gd name="T22" fmla="*/ 34 w 57"/>
                  <a:gd name="T23" fmla="*/ 101 h 365"/>
                  <a:gd name="T24" fmla="*/ 38 w 57"/>
                  <a:gd name="T25" fmla="*/ 73 h 365"/>
                  <a:gd name="T26" fmla="*/ 43 w 57"/>
                  <a:gd name="T27" fmla="*/ 48 h 365"/>
                  <a:gd name="T28" fmla="*/ 48 w 57"/>
                  <a:gd name="T29" fmla="*/ 28 h 365"/>
                  <a:gd name="T30" fmla="*/ 52 w 57"/>
                  <a:gd name="T31" fmla="*/ 12 h 365"/>
                  <a:gd name="T32" fmla="*/ 57 w 57"/>
                  <a:gd name="T33" fmla="*/ 3 h 365"/>
                  <a:gd name="T34" fmla="*/ 50 w 57"/>
                  <a:gd name="T35" fmla="*/ 4 h 365"/>
                  <a:gd name="T36" fmla="*/ 44 w 57"/>
                  <a:gd name="T37" fmla="*/ 17 h 365"/>
                  <a:gd name="T38" fmla="*/ 39 w 57"/>
                  <a:gd name="T39" fmla="*/ 37 h 365"/>
                  <a:gd name="T40" fmla="*/ 35 w 57"/>
                  <a:gd name="T41" fmla="*/ 58 h 365"/>
                  <a:gd name="T42" fmla="*/ 31 w 57"/>
                  <a:gd name="T43" fmla="*/ 85 h 365"/>
                  <a:gd name="T44" fmla="*/ 26 w 57"/>
                  <a:gd name="T45" fmla="*/ 115 h 365"/>
                  <a:gd name="T46" fmla="*/ 22 w 57"/>
                  <a:gd name="T47" fmla="*/ 146 h 365"/>
                  <a:gd name="T48" fmla="*/ 18 w 57"/>
                  <a:gd name="T49" fmla="*/ 177 h 365"/>
                  <a:gd name="T50" fmla="*/ 15 w 57"/>
                  <a:gd name="T51" fmla="*/ 210 h 365"/>
                  <a:gd name="T52" fmla="*/ 11 w 57"/>
                  <a:gd name="T53" fmla="*/ 242 h 365"/>
                  <a:gd name="T54" fmla="*/ 9 w 57"/>
                  <a:gd name="T55" fmla="*/ 271 h 365"/>
                  <a:gd name="T56" fmla="*/ 6 w 57"/>
                  <a:gd name="T57" fmla="*/ 298 h 365"/>
                  <a:gd name="T58" fmla="*/ 4 w 57"/>
                  <a:gd name="T59" fmla="*/ 322 h 365"/>
                  <a:gd name="T60" fmla="*/ 1 w 57"/>
                  <a:gd name="T61" fmla="*/ 341 h 365"/>
                  <a:gd name="T62" fmla="*/ 1 w 57"/>
                  <a:gd name="T63" fmla="*/ 353 h 365"/>
                  <a:gd name="T64" fmla="*/ 0 w 57"/>
                  <a:gd name="T65" fmla="*/ 360 h 365"/>
                  <a:gd name="T66" fmla="*/ 3 w 57"/>
                  <a:gd name="T67" fmla="*/ 359 h 365"/>
                  <a:gd name="T68" fmla="*/ 6 w 57"/>
                  <a:gd name="T69" fmla="*/ 365 h 365"/>
                  <a:gd name="T70" fmla="*/ 3 w 57"/>
                  <a:gd name="T71" fmla="*/ 365 h 36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7"/>
                  <a:gd name="T109" fmla="*/ 0 h 365"/>
                  <a:gd name="T110" fmla="*/ 57 w 57"/>
                  <a:gd name="T111" fmla="*/ 365 h 36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7" h="365">
                    <a:moveTo>
                      <a:pt x="3" y="365"/>
                    </a:moveTo>
                    <a:lnTo>
                      <a:pt x="6" y="363"/>
                    </a:lnTo>
                    <a:lnTo>
                      <a:pt x="6" y="362"/>
                    </a:lnTo>
                    <a:lnTo>
                      <a:pt x="6" y="359"/>
                    </a:lnTo>
                    <a:lnTo>
                      <a:pt x="6" y="354"/>
                    </a:lnTo>
                    <a:lnTo>
                      <a:pt x="8" y="348"/>
                    </a:lnTo>
                    <a:lnTo>
                      <a:pt x="8" y="341"/>
                    </a:lnTo>
                    <a:lnTo>
                      <a:pt x="9" y="332"/>
                    </a:lnTo>
                    <a:lnTo>
                      <a:pt x="9" y="323"/>
                    </a:lnTo>
                    <a:lnTo>
                      <a:pt x="10" y="311"/>
                    </a:lnTo>
                    <a:lnTo>
                      <a:pt x="11" y="298"/>
                    </a:lnTo>
                    <a:lnTo>
                      <a:pt x="12" y="286"/>
                    </a:lnTo>
                    <a:lnTo>
                      <a:pt x="14" y="272"/>
                    </a:lnTo>
                    <a:lnTo>
                      <a:pt x="15" y="257"/>
                    </a:lnTo>
                    <a:lnTo>
                      <a:pt x="17" y="243"/>
                    </a:lnTo>
                    <a:lnTo>
                      <a:pt x="18" y="227"/>
                    </a:lnTo>
                    <a:lnTo>
                      <a:pt x="20" y="211"/>
                    </a:lnTo>
                    <a:lnTo>
                      <a:pt x="22" y="194"/>
                    </a:lnTo>
                    <a:lnTo>
                      <a:pt x="23" y="178"/>
                    </a:lnTo>
                    <a:lnTo>
                      <a:pt x="26" y="163"/>
                    </a:lnTo>
                    <a:lnTo>
                      <a:pt x="28" y="147"/>
                    </a:lnTo>
                    <a:lnTo>
                      <a:pt x="29" y="131"/>
                    </a:lnTo>
                    <a:lnTo>
                      <a:pt x="32" y="115"/>
                    </a:lnTo>
                    <a:lnTo>
                      <a:pt x="34" y="101"/>
                    </a:lnTo>
                    <a:lnTo>
                      <a:pt x="37" y="86"/>
                    </a:lnTo>
                    <a:lnTo>
                      <a:pt x="38" y="73"/>
                    </a:lnTo>
                    <a:lnTo>
                      <a:pt x="40" y="60"/>
                    </a:lnTo>
                    <a:lnTo>
                      <a:pt x="43" y="48"/>
                    </a:lnTo>
                    <a:lnTo>
                      <a:pt x="45" y="37"/>
                    </a:lnTo>
                    <a:lnTo>
                      <a:pt x="48" y="28"/>
                    </a:lnTo>
                    <a:lnTo>
                      <a:pt x="50" y="20"/>
                    </a:lnTo>
                    <a:lnTo>
                      <a:pt x="52" y="12"/>
                    </a:lnTo>
                    <a:lnTo>
                      <a:pt x="55" y="6"/>
                    </a:lnTo>
                    <a:lnTo>
                      <a:pt x="57" y="3"/>
                    </a:lnTo>
                    <a:lnTo>
                      <a:pt x="52" y="0"/>
                    </a:lnTo>
                    <a:lnTo>
                      <a:pt x="50" y="4"/>
                    </a:lnTo>
                    <a:lnTo>
                      <a:pt x="46" y="10"/>
                    </a:lnTo>
                    <a:lnTo>
                      <a:pt x="44" y="17"/>
                    </a:lnTo>
                    <a:lnTo>
                      <a:pt x="42" y="26"/>
                    </a:lnTo>
                    <a:lnTo>
                      <a:pt x="39" y="37"/>
                    </a:lnTo>
                    <a:lnTo>
                      <a:pt x="38" y="48"/>
                    </a:lnTo>
                    <a:lnTo>
                      <a:pt x="35" y="58"/>
                    </a:lnTo>
                    <a:lnTo>
                      <a:pt x="33" y="72"/>
                    </a:lnTo>
                    <a:lnTo>
                      <a:pt x="31" y="85"/>
                    </a:lnTo>
                    <a:lnTo>
                      <a:pt x="28" y="100"/>
                    </a:lnTo>
                    <a:lnTo>
                      <a:pt x="26" y="115"/>
                    </a:lnTo>
                    <a:lnTo>
                      <a:pt x="25" y="130"/>
                    </a:lnTo>
                    <a:lnTo>
                      <a:pt x="22" y="146"/>
                    </a:lnTo>
                    <a:lnTo>
                      <a:pt x="20" y="163"/>
                    </a:lnTo>
                    <a:lnTo>
                      <a:pt x="18" y="177"/>
                    </a:lnTo>
                    <a:lnTo>
                      <a:pt x="16" y="194"/>
                    </a:lnTo>
                    <a:lnTo>
                      <a:pt x="15" y="210"/>
                    </a:lnTo>
                    <a:lnTo>
                      <a:pt x="12" y="226"/>
                    </a:lnTo>
                    <a:lnTo>
                      <a:pt x="11" y="242"/>
                    </a:lnTo>
                    <a:lnTo>
                      <a:pt x="10" y="256"/>
                    </a:lnTo>
                    <a:lnTo>
                      <a:pt x="9" y="271"/>
                    </a:lnTo>
                    <a:lnTo>
                      <a:pt x="8" y="285"/>
                    </a:lnTo>
                    <a:lnTo>
                      <a:pt x="6" y="298"/>
                    </a:lnTo>
                    <a:lnTo>
                      <a:pt x="5" y="311"/>
                    </a:lnTo>
                    <a:lnTo>
                      <a:pt x="4" y="322"/>
                    </a:lnTo>
                    <a:lnTo>
                      <a:pt x="3" y="331"/>
                    </a:lnTo>
                    <a:lnTo>
                      <a:pt x="1" y="341"/>
                    </a:lnTo>
                    <a:lnTo>
                      <a:pt x="1" y="348"/>
                    </a:lnTo>
                    <a:lnTo>
                      <a:pt x="1" y="353"/>
                    </a:lnTo>
                    <a:lnTo>
                      <a:pt x="0" y="358"/>
                    </a:lnTo>
                    <a:lnTo>
                      <a:pt x="0" y="360"/>
                    </a:lnTo>
                    <a:lnTo>
                      <a:pt x="0" y="362"/>
                    </a:lnTo>
                    <a:lnTo>
                      <a:pt x="3" y="359"/>
                    </a:lnTo>
                    <a:lnTo>
                      <a:pt x="3" y="365"/>
                    </a:lnTo>
                    <a:lnTo>
                      <a:pt x="6" y="365"/>
                    </a:lnTo>
                    <a:lnTo>
                      <a:pt x="6" y="363"/>
                    </a:lnTo>
                    <a:lnTo>
                      <a:pt x="3" y="36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470"/>
              <p:cNvSpPr>
                <a:spLocks/>
              </p:cNvSpPr>
              <p:nvPr/>
            </p:nvSpPr>
            <p:spPr bwMode="auto">
              <a:xfrm>
                <a:off x="480" y="1996"/>
                <a:ext cx="88" cy="7"/>
              </a:xfrm>
              <a:custGeom>
                <a:avLst/>
                <a:gdLst>
                  <a:gd name="T0" fmla="*/ 0 w 351"/>
                  <a:gd name="T1" fmla="*/ 27 h 29"/>
                  <a:gd name="T2" fmla="*/ 4 w 351"/>
                  <a:gd name="T3" fmla="*/ 29 h 29"/>
                  <a:gd name="T4" fmla="*/ 351 w 351"/>
                  <a:gd name="T5" fmla="*/ 6 h 29"/>
                  <a:gd name="T6" fmla="*/ 351 w 351"/>
                  <a:gd name="T7" fmla="*/ 0 h 29"/>
                  <a:gd name="T8" fmla="*/ 4 w 351"/>
                  <a:gd name="T9" fmla="*/ 24 h 29"/>
                  <a:gd name="T10" fmla="*/ 6 w 351"/>
                  <a:gd name="T11" fmla="*/ 27 h 29"/>
                  <a:gd name="T12" fmla="*/ 0 w 351"/>
                  <a:gd name="T13" fmla="*/ 27 h 29"/>
                  <a:gd name="T14" fmla="*/ 0 w 351"/>
                  <a:gd name="T15" fmla="*/ 29 h 29"/>
                  <a:gd name="T16" fmla="*/ 4 w 351"/>
                  <a:gd name="T17" fmla="*/ 29 h 29"/>
                  <a:gd name="T18" fmla="*/ 0 w 351"/>
                  <a:gd name="T19" fmla="*/ 27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1"/>
                  <a:gd name="T31" fmla="*/ 0 h 29"/>
                  <a:gd name="T32" fmla="*/ 351 w 351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1" h="29">
                    <a:moveTo>
                      <a:pt x="0" y="27"/>
                    </a:moveTo>
                    <a:lnTo>
                      <a:pt x="4" y="29"/>
                    </a:lnTo>
                    <a:lnTo>
                      <a:pt x="351" y="6"/>
                    </a:lnTo>
                    <a:lnTo>
                      <a:pt x="351" y="0"/>
                    </a:lnTo>
                    <a:lnTo>
                      <a:pt x="4" y="24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4" y="29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31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471"/>
              <p:cNvSpPr>
                <a:spLocks/>
              </p:cNvSpPr>
              <p:nvPr/>
            </p:nvSpPr>
            <p:spPr bwMode="auto">
              <a:xfrm>
                <a:off x="496" y="1868"/>
                <a:ext cx="37" cy="134"/>
              </a:xfrm>
              <a:custGeom>
                <a:avLst/>
                <a:gdLst>
                  <a:gd name="T0" fmla="*/ 142 w 148"/>
                  <a:gd name="T1" fmla="*/ 0 h 535"/>
                  <a:gd name="T2" fmla="*/ 134 w 148"/>
                  <a:gd name="T3" fmla="*/ 33 h 535"/>
                  <a:gd name="T4" fmla="*/ 123 w 148"/>
                  <a:gd name="T5" fmla="*/ 67 h 535"/>
                  <a:gd name="T6" fmla="*/ 112 w 148"/>
                  <a:gd name="T7" fmla="*/ 100 h 535"/>
                  <a:gd name="T8" fmla="*/ 101 w 148"/>
                  <a:gd name="T9" fmla="*/ 133 h 535"/>
                  <a:gd name="T10" fmla="*/ 89 w 148"/>
                  <a:gd name="T11" fmla="*/ 166 h 535"/>
                  <a:gd name="T12" fmla="*/ 77 w 148"/>
                  <a:gd name="T13" fmla="*/ 199 h 535"/>
                  <a:gd name="T14" fmla="*/ 64 w 148"/>
                  <a:gd name="T15" fmla="*/ 233 h 535"/>
                  <a:gd name="T16" fmla="*/ 52 w 148"/>
                  <a:gd name="T17" fmla="*/ 266 h 535"/>
                  <a:gd name="T18" fmla="*/ 41 w 148"/>
                  <a:gd name="T19" fmla="*/ 298 h 535"/>
                  <a:gd name="T20" fmla="*/ 32 w 148"/>
                  <a:gd name="T21" fmla="*/ 331 h 535"/>
                  <a:gd name="T22" fmla="*/ 22 w 148"/>
                  <a:gd name="T23" fmla="*/ 365 h 535"/>
                  <a:gd name="T24" fmla="*/ 13 w 148"/>
                  <a:gd name="T25" fmla="*/ 399 h 535"/>
                  <a:gd name="T26" fmla="*/ 9 w 148"/>
                  <a:gd name="T27" fmla="*/ 433 h 535"/>
                  <a:gd name="T28" fmla="*/ 4 w 148"/>
                  <a:gd name="T29" fmla="*/ 467 h 535"/>
                  <a:gd name="T30" fmla="*/ 1 w 148"/>
                  <a:gd name="T31" fmla="*/ 501 h 535"/>
                  <a:gd name="T32" fmla="*/ 0 w 148"/>
                  <a:gd name="T33" fmla="*/ 535 h 535"/>
                  <a:gd name="T34" fmla="*/ 6 w 148"/>
                  <a:gd name="T35" fmla="*/ 518 h 535"/>
                  <a:gd name="T36" fmla="*/ 7 w 148"/>
                  <a:gd name="T37" fmla="*/ 484 h 535"/>
                  <a:gd name="T38" fmla="*/ 11 w 148"/>
                  <a:gd name="T39" fmla="*/ 450 h 535"/>
                  <a:gd name="T40" fmla="*/ 16 w 148"/>
                  <a:gd name="T41" fmla="*/ 417 h 535"/>
                  <a:gd name="T42" fmla="*/ 23 w 148"/>
                  <a:gd name="T43" fmla="*/ 383 h 535"/>
                  <a:gd name="T44" fmla="*/ 32 w 148"/>
                  <a:gd name="T45" fmla="*/ 350 h 535"/>
                  <a:gd name="T46" fmla="*/ 41 w 148"/>
                  <a:gd name="T47" fmla="*/ 317 h 535"/>
                  <a:gd name="T48" fmla="*/ 52 w 148"/>
                  <a:gd name="T49" fmla="*/ 284 h 535"/>
                  <a:gd name="T50" fmla="*/ 64 w 148"/>
                  <a:gd name="T51" fmla="*/ 251 h 535"/>
                  <a:gd name="T52" fmla="*/ 75 w 148"/>
                  <a:gd name="T53" fmla="*/ 217 h 535"/>
                  <a:gd name="T54" fmla="*/ 87 w 148"/>
                  <a:gd name="T55" fmla="*/ 184 h 535"/>
                  <a:gd name="T56" fmla="*/ 100 w 148"/>
                  <a:gd name="T57" fmla="*/ 150 h 535"/>
                  <a:gd name="T58" fmla="*/ 112 w 148"/>
                  <a:gd name="T59" fmla="*/ 118 h 535"/>
                  <a:gd name="T60" fmla="*/ 124 w 148"/>
                  <a:gd name="T61" fmla="*/ 85 h 535"/>
                  <a:gd name="T62" fmla="*/ 134 w 148"/>
                  <a:gd name="T63" fmla="*/ 51 h 535"/>
                  <a:gd name="T64" fmla="*/ 143 w 148"/>
                  <a:gd name="T65" fmla="*/ 18 h 535"/>
                  <a:gd name="T66" fmla="*/ 148 w 148"/>
                  <a:gd name="T67" fmla="*/ 1 h 5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48"/>
                  <a:gd name="T103" fmla="*/ 0 h 535"/>
                  <a:gd name="T104" fmla="*/ 148 w 148"/>
                  <a:gd name="T105" fmla="*/ 535 h 53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48" h="535">
                    <a:moveTo>
                      <a:pt x="142" y="0"/>
                    </a:moveTo>
                    <a:lnTo>
                      <a:pt x="142" y="0"/>
                    </a:lnTo>
                    <a:lnTo>
                      <a:pt x="138" y="16"/>
                    </a:lnTo>
                    <a:lnTo>
                      <a:pt x="134" y="33"/>
                    </a:lnTo>
                    <a:lnTo>
                      <a:pt x="129" y="50"/>
                    </a:lnTo>
                    <a:lnTo>
                      <a:pt x="123" y="67"/>
                    </a:lnTo>
                    <a:lnTo>
                      <a:pt x="118" y="84"/>
                    </a:lnTo>
                    <a:lnTo>
                      <a:pt x="112" y="100"/>
                    </a:lnTo>
                    <a:lnTo>
                      <a:pt x="106" y="116"/>
                    </a:lnTo>
                    <a:lnTo>
                      <a:pt x="101" y="133"/>
                    </a:lnTo>
                    <a:lnTo>
                      <a:pt x="95" y="149"/>
                    </a:lnTo>
                    <a:lnTo>
                      <a:pt x="89" y="166"/>
                    </a:lnTo>
                    <a:lnTo>
                      <a:pt x="83" y="182"/>
                    </a:lnTo>
                    <a:lnTo>
                      <a:pt x="77" y="199"/>
                    </a:lnTo>
                    <a:lnTo>
                      <a:pt x="71" y="216"/>
                    </a:lnTo>
                    <a:lnTo>
                      <a:pt x="64" y="233"/>
                    </a:lnTo>
                    <a:lnTo>
                      <a:pt x="58" y="249"/>
                    </a:lnTo>
                    <a:lnTo>
                      <a:pt x="52" y="266"/>
                    </a:lnTo>
                    <a:lnTo>
                      <a:pt x="47" y="283"/>
                    </a:lnTo>
                    <a:lnTo>
                      <a:pt x="41" y="298"/>
                    </a:lnTo>
                    <a:lnTo>
                      <a:pt x="37" y="315"/>
                    </a:lnTo>
                    <a:lnTo>
                      <a:pt x="32" y="331"/>
                    </a:lnTo>
                    <a:lnTo>
                      <a:pt x="27" y="348"/>
                    </a:lnTo>
                    <a:lnTo>
                      <a:pt x="22" y="365"/>
                    </a:lnTo>
                    <a:lnTo>
                      <a:pt x="18" y="382"/>
                    </a:lnTo>
                    <a:lnTo>
                      <a:pt x="13" y="399"/>
                    </a:lnTo>
                    <a:lnTo>
                      <a:pt x="11" y="416"/>
                    </a:lnTo>
                    <a:lnTo>
                      <a:pt x="9" y="433"/>
                    </a:lnTo>
                    <a:lnTo>
                      <a:pt x="5" y="450"/>
                    </a:lnTo>
                    <a:lnTo>
                      <a:pt x="4" y="467"/>
                    </a:lnTo>
                    <a:lnTo>
                      <a:pt x="1" y="484"/>
                    </a:lnTo>
                    <a:lnTo>
                      <a:pt x="1" y="501"/>
                    </a:lnTo>
                    <a:lnTo>
                      <a:pt x="0" y="518"/>
                    </a:lnTo>
                    <a:lnTo>
                      <a:pt x="0" y="535"/>
                    </a:lnTo>
                    <a:lnTo>
                      <a:pt x="6" y="535"/>
                    </a:lnTo>
                    <a:lnTo>
                      <a:pt x="6" y="518"/>
                    </a:lnTo>
                    <a:lnTo>
                      <a:pt x="6" y="501"/>
                    </a:lnTo>
                    <a:lnTo>
                      <a:pt x="7" y="484"/>
                    </a:lnTo>
                    <a:lnTo>
                      <a:pt x="9" y="467"/>
                    </a:lnTo>
                    <a:lnTo>
                      <a:pt x="11" y="450"/>
                    </a:lnTo>
                    <a:lnTo>
                      <a:pt x="13" y="433"/>
                    </a:lnTo>
                    <a:lnTo>
                      <a:pt x="16" y="417"/>
                    </a:lnTo>
                    <a:lnTo>
                      <a:pt x="20" y="400"/>
                    </a:lnTo>
                    <a:lnTo>
                      <a:pt x="23" y="383"/>
                    </a:lnTo>
                    <a:lnTo>
                      <a:pt x="28" y="366"/>
                    </a:lnTo>
                    <a:lnTo>
                      <a:pt x="32" y="350"/>
                    </a:lnTo>
                    <a:lnTo>
                      <a:pt x="37" y="334"/>
                    </a:lnTo>
                    <a:lnTo>
                      <a:pt x="41" y="317"/>
                    </a:lnTo>
                    <a:lnTo>
                      <a:pt x="47" y="301"/>
                    </a:lnTo>
                    <a:lnTo>
                      <a:pt x="52" y="284"/>
                    </a:lnTo>
                    <a:lnTo>
                      <a:pt x="58" y="267"/>
                    </a:lnTo>
                    <a:lnTo>
                      <a:pt x="64" y="251"/>
                    </a:lnTo>
                    <a:lnTo>
                      <a:pt x="69" y="234"/>
                    </a:lnTo>
                    <a:lnTo>
                      <a:pt x="75" y="217"/>
                    </a:lnTo>
                    <a:lnTo>
                      <a:pt x="81" y="200"/>
                    </a:lnTo>
                    <a:lnTo>
                      <a:pt x="87" y="184"/>
                    </a:lnTo>
                    <a:lnTo>
                      <a:pt x="94" y="167"/>
                    </a:lnTo>
                    <a:lnTo>
                      <a:pt x="100" y="150"/>
                    </a:lnTo>
                    <a:lnTo>
                      <a:pt x="106" y="135"/>
                    </a:lnTo>
                    <a:lnTo>
                      <a:pt x="112" y="118"/>
                    </a:lnTo>
                    <a:lnTo>
                      <a:pt x="118" y="102"/>
                    </a:lnTo>
                    <a:lnTo>
                      <a:pt x="124" y="85"/>
                    </a:lnTo>
                    <a:lnTo>
                      <a:pt x="129" y="68"/>
                    </a:lnTo>
                    <a:lnTo>
                      <a:pt x="134" y="51"/>
                    </a:lnTo>
                    <a:lnTo>
                      <a:pt x="138" y="35"/>
                    </a:lnTo>
                    <a:lnTo>
                      <a:pt x="143" y="18"/>
                    </a:lnTo>
                    <a:lnTo>
                      <a:pt x="148" y="1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9" name="Freeform 472"/>
              <p:cNvSpPr>
                <a:spLocks/>
              </p:cNvSpPr>
              <p:nvPr/>
            </p:nvSpPr>
            <p:spPr bwMode="auto">
              <a:xfrm>
                <a:off x="532" y="1776"/>
                <a:ext cx="61" cy="92"/>
              </a:xfrm>
              <a:custGeom>
                <a:avLst/>
                <a:gdLst>
                  <a:gd name="T0" fmla="*/ 234 w 245"/>
                  <a:gd name="T1" fmla="*/ 13 h 367"/>
                  <a:gd name="T2" fmla="*/ 220 w 245"/>
                  <a:gd name="T3" fmla="*/ 41 h 367"/>
                  <a:gd name="T4" fmla="*/ 204 w 245"/>
                  <a:gd name="T5" fmla="*/ 67 h 367"/>
                  <a:gd name="T6" fmla="*/ 187 w 245"/>
                  <a:gd name="T7" fmla="*/ 91 h 367"/>
                  <a:gd name="T8" fmla="*/ 170 w 245"/>
                  <a:gd name="T9" fmla="*/ 115 h 367"/>
                  <a:gd name="T10" fmla="*/ 153 w 245"/>
                  <a:gd name="T11" fmla="*/ 139 h 367"/>
                  <a:gd name="T12" fmla="*/ 135 w 245"/>
                  <a:gd name="T13" fmla="*/ 161 h 367"/>
                  <a:gd name="T14" fmla="*/ 117 w 245"/>
                  <a:gd name="T15" fmla="*/ 183 h 367"/>
                  <a:gd name="T16" fmla="*/ 98 w 245"/>
                  <a:gd name="T17" fmla="*/ 205 h 367"/>
                  <a:gd name="T18" fmla="*/ 80 w 245"/>
                  <a:gd name="T19" fmla="*/ 227 h 367"/>
                  <a:gd name="T20" fmla="*/ 63 w 245"/>
                  <a:gd name="T21" fmla="*/ 247 h 367"/>
                  <a:gd name="T22" fmla="*/ 49 w 245"/>
                  <a:gd name="T23" fmla="*/ 269 h 367"/>
                  <a:gd name="T24" fmla="*/ 34 w 245"/>
                  <a:gd name="T25" fmla="*/ 290 h 367"/>
                  <a:gd name="T26" fmla="*/ 22 w 245"/>
                  <a:gd name="T27" fmla="*/ 312 h 367"/>
                  <a:gd name="T28" fmla="*/ 12 w 245"/>
                  <a:gd name="T29" fmla="*/ 332 h 367"/>
                  <a:gd name="T30" fmla="*/ 4 w 245"/>
                  <a:gd name="T31" fmla="*/ 355 h 367"/>
                  <a:gd name="T32" fmla="*/ 6 w 245"/>
                  <a:gd name="T33" fmla="*/ 367 h 367"/>
                  <a:gd name="T34" fmla="*/ 13 w 245"/>
                  <a:gd name="T35" fmla="*/ 345 h 367"/>
                  <a:gd name="T36" fmla="*/ 22 w 245"/>
                  <a:gd name="T37" fmla="*/ 325 h 367"/>
                  <a:gd name="T38" fmla="*/ 33 w 245"/>
                  <a:gd name="T39" fmla="*/ 303 h 367"/>
                  <a:gd name="T40" fmla="*/ 46 w 245"/>
                  <a:gd name="T41" fmla="*/ 282 h 367"/>
                  <a:gd name="T42" fmla="*/ 61 w 245"/>
                  <a:gd name="T43" fmla="*/ 262 h 367"/>
                  <a:gd name="T44" fmla="*/ 76 w 245"/>
                  <a:gd name="T45" fmla="*/ 240 h 367"/>
                  <a:gd name="T46" fmla="*/ 93 w 245"/>
                  <a:gd name="T47" fmla="*/ 219 h 367"/>
                  <a:gd name="T48" fmla="*/ 110 w 245"/>
                  <a:gd name="T49" fmla="*/ 198 h 367"/>
                  <a:gd name="T50" fmla="*/ 129 w 245"/>
                  <a:gd name="T51" fmla="*/ 176 h 367"/>
                  <a:gd name="T52" fmla="*/ 147 w 245"/>
                  <a:gd name="T53" fmla="*/ 153 h 367"/>
                  <a:gd name="T54" fmla="*/ 166 w 245"/>
                  <a:gd name="T55" fmla="*/ 131 h 367"/>
                  <a:gd name="T56" fmla="*/ 183 w 245"/>
                  <a:gd name="T57" fmla="*/ 107 h 367"/>
                  <a:gd name="T58" fmla="*/ 200 w 245"/>
                  <a:gd name="T59" fmla="*/ 82 h 367"/>
                  <a:gd name="T60" fmla="*/ 217 w 245"/>
                  <a:gd name="T61" fmla="*/ 57 h 367"/>
                  <a:gd name="T62" fmla="*/ 232 w 245"/>
                  <a:gd name="T63" fmla="*/ 30 h 367"/>
                  <a:gd name="T64" fmla="*/ 245 w 245"/>
                  <a:gd name="T65" fmla="*/ 2 h 36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5"/>
                  <a:gd name="T100" fmla="*/ 0 h 367"/>
                  <a:gd name="T101" fmla="*/ 245 w 245"/>
                  <a:gd name="T102" fmla="*/ 367 h 36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5" h="367">
                    <a:moveTo>
                      <a:pt x="240" y="0"/>
                    </a:moveTo>
                    <a:lnTo>
                      <a:pt x="234" y="13"/>
                    </a:lnTo>
                    <a:lnTo>
                      <a:pt x="227" y="28"/>
                    </a:lnTo>
                    <a:lnTo>
                      <a:pt x="220" y="41"/>
                    </a:lnTo>
                    <a:lnTo>
                      <a:pt x="212" y="53"/>
                    </a:lnTo>
                    <a:lnTo>
                      <a:pt x="204" y="67"/>
                    </a:lnTo>
                    <a:lnTo>
                      <a:pt x="195" y="79"/>
                    </a:lnTo>
                    <a:lnTo>
                      <a:pt x="187" y="91"/>
                    </a:lnTo>
                    <a:lnTo>
                      <a:pt x="178" y="103"/>
                    </a:lnTo>
                    <a:lnTo>
                      <a:pt x="170" y="115"/>
                    </a:lnTo>
                    <a:lnTo>
                      <a:pt x="161" y="127"/>
                    </a:lnTo>
                    <a:lnTo>
                      <a:pt x="153" y="139"/>
                    </a:lnTo>
                    <a:lnTo>
                      <a:pt x="143" y="150"/>
                    </a:lnTo>
                    <a:lnTo>
                      <a:pt x="135" y="161"/>
                    </a:lnTo>
                    <a:lnTo>
                      <a:pt x="125" y="172"/>
                    </a:lnTo>
                    <a:lnTo>
                      <a:pt x="117" y="183"/>
                    </a:lnTo>
                    <a:lnTo>
                      <a:pt x="107" y="194"/>
                    </a:lnTo>
                    <a:lnTo>
                      <a:pt x="98" y="205"/>
                    </a:lnTo>
                    <a:lnTo>
                      <a:pt x="89" y="216"/>
                    </a:lnTo>
                    <a:lnTo>
                      <a:pt x="80" y="227"/>
                    </a:lnTo>
                    <a:lnTo>
                      <a:pt x="72" y="238"/>
                    </a:lnTo>
                    <a:lnTo>
                      <a:pt x="63" y="247"/>
                    </a:lnTo>
                    <a:lnTo>
                      <a:pt x="56" y="258"/>
                    </a:lnTo>
                    <a:lnTo>
                      <a:pt x="49" y="269"/>
                    </a:lnTo>
                    <a:lnTo>
                      <a:pt x="41" y="279"/>
                    </a:lnTo>
                    <a:lnTo>
                      <a:pt x="34" y="290"/>
                    </a:lnTo>
                    <a:lnTo>
                      <a:pt x="28" y="301"/>
                    </a:lnTo>
                    <a:lnTo>
                      <a:pt x="22" y="312"/>
                    </a:lnTo>
                    <a:lnTo>
                      <a:pt x="17" y="322"/>
                    </a:lnTo>
                    <a:lnTo>
                      <a:pt x="12" y="332"/>
                    </a:lnTo>
                    <a:lnTo>
                      <a:pt x="7" y="344"/>
                    </a:lnTo>
                    <a:lnTo>
                      <a:pt x="4" y="355"/>
                    </a:lnTo>
                    <a:lnTo>
                      <a:pt x="0" y="366"/>
                    </a:lnTo>
                    <a:lnTo>
                      <a:pt x="6" y="367"/>
                    </a:lnTo>
                    <a:lnTo>
                      <a:pt x="10" y="356"/>
                    </a:lnTo>
                    <a:lnTo>
                      <a:pt x="13" y="345"/>
                    </a:lnTo>
                    <a:lnTo>
                      <a:pt x="17" y="335"/>
                    </a:lnTo>
                    <a:lnTo>
                      <a:pt x="22" y="325"/>
                    </a:lnTo>
                    <a:lnTo>
                      <a:pt x="27" y="314"/>
                    </a:lnTo>
                    <a:lnTo>
                      <a:pt x="33" y="303"/>
                    </a:lnTo>
                    <a:lnTo>
                      <a:pt x="39" y="293"/>
                    </a:lnTo>
                    <a:lnTo>
                      <a:pt x="46" y="282"/>
                    </a:lnTo>
                    <a:lnTo>
                      <a:pt x="53" y="272"/>
                    </a:lnTo>
                    <a:lnTo>
                      <a:pt x="61" y="262"/>
                    </a:lnTo>
                    <a:lnTo>
                      <a:pt x="68" y="251"/>
                    </a:lnTo>
                    <a:lnTo>
                      <a:pt x="76" y="240"/>
                    </a:lnTo>
                    <a:lnTo>
                      <a:pt x="85" y="229"/>
                    </a:lnTo>
                    <a:lnTo>
                      <a:pt x="93" y="219"/>
                    </a:lnTo>
                    <a:lnTo>
                      <a:pt x="102" y="208"/>
                    </a:lnTo>
                    <a:lnTo>
                      <a:pt x="110" y="198"/>
                    </a:lnTo>
                    <a:lnTo>
                      <a:pt x="120" y="187"/>
                    </a:lnTo>
                    <a:lnTo>
                      <a:pt x="129" y="176"/>
                    </a:lnTo>
                    <a:lnTo>
                      <a:pt x="138" y="165"/>
                    </a:lnTo>
                    <a:lnTo>
                      <a:pt x="147" y="153"/>
                    </a:lnTo>
                    <a:lnTo>
                      <a:pt x="157" y="142"/>
                    </a:lnTo>
                    <a:lnTo>
                      <a:pt x="166" y="131"/>
                    </a:lnTo>
                    <a:lnTo>
                      <a:pt x="175" y="119"/>
                    </a:lnTo>
                    <a:lnTo>
                      <a:pt x="183" y="107"/>
                    </a:lnTo>
                    <a:lnTo>
                      <a:pt x="192" y="94"/>
                    </a:lnTo>
                    <a:lnTo>
                      <a:pt x="200" y="82"/>
                    </a:lnTo>
                    <a:lnTo>
                      <a:pt x="209" y="69"/>
                    </a:lnTo>
                    <a:lnTo>
                      <a:pt x="217" y="57"/>
                    </a:lnTo>
                    <a:lnTo>
                      <a:pt x="224" y="44"/>
                    </a:lnTo>
                    <a:lnTo>
                      <a:pt x="232" y="30"/>
                    </a:lnTo>
                    <a:lnTo>
                      <a:pt x="239" y="16"/>
                    </a:lnTo>
                    <a:lnTo>
                      <a:pt x="245" y="2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0" name="Freeform 473"/>
              <p:cNvSpPr>
                <a:spLocks/>
              </p:cNvSpPr>
              <p:nvPr/>
            </p:nvSpPr>
            <p:spPr bwMode="auto">
              <a:xfrm>
                <a:off x="584" y="1733"/>
                <a:ext cx="148" cy="212"/>
              </a:xfrm>
              <a:custGeom>
                <a:avLst/>
                <a:gdLst>
                  <a:gd name="T0" fmla="*/ 65 w 589"/>
                  <a:gd name="T1" fmla="*/ 43 h 848"/>
                  <a:gd name="T2" fmla="*/ 76 w 589"/>
                  <a:gd name="T3" fmla="*/ 101 h 848"/>
                  <a:gd name="T4" fmla="*/ 97 w 589"/>
                  <a:gd name="T5" fmla="*/ 151 h 848"/>
                  <a:gd name="T6" fmla="*/ 124 w 589"/>
                  <a:gd name="T7" fmla="*/ 194 h 848"/>
                  <a:gd name="T8" fmla="*/ 156 w 589"/>
                  <a:gd name="T9" fmla="*/ 234 h 848"/>
                  <a:gd name="T10" fmla="*/ 193 w 589"/>
                  <a:gd name="T11" fmla="*/ 271 h 848"/>
                  <a:gd name="T12" fmla="*/ 233 w 589"/>
                  <a:gd name="T13" fmla="*/ 303 h 848"/>
                  <a:gd name="T14" fmla="*/ 274 w 589"/>
                  <a:gd name="T15" fmla="*/ 336 h 848"/>
                  <a:gd name="T16" fmla="*/ 315 w 589"/>
                  <a:gd name="T17" fmla="*/ 369 h 848"/>
                  <a:gd name="T18" fmla="*/ 355 w 589"/>
                  <a:gd name="T19" fmla="*/ 403 h 848"/>
                  <a:gd name="T20" fmla="*/ 393 w 589"/>
                  <a:gd name="T21" fmla="*/ 439 h 848"/>
                  <a:gd name="T22" fmla="*/ 424 w 589"/>
                  <a:gd name="T23" fmla="*/ 474 h 848"/>
                  <a:gd name="T24" fmla="*/ 451 w 589"/>
                  <a:gd name="T25" fmla="*/ 508 h 848"/>
                  <a:gd name="T26" fmla="*/ 475 w 589"/>
                  <a:gd name="T27" fmla="*/ 544 h 848"/>
                  <a:gd name="T28" fmla="*/ 497 w 589"/>
                  <a:gd name="T29" fmla="*/ 579 h 848"/>
                  <a:gd name="T30" fmla="*/ 517 w 589"/>
                  <a:gd name="T31" fmla="*/ 615 h 848"/>
                  <a:gd name="T32" fmla="*/ 534 w 589"/>
                  <a:gd name="T33" fmla="*/ 653 h 848"/>
                  <a:gd name="T34" fmla="*/ 548 w 589"/>
                  <a:gd name="T35" fmla="*/ 690 h 848"/>
                  <a:gd name="T36" fmla="*/ 562 w 589"/>
                  <a:gd name="T37" fmla="*/ 730 h 848"/>
                  <a:gd name="T38" fmla="*/ 574 w 589"/>
                  <a:gd name="T39" fmla="*/ 773 h 848"/>
                  <a:gd name="T40" fmla="*/ 583 w 589"/>
                  <a:gd name="T41" fmla="*/ 816 h 848"/>
                  <a:gd name="T42" fmla="*/ 581 w 589"/>
                  <a:gd name="T43" fmla="*/ 830 h 848"/>
                  <a:gd name="T44" fmla="*/ 555 w 589"/>
                  <a:gd name="T45" fmla="*/ 779 h 848"/>
                  <a:gd name="T46" fmla="*/ 526 w 589"/>
                  <a:gd name="T47" fmla="*/ 731 h 848"/>
                  <a:gd name="T48" fmla="*/ 496 w 589"/>
                  <a:gd name="T49" fmla="*/ 688 h 848"/>
                  <a:gd name="T50" fmla="*/ 465 w 589"/>
                  <a:gd name="T51" fmla="*/ 647 h 848"/>
                  <a:gd name="T52" fmla="*/ 429 w 589"/>
                  <a:gd name="T53" fmla="*/ 608 h 848"/>
                  <a:gd name="T54" fmla="*/ 393 w 589"/>
                  <a:gd name="T55" fmla="*/ 573 h 848"/>
                  <a:gd name="T56" fmla="*/ 353 w 589"/>
                  <a:gd name="T57" fmla="*/ 540 h 848"/>
                  <a:gd name="T58" fmla="*/ 310 w 589"/>
                  <a:gd name="T59" fmla="*/ 510 h 848"/>
                  <a:gd name="T60" fmla="*/ 267 w 589"/>
                  <a:gd name="T61" fmla="*/ 482 h 848"/>
                  <a:gd name="T62" fmla="*/ 219 w 589"/>
                  <a:gd name="T63" fmla="*/ 456 h 848"/>
                  <a:gd name="T64" fmla="*/ 196 w 589"/>
                  <a:gd name="T65" fmla="*/ 449 h 848"/>
                  <a:gd name="T66" fmla="*/ 181 w 589"/>
                  <a:gd name="T67" fmla="*/ 454 h 848"/>
                  <a:gd name="T68" fmla="*/ 160 w 589"/>
                  <a:gd name="T69" fmla="*/ 462 h 848"/>
                  <a:gd name="T70" fmla="*/ 136 w 589"/>
                  <a:gd name="T71" fmla="*/ 474 h 848"/>
                  <a:gd name="T72" fmla="*/ 112 w 589"/>
                  <a:gd name="T73" fmla="*/ 485 h 848"/>
                  <a:gd name="T74" fmla="*/ 92 w 589"/>
                  <a:gd name="T75" fmla="*/ 476 h 848"/>
                  <a:gd name="T76" fmla="*/ 78 w 589"/>
                  <a:gd name="T77" fmla="*/ 431 h 848"/>
                  <a:gd name="T78" fmla="*/ 59 w 589"/>
                  <a:gd name="T79" fmla="*/ 385 h 848"/>
                  <a:gd name="T80" fmla="*/ 41 w 589"/>
                  <a:gd name="T81" fmla="*/ 339 h 848"/>
                  <a:gd name="T82" fmla="*/ 25 w 589"/>
                  <a:gd name="T83" fmla="*/ 293 h 848"/>
                  <a:gd name="T84" fmla="*/ 11 w 589"/>
                  <a:gd name="T85" fmla="*/ 246 h 848"/>
                  <a:gd name="T86" fmla="*/ 2 w 589"/>
                  <a:gd name="T87" fmla="*/ 199 h 848"/>
                  <a:gd name="T88" fmla="*/ 0 w 589"/>
                  <a:gd name="T89" fmla="*/ 153 h 848"/>
                  <a:gd name="T90" fmla="*/ 6 w 589"/>
                  <a:gd name="T91" fmla="*/ 108 h 848"/>
                  <a:gd name="T92" fmla="*/ 22 w 589"/>
                  <a:gd name="T93" fmla="*/ 62 h 848"/>
                  <a:gd name="T94" fmla="*/ 51 w 589"/>
                  <a:gd name="T95" fmla="*/ 16 h 8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89"/>
                  <a:gd name="T145" fmla="*/ 0 h 848"/>
                  <a:gd name="T146" fmla="*/ 589 w 589"/>
                  <a:gd name="T147" fmla="*/ 848 h 84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89" h="848">
                    <a:moveTo>
                      <a:pt x="63" y="0"/>
                    </a:moveTo>
                    <a:lnTo>
                      <a:pt x="63" y="22"/>
                    </a:lnTo>
                    <a:lnTo>
                      <a:pt x="65" y="43"/>
                    </a:lnTo>
                    <a:lnTo>
                      <a:pt x="68" y="63"/>
                    </a:lnTo>
                    <a:lnTo>
                      <a:pt x="71" y="82"/>
                    </a:lnTo>
                    <a:lnTo>
                      <a:pt x="76" y="101"/>
                    </a:lnTo>
                    <a:lnTo>
                      <a:pt x="82" y="118"/>
                    </a:lnTo>
                    <a:lnTo>
                      <a:pt x="90" y="135"/>
                    </a:lnTo>
                    <a:lnTo>
                      <a:pt x="97" y="151"/>
                    </a:lnTo>
                    <a:lnTo>
                      <a:pt x="105" y="165"/>
                    </a:lnTo>
                    <a:lnTo>
                      <a:pt x="114" y="180"/>
                    </a:lnTo>
                    <a:lnTo>
                      <a:pt x="124" y="194"/>
                    </a:lnTo>
                    <a:lnTo>
                      <a:pt x="133" y="208"/>
                    </a:lnTo>
                    <a:lnTo>
                      <a:pt x="144" y="221"/>
                    </a:lnTo>
                    <a:lnTo>
                      <a:pt x="156" y="234"/>
                    </a:lnTo>
                    <a:lnTo>
                      <a:pt x="169" y="246"/>
                    </a:lnTo>
                    <a:lnTo>
                      <a:pt x="181" y="259"/>
                    </a:lnTo>
                    <a:lnTo>
                      <a:pt x="193" y="271"/>
                    </a:lnTo>
                    <a:lnTo>
                      <a:pt x="206" y="282"/>
                    </a:lnTo>
                    <a:lnTo>
                      <a:pt x="219" y="293"/>
                    </a:lnTo>
                    <a:lnTo>
                      <a:pt x="233" y="303"/>
                    </a:lnTo>
                    <a:lnTo>
                      <a:pt x="247" y="314"/>
                    </a:lnTo>
                    <a:lnTo>
                      <a:pt x="261" y="325"/>
                    </a:lnTo>
                    <a:lnTo>
                      <a:pt x="274" y="336"/>
                    </a:lnTo>
                    <a:lnTo>
                      <a:pt x="287" y="347"/>
                    </a:lnTo>
                    <a:lnTo>
                      <a:pt x="302" y="358"/>
                    </a:lnTo>
                    <a:lnTo>
                      <a:pt x="315" y="369"/>
                    </a:lnTo>
                    <a:lnTo>
                      <a:pt x="329" y="380"/>
                    </a:lnTo>
                    <a:lnTo>
                      <a:pt x="343" y="391"/>
                    </a:lnTo>
                    <a:lnTo>
                      <a:pt x="355" y="403"/>
                    </a:lnTo>
                    <a:lnTo>
                      <a:pt x="369" y="415"/>
                    </a:lnTo>
                    <a:lnTo>
                      <a:pt x="381" y="427"/>
                    </a:lnTo>
                    <a:lnTo>
                      <a:pt x="393" y="439"/>
                    </a:lnTo>
                    <a:lnTo>
                      <a:pt x="404" y="451"/>
                    </a:lnTo>
                    <a:lnTo>
                      <a:pt x="415" y="462"/>
                    </a:lnTo>
                    <a:lnTo>
                      <a:pt x="424" y="474"/>
                    </a:lnTo>
                    <a:lnTo>
                      <a:pt x="433" y="485"/>
                    </a:lnTo>
                    <a:lnTo>
                      <a:pt x="443" y="497"/>
                    </a:lnTo>
                    <a:lnTo>
                      <a:pt x="451" y="508"/>
                    </a:lnTo>
                    <a:lnTo>
                      <a:pt x="460" y="519"/>
                    </a:lnTo>
                    <a:lnTo>
                      <a:pt x="468" y="531"/>
                    </a:lnTo>
                    <a:lnTo>
                      <a:pt x="475" y="544"/>
                    </a:lnTo>
                    <a:lnTo>
                      <a:pt x="484" y="554"/>
                    </a:lnTo>
                    <a:lnTo>
                      <a:pt x="491" y="567"/>
                    </a:lnTo>
                    <a:lnTo>
                      <a:pt x="497" y="579"/>
                    </a:lnTo>
                    <a:lnTo>
                      <a:pt x="505" y="591"/>
                    </a:lnTo>
                    <a:lnTo>
                      <a:pt x="511" y="603"/>
                    </a:lnTo>
                    <a:lnTo>
                      <a:pt x="517" y="615"/>
                    </a:lnTo>
                    <a:lnTo>
                      <a:pt x="523" y="627"/>
                    </a:lnTo>
                    <a:lnTo>
                      <a:pt x="529" y="639"/>
                    </a:lnTo>
                    <a:lnTo>
                      <a:pt x="534" y="653"/>
                    </a:lnTo>
                    <a:lnTo>
                      <a:pt x="538" y="665"/>
                    </a:lnTo>
                    <a:lnTo>
                      <a:pt x="543" y="678"/>
                    </a:lnTo>
                    <a:lnTo>
                      <a:pt x="548" y="690"/>
                    </a:lnTo>
                    <a:lnTo>
                      <a:pt x="553" y="704"/>
                    </a:lnTo>
                    <a:lnTo>
                      <a:pt x="558" y="717"/>
                    </a:lnTo>
                    <a:lnTo>
                      <a:pt x="562" y="730"/>
                    </a:lnTo>
                    <a:lnTo>
                      <a:pt x="565" y="745"/>
                    </a:lnTo>
                    <a:lnTo>
                      <a:pt x="570" y="758"/>
                    </a:lnTo>
                    <a:lnTo>
                      <a:pt x="574" y="773"/>
                    </a:lnTo>
                    <a:lnTo>
                      <a:pt x="577" y="787"/>
                    </a:lnTo>
                    <a:lnTo>
                      <a:pt x="580" y="802"/>
                    </a:lnTo>
                    <a:lnTo>
                      <a:pt x="583" y="816"/>
                    </a:lnTo>
                    <a:lnTo>
                      <a:pt x="586" y="832"/>
                    </a:lnTo>
                    <a:lnTo>
                      <a:pt x="589" y="848"/>
                    </a:lnTo>
                    <a:lnTo>
                      <a:pt x="581" y="830"/>
                    </a:lnTo>
                    <a:lnTo>
                      <a:pt x="572" y="813"/>
                    </a:lnTo>
                    <a:lnTo>
                      <a:pt x="564" y="796"/>
                    </a:lnTo>
                    <a:lnTo>
                      <a:pt x="555" y="779"/>
                    </a:lnTo>
                    <a:lnTo>
                      <a:pt x="546" y="763"/>
                    </a:lnTo>
                    <a:lnTo>
                      <a:pt x="536" y="747"/>
                    </a:lnTo>
                    <a:lnTo>
                      <a:pt x="526" y="731"/>
                    </a:lnTo>
                    <a:lnTo>
                      <a:pt x="517" y="717"/>
                    </a:lnTo>
                    <a:lnTo>
                      <a:pt x="507" y="702"/>
                    </a:lnTo>
                    <a:lnTo>
                      <a:pt x="496" y="688"/>
                    </a:lnTo>
                    <a:lnTo>
                      <a:pt x="486" y="673"/>
                    </a:lnTo>
                    <a:lnTo>
                      <a:pt x="475" y="660"/>
                    </a:lnTo>
                    <a:lnTo>
                      <a:pt x="465" y="647"/>
                    </a:lnTo>
                    <a:lnTo>
                      <a:pt x="452" y="633"/>
                    </a:lnTo>
                    <a:lnTo>
                      <a:pt x="441" y="621"/>
                    </a:lnTo>
                    <a:lnTo>
                      <a:pt x="429" y="608"/>
                    </a:lnTo>
                    <a:lnTo>
                      <a:pt x="417" y="596"/>
                    </a:lnTo>
                    <a:lnTo>
                      <a:pt x="405" y="585"/>
                    </a:lnTo>
                    <a:lnTo>
                      <a:pt x="393" y="573"/>
                    </a:lnTo>
                    <a:lnTo>
                      <a:pt x="380" y="562"/>
                    </a:lnTo>
                    <a:lnTo>
                      <a:pt x="366" y="551"/>
                    </a:lnTo>
                    <a:lnTo>
                      <a:pt x="353" y="540"/>
                    </a:lnTo>
                    <a:lnTo>
                      <a:pt x="340" y="529"/>
                    </a:lnTo>
                    <a:lnTo>
                      <a:pt x="325" y="519"/>
                    </a:lnTo>
                    <a:lnTo>
                      <a:pt x="310" y="510"/>
                    </a:lnTo>
                    <a:lnTo>
                      <a:pt x="296" y="500"/>
                    </a:lnTo>
                    <a:lnTo>
                      <a:pt x="281" y="491"/>
                    </a:lnTo>
                    <a:lnTo>
                      <a:pt x="267" y="482"/>
                    </a:lnTo>
                    <a:lnTo>
                      <a:pt x="251" y="473"/>
                    </a:lnTo>
                    <a:lnTo>
                      <a:pt x="235" y="465"/>
                    </a:lnTo>
                    <a:lnTo>
                      <a:pt x="219" y="456"/>
                    </a:lnTo>
                    <a:lnTo>
                      <a:pt x="202" y="449"/>
                    </a:lnTo>
                    <a:lnTo>
                      <a:pt x="200" y="448"/>
                    </a:lnTo>
                    <a:lnTo>
                      <a:pt x="196" y="449"/>
                    </a:lnTo>
                    <a:lnTo>
                      <a:pt x="193" y="449"/>
                    </a:lnTo>
                    <a:lnTo>
                      <a:pt x="187" y="451"/>
                    </a:lnTo>
                    <a:lnTo>
                      <a:pt x="181" y="454"/>
                    </a:lnTo>
                    <a:lnTo>
                      <a:pt x="175" y="456"/>
                    </a:lnTo>
                    <a:lnTo>
                      <a:pt x="167" y="459"/>
                    </a:lnTo>
                    <a:lnTo>
                      <a:pt x="160" y="462"/>
                    </a:lnTo>
                    <a:lnTo>
                      <a:pt x="153" y="466"/>
                    </a:lnTo>
                    <a:lnTo>
                      <a:pt x="144" y="470"/>
                    </a:lnTo>
                    <a:lnTo>
                      <a:pt x="136" y="474"/>
                    </a:lnTo>
                    <a:lnTo>
                      <a:pt x="127" y="478"/>
                    </a:lnTo>
                    <a:lnTo>
                      <a:pt x="119" y="482"/>
                    </a:lnTo>
                    <a:lnTo>
                      <a:pt x="112" y="485"/>
                    </a:lnTo>
                    <a:lnTo>
                      <a:pt x="103" y="489"/>
                    </a:lnTo>
                    <a:lnTo>
                      <a:pt x="96" y="491"/>
                    </a:lnTo>
                    <a:lnTo>
                      <a:pt x="92" y="476"/>
                    </a:lnTo>
                    <a:lnTo>
                      <a:pt x="87" y="461"/>
                    </a:lnTo>
                    <a:lnTo>
                      <a:pt x="82" y="445"/>
                    </a:lnTo>
                    <a:lnTo>
                      <a:pt x="78" y="431"/>
                    </a:lnTo>
                    <a:lnTo>
                      <a:pt x="71" y="415"/>
                    </a:lnTo>
                    <a:lnTo>
                      <a:pt x="65" y="399"/>
                    </a:lnTo>
                    <a:lnTo>
                      <a:pt x="59" y="385"/>
                    </a:lnTo>
                    <a:lnTo>
                      <a:pt x="53" y="369"/>
                    </a:lnTo>
                    <a:lnTo>
                      <a:pt x="47" y="353"/>
                    </a:lnTo>
                    <a:lnTo>
                      <a:pt x="41" y="339"/>
                    </a:lnTo>
                    <a:lnTo>
                      <a:pt x="36" y="323"/>
                    </a:lnTo>
                    <a:lnTo>
                      <a:pt x="30" y="308"/>
                    </a:lnTo>
                    <a:lnTo>
                      <a:pt x="25" y="293"/>
                    </a:lnTo>
                    <a:lnTo>
                      <a:pt x="19" y="277"/>
                    </a:lnTo>
                    <a:lnTo>
                      <a:pt x="16" y="261"/>
                    </a:lnTo>
                    <a:lnTo>
                      <a:pt x="11" y="246"/>
                    </a:lnTo>
                    <a:lnTo>
                      <a:pt x="7" y="231"/>
                    </a:lnTo>
                    <a:lnTo>
                      <a:pt x="5" y="215"/>
                    </a:lnTo>
                    <a:lnTo>
                      <a:pt x="2" y="199"/>
                    </a:lnTo>
                    <a:lnTo>
                      <a:pt x="0" y="185"/>
                    </a:lnTo>
                    <a:lnTo>
                      <a:pt x="0" y="169"/>
                    </a:lnTo>
                    <a:lnTo>
                      <a:pt x="0" y="153"/>
                    </a:lnTo>
                    <a:lnTo>
                      <a:pt x="0" y="139"/>
                    </a:lnTo>
                    <a:lnTo>
                      <a:pt x="2" y="123"/>
                    </a:lnTo>
                    <a:lnTo>
                      <a:pt x="6" y="108"/>
                    </a:lnTo>
                    <a:lnTo>
                      <a:pt x="10" y="92"/>
                    </a:lnTo>
                    <a:lnTo>
                      <a:pt x="16" y="77"/>
                    </a:lnTo>
                    <a:lnTo>
                      <a:pt x="22" y="62"/>
                    </a:lnTo>
                    <a:lnTo>
                      <a:pt x="30" y="46"/>
                    </a:lnTo>
                    <a:lnTo>
                      <a:pt x="40" y="31"/>
                    </a:lnTo>
                    <a:lnTo>
                      <a:pt x="51" y="16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4C4C4C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1" name="Freeform 474"/>
              <p:cNvSpPr>
                <a:spLocks/>
              </p:cNvSpPr>
              <p:nvPr/>
            </p:nvSpPr>
            <p:spPr bwMode="auto">
              <a:xfrm>
                <a:off x="599" y="1733"/>
                <a:ext cx="84" cy="110"/>
              </a:xfrm>
              <a:custGeom>
                <a:avLst/>
                <a:gdLst>
                  <a:gd name="T0" fmla="*/ 334 w 334"/>
                  <a:gd name="T1" fmla="*/ 437 h 442"/>
                  <a:gd name="T2" fmla="*/ 310 w 334"/>
                  <a:gd name="T3" fmla="*/ 413 h 442"/>
                  <a:gd name="T4" fmla="*/ 283 w 334"/>
                  <a:gd name="T5" fmla="*/ 390 h 442"/>
                  <a:gd name="T6" fmla="*/ 257 w 334"/>
                  <a:gd name="T7" fmla="*/ 366 h 442"/>
                  <a:gd name="T8" fmla="*/ 229 w 334"/>
                  <a:gd name="T9" fmla="*/ 345 h 442"/>
                  <a:gd name="T10" fmla="*/ 201 w 334"/>
                  <a:gd name="T11" fmla="*/ 323 h 442"/>
                  <a:gd name="T12" fmla="*/ 174 w 334"/>
                  <a:gd name="T13" fmla="*/ 302 h 442"/>
                  <a:gd name="T14" fmla="*/ 148 w 334"/>
                  <a:gd name="T15" fmla="*/ 279 h 442"/>
                  <a:gd name="T16" fmla="*/ 121 w 334"/>
                  <a:gd name="T17" fmla="*/ 256 h 442"/>
                  <a:gd name="T18" fmla="*/ 97 w 334"/>
                  <a:gd name="T19" fmla="*/ 232 h 442"/>
                  <a:gd name="T20" fmla="*/ 75 w 334"/>
                  <a:gd name="T21" fmla="*/ 206 h 442"/>
                  <a:gd name="T22" fmla="*/ 55 w 334"/>
                  <a:gd name="T23" fmla="*/ 179 h 442"/>
                  <a:gd name="T24" fmla="*/ 38 w 334"/>
                  <a:gd name="T25" fmla="*/ 149 h 442"/>
                  <a:gd name="T26" fmla="*/ 24 w 334"/>
                  <a:gd name="T27" fmla="*/ 117 h 442"/>
                  <a:gd name="T28" fmla="*/ 14 w 334"/>
                  <a:gd name="T29" fmla="*/ 82 h 442"/>
                  <a:gd name="T30" fmla="*/ 7 w 334"/>
                  <a:gd name="T31" fmla="*/ 43 h 442"/>
                  <a:gd name="T32" fmla="*/ 4 w 334"/>
                  <a:gd name="T33" fmla="*/ 0 h 442"/>
                  <a:gd name="T34" fmla="*/ 0 w 334"/>
                  <a:gd name="T35" fmla="*/ 22 h 442"/>
                  <a:gd name="T36" fmla="*/ 4 w 334"/>
                  <a:gd name="T37" fmla="*/ 63 h 442"/>
                  <a:gd name="T38" fmla="*/ 13 w 334"/>
                  <a:gd name="T39" fmla="*/ 101 h 442"/>
                  <a:gd name="T40" fmla="*/ 26 w 334"/>
                  <a:gd name="T41" fmla="*/ 136 h 442"/>
                  <a:gd name="T42" fmla="*/ 42 w 334"/>
                  <a:gd name="T43" fmla="*/ 168 h 442"/>
                  <a:gd name="T44" fmla="*/ 60 w 334"/>
                  <a:gd name="T45" fmla="*/ 196 h 442"/>
                  <a:gd name="T46" fmla="*/ 82 w 334"/>
                  <a:gd name="T47" fmla="*/ 223 h 442"/>
                  <a:gd name="T48" fmla="*/ 105 w 334"/>
                  <a:gd name="T49" fmla="*/ 249 h 442"/>
                  <a:gd name="T50" fmla="*/ 131 w 334"/>
                  <a:gd name="T51" fmla="*/ 272 h 442"/>
                  <a:gd name="T52" fmla="*/ 157 w 334"/>
                  <a:gd name="T53" fmla="*/ 295 h 442"/>
                  <a:gd name="T54" fmla="*/ 184 w 334"/>
                  <a:gd name="T55" fmla="*/ 317 h 442"/>
                  <a:gd name="T56" fmla="*/ 212 w 334"/>
                  <a:gd name="T57" fmla="*/ 339 h 442"/>
                  <a:gd name="T58" fmla="*/ 240 w 334"/>
                  <a:gd name="T59" fmla="*/ 360 h 442"/>
                  <a:gd name="T60" fmla="*/ 266 w 334"/>
                  <a:gd name="T61" fmla="*/ 382 h 442"/>
                  <a:gd name="T62" fmla="*/ 293 w 334"/>
                  <a:gd name="T63" fmla="*/ 405 h 442"/>
                  <a:gd name="T64" fmla="*/ 319 w 334"/>
                  <a:gd name="T65" fmla="*/ 428 h 442"/>
                  <a:gd name="T66" fmla="*/ 331 w 334"/>
                  <a:gd name="T67" fmla="*/ 442 h 4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4"/>
                  <a:gd name="T103" fmla="*/ 0 h 442"/>
                  <a:gd name="T104" fmla="*/ 334 w 334"/>
                  <a:gd name="T105" fmla="*/ 442 h 4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4" h="442">
                    <a:moveTo>
                      <a:pt x="334" y="437"/>
                    </a:moveTo>
                    <a:lnTo>
                      <a:pt x="334" y="437"/>
                    </a:lnTo>
                    <a:lnTo>
                      <a:pt x="322" y="425"/>
                    </a:lnTo>
                    <a:lnTo>
                      <a:pt x="310" y="413"/>
                    </a:lnTo>
                    <a:lnTo>
                      <a:pt x="297" y="400"/>
                    </a:lnTo>
                    <a:lnTo>
                      <a:pt x="283" y="390"/>
                    </a:lnTo>
                    <a:lnTo>
                      <a:pt x="270" y="377"/>
                    </a:lnTo>
                    <a:lnTo>
                      <a:pt x="257" y="366"/>
                    </a:lnTo>
                    <a:lnTo>
                      <a:pt x="242" y="356"/>
                    </a:lnTo>
                    <a:lnTo>
                      <a:pt x="229" y="345"/>
                    </a:lnTo>
                    <a:lnTo>
                      <a:pt x="214" y="334"/>
                    </a:lnTo>
                    <a:lnTo>
                      <a:pt x="201" y="323"/>
                    </a:lnTo>
                    <a:lnTo>
                      <a:pt x="188" y="313"/>
                    </a:lnTo>
                    <a:lnTo>
                      <a:pt x="174" y="302"/>
                    </a:lnTo>
                    <a:lnTo>
                      <a:pt x="160" y="291"/>
                    </a:lnTo>
                    <a:lnTo>
                      <a:pt x="148" y="279"/>
                    </a:lnTo>
                    <a:lnTo>
                      <a:pt x="134" y="268"/>
                    </a:lnTo>
                    <a:lnTo>
                      <a:pt x="121" y="256"/>
                    </a:lnTo>
                    <a:lnTo>
                      <a:pt x="109" y="244"/>
                    </a:lnTo>
                    <a:lnTo>
                      <a:pt x="97" y="232"/>
                    </a:lnTo>
                    <a:lnTo>
                      <a:pt x="86" y="220"/>
                    </a:lnTo>
                    <a:lnTo>
                      <a:pt x="75" y="206"/>
                    </a:lnTo>
                    <a:lnTo>
                      <a:pt x="65" y="193"/>
                    </a:lnTo>
                    <a:lnTo>
                      <a:pt x="55" y="179"/>
                    </a:lnTo>
                    <a:lnTo>
                      <a:pt x="47" y="164"/>
                    </a:lnTo>
                    <a:lnTo>
                      <a:pt x="38" y="149"/>
                    </a:lnTo>
                    <a:lnTo>
                      <a:pt x="31" y="134"/>
                    </a:lnTo>
                    <a:lnTo>
                      <a:pt x="24" y="117"/>
                    </a:lnTo>
                    <a:lnTo>
                      <a:pt x="19" y="100"/>
                    </a:lnTo>
                    <a:lnTo>
                      <a:pt x="14" y="82"/>
                    </a:lnTo>
                    <a:lnTo>
                      <a:pt x="10" y="62"/>
                    </a:lnTo>
                    <a:lnTo>
                      <a:pt x="7" y="43"/>
                    </a:lnTo>
                    <a:lnTo>
                      <a:pt x="6" y="2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2" y="44"/>
                    </a:lnTo>
                    <a:lnTo>
                      <a:pt x="4" y="63"/>
                    </a:lnTo>
                    <a:lnTo>
                      <a:pt x="8" y="83"/>
                    </a:lnTo>
                    <a:lnTo>
                      <a:pt x="13" y="101"/>
                    </a:lnTo>
                    <a:lnTo>
                      <a:pt x="19" y="119"/>
                    </a:lnTo>
                    <a:lnTo>
                      <a:pt x="26" y="136"/>
                    </a:lnTo>
                    <a:lnTo>
                      <a:pt x="34" y="152"/>
                    </a:lnTo>
                    <a:lnTo>
                      <a:pt x="42" y="168"/>
                    </a:lnTo>
                    <a:lnTo>
                      <a:pt x="51" y="182"/>
                    </a:lnTo>
                    <a:lnTo>
                      <a:pt x="60" y="196"/>
                    </a:lnTo>
                    <a:lnTo>
                      <a:pt x="71" y="210"/>
                    </a:lnTo>
                    <a:lnTo>
                      <a:pt x="82" y="223"/>
                    </a:lnTo>
                    <a:lnTo>
                      <a:pt x="93" y="236"/>
                    </a:lnTo>
                    <a:lnTo>
                      <a:pt x="105" y="249"/>
                    </a:lnTo>
                    <a:lnTo>
                      <a:pt x="117" y="261"/>
                    </a:lnTo>
                    <a:lnTo>
                      <a:pt x="131" y="272"/>
                    </a:lnTo>
                    <a:lnTo>
                      <a:pt x="143" y="284"/>
                    </a:lnTo>
                    <a:lnTo>
                      <a:pt x="157" y="295"/>
                    </a:lnTo>
                    <a:lnTo>
                      <a:pt x="171" y="306"/>
                    </a:lnTo>
                    <a:lnTo>
                      <a:pt x="184" y="317"/>
                    </a:lnTo>
                    <a:lnTo>
                      <a:pt x="199" y="328"/>
                    </a:lnTo>
                    <a:lnTo>
                      <a:pt x="212" y="339"/>
                    </a:lnTo>
                    <a:lnTo>
                      <a:pt x="225" y="350"/>
                    </a:lnTo>
                    <a:lnTo>
                      <a:pt x="240" y="360"/>
                    </a:lnTo>
                    <a:lnTo>
                      <a:pt x="253" y="371"/>
                    </a:lnTo>
                    <a:lnTo>
                      <a:pt x="266" y="382"/>
                    </a:lnTo>
                    <a:lnTo>
                      <a:pt x="280" y="393"/>
                    </a:lnTo>
                    <a:lnTo>
                      <a:pt x="293" y="405"/>
                    </a:lnTo>
                    <a:lnTo>
                      <a:pt x="305" y="416"/>
                    </a:lnTo>
                    <a:lnTo>
                      <a:pt x="319" y="428"/>
                    </a:lnTo>
                    <a:lnTo>
                      <a:pt x="331" y="442"/>
                    </a:lnTo>
                    <a:lnTo>
                      <a:pt x="334" y="43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2" name="Freeform 475"/>
              <p:cNvSpPr>
                <a:spLocks/>
              </p:cNvSpPr>
              <p:nvPr/>
            </p:nvSpPr>
            <p:spPr bwMode="auto">
              <a:xfrm>
                <a:off x="682" y="1842"/>
                <a:ext cx="51" cy="108"/>
              </a:xfrm>
              <a:custGeom>
                <a:avLst/>
                <a:gdLst>
                  <a:gd name="T0" fmla="*/ 200 w 204"/>
                  <a:gd name="T1" fmla="*/ 410 h 430"/>
                  <a:gd name="T2" fmla="*/ 194 w 204"/>
                  <a:gd name="T3" fmla="*/ 379 h 430"/>
                  <a:gd name="T4" fmla="*/ 188 w 204"/>
                  <a:gd name="T5" fmla="*/ 349 h 430"/>
                  <a:gd name="T6" fmla="*/ 180 w 204"/>
                  <a:gd name="T7" fmla="*/ 321 h 430"/>
                  <a:gd name="T8" fmla="*/ 173 w 204"/>
                  <a:gd name="T9" fmla="*/ 293 h 430"/>
                  <a:gd name="T10" fmla="*/ 163 w 204"/>
                  <a:gd name="T11" fmla="*/ 265 h 430"/>
                  <a:gd name="T12" fmla="*/ 155 w 204"/>
                  <a:gd name="T13" fmla="*/ 240 h 430"/>
                  <a:gd name="T14" fmla="*/ 144 w 204"/>
                  <a:gd name="T15" fmla="*/ 214 h 430"/>
                  <a:gd name="T16" fmla="*/ 133 w 204"/>
                  <a:gd name="T17" fmla="*/ 189 h 430"/>
                  <a:gd name="T18" fmla="*/ 121 w 204"/>
                  <a:gd name="T19" fmla="*/ 165 h 430"/>
                  <a:gd name="T20" fmla="*/ 108 w 204"/>
                  <a:gd name="T21" fmla="*/ 140 h 430"/>
                  <a:gd name="T22" fmla="*/ 94 w 204"/>
                  <a:gd name="T23" fmla="*/ 116 h 430"/>
                  <a:gd name="T24" fmla="*/ 79 w 204"/>
                  <a:gd name="T25" fmla="*/ 93 h 430"/>
                  <a:gd name="T26" fmla="*/ 62 w 204"/>
                  <a:gd name="T27" fmla="*/ 69 h 430"/>
                  <a:gd name="T28" fmla="*/ 43 w 204"/>
                  <a:gd name="T29" fmla="*/ 47 h 430"/>
                  <a:gd name="T30" fmla="*/ 24 w 204"/>
                  <a:gd name="T31" fmla="*/ 23 h 430"/>
                  <a:gd name="T32" fmla="*/ 3 w 204"/>
                  <a:gd name="T33" fmla="*/ 0 h 430"/>
                  <a:gd name="T34" fmla="*/ 9 w 204"/>
                  <a:gd name="T35" fmla="*/ 16 h 430"/>
                  <a:gd name="T36" fmla="*/ 30 w 204"/>
                  <a:gd name="T37" fmla="*/ 39 h 430"/>
                  <a:gd name="T38" fmla="*/ 48 w 204"/>
                  <a:gd name="T39" fmla="*/ 62 h 430"/>
                  <a:gd name="T40" fmla="*/ 65 w 204"/>
                  <a:gd name="T41" fmla="*/ 85 h 430"/>
                  <a:gd name="T42" fmla="*/ 81 w 204"/>
                  <a:gd name="T43" fmla="*/ 108 h 430"/>
                  <a:gd name="T44" fmla="*/ 97 w 204"/>
                  <a:gd name="T45" fmla="*/ 131 h 430"/>
                  <a:gd name="T46" fmla="*/ 110 w 204"/>
                  <a:gd name="T47" fmla="*/ 155 h 430"/>
                  <a:gd name="T48" fmla="*/ 122 w 204"/>
                  <a:gd name="T49" fmla="*/ 179 h 430"/>
                  <a:gd name="T50" fmla="*/ 134 w 204"/>
                  <a:gd name="T51" fmla="*/ 204 h 430"/>
                  <a:gd name="T52" fmla="*/ 144 w 204"/>
                  <a:gd name="T53" fmla="*/ 229 h 430"/>
                  <a:gd name="T54" fmla="*/ 154 w 204"/>
                  <a:gd name="T55" fmla="*/ 254 h 430"/>
                  <a:gd name="T56" fmla="*/ 162 w 204"/>
                  <a:gd name="T57" fmla="*/ 281 h 430"/>
                  <a:gd name="T58" fmla="*/ 171 w 204"/>
                  <a:gd name="T59" fmla="*/ 308 h 430"/>
                  <a:gd name="T60" fmla="*/ 178 w 204"/>
                  <a:gd name="T61" fmla="*/ 337 h 430"/>
                  <a:gd name="T62" fmla="*/ 185 w 204"/>
                  <a:gd name="T63" fmla="*/ 366 h 430"/>
                  <a:gd name="T64" fmla="*/ 191 w 204"/>
                  <a:gd name="T65" fmla="*/ 395 h 430"/>
                  <a:gd name="T66" fmla="*/ 200 w 204"/>
                  <a:gd name="T67" fmla="*/ 410 h 430"/>
                  <a:gd name="T68" fmla="*/ 204 w 204"/>
                  <a:gd name="T69" fmla="*/ 430 h 430"/>
                  <a:gd name="T70" fmla="*/ 195 w 204"/>
                  <a:gd name="T71" fmla="*/ 412 h 43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4"/>
                  <a:gd name="T109" fmla="*/ 0 h 430"/>
                  <a:gd name="T110" fmla="*/ 204 w 204"/>
                  <a:gd name="T111" fmla="*/ 430 h 43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4" h="430">
                    <a:moveTo>
                      <a:pt x="195" y="412"/>
                    </a:moveTo>
                    <a:lnTo>
                      <a:pt x="200" y="410"/>
                    </a:lnTo>
                    <a:lnTo>
                      <a:pt x="197" y="395"/>
                    </a:lnTo>
                    <a:lnTo>
                      <a:pt x="194" y="379"/>
                    </a:lnTo>
                    <a:lnTo>
                      <a:pt x="190" y="364"/>
                    </a:lnTo>
                    <a:lnTo>
                      <a:pt x="188" y="349"/>
                    </a:lnTo>
                    <a:lnTo>
                      <a:pt x="184" y="334"/>
                    </a:lnTo>
                    <a:lnTo>
                      <a:pt x="180" y="321"/>
                    </a:lnTo>
                    <a:lnTo>
                      <a:pt x="177" y="307"/>
                    </a:lnTo>
                    <a:lnTo>
                      <a:pt x="173" y="293"/>
                    </a:lnTo>
                    <a:lnTo>
                      <a:pt x="168" y="279"/>
                    </a:lnTo>
                    <a:lnTo>
                      <a:pt x="163" y="265"/>
                    </a:lnTo>
                    <a:lnTo>
                      <a:pt x="160" y="252"/>
                    </a:lnTo>
                    <a:lnTo>
                      <a:pt x="155" y="240"/>
                    </a:lnTo>
                    <a:lnTo>
                      <a:pt x="150" y="227"/>
                    </a:lnTo>
                    <a:lnTo>
                      <a:pt x="144" y="214"/>
                    </a:lnTo>
                    <a:lnTo>
                      <a:pt x="139" y="201"/>
                    </a:lnTo>
                    <a:lnTo>
                      <a:pt x="133" y="189"/>
                    </a:lnTo>
                    <a:lnTo>
                      <a:pt x="127" y="177"/>
                    </a:lnTo>
                    <a:lnTo>
                      <a:pt x="121" y="165"/>
                    </a:lnTo>
                    <a:lnTo>
                      <a:pt x="115" y="153"/>
                    </a:lnTo>
                    <a:lnTo>
                      <a:pt x="108" y="140"/>
                    </a:lnTo>
                    <a:lnTo>
                      <a:pt x="102" y="128"/>
                    </a:lnTo>
                    <a:lnTo>
                      <a:pt x="94" y="116"/>
                    </a:lnTo>
                    <a:lnTo>
                      <a:pt x="86" y="104"/>
                    </a:lnTo>
                    <a:lnTo>
                      <a:pt x="79" y="93"/>
                    </a:lnTo>
                    <a:lnTo>
                      <a:pt x="70" y="81"/>
                    </a:lnTo>
                    <a:lnTo>
                      <a:pt x="62" y="69"/>
                    </a:lnTo>
                    <a:lnTo>
                      <a:pt x="53" y="58"/>
                    </a:lnTo>
                    <a:lnTo>
                      <a:pt x="43" y="47"/>
                    </a:lnTo>
                    <a:lnTo>
                      <a:pt x="34" y="35"/>
                    </a:lnTo>
                    <a:lnTo>
                      <a:pt x="24" y="23"/>
                    </a:lnTo>
                    <a:lnTo>
                      <a:pt x="14" y="12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9" y="16"/>
                    </a:lnTo>
                    <a:lnTo>
                      <a:pt x="20" y="28"/>
                    </a:lnTo>
                    <a:lnTo>
                      <a:pt x="30" y="39"/>
                    </a:lnTo>
                    <a:lnTo>
                      <a:pt x="40" y="50"/>
                    </a:lnTo>
                    <a:lnTo>
                      <a:pt x="48" y="62"/>
                    </a:lnTo>
                    <a:lnTo>
                      <a:pt x="57" y="73"/>
                    </a:lnTo>
                    <a:lnTo>
                      <a:pt x="65" y="85"/>
                    </a:lnTo>
                    <a:lnTo>
                      <a:pt x="74" y="96"/>
                    </a:lnTo>
                    <a:lnTo>
                      <a:pt x="81" y="108"/>
                    </a:lnTo>
                    <a:lnTo>
                      <a:pt x="89" y="120"/>
                    </a:lnTo>
                    <a:lnTo>
                      <a:pt x="97" y="131"/>
                    </a:lnTo>
                    <a:lnTo>
                      <a:pt x="103" y="143"/>
                    </a:lnTo>
                    <a:lnTo>
                      <a:pt x="110" y="155"/>
                    </a:lnTo>
                    <a:lnTo>
                      <a:pt x="116" y="167"/>
                    </a:lnTo>
                    <a:lnTo>
                      <a:pt x="122" y="179"/>
                    </a:lnTo>
                    <a:lnTo>
                      <a:pt x="128" y="191"/>
                    </a:lnTo>
                    <a:lnTo>
                      <a:pt x="134" y="204"/>
                    </a:lnTo>
                    <a:lnTo>
                      <a:pt x="139" y="217"/>
                    </a:lnTo>
                    <a:lnTo>
                      <a:pt x="144" y="229"/>
                    </a:lnTo>
                    <a:lnTo>
                      <a:pt x="149" y="241"/>
                    </a:lnTo>
                    <a:lnTo>
                      <a:pt x="154" y="254"/>
                    </a:lnTo>
                    <a:lnTo>
                      <a:pt x="159" y="268"/>
                    </a:lnTo>
                    <a:lnTo>
                      <a:pt x="162" y="281"/>
                    </a:lnTo>
                    <a:lnTo>
                      <a:pt x="167" y="294"/>
                    </a:lnTo>
                    <a:lnTo>
                      <a:pt x="171" y="308"/>
                    </a:lnTo>
                    <a:lnTo>
                      <a:pt x="174" y="322"/>
                    </a:lnTo>
                    <a:lnTo>
                      <a:pt x="178" y="337"/>
                    </a:lnTo>
                    <a:lnTo>
                      <a:pt x="182" y="351"/>
                    </a:lnTo>
                    <a:lnTo>
                      <a:pt x="185" y="366"/>
                    </a:lnTo>
                    <a:lnTo>
                      <a:pt x="189" y="381"/>
                    </a:lnTo>
                    <a:lnTo>
                      <a:pt x="191" y="395"/>
                    </a:lnTo>
                    <a:lnTo>
                      <a:pt x="195" y="411"/>
                    </a:lnTo>
                    <a:lnTo>
                      <a:pt x="200" y="410"/>
                    </a:lnTo>
                    <a:lnTo>
                      <a:pt x="195" y="412"/>
                    </a:lnTo>
                    <a:lnTo>
                      <a:pt x="204" y="430"/>
                    </a:lnTo>
                    <a:lnTo>
                      <a:pt x="200" y="410"/>
                    </a:lnTo>
                    <a:lnTo>
                      <a:pt x="195" y="41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476"/>
              <p:cNvSpPr>
                <a:spLocks/>
              </p:cNvSpPr>
              <p:nvPr/>
            </p:nvSpPr>
            <p:spPr bwMode="auto">
              <a:xfrm>
                <a:off x="635" y="1844"/>
                <a:ext cx="97" cy="101"/>
              </a:xfrm>
              <a:custGeom>
                <a:avLst/>
                <a:gdLst>
                  <a:gd name="T0" fmla="*/ 0 w 391"/>
                  <a:gd name="T1" fmla="*/ 4 h 402"/>
                  <a:gd name="T2" fmla="*/ 33 w 391"/>
                  <a:gd name="T3" fmla="*/ 20 h 402"/>
                  <a:gd name="T4" fmla="*/ 63 w 391"/>
                  <a:gd name="T5" fmla="*/ 37 h 402"/>
                  <a:gd name="T6" fmla="*/ 94 w 391"/>
                  <a:gd name="T7" fmla="*/ 55 h 402"/>
                  <a:gd name="T8" fmla="*/ 123 w 391"/>
                  <a:gd name="T9" fmla="*/ 75 h 402"/>
                  <a:gd name="T10" fmla="*/ 151 w 391"/>
                  <a:gd name="T11" fmla="*/ 95 h 402"/>
                  <a:gd name="T12" fmla="*/ 176 w 391"/>
                  <a:gd name="T13" fmla="*/ 116 h 402"/>
                  <a:gd name="T14" fmla="*/ 202 w 391"/>
                  <a:gd name="T15" fmla="*/ 139 h 402"/>
                  <a:gd name="T16" fmla="*/ 226 w 391"/>
                  <a:gd name="T17" fmla="*/ 163 h 402"/>
                  <a:gd name="T18" fmla="*/ 250 w 391"/>
                  <a:gd name="T19" fmla="*/ 189 h 402"/>
                  <a:gd name="T20" fmla="*/ 272 w 391"/>
                  <a:gd name="T21" fmla="*/ 214 h 402"/>
                  <a:gd name="T22" fmla="*/ 293 w 391"/>
                  <a:gd name="T23" fmla="*/ 242 h 402"/>
                  <a:gd name="T24" fmla="*/ 313 w 391"/>
                  <a:gd name="T25" fmla="*/ 271 h 402"/>
                  <a:gd name="T26" fmla="*/ 333 w 391"/>
                  <a:gd name="T27" fmla="*/ 301 h 402"/>
                  <a:gd name="T28" fmla="*/ 352 w 391"/>
                  <a:gd name="T29" fmla="*/ 333 h 402"/>
                  <a:gd name="T30" fmla="*/ 369 w 391"/>
                  <a:gd name="T31" fmla="*/ 367 h 402"/>
                  <a:gd name="T32" fmla="*/ 386 w 391"/>
                  <a:gd name="T33" fmla="*/ 402 h 402"/>
                  <a:gd name="T34" fmla="*/ 382 w 391"/>
                  <a:gd name="T35" fmla="*/ 381 h 402"/>
                  <a:gd name="T36" fmla="*/ 365 w 391"/>
                  <a:gd name="T37" fmla="*/ 347 h 402"/>
                  <a:gd name="T38" fmla="*/ 347 w 391"/>
                  <a:gd name="T39" fmla="*/ 315 h 402"/>
                  <a:gd name="T40" fmla="*/ 328 w 391"/>
                  <a:gd name="T41" fmla="*/ 283 h 402"/>
                  <a:gd name="T42" fmla="*/ 308 w 391"/>
                  <a:gd name="T43" fmla="*/ 253 h 402"/>
                  <a:gd name="T44" fmla="*/ 288 w 391"/>
                  <a:gd name="T45" fmla="*/ 225 h 402"/>
                  <a:gd name="T46" fmla="*/ 265 w 391"/>
                  <a:gd name="T47" fmla="*/ 197 h 402"/>
                  <a:gd name="T48" fmla="*/ 242 w 391"/>
                  <a:gd name="T49" fmla="*/ 172 h 402"/>
                  <a:gd name="T50" fmla="*/ 219 w 391"/>
                  <a:gd name="T51" fmla="*/ 147 h 402"/>
                  <a:gd name="T52" fmla="*/ 193 w 391"/>
                  <a:gd name="T53" fmla="*/ 123 h 402"/>
                  <a:gd name="T54" fmla="*/ 166 w 391"/>
                  <a:gd name="T55" fmla="*/ 101 h 402"/>
                  <a:gd name="T56" fmla="*/ 140 w 391"/>
                  <a:gd name="T57" fmla="*/ 80 h 402"/>
                  <a:gd name="T58" fmla="*/ 111 w 391"/>
                  <a:gd name="T59" fmla="*/ 60 h 402"/>
                  <a:gd name="T60" fmla="*/ 82 w 391"/>
                  <a:gd name="T61" fmla="*/ 42 h 402"/>
                  <a:gd name="T62" fmla="*/ 51 w 391"/>
                  <a:gd name="T63" fmla="*/ 24 h 402"/>
                  <a:gd name="T64" fmla="*/ 20 w 391"/>
                  <a:gd name="T65" fmla="*/ 7 h 402"/>
                  <a:gd name="T66" fmla="*/ 3 w 391"/>
                  <a:gd name="T67" fmla="*/ 0 h 4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1"/>
                  <a:gd name="T103" fmla="*/ 0 h 402"/>
                  <a:gd name="T104" fmla="*/ 391 w 391"/>
                  <a:gd name="T105" fmla="*/ 402 h 4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1" h="402">
                    <a:moveTo>
                      <a:pt x="0" y="4"/>
                    </a:moveTo>
                    <a:lnTo>
                      <a:pt x="0" y="4"/>
                    </a:lnTo>
                    <a:lnTo>
                      <a:pt x="17" y="12"/>
                    </a:lnTo>
                    <a:lnTo>
                      <a:pt x="33" y="20"/>
                    </a:lnTo>
                    <a:lnTo>
                      <a:pt x="49" y="29"/>
                    </a:lnTo>
                    <a:lnTo>
                      <a:pt x="63" y="37"/>
                    </a:lnTo>
                    <a:lnTo>
                      <a:pt x="78" y="47"/>
                    </a:lnTo>
                    <a:lnTo>
                      <a:pt x="94" y="55"/>
                    </a:lnTo>
                    <a:lnTo>
                      <a:pt x="108" y="65"/>
                    </a:lnTo>
                    <a:lnTo>
                      <a:pt x="123" y="75"/>
                    </a:lnTo>
                    <a:lnTo>
                      <a:pt x="136" y="84"/>
                    </a:lnTo>
                    <a:lnTo>
                      <a:pt x="151" y="95"/>
                    </a:lnTo>
                    <a:lnTo>
                      <a:pt x="164" y="105"/>
                    </a:lnTo>
                    <a:lnTo>
                      <a:pt x="176" y="116"/>
                    </a:lnTo>
                    <a:lnTo>
                      <a:pt x="190" y="128"/>
                    </a:lnTo>
                    <a:lnTo>
                      <a:pt x="202" y="139"/>
                    </a:lnTo>
                    <a:lnTo>
                      <a:pt x="215" y="151"/>
                    </a:lnTo>
                    <a:lnTo>
                      <a:pt x="226" y="163"/>
                    </a:lnTo>
                    <a:lnTo>
                      <a:pt x="238" y="175"/>
                    </a:lnTo>
                    <a:lnTo>
                      <a:pt x="250" y="189"/>
                    </a:lnTo>
                    <a:lnTo>
                      <a:pt x="261" y="202"/>
                    </a:lnTo>
                    <a:lnTo>
                      <a:pt x="272" y="214"/>
                    </a:lnTo>
                    <a:lnTo>
                      <a:pt x="283" y="229"/>
                    </a:lnTo>
                    <a:lnTo>
                      <a:pt x="293" y="242"/>
                    </a:lnTo>
                    <a:lnTo>
                      <a:pt x="304" y="257"/>
                    </a:lnTo>
                    <a:lnTo>
                      <a:pt x="313" y="271"/>
                    </a:lnTo>
                    <a:lnTo>
                      <a:pt x="323" y="287"/>
                    </a:lnTo>
                    <a:lnTo>
                      <a:pt x="333" y="301"/>
                    </a:lnTo>
                    <a:lnTo>
                      <a:pt x="342" y="317"/>
                    </a:lnTo>
                    <a:lnTo>
                      <a:pt x="352" y="333"/>
                    </a:lnTo>
                    <a:lnTo>
                      <a:pt x="361" y="350"/>
                    </a:lnTo>
                    <a:lnTo>
                      <a:pt x="369" y="367"/>
                    </a:lnTo>
                    <a:lnTo>
                      <a:pt x="378" y="384"/>
                    </a:lnTo>
                    <a:lnTo>
                      <a:pt x="386" y="402"/>
                    </a:lnTo>
                    <a:lnTo>
                      <a:pt x="391" y="400"/>
                    </a:lnTo>
                    <a:lnTo>
                      <a:pt x="382" y="381"/>
                    </a:lnTo>
                    <a:lnTo>
                      <a:pt x="374" y="364"/>
                    </a:lnTo>
                    <a:lnTo>
                      <a:pt x="365" y="347"/>
                    </a:lnTo>
                    <a:lnTo>
                      <a:pt x="357" y="331"/>
                    </a:lnTo>
                    <a:lnTo>
                      <a:pt x="347" y="315"/>
                    </a:lnTo>
                    <a:lnTo>
                      <a:pt x="337" y="299"/>
                    </a:lnTo>
                    <a:lnTo>
                      <a:pt x="328" y="283"/>
                    </a:lnTo>
                    <a:lnTo>
                      <a:pt x="318" y="267"/>
                    </a:lnTo>
                    <a:lnTo>
                      <a:pt x="308" y="253"/>
                    </a:lnTo>
                    <a:lnTo>
                      <a:pt x="297" y="238"/>
                    </a:lnTo>
                    <a:lnTo>
                      <a:pt x="288" y="225"/>
                    </a:lnTo>
                    <a:lnTo>
                      <a:pt x="276" y="212"/>
                    </a:lnTo>
                    <a:lnTo>
                      <a:pt x="265" y="197"/>
                    </a:lnTo>
                    <a:lnTo>
                      <a:pt x="254" y="185"/>
                    </a:lnTo>
                    <a:lnTo>
                      <a:pt x="242" y="172"/>
                    </a:lnTo>
                    <a:lnTo>
                      <a:pt x="231" y="160"/>
                    </a:lnTo>
                    <a:lnTo>
                      <a:pt x="219" y="147"/>
                    </a:lnTo>
                    <a:lnTo>
                      <a:pt x="206" y="135"/>
                    </a:lnTo>
                    <a:lnTo>
                      <a:pt x="193" y="123"/>
                    </a:lnTo>
                    <a:lnTo>
                      <a:pt x="181" y="112"/>
                    </a:lnTo>
                    <a:lnTo>
                      <a:pt x="166" y="101"/>
                    </a:lnTo>
                    <a:lnTo>
                      <a:pt x="153" y="90"/>
                    </a:lnTo>
                    <a:lnTo>
                      <a:pt x="140" y="80"/>
                    </a:lnTo>
                    <a:lnTo>
                      <a:pt x="125" y="70"/>
                    </a:lnTo>
                    <a:lnTo>
                      <a:pt x="111" y="60"/>
                    </a:lnTo>
                    <a:lnTo>
                      <a:pt x="96" y="50"/>
                    </a:lnTo>
                    <a:lnTo>
                      <a:pt x="82" y="42"/>
                    </a:lnTo>
                    <a:lnTo>
                      <a:pt x="67" y="32"/>
                    </a:lnTo>
                    <a:lnTo>
                      <a:pt x="51" y="24"/>
                    </a:lnTo>
                    <a:lnTo>
                      <a:pt x="35" y="15"/>
                    </a:lnTo>
                    <a:lnTo>
                      <a:pt x="20" y="7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477"/>
              <p:cNvSpPr>
                <a:spLocks/>
              </p:cNvSpPr>
              <p:nvPr/>
            </p:nvSpPr>
            <p:spPr bwMode="auto">
              <a:xfrm>
                <a:off x="608" y="1844"/>
                <a:ext cx="27" cy="13"/>
              </a:xfrm>
              <a:custGeom>
                <a:avLst/>
                <a:gdLst>
                  <a:gd name="T0" fmla="*/ 0 w 111"/>
                  <a:gd name="T1" fmla="*/ 48 h 50"/>
                  <a:gd name="T2" fmla="*/ 4 w 111"/>
                  <a:gd name="T3" fmla="*/ 49 h 50"/>
                  <a:gd name="T4" fmla="*/ 11 w 111"/>
                  <a:gd name="T5" fmla="*/ 46 h 50"/>
                  <a:gd name="T6" fmla="*/ 20 w 111"/>
                  <a:gd name="T7" fmla="*/ 43 h 50"/>
                  <a:gd name="T8" fmla="*/ 27 w 111"/>
                  <a:gd name="T9" fmla="*/ 39 h 50"/>
                  <a:gd name="T10" fmla="*/ 36 w 111"/>
                  <a:gd name="T11" fmla="*/ 35 h 50"/>
                  <a:gd name="T12" fmla="*/ 44 w 111"/>
                  <a:gd name="T13" fmla="*/ 32 h 50"/>
                  <a:gd name="T14" fmla="*/ 52 w 111"/>
                  <a:gd name="T15" fmla="*/ 27 h 50"/>
                  <a:gd name="T16" fmla="*/ 61 w 111"/>
                  <a:gd name="T17" fmla="*/ 23 h 50"/>
                  <a:gd name="T18" fmla="*/ 68 w 111"/>
                  <a:gd name="T19" fmla="*/ 20 h 50"/>
                  <a:gd name="T20" fmla="*/ 76 w 111"/>
                  <a:gd name="T21" fmla="*/ 16 h 50"/>
                  <a:gd name="T22" fmla="*/ 83 w 111"/>
                  <a:gd name="T23" fmla="*/ 14 h 50"/>
                  <a:gd name="T24" fmla="*/ 89 w 111"/>
                  <a:gd name="T25" fmla="*/ 11 h 50"/>
                  <a:gd name="T26" fmla="*/ 95 w 111"/>
                  <a:gd name="T27" fmla="*/ 9 h 50"/>
                  <a:gd name="T28" fmla="*/ 100 w 111"/>
                  <a:gd name="T29" fmla="*/ 8 h 50"/>
                  <a:gd name="T30" fmla="*/ 103 w 111"/>
                  <a:gd name="T31" fmla="*/ 6 h 50"/>
                  <a:gd name="T32" fmla="*/ 107 w 111"/>
                  <a:gd name="T33" fmla="*/ 6 h 50"/>
                  <a:gd name="T34" fmla="*/ 108 w 111"/>
                  <a:gd name="T35" fmla="*/ 6 h 50"/>
                  <a:gd name="T36" fmla="*/ 111 w 111"/>
                  <a:gd name="T37" fmla="*/ 2 h 50"/>
                  <a:gd name="T38" fmla="*/ 107 w 111"/>
                  <a:gd name="T39" fmla="*/ 0 h 50"/>
                  <a:gd name="T40" fmla="*/ 103 w 111"/>
                  <a:gd name="T41" fmla="*/ 0 h 50"/>
                  <a:gd name="T42" fmla="*/ 99 w 111"/>
                  <a:gd name="T43" fmla="*/ 2 h 50"/>
                  <a:gd name="T44" fmla="*/ 94 w 111"/>
                  <a:gd name="T45" fmla="*/ 3 h 50"/>
                  <a:gd name="T46" fmla="*/ 86 w 111"/>
                  <a:gd name="T47" fmla="*/ 6 h 50"/>
                  <a:gd name="T48" fmla="*/ 80 w 111"/>
                  <a:gd name="T49" fmla="*/ 9 h 50"/>
                  <a:gd name="T50" fmla="*/ 73 w 111"/>
                  <a:gd name="T51" fmla="*/ 11 h 50"/>
                  <a:gd name="T52" fmla="*/ 66 w 111"/>
                  <a:gd name="T53" fmla="*/ 15 h 50"/>
                  <a:gd name="T54" fmla="*/ 59 w 111"/>
                  <a:gd name="T55" fmla="*/ 18 h 50"/>
                  <a:gd name="T56" fmla="*/ 50 w 111"/>
                  <a:gd name="T57" fmla="*/ 22 h 50"/>
                  <a:gd name="T58" fmla="*/ 42 w 111"/>
                  <a:gd name="T59" fmla="*/ 27 h 50"/>
                  <a:gd name="T60" fmla="*/ 33 w 111"/>
                  <a:gd name="T61" fmla="*/ 31 h 50"/>
                  <a:gd name="T62" fmla="*/ 26 w 111"/>
                  <a:gd name="T63" fmla="*/ 34 h 50"/>
                  <a:gd name="T64" fmla="*/ 17 w 111"/>
                  <a:gd name="T65" fmla="*/ 38 h 50"/>
                  <a:gd name="T66" fmla="*/ 9 w 111"/>
                  <a:gd name="T67" fmla="*/ 42 h 50"/>
                  <a:gd name="T68" fmla="*/ 2 w 111"/>
                  <a:gd name="T69" fmla="*/ 44 h 50"/>
                  <a:gd name="T70" fmla="*/ 5 w 111"/>
                  <a:gd name="T71" fmla="*/ 45 h 50"/>
                  <a:gd name="T72" fmla="*/ 0 w 111"/>
                  <a:gd name="T73" fmla="*/ 48 h 50"/>
                  <a:gd name="T74" fmla="*/ 0 w 111"/>
                  <a:gd name="T75" fmla="*/ 50 h 50"/>
                  <a:gd name="T76" fmla="*/ 4 w 111"/>
                  <a:gd name="T77" fmla="*/ 49 h 50"/>
                  <a:gd name="T78" fmla="*/ 0 w 111"/>
                  <a:gd name="T79" fmla="*/ 48 h 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11"/>
                  <a:gd name="T121" fmla="*/ 0 h 50"/>
                  <a:gd name="T122" fmla="*/ 111 w 111"/>
                  <a:gd name="T123" fmla="*/ 50 h 5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11" h="50">
                    <a:moveTo>
                      <a:pt x="0" y="48"/>
                    </a:moveTo>
                    <a:lnTo>
                      <a:pt x="4" y="49"/>
                    </a:lnTo>
                    <a:lnTo>
                      <a:pt x="11" y="46"/>
                    </a:lnTo>
                    <a:lnTo>
                      <a:pt x="20" y="43"/>
                    </a:lnTo>
                    <a:lnTo>
                      <a:pt x="27" y="39"/>
                    </a:lnTo>
                    <a:lnTo>
                      <a:pt x="36" y="35"/>
                    </a:lnTo>
                    <a:lnTo>
                      <a:pt x="44" y="32"/>
                    </a:lnTo>
                    <a:lnTo>
                      <a:pt x="52" y="27"/>
                    </a:lnTo>
                    <a:lnTo>
                      <a:pt x="61" y="23"/>
                    </a:lnTo>
                    <a:lnTo>
                      <a:pt x="68" y="20"/>
                    </a:lnTo>
                    <a:lnTo>
                      <a:pt x="76" y="16"/>
                    </a:lnTo>
                    <a:lnTo>
                      <a:pt x="83" y="14"/>
                    </a:lnTo>
                    <a:lnTo>
                      <a:pt x="89" y="11"/>
                    </a:lnTo>
                    <a:lnTo>
                      <a:pt x="95" y="9"/>
                    </a:lnTo>
                    <a:lnTo>
                      <a:pt x="100" y="8"/>
                    </a:lnTo>
                    <a:lnTo>
                      <a:pt x="103" y="6"/>
                    </a:lnTo>
                    <a:lnTo>
                      <a:pt x="107" y="6"/>
                    </a:lnTo>
                    <a:lnTo>
                      <a:pt x="108" y="6"/>
                    </a:lnTo>
                    <a:lnTo>
                      <a:pt x="111" y="2"/>
                    </a:lnTo>
                    <a:lnTo>
                      <a:pt x="107" y="0"/>
                    </a:lnTo>
                    <a:lnTo>
                      <a:pt x="103" y="0"/>
                    </a:lnTo>
                    <a:lnTo>
                      <a:pt x="99" y="2"/>
                    </a:lnTo>
                    <a:lnTo>
                      <a:pt x="94" y="3"/>
                    </a:lnTo>
                    <a:lnTo>
                      <a:pt x="86" y="6"/>
                    </a:lnTo>
                    <a:lnTo>
                      <a:pt x="80" y="9"/>
                    </a:lnTo>
                    <a:lnTo>
                      <a:pt x="73" y="11"/>
                    </a:lnTo>
                    <a:lnTo>
                      <a:pt x="66" y="15"/>
                    </a:lnTo>
                    <a:lnTo>
                      <a:pt x="59" y="18"/>
                    </a:lnTo>
                    <a:lnTo>
                      <a:pt x="50" y="22"/>
                    </a:lnTo>
                    <a:lnTo>
                      <a:pt x="42" y="27"/>
                    </a:lnTo>
                    <a:lnTo>
                      <a:pt x="33" y="31"/>
                    </a:lnTo>
                    <a:lnTo>
                      <a:pt x="26" y="34"/>
                    </a:lnTo>
                    <a:lnTo>
                      <a:pt x="17" y="38"/>
                    </a:lnTo>
                    <a:lnTo>
                      <a:pt x="9" y="42"/>
                    </a:lnTo>
                    <a:lnTo>
                      <a:pt x="2" y="44"/>
                    </a:lnTo>
                    <a:lnTo>
                      <a:pt x="5" y="45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4" y="49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478"/>
              <p:cNvSpPr>
                <a:spLocks/>
              </p:cNvSpPr>
              <p:nvPr/>
            </p:nvSpPr>
            <p:spPr bwMode="auto">
              <a:xfrm>
                <a:off x="583" y="1731"/>
                <a:ext cx="26" cy="125"/>
              </a:xfrm>
              <a:custGeom>
                <a:avLst/>
                <a:gdLst>
                  <a:gd name="T0" fmla="*/ 65 w 102"/>
                  <a:gd name="T1" fmla="*/ 5 h 500"/>
                  <a:gd name="T2" fmla="*/ 42 w 102"/>
                  <a:gd name="T3" fmla="*/ 36 h 500"/>
                  <a:gd name="T4" fmla="*/ 23 w 102"/>
                  <a:gd name="T5" fmla="*/ 68 h 500"/>
                  <a:gd name="T6" fmla="*/ 11 w 102"/>
                  <a:gd name="T7" fmla="*/ 98 h 500"/>
                  <a:gd name="T8" fmla="*/ 4 w 102"/>
                  <a:gd name="T9" fmla="*/ 130 h 500"/>
                  <a:gd name="T10" fmla="*/ 0 w 102"/>
                  <a:gd name="T11" fmla="*/ 160 h 500"/>
                  <a:gd name="T12" fmla="*/ 1 w 102"/>
                  <a:gd name="T13" fmla="*/ 192 h 500"/>
                  <a:gd name="T14" fmla="*/ 5 w 102"/>
                  <a:gd name="T15" fmla="*/ 223 h 500"/>
                  <a:gd name="T16" fmla="*/ 12 w 102"/>
                  <a:gd name="T17" fmla="*/ 253 h 500"/>
                  <a:gd name="T18" fmla="*/ 21 w 102"/>
                  <a:gd name="T19" fmla="*/ 285 h 500"/>
                  <a:gd name="T20" fmla="*/ 32 w 102"/>
                  <a:gd name="T21" fmla="*/ 315 h 500"/>
                  <a:gd name="T22" fmla="*/ 43 w 102"/>
                  <a:gd name="T23" fmla="*/ 346 h 500"/>
                  <a:gd name="T24" fmla="*/ 55 w 102"/>
                  <a:gd name="T25" fmla="*/ 377 h 500"/>
                  <a:gd name="T26" fmla="*/ 67 w 102"/>
                  <a:gd name="T27" fmla="*/ 407 h 500"/>
                  <a:gd name="T28" fmla="*/ 78 w 102"/>
                  <a:gd name="T29" fmla="*/ 438 h 500"/>
                  <a:gd name="T30" fmla="*/ 89 w 102"/>
                  <a:gd name="T31" fmla="*/ 469 h 500"/>
                  <a:gd name="T32" fmla="*/ 97 w 102"/>
                  <a:gd name="T33" fmla="*/ 500 h 500"/>
                  <a:gd name="T34" fmla="*/ 99 w 102"/>
                  <a:gd name="T35" fmla="*/ 483 h 500"/>
                  <a:gd name="T36" fmla="*/ 89 w 102"/>
                  <a:gd name="T37" fmla="*/ 452 h 500"/>
                  <a:gd name="T38" fmla="*/ 78 w 102"/>
                  <a:gd name="T39" fmla="*/ 421 h 500"/>
                  <a:gd name="T40" fmla="*/ 67 w 102"/>
                  <a:gd name="T41" fmla="*/ 390 h 500"/>
                  <a:gd name="T42" fmla="*/ 55 w 102"/>
                  <a:gd name="T43" fmla="*/ 359 h 500"/>
                  <a:gd name="T44" fmla="*/ 43 w 102"/>
                  <a:gd name="T45" fmla="*/ 330 h 500"/>
                  <a:gd name="T46" fmla="*/ 32 w 102"/>
                  <a:gd name="T47" fmla="*/ 298 h 500"/>
                  <a:gd name="T48" fmla="*/ 22 w 102"/>
                  <a:gd name="T49" fmla="*/ 268 h 500"/>
                  <a:gd name="T50" fmla="*/ 14 w 102"/>
                  <a:gd name="T51" fmla="*/ 238 h 500"/>
                  <a:gd name="T52" fmla="*/ 9 w 102"/>
                  <a:gd name="T53" fmla="*/ 206 h 500"/>
                  <a:gd name="T54" fmla="*/ 6 w 102"/>
                  <a:gd name="T55" fmla="*/ 176 h 500"/>
                  <a:gd name="T56" fmla="*/ 8 w 102"/>
                  <a:gd name="T57" fmla="*/ 146 h 500"/>
                  <a:gd name="T58" fmla="*/ 12 w 102"/>
                  <a:gd name="T59" fmla="*/ 115 h 500"/>
                  <a:gd name="T60" fmla="*/ 22 w 102"/>
                  <a:gd name="T61" fmla="*/ 85 h 500"/>
                  <a:gd name="T62" fmla="*/ 37 w 102"/>
                  <a:gd name="T63" fmla="*/ 55 h 500"/>
                  <a:gd name="T64" fmla="*/ 57 w 102"/>
                  <a:gd name="T65" fmla="*/ 24 h 500"/>
                  <a:gd name="T66" fmla="*/ 65 w 102"/>
                  <a:gd name="T67" fmla="*/ 7 h 500"/>
                  <a:gd name="T68" fmla="*/ 69 w 102"/>
                  <a:gd name="T69" fmla="*/ 0 h 500"/>
                  <a:gd name="T70" fmla="*/ 69 w 102"/>
                  <a:gd name="T71" fmla="*/ 7 h 50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2"/>
                  <a:gd name="T109" fmla="*/ 0 h 500"/>
                  <a:gd name="T110" fmla="*/ 102 w 102"/>
                  <a:gd name="T111" fmla="*/ 500 h 50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2" h="500">
                    <a:moveTo>
                      <a:pt x="69" y="7"/>
                    </a:moveTo>
                    <a:lnTo>
                      <a:pt x="65" y="5"/>
                    </a:lnTo>
                    <a:lnTo>
                      <a:pt x="52" y="21"/>
                    </a:lnTo>
                    <a:lnTo>
                      <a:pt x="42" y="36"/>
                    </a:lnTo>
                    <a:lnTo>
                      <a:pt x="32" y="52"/>
                    </a:lnTo>
                    <a:lnTo>
                      <a:pt x="23" y="68"/>
                    </a:lnTo>
                    <a:lnTo>
                      <a:pt x="16" y="82"/>
                    </a:lnTo>
                    <a:lnTo>
                      <a:pt x="11" y="98"/>
                    </a:lnTo>
                    <a:lnTo>
                      <a:pt x="6" y="114"/>
                    </a:lnTo>
                    <a:lnTo>
                      <a:pt x="4" y="130"/>
                    </a:lnTo>
                    <a:lnTo>
                      <a:pt x="1" y="146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1" y="192"/>
                    </a:lnTo>
                    <a:lnTo>
                      <a:pt x="3" y="207"/>
                    </a:lnTo>
                    <a:lnTo>
                      <a:pt x="5" y="223"/>
                    </a:lnTo>
                    <a:lnTo>
                      <a:pt x="9" y="238"/>
                    </a:lnTo>
                    <a:lnTo>
                      <a:pt x="12" y="253"/>
                    </a:lnTo>
                    <a:lnTo>
                      <a:pt x="16" y="269"/>
                    </a:lnTo>
                    <a:lnTo>
                      <a:pt x="21" y="285"/>
                    </a:lnTo>
                    <a:lnTo>
                      <a:pt x="26" y="300"/>
                    </a:lnTo>
                    <a:lnTo>
                      <a:pt x="32" y="315"/>
                    </a:lnTo>
                    <a:lnTo>
                      <a:pt x="37" y="331"/>
                    </a:lnTo>
                    <a:lnTo>
                      <a:pt x="43" y="346"/>
                    </a:lnTo>
                    <a:lnTo>
                      <a:pt x="49" y="361"/>
                    </a:lnTo>
                    <a:lnTo>
                      <a:pt x="55" y="377"/>
                    </a:lnTo>
                    <a:lnTo>
                      <a:pt x="61" y="393"/>
                    </a:lnTo>
                    <a:lnTo>
                      <a:pt x="67" y="407"/>
                    </a:lnTo>
                    <a:lnTo>
                      <a:pt x="73" y="423"/>
                    </a:lnTo>
                    <a:lnTo>
                      <a:pt x="78" y="438"/>
                    </a:lnTo>
                    <a:lnTo>
                      <a:pt x="84" y="454"/>
                    </a:lnTo>
                    <a:lnTo>
                      <a:pt x="89" y="469"/>
                    </a:lnTo>
                    <a:lnTo>
                      <a:pt x="92" y="484"/>
                    </a:lnTo>
                    <a:lnTo>
                      <a:pt x="97" y="500"/>
                    </a:lnTo>
                    <a:lnTo>
                      <a:pt x="102" y="497"/>
                    </a:lnTo>
                    <a:lnTo>
                      <a:pt x="99" y="483"/>
                    </a:lnTo>
                    <a:lnTo>
                      <a:pt x="94" y="467"/>
                    </a:lnTo>
                    <a:lnTo>
                      <a:pt x="89" y="452"/>
                    </a:lnTo>
                    <a:lnTo>
                      <a:pt x="84" y="437"/>
                    </a:lnTo>
                    <a:lnTo>
                      <a:pt x="78" y="421"/>
                    </a:lnTo>
                    <a:lnTo>
                      <a:pt x="73" y="406"/>
                    </a:lnTo>
                    <a:lnTo>
                      <a:pt x="67" y="390"/>
                    </a:lnTo>
                    <a:lnTo>
                      <a:pt x="61" y="375"/>
                    </a:lnTo>
                    <a:lnTo>
                      <a:pt x="55" y="359"/>
                    </a:lnTo>
                    <a:lnTo>
                      <a:pt x="49" y="344"/>
                    </a:lnTo>
                    <a:lnTo>
                      <a:pt x="43" y="330"/>
                    </a:lnTo>
                    <a:lnTo>
                      <a:pt x="37" y="314"/>
                    </a:lnTo>
                    <a:lnTo>
                      <a:pt x="32" y="298"/>
                    </a:lnTo>
                    <a:lnTo>
                      <a:pt x="27" y="283"/>
                    </a:lnTo>
                    <a:lnTo>
                      <a:pt x="22" y="268"/>
                    </a:lnTo>
                    <a:lnTo>
                      <a:pt x="17" y="252"/>
                    </a:lnTo>
                    <a:lnTo>
                      <a:pt x="14" y="238"/>
                    </a:lnTo>
                    <a:lnTo>
                      <a:pt x="11" y="222"/>
                    </a:lnTo>
                    <a:lnTo>
                      <a:pt x="9" y="206"/>
                    </a:lnTo>
                    <a:lnTo>
                      <a:pt x="8" y="190"/>
                    </a:lnTo>
                    <a:lnTo>
                      <a:pt x="6" y="176"/>
                    </a:lnTo>
                    <a:lnTo>
                      <a:pt x="6" y="160"/>
                    </a:lnTo>
                    <a:lnTo>
                      <a:pt x="8" y="146"/>
                    </a:lnTo>
                    <a:lnTo>
                      <a:pt x="9" y="131"/>
                    </a:lnTo>
                    <a:lnTo>
                      <a:pt x="12" y="115"/>
                    </a:lnTo>
                    <a:lnTo>
                      <a:pt x="16" y="101"/>
                    </a:lnTo>
                    <a:lnTo>
                      <a:pt x="22" y="85"/>
                    </a:lnTo>
                    <a:lnTo>
                      <a:pt x="28" y="70"/>
                    </a:lnTo>
                    <a:lnTo>
                      <a:pt x="37" y="55"/>
                    </a:lnTo>
                    <a:lnTo>
                      <a:pt x="46" y="40"/>
                    </a:lnTo>
                    <a:lnTo>
                      <a:pt x="57" y="24"/>
                    </a:lnTo>
                    <a:lnTo>
                      <a:pt x="69" y="10"/>
                    </a:lnTo>
                    <a:lnTo>
                      <a:pt x="65" y="7"/>
                    </a:lnTo>
                    <a:lnTo>
                      <a:pt x="69" y="7"/>
                    </a:lnTo>
                    <a:lnTo>
                      <a:pt x="69" y="0"/>
                    </a:lnTo>
                    <a:lnTo>
                      <a:pt x="65" y="5"/>
                    </a:lnTo>
                    <a:lnTo>
                      <a:pt x="69" y="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479"/>
              <p:cNvSpPr>
                <a:spLocks/>
              </p:cNvSpPr>
              <p:nvPr/>
            </p:nvSpPr>
            <p:spPr bwMode="auto">
              <a:xfrm>
                <a:off x="731" y="1749"/>
                <a:ext cx="22" cy="17"/>
              </a:xfrm>
              <a:custGeom>
                <a:avLst/>
                <a:gdLst>
                  <a:gd name="T0" fmla="*/ 89 w 89"/>
                  <a:gd name="T1" fmla="*/ 66 h 72"/>
                  <a:gd name="T2" fmla="*/ 89 w 89"/>
                  <a:gd name="T3" fmla="*/ 66 h 72"/>
                  <a:gd name="T4" fmla="*/ 81 w 89"/>
                  <a:gd name="T5" fmla="*/ 65 h 72"/>
                  <a:gd name="T6" fmla="*/ 75 w 89"/>
                  <a:gd name="T7" fmla="*/ 62 h 72"/>
                  <a:gd name="T8" fmla="*/ 69 w 89"/>
                  <a:gd name="T9" fmla="*/ 61 h 72"/>
                  <a:gd name="T10" fmla="*/ 63 w 89"/>
                  <a:gd name="T11" fmla="*/ 57 h 72"/>
                  <a:gd name="T12" fmla="*/ 58 w 89"/>
                  <a:gd name="T13" fmla="*/ 54 h 72"/>
                  <a:gd name="T14" fmla="*/ 52 w 89"/>
                  <a:gd name="T15" fmla="*/ 50 h 72"/>
                  <a:gd name="T16" fmla="*/ 47 w 89"/>
                  <a:gd name="T17" fmla="*/ 46 h 72"/>
                  <a:gd name="T18" fmla="*/ 42 w 89"/>
                  <a:gd name="T19" fmla="*/ 42 h 72"/>
                  <a:gd name="T20" fmla="*/ 38 w 89"/>
                  <a:gd name="T21" fmla="*/ 37 h 72"/>
                  <a:gd name="T22" fmla="*/ 33 w 89"/>
                  <a:gd name="T23" fmla="*/ 32 h 72"/>
                  <a:gd name="T24" fmla="*/ 28 w 89"/>
                  <a:gd name="T25" fmla="*/ 27 h 72"/>
                  <a:gd name="T26" fmla="*/ 23 w 89"/>
                  <a:gd name="T27" fmla="*/ 22 h 72"/>
                  <a:gd name="T28" fmla="*/ 18 w 89"/>
                  <a:gd name="T29" fmla="*/ 16 h 72"/>
                  <a:gd name="T30" fmla="*/ 13 w 89"/>
                  <a:gd name="T31" fmla="*/ 11 h 72"/>
                  <a:gd name="T32" fmla="*/ 9 w 89"/>
                  <a:gd name="T33" fmla="*/ 6 h 72"/>
                  <a:gd name="T34" fmla="*/ 5 w 89"/>
                  <a:gd name="T35" fmla="*/ 0 h 72"/>
                  <a:gd name="T36" fmla="*/ 0 w 89"/>
                  <a:gd name="T37" fmla="*/ 5 h 72"/>
                  <a:gd name="T38" fmla="*/ 5 w 89"/>
                  <a:gd name="T39" fmla="*/ 10 h 72"/>
                  <a:gd name="T40" fmla="*/ 10 w 89"/>
                  <a:gd name="T41" fmla="*/ 15 h 72"/>
                  <a:gd name="T42" fmla="*/ 15 w 89"/>
                  <a:gd name="T43" fmla="*/ 21 h 72"/>
                  <a:gd name="T44" fmla="*/ 18 w 89"/>
                  <a:gd name="T45" fmla="*/ 26 h 72"/>
                  <a:gd name="T46" fmla="*/ 23 w 89"/>
                  <a:gd name="T47" fmla="*/ 31 h 72"/>
                  <a:gd name="T48" fmla="*/ 28 w 89"/>
                  <a:gd name="T49" fmla="*/ 36 h 72"/>
                  <a:gd name="T50" fmla="*/ 33 w 89"/>
                  <a:gd name="T51" fmla="*/ 42 h 72"/>
                  <a:gd name="T52" fmla="*/ 38 w 89"/>
                  <a:gd name="T53" fmla="*/ 45 h 72"/>
                  <a:gd name="T54" fmla="*/ 44 w 89"/>
                  <a:gd name="T55" fmla="*/ 50 h 72"/>
                  <a:gd name="T56" fmla="*/ 49 w 89"/>
                  <a:gd name="T57" fmla="*/ 55 h 72"/>
                  <a:gd name="T58" fmla="*/ 55 w 89"/>
                  <a:gd name="T59" fmla="*/ 59 h 72"/>
                  <a:gd name="T60" fmla="*/ 61 w 89"/>
                  <a:gd name="T61" fmla="*/ 62 h 72"/>
                  <a:gd name="T62" fmla="*/ 67 w 89"/>
                  <a:gd name="T63" fmla="*/ 66 h 72"/>
                  <a:gd name="T64" fmla="*/ 74 w 89"/>
                  <a:gd name="T65" fmla="*/ 68 h 72"/>
                  <a:gd name="T66" fmla="*/ 80 w 89"/>
                  <a:gd name="T67" fmla="*/ 71 h 72"/>
                  <a:gd name="T68" fmla="*/ 87 w 89"/>
                  <a:gd name="T69" fmla="*/ 72 h 72"/>
                  <a:gd name="T70" fmla="*/ 87 w 89"/>
                  <a:gd name="T71" fmla="*/ 72 h 72"/>
                  <a:gd name="T72" fmla="*/ 89 w 89"/>
                  <a:gd name="T73" fmla="*/ 66 h 7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9"/>
                  <a:gd name="T112" fmla="*/ 0 h 72"/>
                  <a:gd name="T113" fmla="*/ 89 w 89"/>
                  <a:gd name="T114" fmla="*/ 72 h 7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9" h="72">
                    <a:moveTo>
                      <a:pt x="89" y="66"/>
                    </a:moveTo>
                    <a:lnTo>
                      <a:pt x="89" y="66"/>
                    </a:lnTo>
                    <a:lnTo>
                      <a:pt x="81" y="65"/>
                    </a:lnTo>
                    <a:lnTo>
                      <a:pt x="75" y="62"/>
                    </a:lnTo>
                    <a:lnTo>
                      <a:pt x="69" y="61"/>
                    </a:lnTo>
                    <a:lnTo>
                      <a:pt x="63" y="57"/>
                    </a:lnTo>
                    <a:lnTo>
                      <a:pt x="58" y="54"/>
                    </a:lnTo>
                    <a:lnTo>
                      <a:pt x="52" y="50"/>
                    </a:lnTo>
                    <a:lnTo>
                      <a:pt x="47" y="46"/>
                    </a:lnTo>
                    <a:lnTo>
                      <a:pt x="42" y="42"/>
                    </a:lnTo>
                    <a:lnTo>
                      <a:pt x="38" y="37"/>
                    </a:lnTo>
                    <a:lnTo>
                      <a:pt x="33" y="32"/>
                    </a:lnTo>
                    <a:lnTo>
                      <a:pt x="28" y="27"/>
                    </a:lnTo>
                    <a:lnTo>
                      <a:pt x="23" y="22"/>
                    </a:lnTo>
                    <a:lnTo>
                      <a:pt x="18" y="16"/>
                    </a:lnTo>
                    <a:lnTo>
                      <a:pt x="13" y="11"/>
                    </a:lnTo>
                    <a:lnTo>
                      <a:pt x="9" y="6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5"/>
                    </a:lnTo>
                    <a:lnTo>
                      <a:pt x="15" y="21"/>
                    </a:lnTo>
                    <a:lnTo>
                      <a:pt x="18" y="26"/>
                    </a:lnTo>
                    <a:lnTo>
                      <a:pt x="23" y="31"/>
                    </a:lnTo>
                    <a:lnTo>
                      <a:pt x="28" y="36"/>
                    </a:lnTo>
                    <a:lnTo>
                      <a:pt x="33" y="42"/>
                    </a:lnTo>
                    <a:lnTo>
                      <a:pt x="38" y="45"/>
                    </a:lnTo>
                    <a:lnTo>
                      <a:pt x="44" y="50"/>
                    </a:lnTo>
                    <a:lnTo>
                      <a:pt x="49" y="55"/>
                    </a:lnTo>
                    <a:lnTo>
                      <a:pt x="55" y="59"/>
                    </a:lnTo>
                    <a:lnTo>
                      <a:pt x="61" y="62"/>
                    </a:lnTo>
                    <a:lnTo>
                      <a:pt x="67" y="66"/>
                    </a:lnTo>
                    <a:lnTo>
                      <a:pt x="74" y="68"/>
                    </a:lnTo>
                    <a:lnTo>
                      <a:pt x="80" y="71"/>
                    </a:lnTo>
                    <a:lnTo>
                      <a:pt x="87" y="72"/>
                    </a:lnTo>
                    <a:lnTo>
                      <a:pt x="89" y="6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480"/>
              <p:cNvSpPr>
                <a:spLocks/>
              </p:cNvSpPr>
              <p:nvPr/>
            </p:nvSpPr>
            <p:spPr bwMode="auto">
              <a:xfrm>
                <a:off x="753" y="1763"/>
                <a:ext cx="36" cy="4"/>
              </a:xfrm>
              <a:custGeom>
                <a:avLst/>
                <a:gdLst>
                  <a:gd name="T0" fmla="*/ 145 w 145"/>
                  <a:gd name="T1" fmla="*/ 0 h 16"/>
                  <a:gd name="T2" fmla="*/ 136 w 145"/>
                  <a:gd name="T3" fmla="*/ 0 h 16"/>
                  <a:gd name="T4" fmla="*/ 128 w 145"/>
                  <a:gd name="T5" fmla="*/ 0 h 16"/>
                  <a:gd name="T6" fmla="*/ 118 w 145"/>
                  <a:gd name="T7" fmla="*/ 2 h 16"/>
                  <a:gd name="T8" fmla="*/ 110 w 145"/>
                  <a:gd name="T9" fmla="*/ 2 h 16"/>
                  <a:gd name="T10" fmla="*/ 101 w 145"/>
                  <a:gd name="T11" fmla="*/ 3 h 16"/>
                  <a:gd name="T12" fmla="*/ 91 w 145"/>
                  <a:gd name="T13" fmla="*/ 4 h 16"/>
                  <a:gd name="T14" fmla="*/ 83 w 145"/>
                  <a:gd name="T15" fmla="*/ 5 h 16"/>
                  <a:gd name="T16" fmla="*/ 74 w 145"/>
                  <a:gd name="T17" fmla="*/ 6 h 16"/>
                  <a:gd name="T18" fmla="*/ 65 w 145"/>
                  <a:gd name="T19" fmla="*/ 8 h 16"/>
                  <a:gd name="T20" fmla="*/ 56 w 145"/>
                  <a:gd name="T21" fmla="*/ 9 h 16"/>
                  <a:gd name="T22" fmla="*/ 48 w 145"/>
                  <a:gd name="T23" fmla="*/ 10 h 16"/>
                  <a:gd name="T24" fmla="*/ 38 w 145"/>
                  <a:gd name="T25" fmla="*/ 10 h 16"/>
                  <a:gd name="T26" fmla="*/ 29 w 145"/>
                  <a:gd name="T27" fmla="*/ 10 h 16"/>
                  <a:gd name="T28" fmla="*/ 20 w 145"/>
                  <a:gd name="T29" fmla="*/ 10 h 16"/>
                  <a:gd name="T30" fmla="*/ 11 w 145"/>
                  <a:gd name="T31" fmla="*/ 10 h 16"/>
                  <a:gd name="T32" fmla="*/ 2 w 145"/>
                  <a:gd name="T33" fmla="*/ 9 h 16"/>
                  <a:gd name="T34" fmla="*/ 0 w 145"/>
                  <a:gd name="T35" fmla="*/ 15 h 16"/>
                  <a:gd name="T36" fmla="*/ 10 w 145"/>
                  <a:gd name="T37" fmla="*/ 16 h 16"/>
                  <a:gd name="T38" fmla="*/ 20 w 145"/>
                  <a:gd name="T39" fmla="*/ 16 h 16"/>
                  <a:gd name="T40" fmla="*/ 29 w 145"/>
                  <a:gd name="T41" fmla="*/ 16 h 16"/>
                  <a:gd name="T42" fmla="*/ 38 w 145"/>
                  <a:gd name="T43" fmla="*/ 16 h 16"/>
                  <a:gd name="T44" fmla="*/ 48 w 145"/>
                  <a:gd name="T45" fmla="*/ 15 h 16"/>
                  <a:gd name="T46" fmla="*/ 57 w 145"/>
                  <a:gd name="T47" fmla="*/ 15 h 16"/>
                  <a:gd name="T48" fmla="*/ 66 w 145"/>
                  <a:gd name="T49" fmla="*/ 14 h 16"/>
                  <a:gd name="T50" fmla="*/ 74 w 145"/>
                  <a:gd name="T51" fmla="*/ 12 h 16"/>
                  <a:gd name="T52" fmla="*/ 84 w 145"/>
                  <a:gd name="T53" fmla="*/ 11 h 16"/>
                  <a:gd name="T54" fmla="*/ 93 w 145"/>
                  <a:gd name="T55" fmla="*/ 10 h 16"/>
                  <a:gd name="T56" fmla="*/ 101 w 145"/>
                  <a:gd name="T57" fmla="*/ 9 h 16"/>
                  <a:gd name="T58" fmla="*/ 111 w 145"/>
                  <a:gd name="T59" fmla="*/ 8 h 16"/>
                  <a:gd name="T60" fmla="*/ 119 w 145"/>
                  <a:gd name="T61" fmla="*/ 6 h 16"/>
                  <a:gd name="T62" fmla="*/ 128 w 145"/>
                  <a:gd name="T63" fmla="*/ 6 h 16"/>
                  <a:gd name="T64" fmla="*/ 136 w 145"/>
                  <a:gd name="T65" fmla="*/ 6 h 16"/>
                  <a:gd name="T66" fmla="*/ 145 w 145"/>
                  <a:gd name="T67" fmla="*/ 6 h 16"/>
                  <a:gd name="T68" fmla="*/ 145 w 145"/>
                  <a:gd name="T69" fmla="*/ 0 h 1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45"/>
                  <a:gd name="T106" fmla="*/ 0 h 16"/>
                  <a:gd name="T107" fmla="*/ 145 w 145"/>
                  <a:gd name="T108" fmla="*/ 16 h 1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45" h="16">
                    <a:moveTo>
                      <a:pt x="145" y="0"/>
                    </a:moveTo>
                    <a:lnTo>
                      <a:pt x="136" y="0"/>
                    </a:lnTo>
                    <a:lnTo>
                      <a:pt x="128" y="0"/>
                    </a:lnTo>
                    <a:lnTo>
                      <a:pt x="118" y="2"/>
                    </a:lnTo>
                    <a:lnTo>
                      <a:pt x="110" y="2"/>
                    </a:lnTo>
                    <a:lnTo>
                      <a:pt x="101" y="3"/>
                    </a:lnTo>
                    <a:lnTo>
                      <a:pt x="91" y="4"/>
                    </a:lnTo>
                    <a:lnTo>
                      <a:pt x="83" y="5"/>
                    </a:lnTo>
                    <a:lnTo>
                      <a:pt x="74" y="6"/>
                    </a:lnTo>
                    <a:lnTo>
                      <a:pt x="65" y="8"/>
                    </a:lnTo>
                    <a:lnTo>
                      <a:pt x="56" y="9"/>
                    </a:lnTo>
                    <a:lnTo>
                      <a:pt x="48" y="10"/>
                    </a:lnTo>
                    <a:lnTo>
                      <a:pt x="38" y="10"/>
                    </a:lnTo>
                    <a:lnTo>
                      <a:pt x="29" y="10"/>
                    </a:lnTo>
                    <a:lnTo>
                      <a:pt x="20" y="10"/>
                    </a:lnTo>
                    <a:lnTo>
                      <a:pt x="11" y="10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10" y="16"/>
                    </a:lnTo>
                    <a:lnTo>
                      <a:pt x="20" y="16"/>
                    </a:lnTo>
                    <a:lnTo>
                      <a:pt x="29" y="16"/>
                    </a:lnTo>
                    <a:lnTo>
                      <a:pt x="38" y="16"/>
                    </a:lnTo>
                    <a:lnTo>
                      <a:pt x="48" y="15"/>
                    </a:lnTo>
                    <a:lnTo>
                      <a:pt x="57" y="15"/>
                    </a:lnTo>
                    <a:lnTo>
                      <a:pt x="66" y="14"/>
                    </a:lnTo>
                    <a:lnTo>
                      <a:pt x="74" y="12"/>
                    </a:lnTo>
                    <a:lnTo>
                      <a:pt x="84" y="11"/>
                    </a:lnTo>
                    <a:lnTo>
                      <a:pt x="93" y="10"/>
                    </a:lnTo>
                    <a:lnTo>
                      <a:pt x="101" y="9"/>
                    </a:lnTo>
                    <a:lnTo>
                      <a:pt x="111" y="8"/>
                    </a:lnTo>
                    <a:lnTo>
                      <a:pt x="119" y="6"/>
                    </a:lnTo>
                    <a:lnTo>
                      <a:pt x="128" y="6"/>
                    </a:lnTo>
                    <a:lnTo>
                      <a:pt x="136" y="6"/>
                    </a:lnTo>
                    <a:lnTo>
                      <a:pt x="145" y="6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481"/>
              <p:cNvSpPr>
                <a:spLocks/>
              </p:cNvSpPr>
              <p:nvPr/>
            </p:nvSpPr>
            <p:spPr bwMode="auto">
              <a:xfrm>
                <a:off x="783" y="1787"/>
                <a:ext cx="8" cy="6"/>
              </a:xfrm>
              <a:custGeom>
                <a:avLst/>
                <a:gdLst>
                  <a:gd name="T0" fmla="*/ 33 w 33"/>
                  <a:gd name="T1" fmla="*/ 0 h 21"/>
                  <a:gd name="T2" fmla="*/ 28 w 33"/>
                  <a:gd name="T3" fmla="*/ 1 h 21"/>
                  <a:gd name="T4" fmla="*/ 23 w 33"/>
                  <a:gd name="T5" fmla="*/ 2 h 21"/>
                  <a:gd name="T6" fmla="*/ 20 w 33"/>
                  <a:gd name="T7" fmla="*/ 4 h 21"/>
                  <a:gd name="T8" fmla="*/ 15 w 33"/>
                  <a:gd name="T9" fmla="*/ 7 h 21"/>
                  <a:gd name="T10" fmla="*/ 11 w 33"/>
                  <a:gd name="T11" fmla="*/ 9 h 21"/>
                  <a:gd name="T12" fmla="*/ 8 w 33"/>
                  <a:gd name="T13" fmla="*/ 13 h 21"/>
                  <a:gd name="T14" fmla="*/ 4 w 33"/>
                  <a:gd name="T15" fmla="*/ 17 h 21"/>
                  <a:gd name="T16" fmla="*/ 0 w 33"/>
                  <a:gd name="T17" fmla="*/ 21 h 21"/>
                  <a:gd name="T18" fmla="*/ 33 w 33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21"/>
                  <a:gd name="T32" fmla="*/ 33 w 33"/>
                  <a:gd name="T33" fmla="*/ 21 h 2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21">
                    <a:moveTo>
                      <a:pt x="33" y="0"/>
                    </a:moveTo>
                    <a:lnTo>
                      <a:pt x="28" y="1"/>
                    </a:lnTo>
                    <a:lnTo>
                      <a:pt x="23" y="2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1" y="9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0" y="2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482"/>
              <p:cNvSpPr>
                <a:spLocks/>
              </p:cNvSpPr>
              <p:nvPr/>
            </p:nvSpPr>
            <p:spPr bwMode="auto">
              <a:xfrm>
                <a:off x="782" y="1787"/>
                <a:ext cx="9" cy="6"/>
              </a:xfrm>
              <a:custGeom>
                <a:avLst/>
                <a:gdLst>
                  <a:gd name="T0" fmla="*/ 5 w 36"/>
                  <a:gd name="T1" fmla="*/ 26 h 26"/>
                  <a:gd name="T2" fmla="*/ 7 w 36"/>
                  <a:gd name="T3" fmla="*/ 21 h 26"/>
                  <a:gd name="T4" fmla="*/ 11 w 36"/>
                  <a:gd name="T5" fmla="*/ 17 h 26"/>
                  <a:gd name="T6" fmla="*/ 14 w 36"/>
                  <a:gd name="T7" fmla="*/ 15 h 26"/>
                  <a:gd name="T8" fmla="*/ 18 w 36"/>
                  <a:gd name="T9" fmla="*/ 12 h 26"/>
                  <a:gd name="T10" fmla="*/ 23 w 36"/>
                  <a:gd name="T11" fmla="*/ 10 h 26"/>
                  <a:gd name="T12" fmla="*/ 26 w 36"/>
                  <a:gd name="T13" fmla="*/ 7 h 26"/>
                  <a:gd name="T14" fmla="*/ 31 w 36"/>
                  <a:gd name="T15" fmla="*/ 6 h 26"/>
                  <a:gd name="T16" fmla="*/ 36 w 36"/>
                  <a:gd name="T17" fmla="*/ 5 h 26"/>
                  <a:gd name="T18" fmla="*/ 34 w 36"/>
                  <a:gd name="T19" fmla="*/ 0 h 26"/>
                  <a:gd name="T20" fmla="*/ 29 w 36"/>
                  <a:gd name="T21" fmla="*/ 1 h 26"/>
                  <a:gd name="T22" fmla="*/ 24 w 36"/>
                  <a:gd name="T23" fmla="*/ 3 h 26"/>
                  <a:gd name="T24" fmla="*/ 20 w 36"/>
                  <a:gd name="T25" fmla="*/ 5 h 26"/>
                  <a:gd name="T26" fmla="*/ 16 w 36"/>
                  <a:gd name="T27" fmla="*/ 7 h 26"/>
                  <a:gd name="T28" fmla="*/ 11 w 36"/>
                  <a:gd name="T29" fmla="*/ 10 h 26"/>
                  <a:gd name="T30" fmla="*/ 7 w 36"/>
                  <a:gd name="T31" fmla="*/ 13 h 26"/>
                  <a:gd name="T32" fmla="*/ 3 w 36"/>
                  <a:gd name="T33" fmla="*/ 18 h 26"/>
                  <a:gd name="T34" fmla="*/ 0 w 36"/>
                  <a:gd name="T35" fmla="*/ 22 h 26"/>
                  <a:gd name="T36" fmla="*/ 5 w 36"/>
                  <a:gd name="T37" fmla="*/ 26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6"/>
                  <a:gd name="T59" fmla="*/ 36 w 36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6">
                    <a:moveTo>
                      <a:pt x="5" y="26"/>
                    </a:moveTo>
                    <a:lnTo>
                      <a:pt x="7" y="21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8" y="12"/>
                    </a:lnTo>
                    <a:lnTo>
                      <a:pt x="23" y="10"/>
                    </a:lnTo>
                    <a:lnTo>
                      <a:pt x="26" y="7"/>
                    </a:lnTo>
                    <a:lnTo>
                      <a:pt x="31" y="6"/>
                    </a:lnTo>
                    <a:lnTo>
                      <a:pt x="36" y="5"/>
                    </a:lnTo>
                    <a:lnTo>
                      <a:pt x="34" y="0"/>
                    </a:lnTo>
                    <a:lnTo>
                      <a:pt x="29" y="1"/>
                    </a:lnTo>
                    <a:lnTo>
                      <a:pt x="24" y="3"/>
                    </a:lnTo>
                    <a:lnTo>
                      <a:pt x="20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7" y="13"/>
                    </a:lnTo>
                    <a:lnTo>
                      <a:pt x="3" y="18"/>
                    </a:lnTo>
                    <a:lnTo>
                      <a:pt x="0" y="22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483"/>
              <p:cNvSpPr>
                <a:spLocks/>
              </p:cNvSpPr>
              <p:nvPr/>
            </p:nvSpPr>
            <p:spPr bwMode="auto">
              <a:xfrm>
                <a:off x="591" y="1613"/>
                <a:ext cx="24" cy="35"/>
              </a:xfrm>
              <a:custGeom>
                <a:avLst/>
                <a:gdLst>
                  <a:gd name="T0" fmla="*/ 71 w 96"/>
                  <a:gd name="T1" fmla="*/ 140 h 140"/>
                  <a:gd name="T2" fmla="*/ 82 w 96"/>
                  <a:gd name="T3" fmla="*/ 127 h 140"/>
                  <a:gd name="T4" fmla="*/ 90 w 96"/>
                  <a:gd name="T5" fmla="*/ 117 h 140"/>
                  <a:gd name="T6" fmla="*/ 94 w 96"/>
                  <a:gd name="T7" fmla="*/ 106 h 140"/>
                  <a:gd name="T8" fmla="*/ 96 w 96"/>
                  <a:gd name="T9" fmla="*/ 94 h 140"/>
                  <a:gd name="T10" fmla="*/ 93 w 96"/>
                  <a:gd name="T11" fmla="*/ 84 h 140"/>
                  <a:gd name="T12" fmla="*/ 90 w 96"/>
                  <a:gd name="T13" fmla="*/ 73 h 140"/>
                  <a:gd name="T14" fmla="*/ 85 w 96"/>
                  <a:gd name="T15" fmla="*/ 63 h 140"/>
                  <a:gd name="T16" fmla="*/ 76 w 96"/>
                  <a:gd name="T17" fmla="*/ 55 h 140"/>
                  <a:gd name="T18" fmla="*/ 68 w 96"/>
                  <a:gd name="T19" fmla="*/ 46 h 140"/>
                  <a:gd name="T20" fmla="*/ 58 w 96"/>
                  <a:gd name="T21" fmla="*/ 38 h 140"/>
                  <a:gd name="T22" fmla="*/ 48 w 96"/>
                  <a:gd name="T23" fmla="*/ 30 h 140"/>
                  <a:gd name="T24" fmla="*/ 39 w 96"/>
                  <a:gd name="T25" fmla="*/ 23 h 140"/>
                  <a:gd name="T26" fmla="*/ 28 w 96"/>
                  <a:gd name="T27" fmla="*/ 17 h 140"/>
                  <a:gd name="T28" fmla="*/ 19 w 96"/>
                  <a:gd name="T29" fmla="*/ 11 h 140"/>
                  <a:gd name="T30" fmla="*/ 10 w 96"/>
                  <a:gd name="T31" fmla="*/ 5 h 140"/>
                  <a:gd name="T32" fmla="*/ 2 w 96"/>
                  <a:gd name="T33" fmla="*/ 0 h 140"/>
                  <a:gd name="T34" fmla="*/ 0 w 96"/>
                  <a:gd name="T35" fmla="*/ 5 h 140"/>
                  <a:gd name="T36" fmla="*/ 7 w 96"/>
                  <a:gd name="T37" fmla="*/ 10 h 140"/>
                  <a:gd name="T38" fmla="*/ 16 w 96"/>
                  <a:gd name="T39" fmla="*/ 16 h 140"/>
                  <a:gd name="T40" fmla="*/ 25 w 96"/>
                  <a:gd name="T41" fmla="*/ 22 h 140"/>
                  <a:gd name="T42" fmla="*/ 35 w 96"/>
                  <a:gd name="T43" fmla="*/ 28 h 140"/>
                  <a:gd name="T44" fmla="*/ 45 w 96"/>
                  <a:gd name="T45" fmla="*/ 35 h 140"/>
                  <a:gd name="T46" fmla="*/ 54 w 96"/>
                  <a:gd name="T47" fmla="*/ 43 h 140"/>
                  <a:gd name="T48" fmla="*/ 64 w 96"/>
                  <a:gd name="T49" fmla="*/ 50 h 140"/>
                  <a:gd name="T50" fmla="*/ 73 w 96"/>
                  <a:gd name="T51" fmla="*/ 58 h 140"/>
                  <a:gd name="T52" fmla="*/ 80 w 96"/>
                  <a:gd name="T53" fmla="*/ 67 h 140"/>
                  <a:gd name="T54" fmla="*/ 85 w 96"/>
                  <a:gd name="T55" fmla="*/ 75 h 140"/>
                  <a:gd name="T56" fmla="*/ 88 w 96"/>
                  <a:gd name="T57" fmla="*/ 85 h 140"/>
                  <a:gd name="T58" fmla="*/ 90 w 96"/>
                  <a:gd name="T59" fmla="*/ 94 h 140"/>
                  <a:gd name="T60" fmla="*/ 88 w 96"/>
                  <a:gd name="T61" fmla="*/ 103 h 140"/>
                  <a:gd name="T62" fmla="*/ 85 w 96"/>
                  <a:gd name="T63" fmla="*/ 114 h 140"/>
                  <a:gd name="T64" fmla="*/ 77 w 96"/>
                  <a:gd name="T65" fmla="*/ 125 h 140"/>
                  <a:gd name="T66" fmla="*/ 67 w 96"/>
                  <a:gd name="T67" fmla="*/ 136 h 140"/>
                  <a:gd name="T68" fmla="*/ 71 w 96"/>
                  <a:gd name="T69" fmla="*/ 140 h 14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6"/>
                  <a:gd name="T106" fmla="*/ 0 h 140"/>
                  <a:gd name="T107" fmla="*/ 96 w 96"/>
                  <a:gd name="T108" fmla="*/ 140 h 140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6" h="140">
                    <a:moveTo>
                      <a:pt x="71" y="140"/>
                    </a:moveTo>
                    <a:lnTo>
                      <a:pt x="82" y="127"/>
                    </a:lnTo>
                    <a:lnTo>
                      <a:pt x="90" y="117"/>
                    </a:lnTo>
                    <a:lnTo>
                      <a:pt x="94" y="106"/>
                    </a:lnTo>
                    <a:lnTo>
                      <a:pt x="96" y="94"/>
                    </a:lnTo>
                    <a:lnTo>
                      <a:pt x="93" y="84"/>
                    </a:lnTo>
                    <a:lnTo>
                      <a:pt x="90" y="73"/>
                    </a:lnTo>
                    <a:lnTo>
                      <a:pt x="85" y="63"/>
                    </a:lnTo>
                    <a:lnTo>
                      <a:pt x="76" y="55"/>
                    </a:lnTo>
                    <a:lnTo>
                      <a:pt x="68" y="46"/>
                    </a:lnTo>
                    <a:lnTo>
                      <a:pt x="58" y="38"/>
                    </a:lnTo>
                    <a:lnTo>
                      <a:pt x="48" y="30"/>
                    </a:lnTo>
                    <a:lnTo>
                      <a:pt x="39" y="23"/>
                    </a:lnTo>
                    <a:lnTo>
                      <a:pt x="28" y="17"/>
                    </a:lnTo>
                    <a:lnTo>
                      <a:pt x="19" y="11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7" y="10"/>
                    </a:lnTo>
                    <a:lnTo>
                      <a:pt x="16" y="16"/>
                    </a:lnTo>
                    <a:lnTo>
                      <a:pt x="25" y="22"/>
                    </a:lnTo>
                    <a:lnTo>
                      <a:pt x="35" y="28"/>
                    </a:lnTo>
                    <a:lnTo>
                      <a:pt x="45" y="35"/>
                    </a:lnTo>
                    <a:lnTo>
                      <a:pt x="54" y="43"/>
                    </a:lnTo>
                    <a:lnTo>
                      <a:pt x="64" y="50"/>
                    </a:lnTo>
                    <a:lnTo>
                      <a:pt x="73" y="58"/>
                    </a:lnTo>
                    <a:lnTo>
                      <a:pt x="80" y="67"/>
                    </a:lnTo>
                    <a:lnTo>
                      <a:pt x="85" y="75"/>
                    </a:lnTo>
                    <a:lnTo>
                      <a:pt x="88" y="85"/>
                    </a:lnTo>
                    <a:lnTo>
                      <a:pt x="90" y="94"/>
                    </a:lnTo>
                    <a:lnTo>
                      <a:pt x="88" y="103"/>
                    </a:lnTo>
                    <a:lnTo>
                      <a:pt x="85" y="114"/>
                    </a:lnTo>
                    <a:lnTo>
                      <a:pt x="77" y="125"/>
                    </a:lnTo>
                    <a:lnTo>
                      <a:pt x="67" y="136"/>
                    </a:lnTo>
                    <a:lnTo>
                      <a:pt x="71" y="14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484"/>
              <p:cNvSpPr>
                <a:spLocks/>
              </p:cNvSpPr>
              <p:nvPr/>
            </p:nvSpPr>
            <p:spPr bwMode="auto">
              <a:xfrm>
                <a:off x="603" y="1562"/>
                <a:ext cx="10" cy="22"/>
              </a:xfrm>
              <a:custGeom>
                <a:avLst/>
                <a:gdLst>
                  <a:gd name="T0" fmla="*/ 3 w 40"/>
                  <a:gd name="T1" fmla="*/ 0 h 90"/>
                  <a:gd name="T2" fmla="*/ 2 w 40"/>
                  <a:gd name="T3" fmla="*/ 4 h 90"/>
                  <a:gd name="T4" fmla="*/ 4 w 40"/>
                  <a:gd name="T5" fmla="*/ 10 h 90"/>
                  <a:gd name="T6" fmla="*/ 6 w 40"/>
                  <a:gd name="T7" fmla="*/ 15 h 90"/>
                  <a:gd name="T8" fmla="*/ 8 w 40"/>
                  <a:gd name="T9" fmla="*/ 20 h 90"/>
                  <a:gd name="T10" fmla="*/ 10 w 40"/>
                  <a:gd name="T11" fmla="*/ 26 h 90"/>
                  <a:gd name="T12" fmla="*/ 12 w 40"/>
                  <a:gd name="T13" fmla="*/ 31 h 90"/>
                  <a:gd name="T14" fmla="*/ 15 w 40"/>
                  <a:gd name="T15" fmla="*/ 37 h 90"/>
                  <a:gd name="T16" fmla="*/ 16 w 40"/>
                  <a:gd name="T17" fmla="*/ 41 h 90"/>
                  <a:gd name="T18" fmla="*/ 19 w 40"/>
                  <a:gd name="T19" fmla="*/ 46 h 90"/>
                  <a:gd name="T20" fmla="*/ 21 w 40"/>
                  <a:gd name="T21" fmla="*/ 52 h 90"/>
                  <a:gd name="T22" fmla="*/ 23 w 40"/>
                  <a:gd name="T23" fmla="*/ 57 h 90"/>
                  <a:gd name="T24" fmla="*/ 25 w 40"/>
                  <a:gd name="T25" fmla="*/ 62 h 90"/>
                  <a:gd name="T26" fmla="*/ 27 w 40"/>
                  <a:gd name="T27" fmla="*/ 68 h 90"/>
                  <a:gd name="T28" fmla="*/ 29 w 40"/>
                  <a:gd name="T29" fmla="*/ 73 h 90"/>
                  <a:gd name="T30" fmla="*/ 32 w 40"/>
                  <a:gd name="T31" fmla="*/ 79 h 90"/>
                  <a:gd name="T32" fmla="*/ 34 w 40"/>
                  <a:gd name="T33" fmla="*/ 84 h 90"/>
                  <a:gd name="T34" fmla="*/ 36 w 40"/>
                  <a:gd name="T35" fmla="*/ 90 h 90"/>
                  <a:gd name="T36" fmla="*/ 40 w 40"/>
                  <a:gd name="T37" fmla="*/ 88 h 90"/>
                  <a:gd name="T38" fmla="*/ 39 w 40"/>
                  <a:gd name="T39" fmla="*/ 81 h 90"/>
                  <a:gd name="T40" fmla="*/ 37 w 40"/>
                  <a:gd name="T41" fmla="*/ 77 h 90"/>
                  <a:gd name="T42" fmla="*/ 34 w 40"/>
                  <a:gd name="T43" fmla="*/ 71 h 90"/>
                  <a:gd name="T44" fmla="*/ 32 w 40"/>
                  <a:gd name="T45" fmla="*/ 66 h 90"/>
                  <a:gd name="T46" fmla="*/ 31 w 40"/>
                  <a:gd name="T47" fmla="*/ 61 h 90"/>
                  <a:gd name="T48" fmla="*/ 28 w 40"/>
                  <a:gd name="T49" fmla="*/ 55 h 90"/>
                  <a:gd name="T50" fmla="*/ 26 w 40"/>
                  <a:gd name="T51" fmla="*/ 50 h 90"/>
                  <a:gd name="T52" fmla="*/ 23 w 40"/>
                  <a:gd name="T53" fmla="*/ 45 h 90"/>
                  <a:gd name="T54" fmla="*/ 22 w 40"/>
                  <a:gd name="T55" fmla="*/ 39 h 90"/>
                  <a:gd name="T56" fmla="*/ 20 w 40"/>
                  <a:gd name="T57" fmla="*/ 34 h 90"/>
                  <a:gd name="T58" fmla="*/ 17 w 40"/>
                  <a:gd name="T59" fmla="*/ 28 h 90"/>
                  <a:gd name="T60" fmla="*/ 15 w 40"/>
                  <a:gd name="T61" fmla="*/ 23 h 90"/>
                  <a:gd name="T62" fmla="*/ 14 w 40"/>
                  <a:gd name="T63" fmla="*/ 18 h 90"/>
                  <a:gd name="T64" fmla="*/ 11 w 40"/>
                  <a:gd name="T65" fmla="*/ 12 h 90"/>
                  <a:gd name="T66" fmla="*/ 9 w 40"/>
                  <a:gd name="T67" fmla="*/ 7 h 90"/>
                  <a:gd name="T68" fmla="*/ 6 w 40"/>
                  <a:gd name="T69" fmla="*/ 1 h 90"/>
                  <a:gd name="T70" fmla="*/ 5 w 40"/>
                  <a:gd name="T71" fmla="*/ 6 h 90"/>
                  <a:gd name="T72" fmla="*/ 3 w 40"/>
                  <a:gd name="T73" fmla="*/ 0 h 90"/>
                  <a:gd name="T74" fmla="*/ 0 w 40"/>
                  <a:gd name="T75" fmla="*/ 1 h 90"/>
                  <a:gd name="T76" fmla="*/ 2 w 40"/>
                  <a:gd name="T77" fmla="*/ 4 h 90"/>
                  <a:gd name="T78" fmla="*/ 3 w 40"/>
                  <a:gd name="T79" fmla="*/ 0 h 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0"/>
                  <a:gd name="T121" fmla="*/ 0 h 90"/>
                  <a:gd name="T122" fmla="*/ 40 w 40"/>
                  <a:gd name="T123" fmla="*/ 90 h 9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0" h="90">
                    <a:moveTo>
                      <a:pt x="3" y="0"/>
                    </a:moveTo>
                    <a:lnTo>
                      <a:pt x="2" y="4"/>
                    </a:lnTo>
                    <a:lnTo>
                      <a:pt x="4" y="10"/>
                    </a:lnTo>
                    <a:lnTo>
                      <a:pt x="6" y="15"/>
                    </a:lnTo>
                    <a:lnTo>
                      <a:pt x="8" y="20"/>
                    </a:lnTo>
                    <a:lnTo>
                      <a:pt x="10" y="26"/>
                    </a:lnTo>
                    <a:lnTo>
                      <a:pt x="12" y="31"/>
                    </a:lnTo>
                    <a:lnTo>
                      <a:pt x="15" y="37"/>
                    </a:lnTo>
                    <a:lnTo>
                      <a:pt x="16" y="41"/>
                    </a:lnTo>
                    <a:lnTo>
                      <a:pt x="19" y="46"/>
                    </a:lnTo>
                    <a:lnTo>
                      <a:pt x="21" y="52"/>
                    </a:lnTo>
                    <a:lnTo>
                      <a:pt x="23" y="57"/>
                    </a:lnTo>
                    <a:lnTo>
                      <a:pt x="25" y="62"/>
                    </a:lnTo>
                    <a:lnTo>
                      <a:pt x="27" y="68"/>
                    </a:lnTo>
                    <a:lnTo>
                      <a:pt x="29" y="73"/>
                    </a:lnTo>
                    <a:lnTo>
                      <a:pt x="32" y="79"/>
                    </a:lnTo>
                    <a:lnTo>
                      <a:pt x="34" y="84"/>
                    </a:lnTo>
                    <a:lnTo>
                      <a:pt x="36" y="90"/>
                    </a:lnTo>
                    <a:lnTo>
                      <a:pt x="40" y="88"/>
                    </a:lnTo>
                    <a:lnTo>
                      <a:pt x="39" y="81"/>
                    </a:lnTo>
                    <a:lnTo>
                      <a:pt x="37" y="77"/>
                    </a:lnTo>
                    <a:lnTo>
                      <a:pt x="34" y="71"/>
                    </a:lnTo>
                    <a:lnTo>
                      <a:pt x="32" y="66"/>
                    </a:lnTo>
                    <a:lnTo>
                      <a:pt x="31" y="61"/>
                    </a:lnTo>
                    <a:lnTo>
                      <a:pt x="28" y="55"/>
                    </a:lnTo>
                    <a:lnTo>
                      <a:pt x="26" y="50"/>
                    </a:lnTo>
                    <a:lnTo>
                      <a:pt x="23" y="45"/>
                    </a:lnTo>
                    <a:lnTo>
                      <a:pt x="22" y="39"/>
                    </a:lnTo>
                    <a:lnTo>
                      <a:pt x="20" y="34"/>
                    </a:lnTo>
                    <a:lnTo>
                      <a:pt x="17" y="28"/>
                    </a:lnTo>
                    <a:lnTo>
                      <a:pt x="15" y="23"/>
                    </a:lnTo>
                    <a:lnTo>
                      <a:pt x="14" y="18"/>
                    </a:lnTo>
                    <a:lnTo>
                      <a:pt x="11" y="12"/>
                    </a:lnTo>
                    <a:lnTo>
                      <a:pt x="9" y="7"/>
                    </a:lnTo>
                    <a:lnTo>
                      <a:pt x="6" y="1"/>
                    </a:lnTo>
                    <a:lnTo>
                      <a:pt x="5" y="6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485"/>
              <p:cNvSpPr>
                <a:spLocks/>
              </p:cNvSpPr>
              <p:nvPr/>
            </p:nvSpPr>
            <p:spPr bwMode="auto">
              <a:xfrm>
                <a:off x="604" y="1557"/>
                <a:ext cx="30" cy="6"/>
              </a:xfrm>
              <a:custGeom>
                <a:avLst/>
                <a:gdLst>
                  <a:gd name="T0" fmla="*/ 102 w 120"/>
                  <a:gd name="T1" fmla="*/ 6 h 24"/>
                  <a:gd name="T2" fmla="*/ 103 w 120"/>
                  <a:gd name="T3" fmla="*/ 1 h 24"/>
                  <a:gd name="T4" fmla="*/ 97 w 120"/>
                  <a:gd name="T5" fmla="*/ 1 h 24"/>
                  <a:gd name="T6" fmla="*/ 90 w 120"/>
                  <a:gd name="T7" fmla="*/ 0 h 24"/>
                  <a:gd name="T8" fmla="*/ 83 w 120"/>
                  <a:gd name="T9" fmla="*/ 0 h 24"/>
                  <a:gd name="T10" fmla="*/ 76 w 120"/>
                  <a:gd name="T11" fmla="*/ 1 h 24"/>
                  <a:gd name="T12" fmla="*/ 70 w 120"/>
                  <a:gd name="T13" fmla="*/ 1 h 24"/>
                  <a:gd name="T14" fmla="*/ 63 w 120"/>
                  <a:gd name="T15" fmla="*/ 2 h 24"/>
                  <a:gd name="T16" fmla="*/ 57 w 120"/>
                  <a:gd name="T17" fmla="*/ 4 h 24"/>
                  <a:gd name="T18" fmla="*/ 51 w 120"/>
                  <a:gd name="T19" fmla="*/ 5 h 24"/>
                  <a:gd name="T20" fmla="*/ 45 w 120"/>
                  <a:gd name="T21" fmla="*/ 6 h 24"/>
                  <a:gd name="T22" fmla="*/ 37 w 120"/>
                  <a:gd name="T23" fmla="*/ 7 h 24"/>
                  <a:gd name="T24" fmla="*/ 31 w 120"/>
                  <a:gd name="T25" fmla="*/ 10 h 24"/>
                  <a:gd name="T26" fmla="*/ 25 w 120"/>
                  <a:gd name="T27" fmla="*/ 11 h 24"/>
                  <a:gd name="T28" fmla="*/ 19 w 120"/>
                  <a:gd name="T29" fmla="*/ 13 h 24"/>
                  <a:gd name="T30" fmla="*/ 13 w 120"/>
                  <a:gd name="T31" fmla="*/ 15 h 24"/>
                  <a:gd name="T32" fmla="*/ 7 w 120"/>
                  <a:gd name="T33" fmla="*/ 17 h 24"/>
                  <a:gd name="T34" fmla="*/ 0 w 120"/>
                  <a:gd name="T35" fmla="*/ 18 h 24"/>
                  <a:gd name="T36" fmla="*/ 2 w 120"/>
                  <a:gd name="T37" fmla="*/ 24 h 24"/>
                  <a:gd name="T38" fmla="*/ 8 w 120"/>
                  <a:gd name="T39" fmla="*/ 22 h 24"/>
                  <a:gd name="T40" fmla="*/ 14 w 120"/>
                  <a:gd name="T41" fmla="*/ 21 h 24"/>
                  <a:gd name="T42" fmla="*/ 20 w 120"/>
                  <a:gd name="T43" fmla="*/ 18 h 24"/>
                  <a:gd name="T44" fmla="*/ 26 w 120"/>
                  <a:gd name="T45" fmla="*/ 17 h 24"/>
                  <a:gd name="T46" fmla="*/ 34 w 120"/>
                  <a:gd name="T47" fmla="*/ 15 h 24"/>
                  <a:gd name="T48" fmla="*/ 40 w 120"/>
                  <a:gd name="T49" fmla="*/ 13 h 24"/>
                  <a:gd name="T50" fmla="*/ 45 w 120"/>
                  <a:gd name="T51" fmla="*/ 12 h 24"/>
                  <a:gd name="T52" fmla="*/ 52 w 120"/>
                  <a:gd name="T53" fmla="*/ 11 h 24"/>
                  <a:gd name="T54" fmla="*/ 58 w 120"/>
                  <a:gd name="T55" fmla="*/ 10 h 24"/>
                  <a:gd name="T56" fmla="*/ 64 w 120"/>
                  <a:gd name="T57" fmla="*/ 9 h 24"/>
                  <a:gd name="T58" fmla="*/ 70 w 120"/>
                  <a:gd name="T59" fmla="*/ 7 h 24"/>
                  <a:gd name="T60" fmla="*/ 77 w 120"/>
                  <a:gd name="T61" fmla="*/ 6 h 24"/>
                  <a:gd name="T62" fmla="*/ 83 w 120"/>
                  <a:gd name="T63" fmla="*/ 6 h 24"/>
                  <a:gd name="T64" fmla="*/ 90 w 120"/>
                  <a:gd name="T65" fmla="*/ 6 h 24"/>
                  <a:gd name="T66" fmla="*/ 97 w 120"/>
                  <a:gd name="T67" fmla="*/ 6 h 24"/>
                  <a:gd name="T68" fmla="*/ 103 w 120"/>
                  <a:gd name="T69" fmla="*/ 7 h 24"/>
                  <a:gd name="T70" fmla="*/ 104 w 120"/>
                  <a:gd name="T71" fmla="*/ 1 h 24"/>
                  <a:gd name="T72" fmla="*/ 103 w 120"/>
                  <a:gd name="T73" fmla="*/ 7 h 24"/>
                  <a:gd name="T74" fmla="*/ 120 w 120"/>
                  <a:gd name="T75" fmla="*/ 9 h 24"/>
                  <a:gd name="T76" fmla="*/ 104 w 120"/>
                  <a:gd name="T77" fmla="*/ 1 h 24"/>
                  <a:gd name="T78" fmla="*/ 102 w 120"/>
                  <a:gd name="T79" fmla="*/ 6 h 2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20"/>
                  <a:gd name="T121" fmla="*/ 0 h 24"/>
                  <a:gd name="T122" fmla="*/ 120 w 120"/>
                  <a:gd name="T123" fmla="*/ 24 h 2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20" h="24">
                    <a:moveTo>
                      <a:pt x="102" y="6"/>
                    </a:moveTo>
                    <a:lnTo>
                      <a:pt x="103" y="1"/>
                    </a:lnTo>
                    <a:lnTo>
                      <a:pt x="97" y="1"/>
                    </a:lnTo>
                    <a:lnTo>
                      <a:pt x="90" y="0"/>
                    </a:lnTo>
                    <a:lnTo>
                      <a:pt x="83" y="0"/>
                    </a:lnTo>
                    <a:lnTo>
                      <a:pt x="76" y="1"/>
                    </a:lnTo>
                    <a:lnTo>
                      <a:pt x="70" y="1"/>
                    </a:lnTo>
                    <a:lnTo>
                      <a:pt x="63" y="2"/>
                    </a:lnTo>
                    <a:lnTo>
                      <a:pt x="57" y="4"/>
                    </a:lnTo>
                    <a:lnTo>
                      <a:pt x="51" y="5"/>
                    </a:lnTo>
                    <a:lnTo>
                      <a:pt x="45" y="6"/>
                    </a:lnTo>
                    <a:lnTo>
                      <a:pt x="37" y="7"/>
                    </a:lnTo>
                    <a:lnTo>
                      <a:pt x="31" y="10"/>
                    </a:lnTo>
                    <a:lnTo>
                      <a:pt x="25" y="11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7" y="17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8" y="22"/>
                    </a:lnTo>
                    <a:lnTo>
                      <a:pt x="14" y="21"/>
                    </a:lnTo>
                    <a:lnTo>
                      <a:pt x="20" y="18"/>
                    </a:lnTo>
                    <a:lnTo>
                      <a:pt x="26" y="17"/>
                    </a:lnTo>
                    <a:lnTo>
                      <a:pt x="34" y="15"/>
                    </a:lnTo>
                    <a:lnTo>
                      <a:pt x="40" y="13"/>
                    </a:lnTo>
                    <a:lnTo>
                      <a:pt x="45" y="12"/>
                    </a:lnTo>
                    <a:lnTo>
                      <a:pt x="52" y="11"/>
                    </a:lnTo>
                    <a:lnTo>
                      <a:pt x="58" y="10"/>
                    </a:lnTo>
                    <a:lnTo>
                      <a:pt x="64" y="9"/>
                    </a:lnTo>
                    <a:lnTo>
                      <a:pt x="70" y="7"/>
                    </a:lnTo>
                    <a:lnTo>
                      <a:pt x="77" y="6"/>
                    </a:lnTo>
                    <a:lnTo>
                      <a:pt x="83" y="6"/>
                    </a:lnTo>
                    <a:lnTo>
                      <a:pt x="90" y="6"/>
                    </a:lnTo>
                    <a:lnTo>
                      <a:pt x="97" y="6"/>
                    </a:lnTo>
                    <a:lnTo>
                      <a:pt x="103" y="7"/>
                    </a:lnTo>
                    <a:lnTo>
                      <a:pt x="104" y="1"/>
                    </a:lnTo>
                    <a:lnTo>
                      <a:pt x="103" y="7"/>
                    </a:lnTo>
                    <a:lnTo>
                      <a:pt x="120" y="9"/>
                    </a:lnTo>
                    <a:lnTo>
                      <a:pt x="104" y="1"/>
                    </a:lnTo>
                    <a:lnTo>
                      <a:pt x="102" y="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486"/>
              <p:cNvSpPr>
                <a:spLocks/>
              </p:cNvSpPr>
              <p:nvPr/>
            </p:nvSpPr>
            <p:spPr bwMode="auto">
              <a:xfrm>
                <a:off x="593" y="1548"/>
                <a:ext cx="37" cy="14"/>
              </a:xfrm>
              <a:custGeom>
                <a:avLst/>
                <a:gdLst>
                  <a:gd name="T0" fmla="*/ 8 w 147"/>
                  <a:gd name="T1" fmla="*/ 38 h 55"/>
                  <a:gd name="T2" fmla="*/ 12 w 147"/>
                  <a:gd name="T3" fmla="*/ 41 h 55"/>
                  <a:gd name="T4" fmla="*/ 19 w 147"/>
                  <a:gd name="T5" fmla="*/ 29 h 55"/>
                  <a:gd name="T6" fmla="*/ 26 w 147"/>
                  <a:gd name="T7" fmla="*/ 19 h 55"/>
                  <a:gd name="T8" fmla="*/ 33 w 147"/>
                  <a:gd name="T9" fmla="*/ 13 h 55"/>
                  <a:gd name="T10" fmla="*/ 42 w 147"/>
                  <a:gd name="T11" fmla="*/ 8 h 55"/>
                  <a:gd name="T12" fmla="*/ 49 w 147"/>
                  <a:gd name="T13" fmla="*/ 6 h 55"/>
                  <a:gd name="T14" fmla="*/ 57 w 147"/>
                  <a:gd name="T15" fmla="*/ 6 h 55"/>
                  <a:gd name="T16" fmla="*/ 67 w 147"/>
                  <a:gd name="T17" fmla="*/ 6 h 55"/>
                  <a:gd name="T18" fmla="*/ 76 w 147"/>
                  <a:gd name="T19" fmla="*/ 8 h 55"/>
                  <a:gd name="T20" fmla="*/ 84 w 147"/>
                  <a:gd name="T21" fmla="*/ 12 h 55"/>
                  <a:gd name="T22" fmla="*/ 94 w 147"/>
                  <a:gd name="T23" fmla="*/ 15 h 55"/>
                  <a:gd name="T24" fmla="*/ 103 w 147"/>
                  <a:gd name="T25" fmla="*/ 20 h 55"/>
                  <a:gd name="T26" fmla="*/ 112 w 147"/>
                  <a:gd name="T27" fmla="*/ 25 h 55"/>
                  <a:gd name="T28" fmla="*/ 120 w 147"/>
                  <a:gd name="T29" fmla="*/ 30 h 55"/>
                  <a:gd name="T30" fmla="*/ 129 w 147"/>
                  <a:gd name="T31" fmla="*/ 35 h 55"/>
                  <a:gd name="T32" fmla="*/ 137 w 147"/>
                  <a:gd name="T33" fmla="*/ 38 h 55"/>
                  <a:gd name="T34" fmla="*/ 145 w 147"/>
                  <a:gd name="T35" fmla="*/ 42 h 55"/>
                  <a:gd name="T36" fmla="*/ 147 w 147"/>
                  <a:gd name="T37" fmla="*/ 37 h 55"/>
                  <a:gd name="T38" fmla="*/ 140 w 147"/>
                  <a:gd name="T39" fmla="*/ 34 h 55"/>
                  <a:gd name="T40" fmla="*/ 131 w 147"/>
                  <a:gd name="T41" fmla="*/ 30 h 55"/>
                  <a:gd name="T42" fmla="*/ 124 w 147"/>
                  <a:gd name="T43" fmla="*/ 25 h 55"/>
                  <a:gd name="T44" fmla="*/ 114 w 147"/>
                  <a:gd name="T45" fmla="*/ 20 h 55"/>
                  <a:gd name="T46" fmla="*/ 106 w 147"/>
                  <a:gd name="T47" fmla="*/ 15 h 55"/>
                  <a:gd name="T48" fmla="*/ 96 w 147"/>
                  <a:gd name="T49" fmla="*/ 11 h 55"/>
                  <a:gd name="T50" fmla="*/ 86 w 147"/>
                  <a:gd name="T51" fmla="*/ 6 h 55"/>
                  <a:gd name="T52" fmla="*/ 77 w 147"/>
                  <a:gd name="T53" fmla="*/ 2 h 55"/>
                  <a:gd name="T54" fmla="*/ 67 w 147"/>
                  <a:gd name="T55" fmla="*/ 1 h 55"/>
                  <a:gd name="T56" fmla="*/ 57 w 147"/>
                  <a:gd name="T57" fmla="*/ 0 h 55"/>
                  <a:gd name="T58" fmla="*/ 49 w 147"/>
                  <a:gd name="T59" fmla="*/ 0 h 55"/>
                  <a:gd name="T60" fmla="*/ 39 w 147"/>
                  <a:gd name="T61" fmla="*/ 3 h 55"/>
                  <a:gd name="T62" fmla="*/ 29 w 147"/>
                  <a:gd name="T63" fmla="*/ 8 h 55"/>
                  <a:gd name="T64" fmla="*/ 22 w 147"/>
                  <a:gd name="T65" fmla="*/ 15 h 55"/>
                  <a:gd name="T66" fmla="*/ 14 w 147"/>
                  <a:gd name="T67" fmla="*/ 26 h 55"/>
                  <a:gd name="T68" fmla="*/ 8 w 147"/>
                  <a:gd name="T69" fmla="*/ 38 h 55"/>
                  <a:gd name="T70" fmla="*/ 12 w 147"/>
                  <a:gd name="T71" fmla="*/ 42 h 55"/>
                  <a:gd name="T72" fmla="*/ 8 w 147"/>
                  <a:gd name="T73" fmla="*/ 38 h 55"/>
                  <a:gd name="T74" fmla="*/ 0 w 147"/>
                  <a:gd name="T75" fmla="*/ 55 h 55"/>
                  <a:gd name="T76" fmla="*/ 12 w 147"/>
                  <a:gd name="T77" fmla="*/ 42 h 55"/>
                  <a:gd name="T78" fmla="*/ 8 w 147"/>
                  <a:gd name="T79" fmla="*/ 38 h 5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7"/>
                  <a:gd name="T121" fmla="*/ 0 h 55"/>
                  <a:gd name="T122" fmla="*/ 147 w 147"/>
                  <a:gd name="T123" fmla="*/ 55 h 5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7" h="55">
                    <a:moveTo>
                      <a:pt x="8" y="38"/>
                    </a:moveTo>
                    <a:lnTo>
                      <a:pt x="12" y="41"/>
                    </a:lnTo>
                    <a:lnTo>
                      <a:pt x="19" y="29"/>
                    </a:lnTo>
                    <a:lnTo>
                      <a:pt x="26" y="19"/>
                    </a:lnTo>
                    <a:lnTo>
                      <a:pt x="33" y="13"/>
                    </a:lnTo>
                    <a:lnTo>
                      <a:pt x="42" y="8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67" y="6"/>
                    </a:lnTo>
                    <a:lnTo>
                      <a:pt x="76" y="8"/>
                    </a:lnTo>
                    <a:lnTo>
                      <a:pt x="84" y="12"/>
                    </a:lnTo>
                    <a:lnTo>
                      <a:pt x="94" y="15"/>
                    </a:lnTo>
                    <a:lnTo>
                      <a:pt x="103" y="20"/>
                    </a:lnTo>
                    <a:lnTo>
                      <a:pt x="112" y="25"/>
                    </a:lnTo>
                    <a:lnTo>
                      <a:pt x="120" y="30"/>
                    </a:lnTo>
                    <a:lnTo>
                      <a:pt x="129" y="35"/>
                    </a:lnTo>
                    <a:lnTo>
                      <a:pt x="137" y="38"/>
                    </a:lnTo>
                    <a:lnTo>
                      <a:pt x="145" y="42"/>
                    </a:lnTo>
                    <a:lnTo>
                      <a:pt x="147" y="37"/>
                    </a:lnTo>
                    <a:lnTo>
                      <a:pt x="140" y="34"/>
                    </a:lnTo>
                    <a:lnTo>
                      <a:pt x="131" y="30"/>
                    </a:lnTo>
                    <a:lnTo>
                      <a:pt x="124" y="25"/>
                    </a:lnTo>
                    <a:lnTo>
                      <a:pt x="114" y="20"/>
                    </a:lnTo>
                    <a:lnTo>
                      <a:pt x="106" y="15"/>
                    </a:lnTo>
                    <a:lnTo>
                      <a:pt x="96" y="11"/>
                    </a:lnTo>
                    <a:lnTo>
                      <a:pt x="86" y="6"/>
                    </a:lnTo>
                    <a:lnTo>
                      <a:pt x="77" y="2"/>
                    </a:lnTo>
                    <a:lnTo>
                      <a:pt x="67" y="1"/>
                    </a:lnTo>
                    <a:lnTo>
                      <a:pt x="57" y="0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29" y="8"/>
                    </a:lnTo>
                    <a:lnTo>
                      <a:pt x="22" y="15"/>
                    </a:lnTo>
                    <a:lnTo>
                      <a:pt x="14" y="26"/>
                    </a:lnTo>
                    <a:lnTo>
                      <a:pt x="8" y="38"/>
                    </a:lnTo>
                    <a:lnTo>
                      <a:pt x="12" y="42"/>
                    </a:lnTo>
                    <a:lnTo>
                      <a:pt x="8" y="38"/>
                    </a:lnTo>
                    <a:lnTo>
                      <a:pt x="0" y="55"/>
                    </a:lnTo>
                    <a:lnTo>
                      <a:pt x="12" y="42"/>
                    </a:lnTo>
                    <a:lnTo>
                      <a:pt x="8" y="38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487"/>
              <p:cNvSpPr>
                <a:spLocks/>
              </p:cNvSpPr>
              <p:nvPr/>
            </p:nvSpPr>
            <p:spPr bwMode="auto">
              <a:xfrm>
                <a:off x="595" y="1536"/>
                <a:ext cx="50" cy="23"/>
              </a:xfrm>
              <a:custGeom>
                <a:avLst/>
                <a:gdLst>
                  <a:gd name="T0" fmla="*/ 188 w 197"/>
                  <a:gd name="T1" fmla="*/ 5 h 90"/>
                  <a:gd name="T2" fmla="*/ 189 w 197"/>
                  <a:gd name="T3" fmla="*/ 0 h 90"/>
                  <a:gd name="T4" fmla="*/ 175 w 197"/>
                  <a:gd name="T5" fmla="*/ 2 h 90"/>
                  <a:gd name="T6" fmla="*/ 162 w 197"/>
                  <a:gd name="T7" fmla="*/ 4 h 90"/>
                  <a:gd name="T8" fmla="*/ 150 w 197"/>
                  <a:gd name="T9" fmla="*/ 6 h 90"/>
                  <a:gd name="T10" fmla="*/ 137 w 197"/>
                  <a:gd name="T11" fmla="*/ 9 h 90"/>
                  <a:gd name="T12" fmla="*/ 123 w 197"/>
                  <a:gd name="T13" fmla="*/ 12 h 90"/>
                  <a:gd name="T14" fmla="*/ 111 w 197"/>
                  <a:gd name="T15" fmla="*/ 16 h 90"/>
                  <a:gd name="T16" fmla="*/ 98 w 197"/>
                  <a:gd name="T17" fmla="*/ 20 h 90"/>
                  <a:gd name="T18" fmla="*/ 86 w 197"/>
                  <a:gd name="T19" fmla="*/ 25 h 90"/>
                  <a:gd name="T20" fmla="*/ 74 w 197"/>
                  <a:gd name="T21" fmla="*/ 31 h 90"/>
                  <a:gd name="T22" fmla="*/ 63 w 197"/>
                  <a:gd name="T23" fmla="*/ 36 h 90"/>
                  <a:gd name="T24" fmla="*/ 51 w 197"/>
                  <a:gd name="T25" fmla="*/ 42 h 90"/>
                  <a:gd name="T26" fmla="*/ 40 w 197"/>
                  <a:gd name="T27" fmla="*/ 49 h 90"/>
                  <a:gd name="T28" fmla="*/ 29 w 197"/>
                  <a:gd name="T29" fmla="*/ 57 h 90"/>
                  <a:gd name="T30" fmla="*/ 19 w 197"/>
                  <a:gd name="T31" fmla="*/ 66 h 90"/>
                  <a:gd name="T32" fmla="*/ 9 w 197"/>
                  <a:gd name="T33" fmla="*/ 76 h 90"/>
                  <a:gd name="T34" fmla="*/ 0 w 197"/>
                  <a:gd name="T35" fmla="*/ 86 h 90"/>
                  <a:gd name="T36" fmla="*/ 4 w 197"/>
                  <a:gd name="T37" fmla="*/ 90 h 90"/>
                  <a:gd name="T38" fmla="*/ 13 w 197"/>
                  <a:gd name="T39" fmla="*/ 80 h 90"/>
                  <a:gd name="T40" fmla="*/ 23 w 197"/>
                  <a:gd name="T41" fmla="*/ 71 h 90"/>
                  <a:gd name="T42" fmla="*/ 32 w 197"/>
                  <a:gd name="T43" fmla="*/ 62 h 90"/>
                  <a:gd name="T44" fmla="*/ 43 w 197"/>
                  <a:gd name="T45" fmla="*/ 54 h 90"/>
                  <a:gd name="T46" fmla="*/ 54 w 197"/>
                  <a:gd name="T47" fmla="*/ 46 h 90"/>
                  <a:gd name="T48" fmla="*/ 65 w 197"/>
                  <a:gd name="T49" fmla="*/ 40 h 90"/>
                  <a:gd name="T50" fmla="*/ 76 w 197"/>
                  <a:gd name="T51" fmla="*/ 36 h 90"/>
                  <a:gd name="T52" fmla="*/ 88 w 197"/>
                  <a:gd name="T53" fmla="*/ 29 h 90"/>
                  <a:gd name="T54" fmla="*/ 100 w 197"/>
                  <a:gd name="T55" fmla="*/ 26 h 90"/>
                  <a:gd name="T56" fmla="*/ 112 w 197"/>
                  <a:gd name="T57" fmla="*/ 21 h 90"/>
                  <a:gd name="T58" fmla="*/ 126 w 197"/>
                  <a:gd name="T59" fmla="*/ 17 h 90"/>
                  <a:gd name="T60" fmla="*/ 138 w 197"/>
                  <a:gd name="T61" fmla="*/ 15 h 90"/>
                  <a:gd name="T62" fmla="*/ 150 w 197"/>
                  <a:gd name="T63" fmla="*/ 11 h 90"/>
                  <a:gd name="T64" fmla="*/ 163 w 197"/>
                  <a:gd name="T65" fmla="*/ 10 h 90"/>
                  <a:gd name="T66" fmla="*/ 177 w 197"/>
                  <a:gd name="T67" fmla="*/ 8 h 90"/>
                  <a:gd name="T68" fmla="*/ 189 w 197"/>
                  <a:gd name="T69" fmla="*/ 6 h 90"/>
                  <a:gd name="T70" fmla="*/ 190 w 197"/>
                  <a:gd name="T71" fmla="*/ 0 h 90"/>
                  <a:gd name="T72" fmla="*/ 189 w 197"/>
                  <a:gd name="T73" fmla="*/ 6 h 90"/>
                  <a:gd name="T74" fmla="*/ 197 w 197"/>
                  <a:gd name="T75" fmla="*/ 5 h 90"/>
                  <a:gd name="T76" fmla="*/ 190 w 197"/>
                  <a:gd name="T77" fmla="*/ 0 h 90"/>
                  <a:gd name="T78" fmla="*/ 188 w 197"/>
                  <a:gd name="T79" fmla="*/ 5 h 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97"/>
                  <a:gd name="T121" fmla="*/ 0 h 90"/>
                  <a:gd name="T122" fmla="*/ 197 w 197"/>
                  <a:gd name="T123" fmla="*/ 90 h 9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97" h="90">
                    <a:moveTo>
                      <a:pt x="188" y="5"/>
                    </a:moveTo>
                    <a:lnTo>
                      <a:pt x="189" y="0"/>
                    </a:lnTo>
                    <a:lnTo>
                      <a:pt x="175" y="2"/>
                    </a:lnTo>
                    <a:lnTo>
                      <a:pt x="162" y="4"/>
                    </a:lnTo>
                    <a:lnTo>
                      <a:pt x="150" y="6"/>
                    </a:lnTo>
                    <a:lnTo>
                      <a:pt x="137" y="9"/>
                    </a:lnTo>
                    <a:lnTo>
                      <a:pt x="123" y="12"/>
                    </a:lnTo>
                    <a:lnTo>
                      <a:pt x="111" y="16"/>
                    </a:lnTo>
                    <a:lnTo>
                      <a:pt x="98" y="20"/>
                    </a:lnTo>
                    <a:lnTo>
                      <a:pt x="86" y="25"/>
                    </a:lnTo>
                    <a:lnTo>
                      <a:pt x="74" y="31"/>
                    </a:lnTo>
                    <a:lnTo>
                      <a:pt x="63" y="36"/>
                    </a:lnTo>
                    <a:lnTo>
                      <a:pt x="51" y="42"/>
                    </a:lnTo>
                    <a:lnTo>
                      <a:pt x="40" y="49"/>
                    </a:lnTo>
                    <a:lnTo>
                      <a:pt x="29" y="57"/>
                    </a:lnTo>
                    <a:lnTo>
                      <a:pt x="19" y="66"/>
                    </a:lnTo>
                    <a:lnTo>
                      <a:pt x="9" y="76"/>
                    </a:lnTo>
                    <a:lnTo>
                      <a:pt x="0" y="86"/>
                    </a:lnTo>
                    <a:lnTo>
                      <a:pt x="4" y="90"/>
                    </a:lnTo>
                    <a:lnTo>
                      <a:pt x="13" y="80"/>
                    </a:lnTo>
                    <a:lnTo>
                      <a:pt x="23" y="71"/>
                    </a:lnTo>
                    <a:lnTo>
                      <a:pt x="32" y="62"/>
                    </a:lnTo>
                    <a:lnTo>
                      <a:pt x="43" y="54"/>
                    </a:lnTo>
                    <a:lnTo>
                      <a:pt x="54" y="46"/>
                    </a:lnTo>
                    <a:lnTo>
                      <a:pt x="65" y="40"/>
                    </a:lnTo>
                    <a:lnTo>
                      <a:pt x="76" y="36"/>
                    </a:lnTo>
                    <a:lnTo>
                      <a:pt x="88" y="29"/>
                    </a:lnTo>
                    <a:lnTo>
                      <a:pt x="100" y="26"/>
                    </a:lnTo>
                    <a:lnTo>
                      <a:pt x="112" y="21"/>
                    </a:lnTo>
                    <a:lnTo>
                      <a:pt x="126" y="17"/>
                    </a:lnTo>
                    <a:lnTo>
                      <a:pt x="138" y="15"/>
                    </a:lnTo>
                    <a:lnTo>
                      <a:pt x="150" y="11"/>
                    </a:lnTo>
                    <a:lnTo>
                      <a:pt x="163" y="10"/>
                    </a:lnTo>
                    <a:lnTo>
                      <a:pt x="177" y="8"/>
                    </a:lnTo>
                    <a:lnTo>
                      <a:pt x="189" y="6"/>
                    </a:lnTo>
                    <a:lnTo>
                      <a:pt x="190" y="0"/>
                    </a:lnTo>
                    <a:lnTo>
                      <a:pt x="189" y="6"/>
                    </a:lnTo>
                    <a:lnTo>
                      <a:pt x="197" y="5"/>
                    </a:lnTo>
                    <a:lnTo>
                      <a:pt x="190" y="0"/>
                    </a:lnTo>
                    <a:lnTo>
                      <a:pt x="188" y="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488"/>
              <p:cNvSpPr>
                <a:spLocks/>
              </p:cNvSpPr>
              <p:nvPr/>
            </p:nvSpPr>
            <p:spPr bwMode="auto">
              <a:xfrm>
                <a:off x="598" y="1532"/>
                <a:ext cx="45" cy="6"/>
              </a:xfrm>
              <a:custGeom>
                <a:avLst/>
                <a:gdLst>
                  <a:gd name="T0" fmla="*/ 4 w 177"/>
                  <a:gd name="T1" fmla="*/ 19 h 23"/>
                  <a:gd name="T2" fmla="*/ 6 w 177"/>
                  <a:gd name="T3" fmla="*/ 23 h 23"/>
                  <a:gd name="T4" fmla="*/ 17 w 177"/>
                  <a:gd name="T5" fmla="*/ 22 h 23"/>
                  <a:gd name="T6" fmla="*/ 28 w 177"/>
                  <a:gd name="T7" fmla="*/ 20 h 23"/>
                  <a:gd name="T8" fmla="*/ 39 w 177"/>
                  <a:gd name="T9" fmla="*/ 17 h 23"/>
                  <a:gd name="T10" fmla="*/ 50 w 177"/>
                  <a:gd name="T11" fmla="*/ 16 h 23"/>
                  <a:gd name="T12" fmla="*/ 59 w 177"/>
                  <a:gd name="T13" fmla="*/ 14 h 23"/>
                  <a:gd name="T14" fmla="*/ 70 w 177"/>
                  <a:gd name="T15" fmla="*/ 11 h 23"/>
                  <a:gd name="T16" fmla="*/ 81 w 177"/>
                  <a:gd name="T17" fmla="*/ 9 h 23"/>
                  <a:gd name="T18" fmla="*/ 91 w 177"/>
                  <a:gd name="T19" fmla="*/ 8 h 23"/>
                  <a:gd name="T20" fmla="*/ 102 w 177"/>
                  <a:gd name="T21" fmla="*/ 6 h 23"/>
                  <a:gd name="T22" fmla="*/ 112 w 177"/>
                  <a:gd name="T23" fmla="*/ 6 h 23"/>
                  <a:gd name="T24" fmla="*/ 122 w 177"/>
                  <a:gd name="T25" fmla="*/ 6 h 23"/>
                  <a:gd name="T26" fmla="*/ 133 w 177"/>
                  <a:gd name="T27" fmla="*/ 8 h 23"/>
                  <a:gd name="T28" fmla="*/ 143 w 177"/>
                  <a:gd name="T29" fmla="*/ 10 h 23"/>
                  <a:gd name="T30" fmla="*/ 154 w 177"/>
                  <a:gd name="T31" fmla="*/ 13 h 23"/>
                  <a:gd name="T32" fmla="*/ 164 w 177"/>
                  <a:gd name="T33" fmla="*/ 17 h 23"/>
                  <a:gd name="T34" fmla="*/ 175 w 177"/>
                  <a:gd name="T35" fmla="*/ 22 h 23"/>
                  <a:gd name="T36" fmla="*/ 177 w 177"/>
                  <a:gd name="T37" fmla="*/ 17 h 23"/>
                  <a:gd name="T38" fmla="*/ 166 w 177"/>
                  <a:gd name="T39" fmla="*/ 13 h 23"/>
                  <a:gd name="T40" fmla="*/ 155 w 177"/>
                  <a:gd name="T41" fmla="*/ 8 h 23"/>
                  <a:gd name="T42" fmla="*/ 144 w 177"/>
                  <a:gd name="T43" fmla="*/ 4 h 23"/>
                  <a:gd name="T44" fmla="*/ 133 w 177"/>
                  <a:gd name="T45" fmla="*/ 2 h 23"/>
                  <a:gd name="T46" fmla="*/ 122 w 177"/>
                  <a:gd name="T47" fmla="*/ 0 h 23"/>
                  <a:gd name="T48" fmla="*/ 112 w 177"/>
                  <a:gd name="T49" fmla="*/ 0 h 23"/>
                  <a:gd name="T50" fmla="*/ 102 w 177"/>
                  <a:gd name="T51" fmla="*/ 2 h 23"/>
                  <a:gd name="T52" fmla="*/ 91 w 177"/>
                  <a:gd name="T53" fmla="*/ 2 h 23"/>
                  <a:gd name="T54" fmla="*/ 80 w 177"/>
                  <a:gd name="T55" fmla="*/ 4 h 23"/>
                  <a:gd name="T56" fmla="*/ 69 w 177"/>
                  <a:gd name="T57" fmla="*/ 5 h 23"/>
                  <a:gd name="T58" fmla="*/ 59 w 177"/>
                  <a:gd name="T59" fmla="*/ 8 h 23"/>
                  <a:gd name="T60" fmla="*/ 48 w 177"/>
                  <a:gd name="T61" fmla="*/ 10 h 23"/>
                  <a:gd name="T62" fmla="*/ 38 w 177"/>
                  <a:gd name="T63" fmla="*/ 13 h 23"/>
                  <a:gd name="T64" fmla="*/ 27 w 177"/>
                  <a:gd name="T65" fmla="*/ 14 h 23"/>
                  <a:gd name="T66" fmla="*/ 16 w 177"/>
                  <a:gd name="T67" fmla="*/ 16 h 23"/>
                  <a:gd name="T68" fmla="*/ 6 w 177"/>
                  <a:gd name="T69" fmla="*/ 17 h 23"/>
                  <a:gd name="T70" fmla="*/ 8 w 177"/>
                  <a:gd name="T71" fmla="*/ 22 h 23"/>
                  <a:gd name="T72" fmla="*/ 4 w 177"/>
                  <a:gd name="T73" fmla="*/ 19 h 23"/>
                  <a:gd name="T74" fmla="*/ 0 w 177"/>
                  <a:gd name="T75" fmla="*/ 23 h 23"/>
                  <a:gd name="T76" fmla="*/ 6 w 177"/>
                  <a:gd name="T77" fmla="*/ 23 h 23"/>
                  <a:gd name="T78" fmla="*/ 4 w 177"/>
                  <a:gd name="T79" fmla="*/ 19 h 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77"/>
                  <a:gd name="T121" fmla="*/ 0 h 23"/>
                  <a:gd name="T122" fmla="*/ 177 w 177"/>
                  <a:gd name="T123" fmla="*/ 23 h 23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77" h="23">
                    <a:moveTo>
                      <a:pt x="4" y="19"/>
                    </a:moveTo>
                    <a:lnTo>
                      <a:pt x="6" y="23"/>
                    </a:lnTo>
                    <a:lnTo>
                      <a:pt x="17" y="22"/>
                    </a:lnTo>
                    <a:lnTo>
                      <a:pt x="28" y="20"/>
                    </a:lnTo>
                    <a:lnTo>
                      <a:pt x="39" y="17"/>
                    </a:lnTo>
                    <a:lnTo>
                      <a:pt x="50" y="16"/>
                    </a:lnTo>
                    <a:lnTo>
                      <a:pt x="59" y="14"/>
                    </a:lnTo>
                    <a:lnTo>
                      <a:pt x="70" y="11"/>
                    </a:lnTo>
                    <a:lnTo>
                      <a:pt x="81" y="9"/>
                    </a:lnTo>
                    <a:lnTo>
                      <a:pt x="91" y="8"/>
                    </a:lnTo>
                    <a:lnTo>
                      <a:pt x="102" y="6"/>
                    </a:lnTo>
                    <a:lnTo>
                      <a:pt x="112" y="6"/>
                    </a:lnTo>
                    <a:lnTo>
                      <a:pt x="122" y="6"/>
                    </a:lnTo>
                    <a:lnTo>
                      <a:pt x="133" y="8"/>
                    </a:lnTo>
                    <a:lnTo>
                      <a:pt x="143" y="10"/>
                    </a:lnTo>
                    <a:lnTo>
                      <a:pt x="154" y="13"/>
                    </a:lnTo>
                    <a:lnTo>
                      <a:pt x="164" y="17"/>
                    </a:lnTo>
                    <a:lnTo>
                      <a:pt x="175" y="22"/>
                    </a:lnTo>
                    <a:lnTo>
                      <a:pt x="177" y="17"/>
                    </a:lnTo>
                    <a:lnTo>
                      <a:pt x="166" y="13"/>
                    </a:lnTo>
                    <a:lnTo>
                      <a:pt x="155" y="8"/>
                    </a:lnTo>
                    <a:lnTo>
                      <a:pt x="144" y="4"/>
                    </a:lnTo>
                    <a:lnTo>
                      <a:pt x="133" y="2"/>
                    </a:lnTo>
                    <a:lnTo>
                      <a:pt x="122" y="0"/>
                    </a:lnTo>
                    <a:lnTo>
                      <a:pt x="112" y="0"/>
                    </a:lnTo>
                    <a:lnTo>
                      <a:pt x="102" y="2"/>
                    </a:lnTo>
                    <a:lnTo>
                      <a:pt x="91" y="2"/>
                    </a:lnTo>
                    <a:lnTo>
                      <a:pt x="80" y="4"/>
                    </a:lnTo>
                    <a:lnTo>
                      <a:pt x="69" y="5"/>
                    </a:lnTo>
                    <a:lnTo>
                      <a:pt x="59" y="8"/>
                    </a:lnTo>
                    <a:lnTo>
                      <a:pt x="48" y="10"/>
                    </a:lnTo>
                    <a:lnTo>
                      <a:pt x="38" y="13"/>
                    </a:lnTo>
                    <a:lnTo>
                      <a:pt x="27" y="14"/>
                    </a:lnTo>
                    <a:lnTo>
                      <a:pt x="16" y="16"/>
                    </a:lnTo>
                    <a:lnTo>
                      <a:pt x="6" y="17"/>
                    </a:lnTo>
                    <a:lnTo>
                      <a:pt x="8" y="22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6" y="23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489"/>
              <p:cNvSpPr>
                <a:spLocks/>
              </p:cNvSpPr>
              <p:nvPr/>
            </p:nvSpPr>
            <p:spPr bwMode="auto">
              <a:xfrm>
                <a:off x="599" y="1523"/>
                <a:ext cx="23" cy="14"/>
              </a:xfrm>
              <a:custGeom>
                <a:avLst/>
                <a:gdLst>
                  <a:gd name="T0" fmla="*/ 86 w 88"/>
                  <a:gd name="T1" fmla="*/ 0 h 56"/>
                  <a:gd name="T2" fmla="*/ 80 w 88"/>
                  <a:gd name="T3" fmla="*/ 4 h 56"/>
                  <a:gd name="T4" fmla="*/ 75 w 88"/>
                  <a:gd name="T5" fmla="*/ 7 h 56"/>
                  <a:gd name="T6" fmla="*/ 69 w 88"/>
                  <a:gd name="T7" fmla="*/ 9 h 56"/>
                  <a:gd name="T8" fmla="*/ 63 w 88"/>
                  <a:gd name="T9" fmla="*/ 11 h 56"/>
                  <a:gd name="T10" fmla="*/ 58 w 88"/>
                  <a:gd name="T11" fmla="*/ 14 h 56"/>
                  <a:gd name="T12" fmla="*/ 52 w 88"/>
                  <a:gd name="T13" fmla="*/ 16 h 56"/>
                  <a:gd name="T14" fmla="*/ 46 w 88"/>
                  <a:gd name="T15" fmla="*/ 19 h 56"/>
                  <a:gd name="T16" fmla="*/ 41 w 88"/>
                  <a:gd name="T17" fmla="*/ 21 h 56"/>
                  <a:gd name="T18" fmla="*/ 35 w 88"/>
                  <a:gd name="T19" fmla="*/ 25 h 56"/>
                  <a:gd name="T20" fmla="*/ 30 w 88"/>
                  <a:gd name="T21" fmla="*/ 27 h 56"/>
                  <a:gd name="T22" fmla="*/ 24 w 88"/>
                  <a:gd name="T23" fmla="*/ 31 h 56"/>
                  <a:gd name="T24" fmla="*/ 19 w 88"/>
                  <a:gd name="T25" fmla="*/ 34 h 56"/>
                  <a:gd name="T26" fmla="*/ 14 w 88"/>
                  <a:gd name="T27" fmla="*/ 39 h 56"/>
                  <a:gd name="T28" fmla="*/ 9 w 88"/>
                  <a:gd name="T29" fmla="*/ 43 h 56"/>
                  <a:gd name="T30" fmla="*/ 4 w 88"/>
                  <a:gd name="T31" fmla="*/ 48 h 56"/>
                  <a:gd name="T32" fmla="*/ 0 w 88"/>
                  <a:gd name="T33" fmla="*/ 53 h 56"/>
                  <a:gd name="T34" fmla="*/ 4 w 88"/>
                  <a:gd name="T35" fmla="*/ 56 h 56"/>
                  <a:gd name="T36" fmla="*/ 8 w 88"/>
                  <a:gd name="T37" fmla="*/ 51 h 56"/>
                  <a:gd name="T38" fmla="*/ 13 w 88"/>
                  <a:gd name="T39" fmla="*/ 47 h 56"/>
                  <a:gd name="T40" fmla="*/ 18 w 88"/>
                  <a:gd name="T41" fmla="*/ 43 h 56"/>
                  <a:gd name="T42" fmla="*/ 23 w 88"/>
                  <a:gd name="T43" fmla="*/ 39 h 56"/>
                  <a:gd name="T44" fmla="*/ 27 w 88"/>
                  <a:gd name="T45" fmla="*/ 36 h 56"/>
                  <a:gd name="T46" fmla="*/ 32 w 88"/>
                  <a:gd name="T47" fmla="*/ 32 h 56"/>
                  <a:gd name="T48" fmla="*/ 37 w 88"/>
                  <a:gd name="T49" fmla="*/ 30 h 56"/>
                  <a:gd name="T50" fmla="*/ 43 w 88"/>
                  <a:gd name="T51" fmla="*/ 26 h 56"/>
                  <a:gd name="T52" fmla="*/ 48 w 88"/>
                  <a:gd name="T53" fmla="*/ 23 h 56"/>
                  <a:gd name="T54" fmla="*/ 54 w 88"/>
                  <a:gd name="T55" fmla="*/ 21 h 56"/>
                  <a:gd name="T56" fmla="*/ 59 w 88"/>
                  <a:gd name="T57" fmla="*/ 19 h 56"/>
                  <a:gd name="T58" fmla="*/ 65 w 88"/>
                  <a:gd name="T59" fmla="*/ 16 h 56"/>
                  <a:gd name="T60" fmla="*/ 71 w 88"/>
                  <a:gd name="T61" fmla="*/ 14 h 56"/>
                  <a:gd name="T62" fmla="*/ 77 w 88"/>
                  <a:gd name="T63" fmla="*/ 11 h 56"/>
                  <a:gd name="T64" fmla="*/ 82 w 88"/>
                  <a:gd name="T65" fmla="*/ 9 h 56"/>
                  <a:gd name="T66" fmla="*/ 88 w 88"/>
                  <a:gd name="T67" fmla="*/ 5 h 56"/>
                  <a:gd name="T68" fmla="*/ 86 w 88"/>
                  <a:gd name="T69" fmla="*/ 0 h 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88"/>
                  <a:gd name="T106" fmla="*/ 0 h 56"/>
                  <a:gd name="T107" fmla="*/ 88 w 88"/>
                  <a:gd name="T108" fmla="*/ 56 h 5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88" h="56">
                    <a:moveTo>
                      <a:pt x="86" y="0"/>
                    </a:moveTo>
                    <a:lnTo>
                      <a:pt x="80" y="4"/>
                    </a:lnTo>
                    <a:lnTo>
                      <a:pt x="75" y="7"/>
                    </a:lnTo>
                    <a:lnTo>
                      <a:pt x="69" y="9"/>
                    </a:lnTo>
                    <a:lnTo>
                      <a:pt x="63" y="11"/>
                    </a:lnTo>
                    <a:lnTo>
                      <a:pt x="58" y="14"/>
                    </a:lnTo>
                    <a:lnTo>
                      <a:pt x="52" y="16"/>
                    </a:lnTo>
                    <a:lnTo>
                      <a:pt x="46" y="19"/>
                    </a:lnTo>
                    <a:lnTo>
                      <a:pt x="41" y="21"/>
                    </a:lnTo>
                    <a:lnTo>
                      <a:pt x="35" y="25"/>
                    </a:lnTo>
                    <a:lnTo>
                      <a:pt x="30" y="27"/>
                    </a:lnTo>
                    <a:lnTo>
                      <a:pt x="24" y="31"/>
                    </a:lnTo>
                    <a:lnTo>
                      <a:pt x="19" y="34"/>
                    </a:lnTo>
                    <a:lnTo>
                      <a:pt x="14" y="39"/>
                    </a:lnTo>
                    <a:lnTo>
                      <a:pt x="9" y="43"/>
                    </a:lnTo>
                    <a:lnTo>
                      <a:pt x="4" y="48"/>
                    </a:lnTo>
                    <a:lnTo>
                      <a:pt x="0" y="53"/>
                    </a:lnTo>
                    <a:lnTo>
                      <a:pt x="4" y="56"/>
                    </a:lnTo>
                    <a:lnTo>
                      <a:pt x="8" y="51"/>
                    </a:lnTo>
                    <a:lnTo>
                      <a:pt x="13" y="47"/>
                    </a:lnTo>
                    <a:lnTo>
                      <a:pt x="18" y="43"/>
                    </a:lnTo>
                    <a:lnTo>
                      <a:pt x="23" y="39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7" y="30"/>
                    </a:lnTo>
                    <a:lnTo>
                      <a:pt x="43" y="26"/>
                    </a:lnTo>
                    <a:lnTo>
                      <a:pt x="48" y="23"/>
                    </a:lnTo>
                    <a:lnTo>
                      <a:pt x="54" y="21"/>
                    </a:lnTo>
                    <a:lnTo>
                      <a:pt x="59" y="19"/>
                    </a:lnTo>
                    <a:lnTo>
                      <a:pt x="65" y="16"/>
                    </a:lnTo>
                    <a:lnTo>
                      <a:pt x="71" y="14"/>
                    </a:lnTo>
                    <a:lnTo>
                      <a:pt x="77" y="11"/>
                    </a:lnTo>
                    <a:lnTo>
                      <a:pt x="82" y="9"/>
                    </a:lnTo>
                    <a:lnTo>
                      <a:pt x="88" y="5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490"/>
              <p:cNvSpPr>
                <a:spLocks/>
              </p:cNvSpPr>
              <p:nvPr/>
            </p:nvSpPr>
            <p:spPr bwMode="auto">
              <a:xfrm>
                <a:off x="676" y="1482"/>
                <a:ext cx="144" cy="49"/>
              </a:xfrm>
              <a:custGeom>
                <a:avLst/>
                <a:gdLst>
                  <a:gd name="T0" fmla="*/ 565 w 574"/>
                  <a:gd name="T1" fmla="*/ 183 h 195"/>
                  <a:gd name="T2" fmla="*/ 538 w 574"/>
                  <a:gd name="T3" fmla="*/ 155 h 195"/>
                  <a:gd name="T4" fmla="*/ 510 w 574"/>
                  <a:gd name="T5" fmla="*/ 128 h 195"/>
                  <a:gd name="T6" fmla="*/ 478 w 574"/>
                  <a:gd name="T7" fmla="*/ 103 h 195"/>
                  <a:gd name="T8" fmla="*/ 446 w 574"/>
                  <a:gd name="T9" fmla="*/ 81 h 195"/>
                  <a:gd name="T10" fmla="*/ 410 w 574"/>
                  <a:gd name="T11" fmla="*/ 60 h 195"/>
                  <a:gd name="T12" fmla="*/ 375 w 574"/>
                  <a:gd name="T13" fmla="*/ 42 h 195"/>
                  <a:gd name="T14" fmla="*/ 338 w 574"/>
                  <a:gd name="T15" fmla="*/ 26 h 195"/>
                  <a:gd name="T16" fmla="*/ 300 w 574"/>
                  <a:gd name="T17" fmla="*/ 15 h 195"/>
                  <a:gd name="T18" fmla="*/ 261 w 574"/>
                  <a:gd name="T19" fmla="*/ 6 h 195"/>
                  <a:gd name="T20" fmla="*/ 222 w 574"/>
                  <a:gd name="T21" fmla="*/ 1 h 195"/>
                  <a:gd name="T22" fmla="*/ 185 w 574"/>
                  <a:gd name="T23" fmla="*/ 0 h 195"/>
                  <a:gd name="T24" fmla="*/ 146 w 574"/>
                  <a:gd name="T25" fmla="*/ 3 h 195"/>
                  <a:gd name="T26" fmla="*/ 107 w 574"/>
                  <a:gd name="T27" fmla="*/ 10 h 195"/>
                  <a:gd name="T28" fmla="*/ 71 w 574"/>
                  <a:gd name="T29" fmla="*/ 23 h 195"/>
                  <a:gd name="T30" fmla="*/ 36 w 574"/>
                  <a:gd name="T31" fmla="*/ 41 h 195"/>
                  <a:gd name="T32" fmla="*/ 0 w 574"/>
                  <a:gd name="T33" fmla="*/ 63 h 195"/>
                  <a:gd name="T34" fmla="*/ 21 w 574"/>
                  <a:gd name="T35" fmla="*/ 55 h 195"/>
                  <a:gd name="T36" fmla="*/ 55 w 574"/>
                  <a:gd name="T37" fmla="*/ 36 h 195"/>
                  <a:gd name="T38" fmla="*/ 90 w 574"/>
                  <a:gd name="T39" fmla="*/ 21 h 195"/>
                  <a:gd name="T40" fmla="*/ 128 w 574"/>
                  <a:gd name="T41" fmla="*/ 12 h 195"/>
                  <a:gd name="T42" fmla="*/ 165 w 574"/>
                  <a:gd name="T43" fmla="*/ 7 h 195"/>
                  <a:gd name="T44" fmla="*/ 203 w 574"/>
                  <a:gd name="T45" fmla="*/ 6 h 195"/>
                  <a:gd name="T46" fmla="*/ 242 w 574"/>
                  <a:gd name="T47" fmla="*/ 9 h 195"/>
                  <a:gd name="T48" fmla="*/ 279 w 574"/>
                  <a:gd name="T49" fmla="*/ 15 h 195"/>
                  <a:gd name="T50" fmla="*/ 318 w 574"/>
                  <a:gd name="T51" fmla="*/ 26 h 195"/>
                  <a:gd name="T52" fmla="*/ 355 w 574"/>
                  <a:gd name="T53" fmla="*/ 40 h 195"/>
                  <a:gd name="T54" fmla="*/ 391 w 574"/>
                  <a:gd name="T55" fmla="*/ 55 h 195"/>
                  <a:gd name="T56" fmla="*/ 426 w 574"/>
                  <a:gd name="T57" fmla="*/ 75 h 195"/>
                  <a:gd name="T58" fmla="*/ 459 w 574"/>
                  <a:gd name="T59" fmla="*/ 97 h 195"/>
                  <a:gd name="T60" fmla="*/ 492 w 574"/>
                  <a:gd name="T61" fmla="*/ 120 h 195"/>
                  <a:gd name="T62" fmla="*/ 520 w 574"/>
                  <a:gd name="T63" fmla="*/ 145 h 195"/>
                  <a:gd name="T64" fmla="*/ 548 w 574"/>
                  <a:gd name="T65" fmla="*/ 172 h 195"/>
                  <a:gd name="T66" fmla="*/ 563 w 574"/>
                  <a:gd name="T67" fmla="*/ 181 h 195"/>
                  <a:gd name="T68" fmla="*/ 574 w 574"/>
                  <a:gd name="T69" fmla="*/ 195 h 195"/>
                  <a:gd name="T70" fmla="*/ 561 w 574"/>
                  <a:gd name="T71" fmla="*/ 186 h 1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74"/>
                  <a:gd name="T109" fmla="*/ 0 h 195"/>
                  <a:gd name="T110" fmla="*/ 574 w 574"/>
                  <a:gd name="T111" fmla="*/ 195 h 19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74" h="195">
                    <a:moveTo>
                      <a:pt x="561" y="186"/>
                    </a:moveTo>
                    <a:lnTo>
                      <a:pt x="565" y="183"/>
                    </a:lnTo>
                    <a:lnTo>
                      <a:pt x="551" y="168"/>
                    </a:lnTo>
                    <a:lnTo>
                      <a:pt x="538" y="155"/>
                    </a:lnTo>
                    <a:lnTo>
                      <a:pt x="524" y="141"/>
                    </a:lnTo>
                    <a:lnTo>
                      <a:pt x="510" y="128"/>
                    </a:lnTo>
                    <a:lnTo>
                      <a:pt x="494" y="116"/>
                    </a:lnTo>
                    <a:lnTo>
                      <a:pt x="478" y="103"/>
                    </a:lnTo>
                    <a:lnTo>
                      <a:pt x="463" y="92"/>
                    </a:lnTo>
                    <a:lnTo>
                      <a:pt x="446" y="81"/>
                    </a:lnTo>
                    <a:lnTo>
                      <a:pt x="429" y="70"/>
                    </a:lnTo>
                    <a:lnTo>
                      <a:pt x="410" y="60"/>
                    </a:lnTo>
                    <a:lnTo>
                      <a:pt x="393" y="50"/>
                    </a:lnTo>
                    <a:lnTo>
                      <a:pt x="375" y="42"/>
                    </a:lnTo>
                    <a:lnTo>
                      <a:pt x="357" y="35"/>
                    </a:lnTo>
                    <a:lnTo>
                      <a:pt x="338" y="26"/>
                    </a:lnTo>
                    <a:lnTo>
                      <a:pt x="319" y="20"/>
                    </a:lnTo>
                    <a:lnTo>
                      <a:pt x="300" y="15"/>
                    </a:lnTo>
                    <a:lnTo>
                      <a:pt x="281" y="10"/>
                    </a:lnTo>
                    <a:lnTo>
                      <a:pt x="261" y="6"/>
                    </a:lnTo>
                    <a:lnTo>
                      <a:pt x="242" y="3"/>
                    </a:lnTo>
                    <a:lnTo>
                      <a:pt x="222" y="1"/>
                    </a:lnTo>
                    <a:lnTo>
                      <a:pt x="203" y="0"/>
                    </a:lnTo>
                    <a:lnTo>
                      <a:pt x="185" y="0"/>
                    </a:lnTo>
                    <a:lnTo>
                      <a:pt x="165" y="1"/>
                    </a:lnTo>
                    <a:lnTo>
                      <a:pt x="146" y="3"/>
                    </a:lnTo>
                    <a:lnTo>
                      <a:pt x="127" y="6"/>
                    </a:lnTo>
                    <a:lnTo>
                      <a:pt x="107" y="10"/>
                    </a:lnTo>
                    <a:lnTo>
                      <a:pt x="89" y="15"/>
                    </a:lnTo>
                    <a:lnTo>
                      <a:pt x="71" y="23"/>
                    </a:lnTo>
                    <a:lnTo>
                      <a:pt x="53" y="31"/>
                    </a:lnTo>
                    <a:lnTo>
                      <a:pt x="36" y="41"/>
                    </a:lnTo>
                    <a:lnTo>
                      <a:pt x="17" y="50"/>
                    </a:lnTo>
                    <a:lnTo>
                      <a:pt x="0" y="63"/>
                    </a:lnTo>
                    <a:lnTo>
                      <a:pt x="4" y="67"/>
                    </a:lnTo>
                    <a:lnTo>
                      <a:pt x="21" y="55"/>
                    </a:lnTo>
                    <a:lnTo>
                      <a:pt x="38" y="46"/>
                    </a:lnTo>
                    <a:lnTo>
                      <a:pt x="55" y="36"/>
                    </a:lnTo>
                    <a:lnTo>
                      <a:pt x="73" y="27"/>
                    </a:lnTo>
                    <a:lnTo>
                      <a:pt x="90" y="21"/>
                    </a:lnTo>
                    <a:lnTo>
                      <a:pt x="110" y="17"/>
                    </a:lnTo>
                    <a:lnTo>
                      <a:pt x="128" y="12"/>
                    </a:lnTo>
                    <a:lnTo>
                      <a:pt x="146" y="8"/>
                    </a:lnTo>
                    <a:lnTo>
                      <a:pt x="165" y="7"/>
                    </a:lnTo>
                    <a:lnTo>
                      <a:pt x="185" y="6"/>
                    </a:lnTo>
                    <a:lnTo>
                      <a:pt x="203" y="6"/>
                    </a:lnTo>
                    <a:lnTo>
                      <a:pt x="222" y="7"/>
                    </a:lnTo>
                    <a:lnTo>
                      <a:pt x="242" y="9"/>
                    </a:lnTo>
                    <a:lnTo>
                      <a:pt x="261" y="12"/>
                    </a:lnTo>
                    <a:lnTo>
                      <a:pt x="279" y="15"/>
                    </a:lnTo>
                    <a:lnTo>
                      <a:pt x="299" y="20"/>
                    </a:lnTo>
                    <a:lnTo>
                      <a:pt x="318" y="26"/>
                    </a:lnTo>
                    <a:lnTo>
                      <a:pt x="336" y="32"/>
                    </a:lnTo>
                    <a:lnTo>
                      <a:pt x="355" y="40"/>
                    </a:lnTo>
                    <a:lnTo>
                      <a:pt x="373" y="47"/>
                    </a:lnTo>
                    <a:lnTo>
                      <a:pt x="391" y="55"/>
                    </a:lnTo>
                    <a:lnTo>
                      <a:pt x="408" y="65"/>
                    </a:lnTo>
                    <a:lnTo>
                      <a:pt x="426" y="75"/>
                    </a:lnTo>
                    <a:lnTo>
                      <a:pt x="443" y="86"/>
                    </a:lnTo>
                    <a:lnTo>
                      <a:pt x="459" y="97"/>
                    </a:lnTo>
                    <a:lnTo>
                      <a:pt x="476" y="107"/>
                    </a:lnTo>
                    <a:lnTo>
                      <a:pt x="492" y="120"/>
                    </a:lnTo>
                    <a:lnTo>
                      <a:pt x="506" y="132"/>
                    </a:lnTo>
                    <a:lnTo>
                      <a:pt x="520" y="145"/>
                    </a:lnTo>
                    <a:lnTo>
                      <a:pt x="534" y="158"/>
                    </a:lnTo>
                    <a:lnTo>
                      <a:pt x="548" y="172"/>
                    </a:lnTo>
                    <a:lnTo>
                      <a:pt x="560" y="186"/>
                    </a:lnTo>
                    <a:lnTo>
                      <a:pt x="563" y="181"/>
                    </a:lnTo>
                    <a:lnTo>
                      <a:pt x="561" y="186"/>
                    </a:lnTo>
                    <a:lnTo>
                      <a:pt x="574" y="195"/>
                    </a:lnTo>
                    <a:lnTo>
                      <a:pt x="565" y="183"/>
                    </a:lnTo>
                    <a:lnTo>
                      <a:pt x="561" y="18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491"/>
              <p:cNvSpPr>
                <a:spLocks/>
              </p:cNvSpPr>
              <p:nvPr/>
            </p:nvSpPr>
            <p:spPr bwMode="auto">
              <a:xfrm>
                <a:off x="662" y="1486"/>
                <a:ext cx="155" cy="43"/>
              </a:xfrm>
              <a:custGeom>
                <a:avLst/>
                <a:gdLst>
                  <a:gd name="T0" fmla="*/ 24 w 618"/>
                  <a:gd name="T1" fmla="*/ 67 h 169"/>
                  <a:gd name="T2" fmla="*/ 62 w 618"/>
                  <a:gd name="T3" fmla="*/ 43 h 169"/>
                  <a:gd name="T4" fmla="*/ 99 w 618"/>
                  <a:gd name="T5" fmla="*/ 25 h 169"/>
                  <a:gd name="T6" fmla="*/ 136 w 618"/>
                  <a:gd name="T7" fmla="*/ 13 h 169"/>
                  <a:gd name="T8" fmla="*/ 174 w 618"/>
                  <a:gd name="T9" fmla="*/ 7 h 169"/>
                  <a:gd name="T10" fmla="*/ 213 w 618"/>
                  <a:gd name="T11" fmla="*/ 4 h 169"/>
                  <a:gd name="T12" fmla="*/ 251 w 618"/>
                  <a:gd name="T13" fmla="*/ 7 h 169"/>
                  <a:gd name="T14" fmla="*/ 290 w 618"/>
                  <a:gd name="T15" fmla="*/ 14 h 169"/>
                  <a:gd name="T16" fmla="*/ 328 w 618"/>
                  <a:gd name="T17" fmla="*/ 24 h 169"/>
                  <a:gd name="T18" fmla="*/ 367 w 618"/>
                  <a:gd name="T19" fmla="*/ 37 h 169"/>
                  <a:gd name="T20" fmla="*/ 405 w 618"/>
                  <a:gd name="T21" fmla="*/ 53 h 169"/>
                  <a:gd name="T22" fmla="*/ 441 w 618"/>
                  <a:gd name="T23" fmla="*/ 70 h 169"/>
                  <a:gd name="T24" fmla="*/ 479 w 618"/>
                  <a:gd name="T25" fmla="*/ 89 h 169"/>
                  <a:gd name="T26" fmla="*/ 514 w 618"/>
                  <a:gd name="T27" fmla="*/ 109 h 169"/>
                  <a:gd name="T28" fmla="*/ 549 w 618"/>
                  <a:gd name="T29" fmla="*/ 129 h 169"/>
                  <a:gd name="T30" fmla="*/ 583 w 618"/>
                  <a:gd name="T31" fmla="*/ 150 h 169"/>
                  <a:gd name="T32" fmla="*/ 616 w 618"/>
                  <a:gd name="T33" fmla="*/ 169 h 169"/>
                  <a:gd name="T34" fmla="*/ 603 w 618"/>
                  <a:gd name="T35" fmla="*/ 155 h 169"/>
                  <a:gd name="T36" fmla="*/ 570 w 618"/>
                  <a:gd name="T37" fmla="*/ 134 h 169"/>
                  <a:gd name="T38" fmla="*/ 535 w 618"/>
                  <a:gd name="T39" fmla="*/ 113 h 169"/>
                  <a:gd name="T40" fmla="*/ 499 w 618"/>
                  <a:gd name="T41" fmla="*/ 94 h 169"/>
                  <a:gd name="T42" fmla="*/ 463 w 618"/>
                  <a:gd name="T43" fmla="*/ 75 h 169"/>
                  <a:gd name="T44" fmla="*/ 425 w 618"/>
                  <a:gd name="T45" fmla="*/ 57 h 169"/>
                  <a:gd name="T46" fmla="*/ 388 w 618"/>
                  <a:gd name="T47" fmla="*/ 40 h 169"/>
                  <a:gd name="T48" fmla="*/ 349 w 618"/>
                  <a:gd name="T49" fmla="*/ 25 h 169"/>
                  <a:gd name="T50" fmla="*/ 310 w 618"/>
                  <a:gd name="T51" fmla="*/ 13 h 169"/>
                  <a:gd name="T52" fmla="*/ 271 w 618"/>
                  <a:gd name="T53" fmla="*/ 4 h 169"/>
                  <a:gd name="T54" fmla="*/ 233 w 618"/>
                  <a:gd name="T55" fmla="*/ 0 h 169"/>
                  <a:gd name="T56" fmla="*/ 194 w 618"/>
                  <a:gd name="T57" fmla="*/ 0 h 169"/>
                  <a:gd name="T58" fmla="*/ 154 w 618"/>
                  <a:gd name="T59" fmla="*/ 3 h 169"/>
                  <a:gd name="T60" fmla="*/ 115 w 618"/>
                  <a:gd name="T61" fmla="*/ 13 h 169"/>
                  <a:gd name="T62" fmla="*/ 77 w 618"/>
                  <a:gd name="T63" fmla="*/ 29 h 169"/>
                  <a:gd name="T64" fmla="*/ 40 w 618"/>
                  <a:gd name="T65" fmla="*/ 49 h 169"/>
                  <a:gd name="T66" fmla="*/ 24 w 618"/>
                  <a:gd name="T67" fmla="*/ 67 h 169"/>
                  <a:gd name="T68" fmla="*/ 0 w 618"/>
                  <a:gd name="T69" fmla="*/ 81 h 169"/>
                  <a:gd name="T70" fmla="*/ 21 w 618"/>
                  <a:gd name="T71" fmla="*/ 63 h 1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18"/>
                  <a:gd name="T109" fmla="*/ 0 h 169"/>
                  <a:gd name="T110" fmla="*/ 618 w 618"/>
                  <a:gd name="T111" fmla="*/ 169 h 16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18" h="169">
                    <a:moveTo>
                      <a:pt x="21" y="63"/>
                    </a:moveTo>
                    <a:lnTo>
                      <a:pt x="24" y="67"/>
                    </a:lnTo>
                    <a:lnTo>
                      <a:pt x="43" y="54"/>
                    </a:lnTo>
                    <a:lnTo>
                      <a:pt x="62" y="43"/>
                    </a:lnTo>
                    <a:lnTo>
                      <a:pt x="80" y="33"/>
                    </a:lnTo>
                    <a:lnTo>
                      <a:pt x="99" y="25"/>
                    </a:lnTo>
                    <a:lnTo>
                      <a:pt x="117" y="19"/>
                    </a:lnTo>
                    <a:lnTo>
                      <a:pt x="136" y="13"/>
                    </a:lnTo>
                    <a:lnTo>
                      <a:pt x="155" y="9"/>
                    </a:lnTo>
                    <a:lnTo>
                      <a:pt x="174" y="7"/>
                    </a:lnTo>
                    <a:lnTo>
                      <a:pt x="194" y="4"/>
                    </a:lnTo>
                    <a:lnTo>
                      <a:pt x="213" y="4"/>
                    </a:lnTo>
                    <a:lnTo>
                      <a:pt x="233" y="6"/>
                    </a:lnTo>
                    <a:lnTo>
                      <a:pt x="251" y="7"/>
                    </a:lnTo>
                    <a:lnTo>
                      <a:pt x="270" y="10"/>
                    </a:lnTo>
                    <a:lnTo>
                      <a:pt x="290" y="14"/>
                    </a:lnTo>
                    <a:lnTo>
                      <a:pt x="309" y="19"/>
                    </a:lnTo>
                    <a:lnTo>
                      <a:pt x="328" y="24"/>
                    </a:lnTo>
                    <a:lnTo>
                      <a:pt x="348" y="30"/>
                    </a:lnTo>
                    <a:lnTo>
                      <a:pt x="367" y="37"/>
                    </a:lnTo>
                    <a:lnTo>
                      <a:pt x="385" y="44"/>
                    </a:lnTo>
                    <a:lnTo>
                      <a:pt x="405" y="53"/>
                    </a:lnTo>
                    <a:lnTo>
                      <a:pt x="423" y="60"/>
                    </a:lnTo>
                    <a:lnTo>
                      <a:pt x="441" y="70"/>
                    </a:lnTo>
                    <a:lnTo>
                      <a:pt x="461" y="80"/>
                    </a:lnTo>
                    <a:lnTo>
                      <a:pt x="479" y="89"/>
                    </a:lnTo>
                    <a:lnTo>
                      <a:pt x="497" y="99"/>
                    </a:lnTo>
                    <a:lnTo>
                      <a:pt x="514" y="109"/>
                    </a:lnTo>
                    <a:lnTo>
                      <a:pt x="532" y="118"/>
                    </a:lnTo>
                    <a:lnTo>
                      <a:pt x="549" y="129"/>
                    </a:lnTo>
                    <a:lnTo>
                      <a:pt x="566" y="139"/>
                    </a:lnTo>
                    <a:lnTo>
                      <a:pt x="583" y="150"/>
                    </a:lnTo>
                    <a:lnTo>
                      <a:pt x="599" y="160"/>
                    </a:lnTo>
                    <a:lnTo>
                      <a:pt x="616" y="169"/>
                    </a:lnTo>
                    <a:lnTo>
                      <a:pt x="618" y="164"/>
                    </a:lnTo>
                    <a:lnTo>
                      <a:pt x="603" y="155"/>
                    </a:lnTo>
                    <a:lnTo>
                      <a:pt x="586" y="145"/>
                    </a:lnTo>
                    <a:lnTo>
                      <a:pt x="570" y="134"/>
                    </a:lnTo>
                    <a:lnTo>
                      <a:pt x="553" y="124"/>
                    </a:lnTo>
                    <a:lnTo>
                      <a:pt x="535" y="113"/>
                    </a:lnTo>
                    <a:lnTo>
                      <a:pt x="516" y="104"/>
                    </a:lnTo>
                    <a:lnTo>
                      <a:pt x="499" y="94"/>
                    </a:lnTo>
                    <a:lnTo>
                      <a:pt x="481" y="84"/>
                    </a:lnTo>
                    <a:lnTo>
                      <a:pt x="463" y="75"/>
                    </a:lnTo>
                    <a:lnTo>
                      <a:pt x="444" y="65"/>
                    </a:lnTo>
                    <a:lnTo>
                      <a:pt x="425" y="57"/>
                    </a:lnTo>
                    <a:lnTo>
                      <a:pt x="407" y="48"/>
                    </a:lnTo>
                    <a:lnTo>
                      <a:pt x="388" y="40"/>
                    </a:lnTo>
                    <a:lnTo>
                      <a:pt x="368" y="31"/>
                    </a:lnTo>
                    <a:lnTo>
                      <a:pt x="349" y="25"/>
                    </a:lnTo>
                    <a:lnTo>
                      <a:pt x="330" y="19"/>
                    </a:lnTo>
                    <a:lnTo>
                      <a:pt x="310" y="13"/>
                    </a:lnTo>
                    <a:lnTo>
                      <a:pt x="291" y="8"/>
                    </a:lnTo>
                    <a:lnTo>
                      <a:pt x="271" y="4"/>
                    </a:lnTo>
                    <a:lnTo>
                      <a:pt x="252" y="2"/>
                    </a:lnTo>
                    <a:lnTo>
                      <a:pt x="233" y="0"/>
                    </a:lnTo>
                    <a:lnTo>
                      <a:pt x="213" y="0"/>
                    </a:lnTo>
                    <a:lnTo>
                      <a:pt x="194" y="0"/>
                    </a:lnTo>
                    <a:lnTo>
                      <a:pt x="173" y="1"/>
                    </a:lnTo>
                    <a:lnTo>
                      <a:pt x="154" y="3"/>
                    </a:lnTo>
                    <a:lnTo>
                      <a:pt x="134" y="8"/>
                    </a:lnTo>
                    <a:lnTo>
                      <a:pt x="115" y="13"/>
                    </a:lnTo>
                    <a:lnTo>
                      <a:pt x="97" y="20"/>
                    </a:lnTo>
                    <a:lnTo>
                      <a:pt x="77" y="29"/>
                    </a:lnTo>
                    <a:lnTo>
                      <a:pt x="59" y="38"/>
                    </a:lnTo>
                    <a:lnTo>
                      <a:pt x="40" y="49"/>
                    </a:lnTo>
                    <a:lnTo>
                      <a:pt x="21" y="63"/>
                    </a:lnTo>
                    <a:lnTo>
                      <a:pt x="24" y="67"/>
                    </a:lnTo>
                    <a:lnTo>
                      <a:pt x="21" y="63"/>
                    </a:lnTo>
                    <a:lnTo>
                      <a:pt x="0" y="81"/>
                    </a:lnTo>
                    <a:lnTo>
                      <a:pt x="24" y="67"/>
                    </a:lnTo>
                    <a:lnTo>
                      <a:pt x="21" y="6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492"/>
              <p:cNvSpPr>
                <a:spLocks/>
              </p:cNvSpPr>
              <p:nvPr/>
            </p:nvSpPr>
            <p:spPr bwMode="auto">
              <a:xfrm>
                <a:off x="668" y="1469"/>
                <a:ext cx="89" cy="34"/>
              </a:xfrm>
              <a:custGeom>
                <a:avLst/>
                <a:gdLst>
                  <a:gd name="T0" fmla="*/ 357 w 357"/>
                  <a:gd name="T1" fmla="*/ 6 h 137"/>
                  <a:gd name="T2" fmla="*/ 329 w 357"/>
                  <a:gd name="T3" fmla="*/ 2 h 137"/>
                  <a:gd name="T4" fmla="*/ 303 w 357"/>
                  <a:gd name="T5" fmla="*/ 0 h 137"/>
                  <a:gd name="T6" fmla="*/ 278 w 357"/>
                  <a:gd name="T7" fmla="*/ 0 h 137"/>
                  <a:gd name="T8" fmla="*/ 253 w 357"/>
                  <a:gd name="T9" fmla="*/ 3 h 137"/>
                  <a:gd name="T10" fmla="*/ 230 w 357"/>
                  <a:gd name="T11" fmla="*/ 8 h 137"/>
                  <a:gd name="T12" fmla="*/ 207 w 357"/>
                  <a:gd name="T13" fmla="*/ 15 h 137"/>
                  <a:gd name="T14" fmla="*/ 184 w 357"/>
                  <a:gd name="T15" fmla="*/ 23 h 137"/>
                  <a:gd name="T16" fmla="*/ 162 w 357"/>
                  <a:gd name="T17" fmla="*/ 33 h 137"/>
                  <a:gd name="T18" fmla="*/ 141 w 357"/>
                  <a:gd name="T19" fmla="*/ 44 h 137"/>
                  <a:gd name="T20" fmla="*/ 119 w 357"/>
                  <a:gd name="T21" fmla="*/ 55 h 137"/>
                  <a:gd name="T22" fmla="*/ 100 w 357"/>
                  <a:gd name="T23" fmla="*/ 68 h 137"/>
                  <a:gd name="T24" fmla="*/ 79 w 357"/>
                  <a:gd name="T25" fmla="*/ 80 h 137"/>
                  <a:gd name="T26" fmla="*/ 60 w 357"/>
                  <a:gd name="T27" fmla="*/ 94 h 137"/>
                  <a:gd name="T28" fmla="*/ 39 w 357"/>
                  <a:gd name="T29" fmla="*/ 107 h 137"/>
                  <a:gd name="T30" fmla="*/ 20 w 357"/>
                  <a:gd name="T31" fmla="*/ 120 h 137"/>
                  <a:gd name="T32" fmla="*/ 0 w 357"/>
                  <a:gd name="T33" fmla="*/ 133 h 137"/>
                  <a:gd name="T34" fmla="*/ 14 w 357"/>
                  <a:gd name="T35" fmla="*/ 131 h 137"/>
                  <a:gd name="T36" fmla="*/ 33 w 357"/>
                  <a:gd name="T37" fmla="*/ 118 h 137"/>
                  <a:gd name="T38" fmla="*/ 53 w 357"/>
                  <a:gd name="T39" fmla="*/ 106 h 137"/>
                  <a:gd name="T40" fmla="*/ 73 w 357"/>
                  <a:gd name="T41" fmla="*/ 93 h 137"/>
                  <a:gd name="T42" fmla="*/ 93 w 357"/>
                  <a:gd name="T43" fmla="*/ 79 h 137"/>
                  <a:gd name="T44" fmla="*/ 113 w 357"/>
                  <a:gd name="T45" fmla="*/ 66 h 137"/>
                  <a:gd name="T46" fmla="*/ 133 w 357"/>
                  <a:gd name="T47" fmla="*/ 54 h 137"/>
                  <a:gd name="T48" fmla="*/ 153 w 357"/>
                  <a:gd name="T49" fmla="*/ 43 h 137"/>
                  <a:gd name="T50" fmla="*/ 175 w 357"/>
                  <a:gd name="T51" fmla="*/ 33 h 137"/>
                  <a:gd name="T52" fmla="*/ 197 w 357"/>
                  <a:gd name="T53" fmla="*/ 25 h 137"/>
                  <a:gd name="T54" fmla="*/ 219 w 357"/>
                  <a:gd name="T55" fmla="*/ 17 h 137"/>
                  <a:gd name="T56" fmla="*/ 242 w 357"/>
                  <a:gd name="T57" fmla="*/ 11 h 137"/>
                  <a:gd name="T58" fmla="*/ 266 w 357"/>
                  <a:gd name="T59" fmla="*/ 8 h 137"/>
                  <a:gd name="T60" fmla="*/ 290 w 357"/>
                  <a:gd name="T61" fmla="*/ 5 h 137"/>
                  <a:gd name="T62" fmla="*/ 316 w 357"/>
                  <a:gd name="T63" fmla="*/ 6 h 137"/>
                  <a:gd name="T64" fmla="*/ 343 w 357"/>
                  <a:gd name="T65" fmla="*/ 9 h 137"/>
                  <a:gd name="T66" fmla="*/ 356 w 357"/>
                  <a:gd name="T67" fmla="*/ 13 h 1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57"/>
                  <a:gd name="T103" fmla="*/ 0 h 137"/>
                  <a:gd name="T104" fmla="*/ 357 w 357"/>
                  <a:gd name="T105" fmla="*/ 137 h 13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57" h="137">
                    <a:moveTo>
                      <a:pt x="357" y="6"/>
                    </a:moveTo>
                    <a:lnTo>
                      <a:pt x="357" y="6"/>
                    </a:lnTo>
                    <a:lnTo>
                      <a:pt x="344" y="4"/>
                    </a:lnTo>
                    <a:lnTo>
                      <a:pt x="329" y="2"/>
                    </a:lnTo>
                    <a:lnTo>
                      <a:pt x="317" y="0"/>
                    </a:lnTo>
                    <a:lnTo>
                      <a:pt x="303" y="0"/>
                    </a:lnTo>
                    <a:lnTo>
                      <a:pt x="290" y="0"/>
                    </a:lnTo>
                    <a:lnTo>
                      <a:pt x="278" y="0"/>
                    </a:lnTo>
                    <a:lnTo>
                      <a:pt x="265" y="2"/>
                    </a:lnTo>
                    <a:lnTo>
                      <a:pt x="253" y="3"/>
                    </a:lnTo>
                    <a:lnTo>
                      <a:pt x="242" y="5"/>
                    </a:lnTo>
                    <a:lnTo>
                      <a:pt x="230" y="8"/>
                    </a:lnTo>
                    <a:lnTo>
                      <a:pt x="218" y="11"/>
                    </a:lnTo>
                    <a:lnTo>
                      <a:pt x="207" y="15"/>
                    </a:lnTo>
                    <a:lnTo>
                      <a:pt x="196" y="19"/>
                    </a:lnTo>
                    <a:lnTo>
                      <a:pt x="184" y="23"/>
                    </a:lnTo>
                    <a:lnTo>
                      <a:pt x="173" y="28"/>
                    </a:lnTo>
                    <a:lnTo>
                      <a:pt x="162" y="33"/>
                    </a:lnTo>
                    <a:lnTo>
                      <a:pt x="151" y="38"/>
                    </a:lnTo>
                    <a:lnTo>
                      <a:pt x="141" y="44"/>
                    </a:lnTo>
                    <a:lnTo>
                      <a:pt x="130" y="49"/>
                    </a:lnTo>
                    <a:lnTo>
                      <a:pt x="119" y="55"/>
                    </a:lnTo>
                    <a:lnTo>
                      <a:pt x="110" y="61"/>
                    </a:lnTo>
                    <a:lnTo>
                      <a:pt x="100" y="68"/>
                    </a:lnTo>
                    <a:lnTo>
                      <a:pt x="90" y="74"/>
                    </a:lnTo>
                    <a:lnTo>
                      <a:pt x="79" y="80"/>
                    </a:lnTo>
                    <a:lnTo>
                      <a:pt x="70" y="88"/>
                    </a:lnTo>
                    <a:lnTo>
                      <a:pt x="60" y="94"/>
                    </a:lnTo>
                    <a:lnTo>
                      <a:pt x="50" y="101"/>
                    </a:lnTo>
                    <a:lnTo>
                      <a:pt x="39" y="107"/>
                    </a:lnTo>
                    <a:lnTo>
                      <a:pt x="30" y="113"/>
                    </a:lnTo>
                    <a:lnTo>
                      <a:pt x="20" y="120"/>
                    </a:lnTo>
                    <a:lnTo>
                      <a:pt x="10" y="127"/>
                    </a:lnTo>
                    <a:lnTo>
                      <a:pt x="0" y="133"/>
                    </a:lnTo>
                    <a:lnTo>
                      <a:pt x="3" y="137"/>
                    </a:lnTo>
                    <a:lnTo>
                      <a:pt x="14" y="131"/>
                    </a:lnTo>
                    <a:lnTo>
                      <a:pt x="24" y="125"/>
                    </a:lnTo>
                    <a:lnTo>
                      <a:pt x="33" y="118"/>
                    </a:lnTo>
                    <a:lnTo>
                      <a:pt x="43" y="112"/>
                    </a:lnTo>
                    <a:lnTo>
                      <a:pt x="53" y="106"/>
                    </a:lnTo>
                    <a:lnTo>
                      <a:pt x="62" y="99"/>
                    </a:lnTo>
                    <a:lnTo>
                      <a:pt x="73" y="93"/>
                    </a:lnTo>
                    <a:lnTo>
                      <a:pt x="83" y="85"/>
                    </a:lnTo>
                    <a:lnTo>
                      <a:pt x="93" y="79"/>
                    </a:lnTo>
                    <a:lnTo>
                      <a:pt x="102" y="73"/>
                    </a:lnTo>
                    <a:lnTo>
                      <a:pt x="113" y="66"/>
                    </a:lnTo>
                    <a:lnTo>
                      <a:pt x="123" y="60"/>
                    </a:lnTo>
                    <a:lnTo>
                      <a:pt x="133" y="54"/>
                    </a:lnTo>
                    <a:lnTo>
                      <a:pt x="144" y="49"/>
                    </a:lnTo>
                    <a:lnTo>
                      <a:pt x="153" y="43"/>
                    </a:lnTo>
                    <a:lnTo>
                      <a:pt x="164" y="38"/>
                    </a:lnTo>
                    <a:lnTo>
                      <a:pt x="175" y="33"/>
                    </a:lnTo>
                    <a:lnTo>
                      <a:pt x="186" y="28"/>
                    </a:lnTo>
                    <a:lnTo>
                      <a:pt x="197" y="25"/>
                    </a:lnTo>
                    <a:lnTo>
                      <a:pt x="208" y="20"/>
                    </a:lnTo>
                    <a:lnTo>
                      <a:pt x="219" y="17"/>
                    </a:lnTo>
                    <a:lnTo>
                      <a:pt x="231" y="14"/>
                    </a:lnTo>
                    <a:lnTo>
                      <a:pt x="242" y="11"/>
                    </a:lnTo>
                    <a:lnTo>
                      <a:pt x="254" y="9"/>
                    </a:lnTo>
                    <a:lnTo>
                      <a:pt x="266" y="8"/>
                    </a:lnTo>
                    <a:lnTo>
                      <a:pt x="278" y="6"/>
                    </a:lnTo>
                    <a:lnTo>
                      <a:pt x="290" y="5"/>
                    </a:lnTo>
                    <a:lnTo>
                      <a:pt x="303" y="5"/>
                    </a:lnTo>
                    <a:lnTo>
                      <a:pt x="316" y="6"/>
                    </a:lnTo>
                    <a:lnTo>
                      <a:pt x="329" y="8"/>
                    </a:lnTo>
                    <a:lnTo>
                      <a:pt x="343" y="9"/>
                    </a:lnTo>
                    <a:lnTo>
                      <a:pt x="356" y="13"/>
                    </a:lnTo>
                    <a:lnTo>
                      <a:pt x="357" y="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493"/>
              <p:cNvSpPr>
                <a:spLocks/>
              </p:cNvSpPr>
              <p:nvPr/>
            </p:nvSpPr>
            <p:spPr bwMode="auto">
              <a:xfrm>
                <a:off x="756" y="1471"/>
                <a:ext cx="69" cy="45"/>
              </a:xfrm>
              <a:custGeom>
                <a:avLst/>
                <a:gdLst>
                  <a:gd name="T0" fmla="*/ 273 w 273"/>
                  <a:gd name="T1" fmla="*/ 180 h 182"/>
                  <a:gd name="T2" fmla="*/ 264 w 273"/>
                  <a:gd name="T3" fmla="*/ 154 h 182"/>
                  <a:gd name="T4" fmla="*/ 253 w 273"/>
                  <a:gd name="T5" fmla="*/ 131 h 182"/>
                  <a:gd name="T6" fmla="*/ 241 w 273"/>
                  <a:gd name="T7" fmla="*/ 111 h 182"/>
                  <a:gd name="T8" fmla="*/ 228 w 273"/>
                  <a:gd name="T9" fmla="*/ 93 h 182"/>
                  <a:gd name="T10" fmla="*/ 213 w 273"/>
                  <a:gd name="T11" fmla="*/ 77 h 182"/>
                  <a:gd name="T12" fmla="*/ 196 w 273"/>
                  <a:gd name="T13" fmla="*/ 64 h 182"/>
                  <a:gd name="T14" fmla="*/ 179 w 273"/>
                  <a:gd name="T15" fmla="*/ 53 h 182"/>
                  <a:gd name="T16" fmla="*/ 161 w 273"/>
                  <a:gd name="T17" fmla="*/ 43 h 182"/>
                  <a:gd name="T18" fmla="*/ 142 w 273"/>
                  <a:gd name="T19" fmla="*/ 34 h 182"/>
                  <a:gd name="T20" fmla="*/ 122 w 273"/>
                  <a:gd name="T21" fmla="*/ 28 h 182"/>
                  <a:gd name="T22" fmla="*/ 103 w 273"/>
                  <a:gd name="T23" fmla="*/ 22 h 182"/>
                  <a:gd name="T24" fmla="*/ 82 w 273"/>
                  <a:gd name="T25" fmla="*/ 17 h 182"/>
                  <a:gd name="T26" fmla="*/ 62 w 273"/>
                  <a:gd name="T27" fmla="*/ 13 h 182"/>
                  <a:gd name="T28" fmla="*/ 41 w 273"/>
                  <a:gd name="T29" fmla="*/ 9 h 182"/>
                  <a:gd name="T30" fmla="*/ 22 w 273"/>
                  <a:gd name="T31" fmla="*/ 4 h 182"/>
                  <a:gd name="T32" fmla="*/ 1 w 273"/>
                  <a:gd name="T33" fmla="*/ 0 h 182"/>
                  <a:gd name="T34" fmla="*/ 11 w 273"/>
                  <a:gd name="T35" fmla="*/ 8 h 182"/>
                  <a:gd name="T36" fmla="*/ 30 w 273"/>
                  <a:gd name="T37" fmla="*/ 13 h 182"/>
                  <a:gd name="T38" fmla="*/ 51 w 273"/>
                  <a:gd name="T39" fmla="*/ 16 h 182"/>
                  <a:gd name="T40" fmla="*/ 70 w 273"/>
                  <a:gd name="T41" fmla="*/ 21 h 182"/>
                  <a:gd name="T42" fmla="*/ 91 w 273"/>
                  <a:gd name="T43" fmla="*/ 25 h 182"/>
                  <a:gd name="T44" fmla="*/ 112 w 273"/>
                  <a:gd name="T45" fmla="*/ 31 h 182"/>
                  <a:gd name="T46" fmla="*/ 131 w 273"/>
                  <a:gd name="T47" fmla="*/ 37 h 182"/>
                  <a:gd name="T48" fmla="*/ 149 w 273"/>
                  <a:gd name="T49" fmla="*/ 44 h 182"/>
                  <a:gd name="T50" fmla="*/ 169 w 273"/>
                  <a:gd name="T51" fmla="*/ 53 h 182"/>
                  <a:gd name="T52" fmla="*/ 185 w 273"/>
                  <a:gd name="T53" fmla="*/ 62 h 182"/>
                  <a:gd name="T54" fmla="*/ 201 w 273"/>
                  <a:gd name="T55" fmla="*/ 74 h 182"/>
                  <a:gd name="T56" fmla="*/ 216 w 273"/>
                  <a:gd name="T57" fmla="*/ 89 h 182"/>
                  <a:gd name="T58" fmla="*/ 230 w 273"/>
                  <a:gd name="T59" fmla="*/ 105 h 182"/>
                  <a:gd name="T60" fmla="*/ 243 w 273"/>
                  <a:gd name="T61" fmla="*/ 123 h 182"/>
                  <a:gd name="T62" fmla="*/ 255 w 273"/>
                  <a:gd name="T63" fmla="*/ 145 h 182"/>
                  <a:gd name="T64" fmla="*/ 263 w 273"/>
                  <a:gd name="T65" fmla="*/ 169 h 182"/>
                  <a:gd name="T66" fmla="*/ 267 w 273"/>
                  <a:gd name="T67" fmla="*/ 182 h 18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3"/>
                  <a:gd name="T103" fmla="*/ 0 h 182"/>
                  <a:gd name="T104" fmla="*/ 273 w 273"/>
                  <a:gd name="T105" fmla="*/ 182 h 18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3" h="182">
                    <a:moveTo>
                      <a:pt x="273" y="180"/>
                    </a:moveTo>
                    <a:lnTo>
                      <a:pt x="273" y="180"/>
                    </a:lnTo>
                    <a:lnTo>
                      <a:pt x="269" y="167"/>
                    </a:lnTo>
                    <a:lnTo>
                      <a:pt x="264" y="154"/>
                    </a:lnTo>
                    <a:lnTo>
                      <a:pt x="259" y="142"/>
                    </a:lnTo>
                    <a:lnTo>
                      <a:pt x="253" y="131"/>
                    </a:lnTo>
                    <a:lnTo>
                      <a:pt x="247" y="121"/>
                    </a:lnTo>
                    <a:lnTo>
                      <a:pt x="241" y="111"/>
                    </a:lnTo>
                    <a:lnTo>
                      <a:pt x="235" y="101"/>
                    </a:lnTo>
                    <a:lnTo>
                      <a:pt x="228" y="93"/>
                    </a:lnTo>
                    <a:lnTo>
                      <a:pt x="221" y="84"/>
                    </a:lnTo>
                    <a:lnTo>
                      <a:pt x="213" y="77"/>
                    </a:lnTo>
                    <a:lnTo>
                      <a:pt x="205" y="71"/>
                    </a:lnTo>
                    <a:lnTo>
                      <a:pt x="196" y="64"/>
                    </a:lnTo>
                    <a:lnTo>
                      <a:pt x="188" y="57"/>
                    </a:lnTo>
                    <a:lnTo>
                      <a:pt x="179" y="53"/>
                    </a:lnTo>
                    <a:lnTo>
                      <a:pt x="171" y="48"/>
                    </a:lnTo>
                    <a:lnTo>
                      <a:pt x="161" y="43"/>
                    </a:lnTo>
                    <a:lnTo>
                      <a:pt x="152" y="39"/>
                    </a:lnTo>
                    <a:lnTo>
                      <a:pt x="142" y="34"/>
                    </a:lnTo>
                    <a:lnTo>
                      <a:pt x="132" y="31"/>
                    </a:lnTo>
                    <a:lnTo>
                      <a:pt x="122" y="28"/>
                    </a:lnTo>
                    <a:lnTo>
                      <a:pt x="113" y="25"/>
                    </a:lnTo>
                    <a:lnTo>
                      <a:pt x="103" y="22"/>
                    </a:lnTo>
                    <a:lnTo>
                      <a:pt x="92" y="20"/>
                    </a:lnTo>
                    <a:lnTo>
                      <a:pt x="82" y="17"/>
                    </a:lnTo>
                    <a:lnTo>
                      <a:pt x="73" y="15"/>
                    </a:lnTo>
                    <a:lnTo>
                      <a:pt x="62" y="13"/>
                    </a:lnTo>
                    <a:lnTo>
                      <a:pt x="51" y="10"/>
                    </a:lnTo>
                    <a:lnTo>
                      <a:pt x="41" y="9"/>
                    </a:lnTo>
                    <a:lnTo>
                      <a:pt x="31" y="7"/>
                    </a:lnTo>
                    <a:lnTo>
                      <a:pt x="22" y="4"/>
                    </a:lnTo>
                    <a:lnTo>
                      <a:pt x="11" y="3"/>
                    </a:lnTo>
                    <a:lnTo>
                      <a:pt x="1" y="0"/>
                    </a:lnTo>
                    <a:lnTo>
                      <a:pt x="0" y="7"/>
                    </a:lnTo>
                    <a:lnTo>
                      <a:pt x="11" y="8"/>
                    </a:lnTo>
                    <a:lnTo>
                      <a:pt x="21" y="10"/>
                    </a:lnTo>
                    <a:lnTo>
                      <a:pt x="30" y="13"/>
                    </a:lnTo>
                    <a:lnTo>
                      <a:pt x="41" y="14"/>
                    </a:lnTo>
                    <a:lnTo>
                      <a:pt x="51" y="16"/>
                    </a:lnTo>
                    <a:lnTo>
                      <a:pt x="61" y="19"/>
                    </a:lnTo>
                    <a:lnTo>
                      <a:pt x="70" y="21"/>
                    </a:lnTo>
                    <a:lnTo>
                      <a:pt x="81" y="22"/>
                    </a:lnTo>
                    <a:lnTo>
                      <a:pt x="91" y="25"/>
                    </a:lnTo>
                    <a:lnTo>
                      <a:pt x="101" y="28"/>
                    </a:lnTo>
                    <a:lnTo>
                      <a:pt x="112" y="31"/>
                    </a:lnTo>
                    <a:lnTo>
                      <a:pt x="121" y="33"/>
                    </a:lnTo>
                    <a:lnTo>
                      <a:pt x="131" y="37"/>
                    </a:lnTo>
                    <a:lnTo>
                      <a:pt x="141" y="40"/>
                    </a:lnTo>
                    <a:lnTo>
                      <a:pt x="149" y="44"/>
                    </a:lnTo>
                    <a:lnTo>
                      <a:pt x="159" y="48"/>
                    </a:lnTo>
                    <a:lnTo>
                      <a:pt x="169" y="53"/>
                    </a:lnTo>
                    <a:lnTo>
                      <a:pt x="177" y="57"/>
                    </a:lnTo>
                    <a:lnTo>
                      <a:pt x="185" y="62"/>
                    </a:lnTo>
                    <a:lnTo>
                      <a:pt x="194" y="68"/>
                    </a:lnTo>
                    <a:lnTo>
                      <a:pt x="201" y="74"/>
                    </a:lnTo>
                    <a:lnTo>
                      <a:pt x="209" y="82"/>
                    </a:lnTo>
                    <a:lnTo>
                      <a:pt x="216" y="89"/>
                    </a:lnTo>
                    <a:lnTo>
                      <a:pt x="223" y="96"/>
                    </a:lnTo>
                    <a:lnTo>
                      <a:pt x="230" y="105"/>
                    </a:lnTo>
                    <a:lnTo>
                      <a:pt x="236" y="114"/>
                    </a:lnTo>
                    <a:lnTo>
                      <a:pt x="243" y="123"/>
                    </a:lnTo>
                    <a:lnTo>
                      <a:pt x="249" y="134"/>
                    </a:lnTo>
                    <a:lnTo>
                      <a:pt x="255" y="145"/>
                    </a:lnTo>
                    <a:lnTo>
                      <a:pt x="258" y="156"/>
                    </a:lnTo>
                    <a:lnTo>
                      <a:pt x="263" y="169"/>
                    </a:lnTo>
                    <a:lnTo>
                      <a:pt x="267" y="182"/>
                    </a:lnTo>
                    <a:lnTo>
                      <a:pt x="273" y="18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1" name="Freeform 494"/>
              <p:cNvSpPr>
                <a:spLocks/>
              </p:cNvSpPr>
              <p:nvPr/>
            </p:nvSpPr>
            <p:spPr bwMode="auto">
              <a:xfrm>
                <a:off x="817" y="1515"/>
                <a:ext cx="8" cy="5"/>
              </a:xfrm>
              <a:custGeom>
                <a:avLst/>
                <a:gdLst>
                  <a:gd name="T0" fmla="*/ 0 w 32"/>
                  <a:gd name="T1" fmla="*/ 17 h 18"/>
                  <a:gd name="T2" fmla="*/ 0 w 32"/>
                  <a:gd name="T3" fmla="*/ 17 h 18"/>
                  <a:gd name="T4" fmla="*/ 4 w 32"/>
                  <a:gd name="T5" fmla="*/ 18 h 18"/>
                  <a:gd name="T6" fmla="*/ 9 w 32"/>
                  <a:gd name="T7" fmla="*/ 17 h 18"/>
                  <a:gd name="T8" fmla="*/ 14 w 32"/>
                  <a:gd name="T9" fmla="*/ 14 h 18"/>
                  <a:gd name="T10" fmla="*/ 18 w 32"/>
                  <a:gd name="T11" fmla="*/ 12 h 18"/>
                  <a:gd name="T12" fmla="*/ 23 w 32"/>
                  <a:gd name="T13" fmla="*/ 10 h 18"/>
                  <a:gd name="T14" fmla="*/ 27 w 32"/>
                  <a:gd name="T15" fmla="*/ 7 h 18"/>
                  <a:gd name="T16" fmla="*/ 31 w 32"/>
                  <a:gd name="T17" fmla="*/ 5 h 18"/>
                  <a:gd name="T18" fmla="*/ 32 w 32"/>
                  <a:gd name="T19" fmla="*/ 0 h 18"/>
                  <a:gd name="T20" fmla="*/ 26 w 32"/>
                  <a:gd name="T21" fmla="*/ 2 h 18"/>
                  <a:gd name="T22" fmla="*/ 26 w 32"/>
                  <a:gd name="T23" fmla="*/ 1 h 18"/>
                  <a:gd name="T24" fmla="*/ 23 w 32"/>
                  <a:gd name="T25" fmla="*/ 2 h 18"/>
                  <a:gd name="T26" fmla="*/ 21 w 32"/>
                  <a:gd name="T27" fmla="*/ 5 h 18"/>
                  <a:gd name="T28" fmla="*/ 16 w 32"/>
                  <a:gd name="T29" fmla="*/ 7 h 18"/>
                  <a:gd name="T30" fmla="*/ 11 w 32"/>
                  <a:gd name="T31" fmla="*/ 10 h 18"/>
                  <a:gd name="T32" fmla="*/ 6 w 32"/>
                  <a:gd name="T33" fmla="*/ 11 h 18"/>
                  <a:gd name="T34" fmla="*/ 4 w 32"/>
                  <a:gd name="T35" fmla="*/ 12 h 18"/>
                  <a:gd name="T36" fmla="*/ 4 w 32"/>
                  <a:gd name="T37" fmla="*/ 12 h 18"/>
                  <a:gd name="T38" fmla="*/ 4 w 32"/>
                  <a:gd name="T39" fmla="*/ 12 h 18"/>
                  <a:gd name="T40" fmla="*/ 0 w 32"/>
                  <a:gd name="T41" fmla="*/ 17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18"/>
                  <a:gd name="T65" fmla="*/ 32 w 3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18">
                    <a:moveTo>
                      <a:pt x="0" y="17"/>
                    </a:moveTo>
                    <a:lnTo>
                      <a:pt x="0" y="17"/>
                    </a:lnTo>
                    <a:lnTo>
                      <a:pt x="4" y="18"/>
                    </a:lnTo>
                    <a:lnTo>
                      <a:pt x="9" y="17"/>
                    </a:lnTo>
                    <a:lnTo>
                      <a:pt x="14" y="14"/>
                    </a:lnTo>
                    <a:lnTo>
                      <a:pt x="18" y="12"/>
                    </a:lnTo>
                    <a:lnTo>
                      <a:pt x="23" y="10"/>
                    </a:lnTo>
                    <a:lnTo>
                      <a:pt x="27" y="7"/>
                    </a:lnTo>
                    <a:lnTo>
                      <a:pt x="31" y="5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3" y="2"/>
                    </a:lnTo>
                    <a:lnTo>
                      <a:pt x="21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495"/>
              <p:cNvSpPr>
                <a:spLocks/>
              </p:cNvSpPr>
              <p:nvPr/>
            </p:nvSpPr>
            <p:spPr bwMode="auto">
              <a:xfrm>
                <a:off x="638" y="1456"/>
                <a:ext cx="180" cy="64"/>
              </a:xfrm>
              <a:custGeom>
                <a:avLst/>
                <a:gdLst>
                  <a:gd name="T0" fmla="*/ 19 w 718"/>
                  <a:gd name="T1" fmla="*/ 104 h 254"/>
                  <a:gd name="T2" fmla="*/ 64 w 718"/>
                  <a:gd name="T3" fmla="*/ 68 h 254"/>
                  <a:gd name="T4" fmla="*/ 111 w 718"/>
                  <a:gd name="T5" fmla="*/ 42 h 254"/>
                  <a:gd name="T6" fmla="*/ 158 w 718"/>
                  <a:gd name="T7" fmla="*/ 22 h 254"/>
                  <a:gd name="T8" fmla="*/ 205 w 718"/>
                  <a:gd name="T9" fmla="*/ 11 h 254"/>
                  <a:gd name="T10" fmla="*/ 252 w 718"/>
                  <a:gd name="T11" fmla="*/ 7 h 254"/>
                  <a:gd name="T12" fmla="*/ 298 w 718"/>
                  <a:gd name="T13" fmla="*/ 9 h 254"/>
                  <a:gd name="T14" fmla="*/ 346 w 718"/>
                  <a:gd name="T15" fmla="*/ 16 h 254"/>
                  <a:gd name="T16" fmla="*/ 392 w 718"/>
                  <a:gd name="T17" fmla="*/ 30 h 254"/>
                  <a:gd name="T18" fmla="*/ 437 w 718"/>
                  <a:gd name="T19" fmla="*/ 47 h 254"/>
                  <a:gd name="T20" fmla="*/ 481 w 718"/>
                  <a:gd name="T21" fmla="*/ 68 h 254"/>
                  <a:gd name="T22" fmla="*/ 524 w 718"/>
                  <a:gd name="T23" fmla="*/ 94 h 254"/>
                  <a:gd name="T24" fmla="*/ 565 w 718"/>
                  <a:gd name="T25" fmla="*/ 122 h 254"/>
                  <a:gd name="T26" fmla="*/ 605 w 718"/>
                  <a:gd name="T27" fmla="*/ 152 h 254"/>
                  <a:gd name="T28" fmla="*/ 644 w 718"/>
                  <a:gd name="T29" fmla="*/ 185 h 254"/>
                  <a:gd name="T30" fmla="*/ 679 w 718"/>
                  <a:gd name="T31" fmla="*/ 219 h 254"/>
                  <a:gd name="T32" fmla="*/ 714 w 718"/>
                  <a:gd name="T33" fmla="*/ 254 h 254"/>
                  <a:gd name="T34" fmla="*/ 701 w 718"/>
                  <a:gd name="T35" fmla="*/ 232 h 254"/>
                  <a:gd name="T36" fmla="*/ 666 w 718"/>
                  <a:gd name="T37" fmla="*/ 198 h 254"/>
                  <a:gd name="T38" fmla="*/ 628 w 718"/>
                  <a:gd name="T39" fmla="*/ 164 h 254"/>
                  <a:gd name="T40" fmla="*/ 589 w 718"/>
                  <a:gd name="T41" fmla="*/ 133 h 254"/>
                  <a:gd name="T42" fmla="*/ 548 w 718"/>
                  <a:gd name="T43" fmla="*/ 102 h 254"/>
                  <a:gd name="T44" fmla="*/ 506 w 718"/>
                  <a:gd name="T45" fmla="*/ 76 h 254"/>
                  <a:gd name="T46" fmla="*/ 461 w 718"/>
                  <a:gd name="T47" fmla="*/ 53 h 254"/>
                  <a:gd name="T48" fmla="*/ 416 w 718"/>
                  <a:gd name="T49" fmla="*/ 32 h 254"/>
                  <a:gd name="T50" fmla="*/ 370 w 718"/>
                  <a:gd name="T51" fmla="*/ 16 h 254"/>
                  <a:gd name="T52" fmla="*/ 324 w 718"/>
                  <a:gd name="T53" fmla="*/ 7 h 254"/>
                  <a:gd name="T54" fmla="*/ 275 w 718"/>
                  <a:gd name="T55" fmla="*/ 2 h 254"/>
                  <a:gd name="T56" fmla="*/ 228 w 718"/>
                  <a:gd name="T57" fmla="*/ 3 h 254"/>
                  <a:gd name="T58" fmla="*/ 181 w 718"/>
                  <a:gd name="T59" fmla="*/ 10 h 254"/>
                  <a:gd name="T60" fmla="*/ 132 w 718"/>
                  <a:gd name="T61" fmla="*/ 26 h 254"/>
                  <a:gd name="T62" fmla="*/ 85 w 718"/>
                  <a:gd name="T63" fmla="*/ 49 h 254"/>
                  <a:gd name="T64" fmla="*/ 39 w 718"/>
                  <a:gd name="T65" fmla="*/ 81 h 254"/>
                  <a:gd name="T66" fmla="*/ 18 w 718"/>
                  <a:gd name="T67" fmla="*/ 104 h 254"/>
                  <a:gd name="T68" fmla="*/ 0 w 718"/>
                  <a:gd name="T69" fmla="*/ 114 h 254"/>
                  <a:gd name="T70" fmla="*/ 16 w 718"/>
                  <a:gd name="T71" fmla="*/ 99 h 25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18"/>
                  <a:gd name="T109" fmla="*/ 0 h 254"/>
                  <a:gd name="T110" fmla="*/ 718 w 718"/>
                  <a:gd name="T111" fmla="*/ 254 h 25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18" h="254">
                    <a:moveTo>
                      <a:pt x="16" y="99"/>
                    </a:moveTo>
                    <a:lnTo>
                      <a:pt x="19" y="104"/>
                    </a:lnTo>
                    <a:lnTo>
                      <a:pt x="41" y="85"/>
                    </a:lnTo>
                    <a:lnTo>
                      <a:pt x="64" y="68"/>
                    </a:lnTo>
                    <a:lnTo>
                      <a:pt x="88" y="54"/>
                    </a:lnTo>
                    <a:lnTo>
                      <a:pt x="111" y="42"/>
                    </a:lnTo>
                    <a:lnTo>
                      <a:pt x="134" y="31"/>
                    </a:lnTo>
                    <a:lnTo>
                      <a:pt x="158" y="22"/>
                    </a:lnTo>
                    <a:lnTo>
                      <a:pt x="182" y="16"/>
                    </a:lnTo>
                    <a:lnTo>
                      <a:pt x="205" y="11"/>
                    </a:lnTo>
                    <a:lnTo>
                      <a:pt x="229" y="8"/>
                    </a:lnTo>
                    <a:lnTo>
                      <a:pt x="252" y="7"/>
                    </a:lnTo>
                    <a:lnTo>
                      <a:pt x="275" y="7"/>
                    </a:lnTo>
                    <a:lnTo>
                      <a:pt x="298" y="9"/>
                    </a:lnTo>
                    <a:lnTo>
                      <a:pt x="322" y="11"/>
                    </a:lnTo>
                    <a:lnTo>
                      <a:pt x="346" y="16"/>
                    </a:lnTo>
                    <a:lnTo>
                      <a:pt x="369" y="22"/>
                    </a:lnTo>
                    <a:lnTo>
                      <a:pt x="392" y="30"/>
                    </a:lnTo>
                    <a:lnTo>
                      <a:pt x="413" y="38"/>
                    </a:lnTo>
                    <a:lnTo>
                      <a:pt x="437" y="47"/>
                    </a:lnTo>
                    <a:lnTo>
                      <a:pt x="458" y="57"/>
                    </a:lnTo>
                    <a:lnTo>
                      <a:pt x="481" y="68"/>
                    </a:lnTo>
                    <a:lnTo>
                      <a:pt x="502" y="81"/>
                    </a:lnTo>
                    <a:lnTo>
                      <a:pt x="524" y="94"/>
                    </a:lnTo>
                    <a:lnTo>
                      <a:pt x="544" y="107"/>
                    </a:lnTo>
                    <a:lnTo>
                      <a:pt x="565" y="122"/>
                    </a:lnTo>
                    <a:lnTo>
                      <a:pt x="586" y="137"/>
                    </a:lnTo>
                    <a:lnTo>
                      <a:pt x="605" y="152"/>
                    </a:lnTo>
                    <a:lnTo>
                      <a:pt x="625" y="169"/>
                    </a:lnTo>
                    <a:lnTo>
                      <a:pt x="644" y="185"/>
                    </a:lnTo>
                    <a:lnTo>
                      <a:pt x="662" y="202"/>
                    </a:lnTo>
                    <a:lnTo>
                      <a:pt x="679" y="219"/>
                    </a:lnTo>
                    <a:lnTo>
                      <a:pt x="697" y="236"/>
                    </a:lnTo>
                    <a:lnTo>
                      <a:pt x="714" y="254"/>
                    </a:lnTo>
                    <a:lnTo>
                      <a:pt x="718" y="249"/>
                    </a:lnTo>
                    <a:lnTo>
                      <a:pt x="701" y="232"/>
                    </a:lnTo>
                    <a:lnTo>
                      <a:pt x="684" y="215"/>
                    </a:lnTo>
                    <a:lnTo>
                      <a:pt x="666" y="198"/>
                    </a:lnTo>
                    <a:lnTo>
                      <a:pt x="648" y="181"/>
                    </a:lnTo>
                    <a:lnTo>
                      <a:pt x="628" y="164"/>
                    </a:lnTo>
                    <a:lnTo>
                      <a:pt x="609" y="148"/>
                    </a:lnTo>
                    <a:lnTo>
                      <a:pt x="589" y="133"/>
                    </a:lnTo>
                    <a:lnTo>
                      <a:pt x="569" y="117"/>
                    </a:lnTo>
                    <a:lnTo>
                      <a:pt x="548" y="102"/>
                    </a:lnTo>
                    <a:lnTo>
                      <a:pt x="526" y="89"/>
                    </a:lnTo>
                    <a:lnTo>
                      <a:pt x="506" y="76"/>
                    </a:lnTo>
                    <a:lnTo>
                      <a:pt x="484" y="64"/>
                    </a:lnTo>
                    <a:lnTo>
                      <a:pt x="461" y="53"/>
                    </a:lnTo>
                    <a:lnTo>
                      <a:pt x="439" y="42"/>
                    </a:lnTo>
                    <a:lnTo>
                      <a:pt x="416" y="32"/>
                    </a:lnTo>
                    <a:lnTo>
                      <a:pt x="393" y="24"/>
                    </a:lnTo>
                    <a:lnTo>
                      <a:pt x="370" y="16"/>
                    </a:lnTo>
                    <a:lnTo>
                      <a:pt x="347" y="10"/>
                    </a:lnTo>
                    <a:lnTo>
                      <a:pt x="324" y="7"/>
                    </a:lnTo>
                    <a:lnTo>
                      <a:pt x="299" y="3"/>
                    </a:lnTo>
                    <a:lnTo>
                      <a:pt x="275" y="2"/>
                    </a:lnTo>
                    <a:lnTo>
                      <a:pt x="252" y="0"/>
                    </a:lnTo>
                    <a:lnTo>
                      <a:pt x="228" y="3"/>
                    </a:lnTo>
                    <a:lnTo>
                      <a:pt x="205" y="5"/>
                    </a:lnTo>
                    <a:lnTo>
                      <a:pt x="181" y="10"/>
                    </a:lnTo>
                    <a:lnTo>
                      <a:pt x="156" y="17"/>
                    </a:lnTo>
                    <a:lnTo>
                      <a:pt x="132" y="26"/>
                    </a:lnTo>
                    <a:lnTo>
                      <a:pt x="109" y="37"/>
                    </a:lnTo>
                    <a:lnTo>
                      <a:pt x="85" y="49"/>
                    </a:lnTo>
                    <a:lnTo>
                      <a:pt x="62" y="64"/>
                    </a:lnTo>
                    <a:lnTo>
                      <a:pt x="39" y="81"/>
                    </a:lnTo>
                    <a:lnTo>
                      <a:pt x="14" y="100"/>
                    </a:lnTo>
                    <a:lnTo>
                      <a:pt x="18" y="104"/>
                    </a:lnTo>
                    <a:lnTo>
                      <a:pt x="14" y="100"/>
                    </a:lnTo>
                    <a:lnTo>
                      <a:pt x="0" y="114"/>
                    </a:lnTo>
                    <a:lnTo>
                      <a:pt x="18" y="104"/>
                    </a:lnTo>
                    <a:lnTo>
                      <a:pt x="16" y="9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496"/>
              <p:cNvSpPr>
                <a:spLocks/>
              </p:cNvSpPr>
              <p:nvPr/>
            </p:nvSpPr>
            <p:spPr bwMode="auto">
              <a:xfrm>
                <a:off x="642" y="1455"/>
                <a:ext cx="142" cy="27"/>
              </a:xfrm>
              <a:custGeom>
                <a:avLst/>
                <a:gdLst>
                  <a:gd name="T0" fmla="*/ 545 w 569"/>
                  <a:gd name="T1" fmla="*/ 52 h 108"/>
                  <a:gd name="T2" fmla="*/ 513 w 569"/>
                  <a:gd name="T3" fmla="*/ 35 h 108"/>
                  <a:gd name="T4" fmla="*/ 479 w 569"/>
                  <a:gd name="T5" fmla="*/ 20 h 108"/>
                  <a:gd name="T6" fmla="*/ 445 w 569"/>
                  <a:gd name="T7" fmla="*/ 11 h 108"/>
                  <a:gd name="T8" fmla="*/ 410 w 569"/>
                  <a:gd name="T9" fmla="*/ 4 h 108"/>
                  <a:gd name="T10" fmla="*/ 374 w 569"/>
                  <a:gd name="T11" fmla="*/ 1 h 108"/>
                  <a:gd name="T12" fmla="*/ 339 w 569"/>
                  <a:gd name="T13" fmla="*/ 0 h 108"/>
                  <a:gd name="T14" fmla="*/ 303 w 569"/>
                  <a:gd name="T15" fmla="*/ 2 h 108"/>
                  <a:gd name="T16" fmla="*/ 268 w 569"/>
                  <a:gd name="T17" fmla="*/ 6 h 108"/>
                  <a:gd name="T18" fmla="*/ 233 w 569"/>
                  <a:gd name="T19" fmla="*/ 12 h 108"/>
                  <a:gd name="T20" fmla="*/ 196 w 569"/>
                  <a:gd name="T21" fmla="*/ 20 h 108"/>
                  <a:gd name="T22" fmla="*/ 162 w 569"/>
                  <a:gd name="T23" fmla="*/ 31 h 108"/>
                  <a:gd name="T24" fmla="*/ 128 w 569"/>
                  <a:gd name="T25" fmla="*/ 43 h 108"/>
                  <a:gd name="T26" fmla="*/ 94 w 569"/>
                  <a:gd name="T27" fmla="*/ 57 h 108"/>
                  <a:gd name="T28" fmla="*/ 61 w 569"/>
                  <a:gd name="T29" fmla="*/ 71 h 108"/>
                  <a:gd name="T30" fmla="*/ 30 w 569"/>
                  <a:gd name="T31" fmla="*/ 87 h 108"/>
                  <a:gd name="T32" fmla="*/ 0 w 569"/>
                  <a:gd name="T33" fmla="*/ 103 h 108"/>
                  <a:gd name="T34" fmla="*/ 18 w 569"/>
                  <a:gd name="T35" fmla="*/ 100 h 108"/>
                  <a:gd name="T36" fmla="*/ 48 w 569"/>
                  <a:gd name="T37" fmla="*/ 83 h 108"/>
                  <a:gd name="T38" fmla="*/ 80 w 569"/>
                  <a:gd name="T39" fmla="*/ 69 h 108"/>
                  <a:gd name="T40" fmla="*/ 114 w 569"/>
                  <a:gd name="T41" fmla="*/ 55 h 108"/>
                  <a:gd name="T42" fmla="*/ 146 w 569"/>
                  <a:gd name="T43" fmla="*/ 42 h 108"/>
                  <a:gd name="T44" fmla="*/ 182 w 569"/>
                  <a:gd name="T45" fmla="*/ 31 h 108"/>
                  <a:gd name="T46" fmla="*/ 216 w 569"/>
                  <a:gd name="T47" fmla="*/ 21 h 108"/>
                  <a:gd name="T48" fmla="*/ 251 w 569"/>
                  <a:gd name="T49" fmla="*/ 14 h 108"/>
                  <a:gd name="T50" fmla="*/ 286 w 569"/>
                  <a:gd name="T51" fmla="*/ 9 h 108"/>
                  <a:gd name="T52" fmla="*/ 321 w 569"/>
                  <a:gd name="T53" fmla="*/ 6 h 108"/>
                  <a:gd name="T54" fmla="*/ 356 w 569"/>
                  <a:gd name="T55" fmla="*/ 6 h 108"/>
                  <a:gd name="T56" fmla="*/ 391 w 569"/>
                  <a:gd name="T57" fmla="*/ 7 h 108"/>
                  <a:gd name="T58" fmla="*/ 427 w 569"/>
                  <a:gd name="T59" fmla="*/ 13 h 108"/>
                  <a:gd name="T60" fmla="*/ 461 w 569"/>
                  <a:gd name="T61" fmla="*/ 20 h 108"/>
                  <a:gd name="T62" fmla="*/ 493 w 569"/>
                  <a:gd name="T63" fmla="*/ 32 h 108"/>
                  <a:gd name="T64" fmla="*/ 527 w 569"/>
                  <a:gd name="T65" fmla="*/ 47 h 108"/>
                  <a:gd name="T66" fmla="*/ 545 w 569"/>
                  <a:gd name="T67" fmla="*/ 52 h 108"/>
                  <a:gd name="T68" fmla="*/ 569 w 569"/>
                  <a:gd name="T69" fmla="*/ 66 h 108"/>
                  <a:gd name="T70" fmla="*/ 543 w 569"/>
                  <a:gd name="T71" fmla="*/ 57 h 10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69"/>
                  <a:gd name="T109" fmla="*/ 0 h 108"/>
                  <a:gd name="T110" fmla="*/ 569 w 569"/>
                  <a:gd name="T111" fmla="*/ 108 h 10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69" h="108">
                    <a:moveTo>
                      <a:pt x="543" y="57"/>
                    </a:moveTo>
                    <a:lnTo>
                      <a:pt x="545" y="52"/>
                    </a:lnTo>
                    <a:lnTo>
                      <a:pt x="530" y="42"/>
                    </a:lnTo>
                    <a:lnTo>
                      <a:pt x="513" y="35"/>
                    </a:lnTo>
                    <a:lnTo>
                      <a:pt x="496" y="26"/>
                    </a:lnTo>
                    <a:lnTo>
                      <a:pt x="479" y="20"/>
                    </a:lnTo>
                    <a:lnTo>
                      <a:pt x="462" y="15"/>
                    </a:lnTo>
                    <a:lnTo>
                      <a:pt x="445" y="11"/>
                    </a:lnTo>
                    <a:lnTo>
                      <a:pt x="427" y="7"/>
                    </a:lnTo>
                    <a:lnTo>
                      <a:pt x="410" y="4"/>
                    </a:lnTo>
                    <a:lnTo>
                      <a:pt x="391" y="2"/>
                    </a:lnTo>
                    <a:lnTo>
                      <a:pt x="374" y="1"/>
                    </a:lnTo>
                    <a:lnTo>
                      <a:pt x="356" y="0"/>
                    </a:lnTo>
                    <a:lnTo>
                      <a:pt x="339" y="0"/>
                    </a:lnTo>
                    <a:lnTo>
                      <a:pt x="321" y="1"/>
                    </a:lnTo>
                    <a:lnTo>
                      <a:pt x="303" y="2"/>
                    </a:lnTo>
                    <a:lnTo>
                      <a:pt x="285" y="3"/>
                    </a:lnTo>
                    <a:lnTo>
                      <a:pt x="268" y="6"/>
                    </a:lnTo>
                    <a:lnTo>
                      <a:pt x="249" y="8"/>
                    </a:lnTo>
                    <a:lnTo>
                      <a:pt x="233" y="12"/>
                    </a:lnTo>
                    <a:lnTo>
                      <a:pt x="214" y="17"/>
                    </a:lnTo>
                    <a:lnTo>
                      <a:pt x="196" y="20"/>
                    </a:lnTo>
                    <a:lnTo>
                      <a:pt x="179" y="26"/>
                    </a:lnTo>
                    <a:lnTo>
                      <a:pt x="162" y="31"/>
                    </a:lnTo>
                    <a:lnTo>
                      <a:pt x="145" y="37"/>
                    </a:lnTo>
                    <a:lnTo>
                      <a:pt x="128" y="43"/>
                    </a:lnTo>
                    <a:lnTo>
                      <a:pt x="111" y="51"/>
                    </a:lnTo>
                    <a:lnTo>
                      <a:pt x="94" y="57"/>
                    </a:lnTo>
                    <a:lnTo>
                      <a:pt x="77" y="64"/>
                    </a:lnTo>
                    <a:lnTo>
                      <a:pt x="61" y="71"/>
                    </a:lnTo>
                    <a:lnTo>
                      <a:pt x="46" y="78"/>
                    </a:lnTo>
                    <a:lnTo>
                      <a:pt x="30" y="87"/>
                    </a:lnTo>
                    <a:lnTo>
                      <a:pt x="15" y="95"/>
                    </a:lnTo>
                    <a:lnTo>
                      <a:pt x="0" y="103"/>
                    </a:lnTo>
                    <a:lnTo>
                      <a:pt x="2" y="108"/>
                    </a:lnTo>
                    <a:lnTo>
                      <a:pt x="18" y="100"/>
                    </a:lnTo>
                    <a:lnTo>
                      <a:pt x="32" y="92"/>
                    </a:lnTo>
                    <a:lnTo>
                      <a:pt x="48" y="83"/>
                    </a:lnTo>
                    <a:lnTo>
                      <a:pt x="64" y="76"/>
                    </a:lnTo>
                    <a:lnTo>
                      <a:pt x="80" y="69"/>
                    </a:lnTo>
                    <a:lnTo>
                      <a:pt x="97" y="61"/>
                    </a:lnTo>
                    <a:lnTo>
                      <a:pt x="114" y="55"/>
                    </a:lnTo>
                    <a:lnTo>
                      <a:pt x="129" y="49"/>
                    </a:lnTo>
                    <a:lnTo>
                      <a:pt x="146" y="42"/>
                    </a:lnTo>
                    <a:lnTo>
                      <a:pt x="163" y="37"/>
                    </a:lnTo>
                    <a:lnTo>
                      <a:pt x="182" y="31"/>
                    </a:lnTo>
                    <a:lnTo>
                      <a:pt x="199" y="26"/>
                    </a:lnTo>
                    <a:lnTo>
                      <a:pt x="216" y="21"/>
                    </a:lnTo>
                    <a:lnTo>
                      <a:pt x="233" y="18"/>
                    </a:lnTo>
                    <a:lnTo>
                      <a:pt x="251" y="14"/>
                    </a:lnTo>
                    <a:lnTo>
                      <a:pt x="268" y="12"/>
                    </a:lnTo>
                    <a:lnTo>
                      <a:pt x="286" y="9"/>
                    </a:lnTo>
                    <a:lnTo>
                      <a:pt x="304" y="7"/>
                    </a:lnTo>
                    <a:lnTo>
                      <a:pt x="321" y="6"/>
                    </a:lnTo>
                    <a:lnTo>
                      <a:pt x="339" y="6"/>
                    </a:lnTo>
                    <a:lnTo>
                      <a:pt x="356" y="6"/>
                    </a:lnTo>
                    <a:lnTo>
                      <a:pt x="374" y="6"/>
                    </a:lnTo>
                    <a:lnTo>
                      <a:pt x="391" y="7"/>
                    </a:lnTo>
                    <a:lnTo>
                      <a:pt x="408" y="9"/>
                    </a:lnTo>
                    <a:lnTo>
                      <a:pt x="427" y="13"/>
                    </a:lnTo>
                    <a:lnTo>
                      <a:pt x="444" y="17"/>
                    </a:lnTo>
                    <a:lnTo>
                      <a:pt x="461" y="20"/>
                    </a:lnTo>
                    <a:lnTo>
                      <a:pt x="478" y="26"/>
                    </a:lnTo>
                    <a:lnTo>
                      <a:pt x="493" y="32"/>
                    </a:lnTo>
                    <a:lnTo>
                      <a:pt x="510" y="40"/>
                    </a:lnTo>
                    <a:lnTo>
                      <a:pt x="527" y="47"/>
                    </a:lnTo>
                    <a:lnTo>
                      <a:pt x="543" y="57"/>
                    </a:lnTo>
                    <a:lnTo>
                      <a:pt x="545" y="52"/>
                    </a:lnTo>
                    <a:lnTo>
                      <a:pt x="543" y="57"/>
                    </a:lnTo>
                    <a:lnTo>
                      <a:pt x="569" y="66"/>
                    </a:lnTo>
                    <a:lnTo>
                      <a:pt x="545" y="52"/>
                    </a:lnTo>
                    <a:lnTo>
                      <a:pt x="543" y="5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4" name="Freeform 497"/>
              <p:cNvSpPr>
                <a:spLocks/>
              </p:cNvSpPr>
              <p:nvPr/>
            </p:nvSpPr>
            <p:spPr bwMode="auto">
              <a:xfrm>
                <a:off x="633" y="1459"/>
                <a:ext cx="146" cy="44"/>
              </a:xfrm>
              <a:custGeom>
                <a:avLst/>
                <a:gdLst>
                  <a:gd name="T0" fmla="*/ 16 w 581"/>
                  <a:gd name="T1" fmla="*/ 160 h 176"/>
                  <a:gd name="T2" fmla="*/ 42 w 581"/>
                  <a:gd name="T3" fmla="*/ 131 h 176"/>
                  <a:gd name="T4" fmla="*/ 70 w 581"/>
                  <a:gd name="T5" fmla="*/ 105 h 176"/>
                  <a:gd name="T6" fmla="*/ 101 w 581"/>
                  <a:gd name="T7" fmla="*/ 82 h 176"/>
                  <a:gd name="T8" fmla="*/ 135 w 581"/>
                  <a:gd name="T9" fmla="*/ 62 h 176"/>
                  <a:gd name="T10" fmla="*/ 170 w 581"/>
                  <a:gd name="T11" fmla="*/ 45 h 176"/>
                  <a:gd name="T12" fmla="*/ 208 w 581"/>
                  <a:gd name="T13" fmla="*/ 31 h 176"/>
                  <a:gd name="T14" fmla="*/ 247 w 581"/>
                  <a:gd name="T15" fmla="*/ 21 h 176"/>
                  <a:gd name="T16" fmla="*/ 287 w 581"/>
                  <a:gd name="T17" fmla="*/ 13 h 176"/>
                  <a:gd name="T18" fmla="*/ 327 w 581"/>
                  <a:gd name="T19" fmla="*/ 8 h 176"/>
                  <a:gd name="T20" fmla="*/ 368 w 581"/>
                  <a:gd name="T21" fmla="*/ 5 h 176"/>
                  <a:gd name="T22" fmla="*/ 408 w 581"/>
                  <a:gd name="T23" fmla="*/ 6 h 176"/>
                  <a:gd name="T24" fmla="*/ 448 w 581"/>
                  <a:gd name="T25" fmla="*/ 10 h 176"/>
                  <a:gd name="T26" fmla="*/ 487 w 581"/>
                  <a:gd name="T27" fmla="*/ 16 h 176"/>
                  <a:gd name="T28" fmla="*/ 526 w 581"/>
                  <a:gd name="T29" fmla="*/ 25 h 176"/>
                  <a:gd name="T30" fmla="*/ 562 w 581"/>
                  <a:gd name="T31" fmla="*/ 36 h 176"/>
                  <a:gd name="T32" fmla="*/ 581 w 581"/>
                  <a:gd name="T33" fmla="*/ 37 h 176"/>
                  <a:gd name="T34" fmla="*/ 545 w 581"/>
                  <a:gd name="T35" fmla="*/ 23 h 176"/>
                  <a:gd name="T36" fmla="*/ 507 w 581"/>
                  <a:gd name="T37" fmla="*/ 14 h 176"/>
                  <a:gd name="T38" fmla="*/ 469 w 581"/>
                  <a:gd name="T39" fmla="*/ 6 h 176"/>
                  <a:gd name="T40" fmla="*/ 429 w 581"/>
                  <a:gd name="T41" fmla="*/ 2 h 176"/>
                  <a:gd name="T42" fmla="*/ 387 w 581"/>
                  <a:gd name="T43" fmla="*/ 0 h 176"/>
                  <a:gd name="T44" fmla="*/ 347 w 581"/>
                  <a:gd name="T45" fmla="*/ 0 h 176"/>
                  <a:gd name="T46" fmla="*/ 306 w 581"/>
                  <a:gd name="T47" fmla="*/ 4 h 176"/>
                  <a:gd name="T48" fmla="*/ 265 w 581"/>
                  <a:gd name="T49" fmla="*/ 10 h 176"/>
                  <a:gd name="T50" fmla="*/ 226 w 581"/>
                  <a:gd name="T51" fmla="*/ 20 h 176"/>
                  <a:gd name="T52" fmla="*/ 187 w 581"/>
                  <a:gd name="T53" fmla="*/ 32 h 176"/>
                  <a:gd name="T54" fmla="*/ 150 w 581"/>
                  <a:gd name="T55" fmla="*/ 48 h 176"/>
                  <a:gd name="T56" fmla="*/ 114 w 581"/>
                  <a:gd name="T57" fmla="*/ 66 h 176"/>
                  <a:gd name="T58" fmla="*/ 82 w 581"/>
                  <a:gd name="T59" fmla="*/ 88 h 176"/>
                  <a:gd name="T60" fmla="*/ 51 w 581"/>
                  <a:gd name="T61" fmla="*/ 113 h 176"/>
                  <a:gd name="T62" fmla="*/ 25 w 581"/>
                  <a:gd name="T63" fmla="*/ 142 h 176"/>
                  <a:gd name="T64" fmla="*/ 0 w 581"/>
                  <a:gd name="T65" fmla="*/ 174 h 1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81"/>
                  <a:gd name="T100" fmla="*/ 0 h 176"/>
                  <a:gd name="T101" fmla="*/ 581 w 581"/>
                  <a:gd name="T102" fmla="*/ 176 h 1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81" h="176">
                    <a:moveTo>
                      <a:pt x="5" y="176"/>
                    </a:moveTo>
                    <a:lnTo>
                      <a:pt x="16" y="160"/>
                    </a:lnTo>
                    <a:lnTo>
                      <a:pt x="28" y="146"/>
                    </a:lnTo>
                    <a:lnTo>
                      <a:pt x="42" y="131"/>
                    </a:lnTo>
                    <a:lnTo>
                      <a:pt x="56" y="118"/>
                    </a:lnTo>
                    <a:lnTo>
                      <a:pt x="70" y="105"/>
                    </a:lnTo>
                    <a:lnTo>
                      <a:pt x="85" y="93"/>
                    </a:lnTo>
                    <a:lnTo>
                      <a:pt x="101" y="82"/>
                    </a:lnTo>
                    <a:lnTo>
                      <a:pt x="118" y="71"/>
                    </a:lnTo>
                    <a:lnTo>
                      <a:pt x="135" y="62"/>
                    </a:lnTo>
                    <a:lnTo>
                      <a:pt x="152" y="53"/>
                    </a:lnTo>
                    <a:lnTo>
                      <a:pt x="170" y="45"/>
                    </a:lnTo>
                    <a:lnTo>
                      <a:pt x="188" y="38"/>
                    </a:lnTo>
                    <a:lnTo>
                      <a:pt x="208" y="31"/>
                    </a:lnTo>
                    <a:lnTo>
                      <a:pt x="227" y="26"/>
                    </a:lnTo>
                    <a:lnTo>
                      <a:pt x="247" y="21"/>
                    </a:lnTo>
                    <a:lnTo>
                      <a:pt x="266" y="16"/>
                    </a:lnTo>
                    <a:lnTo>
                      <a:pt x="287" y="13"/>
                    </a:lnTo>
                    <a:lnTo>
                      <a:pt x="306" y="10"/>
                    </a:lnTo>
                    <a:lnTo>
                      <a:pt x="327" y="8"/>
                    </a:lnTo>
                    <a:lnTo>
                      <a:pt x="347" y="6"/>
                    </a:lnTo>
                    <a:lnTo>
                      <a:pt x="368" y="5"/>
                    </a:lnTo>
                    <a:lnTo>
                      <a:pt x="387" y="5"/>
                    </a:lnTo>
                    <a:lnTo>
                      <a:pt x="408" y="6"/>
                    </a:lnTo>
                    <a:lnTo>
                      <a:pt x="427" y="8"/>
                    </a:lnTo>
                    <a:lnTo>
                      <a:pt x="448" y="10"/>
                    </a:lnTo>
                    <a:lnTo>
                      <a:pt x="467" y="13"/>
                    </a:lnTo>
                    <a:lnTo>
                      <a:pt x="487" y="16"/>
                    </a:lnTo>
                    <a:lnTo>
                      <a:pt x="506" y="20"/>
                    </a:lnTo>
                    <a:lnTo>
                      <a:pt x="526" y="25"/>
                    </a:lnTo>
                    <a:lnTo>
                      <a:pt x="544" y="29"/>
                    </a:lnTo>
                    <a:lnTo>
                      <a:pt x="562" y="36"/>
                    </a:lnTo>
                    <a:lnTo>
                      <a:pt x="579" y="42"/>
                    </a:lnTo>
                    <a:lnTo>
                      <a:pt x="581" y="37"/>
                    </a:lnTo>
                    <a:lnTo>
                      <a:pt x="563" y="29"/>
                    </a:lnTo>
                    <a:lnTo>
                      <a:pt x="545" y="23"/>
                    </a:lnTo>
                    <a:lnTo>
                      <a:pt x="527" y="19"/>
                    </a:lnTo>
                    <a:lnTo>
                      <a:pt x="507" y="14"/>
                    </a:lnTo>
                    <a:lnTo>
                      <a:pt x="488" y="10"/>
                    </a:lnTo>
                    <a:lnTo>
                      <a:pt x="469" y="6"/>
                    </a:lnTo>
                    <a:lnTo>
                      <a:pt x="449" y="4"/>
                    </a:lnTo>
                    <a:lnTo>
                      <a:pt x="429" y="2"/>
                    </a:lnTo>
                    <a:lnTo>
                      <a:pt x="408" y="0"/>
                    </a:lnTo>
                    <a:lnTo>
                      <a:pt x="387" y="0"/>
                    </a:lnTo>
                    <a:lnTo>
                      <a:pt x="368" y="0"/>
                    </a:lnTo>
                    <a:lnTo>
                      <a:pt x="347" y="0"/>
                    </a:lnTo>
                    <a:lnTo>
                      <a:pt x="327" y="2"/>
                    </a:lnTo>
                    <a:lnTo>
                      <a:pt x="306" y="4"/>
                    </a:lnTo>
                    <a:lnTo>
                      <a:pt x="285" y="6"/>
                    </a:lnTo>
                    <a:lnTo>
                      <a:pt x="265" y="10"/>
                    </a:lnTo>
                    <a:lnTo>
                      <a:pt x="245" y="15"/>
                    </a:lnTo>
                    <a:lnTo>
                      <a:pt x="226" y="20"/>
                    </a:lnTo>
                    <a:lnTo>
                      <a:pt x="207" y="26"/>
                    </a:lnTo>
                    <a:lnTo>
                      <a:pt x="187" y="32"/>
                    </a:lnTo>
                    <a:lnTo>
                      <a:pt x="168" y="40"/>
                    </a:lnTo>
                    <a:lnTo>
                      <a:pt x="150" y="48"/>
                    </a:lnTo>
                    <a:lnTo>
                      <a:pt x="133" y="57"/>
                    </a:lnTo>
                    <a:lnTo>
                      <a:pt x="114" y="66"/>
                    </a:lnTo>
                    <a:lnTo>
                      <a:pt x="97" y="77"/>
                    </a:lnTo>
                    <a:lnTo>
                      <a:pt x="82" y="88"/>
                    </a:lnTo>
                    <a:lnTo>
                      <a:pt x="67" y="101"/>
                    </a:lnTo>
                    <a:lnTo>
                      <a:pt x="51" y="113"/>
                    </a:lnTo>
                    <a:lnTo>
                      <a:pt x="38" y="128"/>
                    </a:lnTo>
                    <a:lnTo>
                      <a:pt x="25" y="142"/>
                    </a:lnTo>
                    <a:lnTo>
                      <a:pt x="11" y="158"/>
                    </a:lnTo>
                    <a:lnTo>
                      <a:pt x="0" y="174"/>
                    </a:lnTo>
                    <a:lnTo>
                      <a:pt x="5" y="17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5" name="Freeform 498"/>
              <p:cNvSpPr>
                <a:spLocks/>
              </p:cNvSpPr>
              <p:nvPr/>
            </p:nvSpPr>
            <p:spPr bwMode="auto">
              <a:xfrm>
                <a:off x="754" y="1570"/>
                <a:ext cx="60" cy="86"/>
              </a:xfrm>
              <a:custGeom>
                <a:avLst/>
                <a:gdLst>
                  <a:gd name="T0" fmla="*/ 171 w 241"/>
                  <a:gd name="T1" fmla="*/ 334 h 341"/>
                  <a:gd name="T2" fmla="*/ 148 w 241"/>
                  <a:gd name="T3" fmla="*/ 340 h 341"/>
                  <a:gd name="T4" fmla="*/ 124 w 241"/>
                  <a:gd name="T5" fmla="*/ 340 h 341"/>
                  <a:gd name="T6" fmla="*/ 101 w 241"/>
                  <a:gd name="T7" fmla="*/ 333 h 341"/>
                  <a:gd name="T8" fmla="*/ 79 w 241"/>
                  <a:gd name="T9" fmla="*/ 320 h 341"/>
                  <a:gd name="T10" fmla="*/ 58 w 241"/>
                  <a:gd name="T11" fmla="*/ 301 h 341"/>
                  <a:gd name="T12" fmla="*/ 39 w 241"/>
                  <a:gd name="T13" fmla="*/ 278 h 341"/>
                  <a:gd name="T14" fmla="*/ 23 w 241"/>
                  <a:gd name="T15" fmla="*/ 250 h 341"/>
                  <a:gd name="T16" fmla="*/ 11 w 241"/>
                  <a:gd name="T17" fmla="*/ 217 h 341"/>
                  <a:gd name="T18" fmla="*/ 4 w 241"/>
                  <a:gd name="T19" fmla="*/ 183 h 341"/>
                  <a:gd name="T20" fmla="*/ 0 w 241"/>
                  <a:gd name="T21" fmla="*/ 151 h 341"/>
                  <a:gd name="T22" fmla="*/ 2 w 241"/>
                  <a:gd name="T23" fmla="*/ 118 h 341"/>
                  <a:gd name="T24" fmla="*/ 7 w 241"/>
                  <a:gd name="T25" fmla="*/ 89 h 341"/>
                  <a:gd name="T26" fmla="*/ 18 w 241"/>
                  <a:gd name="T27" fmla="*/ 61 h 341"/>
                  <a:gd name="T28" fmla="*/ 33 w 241"/>
                  <a:gd name="T29" fmla="*/ 38 h 341"/>
                  <a:gd name="T30" fmla="*/ 50 w 241"/>
                  <a:gd name="T31" fmla="*/ 20 h 341"/>
                  <a:gd name="T32" fmla="*/ 72 w 241"/>
                  <a:gd name="T33" fmla="*/ 6 h 341"/>
                  <a:gd name="T34" fmla="*/ 95 w 241"/>
                  <a:gd name="T35" fmla="*/ 0 h 341"/>
                  <a:gd name="T36" fmla="*/ 118 w 241"/>
                  <a:gd name="T37" fmla="*/ 2 h 341"/>
                  <a:gd name="T38" fmla="*/ 141 w 241"/>
                  <a:gd name="T39" fmla="*/ 8 h 341"/>
                  <a:gd name="T40" fmla="*/ 164 w 241"/>
                  <a:gd name="T41" fmla="*/ 21 h 341"/>
                  <a:gd name="T42" fmla="*/ 184 w 241"/>
                  <a:gd name="T43" fmla="*/ 39 h 341"/>
                  <a:gd name="T44" fmla="*/ 204 w 241"/>
                  <a:gd name="T45" fmla="*/ 63 h 341"/>
                  <a:gd name="T46" fmla="*/ 218 w 241"/>
                  <a:gd name="T47" fmla="*/ 91 h 341"/>
                  <a:gd name="T48" fmla="*/ 232 w 241"/>
                  <a:gd name="T49" fmla="*/ 124 h 341"/>
                  <a:gd name="T50" fmla="*/ 239 w 241"/>
                  <a:gd name="T51" fmla="*/ 157 h 341"/>
                  <a:gd name="T52" fmla="*/ 241 w 241"/>
                  <a:gd name="T53" fmla="*/ 191 h 341"/>
                  <a:gd name="T54" fmla="*/ 240 w 241"/>
                  <a:gd name="T55" fmla="*/ 222 h 341"/>
                  <a:gd name="T56" fmla="*/ 234 w 241"/>
                  <a:gd name="T57" fmla="*/ 253 h 341"/>
                  <a:gd name="T58" fmla="*/ 224 w 241"/>
                  <a:gd name="T59" fmla="*/ 279 h 341"/>
                  <a:gd name="T60" fmla="*/ 210 w 241"/>
                  <a:gd name="T61" fmla="*/ 302 h 341"/>
                  <a:gd name="T62" fmla="*/ 192 w 241"/>
                  <a:gd name="T63" fmla="*/ 322 h 34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41"/>
                  <a:gd name="T97" fmla="*/ 0 h 341"/>
                  <a:gd name="T98" fmla="*/ 241 w 241"/>
                  <a:gd name="T99" fmla="*/ 341 h 34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41" h="341">
                    <a:moveTo>
                      <a:pt x="182" y="329"/>
                    </a:moveTo>
                    <a:lnTo>
                      <a:pt x="171" y="334"/>
                    </a:lnTo>
                    <a:lnTo>
                      <a:pt x="159" y="339"/>
                    </a:lnTo>
                    <a:lnTo>
                      <a:pt x="148" y="340"/>
                    </a:lnTo>
                    <a:lnTo>
                      <a:pt x="136" y="341"/>
                    </a:lnTo>
                    <a:lnTo>
                      <a:pt x="124" y="340"/>
                    </a:lnTo>
                    <a:lnTo>
                      <a:pt x="113" y="337"/>
                    </a:lnTo>
                    <a:lnTo>
                      <a:pt x="101" y="333"/>
                    </a:lnTo>
                    <a:lnTo>
                      <a:pt x="90" y="327"/>
                    </a:lnTo>
                    <a:lnTo>
                      <a:pt x="79" y="320"/>
                    </a:lnTo>
                    <a:lnTo>
                      <a:pt x="68" y="312"/>
                    </a:lnTo>
                    <a:lnTo>
                      <a:pt x="58" y="301"/>
                    </a:lnTo>
                    <a:lnTo>
                      <a:pt x="49" y="290"/>
                    </a:lnTo>
                    <a:lnTo>
                      <a:pt x="39" y="278"/>
                    </a:lnTo>
                    <a:lnTo>
                      <a:pt x="32" y="265"/>
                    </a:lnTo>
                    <a:lnTo>
                      <a:pt x="23" y="250"/>
                    </a:lnTo>
                    <a:lnTo>
                      <a:pt x="17" y="234"/>
                    </a:lnTo>
                    <a:lnTo>
                      <a:pt x="11" y="217"/>
                    </a:lnTo>
                    <a:lnTo>
                      <a:pt x="6" y="200"/>
                    </a:lnTo>
                    <a:lnTo>
                      <a:pt x="4" y="183"/>
                    </a:lnTo>
                    <a:lnTo>
                      <a:pt x="1" y="168"/>
                    </a:lnTo>
                    <a:lnTo>
                      <a:pt x="0" y="151"/>
                    </a:lnTo>
                    <a:lnTo>
                      <a:pt x="0" y="135"/>
                    </a:lnTo>
                    <a:lnTo>
                      <a:pt x="2" y="118"/>
                    </a:lnTo>
                    <a:lnTo>
                      <a:pt x="5" y="103"/>
                    </a:lnTo>
                    <a:lnTo>
                      <a:pt x="7" y="89"/>
                    </a:lnTo>
                    <a:lnTo>
                      <a:pt x="12" y="74"/>
                    </a:lnTo>
                    <a:lnTo>
                      <a:pt x="18" y="61"/>
                    </a:lnTo>
                    <a:lnTo>
                      <a:pt x="24" y="49"/>
                    </a:lnTo>
                    <a:lnTo>
                      <a:pt x="33" y="38"/>
                    </a:lnTo>
                    <a:lnTo>
                      <a:pt x="41" y="28"/>
                    </a:lnTo>
                    <a:lnTo>
                      <a:pt x="50" y="20"/>
                    </a:lnTo>
                    <a:lnTo>
                      <a:pt x="61" y="13"/>
                    </a:lnTo>
                    <a:lnTo>
                      <a:pt x="72" y="6"/>
                    </a:lnTo>
                    <a:lnTo>
                      <a:pt x="82" y="3"/>
                    </a:lnTo>
                    <a:lnTo>
                      <a:pt x="95" y="0"/>
                    </a:lnTo>
                    <a:lnTo>
                      <a:pt x="106" y="0"/>
                    </a:lnTo>
                    <a:lnTo>
                      <a:pt x="118" y="2"/>
                    </a:lnTo>
                    <a:lnTo>
                      <a:pt x="130" y="4"/>
                    </a:lnTo>
                    <a:lnTo>
                      <a:pt x="141" y="8"/>
                    </a:lnTo>
                    <a:lnTo>
                      <a:pt x="153" y="14"/>
                    </a:lnTo>
                    <a:lnTo>
                      <a:pt x="164" y="21"/>
                    </a:lnTo>
                    <a:lnTo>
                      <a:pt x="175" y="29"/>
                    </a:lnTo>
                    <a:lnTo>
                      <a:pt x="184" y="39"/>
                    </a:lnTo>
                    <a:lnTo>
                      <a:pt x="194" y="50"/>
                    </a:lnTo>
                    <a:lnTo>
                      <a:pt x="204" y="63"/>
                    </a:lnTo>
                    <a:lnTo>
                      <a:pt x="211" y="77"/>
                    </a:lnTo>
                    <a:lnTo>
                      <a:pt x="218" y="91"/>
                    </a:lnTo>
                    <a:lnTo>
                      <a:pt x="226" y="107"/>
                    </a:lnTo>
                    <a:lnTo>
                      <a:pt x="232" y="124"/>
                    </a:lnTo>
                    <a:lnTo>
                      <a:pt x="235" y="140"/>
                    </a:lnTo>
                    <a:lnTo>
                      <a:pt x="239" y="157"/>
                    </a:lnTo>
                    <a:lnTo>
                      <a:pt x="241" y="174"/>
                    </a:lnTo>
                    <a:lnTo>
                      <a:pt x="241" y="191"/>
                    </a:lnTo>
                    <a:lnTo>
                      <a:pt x="241" y="207"/>
                    </a:lnTo>
                    <a:lnTo>
                      <a:pt x="240" y="222"/>
                    </a:lnTo>
                    <a:lnTo>
                      <a:pt x="238" y="238"/>
                    </a:lnTo>
                    <a:lnTo>
                      <a:pt x="234" y="253"/>
                    </a:lnTo>
                    <a:lnTo>
                      <a:pt x="229" y="266"/>
                    </a:lnTo>
                    <a:lnTo>
                      <a:pt x="224" y="279"/>
                    </a:lnTo>
                    <a:lnTo>
                      <a:pt x="217" y="291"/>
                    </a:lnTo>
                    <a:lnTo>
                      <a:pt x="210" y="302"/>
                    </a:lnTo>
                    <a:lnTo>
                      <a:pt x="201" y="312"/>
                    </a:lnTo>
                    <a:lnTo>
                      <a:pt x="192" y="322"/>
                    </a:lnTo>
                    <a:lnTo>
                      <a:pt x="182" y="329"/>
                    </a:lnTo>
                    <a:close/>
                  </a:path>
                </a:pathLst>
              </a:custGeom>
              <a:solidFill>
                <a:srgbClr val="CCB27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499"/>
              <p:cNvSpPr>
                <a:spLocks/>
              </p:cNvSpPr>
              <p:nvPr/>
            </p:nvSpPr>
            <p:spPr bwMode="auto">
              <a:xfrm>
                <a:off x="757" y="1629"/>
                <a:ext cx="43" cy="27"/>
              </a:xfrm>
              <a:custGeom>
                <a:avLst/>
                <a:gdLst>
                  <a:gd name="T0" fmla="*/ 0 w 170"/>
                  <a:gd name="T1" fmla="*/ 1 h 111"/>
                  <a:gd name="T2" fmla="*/ 0 w 170"/>
                  <a:gd name="T3" fmla="*/ 1 h 111"/>
                  <a:gd name="T4" fmla="*/ 8 w 170"/>
                  <a:gd name="T5" fmla="*/ 18 h 111"/>
                  <a:gd name="T6" fmla="*/ 16 w 170"/>
                  <a:gd name="T7" fmla="*/ 33 h 111"/>
                  <a:gd name="T8" fmla="*/ 23 w 170"/>
                  <a:gd name="T9" fmla="*/ 46 h 111"/>
                  <a:gd name="T10" fmla="*/ 33 w 170"/>
                  <a:gd name="T11" fmla="*/ 58 h 111"/>
                  <a:gd name="T12" fmla="*/ 43 w 170"/>
                  <a:gd name="T13" fmla="*/ 71 h 111"/>
                  <a:gd name="T14" fmla="*/ 52 w 170"/>
                  <a:gd name="T15" fmla="*/ 80 h 111"/>
                  <a:gd name="T16" fmla="*/ 65 w 170"/>
                  <a:gd name="T17" fmla="*/ 90 h 111"/>
                  <a:gd name="T18" fmla="*/ 76 w 170"/>
                  <a:gd name="T19" fmla="*/ 96 h 111"/>
                  <a:gd name="T20" fmla="*/ 86 w 170"/>
                  <a:gd name="T21" fmla="*/ 102 h 111"/>
                  <a:gd name="T22" fmla="*/ 99 w 170"/>
                  <a:gd name="T23" fmla="*/ 107 h 111"/>
                  <a:gd name="T24" fmla="*/ 111 w 170"/>
                  <a:gd name="T25" fmla="*/ 109 h 111"/>
                  <a:gd name="T26" fmla="*/ 123 w 170"/>
                  <a:gd name="T27" fmla="*/ 111 h 111"/>
                  <a:gd name="T28" fmla="*/ 135 w 170"/>
                  <a:gd name="T29" fmla="*/ 111 h 111"/>
                  <a:gd name="T30" fmla="*/ 147 w 170"/>
                  <a:gd name="T31" fmla="*/ 108 h 111"/>
                  <a:gd name="T32" fmla="*/ 159 w 170"/>
                  <a:gd name="T33" fmla="*/ 103 h 111"/>
                  <a:gd name="T34" fmla="*/ 170 w 170"/>
                  <a:gd name="T35" fmla="*/ 98 h 111"/>
                  <a:gd name="T36" fmla="*/ 167 w 170"/>
                  <a:gd name="T37" fmla="*/ 94 h 111"/>
                  <a:gd name="T38" fmla="*/ 157 w 170"/>
                  <a:gd name="T39" fmla="*/ 98 h 111"/>
                  <a:gd name="T40" fmla="*/ 146 w 170"/>
                  <a:gd name="T41" fmla="*/ 102 h 111"/>
                  <a:gd name="T42" fmla="*/ 134 w 170"/>
                  <a:gd name="T43" fmla="*/ 104 h 111"/>
                  <a:gd name="T44" fmla="*/ 123 w 170"/>
                  <a:gd name="T45" fmla="*/ 104 h 111"/>
                  <a:gd name="T46" fmla="*/ 112 w 170"/>
                  <a:gd name="T47" fmla="*/ 104 h 111"/>
                  <a:gd name="T48" fmla="*/ 101 w 170"/>
                  <a:gd name="T49" fmla="*/ 101 h 111"/>
                  <a:gd name="T50" fmla="*/ 89 w 170"/>
                  <a:gd name="T51" fmla="*/ 97 h 111"/>
                  <a:gd name="T52" fmla="*/ 78 w 170"/>
                  <a:gd name="T53" fmla="*/ 91 h 111"/>
                  <a:gd name="T54" fmla="*/ 67 w 170"/>
                  <a:gd name="T55" fmla="*/ 85 h 111"/>
                  <a:gd name="T56" fmla="*/ 57 w 170"/>
                  <a:gd name="T57" fmla="*/ 77 h 111"/>
                  <a:gd name="T58" fmla="*/ 46 w 170"/>
                  <a:gd name="T59" fmla="*/ 67 h 111"/>
                  <a:gd name="T60" fmla="*/ 38 w 170"/>
                  <a:gd name="T61" fmla="*/ 56 h 111"/>
                  <a:gd name="T62" fmla="*/ 28 w 170"/>
                  <a:gd name="T63" fmla="*/ 44 h 111"/>
                  <a:gd name="T64" fmla="*/ 21 w 170"/>
                  <a:gd name="T65" fmla="*/ 31 h 111"/>
                  <a:gd name="T66" fmla="*/ 12 w 170"/>
                  <a:gd name="T67" fmla="*/ 16 h 111"/>
                  <a:gd name="T68" fmla="*/ 6 w 170"/>
                  <a:gd name="T69" fmla="*/ 0 h 111"/>
                  <a:gd name="T70" fmla="*/ 6 w 170"/>
                  <a:gd name="T71" fmla="*/ 0 h 111"/>
                  <a:gd name="T72" fmla="*/ 0 w 170"/>
                  <a:gd name="T73" fmla="*/ 1 h 1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0"/>
                  <a:gd name="T112" fmla="*/ 0 h 111"/>
                  <a:gd name="T113" fmla="*/ 170 w 170"/>
                  <a:gd name="T114" fmla="*/ 111 h 1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0" h="111">
                    <a:moveTo>
                      <a:pt x="0" y="1"/>
                    </a:moveTo>
                    <a:lnTo>
                      <a:pt x="0" y="1"/>
                    </a:lnTo>
                    <a:lnTo>
                      <a:pt x="8" y="18"/>
                    </a:lnTo>
                    <a:lnTo>
                      <a:pt x="16" y="33"/>
                    </a:lnTo>
                    <a:lnTo>
                      <a:pt x="23" y="46"/>
                    </a:lnTo>
                    <a:lnTo>
                      <a:pt x="33" y="58"/>
                    </a:lnTo>
                    <a:lnTo>
                      <a:pt x="43" y="71"/>
                    </a:lnTo>
                    <a:lnTo>
                      <a:pt x="52" y="80"/>
                    </a:lnTo>
                    <a:lnTo>
                      <a:pt x="65" y="90"/>
                    </a:lnTo>
                    <a:lnTo>
                      <a:pt x="76" y="96"/>
                    </a:lnTo>
                    <a:lnTo>
                      <a:pt x="86" y="102"/>
                    </a:lnTo>
                    <a:lnTo>
                      <a:pt x="99" y="107"/>
                    </a:lnTo>
                    <a:lnTo>
                      <a:pt x="111" y="109"/>
                    </a:lnTo>
                    <a:lnTo>
                      <a:pt x="123" y="111"/>
                    </a:lnTo>
                    <a:lnTo>
                      <a:pt x="135" y="111"/>
                    </a:lnTo>
                    <a:lnTo>
                      <a:pt x="147" y="108"/>
                    </a:lnTo>
                    <a:lnTo>
                      <a:pt x="159" y="103"/>
                    </a:lnTo>
                    <a:lnTo>
                      <a:pt x="170" y="98"/>
                    </a:lnTo>
                    <a:lnTo>
                      <a:pt x="167" y="94"/>
                    </a:lnTo>
                    <a:lnTo>
                      <a:pt x="157" y="98"/>
                    </a:lnTo>
                    <a:lnTo>
                      <a:pt x="146" y="102"/>
                    </a:lnTo>
                    <a:lnTo>
                      <a:pt x="134" y="104"/>
                    </a:lnTo>
                    <a:lnTo>
                      <a:pt x="123" y="104"/>
                    </a:lnTo>
                    <a:lnTo>
                      <a:pt x="112" y="104"/>
                    </a:lnTo>
                    <a:lnTo>
                      <a:pt x="101" y="101"/>
                    </a:lnTo>
                    <a:lnTo>
                      <a:pt x="89" y="97"/>
                    </a:lnTo>
                    <a:lnTo>
                      <a:pt x="78" y="91"/>
                    </a:lnTo>
                    <a:lnTo>
                      <a:pt x="67" y="85"/>
                    </a:lnTo>
                    <a:lnTo>
                      <a:pt x="57" y="77"/>
                    </a:lnTo>
                    <a:lnTo>
                      <a:pt x="46" y="67"/>
                    </a:lnTo>
                    <a:lnTo>
                      <a:pt x="38" y="56"/>
                    </a:lnTo>
                    <a:lnTo>
                      <a:pt x="28" y="44"/>
                    </a:lnTo>
                    <a:lnTo>
                      <a:pt x="21" y="31"/>
                    </a:lnTo>
                    <a:lnTo>
                      <a:pt x="12" y="16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500"/>
              <p:cNvSpPr>
                <a:spLocks/>
              </p:cNvSpPr>
              <p:nvPr/>
            </p:nvSpPr>
            <p:spPr bwMode="auto">
              <a:xfrm>
                <a:off x="753" y="1573"/>
                <a:ext cx="16" cy="56"/>
              </a:xfrm>
              <a:custGeom>
                <a:avLst/>
                <a:gdLst>
                  <a:gd name="T0" fmla="*/ 60 w 64"/>
                  <a:gd name="T1" fmla="*/ 0 h 224"/>
                  <a:gd name="T2" fmla="*/ 60 w 64"/>
                  <a:gd name="T3" fmla="*/ 0 h 224"/>
                  <a:gd name="T4" fmla="*/ 51 w 64"/>
                  <a:gd name="T5" fmla="*/ 7 h 224"/>
                  <a:gd name="T6" fmla="*/ 41 w 64"/>
                  <a:gd name="T7" fmla="*/ 16 h 224"/>
                  <a:gd name="T8" fmla="*/ 32 w 64"/>
                  <a:gd name="T9" fmla="*/ 27 h 224"/>
                  <a:gd name="T10" fmla="*/ 24 w 64"/>
                  <a:gd name="T11" fmla="*/ 38 h 224"/>
                  <a:gd name="T12" fmla="*/ 18 w 64"/>
                  <a:gd name="T13" fmla="*/ 50 h 224"/>
                  <a:gd name="T14" fmla="*/ 12 w 64"/>
                  <a:gd name="T15" fmla="*/ 64 h 224"/>
                  <a:gd name="T16" fmla="*/ 7 w 64"/>
                  <a:gd name="T17" fmla="*/ 78 h 224"/>
                  <a:gd name="T18" fmla="*/ 3 w 64"/>
                  <a:gd name="T19" fmla="*/ 92 h 224"/>
                  <a:gd name="T20" fmla="*/ 1 w 64"/>
                  <a:gd name="T21" fmla="*/ 108 h 224"/>
                  <a:gd name="T22" fmla="*/ 0 w 64"/>
                  <a:gd name="T23" fmla="*/ 125 h 224"/>
                  <a:gd name="T24" fmla="*/ 0 w 64"/>
                  <a:gd name="T25" fmla="*/ 141 h 224"/>
                  <a:gd name="T26" fmla="*/ 1 w 64"/>
                  <a:gd name="T27" fmla="*/ 158 h 224"/>
                  <a:gd name="T28" fmla="*/ 2 w 64"/>
                  <a:gd name="T29" fmla="*/ 175 h 224"/>
                  <a:gd name="T30" fmla="*/ 6 w 64"/>
                  <a:gd name="T31" fmla="*/ 192 h 224"/>
                  <a:gd name="T32" fmla="*/ 10 w 64"/>
                  <a:gd name="T33" fmla="*/ 209 h 224"/>
                  <a:gd name="T34" fmla="*/ 15 w 64"/>
                  <a:gd name="T35" fmla="*/ 224 h 224"/>
                  <a:gd name="T36" fmla="*/ 21 w 64"/>
                  <a:gd name="T37" fmla="*/ 223 h 224"/>
                  <a:gd name="T38" fmla="*/ 15 w 64"/>
                  <a:gd name="T39" fmla="*/ 206 h 224"/>
                  <a:gd name="T40" fmla="*/ 12 w 64"/>
                  <a:gd name="T41" fmla="*/ 190 h 224"/>
                  <a:gd name="T42" fmla="*/ 8 w 64"/>
                  <a:gd name="T43" fmla="*/ 173 h 224"/>
                  <a:gd name="T44" fmla="*/ 6 w 64"/>
                  <a:gd name="T45" fmla="*/ 156 h 224"/>
                  <a:gd name="T46" fmla="*/ 6 w 64"/>
                  <a:gd name="T47" fmla="*/ 141 h 224"/>
                  <a:gd name="T48" fmla="*/ 6 w 64"/>
                  <a:gd name="T49" fmla="*/ 125 h 224"/>
                  <a:gd name="T50" fmla="*/ 7 w 64"/>
                  <a:gd name="T51" fmla="*/ 109 h 224"/>
                  <a:gd name="T52" fmla="*/ 9 w 64"/>
                  <a:gd name="T53" fmla="*/ 93 h 224"/>
                  <a:gd name="T54" fmla="*/ 13 w 64"/>
                  <a:gd name="T55" fmla="*/ 79 h 224"/>
                  <a:gd name="T56" fmla="*/ 18 w 64"/>
                  <a:gd name="T57" fmla="*/ 66 h 224"/>
                  <a:gd name="T58" fmla="*/ 23 w 64"/>
                  <a:gd name="T59" fmla="*/ 52 h 224"/>
                  <a:gd name="T60" fmla="*/ 29 w 64"/>
                  <a:gd name="T61" fmla="*/ 41 h 224"/>
                  <a:gd name="T62" fmla="*/ 37 w 64"/>
                  <a:gd name="T63" fmla="*/ 29 h 224"/>
                  <a:gd name="T64" fmla="*/ 44 w 64"/>
                  <a:gd name="T65" fmla="*/ 21 h 224"/>
                  <a:gd name="T66" fmla="*/ 54 w 64"/>
                  <a:gd name="T67" fmla="*/ 11 h 224"/>
                  <a:gd name="T68" fmla="*/ 64 w 64"/>
                  <a:gd name="T69" fmla="*/ 5 h 224"/>
                  <a:gd name="T70" fmla="*/ 64 w 64"/>
                  <a:gd name="T71" fmla="*/ 5 h 224"/>
                  <a:gd name="T72" fmla="*/ 60 w 64"/>
                  <a:gd name="T73" fmla="*/ 0 h 22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4"/>
                  <a:gd name="T112" fmla="*/ 0 h 224"/>
                  <a:gd name="T113" fmla="*/ 64 w 64"/>
                  <a:gd name="T114" fmla="*/ 224 h 22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4" h="224">
                    <a:moveTo>
                      <a:pt x="60" y="0"/>
                    </a:moveTo>
                    <a:lnTo>
                      <a:pt x="60" y="0"/>
                    </a:lnTo>
                    <a:lnTo>
                      <a:pt x="51" y="7"/>
                    </a:lnTo>
                    <a:lnTo>
                      <a:pt x="41" y="16"/>
                    </a:lnTo>
                    <a:lnTo>
                      <a:pt x="32" y="27"/>
                    </a:lnTo>
                    <a:lnTo>
                      <a:pt x="24" y="38"/>
                    </a:lnTo>
                    <a:lnTo>
                      <a:pt x="18" y="50"/>
                    </a:lnTo>
                    <a:lnTo>
                      <a:pt x="12" y="64"/>
                    </a:lnTo>
                    <a:lnTo>
                      <a:pt x="7" y="78"/>
                    </a:lnTo>
                    <a:lnTo>
                      <a:pt x="3" y="92"/>
                    </a:lnTo>
                    <a:lnTo>
                      <a:pt x="1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1" y="158"/>
                    </a:lnTo>
                    <a:lnTo>
                      <a:pt x="2" y="175"/>
                    </a:lnTo>
                    <a:lnTo>
                      <a:pt x="6" y="192"/>
                    </a:lnTo>
                    <a:lnTo>
                      <a:pt x="10" y="209"/>
                    </a:lnTo>
                    <a:lnTo>
                      <a:pt x="15" y="224"/>
                    </a:lnTo>
                    <a:lnTo>
                      <a:pt x="21" y="223"/>
                    </a:lnTo>
                    <a:lnTo>
                      <a:pt x="15" y="206"/>
                    </a:lnTo>
                    <a:lnTo>
                      <a:pt x="12" y="190"/>
                    </a:lnTo>
                    <a:lnTo>
                      <a:pt x="8" y="173"/>
                    </a:lnTo>
                    <a:lnTo>
                      <a:pt x="6" y="156"/>
                    </a:lnTo>
                    <a:lnTo>
                      <a:pt x="6" y="141"/>
                    </a:lnTo>
                    <a:lnTo>
                      <a:pt x="6" y="125"/>
                    </a:lnTo>
                    <a:lnTo>
                      <a:pt x="7" y="109"/>
                    </a:lnTo>
                    <a:lnTo>
                      <a:pt x="9" y="93"/>
                    </a:lnTo>
                    <a:lnTo>
                      <a:pt x="13" y="79"/>
                    </a:lnTo>
                    <a:lnTo>
                      <a:pt x="18" y="66"/>
                    </a:lnTo>
                    <a:lnTo>
                      <a:pt x="23" y="52"/>
                    </a:lnTo>
                    <a:lnTo>
                      <a:pt x="29" y="41"/>
                    </a:lnTo>
                    <a:lnTo>
                      <a:pt x="37" y="29"/>
                    </a:lnTo>
                    <a:lnTo>
                      <a:pt x="44" y="21"/>
                    </a:lnTo>
                    <a:lnTo>
                      <a:pt x="54" y="11"/>
                    </a:lnTo>
                    <a:lnTo>
                      <a:pt x="64" y="5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8" name="Freeform 501"/>
              <p:cNvSpPr>
                <a:spLocks/>
              </p:cNvSpPr>
              <p:nvPr/>
            </p:nvSpPr>
            <p:spPr bwMode="auto">
              <a:xfrm>
                <a:off x="768" y="1569"/>
                <a:ext cx="43" cy="28"/>
              </a:xfrm>
              <a:custGeom>
                <a:avLst/>
                <a:gdLst>
                  <a:gd name="T0" fmla="*/ 170 w 170"/>
                  <a:gd name="T1" fmla="*/ 109 h 111"/>
                  <a:gd name="T2" fmla="*/ 170 w 170"/>
                  <a:gd name="T3" fmla="*/ 109 h 111"/>
                  <a:gd name="T4" fmla="*/ 163 w 170"/>
                  <a:gd name="T5" fmla="*/ 93 h 111"/>
                  <a:gd name="T6" fmla="*/ 155 w 170"/>
                  <a:gd name="T7" fmla="*/ 79 h 111"/>
                  <a:gd name="T8" fmla="*/ 148 w 170"/>
                  <a:gd name="T9" fmla="*/ 64 h 111"/>
                  <a:gd name="T10" fmla="*/ 138 w 170"/>
                  <a:gd name="T11" fmla="*/ 52 h 111"/>
                  <a:gd name="T12" fmla="*/ 129 w 170"/>
                  <a:gd name="T13" fmla="*/ 41 h 111"/>
                  <a:gd name="T14" fmla="*/ 118 w 170"/>
                  <a:gd name="T15" fmla="*/ 30 h 111"/>
                  <a:gd name="T16" fmla="*/ 107 w 170"/>
                  <a:gd name="T17" fmla="*/ 22 h 111"/>
                  <a:gd name="T18" fmla="*/ 96 w 170"/>
                  <a:gd name="T19" fmla="*/ 14 h 111"/>
                  <a:gd name="T20" fmla="*/ 84 w 170"/>
                  <a:gd name="T21" fmla="*/ 8 h 111"/>
                  <a:gd name="T22" fmla="*/ 72 w 170"/>
                  <a:gd name="T23" fmla="*/ 5 h 111"/>
                  <a:gd name="T24" fmla="*/ 60 w 170"/>
                  <a:gd name="T25" fmla="*/ 1 h 111"/>
                  <a:gd name="T26" fmla="*/ 48 w 170"/>
                  <a:gd name="T27" fmla="*/ 0 h 111"/>
                  <a:gd name="T28" fmla="*/ 35 w 170"/>
                  <a:gd name="T29" fmla="*/ 1 h 111"/>
                  <a:gd name="T30" fmla="*/ 23 w 170"/>
                  <a:gd name="T31" fmla="*/ 3 h 111"/>
                  <a:gd name="T32" fmla="*/ 12 w 170"/>
                  <a:gd name="T33" fmla="*/ 7 h 111"/>
                  <a:gd name="T34" fmla="*/ 0 w 170"/>
                  <a:gd name="T35" fmla="*/ 13 h 111"/>
                  <a:gd name="T36" fmla="*/ 4 w 170"/>
                  <a:gd name="T37" fmla="*/ 18 h 111"/>
                  <a:gd name="T38" fmla="*/ 15 w 170"/>
                  <a:gd name="T39" fmla="*/ 12 h 111"/>
                  <a:gd name="T40" fmla="*/ 26 w 170"/>
                  <a:gd name="T41" fmla="*/ 8 h 111"/>
                  <a:gd name="T42" fmla="*/ 37 w 170"/>
                  <a:gd name="T43" fmla="*/ 6 h 111"/>
                  <a:gd name="T44" fmla="*/ 48 w 170"/>
                  <a:gd name="T45" fmla="*/ 6 h 111"/>
                  <a:gd name="T46" fmla="*/ 60 w 170"/>
                  <a:gd name="T47" fmla="*/ 7 h 111"/>
                  <a:gd name="T48" fmla="*/ 71 w 170"/>
                  <a:gd name="T49" fmla="*/ 9 h 111"/>
                  <a:gd name="T50" fmla="*/ 81 w 170"/>
                  <a:gd name="T51" fmla="*/ 13 h 111"/>
                  <a:gd name="T52" fmla="*/ 94 w 170"/>
                  <a:gd name="T53" fmla="*/ 19 h 111"/>
                  <a:gd name="T54" fmla="*/ 103 w 170"/>
                  <a:gd name="T55" fmla="*/ 26 h 111"/>
                  <a:gd name="T56" fmla="*/ 114 w 170"/>
                  <a:gd name="T57" fmla="*/ 35 h 111"/>
                  <a:gd name="T58" fmla="*/ 124 w 170"/>
                  <a:gd name="T59" fmla="*/ 45 h 111"/>
                  <a:gd name="T60" fmla="*/ 134 w 170"/>
                  <a:gd name="T61" fmla="*/ 56 h 111"/>
                  <a:gd name="T62" fmla="*/ 143 w 170"/>
                  <a:gd name="T63" fmla="*/ 68 h 111"/>
                  <a:gd name="T64" fmla="*/ 151 w 170"/>
                  <a:gd name="T65" fmla="*/ 81 h 111"/>
                  <a:gd name="T66" fmla="*/ 158 w 170"/>
                  <a:gd name="T67" fmla="*/ 96 h 111"/>
                  <a:gd name="T68" fmla="*/ 165 w 170"/>
                  <a:gd name="T69" fmla="*/ 111 h 111"/>
                  <a:gd name="T70" fmla="*/ 165 w 170"/>
                  <a:gd name="T71" fmla="*/ 111 h 111"/>
                  <a:gd name="T72" fmla="*/ 170 w 170"/>
                  <a:gd name="T73" fmla="*/ 109 h 1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0"/>
                  <a:gd name="T112" fmla="*/ 0 h 111"/>
                  <a:gd name="T113" fmla="*/ 170 w 170"/>
                  <a:gd name="T114" fmla="*/ 111 h 1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0" h="111">
                    <a:moveTo>
                      <a:pt x="170" y="109"/>
                    </a:moveTo>
                    <a:lnTo>
                      <a:pt x="170" y="109"/>
                    </a:lnTo>
                    <a:lnTo>
                      <a:pt x="163" y="93"/>
                    </a:lnTo>
                    <a:lnTo>
                      <a:pt x="155" y="79"/>
                    </a:lnTo>
                    <a:lnTo>
                      <a:pt x="148" y="64"/>
                    </a:lnTo>
                    <a:lnTo>
                      <a:pt x="138" y="52"/>
                    </a:lnTo>
                    <a:lnTo>
                      <a:pt x="129" y="41"/>
                    </a:lnTo>
                    <a:lnTo>
                      <a:pt x="118" y="30"/>
                    </a:lnTo>
                    <a:lnTo>
                      <a:pt x="107" y="22"/>
                    </a:lnTo>
                    <a:lnTo>
                      <a:pt x="96" y="14"/>
                    </a:lnTo>
                    <a:lnTo>
                      <a:pt x="84" y="8"/>
                    </a:lnTo>
                    <a:lnTo>
                      <a:pt x="72" y="5"/>
                    </a:lnTo>
                    <a:lnTo>
                      <a:pt x="60" y="1"/>
                    </a:lnTo>
                    <a:lnTo>
                      <a:pt x="48" y="0"/>
                    </a:lnTo>
                    <a:lnTo>
                      <a:pt x="35" y="1"/>
                    </a:lnTo>
                    <a:lnTo>
                      <a:pt x="23" y="3"/>
                    </a:lnTo>
                    <a:lnTo>
                      <a:pt x="12" y="7"/>
                    </a:lnTo>
                    <a:lnTo>
                      <a:pt x="0" y="13"/>
                    </a:lnTo>
                    <a:lnTo>
                      <a:pt x="4" y="18"/>
                    </a:lnTo>
                    <a:lnTo>
                      <a:pt x="15" y="12"/>
                    </a:lnTo>
                    <a:lnTo>
                      <a:pt x="26" y="8"/>
                    </a:lnTo>
                    <a:lnTo>
                      <a:pt x="37" y="6"/>
                    </a:lnTo>
                    <a:lnTo>
                      <a:pt x="48" y="6"/>
                    </a:lnTo>
                    <a:lnTo>
                      <a:pt x="60" y="7"/>
                    </a:lnTo>
                    <a:lnTo>
                      <a:pt x="71" y="9"/>
                    </a:lnTo>
                    <a:lnTo>
                      <a:pt x="81" y="13"/>
                    </a:lnTo>
                    <a:lnTo>
                      <a:pt x="94" y="19"/>
                    </a:lnTo>
                    <a:lnTo>
                      <a:pt x="103" y="26"/>
                    </a:lnTo>
                    <a:lnTo>
                      <a:pt x="114" y="35"/>
                    </a:lnTo>
                    <a:lnTo>
                      <a:pt x="124" y="45"/>
                    </a:lnTo>
                    <a:lnTo>
                      <a:pt x="134" y="56"/>
                    </a:lnTo>
                    <a:lnTo>
                      <a:pt x="143" y="68"/>
                    </a:lnTo>
                    <a:lnTo>
                      <a:pt x="151" y="81"/>
                    </a:lnTo>
                    <a:lnTo>
                      <a:pt x="158" y="96"/>
                    </a:lnTo>
                    <a:lnTo>
                      <a:pt x="165" y="111"/>
                    </a:lnTo>
                    <a:lnTo>
                      <a:pt x="170" y="10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9" name="Freeform 502"/>
              <p:cNvSpPr>
                <a:spLocks/>
              </p:cNvSpPr>
              <p:nvPr/>
            </p:nvSpPr>
            <p:spPr bwMode="auto">
              <a:xfrm>
                <a:off x="799" y="1597"/>
                <a:ext cx="16" cy="56"/>
              </a:xfrm>
              <a:custGeom>
                <a:avLst/>
                <a:gdLst>
                  <a:gd name="T0" fmla="*/ 3 w 65"/>
                  <a:gd name="T1" fmla="*/ 225 h 225"/>
                  <a:gd name="T2" fmla="*/ 3 w 65"/>
                  <a:gd name="T3" fmla="*/ 225 h 225"/>
                  <a:gd name="T4" fmla="*/ 14 w 65"/>
                  <a:gd name="T5" fmla="*/ 217 h 225"/>
                  <a:gd name="T6" fmla="*/ 24 w 65"/>
                  <a:gd name="T7" fmla="*/ 208 h 225"/>
                  <a:gd name="T8" fmla="*/ 32 w 65"/>
                  <a:gd name="T9" fmla="*/ 199 h 225"/>
                  <a:gd name="T10" fmla="*/ 40 w 65"/>
                  <a:gd name="T11" fmla="*/ 187 h 225"/>
                  <a:gd name="T12" fmla="*/ 47 w 65"/>
                  <a:gd name="T13" fmla="*/ 174 h 225"/>
                  <a:gd name="T14" fmla="*/ 53 w 65"/>
                  <a:gd name="T15" fmla="*/ 161 h 225"/>
                  <a:gd name="T16" fmla="*/ 57 w 65"/>
                  <a:gd name="T17" fmla="*/ 147 h 225"/>
                  <a:gd name="T18" fmla="*/ 60 w 65"/>
                  <a:gd name="T19" fmla="*/ 132 h 225"/>
                  <a:gd name="T20" fmla="*/ 63 w 65"/>
                  <a:gd name="T21" fmla="*/ 116 h 225"/>
                  <a:gd name="T22" fmla="*/ 65 w 65"/>
                  <a:gd name="T23" fmla="*/ 101 h 225"/>
                  <a:gd name="T24" fmla="*/ 65 w 65"/>
                  <a:gd name="T25" fmla="*/ 85 h 225"/>
                  <a:gd name="T26" fmla="*/ 64 w 65"/>
                  <a:gd name="T27" fmla="*/ 68 h 225"/>
                  <a:gd name="T28" fmla="*/ 61 w 65"/>
                  <a:gd name="T29" fmla="*/ 51 h 225"/>
                  <a:gd name="T30" fmla="*/ 59 w 65"/>
                  <a:gd name="T31" fmla="*/ 34 h 225"/>
                  <a:gd name="T32" fmla="*/ 54 w 65"/>
                  <a:gd name="T33" fmla="*/ 17 h 225"/>
                  <a:gd name="T34" fmla="*/ 48 w 65"/>
                  <a:gd name="T35" fmla="*/ 0 h 225"/>
                  <a:gd name="T36" fmla="*/ 43 w 65"/>
                  <a:gd name="T37" fmla="*/ 2 h 225"/>
                  <a:gd name="T38" fmla="*/ 48 w 65"/>
                  <a:gd name="T39" fmla="*/ 18 h 225"/>
                  <a:gd name="T40" fmla="*/ 53 w 65"/>
                  <a:gd name="T41" fmla="*/ 35 h 225"/>
                  <a:gd name="T42" fmla="*/ 57 w 65"/>
                  <a:gd name="T43" fmla="*/ 51 h 225"/>
                  <a:gd name="T44" fmla="*/ 58 w 65"/>
                  <a:gd name="T45" fmla="*/ 68 h 225"/>
                  <a:gd name="T46" fmla="*/ 59 w 65"/>
                  <a:gd name="T47" fmla="*/ 85 h 225"/>
                  <a:gd name="T48" fmla="*/ 59 w 65"/>
                  <a:gd name="T49" fmla="*/ 101 h 225"/>
                  <a:gd name="T50" fmla="*/ 58 w 65"/>
                  <a:gd name="T51" fmla="*/ 116 h 225"/>
                  <a:gd name="T52" fmla="*/ 55 w 65"/>
                  <a:gd name="T53" fmla="*/ 131 h 225"/>
                  <a:gd name="T54" fmla="*/ 52 w 65"/>
                  <a:gd name="T55" fmla="*/ 145 h 225"/>
                  <a:gd name="T56" fmla="*/ 47 w 65"/>
                  <a:gd name="T57" fmla="*/ 159 h 225"/>
                  <a:gd name="T58" fmla="*/ 42 w 65"/>
                  <a:gd name="T59" fmla="*/ 172 h 225"/>
                  <a:gd name="T60" fmla="*/ 35 w 65"/>
                  <a:gd name="T61" fmla="*/ 184 h 225"/>
                  <a:gd name="T62" fmla="*/ 29 w 65"/>
                  <a:gd name="T63" fmla="*/ 195 h 225"/>
                  <a:gd name="T64" fmla="*/ 19 w 65"/>
                  <a:gd name="T65" fmla="*/ 205 h 225"/>
                  <a:gd name="T66" fmla="*/ 10 w 65"/>
                  <a:gd name="T67" fmla="*/ 213 h 225"/>
                  <a:gd name="T68" fmla="*/ 0 w 65"/>
                  <a:gd name="T69" fmla="*/ 221 h 225"/>
                  <a:gd name="T70" fmla="*/ 0 w 65"/>
                  <a:gd name="T71" fmla="*/ 221 h 225"/>
                  <a:gd name="T72" fmla="*/ 3 w 65"/>
                  <a:gd name="T73" fmla="*/ 225 h 2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5"/>
                  <a:gd name="T112" fmla="*/ 0 h 225"/>
                  <a:gd name="T113" fmla="*/ 65 w 65"/>
                  <a:gd name="T114" fmla="*/ 225 h 2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5" h="225">
                    <a:moveTo>
                      <a:pt x="3" y="225"/>
                    </a:moveTo>
                    <a:lnTo>
                      <a:pt x="3" y="225"/>
                    </a:lnTo>
                    <a:lnTo>
                      <a:pt x="14" y="217"/>
                    </a:lnTo>
                    <a:lnTo>
                      <a:pt x="24" y="208"/>
                    </a:lnTo>
                    <a:lnTo>
                      <a:pt x="32" y="199"/>
                    </a:lnTo>
                    <a:lnTo>
                      <a:pt x="40" y="187"/>
                    </a:lnTo>
                    <a:lnTo>
                      <a:pt x="47" y="174"/>
                    </a:lnTo>
                    <a:lnTo>
                      <a:pt x="53" y="161"/>
                    </a:lnTo>
                    <a:lnTo>
                      <a:pt x="57" y="147"/>
                    </a:lnTo>
                    <a:lnTo>
                      <a:pt x="60" y="132"/>
                    </a:lnTo>
                    <a:lnTo>
                      <a:pt x="63" y="116"/>
                    </a:lnTo>
                    <a:lnTo>
                      <a:pt x="65" y="101"/>
                    </a:lnTo>
                    <a:lnTo>
                      <a:pt x="65" y="85"/>
                    </a:lnTo>
                    <a:lnTo>
                      <a:pt x="64" y="68"/>
                    </a:lnTo>
                    <a:lnTo>
                      <a:pt x="61" y="51"/>
                    </a:lnTo>
                    <a:lnTo>
                      <a:pt x="59" y="34"/>
                    </a:lnTo>
                    <a:lnTo>
                      <a:pt x="54" y="17"/>
                    </a:lnTo>
                    <a:lnTo>
                      <a:pt x="48" y="0"/>
                    </a:lnTo>
                    <a:lnTo>
                      <a:pt x="43" y="2"/>
                    </a:lnTo>
                    <a:lnTo>
                      <a:pt x="48" y="18"/>
                    </a:lnTo>
                    <a:lnTo>
                      <a:pt x="53" y="35"/>
                    </a:lnTo>
                    <a:lnTo>
                      <a:pt x="57" y="51"/>
                    </a:lnTo>
                    <a:lnTo>
                      <a:pt x="58" y="68"/>
                    </a:lnTo>
                    <a:lnTo>
                      <a:pt x="59" y="85"/>
                    </a:lnTo>
                    <a:lnTo>
                      <a:pt x="59" y="101"/>
                    </a:lnTo>
                    <a:lnTo>
                      <a:pt x="58" y="116"/>
                    </a:lnTo>
                    <a:lnTo>
                      <a:pt x="55" y="131"/>
                    </a:lnTo>
                    <a:lnTo>
                      <a:pt x="52" y="145"/>
                    </a:lnTo>
                    <a:lnTo>
                      <a:pt x="47" y="159"/>
                    </a:lnTo>
                    <a:lnTo>
                      <a:pt x="42" y="172"/>
                    </a:lnTo>
                    <a:lnTo>
                      <a:pt x="35" y="184"/>
                    </a:lnTo>
                    <a:lnTo>
                      <a:pt x="29" y="195"/>
                    </a:lnTo>
                    <a:lnTo>
                      <a:pt x="19" y="205"/>
                    </a:lnTo>
                    <a:lnTo>
                      <a:pt x="10" y="213"/>
                    </a:lnTo>
                    <a:lnTo>
                      <a:pt x="0" y="221"/>
                    </a:lnTo>
                    <a:lnTo>
                      <a:pt x="3" y="22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0" name="Freeform 503"/>
              <p:cNvSpPr>
                <a:spLocks/>
              </p:cNvSpPr>
              <p:nvPr/>
            </p:nvSpPr>
            <p:spPr bwMode="auto">
              <a:xfrm>
                <a:off x="758" y="1588"/>
                <a:ext cx="58" cy="68"/>
              </a:xfrm>
              <a:custGeom>
                <a:avLst/>
                <a:gdLst>
                  <a:gd name="T0" fmla="*/ 154 w 234"/>
                  <a:gd name="T1" fmla="*/ 263 h 270"/>
                  <a:gd name="T2" fmla="*/ 132 w 234"/>
                  <a:gd name="T3" fmla="*/ 269 h 270"/>
                  <a:gd name="T4" fmla="*/ 109 w 234"/>
                  <a:gd name="T5" fmla="*/ 270 h 270"/>
                  <a:gd name="T6" fmla="*/ 86 w 234"/>
                  <a:gd name="T7" fmla="*/ 266 h 270"/>
                  <a:gd name="T8" fmla="*/ 65 w 234"/>
                  <a:gd name="T9" fmla="*/ 258 h 270"/>
                  <a:gd name="T10" fmla="*/ 46 w 234"/>
                  <a:gd name="T11" fmla="*/ 243 h 270"/>
                  <a:gd name="T12" fmla="*/ 30 w 234"/>
                  <a:gd name="T13" fmla="*/ 226 h 270"/>
                  <a:gd name="T14" fmla="*/ 16 w 234"/>
                  <a:gd name="T15" fmla="*/ 205 h 270"/>
                  <a:gd name="T16" fmla="*/ 6 w 234"/>
                  <a:gd name="T17" fmla="*/ 179 h 270"/>
                  <a:gd name="T18" fmla="*/ 0 w 234"/>
                  <a:gd name="T19" fmla="*/ 154 h 270"/>
                  <a:gd name="T20" fmla="*/ 0 w 234"/>
                  <a:gd name="T21" fmla="*/ 127 h 270"/>
                  <a:gd name="T22" fmla="*/ 3 w 234"/>
                  <a:gd name="T23" fmla="*/ 102 h 270"/>
                  <a:gd name="T24" fmla="*/ 11 w 234"/>
                  <a:gd name="T25" fmla="*/ 77 h 270"/>
                  <a:gd name="T26" fmla="*/ 23 w 234"/>
                  <a:gd name="T27" fmla="*/ 54 h 270"/>
                  <a:gd name="T28" fmla="*/ 37 w 234"/>
                  <a:gd name="T29" fmla="*/ 35 h 270"/>
                  <a:gd name="T30" fmla="*/ 57 w 234"/>
                  <a:gd name="T31" fmla="*/ 19 h 270"/>
                  <a:gd name="T32" fmla="*/ 79 w 234"/>
                  <a:gd name="T33" fmla="*/ 7 h 270"/>
                  <a:gd name="T34" fmla="*/ 100 w 234"/>
                  <a:gd name="T35" fmla="*/ 1 h 270"/>
                  <a:gd name="T36" fmla="*/ 123 w 234"/>
                  <a:gd name="T37" fmla="*/ 0 h 270"/>
                  <a:gd name="T38" fmla="*/ 147 w 234"/>
                  <a:gd name="T39" fmla="*/ 5 h 270"/>
                  <a:gd name="T40" fmla="*/ 167 w 234"/>
                  <a:gd name="T41" fmla="*/ 13 h 270"/>
                  <a:gd name="T42" fmla="*/ 187 w 234"/>
                  <a:gd name="T43" fmla="*/ 26 h 270"/>
                  <a:gd name="T44" fmla="*/ 204 w 234"/>
                  <a:gd name="T45" fmla="*/ 43 h 270"/>
                  <a:gd name="T46" fmla="*/ 217 w 234"/>
                  <a:gd name="T47" fmla="*/ 65 h 270"/>
                  <a:gd name="T48" fmla="*/ 228 w 234"/>
                  <a:gd name="T49" fmla="*/ 91 h 270"/>
                  <a:gd name="T50" fmla="*/ 233 w 234"/>
                  <a:gd name="T51" fmla="*/ 117 h 270"/>
                  <a:gd name="T52" fmla="*/ 234 w 234"/>
                  <a:gd name="T53" fmla="*/ 143 h 270"/>
                  <a:gd name="T54" fmla="*/ 230 w 234"/>
                  <a:gd name="T55" fmla="*/ 169 h 270"/>
                  <a:gd name="T56" fmla="*/ 222 w 234"/>
                  <a:gd name="T57" fmla="*/ 194 h 270"/>
                  <a:gd name="T58" fmla="*/ 210 w 234"/>
                  <a:gd name="T59" fmla="*/ 216 h 270"/>
                  <a:gd name="T60" fmla="*/ 195 w 234"/>
                  <a:gd name="T61" fmla="*/ 235 h 270"/>
                  <a:gd name="T62" fmla="*/ 176 w 234"/>
                  <a:gd name="T63" fmla="*/ 252 h 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4"/>
                  <a:gd name="T97" fmla="*/ 0 h 270"/>
                  <a:gd name="T98" fmla="*/ 234 w 234"/>
                  <a:gd name="T99" fmla="*/ 270 h 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4" h="270">
                    <a:moveTo>
                      <a:pt x="166" y="258"/>
                    </a:moveTo>
                    <a:lnTo>
                      <a:pt x="154" y="263"/>
                    </a:lnTo>
                    <a:lnTo>
                      <a:pt x="143" y="266"/>
                    </a:lnTo>
                    <a:lnTo>
                      <a:pt x="132" y="269"/>
                    </a:lnTo>
                    <a:lnTo>
                      <a:pt x="120" y="270"/>
                    </a:lnTo>
                    <a:lnTo>
                      <a:pt x="109" y="270"/>
                    </a:lnTo>
                    <a:lnTo>
                      <a:pt x="98" y="269"/>
                    </a:lnTo>
                    <a:lnTo>
                      <a:pt x="86" y="266"/>
                    </a:lnTo>
                    <a:lnTo>
                      <a:pt x="76" y="263"/>
                    </a:lnTo>
                    <a:lnTo>
                      <a:pt x="65" y="258"/>
                    </a:lnTo>
                    <a:lnTo>
                      <a:pt x="56" y="251"/>
                    </a:lnTo>
                    <a:lnTo>
                      <a:pt x="46" y="243"/>
                    </a:lnTo>
                    <a:lnTo>
                      <a:pt x="37" y="236"/>
                    </a:lnTo>
                    <a:lnTo>
                      <a:pt x="30" y="226"/>
                    </a:lnTo>
                    <a:lnTo>
                      <a:pt x="23" y="216"/>
                    </a:lnTo>
                    <a:lnTo>
                      <a:pt x="16" y="205"/>
                    </a:lnTo>
                    <a:lnTo>
                      <a:pt x="11" y="193"/>
                    </a:lnTo>
                    <a:lnTo>
                      <a:pt x="6" y="179"/>
                    </a:lnTo>
                    <a:lnTo>
                      <a:pt x="2" y="167"/>
                    </a:lnTo>
                    <a:lnTo>
                      <a:pt x="0" y="154"/>
                    </a:lnTo>
                    <a:lnTo>
                      <a:pt x="0" y="140"/>
                    </a:lnTo>
                    <a:lnTo>
                      <a:pt x="0" y="127"/>
                    </a:lnTo>
                    <a:lnTo>
                      <a:pt x="1" y="114"/>
                    </a:lnTo>
                    <a:lnTo>
                      <a:pt x="3" y="102"/>
                    </a:lnTo>
                    <a:lnTo>
                      <a:pt x="7" y="88"/>
                    </a:lnTo>
                    <a:lnTo>
                      <a:pt x="11" y="77"/>
                    </a:lnTo>
                    <a:lnTo>
                      <a:pt x="17" y="65"/>
                    </a:lnTo>
                    <a:lnTo>
                      <a:pt x="23" y="54"/>
                    </a:lnTo>
                    <a:lnTo>
                      <a:pt x="30" y="45"/>
                    </a:lnTo>
                    <a:lnTo>
                      <a:pt x="37" y="35"/>
                    </a:lnTo>
                    <a:lnTo>
                      <a:pt x="47" y="26"/>
                    </a:lnTo>
                    <a:lnTo>
                      <a:pt x="57" y="19"/>
                    </a:lnTo>
                    <a:lnTo>
                      <a:pt x="66" y="12"/>
                    </a:lnTo>
                    <a:lnTo>
                      <a:pt x="79" y="7"/>
                    </a:lnTo>
                    <a:lnTo>
                      <a:pt x="90" y="3"/>
                    </a:lnTo>
                    <a:lnTo>
                      <a:pt x="100" y="1"/>
                    </a:lnTo>
                    <a:lnTo>
                      <a:pt x="113" y="0"/>
                    </a:lnTo>
                    <a:lnTo>
                      <a:pt x="123" y="0"/>
                    </a:lnTo>
                    <a:lnTo>
                      <a:pt x="136" y="1"/>
                    </a:lnTo>
                    <a:lnTo>
                      <a:pt x="147" y="5"/>
                    </a:lnTo>
                    <a:lnTo>
                      <a:pt x="157" y="8"/>
                    </a:lnTo>
                    <a:lnTo>
                      <a:pt x="167" y="13"/>
                    </a:lnTo>
                    <a:lnTo>
                      <a:pt x="177" y="19"/>
                    </a:lnTo>
                    <a:lnTo>
                      <a:pt x="187" y="26"/>
                    </a:lnTo>
                    <a:lnTo>
                      <a:pt x="195" y="35"/>
                    </a:lnTo>
                    <a:lnTo>
                      <a:pt x="204" y="43"/>
                    </a:lnTo>
                    <a:lnTo>
                      <a:pt x="211" y="54"/>
                    </a:lnTo>
                    <a:lnTo>
                      <a:pt x="217" y="65"/>
                    </a:lnTo>
                    <a:lnTo>
                      <a:pt x="223" y="77"/>
                    </a:lnTo>
                    <a:lnTo>
                      <a:pt x="228" y="91"/>
                    </a:lnTo>
                    <a:lnTo>
                      <a:pt x="230" y="104"/>
                    </a:lnTo>
                    <a:lnTo>
                      <a:pt x="233" y="117"/>
                    </a:lnTo>
                    <a:lnTo>
                      <a:pt x="234" y="131"/>
                    </a:lnTo>
                    <a:lnTo>
                      <a:pt x="234" y="143"/>
                    </a:lnTo>
                    <a:lnTo>
                      <a:pt x="233" y="156"/>
                    </a:lnTo>
                    <a:lnTo>
                      <a:pt x="230" y="169"/>
                    </a:lnTo>
                    <a:lnTo>
                      <a:pt x="227" y="182"/>
                    </a:lnTo>
                    <a:lnTo>
                      <a:pt x="222" y="194"/>
                    </a:lnTo>
                    <a:lnTo>
                      <a:pt x="217" y="205"/>
                    </a:lnTo>
                    <a:lnTo>
                      <a:pt x="210" y="216"/>
                    </a:lnTo>
                    <a:lnTo>
                      <a:pt x="202" y="225"/>
                    </a:lnTo>
                    <a:lnTo>
                      <a:pt x="195" y="235"/>
                    </a:lnTo>
                    <a:lnTo>
                      <a:pt x="187" y="243"/>
                    </a:lnTo>
                    <a:lnTo>
                      <a:pt x="176" y="252"/>
                    </a:lnTo>
                    <a:lnTo>
                      <a:pt x="166" y="25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1" name="Freeform 504"/>
              <p:cNvSpPr>
                <a:spLocks/>
              </p:cNvSpPr>
              <p:nvPr/>
            </p:nvSpPr>
            <p:spPr bwMode="auto">
              <a:xfrm>
                <a:off x="760" y="1636"/>
                <a:ext cx="40" cy="20"/>
              </a:xfrm>
              <a:custGeom>
                <a:avLst/>
                <a:gdLst>
                  <a:gd name="T0" fmla="*/ 1 w 160"/>
                  <a:gd name="T1" fmla="*/ 3 h 83"/>
                  <a:gd name="T2" fmla="*/ 0 w 160"/>
                  <a:gd name="T3" fmla="*/ 3 h 83"/>
                  <a:gd name="T4" fmla="*/ 6 w 160"/>
                  <a:gd name="T5" fmla="*/ 15 h 83"/>
                  <a:gd name="T6" fmla="*/ 13 w 160"/>
                  <a:gd name="T7" fmla="*/ 27 h 83"/>
                  <a:gd name="T8" fmla="*/ 21 w 160"/>
                  <a:gd name="T9" fmla="*/ 37 h 83"/>
                  <a:gd name="T10" fmla="*/ 29 w 160"/>
                  <a:gd name="T11" fmla="*/ 46 h 83"/>
                  <a:gd name="T12" fmla="*/ 38 w 160"/>
                  <a:gd name="T13" fmla="*/ 55 h 83"/>
                  <a:gd name="T14" fmla="*/ 47 w 160"/>
                  <a:gd name="T15" fmla="*/ 62 h 83"/>
                  <a:gd name="T16" fmla="*/ 57 w 160"/>
                  <a:gd name="T17" fmla="*/ 69 h 83"/>
                  <a:gd name="T18" fmla="*/ 68 w 160"/>
                  <a:gd name="T19" fmla="*/ 74 h 83"/>
                  <a:gd name="T20" fmla="*/ 79 w 160"/>
                  <a:gd name="T21" fmla="*/ 78 h 83"/>
                  <a:gd name="T22" fmla="*/ 90 w 160"/>
                  <a:gd name="T23" fmla="*/ 80 h 83"/>
                  <a:gd name="T24" fmla="*/ 102 w 160"/>
                  <a:gd name="T25" fmla="*/ 83 h 83"/>
                  <a:gd name="T26" fmla="*/ 113 w 160"/>
                  <a:gd name="T27" fmla="*/ 83 h 83"/>
                  <a:gd name="T28" fmla="*/ 125 w 160"/>
                  <a:gd name="T29" fmla="*/ 82 h 83"/>
                  <a:gd name="T30" fmla="*/ 137 w 160"/>
                  <a:gd name="T31" fmla="*/ 79 h 83"/>
                  <a:gd name="T32" fmla="*/ 148 w 160"/>
                  <a:gd name="T33" fmla="*/ 75 h 83"/>
                  <a:gd name="T34" fmla="*/ 160 w 160"/>
                  <a:gd name="T35" fmla="*/ 69 h 83"/>
                  <a:gd name="T36" fmla="*/ 158 w 160"/>
                  <a:gd name="T37" fmla="*/ 65 h 83"/>
                  <a:gd name="T38" fmla="*/ 146 w 160"/>
                  <a:gd name="T39" fmla="*/ 69 h 83"/>
                  <a:gd name="T40" fmla="*/ 135 w 160"/>
                  <a:gd name="T41" fmla="*/ 73 h 83"/>
                  <a:gd name="T42" fmla="*/ 124 w 160"/>
                  <a:gd name="T43" fmla="*/ 75 h 83"/>
                  <a:gd name="T44" fmla="*/ 113 w 160"/>
                  <a:gd name="T45" fmla="*/ 77 h 83"/>
                  <a:gd name="T46" fmla="*/ 102 w 160"/>
                  <a:gd name="T47" fmla="*/ 77 h 83"/>
                  <a:gd name="T48" fmla="*/ 91 w 160"/>
                  <a:gd name="T49" fmla="*/ 75 h 83"/>
                  <a:gd name="T50" fmla="*/ 80 w 160"/>
                  <a:gd name="T51" fmla="*/ 73 h 83"/>
                  <a:gd name="T52" fmla="*/ 70 w 160"/>
                  <a:gd name="T53" fmla="*/ 69 h 83"/>
                  <a:gd name="T54" fmla="*/ 59 w 160"/>
                  <a:gd name="T55" fmla="*/ 65 h 83"/>
                  <a:gd name="T56" fmla="*/ 50 w 160"/>
                  <a:gd name="T57" fmla="*/ 57 h 83"/>
                  <a:gd name="T58" fmla="*/ 41 w 160"/>
                  <a:gd name="T59" fmla="*/ 51 h 83"/>
                  <a:gd name="T60" fmla="*/ 33 w 160"/>
                  <a:gd name="T61" fmla="*/ 43 h 83"/>
                  <a:gd name="T62" fmla="*/ 26 w 160"/>
                  <a:gd name="T63" fmla="*/ 33 h 83"/>
                  <a:gd name="T64" fmla="*/ 18 w 160"/>
                  <a:gd name="T65" fmla="*/ 23 h 83"/>
                  <a:gd name="T66" fmla="*/ 11 w 160"/>
                  <a:gd name="T67" fmla="*/ 12 h 83"/>
                  <a:gd name="T68" fmla="*/ 6 w 160"/>
                  <a:gd name="T69" fmla="*/ 0 h 83"/>
                  <a:gd name="T70" fmla="*/ 6 w 160"/>
                  <a:gd name="T71" fmla="*/ 0 h 83"/>
                  <a:gd name="T72" fmla="*/ 1 w 160"/>
                  <a:gd name="T73" fmla="*/ 3 h 8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0"/>
                  <a:gd name="T112" fmla="*/ 0 h 83"/>
                  <a:gd name="T113" fmla="*/ 160 w 160"/>
                  <a:gd name="T114" fmla="*/ 83 h 8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0" h="83">
                    <a:moveTo>
                      <a:pt x="1" y="3"/>
                    </a:moveTo>
                    <a:lnTo>
                      <a:pt x="0" y="3"/>
                    </a:lnTo>
                    <a:lnTo>
                      <a:pt x="6" y="15"/>
                    </a:lnTo>
                    <a:lnTo>
                      <a:pt x="13" y="27"/>
                    </a:lnTo>
                    <a:lnTo>
                      <a:pt x="21" y="37"/>
                    </a:lnTo>
                    <a:lnTo>
                      <a:pt x="29" y="46"/>
                    </a:lnTo>
                    <a:lnTo>
                      <a:pt x="38" y="55"/>
                    </a:lnTo>
                    <a:lnTo>
                      <a:pt x="47" y="62"/>
                    </a:lnTo>
                    <a:lnTo>
                      <a:pt x="57" y="69"/>
                    </a:lnTo>
                    <a:lnTo>
                      <a:pt x="68" y="74"/>
                    </a:lnTo>
                    <a:lnTo>
                      <a:pt x="79" y="78"/>
                    </a:lnTo>
                    <a:lnTo>
                      <a:pt x="90" y="80"/>
                    </a:lnTo>
                    <a:lnTo>
                      <a:pt x="102" y="83"/>
                    </a:lnTo>
                    <a:lnTo>
                      <a:pt x="113" y="83"/>
                    </a:lnTo>
                    <a:lnTo>
                      <a:pt x="125" y="82"/>
                    </a:lnTo>
                    <a:lnTo>
                      <a:pt x="137" y="79"/>
                    </a:lnTo>
                    <a:lnTo>
                      <a:pt x="148" y="75"/>
                    </a:lnTo>
                    <a:lnTo>
                      <a:pt x="160" y="69"/>
                    </a:lnTo>
                    <a:lnTo>
                      <a:pt x="158" y="65"/>
                    </a:lnTo>
                    <a:lnTo>
                      <a:pt x="146" y="69"/>
                    </a:lnTo>
                    <a:lnTo>
                      <a:pt x="135" y="73"/>
                    </a:lnTo>
                    <a:lnTo>
                      <a:pt x="124" y="75"/>
                    </a:lnTo>
                    <a:lnTo>
                      <a:pt x="113" y="77"/>
                    </a:lnTo>
                    <a:lnTo>
                      <a:pt x="102" y="77"/>
                    </a:lnTo>
                    <a:lnTo>
                      <a:pt x="91" y="75"/>
                    </a:lnTo>
                    <a:lnTo>
                      <a:pt x="80" y="73"/>
                    </a:lnTo>
                    <a:lnTo>
                      <a:pt x="70" y="69"/>
                    </a:lnTo>
                    <a:lnTo>
                      <a:pt x="59" y="65"/>
                    </a:lnTo>
                    <a:lnTo>
                      <a:pt x="50" y="57"/>
                    </a:lnTo>
                    <a:lnTo>
                      <a:pt x="41" y="51"/>
                    </a:lnTo>
                    <a:lnTo>
                      <a:pt x="33" y="43"/>
                    </a:lnTo>
                    <a:lnTo>
                      <a:pt x="26" y="33"/>
                    </a:lnTo>
                    <a:lnTo>
                      <a:pt x="18" y="23"/>
                    </a:lnTo>
                    <a:lnTo>
                      <a:pt x="11" y="12"/>
                    </a:lnTo>
                    <a:lnTo>
                      <a:pt x="6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2" name="Freeform 505"/>
              <p:cNvSpPr>
                <a:spLocks/>
              </p:cNvSpPr>
              <p:nvPr/>
            </p:nvSpPr>
            <p:spPr bwMode="auto">
              <a:xfrm>
                <a:off x="757" y="1590"/>
                <a:ext cx="18" cy="46"/>
              </a:xfrm>
              <a:custGeom>
                <a:avLst/>
                <a:gdLst>
                  <a:gd name="T0" fmla="*/ 69 w 72"/>
                  <a:gd name="T1" fmla="*/ 0 h 185"/>
                  <a:gd name="T2" fmla="*/ 69 w 72"/>
                  <a:gd name="T3" fmla="*/ 0 h 185"/>
                  <a:gd name="T4" fmla="*/ 58 w 72"/>
                  <a:gd name="T5" fmla="*/ 8 h 185"/>
                  <a:gd name="T6" fmla="*/ 49 w 72"/>
                  <a:gd name="T7" fmla="*/ 15 h 185"/>
                  <a:gd name="T8" fmla="*/ 40 w 72"/>
                  <a:gd name="T9" fmla="*/ 23 h 185"/>
                  <a:gd name="T10" fmla="*/ 32 w 72"/>
                  <a:gd name="T11" fmla="*/ 33 h 185"/>
                  <a:gd name="T12" fmla="*/ 24 w 72"/>
                  <a:gd name="T13" fmla="*/ 44 h 185"/>
                  <a:gd name="T14" fmla="*/ 18 w 72"/>
                  <a:gd name="T15" fmla="*/ 55 h 185"/>
                  <a:gd name="T16" fmla="*/ 12 w 72"/>
                  <a:gd name="T17" fmla="*/ 67 h 185"/>
                  <a:gd name="T18" fmla="*/ 7 w 72"/>
                  <a:gd name="T19" fmla="*/ 79 h 185"/>
                  <a:gd name="T20" fmla="*/ 4 w 72"/>
                  <a:gd name="T21" fmla="*/ 91 h 185"/>
                  <a:gd name="T22" fmla="*/ 1 w 72"/>
                  <a:gd name="T23" fmla="*/ 105 h 185"/>
                  <a:gd name="T24" fmla="*/ 0 w 72"/>
                  <a:gd name="T25" fmla="*/ 118 h 185"/>
                  <a:gd name="T26" fmla="*/ 0 w 72"/>
                  <a:gd name="T27" fmla="*/ 131 h 185"/>
                  <a:gd name="T28" fmla="*/ 1 w 72"/>
                  <a:gd name="T29" fmla="*/ 145 h 185"/>
                  <a:gd name="T30" fmla="*/ 4 w 72"/>
                  <a:gd name="T31" fmla="*/ 158 h 185"/>
                  <a:gd name="T32" fmla="*/ 7 w 72"/>
                  <a:gd name="T33" fmla="*/ 171 h 185"/>
                  <a:gd name="T34" fmla="*/ 12 w 72"/>
                  <a:gd name="T35" fmla="*/ 185 h 185"/>
                  <a:gd name="T36" fmla="*/ 17 w 72"/>
                  <a:gd name="T37" fmla="*/ 182 h 185"/>
                  <a:gd name="T38" fmla="*/ 12 w 72"/>
                  <a:gd name="T39" fmla="*/ 170 h 185"/>
                  <a:gd name="T40" fmla="*/ 10 w 72"/>
                  <a:gd name="T41" fmla="*/ 157 h 185"/>
                  <a:gd name="T42" fmla="*/ 7 w 72"/>
                  <a:gd name="T43" fmla="*/ 143 h 185"/>
                  <a:gd name="T44" fmla="*/ 6 w 72"/>
                  <a:gd name="T45" fmla="*/ 131 h 185"/>
                  <a:gd name="T46" fmla="*/ 6 w 72"/>
                  <a:gd name="T47" fmla="*/ 118 h 185"/>
                  <a:gd name="T48" fmla="*/ 7 w 72"/>
                  <a:gd name="T49" fmla="*/ 106 h 185"/>
                  <a:gd name="T50" fmla="*/ 10 w 72"/>
                  <a:gd name="T51" fmla="*/ 93 h 185"/>
                  <a:gd name="T52" fmla="*/ 13 w 72"/>
                  <a:gd name="T53" fmla="*/ 80 h 185"/>
                  <a:gd name="T54" fmla="*/ 17 w 72"/>
                  <a:gd name="T55" fmla="*/ 70 h 185"/>
                  <a:gd name="T56" fmla="*/ 23 w 72"/>
                  <a:gd name="T57" fmla="*/ 57 h 185"/>
                  <a:gd name="T58" fmla="*/ 29 w 72"/>
                  <a:gd name="T59" fmla="*/ 46 h 185"/>
                  <a:gd name="T60" fmla="*/ 35 w 72"/>
                  <a:gd name="T61" fmla="*/ 37 h 185"/>
                  <a:gd name="T62" fmla="*/ 44 w 72"/>
                  <a:gd name="T63" fmla="*/ 28 h 185"/>
                  <a:gd name="T64" fmla="*/ 52 w 72"/>
                  <a:gd name="T65" fmla="*/ 20 h 185"/>
                  <a:gd name="T66" fmla="*/ 62 w 72"/>
                  <a:gd name="T67" fmla="*/ 13 h 185"/>
                  <a:gd name="T68" fmla="*/ 72 w 72"/>
                  <a:gd name="T69" fmla="*/ 5 h 185"/>
                  <a:gd name="T70" fmla="*/ 72 w 72"/>
                  <a:gd name="T71" fmla="*/ 5 h 185"/>
                  <a:gd name="T72" fmla="*/ 69 w 72"/>
                  <a:gd name="T73" fmla="*/ 0 h 18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2"/>
                  <a:gd name="T112" fmla="*/ 0 h 185"/>
                  <a:gd name="T113" fmla="*/ 72 w 72"/>
                  <a:gd name="T114" fmla="*/ 185 h 18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2" h="185">
                    <a:moveTo>
                      <a:pt x="69" y="0"/>
                    </a:moveTo>
                    <a:lnTo>
                      <a:pt x="69" y="0"/>
                    </a:lnTo>
                    <a:lnTo>
                      <a:pt x="58" y="8"/>
                    </a:lnTo>
                    <a:lnTo>
                      <a:pt x="49" y="15"/>
                    </a:lnTo>
                    <a:lnTo>
                      <a:pt x="40" y="23"/>
                    </a:lnTo>
                    <a:lnTo>
                      <a:pt x="32" y="33"/>
                    </a:lnTo>
                    <a:lnTo>
                      <a:pt x="24" y="44"/>
                    </a:lnTo>
                    <a:lnTo>
                      <a:pt x="18" y="55"/>
                    </a:lnTo>
                    <a:lnTo>
                      <a:pt x="12" y="67"/>
                    </a:lnTo>
                    <a:lnTo>
                      <a:pt x="7" y="79"/>
                    </a:lnTo>
                    <a:lnTo>
                      <a:pt x="4" y="91"/>
                    </a:lnTo>
                    <a:lnTo>
                      <a:pt x="1" y="105"/>
                    </a:lnTo>
                    <a:lnTo>
                      <a:pt x="0" y="118"/>
                    </a:lnTo>
                    <a:lnTo>
                      <a:pt x="0" y="131"/>
                    </a:lnTo>
                    <a:lnTo>
                      <a:pt x="1" y="145"/>
                    </a:lnTo>
                    <a:lnTo>
                      <a:pt x="4" y="158"/>
                    </a:lnTo>
                    <a:lnTo>
                      <a:pt x="7" y="171"/>
                    </a:lnTo>
                    <a:lnTo>
                      <a:pt x="12" y="185"/>
                    </a:lnTo>
                    <a:lnTo>
                      <a:pt x="17" y="182"/>
                    </a:lnTo>
                    <a:lnTo>
                      <a:pt x="12" y="170"/>
                    </a:lnTo>
                    <a:lnTo>
                      <a:pt x="10" y="157"/>
                    </a:lnTo>
                    <a:lnTo>
                      <a:pt x="7" y="143"/>
                    </a:lnTo>
                    <a:lnTo>
                      <a:pt x="6" y="131"/>
                    </a:lnTo>
                    <a:lnTo>
                      <a:pt x="6" y="118"/>
                    </a:lnTo>
                    <a:lnTo>
                      <a:pt x="7" y="106"/>
                    </a:lnTo>
                    <a:lnTo>
                      <a:pt x="10" y="93"/>
                    </a:lnTo>
                    <a:lnTo>
                      <a:pt x="13" y="80"/>
                    </a:lnTo>
                    <a:lnTo>
                      <a:pt x="17" y="70"/>
                    </a:lnTo>
                    <a:lnTo>
                      <a:pt x="23" y="57"/>
                    </a:lnTo>
                    <a:lnTo>
                      <a:pt x="29" y="46"/>
                    </a:lnTo>
                    <a:lnTo>
                      <a:pt x="35" y="37"/>
                    </a:lnTo>
                    <a:lnTo>
                      <a:pt x="44" y="28"/>
                    </a:lnTo>
                    <a:lnTo>
                      <a:pt x="52" y="20"/>
                    </a:lnTo>
                    <a:lnTo>
                      <a:pt x="62" y="13"/>
                    </a:lnTo>
                    <a:lnTo>
                      <a:pt x="72" y="5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3" name="Freeform 506"/>
              <p:cNvSpPr>
                <a:spLocks/>
              </p:cNvSpPr>
              <p:nvPr/>
            </p:nvSpPr>
            <p:spPr bwMode="auto">
              <a:xfrm>
                <a:off x="774" y="1587"/>
                <a:ext cx="40" cy="21"/>
              </a:xfrm>
              <a:custGeom>
                <a:avLst/>
                <a:gdLst>
                  <a:gd name="T0" fmla="*/ 160 w 160"/>
                  <a:gd name="T1" fmla="*/ 79 h 82"/>
                  <a:gd name="T2" fmla="*/ 160 w 160"/>
                  <a:gd name="T3" fmla="*/ 79 h 82"/>
                  <a:gd name="T4" fmla="*/ 154 w 160"/>
                  <a:gd name="T5" fmla="*/ 67 h 82"/>
                  <a:gd name="T6" fmla="*/ 148 w 160"/>
                  <a:gd name="T7" fmla="*/ 56 h 82"/>
                  <a:gd name="T8" fmla="*/ 141 w 160"/>
                  <a:gd name="T9" fmla="*/ 45 h 82"/>
                  <a:gd name="T10" fmla="*/ 132 w 160"/>
                  <a:gd name="T11" fmla="*/ 35 h 82"/>
                  <a:gd name="T12" fmla="*/ 124 w 160"/>
                  <a:gd name="T13" fmla="*/ 27 h 82"/>
                  <a:gd name="T14" fmla="*/ 114 w 160"/>
                  <a:gd name="T15" fmla="*/ 20 h 82"/>
                  <a:gd name="T16" fmla="*/ 103 w 160"/>
                  <a:gd name="T17" fmla="*/ 14 h 82"/>
                  <a:gd name="T18" fmla="*/ 94 w 160"/>
                  <a:gd name="T19" fmla="*/ 9 h 82"/>
                  <a:gd name="T20" fmla="*/ 82 w 160"/>
                  <a:gd name="T21" fmla="*/ 4 h 82"/>
                  <a:gd name="T22" fmla="*/ 71 w 160"/>
                  <a:gd name="T23" fmla="*/ 1 h 82"/>
                  <a:gd name="T24" fmla="*/ 58 w 160"/>
                  <a:gd name="T25" fmla="*/ 0 h 82"/>
                  <a:gd name="T26" fmla="*/ 48 w 160"/>
                  <a:gd name="T27" fmla="*/ 0 h 82"/>
                  <a:gd name="T28" fmla="*/ 35 w 160"/>
                  <a:gd name="T29" fmla="*/ 1 h 82"/>
                  <a:gd name="T30" fmla="*/ 23 w 160"/>
                  <a:gd name="T31" fmla="*/ 4 h 82"/>
                  <a:gd name="T32" fmla="*/ 12 w 160"/>
                  <a:gd name="T33" fmla="*/ 8 h 82"/>
                  <a:gd name="T34" fmla="*/ 0 w 160"/>
                  <a:gd name="T35" fmla="*/ 12 h 82"/>
                  <a:gd name="T36" fmla="*/ 3 w 160"/>
                  <a:gd name="T37" fmla="*/ 17 h 82"/>
                  <a:gd name="T38" fmla="*/ 15 w 160"/>
                  <a:gd name="T39" fmla="*/ 12 h 82"/>
                  <a:gd name="T40" fmla="*/ 26 w 160"/>
                  <a:gd name="T41" fmla="*/ 9 h 82"/>
                  <a:gd name="T42" fmla="*/ 37 w 160"/>
                  <a:gd name="T43" fmla="*/ 6 h 82"/>
                  <a:gd name="T44" fmla="*/ 48 w 160"/>
                  <a:gd name="T45" fmla="*/ 5 h 82"/>
                  <a:gd name="T46" fmla="*/ 58 w 160"/>
                  <a:gd name="T47" fmla="*/ 6 h 82"/>
                  <a:gd name="T48" fmla="*/ 69 w 160"/>
                  <a:gd name="T49" fmla="*/ 8 h 82"/>
                  <a:gd name="T50" fmla="*/ 80 w 160"/>
                  <a:gd name="T51" fmla="*/ 10 h 82"/>
                  <a:gd name="T52" fmla="*/ 91 w 160"/>
                  <a:gd name="T53" fmla="*/ 12 h 82"/>
                  <a:gd name="T54" fmla="*/ 101 w 160"/>
                  <a:gd name="T55" fmla="*/ 18 h 82"/>
                  <a:gd name="T56" fmla="*/ 111 w 160"/>
                  <a:gd name="T57" fmla="*/ 25 h 82"/>
                  <a:gd name="T58" fmla="*/ 120 w 160"/>
                  <a:gd name="T59" fmla="*/ 31 h 82"/>
                  <a:gd name="T60" fmla="*/ 128 w 160"/>
                  <a:gd name="T61" fmla="*/ 39 h 82"/>
                  <a:gd name="T62" fmla="*/ 136 w 160"/>
                  <a:gd name="T63" fmla="*/ 49 h 82"/>
                  <a:gd name="T64" fmla="*/ 143 w 160"/>
                  <a:gd name="T65" fmla="*/ 58 h 82"/>
                  <a:gd name="T66" fmla="*/ 149 w 160"/>
                  <a:gd name="T67" fmla="*/ 69 h 82"/>
                  <a:gd name="T68" fmla="*/ 156 w 160"/>
                  <a:gd name="T69" fmla="*/ 82 h 82"/>
                  <a:gd name="T70" fmla="*/ 156 w 160"/>
                  <a:gd name="T71" fmla="*/ 82 h 82"/>
                  <a:gd name="T72" fmla="*/ 160 w 160"/>
                  <a:gd name="T73" fmla="*/ 79 h 8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0"/>
                  <a:gd name="T112" fmla="*/ 0 h 82"/>
                  <a:gd name="T113" fmla="*/ 160 w 160"/>
                  <a:gd name="T114" fmla="*/ 82 h 8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0" h="82">
                    <a:moveTo>
                      <a:pt x="160" y="79"/>
                    </a:moveTo>
                    <a:lnTo>
                      <a:pt x="160" y="79"/>
                    </a:lnTo>
                    <a:lnTo>
                      <a:pt x="154" y="67"/>
                    </a:lnTo>
                    <a:lnTo>
                      <a:pt x="148" y="56"/>
                    </a:lnTo>
                    <a:lnTo>
                      <a:pt x="141" y="45"/>
                    </a:lnTo>
                    <a:lnTo>
                      <a:pt x="132" y="35"/>
                    </a:lnTo>
                    <a:lnTo>
                      <a:pt x="124" y="27"/>
                    </a:lnTo>
                    <a:lnTo>
                      <a:pt x="114" y="20"/>
                    </a:lnTo>
                    <a:lnTo>
                      <a:pt x="103" y="14"/>
                    </a:lnTo>
                    <a:lnTo>
                      <a:pt x="94" y="9"/>
                    </a:lnTo>
                    <a:lnTo>
                      <a:pt x="82" y="4"/>
                    </a:lnTo>
                    <a:lnTo>
                      <a:pt x="71" y="1"/>
                    </a:lnTo>
                    <a:lnTo>
                      <a:pt x="58" y="0"/>
                    </a:lnTo>
                    <a:lnTo>
                      <a:pt x="48" y="0"/>
                    </a:lnTo>
                    <a:lnTo>
                      <a:pt x="35" y="1"/>
                    </a:lnTo>
                    <a:lnTo>
                      <a:pt x="23" y="4"/>
                    </a:lnTo>
                    <a:lnTo>
                      <a:pt x="12" y="8"/>
                    </a:lnTo>
                    <a:lnTo>
                      <a:pt x="0" y="12"/>
                    </a:lnTo>
                    <a:lnTo>
                      <a:pt x="3" y="17"/>
                    </a:lnTo>
                    <a:lnTo>
                      <a:pt x="15" y="12"/>
                    </a:lnTo>
                    <a:lnTo>
                      <a:pt x="26" y="9"/>
                    </a:lnTo>
                    <a:lnTo>
                      <a:pt x="37" y="6"/>
                    </a:lnTo>
                    <a:lnTo>
                      <a:pt x="48" y="5"/>
                    </a:lnTo>
                    <a:lnTo>
                      <a:pt x="58" y="6"/>
                    </a:lnTo>
                    <a:lnTo>
                      <a:pt x="69" y="8"/>
                    </a:lnTo>
                    <a:lnTo>
                      <a:pt x="80" y="10"/>
                    </a:lnTo>
                    <a:lnTo>
                      <a:pt x="91" y="12"/>
                    </a:lnTo>
                    <a:lnTo>
                      <a:pt x="101" y="18"/>
                    </a:lnTo>
                    <a:lnTo>
                      <a:pt x="111" y="25"/>
                    </a:lnTo>
                    <a:lnTo>
                      <a:pt x="120" y="31"/>
                    </a:lnTo>
                    <a:lnTo>
                      <a:pt x="128" y="39"/>
                    </a:lnTo>
                    <a:lnTo>
                      <a:pt x="136" y="49"/>
                    </a:lnTo>
                    <a:lnTo>
                      <a:pt x="143" y="58"/>
                    </a:lnTo>
                    <a:lnTo>
                      <a:pt x="149" y="69"/>
                    </a:lnTo>
                    <a:lnTo>
                      <a:pt x="156" y="82"/>
                    </a:lnTo>
                    <a:lnTo>
                      <a:pt x="160" y="7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4" name="Freeform 507"/>
              <p:cNvSpPr>
                <a:spLocks/>
              </p:cNvSpPr>
              <p:nvPr/>
            </p:nvSpPr>
            <p:spPr bwMode="auto">
              <a:xfrm>
                <a:off x="799" y="1607"/>
                <a:ext cx="18" cy="46"/>
              </a:xfrm>
              <a:custGeom>
                <a:avLst/>
                <a:gdLst>
                  <a:gd name="T0" fmla="*/ 2 w 71"/>
                  <a:gd name="T1" fmla="*/ 184 h 184"/>
                  <a:gd name="T2" fmla="*/ 2 w 71"/>
                  <a:gd name="T3" fmla="*/ 184 h 184"/>
                  <a:gd name="T4" fmla="*/ 13 w 71"/>
                  <a:gd name="T5" fmla="*/ 178 h 184"/>
                  <a:gd name="T6" fmla="*/ 23 w 71"/>
                  <a:gd name="T7" fmla="*/ 170 h 184"/>
                  <a:gd name="T8" fmla="*/ 31 w 71"/>
                  <a:gd name="T9" fmla="*/ 161 h 184"/>
                  <a:gd name="T10" fmla="*/ 40 w 71"/>
                  <a:gd name="T11" fmla="*/ 152 h 184"/>
                  <a:gd name="T12" fmla="*/ 47 w 71"/>
                  <a:gd name="T13" fmla="*/ 141 h 184"/>
                  <a:gd name="T14" fmla="*/ 54 w 71"/>
                  <a:gd name="T15" fmla="*/ 130 h 184"/>
                  <a:gd name="T16" fmla="*/ 59 w 71"/>
                  <a:gd name="T17" fmla="*/ 119 h 184"/>
                  <a:gd name="T18" fmla="*/ 64 w 71"/>
                  <a:gd name="T19" fmla="*/ 107 h 184"/>
                  <a:gd name="T20" fmla="*/ 68 w 71"/>
                  <a:gd name="T21" fmla="*/ 93 h 184"/>
                  <a:gd name="T22" fmla="*/ 70 w 71"/>
                  <a:gd name="T23" fmla="*/ 80 h 184"/>
                  <a:gd name="T24" fmla="*/ 71 w 71"/>
                  <a:gd name="T25" fmla="*/ 67 h 184"/>
                  <a:gd name="T26" fmla="*/ 71 w 71"/>
                  <a:gd name="T27" fmla="*/ 55 h 184"/>
                  <a:gd name="T28" fmla="*/ 70 w 71"/>
                  <a:gd name="T29" fmla="*/ 40 h 184"/>
                  <a:gd name="T30" fmla="*/ 69 w 71"/>
                  <a:gd name="T31" fmla="*/ 27 h 184"/>
                  <a:gd name="T32" fmla="*/ 65 w 71"/>
                  <a:gd name="T33" fmla="*/ 13 h 184"/>
                  <a:gd name="T34" fmla="*/ 60 w 71"/>
                  <a:gd name="T35" fmla="*/ 0 h 184"/>
                  <a:gd name="T36" fmla="*/ 56 w 71"/>
                  <a:gd name="T37" fmla="*/ 3 h 184"/>
                  <a:gd name="T38" fmla="*/ 59 w 71"/>
                  <a:gd name="T39" fmla="*/ 16 h 184"/>
                  <a:gd name="T40" fmla="*/ 63 w 71"/>
                  <a:gd name="T41" fmla="*/ 28 h 184"/>
                  <a:gd name="T42" fmla="*/ 65 w 71"/>
                  <a:gd name="T43" fmla="*/ 41 h 184"/>
                  <a:gd name="T44" fmla="*/ 65 w 71"/>
                  <a:gd name="T45" fmla="*/ 55 h 184"/>
                  <a:gd name="T46" fmla="*/ 65 w 71"/>
                  <a:gd name="T47" fmla="*/ 67 h 184"/>
                  <a:gd name="T48" fmla="*/ 64 w 71"/>
                  <a:gd name="T49" fmla="*/ 80 h 184"/>
                  <a:gd name="T50" fmla="*/ 62 w 71"/>
                  <a:gd name="T51" fmla="*/ 92 h 184"/>
                  <a:gd name="T52" fmla="*/ 58 w 71"/>
                  <a:gd name="T53" fmla="*/ 104 h 184"/>
                  <a:gd name="T54" fmla="*/ 54 w 71"/>
                  <a:gd name="T55" fmla="*/ 117 h 184"/>
                  <a:gd name="T56" fmla="*/ 49 w 71"/>
                  <a:gd name="T57" fmla="*/ 127 h 184"/>
                  <a:gd name="T58" fmla="*/ 42 w 71"/>
                  <a:gd name="T59" fmla="*/ 138 h 184"/>
                  <a:gd name="T60" fmla="*/ 35 w 71"/>
                  <a:gd name="T61" fmla="*/ 148 h 184"/>
                  <a:gd name="T62" fmla="*/ 28 w 71"/>
                  <a:gd name="T63" fmla="*/ 158 h 184"/>
                  <a:gd name="T64" fmla="*/ 19 w 71"/>
                  <a:gd name="T65" fmla="*/ 166 h 184"/>
                  <a:gd name="T66" fmla="*/ 9 w 71"/>
                  <a:gd name="T67" fmla="*/ 173 h 184"/>
                  <a:gd name="T68" fmla="*/ 0 w 71"/>
                  <a:gd name="T69" fmla="*/ 180 h 184"/>
                  <a:gd name="T70" fmla="*/ 0 w 71"/>
                  <a:gd name="T71" fmla="*/ 180 h 184"/>
                  <a:gd name="T72" fmla="*/ 2 w 71"/>
                  <a:gd name="T73" fmla="*/ 184 h 18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1"/>
                  <a:gd name="T112" fmla="*/ 0 h 184"/>
                  <a:gd name="T113" fmla="*/ 71 w 71"/>
                  <a:gd name="T114" fmla="*/ 184 h 18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1" h="184">
                    <a:moveTo>
                      <a:pt x="2" y="184"/>
                    </a:moveTo>
                    <a:lnTo>
                      <a:pt x="2" y="184"/>
                    </a:lnTo>
                    <a:lnTo>
                      <a:pt x="13" y="178"/>
                    </a:lnTo>
                    <a:lnTo>
                      <a:pt x="23" y="170"/>
                    </a:lnTo>
                    <a:lnTo>
                      <a:pt x="31" y="161"/>
                    </a:lnTo>
                    <a:lnTo>
                      <a:pt x="40" y="152"/>
                    </a:lnTo>
                    <a:lnTo>
                      <a:pt x="47" y="141"/>
                    </a:lnTo>
                    <a:lnTo>
                      <a:pt x="54" y="130"/>
                    </a:lnTo>
                    <a:lnTo>
                      <a:pt x="59" y="119"/>
                    </a:lnTo>
                    <a:lnTo>
                      <a:pt x="64" y="107"/>
                    </a:lnTo>
                    <a:lnTo>
                      <a:pt x="68" y="93"/>
                    </a:lnTo>
                    <a:lnTo>
                      <a:pt x="70" y="80"/>
                    </a:lnTo>
                    <a:lnTo>
                      <a:pt x="71" y="67"/>
                    </a:lnTo>
                    <a:lnTo>
                      <a:pt x="71" y="55"/>
                    </a:lnTo>
                    <a:lnTo>
                      <a:pt x="70" y="40"/>
                    </a:lnTo>
                    <a:lnTo>
                      <a:pt x="69" y="27"/>
                    </a:lnTo>
                    <a:lnTo>
                      <a:pt x="65" y="13"/>
                    </a:lnTo>
                    <a:lnTo>
                      <a:pt x="60" y="0"/>
                    </a:lnTo>
                    <a:lnTo>
                      <a:pt x="56" y="3"/>
                    </a:lnTo>
                    <a:lnTo>
                      <a:pt x="59" y="16"/>
                    </a:lnTo>
                    <a:lnTo>
                      <a:pt x="63" y="28"/>
                    </a:lnTo>
                    <a:lnTo>
                      <a:pt x="65" y="41"/>
                    </a:lnTo>
                    <a:lnTo>
                      <a:pt x="65" y="55"/>
                    </a:lnTo>
                    <a:lnTo>
                      <a:pt x="65" y="67"/>
                    </a:lnTo>
                    <a:lnTo>
                      <a:pt x="64" y="80"/>
                    </a:lnTo>
                    <a:lnTo>
                      <a:pt x="62" y="92"/>
                    </a:lnTo>
                    <a:lnTo>
                      <a:pt x="58" y="104"/>
                    </a:lnTo>
                    <a:lnTo>
                      <a:pt x="54" y="117"/>
                    </a:lnTo>
                    <a:lnTo>
                      <a:pt x="49" y="127"/>
                    </a:lnTo>
                    <a:lnTo>
                      <a:pt x="42" y="138"/>
                    </a:lnTo>
                    <a:lnTo>
                      <a:pt x="35" y="148"/>
                    </a:lnTo>
                    <a:lnTo>
                      <a:pt x="28" y="158"/>
                    </a:lnTo>
                    <a:lnTo>
                      <a:pt x="19" y="166"/>
                    </a:lnTo>
                    <a:lnTo>
                      <a:pt x="9" y="173"/>
                    </a:lnTo>
                    <a:lnTo>
                      <a:pt x="0" y="180"/>
                    </a:lnTo>
                    <a:lnTo>
                      <a:pt x="2" y="184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5" name="Freeform 508"/>
              <p:cNvSpPr>
                <a:spLocks/>
              </p:cNvSpPr>
              <p:nvPr/>
            </p:nvSpPr>
            <p:spPr bwMode="auto">
              <a:xfrm>
                <a:off x="782" y="1619"/>
                <a:ext cx="8" cy="12"/>
              </a:xfrm>
              <a:custGeom>
                <a:avLst/>
                <a:gdLst>
                  <a:gd name="T0" fmla="*/ 16 w 32"/>
                  <a:gd name="T1" fmla="*/ 49 h 49"/>
                  <a:gd name="T2" fmla="*/ 12 w 32"/>
                  <a:gd name="T3" fmla="*/ 47 h 49"/>
                  <a:gd name="T4" fmla="*/ 10 w 32"/>
                  <a:gd name="T5" fmla="*/ 46 h 49"/>
                  <a:gd name="T6" fmla="*/ 7 w 32"/>
                  <a:gd name="T7" fmla="*/ 44 h 49"/>
                  <a:gd name="T8" fmla="*/ 5 w 32"/>
                  <a:gd name="T9" fmla="*/ 41 h 49"/>
                  <a:gd name="T10" fmla="*/ 2 w 32"/>
                  <a:gd name="T11" fmla="*/ 38 h 49"/>
                  <a:gd name="T12" fmla="*/ 1 w 32"/>
                  <a:gd name="T13" fmla="*/ 33 h 49"/>
                  <a:gd name="T14" fmla="*/ 0 w 32"/>
                  <a:gd name="T15" fmla="*/ 29 h 49"/>
                  <a:gd name="T16" fmla="*/ 0 w 32"/>
                  <a:gd name="T17" fmla="*/ 24 h 49"/>
                  <a:gd name="T18" fmla="*/ 0 w 32"/>
                  <a:gd name="T19" fmla="*/ 20 h 49"/>
                  <a:gd name="T20" fmla="*/ 1 w 32"/>
                  <a:gd name="T21" fmla="*/ 15 h 49"/>
                  <a:gd name="T22" fmla="*/ 2 w 32"/>
                  <a:gd name="T23" fmla="*/ 11 h 49"/>
                  <a:gd name="T24" fmla="*/ 5 w 32"/>
                  <a:gd name="T25" fmla="*/ 7 h 49"/>
                  <a:gd name="T26" fmla="*/ 7 w 32"/>
                  <a:gd name="T27" fmla="*/ 4 h 49"/>
                  <a:gd name="T28" fmla="*/ 10 w 32"/>
                  <a:gd name="T29" fmla="*/ 3 h 49"/>
                  <a:gd name="T30" fmla="*/ 12 w 32"/>
                  <a:gd name="T31" fmla="*/ 0 h 49"/>
                  <a:gd name="T32" fmla="*/ 16 w 32"/>
                  <a:gd name="T33" fmla="*/ 0 h 49"/>
                  <a:gd name="T34" fmla="*/ 19 w 32"/>
                  <a:gd name="T35" fmla="*/ 1 h 49"/>
                  <a:gd name="T36" fmla="*/ 22 w 32"/>
                  <a:gd name="T37" fmla="*/ 3 h 49"/>
                  <a:gd name="T38" fmla="*/ 24 w 32"/>
                  <a:gd name="T39" fmla="*/ 5 h 49"/>
                  <a:gd name="T40" fmla="*/ 27 w 32"/>
                  <a:gd name="T41" fmla="*/ 7 h 49"/>
                  <a:gd name="T42" fmla="*/ 29 w 32"/>
                  <a:gd name="T43" fmla="*/ 11 h 49"/>
                  <a:gd name="T44" fmla="*/ 30 w 32"/>
                  <a:gd name="T45" fmla="*/ 15 h 49"/>
                  <a:gd name="T46" fmla="*/ 32 w 32"/>
                  <a:gd name="T47" fmla="*/ 20 h 49"/>
                  <a:gd name="T48" fmla="*/ 32 w 32"/>
                  <a:gd name="T49" fmla="*/ 24 h 49"/>
                  <a:gd name="T50" fmla="*/ 32 w 32"/>
                  <a:gd name="T51" fmla="*/ 29 h 49"/>
                  <a:gd name="T52" fmla="*/ 30 w 32"/>
                  <a:gd name="T53" fmla="*/ 34 h 49"/>
                  <a:gd name="T54" fmla="*/ 29 w 32"/>
                  <a:gd name="T55" fmla="*/ 38 h 49"/>
                  <a:gd name="T56" fmla="*/ 27 w 32"/>
                  <a:gd name="T57" fmla="*/ 41 h 49"/>
                  <a:gd name="T58" fmla="*/ 24 w 32"/>
                  <a:gd name="T59" fmla="*/ 44 h 49"/>
                  <a:gd name="T60" fmla="*/ 22 w 32"/>
                  <a:gd name="T61" fmla="*/ 46 h 49"/>
                  <a:gd name="T62" fmla="*/ 19 w 32"/>
                  <a:gd name="T63" fmla="*/ 47 h 49"/>
                  <a:gd name="T64" fmla="*/ 16 w 32"/>
                  <a:gd name="T65" fmla="*/ 49 h 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2"/>
                  <a:gd name="T100" fmla="*/ 0 h 49"/>
                  <a:gd name="T101" fmla="*/ 32 w 32"/>
                  <a:gd name="T102" fmla="*/ 49 h 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2" h="49">
                    <a:moveTo>
                      <a:pt x="16" y="49"/>
                    </a:moveTo>
                    <a:lnTo>
                      <a:pt x="12" y="47"/>
                    </a:lnTo>
                    <a:lnTo>
                      <a:pt x="10" y="46"/>
                    </a:lnTo>
                    <a:lnTo>
                      <a:pt x="7" y="44"/>
                    </a:lnTo>
                    <a:lnTo>
                      <a:pt x="5" y="41"/>
                    </a:lnTo>
                    <a:lnTo>
                      <a:pt x="2" y="38"/>
                    </a:lnTo>
                    <a:lnTo>
                      <a:pt x="1" y="33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10" y="3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1"/>
                    </a:lnTo>
                    <a:lnTo>
                      <a:pt x="22" y="3"/>
                    </a:lnTo>
                    <a:lnTo>
                      <a:pt x="24" y="5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5"/>
                    </a:lnTo>
                    <a:lnTo>
                      <a:pt x="32" y="20"/>
                    </a:lnTo>
                    <a:lnTo>
                      <a:pt x="32" y="24"/>
                    </a:lnTo>
                    <a:lnTo>
                      <a:pt x="32" y="29"/>
                    </a:lnTo>
                    <a:lnTo>
                      <a:pt x="30" y="34"/>
                    </a:lnTo>
                    <a:lnTo>
                      <a:pt x="29" y="38"/>
                    </a:lnTo>
                    <a:lnTo>
                      <a:pt x="27" y="41"/>
                    </a:lnTo>
                    <a:lnTo>
                      <a:pt x="24" y="44"/>
                    </a:lnTo>
                    <a:lnTo>
                      <a:pt x="22" y="46"/>
                    </a:lnTo>
                    <a:lnTo>
                      <a:pt x="19" y="47"/>
                    </a:lnTo>
                    <a:lnTo>
                      <a:pt x="16" y="4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6" name="Freeform 509"/>
              <p:cNvSpPr>
                <a:spLocks/>
              </p:cNvSpPr>
              <p:nvPr/>
            </p:nvSpPr>
            <p:spPr bwMode="auto">
              <a:xfrm>
                <a:off x="782" y="1625"/>
                <a:ext cx="4" cy="6"/>
              </a:xfrm>
              <a:custGeom>
                <a:avLst/>
                <a:gdLst>
                  <a:gd name="T0" fmla="*/ 0 w 18"/>
                  <a:gd name="T1" fmla="*/ 0 h 27"/>
                  <a:gd name="T2" fmla="*/ 0 w 18"/>
                  <a:gd name="T3" fmla="*/ 0 h 27"/>
                  <a:gd name="T4" fmla="*/ 0 w 18"/>
                  <a:gd name="T5" fmla="*/ 5 h 27"/>
                  <a:gd name="T6" fmla="*/ 1 w 18"/>
                  <a:gd name="T7" fmla="*/ 10 h 27"/>
                  <a:gd name="T8" fmla="*/ 2 w 18"/>
                  <a:gd name="T9" fmla="*/ 15 h 27"/>
                  <a:gd name="T10" fmla="*/ 4 w 18"/>
                  <a:gd name="T11" fmla="*/ 19 h 27"/>
                  <a:gd name="T12" fmla="*/ 7 w 18"/>
                  <a:gd name="T13" fmla="*/ 22 h 27"/>
                  <a:gd name="T14" fmla="*/ 11 w 18"/>
                  <a:gd name="T15" fmla="*/ 25 h 27"/>
                  <a:gd name="T16" fmla="*/ 14 w 18"/>
                  <a:gd name="T17" fmla="*/ 27 h 27"/>
                  <a:gd name="T18" fmla="*/ 18 w 18"/>
                  <a:gd name="T19" fmla="*/ 27 h 27"/>
                  <a:gd name="T20" fmla="*/ 18 w 18"/>
                  <a:gd name="T21" fmla="*/ 21 h 27"/>
                  <a:gd name="T22" fmla="*/ 15 w 18"/>
                  <a:gd name="T23" fmla="*/ 21 h 27"/>
                  <a:gd name="T24" fmla="*/ 13 w 18"/>
                  <a:gd name="T25" fmla="*/ 20 h 27"/>
                  <a:gd name="T26" fmla="*/ 11 w 18"/>
                  <a:gd name="T27" fmla="*/ 19 h 27"/>
                  <a:gd name="T28" fmla="*/ 9 w 18"/>
                  <a:gd name="T29" fmla="*/ 15 h 27"/>
                  <a:gd name="T30" fmla="*/ 7 w 18"/>
                  <a:gd name="T31" fmla="*/ 13 h 27"/>
                  <a:gd name="T32" fmla="*/ 6 w 18"/>
                  <a:gd name="T33" fmla="*/ 9 h 27"/>
                  <a:gd name="T34" fmla="*/ 6 w 18"/>
                  <a:gd name="T35" fmla="*/ 4 h 27"/>
                  <a:gd name="T36" fmla="*/ 4 w 18"/>
                  <a:gd name="T37" fmla="*/ 0 h 27"/>
                  <a:gd name="T38" fmla="*/ 4 w 18"/>
                  <a:gd name="T39" fmla="*/ 0 h 27"/>
                  <a:gd name="T40" fmla="*/ 0 w 18"/>
                  <a:gd name="T41" fmla="*/ 0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7"/>
                  <a:gd name="T65" fmla="*/ 18 w 18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7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10"/>
                    </a:lnTo>
                    <a:lnTo>
                      <a:pt x="2" y="15"/>
                    </a:lnTo>
                    <a:lnTo>
                      <a:pt x="4" y="19"/>
                    </a:lnTo>
                    <a:lnTo>
                      <a:pt x="7" y="22"/>
                    </a:lnTo>
                    <a:lnTo>
                      <a:pt x="11" y="25"/>
                    </a:lnTo>
                    <a:lnTo>
                      <a:pt x="14" y="27"/>
                    </a:lnTo>
                    <a:lnTo>
                      <a:pt x="18" y="27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3" y="20"/>
                    </a:lnTo>
                    <a:lnTo>
                      <a:pt x="11" y="19"/>
                    </a:lnTo>
                    <a:lnTo>
                      <a:pt x="9" y="15"/>
                    </a:lnTo>
                    <a:lnTo>
                      <a:pt x="7" y="13"/>
                    </a:lnTo>
                    <a:lnTo>
                      <a:pt x="6" y="9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7" name="Freeform 510"/>
              <p:cNvSpPr>
                <a:spLocks/>
              </p:cNvSpPr>
              <p:nvPr/>
            </p:nvSpPr>
            <p:spPr bwMode="auto">
              <a:xfrm>
                <a:off x="782" y="1618"/>
                <a:ext cx="4" cy="7"/>
              </a:xfrm>
              <a:custGeom>
                <a:avLst/>
                <a:gdLst>
                  <a:gd name="T0" fmla="*/ 18 w 18"/>
                  <a:gd name="T1" fmla="*/ 0 h 26"/>
                  <a:gd name="T2" fmla="*/ 18 w 18"/>
                  <a:gd name="T3" fmla="*/ 0 h 26"/>
                  <a:gd name="T4" fmla="*/ 14 w 18"/>
                  <a:gd name="T5" fmla="*/ 0 h 26"/>
                  <a:gd name="T6" fmla="*/ 11 w 18"/>
                  <a:gd name="T7" fmla="*/ 2 h 26"/>
                  <a:gd name="T8" fmla="*/ 7 w 18"/>
                  <a:gd name="T9" fmla="*/ 5 h 26"/>
                  <a:gd name="T10" fmla="*/ 4 w 18"/>
                  <a:gd name="T11" fmla="*/ 7 h 26"/>
                  <a:gd name="T12" fmla="*/ 2 w 18"/>
                  <a:gd name="T13" fmla="*/ 12 h 26"/>
                  <a:gd name="T14" fmla="*/ 1 w 18"/>
                  <a:gd name="T15" fmla="*/ 16 h 26"/>
                  <a:gd name="T16" fmla="*/ 0 w 18"/>
                  <a:gd name="T17" fmla="*/ 20 h 26"/>
                  <a:gd name="T18" fmla="*/ 0 w 18"/>
                  <a:gd name="T19" fmla="*/ 26 h 26"/>
                  <a:gd name="T20" fmla="*/ 4 w 18"/>
                  <a:gd name="T21" fmla="*/ 26 h 26"/>
                  <a:gd name="T22" fmla="*/ 6 w 18"/>
                  <a:gd name="T23" fmla="*/ 22 h 26"/>
                  <a:gd name="T24" fmla="*/ 6 w 18"/>
                  <a:gd name="T25" fmla="*/ 18 h 26"/>
                  <a:gd name="T26" fmla="*/ 7 w 18"/>
                  <a:gd name="T27" fmla="*/ 14 h 26"/>
                  <a:gd name="T28" fmla="*/ 9 w 18"/>
                  <a:gd name="T29" fmla="*/ 11 h 26"/>
                  <a:gd name="T30" fmla="*/ 11 w 18"/>
                  <a:gd name="T31" fmla="*/ 8 h 26"/>
                  <a:gd name="T32" fmla="*/ 13 w 18"/>
                  <a:gd name="T33" fmla="*/ 7 h 26"/>
                  <a:gd name="T34" fmla="*/ 15 w 18"/>
                  <a:gd name="T35" fmla="*/ 6 h 26"/>
                  <a:gd name="T36" fmla="*/ 18 w 18"/>
                  <a:gd name="T37" fmla="*/ 5 h 26"/>
                  <a:gd name="T38" fmla="*/ 18 w 18"/>
                  <a:gd name="T39" fmla="*/ 5 h 26"/>
                  <a:gd name="T40" fmla="*/ 18 w 18"/>
                  <a:gd name="T41" fmla="*/ 0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18" y="0"/>
                    </a:moveTo>
                    <a:lnTo>
                      <a:pt x="18" y="0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7" y="5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26"/>
                    </a:lnTo>
                    <a:lnTo>
                      <a:pt x="6" y="22"/>
                    </a:lnTo>
                    <a:lnTo>
                      <a:pt x="6" y="18"/>
                    </a:lnTo>
                    <a:lnTo>
                      <a:pt x="7" y="14"/>
                    </a:lnTo>
                    <a:lnTo>
                      <a:pt x="9" y="11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8" name="Freeform 511"/>
              <p:cNvSpPr>
                <a:spLocks/>
              </p:cNvSpPr>
              <p:nvPr/>
            </p:nvSpPr>
            <p:spPr bwMode="auto">
              <a:xfrm>
                <a:off x="786" y="1618"/>
                <a:ext cx="5" cy="7"/>
              </a:xfrm>
              <a:custGeom>
                <a:avLst/>
                <a:gdLst>
                  <a:gd name="T0" fmla="*/ 18 w 18"/>
                  <a:gd name="T1" fmla="*/ 26 h 26"/>
                  <a:gd name="T2" fmla="*/ 18 w 18"/>
                  <a:gd name="T3" fmla="*/ 26 h 26"/>
                  <a:gd name="T4" fmla="*/ 18 w 18"/>
                  <a:gd name="T5" fmla="*/ 22 h 26"/>
                  <a:gd name="T6" fmla="*/ 17 w 18"/>
                  <a:gd name="T7" fmla="*/ 17 h 26"/>
                  <a:gd name="T8" fmla="*/ 16 w 18"/>
                  <a:gd name="T9" fmla="*/ 12 h 26"/>
                  <a:gd name="T10" fmla="*/ 13 w 18"/>
                  <a:gd name="T11" fmla="*/ 8 h 26"/>
                  <a:gd name="T12" fmla="*/ 11 w 18"/>
                  <a:gd name="T13" fmla="*/ 5 h 26"/>
                  <a:gd name="T14" fmla="*/ 7 w 18"/>
                  <a:gd name="T15" fmla="*/ 2 h 26"/>
                  <a:gd name="T16" fmla="*/ 3 w 18"/>
                  <a:gd name="T17" fmla="*/ 0 h 26"/>
                  <a:gd name="T18" fmla="*/ 0 w 18"/>
                  <a:gd name="T19" fmla="*/ 0 h 26"/>
                  <a:gd name="T20" fmla="*/ 0 w 18"/>
                  <a:gd name="T21" fmla="*/ 5 h 26"/>
                  <a:gd name="T22" fmla="*/ 2 w 18"/>
                  <a:gd name="T23" fmla="*/ 6 h 26"/>
                  <a:gd name="T24" fmla="*/ 5 w 18"/>
                  <a:gd name="T25" fmla="*/ 7 h 26"/>
                  <a:gd name="T26" fmla="*/ 6 w 18"/>
                  <a:gd name="T27" fmla="*/ 8 h 26"/>
                  <a:gd name="T28" fmla="*/ 8 w 18"/>
                  <a:gd name="T29" fmla="*/ 11 h 26"/>
                  <a:gd name="T30" fmla="*/ 11 w 18"/>
                  <a:gd name="T31" fmla="*/ 14 h 26"/>
                  <a:gd name="T32" fmla="*/ 11 w 18"/>
                  <a:gd name="T33" fmla="*/ 18 h 26"/>
                  <a:gd name="T34" fmla="*/ 12 w 18"/>
                  <a:gd name="T35" fmla="*/ 22 h 26"/>
                  <a:gd name="T36" fmla="*/ 13 w 18"/>
                  <a:gd name="T37" fmla="*/ 26 h 26"/>
                  <a:gd name="T38" fmla="*/ 13 w 18"/>
                  <a:gd name="T39" fmla="*/ 26 h 26"/>
                  <a:gd name="T40" fmla="*/ 18 w 18"/>
                  <a:gd name="T41" fmla="*/ 26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18" y="26"/>
                    </a:moveTo>
                    <a:lnTo>
                      <a:pt x="18" y="26"/>
                    </a:lnTo>
                    <a:lnTo>
                      <a:pt x="18" y="22"/>
                    </a:lnTo>
                    <a:lnTo>
                      <a:pt x="17" y="17"/>
                    </a:lnTo>
                    <a:lnTo>
                      <a:pt x="16" y="12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5" y="7"/>
                    </a:lnTo>
                    <a:lnTo>
                      <a:pt x="6" y="8"/>
                    </a:lnTo>
                    <a:lnTo>
                      <a:pt x="8" y="11"/>
                    </a:lnTo>
                    <a:lnTo>
                      <a:pt x="11" y="14"/>
                    </a:lnTo>
                    <a:lnTo>
                      <a:pt x="11" y="18"/>
                    </a:lnTo>
                    <a:lnTo>
                      <a:pt x="12" y="22"/>
                    </a:lnTo>
                    <a:lnTo>
                      <a:pt x="13" y="26"/>
                    </a:lnTo>
                    <a:lnTo>
                      <a:pt x="18" y="2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9" name="Freeform 512"/>
              <p:cNvSpPr>
                <a:spLocks/>
              </p:cNvSpPr>
              <p:nvPr/>
            </p:nvSpPr>
            <p:spPr bwMode="auto">
              <a:xfrm>
                <a:off x="786" y="1625"/>
                <a:ext cx="5" cy="6"/>
              </a:xfrm>
              <a:custGeom>
                <a:avLst/>
                <a:gdLst>
                  <a:gd name="T0" fmla="*/ 0 w 18"/>
                  <a:gd name="T1" fmla="*/ 27 h 27"/>
                  <a:gd name="T2" fmla="*/ 0 w 18"/>
                  <a:gd name="T3" fmla="*/ 27 h 27"/>
                  <a:gd name="T4" fmla="*/ 3 w 18"/>
                  <a:gd name="T5" fmla="*/ 27 h 27"/>
                  <a:gd name="T6" fmla="*/ 7 w 18"/>
                  <a:gd name="T7" fmla="*/ 25 h 27"/>
                  <a:gd name="T8" fmla="*/ 11 w 18"/>
                  <a:gd name="T9" fmla="*/ 22 h 27"/>
                  <a:gd name="T10" fmla="*/ 13 w 18"/>
                  <a:gd name="T11" fmla="*/ 19 h 27"/>
                  <a:gd name="T12" fmla="*/ 16 w 18"/>
                  <a:gd name="T13" fmla="*/ 15 h 27"/>
                  <a:gd name="T14" fmla="*/ 17 w 18"/>
                  <a:gd name="T15" fmla="*/ 10 h 27"/>
                  <a:gd name="T16" fmla="*/ 18 w 18"/>
                  <a:gd name="T17" fmla="*/ 5 h 27"/>
                  <a:gd name="T18" fmla="*/ 18 w 18"/>
                  <a:gd name="T19" fmla="*/ 0 h 27"/>
                  <a:gd name="T20" fmla="*/ 13 w 18"/>
                  <a:gd name="T21" fmla="*/ 0 h 27"/>
                  <a:gd name="T22" fmla="*/ 12 w 18"/>
                  <a:gd name="T23" fmla="*/ 5 h 27"/>
                  <a:gd name="T24" fmla="*/ 12 w 18"/>
                  <a:gd name="T25" fmla="*/ 9 h 27"/>
                  <a:gd name="T26" fmla="*/ 11 w 18"/>
                  <a:gd name="T27" fmla="*/ 13 h 27"/>
                  <a:gd name="T28" fmla="*/ 8 w 18"/>
                  <a:gd name="T29" fmla="*/ 16 h 27"/>
                  <a:gd name="T30" fmla="*/ 7 w 18"/>
                  <a:gd name="T31" fmla="*/ 19 h 27"/>
                  <a:gd name="T32" fmla="*/ 5 w 18"/>
                  <a:gd name="T33" fmla="*/ 20 h 27"/>
                  <a:gd name="T34" fmla="*/ 2 w 18"/>
                  <a:gd name="T35" fmla="*/ 21 h 27"/>
                  <a:gd name="T36" fmla="*/ 0 w 18"/>
                  <a:gd name="T37" fmla="*/ 21 h 27"/>
                  <a:gd name="T38" fmla="*/ 0 w 18"/>
                  <a:gd name="T39" fmla="*/ 21 h 27"/>
                  <a:gd name="T40" fmla="*/ 0 w 18"/>
                  <a:gd name="T41" fmla="*/ 27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7"/>
                  <a:gd name="T65" fmla="*/ 18 w 18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7">
                    <a:moveTo>
                      <a:pt x="0" y="27"/>
                    </a:moveTo>
                    <a:lnTo>
                      <a:pt x="0" y="27"/>
                    </a:lnTo>
                    <a:lnTo>
                      <a:pt x="3" y="27"/>
                    </a:lnTo>
                    <a:lnTo>
                      <a:pt x="7" y="25"/>
                    </a:lnTo>
                    <a:lnTo>
                      <a:pt x="11" y="22"/>
                    </a:lnTo>
                    <a:lnTo>
                      <a:pt x="13" y="19"/>
                    </a:lnTo>
                    <a:lnTo>
                      <a:pt x="16" y="15"/>
                    </a:lnTo>
                    <a:lnTo>
                      <a:pt x="17" y="10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11" y="13"/>
                    </a:lnTo>
                    <a:lnTo>
                      <a:pt x="8" y="16"/>
                    </a:lnTo>
                    <a:lnTo>
                      <a:pt x="7" y="19"/>
                    </a:lnTo>
                    <a:lnTo>
                      <a:pt x="5" y="20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" name="Freeform 513"/>
              <p:cNvSpPr>
                <a:spLocks/>
              </p:cNvSpPr>
              <p:nvPr/>
            </p:nvSpPr>
            <p:spPr bwMode="auto">
              <a:xfrm>
                <a:off x="757" y="1626"/>
                <a:ext cx="99" cy="121"/>
              </a:xfrm>
              <a:custGeom>
                <a:avLst/>
                <a:gdLst>
                  <a:gd name="T0" fmla="*/ 32 w 393"/>
                  <a:gd name="T1" fmla="*/ 9 h 486"/>
                  <a:gd name="T2" fmla="*/ 69 w 393"/>
                  <a:gd name="T3" fmla="*/ 29 h 486"/>
                  <a:gd name="T4" fmla="*/ 103 w 393"/>
                  <a:gd name="T5" fmla="*/ 53 h 486"/>
                  <a:gd name="T6" fmla="*/ 135 w 393"/>
                  <a:gd name="T7" fmla="*/ 80 h 486"/>
                  <a:gd name="T8" fmla="*/ 166 w 393"/>
                  <a:gd name="T9" fmla="*/ 110 h 486"/>
                  <a:gd name="T10" fmla="*/ 195 w 393"/>
                  <a:gd name="T11" fmla="*/ 140 h 486"/>
                  <a:gd name="T12" fmla="*/ 223 w 393"/>
                  <a:gd name="T13" fmla="*/ 170 h 486"/>
                  <a:gd name="T14" fmla="*/ 249 w 393"/>
                  <a:gd name="T15" fmla="*/ 199 h 486"/>
                  <a:gd name="T16" fmla="*/ 270 w 393"/>
                  <a:gd name="T17" fmla="*/ 220 h 486"/>
                  <a:gd name="T18" fmla="*/ 287 w 393"/>
                  <a:gd name="T19" fmla="*/ 235 h 486"/>
                  <a:gd name="T20" fmla="*/ 304 w 393"/>
                  <a:gd name="T21" fmla="*/ 252 h 486"/>
                  <a:gd name="T22" fmla="*/ 321 w 393"/>
                  <a:gd name="T23" fmla="*/ 270 h 486"/>
                  <a:gd name="T24" fmla="*/ 338 w 393"/>
                  <a:gd name="T25" fmla="*/ 289 h 486"/>
                  <a:gd name="T26" fmla="*/ 354 w 393"/>
                  <a:gd name="T27" fmla="*/ 308 h 486"/>
                  <a:gd name="T28" fmla="*/ 368 w 393"/>
                  <a:gd name="T29" fmla="*/ 329 h 486"/>
                  <a:gd name="T30" fmla="*/ 380 w 393"/>
                  <a:gd name="T31" fmla="*/ 349 h 486"/>
                  <a:gd name="T32" fmla="*/ 390 w 393"/>
                  <a:gd name="T33" fmla="*/ 371 h 486"/>
                  <a:gd name="T34" fmla="*/ 393 w 393"/>
                  <a:gd name="T35" fmla="*/ 395 h 486"/>
                  <a:gd name="T36" fmla="*/ 390 w 393"/>
                  <a:gd name="T37" fmla="*/ 417 h 486"/>
                  <a:gd name="T38" fmla="*/ 382 w 393"/>
                  <a:gd name="T39" fmla="*/ 438 h 486"/>
                  <a:gd name="T40" fmla="*/ 370 w 393"/>
                  <a:gd name="T41" fmla="*/ 456 h 486"/>
                  <a:gd name="T42" fmla="*/ 354 w 393"/>
                  <a:gd name="T43" fmla="*/ 471 h 486"/>
                  <a:gd name="T44" fmla="*/ 336 w 393"/>
                  <a:gd name="T45" fmla="*/ 480 h 486"/>
                  <a:gd name="T46" fmla="*/ 315 w 393"/>
                  <a:gd name="T47" fmla="*/ 485 h 486"/>
                  <a:gd name="T48" fmla="*/ 288 w 393"/>
                  <a:gd name="T49" fmla="*/ 485 h 486"/>
                  <a:gd name="T50" fmla="*/ 255 w 393"/>
                  <a:gd name="T51" fmla="*/ 481 h 486"/>
                  <a:gd name="T52" fmla="*/ 224 w 393"/>
                  <a:gd name="T53" fmla="*/ 479 h 486"/>
                  <a:gd name="T54" fmla="*/ 194 w 393"/>
                  <a:gd name="T55" fmla="*/ 474 h 486"/>
                  <a:gd name="T56" fmla="*/ 162 w 393"/>
                  <a:gd name="T57" fmla="*/ 469 h 486"/>
                  <a:gd name="T58" fmla="*/ 132 w 393"/>
                  <a:gd name="T59" fmla="*/ 464 h 486"/>
                  <a:gd name="T60" fmla="*/ 100 w 393"/>
                  <a:gd name="T61" fmla="*/ 458 h 486"/>
                  <a:gd name="T62" fmla="*/ 67 w 393"/>
                  <a:gd name="T63" fmla="*/ 452 h 486"/>
                  <a:gd name="T64" fmla="*/ 40 w 393"/>
                  <a:gd name="T65" fmla="*/ 445 h 486"/>
                  <a:gd name="T66" fmla="*/ 20 w 393"/>
                  <a:gd name="T67" fmla="*/ 433 h 486"/>
                  <a:gd name="T68" fmla="*/ 7 w 393"/>
                  <a:gd name="T69" fmla="*/ 414 h 486"/>
                  <a:gd name="T70" fmla="*/ 0 w 393"/>
                  <a:gd name="T71" fmla="*/ 392 h 486"/>
                  <a:gd name="T72" fmla="*/ 0 w 393"/>
                  <a:gd name="T73" fmla="*/ 366 h 486"/>
                  <a:gd name="T74" fmla="*/ 6 w 393"/>
                  <a:gd name="T75" fmla="*/ 342 h 486"/>
                  <a:gd name="T76" fmla="*/ 18 w 393"/>
                  <a:gd name="T77" fmla="*/ 318 h 486"/>
                  <a:gd name="T78" fmla="*/ 37 w 393"/>
                  <a:gd name="T79" fmla="*/ 298 h 486"/>
                  <a:gd name="T80" fmla="*/ 13 w 393"/>
                  <a:gd name="T81" fmla="*/ 0 h 48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93"/>
                  <a:gd name="T124" fmla="*/ 0 h 486"/>
                  <a:gd name="T125" fmla="*/ 393 w 393"/>
                  <a:gd name="T126" fmla="*/ 486 h 48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93" h="486">
                    <a:moveTo>
                      <a:pt x="13" y="0"/>
                    </a:moveTo>
                    <a:lnTo>
                      <a:pt x="32" y="9"/>
                    </a:lnTo>
                    <a:lnTo>
                      <a:pt x="50" y="18"/>
                    </a:lnTo>
                    <a:lnTo>
                      <a:pt x="69" y="29"/>
                    </a:lnTo>
                    <a:lnTo>
                      <a:pt x="86" y="40"/>
                    </a:lnTo>
                    <a:lnTo>
                      <a:pt x="103" y="53"/>
                    </a:lnTo>
                    <a:lnTo>
                      <a:pt x="118" y="67"/>
                    </a:lnTo>
                    <a:lnTo>
                      <a:pt x="135" y="80"/>
                    </a:lnTo>
                    <a:lnTo>
                      <a:pt x="150" y="95"/>
                    </a:lnTo>
                    <a:lnTo>
                      <a:pt x="166" y="110"/>
                    </a:lnTo>
                    <a:lnTo>
                      <a:pt x="180" y="125"/>
                    </a:lnTo>
                    <a:lnTo>
                      <a:pt x="195" y="140"/>
                    </a:lnTo>
                    <a:lnTo>
                      <a:pt x="209" y="155"/>
                    </a:lnTo>
                    <a:lnTo>
                      <a:pt x="223" y="170"/>
                    </a:lnTo>
                    <a:lnTo>
                      <a:pt x="236" y="184"/>
                    </a:lnTo>
                    <a:lnTo>
                      <a:pt x="249" y="199"/>
                    </a:lnTo>
                    <a:lnTo>
                      <a:pt x="263" y="213"/>
                    </a:lnTo>
                    <a:lnTo>
                      <a:pt x="270" y="220"/>
                    </a:lnTo>
                    <a:lnTo>
                      <a:pt x="279" y="228"/>
                    </a:lnTo>
                    <a:lnTo>
                      <a:pt x="287" y="235"/>
                    </a:lnTo>
                    <a:lnTo>
                      <a:pt x="294" y="244"/>
                    </a:lnTo>
                    <a:lnTo>
                      <a:pt x="304" y="252"/>
                    </a:lnTo>
                    <a:lnTo>
                      <a:pt x="312" y="261"/>
                    </a:lnTo>
                    <a:lnTo>
                      <a:pt x="321" y="270"/>
                    </a:lnTo>
                    <a:lnTo>
                      <a:pt x="329" y="280"/>
                    </a:lnTo>
                    <a:lnTo>
                      <a:pt x="338" y="289"/>
                    </a:lnTo>
                    <a:lnTo>
                      <a:pt x="346" y="298"/>
                    </a:lnTo>
                    <a:lnTo>
                      <a:pt x="354" y="308"/>
                    </a:lnTo>
                    <a:lnTo>
                      <a:pt x="361" y="319"/>
                    </a:lnTo>
                    <a:lnTo>
                      <a:pt x="368" y="329"/>
                    </a:lnTo>
                    <a:lnTo>
                      <a:pt x="374" y="340"/>
                    </a:lnTo>
                    <a:lnTo>
                      <a:pt x="380" y="349"/>
                    </a:lnTo>
                    <a:lnTo>
                      <a:pt x="385" y="360"/>
                    </a:lnTo>
                    <a:lnTo>
                      <a:pt x="390" y="371"/>
                    </a:lnTo>
                    <a:lnTo>
                      <a:pt x="393" y="383"/>
                    </a:lnTo>
                    <a:lnTo>
                      <a:pt x="393" y="395"/>
                    </a:lnTo>
                    <a:lnTo>
                      <a:pt x="393" y="406"/>
                    </a:lnTo>
                    <a:lnTo>
                      <a:pt x="390" y="417"/>
                    </a:lnTo>
                    <a:lnTo>
                      <a:pt x="386" y="427"/>
                    </a:lnTo>
                    <a:lnTo>
                      <a:pt x="382" y="438"/>
                    </a:lnTo>
                    <a:lnTo>
                      <a:pt x="377" y="447"/>
                    </a:lnTo>
                    <a:lnTo>
                      <a:pt x="370" y="456"/>
                    </a:lnTo>
                    <a:lnTo>
                      <a:pt x="362" y="463"/>
                    </a:lnTo>
                    <a:lnTo>
                      <a:pt x="354" y="471"/>
                    </a:lnTo>
                    <a:lnTo>
                      <a:pt x="345" y="477"/>
                    </a:lnTo>
                    <a:lnTo>
                      <a:pt x="336" y="480"/>
                    </a:lnTo>
                    <a:lnTo>
                      <a:pt x="326" y="484"/>
                    </a:lnTo>
                    <a:lnTo>
                      <a:pt x="315" y="485"/>
                    </a:lnTo>
                    <a:lnTo>
                      <a:pt x="305" y="486"/>
                    </a:lnTo>
                    <a:lnTo>
                      <a:pt x="288" y="485"/>
                    </a:lnTo>
                    <a:lnTo>
                      <a:pt x="271" y="484"/>
                    </a:lnTo>
                    <a:lnTo>
                      <a:pt x="255" y="481"/>
                    </a:lnTo>
                    <a:lnTo>
                      <a:pt x="240" y="480"/>
                    </a:lnTo>
                    <a:lnTo>
                      <a:pt x="224" y="479"/>
                    </a:lnTo>
                    <a:lnTo>
                      <a:pt x="208" y="477"/>
                    </a:lnTo>
                    <a:lnTo>
                      <a:pt x="194" y="474"/>
                    </a:lnTo>
                    <a:lnTo>
                      <a:pt x="178" y="472"/>
                    </a:lnTo>
                    <a:lnTo>
                      <a:pt x="162" y="469"/>
                    </a:lnTo>
                    <a:lnTo>
                      <a:pt x="146" y="467"/>
                    </a:lnTo>
                    <a:lnTo>
                      <a:pt x="132" y="464"/>
                    </a:lnTo>
                    <a:lnTo>
                      <a:pt x="116" y="461"/>
                    </a:lnTo>
                    <a:lnTo>
                      <a:pt x="100" y="458"/>
                    </a:lnTo>
                    <a:lnTo>
                      <a:pt x="84" y="455"/>
                    </a:lnTo>
                    <a:lnTo>
                      <a:pt x="67" y="452"/>
                    </a:lnTo>
                    <a:lnTo>
                      <a:pt x="52" y="449"/>
                    </a:lnTo>
                    <a:lnTo>
                      <a:pt x="40" y="445"/>
                    </a:lnTo>
                    <a:lnTo>
                      <a:pt x="29" y="440"/>
                    </a:lnTo>
                    <a:lnTo>
                      <a:pt x="20" y="433"/>
                    </a:lnTo>
                    <a:lnTo>
                      <a:pt x="13" y="424"/>
                    </a:lnTo>
                    <a:lnTo>
                      <a:pt x="7" y="414"/>
                    </a:lnTo>
                    <a:lnTo>
                      <a:pt x="3" y="403"/>
                    </a:lnTo>
                    <a:lnTo>
                      <a:pt x="0" y="392"/>
                    </a:lnTo>
                    <a:lnTo>
                      <a:pt x="0" y="380"/>
                    </a:lnTo>
                    <a:lnTo>
                      <a:pt x="0" y="366"/>
                    </a:lnTo>
                    <a:lnTo>
                      <a:pt x="2" y="354"/>
                    </a:lnTo>
                    <a:lnTo>
                      <a:pt x="6" y="342"/>
                    </a:lnTo>
                    <a:lnTo>
                      <a:pt x="10" y="330"/>
                    </a:lnTo>
                    <a:lnTo>
                      <a:pt x="18" y="318"/>
                    </a:lnTo>
                    <a:lnTo>
                      <a:pt x="26" y="308"/>
                    </a:lnTo>
                    <a:lnTo>
                      <a:pt x="37" y="298"/>
                    </a:lnTo>
                    <a:lnTo>
                      <a:pt x="49" y="29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CCB27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1" name="Freeform 514"/>
              <p:cNvSpPr>
                <a:spLocks/>
              </p:cNvSpPr>
              <p:nvPr/>
            </p:nvSpPr>
            <p:spPr bwMode="auto">
              <a:xfrm>
                <a:off x="760" y="1625"/>
                <a:ext cx="64" cy="54"/>
              </a:xfrm>
              <a:custGeom>
                <a:avLst/>
                <a:gdLst>
                  <a:gd name="T0" fmla="*/ 253 w 253"/>
                  <a:gd name="T1" fmla="*/ 213 h 217"/>
                  <a:gd name="T2" fmla="*/ 253 w 253"/>
                  <a:gd name="T3" fmla="*/ 213 h 217"/>
                  <a:gd name="T4" fmla="*/ 240 w 253"/>
                  <a:gd name="T5" fmla="*/ 200 h 217"/>
                  <a:gd name="T6" fmla="*/ 227 w 253"/>
                  <a:gd name="T7" fmla="*/ 185 h 217"/>
                  <a:gd name="T8" fmla="*/ 213 w 253"/>
                  <a:gd name="T9" fmla="*/ 171 h 217"/>
                  <a:gd name="T10" fmla="*/ 199 w 253"/>
                  <a:gd name="T11" fmla="*/ 155 h 217"/>
                  <a:gd name="T12" fmla="*/ 185 w 253"/>
                  <a:gd name="T13" fmla="*/ 140 h 217"/>
                  <a:gd name="T14" fmla="*/ 171 w 253"/>
                  <a:gd name="T15" fmla="*/ 125 h 217"/>
                  <a:gd name="T16" fmla="*/ 156 w 253"/>
                  <a:gd name="T17" fmla="*/ 110 h 217"/>
                  <a:gd name="T18" fmla="*/ 140 w 253"/>
                  <a:gd name="T19" fmla="*/ 95 h 217"/>
                  <a:gd name="T20" fmla="*/ 125 w 253"/>
                  <a:gd name="T21" fmla="*/ 81 h 217"/>
                  <a:gd name="T22" fmla="*/ 109 w 253"/>
                  <a:gd name="T23" fmla="*/ 66 h 217"/>
                  <a:gd name="T24" fmla="*/ 92 w 253"/>
                  <a:gd name="T25" fmla="*/ 53 h 217"/>
                  <a:gd name="T26" fmla="*/ 75 w 253"/>
                  <a:gd name="T27" fmla="*/ 40 h 217"/>
                  <a:gd name="T28" fmla="*/ 58 w 253"/>
                  <a:gd name="T29" fmla="*/ 29 h 217"/>
                  <a:gd name="T30" fmla="*/ 40 w 253"/>
                  <a:gd name="T31" fmla="*/ 18 h 217"/>
                  <a:gd name="T32" fmla="*/ 22 w 253"/>
                  <a:gd name="T33" fmla="*/ 8 h 217"/>
                  <a:gd name="T34" fmla="*/ 2 w 253"/>
                  <a:gd name="T35" fmla="*/ 0 h 217"/>
                  <a:gd name="T36" fmla="*/ 0 w 253"/>
                  <a:gd name="T37" fmla="*/ 4 h 217"/>
                  <a:gd name="T38" fmla="*/ 19 w 253"/>
                  <a:gd name="T39" fmla="*/ 13 h 217"/>
                  <a:gd name="T40" fmla="*/ 37 w 253"/>
                  <a:gd name="T41" fmla="*/ 23 h 217"/>
                  <a:gd name="T42" fmla="*/ 54 w 253"/>
                  <a:gd name="T43" fmla="*/ 34 h 217"/>
                  <a:gd name="T44" fmla="*/ 72 w 253"/>
                  <a:gd name="T45" fmla="*/ 45 h 217"/>
                  <a:gd name="T46" fmla="*/ 89 w 253"/>
                  <a:gd name="T47" fmla="*/ 57 h 217"/>
                  <a:gd name="T48" fmla="*/ 105 w 253"/>
                  <a:gd name="T49" fmla="*/ 70 h 217"/>
                  <a:gd name="T50" fmla="*/ 121 w 253"/>
                  <a:gd name="T51" fmla="*/ 85 h 217"/>
                  <a:gd name="T52" fmla="*/ 137 w 253"/>
                  <a:gd name="T53" fmla="*/ 99 h 217"/>
                  <a:gd name="T54" fmla="*/ 151 w 253"/>
                  <a:gd name="T55" fmla="*/ 114 h 217"/>
                  <a:gd name="T56" fmla="*/ 167 w 253"/>
                  <a:gd name="T57" fmla="*/ 129 h 217"/>
                  <a:gd name="T58" fmla="*/ 182 w 253"/>
                  <a:gd name="T59" fmla="*/ 144 h 217"/>
                  <a:gd name="T60" fmla="*/ 195 w 253"/>
                  <a:gd name="T61" fmla="*/ 160 h 217"/>
                  <a:gd name="T62" fmla="*/ 208 w 253"/>
                  <a:gd name="T63" fmla="*/ 174 h 217"/>
                  <a:gd name="T64" fmla="*/ 223 w 253"/>
                  <a:gd name="T65" fmla="*/ 189 h 217"/>
                  <a:gd name="T66" fmla="*/ 236 w 253"/>
                  <a:gd name="T67" fmla="*/ 203 h 217"/>
                  <a:gd name="T68" fmla="*/ 250 w 253"/>
                  <a:gd name="T69" fmla="*/ 217 h 217"/>
                  <a:gd name="T70" fmla="*/ 250 w 253"/>
                  <a:gd name="T71" fmla="*/ 217 h 217"/>
                  <a:gd name="T72" fmla="*/ 253 w 253"/>
                  <a:gd name="T73" fmla="*/ 213 h 21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3"/>
                  <a:gd name="T112" fmla="*/ 0 h 217"/>
                  <a:gd name="T113" fmla="*/ 253 w 253"/>
                  <a:gd name="T114" fmla="*/ 217 h 21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3" h="217">
                    <a:moveTo>
                      <a:pt x="253" y="213"/>
                    </a:moveTo>
                    <a:lnTo>
                      <a:pt x="253" y="213"/>
                    </a:lnTo>
                    <a:lnTo>
                      <a:pt x="240" y="200"/>
                    </a:lnTo>
                    <a:lnTo>
                      <a:pt x="227" y="185"/>
                    </a:lnTo>
                    <a:lnTo>
                      <a:pt x="213" y="171"/>
                    </a:lnTo>
                    <a:lnTo>
                      <a:pt x="199" y="155"/>
                    </a:lnTo>
                    <a:lnTo>
                      <a:pt x="185" y="140"/>
                    </a:lnTo>
                    <a:lnTo>
                      <a:pt x="171" y="125"/>
                    </a:lnTo>
                    <a:lnTo>
                      <a:pt x="156" y="110"/>
                    </a:lnTo>
                    <a:lnTo>
                      <a:pt x="140" y="95"/>
                    </a:lnTo>
                    <a:lnTo>
                      <a:pt x="125" y="81"/>
                    </a:lnTo>
                    <a:lnTo>
                      <a:pt x="109" y="66"/>
                    </a:lnTo>
                    <a:lnTo>
                      <a:pt x="92" y="53"/>
                    </a:lnTo>
                    <a:lnTo>
                      <a:pt x="75" y="40"/>
                    </a:lnTo>
                    <a:lnTo>
                      <a:pt x="58" y="29"/>
                    </a:lnTo>
                    <a:lnTo>
                      <a:pt x="40" y="18"/>
                    </a:lnTo>
                    <a:lnTo>
                      <a:pt x="22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19" y="13"/>
                    </a:lnTo>
                    <a:lnTo>
                      <a:pt x="37" y="23"/>
                    </a:lnTo>
                    <a:lnTo>
                      <a:pt x="54" y="34"/>
                    </a:lnTo>
                    <a:lnTo>
                      <a:pt x="72" y="45"/>
                    </a:lnTo>
                    <a:lnTo>
                      <a:pt x="89" y="57"/>
                    </a:lnTo>
                    <a:lnTo>
                      <a:pt x="105" y="70"/>
                    </a:lnTo>
                    <a:lnTo>
                      <a:pt x="121" y="85"/>
                    </a:lnTo>
                    <a:lnTo>
                      <a:pt x="137" y="99"/>
                    </a:lnTo>
                    <a:lnTo>
                      <a:pt x="151" y="114"/>
                    </a:lnTo>
                    <a:lnTo>
                      <a:pt x="167" y="129"/>
                    </a:lnTo>
                    <a:lnTo>
                      <a:pt x="182" y="144"/>
                    </a:lnTo>
                    <a:lnTo>
                      <a:pt x="195" y="160"/>
                    </a:lnTo>
                    <a:lnTo>
                      <a:pt x="208" y="174"/>
                    </a:lnTo>
                    <a:lnTo>
                      <a:pt x="223" y="189"/>
                    </a:lnTo>
                    <a:lnTo>
                      <a:pt x="236" y="203"/>
                    </a:lnTo>
                    <a:lnTo>
                      <a:pt x="250" y="217"/>
                    </a:lnTo>
                    <a:lnTo>
                      <a:pt x="253" y="21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2" name="Freeform 515"/>
              <p:cNvSpPr>
                <a:spLocks/>
              </p:cNvSpPr>
              <p:nvPr/>
            </p:nvSpPr>
            <p:spPr bwMode="auto">
              <a:xfrm>
                <a:off x="823" y="1678"/>
                <a:ext cx="31" cy="38"/>
              </a:xfrm>
              <a:custGeom>
                <a:avLst/>
                <a:gdLst>
                  <a:gd name="T0" fmla="*/ 126 w 126"/>
                  <a:gd name="T1" fmla="*/ 148 h 150"/>
                  <a:gd name="T2" fmla="*/ 126 w 126"/>
                  <a:gd name="T3" fmla="*/ 148 h 150"/>
                  <a:gd name="T4" fmla="*/ 121 w 126"/>
                  <a:gd name="T5" fmla="*/ 137 h 150"/>
                  <a:gd name="T6" fmla="*/ 115 w 126"/>
                  <a:gd name="T7" fmla="*/ 127 h 150"/>
                  <a:gd name="T8" fmla="*/ 109 w 126"/>
                  <a:gd name="T9" fmla="*/ 116 h 150"/>
                  <a:gd name="T10" fmla="*/ 101 w 126"/>
                  <a:gd name="T11" fmla="*/ 106 h 150"/>
                  <a:gd name="T12" fmla="*/ 94 w 126"/>
                  <a:gd name="T13" fmla="*/ 96 h 150"/>
                  <a:gd name="T14" fmla="*/ 86 w 126"/>
                  <a:gd name="T15" fmla="*/ 86 h 150"/>
                  <a:gd name="T16" fmla="*/ 78 w 126"/>
                  <a:gd name="T17" fmla="*/ 76 h 150"/>
                  <a:gd name="T18" fmla="*/ 70 w 126"/>
                  <a:gd name="T19" fmla="*/ 67 h 150"/>
                  <a:gd name="T20" fmla="*/ 61 w 126"/>
                  <a:gd name="T21" fmla="*/ 57 h 150"/>
                  <a:gd name="T22" fmla="*/ 52 w 126"/>
                  <a:gd name="T23" fmla="*/ 49 h 150"/>
                  <a:gd name="T24" fmla="*/ 43 w 126"/>
                  <a:gd name="T25" fmla="*/ 40 h 150"/>
                  <a:gd name="T26" fmla="*/ 35 w 126"/>
                  <a:gd name="T27" fmla="*/ 32 h 150"/>
                  <a:gd name="T28" fmla="*/ 26 w 126"/>
                  <a:gd name="T29" fmla="*/ 23 h 150"/>
                  <a:gd name="T30" fmla="*/ 19 w 126"/>
                  <a:gd name="T31" fmla="*/ 15 h 150"/>
                  <a:gd name="T32" fmla="*/ 10 w 126"/>
                  <a:gd name="T33" fmla="*/ 7 h 150"/>
                  <a:gd name="T34" fmla="*/ 3 w 126"/>
                  <a:gd name="T35" fmla="*/ 0 h 150"/>
                  <a:gd name="T36" fmla="*/ 0 w 126"/>
                  <a:gd name="T37" fmla="*/ 4 h 150"/>
                  <a:gd name="T38" fmla="*/ 7 w 126"/>
                  <a:gd name="T39" fmla="*/ 11 h 150"/>
                  <a:gd name="T40" fmla="*/ 14 w 126"/>
                  <a:gd name="T41" fmla="*/ 18 h 150"/>
                  <a:gd name="T42" fmla="*/ 23 w 126"/>
                  <a:gd name="T43" fmla="*/ 27 h 150"/>
                  <a:gd name="T44" fmla="*/ 31 w 126"/>
                  <a:gd name="T45" fmla="*/ 35 h 150"/>
                  <a:gd name="T46" fmla="*/ 40 w 126"/>
                  <a:gd name="T47" fmla="*/ 44 h 150"/>
                  <a:gd name="T48" fmla="*/ 48 w 126"/>
                  <a:gd name="T49" fmla="*/ 52 h 150"/>
                  <a:gd name="T50" fmla="*/ 57 w 126"/>
                  <a:gd name="T51" fmla="*/ 62 h 150"/>
                  <a:gd name="T52" fmla="*/ 65 w 126"/>
                  <a:gd name="T53" fmla="*/ 70 h 150"/>
                  <a:gd name="T54" fmla="*/ 74 w 126"/>
                  <a:gd name="T55" fmla="*/ 80 h 150"/>
                  <a:gd name="T56" fmla="*/ 82 w 126"/>
                  <a:gd name="T57" fmla="*/ 90 h 150"/>
                  <a:gd name="T58" fmla="*/ 89 w 126"/>
                  <a:gd name="T59" fmla="*/ 99 h 150"/>
                  <a:gd name="T60" fmla="*/ 97 w 126"/>
                  <a:gd name="T61" fmla="*/ 109 h 150"/>
                  <a:gd name="T62" fmla="*/ 104 w 126"/>
                  <a:gd name="T63" fmla="*/ 119 h 150"/>
                  <a:gd name="T64" fmla="*/ 110 w 126"/>
                  <a:gd name="T65" fmla="*/ 130 h 150"/>
                  <a:gd name="T66" fmla="*/ 116 w 126"/>
                  <a:gd name="T67" fmla="*/ 139 h 150"/>
                  <a:gd name="T68" fmla="*/ 121 w 126"/>
                  <a:gd name="T69" fmla="*/ 150 h 150"/>
                  <a:gd name="T70" fmla="*/ 121 w 126"/>
                  <a:gd name="T71" fmla="*/ 150 h 150"/>
                  <a:gd name="T72" fmla="*/ 126 w 126"/>
                  <a:gd name="T73" fmla="*/ 148 h 15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6"/>
                  <a:gd name="T112" fmla="*/ 0 h 150"/>
                  <a:gd name="T113" fmla="*/ 126 w 126"/>
                  <a:gd name="T114" fmla="*/ 150 h 15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6" h="150">
                    <a:moveTo>
                      <a:pt x="126" y="148"/>
                    </a:moveTo>
                    <a:lnTo>
                      <a:pt x="126" y="148"/>
                    </a:lnTo>
                    <a:lnTo>
                      <a:pt x="121" y="137"/>
                    </a:lnTo>
                    <a:lnTo>
                      <a:pt x="115" y="127"/>
                    </a:lnTo>
                    <a:lnTo>
                      <a:pt x="109" y="116"/>
                    </a:lnTo>
                    <a:lnTo>
                      <a:pt x="101" y="106"/>
                    </a:lnTo>
                    <a:lnTo>
                      <a:pt x="94" y="96"/>
                    </a:lnTo>
                    <a:lnTo>
                      <a:pt x="86" y="86"/>
                    </a:lnTo>
                    <a:lnTo>
                      <a:pt x="78" y="76"/>
                    </a:lnTo>
                    <a:lnTo>
                      <a:pt x="70" y="67"/>
                    </a:lnTo>
                    <a:lnTo>
                      <a:pt x="61" y="57"/>
                    </a:lnTo>
                    <a:lnTo>
                      <a:pt x="52" y="49"/>
                    </a:lnTo>
                    <a:lnTo>
                      <a:pt x="43" y="40"/>
                    </a:lnTo>
                    <a:lnTo>
                      <a:pt x="35" y="32"/>
                    </a:lnTo>
                    <a:lnTo>
                      <a:pt x="26" y="23"/>
                    </a:lnTo>
                    <a:lnTo>
                      <a:pt x="19" y="15"/>
                    </a:lnTo>
                    <a:lnTo>
                      <a:pt x="10" y="7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7" y="11"/>
                    </a:lnTo>
                    <a:lnTo>
                      <a:pt x="14" y="18"/>
                    </a:lnTo>
                    <a:lnTo>
                      <a:pt x="23" y="27"/>
                    </a:lnTo>
                    <a:lnTo>
                      <a:pt x="31" y="35"/>
                    </a:lnTo>
                    <a:lnTo>
                      <a:pt x="40" y="44"/>
                    </a:lnTo>
                    <a:lnTo>
                      <a:pt x="48" y="52"/>
                    </a:lnTo>
                    <a:lnTo>
                      <a:pt x="57" y="62"/>
                    </a:lnTo>
                    <a:lnTo>
                      <a:pt x="65" y="70"/>
                    </a:lnTo>
                    <a:lnTo>
                      <a:pt x="74" y="80"/>
                    </a:lnTo>
                    <a:lnTo>
                      <a:pt x="82" y="90"/>
                    </a:lnTo>
                    <a:lnTo>
                      <a:pt x="89" y="99"/>
                    </a:lnTo>
                    <a:lnTo>
                      <a:pt x="97" y="109"/>
                    </a:lnTo>
                    <a:lnTo>
                      <a:pt x="104" y="119"/>
                    </a:lnTo>
                    <a:lnTo>
                      <a:pt x="110" y="130"/>
                    </a:lnTo>
                    <a:lnTo>
                      <a:pt x="116" y="139"/>
                    </a:lnTo>
                    <a:lnTo>
                      <a:pt x="121" y="150"/>
                    </a:lnTo>
                    <a:lnTo>
                      <a:pt x="126" y="148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3" name="Freeform 516"/>
              <p:cNvSpPr>
                <a:spLocks/>
              </p:cNvSpPr>
              <p:nvPr/>
            </p:nvSpPr>
            <p:spPr bwMode="auto">
              <a:xfrm>
                <a:off x="834" y="1715"/>
                <a:ext cx="23" cy="33"/>
              </a:xfrm>
              <a:custGeom>
                <a:avLst/>
                <a:gdLst>
                  <a:gd name="T0" fmla="*/ 0 w 91"/>
                  <a:gd name="T1" fmla="*/ 130 h 130"/>
                  <a:gd name="T2" fmla="*/ 0 w 91"/>
                  <a:gd name="T3" fmla="*/ 130 h 130"/>
                  <a:gd name="T4" fmla="*/ 11 w 91"/>
                  <a:gd name="T5" fmla="*/ 130 h 130"/>
                  <a:gd name="T6" fmla="*/ 22 w 91"/>
                  <a:gd name="T7" fmla="*/ 127 h 130"/>
                  <a:gd name="T8" fmla="*/ 32 w 91"/>
                  <a:gd name="T9" fmla="*/ 125 h 130"/>
                  <a:gd name="T10" fmla="*/ 41 w 91"/>
                  <a:gd name="T11" fmla="*/ 120 h 130"/>
                  <a:gd name="T12" fmla="*/ 50 w 91"/>
                  <a:gd name="T13" fmla="*/ 114 h 130"/>
                  <a:gd name="T14" fmla="*/ 60 w 91"/>
                  <a:gd name="T15" fmla="*/ 107 h 130"/>
                  <a:gd name="T16" fmla="*/ 67 w 91"/>
                  <a:gd name="T17" fmla="*/ 98 h 130"/>
                  <a:gd name="T18" fmla="*/ 74 w 91"/>
                  <a:gd name="T19" fmla="*/ 90 h 130"/>
                  <a:gd name="T20" fmla="*/ 79 w 91"/>
                  <a:gd name="T21" fmla="*/ 80 h 130"/>
                  <a:gd name="T22" fmla="*/ 84 w 91"/>
                  <a:gd name="T23" fmla="*/ 69 h 130"/>
                  <a:gd name="T24" fmla="*/ 88 w 91"/>
                  <a:gd name="T25" fmla="*/ 58 h 130"/>
                  <a:gd name="T26" fmla="*/ 90 w 91"/>
                  <a:gd name="T27" fmla="*/ 47 h 130"/>
                  <a:gd name="T28" fmla="*/ 91 w 91"/>
                  <a:gd name="T29" fmla="*/ 36 h 130"/>
                  <a:gd name="T30" fmla="*/ 90 w 91"/>
                  <a:gd name="T31" fmla="*/ 24 h 130"/>
                  <a:gd name="T32" fmla="*/ 88 w 91"/>
                  <a:gd name="T33" fmla="*/ 12 h 130"/>
                  <a:gd name="T34" fmla="*/ 83 w 91"/>
                  <a:gd name="T35" fmla="*/ 0 h 130"/>
                  <a:gd name="T36" fmla="*/ 78 w 91"/>
                  <a:gd name="T37" fmla="*/ 2 h 130"/>
                  <a:gd name="T38" fmla="*/ 81 w 91"/>
                  <a:gd name="T39" fmla="*/ 13 h 130"/>
                  <a:gd name="T40" fmla="*/ 84 w 91"/>
                  <a:gd name="T41" fmla="*/ 24 h 130"/>
                  <a:gd name="T42" fmla="*/ 85 w 91"/>
                  <a:gd name="T43" fmla="*/ 36 h 130"/>
                  <a:gd name="T44" fmla="*/ 84 w 91"/>
                  <a:gd name="T45" fmla="*/ 46 h 130"/>
                  <a:gd name="T46" fmla="*/ 83 w 91"/>
                  <a:gd name="T47" fmla="*/ 57 h 130"/>
                  <a:gd name="T48" fmla="*/ 79 w 91"/>
                  <a:gd name="T49" fmla="*/ 67 h 130"/>
                  <a:gd name="T50" fmla="*/ 74 w 91"/>
                  <a:gd name="T51" fmla="*/ 78 h 130"/>
                  <a:gd name="T52" fmla="*/ 69 w 91"/>
                  <a:gd name="T53" fmla="*/ 86 h 130"/>
                  <a:gd name="T54" fmla="*/ 62 w 91"/>
                  <a:gd name="T55" fmla="*/ 95 h 130"/>
                  <a:gd name="T56" fmla="*/ 55 w 91"/>
                  <a:gd name="T57" fmla="*/ 103 h 130"/>
                  <a:gd name="T58" fmla="*/ 48 w 91"/>
                  <a:gd name="T59" fmla="*/ 109 h 130"/>
                  <a:gd name="T60" fmla="*/ 39 w 91"/>
                  <a:gd name="T61" fmla="*/ 115 h 130"/>
                  <a:gd name="T62" fmla="*/ 29 w 91"/>
                  <a:gd name="T63" fmla="*/ 119 h 130"/>
                  <a:gd name="T64" fmla="*/ 20 w 91"/>
                  <a:gd name="T65" fmla="*/ 122 h 130"/>
                  <a:gd name="T66" fmla="*/ 10 w 91"/>
                  <a:gd name="T67" fmla="*/ 124 h 130"/>
                  <a:gd name="T68" fmla="*/ 0 w 91"/>
                  <a:gd name="T69" fmla="*/ 124 h 130"/>
                  <a:gd name="T70" fmla="*/ 0 w 91"/>
                  <a:gd name="T71" fmla="*/ 124 h 130"/>
                  <a:gd name="T72" fmla="*/ 0 w 91"/>
                  <a:gd name="T73" fmla="*/ 130 h 1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1"/>
                  <a:gd name="T112" fmla="*/ 0 h 130"/>
                  <a:gd name="T113" fmla="*/ 91 w 91"/>
                  <a:gd name="T114" fmla="*/ 130 h 13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1" h="130">
                    <a:moveTo>
                      <a:pt x="0" y="130"/>
                    </a:moveTo>
                    <a:lnTo>
                      <a:pt x="0" y="130"/>
                    </a:lnTo>
                    <a:lnTo>
                      <a:pt x="11" y="130"/>
                    </a:lnTo>
                    <a:lnTo>
                      <a:pt x="22" y="127"/>
                    </a:lnTo>
                    <a:lnTo>
                      <a:pt x="32" y="125"/>
                    </a:lnTo>
                    <a:lnTo>
                      <a:pt x="41" y="120"/>
                    </a:lnTo>
                    <a:lnTo>
                      <a:pt x="50" y="114"/>
                    </a:lnTo>
                    <a:lnTo>
                      <a:pt x="60" y="107"/>
                    </a:lnTo>
                    <a:lnTo>
                      <a:pt x="67" y="98"/>
                    </a:lnTo>
                    <a:lnTo>
                      <a:pt x="74" y="90"/>
                    </a:lnTo>
                    <a:lnTo>
                      <a:pt x="79" y="80"/>
                    </a:lnTo>
                    <a:lnTo>
                      <a:pt x="84" y="69"/>
                    </a:lnTo>
                    <a:lnTo>
                      <a:pt x="88" y="58"/>
                    </a:lnTo>
                    <a:lnTo>
                      <a:pt x="90" y="47"/>
                    </a:lnTo>
                    <a:lnTo>
                      <a:pt x="91" y="36"/>
                    </a:lnTo>
                    <a:lnTo>
                      <a:pt x="90" y="24"/>
                    </a:lnTo>
                    <a:lnTo>
                      <a:pt x="88" y="12"/>
                    </a:lnTo>
                    <a:lnTo>
                      <a:pt x="83" y="0"/>
                    </a:lnTo>
                    <a:lnTo>
                      <a:pt x="78" y="2"/>
                    </a:lnTo>
                    <a:lnTo>
                      <a:pt x="81" y="13"/>
                    </a:lnTo>
                    <a:lnTo>
                      <a:pt x="84" y="24"/>
                    </a:lnTo>
                    <a:lnTo>
                      <a:pt x="85" y="36"/>
                    </a:lnTo>
                    <a:lnTo>
                      <a:pt x="84" y="46"/>
                    </a:lnTo>
                    <a:lnTo>
                      <a:pt x="83" y="57"/>
                    </a:lnTo>
                    <a:lnTo>
                      <a:pt x="79" y="67"/>
                    </a:lnTo>
                    <a:lnTo>
                      <a:pt x="74" y="78"/>
                    </a:lnTo>
                    <a:lnTo>
                      <a:pt x="69" y="86"/>
                    </a:lnTo>
                    <a:lnTo>
                      <a:pt x="62" y="95"/>
                    </a:lnTo>
                    <a:lnTo>
                      <a:pt x="55" y="103"/>
                    </a:lnTo>
                    <a:lnTo>
                      <a:pt x="48" y="109"/>
                    </a:lnTo>
                    <a:lnTo>
                      <a:pt x="39" y="115"/>
                    </a:lnTo>
                    <a:lnTo>
                      <a:pt x="29" y="119"/>
                    </a:lnTo>
                    <a:lnTo>
                      <a:pt x="20" y="122"/>
                    </a:lnTo>
                    <a:lnTo>
                      <a:pt x="10" y="124"/>
                    </a:lnTo>
                    <a:lnTo>
                      <a:pt x="0" y="124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4" name="Freeform 517"/>
              <p:cNvSpPr>
                <a:spLocks/>
              </p:cNvSpPr>
              <p:nvPr/>
            </p:nvSpPr>
            <p:spPr bwMode="auto">
              <a:xfrm>
                <a:off x="770" y="1737"/>
                <a:ext cx="64" cy="11"/>
              </a:xfrm>
              <a:custGeom>
                <a:avLst/>
                <a:gdLst>
                  <a:gd name="T0" fmla="*/ 0 w 255"/>
                  <a:gd name="T1" fmla="*/ 6 h 43"/>
                  <a:gd name="T2" fmla="*/ 0 w 255"/>
                  <a:gd name="T3" fmla="*/ 6 h 43"/>
                  <a:gd name="T4" fmla="*/ 17 w 255"/>
                  <a:gd name="T5" fmla="*/ 9 h 43"/>
                  <a:gd name="T6" fmla="*/ 33 w 255"/>
                  <a:gd name="T7" fmla="*/ 12 h 43"/>
                  <a:gd name="T8" fmla="*/ 49 w 255"/>
                  <a:gd name="T9" fmla="*/ 15 h 43"/>
                  <a:gd name="T10" fmla="*/ 65 w 255"/>
                  <a:gd name="T11" fmla="*/ 18 h 43"/>
                  <a:gd name="T12" fmla="*/ 81 w 255"/>
                  <a:gd name="T13" fmla="*/ 21 h 43"/>
                  <a:gd name="T14" fmla="*/ 96 w 255"/>
                  <a:gd name="T15" fmla="*/ 23 h 43"/>
                  <a:gd name="T16" fmla="*/ 112 w 255"/>
                  <a:gd name="T17" fmla="*/ 26 h 43"/>
                  <a:gd name="T18" fmla="*/ 128 w 255"/>
                  <a:gd name="T19" fmla="*/ 28 h 43"/>
                  <a:gd name="T20" fmla="*/ 142 w 255"/>
                  <a:gd name="T21" fmla="*/ 31 h 43"/>
                  <a:gd name="T22" fmla="*/ 158 w 255"/>
                  <a:gd name="T23" fmla="*/ 33 h 43"/>
                  <a:gd name="T24" fmla="*/ 174 w 255"/>
                  <a:gd name="T25" fmla="*/ 35 h 43"/>
                  <a:gd name="T26" fmla="*/ 190 w 255"/>
                  <a:gd name="T27" fmla="*/ 37 h 43"/>
                  <a:gd name="T28" fmla="*/ 205 w 255"/>
                  <a:gd name="T29" fmla="*/ 39 h 43"/>
                  <a:gd name="T30" fmla="*/ 221 w 255"/>
                  <a:gd name="T31" fmla="*/ 40 h 43"/>
                  <a:gd name="T32" fmla="*/ 238 w 255"/>
                  <a:gd name="T33" fmla="*/ 41 h 43"/>
                  <a:gd name="T34" fmla="*/ 255 w 255"/>
                  <a:gd name="T35" fmla="*/ 43 h 43"/>
                  <a:gd name="T36" fmla="*/ 255 w 255"/>
                  <a:gd name="T37" fmla="*/ 37 h 43"/>
                  <a:gd name="T38" fmla="*/ 238 w 255"/>
                  <a:gd name="T39" fmla="*/ 35 h 43"/>
                  <a:gd name="T40" fmla="*/ 222 w 255"/>
                  <a:gd name="T41" fmla="*/ 34 h 43"/>
                  <a:gd name="T42" fmla="*/ 205 w 255"/>
                  <a:gd name="T43" fmla="*/ 33 h 43"/>
                  <a:gd name="T44" fmla="*/ 190 w 255"/>
                  <a:gd name="T45" fmla="*/ 32 h 43"/>
                  <a:gd name="T46" fmla="*/ 174 w 255"/>
                  <a:gd name="T47" fmla="*/ 29 h 43"/>
                  <a:gd name="T48" fmla="*/ 158 w 255"/>
                  <a:gd name="T49" fmla="*/ 28 h 43"/>
                  <a:gd name="T50" fmla="*/ 144 w 255"/>
                  <a:gd name="T51" fmla="*/ 26 h 43"/>
                  <a:gd name="T52" fmla="*/ 128 w 255"/>
                  <a:gd name="T53" fmla="*/ 23 h 43"/>
                  <a:gd name="T54" fmla="*/ 113 w 255"/>
                  <a:gd name="T55" fmla="*/ 21 h 43"/>
                  <a:gd name="T56" fmla="*/ 98 w 255"/>
                  <a:gd name="T57" fmla="*/ 18 h 43"/>
                  <a:gd name="T58" fmla="*/ 82 w 255"/>
                  <a:gd name="T59" fmla="*/ 15 h 43"/>
                  <a:gd name="T60" fmla="*/ 66 w 255"/>
                  <a:gd name="T61" fmla="*/ 12 h 43"/>
                  <a:gd name="T62" fmla="*/ 50 w 255"/>
                  <a:gd name="T63" fmla="*/ 10 h 43"/>
                  <a:gd name="T64" fmla="*/ 34 w 255"/>
                  <a:gd name="T65" fmla="*/ 6 h 43"/>
                  <a:gd name="T66" fmla="*/ 19 w 255"/>
                  <a:gd name="T67" fmla="*/ 4 h 43"/>
                  <a:gd name="T68" fmla="*/ 2 w 255"/>
                  <a:gd name="T69" fmla="*/ 0 h 43"/>
                  <a:gd name="T70" fmla="*/ 2 w 255"/>
                  <a:gd name="T71" fmla="*/ 0 h 43"/>
                  <a:gd name="T72" fmla="*/ 0 w 255"/>
                  <a:gd name="T73" fmla="*/ 6 h 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5"/>
                  <a:gd name="T112" fmla="*/ 0 h 43"/>
                  <a:gd name="T113" fmla="*/ 255 w 255"/>
                  <a:gd name="T114" fmla="*/ 43 h 4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5" h="43">
                    <a:moveTo>
                      <a:pt x="0" y="6"/>
                    </a:moveTo>
                    <a:lnTo>
                      <a:pt x="0" y="6"/>
                    </a:lnTo>
                    <a:lnTo>
                      <a:pt x="17" y="9"/>
                    </a:lnTo>
                    <a:lnTo>
                      <a:pt x="33" y="12"/>
                    </a:lnTo>
                    <a:lnTo>
                      <a:pt x="49" y="15"/>
                    </a:lnTo>
                    <a:lnTo>
                      <a:pt x="65" y="18"/>
                    </a:lnTo>
                    <a:lnTo>
                      <a:pt x="81" y="21"/>
                    </a:lnTo>
                    <a:lnTo>
                      <a:pt x="96" y="23"/>
                    </a:lnTo>
                    <a:lnTo>
                      <a:pt x="112" y="26"/>
                    </a:lnTo>
                    <a:lnTo>
                      <a:pt x="128" y="28"/>
                    </a:lnTo>
                    <a:lnTo>
                      <a:pt x="142" y="31"/>
                    </a:lnTo>
                    <a:lnTo>
                      <a:pt x="158" y="33"/>
                    </a:lnTo>
                    <a:lnTo>
                      <a:pt x="174" y="35"/>
                    </a:lnTo>
                    <a:lnTo>
                      <a:pt x="190" y="37"/>
                    </a:lnTo>
                    <a:lnTo>
                      <a:pt x="205" y="39"/>
                    </a:lnTo>
                    <a:lnTo>
                      <a:pt x="221" y="40"/>
                    </a:lnTo>
                    <a:lnTo>
                      <a:pt x="238" y="41"/>
                    </a:lnTo>
                    <a:lnTo>
                      <a:pt x="255" y="43"/>
                    </a:lnTo>
                    <a:lnTo>
                      <a:pt x="255" y="37"/>
                    </a:lnTo>
                    <a:lnTo>
                      <a:pt x="238" y="35"/>
                    </a:lnTo>
                    <a:lnTo>
                      <a:pt x="222" y="34"/>
                    </a:lnTo>
                    <a:lnTo>
                      <a:pt x="205" y="33"/>
                    </a:lnTo>
                    <a:lnTo>
                      <a:pt x="190" y="32"/>
                    </a:lnTo>
                    <a:lnTo>
                      <a:pt x="174" y="29"/>
                    </a:lnTo>
                    <a:lnTo>
                      <a:pt x="158" y="28"/>
                    </a:lnTo>
                    <a:lnTo>
                      <a:pt x="144" y="26"/>
                    </a:lnTo>
                    <a:lnTo>
                      <a:pt x="128" y="23"/>
                    </a:lnTo>
                    <a:lnTo>
                      <a:pt x="113" y="21"/>
                    </a:lnTo>
                    <a:lnTo>
                      <a:pt x="98" y="18"/>
                    </a:lnTo>
                    <a:lnTo>
                      <a:pt x="82" y="15"/>
                    </a:lnTo>
                    <a:lnTo>
                      <a:pt x="66" y="12"/>
                    </a:lnTo>
                    <a:lnTo>
                      <a:pt x="50" y="10"/>
                    </a:lnTo>
                    <a:lnTo>
                      <a:pt x="34" y="6"/>
                    </a:lnTo>
                    <a:lnTo>
                      <a:pt x="19" y="4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5" name="Freeform 518"/>
              <p:cNvSpPr>
                <a:spLocks/>
              </p:cNvSpPr>
              <p:nvPr/>
            </p:nvSpPr>
            <p:spPr bwMode="auto">
              <a:xfrm>
                <a:off x="756" y="1698"/>
                <a:ext cx="14" cy="41"/>
              </a:xfrm>
              <a:custGeom>
                <a:avLst/>
                <a:gdLst>
                  <a:gd name="T0" fmla="*/ 52 w 56"/>
                  <a:gd name="T1" fmla="*/ 0 h 163"/>
                  <a:gd name="T2" fmla="*/ 40 w 56"/>
                  <a:gd name="T3" fmla="*/ 7 h 163"/>
                  <a:gd name="T4" fmla="*/ 29 w 56"/>
                  <a:gd name="T5" fmla="*/ 17 h 163"/>
                  <a:gd name="T6" fmla="*/ 19 w 56"/>
                  <a:gd name="T7" fmla="*/ 28 h 163"/>
                  <a:gd name="T8" fmla="*/ 12 w 56"/>
                  <a:gd name="T9" fmla="*/ 40 h 163"/>
                  <a:gd name="T10" fmla="*/ 6 w 56"/>
                  <a:gd name="T11" fmla="*/ 52 h 163"/>
                  <a:gd name="T12" fmla="*/ 2 w 56"/>
                  <a:gd name="T13" fmla="*/ 64 h 163"/>
                  <a:gd name="T14" fmla="*/ 1 w 56"/>
                  <a:gd name="T15" fmla="*/ 77 h 163"/>
                  <a:gd name="T16" fmla="*/ 0 w 56"/>
                  <a:gd name="T17" fmla="*/ 91 h 163"/>
                  <a:gd name="T18" fmla="*/ 1 w 56"/>
                  <a:gd name="T19" fmla="*/ 103 h 163"/>
                  <a:gd name="T20" fmla="*/ 4 w 56"/>
                  <a:gd name="T21" fmla="*/ 115 h 163"/>
                  <a:gd name="T22" fmla="*/ 8 w 56"/>
                  <a:gd name="T23" fmla="*/ 126 h 163"/>
                  <a:gd name="T24" fmla="*/ 14 w 56"/>
                  <a:gd name="T25" fmla="*/ 137 h 163"/>
                  <a:gd name="T26" fmla="*/ 22 w 56"/>
                  <a:gd name="T27" fmla="*/ 146 h 163"/>
                  <a:gd name="T28" fmla="*/ 31 w 56"/>
                  <a:gd name="T29" fmla="*/ 154 h 163"/>
                  <a:gd name="T30" fmla="*/ 42 w 56"/>
                  <a:gd name="T31" fmla="*/ 158 h 163"/>
                  <a:gd name="T32" fmla="*/ 54 w 56"/>
                  <a:gd name="T33" fmla="*/ 163 h 163"/>
                  <a:gd name="T34" fmla="*/ 56 w 56"/>
                  <a:gd name="T35" fmla="*/ 157 h 163"/>
                  <a:gd name="T36" fmla="*/ 45 w 56"/>
                  <a:gd name="T37" fmla="*/ 154 h 163"/>
                  <a:gd name="T38" fmla="*/ 35 w 56"/>
                  <a:gd name="T39" fmla="*/ 149 h 163"/>
                  <a:gd name="T40" fmla="*/ 27 w 56"/>
                  <a:gd name="T41" fmla="*/ 142 h 163"/>
                  <a:gd name="T42" fmla="*/ 19 w 56"/>
                  <a:gd name="T43" fmla="*/ 133 h 163"/>
                  <a:gd name="T44" fmla="*/ 13 w 56"/>
                  <a:gd name="T45" fmla="*/ 123 h 163"/>
                  <a:gd name="T46" fmla="*/ 10 w 56"/>
                  <a:gd name="T47" fmla="*/ 114 h 163"/>
                  <a:gd name="T48" fmla="*/ 7 w 56"/>
                  <a:gd name="T49" fmla="*/ 103 h 163"/>
                  <a:gd name="T50" fmla="*/ 6 w 56"/>
                  <a:gd name="T51" fmla="*/ 91 h 163"/>
                  <a:gd name="T52" fmla="*/ 6 w 56"/>
                  <a:gd name="T53" fmla="*/ 78 h 163"/>
                  <a:gd name="T54" fmla="*/ 8 w 56"/>
                  <a:gd name="T55" fmla="*/ 66 h 163"/>
                  <a:gd name="T56" fmla="*/ 12 w 56"/>
                  <a:gd name="T57" fmla="*/ 53 h 163"/>
                  <a:gd name="T58" fmla="*/ 17 w 56"/>
                  <a:gd name="T59" fmla="*/ 42 h 163"/>
                  <a:gd name="T60" fmla="*/ 24 w 56"/>
                  <a:gd name="T61" fmla="*/ 31 h 163"/>
                  <a:gd name="T62" fmla="*/ 33 w 56"/>
                  <a:gd name="T63" fmla="*/ 21 h 163"/>
                  <a:gd name="T64" fmla="*/ 42 w 56"/>
                  <a:gd name="T65" fmla="*/ 12 h 163"/>
                  <a:gd name="T66" fmla="*/ 54 w 56"/>
                  <a:gd name="T67" fmla="*/ 4 h 163"/>
                  <a:gd name="T68" fmla="*/ 52 w 56"/>
                  <a:gd name="T69" fmla="*/ 0 h 1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6"/>
                  <a:gd name="T106" fmla="*/ 0 h 163"/>
                  <a:gd name="T107" fmla="*/ 56 w 56"/>
                  <a:gd name="T108" fmla="*/ 163 h 1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6" h="163">
                    <a:moveTo>
                      <a:pt x="52" y="0"/>
                    </a:moveTo>
                    <a:lnTo>
                      <a:pt x="40" y="7"/>
                    </a:lnTo>
                    <a:lnTo>
                      <a:pt x="29" y="17"/>
                    </a:lnTo>
                    <a:lnTo>
                      <a:pt x="19" y="28"/>
                    </a:lnTo>
                    <a:lnTo>
                      <a:pt x="12" y="40"/>
                    </a:lnTo>
                    <a:lnTo>
                      <a:pt x="6" y="52"/>
                    </a:lnTo>
                    <a:lnTo>
                      <a:pt x="2" y="64"/>
                    </a:lnTo>
                    <a:lnTo>
                      <a:pt x="1" y="77"/>
                    </a:lnTo>
                    <a:lnTo>
                      <a:pt x="0" y="91"/>
                    </a:lnTo>
                    <a:lnTo>
                      <a:pt x="1" y="103"/>
                    </a:lnTo>
                    <a:lnTo>
                      <a:pt x="4" y="115"/>
                    </a:lnTo>
                    <a:lnTo>
                      <a:pt x="8" y="126"/>
                    </a:lnTo>
                    <a:lnTo>
                      <a:pt x="14" y="137"/>
                    </a:lnTo>
                    <a:lnTo>
                      <a:pt x="22" y="146"/>
                    </a:lnTo>
                    <a:lnTo>
                      <a:pt x="31" y="154"/>
                    </a:lnTo>
                    <a:lnTo>
                      <a:pt x="42" y="158"/>
                    </a:lnTo>
                    <a:lnTo>
                      <a:pt x="54" y="163"/>
                    </a:lnTo>
                    <a:lnTo>
                      <a:pt x="56" y="157"/>
                    </a:lnTo>
                    <a:lnTo>
                      <a:pt x="45" y="154"/>
                    </a:lnTo>
                    <a:lnTo>
                      <a:pt x="35" y="149"/>
                    </a:lnTo>
                    <a:lnTo>
                      <a:pt x="27" y="142"/>
                    </a:lnTo>
                    <a:lnTo>
                      <a:pt x="19" y="133"/>
                    </a:lnTo>
                    <a:lnTo>
                      <a:pt x="13" y="123"/>
                    </a:lnTo>
                    <a:lnTo>
                      <a:pt x="10" y="114"/>
                    </a:lnTo>
                    <a:lnTo>
                      <a:pt x="7" y="103"/>
                    </a:lnTo>
                    <a:lnTo>
                      <a:pt x="6" y="91"/>
                    </a:lnTo>
                    <a:lnTo>
                      <a:pt x="6" y="78"/>
                    </a:lnTo>
                    <a:lnTo>
                      <a:pt x="8" y="66"/>
                    </a:lnTo>
                    <a:lnTo>
                      <a:pt x="12" y="53"/>
                    </a:lnTo>
                    <a:lnTo>
                      <a:pt x="17" y="42"/>
                    </a:lnTo>
                    <a:lnTo>
                      <a:pt x="24" y="31"/>
                    </a:lnTo>
                    <a:lnTo>
                      <a:pt x="33" y="21"/>
                    </a:lnTo>
                    <a:lnTo>
                      <a:pt x="42" y="12"/>
                    </a:lnTo>
                    <a:lnTo>
                      <a:pt x="54" y="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6" name="Freeform 519"/>
              <p:cNvSpPr>
                <a:spLocks/>
              </p:cNvSpPr>
              <p:nvPr/>
            </p:nvSpPr>
            <p:spPr bwMode="auto">
              <a:xfrm>
                <a:off x="706" y="1574"/>
                <a:ext cx="60" cy="86"/>
              </a:xfrm>
              <a:custGeom>
                <a:avLst/>
                <a:gdLst>
                  <a:gd name="T0" fmla="*/ 123 w 237"/>
                  <a:gd name="T1" fmla="*/ 343 h 345"/>
                  <a:gd name="T2" fmla="*/ 99 w 237"/>
                  <a:gd name="T3" fmla="*/ 343 h 345"/>
                  <a:gd name="T4" fmla="*/ 77 w 237"/>
                  <a:gd name="T5" fmla="*/ 336 h 345"/>
                  <a:gd name="T6" fmla="*/ 57 w 237"/>
                  <a:gd name="T7" fmla="*/ 324 h 345"/>
                  <a:gd name="T8" fmla="*/ 38 w 237"/>
                  <a:gd name="T9" fmla="*/ 306 h 345"/>
                  <a:gd name="T10" fmla="*/ 23 w 237"/>
                  <a:gd name="T11" fmla="*/ 283 h 345"/>
                  <a:gd name="T12" fmla="*/ 12 w 237"/>
                  <a:gd name="T13" fmla="*/ 255 h 345"/>
                  <a:gd name="T14" fmla="*/ 3 w 237"/>
                  <a:gd name="T15" fmla="*/ 223 h 345"/>
                  <a:gd name="T16" fmla="*/ 0 w 237"/>
                  <a:gd name="T17" fmla="*/ 189 h 345"/>
                  <a:gd name="T18" fmla="*/ 1 w 237"/>
                  <a:gd name="T19" fmla="*/ 154 h 345"/>
                  <a:gd name="T20" fmla="*/ 7 w 237"/>
                  <a:gd name="T21" fmla="*/ 121 h 345"/>
                  <a:gd name="T22" fmla="*/ 17 w 237"/>
                  <a:gd name="T23" fmla="*/ 91 h 345"/>
                  <a:gd name="T24" fmla="*/ 31 w 237"/>
                  <a:gd name="T25" fmla="*/ 64 h 345"/>
                  <a:gd name="T26" fmla="*/ 48 w 237"/>
                  <a:gd name="T27" fmla="*/ 40 h 345"/>
                  <a:gd name="T28" fmla="*/ 67 w 237"/>
                  <a:gd name="T29" fmla="*/ 22 h 345"/>
                  <a:gd name="T30" fmla="*/ 89 w 237"/>
                  <a:gd name="T31" fmla="*/ 9 h 345"/>
                  <a:gd name="T32" fmla="*/ 114 w 237"/>
                  <a:gd name="T33" fmla="*/ 1 h 345"/>
                  <a:gd name="T34" fmla="*/ 138 w 237"/>
                  <a:gd name="T35" fmla="*/ 1 h 345"/>
                  <a:gd name="T36" fmla="*/ 160 w 237"/>
                  <a:gd name="T37" fmla="*/ 9 h 345"/>
                  <a:gd name="T38" fmla="*/ 180 w 237"/>
                  <a:gd name="T39" fmla="*/ 21 h 345"/>
                  <a:gd name="T40" fmla="*/ 198 w 237"/>
                  <a:gd name="T41" fmla="*/ 39 h 345"/>
                  <a:gd name="T42" fmla="*/ 214 w 237"/>
                  <a:gd name="T43" fmla="*/ 63 h 345"/>
                  <a:gd name="T44" fmla="*/ 226 w 237"/>
                  <a:gd name="T45" fmla="*/ 90 h 345"/>
                  <a:gd name="T46" fmla="*/ 234 w 237"/>
                  <a:gd name="T47" fmla="*/ 121 h 345"/>
                  <a:gd name="T48" fmla="*/ 237 w 237"/>
                  <a:gd name="T49" fmla="*/ 157 h 345"/>
                  <a:gd name="T50" fmla="*/ 236 w 237"/>
                  <a:gd name="T51" fmla="*/ 191 h 345"/>
                  <a:gd name="T52" fmla="*/ 230 w 237"/>
                  <a:gd name="T53" fmla="*/ 223 h 345"/>
                  <a:gd name="T54" fmla="*/ 220 w 237"/>
                  <a:gd name="T55" fmla="*/ 254 h 345"/>
                  <a:gd name="T56" fmla="*/ 207 w 237"/>
                  <a:gd name="T57" fmla="*/ 281 h 345"/>
                  <a:gd name="T58" fmla="*/ 190 w 237"/>
                  <a:gd name="T59" fmla="*/ 304 h 345"/>
                  <a:gd name="T60" fmla="*/ 169 w 237"/>
                  <a:gd name="T61" fmla="*/ 323 h 345"/>
                  <a:gd name="T62" fmla="*/ 148 w 237"/>
                  <a:gd name="T63" fmla="*/ 336 h 3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7"/>
                  <a:gd name="T97" fmla="*/ 0 h 345"/>
                  <a:gd name="T98" fmla="*/ 237 w 237"/>
                  <a:gd name="T99" fmla="*/ 345 h 3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7" h="345">
                    <a:moveTo>
                      <a:pt x="135" y="341"/>
                    </a:moveTo>
                    <a:lnTo>
                      <a:pt x="123" y="343"/>
                    </a:lnTo>
                    <a:lnTo>
                      <a:pt x="111" y="345"/>
                    </a:lnTo>
                    <a:lnTo>
                      <a:pt x="99" y="343"/>
                    </a:lnTo>
                    <a:lnTo>
                      <a:pt x="88" y="341"/>
                    </a:lnTo>
                    <a:lnTo>
                      <a:pt x="77" y="336"/>
                    </a:lnTo>
                    <a:lnTo>
                      <a:pt x="67" y="331"/>
                    </a:lnTo>
                    <a:lnTo>
                      <a:pt x="57" y="324"/>
                    </a:lnTo>
                    <a:lnTo>
                      <a:pt x="47" y="315"/>
                    </a:lnTo>
                    <a:lnTo>
                      <a:pt x="38" y="306"/>
                    </a:lnTo>
                    <a:lnTo>
                      <a:pt x="30" y="295"/>
                    </a:lnTo>
                    <a:lnTo>
                      <a:pt x="23" y="283"/>
                    </a:lnTo>
                    <a:lnTo>
                      <a:pt x="17" y="269"/>
                    </a:lnTo>
                    <a:lnTo>
                      <a:pt x="12" y="255"/>
                    </a:lnTo>
                    <a:lnTo>
                      <a:pt x="7" y="240"/>
                    </a:lnTo>
                    <a:lnTo>
                      <a:pt x="3" y="223"/>
                    </a:lnTo>
                    <a:lnTo>
                      <a:pt x="1" y="206"/>
                    </a:lnTo>
                    <a:lnTo>
                      <a:pt x="0" y="189"/>
                    </a:lnTo>
                    <a:lnTo>
                      <a:pt x="0" y="171"/>
                    </a:lnTo>
                    <a:lnTo>
                      <a:pt x="1" y="154"/>
                    </a:lnTo>
                    <a:lnTo>
                      <a:pt x="3" y="138"/>
                    </a:lnTo>
                    <a:lnTo>
                      <a:pt x="7" y="121"/>
                    </a:lnTo>
                    <a:lnTo>
                      <a:pt x="12" y="106"/>
                    </a:lnTo>
                    <a:lnTo>
                      <a:pt x="17" y="91"/>
                    </a:lnTo>
                    <a:lnTo>
                      <a:pt x="24" y="77"/>
                    </a:lnTo>
                    <a:lnTo>
                      <a:pt x="31" y="64"/>
                    </a:lnTo>
                    <a:lnTo>
                      <a:pt x="38" y="51"/>
                    </a:lnTo>
                    <a:lnTo>
                      <a:pt x="48" y="40"/>
                    </a:lnTo>
                    <a:lnTo>
                      <a:pt x="58" y="30"/>
                    </a:lnTo>
                    <a:lnTo>
                      <a:pt x="67" y="22"/>
                    </a:lnTo>
                    <a:lnTo>
                      <a:pt x="78" y="13"/>
                    </a:lnTo>
                    <a:lnTo>
                      <a:pt x="89" y="9"/>
                    </a:lnTo>
                    <a:lnTo>
                      <a:pt x="101" y="4"/>
                    </a:lnTo>
                    <a:lnTo>
                      <a:pt x="114" y="1"/>
                    </a:lnTo>
                    <a:lnTo>
                      <a:pt x="126" y="0"/>
                    </a:lnTo>
                    <a:lnTo>
                      <a:pt x="138" y="1"/>
                    </a:lnTo>
                    <a:lnTo>
                      <a:pt x="149" y="4"/>
                    </a:lnTo>
                    <a:lnTo>
                      <a:pt x="160" y="9"/>
                    </a:lnTo>
                    <a:lnTo>
                      <a:pt x="171" y="13"/>
                    </a:lnTo>
                    <a:lnTo>
                      <a:pt x="180" y="21"/>
                    </a:lnTo>
                    <a:lnTo>
                      <a:pt x="190" y="29"/>
                    </a:lnTo>
                    <a:lnTo>
                      <a:pt x="198" y="39"/>
                    </a:lnTo>
                    <a:lnTo>
                      <a:pt x="207" y="50"/>
                    </a:lnTo>
                    <a:lnTo>
                      <a:pt x="214" y="63"/>
                    </a:lnTo>
                    <a:lnTo>
                      <a:pt x="220" y="75"/>
                    </a:lnTo>
                    <a:lnTo>
                      <a:pt x="226" y="90"/>
                    </a:lnTo>
                    <a:lnTo>
                      <a:pt x="231" y="106"/>
                    </a:lnTo>
                    <a:lnTo>
                      <a:pt x="234" y="121"/>
                    </a:lnTo>
                    <a:lnTo>
                      <a:pt x="236" y="138"/>
                    </a:lnTo>
                    <a:lnTo>
                      <a:pt x="237" y="157"/>
                    </a:lnTo>
                    <a:lnTo>
                      <a:pt x="237" y="174"/>
                    </a:lnTo>
                    <a:lnTo>
                      <a:pt x="236" y="191"/>
                    </a:lnTo>
                    <a:lnTo>
                      <a:pt x="234" y="207"/>
                    </a:lnTo>
                    <a:lnTo>
                      <a:pt x="230" y="223"/>
                    </a:lnTo>
                    <a:lnTo>
                      <a:pt x="225" y="239"/>
                    </a:lnTo>
                    <a:lnTo>
                      <a:pt x="220" y="254"/>
                    </a:lnTo>
                    <a:lnTo>
                      <a:pt x="214" y="268"/>
                    </a:lnTo>
                    <a:lnTo>
                      <a:pt x="207" y="281"/>
                    </a:lnTo>
                    <a:lnTo>
                      <a:pt x="198" y="294"/>
                    </a:lnTo>
                    <a:lnTo>
                      <a:pt x="190" y="304"/>
                    </a:lnTo>
                    <a:lnTo>
                      <a:pt x="180" y="314"/>
                    </a:lnTo>
                    <a:lnTo>
                      <a:pt x="169" y="323"/>
                    </a:lnTo>
                    <a:lnTo>
                      <a:pt x="158" y="331"/>
                    </a:lnTo>
                    <a:lnTo>
                      <a:pt x="148" y="336"/>
                    </a:lnTo>
                    <a:lnTo>
                      <a:pt x="135" y="341"/>
                    </a:lnTo>
                    <a:close/>
                  </a:path>
                </a:pathLst>
              </a:custGeom>
              <a:solidFill>
                <a:srgbClr val="CCB27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7" name="Freeform 520"/>
              <p:cNvSpPr>
                <a:spLocks/>
              </p:cNvSpPr>
              <p:nvPr/>
            </p:nvSpPr>
            <p:spPr bwMode="auto">
              <a:xfrm>
                <a:off x="706" y="1626"/>
                <a:ext cx="34" cy="35"/>
              </a:xfrm>
              <a:custGeom>
                <a:avLst/>
                <a:gdLst>
                  <a:gd name="T0" fmla="*/ 0 w 139"/>
                  <a:gd name="T1" fmla="*/ 0 h 141"/>
                  <a:gd name="T2" fmla="*/ 0 w 139"/>
                  <a:gd name="T3" fmla="*/ 0 h 141"/>
                  <a:gd name="T4" fmla="*/ 3 w 139"/>
                  <a:gd name="T5" fmla="*/ 17 h 141"/>
                  <a:gd name="T6" fmla="*/ 5 w 139"/>
                  <a:gd name="T7" fmla="*/ 34 h 141"/>
                  <a:gd name="T8" fmla="*/ 10 w 139"/>
                  <a:gd name="T9" fmla="*/ 50 h 141"/>
                  <a:gd name="T10" fmla="*/ 16 w 139"/>
                  <a:gd name="T11" fmla="*/ 65 h 141"/>
                  <a:gd name="T12" fmla="*/ 22 w 139"/>
                  <a:gd name="T13" fmla="*/ 78 h 141"/>
                  <a:gd name="T14" fmla="*/ 29 w 139"/>
                  <a:gd name="T15" fmla="*/ 90 h 141"/>
                  <a:gd name="T16" fmla="*/ 38 w 139"/>
                  <a:gd name="T17" fmla="*/ 101 h 141"/>
                  <a:gd name="T18" fmla="*/ 48 w 139"/>
                  <a:gd name="T19" fmla="*/ 112 h 141"/>
                  <a:gd name="T20" fmla="*/ 57 w 139"/>
                  <a:gd name="T21" fmla="*/ 120 h 141"/>
                  <a:gd name="T22" fmla="*/ 67 w 139"/>
                  <a:gd name="T23" fmla="*/ 128 h 141"/>
                  <a:gd name="T24" fmla="*/ 78 w 139"/>
                  <a:gd name="T25" fmla="*/ 132 h 141"/>
                  <a:gd name="T26" fmla="*/ 90 w 139"/>
                  <a:gd name="T27" fmla="*/ 137 h 141"/>
                  <a:gd name="T28" fmla="*/ 101 w 139"/>
                  <a:gd name="T29" fmla="*/ 140 h 141"/>
                  <a:gd name="T30" fmla="*/ 113 w 139"/>
                  <a:gd name="T31" fmla="*/ 141 h 141"/>
                  <a:gd name="T32" fmla="*/ 125 w 139"/>
                  <a:gd name="T33" fmla="*/ 140 h 141"/>
                  <a:gd name="T34" fmla="*/ 139 w 139"/>
                  <a:gd name="T35" fmla="*/ 137 h 141"/>
                  <a:gd name="T36" fmla="*/ 136 w 139"/>
                  <a:gd name="T37" fmla="*/ 132 h 141"/>
                  <a:gd name="T38" fmla="*/ 125 w 139"/>
                  <a:gd name="T39" fmla="*/ 135 h 141"/>
                  <a:gd name="T40" fmla="*/ 113 w 139"/>
                  <a:gd name="T41" fmla="*/ 135 h 141"/>
                  <a:gd name="T42" fmla="*/ 102 w 139"/>
                  <a:gd name="T43" fmla="*/ 135 h 141"/>
                  <a:gd name="T44" fmla="*/ 91 w 139"/>
                  <a:gd name="T45" fmla="*/ 132 h 141"/>
                  <a:gd name="T46" fmla="*/ 80 w 139"/>
                  <a:gd name="T47" fmla="*/ 128 h 141"/>
                  <a:gd name="T48" fmla="*/ 71 w 139"/>
                  <a:gd name="T49" fmla="*/ 123 h 141"/>
                  <a:gd name="T50" fmla="*/ 61 w 139"/>
                  <a:gd name="T51" fmla="*/ 115 h 141"/>
                  <a:gd name="T52" fmla="*/ 51 w 139"/>
                  <a:gd name="T53" fmla="*/ 107 h 141"/>
                  <a:gd name="T54" fmla="*/ 43 w 139"/>
                  <a:gd name="T55" fmla="*/ 98 h 141"/>
                  <a:gd name="T56" fmla="*/ 34 w 139"/>
                  <a:gd name="T57" fmla="*/ 86 h 141"/>
                  <a:gd name="T58" fmla="*/ 27 w 139"/>
                  <a:gd name="T59" fmla="*/ 75 h 141"/>
                  <a:gd name="T60" fmla="*/ 21 w 139"/>
                  <a:gd name="T61" fmla="*/ 62 h 141"/>
                  <a:gd name="T62" fmla="*/ 16 w 139"/>
                  <a:gd name="T63" fmla="*/ 48 h 141"/>
                  <a:gd name="T64" fmla="*/ 11 w 139"/>
                  <a:gd name="T65" fmla="*/ 33 h 141"/>
                  <a:gd name="T66" fmla="*/ 8 w 139"/>
                  <a:gd name="T67" fmla="*/ 17 h 141"/>
                  <a:gd name="T68" fmla="*/ 5 w 139"/>
                  <a:gd name="T69" fmla="*/ 0 h 141"/>
                  <a:gd name="T70" fmla="*/ 5 w 139"/>
                  <a:gd name="T71" fmla="*/ 0 h 141"/>
                  <a:gd name="T72" fmla="*/ 0 w 139"/>
                  <a:gd name="T73" fmla="*/ 0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9"/>
                  <a:gd name="T112" fmla="*/ 0 h 141"/>
                  <a:gd name="T113" fmla="*/ 139 w 139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9" h="141">
                    <a:moveTo>
                      <a:pt x="0" y="0"/>
                    </a:moveTo>
                    <a:lnTo>
                      <a:pt x="0" y="0"/>
                    </a:lnTo>
                    <a:lnTo>
                      <a:pt x="3" y="17"/>
                    </a:lnTo>
                    <a:lnTo>
                      <a:pt x="5" y="34"/>
                    </a:lnTo>
                    <a:lnTo>
                      <a:pt x="10" y="50"/>
                    </a:lnTo>
                    <a:lnTo>
                      <a:pt x="16" y="65"/>
                    </a:lnTo>
                    <a:lnTo>
                      <a:pt x="22" y="78"/>
                    </a:lnTo>
                    <a:lnTo>
                      <a:pt x="29" y="90"/>
                    </a:lnTo>
                    <a:lnTo>
                      <a:pt x="38" y="101"/>
                    </a:lnTo>
                    <a:lnTo>
                      <a:pt x="48" y="112"/>
                    </a:lnTo>
                    <a:lnTo>
                      <a:pt x="57" y="120"/>
                    </a:lnTo>
                    <a:lnTo>
                      <a:pt x="67" y="128"/>
                    </a:lnTo>
                    <a:lnTo>
                      <a:pt x="78" y="132"/>
                    </a:lnTo>
                    <a:lnTo>
                      <a:pt x="90" y="137"/>
                    </a:lnTo>
                    <a:lnTo>
                      <a:pt x="101" y="140"/>
                    </a:lnTo>
                    <a:lnTo>
                      <a:pt x="113" y="141"/>
                    </a:lnTo>
                    <a:lnTo>
                      <a:pt x="125" y="140"/>
                    </a:lnTo>
                    <a:lnTo>
                      <a:pt x="139" y="137"/>
                    </a:lnTo>
                    <a:lnTo>
                      <a:pt x="136" y="132"/>
                    </a:lnTo>
                    <a:lnTo>
                      <a:pt x="125" y="135"/>
                    </a:lnTo>
                    <a:lnTo>
                      <a:pt x="113" y="135"/>
                    </a:lnTo>
                    <a:lnTo>
                      <a:pt x="102" y="135"/>
                    </a:lnTo>
                    <a:lnTo>
                      <a:pt x="91" y="132"/>
                    </a:lnTo>
                    <a:lnTo>
                      <a:pt x="80" y="128"/>
                    </a:lnTo>
                    <a:lnTo>
                      <a:pt x="71" y="123"/>
                    </a:lnTo>
                    <a:lnTo>
                      <a:pt x="61" y="115"/>
                    </a:lnTo>
                    <a:lnTo>
                      <a:pt x="51" y="107"/>
                    </a:lnTo>
                    <a:lnTo>
                      <a:pt x="43" y="98"/>
                    </a:lnTo>
                    <a:lnTo>
                      <a:pt x="34" y="86"/>
                    </a:lnTo>
                    <a:lnTo>
                      <a:pt x="27" y="75"/>
                    </a:lnTo>
                    <a:lnTo>
                      <a:pt x="21" y="62"/>
                    </a:lnTo>
                    <a:lnTo>
                      <a:pt x="16" y="48"/>
                    </a:lnTo>
                    <a:lnTo>
                      <a:pt x="11" y="33"/>
                    </a:lnTo>
                    <a:lnTo>
                      <a:pt x="8" y="17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8" name="Freeform 521"/>
              <p:cNvSpPr>
                <a:spLocks/>
              </p:cNvSpPr>
              <p:nvPr/>
            </p:nvSpPr>
            <p:spPr bwMode="auto">
              <a:xfrm>
                <a:off x="706" y="1575"/>
                <a:ext cx="26" cy="51"/>
              </a:xfrm>
              <a:custGeom>
                <a:avLst/>
                <a:gdLst>
                  <a:gd name="T0" fmla="*/ 103 w 106"/>
                  <a:gd name="T1" fmla="*/ 0 h 205"/>
                  <a:gd name="T2" fmla="*/ 103 w 106"/>
                  <a:gd name="T3" fmla="*/ 0 h 205"/>
                  <a:gd name="T4" fmla="*/ 91 w 106"/>
                  <a:gd name="T5" fmla="*/ 5 h 205"/>
                  <a:gd name="T6" fmla="*/ 80 w 106"/>
                  <a:gd name="T7" fmla="*/ 10 h 205"/>
                  <a:gd name="T8" fmla="*/ 69 w 106"/>
                  <a:gd name="T9" fmla="*/ 19 h 205"/>
                  <a:gd name="T10" fmla="*/ 58 w 106"/>
                  <a:gd name="T11" fmla="*/ 27 h 205"/>
                  <a:gd name="T12" fmla="*/ 49 w 106"/>
                  <a:gd name="T13" fmla="*/ 37 h 205"/>
                  <a:gd name="T14" fmla="*/ 39 w 106"/>
                  <a:gd name="T15" fmla="*/ 49 h 205"/>
                  <a:gd name="T16" fmla="*/ 32 w 106"/>
                  <a:gd name="T17" fmla="*/ 61 h 205"/>
                  <a:gd name="T18" fmla="*/ 24 w 106"/>
                  <a:gd name="T19" fmla="*/ 74 h 205"/>
                  <a:gd name="T20" fmla="*/ 17 w 106"/>
                  <a:gd name="T21" fmla="*/ 89 h 205"/>
                  <a:gd name="T22" fmla="*/ 12 w 106"/>
                  <a:gd name="T23" fmla="*/ 105 h 205"/>
                  <a:gd name="T24" fmla="*/ 7 w 106"/>
                  <a:gd name="T25" fmla="*/ 119 h 205"/>
                  <a:gd name="T26" fmla="*/ 4 w 106"/>
                  <a:gd name="T27" fmla="*/ 136 h 205"/>
                  <a:gd name="T28" fmla="*/ 1 w 106"/>
                  <a:gd name="T29" fmla="*/ 153 h 205"/>
                  <a:gd name="T30" fmla="*/ 0 w 106"/>
                  <a:gd name="T31" fmla="*/ 170 h 205"/>
                  <a:gd name="T32" fmla="*/ 0 w 106"/>
                  <a:gd name="T33" fmla="*/ 188 h 205"/>
                  <a:gd name="T34" fmla="*/ 1 w 106"/>
                  <a:gd name="T35" fmla="*/ 205 h 205"/>
                  <a:gd name="T36" fmla="*/ 6 w 106"/>
                  <a:gd name="T37" fmla="*/ 205 h 205"/>
                  <a:gd name="T38" fmla="*/ 5 w 106"/>
                  <a:gd name="T39" fmla="*/ 188 h 205"/>
                  <a:gd name="T40" fmla="*/ 6 w 106"/>
                  <a:gd name="T41" fmla="*/ 170 h 205"/>
                  <a:gd name="T42" fmla="*/ 7 w 106"/>
                  <a:gd name="T43" fmla="*/ 154 h 205"/>
                  <a:gd name="T44" fmla="*/ 10 w 106"/>
                  <a:gd name="T45" fmla="*/ 137 h 205"/>
                  <a:gd name="T46" fmla="*/ 12 w 106"/>
                  <a:gd name="T47" fmla="*/ 122 h 205"/>
                  <a:gd name="T48" fmla="*/ 17 w 106"/>
                  <a:gd name="T49" fmla="*/ 106 h 205"/>
                  <a:gd name="T50" fmla="*/ 22 w 106"/>
                  <a:gd name="T51" fmla="*/ 91 h 205"/>
                  <a:gd name="T52" fmla="*/ 29 w 106"/>
                  <a:gd name="T53" fmla="*/ 77 h 205"/>
                  <a:gd name="T54" fmla="*/ 37 w 106"/>
                  <a:gd name="T55" fmla="*/ 65 h 205"/>
                  <a:gd name="T56" fmla="*/ 44 w 106"/>
                  <a:gd name="T57" fmla="*/ 52 h 205"/>
                  <a:gd name="T58" fmla="*/ 52 w 106"/>
                  <a:gd name="T59" fmla="*/ 42 h 205"/>
                  <a:gd name="T60" fmla="*/ 62 w 106"/>
                  <a:gd name="T61" fmla="*/ 31 h 205"/>
                  <a:gd name="T62" fmla="*/ 72 w 106"/>
                  <a:gd name="T63" fmla="*/ 23 h 205"/>
                  <a:gd name="T64" fmla="*/ 83 w 106"/>
                  <a:gd name="T65" fmla="*/ 15 h 205"/>
                  <a:gd name="T66" fmla="*/ 94 w 106"/>
                  <a:gd name="T67" fmla="*/ 10 h 205"/>
                  <a:gd name="T68" fmla="*/ 106 w 106"/>
                  <a:gd name="T69" fmla="*/ 5 h 205"/>
                  <a:gd name="T70" fmla="*/ 106 w 106"/>
                  <a:gd name="T71" fmla="*/ 5 h 205"/>
                  <a:gd name="T72" fmla="*/ 103 w 106"/>
                  <a:gd name="T73" fmla="*/ 0 h 2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6"/>
                  <a:gd name="T112" fmla="*/ 0 h 205"/>
                  <a:gd name="T113" fmla="*/ 106 w 106"/>
                  <a:gd name="T114" fmla="*/ 205 h 20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6" h="205">
                    <a:moveTo>
                      <a:pt x="103" y="0"/>
                    </a:moveTo>
                    <a:lnTo>
                      <a:pt x="103" y="0"/>
                    </a:lnTo>
                    <a:lnTo>
                      <a:pt x="91" y="5"/>
                    </a:lnTo>
                    <a:lnTo>
                      <a:pt x="80" y="10"/>
                    </a:lnTo>
                    <a:lnTo>
                      <a:pt x="69" y="19"/>
                    </a:lnTo>
                    <a:lnTo>
                      <a:pt x="58" y="27"/>
                    </a:lnTo>
                    <a:lnTo>
                      <a:pt x="49" y="37"/>
                    </a:lnTo>
                    <a:lnTo>
                      <a:pt x="39" y="49"/>
                    </a:lnTo>
                    <a:lnTo>
                      <a:pt x="32" y="61"/>
                    </a:lnTo>
                    <a:lnTo>
                      <a:pt x="24" y="74"/>
                    </a:lnTo>
                    <a:lnTo>
                      <a:pt x="17" y="89"/>
                    </a:lnTo>
                    <a:lnTo>
                      <a:pt x="12" y="105"/>
                    </a:lnTo>
                    <a:lnTo>
                      <a:pt x="7" y="119"/>
                    </a:lnTo>
                    <a:lnTo>
                      <a:pt x="4" y="136"/>
                    </a:lnTo>
                    <a:lnTo>
                      <a:pt x="1" y="153"/>
                    </a:lnTo>
                    <a:lnTo>
                      <a:pt x="0" y="170"/>
                    </a:lnTo>
                    <a:lnTo>
                      <a:pt x="0" y="188"/>
                    </a:lnTo>
                    <a:lnTo>
                      <a:pt x="1" y="205"/>
                    </a:lnTo>
                    <a:lnTo>
                      <a:pt x="6" y="205"/>
                    </a:lnTo>
                    <a:lnTo>
                      <a:pt x="5" y="188"/>
                    </a:lnTo>
                    <a:lnTo>
                      <a:pt x="6" y="170"/>
                    </a:lnTo>
                    <a:lnTo>
                      <a:pt x="7" y="154"/>
                    </a:lnTo>
                    <a:lnTo>
                      <a:pt x="10" y="137"/>
                    </a:lnTo>
                    <a:lnTo>
                      <a:pt x="12" y="122"/>
                    </a:lnTo>
                    <a:lnTo>
                      <a:pt x="17" y="106"/>
                    </a:lnTo>
                    <a:lnTo>
                      <a:pt x="22" y="91"/>
                    </a:lnTo>
                    <a:lnTo>
                      <a:pt x="29" y="77"/>
                    </a:lnTo>
                    <a:lnTo>
                      <a:pt x="37" y="65"/>
                    </a:lnTo>
                    <a:lnTo>
                      <a:pt x="44" y="52"/>
                    </a:lnTo>
                    <a:lnTo>
                      <a:pt x="52" y="42"/>
                    </a:lnTo>
                    <a:lnTo>
                      <a:pt x="62" y="31"/>
                    </a:lnTo>
                    <a:lnTo>
                      <a:pt x="72" y="23"/>
                    </a:lnTo>
                    <a:lnTo>
                      <a:pt x="83" y="15"/>
                    </a:lnTo>
                    <a:lnTo>
                      <a:pt x="94" y="10"/>
                    </a:lnTo>
                    <a:lnTo>
                      <a:pt x="106" y="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9" name="Freeform 522"/>
              <p:cNvSpPr>
                <a:spLocks/>
              </p:cNvSpPr>
              <p:nvPr/>
            </p:nvSpPr>
            <p:spPr bwMode="auto">
              <a:xfrm>
                <a:off x="731" y="1574"/>
                <a:ext cx="35" cy="35"/>
              </a:xfrm>
              <a:custGeom>
                <a:avLst/>
                <a:gdLst>
                  <a:gd name="T0" fmla="*/ 140 w 140"/>
                  <a:gd name="T1" fmla="*/ 140 h 142"/>
                  <a:gd name="T2" fmla="*/ 140 w 140"/>
                  <a:gd name="T3" fmla="*/ 140 h 142"/>
                  <a:gd name="T4" fmla="*/ 137 w 140"/>
                  <a:gd name="T5" fmla="*/ 123 h 142"/>
                  <a:gd name="T6" fmla="*/ 134 w 140"/>
                  <a:gd name="T7" fmla="*/ 106 h 142"/>
                  <a:gd name="T8" fmla="*/ 129 w 140"/>
                  <a:gd name="T9" fmla="*/ 91 h 142"/>
                  <a:gd name="T10" fmla="*/ 123 w 140"/>
                  <a:gd name="T11" fmla="*/ 76 h 142"/>
                  <a:gd name="T12" fmla="*/ 117 w 140"/>
                  <a:gd name="T13" fmla="*/ 64 h 142"/>
                  <a:gd name="T14" fmla="*/ 109 w 140"/>
                  <a:gd name="T15" fmla="*/ 51 h 142"/>
                  <a:gd name="T16" fmla="*/ 101 w 140"/>
                  <a:gd name="T17" fmla="*/ 40 h 142"/>
                  <a:gd name="T18" fmla="*/ 92 w 140"/>
                  <a:gd name="T19" fmla="*/ 30 h 142"/>
                  <a:gd name="T20" fmla="*/ 81 w 140"/>
                  <a:gd name="T21" fmla="*/ 22 h 142"/>
                  <a:gd name="T22" fmla="*/ 72 w 140"/>
                  <a:gd name="T23" fmla="*/ 13 h 142"/>
                  <a:gd name="T24" fmla="*/ 61 w 140"/>
                  <a:gd name="T25" fmla="*/ 8 h 142"/>
                  <a:gd name="T26" fmla="*/ 50 w 140"/>
                  <a:gd name="T27" fmla="*/ 3 h 142"/>
                  <a:gd name="T28" fmla="*/ 38 w 140"/>
                  <a:gd name="T29" fmla="*/ 1 h 142"/>
                  <a:gd name="T30" fmla="*/ 26 w 140"/>
                  <a:gd name="T31" fmla="*/ 0 h 142"/>
                  <a:gd name="T32" fmla="*/ 14 w 140"/>
                  <a:gd name="T33" fmla="*/ 1 h 142"/>
                  <a:gd name="T34" fmla="*/ 0 w 140"/>
                  <a:gd name="T35" fmla="*/ 3 h 142"/>
                  <a:gd name="T36" fmla="*/ 3 w 140"/>
                  <a:gd name="T37" fmla="*/ 8 h 142"/>
                  <a:gd name="T38" fmla="*/ 14 w 140"/>
                  <a:gd name="T39" fmla="*/ 6 h 142"/>
                  <a:gd name="T40" fmla="*/ 26 w 140"/>
                  <a:gd name="T41" fmla="*/ 6 h 142"/>
                  <a:gd name="T42" fmla="*/ 37 w 140"/>
                  <a:gd name="T43" fmla="*/ 6 h 142"/>
                  <a:gd name="T44" fmla="*/ 48 w 140"/>
                  <a:gd name="T45" fmla="*/ 8 h 142"/>
                  <a:gd name="T46" fmla="*/ 58 w 140"/>
                  <a:gd name="T47" fmla="*/ 13 h 142"/>
                  <a:gd name="T48" fmla="*/ 68 w 140"/>
                  <a:gd name="T49" fmla="*/ 18 h 142"/>
                  <a:gd name="T50" fmla="*/ 79 w 140"/>
                  <a:gd name="T51" fmla="*/ 25 h 142"/>
                  <a:gd name="T52" fmla="*/ 88 w 140"/>
                  <a:gd name="T53" fmla="*/ 34 h 142"/>
                  <a:gd name="T54" fmla="*/ 97 w 140"/>
                  <a:gd name="T55" fmla="*/ 43 h 142"/>
                  <a:gd name="T56" fmla="*/ 105 w 140"/>
                  <a:gd name="T57" fmla="*/ 54 h 142"/>
                  <a:gd name="T58" fmla="*/ 112 w 140"/>
                  <a:gd name="T59" fmla="*/ 66 h 142"/>
                  <a:gd name="T60" fmla="*/ 118 w 140"/>
                  <a:gd name="T61" fmla="*/ 79 h 142"/>
                  <a:gd name="T62" fmla="*/ 123 w 140"/>
                  <a:gd name="T63" fmla="*/ 93 h 142"/>
                  <a:gd name="T64" fmla="*/ 128 w 140"/>
                  <a:gd name="T65" fmla="*/ 108 h 142"/>
                  <a:gd name="T66" fmla="*/ 131 w 140"/>
                  <a:gd name="T67" fmla="*/ 125 h 142"/>
                  <a:gd name="T68" fmla="*/ 134 w 140"/>
                  <a:gd name="T69" fmla="*/ 142 h 142"/>
                  <a:gd name="T70" fmla="*/ 134 w 140"/>
                  <a:gd name="T71" fmla="*/ 142 h 142"/>
                  <a:gd name="T72" fmla="*/ 140 w 140"/>
                  <a:gd name="T73" fmla="*/ 140 h 1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0"/>
                  <a:gd name="T112" fmla="*/ 0 h 142"/>
                  <a:gd name="T113" fmla="*/ 140 w 140"/>
                  <a:gd name="T114" fmla="*/ 142 h 14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0" h="142">
                    <a:moveTo>
                      <a:pt x="140" y="140"/>
                    </a:moveTo>
                    <a:lnTo>
                      <a:pt x="140" y="140"/>
                    </a:lnTo>
                    <a:lnTo>
                      <a:pt x="137" y="123"/>
                    </a:lnTo>
                    <a:lnTo>
                      <a:pt x="134" y="106"/>
                    </a:lnTo>
                    <a:lnTo>
                      <a:pt x="129" y="91"/>
                    </a:lnTo>
                    <a:lnTo>
                      <a:pt x="123" y="76"/>
                    </a:lnTo>
                    <a:lnTo>
                      <a:pt x="117" y="64"/>
                    </a:lnTo>
                    <a:lnTo>
                      <a:pt x="109" y="51"/>
                    </a:lnTo>
                    <a:lnTo>
                      <a:pt x="101" y="40"/>
                    </a:lnTo>
                    <a:lnTo>
                      <a:pt x="92" y="30"/>
                    </a:lnTo>
                    <a:lnTo>
                      <a:pt x="81" y="22"/>
                    </a:lnTo>
                    <a:lnTo>
                      <a:pt x="72" y="13"/>
                    </a:lnTo>
                    <a:lnTo>
                      <a:pt x="61" y="8"/>
                    </a:lnTo>
                    <a:lnTo>
                      <a:pt x="50" y="3"/>
                    </a:lnTo>
                    <a:lnTo>
                      <a:pt x="38" y="1"/>
                    </a:lnTo>
                    <a:lnTo>
                      <a:pt x="26" y="0"/>
                    </a:lnTo>
                    <a:lnTo>
                      <a:pt x="14" y="1"/>
                    </a:lnTo>
                    <a:lnTo>
                      <a:pt x="0" y="3"/>
                    </a:lnTo>
                    <a:lnTo>
                      <a:pt x="3" y="8"/>
                    </a:lnTo>
                    <a:lnTo>
                      <a:pt x="14" y="6"/>
                    </a:lnTo>
                    <a:lnTo>
                      <a:pt x="26" y="6"/>
                    </a:lnTo>
                    <a:lnTo>
                      <a:pt x="37" y="6"/>
                    </a:lnTo>
                    <a:lnTo>
                      <a:pt x="48" y="8"/>
                    </a:lnTo>
                    <a:lnTo>
                      <a:pt x="58" y="13"/>
                    </a:lnTo>
                    <a:lnTo>
                      <a:pt x="68" y="18"/>
                    </a:lnTo>
                    <a:lnTo>
                      <a:pt x="79" y="25"/>
                    </a:lnTo>
                    <a:lnTo>
                      <a:pt x="88" y="34"/>
                    </a:lnTo>
                    <a:lnTo>
                      <a:pt x="97" y="43"/>
                    </a:lnTo>
                    <a:lnTo>
                      <a:pt x="105" y="54"/>
                    </a:lnTo>
                    <a:lnTo>
                      <a:pt x="112" y="66"/>
                    </a:lnTo>
                    <a:lnTo>
                      <a:pt x="118" y="79"/>
                    </a:lnTo>
                    <a:lnTo>
                      <a:pt x="123" y="93"/>
                    </a:lnTo>
                    <a:lnTo>
                      <a:pt x="128" y="108"/>
                    </a:lnTo>
                    <a:lnTo>
                      <a:pt x="131" y="125"/>
                    </a:lnTo>
                    <a:lnTo>
                      <a:pt x="134" y="142"/>
                    </a:lnTo>
                    <a:lnTo>
                      <a:pt x="140" y="14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0" name="Freeform 523"/>
              <p:cNvSpPr>
                <a:spLocks/>
              </p:cNvSpPr>
              <p:nvPr/>
            </p:nvSpPr>
            <p:spPr bwMode="auto">
              <a:xfrm>
                <a:off x="740" y="1609"/>
                <a:ext cx="26" cy="51"/>
              </a:xfrm>
              <a:custGeom>
                <a:avLst/>
                <a:gdLst>
                  <a:gd name="T0" fmla="*/ 3 w 107"/>
                  <a:gd name="T1" fmla="*/ 205 h 205"/>
                  <a:gd name="T2" fmla="*/ 3 w 107"/>
                  <a:gd name="T3" fmla="*/ 205 h 205"/>
                  <a:gd name="T4" fmla="*/ 15 w 107"/>
                  <a:gd name="T5" fmla="*/ 200 h 205"/>
                  <a:gd name="T6" fmla="*/ 27 w 107"/>
                  <a:gd name="T7" fmla="*/ 196 h 205"/>
                  <a:gd name="T8" fmla="*/ 38 w 107"/>
                  <a:gd name="T9" fmla="*/ 187 h 205"/>
                  <a:gd name="T10" fmla="*/ 47 w 107"/>
                  <a:gd name="T11" fmla="*/ 179 h 205"/>
                  <a:gd name="T12" fmla="*/ 57 w 107"/>
                  <a:gd name="T13" fmla="*/ 169 h 205"/>
                  <a:gd name="T14" fmla="*/ 67 w 107"/>
                  <a:gd name="T15" fmla="*/ 157 h 205"/>
                  <a:gd name="T16" fmla="*/ 75 w 107"/>
                  <a:gd name="T17" fmla="*/ 145 h 205"/>
                  <a:gd name="T18" fmla="*/ 83 w 107"/>
                  <a:gd name="T19" fmla="*/ 131 h 205"/>
                  <a:gd name="T20" fmla="*/ 89 w 107"/>
                  <a:gd name="T21" fmla="*/ 117 h 205"/>
                  <a:gd name="T22" fmla="*/ 95 w 107"/>
                  <a:gd name="T23" fmla="*/ 102 h 205"/>
                  <a:gd name="T24" fmla="*/ 98 w 107"/>
                  <a:gd name="T25" fmla="*/ 86 h 205"/>
                  <a:gd name="T26" fmla="*/ 102 w 107"/>
                  <a:gd name="T27" fmla="*/ 69 h 205"/>
                  <a:gd name="T28" fmla="*/ 105 w 107"/>
                  <a:gd name="T29" fmla="*/ 53 h 205"/>
                  <a:gd name="T30" fmla="*/ 106 w 107"/>
                  <a:gd name="T31" fmla="*/ 36 h 205"/>
                  <a:gd name="T32" fmla="*/ 107 w 107"/>
                  <a:gd name="T33" fmla="*/ 19 h 205"/>
                  <a:gd name="T34" fmla="*/ 106 w 107"/>
                  <a:gd name="T35" fmla="*/ 0 h 205"/>
                  <a:gd name="T36" fmla="*/ 100 w 107"/>
                  <a:gd name="T37" fmla="*/ 2 h 205"/>
                  <a:gd name="T38" fmla="*/ 101 w 107"/>
                  <a:gd name="T39" fmla="*/ 19 h 205"/>
                  <a:gd name="T40" fmla="*/ 101 w 107"/>
                  <a:gd name="T41" fmla="*/ 36 h 205"/>
                  <a:gd name="T42" fmla="*/ 100 w 107"/>
                  <a:gd name="T43" fmla="*/ 53 h 205"/>
                  <a:gd name="T44" fmla="*/ 97 w 107"/>
                  <a:gd name="T45" fmla="*/ 68 h 205"/>
                  <a:gd name="T46" fmla="*/ 94 w 107"/>
                  <a:gd name="T47" fmla="*/ 84 h 205"/>
                  <a:gd name="T48" fmla="*/ 89 w 107"/>
                  <a:gd name="T49" fmla="*/ 100 h 205"/>
                  <a:gd name="T50" fmla="*/ 84 w 107"/>
                  <a:gd name="T51" fmla="*/ 114 h 205"/>
                  <a:gd name="T52" fmla="*/ 78 w 107"/>
                  <a:gd name="T53" fmla="*/ 129 h 205"/>
                  <a:gd name="T54" fmla="*/ 71 w 107"/>
                  <a:gd name="T55" fmla="*/ 141 h 205"/>
                  <a:gd name="T56" fmla="*/ 62 w 107"/>
                  <a:gd name="T57" fmla="*/ 153 h 205"/>
                  <a:gd name="T58" fmla="*/ 54 w 107"/>
                  <a:gd name="T59" fmla="*/ 164 h 205"/>
                  <a:gd name="T60" fmla="*/ 44 w 107"/>
                  <a:gd name="T61" fmla="*/ 175 h 205"/>
                  <a:gd name="T62" fmla="*/ 34 w 107"/>
                  <a:gd name="T63" fmla="*/ 182 h 205"/>
                  <a:gd name="T64" fmla="*/ 23 w 107"/>
                  <a:gd name="T65" fmla="*/ 191 h 205"/>
                  <a:gd name="T66" fmla="*/ 12 w 107"/>
                  <a:gd name="T67" fmla="*/ 196 h 205"/>
                  <a:gd name="T68" fmla="*/ 0 w 107"/>
                  <a:gd name="T69" fmla="*/ 200 h 205"/>
                  <a:gd name="T70" fmla="*/ 0 w 107"/>
                  <a:gd name="T71" fmla="*/ 200 h 205"/>
                  <a:gd name="T72" fmla="*/ 3 w 107"/>
                  <a:gd name="T73" fmla="*/ 205 h 2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7"/>
                  <a:gd name="T112" fmla="*/ 0 h 205"/>
                  <a:gd name="T113" fmla="*/ 107 w 107"/>
                  <a:gd name="T114" fmla="*/ 205 h 20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7" h="205">
                    <a:moveTo>
                      <a:pt x="3" y="205"/>
                    </a:moveTo>
                    <a:lnTo>
                      <a:pt x="3" y="205"/>
                    </a:lnTo>
                    <a:lnTo>
                      <a:pt x="15" y="200"/>
                    </a:lnTo>
                    <a:lnTo>
                      <a:pt x="27" y="196"/>
                    </a:lnTo>
                    <a:lnTo>
                      <a:pt x="38" y="187"/>
                    </a:lnTo>
                    <a:lnTo>
                      <a:pt x="47" y="179"/>
                    </a:lnTo>
                    <a:lnTo>
                      <a:pt x="57" y="169"/>
                    </a:lnTo>
                    <a:lnTo>
                      <a:pt x="67" y="157"/>
                    </a:lnTo>
                    <a:lnTo>
                      <a:pt x="75" y="145"/>
                    </a:lnTo>
                    <a:lnTo>
                      <a:pt x="83" y="131"/>
                    </a:lnTo>
                    <a:lnTo>
                      <a:pt x="89" y="117"/>
                    </a:lnTo>
                    <a:lnTo>
                      <a:pt x="95" y="102"/>
                    </a:lnTo>
                    <a:lnTo>
                      <a:pt x="98" y="86"/>
                    </a:lnTo>
                    <a:lnTo>
                      <a:pt x="102" y="69"/>
                    </a:lnTo>
                    <a:lnTo>
                      <a:pt x="105" y="53"/>
                    </a:lnTo>
                    <a:lnTo>
                      <a:pt x="106" y="36"/>
                    </a:lnTo>
                    <a:lnTo>
                      <a:pt x="107" y="19"/>
                    </a:lnTo>
                    <a:lnTo>
                      <a:pt x="106" y="0"/>
                    </a:lnTo>
                    <a:lnTo>
                      <a:pt x="100" y="2"/>
                    </a:lnTo>
                    <a:lnTo>
                      <a:pt x="101" y="19"/>
                    </a:lnTo>
                    <a:lnTo>
                      <a:pt x="101" y="36"/>
                    </a:lnTo>
                    <a:lnTo>
                      <a:pt x="100" y="53"/>
                    </a:lnTo>
                    <a:lnTo>
                      <a:pt x="97" y="68"/>
                    </a:lnTo>
                    <a:lnTo>
                      <a:pt x="94" y="84"/>
                    </a:lnTo>
                    <a:lnTo>
                      <a:pt x="89" y="100"/>
                    </a:lnTo>
                    <a:lnTo>
                      <a:pt x="84" y="114"/>
                    </a:lnTo>
                    <a:lnTo>
                      <a:pt x="78" y="129"/>
                    </a:lnTo>
                    <a:lnTo>
                      <a:pt x="71" y="141"/>
                    </a:lnTo>
                    <a:lnTo>
                      <a:pt x="62" y="153"/>
                    </a:lnTo>
                    <a:lnTo>
                      <a:pt x="54" y="164"/>
                    </a:lnTo>
                    <a:lnTo>
                      <a:pt x="44" y="175"/>
                    </a:lnTo>
                    <a:lnTo>
                      <a:pt x="34" y="182"/>
                    </a:lnTo>
                    <a:lnTo>
                      <a:pt x="23" y="191"/>
                    </a:lnTo>
                    <a:lnTo>
                      <a:pt x="12" y="196"/>
                    </a:lnTo>
                    <a:lnTo>
                      <a:pt x="0" y="200"/>
                    </a:lnTo>
                    <a:lnTo>
                      <a:pt x="3" y="20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1" name="Freeform 524"/>
              <p:cNvSpPr>
                <a:spLocks/>
              </p:cNvSpPr>
              <p:nvPr/>
            </p:nvSpPr>
            <p:spPr bwMode="auto">
              <a:xfrm>
                <a:off x="706" y="1593"/>
                <a:ext cx="60" cy="67"/>
              </a:xfrm>
              <a:custGeom>
                <a:avLst/>
                <a:gdLst>
                  <a:gd name="T0" fmla="*/ 122 w 239"/>
                  <a:gd name="T1" fmla="*/ 268 h 270"/>
                  <a:gd name="T2" fmla="*/ 98 w 239"/>
                  <a:gd name="T3" fmla="*/ 268 h 270"/>
                  <a:gd name="T4" fmla="*/ 76 w 239"/>
                  <a:gd name="T5" fmla="*/ 263 h 270"/>
                  <a:gd name="T6" fmla="*/ 56 w 239"/>
                  <a:gd name="T7" fmla="*/ 254 h 270"/>
                  <a:gd name="T8" fmla="*/ 37 w 239"/>
                  <a:gd name="T9" fmla="*/ 239 h 270"/>
                  <a:gd name="T10" fmla="*/ 23 w 239"/>
                  <a:gd name="T11" fmla="*/ 221 h 270"/>
                  <a:gd name="T12" fmla="*/ 11 w 239"/>
                  <a:gd name="T13" fmla="*/ 200 h 270"/>
                  <a:gd name="T14" fmla="*/ 3 w 239"/>
                  <a:gd name="T15" fmla="*/ 175 h 270"/>
                  <a:gd name="T16" fmla="*/ 0 w 239"/>
                  <a:gd name="T17" fmla="*/ 148 h 270"/>
                  <a:gd name="T18" fmla="*/ 2 w 239"/>
                  <a:gd name="T19" fmla="*/ 122 h 270"/>
                  <a:gd name="T20" fmla="*/ 8 w 239"/>
                  <a:gd name="T21" fmla="*/ 96 h 270"/>
                  <a:gd name="T22" fmla="*/ 18 w 239"/>
                  <a:gd name="T23" fmla="*/ 72 h 270"/>
                  <a:gd name="T24" fmla="*/ 33 w 239"/>
                  <a:gd name="T25" fmla="*/ 51 h 270"/>
                  <a:gd name="T26" fmla="*/ 49 w 239"/>
                  <a:gd name="T27" fmla="*/ 32 h 270"/>
                  <a:gd name="T28" fmla="*/ 70 w 239"/>
                  <a:gd name="T29" fmla="*/ 17 h 270"/>
                  <a:gd name="T30" fmla="*/ 92 w 239"/>
                  <a:gd name="T31" fmla="*/ 6 h 270"/>
                  <a:gd name="T32" fmla="*/ 116 w 239"/>
                  <a:gd name="T33" fmla="*/ 2 h 270"/>
                  <a:gd name="T34" fmla="*/ 139 w 239"/>
                  <a:gd name="T35" fmla="*/ 2 h 270"/>
                  <a:gd name="T36" fmla="*/ 162 w 239"/>
                  <a:gd name="T37" fmla="*/ 6 h 270"/>
                  <a:gd name="T38" fmla="*/ 183 w 239"/>
                  <a:gd name="T39" fmla="*/ 16 h 270"/>
                  <a:gd name="T40" fmla="*/ 201 w 239"/>
                  <a:gd name="T41" fmla="*/ 29 h 270"/>
                  <a:gd name="T42" fmla="*/ 216 w 239"/>
                  <a:gd name="T43" fmla="*/ 48 h 270"/>
                  <a:gd name="T44" fmla="*/ 228 w 239"/>
                  <a:gd name="T45" fmla="*/ 69 h 270"/>
                  <a:gd name="T46" fmla="*/ 235 w 239"/>
                  <a:gd name="T47" fmla="*/ 94 h 270"/>
                  <a:gd name="T48" fmla="*/ 239 w 239"/>
                  <a:gd name="T49" fmla="*/ 122 h 270"/>
                  <a:gd name="T50" fmla="*/ 236 w 239"/>
                  <a:gd name="T51" fmla="*/ 148 h 270"/>
                  <a:gd name="T52" fmla="*/ 230 w 239"/>
                  <a:gd name="T53" fmla="*/ 173 h 270"/>
                  <a:gd name="T54" fmla="*/ 219 w 239"/>
                  <a:gd name="T55" fmla="*/ 197 h 270"/>
                  <a:gd name="T56" fmla="*/ 206 w 239"/>
                  <a:gd name="T57" fmla="*/ 219 h 270"/>
                  <a:gd name="T58" fmla="*/ 189 w 239"/>
                  <a:gd name="T59" fmla="*/ 237 h 270"/>
                  <a:gd name="T60" fmla="*/ 168 w 239"/>
                  <a:gd name="T61" fmla="*/ 253 h 270"/>
                  <a:gd name="T62" fmla="*/ 147 w 239"/>
                  <a:gd name="T63" fmla="*/ 262 h 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9"/>
                  <a:gd name="T97" fmla="*/ 0 h 270"/>
                  <a:gd name="T98" fmla="*/ 239 w 239"/>
                  <a:gd name="T99" fmla="*/ 270 h 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9" h="270">
                    <a:moveTo>
                      <a:pt x="134" y="266"/>
                    </a:moveTo>
                    <a:lnTo>
                      <a:pt x="122" y="268"/>
                    </a:lnTo>
                    <a:lnTo>
                      <a:pt x="110" y="270"/>
                    </a:lnTo>
                    <a:lnTo>
                      <a:pt x="98" y="268"/>
                    </a:lnTo>
                    <a:lnTo>
                      <a:pt x="87" y="267"/>
                    </a:lnTo>
                    <a:lnTo>
                      <a:pt x="76" y="263"/>
                    </a:lnTo>
                    <a:lnTo>
                      <a:pt x="66" y="259"/>
                    </a:lnTo>
                    <a:lnTo>
                      <a:pt x="56" y="254"/>
                    </a:lnTo>
                    <a:lnTo>
                      <a:pt x="47" y="246"/>
                    </a:lnTo>
                    <a:lnTo>
                      <a:pt x="37" y="239"/>
                    </a:lnTo>
                    <a:lnTo>
                      <a:pt x="30" y="231"/>
                    </a:lnTo>
                    <a:lnTo>
                      <a:pt x="23" y="221"/>
                    </a:lnTo>
                    <a:lnTo>
                      <a:pt x="17" y="211"/>
                    </a:lnTo>
                    <a:lnTo>
                      <a:pt x="11" y="200"/>
                    </a:lnTo>
                    <a:lnTo>
                      <a:pt x="7" y="188"/>
                    </a:lnTo>
                    <a:lnTo>
                      <a:pt x="3" y="175"/>
                    </a:lnTo>
                    <a:lnTo>
                      <a:pt x="1" y="163"/>
                    </a:lnTo>
                    <a:lnTo>
                      <a:pt x="0" y="148"/>
                    </a:lnTo>
                    <a:lnTo>
                      <a:pt x="0" y="135"/>
                    </a:lnTo>
                    <a:lnTo>
                      <a:pt x="2" y="122"/>
                    </a:lnTo>
                    <a:lnTo>
                      <a:pt x="5" y="109"/>
                    </a:lnTo>
                    <a:lnTo>
                      <a:pt x="8" y="96"/>
                    </a:lnTo>
                    <a:lnTo>
                      <a:pt x="13" y="84"/>
                    </a:lnTo>
                    <a:lnTo>
                      <a:pt x="18" y="72"/>
                    </a:lnTo>
                    <a:lnTo>
                      <a:pt x="25" y="61"/>
                    </a:lnTo>
                    <a:lnTo>
                      <a:pt x="33" y="51"/>
                    </a:lnTo>
                    <a:lnTo>
                      <a:pt x="41" y="42"/>
                    </a:lnTo>
                    <a:lnTo>
                      <a:pt x="49" y="32"/>
                    </a:lnTo>
                    <a:lnTo>
                      <a:pt x="59" y="25"/>
                    </a:lnTo>
                    <a:lnTo>
                      <a:pt x="70" y="17"/>
                    </a:lnTo>
                    <a:lnTo>
                      <a:pt x="81" y="11"/>
                    </a:lnTo>
                    <a:lnTo>
                      <a:pt x="92" y="6"/>
                    </a:lnTo>
                    <a:lnTo>
                      <a:pt x="104" y="3"/>
                    </a:lnTo>
                    <a:lnTo>
                      <a:pt x="116" y="2"/>
                    </a:lnTo>
                    <a:lnTo>
                      <a:pt x="128" y="0"/>
                    </a:lnTo>
                    <a:lnTo>
                      <a:pt x="139" y="2"/>
                    </a:lnTo>
                    <a:lnTo>
                      <a:pt x="151" y="3"/>
                    </a:lnTo>
                    <a:lnTo>
                      <a:pt x="162" y="6"/>
                    </a:lnTo>
                    <a:lnTo>
                      <a:pt x="172" y="10"/>
                    </a:lnTo>
                    <a:lnTo>
                      <a:pt x="183" y="16"/>
                    </a:lnTo>
                    <a:lnTo>
                      <a:pt x="191" y="22"/>
                    </a:lnTo>
                    <a:lnTo>
                      <a:pt x="201" y="29"/>
                    </a:lnTo>
                    <a:lnTo>
                      <a:pt x="208" y="39"/>
                    </a:lnTo>
                    <a:lnTo>
                      <a:pt x="216" y="48"/>
                    </a:lnTo>
                    <a:lnTo>
                      <a:pt x="222" y="59"/>
                    </a:lnTo>
                    <a:lnTo>
                      <a:pt x="228" y="69"/>
                    </a:lnTo>
                    <a:lnTo>
                      <a:pt x="231" y="82"/>
                    </a:lnTo>
                    <a:lnTo>
                      <a:pt x="235" y="94"/>
                    </a:lnTo>
                    <a:lnTo>
                      <a:pt x="238" y="107"/>
                    </a:lnTo>
                    <a:lnTo>
                      <a:pt x="239" y="122"/>
                    </a:lnTo>
                    <a:lnTo>
                      <a:pt x="238" y="135"/>
                    </a:lnTo>
                    <a:lnTo>
                      <a:pt x="236" y="148"/>
                    </a:lnTo>
                    <a:lnTo>
                      <a:pt x="234" y="160"/>
                    </a:lnTo>
                    <a:lnTo>
                      <a:pt x="230" y="173"/>
                    </a:lnTo>
                    <a:lnTo>
                      <a:pt x="225" y="186"/>
                    </a:lnTo>
                    <a:lnTo>
                      <a:pt x="219" y="197"/>
                    </a:lnTo>
                    <a:lnTo>
                      <a:pt x="213" y="208"/>
                    </a:lnTo>
                    <a:lnTo>
                      <a:pt x="206" y="219"/>
                    </a:lnTo>
                    <a:lnTo>
                      <a:pt x="197" y="228"/>
                    </a:lnTo>
                    <a:lnTo>
                      <a:pt x="189" y="237"/>
                    </a:lnTo>
                    <a:lnTo>
                      <a:pt x="179" y="245"/>
                    </a:lnTo>
                    <a:lnTo>
                      <a:pt x="168" y="253"/>
                    </a:lnTo>
                    <a:lnTo>
                      <a:pt x="157" y="259"/>
                    </a:lnTo>
                    <a:lnTo>
                      <a:pt x="147" y="262"/>
                    </a:lnTo>
                    <a:lnTo>
                      <a:pt x="134" y="26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2" name="Freeform 525"/>
              <p:cNvSpPr>
                <a:spLocks/>
              </p:cNvSpPr>
              <p:nvPr/>
            </p:nvSpPr>
            <p:spPr bwMode="auto">
              <a:xfrm>
                <a:off x="706" y="1633"/>
                <a:ext cx="34" cy="28"/>
              </a:xfrm>
              <a:custGeom>
                <a:avLst/>
                <a:gdLst>
                  <a:gd name="T0" fmla="*/ 0 w 137"/>
                  <a:gd name="T1" fmla="*/ 1 h 110"/>
                  <a:gd name="T2" fmla="*/ 0 w 137"/>
                  <a:gd name="T3" fmla="*/ 1 h 110"/>
                  <a:gd name="T4" fmla="*/ 1 w 137"/>
                  <a:gd name="T5" fmla="*/ 14 h 110"/>
                  <a:gd name="T6" fmla="*/ 4 w 137"/>
                  <a:gd name="T7" fmla="*/ 26 h 110"/>
                  <a:gd name="T8" fmla="*/ 9 w 137"/>
                  <a:gd name="T9" fmla="*/ 40 h 110"/>
                  <a:gd name="T10" fmla="*/ 15 w 137"/>
                  <a:gd name="T11" fmla="*/ 51 h 110"/>
                  <a:gd name="T12" fmla="*/ 21 w 137"/>
                  <a:gd name="T13" fmla="*/ 61 h 110"/>
                  <a:gd name="T14" fmla="*/ 29 w 137"/>
                  <a:gd name="T15" fmla="*/ 71 h 110"/>
                  <a:gd name="T16" fmla="*/ 37 w 137"/>
                  <a:gd name="T17" fmla="*/ 80 h 110"/>
                  <a:gd name="T18" fmla="*/ 46 w 137"/>
                  <a:gd name="T19" fmla="*/ 87 h 110"/>
                  <a:gd name="T20" fmla="*/ 55 w 137"/>
                  <a:gd name="T21" fmla="*/ 94 h 110"/>
                  <a:gd name="T22" fmla="*/ 66 w 137"/>
                  <a:gd name="T23" fmla="*/ 99 h 110"/>
                  <a:gd name="T24" fmla="*/ 77 w 137"/>
                  <a:gd name="T25" fmla="*/ 104 h 110"/>
                  <a:gd name="T26" fmla="*/ 88 w 137"/>
                  <a:gd name="T27" fmla="*/ 108 h 110"/>
                  <a:gd name="T28" fmla="*/ 99 w 137"/>
                  <a:gd name="T29" fmla="*/ 109 h 110"/>
                  <a:gd name="T30" fmla="*/ 111 w 137"/>
                  <a:gd name="T31" fmla="*/ 110 h 110"/>
                  <a:gd name="T32" fmla="*/ 123 w 137"/>
                  <a:gd name="T33" fmla="*/ 109 h 110"/>
                  <a:gd name="T34" fmla="*/ 137 w 137"/>
                  <a:gd name="T35" fmla="*/ 108 h 110"/>
                  <a:gd name="T36" fmla="*/ 134 w 137"/>
                  <a:gd name="T37" fmla="*/ 101 h 110"/>
                  <a:gd name="T38" fmla="*/ 123 w 137"/>
                  <a:gd name="T39" fmla="*/ 104 h 110"/>
                  <a:gd name="T40" fmla="*/ 111 w 137"/>
                  <a:gd name="T41" fmla="*/ 104 h 110"/>
                  <a:gd name="T42" fmla="*/ 100 w 137"/>
                  <a:gd name="T43" fmla="*/ 104 h 110"/>
                  <a:gd name="T44" fmla="*/ 89 w 137"/>
                  <a:gd name="T45" fmla="*/ 101 h 110"/>
                  <a:gd name="T46" fmla="*/ 78 w 137"/>
                  <a:gd name="T47" fmla="*/ 99 h 110"/>
                  <a:gd name="T48" fmla="*/ 69 w 137"/>
                  <a:gd name="T49" fmla="*/ 94 h 110"/>
                  <a:gd name="T50" fmla="*/ 59 w 137"/>
                  <a:gd name="T51" fmla="*/ 89 h 110"/>
                  <a:gd name="T52" fmla="*/ 49 w 137"/>
                  <a:gd name="T53" fmla="*/ 82 h 110"/>
                  <a:gd name="T54" fmla="*/ 41 w 137"/>
                  <a:gd name="T55" fmla="*/ 76 h 110"/>
                  <a:gd name="T56" fmla="*/ 32 w 137"/>
                  <a:gd name="T57" fmla="*/ 66 h 110"/>
                  <a:gd name="T58" fmla="*/ 26 w 137"/>
                  <a:gd name="T59" fmla="*/ 58 h 110"/>
                  <a:gd name="T60" fmla="*/ 20 w 137"/>
                  <a:gd name="T61" fmla="*/ 48 h 110"/>
                  <a:gd name="T62" fmla="*/ 14 w 137"/>
                  <a:gd name="T63" fmla="*/ 37 h 110"/>
                  <a:gd name="T64" fmla="*/ 10 w 137"/>
                  <a:gd name="T65" fmla="*/ 25 h 110"/>
                  <a:gd name="T66" fmla="*/ 7 w 137"/>
                  <a:gd name="T67" fmla="*/ 13 h 110"/>
                  <a:gd name="T68" fmla="*/ 4 w 137"/>
                  <a:gd name="T69" fmla="*/ 0 h 110"/>
                  <a:gd name="T70" fmla="*/ 4 w 137"/>
                  <a:gd name="T71" fmla="*/ 0 h 110"/>
                  <a:gd name="T72" fmla="*/ 0 w 137"/>
                  <a:gd name="T73" fmla="*/ 1 h 1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7"/>
                  <a:gd name="T112" fmla="*/ 0 h 110"/>
                  <a:gd name="T113" fmla="*/ 137 w 137"/>
                  <a:gd name="T114" fmla="*/ 110 h 1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7" h="110">
                    <a:moveTo>
                      <a:pt x="0" y="1"/>
                    </a:moveTo>
                    <a:lnTo>
                      <a:pt x="0" y="1"/>
                    </a:lnTo>
                    <a:lnTo>
                      <a:pt x="1" y="14"/>
                    </a:lnTo>
                    <a:lnTo>
                      <a:pt x="4" y="26"/>
                    </a:lnTo>
                    <a:lnTo>
                      <a:pt x="9" y="40"/>
                    </a:lnTo>
                    <a:lnTo>
                      <a:pt x="15" y="51"/>
                    </a:lnTo>
                    <a:lnTo>
                      <a:pt x="21" y="61"/>
                    </a:lnTo>
                    <a:lnTo>
                      <a:pt x="29" y="71"/>
                    </a:lnTo>
                    <a:lnTo>
                      <a:pt x="37" y="80"/>
                    </a:lnTo>
                    <a:lnTo>
                      <a:pt x="46" y="87"/>
                    </a:lnTo>
                    <a:lnTo>
                      <a:pt x="55" y="94"/>
                    </a:lnTo>
                    <a:lnTo>
                      <a:pt x="66" y="99"/>
                    </a:lnTo>
                    <a:lnTo>
                      <a:pt x="77" y="104"/>
                    </a:lnTo>
                    <a:lnTo>
                      <a:pt x="88" y="108"/>
                    </a:lnTo>
                    <a:lnTo>
                      <a:pt x="99" y="109"/>
                    </a:lnTo>
                    <a:lnTo>
                      <a:pt x="111" y="110"/>
                    </a:lnTo>
                    <a:lnTo>
                      <a:pt x="123" y="109"/>
                    </a:lnTo>
                    <a:lnTo>
                      <a:pt x="137" y="108"/>
                    </a:lnTo>
                    <a:lnTo>
                      <a:pt x="134" y="101"/>
                    </a:lnTo>
                    <a:lnTo>
                      <a:pt x="123" y="104"/>
                    </a:lnTo>
                    <a:lnTo>
                      <a:pt x="111" y="104"/>
                    </a:lnTo>
                    <a:lnTo>
                      <a:pt x="100" y="104"/>
                    </a:lnTo>
                    <a:lnTo>
                      <a:pt x="89" y="101"/>
                    </a:lnTo>
                    <a:lnTo>
                      <a:pt x="78" y="99"/>
                    </a:lnTo>
                    <a:lnTo>
                      <a:pt x="69" y="94"/>
                    </a:lnTo>
                    <a:lnTo>
                      <a:pt x="59" y="89"/>
                    </a:lnTo>
                    <a:lnTo>
                      <a:pt x="49" y="82"/>
                    </a:lnTo>
                    <a:lnTo>
                      <a:pt x="41" y="76"/>
                    </a:lnTo>
                    <a:lnTo>
                      <a:pt x="32" y="66"/>
                    </a:lnTo>
                    <a:lnTo>
                      <a:pt x="26" y="58"/>
                    </a:lnTo>
                    <a:lnTo>
                      <a:pt x="20" y="48"/>
                    </a:lnTo>
                    <a:lnTo>
                      <a:pt x="14" y="37"/>
                    </a:lnTo>
                    <a:lnTo>
                      <a:pt x="10" y="25"/>
                    </a:lnTo>
                    <a:lnTo>
                      <a:pt x="7" y="13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3" name="Freeform 526"/>
              <p:cNvSpPr>
                <a:spLocks/>
              </p:cNvSpPr>
              <p:nvPr/>
            </p:nvSpPr>
            <p:spPr bwMode="auto">
              <a:xfrm>
                <a:off x="706" y="1593"/>
                <a:ext cx="27" cy="41"/>
              </a:xfrm>
              <a:custGeom>
                <a:avLst/>
                <a:gdLst>
                  <a:gd name="T0" fmla="*/ 106 w 107"/>
                  <a:gd name="T1" fmla="*/ 0 h 163"/>
                  <a:gd name="T2" fmla="*/ 106 w 107"/>
                  <a:gd name="T3" fmla="*/ 0 h 163"/>
                  <a:gd name="T4" fmla="*/ 94 w 107"/>
                  <a:gd name="T5" fmla="*/ 4 h 163"/>
                  <a:gd name="T6" fmla="*/ 83 w 107"/>
                  <a:gd name="T7" fmla="*/ 9 h 163"/>
                  <a:gd name="T8" fmla="*/ 71 w 107"/>
                  <a:gd name="T9" fmla="*/ 15 h 163"/>
                  <a:gd name="T10" fmla="*/ 61 w 107"/>
                  <a:gd name="T11" fmla="*/ 22 h 163"/>
                  <a:gd name="T12" fmla="*/ 50 w 107"/>
                  <a:gd name="T13" fmla="*/ 31 h 163"/>
                  <a:gd name="T14" fmla="*/ 42 w 107"/>
                  <a:gd name="T15" fmla="*/ 39 h 163"/>
                  <a:gd name="T16" fmla="*/ 33 w 107"/>
                  <a:gd name="T17" fmla="*/ 49 h 163"/>
                  <a:gd name="T18" fmla="*/ 26 w 107"/>
                  <a:gd name="T19" fmla="*/ 60 h 163"/>
                  <a:gd name="T20" fmla="*/ 19 w 107"/>
                  <a:gd name="T21" fmla="*/ 71 h 163"/>
                  <a:gd name="T22" fmla="*/ 14 w 107"/>
                  <a:gd name="T23" fmla="*/ 83 h 163"/>
                  <a:gd name="T24" fmla="*/ 8 w 107"/>
                  <a:gd name="T25" fmla="*/ 96 h 163"/>
                  <a:gd name="T26" fmla="*/ 4 w 107"/>
                  <a:gd name="T27" fmla="*/ 108 h 163"/>
                  <a:gd name="T28" fmla="*/ 2 w 107"/>
                  <a:gd name="T29" fmla="*/ 122 h 163"/>
                  <a:gd name="T30" fmla="*/ 0 w 107"/>
                  <a:gd name="T31" fmla="*/ 135 h 163"/>
                  <a:gd name="T32" fmla="*/ 0 w 107"/>
                  <a:gd name="T33" fmla="*/ 148 h 163"/>
                  <a:gd name="T34" fmla="*/ 2 w 107"/>
                  <a:gd name="T35" fmla="*/ 163 h 163"/>
                  <a:gd name="T36" fmla="*/ 6 w 107"/>
                  <a:gd name="T37" fmla="*/ 162 h 163"/>
                  <a:gd name="T38" fmla="*/ 6 w 107"/>
                  <a:gd name="T39" fmla="*/ 148 h 163"/>
                  <a:gd name="T40" fmla="*/ 6 w 107"/>
                  <a:gd name="T41" fmla="*/ 135 h 163"/>
                  <a:gd name="T42" fmla="*/ 8 w 107"/>
                  <a:gd name="T43" fmla="*/ 123 h 163"/>
                  <a:gd name="T44" fmla="*/ 10 w 107"/>
                  <a:gd name="T45" fmla="*/ 109 h 163"/>
                  <a:gd name="T46" fmla="*/ 14 w 107"/>
                  <a:gd name="T47" fmla="*/ 97 h 163"/>
                  <a:gd name="T48" fmla="*/ 19 w 107"/>
                  <a:gd name="T49" fmla="*/ 85 h 163"/>
                  <a:gd name="T50" fmla="*/ 23 w 107"/>
                  <a:gd name="T51" fmla="*/ 73 h 163"/>
                  <a:gd name="T52" fmla="*/ 31 w 107"/>
                  <a:gd name="T53" fmla="*/ 63 h 163"/>
                  <a:gd name="T54" fmla="*/ 37 w 107"/>
                  <a:gd name="T55" fmla="*/ 52 h 163"/>
                  <a:gd name="T56" fmla="*/ 45 w 107"/>
                  <a:gd name="T57" fmla="*/ 43 h 163"/>
                  <a:gd name="T58" fmla="*/ 55 w 107"/>
                  <a:gd name="T59" fmla="*/ 34 h 163"/>
                  <a:gd name="T60" fmla="*/ 63 w 107"/>
                  <a:gd name="T61" fmla="*/ 27 h 163"/>
                  <a:gd name="T62" fmla="*/ 74 w 107"/>
                  <a:gd name="T63" fmla="*/ 20 h 163"/>
                  <a:gd name="T64" fmla="*/ 85 w 107"/>
                  <a:gd name="T65" fmla="*/ 14 h 163"/>
                  <a:gd name="T66" fmla="*/ 95 w 107"/>
                  <a:gd name="T67" fmla="*/ 10 h 163"/>
                  <a:gd name="T68" fmla="*/ 107 w 107"/>
                  <a:gd name="T69" fmla="*/ 6 h 163"/>
                  <a:gd name="T70" fmla="*/ 107 w 107"/>
                  <a:gd name="T71" fmla="*/ 6 h 163"/>
                  <a:gd name="T72" fmla="*/ 106 w 107"/>
                  <a:gd name="T73" fmla="*/ 0 h 16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7"/>
                  <a:gd name="T112" fmla="*/ 0 h 163"/>
                  <a:gd name="T113" fmla="*/ 107 w 107"/>
                  <a:gd name="T114" fmla="*/ 163 h 16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7" h="163">
                    <a:moveTo>
                      <a:pt x="106" y="0"/>
                    </a:moveTo>
                    <a:lnTo>
                      <a:pt x="106" y="0"/>
                    </a:lnTo>
                    <a:lnTo>
                      <a:pt x="94" y="4"/>
                    </a:lnTo>
                    <a:lnTo>
                      <a:pt x="83" y="9"/>
                    </a:lnTo>
                    <a:lnTo>
                      <a:pt x="71" y="15"/>
                    </a:lnTo>
                    <a:lnTo>
                      <a:pt x="61" y="22"/>
                    </a:lnTo>
                    <a:lnTo>
                      <a:pt x="50" y="31"/>
                    </a:lnTo>
                    <a:lnTo>
                      <a:pt x="42" y="39"/>
                    </a:lnTo>
                    <a:lnTo>
                      <a:pt x="33" y="49"/>
                    </a:lnTo>
                    <a:lnTo>
                      <a:pt x="26" y="60"/>
                    </a:lnTo>
                    <a:lnTo>
                      <a:pt x="19" y="71"/>
                    </a:lnTo>
                    <a:lnTo>
                      <a:pt x="14" y="83"/>
                    </a:lnTo>
                    <a:lnTo>
                      <a:pt x="8" y="96"/>
                    </a:lnTo>
                    <a:lnTo>
                      <a:pt x="4" y="108"/>
                    </a:lnTo>
                    <a:lnTo>
                      <a:pt x="2" y="122"/>
                    </a:lnTo>
                    <a:lnTo>
                      <a:pt x="0" y="135"/>
                    </a:lnTo>
                    <a:lnTo>
                      <a:pt x="0" y="148"/>
                    </a:lnTo>
                    <a:lnTo>
                      <a:pt x="2" y="163"/>
                    </a:lnTo>
                    <a:lnTo>
                      <a:pt x="6" y="162"/>
                    </a:lnTo>
                    <a:lnTo>
                      <a:pt x="6" y="148"/>
                    </a:lnTo>
                    <a:lnTo>
                      <a:pt x="6" y="135"/>
                    </a:lnTo>
                    <a:lnTo>
                      <a:pt x="8" y="123"/>
                    </a:lnTo>
                    <a:lnTo>
                      <a:pt x="10" y="109"/>
                    </a:lnTo>
                    <a:lnTo>
                      <a:pt x="14" y="97"/>
                    </a:lnTo>
                    <a:lnTo>
                      <a:pt x="19" y="85"/>
                    </a:lnTo>
                    <a:lnTo>
                      <a:pt x="23" y="73"/>
                    </a:lnTo>
                    <a:lnTo>
                      <a:pt x="31" y="63"/>
                    </a:lnTo>
                    <a:lnTo>
                      <a:pt x="37" y="52"/>
                    </a:lnTo>
                    <a:lnTo>
                      <a:pt x="45" y="43"/>
                    </a:lnTo>
                    <a:lnTo>
                      <a:pt x="55" y="34"/>
                    </a:lnTo>
                    <a:lnTo>
                      <a:pt x="63" y="27"/>
                    </a:lnTo>
                    <a:lnTo>
                      <a:pt x="74" y="20"/>
                    </a:lnTo>
                    <a:lnTo>
                      <a:pt x="85" y="14"/>
                    </a:lnTo>
                    <a:lnTo>
                      <a:pt x="95" y="10"/>
                    </a:lnTo>
                    <a:lnTo>
                      <a:pt x="107" y="6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4" name="Freeform 527"/>
              <p:cNvSpPr>
                <a:spLocks/>
              </p:cNvSpPr>
              <p:nvPr/>
            </p:nvSpPr>
            <p:spPr bwMode="auto">
              <a:xfrm>
                <a:off x="732" y="1592"/>
                <a:ext cx="34" cy="28"/>
              </a:xfrm>
              <a:custGeom>
                <a:avLst/>
                <a:gdLst>
                  <a:gd name="T0" fmla="*/ 137 w 137"/>
                  <a:gd name="T1" fmla="*/ 109 h 110"/>
                  <a:gd name="T2" fmla="*/ 137 w 137"/>
                  <a:gd name="T3" fmla="*/ 109 h 110"/>
                  <a:gd name="T4" fmla="*/ 136 w 137"/>
                  <a:gd name="T5" fmla="*/ 96 h 110"/>
                  <a:gd name="T6" fmla="*/ 132 w 137"/>
                  <a:gd name="T7" fmla="*/ 82 h 110"/>
                  <a:gd name="T8" fmla="*/ 127 w 137"/>
                  <a:gd name="T9" fmla="*/ 70 h 110"/>
                  <a:gd name="T10" fmla="*/ 121 w 137"/>
                  <a:gd name="T11" fmla="*/ 59 h 110"/>
                  <a:gd name="T12" fmla="*/ 115 w 137"/>
                  <a:gd name="T13" fmla="*/ 48 h 110"/>
                  <a:gd name="T14" fmla="*/ 108 w 137"/>
                  <a:gd name="T15" fmla="*/ 39 h 110"/>
                  <a:gd name="T16" fmla="*/ 99 w 137"/>
                  <a:gd name="T17" fmla="*/ 30 h 110"/>
                  <a:gd name="T18" fmla="*/ 91 w 137"/>
                  <a:gd name="T19" fmla="*/ 22 h 110"/>
                  <a:gd name="T20" fmla="*/ 81 w 137"/>
                  <a:gd name="T21" fmla="*/ 16 h 110"/>
                  <a:gd name="T22" fmla="*/ 70 w 137"/>
                  <a:gd name="T23" fmla="*/ 10 h 110"/>
                  <a:gd name="T24" fmla="*/ 59 w 137"/>
                  <a:gd name="T25" fmla="*/ 5 h 110"/>
                  <a:gd name="T26" fmla="*/ 48 w 137"/>
                  <a:gd name="T27" fmla="*/ 2 h 110"/>
                  <a:gd name="T28" fmla="*/ 37 w 137"/>
                  <a:gd name="T29" fmla="*/ 0 h 110"/>
                  <a:gd name="T30" fmla="*/ 25 w 137"/>
                  <a:gd name="T31" fmla="*/ 0 h 110"/>
                  <a:gd name="T32" fmla="*/ 12 w 137"/>
                  <a:gd name="T33" fmla="*/ 0 h 110"/>
                  <a:gd name="T34" fmla="*/ 0 w 137"/>
                  <a:gd name="T35" fmla="*/ 2 h 110"/>
                  <a:gd name="T36" fmla="*/ 1 w 137"/>
                  <a:gd name="T37" fmla="*/ 8 h 110"/>
                  <a:gd name="T38" fmla="*/ 13 w 137"/>
                  <a:gd name="T39" fmla="*/ 6 h 110"/>
                  <a:gd name="T40" fmla="*/ 25 w 137"/>
                  <a:gd name="T41" fmla="*/ 5 h 110"/>
                  <a:gd name="T42" fmla="*/ 36 w 137"/>
                  <a:gd name="T43" fmla="*/ 6 h 110"/>
                  <a:gd name="T44" fmla="*/ 47 w 137"/>
                  <a:gd name="T45" fmla="*/ 7 h 110"/>
                  <a:gd name="T46" fmla="*/ 58 w 137"/>
                  <a:gd name="T47" fmla="*/ 11 h 110"/>
                  <a:gd name="T48" fmla="*/ 68 w 137"/>
                  <a:gd name="T49" fmla="*/ 14 h 110"/>
                  <a:gd name="T50" fmla="*/ 77 w 137"/>
                  <a:gd name="T51" fmla="*/ 21 h 110"/>
                  <a:gd name="T52" fmla="*/ 87 w 137"/>
                  <a:gd name="T53" fmla="*/ 27 h 110"/>
                  <a:gd name="T54" fmla="*/ 96 w 137"/>
                  <a:gd name="T55" fmla="*/ 34 h 110"/>
                  <a:gd name="T56" fmla="*/ 104 w 137"/>
                  <a:gd name="T57" fmla="*/ 42 h 110"/>
                  <a:gd name="T58" fmla="*/ 110 w 137"/>
                  <a:gd name="T59" fmla="*/ 52 h 110"/>
                  <a:gd name="T60" fmla="*/ 116 w 137"/>
                  <a:gd name="T61" fmla="*/ 62 h 110"/>
                  <a:gd name="T62" fmla="*/ 122 w 137"/>
                  <a:gd name="T63" fmla="*/ 73 h 110"/>
                  <a:gd name="T64" fmla="*/ 126 w 137"/>
                  <a:gd name="T65" fmla="*/ 85 h 110"/>
                  <a:gd name="T66" fmla="*/ 130 w 137"/>
                  <a:gd name="T67" fmla="*/ 97 h 110"/>
                  <a:gd name="T68" fmla="*/ 132 w 137"/>
                  <a:gd name="T69" fmla="*/ 110 h 110"/>
                  <a:gd name="T70" fmla="*/ 132 w 137"/>
                  <a:gd name="T71" fmla="*/ 110 h 110"/>
                  <a:gd name="T72" fmla="*/ 137 w 137"/>
                  <a:gd name="T73" fmla="*/ 109 h 1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7"/>
                  <a:gd name="T112" fmla="*/ 0 h 110"/>
                  <a:gd name="T113" fmla="*/ 137 w 137"/>
                  <a:gd name="T114" fmla="*/ 110 h 1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7" h="110">
                    <a:moveTo>
                      <a:pt x="137" y="109"/>
                    </a:moveTo>
                    <a:lnTo>
                      <a:pt x="137" y="109"/>
                    </a:lnTo>
                    <a:lnTo>
                      <a:pt x="136" y="96"/>
                    </a:lnTo>
                    <a:lnTo>
                      <a:pt x="132" y="82"/>
                    </a:lnTo>
                    <a:lnTo>
                      <a:pt x="127" y="70"/>
                    </a:lnTo>
                    <a:lnTo>
                      <a:pt x="121" y="59"/>
                    </a:lnTo>
                    <a:lnTo>
                      <a:pt x="115" y="48"/>
                    </a:lnTo>
                    <a:lnTo>
                      <a:pt x="108" y="39"/>
                    </a:lnTo>
                    <a:lnTo>
                      <a:pt x="99" y="30"/>
                    </a:lnTo>
                    <a:lnTo>
                      <a:pt x="91" y="22"/>
                    </a:lnTo>
                    <a:lnTo>
                      <a:pt x="81" y="16"/>
                    </a:lnTo>
                    <a:lnTo>
                      <a:pt x="70" y="10"/>
                    </a:lnTo>
                    <a:lnTo>
                      <a:pt x="59" y="5"/>
                    </a:lnTo>
                    <a:lnTo>
                      <a:pt x="48" y="2"/>
                    </a:lnTo>
                    <a:lnTo>
                      <a:pt x="37" y="0"/>
                    </a:lnTo>
                    <a:lnTo>
                      <a:pt x="25" y="0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1" y="8"/>
                    </a:lnTo>
                    <a:lnTo>
                      <a:pt x="13" y="6"/>
                    </a:lnTo>
                    <a:lnTo>
                      <a:pt x="25" y="5"/>
                    </a:lnTo>
                    <a:lnTo>
                      <a:pt x="36" y="6"/>
                    </a:lnTo>
                    <a:lnTo>
                      <a:pt x="47" y="7"/>
                    </a:lnTo>
                    <a:lnTo>
                      <a:pt x="58" y="11"/>
                    </a:lnTo>
                    <a:lnTo>
                      <a:pt x="68" y="14"/>
                    </a:lnTo>
                    <a:lnTo>
                      <a:pt x="77" y="21"/>
                    </a:lnTo>
                    <a:lnTo>
                      <a:pt x="87" y="27"/>
                    </a:lnTo>
                    <a:lnTo>
                      <a:pt x="96" y="34"/>
                    </a:lnTo>
                    <a:lnTo>
                      <a:pt x="104" y="42"/>
                    </a:lnTo>
                    <a:lnTo>
                      <a:pt x="110" y="52"/>
                    </a:lnTo>
                    <a:lnTo>
                      <a:pt x="116" y="62"/>
                    </a:lnTo>
                    <a:lnTo>
                      <a:pt x="122" y="73"/>
                    </a:lnTo>
                    <a:lnTo>
                      <a:pt x="126" y="85"/>
                    </a:lnTo>
                    <a:lnTo>
                      <a:pt x="130" y="97"/>
                    </a:lnTo>
                    <a:lnTo>
                      <a:pt x="132" y="110"/>
                    </a:lnTo>
                    <a:lnTo>
                      <a:pt x="137" y="10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5" name="Freeform 528"/>
              <p:cNvSpPr>
                <a:spLocks/>
              </p:cNvSpPr>
              <p:nvPr/>
            </p:nvSpPr>
            <p:spPr bwMode="auto">
              <a:xfrm>
                <a:off x="740" y="1620"/>
                <a:ext cx="27" cy="40"/>
              </a:xfrm>
              <a:custGeom>
                <a:avLst/>
                <a:gdLst>
                  <a:gd name="T0" fmla="*/ 3 w 108"/>
                  <a:gd name="T1" fmla="*/ 163 h 163"/>
                  <a:gd name="T2" fmla="*/ 3 w 108"/>
                  <a:gd name="T3" fmla="*/ 163 h 163"/>
                  <a:gd name="T4" fmla="*/ 15 w 108"/>
                  <a:gd name="T5" fmla="*/ 159 h 163"/>
                  <a:gd name="T6" fmla="*/ 26 w 108"/>
                  <a:gd name="T7" fmla="*/ 154 h 163"/>
                  <a:gd name="T8" fmla="*/ 38 w 108"/>
                  <a:gd name="T9" fmla="*/ 148 h 163"/>
                  <a:gd name="T10" fmla="*/ 47 w 108"/>
                  <a:gd name="T11" fmla="*/ 141 h 163"/>
                  <a:gd name="T12" fmla="*/ 57 w 108"/>
                  <a:gd name="T13" fmla="*/ 132 h 163"/>
                  <a:gd name="T14" fmla="*/ 67 w 108"/>
                  <a:gd name="T15" fmla="*/ 124 h 163"/>
                  <a:gd name="T16" fmla="*/ 75 w 108"/>
                  <a:gd name="T17" fmla="*/ 113 h 163"/>
                  <a:gd name="T18" fmla="*/ 83 w 108"/>
                  <a:gd name="T19" fmla="*/ 103 h 163"/>
                  <a:gd name="T20" fmla="*/ 89 w 108"/>
                  <a:gd name="T21" fmla="*/ 91 h 163"/>
                  <a:gd name="T22" fmla="*/ 95 w 108"/>
                  <a:gd name="T23" fmla="*/ 80 h 163"/>
                  <a:gd name="T24" fmla="*/ 100 w 108"/>
                  <a:gd name="T25" fmla="*/ 67 h 163"/>
                  <a:gd name="T26" fmla="*/ 103 w 108"/>
                  <a:gd name="T27" fmla="*/ 55 h 163"/>
                  <a:gd name="T28" fmla="*/ 106 w 108"/>
                  <a:gd name="T29" fmla="*/ 41 h 163"/>
                  <a:gd name="T30" fmla="*/ 108 w 108"/>
                  <a:gd name="T31" fmla="*/ 28 h 163"/>
                  <a:gd name="T32" fmla="*/ 108 w 108"/>
                  <a:gd name="T33" fmla="*/ 15 h 163"/>
                  <a:gd name="T34" fmla="*/ 107 w 108"/>
                  <a:gd name="T35" fmla="*/ 0 h 163"/>
                  <a:gd name="T36" fmla="*/ 102 w 108"/>
                  <a:gd name="T37" fmla="*/ 1 h 163"/>
                  <a:gd name="T38" fmla="*/ 102 w 108"/>
                  <a:gd name="T39" fmla="*/ 15 h 163"/>
                  <a:gd name="T40" fmla="*/ 102 w 108"/>
                  <a:gd name="T41" fmla="*/ 27 h 163"/>
                  <a:gd name="T42" fmla="*/ 101 w 108"/>
                  <a:gd name="T43" fmla="*/ 40 h 163"/>
                  <a:gd name="T44" fmla="*/ 98 w 108"/>
                  <a:gd name="T45" fmla="*/ 53 h 163"/>
                  <a:gd name="T46" fmla="*/ 95 w 108"/>
                  <a:gd name="T47" fmla="*/ 66 h 163"/>
                  <a:gd name="T48" fmla="*/ 90 w 108"/>
                  <a:gd name="T49" fmla="*/ 78 h 163"/>
                  <a:gd name="T50" fmla="*/ 84 w 108"/>
                  <a:gd name="T51" fmla="*/ 89 h 163"/>
                  <a:gd name="T52" fmla="*/ 78 w 108"/>
                  <a:gd name="T53" fmla="*/ 99 h 163"/>
                  <a:gd name="T54" fmla="*/ 71 w 108"/>
                  <a:gd name="T55" fmla="*/ 110 h 163"/>
                  <a:gd name="T56" fmla="*/ 62 w 108"/>
                  <a:gd name="T57" fmla="*/ 119 h 163"/>
                  <a:gd name="T58" fmla="*/ 54 w 108"/>
                  <a:gd name="T59" fmla="*/ 129 h 163"/>
                  <a:gd name="T60" fmla="*/ 44 w 108"/>
                  <a:gd name="T61" fmla="*/ 136 h 163"/>
                  <a:gd name="T62" fmla="*/ 34 w 108"/>
                  <a:gd name="T63" fmla="*/ 143 h 163"/>
                  <a:gd name="T64" fmla="*/ 23 w 108"/>
                  <a:gd name="T65" fmla="*/ 149 h 163"/>
                  <a:gd name="T66" fmla="*/ 12 w 108"/>
                  <a:gd name="T67" fmla="*/ 153 h 163"/>
                  <a:gd name="T68" fmla="*/ 0 w 108"/>
                  <a:gd name="T69" fmla="*/ 156 h 163"/>
                  <a:gd name="T70" fmla="*/ 0 w 108"/>
                  <a:gd name="T71" fmla="*/ 156 h 163"/>
                  <a:gd name="T72" fmla="*/ 3 w 108"/>
                  <a:gd name="T73" fmla="*/ 163 h 16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8"/>
                  <a:gd name="T112" fmla="*/ 0 h 163"/>
                  <a:gd name="T113" fmla="*/ 108 w 108"/>
                  <a:gd name="T114" fmla="*/ 163 h 16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8" h="163">
                    <a:moveTo>
                      <a:pt x="3" y="163"/>
                    </a:moveTo>
                    <a:lnTo>
                      <a:pt x="3" y="163"/>
                    </a:lnTo>
                    <a:lnTo>
                      <a:pt x="15" y="159"/>
                    </a:lnTo>
                    <a:lnTo>
                      <a:pt x="26" y="154"/>
                    </a:lnTo>
                    <a:lnTo>
                      <a:pt x="38" y="148"/>
                    </a:lnTo>
                    <a:lnTo>
                      <a:pt x="47" y="141"/>
                    </a:lnTo>
                    <a:lnTo>
                      <a:pt x="57" y="132"/>
                    </a:lnTo>
                    <a:lnTo>
                      <a:pt x="67" y="124"/>
                    </a:lnTo>
                    <a:lnTo>
                      <a:pt x="75" y="113"/>
                    </a:lnTo>
                    <a:lnTo>
                      <a:pt x="83" y="103"/>
                    </a:lnTo>
                    <a:lnTo>
                      <a:pt x="89" y="91"/>
                    </a:lnTo>
                    <a:lnTo>
                      <a:pt x="95" y="80"/>
                    </a:lnTo>
                    <a:lnTo>
                      <a:pt x="100" y="67"/>
                    </a:lnTo>
                    <a:lnTo>
                      <a:pt x="103" y="55"/>
                    </a:lnTo>
                    <a:lnTo>
                      <a:pt x="106" y="41"/>
                    </a:lnTo>
                    <a:lnTo>
                      <a:pt x="108" y="28"/>
                    </a:lnTo>
                    <a:lnTo>
                      <a:pt x="108" y="15"/>
                    </a:lnTo>
                    <a:lnTo>
                      <a:pt x="107" y="0"/>
                    </a:lnTo>
                    <a:lnTo>
                      <a:pt x="102" y="1"/>
                    </a:lnTo>
                    <a:lnTo>
                      <a:pt x="102" y="15"/>
                    </a:lnTo>
                    <a:lnTo>
                      <a:pt x="102" y="27"/>
                    </a:lnTo>
                    <a:lnTo>
                      <a:pt x="101" y="40"/>
                    </a:lnTo>
                    <a:lnTo>
                      <a:pt x="98" y="53"/>
                    </a:lnTo>
                    <a:lnTo>
                      <a:pt x="95" y="66"/>
                    </a:lnTo>
                    <a:lnTo>
                      <a:pt x="90" y="78"/>
                    </a:lnTo>
                    <a:lnTo>
                      <a:pt x="84" y="89"/>
                    </a:lnTo>
                    <a:lnTo>
                      <a:pt x="78" y="99"/>
                    </a:lnTo>
                    <a:lnTo>
                      <a:pt x="71" y="110"/>
                    </a:lnTo>
                    <a:lnTo>
                      <a:pt x="62" y="119"/>
                    </a:lnTo>
                    <a:lnTo>
                      <a:pt x="54" y="129"/>
                    </a:lnTo>
                    <a:lnTo>
                      <a:pt x="44" y="136"/>
                    </a:lnTo>
                    <a:lnTo>
                      <a:pt x="34" y="143"/>
                    </a:lnTo>
                    <a:lnTo>
                      <a:pt x="23" y="149"/>
                    </a:lnTo>
                    <a:lnTo>
                      <a:pt x="12" y="153"/>
                    </a:lnTo>
                    <a:lnTo>
                      <a:pt x="0" y="156"/>
                    </a:lnTo>
                    <a:lnTo>
                      <a:pt x="3" y="16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6" name="Freeform 529"/>
              <p:cNvSpPr>
                <a:spLocks/>
              </p:cNvSpPr>
              <p:nvPr/>
            </p:nvSpPr>
            <p:spPr bwMode="auto">
              <a:xfrm>
                <a:off x="731" y="1623"/>
                <a:ext cx="8" cy="12"/>
              </a:xfrm>
              <a:custGeom>
                <a:avLst/>
                <a:gdLst>
                  <a:gd name="T0" fmla="*/ 10 w 32"/>
                  <a:gd name="T1" fmla="*/ 46 h 46"/>
                  <a:gd name="T2" fmla="*/ 6 w 32"/>
                  <a:gd name="T3" fmla="*/ 44 h 46"/>
                  <a:gd name="T4" fmla="*/ 4 w 32"/>
                  <a:gd name="T5" fmla="*/ 42 h 46"/>
                  <a:gd name="T6" fmla="*/ 2 w 32"/>
                  <a:gd name="T7" fmla="*/ 40 h 46"/>
                  <a:gd name="T8" fmla="*/ 1 w 32"/>
                  <a:gd name="T9" fmla="*/ 36 h 46"/>
                  <a:gd name="T10" fmla="*/ 0 w 32"/>
                  <a:gd name="T11" fmla="*/ 32 h 46"/>
                  <a:gd name="T12" fmla="*/ 0 w 32"/>
                  <a:gd name="T13" fmla="*/ 27 h 46"/>
                  <a:gd name="T14" fmla="*/ 0 w 32"/>
                  <a:gd name="T15" fmla="*/ 24 h 46"/>
                  <a:gd name="T16" fmla="*/ 1 w 32"/>
                  <a:gd name="T17" fmla="*/ 19 h 46"/>
                  <a:gd name="T18" fmla="*/ 2 w 32"/>
                  <a:gd name="T19" fmla="*/ 14 h 46"/>
                  <a:gd name="T20" fmla="*/ 5 w 32"/>
                  <a:gd name="T21" fmla="*/ 9 h 46"/>
                  <a:gd name="T22" fmla="*/ 7 w 32"/>
                  <a:gd name="T23" fmla="*/ 6 h 46"/>
                  <a:gd name="T24" fmla="*/ 10 w 32"/>
                  <a:gd name="T25" fmla="*/ 3 h 46"/>
                  <a:gd name="T26" fmla="*/ 12 w 32"/>
                  <a:gd name="T27" fmla="*/ 1 h 46"/>
                  <a:gd name="T28" fmla="*/ 16 w 32"/>
                  <a:gd name="T29" fmla="*/ 0 h 46"/>
                  <a:gd name="T30" fmla="*/ 18 w 32"/>
                  <a:gd name="T31" fmla="*/ 0 h 46"/>
                  <a:gd name="T32" fmla="*/ 22 w 32"/>
                  <a:gd name="T33" fmla="*/ 0 h 46"/>
                  <a:gd name="T34" fmla="*/ 24 w 32"/>
                  <a:gd name="T35" fmla="*/ 1 h 46"/>
                  <a:gd name="T36" fmla="*/ 27 w 32"/>
                  <a:gd name="T37" fmla="*/ 3 h 46"/>
                  <a:gd name="T38" fmla="*/ 29 w 32"/>
                  <a:gd name="T39" fmla="*/ 6 h 46"/>
                  <a:gd name="T40" fmla="*/ 30 w 32"/>
                  <a:gd name="T41" fmla="*/ 9 h 46"/>
                  <a:gd name="T42" fmla="*/ 32 w 32"/>
                  <a:gd name="T43" fmla="*/ 14 h 46"/>
                  <a:gd name="T44" fmla="*/ 32 w 32"/>
                  <a:gd name="T45" fmla="*/ 18 h 46"/>
                  <a:gd name="T46" fmla="*/ 32 w 32"/>
                  <a:gd name="T47" fmla="*/ 23 h 46"/>
                  <a:gd name="T48" fmla="*/ 30 w 32"/>
                  <a:gd name="T49" fmla="*/ 27 h 46"/>
                  <a:gd name="T50" fmla="*/ 29 w 32"/>
                  <a:gd name="T51" fmla="*/ 32 h 46"/>
                  <a:gd name="T52" fmla="*/ 27 w 32"/>
                  <a:gd name="T53" fmla="*/ 36 h 46"/>
                  <a:gd name="T54" fmla="*/ 24 w 32"/>
                  <a:gd name="T55" fmla="*/ 40 h 46"/>
                  <a:gd name="T56" fmla="*/ 22 w 32"/>
                  <a:gd name="T57" fmla="*/ 42 h 46"/>
                  <a:gd name="T58" fmla="*/ 19 w 32"/>
                  <a:gd name="T59" fmla="*/ 44 h 46"/>
                  <a:gd name="T60" fmla="*/ 16 w 32"/>
                  <a:gd name="T61" fmla="*/ 46 h 46"/>
                  <a:gd name="T62" fmla="*/ 12 w 32"/>
                  <a:gd name="T63" fmla="*/ 46 h 46"/>
                  <a:gd name="T64" fmla="*/ 10 w 32"/>
                  <a:gd name="T65" fmla="*/ 46 h 4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2"/>
                  <a:gd name="T100" fmla="*/ 0 h 46"/>
                  <a:gd name="T101" fmla="*/ 32 w 32"/>
                  <a:gd name="T102" fmla="*/ 46 h 4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2" h="46">
                    <a:moveTo>
                      <a:pt x="10" y="46"/>
                    </a:moveTo>
                    <a:lnTo>
                      <a:pt x="6" y="44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0" y="27"/>
                    </a:lnTo>
                    <a:lnTo>
                      <a:pt x="0" y="24"/>
                    </a:lnTo>
                    <a:lnTo>
                      <a:pt x="1" y="19"/>
                    </a:lnTo>
                    <a:lnTo>
                      <a:pt x="2" y="14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0" y="9"/>
                    </a:lnTo>
                    <a:lnTo>
                      <a:pt x="32" y="14"/>
                    </a:lnTo>
                    <a:lnTo>
                      <a:pt x="32" y="18"/>
                    </a:lnTo>
                    <a:lnTo>
                      <a:pt x="32" y="23"/>
                    </a:lnTo>
                    <a:lnTo>
                      <a:pt x="30" y="27"/>
                    </a:lnTo>
                    <a:lnTo>
                      <a:pt x="29" y="32"/>
                    </a:lnTo>
                    <a:lnTo>
                      <a:pt x="27" y="36"/>
                    </a:lnTo>
                    <a:lnTo>
                      <a:pt x="24" y="40"/>
                    </a:lnTo>
                    <a:lnTo>
                      <a:pt x="22" y="42"/>
                    </a:lnTo>
                    <a:lnTo>
                      <a:pt x="19" y="44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7" name="Freeform 530"/>
              <p:cNvSpPr>
                <a:spLocks/>
              </p:cNvSpPr>
              <p:nvPr/>
            </p:nvSpPr>
            <p:spPr bwMode="auto">
              <a:xfrm>
                <a:off x="730" y="1628"/>
                <a:ext cx="3" cy="8"/>
              </a:xfrm>
              <a:custGeom>
                <a:avLst/>
                <a:gdLst>
                  <a:gd name="T0" fmla="*/ 2 w 14"/>
                  <a:gd name="T1" fmla="*/ 0 h 30"/>
                  <a:gd name="T2" fmla="*/ 2 w 14"/>
                  <a:gd name="T3" fmla="*/ 0 h 30"/>
                  <a:gd name="T4" fmla="*/ 0 w 14"/>
                  <a:gd name="T5" fmla="*/ 5 h 30"/>
                  <a:gd name="T6" fmla="*/ 0 w 14"/>
                  <a:gd name="T7" fmla="*/ 9 h 30"/>
                  <a:gd name="T8" fmla="*/ 0 w 14"/>
                  <a:gd name="T9" fmla="*/ 14 h 30"/>
                  <a:gd name="T10" fmla="*/ 2 w 14"/>
                  <a:gd name="T11" fmla="*/ 19 h 30"/>
                  <a:gd name="T12" fmla="*/ 4 w 14"/>
                  <a:gd name="T13" fmla="*/ 23 h 30"/>
                  <a:gd name="T14" fmla="*/ 6 w 14"/>
                  <a:gd name="T15" fmla="*/ 26 h 30"/>
                  <a:gd name="T16" fmla="*/ 9 w 14"/>
                  <a:gd name="T17" fmla="*/ 29 h 30"/>
                  <a:gd name="T18" fmla="*/ 13 w 14"/>
                  <a:gd name="T19" fmla="*/ 30 h 30"/>
                  <a:gd name="T20" fmla="*/ 14 w 14"/>
                  <a:gd name="T21" fmla="*/ 25 h 30"/>
                  <a:gd name="T22" fmla="*/ 13 w 14"/>
                  <a:gd name="T23" fmla="*/ 24 h 30"/>
                  <a:gd name="T24" fmla="*/ 10 w 14"/>
                  <a:gd name="T25" fmla="*/ 23 h 30"/>
                  <a:gd name="T26" fmla="*/ 9 w 14"/>
                  <a:gd name="T27" fmla="*/ 20 h 30"/>
                  <a:gd name="T28" fmla="*/ 8 w 14"/>
                  <a:gd name="T29" fmla="*/ 18 h 30"/>
                  <a:gd name="T30" fmla="*/ 6 w 14"/>
                  <a:gd name="T31" fmla="*/ 14 h 30"/>
                  <a:gd name="T32" fmla="*/ 6 w 14"/>
                  <a:gd name="T33" fmla="*/ 9 h 30"/>
                  <a:gd name="T34" fmla="*/ 6 w 14"/>
                  <a:gd name="T35" fmla="*/ 6 h 30"/>
                  <a:gd name="T36" fmla="*/ 8 w 14"/>
                  <a:gd name="T37" fmla="*/ 1 h 30"/>
                  <a:gd name="T38" fmla="*/ 8 w 14"/>
                  <a:gd name="T39" fmla="*/ 1 h 30"/>
                  <a:gd name="T40" fmla="*/ 2 w 14"/>
                  <a:gd name="T41" fmla="*/ 0 h 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4"/>
                  <a:gd name="T64" fmla="*/ 0 h 30"/>
                  <a:gd name="T65" fmla="*/ 14 w 14"/>
                  <a:gd name="T66" fmla="*/ 30 h 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4" h="30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6" y="26"/>
                    </a:lnTo>
                    <a:lnTo>
                      <a:pt x="9" y="29"/>
                    </a:lnTo>
                    <a:lnTo>
                      <a:pt x="13" y="30"/>
                    </a:lnTo>
                    <a:lnTo>
                      <a:pt x="14" y="25"/>
                    </a:lnTo>
                    <a:lnTo>
                      <a:pt x="13" y="24"/>
                    </a:lnTo>
                    <a:lnTo>
                      <a:pt x="10" y="23"/>
                    </a:lnTo>
                    <a:lnTo>
                      <a:pt x="9" y="20"/>
                    </a:lnTo>
                    <a:lnTo>
                      <a:pt x="8" y="18"/>
                    </a:lnTo>
                    <a:lnTo>
                      <a:pt x="6" y="14"/>
                    </a:lnTo>
                    <a:lnTo>
                      <a:pt x="6" y="9"/>
                    </a:lnTo>
                    <a:lnTo>
                      <a:pt x="6" y="6"/>
                    </a:lnTo>
                    <a:lnTo>
                      <a:pt x="8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8" name="Freeform 531"/>
              <p:cNvSpPr>
                <a:spLocks/>
              </p:cNvSpPr>
              <p:nvPr/>
            </p:nvSpPr>
            <p:spPr bwMode="auto">
              <a:xfrm>
                <a:off x="730" y="1622"/>
                <a:ext cx="7" cy="6"/>
              </a:xfrm>
              <a:custGeom>
                <a:avLst/>
                <a:gdLst>
                  <a:gd name="T0" fmla="*/ 25 w 25"/>
                  <a:gd name="T1" fmla="*/ 1 h 23"/>
                  <a:gd name="T2" fmla="*/ 25 w 25"/>
                  <a:gd name="T3" fmla="*/ 1 h 23"/>
                  <a:gd name="T4" fmla="*/ 20 w 25"/>
                  <a:gd name="T5" fmla="*/ 0 h 23"/>
                  <a:gd name="T6" fmla="*/ 17 w 25"/>
                  <a:gd name="T7" fmla="*/ 1 h 23"/>
                  <a:gd name="T8" fmla="*/ 13 w 25"/>
                  <a:gd name="T9" fmla="*/ 2 h 23"/>
                  <a:gd name="T10" fmla="*/ 9 w 25"/>
                  <a:gd name="T11" fmla="*/ 5 h 23"/>
                  <a:gd name="T12" fmla="*/ 7 w 25"/>
                  <a:gd name="T13" fmla="*/ 8 h 23"/>
                  <a:gd name="T14" fmla="*/ 4 w 25"/>
                  <a:gd name="T15" fmla="*/ 12 h 23"/>
                  <a:gd name="T16" fmla="*/ 2 w 25"/>
                  <a:gd name="T17" fmla="*/ 17 h 23"/>
                  <a:gd name="T18" fmla="*/ 0 w 25"/>
                  <a:gd name="T19" fmla="*/ 22 h 23"/>
                  <a:gd name="T20" fmla="*/ 6 w 25"/>
                  <a:gd name="T21" fmla="*/ 23 h 23"/>
                  <a:gd name="T22" fmla="*/ 7 w 25"/>
                  <a:gd name="T23" fmla="*/ 19 h 23"/>
                  <a:gd name="T24" fmla="*/ 9 w 25"/>
                  <a:gd name="T25" fmla="*/ 14 h 23"/>
                  <a:gd name="T26" fmla="*/ 11 w 25"/>
                  <a:gd name="T27" fmla="*/ 12 h 23"/>
                  <a:gd name="T28" fmla="*/ 14 w 25"/>
                  <a:gd name="T29" fmla="*/ 10 h 23"/>
                  <a:gd name="T30" fmla="*/ 17 w 25"/>
                  <a:gd name="T31" fmla="*/ 7 h 23"/>
                  <a:gd name="T32" fmla="*/ 19 w 25"/>
                  <a:gd name="T33" fmla="*/ 6 h 23"/>
                  <a:gd name="T34" fmla="*/ 20 w 25"/>
                  <a:gd name="T35" fmla="*/ 6 h 23"/>
                  <a:gd name="T36" fmla="*/ 23 w 25"/>
                  <a:gd name="T37" fmla="*/ 6 h 23"/>
                  <a:gd name="T38" fmla="*/ 23 w 25"/>
                  <a:gd name="T39" fmla="*/ 6 h 23"/>
                  <a:gd name="T40" fmla="*/ 25 w 25"/>
                  <a:gd name="T41" fmla="*/ 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23"/>
                  <a:gd name="T65" fmla="*/ 25 w 25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23">
                    <a:moveTo>
                      <a:pt x="25" y="1"/>
                    </a:moveTo>
                    <a:lnTo>
                      <a:pt x="25" y="1"/>
                    </a:lnTo>
                    <a:lnTo>
                      <a:pt x="20" y="0"/>
                    </a:lnTo>
                    <a:lnTo>
                      <a:pt x="17" y="1"/>
                    </a:lnTo>
                    <a:lnTo>
                      <a:pt x="13" y="2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4" y="12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9" y="14"/>
                    </a:lnTo>
                    <a:lnTo>
                      <a:pt x="11" y="12"/>
                    </a:lnTo>
                    <a:lnTo>
                      <a:pt x="14" y="10"/>
                    </a:lnTo>
                    <a:lnTo>
                      <a:pt x="17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3" y="6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9" name="Freeform 532"/>
              <p:cNvSpPr>
                <a:spLocks/>
              </p:cNvSpPr>
              <p:nvPr/>
            </p:nvSpPr>
            <p:spPr bwMode="auto">
              <a:xfrm>
                <a:off x="736" y="1623"/>
                <a:ext cx="4" cy="8"/>
              </a:xfrm>
              <a:custGeom>
                <a:avLst/>
                <a:gdLst>
                  <a:gd name="T0" fmla="*/ 13 w 14"/>
                  <a:gd name="T1" fmla="*/ 32 h 32"/>
                  <a:gd name="T2" fmla="*/ 13 w 14"/>
                  <a:gd name="T3" fmla="*/ 32 h 32"/>
                  <a:gd name="T4" fmla="*/ 13 w 14"/>
                  <a:gd name="T5" fmla="*/ 26 h 32"/>
                  <a:gd name="T6" fmla="*/ 14 w 14"/>
                  <a:gd name="T7" fmla="*/ 21 h 32"/>
                  <a:gd name="T8" fmla="*/ 13 w 14"/>
                  <a:gd name="T9" fmla="*/ 16 h 32"/>
                  <a:gd name="T10" fmla="*/ 13 w 14"/>
                  <a:gd name="T11" fmla="*/ 12 h 32"/>
                  <a:gd name="T12" fmla="*/ 11 w 14"/>
                  <a:gd name="T13" fmla="*/ 7 h 32"/>
                  <a:gd name="T14" fmla="*/ 8 w 14"/>
                  <a:gd name="T15" fmla="*/ 4 h 32"/>
                  <a:gd name="T16" fmla="*/ 6 w 14"/>
                  <a:gd name="T17" fmla="*/ 1 h 32"/>
                  <a:gd name="T18" fmla="*/ 2 w 14"/>
                  <a:gd name="T19" fmla="*/ 0 h 32"/>
                  <a:gd name="T20" fmla="*/ 0 w 14"/>
                  <a:gd name="T21" fmla="*/ 5 h 32"/>
                  <a:gd name="T22" fmla="*/ 2 w 14"/>
                  <a:gd name="T23" fmla="*/ 6 h 32"/>
                  <a:gd name="T24" fmla="*/ 4 w 14"/>
                  <a:gd name="T25" fmla="*/ 9 h 32"/>
                  <a:gd name="T26" fmla="*/ 6 w 14"/>
                  <a:gd name="T27" fmla="*/ 10 h 32"/>
                  <a:gd name="T28" fmla="*/ 7 w 14"/>
                  <a:gd name="T29" fmla="*/ 13 h 32"/>
                  <a:gd name="T30" fmla="*/ 8 w 14"/>
                  <a:gd name="T31" fmla="*/ 17 h 32"/>
                  <a:gd name="T32" fmla="*/ 8 w 14"/>
                  <a:gd name="T33" fmla="*/ 21 h 32"/>
                  <a:gd name="T34" fmla="*/ 8 w 14"/>
                  <a:gd name="T35" fmla="*/ 26 h 32"/>
                  <a:gd name="T36" fmla="*/ 7 w 14"/>
                  <a:gd name="T37" fmla="*/ 29 h 32"/>
                  <a:gd name="T38" fmla="*/ 7 w 14"/>
                  <a:gd name="T39" fmla="*/ 29 h 32"/>
                  <a:gd name="T40" fmla="*/ 13 w 14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4"/>
                  <a:gd name="T64" fmla="*/ 0 h 32"/>
                  <a:gd name="T65" fmla="*/ 14 w 14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4" h="32">
                    <a:moveTo>
                      <a:pt x="13" y="32"/>
                    </a:moveTo>
                    <a:lnTo>
                      <a:pt x="13" y="32"/>
                    </a:lnTo>
                    <a:lnTo>
                      <a:pt x="13" y="26"/>
                    </a:lnTo>
                    <a:lnTo>
                      <a:pt x="14" y="21"/>
                    </a:lnTo>
                    <a:lnTo>
                      <a:pt x="13" y="16"/>
                    </a:lnTo>
                    <a:lnTo>
                      <a:pt x="13" y="12"/>
                    </a:lnTo>
                    <a:lnTo>
                      <a:pt x="11" y="7"/>
                    </a:lnTo>
                    <a:lnTo>
                      <a:pt x="8" y="4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9"/>
                    </a:lnTo>
                    <a:lnTo>
                      <a:pt x="6" y="10"/>
                    </a:lnTo>
                    <a:lnTo>
                      <a:pt x="7" y="13"/>
                    </a:lnTo>
                    <a:lnTo>
                      <a:pt x="8" y="17"/>
                    </a:lnTo>
                    <a:lnTo>
                      <a:pt x="8" y="21"/>
                    </a:lnTo>
                    <a:lnTo>
                      <a:pt x="8" y="26"/>
                    </a:lnTo>
                    <a:lnTo>
                      <a:pt x="7" y="29"/>
                    </a:lnTo>
                    <a:lnTo>
                      <a:pt x="13" y="3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0" name="Freeform 533"/>
              <p:cNvSpPr>
                <a:spLocks/>
              </p:cNvSpPr>
              <p:nvPr/>
            </p:nvSpPr>
            <p:spPr bwMode="auto">
              <a:xfrm>
                <a:off x="733" y="1630"/>
                <a:ext cx="6" cy="6"/>
              </a:xfrm>
              <a:custGeom>
                <a:avLst/>
                <a:gdLst>
                  <a:gd name="T0" fmla="*/ 0 w 25"/>
                  <a:gd name="T1" fmla="*/ 22 h 23"/>
                  <a:gd name="T2" fmla="*/ 0 w 25"/>
                  <a:gd name="T3" fmla="*/ 22 h 23"/>
                  <a:gd name="T4" fmla="*/ 3 w 25"/>
                  <a:gd name="T5" fmla="*/ 23 h 23"/>
                  <a:gd name="T6" fmla="*/ 8 w 25"/>
                  <a:gd name="T7" fmla="*/ 22 h 23"/>
                  <a:gd name="T8" fmla="*/ 12 w 25"/>
                  <a:gd name="T9" fmla="*/ 21 h 23"/>
                  <a:gd name="T10" fmla="*/ 15 w 25"/>
                  <a:gd name="T11" fmla="*/ 18 h 23"/>
                  <a:gd name="T12" fmla="*/ 18 w 25"/>
                  <a:gd name="T13" fmla="*/ 15 h 23"/>
                  <a:gd name="T14" fmla="*/ 20 w 25"/>
                  <a:gd name="T15" fmla="*/ 11 h 23"/>
                  <a:gd name="T16" fmla="*/ 23 w 25"/>
                  <a:gd name="T17" fmla="*/ 8 h 23"/>
                  <a:gd name="T18" fmla="*/ 25 w 25"/>
                  <a:gd name="T19" fmla="*/ 3 h 23"/>
                  <a:gd name="T20" fmla="*/ 19 w 25"/>
                  <a:gd name="T21" fmla="*/ 0 h 23"/>
                  <a:gd name="T22" fmla="*/ 18 w 25"/>
                  <a:gd name="T23" fmla="*/ 5 h 23"/>
                  <a:gd name="T24" fmla="*/ 15 w 25"/>
                  <a:gd name="T25" fmla="*/ 9 h 23"/>
                  <a:gd name="T26" fmla="*/ 14 w 25"/>
                  <a:gd name="T27" fmla="*/ 12 h 23"/>
                  <a:gd name="T28" fmla="*/ 10 w 25"/>
                  <a:gd name="T29" fmla="*/ 15 h 23"/>
                  <a:gd name="T30" fmla="*/ 8 w 25"/>
                  <a:gd name="T31" fmla="*/ 16 h 23"/>
                  <a:gd name="T32" fmla="*/ 6 w 25"/>
                  <a:gd name="T33" fmla="*/ 17 h 23"/>
                  <a:gd name="T34" fmla="*/ 3 w 25"/>
                  <a:gd name="T35" fmla="*/ 17 h 23"/>
                  <a:gd name="T36" fmla="*/ 1 w 25"/>
                  <a:gd name="T37" fmla="*/ 17 h 23"/>
                  <a:gd name="T38" fmla="*/ 1 w 25"/>
                  <a:gd name="T39" fmla="*/ 17 h 23"/>
                  <a:gd name="T40" fmla="*/ 0 w 25"/>
                  <a:gd name="T41" fmla="*/ 22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23"/>
                  <a:gd name="T65" fmla="*/ 25 w 25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23">
                    <a:moveTo>
                      <a:pt x="0" y="22"/>
                    </a:moveTo>
                    <a:lnTo>
                      <a:pt x="0" y="22"/>
                    </a:lnTo>
                    <a:lnTo>
                      <a:pt x="3" y="23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3" y="8"/>
                    </a:lnTo>
                    <a:lnTo>
                      <a:pt x="25" y="3"/>
                    </a:lnTo>
                    <a:lnTo>
                      <a:pt x="19" y="0"/>
                    </a:lnTo>
                    <a:lnTo>
                      <a:pt x="18" y="5"/>
                    </a:lnTo>
                    <a:lnTo>
                      <a:pt x="15" y="9"/>
                    </a:lnTo>
                    <a:lnTo>
                      <a:pt x="14" y="12"/>
                    </a:lnTo>
                    <a:lnTo>
                      <a:pt x="10" y="15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3" y="17"/>
                    </a:lnTo>
                    <a:lnTo>
                      <a:pt x="1" y="17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1" name="Freeform 534"/>
              <p:cNvSpPr>
                <a:spLocks/>
              </p:cNvSpPr>
              <p:nvPr/>
            </p:nvSpPr>
            <p:spPr bwMode="auto">
              <a:xfrm>
                <a:off x="621" y="1555"/>
                <a:ext cx="25" cy="68"/>
              </a:xfrm>
              <a:custGeom>
                <a:avLst/>
                <a:gdLst>
                  <a:gd name="T0" fmla="*/ 72 w 99"/>
                  <a:gd name="T1" fmla="*/ 0 h 270"/>
                  <a:gd name="T2" fmla="*/ 72 w 99"/>
                  <a:gd name="T3" fmla="*/ 0 h 270"/>
                  <a:gd name="T4" fmla="*/ 72 w 99"/>
                  <a:gd name="T5" fmla="*/ 1 h 270"/>
                  <a:gd name="T6" fmla="*/ 72 w 99"/>
                  <a:gd name="T7" fmla="*/ 3 h 270"/>
                  <a:gd name="T8" fmla="*/ 72 w 99"/>
                  <a:gd name="T9" fmla="*/ 6 h 270"/>
                  <a:gd name="T10" fmla="*/ 72 w 99"/>
                  <a:gd name="T11" fmla="*/ 9 h 270"/>
                  <a:gd name="T12" fmla="*/ 72 w 99"/>
                  <a:gd name="T13" fmla="*/ 13 h 270"/>
                  <a:gd name="T14" fmla="*/ 72 w 99"/>
                  <a:gd name="T15" fmla="*/ 17 h 270"/>
                  <a:gd name="T16" fmla="*/ 72 w 99"/>
                  <a:gd name="T17" fmla="*/ 23 h 270"/>
                  <a:gd name="T18" fmla="*/ 72 w 99"/>
                  <a:gd name="T19" fmla="*/ 28 h 270"/>
                  <a:gd name="T20" fmla="*/ 72 w 99"/>
                  <a:gd name="T21" fmla="*/ 35 h 270"/>
                  <a:gd name="T22" fmla="*/ 72 w 99"/>
                  <a:gd name="T23" fmla="*/ 41 h 270"/>
                  <a:gd name="T24" fmla="*/ 72 w 99"/>
                  <a:gd name="T25" fmla="*/ 48 h 270"/>
                  <a:gd name="T26" fmla="*/ 74 w 99"/>
                  <a:gd name="T27" fmla="*/ 57 h 270"/>
                  <a:gd name="T28" fmla="*/ 74 w 99"/>
                  <a:gd name="T29" fmla="*/ 65 h 270"/>
                  <a:gd name="T30" fmla="*/ 74 w 99"/>
                  <a:gd name="T31" fmla="*/ 74 h 270"/>
                  <a:gd name="T32" fmla="*/ 75 w 99"/>
                  <a:gd name="T33" fmla="*/ 82 h 270"/>
                  <a:gd name="T34" fmla="*/ 75 w 99"/>
                  <a:gd name="T35" fmla="*/ 92 h 270"/>
                  <a:gd name="T36" fmla="*/ 76 w 99"/>
                  <a:gd name="T37" fmla="*/ 103 h 270"/>
                  <a:gd name="T38" fmla="*/ 77 w 99"/>
                  <a:gd name="T39" fmla="*/ 113 h 270"/>
                  <a:gd name="T40" fmla="*/ 77 w 99"/>
                  <a:gd name="T41" fmla="*/ 123 h 270"/>
                  <a:gd name="T42" fmla="*/ 79 w 99"/>
                  <a:gd name="T43" fmla="*/ 134 h 270"/>
                  <a:gd name="T44" fmla="*/ 80 w 99"/>
                  <a:gd name="T45" fmla="*/ 145 h 270"/>
                  <a:gd name="T46" fmla="*/ 81 w 99"/>
                  <a:gd name="T47" fmla="*/ 157 h 270"/>
                  <a:gd name="T48" fmla="*/ 82 w 99"/>
                  <a:gd name="T49" fmla="*/ 170 h 270"/>
                  <a:gd name="T50" fmla="*/ 85 w 99"/>
                  <a:gd name="T51" fmla="*/ 182 h 270"/>
                  <a:gd name="T52" fmla="*/ 86 w 99"/>
                  <a:gd name="T53" fmla="*/ 194 h 270"/>
                  <a:gd name="T54" fmla="*/ 88 w 99"/>
                  <a:gd name="T55" fmla="*/ 206 h 270"/>
                  <a:gd name="T56" fmla="*/ 89 w 99"/>
                  <a:gd name="T57" fmla="*/ 219 h 270"/>
                  <a:gd name="T58" fmla="*/ 92 w 99"/>
                  <a:gd name="T59" fmla="*/ 231 h 270"/>
                  <a:gd name="T60" fmla="*/ 94 w 99"/>
                  <a:gd name="T61" fmla="*/ 245 h 270"/>
                  <a:gd name="T62" fmla="*/ 97 w 99"/>
                  <a:gd name="T63" fmla="*/ 258 h 270"/>
                  <a:gd name="T64" fmla="*/ 99 w 99"/>
                  <a:gd name="T65" fmla="*/ 270 h 270"/>
                  <a:gd name="T66" fmla="*/ 0 w 99"/>
                  <a:gd name="T67" fmla="*/ 230 h 270"/>
                  <a:gd name="T68" fmla="*/ 1 w 99"/>
                  <a:gd name="T69" fmla="*/ 205 h 270"/>
                  <a:gd name="T70" fmla="*/ 2 w 99"/>
                  <a:gd name="T71" fmla="*/ 182 h 270"/>
                  <a:gd name="T72" fmla="*/ 3 w 99"/>
                  <a:gd name="T73" fmla="*/ 162 h 270"/>
                  <a:gd name="T74" fmla="*/ 3 w 99"/>
                  <a:gd name="T75" fmla="*/ 144 h 270"/>
                  <a:gd name="T76" fmla="*/ 5 w 99"/>
                  <a:gd name="T77" fmla="*/ 128 h 270"/>
                  <a:gd name="T78" fmla="*/ 5 w 99"/>
                  <a:gd name="T79" fmla="*/ 114 h 270"/>
                  <a:gd name="T80" fmla="*/ 5 w 99"/>
                  <a:gd name="T81" fmla="*/ 102 h 270"/>
                  <a:gd name="T82" fmla="*/ 5 w 99"/>
                  <a:gd name="T83" fmla="*/ 92 h 270"/>
                  <a:gd name="T84" fmla="*/ 5 w 99"/>
                  <a:gd name="T85" fmla="*/ 82 h 270"/>
                  <a:gd name="T86" fmla="*/ 5 w 99"/>
                  <a:gd name="T87" fmla="*/ 75 h 270"/>
                  <a:gd name="T88" fmla="*/ 3 w 99"/>
                  <a:gd name="T89" fmla="*/ 70 h 270"/>
                  <a:gd name="T90" fmla="*/ 3 w 99"/>
                  <a:gd name="T91" fmla="*/ 65 h 270"/>
                  <a:gd name="T92" fmla="*/ 3 w 99"/>
                  <a:gd name="T93" fmla="*/ 62 h 270"/>
                  <a:gd name="T94" fmla="*/ 3 w 99"/>
                  <a:gd name="T95" fmla="*/ 59 h 270"/>
                  <a:gd name="T96" fmla="*/ 2 w 99"/>
                  <a:gd name="T97" fmla="*/ 58 h 270"/>
                  <a:gd name="T98" fmla="*/ 2 w 99"/>
                  <a:gd name="T99" fmla="*/ 58 h 270"/>
                  <a:gd name="T100" fmla="*/ 72 w 99"/>
                  <a:gd name="T101" fmla="*/ 0 h 2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9"/>
                  <a:gd name="T154" fmla="*/ 0 h 270"/>
                  <a:gd name="T155" fmla="*/ 99 w 99"/>
                  <a:gd name="T156" fmla="*/ 270 h 27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9" h="270">
                    <a:moveTo>
                      <a:pt x="72" y="0"/>
                    </a:move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lnTo>
                      <a:pt x="72" y="6"/>
                    </a:lnTo>
                    <a:lnTo>
                      <a:pt x="72" y="9"/>
                    </a:lnTo>
                    <a:lnTo>
                      <a:pt x="72" y="13"/>
                    </a:lnTo>
                    <a:lnTo>
                      <a:pt x="72" y="17"/>
                    </a:lnTo>
                    <a:lnTo>
                      <a:pt x="72" y="23"/>
                    </a:lnTo>
                    <a:lnTo>
                      <a:pt x="72" y="28"/>
                    </a:lnTo>
                    <a:lnTo>
                      <a:pt x="72" y="35"/>
                    </a:lnTo>
                    <a:lnTo>
                      <a:pt x="72" y="41"/>
                    </a:lnTo>
                    <a:lnTo>
                      <a:pt x="72" y="48"/>
                    </a:lnTo>
                    <a:lnTo>
                      <a:pt x="74" y="57"/>
                    </a:lnTo>
                    <a:lnTo>
                      <a:pt x="74" y="65"/>
                    </a:lnTo>
                    <a:lnTo>
                      <a:pt x="74" y="74"/>
                    </a:lnTo>
                    <a:lnTo>
                      <a:pt x="75" y="82"/>
                    </a:lnTo>
                    <a:lnTo>
                      <a:pt x="75" y="92"/>
                    </a:lnTo>
                    <a:lnTo>
                      <a:pt x="76" y="103"/>
                    </a:lnTo>
                    <a:lnTo>
                      <a:pt x="77" y="113"/>
                    </a:lnTo>
                    <a:lnTo>
                      <a:pt x="77" y="123"/>
                    </a:lnTo>
                    <a:lnTo>
                      <a:pt x="79" y="134"/>
                    </a:lnTo>
                    <a:lnTo>
                      <a:pt x="80" y="145"/>
                    </a:lnTo>
                    <a:lnTo>
                      <a:pt x="81" y="157"/>
                    </a:lnTo>
                    <a:lnTo>
                      <a:pt x="82" y="170"/>
                    </a:lnTo>
                    <a:lnTo>
                      <a:pt x="85" y="182"/>
                    </a:lnTo>
                    <a:lnTo>
                      <a:pt x="86" y="194"/>
                    </a:lnTo>
                    <a:lnTo>
                      <a:pt x="88" y="206"/>
                    </a:lnTo>
                    <a:lnTo>
                      <a:pt x="89" y="219"/>
                    </a:lnTo>
                    <a:lnTo>
                      <a:pt x="92" y="231"/>
                    </a:lnTo>
                    <a:lnTo>
                      <a:pt x="94" y="245"/>
                    </a:lnTo>
                    <a:lnTo>
                      <a:pt x="97" y="258"/>
                    </a:lnTo>
                    <a:lnTo>
                      <a:pt x="99" y="270"/>
                    </a:lnTo>
                    <a:lnTo>
                      <a:pt x="0" y="230"/>
                    </a:lnTo>
                    <a:lnTo>
                      <a:pt x="1" y="205"/>
                    </a:lnTo>
                    <a:lnTo>
                      <a:pt x="2" y="182"/>
                    </a:lnTo>
                    <a:lnTo>
                      <a:pt x="3" y="162"/>
                    </a:lnTo>
                    <a:lnTo>
                      <a:pt x="3" y="144"/>
                    </a:lnTo>
                    <a:lnTo>
                      <a:pt x="5" y="128"/>
                    </a:lnTo>
                    <a:lnTo>
                      <a:pt x="5" y="114"/>
                    </a:lnTo>
                    <a:lnTo>
                      <a:pt x="5" y="102"/>
                    </a:lnTo>
                    <a:lnTo>
                      <a:pt x="5" y="92"/>
                    </a:lnTo>
                    <a:lnTo>
                      <a:pt x="5" y="82"/>
                    </a:lnTo>
                    <a:lnTo>
                      <a:pt x="5" y="75"/>
                    </a:lnTo>
                    <a:lnTo>
                      <a:pt x="3" y="70"/>
                    </a:lnTo>
                    <a:lnTo>
                      <a:pt x="3" y="65"/>
                    </a:lnTo>
                    <a:lnTo>
                      <a:pt x="3" y="62"/>
                    </a:lnTo>
                    <a:lnTo>
                      <a:pt x="3" y="59"/>
                    </a:lnTo>
                    <a:lnTo>
                      <a:pt x="2" y="58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7F664C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2" name="Freeform 535"/>
              <p:cNvSpPr>
                <a:spLocks/>
              </p:cNvSpPr>
              <p:nvPr/>
            </p:nvSpPr>
            <p:spPr bwMode="auto">
              <a:xfrm>
                <a:off x="638" y="1555"/>
                <a:ext cx="9" cy="69"/>
              </a:xfrm>
              <a:custGeom>
                <a:avLst/>
                <a:gdLst>
                  <a:gd name="T0" fmla="*/ 33 w 34"/>
                  <a:gd name="T1" fmla="*/ 270 h 275"/>
                  <a:gd name="T2" fmla="*/ 28 w 34"/>
                  <a:gd name="T3" fmla="*/ 243 h 275"/>
                  <a:gd name="T4" fmla="*/ 23 w 34"/>
                  <a:gd name="T5" fmla="*/ 218 h 275"/>
                  <a:gd name="T6" fmla="*/ 19 w 34"/>
                  <a:gd name="T7" fmla="*/ 193 h 275"/>
                  <a:gd name="T8" fmla="*/ 17 w 34"/>
                  <a:gd name="T9" fmla="*/ 168 h 275"/>
                  <a:gd name="T10" fmla="*/ 14 w 34"/>
                  <a:gd name="T11" fmla="*/ 145 h 275"/>
                  <a:gd name="T12" fmla="*/ 12 w 34"/>
                  <a:gd name="T13" fmla="*/ 123 h 275"/>
                  <a:gd name="T14" fmla="*/ 10 w 34"/>
                  <a:gd name="T15" fmla="*/ 102 h 275"/>
                  <a:gd name="T16" fmla="*/ 8 w 34"/>
                  <a:gd name="T17" fmla="*/ 82 h 275"/>
                  <a:gd name="T18" fmla="*/ 7 w 34"/>
                  <a:gd name="T19" fmla="*/ 65 h 275"/>
                  <a:gd name="T20" fmla="*/ 7 w 34"/>
                  <a:gd name="T21" fmla="*/ 48 h 275"/>
                  <a:gd name="T22" fmla="*/ 6 w 34"/>
                  <a:gd name="T23" fmla="*/ 35 h 275"/>
                  <a:gd name="T24" fmla="*/ 6 w 34"/>
                  <a:gd name="T25" fmla="*/ 23 h 275"/>
                  <a:gd name="T26" fmla="*/ 6 w 34"/>
                  <a:gd name="T27" fmla="*/ 13 h 275"/>
                  <a:gd name="T28" fmla="*/ 6 w 34"/>
                  <a:gd name="T29" fmla="*/ 6 h 275"/>
                  <a:gd name="T30" fmla="*/ 6 w 34"/>
                  <a:gd name="T31" fmla="*/ 1 h 275"/>
                  <a:gd name="T32" fmla="*/ 6 w 34"/>
                  <a:gd name="T33" fmla="*/ 0 h 275"/>
                  <a:gd name="T34" fmla="*/ 0 w 34"/>
                  <a:gd name="T35" fmla="*/ 0 h 275"/>
                  <a:gd name="T36" fmla="*/ 0 w 34"/>
                  <a:gd name="T37" fmla="*/ 3 h 275"/>
                  <a:gd name="T38" fmla="*/ 0 w 34"/>
                  <a:gd name="T39" fmla="*/ 9 h 275"/>
                  <a:gd name="T40" fmla="*/ 0 w 34"/>
                  <a:gd name="T41" fmla="*/ 17 h 275"/>
                  <a:gd name="T42" fmla="*/ 1 w 34"/>
                  <a:gd name="T43" fmla="*/ 28 h 275"/>
                  <a:gd name="T44" fmla="*/ 1 w 34"/>
                  <a:gd name="T45" fmla="*/ 41 h 275"/>
                  <a:gd name="T46" fmla="*/ 1 w 34"/>
                  <a:gd name="T47" fmla="*/ 57 h 275"/>
                  <a:gd name="T48" fmla="*/ 2 w 34"/>
                  <a:gd name="T49" fmla="*/ 74 h 275"/>
                  <a:gd name="T50" fmla="*/ 3 w 34"/>
                  <a:gd name="T51" fmla="*/ 92 h 275"/>
                  <a:gd name="T52" fmla="*/ 5 w 34"/>
                  <a:gd name="T53" fmla="*/ 114 h 275"/>
                  <a:gd name="T54" fmla="*/ 7 w 34"/>
                  <a:gd name="T55" fmla="*/ 136 h 275"/>
                  <a:gd name="T56" fmla="*/ 10 w 34"/>
                  <a:gd name="T57" fmla="*/ 157 h 275"/>
                  <a:gd name="T58" fmla="*/ 12 w 34"/>
                  <a:gd name="T59" fmla="*/ 182 h 275"/>
                  <a:gd name="T60" fmla="*/ 16 w 34"/>
                  <a:gd name="T61" fmla="*/ 206 h 275"/>
                  <a:gd name="T62" fmla="*/ 20 w 34"/>
                  <a:gd name="T63" fmla="*/ 231 h 275"/>
                  <a:gd name="T64" fmla="*/ 24 w 34"/>
                  <a:gd name="T65" fmla="*/ 258 h 275"/>
                  <a:gd name="T66" fmla="*/ 31 w 34"/>
                  <a:gd name="T67" fmla="*/ 268 h 275"/>
                  <a:gd name="T68" fmla="*/ 34 w 34"/>
                  <a:gd name="T69" fmla="*/ 275 h 275"/>
                  <a:gd name="T70" fmla="*/ 29 w 34"/>
                  <a:gd name="T71" fmla="*/ 273 h 2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4"/>
                  <a:gd name="T109" fmla="*/ 0 h 275"/>
                  <a:gd name="T110" fmla="*/ 34 w 34"/>
                  <a:gd name="T111" fmla="*/ 275 h 2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4" h="275">
                    <a:moveTo>
                      <a:pt x="29" y="273"/>
                    </a:moveTo>
                    <a:lnTo>
                      <a:pt x="33" y="270"/>
                    </a:lnTo>
                    <a:lnTo>
                      <a:pt x="30" y="257"/>
                    </a:lnTo>
                    <a:lnTo>
                      <a:pt x="28" y="243"/>
                    </a:lnTo>
                    <a:lnTo>
                      <a:pt x="25" y="231"/>
                    </a:lnTo>
                    <a:lnTo>
                      <a:pt x="23" y="218"/>
                    </a:lnTo>
                    <a:lnTo>
                      <a:pt x="22" y="206"/>
                    </a:lnTo>
                    <a:lnTo>
                      <a:pt x="19" y="193"/>
                    </a:lnTo>
                    <a:lnTo>
                      <a:pt x="18" y="180"/>
                    </a:lnTo>
                    <a:lnTo>
                      <a:pt x="17" y="168"/>
                    </a:lnTo>
                    <a:lnTo>
                      <a:pt x="16" y="156"/>
                    </a:lnTo>
                    <a:lnTo>
                      <a:pt x="14" y="145"/>
                    </a:lnTo>
                    <a:lnTo>
                      <a:pt x="13" y="134"/>
                    </a:lnTo>
                    <a:lnTo>
                      <a:pt x="12" y="123"/>
                    </a:lnTo>
                    <a:lnTo>
                      <a:pt x="11" y="113"/>
                    </a:lnTo>
                    <a:lnTo>
                      <a:pt x="10" y="102"/>
                    </a:lnTo>
                    <a:lnTo>
                      <a:pt x="10" y="92"/>
                    </a:lnTo>
                    <a:lnTo>
                      <a:pt x="8" y="82"/>
                    </a:lnTo>
                    <a:lnTo>
                      <a:pt x="8" y="74"/>
                    </a:lnTo>
                    <a:lnTo>
                      <a:pt x="7" y="65"/>
                    </a:lnTo>
                    <a:lnTo>
                      <a:pt x="7" y="57"/>
                    </a:lnTo>
                    <a:lnTo>
                      <a:pt x="7" y="48"/>
                    </a:lnTo>
                    <a:lnTo>
                      <a:pt x="7" y="41"/>
                    </a:lnTo>
                    <a:lnTo>
                      <a:pt x="6" y="35"/>
                    </a:lnTo>
                    <a:lnTo>
                      <a:pt x="6" y="28"/>
                    </a:lnTo>
                    <a:lnTo>
                      <a:pt x="6" y="23"/>
                    </a:lnTo>
                    <a:lnTo>
                      <a:pt x="6" y="17"/>
                    </a:lnTo>
                    <a:lnTo>
                      <a:pt x="6" y="13"/>
                    </a:lnTo>
                    <a:lnTo>
                      <a:pt x="6" y="9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1" y="28"/>
                    </a:lnTo>
                    <a:lnTo>
                      <a:pt x="1" y="35"/>
                    </a:lnTo>
                    <a:lnTo>
                      <a:pt x="1" y="41"/>
                    </a:lnTo>
                    <a:lnTo>
                      <a:pt x="1" y="48"/>
                    </a:lnTo>
                    <a:lnTo>
                      <a:pt x="1" y="57"/>
                    </a:lnTo>
                    <a:lnTo>
                      <a:pt x="2" y="65"/>
                    </a:lnTo>
                    <a:lnTo>
                      <a:pt x="2" y="74"/>
                    </a:lnTo>
                    <a:lnTo>
                      <a:pt x="3" y="82"/>
                    </a:lnTo>
                    <a:lnTo>
                      <a:pt x="3" y="92"/>
                    </a:lnTo>
                    <a:lnTo>
                      <a:pt x="5" y="103"/>
                    </a:lnTo>
                    <a:lnTo>
                      <a:pt x="5" y="114"/>
                    </a:lnTo>
                    <a:lnTo>
                      <a:pt x="6" y="123"/>
                    </a:lnTo>
                    <a:lnTo>
                      <a:pt x="7" y="136"/>
                    </a:lnTo>
                    <a:lnTo>
                      <a:pt x="8" y="146"/>
                    </a:lnTo>
                    <a:lnTo>
                      <a:pt x="10" y="157"/>
                    </a:lnTo>
                    <a:lnTo>
                      <a:pt x="11" y="170"/>
                    </a:lnTo>
                    <a:lnTo>
                      <a:pt x="12" y="182"/>
                    </a:lnTo>
                    <a:lnTo>
                      <a:pt x="14" y="194"/>
                    </a:lnTo>
                    <a:lnTo>
                      <a:pt x="16" y="206"/>
                    </a:lnTo>
                    <a:lnTo>
                      <a:pt x="18" y="219"/>
                    </a:lnTo>
                    <a:lnTo>
                      <a:pt x="20" y="231"/>
                    </a:lnTo>
                    <a:lnTo>
                      <a:pt x="22" y="245"/>
                    </a:lnTo>
                    <a:lnTo>
                      <a:pt x="24" y="258"/>
                    </a:lnTo>
                    <a:lnTo>
                      <a:pt x="28" y="271"/>
                    </a:lnTo>
                    <a:lnTo>
                      <a:pt x="31" y="268"/>
                    </a:lnTo>
                    <a:lnTo>
                      <a:pt x="29" y="273"/>
                    </a:lnTo>
                    <a:lnTo>
                      <a:pt x="34" y="275"/>
                    </a:lnTo>
                    <a:lnTo>
                      <a:pt x="33" y="270"/>
                    </a:lnTo>
                    <a:lnTo>
                      <a:pt x="29" y="27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3" name="Freeform 536"/>
              <p:cNvSpPr>
                <a:spLocks/>
              </p:cNvSpPr>
              <p:nvPr/>
            </p:nvSpPr>
            <p:spPr bwMode="auto">
              <a:xfrm>
                <a:off x="620" y="1612"/>
                <a:ext cx="26" cy="11"/>
              </a:xfrm>
              <a:custGeom>
                <a:avLst/>
                <a:gdLst>
                  <a:gd name="T0" fmla="*/ 0 w 103"/>
                  <a:gd name="T1" fmla="*/ 2 h 45"/>
                  <a:gd name="T2" fmla="*/ 1 w 103"/>
                  <a:gd name="T3" fmla="*/ 5 h 45"/>
                  <a:gd name="T4" fmla="*/ 101 w 103"/>
                  <a:gd name="T5" fmla="*/ 45 h 45"/>
                  <a:gd name="T6" fmla="*/ 103 w 103"/>
                  <a:gd name="T7" fmla="*/ 40 h 45"/>
                  <a:gd name="T8" fmla="*/ 4 w 103"/>
                  <a:gd name="T9" fmla="*/ 0 h 45"/>
                  <a:gd name="T10" fmla="*/ 5 w 103"/>
                  <a:gd name="T11" fmla="*/ 2 h 45"/>
                  <a:gd name="T12" fmla="*/ 0 w 103"/>
                  <a:gd name="T13" fmla="*/ 2 h 45"/>
                  <a:gd name="T14" fmla="*/ 0 w 103"/>
                  <a:gd name="T15" fmla="*/ 3 h 45"/>
                  <a:gd name="T16" fmla="*/ 1 w 103"/>
                  <a:gd name="T17" fmla="*/ 5 h 45"/>
                  <a:gd name="T18" fmla="*/ 0 w 103"/>
                  <a:gd name="T19" fmla="*/ 2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3"/>
                  <a:gd name="T31" fmla="*/ 0 h 45"/>
                  <a:gd name="T32" fmla="*/ 103 w 103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3" h="45">
                    <a:moveTo>
                      <a:pt x="0" y="2"/>
                    </a:moveTo>
                    <a:lnTo>
                      <a:pt x="1" y="5"/>
                    </a:lnTo>
                    <a:lnTo>
                      <a:pt x="101" y="45"/>
                    </a:lnTo>
                    <a:lnTo>
                      <a:pt x="103" y="40"/>
                    </a:lnTo>
                    <a:lnTo>
                      <a:pt x="4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4" name="Freeform 537"/>
              <p:cNvSpPr>
                <a:spLocks/>
              </p:cNvSpPr>
              <p:nvPr/>
            </p:nvSpPr>
            <p:spPr bwMode="auto">
              <a:xfrm>
                <a:off x="620" y="1570"/>
                <a:ext cx="3" cy="43"/>
              </a:xfrm>
              <a:custGeom>
                <a:avLst/>
                <a:gdLst>
                  <a:gd name="T0" fmla="*/ 3 w 10"/>
                  <a:gd name="T1" fmla="*/ 0 h 172"/>
                  <a:gd name="T2" fmla="*/ 3 w 10"/>
                  <a:gd name="T3" fmla="*/ 1 h 172"/>
                  <a:gd name="T4" fmla="*/ 3 w 10"/>
                  <a:gd name="T5" fmla="*/ 2 h 172"/>
                  <a:gd name="T6" fmla="*/ 3 w 10"/>
                  <a:gd name="T7" fmla="*/ 4 h 172"/>
                  <a:gd name="T8" fmla="*/ 4 w 10"/>
                  <a:gd name="T9" fmla="*/ 7 h 172"/>
                  <a:gd name="T10" fmla="*/ 4 w 10"/>
                  <a:gd name="T11" fmla="*/ 12 h 172"/>
                  <a:gd name="T12" fmla="*/ 4 w 10"/>
                  <a:gd name="T13" fmla="*/ 17 h 172"/>
                  <a:gd name="T14" fmla="*/ 4 w 10"/>
                  <a:gd name="T15" fmla="*/ 24 h 172"/>
                  <a:gd name="T16" fmla="*/ 5 w 10"/>
                  <a:gd name="T17" fmla="*/ 34 h 172"/>
                  <a:gd name="T18" fmla="*/ 5 w 10"/>
                  <a:gd name="T19" fmla="*/ 44 h 172"/>
                  <a:gd name="T20" fmla="*/ 5 w 10"/>
                  <a:gd name="T21" fmla="*/ 56 h 172"/>
                  <a:gd name="T22" fmla="*/ 4 w 10"/>
                  <a:gd name="T23" fmla="*/ 70 h 172"/>
                  <a:gd name="T24" fmla="*/ 4 w 10"/>
                  <a:gd name="T25" fmla="*/ 86 h 172"/>
                  <a:gd name="T26" fmla="*/ 4 w 10"/>
                  <a:gd name="T27" fmla="*/ 104 h 172"/>
                  <a:gd name="T28" fmla="*/ 3 w 10"/>
                  <a:gd name="T29" fmla="*/ 124 h 172"/>
                  <a:gd name="T30" fmla="*/ 1 w 10"/>
                  <a:gd name="T31" fmla="*/ 147 h 172"/>
                  <a:gd name="T32" fmla="*/ 0 w 10"/>
                  <a:gd name="T33" fmla="*/ 172 h 172"/>
                  <a:gd name="T34" fmla="*/ 5 w 10"/>
                  <a:gd name="T35" fmla="*/ 172 h 172"/>
                  <a:gd name="T36" fmla="*/ 8 w 10"/>
                  <a:gd name="T37" fmla="*/ 147 h 172"/>
                  <a:gd name="T38" fmla="*/ 9 w 10"/>
                  <a:gd name="T39" fmla="*/ 124 h 172"/>
                  <a:gd name="T40" fmla="*/ 9 w 10"/>
                  <a:gd name="T41" fmla="*/ 104 h 172"/>
                  <a:gd name="T42" fmla="*/ 10 w 10"/>
                  <a:gd name="T43" fmla="*/ 86 h 172"/>
                  <a:gd name="T44" fmla="*/ 10 w 10"/>
                  <a:gd name="T45" fmla="*/ 70 h 172"/>
                  <a:gd name="T46" fmla="*/ 10 w 10"/>
                  <a:gd name="T47" fmla="*/ 56 h 172"/>
                  <a:gd name="T48" fmla="*/ 10 w 10"/>
                  <a:gd name="T49" fmla="*/ 44 h 172"/>
                  <a:gd name="T50" fmla="*/ 10 w 10"/>
                  <a:gd name="T51" fmla="*/ 34 h 172"/>
                  <a:gd name="T52" fmla="*/ 10 w 10"/>
                  <a:gd name="T53" fmla="*/ 24 h 172"/>
                  <a:gd name="T54" fmla="*/ 10 w 10"/>
                  <a:gd name="T55" fmla="*/ 17 h 172"/>
                  <a:gd name="T56" fmla="*/ 10 w 10"/>
                  <a:gd name="T57" fmla="*/ 11 h 172"/>
                  <a:gd name="T58" fmla="*/ 9 w 10"/>
                  <a:gd name="T59" fmla="*/ 7 h 172"/>
                  <a:gd name="T60" fmla="*/ 9 w 10"/>
                  <a:gd name="T61" fmla="*/ 4 h 172"/>
                  <a:gd name="T62" fmla="*/ 9 w 10"/>
                  <a:gd name="T63" fmla="*/ 1 h 172"/>
                  <a:gd name="T64" fmla="*/ 9 w 10"/>
                  <a:gd name="T65" fmla="*/ 0 h 172"/>
                  <a:gd name="T66" fmla="*/ 9 w 10"/>
                  <a:gd name="T67" fmla="*/ 0 h 172"/>
                  <a:gd name="T68" fmla="*/ 3 w 10"/>
                  <a:gd name="T69" fmla="*/ 0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0"/>
                  <a:gd name="T106" fmla="*/ 0 h 172"/>
                  <a:gd name="T107" fmla="*/ 10 w 10"/>
                  <a:gd name="T108" fmla="*/ 172 h 17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0" h="172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4" y="12"/>
                    </a:lnTo>
                    <a:lnTo>
                      <a:pt x="4" y="17"/>
                    </a:lnTo>
                    <a:lnTo>
                      <a:pt x="4" y="24"/>
                    </a:lnTo>
                    <a:lnTo>
                      <a:pt x="5" y="34"/>
                    </a:lnTo>
                    <a:lnTo>
                      <a:pt x="5" y="44"/>
                    </a:lnTo>
                    <a:lnTo>
                      <a:pt x="5" y="56"/>
                    </a:lnTo>
                    <a:lnTo>
                      <a:pt x="4" y="70"/>
                    </a:lnTo>
                    <a:lnTo>
                      <a:pt x="4" y="86"/>
                    </a:lnTo>
                    <a:lnTo>
                      <a:pt x="4" y="104"/>
                    </a:lnTo>
                    <a:lnTo>
                      <a:pt x="3" y="124"/>
                    </a:lnTo>
                    <a:lnTo>
                      <a:pt x="1" y="147"/>
                    </a:lnTo>
                    <a:lnTo>
                      <a:pt x="0" y="172"/>
                    </a:lnTo>
                    <a:lnTo>
                      <a:pt x="5" y="172"/>
                    </a:lnTo>
                    <a:lnTo>
                      <a:pt x="8" y="147"/>
                    </a:lnTo>
                    <a:lnTo>
                      <a:pt x="9" y="124"/>
                    </a:lnTo>
                    <a:lnTo>
                      <a:pt x="9" y="104"/>
                    </a:lnTo>
                    <a:lnTo>
                      <a:pt x="10" y="86"/>
                    </a:lnTo>
                    <a:lnTo>
                      <a:pt x="10" y="70"/>
                    </a:lnTo>
                    <a:lnTo>
                      <a:pt x="10" y="56"/>
                    </a:lnTo>
                    <a:lnTo>
                      <a:pt x="10" y="44"/>
                    </a:lnTo>
                    <a:lnTo>
                      <a:pt x="10" y="34"/>
                    </a:lnTo>
                    <a:lnTo>
                      <a:pt x="10" y="24"/>
                    </a:lnTo>
                    <a:lnTo>
                      <a:pt x="10" y="17"/>
                    </a:lnTo>
                    <a:lnTo>
                      <a:pt x="10" y="11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5" name="Freeform 538"/>
              <p:cNvSpPr>
                <a:spLocks/>
              </p:cNvSpPr>
              <p:nvPr/>
            </p:nvSpPr>
            <p:spPr bwMode="auto">
              <a:xfrm>
                <a:off x="837" y="2102"/>
                <a:ext cx="215" cy="159"/>
              </a:xfrm>
              <a:custGeom>
                <a:avLst/>
                <a:gdLst>
                  <a:gd name="T0" fmla="*/ 42 w 859"/>
                  <a:gd name="T1" fmla="*/ 106 h 633"/>
                  <a:gd name="T2" fmla="*/ 29 w 859"/>
                  <a:gd name="T3" fmla="*/ 102 h 633"/>
                  <a:gd name="T4" fmla="*/ 11 w 859"/>
                  <a:gd name="T5" fmla="*/ 91 h 633"/>
                  <a:gd name="T6" fmla="*/ 2 w 859"/>
                  <a:gd name="T7" fmla="*/ 74 h 633"/>
                  <a:gd name="T8" fmla="*/ 2 w 859"/>
                  <a:gd name="T9" fmla="*/ 54 h 633"/>
                  <a:gd name="T10" fmla="*/ 6 w 859"/>
                  <a:gd name="T11" fmla="*/ 37 h 633"/>
                  <a:gd name="T12" fmla="*/ 25 w 859"/>
                  <a:gd name="T13" fmla="*/ 15 h 633"/>
                  <a:gd name="T14" fmla="*/ 51 w 859"/>
                  <a:gd name="T15" fmla="*/ 3 h 633"/>
                  <a:gd name="T16" fmla="*/ 83 w 859"/>
                  <a:gd name="T17" fmla="*/ 0 h 633"/>
                  <a:gd name="T18" fmla="*/ 118 w 859"/>
                  <a:gd name="T19" fmla="*/ 6 h 633"/>
                  <a:gd name="T20" fmla="*/ 184 w 859"/>
                  <a:gd name="T21" fmla="*/ 23 h 633"/>
                  <a:gd name="T22" fmla="*/ 255 w 859"/>
                  <a:gd name="T23" fmla="*/ 38 h 633"/>
                  <a:gd name="T24" fmla="*/ 327 w 859"/>
                  <a:gd name="T25" fmla="*/ 50 h 633"/>
                  <a:gd name="T26" fmla="*/ 396 w 859"/>
                  <a:gd name="T27" fmla="*/ 63 h 633"/>
                  <a:gd name="T28" fmla="*/ 467 w 859"/>
                  <a:gd name="T29" fmla="*/ 79 h 633"/>
                  <a:gd name="T30" fmla="*/ 538 w 859"/>
                  <a:gd name="T31" fmla="*/ 99 h 633"/>
                  <a:gd name="T32" fmla="*/ 612 w 859"/>
                  <a:gd name="T33" fmla="*/ 126 h 633"/>
                  <a:gd name="T34" fmla="*/ 688 w 859"/>
                  <a:gd name="T35" fmla="*/ 163 h 633"/>
                  <a:gd name="T36" fmla="*/ 726 w 859"/>
                  <a:gd name="T37" fmla="*/ 186 h 633"/>
                  <a:gd name="T38" fmla="*/ 749 w 859"/>
                  <a:gd name="T39" fmla="*/ 210 h 633"/>
                  <a:gd name="T40" fmla="*/ 771 w 859"/>
                  <a:gd name="T41" fmla="*/ 240 h 633"/>
                  <a:gd name="T42" fmla="*/ 790 w 859"/>
                  <a:gd name="T43" fmla="*/ 274 h 633"/>
                  <a:gd name="T44" fmla="*/ 803 w 859"/>
                  <a:gd name="T45" fmla="*/ 313 h 633"/>
                  <a:gd name="T46" fmla="*/ 812 w 859"/>
                  <a:gd name="T47" fmla="*/ 352 h 633"/>
                  <a:gd name="T48" fmla="*/ 814 w 859"/>
                  <a:gd name="T49" fmla="*/ 392 h 633"/>
                  <a:gd name="T50" fmla="*/ 807 w 859"/>
                  <a:gd name="T51" fmla="*/ 430 h 633"/>
                  <a:gd name="T52" fmla="*/ 822 w 859"/>
                  <a:gd name="T53" fmla="*/ 450 h 633"/>
                  <a:gd name="T54" fmla="*/ 840 w 859"/>
                  <a:gd name="T55" fmla="*/ 470 h 633"/>
                  <a:gd name="T56" fmla="*/ 853 w 859"/>
                  <a:gd name="T57" fmla="*/ 494 h 633"/>
                  <a:gd name="T58" fmla="*/ 858 w 859"/>
                  <a:gd name="T59" fmla="*/ 522 h 633"/>
                  <a:gd name="T60" fmla="*/ 854 w 859"/>
                  <a:gd name="T61" fmla="*/ 561 h 633"/>
                  <a:gd name="T62" fmla="*/ 835 w 859"/>
                  <a:gd name="T63" fmla="*/ 596 h 633"/>
                  <a:gd name="T64" fmla="*/ 805 w 859"/>
                  <a:gd name="T65" fmla="*/ 621 h 633"/>
                  <a:gd name="T66" fmla="*/ 766 w 859"/>
                  <a:gd name="T67" fmla="*/ 632 h 633"/>
                  <a:gd name="T68" fmla="*/ 723 w 859"/>
                  <a:gd name="T69" fmla="*/ 628 h 633"/>
                  <a:gd name="T70" fmla="*/ 688 w 859"/>
                  <a:gd name="T71" fmla="*/ 609 h 633"/>
                  <a:gd name="T72" fmla="*/ 663 w 859"/>
                  <a:gd name="T73" fmla="*/ 579 h 633"/>
                  <a:gd name="T74" fmla="*/ 651 w 859"/>
                  <a:gd name="T75" fmla="*/ 540 h 633"/>
                  <a:gd name="T76" fmla="*/ 654 w 859"/>
                  <a:gd name="T77" fmla="*/ 504 h 633"/>
                  <a:gd name="T78" fmla="*/ 666 w 859"/>
                  <a:gd name="T79" fmla="*/ 473 h 633"/>
                  <a:gd name="T80" fmla="*/ 688 w 859"/>
                  <a:gd name="T81" fmla="*/ 450 h 633"/>
                  <a:gd name="T82" fmla="*/ 716 w 859"/>
                  <a:gd name="T83" fmla="*/ 433 h 633"/>
                  <a:gd name="T84" fmla="*/ 723 w 859"/>
                  <a:gd name="T85" fmla="*/ 380 h 633"/>
                  <a:gd name="T86" fmla="*/ 706 w 859"/>
                  <a:gd name="T87" fmla="*/ 320 h 633"/>
                  <a:gd name="T88" fmla="*/ 676 w 859"/>
                  <a:gd name="T89" fmla="*/ 273 h 633"/>
                  <a:gd name="T90" fmla="*/ 636 w 859"/>
                  <a:gd name="T91" fmla="*/ 239 h 633"/>
                  <a:gd name="T92" fmla="*/ 570 w 859"/>
                  <a:gd name="T93" fmla="*/ 209 h 633"/>
                  <a:gd name="T94" fmla="*/ 498 w 859"/>
                  <a:gd name="T95" fmla="*/ 185 h 633"/>
                  <a:gd name="T96" fmla="*/ 427 w 859"/>
                  <a:gd name="T97" fmla="*/ 168 h 633"/>
                  <a:gd name="T98" fmla="*/ 357 w 859"/>
                  <a:gd name="T99" fmla="*/ 156 h 633"/>
                  <a:gd name="T100" fmla="*/ 287 w 859"/>
                  <a:gd name="T101" fmla="*/ 146 h 633"/>
                  <a:gd name="T102" fmla="*/ 216 w 859"/>
                  <a:gd name="T103" fmla="*/ 137 h 633"/>
                  <a:gd name="T104" fmla="*/ 145 w 859"/>
                  <a:gd name="T105" fmla="*/ 126 h 633"/>
                  <a:gd name="T106" fmla="*/ 71 w 859"/>
                  <a:gd name="T107" fmla="*/ 112 h 63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59"/>
                  <a:gd name="T163" fmla="*/ 0 h 633"/>
                  <a:gd name="T164" fmla="*/ 859 w 859"/>
                  <a:gd name="T165" fmla="*/ 633 h 63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59" h="633">
                    <a:moveTo>
                      <a:pt x="51" y="108"/>
                    </a:moveTo>
                    <a:lnTo>
                      <a:pt x="49" y="107"/>
                    </a:lnTo>
                    <a:lnTo>
                      <a:pt x="45" y="107"/>
                    </a:lnTo>
                    <a:lnTo>
                      <a:pt x="42" y="106"/>
                    </a:lnTo>
                    <a:lnTo>
                      <a:pt x="38" y="105"/>
                    </a:lnTo>
                    <a:lnTo>
                      <a:pt x="36" y="103"/>
                    </a:lnTo>
                    <a:lnTo>
                      <a:pt x="32" y="103"/>
                    </a:lnTo>
                    <a:lnTo>
                      <a:pt x="29" y="102"/>
                    </a:lnTo>
                    <a:lnTo>
                      <a:pt x="27" y="101"/>
                    </a:lnTo>
                    <a:lnTo>
                      <a:pt x="21" y="99"/>
                    </a:lnTo>
                    <a:lnTo>
                      <a:pt x="16" y="95"/>
                    </a:lnTo>
                    <a:lnTo>
                      <a:pt x="11" y="91"/>
                    </a:lnTo>
                    <a:lnTo>
                      <a:pt x="8" y="88"/>
                    </a:lnTo>
                    <a:lnTo>
                      <a:pt x="4" y="83"/>
                    </a:lnTo>
                    <a:lnTo>
                      <a:pt x="3" y="79"/>
                    </a:lnTo>
                    <a:lnTo>
                      <a:pt x="2" y="74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5" y="40"/>
                    </a:lnTo>
                    <a:lnTo>
                      <a:pt x="6" y="37"/>
                    </a:lnTo>
                    <a:lnTo>
                      <a:pt x="9" y="33"/>
                    </a:lnTo>
                    <a:lnTo>
                      <a:pt x="14" y="26"/>
                    </a:lnTo>
                    <a:lnTo>
                      <a:pt x="19" y="20"/>
                    </a:lnTo>
                    <a:lnTo>
                      <a:pt x="25" y="15"/>
                    </a:lnTo>
                    <a:lnTo>
                      <a:pt x="31" y="10"/>
                    </a:lnTo>
                    <a:lnTo>
                      <a:pt x="37" y="8"/>
                    </a:lnTo>
                    <a:lnTo>
                      <a:pt x="44" y="4"/>
                    </a:lnTo>
                    <a:lnTo>
                      <a:pt x="51" y="3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1" y="2"/>
                    </a:lnTo>
                    <a:lnTo>
                      <a:pt x="100" y="3"/>
                    </a:lnTo>
                    <a:lnTo>
                      <a:pt x="110" y="5"/>
                    </a:lnTo>
                    <a:lnTo>
                      <a:pt x="118" y="6"/>
                    </a:lnTo>
                    <a:lnTo>
                      <a:pt x="128" y="9"/>
                    </a:lnTo>
                    <a:lnTo>
                      <a:pt x="146" y="14"/>
                    </a:lnTo>
                    <a:lnTo>
                      <a:pt x="165" y="19"/>
                    </a:lnTo>
                    <a:lnTo>
                      <a:pt x="184" y="23"/>
                    </a:lnTo>
                    <a:lnTo>
                      <a:pt x="202" y="27"/>
                    </a:lnTo>
                    <a:lnTo>
                      <a:pt x="220" y="31"/>
                    </a:lnTo>
                    <a:lnTo>
                      <a:pt x="237" y="34"/>
                    </a:lnTo>
                    <a:lnTo>
                      <a:pt x="255" y="38"/>
                    </a:lnTo>
                    <a:lnTo>
                      <a:pt x="273" y="40"/>
                    </a:lnTo>
                    <a:lnTo>
                      <a:pt x="290" y="44"/>
                    </a:lnTo>
                    <a:lnTo>
                      <a:pt x="308" y="48"/>
                    </a:lnTo>
                    <a:lnTo>
                      <a:pt x="327" y="50"/>
                    </a:lnTo>
                    <a:lnTo>
                      <a:pt x="344" y="54"/>
                    </a:lnTo>
                    <a:lnTo>
                      <a:pt x="361" y="56"/>
                    </a:lnTo>
                    <a:lnTo>
                      <a:pt x="379" y="60"/>
                    </a:lnTo>
                    <a:lnTo>
                      <a:pt x="396" y="63"/>
                    </a:lnTo>
                    <a:lnTo>
                      <a:pt x="414" y="67"/>
                    </a:lnTo>
                    <a:lnTo>
                      <a:pt x="431" y="71"/>
                    </a:lnTo>
                    <a:lnTo>
                      <a:pt x="449" y="74"/>
                    </a:lnTo>
                    <a:lnTo>
                      <a:pt x="467" y="79"/>
                    </a:lnTo>
                    <a:lnTo>
                      <a:pt x="484" y="84"/>
                    </a:lnTo>
                    <a:lnTo>
                      <a:pt x="503" y="89"/>
                    </a:lnTo>
                    <a:lnTo>
                      <a:pt x="520" y="94"/>
                    </a:lnTo>
                    <a:lnTo>
                      <a:pt x="538" y="99"/>
                    </a:lnTo>
                    <a:lnTo>
                      <a:pt x="556" y="105"/>
                    </a:lnTo>
                    <a:lnTo>
                      <a:pt x="575" y="112"/>
                    </a:lnTo>
                    <a:lnTo>
                      <a:pt x="594" y="119"/>
                    </a:lnTo>
                    <a:lnTo>
                      <a:pt x="612" y="126"/>
                    </a:lnTo>
                    <a:lnTo>
                      <a:pt x="631" y="135"/>
                    </a:lnTo>
                    <a:lnTo>
                      <a:pt x="649" y="143"/>
                    </a:lnTo>
                    <a:lnTo>
                      <a:pt x="669" y="153"/>
                    </a:lnTo>
                    <a:lnTo>
                      <a:pt x="688" y="163"/>
                    </a:lnTo>
                    <a:lnTo>
                      <a:pt x="708" y="174"/>
                    </a:lnTo>
                    <a:lnTo>
                      <a:pt x="714" y="177"/>
                    </a:lnTo>
                    <a:lnTo>
                      <a:pt x="720" y="181"/>
                    </a:lnTo>
                    <a:lnTo>
                      <a:pt x="726" y="186"/>
                    </a:lnTo>
                    <a:lnTo>
                      <a:pt x="732" y="192"/>
                    </a:lnTo>
                    <a:lnTo>
                      <a:pt x="738" y="197"/>
                    </a:lnTo>
                    <a:lnTo>
                      <a:pt x="744" y="204"/>
                    </a:lnTo>
                    <a:lnTo>
                      <a:pt x="749" y="210"/>
                    </a:lnTo>
                    <a:lnTo>
                      <a:pt x="755" y="217"/>
                    </a:lnTo>
                    <a:lnTo>
                      <a:pt x="761" y="225"/>
                    </a:lnTo>
                    <a:lnTo>
                      <a:pt x="766" y="232"/>
                    </a:lnTo>
                    <a:lnTo>
                      <a:pt x="771" y="240"/>
                    </a:lnTo>
                    <a:lnTo>
                      <a:pt x="775" y="249"/>
                    </a:lnTo>
                    <a:lnTo>
                      <a:pt x="780" y="257"/>
                    </a:lnTo>
                    <a:lnTo>
                      <a:pt x="785" y="266"/>
                    </a:lnTo>
                    <a:lnTo>
                      <a:pt x="790" y="274"/>
                    </a:lnTo>
                    <a:lnTo>
                      <a:pt x="794" y="284"/>
                    </a:lnTo>
                    <a:lnTo>
                      <a:pt x="797" y="294"/>
                    </a:lnTo>
                    <a:lnTo>
                      <a:pt x="800" y="303"/>
                    </a:lnTo>
                    <a:lnTo>
                      <a:pt x="803" y="313"/>
                    </a:lnTo>
                    <a:lnTo>
                      <a:pt x="806" y="323"/>
                    </a:lnTo>
                    <a:lnTo>
                      <a:pt x="808" y="333"/>
                    </a:lnTo>
                    <a:lnTo>
                      <a:pt x="811" y="342"/>
                    </a:lnTo>
                    <a:lnTo>
                      <a:pt x="812" y="352"/>
                    </a:lnTo>
                    <a:lnTo>
                      <a:pt x="813" y="363"/>
                    </a:lnTo>
                    <a:lnTo>
                      <a:pt x="814" y="373"/>
                    </a:lnTo>
                    <a:lnTo>
                      <a:pt x="814" y="382"/>
                    </a:lnTo>
                    <a:lnTo>
                      <a:pt x="814" y="392"/>
                    </a:lnTo>
                    <a:lnTo>
                      <a:pt x="813" y="402"/>
                    </a:lnTo>
                    <a:lnTo>
                      <a:pt x="812" y="411"/>
                    </a:lnTo>
                    <a:lnTo>
                      <a:pt x="809" y="420"/>
                    </a:lnTo>
                    <a:lnTo>
                      <a:pt x="807" y="430"/>
                    </a:lnTo>
                    <a:lnTo>
                      <a:pt x="805" y="438"/>
                    </a:lnTo>
                    <a:lnTo>
                      <a:pt x="811" y="442"/>
                    </a:lnTo>
                    <a:lnTo>
                      <a:pt x="817" y="445"/>
                    </a:lnTo>
                    <a:lnTo>
                      <a:pt x="822" y="450"/>
                    </a:lnTo>
                    <a:lnTo>
                      <a:pt x="826" y="454"/>
                    </a:lnTo>
                    <a:lnTo>
                      <a:pt x="831" y="459"/>
                    </a:lnTo>
                    <a:lnTo>
                      <a:pt x="836" y="464"/>
                    </a:lnTo>
                    <a:lnTo>
                      <a:pt x="840" y="470"/>
                    </a:lnTo>
                    <a:lnTo>
                      <a:pt x="843" y="476"/>
                    </a:lnTo>
                    <a:lnTo>
                      <a:pt x="847" y="482"/>
                    </a:lnTo>
                    <a:lnTo>
                      <a:pt x="851" y="488"/>
                    </a:lnTo>
                    <a:lnTo>
                      <a:pt x="853" y="494"/>
                    </a:lnTo>
                    <a:lnTo>
                      <a:pt x="854" y="501"/>
                    </a:lnTo>
                    <a:lnTo>
                      <a:pt x="857" y="507"/>
                    </a:lnTo>
                    <a:lnTo>
                      <a:pt x="858" y="514"/>
                    </a:lnTo>
                    <a:lnTo>
                      <a:pt x="858" y="522"/>
                    </a:lnTo>
                    <a:lnTo>
                      <a:pt x="859" y="529"/>
                    </a:lnTo>
                    <a:lnTo>
                      <a:pt x="858" y="540"/>
                    </a:lnTo>
                    <a:lnTo>
                      <a:pt x="857" y="550"/>
                    </a:lnTo>
                    <a:lnTo>
                      <a:pt x="854" y="561"/>
                    </a:lnTo>
                    <a:lnTo>
                      <a:pt x="851" y="570"/>
                    </a:lnTo>
                    <a:lnTo>
                      <a:pt x="846" y="579"/>
                    </a:lnTo>
                    <a:lnTo>
                      <a:pt x="841" y="587"/>
                    </a:lnTo>
                    <a:lnTo>
                      <a:pt x="835" y="596"/>
                    </a:lnTo>
                    <a:lnTo>
                      <a:pt x="829" y="603"/>
                    </a:lnTo>
                    <a:lnTo>
                      <a:pt x="820" y="609"/>
                    </a:lnTo>
                    <a:lnTo>
                      <a:pt x="813" y="615"/>
                    </a:lnTo>
                    <a:lnTo>
                      <a:pt x="805" y="621"/>
                    </a:lnTo>
                    <a:lnTo>
                      <a:pt x="796" y="625"/>
                    </a:lnTo>
                    <a:lnTo>
                      <a:pt x="786" y="628"/>
                    </a:lnTo>
                    <a:lnTo>
                      <a:pt x="775" y="631"/>
                    </a:lnTo>
                    <a:lnTo>
                      <a:pt x="766" y="632"/>
                    </a:lnTo>
                    <a:lnTo>
                      <a:pt x="755" y="633"/>
                    </a:lnTo>
                    <a:lnTo>
                      <a:pt x="744" y="632"/>
                    </a:lnTo>
                    <a:lnTo>
                      <a:pt x="734" y="631"/>
                    </a:lnTo>
                    <a:lnTo>
                      <a:pt x="723" y="628"/>
                    </a:lnTo>
                    <a:lnTo>
                      <a:pt x="715" y="625"/>
                    </a:lnTo>
                    <a:lnTo>
                      <a:pt x="705" y="621"/>
                    </a:lnTo>
                    <a:lnTo>
                      <a:pt x="697" y="615"/>
                    </a:lnTo>
                    <a:lnTo>
                      <a:pt x="688" y="609"/>
                    </a:lnTo>
                    <a:lnTo>
                      <a:pt x="681" y="603"/>
                    </a:lnTo>
                    <a:lnTo>
                      <a:pt x="675" y="596"/>
                    </a:lnTo>
                    <a:lnTo>
                      <a:pt x="669" y="587"/>
                    </a:lnTo>
                    <a:lnTo>
                      <a:pt x="663" y="579"/>
                    </a:lnTo>
                    <a:lnTo>
                      <a:pt x="659" y="570"/>
                    </a:lnTo>
                    <a:lnTo>
                      <a:pt x="655" y="561"/>
                    </a:lnTo>
                    <a:lnTo>
                      <a:pt x="653" y="550"/>
                    </a:lnTo>
                    <a:lnTo>
                      <a:pt x="651" y="540"/>
                    </a:lnTo>
                    <a:lnTo>
                      <a:pt x="651" y="529"/>
                    </a:lnTo>
                    <a:lnTo>
                      <a:pt x="651" y="521"/>
                    </a:lnTo>
                    <a:lnTo>
                      <a:pt x="652" y="512"/>
                    </a:lnTo>
                    <a:lnTo>
                      <a:pt x="654" y="504"/>
                    </a:lnTo>
                    <a:lnTo>
                      <a:pt x="657" y="496"/>
                    </a:lnTo>
                    <a:lnTo>
                      <a:pt x="659" y="488"/>
                    </a:lnTo>
                    <a:lnTo>
                      <a:pt x="663" y="481"/>
                    </a:lnTo>
                    <a:lnTo>
                      <a:pt x="666" y="473"/>
                    </a:lnTo>
                    <a:lnTo>
                      <a:pt x="671" y="467"/>
                    </a:lnTo>
                    <a:lnTo>
                      <a:pt x="676" y="461"/>
                    </a:lnTo>
                    <a:lnTo>
                      <a:pt x="682" y="455"/>
                    </a:lnTo>
                    <a:lnTo>
                      <a:pt x="688" y="450"/>
                    </a:lnTo>
                    <a:lnTo>
                      <a:pt x="694" y="445"/>
                    </a:lnTo>
                    <a:lnTo>
                      <a:pt x="701" y="441"/>
                    </a:lnTo>
                    <a:lnTo>
                      <a:pt x="708" y="437"/>
                    </a:lnTo>
                    <a:lnTo>
                      <a:pt x="716" y="433"/>
                    </a:lnTo>
                    <a:lnTo>
                      <a:pt x="723" y="430"/>
                    </a:lnTo>
                    <a:lnTo>
                      <a:pt x="725" y="413"/>
                    </a:lnTo>
                    <a:lnTo>
                      <a:pt x="725" y="397"/>
                    </a:lnTo>
                    <a:lnTo>
                      <a:pt x="723" y="380"/>
                    </a:lnTo>
                    <a:lnTo>
                      <a:pt x="721" y="364"/>
                    </a:lnTo>
                    <a:lnTo>
                      <a:pt x="716" y="350"/>
                    </a:lnTo>
                    <a:lnTo>
                      <a:pt x="712" y="335"/>
                    </a:lnTo>
                    <a:lnTo>
                      <a:pt x="706" y="320"/>
                    </a:lnTo>
                    <a:lnTo>
                      <a:pt x="699" y="307"/>
                    </a:lnTo>
                    <a:lnTo>
                      <a:pt x="692" y="295"/>
                    </a:lnTo>
                    <a:lnTo>
                      <a:pt x="684" y="283"/>
                    </a:lnTo>
                    <a:lnTo>
                      <a:pt x="676" y="273"/>
                    </a:lnTo>
                    <a:lnTo>
                      <a:pt x="666" y="263"/>
                    </a:lnTo>
                    <a:lnTo>
                      <a:pt x="657" y="254"/>
                    </a:lnTo>
                    <a:lnTo>
                      <a:pt x="647" y="246"/>
                    </a:lnTo>
                    <a:lnTo>
                      <a:pt x="636" y="239"/>
                    </a:lnTo>
                    <a:lnTo>
                      <a:pt x="626" y="233"/>
                    </a:lnTo>
                    <a:lnTo>
                      <a:pt x="607" y="225"/>
                    </a:lnTo>
                    <a:lnTo>
                      <a:pt x="589" y="216"/>
                    </a:lnTo>
                    <a:lnTo>
                      <a:pt x="570" y="209"/>
                    </a:lnTo>
                    <a:lnTo>
                      <a:pt x="552" y="203"/>
                    </a:lnTo>
                    <a:lnTo>
                      <a:pt x="534" y="196"/>
                    </a:lnTo>
                    <a:lnTo>
                      <a:pt x="516" y="191"/>
                    </a:lnTo>
                    <a:lnTo>
                      <a:pt x="498" y="185"/>
                    </a:lnTo>
                    <a:lnTo>
                      <a:pt x="479" y="180"/>
                    </a:lnTo>
                    <a:lnTo>
                      <a:pt x="463" y="176"/>
                    </a:lnTo>
                    <a:lnTo>
                      <a:pt x="444" y="171"/>
                    </a:lnTo>
                    <a:lnTo>
                      <a:pt x="427" y="168"/>
                    </a:lnTo>
                    <a:lnTo>
                      <a:pt x="409" y="164"/>
                    </a:lnTo>
                    <a:lnTo>
                      <a:pt x="392" y="162"/>
                    </a:lnTo>
                    <a:lnTo>
                      <a:pt x="374" y="158"/>
                    </a:lnTo>
                    <a:lnTo>
                      <a:pt x="357" y="156"/>
                    </a:lnTo>
                    <a:lnTo>
                      <a:pt x="339" y="153"/>
                    </a:lnTo>
                    <a:lnTo>
                      <a:pt x="322" y="151"/>
                    </a:lnTo>
                    <a:lnTo>
                      <a:pt x="305" y="148"/>
                    </a:lnTo>
                    <a:lnTo>
                      <a:pt x="287" y="146"/>
                    </a:lnTo>
                    <a:lnTo>
                      <a:pt x="270" y="145"/>
                    </a:lnTo>
                    <a:lnTo>
                      <a:pt x="251" y="142"/>
                    </a:lnTo>
                    <a:lnTo>
                      <a:pt x="234" y="140"/>
                    </a:lnTo>
                    <a:lnTo>
                      <a:pt x="216" y="137"/>
                    </a:lnTo>
                    <a:lnTo>
                      <a:pt x="198" y="135"/>
                    </a:lnTo>
                    <a:lnTo>
                      <a:pt x="181" y="133"/>
                    </a:lnTo>
                    <a:lnTo>
                      <a:pt x="163" y="130"/>
                    </a:lnTo>
                    <a:lnTo>
                      <a:pt x="145" y="126"/>
                    </a:lnTo>
                    <a:lnTo>
                      <a:pt x="127" y="124"/>
                    </a:lnTo>
                    <a:lnTo>
                      <a:pt x="108" y="120"/>
                    </a:lnTo>
                    <a:lnTo>
                      <a:pt x="89" y="117"/>
                    </a:lnTo>
                    <a:lnTo>
                      <a:pt x="71" y="112"/>
                    </a:lnTo>
                    <a:lnTo>
                      <a:pt x="51" y="10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6" name="Freeform 539"/>
              <p:cNvSpPr>
                <a:spLocks/>
              </p:cNvSpPr>
              <p:nvPr/>
            </p:nvSpPr>
            <p:spPr bwMode="auto">
              <a:xfrm>
                <a:off x="844" y="2127"/>
                <a:ext cx="6" cy="3"/>
              </a:xfrm>
              <a:custGeom>
                <a:avLst/>
                <a:gdLst>
                  <a:gd name="T0" fmla="*/ 0 w 26"/>
                  <a:gd name="T1" fmla="*/ 6 h 12"/>
                  <a:gd name="T2" fmla="*/ 0 w 26"/>
                  <a:gd name="T3" fmla="*/ 6 h 12"/>
                  <a:gd name="T4" fmla="*/ 1 w 26"/>
                  <a:gd name="T5" fmla="*/ 6 h 12"/>
                  <a:gd name="T6" fmla="*/ 4 w 26"/>
                  <a:gd name="T7" fmla="*/ 7 h 12"/>
                  <a:gd name="T8" fmla="*/ 7 w 26"/>
                  <a:gd name="T9" fmla="*/ 8 h 12"/>
                  <a:gd name="T10" fmla="*/ 11 w 26"/>
                  <a:gd name="T11" fmla="*/ 8 h 12"/>
                  <a:gd name="T12" fmla="*/ 15 w 26"/>
                  <a:gd name="T13" fmla="*/ 9 h 12"/>
                  <a:gd name="T14" fmla="*/ 18 w 26"/>
                  <a:gd name="T15" fmla="*/ 10 h 12"/>
                  <a:gd name="T16" fmla="*/ 22 w 26"/>
                  <a:gd name="T17" fmla="*/ 12 h 12"/>
                  <a:gd name="T18" fmla="*/ 24 w 26"/>
                  <a:gd name="T19" fmla="*/ 12 h 12"/>
                  <a:gd name="T20" fmla="*/ 26 w 26"/>
                  <a:gd name="T21" fmla="*/ 6 h 12"/>
                  <a:gd name="T22" fmla="*/ 22 w 26"/>
                  <a:gd name="T23" fmla="*/ 6 h 12"/>
                  <a:gd name="T24" fmla="*/ 19 w 26"/>
                  <a:gd name="T25" fmla="*/ 4 h 12"/>
                  <a:gd name="T26" fmla="*/ 16 w 26"/>
                  <a:gd name="T27" fmla="*/ 4 h 12"/>
                  <a:gd name="T28" fmla="*/ 12 w 26"/>
                  <a:gd name="T29" fmla="*/ 3 h 12"/>
                  <a:gd name="T30" fmla="*/ 9 w 26"/>
                  <a:gd name="T31" fmla="*/ 2 h 12"/>
                  <a:gd name="T32" fmla="*/ 6 w 26"/>
                  <a:gd name="T33" fmla="*/ 1 h 12"/>
                  <a:gd name="T34" fmla="*/ 4 w 26"/>
                  <a:gd name="T35" fmla="*/ 1 h 12"/>
                  <a:gd name="T36" fmla="*/ 1 w 26"/>
                  <a:gd name="T37" fmla="*/ 0 h 12"/>
                  <a:gd name="T38" fmla="*/ 1 w 26"/>
                  <a:gd name="T39" fmla="*/ 0 h 12"/>
                  <a:gd name="T40" fmla="*/ 0 w 26"/>
                  <a:gd name="T41" fmla="*/ 6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2"/>
                  <a:gd name="T65" fmla="*/ 26 w 26"/>
                  <a:gd name="T66" fmla="*/ 12 h 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2">
                    <a:moveTo>
                      <a:pt x="0" y="6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4" y="7"/>
                    </a:lnTo>
                    <a:lnTo>
                      <a:pt x="7" y="8"/>
                    </a:lnTo>
                    <a:lnTo>
                      <a:pt x="11" y="8"/>
                    </a:lnTo>
                    <a:lnTo>
                      <a:pt x="15" y="9"/>
                    </a:lnTo>
                    <a:lnTo>
                      <a:pt x="18" y="10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9" y="4"/>
                    </a:lnTo>
                    <a:lnTo>
                      <a:pt x="16" y="4"/>
                    </a:lnTo>
                    <a:lnTo>
                      <a:pt x="12" y="3"/>
                    </a:lnTo>
                    <a:lnTo>
                      <a:pt x="9" y="2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7" name="Freeform 540"/>
              <p:cNvSpPr>
                <a:spLocks/>
              </p:cNvSpPr>
              <p:nvPr/>
            </p:nvSpPr>
            <p:spPr bwMode="auto">
              <a:xfrm>
                <a:off x="836" y="2110"/>
                <a:ext cx="8" cy="18"/>
              </a:xfrm>
              <a:custGeom>
                <a:avLst/>
                <a:gdLst>
                  <a:gd name="T0" fmla="*/ 9 w 31"/>
                  <a:gd name="T1" fmla="*/ 0 h 73"/>
                  <a:gd name="T2" fmla="*/ 9 w 31"/>
                  <a:gd name="T3" fmla="*/ 0 h 73"/>
                  <a:gd name="T4" fmla="*/ 7 w 31"/>
                  <a:gd name="T5" fmla="*/ 4 h 73"/>
                  <a:gd name="T6" fmla="*/ 6 w 31"/>
                  <a:gd name="T7" fmla="*/ 7 h 73"/>
                  <a:gd name="T8" fmla="*/ 3 w 31"/>
                  <a:gd name="T9" fmla="*/ 12 h 73"/>
                  <a:gd name="T10" fmla="*/ 2 w 31"/>
                  <a:gd name="T11" fmla="*/ 17 h 73"/>
                  <a:gd name="T12" fmla="*/ 1 w 31"/>
                  <a:gd name="T13" fmla="*/ 22 h 73"/>
                  <a:gd name="T14" fmla="*/ 1 w 31"/>
                  <a:gd name="T15" fmla="*/ 27 h 73"/>
                  <a:gd name="T16" fmla="*/ 0 w 31"/>
                  <a:gd name="T17" fmla="*/ 31 h 73"/>
                  <a:gd name="T18" fmla="*/ 1 w 31"/>
                  <a:gd name="T19" fmla="*/ 37 h 73"/>
                  <a:gd name="T20" fmla="*/ 1 w 31"/>
                  <a:gd name="T21" fmla="*/ 42 h 73"/>
                  <a:gd name="T22" fmla="*/ 2 w 31"/>
                  <a:gd name="T23" fmla="*/ 47 h 73"/>
                  <a:gd name="T24" fmla="*/ 5 w 31"/>
                  <a:gd name="T25" fmla="*/ 52 h 73"/>
                  <a:gd name="T26" fmla="*/ 8 w 31"/>
                  <a:gd name="T27" fmla="*/ 57 h 73"/>
                  <a:gd name="T28" fmla="*/ 12 w 31"/>
                  <a:gd name="T29" fmla="*/ 62 h 73"/>
                  <a:gd name="T30" fmla="*/ 17 w 31"/>
                  <a:gd name="T31" fmla="*/ 65 h 73"/>
                  <a:gd name="T32" fmla="*/ 23 w 31"/>
                  <a:gd name="T33" fmla="*/ 69 h 73"/>
                  <a:gd name="T34" fmla="*/ 30 w 31"/>
                  <a:gd name="T35" fmla="*/ 73 h 73"/>
                  <a:gd name="T36" fmla="*/ 31 w 31"/>
                  <a:gd name="T37" fmla="*/ 67 h 73"/>
                  <a:gd name="T38" fmla="*/ 25 w 31"/>
                  <a:gd name="T39" fmla="*/ 64 h 73"/>
                  <a:gd name="T40" fmla="*/ 20 w 31"/>
                  <a:gd name="T41" fmla="*/ 62 h 73"/>
                  <a:gd name="T42" fmla="*/ 15 w 31"/>
                  <a:gd name="T43" fmla="*/ 58 h 73"/>
                  <a:gd name="T44" fmla="*/ 13 w 31"/>
                  <a:gd name="T45" fmla="*/ 54 h 73"/>
                  <a:gd name="T46" fmla="*/ 9 w 31"/>
                  <a:gd name="T47" fmla="*/ 50 h 73"/>
                  <a:gd name="T48" fmla="*/ 8 w 31"/>
                  <a:gd name="T49" fmla="*/ 46 h 73"/>
                  <a:gd name="T50" fmla="*/ 7 w 31"/>
                  <a:gd name="T51" fmla="*/ 41 h 73"/>
                  <a:gd name="T52" fmla="*/ 6 w 31"/>
                  <a:gd name="T53" fmla="*/ 36 h 73"/>
                  <a:gd name="T54" fmla="*/ 6 w 31"/>
                  <a:gd name="T55" fmla="*/ 31 h 73"/>
                  <a:gd name="T56" fmla="*/ 6 w 31"/>
                  <a:gd name="T57" fmla="*/ 28 h 73"/>
                  <a:gd name="T58" fmla="*/ 7 w 31"/>
                  <a:gd name="T59" fmla="*/ 23 h 73"/>
                  <a:gd name="T60" fmla="*/ 8 w 31"/>
                  <a:gd name="T61" fmla="*/ 18 h 73"/>
                  <a:gd name="T62" fmla="*/ 9 w 31"/>
                  <a:gd name="T63" fmla="*/ 13 h 73"/>
                  <a:gd name="T64" fmla="*/ 11 w 31"/>
                  <a:gd name="T65" fmla="*/ 10 h 73"/>
                  <a:gd name="T66" fmla="*/ 12 w 31"/>
                  <a:gd name="T67" fmla="*/ 6 h 73"/>
                  <a:gd name="T68" fmla="*/ 14 w 31"/>
                  <a:gd name="T69" fmla="*/ 2 h 73"/>
                  <a:gd name="T70" fmla="*/ 14 w 31"/>
                  <a:gd name="T71" fmla="*/ 2 h 73"/>
                  <a:gd name="T72" fmla="*/ 9 w 31"/>
                  <a:gd name="T73" fmla="*/ 0 h 7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"/>
                  <a:gd name="T112" fmla="*/ 0 h 73"/>
                  <a:gd name="T113" fmla="*/ 31 w 31"/>
                  <a:gd name="T114" fmla="*/ 73 h 7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" h="73">
                    <a:moveTo>
                      <a:pt x="9" y="0"/>
                    </a:moveTo>
                    <a:lnTo>
                      <a:pt x="9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2" y="17"/>
                    </a:lnTo>
                    <a:lnTo>
                      <a:pt x="1" y="22"/>
                    </a:lnTo>
                    <a:lnTo>
                      <a:pt x="1" y="27"/>
                    </a:lnTo>
                    <a:lnTo>
                      <a:pt x="0" y="31"/>
                    </a:lnTo>
                    <a:lnTo>
                      <a:pt x="1" y="37"/>
                    </a:lnTo>
                    <a:lnTo>
                      <a:pt x="1" y="42"/>
                    </a:lnTo>
                    <a:lnTo>
                      <a:pt x="2" y="47"/>
                    </a:lnTo>
                    <a:lnTo>
                      <a:pt x="5" y="52"/>
                    </a:lnTo>
                    <a:lnTo>
                      <a:pt x="8" y="57"/>
                    </a:lnTo>
                    <a:lnTo>
                      <a:pt x="12" y="62"/>
                    </a:lnTo>
                    <a:lnTo>
                      <a:pt x="17" y="65"/>
                    </a:lnTo>
                    <a:lnTo>
                      <a:pt x="23" y="69"/>
                    </a:lnTo>
                    <a:lnTo>
                      <a:pt x="30" y="73"/>
                    </a:lnTo>
                    <a:lnTo>
                      <a:pt x="31" y="67"/>
                    </a:lnTo>
                    <a:lnTo>
                      <a:pt x="25" y="64"/>
                    </a:lnTo>
                    <a:lnTo>
                      <a:pt x="20" y="62"/>
                    </a:lnTo>
                    <a:lnTo>
                      <a:pt x="15" y="58"/>
                    </a:lnTo>
                    <a:lnTo>
                      <a:pt x="13" y="54"/>
                    </a:lnTo>
                    <a:lnTo>
                      <a:pt x="9" y="50"/>
                    </a:lnTo>
                    <a:lnTo>
                      <a:pt x="8" y="46"/>
                    </a:lnTo>
                    <a:lnTo>
                      <a:pt x="7" y="41"/>
                    </a:lnTo>
                    <a:lnTo>
                      <a:pt x="6" y="36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7" y="23"/>
                    </a:lnTo>
                    <a:lnTo>
                      <a:pt x="8" y="18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6"/>
                    </a:lnTo>
                    <a:lnTo>
                      <a:pt x="1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8" name="Freeform 541"/>
              <p:cNvSpPr>
                <a:spLocks/>
              </p:cNvSpPr>
              <p:nvPr/>
            </p:nvSpPr>
            <p:spPr bwMode="auto">
              <a:xfrm>
                <a:off x="838" y="2102"/>
                <a:ext cx="31" cy="9"/>
              </a:xfrm>
              <a:custGeom>
                <a:avLst/>
                <a:gdLst>
                  <a:gd name="T0" fmla="*/ 123 w 123"/>
                  <a:gd name="T1" fmla="*/ 8 h 36"/>
                  <a:gd name="T2" fmla="*/ 123 w 123"/>
                  <a:gd name="T3" fmla="*/ 8 h 36"/>
                  <a:gd name="T4" fmla="*/ 113 w 123"/>
                  <a:gd name="T5" fmla="*/ 6 h 36"/>
                  <a:gd name="T6" fmla="*/ 104 w 123"/>
                  <a:gd name="T7" fmla="*/ 4 h 36"/>
                  <a:gd name="T8" fmla="*/ 95 w 123"/>
                  <a:gd name="T9" fmla="*/ 2 h 36"/>
                  <a:gd name="T10" fmla="*/ 85 w 123"/>
                  <a:gd name="T11" fmla="*/ 1 h 36"/>
                  <a:gd name="T12" fmla="*/ 77 w 123"/>
                  <a:gd name="T13" fmla="*/ 0 h 36"/>
                  <a:gd name="T14" fmla="*/ 68 w 123"/>
                  <a:gd name="T15" fmla="*/ 0 h 36"/>
                  <a:gd name="T16" fmla="*/ 60 w 123"/>
                  <a:gd name="T17" fmla="*/ 0 h 36"/>
                  <a:gd name="T18" fmla="*/ 53 w 123"/>
                  <a:gd name="T19" fmla="*/ 0 h 36"/>
                  <a:gd name="T20" fmla="*/ 44 w 123"/>
                  <a:gd name="T21" fmla="*/ 1 h 36"/>
                  <a:gd name="T22" fmla="*/ 37 w 123"/>
                  <a:gd name="T23" fmla="*/ 4 h 36"/>
                  <a:gd name="T24" fmla="*/ 30 w 123"/>
                  <a:gd name="T25" fmla="*/ 7 h 36"/>
                  <a:gd name="T26" fmla="*/ 23 w 123"/>
                  <a:gd name="T27" fmla="*/ 10 h 36"/>
                  <a:gd name="T28" fmla="*/ 17 w 123"/>
                  <a:gd name="T29" fmla="*/ 14 h 36"/>
                  <a:gd name="T30" fmla="*/ 11 w 123"/>
                  <a:gd name="T31" fmla="*/ 21 h 36"/>
                  <a:gd name="T32" fmla="*/ 5 w 123"/>
                  <a:gd name="T33" fmla="*/ 27 h 36"/>
                  <a:gd name="T34" fmla="*/ 0 w 123"/>
                  <a:gd name="T35" fmla="*/ 34 h 36"/>
                  <a:gd name="T36" fmla="*/ 5 w 123"/>
                  <a:gd name="T37" fmla="*/ 36 h 36"/>
                  <a:gd name="T38" fmla="*/ 10 w 123"/>
                  <a:gd name="T39" fmla="*/ 30 h 36"/>
                  <a:gd name="T40" fmla="*/ 15 w 123"/>
                  <a:gd name="T41" fmla="*/ 24 h 36"/>
                  <a:gd name="T42" fmla="*/ 20 w 123"/>
                  <a:gd name="T43" fmla="*/ 19 h 36"/>
                  <a:gd name="T44" fmla="*/ 26 w 123"/>
                  <a:gd name="T45" fmla="*/ 14 h 36"/>
                  <a:gd name="T46" fmla="*/ 32 w 123"/>
                  <a:gd name="T47" fmla="*/ 12 h 36"/>
                  <a:gd name="T48" fmla="*/ 38 w 123"/>
                  <a:gd name="T49" fmla="*/ 10 h 36"/>
                  <a:gd name="T50" fmla="*/ 45 w 123"/>
                  <a:gd name="T51" fmla="*/ 7 h 36"/>
                  <a:gd name="T52" fmla="*/ 53 w 123"/>
                  <a:gd name="T53" fmla="*/ 6 h 36"/>
                  <a:gd name="T54" fmla="*/ 60 w 123"/>
                  <a:gd name="T55" fmla="*/ 5 h 36"/>
                  <a:gd name="T56" fmla="*/ 68 w 123"/>
                  <a:gd name="T57" fmla="*/ 5 h 36"/>
                  <a:gd name="T58" fmla="*/ 77 w 123"/>
                  <a:gd name="T59" fmla="*/ 6 h 36"/>
                  <a:gd name="T60" fmla="*/ 85 w 123"/>
                  <a:gd name="T61" fmla="*/ 6 h 36"/>
                  <a:gd name="T62" fmla="*/ 94 w 123"/>
                  <a:gd name="T63" fmla="*/ 8 h 36"/>
                  <a:gd name="T64" fmla="*/ 102 w 123"/>
                  <a:gd name="T65" fmla="*/ 10 h 36"/>
                  <a:gd name="T66" fmla="*/ 112 w 123"/>
                  <a:gd name="T67" fmla="*/ 12 h 36"/>
                  <a:gd name="T68" fmla="*/ 121 w 123"/>
                  <a:gd name="T69" fmla="*/ 14 h 36"/>
                  <a:gd name="T70" fmla="*/ 121 w 123"/>
                  <a:gd name="T71" fmla="*/ 14 h 36"/>
                  <a:gd name="T72" fmla="*/ 123 w 123"/>
                  <a:gd name="T73" fmla="*/ 8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3"/>
                  <a:gd name="T112" fmla="*/ 0 h 36"/>
                  <a:gd name="T113" fmla="*/ 123 w 123"/>
                  <a:gd name="T114" fmla="*/ 36 h 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3" h="36">
                    <a:moveTo>
                      <a:pt x="123" y="8"/>
                    </a:moveTo>
                    <a:lnTo>
                      <a:pt x="123" y="8"/>
                    </a:lnTo>
                    <a:lnTo>
                      <a:pt x="113" y="6"/>
                    </a:lnTo>
                    <a:lnTo>
                      <a:pt x="104" y="4"/>
                    </a:lnTo>
                    <a:lnTo>
                      <a:pt x="95" y="2"/>
                    </a:lnTo>
                    <a:lnTo>
                      <a:pt x="85" y="1"/>
                    </a:lnTo>
                    <a:lnTo>
                      <a:pt x="77" y="0"/>
                    </a:lnTo>
                    <a:lnTo>
                      <a:pt x="68" y="0"/>
                    </a:lnTo>
                    <a:lnTo>
                      <a:pt x="60" y="0"/>
                    </a:lnTo>
                    <a:lnTo>
                      <a:pt x="53" y="0"/>
                    </a:lnTo>
                    <a:lnTo>
                      <a:pt x="44" y="1"/>
                    </a:lnTo>
                    <a:lnTo>
                      <a:pt x="37" y="4"/>
                    </a:lnTo>
                    <a:lnTo>
                      <a:pt x="30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1" y="21"/>
                    </a:lnTo>
                    <a:lnTo>
                      <a:pt x="5" y="27"/>
                    </a:lnTo>
                    <a:lnTo>
                      <a:pt x="0" y="34"/>
                    </a:lnTo>
                    <a:lnTo>
                      <a:pt x="5" y="36"/>
                    </a:lnTo>
                    <a:lnTo>
                      <a:pt x="10" y="30"/>
                    </a:lnTo>
                    <a:lnTo>
                      <a:pt x="15" y="24"/>
                    </a:lnTo>
                    <a:lnTo>
                      <a:pt x="20" y="19"/>
                    </a:lnTo>
                    <a:lnTo>
                      <a:pt x="26" y="14"/>
                    </a:lnTo>
                    <a:lnTo>
                      <a:pt x="32" y="12"/>
                    </a:lnTo>
                    <a:lnTo>
                      <a:pt x="38" y="10"/>
                    </a:lnTo>
                    <a:lnTo>
                      <a:pt x="45" y="7"/>
                    </a:lnTo>
                    <a:lnTo>
                      <a:pt x="53" y="6"/>
                    </a:lnTo>
                    <a:lnTo>
                      <a:pt x="60" y="5"/>
                    </a:lnTo>
                    <a:lnTo>
                      <a:pt x="68" y="5"/>
                    </a:lnTo>
                    <a:lnTo>
                      <a:pt x="77" y="6"/>
                    </a:lnTo>
                    <a:lnTo>
                      <a:pt x="85" y="6"/>
                    </a:lnTo>
                    <a:lnTo>
                      <a:pt x="94" y="8"/>
                    </a:lnTo>
                    <a:lnTo>
                      <a:pt x="102" y="10"/>
                    </a:lnTo>
                    <a:lnTo>
                      <a:pt x="112" y="12"/>
                    </a:lnTo>
                    <a:lnTo>
                      <a:pt x="121" y="14"/>
                    </a:lnTo>
                    <a:lnTo>
                      <a:pt x="123" y="8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9" name="Freeform 542"/>
              <p:cNvSpPr>
                <a:spLocks/>
              </p:cNvSpPr>
              <p:nvPr/>
            </p:nvSpPr>
            <p:spPr bwMode="auto">
              <a:xfrm>
                <a:off x="868" y="2104"/>
                <a:ext cx="146" cy="42"/>
              </a:xfrm>
              <a:custGeom>
                <a:avLst/>
                <a:gdLst>
                  <a:gd name="T0" fmla="*/ 582 w 582"/>
                  <a:gd name="T1" fmla="*/ 165 h 170"/>
                  <a:gd name="T2" fmla="*/ 543 w 582"/>
                  <a:gd name="T3" fmla="*/ 145 h 170"/>
                  <a:gd name="T4" fmla="*/ 505 w 582"/>
                  <a:gd name="T5" fmla="*/ 127 h 170"/>
                  <a:gd name="T6" fmla="*/ 468 w 582"/>
                  <a:gd name="T7" fmla="*/ 111 h 170"/>
                  <a:gd name="T8" fmla="*/ 430 w 582"/>
                  <a:gd name="T9" fmla="*/ 96 h 170"/>
                  <a:gd name="T10" fmla="*/ 394 w 582"/>
                  <a:gd name="T11" fmla="*/ 85 h 170"/>
                  <a:gd name="T12" fmla="*/ 359 w 582"/>
                  <a:gd name="T13" fmla="*/ 74 h 170"/>
                  <a:gd name="T14" fmla="*/ 323 w 582"/>
                  <a:gd name="T15" fmla="*/ 66 h 170"/>
                  <a:gd name="T16" fmla="*/ 287 w 582"/>
                  <a:gd name="T17" fmla="*/ 57 h 170"/>
                  <a:gd name="T18" fmla="*/ 252 w 582"/>
                  <a:gd name="T19" fmla="*/ 51 h 170"/>
                  <a:gd name="T20" fmla="*/ 217 w 582"/>
                  <a:gd name="T21" fmla="*/ 44 h 170"/>
                  <a:gd name="T22" fmla="*/ 181 w 582"/>
                  <a:gd name="T23" fmla="*/ 38 h 170"/>
                  <a:gd name="T24" fmla="*/ 146 w 582"/>
                  <a:gd name="T25" fmla="*/ 32 h 170"/>
                  <a:gd name="T26" fmla="*/ 111 w 582"/>
                  <a:gd name="T27" fmla="*/ 25 h 170"/>
                  <a:gd name="T28" fmla="*/ 75 w 582"/>
                  <a:gd name="T29" fmla="*/ 17 h 170"/>
                  <a:gd name="T30" fmla="*/ 38 w 582"/>
                  <a:gd name="T31" fmla="*/ 10 h 170"/>
                  <a:gd name="T32" fmla="*/ 2 w 582"/>
                  <a:gd name="T33" fmla="*/ 0 h 170"/>
                  <a:gd name="T34" fmla="*/ 19 w 582"/>
                  <a:gd name="T35" fmla="*/ 11 h 170"/>
                  <a:gd name="T36" fmla="*/ 57 w 582"/>
                  <a:gd name="T37" fmla="*/ 20 h 170"/>
                  <a:gd name="T38" fmla="*/ 92 w 582"/>
                  <a:gd name="T39" fmla="*/ 27 h 170"/>
                  <a:gd name="T40" fmla="*/ 128 w 582"/>
                  <a:gd name="T41" fmla="*/ 34 h 170"/>
                  <a:gd name="T42" fmla="*/ 163 w 582"/>
                  <a:gd name="T43" fmla="*/ 40 h 170"/>
                  <a:gd name="T44" fmla="*/ 198 w 582"/>
                  <a:gd name="T45" fmla="*/ 46 h 170"/>
                  <a:gd name="T46" fmla="*/ 234 w 582"/>
                  <a:gd name="T47" fmla="*/ 54 h 170"/>
                  <a:gd name="T48" fmla="*/ 269 w 582"/>
                  <a:gd name="T49" fmla="*/ 60 h 170"/>
                  <a:gd name="T50" fmla="*/ 304 w 582"/>
                  <a:gd name="T51" fmla="*/ 67 h 170"/>
                  <a:gd name="T52" fmla="*/ 339 w 582"/>
                  <a:gd name="T53" fmla="*/ 76 h 170"/>
                  <a:gd name="T54" fmla="*/ 374 w 582"/>
                  <a:gd name="T55" fmla="*/ 85 h 170"/>
                  <a:gd name="T56" fmla="*/ 411 w 582"/>
                  <a:gd name="T57" fmla="*/ 96 h 170"/>
                  <a:gd name="T58" fmla="*/ 447 w 582"/>
                  <a:gd name="T59" fmla="*/ 108 h 170"/>
                  <a:gd name="T60" fmla="*/ 483 w 582"/>
                  <a:gd name="T61" fmla="*/ 123 h 170"/>
                  <a:gd name="T62" fmla="*/ 521 w 582"/>
                  <a:gd name="T63" fmla="*/ 140 h 170"/>
                  <a:gd name="T64" fmla="*/ 560 w 582"/>
                  <a:gd name="T65" fmla="*/ 159 h 170"/>
                  <a:gd name="T66" fmla="*/ 579 w 582"/>
                  <a:gd name="T67" fmla="*/ 170 h 1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82"/>
                  <a:gd name="T103" fmla="*/ 0 h 170"/>
                  <a:gd name="T104" fmla="*/ 582 w 582"/>
                  <a:gd name="T105" fmla="*/ 170 h 1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82" h="170">
                    <a:moveTo>
                      <a:pt x="582" y="165"/>
                    </a:moveTo>
                    <a:lnTo>
                      <a:pt x="582" y="165"/>
                    </a:lnTo>
                    <a:lnTo>
                      <a:pt x="562" y="154"/>
                    </a:lnTo>
                    <a:lnTo>
                      <a:pt x="543" y="145"/>
                    </a:lnTo>
                    <a:lnTo>
                      <a:pt x="524" y="135"/>
                    </a:lnTo>
                    <a:lnTo>
                      <a:pt x="505" y="127"/>
                    </a:lnTo>
                    <a:lnTo>
                      <a:pt x="486" y="118"/>
                    </a:lnTo>
                    <a:lnTo>
                      <a:pt x="468" y="111"/>
                    </a:lnTo>
                    <a:lnTo>
                      <a:pt x="448" y="102"/>
                    </a:lnTo>
                    <a:lnTo>
                      <a:pt x="430" y="96"/>
                    </a:lnTo>
                    <a:lnTo>
                      <a:pt x="412" y="90"/>
                    </a:lnTo>
                    <a:lnTo>
                      <a:pt x="394" y="85"/>
                    </a:lnTo>
                    <a:lnTo>
                      <a:pt x="376" y="79"/>
                    </a:lnTo>
                    <a:lnTo>
                      <a:pt x="359" y="74"/>
                    </a:lnTo>
                    <a:lnTo>
                      <a:pt x="340" y="70"/>
                    </a:lnTo>
                    <a:lnTo>
                      <a:pt x="323" y="66"/>
                    </a:lnTo>
                    <a:lnTo>
                      <a:pt x="305" y="62"/>
                    </a:lnTo>
                    <a:lnTo>
                      <a:pt x="287" y="57"/>
                    </a:lnTo>
                    <a:lnTo>
                      <a:pt x="270" y="55"/>
                    </a:lnTo>
                    <a:lnTo>
                      <a:pt x="252" y="51"/>
                    </a:lnTo>
                    <a:lnTo>
                      <a:pt x="235" y="48"/>
                    </a:lnTo>
                    <a:lnTo>
                      <a:pt x="217" y="44"/>
                    </a:lnTo>
                    <a:lnTo>
                      <a:pt x="200" y="42"/>
                    </a:lnTo>
                    <a:lnTo>
                      <a:pt x="181" y="38"/>
                    </a:lnTo>
                    <a:lnTo>
                      <a:pt x="164" y="36"/>
                    </a:lnTo>
                    <a:lnTo>
                      <a:pt x="146" y="32"/>
                    </a:lnTo>
                    <a:lnTo>
                      <a:pt x="128" y="28"/>
                    </a:lnTo>
                    <a:lnTo>
                      <a:pt x="111" y="25"/>
                    </a:lnTo>
                    <a:lnTo>
                      <a:pt x="93" y="22"/>
                    </a:lnTo>
                    <a:lnTo>
                      <a:pt x="75" y="17"/>
                    </a:lnTo>
                    <a:lnTo>
                      <a:pt x="57" y="14"/>
                    </a:lnTo>
                    <a:lnTo>
                      <a:pt x="38" y="10"/>
                    </a:lnTo>
                    <a:lnTo>
                      <a:pt x="20" y="5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19" y="11"/>
                    </a:lnTo>
                    <a:lnTo>
                      <a:pt x="37" y="15"/>
                    </a:lnTo>
                    <a:lnTo>
                      <a:pt x="57" y="20"/>
                    </a:lnTo>
                    <a:lnTo>
                      <a:pt x="73" y="23"/>
                    </a:lnTo>
                    <a:lnTo>
                      <a:pt x="92" y="27"/>
                    </a:lnTo>
                    <a:lnTo>
                      <a:pt x="110" y="31"/>
                    </a:lnTo>
                    <a:lnTo>
                      <a:pt x="128" y="34"/>
                    </a:lnTo>
                    <a:lnTo>
                      <a:pt x="146" y="38"/>
                    </a:lnTo>
                    <a:lnTo>
                      <a:pt x="163" y="40"/>
                    </a:lnTo>
                    <a:lnTo>
                      <a:pt x="181" y="44"/>
                    </a:lnTo>
                    <a:lnTo>
                      <a:pt x="198" y="46"/>
                    </a:lnTo>
                    <a:lnTo>
                      <a:pt x="215" y="50"/>
                    </a:lnTo>
                    <a:lnTo>
                      <a:pt x="234" y="54"/>
                    </a:lnTo>
                    <a:lnTo>
                      <a:pt x="251" y="56"/>
                    </a:lnTo>
                    <a:lnTo>
                      <a:pt x="269" y="60"/>
                    </a:lnTo>
                    <a:lnTo>
                      <a:pt x="286" y="63"/>
                    </a:lnTo>
                    <a:lnTo>
                      <a:pt x="304" y="67"/>
                    </a:lnTo>
                    <a:lnTo>
                      <a:pt x="321" y="72"/>
                    </a:lnTo>
                    <a:lnTo>
                      <a:pt x="339" y="76"/>
                    </a:lnTo>
                    <a:lnTo>
                      <a:pt x="357" y="80"/>
                    </a:lnTo>
                    <a:lnTo>
                      <a:pt x="374" y="85"/>
                    </a:lnTo>
                    <a:lnTo>
                      <a:pt x="393" y="90"/>
                    </a:lnTo>
                    <a:lnTo>
                      <a:pt x="411" y="96"/>
                    </a:lnTo>
                    <a:lnTo>
                      <a:pt x="429" y="102"/>
                    </a:lnTo>
                    <a:lnTo>
                      <a:pt x="447" y="108"/>
                    </a:lnTo>
                    <a:lnTo>
                      <a:pt x="465" y="116"/>
                    </a:lnTo>
                    <a:lnTo>
                      <a:pt x="483" y="123"/>
                    </a:lnTo>
                    <a:lnTo>
                      <a:pt x="503" y="131"/>
                    </a:lnTo>
                    <a:lnTo>
                      <a:pt x="521" y="140"/>
                    </a:lnTo>
                    <a:lnTo>
                      <a:pt x="540" y="150"/>
                    </a:lnTo>
                    <a:lnTo>
                      <a:pt x="560" y="159"/>
                    </a:lnTo>
                    <a:lnTo>
                      <a:pt x="579" y="170"/>
                    </a:lnTo>
                    <a:lnTo>
                      <a:pt x="582" y="16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0" name="Freeform 543"/>
              <p:cNvSpPr>
                <a:spLocks/>
              </p:cNvSpPr>
              <p:nvPr/>
            </p:nvSpPr>
            <p:spPr bwMode="auto">
              <a:xfrm>
                <a:off x="1013" y="2145"/>
                <a:ext cx="28" cy="67"/>
              </a:xfrm>
              <a:custGeom>
                <a:avLst/>
                <a:gdLst>
                  <a:gd name="T0" fmla="*/ 101 w 111"/>
                  <a:gd name="T1" fmla="*/ 268 h 270"/>
                  <a:gd name="T2" fmla="*/ 107 w 111"/>
                  <a:gd name="T3" fmla="*/ 250 h 270"/>
                  <a:gd name="T4" fmla="*/ 109 w 111"/>
                  <a:gd name="T5" fmla="*/ 231 h 270"/>
                  <a:gd name="T6" fmla="*/ 111 w 111"/>
                  <a:gd name="T7" fmla="*/ 211 h 270"/>
                  <a:gd name="T8" fmla="*/ 109 w 111"/>
                  <a:gd name="T9" fmla="*/ 191 h 270"/>
                  <a:gd name="T10" fmla="*/ 107 w 111"/>
                  <a:gd name="T11" fmla="*/ 171 h 270"/>
                  <a:gd name="T12" fmla="*/ 103 w 111"/>
                  <a:gd name="T13" fmla="*/ 151 h 270"/>
                  <a:gd name="T14" fmla="*/ 97 w 111"/>
                  <a:gd name="T15" fmla="*/ 131 h 270"/>
                  <a:gd name="T16" fmla="*/ 90 w 111"/>
                  <a:gd name="T17" fmla="*/ 112 h 270"/>
                  <a:gd name="T18" fmla="*/ 82 w 111"/>
                  <a:gd name="T19" fmla="*/ 94 h 270"/>
                  <a:gd name="T20" fmla="*/ 72 w 111"/>
                  <a:gd name="T21" fmla="*/ 77 h 270"/>
                  <a:gd name="T22" fmla="*/ 62 w 111"/>
                  <a:gd name="T23" fmla="*/ 60 h 270"/>
                  <a:gd name="T24" fmla="*/ 51 w 111"/>
                  <a:gd name="T25" fmla="*/ 44 h 270"/>
                  <a:gd name="T26" fmla="*/ 39 w 111"/>
                  <a:gd name="T27" fmla="*/ 31 h 270"/>
                  <a:gd name="T28" fmla="*/ 28 w 111"/>
                  <a:gd name="T29" fmla="*/ 19 h 270"/>
                  <a:gd name="T30" fmla="*/ 16 w 111"/>
                  <a:gd name="T31" fmla="*/ 8 h 270"/>
                  <a:gd name="T32" fmla="*/ 3 w 111"/>
                  <a:gd name="T33" fmla="*/ 0 h 270"/>
                  <a:gd name="T34" fmla="*/ 6 w 111"/>
                  <a:gd name="T35" fmla="*/ 9 h 270"/>
                  <a:gd name="T36" fmla="*/ 17 w 111"/>
                  <a:gd name="T37" fmla="*/ 17 h 270"/>
                  <a:gd name="T38" fmla="*/ 29 w 111"/>
                  <a:gd name="T39" fmla="*/ 28 h 270"/>
                  <a:gd name="T40" fmla="*/ 42 w 111"/>
                  <a:gd name="T41" fmla="*/ 42 h 270"/>
                  <a:gd name="T42" fmla="*/ 52 w 111"/>
                  <a:gd name="T43" fmla="*/ 55 h 270"/>
                  <a:gd name="T44" fmla="*/ 62 w 111"/>
                  <a:gd name="T45" fmla="*/ 71 h 270"/>
                  <a:gd name="T46" fmla="*/ 72 w 111"/>
                  <a:gd name="T47" fmla="*/ 88 h 270"/>
                  <a:gd name="T48" fmla="*/ 82 w 111"/>
                  <a:gd name="T49" fmla="*/ 105 h 270"/>
                  <a:gd name="T50" fmla="*/ 89 w 111"/>
                  <a:gd name="T51" fmla="*/ 124 h 270"/>
                  <a:gd name="T52" fmla="*/ 95 w 111"/>
                  <a:gd name="T53" fmla="*/ 142 h 270"/>
                  <a:gd name="T54" fmla="*/ 100 w 111"/>
                  <a:gd name="T55" fmla="*/ 163 h 270"/>
                  <a:gd name="T56" fmla="*/ 103 w 111"/>
                  <a:gd name="T57" fmla="*/ 182 h 270"/>
                  <a:gd name="T58" fmla="*/ 105 w 111"/>
                  <a:gd name="T59" fmla="*/ 202 h 270"/>
                  <a:gd name="T60" fmla="*/ 105 w 111"/>
                  <a:gd name="T61" fmla="*/ 221 h 270"/>
                  <a:gd name="T62" fmla="*/ 103 w 111"/>
                  <a:gd name="T63" fmla="*/ 239 h 270"/>
                  <a:gd name="T64" fmla="*/ 99 w 111"/>
                  <a:gd name="T65" fmla="*/ 257 h 270"/>
                  <a:gd name="T66" fmla="*/ 97 w 111"/>
                  <a:gd name="T67" fmla="*/ 270 h 270"/>
                  <a:gd name="T68" fmla="*/ 95 w 111"/>
                  <a:gd name="T69" fmla="*/ 268 h 270"/>
                  <a:gd name="T70" fmla="*/ 100 w 111"/>
                  <a:gd name="T71" fmla="*/ 265 h 27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11"/>
                  <a:gd name="T109" fmla="*/ 0 h 270"/>
                  <a:gd name="T110" fmla="*/ 111 w 111"/>
                  <a:gd name="T111" fmla="*/ 270 h 27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11" h="270">
                    <a:moveTo>
                      <a:pt x="100" y="265"/>
                    </a:moveTo>
                    <a:lnTo>
                      <a:pt x="101" y="268"/>
                    </a:lnTo>
                    <a:lnTo>
                      <a:pt x="105" y="259"/>
                    </a:lnTo>
                    <a:lnTo>
                      <a:pt x="107" y="250"/>
                    </a:lnTo>
                    <a:lnTo>
                      <a:pt x="108" y="240"/>
                    </a:lnTo>
                    <a:lnTo>
                      <a:pt x="109" y="231"/>
                    </a:lnTo>
                    <a:lnTo>
                      <a:pt x="111" y="221"/>
                    </a:lnTo>
                    <a:lnTo>
                      <a:pt x="111" y="211"/>
                    </a:lnTo>
                    <a:lnTo>
                      <a:pt x="111" y="202"/>
                    </a:lnTo>
                    <a:lnTo>
                      <a:pt x="109" y="191"/>
                    </a:lnTo>
                    <a:lnTo>
                      <a:pt x="108" y="181"/>
                    </a:lnTo>
                    <a:lnTo>
                      <a:pt x="107" y="171"/>
                    </a:lnTo>
                    <a:lnTo>
                      <a:pt x="106" y="160"/>
                    </a:lnTo>
                    <a:lnTo>
                      <a:pt x="103" y="151"/>
                    </a:lnTo>
                    <a:lnTo>
                      <a:pt x="100" y="141"/>
                    </a:lnTo>
                    <a:lnTo>
                      <a:pt x="97" y="131"/>
                    </a:lnTo>
                    <a:lnTo>
                      <a:pt x="94" y="122"/>
                    </a:lnTo>
                    <a:lnTo>
                      <a:pt x="90" y="112"/>
                    </a:lnTo>
                    <a:lnTo>
                      <a:pt x="86" y="103"/>
                    </a:lnTo>
                    <a:lnTo>
                      <a:pt x="82" y="94"/>
                    </a:lnTo>
                    <a:lnTo>
                      <a:pt x="77" y="85"/>
                    </a:lnTo>
                    <a:lnTo>
                      <a:pt x="72" y="77"/>
                    </a:lnTo>
                    <a:lnTo>
                      <a:pt x="67" y="68"/>
                    </a:lnTo>
                    <a:lnTo>
                      <a:pt x="62" y="60"/>
                    </a:lnTo>
                    <a:lnTo>
                      <a:pt x="57" y="52"/>
                    </a:lnTo>
                    <a:lnTo>
                      <a:pt x="51" y="44"/>
                    </a:lnTo>
                    <a:lnTo>
                      <a:pt x="45" y="37"/>
                    </a:lnTo>
                    <a:lnTo>
                      <a:pt x="39" y="31"/>
                    </a:lnTo>
                    <a:lnTo>
                      <a:pt x="34" y="25"/>
                    </a:lnTo>
                    <a:lnTo>
                      <a:pt x="28" y="19"/>
                    </a:lnTo>
                    <a:lnTo>
                      <a:pt x="22" y="14"/>
                    </a:lnTo>
                    <a:lnTo>
                      <a:pt x="16" y="8"/>
                    </a:lnTo>
                    <a:lnTo>
                      <a:pt x="10" y="4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6" y="9"/>
                    </a:lnTo>
                    <a:lnTo>
                      <a:pt x="12" y="12"/>
                    </a:lnTo>
                    <a:lnTo>
                      <a:pt x="17" y="17"/>
                    </a:lnTo>
                    <a:lnTo>
                      <a:pt x="23" y="22"/>
                    </a:lnTo>
                    <a:lnTo>
                      <a:pt x="29" y="28"/>
                    </a:lnTo>
                    <a:lnTo>
                      <a:pt x="35" y="34"/>
                    </a:lnTo>
                    <a:lnTo>
                      <a:pt x="42" y="42"/>
                    </a:lnTo>
                    <a:lnTo>
                      <a:pt x="46" y="48"/>
                    </a:lnTo>
                    <a:lnTo>
                      <a:pt x="52" y="55"/>
                    </a:lnTo>
                    <a:lnTo>
                      <a:pt x="57" y="63"/>
                    </a:lnTo>
                    <a:lnTo>
                      <a:pt x="62" y="71"/>
                    </a:lnTo>
                    <a:lnTo>
                      <a:pt x="67" y="79"/>
                    </a:lnTo>
                    <a:lnTo>
                      <a:pt x="72" y="88"/>
                    </a:lnTo>
                    <a:lnTo>
                      <a:pt x="77" y="96"/>
                    </a:lnTo>
                    <a:lnTo>
                      <a:pt x="82" y="105"/>
                    </a:lnTo>
                    <a:lnTo>
                      <a:pt x="85" y="114"/>
                    </a:lnTo>
                    <a:lnTo>
                      <a:pt x="89" y="124"/>
                    </a:lnTo>
                    <a:lnTo>
                      <a:pt x="91" y="132"/>
                    </a:lnTo>
                    <a:lnTo>
                      <a:pt x="95" y="142"/>
                    </a:lnTo>
                    <a:lnTo>
                      <a:pt x="97" y="153"/>
                    </a:lnTo>
                    <a:lnTo>
                      <a:pt x="100" y="163"/>
                    </a:lnTo>
                    <a:lnTo>
                      <a:pt x="102" y="173"/>
                    </a:lnTo>
                    <a:lnTo>
                      <a:pt x="103" y="182"/>
                    </a:lnTo>
                    <a:lnTo>
                      <a:pt x="105" y="192"/>
                    </a:lnTo>
                    <a:lnTo>
                      <a:pt x="105" y="202"/>
                    </a:lnTo>
                    <a:lnTo>
                      <a:pt x="106" y="211"/>
                    </a:lnTo>
                    <a:lnTo>
                      <a:pt x="105" y="221"/>
                    </a:lnTo>
                    <a:lnTo>
                      <a:pt x="105" y="229"/>
                    </a:lnTo>
                    <a:lnTo>
                      <a:pt x="103" y="239"/>
                    </a:lnTo>
                    <a:lnTo>
                      <a:pt x="101" y="249"/>
                    </a:lnTo>
                    <a:lnTo>
                      <a:pt x="99" y="257"/>
                    </a:lnTo>
                    <a:lnTo>
                      <a:pt x="96" y="266"/>
                    </a:lnTo>
                    <a:lnTo>
                      <a:pt x="97" y="270"/>
                    </a:lnTo>
                    <a:lnTo>
                      <a:pt x="96" y="266"/>
                    </a:lnTo>
                    <a:lnTo>
                      <a:pt x="95" y="268"/>
                    </a:lnTo>
                    <a:lnTo>
                      <a:pt x="97" y="270"/>
                    </a:lnTo>
                    <a:lnTo>
                      <a:pt x="100" y="26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1" name="Freeform 544"/>
              <p:cNvSpPr>
                <a:spLocks/>
              </p:cNvSpPr>
              <p:nvPr/>
            </p:nvSpPr>
            <p:spPr bwMode="auto">
              <a:xfrm>
                <a:off x="1038" y="2211"/>
                <a:ext cx="14" cy="24"/>
              </a:xfrm>
              <a:custGeom>
                <a:avLst/>
                <a:gdLst>
                  <a:gd name="T0" fmla="*/ 59 w 59"/>
                  <a:gd name="T1" fmla="*/ 93 h 93"/>
                  <a:gd name="T2" fmla="*/ 59 w 59"/>
                  <a:gd name="T3" fmla="*/ 93 h 93"/>
                  <a:gd name="T4" fmla="*/ 59 w 59"/>
                  <a:gd name="T5" fmla="*/ 86 h 93"/>
                  <a:gd name="T6" fmla="*/ 57 w 59"/>
                  <a:gd name="T7" fmla="*/ 78 h 93"/>
                  <a:gd name="T8" fmla="*/ 56 w 59"/>
                  <a:gd name="T9" fmla="*/ 71 h 93"/>
                  <a:gd name="T10" fmla="*/ 55 w 59"/>
                  <a:gd name="T11" fmla="*/ 64 h 93"/>
                  <a:gd name="T12" fmla="*/ 53 w 59"/>
                  <a:gd name="T13" fmla="*/ 57 h 93"/>
                  <a:gd name="T14" fmla="*/ 50 w 59"/>
                  <a:gd name="T15" fmla="*/ 51 h 93"/>
                  <a:gd name="T16" fmla="*/ 46 w 59"/>
                  <a:gd name="T17" fmla="*/ 45 h 93"/>
                  <a:gd name="T18" fmla="*/ 43 w 59"/>
                  <a:gd name="T19" fmla="*/ 37 h 93"/>
                  <a:gd name="T20" fmla="*/ 39 w 59"/>
                  <a:gd name="T21" fmla="*/ 32 h 93"/>
                  <a:gd name="T22" fmla="*/ 36 w 59"/>
                  <a:gd name="T23" fmla="*/ 26 h 93"/>
                  <a:gd name="T24" fmla="*/ 31 w 59"/>
                  <a:gd name="T25" fmla="*/ 20 h 93"/>
                  <a:gd name="T26" fmla="*/ 26 w 59"/>
                  <a:gd name="T27" fmla="*/ 17 h 93"/>
                  <a:gd name="T28" fmla="*/ 21 w 59"/>
                  <a:gd name="T29" fmla="*/ 12 h 93"/>
                  <a:gd name="T30" fmla="*/ 15 w 59"/>
                  <a:gd name="T31" fmla="*/ 7 h 93"/>
                  <a:gd name="T32" fmla="*/ 9 w 59"/>
                  <a:gd name="T33" fmla="*/ 3 h 93"/>
                  <a:gd name="T34" fmla="*/ 3 w 59"/>
                  <a:gd name="T35" fmla="*/ 0 h 93"/>
                  <a:gd name="T36" fmla="*/ 0 w 59"/>
                  <a:gd name="T37" fmla="*/ 5 h 93"/>
                  <a:gd name="T38" fmla="*/ 6 w 59"/>
                  <a:gd name="T39" fmla="*/ 8 h 93"/>
                  <a:gd name="T40" fmla="*/ 11 w 59"/>
                  <a:gd name="T41" fmla="*/ 12 h 93"/>
                  <a:gd name="T42" fmla="*/ 16 w 59"/>
                  <a:gd name="T43" fmla="*/ 15 h 93"/>
                  <a:gd name="T44" fmla="*/ 22 w 59"/>
                  <a:gd name="T45" fmla="*/ 20 h 93"/>
                  <a:gd name="T46" fmla="*/ 27 w 59"/>
                  <a:gd name="T47" fmla="*/ 25 h 93"/>
                  <a:gd name="T48" fmla="*/ 31 w 59"/>
                  <a:gd name="T49" fmla="*/ 30 h 93"/>
                  <a:gd name="T50" fmla="*/ 34 w 59"/>
                  <a:gd name="T51" fmla="*/ 35 h 93"/>
                  <a:gd name="T52" fmla="*/ 38 w 59"/>
                  <a:gd name="T53" fmla="*/ 41 h 93"/>
                  <a:gd name="T54" fmla="*/ 42 w 59"/>
                  <a:gd name="T55" fmla="*/ 47 h 93"/>
                  <a:gd name="T56" fmla="*/ 45 w 59"/>
                  <a:gd name="T57" fmla="*/ 53 h 93"/>
                  <a:gd name="T58" fmla="*/ 46 w 59"/>
                  <a:gd name="T59" fmla="*/ 59 h 93"/>
                  <a:gd name="T60" fmla="*/ 49 w 59"/>
                  <a:gd name="T61" fmla="*/ 65 h 93"/>
                  <a:gd name="T62" fmla="*/ 50 w 59"/>
                  <a:gd name="T63" fmla="*/ 72 h 93"/>
                  <a:gd name="T64" fmla="*/ 53 w 59"/>
                  <a:gd name="T65" fmla="*/ 78 h 93"/>
                  <a:gd name="T66" fmla="*/ 53 w 59"/>
                  <a:gd name="T67" fmla="*/ 86 h 93"/>
                  <a:gd name="T68" fmla="*/ 53 w 59"/>
                  <a:gd name="T69" fmla="*/ 93 h 93"/>
                  <a:gd name="T70" fmla="*/ 53 w 59"/>
                  <a:gd name="T71" fmla="*/ 93 h 93"/>
                  <a:gd name="T72" fmla="*/ 59 w 59"/>
                  <a:gd name="T73" fmla="*/ 93 h 9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9"/>
                  <a:gd name="T112" fmla="*/ 0 h 93"/>
                  <a:gd name="T113" fmla="*/ 59 w 59"/>
                  <a:gd name="T114" fmla="*/ 93 h 9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9" h="93">
                    <a:moveTo>
                      <a:pt x="59" y="93"/>
                    </a:moveTo>
                    <a:lnTo>
                      <a:pt x="59" y="93"/>
                    </a:lnTo>
                    <a:lnTo>
                      <a:pt x="59" y="86"/>
                    </a:lnTo>
                    <a:lnTo>
                      <a:pt x="57" y="78"/>
                    </a:lnTo>
                    <a:lnTo>
                      <a:pt x="56" y="71"/>
                    </a:lnTo>
                    <a:lnTo>
                      <a:pt x="55" y="64"/>
                    </a:lnTo>
                    <a:lnTo>
                      <a:pt x="53" y="57"/>
                    </a:lnTo>
                    <a:lnTo>
                      <a:pt x="50" y="51"/>
                    </a:lnTo>
                    <a:lnTo>
                      <a:pt x="46" y="45"/>
                    </a:lnTo>
                    <a:lnTo>
                      <a:pt x="43" y="37"/>
                    </a:lnTo>
                    <a:lnTo>
                      <a:pt x="39" y="32"/>
                    </a:lnTo>
                    <a:lnTo>
                      <a:pt x="36" y="26"/>
                    </a:lnTo>
                    <a:lnTo>
                      <a:pt x="31" y="20"/>
                    </a:lnTo>
                    <a:lnTo>
                      <a:pt x="26" y="17"/>
                    </a:lnTo>
                    <a:lnTo>
                      <a:pt x="21" y="12"/>
                    </a:lnTo>
                    <a:lnTo>
                      <a:pt x="15" y="7"/>
                    </a:lnTo>
                    <a:lnTo>
                      <a:pt x="9" y="3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11" y="12"/>
                    </a:lnTo>
                    <a:lnTo>
                      <a:pt x="16" y="15"/>
                    </a:lnTo>
                    <a:lnTo>
                      <a:pt x="22" y="20"/>
                    </a:lnTo>
                    <a:lnTo>
                      <a:pt x="27" y="25"/>
                    </a:lnTo>
                    <a:lnTo>
                      <a:pt x="31" y="30"/>
                    </a:lnTo>
                    <a:lnTo>
                      <a:pt x="34" y="35"/>
                    </a:lnTo>
                    <a:lnTo>
                      <a:pt x="38" y="41"/>
                    </a:lnTo>
                    <a:lnTo>
                      <a:pt x="42" y="47"/>
                    </a:lnTo>
                    <a:lnTo>
                      <a:pt x="45" y="53"/>
                    </a:lnTo>
                    <a:lnTo>
                      <a:pt x="46" y="59"/>
                    </a:lnTo>
                    <a:lnTo>
                      <a:pt x="49" y="65"/>
                    </a:lnTo>
                    <a:lnTo>
                      <a:pt x="50" y="72"/>
                    </a:lnTo>
                    <a:lnTo>
                      <a:pt x="53" y="78"/>
                    </a:lnTo>
                    <a:lnTo>
                      <a:pt x="53" y="86"/>
                    </a:lnTo>
                    <a:lnTo>
                      <a:pt x="53" y="93"/>
                    </a:lnTo>
                    <a:lnTo>
                      <a:pt x="59" y="9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2" name="Freeform 545"/>
              <p:cNvSpPr>
                <a:spLocks/>
              </p:cNvSpPr>
              <p:nvPr/>
            </p:nvSpPr>
            <p:spPr bwMode="auto">
              <a:xfrm>
                <a:off x="1025" y="2235"/>
                <a:ext cx="27" cy="26"/>
              </a:xfrm>
              <a:custGeom>
                <a:avLst/>
                <a:gdLst>
                  <a:gd name="T0" fmla="*/ 0 w 107"/>
                  <a:gd name="T1" fmla="*/ 107 h 107"/>
                  <a:gd name="T2" fmla="*/ 0 w 107"/>
                  <a:gd name="T3" fmla="*/ 107 h 107"/>
                  <a:gd name="T4" fmla="*/ 11 w 107"/>
                  <a:gd name="T5" fmla="*/ 107 h 107"/>
                  <a:gd name="T6" fmla="*/ 22 w 107"/>
                  <a:gd name="T7" fmla="*/ 104 h 107"/>
                  <a:gd name="T8" fmla="*/ 31 w 107"/>
                  <a:gd name="T9" fmla="*/ 102 h 107"/>
                  <a:gd name="T10" fmla="*/ 42 w 107"/>
                  <a:gd name="T11" fmla="*/ 98 h 107"/>
                  <a:gd name="T12" fmla="*/ 51 w 107"/>
                  <a:gd name="T13" fmla="*/ 95 h 107"/>
                  <a:gd name="T14" fmla="*/ 59 w 107"/>
                  <a:gd name="T15" fmla="*/ 89 h 107"/>
                  <a:gd name="T16" fmla="*/ 68 w 107"/>
                  <a:gd name="T17" fmla="*/ 82 h 107"/>
                  <a:gd name="T18" fmla="*/ 75 w 107"/>
                  <a:gd name="T19" fmla="*/ 76 h 107"/>
                  <a:gd name="T20" fmla="*/ 82 w 107"/>
                  <a:gd name="T21" fmla="*/ 68 h 107"/>
                  <a:gd name="T22" fmla="*/ 88 w 107"/>
                  <a:gd name="T23" fmla="*/ 59 h 107"/>
                  <a:gd name="T24" fmla="*/ 93 w 107"/>
                  <a:gd name="T25" fmla="*/ 51 h 107"/>
                  <a:gd name="T26" fmla="*/ 98 w 107"/>
                  <a:gd name="T27" fmla="*/ 42 h 107"/>
                  <a:gd name="T28" fmla="*/ 102 w 107"/>
                  <a:gd name="T29" fmla="*/ 32 h 107"/>
                  <a:gd name="T30" fmla="*/ 104 w 107"/>
                  <a:gd name="T31" fmla="*/ 22 h 107"/>
                  <a:gd name="T32" fmla="*/ 107 w 107"/>
                  <a:gd name="T33" fmla="*/ 11 h 107"/>
                  <a:gd name="T34" fmla="*/ 107 w 107"/>
                  <a:gd name="T35" fmla="*/ 0 h 107"/>
                  <a:gd name="T36" fmla="*/ 101 w 107"/>
                  <a:gd name="T37" fmla="*/ 0 h 107"/>
                  <a:gd name="T38" fmla="*/ 101 w 107"/>
                  <a:gd name="T39" fmla="*/ 10 h 107"/>
                  <a:gd name="T40" fmla="*/ 99 w 107"/>
                  <a:gd name="T41" fmla="*/ 21 h 107"/>
                  <a:gd name="T42" fmla="*/ 96 w 107"/>
                  <a:gd name="T43" fmla="*/ 30 h 107"/>
                  <a:gd name="T44" fmla="*/ 93 w 107"/>
                  <a:gd name="T45" fmla="*/ 40 h 107"/>
                  <a:gd name="T46" fmla="*/ 88 w 107"/>
                  <a:gd name="T47" fmla="*/ 49 h 107"/>
                  <a:gd name="T48" fmla="*/ 84 w 107"/>
                  <a:gd name="T49" fmla="*/ 57 h 107"/>
                  <a:gd name="T50" fmla="*/ 77 w 107"/>
                  <a:gd name="T51" fmla="*/ 64 h 107"/>
                  <a:gd name="T52" fmla="*/ 71 w 107"/>
                  <a:gd name="T53" fmla="*/ 72 h 107"/>
                  <a:gd name="T54" fmla="*/ 64 w 107"/>
                  <a:gd name="T55" fmla="*/ 79 h 107"/>
                  <a:gd name="T56" fmla="*/ 56 w 107"/>
                  <a:gd name="T57" fmla="*/ 84 h 107"/>
                  <a:gd name="T58" fmla="*/ 48 w 107"/>
                  <a:gd name="T59" fmla="*/ 90 h 107"/>
                  <a:gd name="T60" fmla="*/ 40 w 107"/>
                  <a:gd name="T61" fmla="*/ 93 h 107"/>
                  <a:gd name="T62" fmla="*/ 30 w 107"/>
                  <a:gd name="T63" fmla="*/ 97 h 107"/>
                  <a:gd name="T64" fmla="*/ 20 w 107"/>
                  <a:gd name="T65" fmla="*/ 99 h 107"/>
                  <a:gd name="T66" fmla="*/ 10 w 107"/>
                  <a:gd name="T67" fmla="*/ 101 h 107"/>
                  <a:gd name="T68" fmla="*/ 0 w 107"/>
                  <a:gd name="T69" fmla="*/ 102 h 107"/>
                  <a:gd name="T70" fmla="*/ 0 w 107"/>
                  <a:gd name="T71" fmla="*/ 102 h 107"/>
                  <a:gd name="T72" fmla="*/ 0 w 107"/>
                  <a:gd name="T73" fmla="*/ 107 h 10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7"/>
                  <a:gd name="T112" fmla="*/ 0 h 107"/>
                  <a:gd name="T113" fmla="*/ 107 w 107"/>
                  <a:gd name="T114" fmla="*/ 107 h 10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7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11" y="107"/>
                    </a:lnTo>
                    <a:lnTo>
                      <a:pt x="22" y="104"/>
                    </a:lnTo>
                    <a:lnTo>
                      <a:pt x="31" y="102"/>
                    </a:lnTo>
                    <a:lnTo>
                      <a:pt x="42" y="98"/>
                    </a:lnTo>
                    <a:lnTo>
                      <a:pt x="51" y="95"/>
                    </a:lnTo>
                    <a:lnTo>
                      <a:pt x="59" y="89"/>
                    </a:lnTo>
                    <a:lnTo>
                      <a:pt x="68" y="82"/>
                    </a:lnTo>
                    <a:lnTo>
                      <a:pt x="75" y="76"/>
                    </a:lnTo>
                    <a:lnTo>
                      <a:pt x="82" y="68"/>
                    </a:lnTo>
                    <a:lnTo>
                      <a:pt x="88" y="59"/>
                    </a:lnTo>
                    <a:lnTo>
                      <a:pt x="93" y="51"/>
                    </a:lnTo>
                    <a:lnTo>
                      <a:pt x="98" y="42"/>
                    </a:lnTo>
                    <a:lnTo>
                      <a:pt x="102" y="32"/>
                    </a:lnTo>
                    <a:lnTo>
                      <a:pt x="104" y="22"/>
                    </a:lnTo>
                    <a:lnTo>
                      <a:pt x="107" y="11"/>
                    </a:lnTo>
                    <a:lnTo>
                      <a:pt x="107" y="0"/>
                    </a:lnTo>
                    <a:lnTo>
                      <a:pt x="101" y="0"/>
                    </a:lnTo>
                    <a:lnTo>
                      <a:pt x="101" y="10"/>
                    </a:lnTo>
                    <a:lnTo>
                      <a:pt x="99" y="21"/>
                    </a:lnTo>
                    <a:lnTo>
                      <a:pt x="96" y="30"/>
                    </a:lnTo>
                    <a:lnTo>
                      <a:pt x="93" y="40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7" y="64"/>
                    </a:lnTo>
                    <a:lnTo>
                      <a:pt x="71" y="72"/>
                    </a:lnTo>
                    <a:lnTo>
                      <a:pt x="64" y="79"/>
                    </a:lnTo>
                    <a:lnTo>
                      <a:pt x="56" y="84"/>
                    </a:lnTo>
                    <a:lnTo>
                      <a:pt x="48" y="90"/>
                    </a:lnTo>
                    <a:lnTo>
                      <a:pt x="40" y="93"/>
                    </a:lnTo>
                    <a:lnTo>
                      <a:pt x="30" y="97"/>
                    </a:lnTo>
                    <a:lnTo>
                      <a:pt x="20" y="99"/>
                    </a:lnTo>
                    <a:lnTo>
                      <a:pt x="10" y="101"/>
                    </a:lnTo>
                    <a:lnTo>
                      <a:pt x="0" y="102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3" name="Freeform 546"/>
              <p:cNvSpPr>
                <a:spLocks/>
              </p:cNvSpPr>
              <p:nvPr/>
            </p:nvSpPr>
            <p:spPr bwMode="auto">
              <a:xfrm>
                <a:off x="999" y="2235"/>
                <a:ext cx="26" cy="26"/>
              </a:xfrm>
              <a:custGeom>
                <a:avLst/>
                <a:gdLst>
                  <a:gd name="T0" fmla="*/ 0 w 107"/>
                  <a:gd name="T1" fmla="*/ 0 h 107"/>
                  <a:gd name="T2" fmla="*/ 0 w 107"/>
                  <a:gd name="T3" fmla="*/ 0 h 107"/>
                  <a:gd name="T4" fmla="*/ 0 w 107"/>
                  <a:gd name="T5" fmla="*/ 11 h 107"/>
                  <a:gd name="T6" fmla="*/ 1 w 107"/>
                  <a:gd name="T7" fmla="*/ 22 h 107"/>
                  <a:gd name="T8" fmla="*/ 5 w 107"/>
                  <a:gd name="T9" fmla="*/ 32 h 107"/>
                  <a:gd name="T10" fmla="*/ 9 w 107"/>
                  <a:gd name="T11" fmla="*/ 42 h 107"/>
                  <a:gd name="T12" fmla="*/ 12 w 107"/>
                  <a:gd name="T13" fmla="*/ 51 h 107"/>
                  <a:gd name="T14" fmla="*/ 18 w 107"/>
                  <a:gd name="T15" fmla="*/ 59 h 107"/>
                  <a:gd name="T16" fmla="*/ 24 w 107"/>
                  <a:gd name="T17" fmla="*/ 68 h 107"/>
                  <a:gd name="T18" fmla="*/ 32 w 107"/>
                  <a:gd name="T19" fmla="*/ 76 h 107"/>
                  <a:gd name="T20" fmla="*/ 39 w 107"/>
                  <a:gd name="T21" fmla="*/ 82 h 107"/>
                  <a:gd name="T22" fmla="*/ 47 w 107"/>
                  <a:gd name="T23" fmla="*/ 89 h 107"/>
                  <a:gd name="T24" fmla="*/ 56 w 107"/>
                  <a:gd name="T25" fmla="*/ 95 h 107"/>
                  <a:gd name="T26" fmla="*/ 66 w 107"/>
                  <a:gd name="T27" fmla="*/ 98 h 107"/>
                  <a:gd name="T28" fmla="*/ 75 w 107"/>
                  <a:gd name="T29" fmla="*/ 102 h 107"/>
                  <a:gd name="T30" fmla="*/ 85 w 107"/>
                  <a:gd name="T31" fmla="*/ 104 h 107"/>
                  <a:gd name="T32" fmla="*/ 96 w 107"/>
                  <a:gd name="T33" fmla="*/ 107 h 107"/>
                  <a:gd name="T34" fmla="*/ 107 w 107"/>
                  <a:gd name="T35" fmla="*/ 107 h 107"/>
                  <a:gd name="T36" fmla="*/ 107 w 107"/>
                  <a:gd name="T37" fmla="*/ 102 h 107"/>
                  <a:gd name="T38" fmla="*/ 97 w 107"/>
                  <a:gd name="T39" fmla="*/ 101 h 107"/>
                  <a:gd name="T40" fmla="*/ 86 w 107"/>
                  <a:gd name="T41" fmla="*/ 99 h 107"/>
                  <a:gd name="T42" fmla="*/ 77 w 107"/>
                  <a:gd name="T43" fmla="*/ 97 h 107"/>
                  <a:gd name="T44" fmla="*/ 68 w 107"/>
                  <a:gd name="T45" fmla="*/ 93 h 107"/>
                  <a:gd name="T46" fmla="*/ 58 w 107"/>
                  <a:gd name="T47" fmla="*/ 90 h 107"/>
                  <a:gd name="T48" fmla="*/ 50 w 107"/>
                  <a:gd name="T49" fmla="*/ 84 h 107"/>
                  <a:gd name="T50" fmla="*/ 43 w 107"/>
                  <a:gd name="T51" fmla="*/ 79 h 107"/>
                  <a:gd name="T52" fmla="*/ 35 w 107"/>
                  <a:gd name="T53" fmla="*/ 72 h 107"/>
                  <a:gd name="T54" fmla="*/ 28 w 107"/>
                  <a:gd name="T55" fmla="*/ 64 h 107"/>
                  <a:gd name="T56" fmla="*/ 23 w 107"/>
                  <a:gd name="T57" fmla="*/ 57 h 107"/>
                  <a:gd name="T58" fmla="*/ 17 w 107"/>
                  <a:gd name="T59" fmla="*/ 49 h 107"/>
                  <a:gd name="T60" fmla="*/ 13 w 107"/>
                  <a:gd name="T61" fmla="*/ 40 h 107"/>
                  <a:gd name="T62" fmla="*/ 10 w 107"/>
                  <a:gd name="T63" fmla="*/ 30 h 107"/>
                  <a:gd name="T64" fmla="*/ 7 w 107"/>
                  <a:gd name="T65" fmla="*/ 21 h 107"/>
                  <a:gd name="T66" fmla="*/ 6 w 107"/>
                  <a:gd name="T67" fmla="*/ 10 h 107"/>
                  <a:gd name="T68" fmla="*/ 5 w 107"/>
                  <a:gd name="T69" fmla="*/ 0 h 107"/>
                  <a:gd name="T70" fmla="*/ 5 w 107"/>
                  <a:gd name="T71" fmla="*/ 0 h 107"/>
                  <a:gd name="T72" fmla="*/ 0 w 107"/>
                  <a:gd name="T73" fmla="*/ 0 h 10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7"/>
                  <a:gd name="T112" fmla="*/ 0 h 107"/>
                  <a:gd name="T113" fmla="*/ 107 w 107"/>
                  <a:gd name="T114" fmla="*/ 107 h 10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7" h="107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1" y="22"/>
                    </a:lnTo>
                    <a:lnTo>
                      <a:pt x="5" y="32"/>
                    </a:lnTo>
                    <a:lnTo>
                      <a:pt x="9" y="42"/>
                    </a:lnTo>
                    <a:lnTo>
                      <a:pt x="12" y="51"/>
                    </a:lnTo>
                    <a:lnTo>
                      <a:pt x="18" y="59"/>
                    </a:lnTo>
                    <a:lnTo>
                      <a:pt x="24" y="68"/>
                    </a:lnTo>
                    <a:lnTo>
                      <a:pt x="32" y="76"/>
                    </a:lnTo>
                    <a:lnTo>
                      <a:pt x="39" y="82"/>
                    </a:lnTo>
                    <a:lnTo>
                      <a:pt x="47" y="89"/>
                    </a:lnTo>
                    <a:lnTo>
                      <a:pt x="56" y="95"/>
                    </a:lnTo>
                    <a:lnTo>
                      <a:pt x="66" y="98"/>
                    </a:lnTo>
                    <a:lnTo>
                      <a:pt x="75" y="102"/>
                    </a:lnTo>
                    <a:lnTo>
                      <a:pt x="85" y="104"/>
                    </a:lnTo>
                    <a:lnTo>
                      <a:pt x="96" y="107"/>
                    </a:lnTo>
                    <a:lnTo>
                      <a:pt x="107" y="107"/>
                    </a:lnTo>
                    <a:lnTo>
                      <a:pt x="107" y="102"/>
                    </a:lnTo>
                    <a:lnTo>
                      <a:pt x="97" y="101"/>
                    </a:lnTo>
                    <a:lnTo>
                      <a:pt x="86" y="99"/>
                    </a:lnTo>
                    <a:lnTo>
                      <a:pt x="77" y="97"/>
                    </a:lnTo>
                    <a:lnTo>
                      <a:pt x="68" y="93"/>
                    </a:lnTo>
                    <a:lnTo>
                      <a:pt x="58" y="90"/>
                    </a:lnTo>
                    <a:lnTo>
                      <a:pt x="50" y="84"/>
                    </a:lnTo>
                    <a:lnTo>
                      <a:pt x="43" y="79"/>
                    </a:lnTo>
                    <a:lnTo>
                      <a:pt x="35" y="72"/>
                    </a:lnTo>
                    <a:lnTo>
                      <a:pt x="28" y="64"/>
                    </a:lnTo>
                    <a:lnTo>
                      <a:pt x="23" y="57"/>
                    </a:lnTo>
                    <a:lnTo>
                      <a:pt x="17" y="49"/>
                    </a:lnTo>
                    <a:lnTo>
                      <a:pt x="13" y="40"/>
                    </a:lnTo>
                    <a:lnTo>
                      <a:pt x="10" y="30"/>
                    </a:lnTo>
                    <a:lnTo>
                      <a:pt x="7" y="21"/>
                    </a:lnTo>
                    <a:lnTo>
                      <a:pt x="6" y="1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4" name="Freeform 547"/>
              <p:cNvSpPr>
                <a:spLocks/>
              </p:cNvSpPr>
              <p:nvPr/>
            </p:nvSpPr>
            <p:spPr bwMode="auto">
              <a:xfrm>
                <a:off x="999" y="2209"/>
                <a:ext cx="19" cy="26"/>
              </a:xfrm>
              <a:custGeom>
                <a:avLst/>
                <a:gdLst>
                  <a:gd name="T0" fmla="*/ 73 w 78"/>
                  <a:gd name="T1" fmla="*/ 3 h 102"/>
                  <a:gd name="T2" fmla="*/ 74 w 78"/>
                  <a:gd name="T3" fmla="*/ 0 h 102"/>
                  <a:gd name="T4" fmla="*/ 67 w 78"/>
                  <a:gd name="T5" fmla="*/ 4 h 102"/>
                  <a:gd name="T6" fmla="*/ 58 w 78"/>
                  <a:gd name="T7" fmla="*/ 7 h 102"/>
                  <a:gd name="T8" fmla="*/ 51 w 78"/>
                  <a:gd name="T9" fmla="*/ 11 h 102"/>
                  <a:gd name="T10" fmla="*/ 45 w 78"/>
                  <a:gd name="T11" fmla="*/ 16 h 102"/>
                  <a:gd name="T12" fmla="*/ 38 w 78"/>
                  <a:gd name="T13" fmla="*/ 21 h 102"/>
                  <a:gd name="T14" fmla="*/ 32 w 78"/>
                  <a:gd name="T15" fmla="*/ 26 h 102"/>
                  <a:gd name="T16" fmla="*/ 27 w 78"/>
                  <a:gd name="T17" fmla="*/ 32 h 102"/>
                  <a:gd name="T18" fmla="*/ 21 w 78"/>
                  <a:gd name="T19" fmla="*/ 39 h 102"/>
                  <a:gd name="T20" fmla="*/ 16 w 78"/>
                  <a:gd name="T21" fmla="*/ 45 h 102"/>
                  <a:gd name="T22" fmla="*/ 12 w 78"/>
                  <a:gd name="T23" fmla="*/ 52 h 102"/>
                  <a:gd name="T24" fmla="*/ 9 w 78"/>
                  <a:gd name="T25" fmla="*/ 60 h 102"/>
                  <a:gd name="T26" fmla="*/ 5 w 78"/>
                  <a:gd name="T27" fmla="*/ 68 h 102"/>
                  <a:gd name="T28" fmla="*/ 3 w 78"/>
                  <a:gd name="T29" fmla="*/ 77 h 102"/>
                  <a:gd name="T30" fmla="*/ 1 w 78"/>
                  <a:gd name="T31" fmla="*/ 85 h 102"/>
                  <a:gd name="T32" fmla="*/ 0 w 78"/>
                  <a:gd name="T33" fmla="*/ 94 h 102"/>
                  <a:gd name="T34" fmla="*/ 0 w 78"/>
                  <a:gd name="T35" fmla="*/ 102 h 102"/>
                  <a:gd name="T36" fmla="*/ 5 w 78"/>
                  <a:gd name="T37" fmla="*/ 102 h 102"/>
                  <a:gd name="T38" fmla="*/ 6 w 78"/>
                  <a:gd name="T39" fmla="*/ 94 h 102"/>
                  <a:gd name="T40" fmla="*/ 6 w 78"/>
                  <a:gd name="T41" fmla="*/ 85 h 102"/>
                  <a:gd name="T42" fmla="*/ 9 w 78"/>
                  <a:gd name="T43" fmla="*/ 78 h 102"/>
                  <a:gd name="T44" fmla="*/ 11 w 78"/>
                  <a:gd name="T45" fmla="*/ 69 h 102"/>
                  <a:gd name="T46" fmla="*/ 13 w 78"/>
                  <a:gd name="T47" fmla="*/ 62 h 102"/>
                  <a:gd name="T48" fmla="*/ 17 w 78"/>
                  <a:gd name="T49" fmla="*/ 55 h 102"/>
                  <a:gd name="T50" fmla="*/ 21 w 78"/>
                  <a:gd name="T51" fmla="*/ 49 h 102"/>
                  <a:gd name="T52" fmla="*/ 26 w 78"/>
                  <a:gd name="T53" fmla="*/ 41 h 102"/>
                  <a:gd name="T54" fmla="*/ 30 w 78"/>
                  <a:gd name="T55" fmla="*/ 35 h 102"/>
                  <a:gd name="T56" fmla="*/ 35 w 78"/>
                  <a:gd name="T57" fmla="*/ 29 h 102"/>
                  <a:gd name="T58" fmla="*/ 41 w 78"/>
                  <a:gd name="T59" fmla="*/ 24 h 102"/>
                  <a:gd name="T60" fmla="*/ 47 w 78"/>
                  <a:gd name="T61" fmla="*/ 21 h 102"/>
                  <a:gd name="T62" fmla="*/ 55 w 78"/>
                  <a:gd name="T63" fmla="*/ 16 h 102"/>
                  <a:gd name="T64" fmla="*/ 61 w 78"/>
                  <a:gd name="T65" fmla="*/ 12 h 102"/>
                  <a:gd name="T66" fmla="*/ 69 w 78"/>
                  <a:gd name="T67" fmla="*/ 9 h 102"/>
                  <a:gd name="T68" fmla="*/ 77 w 78"/>
                  <a:gd name="T69" fmla="*/ 6 h 102"/>
                  <a:gd name="T70" fmla="*/ 78 w 78"/>
                  <a:gd name="T71" fmla="*/ 4 h 102"/>
                  <a:gd name="T72" fmla="*/ 77 w 78"/>
                  <a:gd name="T73" fmla="*/ 6 h 102"/>
                  <a:gd name="T74" fmla="*/ 78 w 78"/>
                  <a:gd name="T75" fmla="*/ 5 h 102"/>
                  <a:gd name="T76" fmla="*/ 78 w 78"/>
                  <a:gd name="T77" fmla="*/ 4 h 102"/>
                  <a:gd name="T78" fmla="*/ 73 w 78"/>
                  <a:gd name="T79" fmla="*/ 3 h 10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78"/>
                  <a:gd name="T121" fmla="*/ 0 h 102"/>
                  <a:gd name="T122" fmla="*/ 78 w 78"/>
                  <a:gd name="T123" fmla="*/ 102 h 10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78" h="102">
                    <a:moveTo>
                      <a:pt x="73" y="3"/>
                    </a:moveTo>
                    <a:lnTo>
                      <a:pt x="74" y="0"/>
                    </a:lnTo>
                    <a:lnTo>
                      <a:pt x="67" y="4"/>
                    </a:lnTo>
                    <a:lnTo>
                      <a:pt x="58" y="7"/>
                    </a:lnTo>
                    <a:lnTo>
                      <a:pt x="51" y="11"/>
                    </a:lnTo>
                    <a:lnTo>
                      <a:pt x="45" y="16"/>
                    </a:lnTo>
                    <a:lnTo>
                      <a:pt x="38" y="21"/>
                    </a:lnTo>
                    <a:lnTo>
                      <a:pt x="32" y="26"/>
                    </a:lnTo>
                    <a:lnTo>
                      <a:pt x="27" y="32"/>
                    </a:lnTo>
                    <a:lnTo>
                      <a:pt x="21" y="39"/>
                    </a:lnTo>
                    <a:lnTo>
                      <a:pt x="16" y="45"/>
                    </a:lnTo>
                    <a:lnTo>
                      <a:pt x="12" y="52"/>
                    </a:lnTo>
                    <a:lnTo>
                      <a:pt x="9" y="60"/>
                    </a:lnTo>
                    <a:lnTo>
                      <a:pt x="5" y="68"/>
                    </a:lnTo>
                    <a:lnTo>
                      <a:pt x="3" y="77"/>
                    </a:lnTo>
                    <a:lnTo>
                      <a:pt x="1" y="85"/>
                    </a:lnTo>
                    <a:lnTo>
                      <a:pt x="0" y="94"/>
                    </a:lnTo>
                    <a:lnTo>
                      <a:pt x="0" y="102"/>
                    </a:lnTo>
                    <a:lnTo>
                      <a:pt x="5" y="102"/>
                    </a:lnTo>
                    <a:lnTo>
                      <a:pt x="6" y="94"/>
                    </a:lnTo>
                    <a:lnTo>
                      <a:pt x="6" y="85"/>
                    </a:lnTo>
                    <a:lnTo>
                      <a:pt x="9" y="78"/>
                    </a:lnTo>
                    <a:lnTo>
                      <a:pt x="11" y="69"/>
                    </a:lnTo>
                    <a:lnTo>
                      <a:pt x="13" y="62"/>
                    </a:lnTo>
                    <a:lnTo>
                      <a:pt x="17" y="55"/>
                    </a:lnTo>
                    <a:lnTo>
                      <a:pt x="21" y="49"/>
                    </a:lnTo>
                    <a:lnTo>
                      <a:pt x="26" y="41"/>
                    </a:lnTo>
                    <a:lnTo>
                      <a:pt x="30" y="35"/>
                    </a:lnTo>
                    <a:lnTo>
                      <a:pt x="35" y="29"/>
                    </a:lnTo>
                    <a:lnTo>
                      <a:pt x="41" y="24"/>
                    </a:lnTo>
                    <a:lnTo>
                      <a:pt x="47" y="21"/>
                    </a:lnTo>
                    <a:lnTo>
                      <a:pt x="55" y="16"/>
                    </a:lnTo>
                    <a:lnTo>
                      <a:pt x="61" y="12"/>
                    </a:lnTo>
                    <a:lnTo>
                      <a:pt x="69" y="9"/>
                    </a:lnTo>
                    <a:lnTo>
                      <a:pt x="77" y="6"/>
                    </a:lnTo>
                    <a:lnTo>
                      <a:pt x="78" y="4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8" y="4"/>
                    </a:lnTo>
                    <a:lnTo>
                      <a:pt x="73" y="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5" name="Freeform 548"/>
              <p:cNvSpPr>
                <a:spLocks/>
              </p:cNvSpPr>
              <p:nvPr/>
            </p:nvSpPr>
            <p:spPr bwMode="auto">
              <a:xfrm>
                <a:off x="993" y="2160"/>
                <a:ext cx="25" cy="50"/>
              </a:xfrm>
              <a:custGeom>
                <a:avLst/>
                <a:gdLst>
                  <a:gd name="T0" fmla="*/ 0 w 102"/>
                  <a:gd name="T1" fmla="*/ 5 h 200"/>
                  <a:gd name="T2" fmla="*/ 0 w 102"/>
                  <a:gd name="T3" fmla="*/ 5 h 200"/>
                  <a:gd name="T4" fmla="*/ 10 w 102"/>
                  <a:gd name="T5" fmla="*/ 11 h 200"/>
                  <a:gd name="T6" fmla="*/ 21 w 102"/>
                  <a:gd name="T7" fmla="*/ 18 h 200"/>
                  <a:gd name="T8" fmla="*/ 29 w 102"/>
                  <a:gd name="T9" fmla="*/ 25 h 200"/>
                  <a:gd name="T10" fmla="*/ 39 w 102"/>
                  <a:gd name="T11" fmla="*/ 34 h 200"/>
                  <a:gd name="T12" fmla="*/ 49 w 102"/>
                  <a:gd name="T13" fmla="*/ 43 h 200"/>
                  <a:gd name="T14" fmla="*/ 57 w 102"/>
                  <a:gd name="T15" fmla="*/ 54 h 200"/>
                  <a:gd name="T16" fmla="*/ 64 w 102"/>
                  <a:gd name="T17" fmla="*/ 65 h 200"/>
                  <a:gd name="T18" fmla="*/ 72 w 102"/>
                  <a:gd name="T19" fmla="*/ 77 h 200"/>
                  <a:gd name="T20" fmla="*/ 79 w 102"/>
                  <a:gd name="T21" fmla="*/ 91 h 200"/>
                  <a:gd name="T22" fmla="*/ 84 w 102"/>
                  <a:gd name="T23" fmla="*/ 104 h 200"/>
                  <a:gd name="T24" fmla="*/ 89 w 102"/>
                  <a:gd name="T25" fmla="*/ 119 h 200"/>
                  <a:gd name="T26" fmla="*/ 92 w 102"/>
                  <a:gd name="T27" fmla="*/ 134 h 200"/>
                  <a:gd name="T28" fmla="*/ 95 w 102"/>
                  <a:gd name="T29" fmla="*/ 150 h 200"/>
                  <a:gd name="T30" fmla="*/ 97 w 102"/>
                  <a:gd name="T31" fmla="*/ 166 h 200"/>
                  <a:gd name="T32" fmla="*/ 97 w 102"/>
                  <a:gd name="T33" fmla="*/ 182 h 200"/>
                  <a:gd name="T34" fmla="*/ 96 w 102"/>
                  <a:gd name="T35" fmla="*/ 199 h 200"/>
                  <a:gd name="T36" fmla="*/ 101 w 102"/>
                  <a:gd name="T37" fmla="*/ 200 h 200"/>
                  <a:gd name="T38" fmla="*/ 102 w 102"/>
                  <a:gd name="T39" fmla="*/ 182 h 200"/>
                  <a:gd name="T40" fmla="*/ 102 w 102"/>
                  <a:gd name="T41" fmla="*/ 166 h 200"/>
                  <a:gd name="T42" fmla="*/ 101 w 102"/>
                  <a:gd name="T43" fmla="*/ 149 h 200"/>
                  <a:gd name="T44" fmla="*/ 98 w 102"/>
                  <a:gd name="T45" fmla="*/ 133 h 200"/>
                  <a:gd name="T46" fmla="*/ 95 w 102"/>
                  <a:gd name="T47" fmla="*/ 117 h 200"/>
                  <a:gd name="T48" fmla="*/ 90 w 102"/>
                  <a:gd name="T49" fmla="*/ 103 h 200"/>
                  <a:gd name="T50" fmla="*/ 84 w 102"/>
                  <a:gd name="T51" fmla="*/ 88 h 200"/>
                  <a:gd name="T52" fmla="*/ 76 w 102"/>
                  <a:gd name="T53" fmla="*/ 75 h 200"/>
                  <a:gd name="T54" fmla="*/ 69 w 102"/>
                  <a:gd name="T55" fmla="*/ 63 h 200"/>
                  <a:gd name="T56" fmla="*/ 62 w 102"/>
                  <a:gd name="T57" fmla="*/ 51 h 200"/>
                  <a:gd name="T58" fmla="*/ 52 w 102"/>
                  <a:gd name="T59" fmla="*/ 40 h 200"/>
                  <a:gd name="T60" fmla="*/ 44 w 102"/>
                  <a:gd name="T61" fmla="*/ 30 h 200"/>
                  <a:gd name="T62" fmla="*/ 34 w 102"/>
                  <a:gd name="T63" fmla="*/ 22 h 200"/>
                  <a:gd name="T64" fmla="*/ 23 w 102"/>
                  <a:gd name="T65" fmla="*/ 13 h 200"/>
                  <a:gd name="T66" fmla="*/ 13 w 102"/>
                  <a:gd name="T67" fmla="*/ 6 h 200"/>
                  <a:gd name="T68" fmla="*/ 2 w 102"/>
                  <a:gd name="T69" fmla="*/ 0 h 200"/>
                  <a:gd name="T70" fmla="*/ 2 w 102"/>
                  <a:gd name="T71" fmla="*/ 0 h 200"/>
                  <a:gd name="T72" fmla="*/ 0 w 102"/>
                  <a:gd name="T73" fmla="*/ 5 h 20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2"/>
                  <a:gd name="T112" fmla="*/ 0 h 200"/>
                  <a:gd name="T113" fmla="*/ 102 w 102"/>
                  <a:gd name="T114" fmla="*/ 200 h 20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2" h="200">
                    <a:moveTo>
                      <a:pt x="0" y="5"/>
                    </a:moveTo>
                    <a:lnTo>
                      <a:pt x="0" y="5"/>
                    </a:lnTo>
                    <a:lnTo>
                      <a:pt x="10" y="11"/>
                    </a:lnTo>
                    <a:lnTo>
                      <a:pt x="21" y="18"/>
                    </a:lnTo>
                    <a:lnTo>
                      <a:pt x="29" y="25"/>
                    </a:lnTo>
                    <a:lnTo>
                      <a:pt x="39" y="34"/>
                    </a:lnTo>
                    <a:lnTo>
                      <a:pt x="49" y="43"/>
                    </a:lnTo>
                    <a:lnTo>
                      <a:pt x="57" y="54"/>
                    </a:lnTo>
                    <a:lnTo>
                      <a:pt x="64" y="65"/>
                    </a:lnTo>
                    <a:lnTo>
                      <a:pt x="72" y="77"/>
                    </a:lnTo>
                    <a:lnTo>
                      <a:pt x="79" y="91"/>
                    </a:lnTo>
                    <a:lnTo>
                      <a:pt x="84" y="104"/>
                    </a:lnTo>
                    <a:lnTo>
                      <a:pt x="89" y="119"/>
                    </a:lnTo>
                    <a:lnTo>
                      <a:pt x="92" y="134"/>
                    </a:lnTo>
                    <a:lnTo>
                      <a:pt x="95" y="150"/>
                    </a:lnTo>
                    <a:lnTo>
                      <a:pt x="97" y="166"/>
                    </a:lnTo>
                    <a:lnTo>
                      <a:pt x="97" y="182"/>
                    </a:lnTo>
                    <a:lnTo>
                      <a:pt x="96" y="199"/>
                    </a:lnTo>
                    <a:lnTo>
                      <a:pt x="101" y="200"/>
                    </a:lnTo>
                    <a:lnTo>
                      <a:pt x="102" y="182"/>
                    </a:lnTo>
                    <a:lnTo>
                      <a:pt x="102" y="166"/>
                    </a:lnTo>
                    <a:lnTo>
                      <a:pt x="101" y="149"/>
                    </a:lnTo>
                    <a:lnTo>
                      <a:pt x="98" y="133"/>
                    </a:lnTo>
                    <a:lnTo>
                      <a:pt x="95" y="117"/>
                    </a:lnTo>
                    <a:lnTo>
                      <a:pt x="90" y="103"/>
                    </a:lnTo>
                    <a:lnTo>
                      <a:pt x="84" y="88"/>
                    </a:lnTo>
                    <a:lnTo>
                      <a:pt x="76" y="75"/>
                    </a:lnTo>
                    <a:lnTo>
                      <a:pt x="69" y="63"/>
                    </a:lnTo>
                    <a:lnTo>
                      <a:pt x="62" y="51"/>
                    </a:lnTo>
                    <a:lnTo>
                      <a:pt x="52" y="40"/>
                    </a:lnTo>
                    <a:lnTo>
                      <a:pt x="44" y="30"/>
                    </a:lnTo>
                    <a:lnTo>
                      <a:pt x="34" y="22"/>
                    </a:lnTo>
                    <a:lnTo>
                      <a:pt x="23" y="13"/>
                    </a:lnTo>
                    <a:lnTo>
                      <a:pt x="13" y="6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6" name="Freeform 549"/>
              <p:cNvSpPr>
                <a:spLocks/>
              </p:cNvSpPr>
              <p:nvPr/>
            </p:nvSpPr>
            <p:spPr bwMode="auto">
              <a:xfrm>
                <a:off x="850" y="2128"/>
                <a:ext cx="144" cy="33"/>
              </a:xfrm>
              <a:custGeom>
                <a:avLst/>
                <a:gdLst>
                  <a:gd name="T0" fmla="*/ 0 w 576"/>
                  <a:gd name="T1" fmla="*/ 6 h 131"/>
                  <a:gd name="T2" fmla="*/ 38 w 576"/>
                  <a:gd name="T3" fmla="*/ 14 h 131"/>
                  <a:gd name="T4" fmla="*/ 76 w 576"/>
                  <a:gd name="T5" fmla="*/ 21 h 131"/>
                  <a:gd name="T6" fmla="*/ 112 w 576"/>
                  <a:gd name="T7" fmla="*/ 28 h 131"/>
                  <a:gd name="T8" fmla="*/ 147 w 576"/>
                  <a:gd name="T9" fmla="*/ 34 h 131"/>
                  <a:gd name="T10" fmla="*/ 182 w 576"/>
                  <a:gd name="T11" fmla="*/ 37 h 131"/>
                  <a:gd name="T12" fmla="*/ 217 w 576"/>
                  <a:gd name="T13" fmla="*/ 42 h 131"/>
                  <a:gd name="T14" fmla="*/ 253 w 576"/>
                  <a:gd name="T15" fmla="*/ 47 h 131"/>
                  <a:gd name="T16" fmla="*/ 288 w 576"/>
                  <a:gd name="T17" fmla="*/ 51 h 131"/>
                  <a:gd name="T18" fmla="*/ 323 w 576"/>
                  <a:gd name="T19" fmla="*/ 57 h 131"/>
                  <a:gd name="T20" fmla="*/ 358 w 576"/>
                  <a:gd name="T21" fmla="*/ 63 h 131"/>
                  <a:gd name="T22" fmla="*/ 393 w 576"/>
                  <a:gd name="T23" fmla="*/ 70 h 131"/>
                  <a:gd name="T24" fmla="*/ 428 w 576"/>
                  <a:gd name="T25" fmla="*/ 78 h 131"/>
                  <a:gd name="T26" fmla="*/ 464 w 576"/>
                  <a:gd name="T27" fmla="*/ 88 h 131"/>
                  <a:gd name="T28" fmla="*/ 500 w 576"/>
                  <a:gd name="T29" fmla="*/ 100 h 131"/>
                  <a:gd name="T30" fmla="*/ 536 w 576"/>
                  <a:gd name="T31" fmla="*/ 114 h 131"/>
                  <a:gd name="T32" fmla="*/ 574 w 576"/>
                  <a:gd name="T33" fmla="*/ 131 h 131"/>
                  <a:gd name="T34" fmla="*/ 557 w 576"/>
                  <a:gd name="T35" fmla="*/ 117 h 131"/>
                  <a:gd name="T36" fmla="*/ 519 w 576"/>
                  <a:gd name="T37" fmla="*/ 101 h 131"/>
                  <a:gd name="T38" fmla="*/ 483 w 576"/>
                  <a:gd name="T39" fmla="*/ 88 h 131"/>
                  <a:gd name="T40" fmla="*/ 448 w 576"/>
                  <a:gd name="T41" fmla="*/ 77 h 131"/>
                  <a:gd name="T42" fmla="*/ 412 w 576"/>
                  <a:gd name="T43" fmla="*/ 68 h 131"/>
                  <a:gd name="T44" fmla="*/ 376 w 576"/>
                  <a:gd name="T45" fmla="*/ 60 h 131"/>
                  <a:gd name="T46" fmla="*/ 341 w 576"/>
                  <a:gd name="T47" fmla="*/ 53 h 131"/>
                  <a:gd name="T48" fmla="*/ 306 w 576"/>
                  <a:gd name="T49" fmla="*/ 48 h 131"/>
                  <a:gd name="T50" fmla="*/ 272 w 576"/>
                  <a:gd name="T51" fmla="*/ 43 h 131"/>
                  <a:gd name="T52" fmla="*/ 237 w 576"/>
                  <a:gd name="T53" fmla="*/ 38 h 131"/>
                  <a:gd name="T54" fmla="*/ 202 w 576"/>
                  <a:gd name="T55" fmla="*/ 35 h 131"/>
                  <a:gd name="T56" fmla="*/ 165 w 576"/>
                  <a:gd name="T57" fmla="*/ 30 h 131"/>
                  <a:gd name="T58" fmla="*/ 130 w 576"/>
                  <a:gd name="T59" fmla="*/ 25 h 131"/>
                  <a:gd name="T60" fmla="*/ 94 w 576"/>
                  <a:gd name="T61" fmla="*/ 19 h 131"/>
                  <a:gd name="T62" fmla="*/ 57 w 576"/>
                  <a:gd name="T63" fmla="*/ 13 h 131"/>
                  <a:gd name="T64" fmla="*/ 21 w 576"/>
                  <a:gd name="T65" fmla="*/ 4 h 131"/>
                  <a:gd name="T66" fmla="*/ 2 w 576"/>
                  <a:gd name="T67" fmla="*/ 0 h 131"/>
                  <a:gd name="T68" fmla="*/ 2 w 576"/>
                  <a:gd name="T69" fmla="*/ 0 h 131"/>
                  <a:gd name="T70" fmla="*/ 0 w 576"/>
                  <a:gd name="T71" fmla="*/ 6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76"/>
                  <a:gd name="T109" fmla="*/ 0 h 131"/>
                  <a:gd name="T110" fmla="*/ 576 w 576"/>
                  <a:gd name="T111" fmla="*/ 131 h 13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76" h="131">
                    <a:moveTo>
                      <a:pt x="0" y="6"/>
                    </a:moveTo>
                    <a:lnTo>
                      <a:pt x="0" y="6"/>
                    </a:lnTo>
                    <a:lnTo>
                      <a:pt x="18" y="11"/>
                    </a:lnTo>
                    <a:lnTo>
                      <a:pt x="38" y="14"/>
                    </a:lnTo>
                    <a:lnTo>
                      <a:pt x="56" y="18"/>
                    </a:lnTo>
                    <a:lnTo>
                      <a:pt x="76" y="21"/>
                    </a:lnTo>
                    <a:lnTo>
                      <a:pt x="94" y="25"/>
                    </a:lnTo>
                    <a:lnTo>
                      <a:pt x="112" y="28"/>
                    </a:lnTo>
                    <a:lnTo>
                      <a:pt x="129" y="30"/>
                    </a:lnTo>
                    <a:lnTo>
                      <a:pt x="147" y="34"/>
                    </a:lnTo>
                    <a:lnTo>
                      <a:pt x="165" y="36"/>
                    </a:lnTo>
                    <a:lnTo>
                      <a:pt x="182" y="37"/>
                    </a:lnTo>
                    <a:lnTo>
                      <a:pt x="200" y="40"/>
                    </a:lnTo>
                    <a:lnTo>
                      <a:pt x="217" y="42"/>
                    </a:lnTo>
                    <a:lnTo>
                      <a:pt x="236" y="44"/>
                    </a:lnTo>
                    <a:lnTo>
                      <a:pt x="253" y="47"/>
                    </a:lnTo>
                    <a:lnTo>
                      <a:pt x="271" y="49"/>
                    </a:lnTo>
                    <a:lnTo>
                      <a:pt x="288" y="51"/>
                    </a:lnTo>
                    <a:lnTo>
                      <a:pt x="305" y="54"/>
                    </a:lnTo>
                    <a:lnTo>
                      <a:pt x="323" y="57"/>
                    </a:lnTo>
                    <a:lnTo>
                      <a:pt x="340" y="59"/>
                    </a:lnTo>
                    <a:lnTo>
                      <a:pt x="358" y="63"/>
                    </a:lnTo>
                    <a:lnTo>
                      <a:pt x="375" y="66"/>
                    </a:lnTo>
                    <a:lnTo>
                      <a:pt x="393" y="70"/>
                    </a:lnTo>
                    <a:lnTo>
                      <a:pt x="410" y="74"/>
                    </a:lnTo>
                    <a:lnTo>
                      <a:pt x="428" y="78"/>
                    </a:lnTo>
                    <a:lnTo>
                      <a:pt x="445" y="83"/>
                    </a:lnTo>
                    <a:lnTo>
                      <a:pt x="464" y="88"/>
                    </a:lnTo>
                    <a:lnTo>
                      <a:pt x="482" y="94"/>
                    </a:lnTo>
                    <a:lnTo>
                      <a:pt x="500" y="100"/>
                    </a:lnTo>
                    <a:lnTo>
                      <a:pt x="518" y="108"/>
                    </a:lnTo>
                    <a:lnTo>
                      <a:pt x="536" y="114"/>
                    </a:lnTo>
                    <a:lnTo>
                      <a:pt x="555" y="122"/>
                    </a:lnTo>
                    <a:lnTo>
                      <a:pt x="574" y="131"/>
                    </a:lnTo>
                    <a:lnTo>
                      <a:pt x="576" y="126"/>
                    </a:lnTo>
                    <a:lnTo>
                      <a:pt x="557" y="117"/>
                    </a:lnTo>
                    <a:lnTo>
                      <a:pt x="539" y="109"/>
                    </a:lnTo>
                    <a:lnTo>
                      <a:pt x="519" y="101"/>
                    </a:lnTo>
                    <a:lnTo>
                      <a:pt x="501" y="94"/>
                    </a:lnTo>
                    <a:lnTo>
                      <a:pt x="483" y="88"/>
                    </a:lnTo>
                    <a:lnTo>
                      <a:pt x="465" y="82"/>
                    </a:lnTo>
                    <a:lnTo>
                      <a:pt x="448" y="77"/>
                    </a:lnTo>
                    <a:lnTo>
                      <a:pt x="430" y="72"/>
                    </a:lnTo>
                    <a:lnTo>
                      <a:pt x="412" y="68"/>
                    </a:lnTo>
                    <a:lnTo>
                      <a:pt x="395" y="64"/>
                    </a:lnTo>
                    <a:lnTo>
                      <a:pt x="376" y="60"/>
                    </a:lnTo>
                    <a:lnTo>
                      <a:pt x="358" y="57"/>
                    </a:lnTo>
                    <a:lnTo>
                      <a:pt x="341" y="53"/>
                    </a:lnTo>
                    <a:lnTo>
                      <a:pt x="324" y="51"/>
                    </a:lnTo>
                    <a:lnTo>
                      <a:pt x="306" y="48"/>
                    </a:lnTo>
                    <a:lnTo>
                      <a:pt x="289" y="46"/>
                    </a:lnTo>
                    <a:lnTo>
                      <a:pt x="272" y="43"/>
                    </a:lnTo>
                    <a:lnTo>
                      <a:pt x="254" y="41"/>
                    </a:lnTo>
                    <a:lnTo>
                      <a:pt x="237" y="38"/>
                    </a:lnTo>
                    <a:lnTo>
                      <a:pt x="219" y="36"/>
                    </a:lnTo>
                    <a:lnTo>
                      <a:pt x="202" y="35"/>
                    </a:lnTo>
                    <a:lnTo>
                      <a:pt x="183" y="32"/>
                    </a:lnTo>
                    <a:lnTo>
                      <a:pt x="165" y="30"/>
                    </a:lnTo>
                    <a:lnTo>
                      <a:pt x="148" y="28"/>
                    </a:lnTo>
                    <a:lnTo>
                      <a:pt x="130" y="25"/>
                    </a:lnTo>
                    <a:lnTo>
                      <a:pt x="112" y="23"/>
                    </a:lnTo>
                    <a:lnTo>
                      <a:pt x="94" y="19"/>
                    </a:lnTo>
                    <a:lnTo>
                      <a:pt x="76" y="15"/>
                    </a:lnTo>
                    <a:lnTo>
                      <a:pt x="57" y="13"/>
                    </a:lnTo>
                    <a:lnTo>
                      <a:pt x="39" y="8"/>
                    </a:lnTo>
                    <a:lnTo>
                      <a:pt x="21" y="4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7" name="Freeform 550"/>
              <p:cNvSpPr>
                <a:spLocks/>
              </p:cNvSpPr>
              <p:nvPr/>
            </p:nvSpPr>
            <p:spPr bwMode="auto">
              <a:xfrm>
                <a:off x="1014" y="2222"/>
                <a:ext cx="23" cy="25"/>
              </a:xfrm>
              <a:custGeom>
                <a:avLst/>
                <a:gdLst>
                  <a:gd name="T0" fmla="*/ 47 w 94"/>
                  <a:gd name="T1" fmla="*/ 100 h 100"/>
                  <a:gd name="T2" fmla="*/ 37 w 94"/>
                  <a:gd name="T3" fmla="*/ 99 h 100"/>
                  <a:gd name="T4" fmla="*/ 29 w 94"/>
                  <a:gd name="T5" fmla="*/ 96 h 100"/>
                  <a:gd name="T6" fmla="*/ 20 w 94"/>
                  <a:gd name="T7" fmla="*/ 91 h 100"/>
                  <a:gd name="T8" fmla="*/ 13 w 94"/>
                  <a:gd name="T9" fmla="*/ 85 h 100"/>
                  <a:gd name="T10" fmla="*/ 8 w 94"/>
                  <a:gd name="T11" fmla="*/ 78 h 100"/>
                  <a:gd name="T12" fmla="*/ 3 w 94"/>
                  <a:gd name="T13" fmla="*/ 69 h 100"/>
                  <a:gd name="T14" fmla="*/ 1 w 94"/>
                  <a:gd name="T15" fmla="*/ 60 h 100"/>
                  <a:gd name="T16" fmla="*/ 0 w 94"/>
                  <a:gd name="T17" fmla="*/ 50 h 100"/>
                  <a:gd name="T18" fmla="*/ 1 w 94"/>
                  <a:gd name="T19" fmla="*/ 40 h 100"/>
                  <a:gd name="T20" fmla="*/ 3 w 94"/>
                  <a:gd name="T21" fmla="*/ 31 h 100"/>
                  <a:gd name="T22" fmla="*/ 8 w 94"/>
                  <a:gd name="T23" fmla="*/ 22 h 100"/>
                  <a:gd name="T24" fmla="*/ 13 w 94"/>
                  <a:gd name="T25" fmla="*/ 15 h 100"/>
                  <a:gd name="T26" fmla="*/ 20 w 94"/>
                  <a:gd name="T27" fmla="*/ 9 h 100"/>
                  <a:gd name="T28" fmla="*/ 29 w 94"/>
                  <a:gd name="T29" fmla="*/ 5 h 100"/>
                  <a:gd name="T30" fmla="*/ 37 w 94"/>
                  <a:gd name="T31" fmla="*/ 2 h 100"/>
                  <a:gd name="T32" fmla="*/ 47 w 94"/>
                  <a:gd name="T33" fmla="*/ 0 h 100"/>
                  <a:gd name="T34" fmla="*/ 57 w 94"/>
                  <a:gd name="T35" fmla="*/ 2 h 100"/>
                  <a:gd name="T36" fmla="*/ 65 w 94"/>
                  <a:gd name="T37" fmla="*/ 5 h 100"/>
                  <a:gd name="T38" fmla="*/ 74 w 94"/>
                  <a:gd name="T39" fmla="*/ 9 h 100"/>
                  <a:gd name="T40" fmla="*/ 81 w 94"/>
                  <a:gd name="T41" fmla="*/ 15 h 100"/>
                  <a:gd name="T42" fmla="*/ 87 w 94"/>
                  <a:gd name="T43" fmla="*/ 22 h 100"/>
                  <a:gd name="T44" fmla="*/ 91 w 94"/>
                  <a:gd name="T45" fmla="*/ 31 h 100"/>
                  <a:gd name="T46" fmla="*/ 93 w 94"/>
                  <a:gd name="T47" fmla="*/ 40 h 100"/>
                  <a:gd name="T48" fmla="*/ 94 w 94"/>
                  <a:gd name="T49" fmla="*/ 50 h 100"/>
                  <a:gd name="T50" fmla="*/ 93 w 94"/>
                  <a:gd name="T51" fmla="*/ 60 h 100"/>
                  <a:gd name="T52" fmla="*/ 91 w 94"/>
                  <a:gd name="T53" fmla="*/ 69 h 100"/>
                  <a:gd name="T54" fmla="*/ 87 w 94"/>
                  <a:gd name="T55" fmla="*/ 78 h 100"/>
                  <a:gd name="T56" fmla="*/ 81 w 94"/>
                  <a:gd name="T57" fmla="*/ 85 h 100"/>
                  <a:gd name="T58" fmla="*/ 74 w 94"/>
                  <a:gd name="T59" fmla="*/ 91 h 100"/>
                  <a:gd name="T60" fmla="*/ 65 w 94"/>
                  <a:gd name="T61" fmla="*/ 96 h 100"/>
                  <a:gd name="T62" fmla="*/ 57 w 94"/>
                  <a:gd name="T63" fmla="*/ 99 h 100"/>
                  <a:gd name="T64" fmla="*/ 47 w 94"/>
                  <a:gd name="T65" fmla="*/ 100 h 10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00"/>
                  <a:gd name="T101" fmla="*/ 94 w 94"/>
                  <a:gd name="T102" fmla="*/ 100 h 10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00">
                    <a:moveTo>
                      <a:pt x="47" y="100"/>
                    </a:moveTo>
                    <a:lnTo>
                      <a:pt x="37" y="99"/>
                    </a:lnTo>
                    <a:lnTo>
                      <a:pt x="29" y="96"/>
                    </a:lnTo>
                    <a:lnTo>
                      <a:pt x="20" y="91"/>
                    </a:lnTo>
                    <a:lnTo>
                      <a:pt x="13" y="85"/>
                    </a:lnTo>
                    <a:lnTo>
                      <a:pt x="8" y="78"/>
                    </a:lnTo>
                    <a:lnTo>
                      <a:pt x="3" y="69"/>
                    </a:lnTo>
                    <a:lnTo>
                      <a:pt x="1" y="60"/>
                    </a:lnTo>
                    <a:lnTo>
                      <a:pt x="0" y="50"/>
                    </a:lnTo>
                    <a:lnTo>
                      <a:pt x="1" y="40"/>
                    </a:lnTo>
                    <a:lnTo>
                      <a:pt x="3" y="31"/>
                    </a:lnTo>
                    <a:lnTo>
                      <a:pt x="8" y="22"/>
                    </a:lnTo>
                    <a:lnTo>
                      <a:pt x="13" y="15"/>
                    </a:lnTo>
                    <a:lnTo>
                      <a:pt x="20" y="9"/>
                    </a:lnTo>
                    <a:lnTo>
                      <a:pt x="29" y="5"/>
                    </a:lnTo>
                    <a:lnTo>
                      <a:pt x="37" y="2"/>
                    </a:lnTo>
                    <a:lnTo>
                      <a:pt x="47" y="0"/>
                    </a:lnTo>
                    <a:lnTo>
                      <a:pt x="57" y="2"/>
                    </a:lnTo>
                    <a:lnTo>
                      <a:pt x="65" y="5"/>
                    </a:lnTo>
                    <a:lnTo>
                      <a:pt x="74" y="9"/>
                    </a:lnTo>
                    <a:lnTo>
                      <a:pt x="81" y="15"/>
                    </a:lnTo>
                    <a:lnTo>
                      <a:pt x="87" y="22"/>
                    </a:lnTo>
                    <a:lnTo>
                      <a:pt x="91" y="31"/>
                    </a:lnTo>
                    <a:lnTo>
                      <a:pt x="93" y="40"/>
                    </a:lnTo>
                    <a:lnTo>
                      <a:pt x="94" y="50"/>
                    </a:lnTo>
                    <a:lnTo>
                      <a:pt x="93" y="60"/>
                    </a:lnTo>
                    <a:lnTo>
                      <a:pt x="91" y="69"/>
                    </a:lnTo>
                    <a:lnTo>
                      <a:pt x="87" y="78"/>
                    </a:lnTo>
                    <a:lnTo>
                      <a:pt x="81" y="85"/>
                    </a:lnTo>
                    <a:lnTo>
                      <a:pt x="74" y="91"/>
                    </a:lnTo>
                    <a:lnTo>
                      <a:pt x="65" y="96"/>
                    </a:lnTo>
                    <a:lnTo>
                      <a:pt x="57" y="99"/>
                    </a:lnTo>
                    <a:lnTo>
                      <a:pt x="47" y="10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8" name="Freeform 551"/>
              <p:cNvSpPr>
                <a:spLocks/>
              </p:cNvSpPr>
              <p:nvPr/>
            </p:nvSpPr>
            <p:spPr bwMode="auto">
              <a:xfrm>
                <a:off x="1013" y="2235"/>
                <a:ext cx="12" cy="13"/>
              </a:xfrm>
              <a:custGeom>
                <a:avLst/>
                <a:gdLst>
                  <a:gd name="T0" fmla="*/ 0 w 50"/>
                  <a:gd name="T1" fmla="*/ 0 h 52"/>
                  <a:gd name="T2" fmla="*/ 0 w 50"/>
                  <a:gd name="T3" fmla="*/ 0 h 52"/>
                  <a:gd name="T4" fmla="*/ 0 w 50"/>
                  <a:gd name="T5" fmla="*/ 11 h 52"/>
                  <a:gd name="T6" fmla="*/ 4 w 50"/>
                  <a:gd name="T7" fmla="*/ 21 h 52"/>
                  <a:gd name="T8" fmla="*/ 9 w 50"/>
                  <a:gd name="T9" fmla="*/ 29 h 52"/>
                  <a:gd name="T10" fmla="*/ 15 w 50"/>
                  <a:gd name="T11" fmla="*/ 38 h 52"/>
                  <a:gd name="T12" fmla="*/ 22 w 50"/>
                  <a:gd name="T13" fmla="*/ 44 h 52"/>
                  <a:gd name="T14" fmla="*/ 30 w 50"/>
                  <a:gd name="T15" fmla="*/ 49 h 52"/>
                  <a:gd name="T16" fmla="*/ 40 w 50"/>
                  <a:gd name="T17" fmla="*/ 52 h 52"/>
                  <a:gd name="T18" fmla="*/ 50 w 50"/>
                  <a:gd name="T19" fmla="*/ 52 h 52"/>
                  <a:gd name="T20" fmla="*/ 50 w 50"/>
                  <a:gd name="T21" fmla="*/ 47 h 52"/>
                  <a:gd name="T22" fmla="*/ 40 w 50"/>
                  <a:gd name="T23" fmla="*/ 46 h 52"/>
                  <a:gd name="T24" fmla="*/ 33 w 50"/>
                  <a:gd name="T25" fmla="*/ 44 h 52"/>
                  <a:gd name="T26" fmla="*/ 24 w 50"/>
                  <a:gd name="T27" fmla="*/ 39 h 52"/>
                  <a:gd name="T28" fmla="*/ 18 w 50"/>
                  <a:gd name="T29" fmla="*/ 33 h 52"/>
                  <a:gd name="T30" fmla="*/ 13 w 50"/>
                  <a:gd name="T31" fmla="*/ 27 h 52"/>
                  <a:gd name="T32" fmla="*/ 9 w 50"/>
                  <a:gd name="T33" fmla="*/ 18 h 52"/>
                  <a:gd name="T34" fmla="*/ 6 w 50"/>
                  <a:gd name="T35" fmla="*/ 10 h 52"/>
                  <a:gd name="T36" fmla="*/ 5 w 50"/>
                  <a:gd name="T37" fmla="*/ 0 h 52"/>
                  <a:gd name="T38" fmla="*/ 5 w 50"/>
                  <a:gd name="T39" fmla="*/ 0 h 52"/>
                  <a:gd name="T40" fmla="*/ 0 w 50"/>
                  <a:gd name="T41" fmla="*/ 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0"/>
                  <a:gd name="T64" fmla="*/ 0 h 52"/>
                  <a:gd name="T65" fmla="*/ 50 w 50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0" h="52">
                    <a:moveTo>
                      <a:pt x="0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4" y="21"/>
                    </a:lnTo>
                    <a:lnTo>
                      <a:pt x="9" y="29"/>
                    </a:lnTo>
                    <a:lnTo>
                      <a:pt x="15" y="38"/>
                    </a:lnTo>
                    <a:lnTo>
                      <a:pt x="22" y="44"/>
                    </a:lnTo>
                    <a:lnTo>
                      <a:pt x="30" y="49"/>
                    </a:lnTo>
                    <a:lnTo>
                      <a:pt x="40" y="52"/>
                    </a:lnTo>
                    <a:lnTo>
                      <a:pt x="50" y="52"/>
                    </a:lnTo>
                    <a:lnTo>
                      <a:pt x="50" y="47"/>
                    </a:lnTo>
                    <a:lnTo>
                      <a:pt x="40" y="46"/>
                    </a:lnTo>
                    <a:lnTo>
                      <a:pt x="33" y="44"/>
                    </a:lnTo>
                    <a:lnTo>
                      <a:pt x="24" y="39"/>
                    </a:lnTo>
                    <a:lnTo>
                      <a:pt x="18" y="33"/>
                    </a:lnTo>
                    <a:lnTo>
                      <a:pt x="13" y="27"/>
                    </a:lnTo>
                    <a:lnTo>
                      <a:pt x="9" y="18"/>
                    </a:lnTo>
                    <a:lnTo>
                      <a:pt x="6" y="1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9" name="Freeform 552"/>
              <p:cNvSpPr>
                <a:spLocks/>
              </p:cNvSpPr>
              <p:nvPr/>
            </p:nvSpPr>
            <p:spPr bwMode="auto">
              <a:xfrm>
                <a:off x="1013" y="2221"/>
                <a:ext cx="12" cy="14"/>
              </a:xfrm>
              <a:custGeom>
                <a:avLst/>
                <a:gdLst>
                  <a:gd name="T0" fmla="*/ 50 w 50"/>
                  <a:gd name="T1" fmla="*/ 0 h 52"/>
                  <a:gd name="T2" fmla="*/ 50 w 50"/>
                  <a:gd name="T3" fmla="*/ 0 h 52"/>
                  <a:gd name="T4" fmla="*/ 40 w 50"/>
                  <a:gd name="T5" fmla="*/ 1 h 52"/>
                  <a:gd name="T6" fmla="*/ 30 w 50"/>
                  <a:gd name="T7" fmla="*/ 5 h 52"/>
                  <a:gd name="T8" fmla="*/ 22 w 50"/>
                  <a:gd name="T9" fmla="*/ 8 h 52"/>
                  <a:gd name="T10" fmla="*/ 15 w 50"/>
                  <a:gd name="T11" fmla="*/ 16 h 52"/>
                  <a:gd name="T12" fmla="*/ 9 w 50"/>
                  <a:gd name="T13" fmla="*/ 23 h 52"/>
                  <a:gd name="T14" fmla="*/ 4 w 50"/>
                  <a:gd name="T15" fmla="*/ 31 h 52"/>
                  <a:gd name="T16" fmla="*/ 0 w 50"/>
                  <a:gd name="T17" fmla="*/ 42 h 52"/>
                  <a:gd name="T18" fmla="*/ 0 w 50"/>
                  <a:gd name="T19" fmla="*/ 52 h 52"/>
                  <a:gd name="T20" fmla="*/ 5 w 50"/>
                  <a:gd name="T21" fmla="*/ 52 h 52"/>
                  <a:gd name="T22" fmla="*/ 6 w 50"/>
                  <a:gd name="T23" fmla="*/ 42 h 52"/>
                  <a:gd name="T24" fmla="*/ 9 w 50"/>
                  <a:gd name="T25" fmla="*/ 34 h 52"/>
                  <a:gd name="T26" fmla="*/ 13 w 50"/>
                  <a:gd name="T27" fmla="*/ 27 h 52"/>
                  <a:gd name="T28" fmla="*/ 18 w 50"/>
                  <a:gd name="T29" fmla="*/ 19 h 52"/>
                  <a:gd name="T30" fmla="*/ 24 w 50"/>
                  <a:gd name="T31" fmla="*/ 13 h 52"/>
                  <a:gd name="T32" fmla="*/ 33 w 50"/>
                  <a:gd name="T33" fmla="*/ 10 h 52"/>
                  <a:gd name="T34" fmla="*/ 40 w 50"/>
                  <a:gd name="T35" fmla="*/ 6 h 52"/>
                  <a:gd name="T36" fmla="*/ 50 w 50"/>
                  <a:gd name="T37" fmla="*/ 6 h 52"/>
                  <a:gd name="T38" fmla="*/ 50 w 50"/>
                  <a:gd name="T39" fmla="*/ 6 h 52"/>
                  <a:gd name="T40" fmla="*/ 50 w 50"/>
                  <a:gd name="T41" fmla="*/ 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0"/>
                  <a:gd name="T64" fmla="*/ 0 h 52"/>
                  <a:gd name="T65" fmla="*/ 50 w 50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0" h="52">
                    <a:moveTo>
                      <a:pt x="50" y="0"/>
                    </a:moveTo>
                    <a:lnTo>
                      <a:pt x="50" y="0"/>
                    </a:lnTo>
                    <a:lnTo>
                      <a:pt x="40" y="1"/>
                    </a:lnTo>
                    <a:lnTo>
                      <a:pt x="30" y="5"/>
                    </a:lnTo>
                    <a:lnTo>
                      <a:pt x="22" y="8"/>
                    </a:lnTo>
                    <a:lnTo>
                      <a:pt x="15" y="16"/>
                    </a:lnTo>
                    <a:lnTo>
                      <a:pt x="9" y="23"/>
                    </a:lnTo>
                    <a:lnTo>
                      <a:pt x="4" y="31"/>
                    </a:lnTo>
                    <a:lnTo>
                      <a:pt x="0" y="42"/>
                    </a:lnTo>
                    <a:lnTo>
                      <a:pt x="0" y="52"/>
                    </a:lnTo>
                    <a:lnTo>
                      <a:pt x="5" y="52"/>
                    </a:lnTo>
                    <a:lnTo>
                      <a:pt x="6" y="4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8" y="19"/>
                    </a:lnTo>
                    <a:lnTo>
                      <a:pt x="24" y="13"/>
                    </a:lnTo>
                    <a:lnTo>
                      <a:pt x="33" y="10"/>
                    </a:lnTo>
                    <a:lnTo>
                      <a:pt x="40" y="6"/>
                    </a:lnTo>
                    <a:lnTo>
                      <a:pt x="50" y="6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0" name="Freeform 553"/>
              <p:cNvSpPr>
                <a:spLocks/>
              </p:cNvSpPr>
              <p:nvPr/>
            </p:nvSpPr>
            <p:spPr bwMode="auto">
              <a:xfrm>
                <a:off x="1025" y="2221"/>
                <a:ext cx="13" cy="14"/>
              </a:xfrm>
              <a:custGeom>
                <a:avLst/>
                <a:gdLst>
                  <a:gd name="T0" fmla="*/ 50 w 50"/>
                  <a:gd name="T1" fmla="*/ 52 h 52"/>
                  <a:gd name="T2" fmla="*/ 50 w 50"/>
                  <a:gd name="T3" fmla="*/ 52 h 52"/>
                  <a:gd name="T4" fmla="*/ 50 w 50"/>
                  <a:gd name="T5" fmla="*/ 42 h 52"/>
                  <a:gd name="T6" fmla="*/ 46 w 50"/>
                  <a:gd name="T7" fmla="*/ 31 h 52"/>
                  <a:gd name="T8" fmla="*/ 42 w 50"/>
                  <a:gd name="T9" fmla="*/ 23 h 52"/>
                  <a:gd name="T10" fmla="*/ 35 w 50"/>
                  <a:gd name="T11" fmla="*/ 16 h 52"/>
                  <a:gd name="T12" fmla="*/ 28 w 50"/>
                  <a:gd name="T13" fmla="*/ 8 h 52"/>
                  <a:gd name="T14" fmla="*/ 19 w 50"/>
                  <a:gd name="T15" fmla="*/ 5 h 52"/>
                  <a:gd name="T16" fmla="*/ 10 w 50"/>
                  <a:gd name="T17" fmla="*/ 1 h 52"/>
                  <a:gd name="T18" fmla="*/ 0 w 50"/>
                  <a:gd name="T19" fmla="*/ 0 h 52"/>
                  <a:gd name="T20" fmla="*/ 0 w 50"/>
                  <a:gd name="T21" fmla="*/ 6 h 52"/>
                  <a:gd name="T22" fmla="*/ 10 w 50"/>
                  <a:gd name="T23" fmla="*/ 6 h 52"/>
                  <a:gd name="T24" fmla="*/ 17 w 50"/>
                  <a:gd name="T25" fmla="*/ 10 h 52"/>
                  <a:gd name="T26" fmla="*/ 25 w 50"/>
                  <a:gd name="T27" fmla="*/ 13 h 52"/>
                  <a:gd name="T28" fmla="*/ 31 w 50"/>
                  <a:gd name="T29" fmla="*/ 19 h 52"/>
                  <a:gd name="T30" fmla="*/ 37 w 50"/>
                  <a:gd name="T31" fmla="*/ 27 h 52"/>
                  <a:gd name="T32" fmla="*/ 41 w 50"/>
                  <a:gd name="T33" fmla="*/ 34 h 52"/>
                  <a:gd name="T34" fmla="*/ 44 w 50"/>
                  <a:gd name="T35" fmla="*/ 42 h 52"/>
                  <a:gd name="T36" fmla="*/ 45 w 50"/>
                  <a:gd name="T37" fmla="*/ 52 h 52"/>
                  <a:gd name="T38" fmla="*/ 45 w 50"/>
                  <a:gd name="T39" fmla="*/ 52 h 52"/>
                  <a:gd name="T40" fmla="*/ 50 w 50"/>
                  <a:gd name="T41" fmla="*/ 52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0"/>
                  <a:gd name="T64" fmla="*/ 0 h 52"/>
                  <a:gd name="T65" fmla="*/ 50 w 50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0" h="52">
                    <a:moveTo>
                      <a:pt x="50" y="52"/>
                    </a:moveTo>
                    <a:lnTo>
                      <a:pt x="50" y="52"/>
                    </a:lnTo>
                    <a:lnTo>
                      <a:pt x="50" y="42"/>
                    </a:lnTo>
                    <a:lnTo>
                      <a:pt x="46" y="31"/>
                    </a:lnTo>
                    <a:lnTo>
                      <a:pt x="42" y="23"/>
                    </a:lnTo>
                    <a:lnTo>
                      <a:pt x="35" y="16"/>
                    </a:lnTo>
                    <a:lnTo>
                      <a:pt x="28" y="8"/>
                    </a:lnTo>
                    <a:lnTo>
                      <a:pt x="19" y="5"/>
                    </a:lnTo>
                    <a:lnTo>
                      <a:pt x="10" y="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10" y="6"/>
                    </a:lnTo>
                    <a:lnTo>
                      <a:pt x="17" y="10"/>
                    </a:lnTo>
                    <a:lnTo>
                      <a:pt x="25" y="13"/>
                    </a:lnTo>
                    <a:lnTo>
                      <a:pt x="31" y="19"/>
                    </a:lnTo>
                    <a:lnTo>
                      <a:pt x="37" y="27"/>
                    </a:lnTo>
                    <a:lnTo>
                      <a:pt x="41" y="34"/>
                    </a:lnTo>
                    <a:lnTo>
                      <a:pt x="44" y="42"/>
                    </a:lnTo>
                    <a:lnTo>
                      <a:pt x="45" y="52"/>
                    </a:lnTo>
                    <a:lnTo>
                      <a:pt x="50" y="5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1" name="Freeform 554"/>
              <p:cNvSpPr>
                <a:spLocks/>
              </p:cNvSpPr>
              <p:nvPr/>
            </p:nvSpPr>
            <p:spPr bwMode="auto">
              <a:xfrm>
                <a:off x="1025" y="2235"/>
                <a:ext cx="13" cy="13"/>
              </a:xfrm>
              <a:custGeom>
                <a:avLst/>
                <a:gdLst>
                  <a:gd name="T0" fmla="*/ 0 w 50"/>
                  <a:gd name="T1" fmla="*/ 52 h 52"/>
                  <a:gd name="T2" fmla="*/ 0 w 50"/>
                  <a:gd name="T3" fmla="*/ 52 h 52"/>
                  <a:gd name="T4" fmla="*/ 10 w 50"/>
                  <a:gd name="T5" fmla="*/ 52 h 52"/>
                  <a:gd name="T6" fmla="*/ 19 w 50"/>
                  <a:gd name="T7" fmla="*/ 49 h 52"/>
                  <a:gd name="T8" fmla="*/ 28 w 50"/>
                  <a:gd name="T9" fmla="*/ 44 h 52"/>
                  <a:gd name="T10" fmla="*/ 35 w 50"/>
                  <a:gd name="T11" fmla="*/ 38 h 52"/>
                  <a:gd name="T12" fmla="*/ 42 w 50"/>
                  <a:gd name="T13" fmla="*/ 29 h 52"/>
                  <a:gd name="T14" fmla="*/ 46 w 50"/>
                  <a:gd name="T15" fmla="*/ 21 h 52"/>
                  <a:gd name="T16" fmla="*/ 50 w 50"/>
                  <a:gd name="T17" fmla="*/ 11 h 52"/>
                  <a:gd name="T18" fmla="*/ 50 w 50"/>
                  <a:gd name="T19" fmla="*/ 0 h 52"/>
                  <a:gd name="T20" fmla="*/ 45 w 50"/>
                  <a:gd name="T21" fmla="*/ 0 h 52"/>
                  <a:gd name="T22" fmla="*/ 44 w 50"/>
                  <a:gd name="T23" fmla="*/ 10 h 52"/>
                  <a:gd name="T24" fmla="*/ 41 w 50"/>
                  <a:gd name="T25" fmla="*/ 18 h 52"/>
                  <a:gd name="T26" fmla="*/ 37 w 50"/>
                  <a:gd name="T27" fmla="*/ 27 h 52"/>
                  <a:gd name="T28" fmla="*/ 31 w 50"/>
                  <a:gd name="T29" fmla="*/ 33 h 52"/>
                  <a:gd name="T30" fmla="*/ 25 w 50"/>
                  <a:gd name="T31" fmla="*/ 39 h 52"/>
                  <a:gd name="T32" fmla="*/ 17 w 50"/>
                  <a:gd name="T33" fmla="*/ 44 h 52"/>
                  <a:gd name="T34" fmla="*/ 10 w 50"/>
                  <a:gd name="T35" fmla="*/ 46 h 52"/>
                  <a:gd name="T36" fmla="*/ 0 w 50"/>
                  <a:gd name="T37" fmla="*/ 47 h 52"/>
                  <a:gd name="T38" fmla="*/ 0 w 50"/>
                  <a:gd name="T39" fmla="*/ 47 h 52"/>
                  <a:gd name="T40" fmla="*/ 0 w 50"/>
                  <a:gd name="T41" fmla="*/ 52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0"/>
                  <a:gd name="T64" fmla="*/ 0 h 52"/>
                  <a:gd name="T65" fmla="*/ 50 w 50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0" h="52">
                    <a:moveTo>
                      <a:pt x="0" y="52"/>
                    </a:moveTo>
                    <a:lnTo>
                      <a:pt x="0" y="52"/>
                    </a:lnTo>
                    <a:lnTo>
                      <a:pt x="10" y="52"/>
                    </a:lnTo>
                    <a:lnTo>
                      <a:pt x="19" y="49"/>
                    </a:lnTo>
                    <a:lnTo>
                      <a:pt x="28" y="44"/>
                    </a:lnTo>
                    <a:lnTo>
                      <a:pt x="35" y="38"/>
                    </a:lnTo>
                    <a:lnTo>
                      <a:pt x="42" y="29"/>
                    </a:lnTo>
                    <a:lnTo>
                      <a:pt x="46" y="21"/>
                    </a:lnTo>
                    <a:lnTo>
                      <a:pt x="50" y="11"/>
                    </a:lnTo>
                    <a:lnTo>
                      <a:pt x="50" y="0"/>
                    </a:lnTo>
                    <a:lnTo>
                      <a:pt x="45" y="0"/>
                    </a:lnTo>
                    <a:lnTo>
                      <a:pt x="44" y="10"/>
                    </a:lnTo>
                    <a:lnTo>
                      <a:pt x="41" y="18"/>
                    </a:lnTo>
                    <a:lnTo>
                      <a:pt x="37" y="27"/>
                    </a:lnTo>
                    <a:lnTo>
                      <a:pt x="31" y="33"/>
                    </a:lnTo>
                    <a:lnTo>
                      <a:pt x="25" y="39"/>
                    </a:lnTo>
                    <a:lnTo>
                      <a:pt x="17" y="44"/>
                    </a:lnTo>
                    <a:lnTo>
                      <a:pt x="10" y="46"/>
                    </a:lnTo>
                    <a:lnTo>
                      <a:pt x="0" y="47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2" name="Freeform 555"/>
              <p:cNvSpPr>
                <a:spLocks/>
              </p:cNvSpPr>
              <p:nvPr/>
            </p:nvSpPr>
            <p:spPr bwMode="auto">
              <a:xfrm>
                <a:off x="432" y="2007"/>
                <a:ext cx="203" cy="290"/>
              </a:xfrm>
              <a:custGeom>
                <a:avLst/>
                <a:gdLst>
                  <a:gd name="T0" fmla="*/ 371 w 815"/>
                  <a:gd name="T1" fmla="*/ 57 h 1162"/>
                  <a:gd name="T2" fmla="*/ 369 w 815"/>
                  <a:gd name="T3" fmla="*/ 98 h 1162"/>
                  <a:gd name="T4" fmla="*/ 365 w 815"/>
                  <a:gd name="T5" fmla="*/ 142 h 1162"/>
                  <a:gd name="T6" fmla="*/ 362 w 815"/>
                  <a:gd name="T7" fmla="*/ 208 h 1162"/>
                  <a:gd name="T8" fmla="*/ 362 w 815"/>
                  <a:gd name="T9" fmla="*/ 272 h 1162"/>
                  <a:gd name="T10" fmla="*/ 365 w 815"/>
                  <a:gd name="T11" fmla="*/ 336 h 1162"/>
                  <a:gd name="T12" fmla="*/ 369 w 815"/>
                  <a:gd name="T13" fmla="*/ 400 h 1162"/>
                  <a:gd name="T14" fmla="*/ 371 w 815"/>
                  <a:gd name="T15" fmla="*/ 465 h 1162"/>
                  <a:gd name="T16" fmla="*/ 356 w 815"/>
                  <a:gd name="T17" fmla="*/ 500 h 1162"/>
                  <a:gd name="T18" fmla="*/ 318 w 815"/>
                  <a:gd name="T19" fmla="*/ 526 h 1162"/>
                  <a:gd name="T20" fmla="*/ 281 w 815"/>
                  <a:gd name="T21" fmla="*/ 563 h 1162"/>
                  <a:gd name="T22" fmla="*/ 221 w 815"/>
                  <a:gd name="T23" fmla="*/ 636 h 1162"/>
                  <a:gd name="T24" fmla="*/ 147 w 815"/>
                  <a:gd name="T25" fmla="*/ 707 h 1162"/>
                  <a:gd name="T26" fmla="*/ 76 w 815"/>
                  <a:gd name="T27" fmla="*/ 774 h 1162"/>
                  <a:gd name="T28" fmla="*/ 22 w 815"/>
                  <a:gd name="T29" fmla="*/ 830 h 1162"/>
                  <a:gd name="T30" fmla="*/ 0 w 815"/>
                  <a:gd name="T31" fmla="*/ 867 h 1162"/>
                  <a:gd name="T32" fmla="*/ 16 w 815"/>
                  <a:gd name="T33" fmla="*/ 896 h 1162"/>
                  <a:gd name="T34" fmla="*/ 47 w 815"/>
                  <a:gd name="T35" fmla="*/ 893 h 1162"/>
                  <a:gd name="T36" fmla="*/ 86 w 815"/>
                  <a:gd name="T37" fmla="*/ 870 h 1162"/>
                  <a:gd name="T38" fmla="*/ 153 w 815"/>
                  <a:gd name="T39" fmla="*/ 815 h 1162"/>
                  <a:gd name="T40" fmla="*/ 216 w 815"/>
                  <a:gd name="T41" fmla="*/ 757 h 1162"/>
                  <a:gd name="T42" fmla="*/ 239 w 815"/>
                  <a:gd name="T43" fmla="*/ 752 h 1162"/>
                  <a:gd name="T44" fmla="*/ 218 w 815"/>
                  <a:gd name="T45" fmla="*/ 819 h 1162"/>
                  <a:gd name="T46" fmla="*/ 195 w 815"/>
                  <a:gd name="T47" fmla="*/ 884 h 1162"/>
                  <a:gd name="T48" fmla="*/ 168 w 815"/>
                  <a:gd name="T49" fmla="*/ 950 h 1162"/>
                  <a:gd name="T50" fmla="*/ 136 w 815"/>
                  <a:gd name="T51" fmla="*/ 1014 h 1162"/>
                  <a:gd name="T52" fmla="*/ 96 w 815"/>
                  <a:gd name="T53" fmla="*/ 1077 h 1162"/>
                  <a:gd name="T54" fmla="*/ 113 w 815"/>
                  <a:gd name="T55" fmla="*/ 1127 h 1162"/>
                  <a:gd name="T56" fmla="*/ 182 w 815"/>
                  <a:gd name="T57" fmla="*/ 1121 h 1162"/>
                  <a:gd name="T58" fmla="*/ 204 w 815"/>
                  <a:gd name="T59" fmla="*/ 1083 h 1162"/>
                  <a:gd name="T60" fmla="*/ 198 w 815"/>
                  <a:gd name="T61" fmla="*/ 1096 h 1162"/>
                  <a:gd name="T62" fmla="*/ 210 w 815"/>
                  <a:gd name="T63" fmla="*/ 1141 h 1162"/>
                  <a:gd name="T64" fmla="*/ 280 w 815"/>
                  <a:gd name="T65" fmla="*/ 1134 h 1162"/>
                  <a:gd name="T66" fmla="*/ 298 w 815"/>
                  <a:gd name="T67" fmla="*/ 1095 h 1162"/>
                  <a:gd name="T68" fmla="*/ 292 w 815"/>
                  <a:gd name="T69" fmla="*/ 1111 h 1162"/>
                  <a:gd name="T70" fmla="*/ 290 w 815"/>
                  <a:gd name="T71" fmla="*/ 1135 h 1162"/>
                  <a:gd name="T72" fmla="*/ 309 w 815"/>
                  <a:gd name="T73" fmla="*/ 1157 h 1162"/>
                  <a:gd name="T74" fmla="*/ 347 w 815"/>
                  <a:gd name="T75" fmla="*/ 1159 h 1162"/>
                  <a:gd name="T76" fmla="*/ 389 w 815"/>
                  <a:gd name="T77" fmla="*/ 1117 h 1162"/>
                  <a:gd name="T78" fmla="*/ 411 w 815"/>
                  <a:gd name="T79" fmla="*/ 1036 h 1162"/>
                  <a:gd name="T80" fmla="*/ 419 w 815"/>
                  <a:gd name="T81" fmla="*/ 941 h 1162"/>
                  <a:gd name="T82" fmla="*/ 421 w 815"/>
                  <a:gd name="T83" fmla="*/ 847 h 1162"/>
                  <a:gd name="T84" fmla="*/ 428 w 815"/>
                  <a:gd name="T85" fmla="*/ 756 h 1162"/>
                  <a:gd name="T86" fmla="*/ 457 w 815"/>
                  <a:gd name="T87" fmla="*/ 672 h 1162"/>
                  <a:gd name="T88" fmla="*/ 514 w 815"/>
                  <a:gd name="T89" fmla="*/ 637 h 1162"/>
                  <a:gd name="T90" fmla="*/ 564 w 815"/>
                  <a:gd name="T91" fmla="*/ 688 h 1162"/>
                  <a:gd name="T92" fmla="*/ 614 w 815"/>
                  <a:gd name="T93" fmla="*/ 743 h 1162"/>
                  <a:gd name="T94" fmla="*/ 667 w 815"/>
                  <a:gd name="T95" fmla="*/ 787 h 1162"/>
                  <a:gd name="T96" fmla="*/ 728 w 815"/>
                  <a:gd name="T97" fmla="*/ 807 h 1162"/>
                  <a:gd name="T98" fmla="*/ 797 w 815"/>
                  <a:gd name="T99" fmla="*/ 787 h 1162"/>
                  <a:gd name="T100" fmla="*/ 815 w 815"/>
                  <a:gd name="T101" fmla="*/ 751 h 1162"/>
                  <a:gd name="T102" fmla="*/ 757 w 815"/>
                  <a:gd name="T103" fmla="*/ 708 h 1162"/>
                  <a:gd name="T104" fmla="*/ 689 w 815"/>
                  <a:gd name="T105" fmla="*/ 657 h 1162"/>
                  <a:gd name="T106" fmla="*/ 629 w 815"/>
                  <a:gd name="T107" fmla="*/ 599 h 1162"/>
                  <a:gd name="T108" fmla="*/ 581 w 815"/>
                  <a:gd name="T109" fmla="*/ 535 h 1162"/>
                  <a:gd name="T110" fmla="*/ 547 w 815"/>
                  <a:gd name="T111" fmla="*/ 465 h 1162"/>
                  <a:gd name="T112" fmla="*/ 527 w 815"/>
                  <a:gd name="T113" fmla="*/ 391 h 1162"/>
                  <a:gd name="T114" fmla="*/ 525 w 815"/>
                  <a:gd name="T115" fmla="*/ 317 h 1162"/>
                  <a:gd name="T116" fmla="*/ 531 w 815"/>
                  <a:gd name="T117" fmla="*/ 238 h 1162"/>
                  <a:gd name="T118" fmla="*/ 543 w 815"/>
                  <a:gd name="T119" fmla="*/ 155 h 1162"/>
                  <a:gd name="T120" fmla="*/ 554 w 815"/>
                  <a:gd name="T121" fmla="*/ 75 h 1162"/>
                  <a:gd name="T122" fmla="*/ 561 w 815"/>
                  <a:gd name="T123" fmla="*/ 0 h 116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815"/>
                  <a:gd name="T187" fmla="*/ 0 h 1162"/>
                  <a:gd name="T188" fmla="*/ 815 w 815"/>
                  <a:gd name="T189" fmla="*/ 1162 h 1162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815" h="1162">
                    <a:moveTo>
                      <a:pt x="377" y="26"/>
                    </a:moveTo>
                    <a:lnTo>
                      <a:pt x="376" y="32"/>
                    </a:lnTo>
                    <a:lnTo>
                      <a:pt x="373" y="38"/>
                    </a:lnTo>
                    <a:lnTo>
                      <a:pt x="372" y="44"/>
                    </a:lnTo>
                    <a:lnTo>
                      <a:pt x="371" y="51"/>
                    </a:lnTo>
                    <a:lnTo>
                      <a:pt x="371" y="57"/>
                    </a:lnTo>
                    <a:lnTo>
                      <a:pt x="370" y="64"/>
                    </a:lnTo>
                    <a:lnTo>
                      <a:pt x="370" y="72"/>
                    </a:lnTo>
                    <a:lnTo>
                      <a:pt x="369" y="78"/>
                    </a:lnTo>
                    <a:lnTo>
                      <a:pt x="369" y="85"/>
                    </a:lnTo>
                    <a:lnTo>
                      <a:pt x="369" y="92"/>
                    </a:lnTo>
                    <a:lnTo>
                      <a:pt x="369" y="98"/>
                    </a:lnTo>
                    <a:lnTo>
                      <a:pt x="369" y="106"/>
                    </a:lnTo>
                    <a:lnTo>
                      <a:pt x="367" y="113"/>
                    </a:lnTo>
                    <a:lnTo>
                      <a:pt x="367" y="119"/>
                    </a:lnTo>
                    <a:lnTo>
                      <a:pt x="367" y="125"/>
                    </a:lnTo>
                    <a:lnTo>
                      <a:pt x="366" y="131"/>
                    </a:lnTo>
                    <a:lnTo>
                      <a:pt x="365" y="142"/>
                    </a:lnTo>
                    <a:lnTo>
                      <a:pt x="365" y="153"/>
                    </a:lnTo>
                    <a:lnTo>
                      <a:pt x="364" y="164"/>
                    </a:lnTo>
                    <a:lnTo>
                      <a:pt x="364" y="175"/>
                    </a:lnTo>
                    <a:lnTo>
                      <a:pt x="362" y="186"/>
                    </a:lnTo>
                    <a:lnTo>
                      <a:pt x="362" y="197"/>
                    </a:lnTo>
                    <a:lnTo>
                      <a:pt x="362" y="208"/>
                    </a:lnTo>
                    <a:lnTo>
                      <a:pt x="362" y="218"/>
                    </a:lnTo>
                    <a:lnTo>
                      <a:pt x="361" y="229"/>
                    </a:lnTo>
                    <a:lnTo>
                      <a:pt x="362" y="239"/>
                    </a:lnTo>
                    <a:lnTo>
                      <a:pt x="362" y="250"/>
                    </a:lnTo>
                    <a:lnTo>
                      <a:pt x="362" y="261"/>
                    </a:lnTo>
                    <a:lnTo>
                      <a:pt x="362" y="272"/>
                    </a:lnTo>
                    <a:lnTo>
                      <a:pt x="362" y="283"/>
                    </a:lnTo>
                    <a:lnTo>
                      <a:pt x="364" y="294"/>
                    </a:lnTo>
                    <a:lnTo>
                      <a:pt x="364" y="303"/>
                    </a:lnTo>
                    <a:lnTo>
                      <a:pt x="365" y="314"/>
                    </a:lnTo>
                    <a:lnTo>
                      <a:pt x="365" y="325"/>
                    </a:lnTo>
                    <a:lnTo>
                      <a:pt x="365" y="336"/>
                    </a:lnTo>
                    <a:lnTo>
                      <a:pt x="366" y="346"/>
                    </a:lnTo>
                    <a:lnTo>
                      <a:pt x="366" y="357"/>
                    </a:lnTo>
                    <a:lnTo>
                      <a:pt x="367" y="368"/>
                    </a:lnTo>
                    <a:lnTo>
                      <a:pt x="367" y="379"/>
                    </a:lnTo>
                    <a:lnTo>
                      <a:pt x="369" y="389"/>
                    </a:lnTo>
                    <a:lnTo>
                      <a:pt x="369" y="400"/>
                    </a:lnTo>
                    <a:lnTo>
                      <a:pt x="370" y="411"/>
                    </a:lnTo>
                    <a:lnTo>
                      <a:pt x="370" y="422"/>
                    </a:lnTo>
                    <a:lnTo>
                      <a:pt x="370" y="432"/>
                    </a:lnTo>
                    <a:lnTo>
                      <a:pt x="371" y="443"/>
                    </a:lnTo>
                    <a:lnTo>
                      <a:pt x="371" y="454"/>
                    </a:lnTo>
                    <a:lnTo>
                      <a:pt x="371" y="465"/>
                    </a:lnTo>
                    <a:lnTo>
                      <a:pt x="371" y="476"/>
                    </a:lnTo>
                    <a:lnTo>
                      <a:pt x="370" y="480"/>
                    </a:lnTo>
                    <a:lnTo>
                      <a:pt x="369" y="485"/>
                    </a:lnTo>
                    <a:lnTo>
                      <a:pt x="365" y="490"/>
                    </a:lnTo>
                    <a:lnTo>
                      <a:pt x="361" y="495"/>
                    </a:lnTo>
                    <a:lnTo>
                      <a:pt x="356" y="500"/>
                    </a:lnTo>
                    <a:lnTo>
                      <a:pt x="350" y="503"/>
                    </a:lnTo>
                    <a:lnTo>
                      <a:pt x="344" y="508"/>
                    </a:lnTo>
                    <a:lnTo>
                      <a:pt x="338" y="512"/>
                    </a:lnTo>
                    <a:lnTo>
                      <a:pt x="331" y="517"/>
                    </a:lnTo>
                    <a:lnTo>
                      <a:pt x="324" y="522"/>
                    </a:lnTo>
                    <a:lnTo>
                      <a:pt x="318" y="526"/>
                    </a:lnTo>
                    <a:lnTo>
                      <a:pt x="310" y="530"/>
                    </a:lnTo>
                    <a:lnTo>
                      <a:pt x="304" y="535"/>
                    </a:lnTo>
                    <a:lnTo>
                      <a:pt x="298" y="541"/>
                    </a:lnTo>
                    <a:lnTo>
                      <a:pt x="293" y="546"/>
                    </a:lnTo>
                    <a:lnTo>
                      <a:pt x="290" y="551"/>
                    </a:lnTo>
                    <a:lnTo>
                      <a:pt x="281" y="563"/>
                    </a:lnTo>
                    <a:lnTo>
                      <a:pt x="273" y="575"/>
                    </a:lnTo>
                    <a:lnTo>
                      <a:pt x="264" y="587"/>
                    </a:lnTo>
                    <a:lnTo>
                      <a:pt x="253" y="599"/>
                    </a:lnTo>
                    <a:lnTo>
                      <a:pt x="242" y="611"/>
                    </a:lnTo>
                    <a:lnTo>
                      <a:pt x="231" y="623"/>
                    </a:lnTo>
                    <a:lnTo>
                      <a:pt x="221" y="636"/>
                    </a:lnTo>
                    <a:lnTo>
                      <a:pt x="208" y="648"/>
                    </a:lnTo>
                    <a:lnTo>
                      <a:pt x="196" y="660"/>
                    </a:lnTo>
                    <a:lnTo>
                      <a:pt x="184" y="672"/>
                    </a:lnTo>
                    <a:lnTo>
                      <a:pt x="172" y="684"/>
                    </a:lnTo>
                    <a:lnTo>
                      <a:pt x="159" y="696"/>
                    </a:lnTo>
                    <a:lnTo>
                      <a:pt x="147" y="707"/>
                    </a:lnTo>
                    <a:lnTo>
                      <a:pt x="134" y="719"/>
                    </a:lnTo>
                    <a:lnTo>
                      <a:pt x="122" y="730"/>
                    </a:lnTo>
                    <a:lnTo>
                      <a:pt x="110" y="742"/>
                    </a:lnTo>
                    <a:lnTo>
                      <a:pt x="98" y="753"/>
                    </a:lnTo>
                    <a:lnTo>
                      <a:pt x="87" y="764"/>
                    </a:lnTo>
                    <a:lnTo>
                      <a:pt x="76" y="774"/>
                    </a:lnTo>
                    <a:lnTo>
                      <a:pt x="65" y="785"/>
                    </a:lnTo>
                    <a:lnTo>
                      <a:pt x="56" y="794"/>
                    </a:lnTo>
                    <a:lnTo>
                      <a:pt x="46" y="803"/>
                    </a:lnTo>
                    <a:lnTo>
                      <a:pt x="37" y="813"/>
                    </a:lnTo>
                    <a:lnTo>
                      <a:pt x="29" y="821"/>
                    </a:lnTo>
                    <a:lnTo>
                      <a:pt x="22" y="830"/>
                    </a:lnTo>
                    <a:lnTo>
                      <a:pt x="16" y="837"/>
                    </a:lnTo>
                    <a:lnTo>
                      <a:pt x="11" y="844"/>
                    </a:lnTo>
                    <a:lnTo>
                      <a:pt x="6" y="850"/>
                    </a:lnTo>
                    <a:lnTo>
                      <a:pt x="2" y="857"/>
                    </a:lnTo>
                    <a:lnTo>
                      <a:pt x="1" y="862"/>
                    </a:lnTo>
                    <a:lnTo>
                      <a:pt x="0" y="867"/>
                    </a:lnTo>
                    <a:lnTo>
                      <a:pt x="0" y="872"/>
                    </a:lnTo>
                    <a:lnTo>
                      <a:pt x="2" y="879"/>
                    </a:lnTo>
                    <a:lnTo>
                      <a:pt x="5" y="885"/>
                    </a:lnTo>
                    <a:lnTo>
                      <a:pt x="7" y="890"/>
                    </a:lnTo>
                    <a:lnTo>
                      <a:pt x="12" y="894"/>
                    </a:lnTo>
                    <a:lnTo>
                      <a:pt x="16" y="896"/>
                    </a:lnTo>
                    <a:lnTo>
                      <a:pt x="20" y="897"/>
                    </a:lnTo>
                    <a:lnTo>
                      <a:pt x="25" y="899"/>
                    </a:lnTo>
                    <a:lnTo>
                      <a:pt x="30" y="897"/>
                    </a:lnTo>
                    <a:lnTo>
                      <a:pt x="36" y="896"/>
                    </a:lnTo>
                    <a:lnTo>
                      <a:pt x="42" y="895"/>
                    </a:lnTo>
                    <a:lnTo>
                      <a:pt x="47" y="893"/>
                    </a:lnTo>
                    <a:lnTo>
                      <a:pt x="53" y="890"/>
                    </a:lnTo>
                    <a:lnTo>
                      <a:pt x="58" y="887"/>
                    </a:lnTo>
                    <a:lnTo>
                      <a:pt x="64" y="884"/>
                    </a:lnTo>
                    <a:lnTo>
                      <a:pt x="69" y="880"/>
                    </a:lnTo>
                    <a:lnTo>
                      <a:pt x="74" y="877"/>
                    </a:lnTo>
                    <a:lnTo>
                      <a:pt x="86" y="870"/>
                    </a:lnTo>
                    <a:lnTo>
                      <a:pt x="97" y="861"/>
                    </a:lnTo>
                    <a:lnTo>
                      <a:pt x="108" y="851"/>
                    </a:lnTo>
                    <a:lnTo>
                      <a:pt x="119" y="843"/>
                    </a:lnTo>
                    <a:lnTo>
                      <a:pt x="131" y="834"/>
                    </a:lnTo>
                    <a:lnTo>
                      <a:pt x="142" y="825"/>
                    </a:lnTo>
                    <a:lnTo>
                      <a:pt x="153" y="815"/>
                    </a:lnTo>
                    <a:lnTo>
                      <a:pt x="164" y="805"/>
                    </a:lnTo>
                    <a:lnTo>
                      <a:pt x="173" y="796"/>
                    </a:lnTo>
                    <a:lnTo>
                      <a:pt x="184" y="786"/>
                    </a:lnTo>
                    <a:lnTo>
                      <a:pt x="195" y="776"/>
                    </a:lnTo>
                    <a:lnTo>
                      <a:pt x="205" y="767"/>
                    </a:lnTo>
                    <a:lnTo>
                      <a:pt x="216" y="757"/>
                    </a:lnTo>
                    <a:lnTo>
                      <a:pt x="225" y="748"/>
                    </a:lnTo>
                    <a:lnTo>
                      <a:pt x="236" y="739"/>
                    </a:lnTo>
                    <a:lnTo>
                      <a:pt x="246" y="729"/>
                    </a:lnTo>
                    <a:lnTo>
                      <a:pt x="246" y="730"/>
                    </a:lnTo>
                    <a:lnTo>
                      <a:pt x="242" y="741"/>
                    </a:lnTo>
                    <a:lnTo>
                      <a:pt x="239" y="752"/>
                    </a:lnTo>
                    <a:lnTo>
                      <a:pt x="235" y="763"/>
                    </a:lnTo>
                    <a:lnTo>
                      <a:pt x="231" y="774"/>
                    </a:lnTo>
                    <a:lnTo>
                      <a:pt x="229" y="785"/>
                    </a:lnTo>
                    <a:lnTo>
                      <a:pt x="225" y="796"/>
                    </a:lnTo>
                    <a:lnTo>
                      <a:pt x="222" y="808"/>
                    </a:lnTo>
                    <a:lnTo>
                      <a:pt x="218" y="819"/>
                    </a:lnTo>
                    <a:lnTo>
                      <a:pt x="214" y="830"/>
                    </a:lnTo>
                    <a:lnTo>
                      <a:pt x="211" y="840"/>
                    </a:lnTo>
                    <a:lnTo>
                      <a:pt x="207" y="851"/>
                    </a:lnTo>
                    <a:lnTo>
                      <a:pt x="202" y="862"/>
                    </a:lnTo>
                    <a:lnTo>
                      <a:pt x="199" y="873"/>
                    </a:lnTo>
                    <a:lnTo>
                      <a:pt x="195" y="884"/>
                    </a:lnTo>
                    <a:lnTo>
                      <a:pt x="190" y="895"/>
                    </a:lnTo>
                    <a:lnTo>
                      <a:pt x="187" y="906"/>
                    </a:lnTo>
                    <a:lnTo>
                      <a:pt x="182" y="917"/>
                    </a:lnTo>
                    <a:lnTo>
                      <a:pt x="178" y="928"/>
                    </a:lnTo>
                    <a:lnTo>
                      <a:pt x="173" y="939"/>
                    </a:lnTo>
                    <a:lnTo>
                      <a:pt x="168" y="950"/>
                    </a:lnTo>
                    <a:lnTo>
                      <a:pt x="164" y="961"/>
                    </a:lnTo>
                    <a:lnTo>
                      <a:pt x="159" y="971"/>
                    </a:lnTo>
                    <a:lnTo>
                      <a:pt x="153" y="982"/>
                    </a:lnTo>
                    <a:lnTo>
                      <a:pt x="148" y="993"/>
                    </a:lnTo>
                    <a:lnTo>
                      <a:pt x="142" y="1003"/>
                    </a:lnTo>
                    <a:lnTo>
                      <a:pt x="136" y="1014"/>
                    </a:lnTo>
                    <a:lnTo>
                      <a:pt x="130" y="1025"/>
                    </a:lnTo>
                    <a:lnTo>
                      <a:pt x="124" y="1034"/>
                    </a:lnTo>
                    <a:lnTo>
                      <a:pt x="116" y="1045"/>
                    </a:lnTo>
                    <a:lnTo>
                      <a:pt x="110" y="1056"/>
                    </a:lnTo>
                    <a:lnTo>
                      <a:pt x="103" y="1066"/>
                    </a:lnTo>
                    <a:lnTo>
                      <a:pt x="96" y="1077"/>
                    </a:lnTo>
                    <a:lnTo>
                      <a:pt x="92" y="1085"/>
                    </a:lnTo>
                    <a:lnTo>
                      <a:pt x="91" y="1095"/>
                    </a:lnTo>
                    <a:lnTo>
                      <a:pt x="92" y="1104"/>
                    </a:lnTo>
                    <a:lnTo>
                      <a:pt x="97" y="1113"/>
                    </a:lnTo>
                    <a:lnTo>
                      <a:pt x="103" y="1121"/>
                    </a:lnTo>
                    <a:lnTo>
                      <a:pt x="113" y="1127"/>
                    </a:lnTo>
                    <a:lnTo>
                      <a:pt x="125" y="1130"/>
                    </a:lnTo>
                    <a:lnTo>
                      <a:pt x="139" y="1131"/>
                    </a:lnTo>
                    <a:lnTo>
                      <a:pt x="155" y="1130"/>
                    </a:lnTo>
                    <a:lnTo>
                      <a:pt x="167" y="1128"/>
                    </a:lnTo>
                    <a:lnTo>
                      <a:pt x="176" y="1124"/>
                    </a:lnTo>
                    <a:lnTo>
                      <a:pt x="182" y="1121"/>
                    </a:lnTo>
                    <a:lnTo>
                      <a:pt x="185" y="1115"/>
                    </a:lnTo>
                    <a:lnTo>
                      <a:pt x="189" y="1107"/>
                    </a:lnTo>
                    <a:lnTo>
                      <a:pt x="194" y="1100"/>
                    </a:lnTo>
                    <a:lnTo>
                      <a:pt x="199" y="1091"/>
                    </a:lnTo>
                    <a:lnTo>
                      <a:pt x="205" y="1081"/>
                    </a:lnTo>
                    <a:lnTo>
                      <a:pt x="204" y="1083"/>
                    </a:lnTo>
                    <a:lnTo>
                      <a:pt x="202" y="1085"/>
                    </a:lnTo>
                    <a:lnTo>
                      <a:pt x="201" y="1088"/>
                    </a:lnTo>
                    <a:lnTo>
                      <a:pt x="201" y="1090"/>
                    </a:lnTo>
                    <a:lnTo>
                      <a:pt x="200" y="1091"/>
                    </a:lnTo>
                    <a:lnTo>
                      <a:pt x="199" y="1094"/>
                    </a:lnTo>
                    <a:lnTo>
                      <a:pt x="198" y="1096"/>
                    </a:lnTo>
                    <a:lnTo>
                      <a:pt x="196" y="1099"/>
                    </a:lnTo>
                    <a:lnTo>
                      <a:pt x="193" y="1108"/>
                    </a:lnTo>
                    <a:lnTo>
                      <a:pt x="193" y="1117"/>
                    </a:lnTo>
                    <a:lnTo>
                      <a:pt x="195" y="1127"/>
                    </a:lnTo>
                    <a:lnTo>
                      <a:pt x="201" y="1135"/>
                    </a:lnTo>
                    <a:lnTo>
                      <a:pt x="210" y="1141"/>
                    </a:lnTo>
                    <a:lnTo>
                      <a:pt x="219" y="1146"/>
                    </a:lnTo>
                    <a:lnTo>
                      <a:pt x="231" y="1148"/>
                    </a:lnTo>
                    <a:lnTo>
                      <a:pt x="246" y="1147"/>
                    </a:lnTo>
                    <a:lnTo>
                      <a:pt x="262" y="1144"/>
                    </a:lnTo>
                    <a:lnTo>
                      <a:pt x="273" y="1140"/>
                    </a:lnTo>
                    <a:lnTo>
                      <a:pt x="280" y="1134"/>
                    </a:lnTo>
                    <a:lnTo>
                      <a:pt x="286" y="1128"/>
                    </a:lnTo>
                    <a:lnTo>
                      <a:pt x="290" y="1121"/>
                    </a:lnTo>
                    <a:lnTo>
                      <a:pt x="292" y="1113"/>
                    </a:lnTo>
                    <a:lnTo>
                      <a:pt x="295" y="1105"/>
                    </a:lnTo>
                    <a:lnTo>
                      <a:pt x="298" y="1096"/>
                    </a:lnTo>
                    <a:lnTo>
                      <a:pt x="298" y="1095"/>
                    </a:lnTo>
                    <a:lnTo>
                      <a:pt x="297" y="1098"/>
                    </a:lnTo>
                    <a:lnTo>
                      <a:pt x="296" y="1101"/>
                    </a:lnTo>
                    <a:lnTo>
                      <a:pt x="296" y="1104"/>
                    </a:lnTo>
                    <a:lnTo>
                      <a:pt x="295" y="1106"/>
                    </a:lnTo>
                    <a:lnTo>
                      <a:pt x="293" y="1108"/>
                    </a:lnTo>
                    <a:lnTo>
                      <a:pt x="292" y="1111"/>
                    </a:lnTo>
                    <a:lnTo>
                      <a:pt x="292" y="1113"/>
                    </a:lnTo>
                    <a:lnTo>
                      <a:pt x="291" y="1117"/>
                    </a:lnTo>
                    <a:lnTo>
                      <a:pt x="290" y="1122"/>
                    </a:lnTo>
                    <a:lnTo>
                      <a:pt x="288" y="1127"/>
                    </a:lnTo>
                    <a:lnTo>
                      <a:pt x="288" y="1130"/>
                    </a:lnTo>
                    <a:lnTo>
                      <a:pt x="290" y="1135"/>
                    </a:lnTo>
                    <a:lnTo>
                      <a:pt x="291" y="1140"/>
                    </a:lnTo>
                    <a:lnTo>
                      <a:pt x="293" y="1144"/>
                    </a:lnTo>
                    <a:lnTo>
                      <a:pt x="297" y="1148"/>
                    </a:lnTo>
                    <a:lnTo>
                      <a:pt x="299" y="1152"/>
                    </a:lnTo>
                    <a:lnTo>
                      <a:pt x="304" y="1155"/>
                    </a:lnTo>
                    <a:lnTo>
                      <a:pt x="309" y="1157"/>
                    </a:lnTo>
                    <a:lnTo>
                      <a:pt x="314" y="1159"/>
                    </a:lnTo>
                    <a:lnTo>
                      <a:pt x="320" y="1161"/>
                    </a:lnTo>
                    <a:lnTo>
                      <a:pt x="326" y="1162"/>
                    </a:lnTo>
                    <a:lnTo>
                      <a:pt x="332" y="1162"/>
                    </a:lnTo>
                    <a:lnTo>
                      <a:pt x="339" y="1161"/>
                    </a:lnTo>
                    <a:lnTo>
                      <a:pt x="347" y="1159"/>
                    </a:lnTo>
                    <a:lnTo>
                      <a:pt x="362" y="1153"/>
                    </a:lnTo>
                    <a:lnTo>
                      <a:pt x="373" y="1147"/>
                    </a:lnTo>
                    <a:lnTo>
                      <a:pt x="381" y="1140"/>
                    </a:lnTo>
                    <a:lnTo>
                      <a:pt x="384" y="1133"/>
                    </a:lnTo>
                    <a:lnTo>
                      <a:pt x="387" y="1125"/>
                    </a:lnTo>
                    <a:lnTo>
                      <a:pt x="389" y="1117"/>
                    </a:lnTo>
                    <a:lnTo>
                      <a:pt x="392" y="1107"/>
                    </a:lnTo>
                    <a:lnTo>
                      <a:pt x="394" y="1098"/>
                    </a:lnTo>
                    <a:lnTo>
                      <a:pt x="400" y="1083"/>
                    </a:lnTo>
                    <a:lnTo>
                      <a:pt x="405" y="1067"/>
                    </a:lnTo>
                    <a:lnTo>
                      <a:pt x="409" y="1051"/>
                    </a:lnTo>
                    <a:lnTo>
                      <a:pt x="411" y="1036"/>
                    </a:lnTo>
                    <a:lnTo>
                      <a:pt x="413" y="1020"/>
                    </a:lnTo>
                    <a:lnTo>
                      <a:pt x="416" y="1005"/>
                    </a:lnTo>
                    <a:lnTo>
                      <a:pt x="417" y="990"/>
                    </a:lnTo>
                    <a:lnTo>
                      <a:pt x="418" y="974"/>
                    </a:lnTo>
                    <a:lnTo>
                      <a:pt x="419" y="957"/>
                    </a:lnTo>
                    <a:lnTo>
                      <a:pt x="419" y="941"/>
                    </a:lnTo>
                    <a:lnTo>
                      <a:pt x="419" y="925"/>
                    </a:lnTo>
                    <a:lnTo>
                      <a:pt x="419" y="910"/>
                    </a:lnTo>
                    <a:lnTo>
                      <a:pt x="419" y="894"/>
                    </a:lnTo>
                    <a:lnTo>
                      <a:pt x="419" y="878"/>
                    </a:lnTo>
                    <a:lnTo>
                      <a:pt x="421" y="862"/>
                    </a:lnTo>
                    <a:lnTo>
                      <a:pt x="421" y="847"/>
                    </a:lnTo>
                    <a:lnTo>
                      <a:pt x="421" y="831"/>
                    </a:lnTo>
                    <a:lnTo>
                      <a:pt x="421" y="816"/>
                    </a:lnTo>
                    <a:lnTo>
                      <a:pt x="422" y="800"/>
                    </a:lnTo>
                    <a:lnTo>
                      <a:pt x="423" y="785"/>
                    </a:lnTo>
                    <a:lnTo>
                      <a:pt x="426" y="770"/>
                    </a:lnTo>
                    <a:lnTo>
                      <a:pt x="428" y="756"/>
                    </a:lnTo>
                    <a:lnTo>
                      <a:pt x="430" y="741"/>
                    </a:lnTo>
                    <a:lnTo>
                      <a:pt x="434" y="727"/>
                    </a:lnTo>
                    <a:lnTo>
                      <a:pt x="439" y="712"/>
                    </a:lnTo>
                    <a:lnTo>
                      <a:pt x="444" y="699"/>
                    </a:lnTo>
                    <a:lnTo>
                      <a:pt x="450" y="685"/>
                    </a:lnTo>
                    <a:lnTo>
                      <a:pt x="457" y="672"/>
                    </a:lnTo>
                    <a:lnTo>
                      <a:pt x="466" y="659"/>
                    </a:lnTo>
                    <a:lnTo>
                      <a:pt x="475" y="646"/>
                    </a:lnTo>
                    <a:lnTo>
                      <a:pt x="485" y="634"/>
                    </a:lnTo>
                    <a:lnTo>
                      <a:pt x="497" y="622"/>
                    </a:lnTo>
                    <a:lnTo>
                      <a:pt x="506" y="628"/>
                    </a:lnTo>
                    <a:lnTo>
                      <a:pt x="514" y="637"/>
                    </a:lnTo>
                    <a:lnTo>
                      <a:pt x="523" y="644"/>
                    </a:lnTo>
                    <a:lnTo>
                      <a:pt x="531" y="653"/>
                    </a:lnTo>
                    <a:lnTo>
                      <a:pt x="540" y="661"/>
                    </a:lnTo>
                    <a:lnTo>
                      <a:pt x="547" y="670"/>
                    </a:lnTo>
                    <a:lnTo>
                      <a:pt x="555" y="679"/>
                    </a:lnTo>
                    <a:lnTo>
                      <a:pt x="564" y="688"/>
                    </a:lnTo>
                    <a:lnTo>
                      <a:pt x="572" y="697"/>
                    </a:lnTo>
                    <a:lnTo>
                      <a:pt x="580" y="707"/>
                    </a:lnTo>
                    <a:lnTo>
                      <a:pt x="588" y="717"/>
                    </a:lnTo>
                    <a:lnTo>
                      <a:pt x="597" y="725"/>
                    </a:lnTo>
                    <a:lnTo>
                      <a:pt x="605" y="735"/>
                    </a:lnTo>
                    <a:lnTo>
                      <a:pt x="614" y="743"/>
                    </a:lnTo>
                    <a:lnTo>
                      <a:pt x="622" y="752"/>
                    </a:lnTo>
                    <a:lnTo>
                      <a:pt x="631" y="759"/>
                    </a:lnTo>
                    <a:lnTo>
                      <a:pt x="640" y="768"/>
                    </a:lnTo>
                    <a:lnTo>
                      <a:pt x="649" y="775"/>
                    </a:lnTo>
                    <a:lnTo>
                      <a:pt x="657" y="781"/>
                    </a:lnTo>
                    <a:lnTo>
                      <a:pt x="667" y="787"/>
                    </a:lnTo>
                    <a:lnTo>
                      <a:pt x="677" y="792"/>
                    </a:lnTo>
                    <a:lnTo>
                      <a:pt x="686" y="797"/>
                    </a:lnTo>
                    <a:lnTo>
                      <a:pt x="696" y="800"/>
                    </a:lnTo>
                    <a:lnTo>
                      <a:pt x="706" y="803"/>
                    </a:lnTo>
                    <a:lnTo>
                      <a:pt x="717" y="805"/>
                    </a:lnTo>
                    <a:lnTo>
                      <a:pt x="728" y="807"/>
                    </a:lnTo>
                    <a:lnTo>
                      <a:pt x="737" y="807"/>
                    </a:lnTo>
                    <a:lnTo>
                      <a:pt x="748" y="804"/>
                    </a:lnTo>
                    <a:lnTo>
                      <a:pt x="760" y="802"/>
                    </a:lnTo>
                    <a:lnTo>
                      <a:pt x="771" y="798"/>
                    </a:lnTo>
                    <a:lnTo>
                      <a:pt x="783" y="793"/>
                    </a:lnTo>
                    <a:lnTo>
                      <a:pt x="797" y="787"/>
                    </a:lnTo>
                    <a:lnTo>
                      <a:pt x="799" y="785"/>
                    </a:lnTo>
                    <a:lnTo>
                      <a:pt x="804" y="780"/>
                    </a:lnTo>
                    <a:lnTo>
                      <a:pt x="808" y="774"/>
                    </a:lnTo>
                    <a:lnTo>
                      <a:pt x="812" y="767"/>
                    </a:lnTo>
                    <a:lnTo>
                      <a:pt x="815" y="758"/>
                    </a:lnTo>
                    <a:lnTo>
                      <a:pt x="815" y="751"/>
                    </a:lnTo>
                    <a:lnTo>
                      <a:pt x="812" y="745"/>
                    </a:lnTo>
                    <a:lnTo>
                      <a:pt x="806" y="739"/>
                    </a:lnTo>
                    <a:lnTo>
                      <a:pt x="794" y="731"/>
                    </a:lnTo>
                    <a:lnTo>
                      <a:pt x="781" y="724"/>
                    </a:lnTo>
                    <a:lnTo>
                      <a:pt x="769" y="717"/>
                    </a:lnTo>
                    <a:lnTo>
                      <a:pt x="757" y="708"/>
                    </a:lnTo>
                    <a:lnTo>
                      <a:pt x="745" y="700"/>
                    </a:lnTo>
                    <a:lnTo>
                      <a:pt x="732" y="691"/>
                    </a:lnTo>
                    <a:lnTo>
                      <a:pt x="722" y="683"/>
                    </a:lnTo>
                    <a:lnTo>
                      <a:pt x="711" y="674"/>
                    </a:lnTo>
                    <a:lnTo>
                      <a:pt x="700" y="666"/>
                    </a:lnTo>
                    <a:lnTo>
                      <a:pt x="689" y="657"/>
                    </a:lnTo>
                    <a:lnTo>
                      <a:pt x="678" y="648"/>
                    </a:lnTo>
                    <a:lnTo>
                      <a:pt x="668" y="639"/>
                    </a:lnTo>
                    <a:lnTo>
                      <a:pt x="657" y="629"/>
                    </a:lnTo>
                    <a:lnTo>
                      <a:pt x="648" y="620"/>
                    </a:lnTo>
                    <a:lnTo>
                      <a:pt x="638" y="609"/>
                    </a:lnTo>
                    <a:lnTo>
                      <a:pt x="629" y="599"/>
                    </a:lnTo>
                    <a:lnTo>
                      <a:pt x="621" y="589"/>
                    </a:lnTo>
                    <a:lnTo>
                      <a:pt x="612" y="579"/>
                    </a:lnTo>
                    <a:lnTo>
                      <a:pt x="604" y="568"/>
                    </a:lnTo>
                    <a:lnTo>
                      <a:pt x="595" y="557"/>
                    </a:lnTo>
                    <a:lnTo>
                      <a:pt x="588" y="546"/>
                    </a:lnTo>
                    <a:lnTo>
                      <a:pt x="581" y="535"/>
                    </a:lnTo>
                    <a:lnTo>
                      <a:pt x="575" y="524"/>
                    </a:lnTo>
                    <a:lnTo>
                      <a:pt x="569" y="512"/>
                    </a:lnTo>
                    <a:lnTo>
                      <a:pt x="563" y="501"/>
                    </a:lnTo>
                    <a:lnTo>
                      <a:pt x="557" y="489"/>
                    </a:lnTo>
                    <a:lnTo>
                      <a:pt x="552" y="477"/>
                    </a:lnTo>
                    <a:lnTo>
                      <a:pt x="547" y="465"/>
                    </a:lnTo>
                    <a:lnTo>
                      <a:pt x="542" y="452"/>
                    </a:lnTo>
                    <a:lnTo>
                      <a:pt x="538" y="439"/>
                    </a:lnTo>
                    <a:lnTo>
                      <a:pt x="535" y="427"/>
                    </a:lnTo>
                    <a:lnTo>
                      <a:pt x="532" y="414"/>
                    </a:lnTo>
                    <a:lnTo>
                      <a:pt x="530" y="403"/>
                    </a:lnTo>
                    <a:lnTo>
                      <a:pt x="527" y="391"/>
                    </a:lnTo>
                    <a:lnTo>
                      <a:pt x="526" y="380"/>
                    </a:lnTo>
                    <a:lnTo>
                      <a:pt x="525" y="368"/>
                    </a:lnTo>
                    <a:lnTo>
                      <a:pt x="525" y="355"/>
                    </a:lnTo>
                    <a:lnTo>
                      <a:pt x="525" y="342"/>
                    </a:lnTo>
                    <a:lnTo>
                      <a:pt x="525" y="330"/>
                    </a:lnTo>
                    <a:lnTo>
                      <a:pt x="525" y="317"/>
                    </a:lnTo>
                    <a:lnTo>
                      <a:pt x="525" y="305"/>
                    </a:lnTo>
                    <a:lnTo>
                      <a:pt x="526" y="291"/>
                    </a:lnTo>
                    <a:lnTo>
                      <a:pt x="527" y="278"/>
                    </a:lnTo>
                    <a:lnTo>
                      <a:pt x="529" y="265"/>
                    </a:lnTo>
                    <a:lnTo>
                      <a:pt x="530" y="251"/>
                    </a:lnTo>
                    <a:lnTo>
                      <a:pt x="531" y="238"/>
                    </a:lnTo>
                    <a:lnTo>
                      <a:pt x="534" y="223"/>
                    </a:lnTo>
                    <a:lnTo>
                      <a:pt x="535" y="210"/>
                    </a:lnTo>
                    <a:lnTo>
                      <a:pt x="537" y="197"/>
                    </a:lnTo>
                    <a:lnTo>
                      <a:pt x="538" y="183"/>
                    </a:lnTo>
                    <a:lnTo>
                      <a:pt x="541" y="169"/>
                    </a:lnTo>
                    <a:lnTo>
                      <a:pt x="543" y="155"/>
                    </a:lnTo>
                    <a:lnTo>
                      <a:pt x="544" y="142"/>
                    </a:lnTo>
                    <a:lnTo>
                      <a:pt x="547" y="129"/>
                    </a:lnTo>
                    <a:lnTo>
                      <a:pt x="549" y="115"/>
                    </a:lnTo>
                    <a:lnTo>
                      <a:pt x="550" y="102"/>
                    </a:lnTo>
                    <a:lnTo>
                      <a:pt x="553" y="89"/>
                    </a:lnTo>
                    <a:lnTo>
                      <a:pt x="554" y="75"/>
                    </a:lnTo>
                    <a:lnTo>
                      <a:pt x="555" y="62"/>
                    </a:lnTo>
                    <a:lnTo>
                      <a:pt x="558" y="50"/>
                    </a:lnTo>
                    <a:lnTo>
                      <a:pt x="559" y="37"/>
                    </a:lnTo>
                    <a:lnTo>
                      <a:pt x="559" y="24"/>
                    </a:lnTo>
                    <a:lnTo>
                      <a:pt x="560" y="12"/>
                    </a:lnTo>
                    <a:lnTo>
                      <a:pt x="561" y="0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CCB27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3" name="Freeform 556"/>
              <p:cNvSpPr>
                <a:spLocks/>
              </p:cNvSpPr>
              <p:nvPr/>
            </p:nvSpPr>
            <p:spPr bwMode="auto">
              <a:xfrm>
                <a:off x="523" y="2013"/>
                <a:ext cx="4" cy="27"/>
              </a:xfrm>
              <a:custGeom>
                <a:avLst/>
                <a:gdLst>
                  <a:gd name="T0" fmla="*/ 6 w 17"/>
                  <a:gd name="T1" fmla="*/ 108 h 108"/>
                  <a:gd name="T2" fmla="*/ 6 w 17"/>
                  <a:gd name="T3" fmla="*/ 108 h 108"/>
                  <a:gd name="T4" fmla="*/ 6 w 17"/>
                  <a:gd name="T5" fmla="*/ 102 h 108"/>
                  <a:gd name="T6" fmla="*/ 7 w 17"/>
                  <a:gd name="T7" fmla="*/ 95 h 108"/>
                  <a:gd name="T8" fmla="*/ 7 w 17"/>
                  <a:gd name="T9" fmla="*/ 89 h 108"/>
                  <a:gd name="T10" fmla="*/ 8 w 17"/>
                  <a:gd name="T11" fmla="*/ 82 h 108"/>
                  <a:gd name="T12" fmla="*/ 8 w 17"/>
                  <a:gd name="T13" fmla="*/ 74 h 108"/>
                  <a:gd name="T14" fmla="*/ 8 w 17"/>
                  <a:gd name="T15" fmla="*/ 68 h 108"/>
                  <a:gd name="T16" fmla="*/ 8 w 17"/>
                  <a:gd name="T17" fmla="*/ 61 h 108"/>
                  <a:gd name="T18" fmla="*/ 8 w 17"/>
                  <a:gd name="T19" fmla="*/ 54 h 108"/>
                  <a:gd name="T20" fmla="*/ 8 w 17"/>
                  <a:gd name="T21" fmla="*/ 48 h 108"/>
                  <a:gd name="T22" fmla="*/ 9 w 17"/>
                  <a:gd name="T23" fmla="*/ 40 h 108"/>
                  <a:gd name="T24" fmla="*/ 9 w 17"/>
                  <a:gd name="T25" fmla="*/ 34 h 108"/>
                  <a:gd name="T26" fmla="*/ 11 w 17"/>
                  <a:gd name="T27" fmla="*/ 27 h 108"/>
                  <a:gd name="T28" fmla="*/ 12 w 17"/>
                  <a:gd name="T29" fmla="*/ 21 h 108"/>
                  <a:gd name="T30" fmla="*/ 13 w 17"/>
                  <a:gd name="T31" fmla="*/ 15 h 108"/>
                  <a:gd name="T32" fmla="*/ 14 w 17"/>
                  <a:gd name="T33" fmla="*/ 9 h 108"/>
                  <a:gd name="T34" fmla="*/ 17 w 17"/>
                  <a:gd name="T35" fmla="*/ 3 h 108"/>
                  <a:gd name="T36" fmla="*/ 11 w 17"/>
                  <a:gd name="T37" fmla="*/ 0 h 108"/>
                  <a:gd name="T38" fmla="*/ 8 w 17"/>
                  <a:gd name="T39" fmla="*/ 7 h 108"/>
                  <a:gd name="T40" fmla="*/ 7 w 17"/>
                  <a:gd name="T41" fmla="*/ 13 h 108"/>
                  <a:gd name="T42" fmla="*/ 6 w 17"/>
                  <a:gd name="T43" fmla="*/ 20 h 108"/>
                  <a:gd name="T44" fmla="*/ 5 w 17"/>
                  <a:gd name="T45" fmla="*/ 26 h 108"/>
                  <a:gd name="T46" fmla="*/ 3 w 17"/>
                  <a:gd name="T47" fmla="*/ 33 h 108"/>
                  <a:gd name="T48" fmla="*/ 2 w 17"/>
                  <a:gd name="T49" fmla="*/ 39 h 108"/>
                  <a:gd name="T50" fmla="*/ 2 w 17"/>
                  <a:gd name="T51" fmla="*/ 48 h 108"/>
                  <a:gd name="T52" fmla="*/ 2 w 17"/>
                  <a:gd name="T53" fmla="*/ 54 h 108"/>
                  <a:gd name="T54" fmla="*/ 1 w 17"/>
                  <a:gd name="T55" fmla="*/ 61 h 108"/>
                  <a:gd name="T56" fmla="*/ 1 w 17"/>
                  <a:gd name="T57" fmla="*/ 68 h 108"/>
                  <a:gd name="T58" fmla="*/ 1 w 17"/>
                  <a:gd name="T59" fmla="*/ 74 h 108"/>
                  <a:gd name="T60" fmla="*/ 1 w 17"/>
                  <a:gd name="T61" fmla="*/ 82 h 108"/>
                  <a:gd name="T62" fmla="*/ 1 w 17"/>
                  <a:gd name="T63" fmla="*/ 89 h 108"/>
                  <a:gd name="T64" fmla="*/ 0 w 17"/>
                  <a:gd name="T65" fmla="*/ 95 h 108"/>
                  <a:gd name="T66" fmla="*/ 0 w 17"/>
                  <a:gd name="T67" fmla="*/ 101 h 108"/>
                  <a:gd name="T68" fmla="*/ 0 w 17"/>
                  <a:gd name="T69" fmla="*/ 107 h 108"/>
                  <a:gd name="T70" fmla="*/ 0 w 17"/>
                  <a:gd name="T71" fmla="*/ 107 h 108"/>
                  <a:gd name="T72" fmla="*/ 6 w 17"/>
                  <a:gd name="T73" fmla="*/ 108 h 1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"/>
                  <a:gd name="T112" fmla="*/ 0 h 108"/>
                  <a:gd name="T113" fmla="*/ 17 w 17"/>
                  <a:gd name="T114" fmla="*/ 108 h 1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" h="108">
                    <a:moveTo>
                      <a:pt x="6" y="108"/>
                    </a:moveTo>
                    <a:lnTo>
                      <a:pt x="6" y="108"/>
                    </a:lnTo>
                    <a:lnTo>
                      <a:pt x="6" y="102"/>
                    </a:lnTo>
                    <a:lnTo>
                      <a:pt x="7" y="95"/>
                    </a:lnTo>
                    <a:lnTo>
                      <a:pt x="7" y="89"/>
                    </a:lnTo>
                    <a:lnTo>
                      <a:pt x="8" y="82"/>
                    </a:lnTo>
                    <a:lnTo>
                      <a:pt x="8" y="74"/>
                    </a:lnTo>
                    <a:lnTo>
                      <a:pt x="8" y="68"/>
                    </a:lnTo>
                    <a:lnTo>
                      <a:pt x="8" y="61"/>
                    </a:lnTo>
                    <a:lnTo>
                      <a:pt x="8" y="54"/>
                    </a:lnTo>
                    <a:lnTo>
                      <a:pt x="8" y="48"/>
                    </a:lnTo>
                    <a:lnTo>
                      <a:pt x="9" y="40"/>
                    </a:lnTo>
                    <a:lnTo>
                      <a:pt x="9" y="34"/>
                    </a:lnTo>
                    <a:lnTo>
                      <a:pt x="11" y="27"/>
                    </a:lnTo>
                    <a:lnTo>
                      <a:pt x="12" y="21"/>
                    </a:lnTo>
                    <a:lnTo>
                      <a:pt x="13" y="15"/>
                    </a:lnTo>
                    <a:lnTo>
                      <a:pt x="14" y="9"/>
                    </a:lnTo>
                    <a:lnTo>
                      <a:pt x="17" y="3"/>
                    </a:lnTo>
                    <a:lnTo>
                      <a:pt x="11" y="0"/>
                    </a:lnTo>
                    <a:lnTo>
                      <a:pt x="8" y="7"/>
                    </a:lnTo>
                    <a:lnTo>
                      <a:pt x="7" y="13"/>
                    </a:lnTo>
                    <a:lnTo>
                      <a:pt x="6" y="20"/>
                    </a:lnTo>
                    <a:lnTo>
                      <a:pt x="5" y="26"/>
                    </a:lnTo>
                    <a:lnTo>
                      <a:pt x="3" y="33"/>
                    </a:lnTo>
                    <a:lnTo>
                      <a:pt x="2" y="39"/>
                    </a:lnTo>
                    <a:lnTo>
                      <a:pt x="2" y="48"/>
                    </a:lnTo>
                    <a:lnTo>
                      <a:pt x="2" y="54"/>
                    </a:lnTo>
                    <a:lnTo>
                      <a:pt x="1" y="61"/>
                    </a:lnTo>
                    <a:lnTo>
                      <a:pt x="1" y="68"/>
                    </a:lnTo>
                    <a:lnTo>
                      <a:pt x="1" y="74"/>
                    </a:lnTo>
                    <a:lnTo>
                      <a:pt x="1" y="82"/>
                    </a:lnTo>
                    <a:lnTo>
                      <a:pt x="1" y="89"/>
                    </a:lnTo>
                    <a:lnTo>
                      <a:pt x="0" y="95"/>
                    </a:lnTo>
                    <a:lnTo>
                      <a:pt x="0" y="101"/>
                    </a:lnTo>
                    <a:lnTo>
                      <a:pt x="0" y="107"/>
                    </a:lnTo>
                    <a:lnTo>
                      <a:pt x="6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4" name="Freeform 557"/>
              <p:cNvSpPr>
                <a:spLocks/>
              </p:cNvSpPr>
              <p:nvPr/>
            </p:nvSpPr>
            <p:spPr bwMode="auto">
              <a:xfrm>
                <a:off x="521" y="2039"/>
                <a:ext cx="4" cy="86"/>
              </a:xfrm>
              <a:custGeom>
                <a:avLst/>
                <a:gdLst>
                  <a:gd name="T0" fmla="*/ 17 w 17"/>
                  <a:gd name="T1" fmla="*/ 345 h 345"/>
                  <a:gd name="T2" fmla="*/ 17 w 17"/>
                  <a:gd name="T3" fmla="*/ 323 h 345"/>
                  <a:gd name="T4" fmla="*/ 15 w 17"/>
                  <a:gd name="T5" fmla="*/ 301 h 345"/>
                  <a:gd name="T6" fmla="*/ 14 w 17"/>
                  <a:gd name="T7" fmla="*/ 280 h 345"/>
                  <a:gd name="T8" fmla="*/ 14 w 17"/>
                  <a:gd name="T9" fmla="*/ 258 h 345"/>
                  <a:gd name="T10" fmla="*/ 13 w 17"/>
                  <a:gd name="T11" fmla="*/ 237 h 345"/>
                  <a:gd name="T12" fmla="*/ 12 w 17"/>
                  <a:gd name="T13" fmla="*/ 215 h 345"/>
                  <a:gd name="T14" fmla="*/ 11 w 17"/>
                  <a:gd name="T15" fmla="*/ 194 h 345"/>
                  <a:gd name="T16" fmla="*/ 9 w 17"/>
                  <a:gd name="T17" fmla="*/ 172 h 345"/>
                  <a:gd name="T18" fmla="*/ 8 w 17"/>
                  <a:gd name="T19" fmla="*/ 152 h 345"/>
                  <a:gd name="T20" fmla="*/ 8 w 17"/>
                  <a:gd name="T21" fmla="*/ 130 h 345"/>
                  <a:gd name="T22" fmla="*/ 8 w 17"/>
                  <a:gd name="T23" fmla="*/ 108 h 345"/>
                  <a:gd name="T24" fmla="*/ 8 w 17"/>
                  <a:gd name="T25" fmla="*/ 87 h 345"/>
                  <a:gd name="T26" fmla="*/ 8 w 17"/>
                  <a:gd name="T27" fmla="*/ 66 h 345"/>
                  <a:gd name="T28" fmla="*/ 8 w 17"/>
                  <a:gd name="T29" fmla="*/ 44 h 345"/>
                  <a:gd name="T30" fmla="*/ 9 w 17"/>
                  <a:gd name="T31" fmla="*/ 23 h 345"/>
                  <a:gd name="T32" fmla="*/ 12 w 17"/>
                  <a:gd name="T33" fmla="*/ 1 h 345"/>
                  <a:gd name="T34" fmla="*/ 4 w 17"/>
                  <a:gd name="T35" fmla="*/ 11 h 345"/>
                  <a:gd name="T36" fmla="*/ 2 w 17"/>
                  <a:gd name="T37" fmla="*/ 33 h 345"/>
                  <a:gd name="T38" fmla="*/ 1 w 17"/>
                  <a:gd name="T39" fmla="*/ 55 h 345"/>
                  <a:gd name="T40" fmla="*/ 1 w 17"/>
                  <a:gd name="T41" fmla="*/ 77 h 345"/>
                  <a:gd name="T42" fmla="*/ 0 w 17"/>
                  <a:gd name="T43" fmla="*/ 98 h 345"/>
                  <a:gd name="T44" fmla="*/ 1 w 17"/>
                  <a:gd name="T45" fmla="*/ 119 h 345"/>
                  <a:gd name="T46" fmla="*/ 1 w 17"/>
                  <a:gd name="T47" fmla="*/ 141 h 345"/>
                  <a:gd name="T48" fmla="*/ 2 w 17"/>
                  <a:gd name="T49" fmla="*/ 163 h 345"/>
                  <a:gd name="T50" fmla="*/ 3 w 17"/>
                  <a:gd name="T51" fmla="*/ 183 h 345"/>
                  <a:gd name="T52" fmla="*/ 4 w 17"/>
                  <a:gd name="T53" fmla="*/ 205 h 345"/>
                  <a:gd name="T54" fmla="*/ 6 w 17"/>
                  <a:gd name="T55" fmla="*/ 226 h 345"/>
                  <a:gd name="T56" fmla="*/ 7 w 17"/>
                  <a:gd name="T57" fmla="*/ 248 h 345"/>
                  <a:gd name="T58" fmla="*/ 8 w 17"/>
                  <a:gd name="T59" fmla="*/ 269 h 345"/>
                  <a:gd name="T60" fmla="*/ 8 w 17"/>
                  <a:gd name="T61" fmla="*/ 291 h 345"/>
                  <a:gd name="T62" fmla="*/ 9 w 17"/>
                  <a:gd name="T63" fmla="*/ 312 h 345"/>
                  <a:gd name="T64" fmla="*/ 9 w 17"/>
                  <a:gd name="T65" fmla="*/ 334 h 345"/>
                  <a:gd name="T66" fmla="*/ 9 w 17"/>
                  <a:gd name="T67" fmla="*/ 345 h 3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"/>
                  <a:gd name="T103" fmla="*/ 0 h 345"/>
                  <a:gd name="T104" fmla="*/ 17 w 17"/>
                  <a:gd name="T105" fmla="*/ 345 h 3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" h="345">
                    <a:moveTo>
                      <a:pt x="17" y="345"/>
                    </a:moveTo>
                    <a:lnTo>
                      <a:pt x="17" y="345"/>
                    </a:lnTo>
                    <a:lnTo>
                      <a:pt x="17" y="334"/>
                    </a:lnTo>
                    <a:lnTo>
                      <a:pt x="17" y="323"/>
                    </a:lnTo>
                    <a:lnTo>
                      <a:pt x="17" y="312"/>
                    </a:lnTo>
                    <a:lnTo>
                      <a:pt x="15" y="301"/>
                    </a:lnTo>
                    <a:lnTo>
                      <a:pt x="15" y="291"/>
                    </a:lnTo>
                    <a:lnTo>
                      <a:pt x="14" y="280"/>
                    </a:lnTo>
                    <a:lnTo>
                      <a:pt x="14" y="269"/>
                    </a:lnTo>
                    <a:lnTo>
                      <a:pt x="14" y="258"/>
                    </a:lnTo>
                    <a:lnTo>
                      <a:pt x="13" y="248"/>
                    </a:lnTo>
                    <a:lnTo>
                      <a:pt x="13" y="237"/>
                    </a:lnTo>
                    <a:lnTo>
                      <a:pt x="12" y="226"/>
                    </a:lnTo>
                    <a:lnTo>
                      <a:pt x="12" y="215"/>
                    </a:lnTo>
                    <a:lnTo>
                      <a:pt x="11" y="205"/>
                    </a:lnTo>
                    <a:lnTo>
                      <a:pt x="11" y="194"/>
                    </a:lnTo>
                    <a:lnTo>
                      <a:pt x="9" y="183"/>
                    </a:lnTo>
                    <a:lnTo>
                      <a:pt x="9" y="172"/>
                    </a:lnTo>
                    <a:lnTo>
                      <a:pt x="8" y="163"/>
                    </a:lnTo>
                    <a:lnTo>
                      <a:pt x="8" y="152"/>
                    </a:lnTo>
                    <a:lnTo>
                      <a:pt x="8" y="141"/>
                    </a:lnTo>
                    <a:lnTo>
                      <a:pt x="8" y="130"/>
                    </a:lnTo>
                    <a:lnTo>
                      <a:pt x="8" y="119"/>
                    </a:lnTo>
                    <a:lnTo>
                      <a:pt x="8" y="108"/>
                    </a:lnTo>
                    <a:lnTo>
                      <a:pt x="7" y="98"/>
                    </a:lnTo>
                    <a:lnTo>
                      <a:pt x="8" y="87"/>
                    </a:lnTo>
                    <a:lnTo>
                      <a:pt x="8" y="77"/>
                    </a:lnTo>
                    <a:lnTo>
                      <a:pt x="8" y="66"/>
                    </a:lnTo>
                    <a:lnTo>
                      <a:pt x="8" y="55"/>
                    </a:lnTo>
                    <a:lnTo>
                      <a:pt x="8" y="44"/>
                    </a:lnTo>
                    <a:lnTo>
                      <a:pt x="9" y="33"/>
                    </a:lnTo>
                    <a:lnTo>
                      <a:pt x="9" y="23"/>
                    </a:lnTo>
                    <a:lnTo>
                      <a:pt x="11" y="12"/>
                    </a:lnTo>
                    <a:lnTo>
                      <a:pt x="12" y="1"/>
                    </a:lnTo>
                    <a:lnTo>
                      <a:pt x="6" y="0"/>
                    </a:lnTo>
                    <a:lnTo>
                      <a:pt x="4" y="11"/>
                    </a:lnTo>
                    <a:lnTo>
                      <a:pt x="3" y="22"/>
                    </a:lnTo>
                    <a:lnTo>
                      <a:pt x="2" y="33"/>
                    </a:lnTo>
                    <a:lnTo>
                      <a:pt x="2" y="44"/>
                    </a:lnTo>
                    <a:lnTo>
                      <a:pt x="1" y="55"/>
                    </a:lnTo>
                    <a:lnTo>
                      <a:pt x="1" y="66"/>
                    </a:lnTo>
                    <a:lnTo>
                      <a:pt x="1" y="77"/>
                    </a:lnTo>
                    <a:lnTo>
                      <a:pt x="1" y="87"/>
                    </a:lnTo>
                    <a:lnTo>
                      <a:pt x="0" y="98"/>
                    </a:lnTo>
                    <a:lnTo>
                      <a:pt x="1" y="108"/>
                    </a:lnTo>
                    <a:lnTo>
                      <a:pt x="1" y="119"/>
                    </a:lnTo>
                    <a:lnTo>
                      <a:pt x="1" y="130"/>
                    </a:lnTo>
                    <a:lnTo>
                      <a:pt x="1" y="141"/>
                    </a:lnTo>
                    <a:lnTo>
                      <a:pt x="2" y="152"/>
                    </a:lnTo>
                    <a:lnTo>
                      <a:pt x="2" y="163"/>
                    </a:lnTo>
                    <a:lnTo>
                      <a:pt x="3" y="172"/>
                    </a:lnTo>
                    <a:lnTo>
                      <a:pt x="3" y="183"/>
                    </a:lnTo>
                    <a:lnTo>
                      <a:pt x="3" y="194"/>
                    </a:lnTo>
                    <a:lnTo>
                      <a:pt x="4" y="205"/>
                    </a:lnTo>
                    <a:lnTo>
                      <a:pt x="4" y="215"/>
                    </a:lnTo>
                    <a:lnTo>
                      <a:pt x="6" y="226"/>
                    </a:lnTo>
                    <a:lnTo>
                      <a:pt x="6" y="237"/>
                    </a:lnTo>
                    <a:lnTo>
                      <a:pt x="7" y="248"/>
                    </a:lnTo>
                    <a:lnTo>
                      <a:pt x="7" y="258"/>
                    </a:lnTo>
                    <a:lnTo>
                      <a:pt x="8" y="269"/>
                    </a:lnTo>
                    <a:lnTo>
                      <a:pt x="8" y="280"/>
                    </a:lnTo>
                    <a:lnTo>
                      <a:pt x="8" y="291"/>
                    </a:lnTo>
                    <a:lnTo>
                      <a:pt x="9" y="301"/>
                    </a:lnTo>
                    <a:lnTo>
                      <a:pt x="9" y="312"/>
                    </a:lnTo>
                    <a:lnTo>
                      <a:pt x="9" y="323"/>
                    </a:lnTo>
                    <a:lnTo>
                      <a:pt x="9" y="334"/>
                    </a:lnTo>
                    <a:lnTo>
                      <a:pt x="9" y="345"/>
                    </a:lnTo>
                    <a:lnTo>
                      <a:pt x="17" y="34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5" name="Freeform 558"/>
              <p:cNvSpPr>
                <a:spLocks/>
              </p:cNvSpPr>
              <p:nvPr/>
            </p:nvSpPr>
            <p:spPr bwMode="auto">
              <a:xfrm>
                <a:off x="504" y="2125"/>
                <a:ext cx="21" cy="20"/>
              </a:xfrm>
              <a:custGeom>
                <a:avLst/>
                <a:gdLst>
                  <a:gd name="T0" fmla="*/ 5 w 88"/>
                  <a:gd name="T1" fmla="*/ 77 h 77"/>
                  <a:gd name="T2" fmla="*/ 5 w 88"/>
                  <a:gd name="T3" fmla="*/ 77 h 77"/>
                  <a:gd name="T4" fmla="*/ 9 w 88"/>
                  <a:gd name="T5" fmla="*/ 71 h 77"/>
                  <a:gd name="T6" fmla="*/ 14 w 88"/>
                  <a:gd name="T7" fmla="*/ 67 h 77"/>
                  <a:gd name="T8" fmla="*/ 20 w 88"/>
                  <a:gd name="T9" fmla="*/ 63 h 77"/>
                  <a:gd name="T10" fmla="*/ 26 w 88"/>
                  <a:gd name="T11" fmla="*/ 58 h 77"/>
                  <a:gd name="T12" fmla="*/ 32 w 88"/>
                  <a:gd name="T13" fmla="*/ 53 h 77"/>
                  <a:gd name="T14" fmla="*/ 39 w 88"/>
                  <a:gd name="T15" fmla="*/ 48 h 77"/>
                  <a:gd name="T16" fmla="*/ 46 w 88"/>
                  <a:gd name="T17" fmla="*/ 43 h 77"/>
                  <a:gd name="T18" fmla="*/ 52 w 88"/>
                  <a:gd name="T19" fmla="*/ 40 h 77"/>
                  <a:gd name="T20" fmla="*/ 60 w 88"/>
                  <a:gd name="T21" fmla="*/ 35 h 77"/>
                  <a:gd name="T22" fmla="*/ 66 w 88"/>
                  <a:gd name="T23" fmla="*/ 31 h 77"/>
                  <a:gd name="T24" fmla="*/ 72 w 88"/>
                  <a:gd name="T25" fmla="*/ 26 h 77"/>
                  <a:gd name="T26" fmla="*/ 77 w 88"/>
                  <a:gd name="T27" fmla="*/ 21 h 77"/>
                  <a:gd name="T28" fmla="*/ 82 w 88"/>
                  <a:gd name="T29" fmla="*/ 16 h 77"/>
                  <a:gd name="T30" fmla="*/ 85 w 88"/>
                  <a:gd name="T31" fmla="*/ 12 h 77"/>
                  <a:gd name="T32" fmla="*/ 86 w 88"/>
                  <a:gd name="T33" fmla="*/ 6 h 77"/>
                  <a:gd name="T34" fmla="*/ 88 w 88"/>
                  <a:gd name="T35" fmla="*/ 0 h 77"/>
                  <a:gd name="T36" fmla="*/ 80 w 88"/>
                  <a:gd name="T37" fmla="*/ 0 h 77"/>
                  <a:gd name="T38" fmla="*/ 80 w 88"/>
                  <a:gd name="T39" fmla="*/ 3 h 77"/>
                  <a:gd name="T40" fmla="*/ 78 w 88"/>
                  <a:gd name="T41" fmla="*/ 8 h 77"/>
                  <a:gd name="T42" fmla="*/ 75 w 88"/>
                  <a:gd name="T43" fmla="*/ 12 h 77"/>
                  <a:gd name="T44" fmla="*/ 72 w 88"/>
                  <a:gd name="T45" fmla="*/ 16 h 77"/>
                  <a:gd name="T46" fmla="*/ 67 w 88"/>
                  <a:gd name="T47" fmla="*/ 21 h 77"/>
                  <a:gd name="T48" fmla="*/ 61 w 88"/>
                  <a:gd name="T49" fmla="*/ 25 h 77"/>
                  <a:gd name="T50" fmla="*/ 55 w 88"/>
                  <a:gd name="T51" fmla="*/ 29 h 77"/>
                  <a:gd name="T52" fmla="*/ 49 w 88"/>
                  <a:gd name="T53" fmla="*/ 33 h 77"/>
                  <a:gd name="T54" fmla="*/ 42 w 88"/>
                  <a:gd name="T55" fmla="*/ 38 h 77"/>
                  <a:gd name="T56" fmla="*/ 35 w 88"/>
                  <a:gd name="T57" fmla="*/ 42 h 77"/>
                  <a:gd name="T58" fmla="*/ 28 w 88"/>
                  <a:gd name="T59" fmla="*/ 47 h 77"/>
                  <a:gd name="T60" fmla="*/ 22 w 88"/>
                  <a:gd name="T61" fmla="*/ 52 h 77"/>
                  <a:gd name="T62" fmla="*/ 15 w 88"/>
                  <a:gd name="T63" fmla="*/ 56 h 77"/>
                  <a:gd name="T64" fmla="*/ 9 w 88"/>
                  <a:gd name="T65" fmla="*/ 63 h 77"/>
                  <a:gd name="T66" fmla="*/ 4 w 88"/>
                  <a:gd name="T67" fmla="*/ 67 h 77"/>
                  <a:gd name="T68" fmla="*/ 0 w 88"/>
                  <a:gd name="T69" fmla="*/ 73 h 77"/>
                  <a:gd name="T70" fmla="*/ 0 w 88"/>
                  <a:gd name="T71" fmla="*/ 73 h 77"/>
                  <a:gd name="T72" fmla="*/ 5 w 88"/>
                  <a:gd name="T73" fmla="*/ 77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8"/>
                  <a:gd name="T112" fmla="*/ 0 h 77"/>
                  <a:gd name="T113" fmla="*/ 88 w 88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8" h="77">
                    <a:moveTo>
                      <a:pt x="5" y="77"/>
                    </a:moveTo>
                    <a:lnTo>
                      <a:pt x="5" y="77"/>
                    </a:lnTo>
                    <a:lnTo>
                      <a:pt x="9" y="71"/>
                    </a:lnTo>
                    <a:lnTo>
                      <a:pt x="14" y="67"/>
                    </a:lnTo>
                    <a:lnTo>
                      <a:pt x="20" y="63"/>
                    </a:lnTo>
                    <a:lnTo>
                      <a:pt x="26" y="58"/>
                    </a:lnTo>
                    <a:lnTo>
                      <a:pt x="32" y="53"/>
                    </a:lnTo>
                    <a:lnTo>
                      <a:pt x="39" y="48"/>
                    </a:lnTo>
                    <a:lnTo>
                      <a:pt x="46" y="43"/>
                    </a:lnTo>
                    <a:lnTo>
                      <a:pt x="52" y="40"/>
                    </a:lnTo>
                    <a:lnTo>
                      <a:pt x="60" y="35"/>
                    </a:lnTo>
                    <a:lnTo>
                      <a:pt x="66" y="31"/>
                    </a:lnTo>
                    <a:lnTo>
                      <a:pt x="72" y="26"/>
                    </a:lnTo>
                    <a:lnTo>
                      <a:pt x="77" y="21"/>
                    </a:lnTo>
                    <a:lnTo>
                      <a:pt x="82" y="16"/>
                    </a:lnTo>
                    <a:lnTo>
                      <a:pt x="85" y="12"/>
                    </a:lnTo>
                    <a:lnTo>
                      <a:pt x="86" y="6"/>
                    </a:lnTo>
                    <a:lnTo>
                      <a:pt x="88" y="0"/>
                    </a:lnTo>
                    <a:lnTo>
                      <a:pt x="80" y="0"/>
                    </a:lnTo>
                    <a:lnTo>
                      <a:pt x="80" y="3"/>
                    </a:lnTo>
                    <a:lnTo>
                      <a:pt x="78" y="8"/>
                    </a:lnTo>
                    <a:lnTo>
                      <a:pt x="75" y="12"/>
                    </a:lnTo>
                    <a:lnTo>
                      <a:pt x="72" y="16"/>
                    </a:lnTo>
                    <a:lnTo>
                      <a:pt x="67" y="21"/>
                    </a:lnTo>
                    <a:lnTo>
                      <a:pt x="61" y="25"/>
                    </a:lnTo>
                    <a:lnTo>
                      <a:pt x="55" y="29"/>
                    </a:lnTo>
                    <a:lnTo>
                      <a:pt x="49" y="33"/>
                    </a:lnTo>
                    <a:lnTo>
                      <a:pt x="42" y="38"/>
                    </a:lnTo>
                    <a:lnTo>
                      <a:pt x="35" y="42"/>
                    </a:lnTo>
                    <a:lnTo>
                      <a:pt x="28" y="47"/>
                    </a:lnTo>
                    <a:lnTo>
                      <a:pt x="22" y="52"/>
                    </a:lnTo>
                    <a:lnTo>
                      <a:pt x="15" y="56"/>
                    </a:lnTo>
                    <a:lnTo>
                      <a:pt x="9" y="63"/>
                    </a:lnTo>
                    <a:lnTo>
                      <a:pt x="4" y="67"/>
                    </a:lnTo>
                    <a:lnTo>
                      <a:pt x="0" y="73"/>
                    </a:lnTo>
                    <a:lnTo>
                      <a:pt x="5" y="7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6" name="Freeform 559"/>
              <p:cNvSpPr>
                <a:spLocks/>
              </p:cNvSpPr>
              <p:nvPr/>
            </p:nvSpPr>
            <p:spPr bwMode="auto">
              <a:xfrm>
                <a:off x="431" y="2144"/>
                <a:ext cx="74" cy="81"/>
              </a:xfrm>
              <a:custGeom>
                <a:avLst/>
                <a:gdLst>
                  <a:gd name="T0" fmla="*/ 7 w 296"/>
                  <a:gd name="T1" fmla="*/ 322 h 324"/>
                  <a:gd name="T2" fmla="*/ 7 w 296"/>
                  <a:gd name="T3" fmla="*/ 315 h 324"/>
                  <a:gd name="T4" fmla="*/ 12 w 296"/>
                  <a:gd name="T5" fmla="*/ 304 h 324"/>
                  <a:gd name="T6" fmla="*/ 22 w 296"/>
                  <a:gd name="T7" fmla="*/ 290 h 324"/>
                  <a:gd name="T8" fmla="*/ 35 w 296"/>
                  <a:gd name="T9" fmla="*/ 275 h 324"/>
                  <a:gd name="T10" fmla="*/ 52 w 296"/>
                  <a:gd name="T11" fmla="*/ 256 h 324"/>
                  <a:gd name="T12" fmla="*/ 72 w 296"/>
                  <a:gd name="T13" fmla="*/ 238 h 324"/>
                  <a:gd name="T14" fmla="*/ 94 w 296"/>
                  <a:gd name="T15" fmla="*/ 218 h 324"/>
                  <a:gd name="T16" fmla="*/ 117 w 296"/>
                  <a:gd name="T17" fmla="*/ 196 h 324"/>
                  <a:gd name="T18" fmla="*/ 141 w 296"/>
                  <a:gd name="T19" fmla="*/ 173 h 324"/>
                  <a:gd name="T20" fmla="*/ 165 w 296"/>
                  <a:gd name="T21" fmla="*/ 150 h 324"/>
                  <a:gd name="T22" fmla="*/ 191 w 296"/>
                  <a:gd name="T23" fmla="*/ 125 h 324"/>
                  <a:gd name="T24" fmla="*/ 215 w 296"/>
                  <a:gd name="T25" fmla="*/ 101 h 324"/>
                  <a:gd name="T26" fmla="*/ 238 w 296"/>
                  <a:gd name="T27" fmla="*/ 77 h 324"/>
                  <a:gd name="T28" fmla="*/ 260 w 296"/>
                  <a:gd name="T29" fmla="*/ 53 h 324"/>
                  <a:gd name="T30" fmla="*/ 279 w 296"/>
                  <a:gd name="T31" fmla="*/ 28 h 324"/>
                  <a:gd name="T32" fmla="*/ 296 w 296"/>
                  <a:gd name="T33" fmla="*/ 4 h 324"/>
                  <a:gd name="T34" fmla="*/ 283 w 296"/>
                  <a:gd name="T35" fmla="*/ 11 h 324"/>
                  <a:gd name="T36" fmla="*/ 265 w 296"/>
                  <a:gd name="T37" fmla="*/ 36 h 324"/>
                  <a:gd name="T38" fmla="*/ 244 w 296"/>
                  <a:gd name="T39" fmla="*/ 60 h 324"/>
                  <a:gd name="T40" fmla="*/ 222 w 296"/>
                  <a:gd name="T41" fmla="*/ 84 h 324"/>
                  <a:gd name="T42" fmla="*/ 198 w 296"/>
                  <a:gd name="T43" fmla="*/ 108 h 324"/>
                  <a:gd name="T44" fmla="*/ 174 w 296"/>
                  <a:gd name="T45" fmla="*/ 133 h 324"/>
                  <a:gd name="T46" fmla="*/ 148 w 296"/>
                  <a:gd name="T47" fmla="*/ 156 h 324"/>
                  <a:gd name="T48" fmla="*/ 124 w 296"/>
                  <a:gd name="T49" fmla="*/ 179 h 324"/>
                  <a:gd name="T50" fmla="*/ 100 w 296"/>
                  <a:gd name="T51" fmla="*/ 202 h 324"/>
                  <a:gd name="T52" fmla="*/ 78 w 296"/>
                  <a:gd name="T53" fmla="*/ 222 h 324"/>
                  <a:gd name="T54" fmla="*/ 57 w 296"/>
                  <a:gd name="T55" fmla="*/ 243 h 324"/>
                  <a:gd name="T56" fmla="*/ 39 w 296"/>
                  <a:gd name="T57" fmla="*/ 261 h 324"/>
                  <a:gd name="T58" fmla="*/ 23 w 296"/>
                  <a:gd name="T59" fmla="*/ 278 h 324"/>
                  <a:gd name="T60" fmla="*/ 11 w 296"/>
                  <a:gd name="T61" fmla="*/ 293 h 324"/>
                  <a:gd name="T62" fmla="*/ 4 w 296"/>
                  <a:gd name="T63" fmla="*/ 307 h 324"/>
                  <a:gd name="T64" fmla="*/ 0 w 296"/>
                  <a:gd name="T65" fmla="*/ 318 h 324"/>
                  <a:gd name="T66" fmla="*/ 1 w 296"/>
                  <a:gd name="T67" fmla="*/ 323 h 324"/>
                  <a:gd name="T68" fmla="*/ 7 w 296"/>
                  <a:gd name="T69" fmla="*/ 322 h 324"/>
                  <a:gd name="T70" fmla="*/ 7 w 296"/>
                  <a:gd name="T71" fmla="*/ 323 h 32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96"/>
                  <a:gd name="T109" fmla="*/ 0 h 324"/>
                  <a:gd name="T110" fmla="*/ 296 w 296"/>
                  <a:gd name="T111" fmla="*/ 324 h 32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96" h="324">
                    <a:moveTo>
                      <a:pt x="7" y="323"/>
                    </a:moveTo>
                    <a:lnTo>
                      <a:pt x="7" y="322"/>
                    </a:lnTo>
                    <a:lnTo>
                      <a:pt x="7" y="318"/>
                    </a:lnTo>
                    <a:lnTo>
                      <a:pt x="7" y="315"/>
                    </a:lnTo>
                    <a:lnTo>
                      <a:pt x="10" y="310"/>
                    </a:lnTo>
                    <a:lnTo>
                      <a:pt x="12" y="304"/>
                    </a:lnTo>
                    <a:lnTo>
                      <a:pt x="17" y="296"/>
                    </a:lnTo>
                    <a:lnTo>
                      <a:pt x="22" y="290"/>
                    </a:lnTo>
                    <a:lnTo>
                      <a:pt x="29" y="282"/>
                    </a:lnTo>
                    <a:lnTo>
                      <a:pt x="35" y="275"/>
                    </a:lnTo>
                    <a:lnTo>
                      <a:pt x="44" y="266"/>
                    </a:lnTo>
                    <a:lnTo>
                      <a:pt x="52" y="256"/>
                    </a:lnTo>
                    <a:lnTo>
                      <a:pt x="62" y="248"/>
                    </a:lnTo>
                    <a:lnTo>
                      <a:pt x="72" y="238"/>
                    </a:lnTo>
                    <a:lnTo>
                      <a:pt x="83" y="227"/>
                    </a:lnTo>
                    <a:lnTo>
                      <a:pt x="94" y="218"/>
                    </a:lnTo>
                    <a:lnTo>
                      <a:pt x="104" y="207"/>
                    </a:lnTo>
                    <a:lnTo>
                      <a:pt x="117" y="196"/>
                    </a:lnTo>
                    <a:lnTo>
                      <a:pt x="129" y="184"/>
                    </a:lnTo>
                    <a:lnTo>
                      <a:pt x="141" y="173"/>
                    </a:lnTo>
                    <a:lnTo>
                      <a:pt x="153" y="161"/>
                    </a:lnTo>
                    <a:lnTo>
                      <a:pt x="165" y="150"/>
                    </a:lnTo>
                    <a:lnTo>
                      <a:pt x="178" y="137"/>
                    </a:lnTo>
                    <a:lnTo>
                      <a:pt x="191" y="125"/>
                    </a:lnTo>
                    <a:lnTo>
                      <a:pt x="203" y="113"/>
                    </a:lnTo>
                    <a:lnTo>
                      <a:pt x="215" y="101"/>
                    </a:lnTo>
                    <a:lnTo>
                      <a:pt x="227" y="89"/>
                    </a:lnTo>
                    <a:lnTo>
                      <a:pt x="238" y="77"/>
                    </a:lnTo>
                    <a:lnTo>
                      <a:pt x="249" y="65"/>
                    </a:lnTo>
                    <a:lnTo>
                      <a:pt x="260" y="53"/>
                    </a:lnTo>
                    <a:lnTo>
                      <a:pt x="271" y="39"/>
                    </a:lnTo>
                    <a:lnTo>
                      <a:pt x="279" y="28"/>
                    </a:lnTo>
                    <a:lnTo>
                      <a:pt x="289" y="16"/>
                    </a:lnTo>
                    <a:lnTo>
                      <a:pt x="296" y="4"/>
                    </a:lnTo>
                    <a:lnTo>
                      <a:pt x="291" y="0"/>
                    </a:lnTo>
                    <a:lnTo>
                      <a:pt x="283" y="11"/>
                    </a:lnTo>
                    <a:lnTo>
                      <a:pt x="274" y="24"/>
                    </a:lnTo>
                    <a:lnTo>
                      <a:pt x="265" y="36"/>
                    </a:lnTo>
                    <a:lnTo>
                      <a:pt x="255" y="48"/>
                    </a:lnTo>
                    <a:lnTo>
                      <a:pt x="244" y="60"/>
                    </a:lnTo>
                    <a:lnTo>
                      <a:pt x="233" y="72"/>
                    </a:lnTo>
                    <a:lnTo>
                      <a:pt x="222" y="84"/>
                    </a:lnTo>
                    <a:lnTo>
                      <a:pt x="210" y="96"/>
                    </a:lnTo>
                    <a:lnTo>
                      <a:pt x="198" y="108"/>
                    </a:lnTo>
                    <a:lnTo>
                      <a:pt x="186" y="121"/>
                    </a:lnTo>
                    <a:lnTo>
                      <a:pt x="174" y="133"/>
                    </a:lnTo>
                    <a:lnTo>
                      <a:pt x="160" y="145"/>
                    </a:lnTo>
                    <a:lnTo>
                      <a:pt x="148" y="156"/>
                    </a:lnTo>
                    <a:lnTo>
                      <a:pt x="136" y="168"/>
                    </a:lnTo>
                    <a:lnTo>
                      <a:pt x="124" y="179"/>
                    </a:lnTo>
                    <a:lnTo>
                      <a:pt x="112" y="191"/>
                    </a:lnTo>
                    <a:lnTo>
                      <a:pt x="100" y="202"/>
                    </a:lnTo>
                    <a:lnTo>
                      <a:pt x="89" y="213"/>
                    </a:lnTo>
                    <a:lnTo>
                      <a:pt x="78" y="222"/>
                    </a:lnTo>
                    <a:lnTo>
                      <a:pt x="67" y="233"/>
                    </a:lnTo>
                    <a:lnTo>
                      <a:pt x="57" y="243"/>
                    </a:lnTo>
                    <a:lnTo>
                      <a:pt x="47" y="251"/>
                    </a:lnTo>
                    <a:lnTo>
                      <a:pt x="39" y="261"/>
                    </a:lnTo>
                    <a:lnTo>
                      <a:pt x="30" y="270"/>
                    </a:lnTo>
                    <a:lnTo>
                      <a:pt x="23" y="278"/>
                    </a:lnTo>
                    <a:lnTo>
                      <a:pt x="17" y="287"/>
                    </a:lnTo>
                    <a:lnTo>
                      <a:pt x="11" y="293"/>
                    </a:lnTo>
                    <a:lnTo>
                      <a:pt x="7" y="300"/>
                    </a:lnTo>
                    <a:lnTo>
                      <a:pt x="4" y="307"/>
                    </a:lnTo>
                    <a:lnTo>
                      <a:pt x="1" y="312"/>
                    </a:lnTo>
                    <a:lnTo>
                      <a:pt x="0" y="318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7" y="323"/>
                    </a:lnTo>
                    <a:lnTo>
                      <a:pt x="7" y="322"/>
                    </a:lnTo>
                    <a:lnTo>
                      <a:pt x="7" y="323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7" name="Freeform 560"/>
              <p:cNvSpPr>
                <a:spLocks/>
              </p:cNvSpPr>
              <p:nvPr/>
            </p:nvSpPr>
            <p:spPr bwMode="auto">
              <a:xfrm>
                <a:off x="431" y="2225"/>
                <a:ext cx="20" cy="7"/>
              </a:xfrm>
              <a:custGeom>
                <a:avLst/>
                <a:gdLst>
                  <a:gd name="T0" fmla="*/ 74 w 79"/>
                  <a:gd name="T1" fmla="*/ 2 h 30"/>
                  <a:gd name="T2" fmla="*/ 74 w 79"/>
                  <a:gd name="T3" fmla="*/ 2 h 30"/>
                  <a:gd name="T4" fmla="*/ 70 w 79"/>
                  <a:gd name="T5" fmla="*/ 6 h 30"/>
                  <a:gd name="T6" fmla="*/ 66 w 79"/>
                  <a:gd name="T7" fmla="*/ 8 h 30"/>
                  <a:gd name="T8" fmla="*/ 60 w 79"/>
                  <a:gd name="T9" fmla="*/ 12 h 30"/>
                  <a:gd name="T10" fmla="*/ 55 w 79"/>
                  <a:gd name="T11" fmla="*/ 15 h 30"/>
                  <a:gd name="T12" fmla="*/ 49 w 79"/>
                  <a:gd name="T13" fmla="*/ 17 h 30"/>
                  <a:gd name="T14" fmla="*/ 44 w 79"/>
                  <a:gd name="T15" fmla="*/ 19 h 30"/>
                  <a:gd name="T16" fmla="*/ 38 w 79"/>
                  <a:gd name="T17" fmla="*/ 22 h 30"/>
                  <a:gd name="T18" fmla="*/ 33 w 79"/>
                  <a:gd name="T19" fmla="*/ 22 h 30"/>
                  <a:gd name="T20" fmla="*/ 28 w 79"/>
                  <a:gd name="T21" fmla="*/ 23 h 30"/>
                  <a:gd name="T22" fmla="*/ 25 w 79"/>
                  <a:gd name="T23" fmla="*/ 23 h 30"/>
                  <a:gd name="T24" fmla="*/ 20 w 79"/>
                  <a:gd name="T25" fmla="*/ 21 h 30"/>
                  <a:gd name="T26" fmla="*/ 16 w 79"/>
                  <a:gd name="T27" fmla="*/ 19 h 30"/>
                  <a:gd name="T28" fmla="*/ 14 w 79"/>
                  <a:gd name="T29" fmla="*/ 17 h 30"/>
                  <a:gd name="T30" fmla="*/ 11 w 79"/>
                  <a:gd name="T31" fmla="*/ 12 h 30"/>
                  <a:gd name="T32" fmla="*/ 8 w 79"/>
                  <a:gd name="T33" fmla="*/ 6 h 30"/>
                  <a:gd name="T34" fmla="*/ 6 w 79"/>
                  <a:gd name="T35" fmla="*/ 0 h 30"/>
                  <a:gd name="T36" fmla="*/ 0 w 79"/>
                  <a:gd name="T37" fmla="*/ 0 h 30"/>
                  <a:gd name="T38" fmla="*/ 2 w 79"/>
                  <a:gd name="T39" fmla="*/ 8 h 30"/>
                  <a:gd name="T40" fmla="*/ 4 w 79"/>
                  <a:gd name="T41" fmla="*/ 16 h 30"/>
                  <a:gd name="T42" fmla="*/ 8 w 79"/>
                  <a:gd name="T43" fmla="*/ 21 h 30"/>
                  <a:gd name="T44" fmla="*/ 12 w 79"/>
                  <a:gd name="T45" fmla="*/ 25 h 30"/>
                  <a:gd name="T46" fmla="*/ 17 w 79"/>
                  <a:gd name="T47" fmla="*/ 28 h 30"/>
                  <a:gd name="T48" fmla="*/ 22 w 79"/>
                  <a:gd name="T49" fmla="*/ 29 h 30"/>
                  <a:gd name="T50" fmla="*/ 28 w 79"/>
                  <a:gd name="T51" fmla="*/ 30 h 30"/>
                  <a:gd name="T52" fmla="*/ 34 w 79"/>
                  <a:gd name="T53" fmla="*/ 29 h 30"/>
                  <a:gd name="T54" fmla="*/ 40 w 79"/>
                  <a:gd name="T55" fmla="*/ 28 h 30"/>
                  <a:gd name="T56" fmla="*/ 46 w 79"/>
                  <a:gd name="T57" fmla="*/ 25 h 30"/>
                  <a:gd name="T58" fmla="*/ 51 w 79"/>
                  <a:gd name="T59" fmla="*/ 24 h 30"/>
                  <a:gd name="T60" fmla="*/ 57 w 79"/>
                  <a:gd name="T61" fmla="*/ 21 h 30"/>
                  <a:gd name="T62" fmla="*/ 63 w 79"/>
                  <a:gd name="T63" fmla="*/ 18 h 30"/>
                  <a:gd name="T64" fmla="*/ 68 w 79"/>
                  <a:gd name="T65" fmla="*/ 15 h 30"/>
                  <a:gd name="T66" fmla="*/ 74 w 79"/>
                  <a:gd name="T67" fmla="*/ 11 h 30"/>
                  <a:gd name="T68" fmla="*/ 79 w 79"/>
                  <a:gd name="T69" fmla="*/ 8 h 30"/>
                  <a:gd name="T70" fmla="*/ 79 w 79"/>
                  <a:gd name="T71" fmla="*/ 8 h 30"/>
                  <a:gd name="T72" fmla="*/ 74 w 79"/>
                  <a:gd name="T73" fmla="*/ 2 h 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9"/>
                  <a:gd name="T112" fmla="*/ 0 h 30"/>
                  <a:gd name="T113" fmla="*/ 79 w 79"/>
                  <a:gd name="T114" fmla="*/ 30 h 3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9" h="30">
                    <a:moveTo>
                      <a:pt x="74" y="2"/>
                    </a:moveTo>
                    <a:lnTo>
                      <a:pt x="74" y="2"/>
                    </a:lnTo>
                    <a:lnTo>
                      <a:pt x="70" y="6"/>
                    </a:lnTo>
                    <a:lnTo>
                      <a:pt x="66" y="8"/>
                    </a:lnTo>
                    <a:lnTo>
                      <a:pt x="60" y="12"/>
                    </a:lnTo>
                    <a:lnTo>
                      <a:pt x="55" y="15"/>
                    </a:lnTo>
                    <a:lnTo>
                      <a:pt x="49" y="17"/>
                    </a:lnTo>
                    <a:lnTo>
                      <a:pt x="44" y="19"/>
                    </a:lnTo>
                    <a:lnTo>
                      <a:pt x="38" y="22"/>
                    </a:lnTo>
                    <a:lnTo>
                      <a:pt x="33" y="22"/>
                    </a:lnTo>
                    <a:lnTo>
                      <a:pt x="28" y="23"/>
                    </a:lnTo>
                    <a:lnTo>
                      <a:pt x="25" y="23"/>
                    </a:lnTo>
                    <a:lnTo>
                      <a:pt x="20" y="21"/>
                    </a:lnTo>
                    <a:lnTo>
                      <a:pt x="16" y="19"/>
                    </a:lnTo>
                    <a:lnTo>
                      <a:pt x="14" y="17"/>
                    </a:lnTo>
                    <a:lnTo>
                      <a:pt x="11" y="12"/>
                    </a:lnTo>
                    <a:lnTo>
                      <a:pt x="8" y="6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2" y="8"/>
                    </a:lnTo>
                    <a:lnTo>
                      <a:pt x="4" y="16"/>
                    </a:lnTo>
                    <a:lnTo>
                      <a:pt x="8" y="21"/>
                    </a:lnTo>
                    <a:lnTo>
                      <a:pt x="12" y="25"/>
                    </a:lnTo>
                    <a:lnTo>
                      <a:pt x="17" y="28"/>
                    </a:lnTo>
                    <a:lnTo>
                      <a:pt x="22" y="29"/>
                    </a:lnTo>
                    <a:lnTo>
                      <a:pt x="28" y="30"/>
                    </a:lnTo>
                    <a:lnTo>
                      <a:pt x="34" y="29"/>
                    </a:lnTo>
                    <a:lnTo>
                      <a:pt x="40" y="28"/>
                    </a:lnTo>
                    <a:lnTo>
                      <a:pt x="46" y="25"/>
                    </a:lnTo>
                    <a:lnTo>
                      <a:pt x="51" y="24"/>
                    </a:lnTo>
                    <a:lnTo>
                      <a:pt x="57" y="21"/>
                    </a:lnTo>
                    <a:lnTo>
                      <a:pt x="63" y="18"/>
                    </a:lnTo>
                    <a:lnTo>
                      <a:pt x="68" y="15"/>
                    </a:lnTo>
                    <a:lnTo>
                      <a:pt x="74" y="11"/>
                    </a:lnTo>
                    <a:lnTo>
                      <a:pt x="79" y="8"/>
                    </a:lnTo>
                    <a:lnTo>
                      <a:pt x="74" y="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8" name="Freeform 561"/>
              <p:cNvSpPr>
                <a:spLocks/>
              </p:cNvSpPr>
              <p:nvPr/>
            </p:nvSpPr>
            <p:spPr bwMode="auto">
              <a:xfrm>
                <a:off x="450" y="2187"/>
                <a:ext cx="44" cy="40"/>
              </a:xfrm>
              <a:custGeom>
                <a:avLst/>
                <a:gdLst>
                  <a:gd name="T0" fmla="*/ 177 w 180"/>
                  <a:gd name="T1" fmla="*/ 9 h 158"/>
                  <a:gd name="T2" fmla="*/ 173 w 180"/>
                  <a:gd name="T3" fmla="*/ 5 h 158"/>
                  <a:gd name="T4" fmla="*/ 163 w 180"/>
                  <a:gd name="T5" fmla="*/ 14 h 158"/>
                  <a:gd name="T6" fmla="*/ 152 w 180"/>
                  <a:gd name="T7" fmla="*/ 24 h 158"/>
                  <a:gd name="T8" fmla="*/ 142 w 180"/>
                  <a:gd name="T9" fmla="*/ 32 h 158"/>
                  <a:gd name="T10" fmla="*/ 131 w 180"/>
                  <a:gd name="T11" fmla="*/ 42 h 158"/>
                  <a:gd name="T12" fmla="*/ 122 w 180"/>
                  <a:gd name="T13" fmla="*/ 52 h 158"/>
                  <a:gd name="T14" fmla="*/ 111 w 180"/>
                  <a:gd name="T15" fmla="*/ 61 h 158"/>
                  <a:gd name="T16" fmla="*/ 100 w 180"/>
                  <a:gd name="T17" fmla="*/ 71 h 158"/>
                  <a:gd name="T18" fmla="*/ 90 w 180"/>
                  <a:gd name="T19" fmla="*/ 81 h 158"/>
                  <a:gd name="T20" fmla="*/ 79 w 180"/>
                  <a:gd name="T21" fmla="*/ 91 h 158"/>
                  <a:gd name="T22" fmla="*/ 68 w 180"/>
                  <a:gd name="T23" fmla="*/ 100 h 158"/>
                  <a:gd name="T24" fmla="*/ 57 w 180"/>
                  <a:gd name="T25" fmla="*/ 110 h 158"/>
                  <a:gd name="T26" fmla="*/ 46 w 180"/>
                  <a:gd name="T27" fmla="*/ 118 h 158"/>
                  <a:gd name="T28" fmla="*/ 36 w 180"/>
                  <a:gd name="T29" fmla="*/ 127 h 158"/>
                  <a:gd name="T30" fmla="*/ 23 w 180"/>
                  <a:gd name="T31" fmla="*/ 135 h 158"/>
                  <a:gd name="T32" fmla="*/ 12 w 180"/>
                  <a:gd name="T33" fmla="*/ 144 h 158"/>
                  <a:gd name="T34" fmla="*/ 0 w 180"/>
                  <a:gd name="T35" fmla="*/ 152 h 158"/>
                  <a:gd name="T36" fmla="*/ 5 w 180"/>
                  <a:gd name="T37" fmla="*/ 158 h 158"/>
                  <a:gd name="T38" fmla="*/ 16 w 180"/>
                  <a:gd name="T39" fmla="*/ 150 h 158"/>
                  <a:gd name="T40" fmla="*/ 28 w 180"/>
                  <a:gd name="T41" fmla="*/ 142 h 158"/>
                  <a:gd name="T42" fmla="*/ 39 w 180"/>
                  <a:gd name="T43" fmla="*/ 133 h 158"/>
                  <a:gd name="T44" fmla="*/ 50 w 180"/>
                  <a:gd name="T45" fmla="*/ 123 h 158"/>
                  <a:gd name="T46" fmla="*/ 61 w 180"/>
                  <a:gd name="T47" fmla="*/ 115 h 158"/>
                  <a:gd name="T48" fmla="*/ 73 w 180"/>
                  <a:gd name="T49" fmla="*/ 105 h 158"/>
                  <a:gd name="T50" fmla="*/ 84 w 180"/>
                  <a:gd name="T51" fmla="*/ 95 h 158"/>
                  <a:gd name="T52" fmla="*/ 95 w 180"/>
                  <a:gd name="T53" fmla="*/ 86 h 158"/>
                  <a:gd name="T54" fmla="*/ 105 w 180"/>
                  <a:gd name="T55" fmla="*/ 76 h 158"/>
                  <a:gd name="T56" fmla="*/ 116 w 180"/>
                  <a:gd name="T57" fmla="*/ 66 h 158"/>
                  <a:gd name="T58" fmla="*/ 127 w 180"/>
                  <a:gd name="T59" fmla="*/ 57 h 158"/>
                  <a:gd name="T60" fmla="*/ 136 w 180"/>
                  <a:gd name="T61" fmla="*/ 47 h 158"/>
                  <a:gd name="T62" fmla="*/ 147 w 180"/>
                  <a:gd name="T63" fmla="*/ 37 h 158"/>
                  <a:gd name="T64" fmla="*/ 157 w 180"/>
                  <a:gd name="T65" fmla="*/ 29 h 158"/>
                  <a:gd name="T66" fmla="*/ 168 w 180"/>
                  <a:gd name="T67" fmla="*/ 19 h 158"/>
                  <a:gd name="T68" fmla="*/ 177 w 180"/>
                  <a:gd name="T69" fmla="*/ 9 h 158"/>
                  <a:gd name="T70" fmla="*/ 173 w 180"/>
                  <a:gd name="T71" fmla="*/ 5 h 158"/>
                  <a:gd name="T72" fmla="*/ 177 w 180"/>
                  <a:gd name="T73" fmla="*/ 9 h 158"/>
                  <a:gd name="T74" fmla="*/ 180 w 180"/>
                  <a:gd name="T75" fmla="*/ 0 h 158"/>
                  <a:gd name="T76" fmla="*/ 173 w 180"/>
                  <a:gd name="T77" fmla="*/ 5 h 158"/>
                  <a:gd name="T78" fmla="*/ 177 w 180"/>
                  <a:gd name="T79" fmla="*/ 9 h 15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0"/>
                  <a:gd name="T121" fmla="*/ 0 h 158"/>
                  <a:gd name="T122" fmla="*/ 180 w 180"/>
                  <a:gd name="T123" fmla="*/ 158 h 15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0" h="158">
                    <a:moveTo>
                      <a:pt x="177" y="9"/>
                    </a:moveTo>
                    <a:lnTo>
                      <a:pt x="173" y="5"/>
                    </a:lnTo>
                    <a:lnTo>
                      <a:pt x="163" y="14"/>
                    </a:lnTo>
                    <a:lnTo>
                      <a:pt x="152" y="24"/>
                    </a:lnTo>
                    <a:lnTo>
                      <a:pt x="142" y="32"/>
                    </a:lnTo>
                    <a:lnTo>
                      <a:pt x="131" y="42"/>
                    </a:lnTo>
                    <a:lnTo>
                      <a:pt x="122" y="52"/>
                    </a:lnTo>
                    <a:lnTo>
                      <a:pt x="111" y="61"/>
                    </a:lnTo>
                    <a:lnTo>
                      <a:pt x="100" y="71"/>
                    </a:lnTo>
                    <a:lnTo>
                      <a:pt x="90" y="81"/>
                    </a:lnTo>
                    <a:lnTo>
                      <a:pt x="79" y="91"/>
                    </a:lnTo>
                    <a:lnTo>
                      <a:pt x="68" y="100"/>
                    </a:lnTo>
                    <a:lnTo>
                      <a:pt x="57" y="110"/>
                    </a:lnTo>
                    <a:lnTo>
                      <a:pt x="46" y="118"/>
                    </a:lnTo>
                    <a:lnTo>
                      <a:pt x="36" y="127"/>
                    </a:lnTo>
                    <a:lnTo>
                      <a:pt x="23" y="135"/>
                    </a:lnTo>
                    <a:lnTo>
                      <a:pt x="12" y="144"/>
                    </a:lnTo>
                    <a:lnTo>
                      <a:pt x="0" y="152"/>
                    </a:lnTo>
                    <a:lnTo>
                      <a:pt x="5" y="158"/>
                    </a:lnTo>
                    <a:lnTo>
                      <a:pt x="16" y="150"/>
                    </a:lnTo>
                    <a:lnTo>
                      <a:pt x="28" y="142"/>
                    </a:lnTo>
                    <a:lnTo>
                      <a:pt x="39" y="133"/>
                    </a:lnTo>
                    <a:lnTo>
                      <a:pt x="50" y="123"/>
                    </a:lnTo>
                    <a:lnTo>
                      <a:pt x="61" y="115"/>
                    </a:lnTo>
                    <a:lnTo>
                      <a:pt x="73" y="105"/>
                    </a:lnTo>
                    <a:lnTo>
                      <a:pt x="84" y="95"/>
                    </a:lnTo>
                    <a:lnTo>
                      <a:pt x="95" y="86"/>
                    </a:lnTo>
                    <a:lnTo>
                      <a:pt x="105" y="76"/>
                    </a:lnTo>
                    <a:lnTo>
                      <a:pt x="116" y="66"/>
                    </a:lnTo>
                    <a:lnTo>
                      <a:pt x="127" y="57"/>
                    </a:lnTo>
                    <a:lnTo>
                      <a:pt x="136" y="47"/>
                    </a:lnTo>
                    <a:lnTo>
                      <a:pt x="147" y="37"/>
                    </a:lnTo>
                    <a:lnTo>
                      <a:pt x="157" y="29"/>
                    </a:lnTo>
                    <a:lnTo>
                      <a:pt x="168" y="19"/>
                    </a:lnTo>
                    <a:lnTo>
                      <a:pt x="177" y="9"/>
                    </a:lnTo>
                    <a:lnTo>
                      <a:pt x="173" y="5"/>
                    </a:lnTo>
                    <a:lnTo>
                      <a:pt x="177" y="9"/>
                    </a:lnTo>
                    <a:lnTo>
                      <a:pt x="180" y="0"/>
                    </a:lnTo>
                    <a:lnTo>
                      <a:pt x="173" y="5"/>
                    </a:lnTo>
                    <a:lnTo>
                      <a:pt x="177" y="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9" name="Freeform 562"/>
              <p:cNvSpPr>
                <a:spLocks/>
              </p:cNvSpPr>
              <p:nvPr/>
            </p:nvSpPr>
            <p:spPr bwMode="auto">
              <a:xfrm>
                <a:off x="492" y="2188"/>
                <a:ext cx="2" cy="2"/>
              </a:xfrm>
              <a:custGeom>
                <a:avLst/>
                <a:gdLst>
                  <a:gd name="T0" fmla="*/ 8 w 8"/>
                  <a:gd name="T1" fmla="*/ 4 h 6"/>
                  <a:gd name="T2" fmla="*/ 6 w 8"/>
                  <a:gd name="T3" fmla="*/ 6 h 6"/>
                  <a:gd name="T4" fmla="*/ 6 w 8"/>
                  <a:gd name="T5" fmla="*/ 4 h 6"/>
                  <a:gd name="T6" fmla="*/ 2 w 8"/>
                  <a:gd name="T7" fmla="*/ 0 h 6"/>
                  <a:gd name="T8" fmla="*/ 2 w 8"/>
                  <a:gd name="T9" fmla="*/ 1 h 6"/>
                  <a:gd name="T10" fmla="*/ 0 w 8"/>
                  <a:gd name="T11" fmla="*/ 2 h 6"/>
                  <a:gd name="T12" fmla="*/ 2 w 8"/>
                  <a:gd name="T13" fmla="*/ 1 h 6"/>
                  <a:gd name="T14" fmla="*/ 2 w 8"/>
                  <a:gd name="T15" fmla="*/ 1 h 6"/>
                  <a:gd name="T16" fmla="*/ 0 w 8"/>
                  <a:gd name="T17" fmla="*/ 2 h 6"/>
                  <a:gd name="T18" fmla="*/ 8 w 8"/>
                  <a:gd name="T19" fmla="*/ 4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6"/>
                  <a:gd name="T32" fmla="*/ 8 w 8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6">
                    <a:moveTo>
                      <a:pt x="8" y="4"/>
                    </a:moveTo>
                    <a:lnTo>
                      <a:pt x="6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0" name="Freeform 563"/>
              <p:cNvSpPr>
                <a:spLocks/>
              </p:cNvSpPr>
              <p:nvPr/>
            </p:nvSpPr>
            <p:spPr bwMode="auto">
              <a:xfrm>
                <a:off x="455" y="2189"/>
                <a:ext cx="39" cy="87"/>
              </a:xfrm>
              <a:custGeom>
                <a:avLst/>
                <a:gdLst>
                  <a:gd name="T0" fmla="*/ 6 w 157"/>
                  <a:gd name="T1" fmla="*/ 349 h 349"/>
                  <a:gd name="T2" fmla="*/ 21 w 157"/>
                  <a:gd name="T3" fmla="*/ 329 h 349"/>
                  <a:gd name="T4" fmla="*/ 33 w 157"/>
                  <a:gd name="T5" fmla="*/ 308 h 349"/>
                  <a:gd name="T6" fmla="*/ 46 w 157"/>
                  <a:gd name="T7" fmla="*/ 286 h 349"/>
                  <a:gd name="T8" fmla="*/ 57 w 157"/>
                  <a:gd name="T9" fmla="*/ 265 h 349"/>
                  <a:gd name="T10" fmla="*/ 68 w 157"/>
                  <a:gd name="T11" fmla="*/ 244 h 349"/>
                  <a:gd name="T12" fmla="*/ 79 w 157"/>
                  <a:gd name="T13" fmla="*/ 222 h 349"/>
                  <a:gd name="T14" fmla="*/ 88 w 157"/>
                  <a:gd name="T15" fmla="*/ 200 h 349"/>
                  <a:gd name="T16" fmla="*/ 97 w 157"/>
                  <a:gd name="T17" fmla="*/ 178 h 349"/>
                  <a:gd name="T18" fmla="*/ 106 w 157"/>
                  <a:gd name="T19" fmla="*/ 156 h 349"/>
                  <a:gd name="T20" fmla="*/ 113 w 157"/>
                  <a:gd name="T21" fmla="*/ 135 h 349"/>
                  <a:gd name="T22" fmla="*/ 120 w 157"/>
                  <a:gd name="T23" fmla="*/ 113 h 349"/>
                  <a:gd name="T24" fmla="*/ 128 w 157"/>
                  <a:gd name="T25" fmla="*/ 91 h 349"/>
                  <a:gd name="T26" fmla="*/ 135 w 157"/>
                  <a:gd name="T27" fmla="*/ 68 h 349"/>
                  <a:gd name="T28" fmla="*/ 142 w 157"/>
                  <a:gd name="T29" fmla="*/ 46 h 349"/>
                  <a:gd name="T30" fmla="*/ 149 w 157"/>
                  <a:gd name="T31" fmla="*/ 24 h 349"/>
                  <a:gd name="T32" fmla="*/ 157 w 157"/>
                  <a:gd name="T33" fmla="*/ 2 h 349"/>
                  <a:gd name="T34" fmla="*/ 146 w 157"/>
                  <a:gd name="T35" fmla="*/ 11 h 349"/>
                  <a:gd name="T36" fmla="*/ 140 w 157"/>
                  <a:gd name="T37" fmla="*/ 33 h 349"/>
                  <a:gd name="T38" fmla="*/ 132 w 157"/>
                  <a:gd name="T39" fmla="*/ 54 h 349"/>
                  <a:gd name="T40" fmla="*/ 125 w 157"/>
                  <a:gd name="T41" fmla="*/ 78 h 349"/>
                  <a:gd name="T42" fmla="*/ 118 w 157"/>
                  <a:gd name="T43" fmla="*/ 99 h 349"/>
                  <a:gd name="T44" fmla="*/ 111 w 157"/>
                  <a:gd name="T45" fmla="*/ 121 h 349"/>
                  <a:gd name="T46" fmla="*/ 103 w 157"/>
                  <a:gd name="T47" fmla="*/ 143 h 349"/>
                  <a:gd name="T48" fmla="*/ 95 w 157"/>
                  <a:gd name="T49" fmla="*/ 165 h 349"/>
                  <a:gd name="T50" fmla="*/ 86 w 157"/>
                  <a:gd name="T51" fmla="*/ 187 h 349"/>
                  <a:gd name="T52" fmla="*/ 77 w 157"/>
                  <a:gd name="T53" fmla="*/ 208 h 349"/>
                  <a:gd name="T54" fmla="*/ 67 w 157"/>
                  <a:gd name="T55" fmla="*/ 230 h 349"/>
                  <a:gd name="T56" fmla="*/ 57 w 157"/>
                  <a:gd name="T57" fmla="*/ 251 h 349"/>
                  <a:gd name="T58" fmla="*/ 46 w 157"/>
                  <a:gd name="T59" fmla="*/ 273 h 349"/>
                  <a:gd name="T60" fmla="*/ 34 w 157"/>
                  <a:gd name="T61" fmla="*/ 293 h 349"/>
                  <a:gd name="T62" fmla="*/ 21 w 157"/>
                  <a:gd name="T63" fmla="*/ 314 h 349"/>
                  <a:gd name="T64" fmla="*/ 7 w 157"/>
                  <a:gd name="T65" fmla="*/ 335 h 349"/>
                  <a:gd name="T66" fmla="*/ 0 w 157"/>
                  <a:gd name="T67" fmla="*/ 345 h 3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7"/>
                  <a:gd name="T103" fmla="*/ 0 h 349"/>
                  <a:gd name="T104" fmla="*/ 157 w 157"/>
                  <a:gd name="T105" fmla="*/ 349 h 3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7" h="349">
                    <a:moveTo>
                      <a:pt x="6" y="349"/>
                    </a:moveTo>
                    <a:lnTo>
                      <a:pt x="6" y="349"/>
                    </a:lnTo>
                    <a:lnTo>
                      <a:pt x="14" y="339"/>
                    </a:lnTo>
                    <a:lnTo>
                      <a:pt x="21" y="329"/>
                    </a:lnTo>
                    <a:lnTo>
                      <a:pt x="27" y="319"/>
                    </a:lnTo>
                    <a:lnTo>
                      <a:pt x="33" y="308"/>
                    </a:lnTo>
                    <a:lnTo>
                      <a:pt x="39" y="297"/>
                    </a:lnTo>
                    <a:lnTo>
                      <a:pt x="46" y="286"/>
                    </a:lnTo>
                    <a:lnTo>
                      <a:pt x="51" y="276"/>
                    </a:lnTo>
                    <a:lnTo>
                      <a:pt x="57" y="265"/>
                    </a:lnTo>
                    <a:lnTo>
                      <a:pt x="63" y="255"/>
                    </a:lnTo>
                    <a:lnTo>
                      <a:pt x="68" y="244"/>
                    </a:lnTo>
                    <a:lnTo>
                      <a:pt x="74" y="233"/>
                    </a:lnTo>
                    <a:lnTo>
                      <a:pt x="79" y="222"/>
                    </a:lnTo>
                    <a:lnTo>
                      <a:pt x="84" y="211"/>
                    </a:lnTo>
                    <a:lnTo>
                      <a:pt x="88" y="200"/>
                    </a:lnTo>
                    <a:lnTo>
                      <a:pt x="92" y="189"/>
                    </a:lnTo>
                    <a:lnTo>
                      <a:pt x="97" y="178"/>
                    </a:lnTo>
                    <a:lnTo>
                      <a:pt x="101" y="167"/>
                    </a:lnTo>
                    <a:lnTo>
                      <a:pt x="106" y="156"/>
                    </a:lnTo>
                    <a:lnTo>
                      <a:pt x="109" y="145"/>
                    </a:lnTo>
                    <a:lnTo>
                      <a:pt x="113" y="135"/>
                    </a:lnTo>
                    <a:lnTo>
                      <a:pt x="117" y="124"/>
                    </a:lnTo>
                    <a:lnTo>
                      <a:pt x="120" y="113"/>
                    </a:lnTo>
                    <a:lnTo>
                      <a:pt x="124" y="102"/>
                    </a:lnTo>
                    <a:lnTo>
                      <a:pt x="128" y="91"/>
                    </a:lnTo>
                    <a:lnTo>
                      <a:pt x="131" y="80"/>
                    </a:lnTo>
                    <a:lnTo>
                      <a:pt x="135" y="68"/>
                    </a:lnTo>
                    <a:lnTo>
                      <a:pt x="138" y="57"/>
                    </a:lnTo>
                    <a:lnTo>
                      <a:pt x="142" y="46"/>
                    </a:lnTo>
                    <a:lnTo>
                      <a:pt x="146" y="35"/>
                    </a:lnTo>
                    <a:lnTo>
                      <a:pt x="149" y="24"/>
                    </a:lnTo>
                    <a:lnTo>
                      <a:pt x="153" y="12"/>
                    </a:lnTo>
                    <a:lnTo>
                      <a:pt x="157" y="2"/>
                    </a:lnTo>
                    <a:lnTo>
                      <a:pt x="149" y="0"/>
                    </a:lnTo>
                    <a:lnTo>
                      <a:pt x="146" y="11"/>
                    </a:lnTo>
                    <a:lnTo>
                      <a:pt x="143" y="22"/>
                    </a:lnTo>
                    <a:lnTo>
                      <a:pt x="140" y="33"/>
                    </a:lnTo>
                    <a:lnTo>
                      <a:pt x="136" y="45"/>
                    </a:lnTo>
                    <a:lnTo>
                      <a:pt x="132" y="54"/>
                    </a:lnTo>
                    <a:lnTo>
                      <a:pt x="129" y="65"/>
                    </a:lnTo>
                    <a:lnTo>
                      <a:pt x="125" y="78"/>
                    </a:lnTo>
                    <a:lnTo>
                      <a:pt x="121" y="88"/>
                    </a:lnTo>
                    <a:lnTo>
                      <a:pt x="118" y="99"/>
                    </a:lnTo>
                    <a:lnTo>
                      <a:pt x="114" y="110"/>
                    </a:lnTo>
                    <a:lnTo>
                      <a:pt x="111" y="121"/>
                    </a:lnTo>
                    <a:lnTo>
                      <a:pt x="107" y="132"/>
                    </a:lnTo>
                    <a:lnTo>
                      <a:pt x="103" y="143"/>
                    </a:lnTo>
                    <a:lnTo>
                      <a:pt x="98" y="154"/>
                    </a:lnTo>
                    <a:lnTo>
                      <a:pt x="95" y="165"/>
                    </a:lnTo>
                    <a:lnTo>
                      <a:pt x="90" y="176"/>
                    </a:lnTo>
                    <a:lnTo>
                      <a:pt x="86" y="187"/>
                    </a:lnTo>
                    <a:lnTo>
                      <a:pt x="81" y="198"/>
                    </a:lnTo>
                    <a:lnTo>
                      <a:pt x="77" y="208"/>
                    </a:lnTo>
                    <a:lnTo>
                      <a:pt x="72" y="219"/>
                    </a:lnTo>
                    <a:lnTo>
                      <a:pt x="67" y="230"/>
                    </a:lnTo>
                    <a:lnTo>
                      <a:pt x="62" y="240"/>
                    </a:lnTo>
                    <a:lnTo>
                      <a:pt x="57" y="251"/>
                    </a:lnTo>
                    <a:lnTo>
                      <a:pt x="51" y="262"/>
                    </a:lnTo>
                    <a:lnTo>
                      <a:pt x="46" y="273"/>
                    </a:lnTo>
                    <a:lnTo>
                      <a:pt x="40" y="284"/>
                    </a:lnTo>
                    <a:lnTo>
                      <a:pt x="34" y="293"/>
                    </a:lnTo>
                    <a:lnTo>
                      <a:pt x="28" y="304"/>
                    </a:lnTo>
                    <a:lnTo>
                      <a:pt x="21" y="314"/>
                    </a:lnTo>
                    <a:lnTo>
                      <a:pt x="15" y="325"/>
                    </a:lnTo>
                    <a:lnTo>
                      <a:pt x="7" y="335"/>
                    </a:lnTo>
                    <a:lnTo>
                      <a:pt x="0" y="345"/>
                    </a:lnTo>
                    <a:lnTo>
                      <a:pt x="6" y="34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1" name="Freeform 564"/>
              <p:cNvSpPr>
                <a:spLocks/>
              </p:cNvSpPr>
              <p:nvPr/>
            </p:nvSpPr>
            <p:spPr bwMode="auto">
              <a:xfrm>
                <a:off x="454" y="2275"/>
                <a:ext cx="13" cy="15"/>
              </a:xfrm>
              <a:custGeom>
                <a:avLst/>
                <a:gdLst>
                  <a:gd name="T0" fmla="*/ 52 w 52"/>
                  <a:gd name="T1" fmla="*/ 55 h 61"/>
                  <a:gd name="T2" fmla="*/ 52 w 52"/>
                  <a:gd name="T3" fmla="*/ 55 h 61"/>
                  <a:gd name="T4" fmla="*/ 39 w 52"/>
                  <a:gd name="T5" fmla="*/ 54 h 61"/>
                  <a:gd name="T6" fmla="*/ 27 w 52"/>
                  <a:gd name="T7" fmla="*/ 50 h 61"/>
                  <a:gd name="T8" fmla="*/ 18 w 52"/>
                  <a:gd name="T9" fmla="*/ 44 h 61"/>
                  <a:gd name="T10" fmla="*/ 12 w 52"/>
                  <a:gd name="T11" fmla="*/ 37 h 61"/>
                  <a:gd name="T12" fmla="*/ 9 w 52"/>
                  <a:gd name="T13" fmla="*/ 28 h 61"/>
                  <a:gd name="T14" fmla="*/ 7 w 52"/>
                  <a:gd name="T15" fmla="*/ 21 h 61"/>
                  <a:gd name="T16" fmla="*/ 7 w 52"/>
                  <a:gd name="T17" fmla="*/ 13 h 61"/>
                  <a:gd name="T18" fmla="*/ 12 w 52"/>
                  <a:gd name="T19" fmla="*/ 4 h 61"/>
                  <a:gd name="T20" fmla="*/ 6 w 52"/>
                  <a:gd name="T21" fmla="*/ 0 h 61"/>
                  <a:gd name="T22" fmla="*/ 1 w 52"/>
                  <a:gd name="T23" fmla="*/ 10 h 61"/>
                  <a:gd name="T24" fmla="*/ 0 w 52"/>
                  <a:gd name="T25" fmla="*/ 21 h 61"/>
                  <a:gd name="T26" fmla="*/ 1 w 52"/>
                  <a:gd name="T27" fmla="*/ 31 h 61"/>
                  <a:gd name="T28" fmla="*/ 6 w 52"/>
                  <a:gd name="T29" fmla="*/ 41 h 61"/>
                  <a:gd name="T30" fmla="*/ 13 w 52"/>
                  <a:gd name="T31" fmla="*/ 49 h 61"/>
                  <a:gd name="T32" fmla="*/ 24 w 52"/>
                  <a:gd name="T33" fmla="*/ 56 h 61"/>
                  <a:gd name="T34" fmla="*/ 37 w 52"/>
                  <a:gd name="T35" fmla="*/ 60 h 61"/>
                  <a:gd name="T36" fmla="*/ 52 w 52"/>
                  <a:gd name="T37" fmla="*/ 61 h 61"/>
                  <a:gd name="T38" fmla="*/ 52 w 52"/>
                  <a:gd name="T39" fmla="*/ 61 h 61"/>
                  <a:gd name="T40" fmla="*/ 52 w 52"/>
                  <a:gd name="T41" fmla="*/ 61 h 61"/>
                  <a:gd name="T42" fmla="*/ 52 w 52"/>
                  <a:gd name="T43" fmla="*/ 61 h 61"/>
                  <a:gd name="T44" fmla="*/ 52 w 52"/>
                  <a:gd name="T45" fmla="*/ 61 h 61"/>
                  <a:gd name="T46" fmla="*/ 52 w 52"/>
                  <a:gd name="T47" fmla="*/ 55 h 6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2"/>
                  <a:gd name="T73" fmla="*/ 0 h 61"/>
                  <a:gd name="T74" fmla="*/ 52 w 52"/>
                  <a:gd name="T75" fmla="*/ 61 h 6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2" h="61">
                    <a:moveTo>
                      <a:pt x="52" y="55"/>
                    </a:moveTo>
                    <a:lnTo>
                      <a:pt x="52" y="55"/>
                    </a:lnTo>
                    <a:lnTo>
                      <a:pt x="39" y="54"/>
                    </a:lnTo>
                    <a:lnTo>
                      <a:pt x="27" y="50"/>
                    </a:lnTo>
                    <a:lnTo>
                      <a:pt x="18" y="44"/>
                    </a:lnTo>
                    <a:lnTo>
                      <a:pt x="12" y="37"/>
                    </a:lnTo>
                    <a:lnTo>
                      <a:pt x="9" y="28"/>
                    </a:lnTo>
                    <a:lnTo>
                      <a:pt x="7" y="21"/>
                    </a:lnTo>
                    <a:lnTo>
                      <a:pt x="7" y="13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1" y="10"/>
                    </a:lnTo>
                    <a:lnTo>
                      <a:pt x="0" y="21"/>
                    </a:lnTo>
                    <a:lnTo>
                      <a:pt x="1" y="31"/>
                    </a:lnTo>
                    <a:lnTo>
                      <a:pt x="6" y="41"/>
                    </a:lnTo>
                    <a:lnTo>
                      <a:pt x="13" y="49"/>
                    </a:lnTo>
                    <a:lnTo>
                      <a:pt x="24" y="56"/>
                    </a:lnTo>
                    <a:lnTo>
                      <a:pt x="37" y="60"/>
                    </a:lnTo>
                    <a:lnTo>
                      <a:pt x="52" y="61"/>
                    </a:lnTo>
                    <a:lnTo>
                      <a:pt x="52" y="5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2" name="Freeform 565"/>
              <p:cNvSpPr>
                <a:spLocks/>
              </p:cNvSpPr>
              <p:nvPr/>
            </p:nvSpPr>
            <p:spPr bwMode="auto">
              <a:xfrm>
                <a:off x="467" y="2279"/>
                <a:ext cx="15" cy="11"/>
              </a:xfrm>
              <a:custGeom>
                <a:avLst/>
                <a:gdLst>
                  <a:gd name="T0" fmla="*/ 57 w 63"/>
                  <a:gd name="T1" fmla="*/ 1 h 46"/>
                  <a:gd name="T2" fmla="*/ 57 w 63"/>
                  <a:gd name="T3" fmla="*/ 0 h 46"/>
                  <a:gd name="T4" fmla="*/ 51 w 63"/>
                  <a:gd name="T5" fmla="*/ 10 h 46"/>
                  <a:gd name="T6" fmla="*/ 48 w 63"/>
                  <a:gd name="T7" fmla="*/ 17 h 46"/>
                  <a:gd name="T8" fmla="*/ 44 w 63"/>
                  <a:gd name="T9" fmla="*/ 23 h 46"/>
                  <a:gd name="T10" fmla="*/ 40 w 63"/>
                  <a:gd name="T11" fmla="*/ 29 h 46"/>
                  <a:gd name="T12" fmla="*/ 34 w 63"/>
                  <a:gd name="T13" fmla="*/ 33 h 46"/>
                  <a:gd name="T14" fmla="*/ 27 w 63"/>
                  <a:gd name="T15" fmla="*/ 36 h 46"/>
                  <a:gd name="T16" fmla="*/ 16 w 63"/>
                  <a:gd name="T17" fmla="*/ 39 h 46"/>
                  <a:gd name="T18" fmla="*/ 0 w 63"/>
                  <a:gd name="T19" fmla="*/ 40 h 46"/>
                  <a:gd name="T20" fmla="*/ 0 w 63"/>
                  <a:gd name="T21" fmla="*/ 46 h 46"/>
                  <a:gd name="T22" fmla="*/ 16 w 63"/>
                  <a:gd name="T23" fmla="*/ 45 h 46"/>
                  <a:gd name="T24" fmla="*/ 29 w 63"/>
                  <a:gd name="T25" fmla="*/ 42 h 46"/>
                  <a:gd name="T26" fmla="*/ 38 w 63"/>
                  <a:gd name="T27" fmla="*/ 39 h 46"/>
                  <a:gd name="T28" fmla="*/ 45 w 63"/>
                  <a:gd name="T29" fmla="*/ 34 h 46"/>
                  <a:gd name="T30" fmla="*/ 49 w 63"/>
                  <a:gd name="T31" fmla="*/ 28 h 46"/>
                  <a:gd name="T32" fmla="*/ 54 w 63"/>
                  <a:gd name="T33" fmla="*/ 21 h 46"/>
                  <a:gd name="T34" fmla="*/ 57 w 63"/>
                  <a:gd name="T35" fmla="*/ 12 h 46"/>
                  <a:gd name="T36" fmla="*/ 63 w 63"/>
                  <a:gd name="T37" fmla="*/ 5 h 46"/>
                  <a:gd name="T38" fmla="*/ 63 w 63"/>
                  <a:gd name="T39" fmla="*/ 4 h 46"/>
                  <a:gd name="T40" fmla="*/ 63 w 63"/>
                  <a:gd name="T41" fmla="*/ 5 h 46"/>
                  <a:gd name="T42" fmla="*/ 63 w 63"/>
                  <a:gd name="T43" fmla="*/ 5 h 46"/>
                  <a:gd name="T44" fmla="*/ 63 w 63"/>
                  <a:gd name="T45" fmla="*/ 4 h 46"/>
                  <a:gd name="T46" fmla="*/ 57 w 63"/>
                  <a:gd name="T47" fmla="*/ 1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63"/>
                  <a:gd name="T73" fmla="*/ 0 h 46"/>
                  <a:gd name="T74" fmla="*/ 63 w 63"/>
                  <a:gd name="T75" fmla="*/ 46 h 4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63" h="46">
                    <a:moveTo>
                      <a:pt x="57" y="1"/>
                    </a:moveTo>
                    <a:lnTo>
                      <a:pt x="57" y="0"/>
                    </a:lnTo>
                    <a:lnTo>
                      <a:pt x="51" y="10"/>
                    </a:lnTo>
                    <a:lnTo>
                      <a:pt x="48" y="17"/>
                    </a:lnTo>
                    <a:lnTo>
                      <a:pt x="44" y="23"/>
                    </a:lnTo>
                    <a:lnTo>
                      <a:pt x="40" y="29"/>
                    </a:lnTo>
                    <a:lnTo>
                      <a:pt x="34" y="33"/>
                    </a:lnTo>
                    <a:lnTo>
                      <a:pt x="27" y="36"/>
                    </a:lnTo>
                    <a:lnTo>
                      <a:pt x="16" y="39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16" y="45"/>
                    </a:lnTo>
                    <a:lnTo>
                      <a:pt x="29" y="42"/>
                    </a:lnTo>
                    <a:lnTo>
                      <a:pt x="38" y="39"/>
                    </a:lnTo>
                    <a:lnTo>
                      <a:pt x="45" y="34"/>
                    </a:lnTo>
                    <a:lnTo>
                      <a:pt x="49" y="28"/>
                    </a:lnTo>
                    <a:lnTo>
                      <a:pt x="54" y="21"/>
                    </a:lnTo>
                    <a:lnTo>
                      <a:pt x="57" y="12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3" name="Freeform 566"/>
              <p:cNvSpPr>
                <a:spLocks/>
              </p:cNvSpPr>
              <p:nvPr/>
            </p:nvSpPr>
            <p:spPr bwMode="auto">
              <a:xfrm>
                <a:off x="481" y="2273"/>
                <a:ext cx="4" cy="7"/>
              </a:xfrm>
              <a:custGeom>
                <a:avLst/>
                <a:gdLst>
                  <a:gd name="T0" fmla="*/ 12 w 17"/>
                  <a:gd name="T1" fmla="*/ 18 h 28"/>
                  <a:gd name="T2" fmla="*/ 6 w 17"/>
                  <a:gd name="T3" fmla="*/ 14 h 28"/>
                  <a:gd name="T4" fmla="*/ 0 w 17"/>
                  <a:gd name="T5" fmla="*/ 25 h 28"/>
                  <a:gd name="T6" fmla="*/ 6 w 17"/>
                  <a:gd name="T7" fmla="*/ 28 h 28"/>
                  <a:gd name="T8" fmla="*/ 12 w 17"/>
                  <a:gd name="T9" fmla="*/ 18 h 28"/>
                  <a:gd name="T10" fmla="*/ 6 w 17"/>
                  <a:gd name="T11" fmla="*/ 14 h 28"/>
                  <a:gd name="T12" fmla="*/ 12 w 17"/>
                  <a:gd name="T13" fmla="*/ 18 h 28"/>
                  <a:gd name="T14" fmla="*/ 17 w 17"/>
                  <a:gd name="T15" fmla="*/ 0 h 28"/>
                  <a:gd name="T16" fmla="*/ 6 w 17"/>
                  <a:gd name="T17" fmla="*/ 14 h 28"/>
                  <a:gd name="T18" fmla="*/ 12 w 17"/>
                  <a:gd name="T19" fmla="*/ 18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"/>
                  <a:gd name="T31" fmla="*/ 0 h 28"/>
                  <a:gd name="T32" fmla="*/ 17 w 17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" h="28">
                    <a:moveTo>
                      <a:pt x="12" y="18"/>
                    </a:moveTo>
                    <a:lnTo>
                      <a:pt x="6" y="14"/>
                    </a:lnTo>
                    <a:lnTo>
                      <a:pt x="0" y="25"/>
                    </a:lnTo>
                    <a:lnTo>
                      <a:pt x="6" y="28"/>
                    </a:lnTo>
                    <a:lnTo>
                      <a:pt x="12" y="18"/>
                    </a:lnTo>
                    <a:lnTo>
                      <a:pt x="6" y="14"/>
                    </a:lnTo>
                    <a:lnTo>
                      <a:pt x="12" y="18"/>
                    </a:lnTo>
                    <a:lnTo>
                      <a:pt x="17" y="0"/>
                    </a:lnTo>
                    <a:lnTo>
                      <a:pt x="6" y="14"/>
                    </a:lnTo>
                    <a:lnTo>
                      <a:pt x="12" y="18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4" name="Freeform 567"/>
              <p:cNvSpPr>
                <a:spLocks/>
              </p:cNvSpPr>
              <p:nvPr/>
            </p:nvSpPr>
            <p:spPr bwMode="auto">
              <a:xfrm>
                <a:off x="480" y="2276"/>
                <a:ext cx="4" cy="5"/>
              </a:xfrm>
              <a:custGeom>
                <a:avLst/>
                <a:gdLst>
                  <a:gd name="T0" fmla="*/ 6 w 15"/>
                  <a:gd name="T1" fmla="*/ 21 h 21"/>
                  <a:gd name="T2" fmla="*/ 6 w 15"/>
                  <a:gd name="T3" fmla="*/ 21 h 21"/>
                  <a:gd name="T4" fmla="*/ 7 w 15"/>
                  <a:gd name="T5" fmla="*/ 19 h 21"/>
                  <a:gd name="T6" fmla="*/ 8 w 15"/>
                  <a:gd name="T7" fmla="*/ 17 h 21"/>
                  <a:gd name="T8" fmla="*/ 9 w 15"/>
                  <a:gd name="T9" fmla="*/ 15 h 21"/>
                  <a:gd name="T10" fmla="*/ 11 w 15"/>
                  <a:gd name="T11" fmla="*/ 12 h 21"/>
                  <a:gd name="T12" fmla="*/ 12 w 15"/>
                  <a:gd name="T13" fmla="*/ 10 h 21"/>
                  <a:gd name="T14" fmla="*/ 13 w 15"/>
                  <a:gd name="T15" fmla="*/ 8 h 21"/>
                  <a:gd name="T16" fmla="*/ 14 w 15"/>
                  <a:gd name="T17" fmla="*/ 6 h 21"/>
                  <a:gd name="T18" fmla="*/ 15 w 15"/>
                  <a:gd name="T19" fmla="*/ 4 h 21"/>
                  <a:gd name="T20" fmla="*/ 9 w 15"/>
                  <a:gd name="T21" fmla="*/ 0 h 21"/>
                  <a:gd name="T22" fmla="*/ 8 w 15"/>
                  <a:gd name="T23" fmla="*/ 3 h 21"/>
                  <a:gd name="T24" fmla="*/ 7 w 15"/>
                  <a:gd name="T25" fmla="*/ 5 h 21"/>
                  <a:gd name="T26" fmla="*/ 6 w 15"/>
                  <a:gd name="T27" fmla="*/ 8 h 21"/>
                  <a:gd name="T28" fmla="*/ 5 w 15"/>
                  <a:gd name="T29" fmla="*/ 9 h 21"/>
                  <a:gd name="T30" fmla="*/ 3 w 15"/>
                  <a:gd name="T31" fmla="*/ 11 h 21"/>
                  <a:gd name="T32" fmla="*/ 2 w 15"/>
                  <a:gd name="T33" fmla="*/ 14 h 21"/>
                  <a:gd name="T34" fmla="*/ 1 w 15"/>
                  <a:gd name="T35" fmla="*/ 16 h 21"/>
                  <a:gd name="T36" fmla="*/ 0 w 15"/>
                  <a:gd name="T37" fmla="*/ 19 h 21"/>
                  <a:gd name="T38" fmla="*/ 0 w 15"/>
                  <a:gd name="T39" fmla="*/ 19 h 21"/>
                  <a:gd name="T40" fmla="*/ 6 w 15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6" y="21"/>
                    </a:moveTo>
                    <a:lnTo>
                      <a:pt x="6" y="21"/>
                    </a:lnTo>
                    <a:lnTo>
                      <a:pt x="7" y="19"/>
                    </a:lnTo>
                    <a:lnTo>
                      <a:pt x="8" y="17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6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2" y="14"/>
                    </a:lnTo>
                    <a:lnTo>
                      <a:pt x="1" y="16"/>
                    </a:lnTo>
                    <a:lnTo>
                      <a:pt x="0" y="19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5" name="Freeform 568"/>
              <p:cNvSpPr>
                <a:spLocks/>
              </p:cNvSpPr>
              <p:nvPr/>
            </p:nvSpPr>
            <p:spPr bwMode="auto">
              <a:xfrm>
                <a:off x="479" y="2281"/>
                <a:ext cx="15" cy="14"/>
              </a:xfrm>
              <a:custGeom>
                <a:avLst/>
                <a:gdLst>
                  <a:gd name="T0" fmla="*/ 57 w 58"/>
                  <a:gd name="T1" fmla="*/ 47 h 54"/>
                  <a:gd name="T2" fmla="*/ 57 w 58"/>
                  <a:gd name="T3" fmla="*/ 47 h 54"/>
                  <a:gd name="T4" fmla="*/ 42 w 58"/>
                  <a:gd name="T5" fmla="*/ 47 h 54"/>
                  <a:gd name="T6" fmla="*/ 32 w 58"/>
                  <a:gd name="T7" fmla="*/ 44 h 54"/>
                  <a:gd name="T8" fmla="*/ 22 w 58"/>
                  <a:gd name="T9" fmla="*/ 41 h 54"/>
                  <a:gd name="T10" fmla="*/ 15 w 58"/>
                  <a:gd name="T11" fmla="*/ 35 h 54"/>
                  <a:gd name="T12" fmla="*/ 10 w 58"/>
                  <a:gd name="T13" fmla="*/ 26 h 54"/>
                  <a:gd name="T14" fmla="*/ 7 w 58"/>
                  <a:gd name="T15" fmla="*/ 19 h 54"/>
                  <a:gd name="T16" fmla="*/ 7 w 58"/>
                  <a:gd name="T17" fmla="*/ 10 h 54"/>
                  <a:gd name="T18" fmla="*/ 10 w 58"/>
                  <a:gd name="T19" fmla="*/ 2 h 54"/>
                  <a:gd name="T20" fmla="*/ 4 w 58"/>
                  <a:gd name="T21" fmla="*/ 0 h 54"/>
                  <a:gd name="T22" fmla="*/ 0 w 58"/>
                  <a:gd name="T23" fmla="*/ 9 h 54"/>
                  <a:gd name="T24" fmla="*/ 0 w 58"/>
                  <a:gd name="T25" fmla="*/ 20 h 54"/>
                  <a:gd name="T26" fmla="*/ 4 w 58"/>
                  <a:gd name="T27" fmla="*/ 30 h 54"/>
                  <a:gd name="T28" fmla="*/ 10 w 58"/>
                  <a:gd name="T29" fmla="*/ 40 h 54"/>
                  <a:gd name="T30" fmla="*/ 18 w 58"/>
                  <a:gd name="T31" fmla="*/ 46 h 54"/>
                  <a:gd name="T32" fmla="*/ 29 w 58"/>
                  <a:gd name="T33" fmla="*/ 52 h 54"/>
                  <a:gd name="T34" fmla="*/ 42 w 58"/>
                  <a:gd name="T35" fmla="*/ 54 h 54"/>
                  <a:gd name="T36" fmla="*/ 58 w 58"/>
                  <a:gd name="T37" fmla="*/ 53 h 54"/>
                  <a:gd name="T38" fmla="*/ 58 w 58"/>
                  <a:gd name="T39" fmla="*/ 53 h 54"/>
                  <a:gd name="T40" fmla="*/ 58 w 58"/>
                  <a:gd name="T41" fmla="*/ 53 h 54"/>
                  <a:gd name="T42" fmla="*/ 58 w 58"/>
                  <a:gd name="T43" fmla="*/ 53 h 54"/>
                  <a:gd name="T44" fmla="*/ 58 w 58"/>
                  <a:gd name="T45" fmla="*/ 53 h 54"/>
                  <a:gd name="T46" fmla="*/ 57 w 58"/>
                  <a:gd name="T47" fmla="*/ 47 h 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8"/>
                  <a:gd name="T73" fmla="*/ 0 h 54"/>
                  <a:gd name="T74" fmla="*/ 58 w 58"/>
                  <a:gd name="T75" fmla="*/ 54 h 54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8" h="54">
                    <a:moveTo>
                      <a:pt x="57" y="47"/>
                    </a:moveTo>
                    <a:lnTo>
                      <a:pt x="57" y="47"/>
                    </a:lnTo>
                    <a:lnTo>
                      <a:pt x="42" y="47"/>
                    </a:lnTo>
                    <a:lnTo>
                      <a:pt x="32" y="44"/>
                    </a:lnTo>
                    <a:lnTo>
                      <a:pt x="22" y="41"/>
                    </a:lnTo>
                    <a:lnTo>
                      <a:pt x="15" y="35"/>
                    </a:lnTo>
                    <a:lnTo>
                      <a:pt x="10" y="26"/>
                    </a:lnTo>
                    <a:lnTo>
                      <a:pt x="7" y="19"/>
                    </a:lnTo>
                    <a:lnTo>
                      <a:pt x="7" y="10"/>
                    </a:lnTo>
                    <a:lnTo>
                      <a:pt x="10" y="2"/>
                    </a:lnTo>
                    <a:lnTo>
                      <a:pt x="4" y="0"/>
                    </a:lnTo>
                    <a:lnTo>
                      <a:pt x="0" y="9"/>
                    </a:lnTo>
                    <a:lnTo>
                      <a:pt x="0" y="20"/>
                    </a:lnTo>
                    <a:lnTo>
                      <a:pt x="4" y="30"/>
                    </a:lnTo>
                    <a:lnTo>
                      <a:pt x="10" y="40"/>
                    </a:lnTo>
                    <a:lnTo>
                      <a:pt x="18" y="46"/>
                    </a:lnTo>
                    <a:lnTo>
                      <a:pt x="29" y="52"/>
                    </a:lnTo>
                    <a:lnTo>
                      <a:pt x="42" y="54"/>
                    </a:lnTo>
                    <a:lnTo>
                      <a:pt x="58" y="53"/>
                    </a:lnTo>
                    <a:lnTo>
                      <a:pt x="57" y="4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6" name="Freeform 569"/>
              <p:cNvSpPr>
                <a:spLocks/>
              </p:cNvSpPr>
              <p:nvPr/>
            </p:nvSpPr>
            <p:spPr bwMode="auto">
              <a:xfrm>
                <a:off x="493" y="2280"/>
                <a:ext cx="15" cy="14"/>
              </a:xfrm>
              <a:custGeom>
                <a:avLst/>
                <a:gdLst>
                  <a:gd name="T0" fmla="*/ 50 w 57"/>
                  <a:gd name="T1" fmla="*/ 5 h 57"/>
                  <a:gd name="T2" fmla="*/ 50 w 57"/>
                  <a:gd name="T3" fmla="*/ 0 h 57"/>
                  <a:gd name="T4" fmla="*/ 46 w 57"/>
                  <a:gd name="T5" fmla="*/ 10 h 57"/>
                  <a:gd name="T6" fmla="*/ 42 w 57"/>
                  <a:gd name="T7" fmla="*/ 18 h 57"/>
                  <a:gd name="T8" fmla="*/ 40 w 57"/>
                  <a:gd name="T9" fmla="*/ 25 h 57"/>
                  <a:gd name="T10" fmla="*/ 36 w 57"/>
                  <a:gd name="T11" fmla="*/ 31 h 57"/>
                  <a:gd name="T12" fmla="*/ 32 w 57"/>
                  <a:gd name="T13" fmla="*/ 37 h 57"/>
                  <a:gd name="T14" fmla="*/ 25 w 57"/>
                  <a:gd name="T15" fmla="*/ 42 h 57"/>
                  <a:gd name="T16" fmla="*/ 15 w 57"/>
                  <a:gd name="T17" fmla="*/ 47 h 57"/>
                  <a:gd name="T18" fmla="*/ 0 w 57"/>
                  <a:gd name="T19" fmla="*/ 51 h 57"/>
                  <a:gd name="T20" fmla="*/ 1 w 57"/>
                  <a:gd name="T21" fmla="*/ 57 h 57"/>
                  <a:gd name="T22" fmla="*/ 17 w 57"/>
                  <a:gd name="T23" fmla="*/ 53 h 57"/>
                  <a:gd name="T24" fmla="*/ 28 w 57"/>
                  <a:gd name="T25" fmla="*/ 48 h 57"/>
                  <a:gd name="T26" fmla="*/ 36 w 57"/>
                  <a:gd name="T27" fmla="*/ 42 h 57"/>
                  <a:gd name="T28" fmla="*/ 42 w 57"/>
                  <a:gd name="T29" fmla="*/ 36 h 57"/>
                  <a:gd name="T30" fmla="*/ 46 w 57"/>
                  <a:gd name="T31" fmla="*/ 28 h 57"/>
                  <a:gd name="T32" fmla="*/ 50 w 57"/>
                  <a:gd name="T33" fmla="*/ 21 h 57"/>
                  <a:gd name="T34" fmla="*/ 52 w 57"/>
                  <a:gd name="T35" fmla="*/ 12 h 57"/>
                  <a:gd name="T36" fmla="*/ 56 w 57"/>
                  <a:gd name="T37" fmla="*/ 4 h 57"/>
                  <a:gd name="T38" fmla="*/ 55 w 57"/>
                  <a:gd name="T39" fmla="*/ 0 h 57"/>
                  <a:gd name="T40" fmla="*/ 56 w 57"/>
                  <a:gd name="T41" fmla="*/ 4 h 57"/>
                  <a:gd name="T42" fmla="*/ 57 w 57"/>
                  <a:gd name="T43" fmla="*/ 1 h 57"/>
                  <a:gd name="T44" fmla="*/ 55 w 57"/>
                  <a:gd name="T45" fmla="*/ 0 h 57"/>
                  <a:gd name="T46" fmla="*/ 50 w 57"/>
                  <a:gd name="T47" fmla="*/ 5 h 5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7"/>
                  <a:gd name="T73" fmla="*/ 0 h 57"/>
                  <a:gd name="T74" fmla="*/ 57 w 57"/>
                  <a:gd name="T75" fmla="*/ 57 h 5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7" h="57">
                    <a:moveTo>
                      <a:pt x="50" y="5"/>
                    </a:moveTo>
                    <a:lnTo>
                      <a:pt x="50" y="0"/>
                    </a:lnTo>
                    <a:lnTo>
                      <a:pt x="46" y="10"/>
                    </a:lnTo>
                    <a:lnTo>
                      <a:pt x="42" y="18"/>
                    </a:lnTo>
                    <a:lnTo>
                      <a:pt x="40" y="25"/>
                    </a:lnTo>
                    <a:lnTo>
                      <a:pt x="36" y="31"/>
                    </a:lnTo>
                    <a:lnTo>
                      <a:pt x="32" y="37"/>
                    </a:lnTo>
                    <a:lnTo>
                      <a:pt x="25" y="42"/>
                    </a:lnTo>
                    <a:lnTo>
                      <a:pt x="15" y="47"/>
                    </a:lnTo>
                    <a:lnTo>
                      <a:pt x="0" y="51"/>
                    </a:lnTo>
                    <a:lnTo>
                      <a:pt x="1" y="57"/>
                    </a:lnTo>
                    <a:lnTo>
                      <a:pt x="17" y="53"/>
                    </a:lnTo>
                    <a:lnTo>
                      <a:pt x="28" y="48"/>
                    </a:lnTo>
                    <a:lnTo>
                      <a:pt x="36" y="42"/>
                    </a:lnTo>
                    <a:lnTo>
                      <a:pt x="42" y="36"/>
                    </a:lnTo>
                    <a:lnTo>
                      <a:pt x="46" y="28"/>
                    </a:lnTo>
                    <a:lnTo>
                      <a:pt x="50" y="21"/>
                    </a:lnTo>
                    <a:lnTo>
                      <a:pt x="52" y="12"/>
                    </a:lnTo>
                    <a:lnTo>
                      <a:pt x="56" y="4"/>
                    </a:lnTo>
                    <a:lnTo>
                      <a:pt x="55" y="0"/>
                    </a:lnTo>
                    <a:lnTo>
                      <a:pt x="56" y="4"/>
                    </a:lnTo>
                    <a:lnTo>
                      <a:pt x="57" y="1"/>
                    </a:lnTo>
                    <a:lnTo>
                      <a:pt x="55" y="0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7" name="Freeform 570"/>
              <p:cNvSpPr>
                <a:spLocks/>
              </p:cNvSpPr>
              <p:nvPr/>
            </p:nvSpPr>
            <p:spPr bwMode="auto">
              <a:xfrm>
                <a:off x="505" y="2279"/>
                <a:ext cx="2" cy="2"/>
              </a:xfrm>
              <a:custGeom>
                <a:avLst/>
                <a:gdLst>
                  <a:gd name="T0" fmla="*/ 7 w 7"/>
                  <a:gd name="T1" fmla="*/ 7 h 10"/>
                  <a:gd name="T2" fmla="*/ 1 w 7"/>
                  <a:gd name="T3" fmla="*/ 9 h 10"/>
                  <a:gd name="T4" fmla="*/ 1 w 7"/>
                  <a:gd name="T5" fmla="*/ 10 h 10"/>
                  <a:gd name="T6" fmla="*/ 6 w 7"/>
                  <a:gd name="T7" fmla="*/ 5 h 10"/>
                  <a:gd name="T8" fmla="*/ 6 w 7"/>
                  <a:gd name="T9" fmla="*/ 4 h 10"/>
                  <a:gd name="T10" fmla="*/ 0 w 7"/>
                  <a:gd name="T11" fmla="*/ 5 h 10"/>
                  <a:gd name="T12" fmla="*/ 6 w 7"/>
                  <a:gd name="T13" fmla="*/ 4 h 10"/>
                  <a:gd name="T14" fmla="*/ 2 w 7"/>
                  <a:gd name="T15" fmla="*/ 0 h 10"/>
                  <a:gd name="T16" fmla="*/ 0 w 7"/>
                  <a:gd name="T17" fmla="*/ 5 h 10"/>
                  <a:gd name="T18" fmla="*/ 7 w 7"/>
                  <a:gd name="T19" fmla="*/ 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0"/>
                  <a:gd name="T32" fmla="*/ 7 w 7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0">
                    <a:moveTo>
                      <a:pt x="7" y="7"/>
                    </a:moveTo>
                    <a:lnTo>
                      <a:pt x="1" y="9"/>
                    </a:lnTo>
                    <a:lnTo>
                      <a:pt x="1" y="10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0" y="5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8" name="Freeform 571"/>
              <p:cNvSpPr>
                <a:spLocks/>
              </p:cNvSpPr>
              <p:nvPr/>
            </p:nvSpPr>
            <p:spPr bwMode="auto">
              <a:xfrm>
                <a:off x="504" y="2280"/>
                <a:ext cx="3" cy="6"/>
              </a:xfrm>
              <a:custGeom>
                <a:avLst/>
                <a:gdLst>
                  <a:gd name="T0" fmla="*/ 6 w 15"/>
                  <a:gd name="T1" fmla="*/ 24 h 24"/>
                  <a:gd name="T2" fmla="*/ 6 w 15"/>
                  <a:gd name="T3" fmla="*/ 24 h 24"/>
                  <a:gd name="T4" fmla="*/ 8 w 15"/>
                  <a:gd name="T5" fmla="*/ 21 h 24"/>
                  <a:gd name="T6" fmla="*/ 9 w 15"/>
                  <a:gd name="T7" fmla="*/ 18 h 24"/>
                  <a:gd name="T8" fmla="*/ 10 w 15"/>
                  <a:gd name="T9" fmla="*/ 16 h 24"/>
                  <a:gd name="T10" fmla="*/ 11 w 15"/>
                  <a:gd name="T11" fmla="*/ 13 h 24"/>
                  <a:gd name="T12" fmla="*/ 11 w 15"/>
                  <a:gd name="T13" fmla="*/ 10 h 24"/>
                  <a:gd name="T14" fmla="*/ 12 w 15"/>
                  <a:gd name="T15" fmla="*/ 8 h 24"/>
                  <a:gd name="T16" fmla="*/ 14 w 15"/>
                  <a:gd name="T17" fmla="*/ 5 h 24"/>
                  <a:gd name="T18" fmla="*/ 15 w 15"/>
                  <a:gd name="T19" fmla="*/ 2 h 24"/>
                  <a:gd name="T20" fmla="*/ 8 w 15"/>
                  <a:gd name="T21" fmla="*/ 0 h 24"/>
                  <a:gd name="T22" fmla="*/ 8 w 15"/>
                  <a:gd name="T23" fmla="*/ 2 h 24"/>
                  <a:gd name="T24" fmla="*/ 6 w 15"/>
                  <a:gd name="T25" fmla="*/ 6 h 24"/>
                  <a:gd name="T26" fmla="*/ 5 w 15"/>
                  <a:gd name="T27" fmla="*/ 8 h 24"/>
                  <a:gd name="T28" fmla="*/ 4 w 15"/>
                  <a:gd name="T29" fmla="*/ 11 h 24"/>
                  <a:gd name="T30" fmla="*/ 4 w 15"/>
                  <a:gd name="T31" fmla="*/ 13 h 24"/>
                  <a:gd name="T32" fmla="*/ 3 w 15"/>
                  <a:gd name="T33" fmla="*/ 16 h 24"/>
                  <a:gd name="T34" fmla="*/ 1 w 15"/>
                  <a:gd name="T35" fmla="*/ 18 h 24"/>
                  <a:gd name="T36" fmla="*/ 0 w 15"/>
                  <a:gd name="T37" fmla="*/ 22 h 24"/>
                  <a:gd name="T38" fmla="*/ 0 w 15"/>
                  <a:gd name="T39" fmla="*/ 22 h 24"/>
                  <a:gd name="T40" fmla="*/ 6 w 15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4"/>
                  <a:gd name="T65" fmla="*/ 15 w 15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4">
                    <a:moveTo>
                      <a:pt x="6" y="24"/>
                    </a:moveTo>
                    <a:lnTo>
                      <a:pt x="6" y="24"/>
                    </a:lnTo>
                    <a:lnTo>
                      <a:pt x="8" y="21"/>
                    </a:lnTo>
                    <a:lnTo>
                      <a:pt x="9" y="18"/>
                    </a:lnTo>
                    <a:lnTo>
                      <a:pt x="10" y="16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12" y="8"/>
                    </a:lnTo>
                    <a:lnTo>
                      <a:pt x="14" y="5"/>
                    </a:lnTo>
                    <a:lnTo>
                      <a:pt x="15" y="2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3" y="16"/>
                    </a:lnTo>
                    <a:lnTo>
                      <a:pt x="1" y="18"/>
                    </a:lnTo>
                    <a:lnTo>
                      <a:pt x="0" y="22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9" name="Freeform 572"/>
              <p:cNvSpPr>
                <a:spLocks/>
              </p:cNvSpPr>
              <p:nvPr/>
            </p:nvSpPr>
            <p:spPr bwMode="auto">
              <a:xfrm>
                <a:off x="503" y="2285"/>
                <a:ext cx="16" cy="13"/>
              </a:xfrm>
              <a:custGeom>
                <a:avLst/>
                <a:gdLst>
                  <a:gd name="T0" fmla="*/ 60 w 63"/>
                  <a:gd name="T1" fmla="*/ 40 h 48"/>
                  <a:gd name="T2" fmla="*/ 60 w 63"/>
                  <a:gd name="T3" fmla="*/ 40 h 48"/>
                  <a:gd name="T4" fmla="*/ 54 w 63"/>
                  <a:gd name="T5" fmla="*/ 41 h 48"/>
                  <a:gd name="T6" fmla="*/ 47 w 63"/>
                  <a:gd name="T7" fmla="*/ 42 h 48"/>
                  <a:gd name="T8" fmla="*/ 41 w 63"/>
                  <a:gd name="T9" fmla="*/ 42 h 48"/>
                  <a:gd name="T10" fmla="*/ 35 w 63"/>
                  <a:gd name="T11" fmla="*/ 41 h 48"/>
                  <a:gd name="T12" fmla="*/ 30 w 63"/>
                  <a:gd name="T13" fmla="*/ 40 h 48"/>
                  <a:gd name="T14" fmla="*/ 25 w 63"/>
                  <a:gd name="T15" fmla="*/ 39 h 48"/>
                  <a:gd name="T16" fmla="*/ 22 w 63"/>
                  <a:gd name="T17" fmla="*/ 36 h 48"/>
                  <a:gd name="T18" fmla="*/ 17 w 63"/>
                  <a:gd name="T19" fmla="*/ 32 h 48"/>
                  <a:gd name="T20" fmla="*/ 14 w 63"/>
                  <a:gd name="T21" fmla="*/ 30 h 48"/>
                  <a:gd name="T22" fmla="*/ 11 w 63"/>
                  <a:gd name="T23" fmla="*/ 26 h 48"/>
                  <a:gd name="T24" fmla="*/ 10 w 63"/>
                  <a:gd name="T25" fmla="*/ 23 h 48"/>
                  <a:gd name="T26" fmla="*/ 8 w 63"/>
                  <a:gd name="T27" fmla="*/ 19 h 48"/>
                  <a:gd name="T28" fmla="*/ 7 w 63"/>
                  <a:gd name="T29" fmla="*/ 14 h 48"/>
                  <a:gd name="T30" fmla="*/ 7 w 63"/>
                  <a:gd name="T31" fmla="*/ 11 h 48"/>
                  <a:gd name="T32" fmla="*/ 7 w 63"/>
                  <a:gd name="T33" fmla="*/ 6 h 48"/>
                  <a:gd name="T34" fmla="*/ 8 w 63"/>
                  <a:gd name="T35" fmla="*/ 2 h 48"/>
                  <a:gd name="T36" fmla="*/ 2 w 63"/>
                  <a:gd name="T37" fmla="*/ 0 h 48"/>
                  <a:gd name="T38" fmla="*/ 1 w 63"/>
                  <a:gd name="T39" fmla="*/ 5 h 48"/>
                  <a:gd name="T40" fmla="*/ 0 w 63"/>
                  <a:gd name="T41" fmla="*/ 9 h 48"/>
                  <a:gd name="T42" fmla="*/ 0 w 63"/>
                  <a:gd name="T43" fmla="*/ 15 h 48"/>
                  <a:gd name="T44" fmla="*/ 1 w 63"/>
                  <a:gd name="T45" fmla="*/ 20 h 48"/>
                  <a:gd name="T46" fmla="*/ 3 w 63"/>
                  <a:gd name="T47" fmla="*/ 25 h 48"/>
                  <a:gd name="T48" fmla="*/ 6 w 63"/>
                  <a:gd name="T49" fmla="*/ 30 h 48"/>
                  <a:gd name="T50" fmla="*/ 8 w 63"/>
                  <a:gd name="T51" fmla="*/ 34 h 48"/>
                  <a:gd name="T52" fmla="*/ 13 w 63"/>
                  <a:gd name="T53" fmla="*/ 39 h 48"/>
                  <a:gd name="T54" fmla="*/ 17 w 63"/>
                  <a:gd name="T55" fmla="*/ 41 h 48"/>
                  <a:gd name="T56" fmla="*/ 22 w 63"/>
                  <a:gd name="T57" fmla="*/ 45 h 48"/>
                  <a:gd name="T58" fmla="*/ 28 w 63"/>
                  <a:gd name="T59" fmla="*/ 47 h 48"/>
                  <a:gd name="T60" fmla="*/ 34 w 63"/>
                  <a:gd name="T61" fmla="*/ 48 h 48"/>
                  <a:gd name="T62" fmla="*/ 41 w 63"/>
                  <a:gd name="T63" fmla="*/ 48 h 48"/>
                  <a:gd name="T64" fmla="*/ 47 w 63"/>
                  <a:gd name="T65" fmla="*/ 48 h 48"/>
                  <a:gd name="T66" fmla="*/ 54 w 63"/>
                  <a:gd name="T67" fmla="*/ 48 h 48"/>
                  <a:gd name="T68" fmla="*/ 63 w 63"/>
                  <a:gd name="T69" fmla="*/ 46 h 48"/>
                  <a:gd name="T70" fmla="*/ 63 w 63"/>
                  <a:gd name="T71" fmla="*/ 46 h 48"/>
                  <a:gd name="T72" fmla="*/ 63 w 63"/>
                  <a:gd name="T73" fmla="*/ 46 h 48"/>
                  <a:gd name="T74" fmla="*/ 63 w 63"/>
                  <a:gd name="T75" fmla="*/ 46 h 48"/>
                  <a:gd name="T76" fmla="*/ 63 w 63"/>
                  <a:gd name="T77" fmla="*/ 46 h 48"/>
                  <a:gd name="T78" fmla="*/ 60 w 63"/>
                  <a:gd name="T79" fmla="*/ 40 h 4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63"/>
                  <a:gd name="T121" fmla="*/ 0 h 48"/>
                  <a:gd name="T122" fmla="*/ 63 w 63"/>
                  <a:gd name="T123" fmla="*/ 48 h 4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63" h="48">
                    <a:moveTo>
                      <a:pt x="60" y="40"/>
                    </a:moveTo>
                    <a:lnTo>
                      <a:pt x="60" y="40"/>
                    </a:lnTo>
                    <a:lnTo>
                      <a:pt x="54" y="41"/>
                    </a:lnTo>
                    <a:lnTo>
                      <a:pt x="47" y="42"/>
                    </a:lnTo>
                    <a:lnTo>
                      <a:pt x="41" y="42"/>
                    </a:lnTo>
                    <a:lnTo>
                      <a:pt x="35" y="41"/>
                    </a:lnTo>
                    <a:lnTo>
                      <a:pt x="30" y="40"/>
                    </a:lnTo>
                    <a:lnTo>
                      <a:pt x="25" y="39"/>
                    </a:lnTo>
                    <a:lnTo>
                      <a:pt x="22" y="36"/>
                    </a:lnTo>
                    <a:lnTo>
                      <a:pt x="17" y="32"/>
                    </a:lnTo>
                    <a:lnTo>
                      <a:pt x="14" y="30"/>
                    </a:lnTo>
                    <a:lnTo>
                      <a:pt x="11" y="26"/>
                    </a:lnTo>
                    <a:lnTo>
                      <a:pt x="10" y="23"/>
                    </a:lnTo>
                    <a:lnTo>
                      <a:pt x="8" y="19"/>
                    </a:lnTo>
                    <a:lnTo>
                      <a:pt x="7" y="14"/>
                    </a:lnTo>
                    <a:lnTo>
                      <a:pt x="7" y="11"/>
                    </a:lnTo>
                    <a:lnTo>
                      <a:pt x="7" y="6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5"/>
                    </a:lnTo>
                    <a:lnTo>
                      <a:pt x="6" y="30"/>
                    </a:lnTo>
                    <a:lnTo>
                      <a:pt x="8" y="34"/>
                    </a:lnTo>
                    <a:lnTo>
                      <a:pt x="13" y="39"/>
                    </a:lnTo>
                    <a:lnTo>
                      <a:pt x="17" y="41"/>
                    </a:lnTo>
                    <a:lnTo>
                      <a:pt x="22" y="45"/>
                    </a:lnTo>
                    <a:lnTo>
                      <a:pt x="28" y="47"/>
                    </a:lnTo>
                    <a:lnTo>
                      <a:pt x="34" y="48"/>
                    </a:lnTo>
                    <a:lnTo>
                      <a:pt x="41" y="48"/>
                    </a:lnTo>
                    <a:lnTo>
                      <a:pt x="47" y="48"/>
                    </a:lnTo>
                    <a:lnTo>
                      <a:pt x="54" y="48"/>
                    </a:lnTo>
                    <a:lnTo>
                      <a:pt x="63" y="46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0" name="Freeform 573"/>
              <p:cNvSpPr>
                <a:spLocks/>
              </p:cNvSpPr>
              <p:nvPr/>
            </p:nvSpPr>
            <p:spPr bwMode="auto">
              <a:xfrm>
                <a:off x="518" y="2281"/>
                <a:ext cx="13" cy="16"/>
              </a:xfrm>
              <a:custGeom>
                <a:avLst/>
                <a:gdLst>
                  <a:gd name="T0" fmla="*/ 47 w 53"/>
                  <a:gd name="T1" fmla="*/ 0 h 66"/>
                  <a:gd name="T2" fmla="*/ 47 w 53"/>
                  <a:gd name="T3" fmla="*/ 0 h 66"/>
                  <a:gd name="T4" fmla="*/ 43 w 53"/>
                  <a:gd name="T5" fmla="*/ 11 h 66"/>
                  <a:gd name="T6" fmla="*/ 41 w 53"/>
                  <a:gd name="T7" fmla="*/ 20 h 66"/>
                  <a:gd name="T8" fmla="*/ 39 w 53"/>
                  <a:gd name="T9" fmla="*/ 28 h 66"/>
                  <a:gd name="T10" fmla="*/ 37 w 53"/>
                  <a:gd name="T11" fmla="*/ 35 h 66"/>
                  <a:gd name="T12" fmla="*/ 33 w 53"/>
                  <a:gd name="T13" fmla="*/ 42 h 66"/>
                  <a:gd name="T14" fmla="*/ 26 w 53"/>
                  <a:gd name="T15" fmla="*/ 48 h 66"/>
                  <a:gd name="T16" fmla="*/ 15 w 53"/>
                  <a:gd name="T17" fmla="*/ 54 h 66"/>
                  <a:gd name="T18" fmla="*/ 0 w 53"/>
                  <a:gd name="T19" fmla="*/ 60 h 66"/>
                  <a:gd name="T20" fmla="*/ 3 w 53"/>
                  <a:gd name="T21" fmla="*/ 66 h 66"/>
                  <a:gd name="T22" fmla="*/ 19 w 53"/>
                  <a:gd name="T23" fmla="*/ 61 h 66"/>
                  <a:gd name="T24" fmla="*/ 30 w 53"/>
                  <a:gd name="T25" fmla="*/ 54 h 66"/>
                  <a:gd name="T26" fmla="*/ 38 w 53"/>
                  <a:gd name="T27" fmla="*/ 46 h 66"/>
                  <a:gd name="T28" fmla="*/ 43 w 53"/>
                  <a:gd name="T29" fmla="*/ 39 h 66"/>
                  <a:gd name="T30" fmla="*/ 45 w 53"/>
                  <a:gd name="T31" fmla="*/ 31 h 66"/>
                  <a:gd name="T32" fmla="*/ 48 w 53"/>
                  <a:gd name="T33" fmla="*/ 22 h 66"/>
                  <a:gd name="T34" fmla="*/ 49 w 53"/>
                  <a:gd name="T35" fmla="*/ 12 h 66"/>
                  <a:gd name="T36" fmla="*/ 53 w 53"/>
                  <a:gd name="T37" fmla="*/ 3 h 66"/>
                  <a:gd name="T38" fmla="*/ 53 w 53"/>
                  <a:gd name="T39" fmla="*/ 3 h 66"/>
                  <a:gd name="T40" fmla="*/ 47 w 53"/>
                  <a:gd name="T41" fmla="*/ 0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3"/>
                  <a:gd name="T64" fmla="*/ 0 h 66"/>
                  <a:gd name="T65" fmla="*/ 53 w 53"/>
                  <a:gd name="T66" fmla="*/ 66 h 6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3" h="66">
                    <a:moveTo>
                      <a:pt x="47" y="0"/>
                    </a:moveTo>
                    <a:lnTo>
                      <a:pt x="47" y="0"/>
                    </a:lnTo>
                    <a:lnTo>
                      <a:pt x="43" y="11"/>
                    </a:lnTo>
                    <a:lnTo>
                      <a:pt x="41" y="20"/>
                    </a:lnTo>
                    <a:lnTo>
                      <a:pt x="39" y="28"/>
                    </a:lnTo>
                    <a:lnTo>
                      <a:pt x="37" y="35"/>
                    </a:lnTo>
                    <a:lnTo>
                      <a:pt x="33" y="42"/>
                    </a:lnTo>
                    <a:lnTo>
                      <a:pt x="26" y="48"/>
                    </a:lnTo>
                    <a:lnTo>
                      <a:pt x="15" y="54"/>
                    </a:lnTo>
                    <a:lnTo>
                      <a:pt x="0" y="60"/>
                    </a:lnTo>
                    <a:lnTo>
                      <a:pt x="3" y="66"/>
                    </a:lnTo>
                    <a:lnTo>
                      <a:pt x="19" y="61"/>
                    </a:lnTo>
                    <a:lnTo>
                      <a:pt x="30" y="54"/>
                    </a:lnTo>
                    <a:lnTo>
                      <a:pt x="38" y="46"/>
                    </a:lnTo>
                    <a:lnTo>
                      <a:pt x="43" y="39"/>
                    </a:lnTo>
                    <a:lnTo>
                      <a:pt x="45" y="31"/>
                    </a:lnTo>
                    <a:lnTo>
                      <a:pt x="48" y="22"/>
                    </a:lnTo>
                    <a:lnTo>
                      <a:pt x="49" y="12"/>
                    </a:lnTo>
                    <a:lnTo>
                      <a:pt x="53" y="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1" name="Freeform 574"/>
              <p:cNvSpPr>
                <a:spLocks/>
              </p:cNvSpPr>
              <p:nvPr/>
            </p:nvSpPr>
            <p:spPr bwMode="auto">
              <a:xfrm>
                <a:off x="530" y="2161"/>
                <a:ext cx="27" cy="120"/>
              </a:xfrm>
              <a:custGeom>
                <a:avLst/>
                <a:gdLst>
                  <a:gd name="T0" fmla="*/ 103 w 108"/>
                  <a:gd name="T1" fmla="*/ 3 h 482"/>
                  <a:gd name="T2" fmla="*/ 80 w 108"/>
                  <a:gd name="T3" fmla="*/ 27 h 482"/>
                  <a:gd name="T4" fmla="*/ 63 w 108"/>
                  <a:gd name="T5" fmla="*/ 53 h 482"/>
                  <a:gd name="T6" fmla="*/ 49 w 108"/>
                  <a:gd name="T7" fmla="*/ 80 h 482"/>
                  <a:gd name="T8" fmla="*/ 40 w 108"/>
                  <a:gd name="T9" fmla="*/ 108 h 482"/>
                  <a:gd name="T10" fmla="*/ 32 w 108"/>
                  <a:gd name="T11" fmla="*/ 137 h 482"/>
                  <a:gd name="T12" fmla="*/ 29 w 108"/>
                  <a:gd name="T13" fmla="*/ 168 h 482"/>
                  <a:gd name="T14" fmla="*/ 26 w 108"/>
                  <a:gd name="T15" fmla="*/ 199 h 482"/>
                  <a:gd name="T16" fmla="*/ 25 w 108"/>
                  <a:gd name="T17" fmla="*/ 230 h 482"/>
                  <a:gd name="T18" fmla="*/ 24 w 108"/>
                  <a:gd name="T19" fmla="*/ 261 h 482"/>
                  <a:gd name="T20" fmla="*/ 24 w 108"/>
                  <a:gd name="T21" fmla="*/ 293 h 482"/>
                  <a:gd name="T22" fmla="*/ 24 w 108"/>
                  <a:gd name="T23" fmla="*/ 324 h 482"/>
                  <a:gd name="T24" fmla="*/ 24 w 108"/>
                  <a:gd name="T25" fmla="*/ 357 h 482"/>
                  <a:gd name="T26" fmla="*/ 20 w 108"/>
                  <a:gd name="T27" fmla="*/ 387 h 482"/>
                  <a:gd name="T28" fmla="*/ 17 w 108"/>
                  <a:gd name="T29" fmla="*/ 419 h 482"/>
                  <a:gd name="T30" fmla="*/ 9 w 108"/>
                  <a:gd name="T31" fmla="*/ 449 h 482"/>
                  <a:gd name="T32" fmla="*/ 0 w 108"/>
                  <a:gd name="T33" fmla="*/ 479 h 482"/>
                  <a:gd name="T34" fmla="*/ 11 w 108"/>
                  <a:gd name="T35" fmla="*/ 467 h 482"/>
                  <a:gd name="T36" fmla="*/ 19 w 108"/>
                  <a:gd name="T37" fmla="*/ 436 h 482"/>
                  <a:gd name="T38" fmla="*/ 25 w 108"/>
                  <a:gd name="T39" fmla="*/ 404 h 482"/>
                  <a:gd name="T40" fmla="*/ 29 w 108"/>
                  <a:gd name="T41" fmla="*/ 373 h 482"/>
                  <a:gd name="T42" fmla="*/ 30 w 108"/>
                  <a:gd name="T43" fmla="*/ 340 h 482"/>
                  <a:gd name="T44" fmla="*/ 31 w 108"/>
                  <a:gd name="T45" fmla="*/ 308 h 482"/>
                  <a:gd name="T46" fmla="*/ 31 w 108"/>
                  <a:gd name="T47" fmla="*/ 277 h 482"/>
                  <a:gd name="T48" fmla="*/ 31 w 108"/>
                  <a:gd name="T49" fmla="*/ 245 h 482"/>
                  <a:gd name="T50" fmla="*/ 31 w 108"/>
                  <a:gd name="T51" fmla="*/ 214 h 482"/>
                  <a:gd name="T52" fmla="*/ 34 w 108"/>
                  <a:gd name="T53" fmla="*/ 183 h 482"/>
                  <a:gd name="T54" fmla="*/ 36 w 108"/>
                  <a:gd name="T55" fmla="*/ 153 h 482"/>
                  <a:gd name="T56" fmla="*/ 42 w 108"/>
                  <a:gd name="T57" fmla="*/ 124 h 482"/>
                  <a:gd name="T58" fmla="*/ 51 w 108"/>
                  <a:gd name="T59" fmla="*/ 96 h 482"/>
                  <a:gd name="T60" fmla="*/ 61 w 108"/>
                  <a:gd name="T61" fmla="*/ 69 h 482"/>
                  <a:gd name="T62" fmla="*/ 76 w 108"/>
                  <a:gd name="T63" fmla="*/ 44 h 482"/>
                  <a:gd name="T64" fmla="*/ 95 w 108"/>
                  <a:gd name="T65" fmla="*/ 20 h 482"/>
                  <a:gd name="T66" fmla="*/ 103 w 108"/>
                  <a:gd name="T67" fmla="*/ 8 h 482"/>
                  <a:gd name="T68" fmla="*/ 104 w 108"/>
                  <a:gd name="T69" fmla="*/ 0 h 482"/>
                  <a:gd name="T70" fmla="*/ 106 w 108"/>
                  <a:gd name="T71" fmla="*/ 2 h 4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8"/>
                  <a:gd name="T109" fmla="*/ 0 h 482"/>
                  <a:gd name="T110" fmla="*/ 108 w 108"/>
                  <a:gd name="T111" fmla="*/ 482 h 48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8" h="482">
                    <a:moveTo>
                      <a:pt x="106" y="2"/>
                    </a:moveTo>
                    <a:lnTo>
                      <a:pt x="103" y="3"/>
                    </a:lnTo>
                    <a:lnTo>
                      <a:pt x="91" y="15"/>
                    </a:lnTo>
                    <a:lnTo>
                      <a:pt x="80" y="27"/>
                    </a:lnTo>
                    <a:lnTo>
                      <a:pt x="71" y="40"/>
                    </a:lnTo>
                    <a:lnTo>
                      <a:pt x="63" y="53"/>
                    </a:lnTo>
                    <a:lnTo>
                      <a:pt x="55" y="66"/>
                    </a:lnTo>
                    <a:lnTo>
                      <a:pt x="49" y="80"/>
                    </a:lnTo>
                    <a:lnTo>
                      <a:pt x="43" y="94"/>
                    </a:lnTo>
                    <a:lnTo>
                      <a:pt x="40" y="108"/>
                    </a:lnTo>
                    <a:lnTo>
                      <a:pt x="36" y="123"/>
                    </a:lnTo>
                    <a:lnTo>
                      <a:pt x="32" y="137"/>
                    </a:lnTo>
                    <a:lnTo>
                      <a:pt x="30" y="153"/>
                    </a:lnTo>
                    <a:lnTo>
                      <a:pt x="29" y="168"/>
                    </a:lnTo>
                    <a:lnTo>
                      <a:pt x="27" y="183"/>
                    </a:lnTo>
                    <a:lnTo>
                      <a:pt x="26" y="199"/>
                    </a:lnTo>
                    <a:lnTo>
                      <a:pt x="25" y="214"/>
                    </a:lnTo>
                    <a:lnTo>
                      <a:pt x="25" y="230"/>
                    </a:lnTo>
                    <a:lnTo>
                      <a:pt x="25" y="245"/>
                    </a:lnTo>
                    <a:lnTo>
                      <a:pt x="24" y="261"/>
                    </a:lnTo>
                    <a:lnTo>
                      <a:pt x="24" y="277"/>
                    </a:lnTo>
                    <a:lnTo>
                      <a:pt x="24" y="293"/>
                    </a:lnTo>
                    <a:lnTo>
                      <a:pt x="24" y="308"/>
                    </a:lnTo>
                    <a:lnTo>
                      <a:pt x="24" y="324"/>
                    </a:lnTo>
                    <a:lnTo>
                      <a:pt x="24" y="340"/>
                    </a:lnTo>
                    <a:lnTo>
                      <a:pt x="24" y="357"/>
                    </a:lnTo>
                    <a:lnTo>
                      <a:pt x="23" y="371"/>
                    </a:lnTo>
                    <a:lnTo>
                      <a:pt x="20" y="387"/>
                    </a:lnTo>
                    <a:lnTo>
                      <a:pt x="19" y="403"/>
                    </a:lnTo>
                    <a:lnTo>
                      <a:pt x="17" y="419"/>
                    </a:lnTo>
                    <a:lnTo>
                      <a:pt x="13" y="434"/>
                    </a:lnTo>
                    <a:lnTo>
                      <a:pt x="9" y="449"/>
                    </a:lnTo>
                    <a:lnTo>
                      <a:pt x="4" y="465"/>
                    </a:lnTo>
                    <a:lnTo>
                      <a:pt x="0" y="479"/>
                    </a:lnTo>
                    <a:lnTo>
                      <a:pt x="6" y="482"/>
                    </a:lnTo>
                    <a:lnTo>
                      <a:pt x="11" y="467"/>
                    </a:lnTo>
                    <a:lnTo>
                      <a:pt x="15" y="451"/>
                    </a:lnTo>
                    <a:lnTo>
                      <a:pt x="19" y="436"/>
                    </a:lnTo>
                    <a:lnTo>
                      <a:pt x="23" y="420"/>
                    </a:lnTo>
                    <a:lnTo>
                      <a:pt x="25" y="404"/>
                    </a:lnTo>
                    <a:lnTo>
                      <a:pt x="27" y="388"/>
                    </a:lnTo>
                    <a:lnTo>
                      <a:pt x="29" y="373"/>
                    </a:lnTo>
                    <a:lnTo>
                      <a:pt x="30" y="357"/>
                    </a:lnTo>
                    <a:lnTo>
                      <a:pt x="30" y="340"/>
                    </a:lnTo>
                    <a:lnTo>
                      <a:pt x="31" y="324"/>
                    </a:lnTo>
                    <a:lnTo>
                      <a:pt x="31" y="308"/>
                    </a:lnTo>
                    <a:lnTo>
                      <a:pt x="31" y="293"/>
                    </a:lnTo>
                    <a:lnTo>
                      <a:pt x="31" y="277"/>
                    </a:lnTo>
                    <a:lnTo>
                      <a:pt x="31" y="261"/>
                    </a:lnTo>
                    <a:lnTo>
                      <a:pt x="31" y="245"/>
                    </a:lnTo>
                    <a:lnTo>
                      <a:pt x="31" y="230"/>
                    </a:lnTo>
                    <a:lnTo>
                      <a:pt x="31" y="214"/>
                    </a:lnTo>
                    <a:lnTo>
                      <a:pt x="32" y="199"/>
                    </a:lnTo>
                    <a:lnTo>
                      <a:pt x="34" y="183"/>
                    </a:lnTo>
                    <a:lnTo>
                      <a:pt x="35" y="169"/>
                    </a:lnTo>
                    <a:lnTo>
                      <a:pt x="36" y="153"/>
                    </a:lnTo>
                    <a:lnTo>
                      <a:pt x="38" y="140"/>
                    </a:lnTo>
                    <a:lnTo>
                      <a:pt x="42" y="124"/>
                    </a:lnTo>
                    <a:lnTo>
                      <a:pt x="46" y="111"/>
                    </a:lnTo>
                    <a:lnTo>
                      <a:pt x="51" y="96"/>
                    </a:lnTo>
                    <a:lnTo>
                      <a:pt x="55" y="83"/>
                    </a:lnTo>
                    <a:lnTo>
                      <a:pt x="61" y="69"/>
                    </a:lnTo>
                    <a:lnTo>
                      <a:pt x="69" y="56"/>
                    </a:lnTo>
                    <a:lnTo>
                      <a:pt x="76" y="44"/>
                    </a:lnTo>
                    <a:lnTo>
                      <a:pt x="86" y="31"/>
                    </a:lnTo>
                    <a:lnTo>
                      <a:pt x="95" y="20"/>
                    </a:lnTo>
                    <a:lnTo>
                      <a:pt x="108" y="8"/>
                    </a:lnTo>
                    <a:lnTo>
                      <a:pt x="103" y="8"/>
                    </a:lnTo>
                    <a:lnTo>
                      <a:pt x="106" y="2"/>
                    </a:lnTo>
                    <a:lnTo>
                      <a:pt x="104" y="0"/>
                    </a:lnTo>
                    <a:lnTo>
                      <a:pt x="103" y="3"/>
                    </a:lnTo>
                    <a:lnTo>
                      <a:pt x="106" y="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2" name="Freeform 575"/>
              <p:cNvSpPr>
                <a:spLocks/>
              </p:cNvSpPr>
              <p:nvPr/>
            </p:nvSpPr>
            <p:spPr bwMode="auto">
              <a:xfrm>
                <a:off x="555" y="2161"/>
                <a:ext cx="76" cy="48"/>
              </a:xfrm>
              <a:custGeom>
                <a:avLst/>
                <a:gdLst>
                  <a:gd name="T0" fmla="*/ 299 w 303"/>
                  <a:gd name="T1" fmla="*/ 164 h 190"/>
                  <a:gd name="T2" fmla="*/ 275 w 303"/>
                  <a:gd name="T3" fmla="*/ 177 h 190"/>
                  <a:gd name="T4" fmla="*/ 253 w 303"/>
                  <a:gd name="T5" fmla="*/ 183 h 190"/>
                  <a:gd name="T6" fmla="*/ 233 w 303"/>
                  <a:gd name="T7" fmla="*/ 184 h 190"/>
                  <a:gd name="T8" fmla="*/ 212 w 303"/>
                  <a:gd name="T9" fmla="*/ 181 h 190"/>
                  <a:gd name="T10" fmla="*/ 193 w 303"/>
                  <a:gd name="T11" fmla="*/ 174 h 190"/>
                  <a:gd name="T12" fmla="*/ 173 w 303"/>
                  <a:gd name="T13" fmla="*/ 166 h 190"/>
                  <a:gd name="T14" fmla="*/ 156 w 303"/>
                  <a:gd name="T15" fmla="*/ 152 h 190"/>
                  <a:gd name="T16" fmla="*/ 138 w 303"/>
                  <a:gd name="T17" fmla="*/ 138 h 190"/>
                  <a:gd name="T18" fmla="*/ 121 w 303"/>
                  <a:gd name="T19" fmla="*/ 122 h 190"/>
                  <a:gd name="T20" fmla="*/ 104 w 303"/>
                  <a:gd name="T21" fmla="*/ 104 h 190"/>
                  <a:gd name="T22" fmla="*/ 87 w 303"/>
                  <a:gd name="T23" fmla="*/ 86 h 190"/>
                  <a:gd name="T24" fmla="*/ 71 w 303"/>
                  <a:gd name="T25" fmla="*/ 66 h 190"/>
                  <a:gd name="T26" fmla="*/ 54 w 303"/>
                  <a:gd name="T27" fmla="*/ 48 h 190"/>
                  <a:gd name="T28" fmla="*/ 39 w 303"/>
                  <a:gd name="T29" fmla="*/ 31 h 190"/>
                  <a:gd name="T30" fmla="*/ 22 w 303"/>
                  <a:gd name="T31" fmla="*/ 15 h 190"/>
                  <a:gd name="T32" fmla="*/ 3 w 303"/>
                  <a:gd name="T33" fmla="*/ 0 h 190"/>
                  <a:gd name="T34" fmla="*/ 8 w 303"/>
                  <a:gd name="T35" fmla="*/ 12 h 190"/>
                  <a:gd name="T36" fmla="*/ 25 w 303"/>
                  <a:gd name="T37" fmla="*/ 27 h 190"/>
                  <a:gd name="T38" fmla="*/ 42 w 303"/>
                  <a:gd name="T39" fmla="*/ 44 h 190"/>
                  <a:gd name="T40" fmla="*/ 58 w 303"/>
                  <a:gd name="T41" fmla="*/ 63 h 190"/>
                  <a:gd name="T42" fmla="*/ 75 w 303"/>
                  <a:gd name="T43" fmla="*/ 81 h 190"/>
                  <a:gd name="T44" fmla="*/ 91 w 303"/>
                  <a:gd name="T45" fmla="*/ 100 h 190"/>
                  <a:gd name="T46" fmla="*/ 108 w 303"/>
                  <a:gd name="T47" fmla="*/ 118 h 190"/>
                  <a:gd name="T48" fmla="*/ 125 w 303"/>
                  <a:gd name="T49" fmla="*/ 135 h 190"/>
                  <a:gd name="T50" fmla="*/ 143 w 303"/>
                  <a:gd name="T51" fmla="*/ 151 h 190"/>
                  <a:gd name="T52" fmla="*/ 161 w 303"/>
                  <a:gd name="T53" fmla="*/ 164 h 190"/>
                  <a:gd name="T54" fmla="*/ 180 w 303"/>
                  <a:gd name="T55" fmla="*/ 177 h 190"/>
                  <a:gd name="T56" fmla="*/ 200 w 303"/>
                  <a:gd name="T57" fmla="*/ 185 h 190"/>
                  <a:gd name="T58" fmla="*/ 222 w 303"/>
                  <a:gd name="T59" fmla="*/ 190 h 190"/>
                  <a:gd name="T60" fmla="*/ 244 w 303"/>
                  <a:gd name="T61" fmla="*/ 190 h 190"/>
                  <a:gd name="T62" fmla="*/ 265 w 303"/>
                  <a:gd name="T63" fmla="*/ 186 h 190"/>
                  <a:gd name="T64" fmla="*/ 291 w 303"/>
                  <a:gd name="T65" fmla="*/ 178 h 190"/>
                  <a:gd name="T66" fmla="*/ 303 w 303"/>
                  <a:gd name="T67" fmla="*/ 171 h 19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03"/>
                  <a:gd name="T103" fmla="*/ 0 h 190"/>
                  <a:gd name="T104" fmla="*/ 303 w 303"/>
                  <a:gd name="T105" fmla="*/ 190 h 19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03" h="190">
                    <a:moveTo>
                      <a:pt x="299" y="164"/>
                    </a:moveTo>
                    <a:lnTo>
                      <a:pt x="299" y="164"/>
                    </a:lnTo>
                    <a:lnTo>
                      <a:pt x="287" y="171"/>
                    </a:lnTo>
                    <a:lnTo>
                      <a:pt x="275" y="177"/>
                    </a:lnTo>
                    <a:lnTo>
                      <a:pt x="264" y="180"/>
                    </a:lnTo>
                    <a:lnTo>
                      <a:pt x="253" y="183"/>
                    </a:lnTo>
                    <a:lnTo>
                      <a:pt x="242" y="184"/>
                    </a:lnTo>
                    <a:lnTo>
                      <a:pt x="233" y="184"/>
                    </a:lnTo>
                    <a:lnTo>
                      <a:pt x="222" y="183"/>
                    </a:lnTo>
                    <a:lnTo>
                      <a:pt x="212" y="181"/>
                    </a:lnTo>
                    <a:lnTo>
                      <a:pt x="202" y="178"/>
                    </a:lnTo>
                    <a:lnTo>
                      <a:pt x="193" y="174"/>
                    </a:lnTo>
                    <a:lnTo>
                      <a:pt x="183" y="171"/>
                    </a:lnTo>
                    <a:lnTo>
                      <a:pt x="173" y="166"/>
                    </a:lnTo>
                    <a:lnTo>
                      <a:pt x="165" y="160"/>
                    </a:lnTo>
                    <a:lnTo>
                      <a:pt x="156" y="152"/>
                    </a:lnTo>
                    <a:lnTo>
                      <a:pt x="146" y="146"/>
                    </a:lnTo>
                    <a:lnTo>
                      <a:pt x="138" y="138"/>
                    </a:lnTo>
                    <a:lnTo>
                      <a:pt x="129" y="131"/>
                    </a:lnTo>
                    <a:lnTo>
                      <a:pt x="121" y="122"/>
                    </a:lnTo>
                    <a:lnTo>
                      <a:pt x="112" y="114"/>
                    </a:lnTo>
                    <a:lnTo>
                      <a:pt x="104" y="104"/>
                    </a:lnTo>
                    <a:lnTo>
                      <a:pt x="96" y="95"/>
                    </a:lnTo>
                    <a:lnTo>
                      <a:pt x="87" y="86"/>
                    </a:lnTo>
                    <a:lnTo>
                      <a:pt x="80" y="76"/>
                    </a:lnTo>
                    <a:lnTo>
                      <a:pt x="71" y="66"/>
                    </a:lnTo>
                    <a:lnTo>
                      <a:pt x="63" y="58"/>
                    </a:lnTo>
                    <a:lnTo>
                      <a:pt x="54" y="48"/>
                    </a:lnTo>
                    <a:lnTo>
                      <a:pt x="47" y="40"/>
                    </a:lnTo>
                    <a:lnTo>
                      <a:pt x="39" y="31"/>
                    </a:lnTo>
                    <a:lnTo>
                      <a:pt x="30" y="23"/>
                    </a:lnTo>
                    <a:lnTo>
                      <a:pt x="22" y="15"/>
                    </a:lnTo>
                    <a:lnTo>
                      <a:pt x="13" y="7"/>
                    </a:lnTo>
                    <a:lnTo>
                      <a:pt x="3" y="0"/>
                    </a:lnTo>
                    <a:lnTo>
                      <a:pt x="0" y="6"/>
                    </a:lnTo>
                    <a:lnTo>
                      <a:pt x="8" y="12"/>
                    </a:lnTo>
                    <a:lnTo>
                      <a:pt x="17" y="20"/>
                    </a:lnTo>
                    <a:lnTo>
                      <a:pt x="25" y="27"/>
                    </a:lnTo>
                    <a:lnTo>
                      <a:pt x="34" y="36"/>
                    </a:lnTo>
                    <a:lnTo>
                      <a:pt x="42" y="44"/>
                    </a:lnTo>
                    <a:lnTo>
                      <a:pt x="49" y="53"/>
                    </a:lnTo>
                    <a:lnTo>
                      <a:pt x="58" y="63"/>
                    </a:lnTo>
                    <a:lnTo>
                      <a:pt x="66" y="71"/>
                    </a:lnTo>
                    <a:lnTo>
                      <a:pt x="75" y="81"/>
                    </a:lnTo>
                    <a:lnTo>
                      <a:pt x="82" y="91"/>
                    </a:lnTo>
                    <a:lnTo>
                      <a:pt x="91" y="100"/>
                    </a:lnTo>
                    <a:lnTo>
                      <a:pt x="99" y="109"/>
                    </a:lnTo>
                    <a:lnTo>
                      <a:pt x="108" y="118"/>
                    </a:lnTo>
                    <a:lnTo>
                      <a:pt x="116" y="127"/>
                    </a:lnTo>
                    <a:lnTo>
                      <a:pt x="125" y="135"/>
                    </a:lnTo>
                    <a:lnTo>
                      <a:pt x="133" y="143"/>
                    </a:lnTo>
                    <a:lnTo>
                      <a:pt x="143" y="151"/>
                    </a:lnTo>
                    <a:lnTo>
                      <a:pt x="151" y="158"/>
                    </a:lnTo>
                    <a:lnTo>
                      <a:pt x="161" y="164"/>
                    </a:lnTo>
                    <a:lnTo>
                      <a:pt x="171" y="171"/>
                    </a:lnTo>
                    <a:lnTo>
                      <a:pt x="180" y="177"/>
                    </a:lnTo>
                    <a:lnTo>
                      <a:pt x="190" y="181"/>
                    </a:lnTo>
                    <a:lnTo>
                      <a:pt x="200" y="185"/>
                    </a:lnTo>
                    <a:lnTo>
                      <a:pt x="211" y="188"/>
                    </a:lnTo>
                    <a:lnTo>
                      <a:pt x="222" y="190"/>
                    </a:lnTo>
                    <a:lnTo>
                      <a:pt x="233" y="190"/>
                    </a:lnTo>
                    <a:lnTo>
                      <a:pt x="244" y="190"/>
                    </a:lnTo>
                    <a:lnTo>
                      <a:pt x="254" y="189"/>
                    </a:lnTo>
                    <a:lnTo>
                      <a:pt x="265" y="186"/>
                    </a:lnTo>
                    <a:lnTo>
                      <a:pt x="277" y="183"/>
                    </a:lnTo>
                    <a:lnTo>
                      <a:pt x="291" y="178"/>
                    </a:lnTo>
                    <a:lnTo>
                      <a:pt x="303" y="171"/>
                    </a:lnTo>
                    <a:lnTo>
                      <a:pt x="299" y="164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3" name="Freeform 576"/>
              <p:cNvSpPr>
                <a:spLocks/>
              </p:cNvSpPr>
              <p:nvPr/>
            </p:nvSpPr>
            <p:spPr bwMode="auto">
              <a:xfrm>
                <a:off x="630" y="2191"/>
                <a:ext cx="6" cy="13"/>
              </a:xfrm>
              <a:custGeom>
                <a:avLst/>
                <a:gdLst>
                  <a:gd name="T0" fmla="*/ 11 w 25"/>
                  <a:gd name="T1" fmla="*/ 6 h 54"/>
                  <a:gd name="T2" fmla="*/ 11 w 25"/>
                  <a:gd name="T3" fmla="*/ 6 h 54"/>
                  <a:gd name="T4" fmla="*/ 16 w 25"/>
                  <a:gd name="T5" fmla="*/ 10 h 54"/>
                  <a:gd name="T6" fmla="*/ 17 w 25"/>
                  <a:gd name="T7" fmla="*/ 16 h 54"/>
                  <a:gd name="T8" fmla="*/ 17 w 25"/>
                  <a:gd name="T9" fmla="*/ 22 h 54"/>
                  <a:gd name="T10" fmla="*/ 15 w 25"/>
                  <a:gd name="T11" fmla="*/ 29 h 54"/>
                  <a:gd name="T12" fmla="*/ 11 w 25"/>
                  <a:gd name="T13" fmla="*/ 35 h 54"/>
                  <a:gd name="T14" fmla="*/ 6 w 25"/>
                  <a:gd name="T15" fmla="*/ 41 h 54"/>
                  <a:gd name="T16" fmla="*/ 3 w 25"/>
                  <a:gd name="T17" fmla="*/ 46 h 54"/>
                  <a:gd name="T18" fmla="*/ 0 w 25"/>
                  <a:gd name="T19" fmla="*/ 47 h 54"/>
                  <a:gd name="T20" fmla="*/ 4 w 25"/>
                  <a:gd name="T21" fmla="*/ 54 h 54"/>
                  <a:gd name="T22" fmla="*/ 8 w 25"/>
                  <a:gd name="T23" fmla="*/ 51 h 54"/>
                  <a:gd name="T24" fmla="*/ 12 w 25"/>
                  <a:gd name="T25" fmla="*/ 45 h 54"/>
                  <a:gd name="T26" fmla="*/ 17 w 25"/>
                  <a:gd name="T27" fmla="*/ 39 h 54"/>
                  <a:gd name="T28" fmla="*/ 21 w 25"/>
                  <a:gd name="T29" fmla="*/ 32 h 54"/>
                  <a:gd name="T30" fmla="*/ 23 w 25"/>
                  <a:gd name="T31" fmla="*/ 23 h 54"/>
                  <a:gd name="T32" fmla="*/ 25 w 25"/>
                  <a:gd name="T33" fmla="*/ 15 h 54"/>
                  <a:gd name="T34" fmla="*/ 21 w 25"/>
                  <a:gd name="T35" fmla="*/ 6 h 54"/>
                  <a:gd name="T36" fmla="*/ 14 w 25"/>
                  <a:gd name="T37" fmla="*/ 0 h 54"/>
                  <a:gd name="T38" fmla="*/ 14 w 25"/>
                  <a:gd name="T39" fmla="*/ 0 h 54"/>
                  <a:gd name="T40" fmla="*/ 11 w 25"/>
                  <a:gd name="T41" fmla="*/ 6 h 5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54"/>
                  <a:gd name="T65" fmla="*/ 25 w 25"/>
                  <a:gd name="T66" fmla="*/ 54 h 5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54">
                    <a:moveTo>
                      <a:pt x="11" y="6"/>
                    </a:moveTo>
                    <a:lnTo>
                      <a:pt x="11" y="6"/>
                    </a:lnTo>
                    <a:lnTo>
                      <a:pt x="16" y="10"/>
                    </a:lnTo>
                    <a:lnTo>
                      <a:pt x="17" y="16"/>
                    </a:lnTo>
                    <a:lnTo>
                      <a:pt x="17" y="22"/>
                    </a:lnTo>
                    <a:lnTo>
                      <a:pt x="15" y="29"/>
                    </a:lnTo>
                    <a:lnTo>
                      <a:pt x="11" y="35"/>
                    </a:lnTo>
                    <a:lnTo>
                      <a:pt x="6" y="41"/>
                    </a:lnTo>
                    <a:lnTo>
                      <a:pt x="3" y="46"/>
                    </a:lnTo>
                    <a:lnTo>
                      <a:pt x="0" y="47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2" y="45"/>
                    </a:lnTo>
                    <a:lnTo>
                      <a:pt x="17" y="39"/>
                    </a:lnTo>
                    <a:lnTo>
                      <a:pt x="21" y="32"/>
                    </a:lnTo>
                    <a:lnTo>
                      <a:pt x="23" y="23"/>
                    </a:lnTo>
                    <a:lnTo>
                      <a:pt x="25" y="15"/>
                    </a:lnTo>
                    <a:lnTo>
                      <a:pt x="21" y="6"/>
                    </a:lnTo>
                    <a:lnTo>
                      <a:pt x="14" y="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4" name="Freeform 577"/>
              <p:cNvSpPr>
                <a:spLocks/>
              </p:cNvSpPr>
              <p:nvPr/>
            </p:nvSpPr>
            <p:spPr bwMode="auto">
              <a:xfrm>
                <a:off x="564" y="2110"/>
                <a:ext cx="70" cy="82"/>
              </a:xfrm>
              <a:custGeom>
                <a:avLst/>
                <a:gdLst>
                  <a:gd name="T0" fmla="*/ 0 w 279"/>
                  <a:gd name="T1" fmla="*/ 1 h 328"/>
                  <a:gd name="T2" fmla="*/ 6 w 279"/>
                  <a:gd name="T3" fmla="*/ 26 h 328"/>
                  <a:gd name="T4" fmla="*/ 14 w 279"/>
                  <a:gd name="T5" fmla="*/ 52 h 328"/>
                  <a:gd name="T6" fmla="*/ 24 w 279"/>
                  <a:gd name="T7" fmla="*/ 76 h 328"/>
                  <a:gd name="T8" fmla="*/ 36 w 279"/>
                  <a:gd name="T9" fmla="*/ 99 h 328"/>
                  <a:gd name="T10" fmla="*/ 49 w 279"/>
                  <a:gd name="T11" fmla="*/ 122 h 328"/>
                  <a:gd name="T12" fmla="*/ 64 w 279"/>
                  <a:gd name="T13" fmla="*/ 145 h 328"/>
                  <a:gd name="T14" fmla="*/ 80 w 279"/>
                  <a:gd name="T15" fmla="*/ 167 h 328"/>
                  <a:gd name="T16" fmla="*/ 98 w 279"/>
                  <a:gd name="T17" fmla="*/ 188 h 328"/>
                  <a:gd name="T18" fmla="*/ 116 w 279"/>
                  <a:gd name="T19" fmla="*/ 208 h 328"/>
                  <a:gd name="T20" fmla="*/ 137 w 279"/>
                  <a:gd name="T21" fmla="*/ 228 h 328"/>
                  <a:gd name="T22" fmla="*/ 157 w 279"/>
                  <a:gd name="T23" fmla="*/ 246 h 328"/>
                  <a:gd name="T24" fmla="*/ 179 w 279"/>
                  <a:gd name="T25" fmla="*/ 264 h 328"/>
                  <a:gd name="T26" fmla="*/ 202 w 279"/>
                  <a:gd name="T27" fmla="*/ 281 h 328"/>
                  <a:gd name="T28" fmla="*/ 225 w 279"/>
                  <a:gd name="T29" fmla="*/ 297 h 328"/>
                  <a:gd name="T30" fmla="*/ 251 w 279"/>
                  <a:gd name="T31" fmla="*/ 313 h 328"/>
                  <a:gd name="T32" fmla="*/ 276 w 279"/>
                  <a:gd name="T33" fmla="*/ 328 h 328"/>
                  <a:gd name="T34" fmla="*/ 267 w 279"/>
                  <a:gd name="T35" fmla="*/ 315 h 328"/>
                  <a:gd name="T36" fmla="*/ 242 w 279"/>
                  <a:gd name="T37" fmla="*/ 299 h 328"/>
                  <a:gd name="T38" fmla="*/ 218 w 279"/>
                  <a:gd name="T39" fmla="*/ 283 h 328"/>
                  <a:gd name="T40" fmla="*/ 195 w 279"/>
                  <a:gd name="T41" fmla="*/ 266 h 328"/>
                  <a:gd name="T42" fmla="*/ 172 w 279"/>
                  <a:gd name="T43" fmla="*/ 249 h 328"/>
                  <a:gd name="T44" fmla="*/ 151 w 279"/>
                  <a:gd name="T45" fmla="*/ 231 h 328"/>
                  <a:gd name="T46" fmla="*/ 131 w 279"/>
                  <a:gd name="T47" fmla="*/ 213 h 328"/>
                  <a:gd name="T48" fmla="*/ 111 w 279"/>
                  <a:gd name="T49" fmla="*/ 192 h 328"/>
                  <a:gd name="T50" fmla="*/ 94 w 279"/>
                  <a:gd name="T51" fmla="*/ 173 h 328"/>
                  <a:gd name="T52" fmla="*/ 77 w 279"/>
                  <a:gd name="T53" fmla="*/ 152 h 328"/>
                  <a:gd name="T54" fmla="*/ 62 w 279"/>
                  <a:gd name="T55" fmla="*/ 131 h 328"/>
                  <a:gd name="T56" fmla="*/ 48 w 279"/>
                  <a:gd name="T57" fmla="*/ 108 h 328"/>
                  <a:gd name="T58" fmla="*/ 36 w 279"/>
                  <a:gd name="T59" fmla="*/ 85 h 328"/>
                  <a:gd name="T60" fmla="*/ 25 w 279"/>
                  <a:gd name="T61" fmla="*/ 62 h 328"/>
                  <a:gd name="T62" fmla="*/ 17 w 279"/>
                  <a:gd name="T63" fmla="*/ 37 h 328"/>
                  <a:gd name="T64" fmla="*/ 9 w 279"/>
                  <a:gd name="T65" fmla="*/ 12 h 328"/>
                  <a:gd name="T66" fmla="*/ 6 w 279"/>
                  <a:gd name="T67" fmla="*/ 0 h 32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328"/>
                  <a:gd name="T104" fmla="*/ 279 w 279"/>
                  <a:gd name="T105" fmla="*/ 328 h 32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328">
                    <a:moveTo>
                      <a:pt x="0" y="1"/>
                    </a:moveTo>
                    <a:lnTo>
                      <a:pt x="0" y="1"/>
                    </a:lnTo>
                    <a:lnTo>
                      <a:pt x="3" y="14"/>
                    </a:lnTo>
                    <a:lnTo>
                      <a:pt x="6" y="26"/>
                    </a:lnTo>
                    <a:lnTo>
                      <a:pt x="11" y="40"/>
                    </a:lnTo>
                    <a:lnTo>
                      <a:pt x="14" y="52"/>
                    </a:lnTo>
                    <a:lnTo>
                      <a:pt x="19" y="64"/>
                    </a:lnTo>
                    <a:lnTo>
                      <a:pt x="24" y="76"/>
                    </a:lnTo>
                    <a:lnTo>
                      <a:pt x="30" y="88"/>
                    </a:lnTo>
                    <a:lnTo>
                      <a:pt x="36" y="99"/>
                    </a:lnTo>
                    <a:lnTo>
                      <a:pt x="43" y="111"/>
                    </a:lnTo>
                    <a:lnTo>
                      <a:pt x="49" y="122"/>
                    </a:lnTo>
                    <a:lnTo>
                      <a:pt x="57" y="134"/>
                    </a:lnTo>
                    <a:lnTo>
                      <a:pt x="64" y="145"/>
                    </a:lnTo>
                    <a:lnTo>
                      <a:pt x="71" y="156"/>
                    </a:lnTo>
                    <a:lnTo>
                      <a:pt x="80" y="167"/>
                    </a:lnTo>
                    <a:lnTo>
                      <a:pt x="89" y="177"/>
                    </a:lnTo>
                    <a:lnTo>
                      <a:pt x="98" y="188"/>
                    </a:lnTo>
                    <a:lnTo>
                      <a:pt x="106" y="197"/>
                    </a:lnTo>
                    <a:lnTo>
                      <a:pt x="116" y="208"/>
                    </a:lnTo>
                    <a:lnTo>
                      <a:pt x="126" y="218"/>
                    </a:lnTo>
                    <a:lnTo>
                      <a:pt x="137" y="228"/>
                    </a:lnTo>
                    <a:lnTo>
                      <a:pt x="146" y="236"/>
                    </a:lnTo>
                    <a:lnTo>
                      <a:pt x="157" y="246"/>
                    </a:lnTo>
                    <a:lnTo>
                      <a:pt x="168" y="254"/>
                    </a:lnTo>
                    <a:lnTo>
                      <a:pt x="179" y="264"/>
                    </a:lnTo>
                    <a:lnTo>
                      <a:pt x="190" y="272"/>
                    </a:lnTo>
                    <a:lnTo>
                      <a:pt x="202" y="281"/>
                    </a:lnTo>
                    <a:lnTo>
                      <a:pt x="213" y="289"/>
                    </a:lnTo>
                    <a:lnTo>
                      <a:pt x="225" y="297"/>
                    </a:lnTo>
                    <a:lnTo>
                      <a:pt x="237" y="305"/>
                    </a:lnTo>
                    <a:lnTo>
                      <a:pt x="251" y="313"/>
                    </a:lnTo>
                    <a:lnTo>
                      <a:pt x="263" y="321"/>
                    </a:lnTo>
                    <a:lnTo>
                      <a:pt x="276" y="328"/>
                    </a:lnTo>
                    <a:lnTo>
                      <a:pt x="279" y="322"/>
                    </a:lnTo>
                    <a:lnTo>
                      <a:pt x="267" y="315"/>
                    </a:lnTo>
                    <a:lnTo>
                      <a:pt x="253" y="308"/>
                    </a:lnTo>
                    <a:lnTo>
                      <a:pt x="242" y="299"/>
                    </a:lnTo>
                    <a:lnTo>
                      <a:pt x="230" y="292"/>
                    </a:lnTo>
                    <a:lnTo>
                      <a:pt x="218" y="283"/>
                    </a:lnTo>
                    <a:lnTo>
                      <a:pt x="206" y="275"/>
                    </a:lnTo>
                    <a:lnTo>
                      <a:pt x="195" y="266"/>
                    </a:lnTo>
                    <a:lnTo>
                      <a:pt x="183" y="258"/>
                    </a:lnTo>
                    <a:lnTo>
                      <a:pt x="172" y="249"/>
                    </a:lnTo>
                    <a:lnTo>
                      <a:pt x="161" y="241"/>
                    </a:lnTo>
                    <a:lnTo>
                      <a:pt x="151" y="231"/>
                    </a:lnTo>
                    <a:lnTo>
                      <a:pt x="142" y="223"/>
                    </a:lnTo>
                    <a:lnTo>
                      <a:pt x="131" y="213"/>
                    </a:lnTo>
                    <a:lnTo>
                      <a:pt x="121" y="203"/>
                    </a:lnTo>
                    <a:lnTo>
                      <a:pt x="111" y="192"/>
                    </a:lnTo>
                    <a:lnTo>
                      <a:pt x="103" y="183"/>
                    </a:lnTo>
                    <a:lnTo>
                      <a:pt x="94" y="173"/>
                    </a:lnTo>
                    <a:lnTo>
                      <a:pt x="86" y="162"/>
                    </a:lnTo>
                    <a:lnTo>
                      <a:pt x="77" y="152"/>
                    </a:lnTo>
                    <a:lnTo>
                      <a:pt x="70" y="142"/>
                    </a:lnTo>
                    <a:lnTo>
                      <a:pt x="62" y="131"/>
                    </a:lnTo>
                    <a:lnTo>
                      <a:pt x="55" y="120"/>
                    </a:lnTo>
                    <a:lnTo>
                      <a:pt x="48" y="108"/>
                    </a:lnTo>
                    <a:lnTo>
                      <a:pt x="42" y="97"/>
                    </a:lnTo>
                    <a:lnTo>
                      <a:pt x="36" y="85"/>
                    </a:lnTo>
                    <a:lnTo>
                      <a:pt x="31" y="74"/>
                    </a:lnTo>
                    <a:lnTo>
                      <a:pt x="25" y="62"/>
                    </a:lnTo>
                    <a:lnTo>
                      <a:pt x="21" y="49"/>
                    </a:lnTo>
                    <a:lnTo>
                      <a:pt x="17" y="37"/>
                    </a:lnTo>
                    <a:lnTo>
                      <a:pt x="13" y="25"/>
                    </a:lnTo>
                    <a:lnTo>
                      <a:pt x="9" y="12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5" name="Freeform 578"/>
              <p:cNvSpPr>
                <a:spLocks/>
              </p:cNvSpPr>
              <p:nvPr/>
            </p:nvSpPr>
            <p:spPr bwMode="auto">
              <a:xfrm>
                <a:off x="562" y="2006"/>
                <a:ext cx="11" cy="104"/>
              </a:xfrm>
              <a:custGeom>
                <a:avLst/>
                <a:gdLst>
                  <a:gd name="T0" fmla="*/ 37 w 44"/>
                  <a:gd name="T1" fmla="*/ 3 h 418"/>
                  <a:gd name="T2" fmla="*/ 36 w 44"/>
                  <a:gd name="T3" fmla="*/ 27 h 418"/>
                  <a:gd name="T4" fmla="*/ 33 w 44"/>
                  <a:gd name="T5" fmla="*/ 52 h 418"/>
                  <a:gd name="T6" fmla="*/ 29 w 44"/>
                  <a:gd name="T7" fmla="*/ 78 h 418"/>
                  <a:gd name="T8" fmla="*/ 26 w 44"/>
                  <a:gd name="T9" fmla="*/ 104 h 418"/>
                  <a:gd name="T10" fmla="*/ 22 w 44"/>
                  <a:gd name="T11" fmla="*/ 131 h 418"/>
                  <a:gd name="T12" fmla="*/ 19 w 44"/>
                  <a:gd name="T13" fmla="*/ 158 h 418"/>
                  <a:gd name="T14" fmla="*/ 15 w 44"/>
                  <a:gd name="T15" fmla="*/ 185 h 418"/>
                  <a:gd name="T16" fmla="*/ 11 w 44"/>
                  <a:gd name="T17" fmla="*/ 213 h 418"/>
                  <a:gd name="T18" fmla="*/ 8 w 44"/>
                  <a:gd name="T19" fmla="*/ 240 h 418"/>
                  <a:gd name="T20" fmla="*/ 4 w 44"/>
                  <a:gd name="T21" fmla="*/ 268 h 418"/>
                  <a:gd name="T22" fmla="*/ 2 w 44"/>
                  <a:gd name="T23" fmla="*/ 294 h 418"/>
                  <a:gd name="T24" fmla="*/ 0 w 44"/>
                  <a:gd name="T25" fmla="*/ 320 h 418"/>
                  <a:gd name="T26" fmla="*/ 0 w 44"/>
                  <a:gd name="T27" fmla="*/ 345 h 418"/>
                  <a:gd name="T28" fmla="*/ 2 w 44"/>
                  <a:gd name="T29" fmla="*/ 371 h 418"/>
                  <a:gd name="T30" fmla="*/ 4 w 44"/>
                  <a:gd name="T31" fmla="*/ 395 h 418"/>
                  <a:gd name="T32" fmla="*/ 8 w 44"/>
                  <a:gd name="T33" fmla="*/ 418 h 418"/>
                  <a:gd name="T34" fmla="*/ 13 w 44"/>
                  <a:gd name="T35" fmla="*/ 406 h 418"/>
                  <a:gd name="T36" fmla="*/ 9 w 44"/>
                  <a:gd name="T37" fmla="*/ 382 h 418"/>
                  <a:gd name="T38" fmla="*/ 8 w 44"/>
                  <a:gd name="T39" fmla="*/ 358 h 418"/>
                  <a:gd name="T40" fmla="*/ 8 w 44"/>
                  <a:gd name="T41" fmla="*/ 333 h 418"/>
                  <a:gd name="T42" fmla="*/ 8 w 44"/>
                  <a:gd name="T43" fmla="*/ 308 h 418"/>
                  <a:gd name="T44" fmla="*/ 10 w 44"/>
                  <a:gd name="T45" fmla="*/ 281 h 418"/>
                  <a:gd name="T46" fmla="*/ 13 w 44"/>
                  <a:gd name="T47" fmla="*/ 254 h 418"/>
                  <a:gd name="T48" fmla="*/ 15 w 44"/>
                  <a:gd name="T49" fmla="*/ 228 h 418"/>
                  <a:gd name="T50" fmla="*/ 19 w 44"/>
                  <a:gd name="T51" fmla="*/ 200 h 418"/>
                  <a:gd name="T52" fmla="*/ 23 w 44"/>
                  <a:gd name="T53" fmla="*/ 173 h 418"/>
                  <a:gd name="T54" fmla="*/ 27 w 44"/>
                  <a:gd name="T55" fmla="*/ 145 h 418"/>
                  <a:gd name="T56" fmla="*/ 31 w 44"/>
                  <a:gd name="T57" fmla="*/ 118 h 418"/>
                  <a:gd name="T58" fmla="*/ 34 w 44"/>
                  <a:gd name="T59" fmla="*/ 92 h 418"/>
                  <a:gd name="T60" fmla="*/ 38 w 44"/>
                  <a:gd name="T61" fmla="*/ 66 h 418"/>
                  <a:gd name="T62" fmla="*/ 40 w 44"/>
                  <a:gd name="T63" fmla="*/ 41 h 418"/>
                  <a:gd name="T64" fmla="*/ 43 w 44"/>
                  <a:gd name="T65" fmla="*/ 15 h 418"/>
                  <a:gd name="T66" fmla="*/ 39 w 44"/>
                  <a:gd name="T67" fmla="*/ 0 h 418"/>
                  <a:gd name="T68" fmla="*/ 44 w 44"/>
                  <a:gd name="T69" fmla="*/ 0 h 418"/>
                  <a:gd name="T70" fmla="*/ 40 w 44"/>
                  <a:gd name="T71" fmla="*/ 7 h 41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"/>
                  <a:gd name="T109" fmla="*/ 0 h 418"/>
                  <a:gd name="T110" fmla="*/ 44 w 44"/>
                  <a:gd name="T111" fmla="*/ 418 h 41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" h="418">
                    <a:moveTo>
                      <a:pt x="40" y="7"/>
                    </a:moveTo>
                    <a:lnTo>
                      <a:pt x="37" y="3"/>
                    </a:lnTo>
                    <a:lnTo>
                      <a:pt x="36" y="15"/>
                    </a:lnTo>
                    <a:lnTo>
                      <a:pt x="36" y="27"/>
                    </a:lnTo>
                    <a:lnTo>
                      <a:pt x="34" y="40"/>
                    </a:lnTo>
                    <a:lnTo>
                      <a:pt x="33" y="52"/>
                    </a:lnTo>
                    <a:lnTo>
                      <a:pt x="32" y="65"/>
                    </a:lnTo>
                    <a:lnTo>
                      <a:pt x="29" y="78"/>
                    </a:lnTo>
                    <a:lnTo>
                      <a:pt x="28" y="92"/>
                    </a:lnTo>
                    <a:lnTo>
                      <a:pt x="26" y="104"/>
                    </a:lnTo>
                    <a:lnTo>
                      <a:pt x="25" y="118"/>
                    </a:lnTo>
                    <a:lnTo>
                      <a:pt x="22" y="131"/>
                    </a:lnTo>
                    <a:lnTo>
                      <a:pt x="21" y="144"/>
                    </a:lnTo>
                    <a:lnTo>
                      <a:pt x="19" y="158"/>
                    </a:lnTo>
                    <a:lnTo>
                      <a:pt x="16" y="172"/>
                    </a:lnTo>
                    <a:lnTo>
                      <a:pt x="15" y="185"/>
                    </a:lnTo>
                    <a:lnTo>
                      <a:pt x="13" y="200"/>
                    </a:lnTo>
                    <a:lnTo>
                      <a:pt x="11" y="213"/>
                    </a:lnTo>
                    <a:lnTo>
                      <a:pt x="9" y="226"/>
                    </a:lnTo>
                    <a:lnTo>
                      <a:pt x="8" y="240"/>
                    </a:lnTo>
                    <a:lnTo>
                      <a:pt x="5" y="254"/>
                    </a:lnTo>
                    <a:lnTo>
                      <a:pt x="4" y="268"/>
                    </a:lnTo>
                    <a:lnTo>
                      <a:pt x="3" y="281"/>
                    </a:lnTo>
                    <a:lnTo>
                      <a:pt x="2" y="294"/>
                    </a:lnTo>
                    <a:lnTo>
                      <a:pt x="2" y="308"/>
                    </a:lnTo>
                    <a:lnTo>
                      <a:pt x="0" y="320"/>
                    </a:lnTo>
                    <a:lnTo>
                      <a:pt x="0" y="333"/>
                    </a:lnTo>
                    <a:lnTo>
                      <a:pt x="0" y="345"/>
                    </a:lnTo>
                    <a:lnTo>
                      <a:pt x="0" y="358"/>
                    </a:lnTo>
                    <a:lnTo>
                      <a:pt x="2" y="371"/>
                    </a:lnTo>
                    <a:lnTo>
                      <a:pt x="3" y="383"/>
                    </a:lnTo>
                    <a:lnTo>
                      <a:pt x="4" y="395"/>
                    </a:lnTo>
                    <a:lnTo>
                      <a:pt x="5" y="406"/>
                    </a:lnTo>
                    <a:lnTo>
                      <a:pt x="8" y="418"/>
                    </a:lnTo>
                    <a:lnTo>
                      <a:pt x="14" y="417"/>
                    </a:lnTo>
                    <a:lnTo>
                      <a:pt x="13" y="406"/>
                    </a:lnTo>
                    <a:lnTo>
                      <a:pt x="10" y="394"/>
                    </a:lnTo>
                    <a:lnTo>
                      <a:pt x="9" y="382"/>
                    </a:lnTo>
                    <a:lnTo>
                      <a:pt x="8" y="369"/>
                    </a:lnTo>
                    <a:lnTo>
                      <a:pt x="8" y="358"/>
                    </a:lnTo>
                    <a:lnTo>
                      <a:pt x="8" y="345"/>
                    </a:lnTo>
                    <a:lnTo>
                      <a:pt x="8" y="333"/>
                    </a:lnTo>
                    <a:lnTo>
                      <a:pt x="8" y="320"/>
                    </a:lnTo>
                    <a:lnTo>
                      <a:pt x="8" y="308"/>
                    </a:lnTo>
                    <a:lnTo>
                      <a:pt x="9" y="294"/>
                    </a:lnTo>
                    <a:lnTo>
                      <a:pt x="10" y="281"/>
                    </a:lnTo>
                    <a:lnTo>
                      <a:pt x="11" y="268"/>
                    </a:lnTo>
                    <a:lnTo>
                      <a:pt x="13" y="254"/>
                    </a:lnTo>
                    <a:lnTo>
                      <a:pt x="14" y="241"/>
                    </a:lnTo>
                    <a:lnTo>
                      <a:pt x="15" y="228"/>
                    </a:lnTo>
                    <a:lnTo>
                      <a:pt x="17" y="213"/>
                    </a:lnTo>
                    <a:lnTo>
                      <a:pt x="19" y="200"/>
                    </a:lnTo>
                    <a:lnTo>
                      <a:pt x="21" y="186"/>
                    </a:lnTo>
                    <a:lnTo>
                      <a:pt x="23" y="173"/>
                    </a:lnTo>
                    <a:lnTo>
                      <a:pt x="25" y="158"/>
                    </a:lnTo>
                    <a:lnTo>
                      <a:pt x="27" y="145"/>
                    </a:lnTo>
                    <a:lnTo>
                      <a:pt x="29" y="132"/>
                    </a:lnTo>
                    <a:lnTo>
                      <a:pt x="31" y="118"/>
                    </a:lnTo>
                    <a:lnTo>
                      <a:pt x="33" y="105"/>
                    </a:lnTo>
                    <a:lnTo>
                      <a:pt x="34" y="92"/>
                    </a:lnTo>
                    <a:lnTo>
                      <a:pt x="37" y="78"/>
                    </a:lnTo>
                    <a:lnTo>
                      <a:pt x="38" y="66"/>
                    </a:lnTo>
                    <a:lnTo>
                      <a:pt x="39" y="53"/>
                    </a:lnTo>
                    <a:lnTo>
                      <a:pt x="40" y="41"/>
                    </a:lnTo>
                    <a:lnTo>
                      <a:pt x="42" y="27"/>
                    </a:lnTo>
                    <a:lnTo>
                      <a:pt x="43" y="15"/>
                    </a:lnTo>
                    <a:lnTo>
                      <a:pt x="43" y="3"/>
                    </a:lnTo>
                    <a:lnTo>
                      <a:pt x="39" y="0"/>
                    </a:lnTo>
                    <a:lnTo>
                      <a:pt x="43" y="3"/>
                    </a:lnTo>
                    <a:lnTo>
                      <a:pt x="44" y="0"/>
                    </a:lnTo>
                    <a:lnTo>
                      <a:pt x="39" y="0"/>
                    </a:lnTo>
                    <a:lnTo>
                      <a:pt x="40" y="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6" name="Freeform 579"/>
              <p:cNvSpPr>
                <a:spLocks/>
              </p:cNvSpPr>
              <p:nvPr/>
            </p:nvSpPr>
            <p:spPr bwMode="auto">
              <a:xfrm>
                <a:off x="525" y="2006"/>
                <a:ext cx="47" cy="8"/>
              </a:xfrm>
              <a:custGeom>
                <a:avLst/>
                <a:gdLst>
                  <a:gd name="T0" fmla="*/ 6 w 186"/>
                  <a:gd name="T1" fmla="*/ 30 h 32"/>
                  <a:gd name="T2" fmla="*/ 3 w 186"/>
                  <a:gd name="T3" fmla="*/ 32 h 32"/>
                  <a:gd name="T4" fmla="*/ 186 w 186"/>
                  <a:gd name="T5" fmla="*/ 7 h 32"/>
                  <a:gd name="T6" fmla="*/ 185 w 186"/>
                  <a:gd name="T7" fmla="*/ 0 h 32"/>
                  <a:gd name="T8" fmla="*/ 2 w 186"/>
                  <a:gd name="T9" fmla="*/ 26 h 32"/>
                  <a:gd name="T10" fmla="*/ 0 w 186"/>
                  <a:gd name="T11" fmla="*/ 27 h 32"/>
                  <a:gd name="T12" fmla="*/ 2 w 186"/>
                  <a:gd name="T13" fmla="*/ 26 h 32"/>
                  <a:gd name="T14" fmla="*/ 0 w 186"/>
                  <a:gd name="T15" fmla="*/ 26 h 32"/>
                  <a:gd name="T16" fmla="*/ 0 w 186"/>
                  <a:gd name="T17" fmla="*/ 27 h 32"/>
                  <a:gd name="T18" fmla="*/ 6 w 186"/>
                  <a:gd name="T19" fmla="*/ 3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6"/>
                  <a:gd name="T31" fmla="*/ 0 h 32"/>
                  <a:gd name="T32" fmla="*/ 186 w 186"/>
                  <a:gd name="T33" fmla="*/ 32 h 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6" h="32">
                    <a:moveTo>
                      <a:pt x="6" y="30"/>
                    </a:moveTo>
                    <a:lnTo>
                      <a:pt x="3" y="32"/>
                    </a:lnTo>
                    <a:lnTo>
                      <a:pt x="186" y="7"/>
                    </a:lnTo>
                    <a:lnTo>
                      <a:pt x="185" y="0"/>
                    </a:lnTo>
                    <a:lnTo>
                      <a:pt x="2" y="26"/>
                    </a:lnTo>
                    <a:lnTo>
                      <a:pt x="0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7" name="Freeform 580"/>
              <p:cNvSpPr>
                <a:spLocks/>
              </p:cNvSpPr>
              <p:nvPr/>
            </p:nvSpPr>
            <p:spPr bwMode="auto">
              <a:xfrm>
                <a:off x="483" y="1973"/>
                <a:ext cx="117" cy="55"/>
              </a:xfrm>
              <a:custGeom>
                <a:avLst/>
                <a:gdLst>
                  <a:gd name="T0" fmla="*/ 24 w 467"/>
                  <a:gd name="T1" fmla="*/ 47 h 222"/>
                  <a:gd name="T2" fmla="*/ 47 w 467"/>
                  <a:gd name="T3" fmla="*/ 35 h 222"/>
                  <a:gd name="T4" fmla="*/ 73 w 467"/>
                  <a:gd name="T5" fmla="*/ 24 h 222"/>
                  <a:gd name="T6" fmla="*/ 99 w 467"/>
                  <a:gd name="T7" fmla="*/ 14 h 222"/>
                  <a:gd name="T8" fmla="*/ 129 w 467"/>
                  <a:gd name="T9" fmla="*/ 8 h 222"/>
                  <a:gd name="T10" fmla="*/ 158 w 467"/>
                  <a:gd name="T11" fmla="*/ 3 h 222"/>
                  <a:gd name="T12" fmla="*/ 188 w 467"/>
                  <a:gd name="T13" fmla="*/ 1 h 222"/>
                  <a:gd name="T14" fmla="*/ 217 w 467"/>
                  <a:gd name="T15" fmla="*/ 0 h 222"/>
                  <a:gd name="T16" fmla="*/ 247 w 467"/>
                  <a:gd name="T17" fmla="*/ 1 h 222"/>
                  <a:gd name="T18" fmla="*/ 278 w 467"/>
                  <a:gd name="T19" fmla="*/ 4 h 222"/>
                  <a:gd name="T20" fmla="*/ 307 w 467"/>
                  <a:gd name="T21" fmla="*/ 9 h 222"/>
                  <a:gd name="T22" fmla="*/ 336 w 467"/>
                  <a:gd name="T23" fmla="*/ 17 h 222"/>
                  <a:gd name="T24" fmla="*/ 364 w 467"/>
                  <a:gd name="T25" fmla="*/ 26 h 222"/>
                  <a:gd name="T26" fmla="*/ 389 w 467"/>
                  <a:gd name="T27" fmla="*/ 38 h 222"/>
                  <a:gd name="T28" fmla="*/ 414 w 467"/>
                  <a:gd name="T29" fmla="*/ 52 h 222"/>
                  <a:gd name="T30" fmla="*/ 435 w 467"/>
                  <a:gd name="T31" fmla="*/ 68 h 222"/>
                  <a:gd name="T32" fmla="*/ 450 w 467"/>
                  <a:gd name="T33" fmla="*/ 82 h 222"/>
                  <a:gd name="T34" fmla="*/ 459 w 467"/>
                  <a:gd name="T35" fmla="*/ 98 h 222"/>
                  <a:gd name="T36" fmla="*/ 463 w 467"/>
                  <a:gd name="T37" fmla="*/ 120 h 222"/>
                  <a:gd name="T38" fmla="*/ 467 w 467"/>
                  <a:gd name="T39" fmla="*/ 145 h 222"/>
                  <a:gd name="T40" fmla="*/ 466 w 467"/>
                  <a:gd name="T41" fmla="*/ 169 h 222"/>
                  <a:gd name="T42" fmla="*/ 462 w 467"/>
                  <a:gd name="T43" fmla="*/ 191 h 222"/>
                  <a:gd name="T44" fmla="*/ 455 w 467"/>
                  <a:gd name="T45" fmla="*/ 208 h 222"/>
                  <a:gd name="T46" fmla="*/ 443 w 467"/>
                  <a:gd name="T47" fmla="*/ 218 h 222"/>
                  <a:gd name="T48" fmla="*/ 420 w 467"/>
                  <a:gd name="T49" fmla="*/ 217 h 222"/>
                  <a:gd name="T50" fmla="*/ 389 w 467"/>
                  <a:gd name="T51" fmla="*/ 215 h 222"/>
                  <a:gd name="T52" fmla="*/ 361 w 467"/>
                  <a:gd name="T53" fmla="*/ 213 h 222"/>
                  <a:gd name="T54" fmla="*/ 335 w 467"/>
                  <a:gd name="T55" fmla="*/ 212 h 222"/>
                  <a:gd name="T56" fmla="*/ 308 w 467"/>
                  <a:gd name="T57" fmla="*/ 211 h 222"/>
                  <a:gd name="T58" fmla="*/ 283 w 467"/>
                  <a:gd name="T59" fmla="*/ 209 h 222"/>
                  <a:gd name="T60" fmla="*/ 257 w 467"/>
                  <a:gd name="T61" fmla="*/ 208 h 222"/>
                  <a:gd name="T62" fmla="*/ 233 w 467"/>
                  <a:gd name="T63" fmla="*/ 208 h 222"/>
                  <a:gd name="T64" fmla="*/ 210 w 467"/>
                  <a:gd name="T65" fmla="*/ 208 h 222"/>
                  <a:gd name="T66" fmla="*/ 186 w 467"/>
                  <a:gd name="T67" fmla="*/ 208 h 222"/>
                  <a:gd name="T68" fmla="*/ 163 w 467"/>
                  <a:gd name="T69" fmla="*/ 209 h 222"/>
                  <a:gd name="T70" fmla="*/ 139 w 467"/>
                  <a:gd name="T71" fmla="*/ 209 h 222"/>
                  <a:gd name="T72" fmla="*/ 118 w 467"/>
                  <a:gd name="T73" fmla="*/ 212 h 222"/>
                  <a:gd name="T74" fmla="*/ 95 w 467"/>
                  <a:gd name="T75" fmla="*/ 214 h 222"/>
                  <a:gd name="T76" fmla="*/ 72 w 467"/>
                  <a:gd name="T77" fmla="*/ 217 h 222"/>
                  <a:gd name="T78" fmla="*/ 49 w 467"/>
                  <a:gd name="T79" fmla="*/ 219 h 222"/>
                  <a:gd name="T80" fmla="*/ 28 w 467"/>
                  <a:gd name="T81" fmla="*/ 222 h 222"/>
                  <a:gd name="T82" fmla="*/ 13 w 467"/>
                  <a:gd name="T83" fmla="*/ 214 h 222"/>
                  <a:gd name="T84" fmla="*/ 5 w 467"/>
                  <a:gd name="T85" fmla="*/ 200 h 222"/>
                  <a:gd name="T86" fmla="*/ 1 w 467"/>
                  <a:gd name="T87" fmla="*/ 179 h 222"/>
                  <a:gd name="T88" fmla="*/ 0 w 467"/>
                  <a:gd name="T89" fmla="*/ 154 h 222"/>
                  <a:gd name="T90" fmla="*/ 2 w 467"/>
                  <a:gd name="T91" fmla="*/ 125 h 222"/>
                  <a:gd name="T92" fmla="*/ 6 w 467"/>
                  <a:gd name="T93" fmla="*/ 95 h 222"/>
                  <a:gd name="T94" fmla="*/ 10 w 467"/>
                  <a:gd name="T95" fmla="*/ 68 h 22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67"/>
                  <a:gd name="T145" fmla="*/ 0 h 222"/>
                  <a:gd name="T146" fmla="*/ 467 w 467"/>
                  <a:gd name="T147" fmla="*/ 222 h 22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67" h="222">
                    <a:moveTo>
                      <a:pt x="12" y="54"/>
                    </a:moveTo>
                    <a:lnTo>
                      <a:pt x="24" y="47"/>
                    </a:lnTo>
                    <a:lnTo>
                      <a:pt x="35" y="41"/>
                    </a:lnTo>
                    <a:lnTo>
                      <a:pt x="47" y="35"/>
                    </a:lnTo>
                    <a:lnTo>
                      <a:pt x="61" y="29"/>
                    </a:lnTo>
                    <a:lnTo>
                      <a:pt x="73" y="24"/>
                    </a:lnTo>
                    <a:lnTo>
                      <a:pt x="86" y="19"/>
                    </a:lnTo>
                    <a:lnTo>
                      <a:pt x="99" y="14"/>
                    </a:lnTo>
                    <a:lnTo>
                      <a:pt x="114" y="11"/>
                    </a:lnTo>
                    <a:lnTo>
                      <a:pt x="129" y="8"/>
                    </a:lnTo>
                    <a:lnTo>
                      <a:pt x="143" y="6"/>
                    </a:lnTo>
                    <a:lnTo>
                      <a:pt x="158" y="3"/>
                    </a:lnTo>
                    <a:lnTo>
                      <a:pt x="172" y="2"/>
                    </a:lnTo>
                    <a:lnTo>
                      <a:pt x="188" y="1"/>
                    </a:lnTo>
                    <a:lnTo>
                      <a:pt x="203" y="0"/>
                    </a:lnTo>
                    <a:lnTo>
                      <a:pt x="217" y="0"/>
                    </a:lnTo>
                    <a:lnTo>
                      <a:pt x="233" y="0"/>
                    </a:lnTo>
                    <a:lnTo>
                      <a:pt x="247" y="1"/>
                    </a:lnTo>
                    <a:lnTo>
                      <a:pt x="263" y="2"/>
                    </a:lnTo>
                    <a:lnTo>
                      <a:pt x="278" y="4"/>
                    </a:lnTo>
                    <a:lnTo>
                      <a:pt x="292" y="7"/>
                    </a:lnTo>
                    <a:lnTo>
                      <a:pt x="307" y="9"/>
                    </a:lnTo>
                    <a:lnTo>
                      <a:pt x="321" y="13"/>
                    </a:lnTo>
                    <a:lnTo>
                      <a:pt x="336" y="17"/>
                    </a:lnTo>
                    <a:lnTo>
                      <a:pt x="351" y="21"/>
                    </a:lnTo>
                    <a:lnTo>
                      <a:pt x="364" y="26"/>
                    </a:lnTo>
                    <a:lnTo>
                      <a:pt x="376" y="32"/>
                    </a:lnTo>
                    <a:lnTo>
                      <a:pt x="389" y="38"/>
                    </a:lnTo>
                    <a:lnTo>
                      <a:pt x="401" y="44"/>
                    </a:lnTo>
                    <a:lnTo>
                      <a:pt x="414" y="52"/>
                    </a:lnTo>
                    <a:lnTo>
                      <a:pt x="425" y="60"/>
                    </a:lnTo>
                    <a:lnTo>
                      <a:pt x="435" y="68"/>
                    </a:lnTo>
                    <a:lnTo>
                      <a:pt x="446" y="77"/>
                    </a:lnTo>
                    <a:lnTo>
                      <a:pt x="450" y="82"/>
                    </a:lnTo>
                    <a:lnTo>
                      <a:pt x="455" y="89"/>
                    </a:lnTo>
                    <a:lnTo>
                      <a:pt x="459" y="98"/>
                    </a:lnTo>
                    <a:lnTo>
                      <a:pt x="461" y="109"/>
                    </a:lnTo>
                    <a:lnTo>
                      <a:pt x="463" y="120"/>
                    </a:lnTo>
                    <a:lnTo>
                      <a:pt x="466" y="132"/>
                    </a:lnTo>
                    <a:lnTo>
                      <a:pt x="467" y="145"/>
                    </a:lnTo>
                    <a:lnTo>
                      <a:pt x="467" y="157"/>
                    </a:lnTo>
                    <a:lnTo>
                      <a:pt x="466" y="169"/>
                    </a:lnTo>
                    <a:lnTo>
                      <a:pt x="465" y="181"/>
                    </a:lnTo>
                    <a:lnTo>
                      <a:pt x="462" y="191"/>
                    </a:lnTo>
                    <a:lnTo>
                      <a:pt x="459" y="201"/>
                    </a:lnTo>
                    <a:lnTo>
                      <a:pt x="455" y="208"/>
                    </a:lnTo>
                    <a:lnTo>
                      <a:pt x="449" y="214"/>
                    </a:lnTo>
                    <a:lnTo>
                      <a:pt x="443" y="218"/>
                    </a:lnTo>
                    <a:lnTo>
                      <a:pt x="434" y="218"/>
                    </a:lnTo>
                    <a:lnTo>
                      <a:pt x="420" y="217"/>
                    </a:lnTo>
                    <a:lnTo>
                      <a:pt x="404" y="215"/>
                    </a:lnTo>
                    <a:lnTo>
                      <a:pt x="389" y="215"/>
                    </a:lnTo>
                    <a:lnTo>
                      <a:pt x="376" y="214"/>
                    </a:lnTo>
                    <a:lnTo>
                      <a:pt x="361" y="213"/>
                    </a:lnTo>
                    <a:lnTo>
                      <a:pt x="348" y="212"/>
                    </a:lnTo>
                    <a:lnTo>
                      <a:pt x="335" y="212"/>
                    </a:lnTo>
                    <a:lnTo>
                      <a:pt x="321" y="211"/>
                    </a:lnTo>
                    <a:lnTo>
                      <a:pt x="308" y="211"/>
                    </a:lnTo>
                    <a:lnTo>
                      <a:pt x="295" y="209"/>
                    </a:lnTo>
                    <a:lnTo>
                      <a:pt x="283" y="209"/>
                    </a:lnTo>
                    <a:lnTo>
                      <a:pt x="269" y="208"/>
                    </a:lnTo>
                    <a:lnTo>
                      <a:pt x="257" y="208"/>
                    </a:lnTo>
                    <a:lnTo>
                      <a:pt x="245" y="208"/>
                    </a:lnTo>
                    <a:lnTo>
                      <a:pt x="233" y="208"/>
                    </a:lnTo>
                    <a:lnTo>
                      <a:pt x="221" y="208"/>
                    </a:lnTo>
                    <a:lnTo>
                      <a:pt x="210" y="208"/>
                    </a:lnTo>
                    <a:lnTo>
                      <a:pt x="198" y="208"/>
                    </a:lnTo>
                    <a:lnTo>
                      <a:pt x="186" y="208"/>
                    </a:lnTo>
                    <a:lnTo>
                      <a:pt x="175" y="208"/>
                    </a:lnTo>
                    <a:lnTo>
                      <a:pt x="163" y="209"/>
                    </a:lnTo>
                    <a:lnTo>
                      <a:pt x="152" y="209"/>
                    </a:lnTo>
                    <a:lnTo>
                      <a:pt x="139" y="209"/>
                    </a:lnTo>
                    <a:lnTo>
                      <a:pt x="129" y="211"/>
                    </a:lnTo>
                    <a:lnTo>
                      <a:pt x="118" y="212"/>
                    </a:lnTo>
                    <a:lnTo>
                      <a:pt x="106" y="213"/>
                    </a:lnTo>
                    <a:lnTo>
                      <a:pt x="95" y="214"/>
                    </a:lnTo>
                    <a:lnTo>
                      <a:pt x="82" y="215"/>
                    </a:lnTo>
                    <a:lnTo>
                      <a:pt x="72" y="217"/>
                    </a:lnTo>
                    <a:lnTo>
                      <a:pt x="61" y="218"/>
                    </a:lnTo>
                    <a:lnTo>
                      <a:pt x="49" y="219"/>
                    </a:lnTo>
                    <a:lnTo>
                      <a:pt x="38" y="222"/>
                    </a:lnTo>
                    <a:lnTo>
                      <a:pt x="28" y="222"/>
                    </a:lnTo>
                    <a:lnTo>
                      <a:pt x="21" y="219"/>
                    </a:lnTo>
                    <a:lnTo>
                      <a:pt x="13" y="214"/>
                    </a:lnTo>
                    <a:lnTo>
                      <a:pt x="8" y="208"/>
                    </a:lnTo>
                    <a:lnTo>
                      <a:pt x="5" y="200"/>
                    </a:lnTo>
                    <a:lnTo>
                      <a:pt x="2" y="190"/>
                    </a:lnTo>
                    <a:lnTo>
                      <a:pt x="1" y="179"/>
                    </a:lnTo>
                    <a:lnTo>
                      <a:pt x="0" y="167"/>
                    </a:lnTo>
                    <a:lnTo>
                      <a:pt x="0" y="154"/>
                    </a:lnTo>
                    <a:lnTo>
                      <a:pt x="1" y="139"/>
                    </a:lnTo>
                    <a:lnTo>
                      <a:pt x="2" y="125"/>
                    </a:lnTo>
                    <a:lnTo>
                      <a:pt x="4" y="110"/>
                    </a:lnTo>
                    <a:lnTo>
                      <a:pt x="6" y="95"/>
                    </a:lnTo>
                    <a:lnTo>
                      <a:pt x="7" y="81"/>
                    </a:lnTo>
                    <a:lnTo>
                      <a:pt x="10" y="68"/>
                    </a:lnTo>
                    <a:lnTo>
                      <a:pt x="12" y="54"/>
                    </a:lnTo>
                    <a:close/>
                  </a:path>
                </a:pathLst>
              </a:custGeom>
              <a:solidFill>
                <a:srgbClr val="7F7F7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8" name="Freeform 581"/>
              <p:cNvSpPr>
                <a:spLocks/>
              </p:cNvSpPr>
              <p:nvPr/>
            </p:nvSpPr>
            <p:spPr bwMode="auto">
              <a:xfrm>
                <a:off x="486" y="1972"/>
                <a:ext cx="109" cy="21"/>
              </a:xfrm>
              <a:custGeom>
                <a:avLst/>
                <a:gdLst>
                  <a:gd name="T0" fmla="*/ 437 w 437"/>
                  <a:gd name="T1" fmla="*/ 78 h 81"/>
                  <a:gd name="T2" fmla="*/ 416 w 437"/>
                  <a:gd name="T3" fmla="*/ 61 h 81"/>
                  <a:gd name="T4" fmla="*/ 392 w 437"/>
                  <a:gd name="T5" fmla="*/ 45 h 81"/>
                  <a:gd name="T6" fmla="*/ 366 w 437"/>
                  <a:gd name="T7" fmla="*/ 33 h 81"/>
                  <a:gd name="T8" fmla="*/ 340 w 437"/>
                  <a:gd name="T9" fmla="*/ 22 h 81"/>
                  <a:gd name="T10" fmla="*/ 312 w 437"/>
                  <a:gd name="T11" fmla="*/ 14 h 81"/>
                  <a:gd name="T12" fmla="*/ 283 w 437"/>
                  <a:gd name="T13" fmla="*/ 7 h 81"/>
                  <a:gd name="T14" fmla="*/ 252 w 437"/>
                  <a:gd name="T15" fmla="*/ 3 h 81"/>
                  <a:gd name="T16" fmla="*/ 222 w 437"/>
                  <a:gd name="T17" fmla="*/ 0 h 81"/>
                  <a:gd name="T18" fmla="*/ 192 w 437"/>
                  <a:gd name="T19" fmla="*/ 0 h 81"/>
                  <a:gd name="T20" fmla="*/ 161 w 437"/>
                  <a:gd name="T21" fmla="*/ 1 h 81"/>
                  <a:gd name="T22" fmla="*/ 131 w 437"/>
                  <a:gd name="T23" fmla="*/ 5 h 81"/>
                  <a:gd name="T24" fmla="*/ 102 w 437"/>
                  <a:gd name="T25" fmla="*/ 11 h 81"/>
                  <a:gd name="T26" fmla="*/ 74 w 437"/>
                  <a:gd name="T27" fmla="*/ 20 h 81"/>
                  <a:gd name="T28" fmla="*/ 48 w 437"/>
                  <a:gd name="T29" fmla="*/ 29 h 81"/>
                  <a:gd name="T30" fmla="*/ 23 w 437"/>
                  <a:gd name="T31" fmla="*/ 41 h 81"/>
                  <a:gd name="T32" fmla="*/ 0 w 437"/>
                  <a:gd name="T33" fmla="*/ 55 h 81"/>
                  <a:gd name="T34" fmla="*/ 14 w 437"/>
                  <a:gd name="T35" fmla="*/ 52 h 81"/>
                  <a:gd name="T36" fmla="*/ 38 w 437"/>
                  <a:gd name="T37" fmla="*/ 40 h 81"/>
                  <a:gd name="T38" fmla="*/ 63 w 437"/>
                  <a:gd name="T39" fmla="*/ 29 h 81"/>
                  <a:gd name="T40" fmla="*/ 90 w 437"/>
                  <a:gd name="T41" fmla="*/ 21 h 81"/>
                  <a:gd name="T42" fmla="*/ 118 w 437"/>
                  <a:gd name="T43" fmla="*/ 14 h 81"/>
                  <a:gd name="T44" fmla="*/ 147 w 437"/>
                  <a:gd name="T45" fmla="*/ 9 h 81"/>
                  <a:gd name="T46" fmla="*/ 177 w 437"/>
                  <a:gd name="T47" fmla="*/ 6 h 81"/>
                  <a:gd name="T48" fmla="*/ 206 w 437"/>
                  <a:gd name="T49" fmla="*/ 5 h 81"/>
                  <a:gd name="T50" fmla="*/ 236 w 437"/>
                  <a:gd name="T51" fmla="*/ 6 h 81"/>
                  <a:gd name="T52" fmla="*/ 267 w 437"/>
                  <a:gd name="T53" fmla="*/ 10 h 81"/>
                  <a:gd name="T54" fmla="*/ 296 w 437"/>
                  <a:gd name="T55" fmla="*/ 16 h 81"/>
                  <a:gd name="T56" fmla="*/ 324 w 437"/>
                  <a:gd name="T57" fmla="*/ 23 h 81"/>
                  <a:gd name="T58" fmla="*/ 352 w 437"/>
                  <a:gd name="T59" fmla="*/ 33 h 81"/>
                  <a:gd name="T60" fmla="*/ 377 w 437"/>
                  <a:gd name="T61" fmla="*/ 44 h 81"/>
                  <a:gd name="T62" fmla="*/ 401 w 437"/>
                  <a:gd name="T63" fmla="*/ 57 h 81"/>
                  <a:gd name="T64" fmla="*/ 423 w 437"/>
                  <a:gd name="T65" fmla="*/ 73 h 81"/>
                  <a:gd name="T66" fmla="*/ 433 w 437"/>
                  <a:gd name="T67" fmla="*/ 81 h 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7"/>
                  <a:gd name="T103" fmla="*/ 0 h 81"/>
                  <a:gd name="T104" fmla="*/ 437 w 437"/>
                  <a:gd name="T105" fmla="*/ 81 h 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7" h="81">
                    <a:moveTo>
                      <a:pt x="437" y="78"/>
                    </a:moveTo>
                    <a:lnTo>
                      <a:pt x="437" y="78"/>
                    </a:lnTo>
                    <a:lnTo>
                      <a:pt x="427" y="69"/>
                    </a:lnTo>
                    <a:lnTo>
                      <a:pt x="416" y="61"/>
                    </a:lnTo>
                    <a:lnTo>
                      <a:pt x="404" y="52"/>
                    </a:lnTo>
                    <a:lnTo>
                      <a:pt x="392" y="45"/>
                    </a:lnTo>
                    <a:lnTo>
                      <a:pt x="380" y="39"/>
                    </a:lnTo>
                    <a:lnTo>
                      <a:pt x="366" y="33"/>
                    </a:lnTo>
                    <a:lnTo>
                      <a:pt x="354" y="27"/>
                    </a:lnTo>
                    <a:lnTo>
                      <a:pt x="340" y="22"/>
                    </a:lnTo>
                    <a:lnTo>
                      <a:pt x="326" y="17"/>
                    </a:lnTo>
                    <a:lnTo>
                      <a:pt x="312" y="14"/>
                    </a:lnTo>
                    <a:lnTo>
                      <a:pt x="297" y="10"/>
                    </a:lnTo>
                    <a:lnTo>
                      <a:pt x="283" y="7"/>
                    </a:lnTo>
                    <a:lnTo>
                      <a:pt x="267" y="4"/>
                    </a:lnTo>
                    <a:lnTo>
                      <a:pt x="252" y="3"/>
                    </a:lnTo>
                    <a:lnTo>
                      <a:pt x="238" y="1"/>
                    </a:lnTo>
                    <a:lnTo>
                      <a:pt x="222" y="0"/>
                    </a:lnTo>
                    <a:lnTo>
                      <a:pt x="206" y="0"/>
                    </a:lnTo>
                    <a:lnTo>
                      <a:pt x="192" y="0"/>
                    </a:lnTo>
                    <a:lnTo>
                      <a:pt x="177" y="0"/>
                    </a:lnTo>
                    <a:lnTo>
                      <a:pt x="161" y="1"/>
                    </a:lnTo>
                    <a:lnTo>
                      <a:pt x="147" y="4"/>
                    </a:lnTo>
                    <a:lnTo>
                      <a:pt x="131" y="5"/>
                    </a:lnTo>
                    <a:lnTo>
                      <a:pt x="116" y="9"/>
                    </a:lnTo>
                    <a:lnTo>
                      <a:pt x="102" y="11"/>
                    </a:lnTo>
                    <a:lnTo>
                      <a:pt x="88" y="15"/>
                    </a:lnTo>
                    <a:lnTo>
                      <a:pt x="74" y="20"/>
                    </a:lnTo>
                    <a:lnTo>
                      <a:pt x="61" y="23"/>
                    </a:lnTo>
                    <a:lnTo>
                      <a:pt x="48" y="29"/>
                    </a:lnTo>
                    <a:lnTo>
                      <a:pt x="35" y="35"/>
                    </a:lnTo>
                    <a:lnTo>
                      <a:pt x="23" y="41"/>
                    </a:lnTo>
                    <a:lnTo>
                      <a:pt x="11" y="47"/>
                    </a:lnTo>
                    <a:lnTo>
                      <a:pt x="0" y="55"/>
                    </a:lnTo>
                    <a:lnTo>
                      <a:pt x="4" y="60"/>
                    </a:lnTo>
                    <a:lnTo>
                      <a:pt x="14" y="52"/>
                    </a:lnTo>
                    <a:lnTo>
                      <a:pt x="25" y="46"/>
                    </a:lnTo>
                    <a:lnTo>
                      <a:pt x="38" y="40"/>
                    </a:lnTo>
                    <a:lnTo>
                      <a:pt x="51" y="34"/>
                    </a:lnTo>
                    <a:lnTo>
                      <a:pt x="63" y="29"/>
                    </a:lnTo>
                    <a:lnTo>
                      <a:pt x="76" y="24"/>
                    </a:lnTo>
                    <a:lnTo>
                      <a:pt x="90" y="21"/>
                    </a:lnTo>
                    <a:lnTo>
                      <a:pt x="104" y="17"/>
                    </a:lnTo>
                    <a:lnTo>
                      <a:pt x="118" y="14"/>
                    </a:lnTo>
                    <a:lnTo>
                      <a:pt x="132" y="11"/>
                    </a:lnTo>
                    <a:lnTo>
                      <a:pt x="147" y="9"/>
                    </a:lnTo>
                    <a:lnTo>
                      <a:pt x="162" y="7"/>
                    </a:lnTo>
                    <a:lnTo>
                      <a:pt x="177" y="6"/>
                    </a:lnTo>
                    <a:lnTo>
                      <a:pt x="192" y="5"/>
                    </a:lnTo>
                    <a:lnTo>
                      <a:pt x="206" y="5"/>
                    </a:lnTo>
                    <a:lnTo>
                      <a:pt x="222" y="6"/>
                    </a:lnTo>
                    <a:lnTo>
                      <a:pt x="236" y="6"/>
                    </a:lnTo>
                    <a:lnTo>
                      <a:pt x="251" y="9"/>
                    </a:lnTo>
                    <a:lnTo>
                      <a:pt x="267" y="10"/>
                    </a:lnTo>
                    <a:lnTo>
                      <a:pt x="281" y="12"/>
                    </a:lnTo>
                    <a:lnTo>
                      <a:pt x="296" y="16"/>
                    </a:lnTo>
                    <a:lnTo>
                      <a:pt x="310" y="18"/>
                    </a:lnTo>
                    <a:lnTo>
                      <a:pt x="324" y="23"/>
                    </a:lnTo>
                    <a:lnTo>
                      <a:pt x="338" y="28"/>
                    </a:lnTo>
                    <a:lnTo>
                      <a:pt x="352" y="33"/>
                    </a:lnTo>
                    <a:lnTo>
                      <a:pt x="364" y="38"/>
                    </a:lnTo>
                    <a:lnTo>
                      <a:pt x="377" y="44"/>
                    </a:lnTo>
                    <a:lnTo>
                      <a:pt x="389" y="50"/>
                    </a:lnTo>
                    <a:lnTo>
                      <a:pt x="401" y="57"/>
                    </a:lnTo>
                    <a:lnTo>
                      <a:pt x="412" y="66"/>
                    </a:lnTo>
                    <a:lnTo>
                      <a:pt x="423" y="73"/>
                    </a:lnTo>
                    <a:lnTo>
                      <a:pt x="433" y="81"/>
                    </a:lnTo>
                    <a:lnTo>
                      <a:pt x="437" y="78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9" name="Freeform 582"/>
              <p:cNvSpPr>
                <a:spLocks/>
              </p:cNvSpPr>
              <p:nvPr/>
            </p:nvSpPr>
            <p:spPr bwMode="auto">
              <a:xfrm>
                <a:off x="592" y="1992"/>
                <a:ext cx="9" cy="36"/>
              </a:xfrm>
              <a:custGeom>
                <a:avLst/>
                <a:gdLst>
                  <a:gd name="T0" fmla="*/ 0 w 35"/>
                  <a:gd name="T1" fmla="*/ 147 h 147"/>
                  <a:gd name="T2" fmla="*/ 0 w 35"/>
                  <a:gd name="T3" fmla="*/ 147 h 147"/>
                  <a:gd name="T4" fmla="*/ 9 w 35"/>
                  <a:gd name="T5" fmla="*/ 145 h 147"/>
                  <a:gd name="T6" fmla="*/ 17 w 35"/>
                  <a:gd name="T7" fmla="*/ 142 h 147"/>
                  <a:gd name="T8" fmla="*/ 23 w 35"/>
                  <a:gd name="T9" fmla="*/ 136 h 147"/>
                  <a:gd name="T10" fmla="*/ 27 w 35"/>
                  <a:gd name="T11" fmla="*/ 127 h 147"/>
                  <a:gd name="T12" fmla="*/ 32 w 35"/>
                  <a:gd name="T13" fmla="*/ 117 h 147"/>
                  <a:gd name="T14" fmla="*/ 34 w 35"/>
                  <a:gd name="T15" fmla="*/ 106 h 147"/>
                  <a:gd name="T16" fmla="*/ 35 w 35"/>
                  <a:gd name="T17" fmla="*/ 94 h 147"/>
                  <a:gd name="T18" fmla="*/ 35 w 35"/>
                  <a:gd name="T19" fmla="*/ 82 h 147"/>
                  <a:gd name="T20" fmla="*/ 35 w 35"/>
                  <a:gd name="T21" fmla="*/ 70 h 147"/>
                  <a:gd name="T22" fmla="*/ 34 w 35"/>
                  <a:gd name="T23" fmla="*/ 57 h 147"/>
                  <a:gd name="T24" fmla="*/ 33 w 35"/>
                  <a:gd name="T25" fmla="*/ 45 h 147"/>
                  <a:gd name="T26" fmla="*/ 31 w 35"/>
                  <a:gd name="T27" fmla="*/ 33 h 147"/>
                  <a:gd name="T28" fmla="*/ 27 w 35"/>
                  <a:gd name="T29" fmla="*/ 23 h 147"/>
                  <a:gd name="T30" fmla="*/ 23 w 35"/>
                  <a:gd name="T31" fmla="*/ 13 h 147"/>
                  <a:gd name="T32" fmla="*/ 18 w 35"/>
                  <a:gd name="T33" fmla="*/ 5 h 147"/>
                  <a:gd name="T34" fmla="*/ 14 w 35"/>
                  <a:gd name="T35" fmla="*/ 0 h 147"/>
                  <a:gd name="T36" fmla="*/ 10 w 35"/>
                  <a:gd name="T37" fmla="*/ 3 h 147"/>
                  <a:gd name="T38" fmla="*/ 14 w 35"/>
                  <a:gd name="T39" fmla="*/ 8 h 147"/>
                  <a:gd name="T40" fmla="*/ 18 w 35"/>
                  <a:gd name="T41" fmla="*/ 16 h 147"/>
                  <a:gd name="T42" fmla="*/ 21 w 35"/>
                  <a:gd name="T43" fmla="*/ 24 h 147"/>
                  <a:gd name="T44" fmla="*/ 25 w 35"/>
                  <a:gd name="T45" fmla="*/ 35 h 147"/>
                  <a:gd name="T46" fmla="*/ 27 w 35"/>
                  <a:gd name="T47" fmla="*/ 46 h 147"/>
                  <a:gd name="T48" fmla="*/ 29 w 35"/>
                  <a:gd name="T49" fmla="*/ 58 h 147"/>
                  <a:gd name="T50" fmla="*/ 29 w 35"/>
                  <a:gd name="T51" fmla="*/ 70 h 147"/>
                  <a:gd name="T52" fmla="*/ 31 w 35"/>
                  <a:gd name="T53" fmla="*/ 82 h 147"/>
                  <a:gd name="T54" fmla="*/ 29 w 35"/>
                  <a:gd name="T55" fmla="*/ 94 h 147"/>
                  <a:gd name="T56" fmla="*/ 28 w 35"/>
                  <a:gd name="T57" fmla="*/ 105 h 147"/>
                  <a:gd name="T58" fmla="*/ 26 w 35"/>
                  <a:gd name="T59" fmla="*/ 116 h 147"/>
                  <a:gd name="T60" fmla="*/ 22 w 35"/>
                  <a:gd name="T61" fmla="*/ 125 h 147"/>
                  <a:gd name="T62" fmla="*/ 18 w 35"/>
                  <a:gd name="T63" fmla="*/ 132 h 147"/>
                  <a:gd name="T64" fmla="*/ 14 w 35"/>
                  <a:gd name="T65" fmla="*/ 137 h 147"/>
                  <a:gd name="T66" fmla="*/ 8 w 35"/>
                  <a:gd name="T67" fmla="*/ 139 h 147"/>
                  <a:gd name="T68" fmla="*/ 0 w 35"/>
                  <a:gd name="T69" fmla="*/ 140 h 147"/>
                  <a:gd name="T70" fmla="*/ 0 w 35"/>
                  <a:gd name="T71" fmla="*/ 140 h 147"/>
                  <a:gd name="T72" fmla="*/ 0 w 35"/>
                  <a:gd name="T73" fmla="*/ 147 h 14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5"/>
                  <a:gd name="T112" fmla="*/ 0 h 147"/>
                  <a:gd name="T113" fmla="*/ 35 w 35"/>
                  <a:gd name="T114" fmla="*/ 147 h 14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5" h="147">
                    <a:moveTo>
                      <a:pt x="0" y="147"/>
                    </a:moveTo>
                    <a:lnTo>
                      <a:pt x="0" y="147"/>
                    </a:lnTo>
                    <a:lnTo>
                      <a:pt x="9" y="145"/>
                    </a:lnTo>
                    <a:lnTo>
                      <a:pt x="17" y="142"/>
                    </a:lnTo>
                    <a:lnTo>
                      <a:pt x="23" y="136"/>
                    </a:lnTo>
                    <a:lnTo>
                      <a:pt x="27" y="127"/>
                    </a:lnTo>
                    <a:lnTo>
                      <a:pt x="32" y="117"/>
                    </a:lnTo>
                    <a:lnTo>
                      <a:pt x="34" y="106"/>
                    </a:lnTo>
                    <a:lnTo>
                      <a:pt x="35" y="94"/>
                    </a:lnTo>
                    <a:lnTo>
                      <a:pt x="35" y="82"/>
                    </a:lnTo>
                    <a:lnTo>
                      <a:pt x="35" y="70"/>
                    </a:lnTo>
                    <a:lnTo>
                      <a:pt x="34" y="57"/>
                    </a:lnTo>
                    <a:lnTo>
                      <a:pt x="33" y="45"/>
                    </a:lnTo>
                    <a:lnTo>
                      <a:pt x="31" y="33"/>
                    </a:lnTo>
                    <a:lnTo>
                      <a:pt x="27" y="23"/>
                    </a:lnTo>
                    <a:lnTo>
                      <a:pt x="23" y="13"/>
                    </a:lnTo>
                    <a:lnTo>
                      <a:pt x="18" y="5"/>
                    </a:lnTo>
                    <a:lnTo>
                      <a:pt x="14" y="0"/>
                    </a:lnTo>
                    <a:lnTo>
                      <a:pt x="10" y="3"/>
                    </a:lnTo>
                    <a:lnTo>
                      <a:pt x="14" y="8"/>
                    </a:lnTo>
                    <a:lnTo>
                      <a:pt x="18" y="16"/>
                    </a:lnTo>
                    <a:lnTo>
                      <a:pt x="21" y="24"/>
                    </a:lnTo>
                    <a:lnTo>
                      <a:pt x="25" y="35"/>
                    </a:lnTo>
                    <a:lnTo>
                      <a:pt x="27" y="46"/>
                    </a:lnTo>
                    <a:lnTo>
                      <a:pt x="29" y="58"/>
                    </a:lnTo>
                    <a:lnTo>
                      <a:pt x="29" y="70"/>
                    </a:lnTo>
                    <a:lnTo>
                      <a:pt x="31" y="82"/>
                    </a:lnTo>
                    <a:lnTo>
                      <a:pt x="29" y="94"/>
                    </a:lnTo>
                    <a:lnTo>
                      <a:pt x="28" y="105"/>
                    </a:lnTo>
                    <a:lnTo>
                      <a:pt x="26" y="116"/>
                    </a:lnTo>
                    <a:lnTo>
                      <a:pt x="22" y="125"/>
                    </a:lnTo>
                    <a:lnTo>
                      <a:pt x="18" y="132"/>
                    </a:lnTo>
                    <a:lnTo>
                      <a:pt x="14" y="137"/>
                    </a:lnTo>
                    <a:lnTo>
                      <a:pt x="8" y="139"/>
                    </a:lnTo>
                    <a:lnTo>
                      <a:pt x="0" y="140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0" name="Freeform 583"/>
              <p:cNvSpPr>
                <a:spLocks/>
              </p:cNvSpPr>
              <p:nvPr/>
            </p:nvSpPr>
            <p:spPr bwMode="auto">
              <a:xfrm>
                <a:off x="492" y="2024"/>
                <a:ext cx="100" cy="5"/>
              </a:xfrm>
              <a:custGeom>
                <a:avLst/>
                <a:gdLst>
                  <a:gd name="T0" fmla="*/ 2 w 398"/>
                  <a:gd name="T1" fmla="*/ 19 h 19"/>
                  <a:gd name="T2" fmla="*/ 25 w 398"/>
                  <a:gd name="T3" fmla="*/ 15 h 19"/>
                  <a:gd name="T4" fmla="*/ 48 w 398"/>
                  <a:gd name="T5" fmla="*/ 13 h 19"/>
                  <a:gd name="T6" fmla="*/ 71 w 398"/>
                  <a:gd name="T7" fmla="*/ 10 h 19"/>
                  <a:gd name="T8" fmla="*/ 93 w 398"/>
                  <a:gd name="T9" fmla="*/ 8 h 19"/>
                  <a:gd name="T10" fmla="*/ 116 w 398"/>
                  <a:gd name="T11" fmla="*/ 7 h 19"/>
                  <a:gd name="T12" fmla="*/ 139 w 398"/>
                  <a:gd name="T13" fmla="*/ 7 h 19"/>
                  <a:gd name="T14" fmla="*/ 162 w 398"/>
                  <a:gd name="T15" fmla="*/ 6 h 19"/>
                  <a:gd name="T16" fmla="*/ 185 w 398"/>
                  <a:gd name="T17" fmla="*/ 6 h 19"/>
                  <a:gd name="T18" fmla="*/ 209 w 398"/>
                  <a:gd name="T19" fmla="*/ 6 h 19"/>
                  <a:gd name="T20" fmla="*/ 233 w 398"/>
                  <a:gd name="T21" fmla="*/ 7 h 19"/>
                  <a:gd name="T22" fmla="*/ 259 w 398"/>
                  <a:gd name="T23" fmla="*/ 7 h 19"/>
                  <a:gd name="T24" fmla="*/ 285 w 398"/>
                  <a:gd name="T25" fmla="*/ 8 h 19"/>
                  <a:gd name="T26" fmla="*/ 312 w 398"/>
                  <a:gd name="T27" fmla="*/ 10 h 19"/>
                  <a:gd name="T28" fmla="*/ 340 w 398"/>
                  <a:gd name="T29" fmla="*/ 12 h 19"/>
                  <a:gd name="T30" fmla="*/ 368 w 398"/>
                  <a:gd name="T31" fmla="*/ 14 h 19"/>
                  <a:gd name="T32" fmla="*/ 398 w 398"/>
                  <a:gd name="T33" fmla="*/ 17 h 19"/>
                  <a:gd name="T34" fmla="*/ 384 w 398"/>
                  <a:gd name="T35" fmla="*/ 9 h 19"/>
                  <a:gd name="T36" fmla="*/ 353 w 398"/>
                  <a:gd name="T37" fmla="*/ 7 h 19"/>
                  <a:gd name="T38" fmla="*/ 325 w 398"/>
                  <a:gd name="T39" fmla="*/ 6 h 19"/>
                  <a:gd name="T40" fmla="*/ 299 w 398"/>
                  <a:gd name="T41" fmla="*/ 3 h 19"/>
                  <a:gd name="T42" fmla="*/ 272 w 398"/>
                  <a:gd name="T43" fmla="*/ 2 h 19"/>
                  <a:gd name="T44" fmla="*/ 247 w 398"/>
                  <a:gd name="T45" fmla="*/ 1 h 19"/>
                  <a:gd name="T46" fmla="*/ 221 w 398"/>
                  <a:gd name="T47" fmla="*/ 1 h 19"/>
                  <a:gd name="T48" fmla="*/ 197 w 398"/>
                  <a:gd name="T49" fmla="*/ 0 h 19"/>
                  <a:gd name="T50" fmla="*/ 174 w 398"/>
                  <a:gd name="T51" fmla="*/ 0 h 19"/>
                  <a:gd name="T52" fmla="*/ 150 w 398"/>
                  <a:gd name="T53" fmla="*/ 1 h 19"/>
                  <a:gd name="T54" fmla="*/ 127 w 398"/>
                  <a:gd name="T55" fmla="*/ 1 h 19"/>
                  <a:gd name="T56" fmla="*/ 103 w 398"/>
                  <a:gd name="T57" fmla="*/ 2 h 19"/>
                  <a:gd name="T58" fmla="*/ 80 w 398"/>
                  <a:gd name="T59" fmla="*/ 3 h 19"/>
                  <a:gd name="T60" fmla="*/ 59 w 398"/>
                  <a:gd name="T61" fmla="*/ 6 h 19"/>
                  <a:gd name="T62" fmla="*/ 36 w 398"/>
                  <a:gd name="T63" fmla="*/ 8 h 19"/>
                  <a:gd name="T64" fmla="*/ 13 w 398"/>
                  <a:gd name="T65" fmla="*/ 12 h 19"/>
                  <a:gd name="T66" fmla="*/ 0 w 398"/>
                  <a:gd name="T67" fmla="*/ 13 h 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8"/>
                  <a:gd name="T103" fmla="*/ 0 h 19"/>
                  <a:gd name="T104" fmla="*/ 398 w 398"/>
                  <a:gd name="T105" fmla="*/ 19 h 1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8" h="19">
                    <a:moveTo>
                      <a:pt x="2" y="19"/>
                    </a:moveTo>
                    <a:lnTo>
                      <a:pt x="2" y="19"/>
                    </a:lnTo>
                    <a:lnTo>
                      <a:pt x="14" y="18"/>
                    </a:lnTo>
                    <a:lnTo>
                      <a:pt x="25" y="15"/>
                    </a:lnTo>
                    <a:lnTo>
                      <a:pt x="36" y="14"/>
                    </a:lnTo>
                    <a:lnTo>
                      <a:pt x="48" y="13"/>
                    </a:lnTo>
                    <a:lnTo>
                      <a:pt x="59" y="12"/>
                    </a:lnTo>
                    <a:lnTo>
                      <a:pt x="71" y="10"/>
                    </a:lnTo>
                    <a:lnTo>
                      <a:pt x="82" y="9"/>
                    </a:lnTo>
                    <a:lnTo>
                      <a:pt x="93" y="8"/>
                    </a:lnTo>
                    <a:lnTo>
                      <a:pt x="103" y="8"/>
                    </a:lnTo>
                    <a:lnTo>
                      <a:pt x="116" y="7"/>
                    </a:lnTo>
                    <a:lnTo>
                      <a:pt x="127" y="7"/>
                    </a:lnTo>
                    <a:lnTo>
                      <a:pt x="139" y="7"/>
                    </a:lnTo>
                    <a:lnTo>
                      <a:pt x="150" y="6"/>
                    </a:lnTo>
                    <a:lnTo>
                      <a:pt x="162" y="6"/>
                    </a:lnTo>
                    <a:lnTo>
                      <a:pt x="174" y="6"/>
                    </a:lnTo>
                    <a:lnTo>
                      <a:pt x="185" y="6"/>
                    </a:lnTo>
                    <a:lnTo>
                      <a:pt x="197" y="6"/>
                    </a:lnTo>
                    <a:lnTo>
                      <a:pt x="209" y="6"/>
                    </a:lnTo>
                    <a:lnTo>
                      <a:pt x="221" y="6"/>
                    </a:lnTo>
                    <a:lnTo>
                      <a:pt x="233" y="7"/>
                    </a:lnTo>
                    <a:lnTo>
                      <a:pt x="247" y="7"/>
                    </a:lnTo>
                    <a:lnTo>
                      <a:pt x="259" y="7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99" y="9"/>
                    </a:lnTo>
                    <a:lnTo>
                      <a:pt x="312" y="10"/>
                    </a:lnTo>
                    <a:lnTo>
                      <a:pt x="325" y="10"/>
                    </a:lnTo>
                    <a:lnTo>
                      <a:pt x="340" y="12"/>
                    </a:lnTo>
                    <a:lnTo>
                      <a:pt x="353" y="13"/>
                    </a:lnTo>
                    <a:lnTo>
                      <a:pt x="368" y="14"/>
                    </a:lnTo>
                    <a:lnTo>
                      <a:pt x="382" y="15"/>
                    </a:lnTo>
                    <a:lnTo>
                      <a:pt x="398" y="17"/>
                    </a:lnTo>
                    <a:lnTo>
                      <a:pt x="398" y="10"/>
                    </a:lnTo>
                    <a:lnTo>
                      <a:pt x="384" y="9"/>
                    </a:lnTo>
                    <a:lnTo>
                      <a:pt x="368" y="8"/>
                    </a:lnTo>
                    <a:lnTo>
                      <a:pt x="353" y="7"/>
                    </a:lnTo>
                    <a:lnTo>
                      <a:pt x="340" y="6"/>
                    </a:lnTo>
                    <a:lnTo>
                      <a:pt x="325" y="6"/>
                    </a:lnTo>
                    <a:lnTo>
                      <a:pt x="312" y="4"/>
                    </a:lnTo>
                    <a:lnTo>
                      <a:pt x="299" y="3"/>
                    </a:lnTo>
                    <a:lnTo>
                      <a:pt x="285" y="3"/>
                    </a:lnTo>
                    <a:lnTo>
                      <a:pt x="272" y="2"/>
                    </a:lnTo>
                    <a:lnTo>
                      <a:pt x="259" y="2"/>
                    </a:lnTo>
                    <a:lnTo>
                      <a:pt x="247" y="1"/>
                    </a:lnTo>
                    <a:lnTo>
                      <a:pt x="233" y="1"/>
                    </a:lnTo>
                    <a:lnTo>
                      <a:pt x="221" y="1"/>
                    </a:lnTo>
                    <a:lnTo>
                      <a:pt x="209" y="0"/>
                    </a:lnTo>
                    <a:lnTo>
                      <a:pt x="197" y="0"/>
                    </a:lnTo>
                    <a:lnTo>
                      <a:pt x="185" y="0"/>
                    </a:lnTo>
                    <a:lnTo>
                      <a:pt x="174" y="0"/>
                    </a:lnTo>
                    <a:lnTo>
                      <a:pt x="162" y="0"/>
                    </a:lnTo>
                    <a:lnTo>
                      <a:pt x="150" y="1"/>
                    </a:lnTo>
                    <a:lnTo>
                      <a:pt x="139" y="1"/>
                    </a:lnTo>
                    <a:lnTo>
                      <a:pt x="127" y="1"/>
                    </a:lnTo>
                    <a:lnTo>
                      <a:pt x="116" y="2"/>
                    </a:lnTo>
                    <a:lnTo>
                      <a:pt x="103" y="2"/>
                    </a:lnTo>
                    <a:lnTo>
                      <a:pt x="93" y="3"/>
                    </a:lnTo>
                    <a:lnTo>
                      <a:pt x="80" y="3"/>
                    </a:lnTo>
                    <a:lnTo>
                      <a:pt x="70" y="4"/>
                    </a:lnTo>
                    <a:lnTo>
                      <a:pt x="59" y="6"/>
                    </a:lnTo>
                    <a:lnTo>
                      <a:pt x="46" y="7"/>
                    </a:lnTo>
                    <a:lnTo>
                      <a:pt x="36" y="8"/>
                    </a:lnTo>
                    <a:lnTo>
                      <a:pt x="23" y="10"/>
                    </a:lnTo>
                    <a:lnTo>
                      <a:pt x="13" y="12"/>
                    </a:lnTo>
                    <a:lnTo>
                      <a:pt x="0" y="13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1" name="Freeform 584"/>
              <p:cNvSpPr>
                <a:spLocks/>
              </p:cNvSpPr>
              <p:nvPr/>
            </p:nvSpPr>
            <p:spPr bwMode="auto">
              <a:xfrm>
                <a:off x="483" y="1986"/>
                <a:ext cx="10" cy="43"/>
              </a:xfrm>
              <a:custGeom>
                <a:avLst/>
                <a:gdLst>
                  <a:gd name="T0" fmla="*/ 13 w 40"/>
                  <a:gd name="T1" fmla="*/ 0 h 172"/>
                  <a:gd name="T2" fmla="*/ 12 w 40"/>
                  <a:gd name="T3" fmla="*/ 2 h 172"/>
                  <a:gd name="T4" fmla="*/ 9 w 40"/>
                  <a:gd name="T5" fmla="*/ 16 h 172"/>
                  <a:gd name="T6" fmla="*/ 7 w 40"/>
                  <a:gd name="T7" fmla="*/ 29 h 172"/>
                  <a:gd name="T8" fmla="*/ 4 w 40"/>
                  <a:gd name="T9" fmla="*/ 43 h 172"/>
                  <a:gd name="T10" fmla="*/ 3 w 40"/>
                  <a:gd name="T11" fmla="*/ 58 h 172"/>
                  <a:gd name="T12" fmla="*/ 1 w 40"/>
                  <a:gd name="T13" fmla="*/ 73 h 172"/>
                  <a:gd name="T14" fmla="*/ 0 w 40"/>
                  <a:gd name="T15" fmla="*/ 87 h 172"/>
                  <a:gd name="T16" fmla="*/ 0 w 40"/>
                  <a:gd name="T17" fmla="*/ 102 h 172"/>
                  <a:gd name="T18" fmla="*/ 0 w 40"/>
                  <a:gd name="T19" fmla="*/ 115 h 172"/>
                  <a:gd name="T20" fmla="*/ 0 w 40"/>
                  <a:gd name="T21" fmla="*/ 127 h 172"/>
                  <a:gd name="T22" fmla="*/ 2 w 40"/>
                  <a:gd name="T23" fmla="*/ 139 h 172"/>
                  <a:gd name="T24" fmla="*/ 4 w 40"/>
                  <a:gd name="T25" fmla="*/ 149 h 172"/>
                  <a:gd name="T26" fmla="*/ 8 w 40"/>
                  <a:gd name="T27" fmla="*/ 157 h 172"/>
                  <a:gd name="T28" fmla="*/ 14 w 40"/>
                  <a:gd name="T29" fmla="*/ 165 h 172"/>
                  <a:gd name="T30" fmla="*/ 21 w 40"/>
                  <a:gd name="T31" fmla="*/ 170 h 172"/>
                  <a:gd name="T32" fmla="*/ 30 w 40"/>
                  <a:gd name="T33" fmla="*/ 172 h 172"/>
                  <a:gd name="T34" fmla="*/ 40 w 40"/>
                  <a:gd name="T35" fmla="*/ 172 h 172"/>
                  <a:gd name="T36" fmla="*/ 38 w 40"/>
                  <a:gd name="T37" fmla="*/ 166 h 172"/>
                  <a:gd name="T38" fmla="*/ 30 w 40"/>
                  <a:gd name="T39" fmla="*/ 167 h 172"/>
                  <a:gd name="T40" fmla="*/ 24 w 40"/>
                  <a:gd name="T41" fmla="*/ 165 h 172"/>
                  <a:gd name="T42" fmla="*/ 18 w 40"/>
                  <a:gd name="T43" fmla="*/ 161 h 172"/>
                  <a:gd name="T44" fmla="*/ 13 w 40"/>
                  <a:gd name="T45" fmla="*/ 155 h 172"/>
                  <a:gd name="T46" fmla="*/ 10 w 40"/>
                  <a:gd name="T47" fmla="*/ 148 h 172"/>
                  <a:gd name="T48" fmla="*/ 7 w 40"/>
                  <a:gd name="T49" fmla="*/ 138 h 172"/>
                  <a:gd name="T50" fmla="*/ 6 w 40"/>
                  <a:gd name="T51" fmla="*/ 127 h 172"/>
                  <a:gd name="T52" fmla="*/ 4 w 40"/>
                  <a:gd name="T53" fmla="*/ 115 h 172"/>
                  <a:gd name="T54" fmla="*/ 4 w 40"/>
                  <a:gd name="T55" fmla="*/ 102 h 172"/>
                  <a:gd name="T56" fmla="*/ 6 w 40"/>
                  <a:gd name="T57" fmla="*/ 87 h 172"/>
                  <a:gd name="T58" fmla="*/ 7 w 40"/>
                  <a:gd name="T59" fmla="*/ 74 h 172"/>
                  <a:gd name="T60" fmla="*/ 8 w 40"/>
                  <a:gd name="T61" fmla="*/ 59 h 172"/>
                  <a:gd name="T62" fmla="*/ 10 w 40"/>
                  <a:gd name="T63" fmla="*/ 45 h 172"/>
                  <a:gd name="T64" fmla="*/ 13 w 40"/>
                  <a:gd name="T65" fmla="*/ 30 h 172"/>
                  <a:gd name="T66" fmla="*/ 15 w 40"/>
                  <a:gd name="T67" fmla="*/ 16 h 172"/>
                  <a:gd name="T68" fmla="*/ 18 w 40"/>
                  <a:gd name="T69" fmla="*/ 2 h 172"/>
                  <a:gd name="T70" fmla="*/ 17 w 40"/>
                  <a:gd name="T71" fmla="*/ 5 h 172"/>
                  <a:gd name="T72" fmla="*/ 13 w 40"/>
                  <a:gd name="T73" fmla="*/ 0 h 172"/>
                  <a:gd name="T74" fmla="*/ 12 w 40"/>
                  <a:gd name="T75" fmla="*/ 1 h 172"/>
                  <a:gd name="T76" fmla="*/ 12 w 40"/>
                  <a:gd name="T77" fmla="*/ 2 h 172"/>
                  <a:gd name="T78" fmla="*/ 13 w 40"/>
                  <a:gd name="T79" fmla="*/ 0 h 17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0"/>
                  <a:gd name="T121" fmla="*/ 0 h 172"/>
                  <a:gd name="T122" fmla="*/ 40 w 40"/>
                  <a:gd name="T123" fmla="*/ 172 h 17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0" h="172">
                    <a:moveTo>
                      <a:pt x="13" y="0"/>
                    </a:moveTo>
                    <a:lnTo>
                      <a:pt x="12" y="2"/>
                    </a:lnTo>
                    <a:lnTo>
                      <a:pt x="9" y="16"/>
                    </a:lnTo>
                    <a:lnTo>
                      <a:pt x="7" y="29"/>
                    </a:lnTo>
                    <a:lnTo>
                      <a:pt x="4" y="43"/>
                    </a:lnTo>
                    <a:lnTo>
                      <a:pt x="3" y="58"/>
                    </a:lnTo>
                    <a:lnTo>
                      <a:pt x="1" y="73"/>
                    </a:lnTo>
                    <a:lnTo>
                      <a:pt x="0" y="87"/>
                    </a:lnTo>
                    <a:lnTo>
                      <a:pt x="0" y="102"/>
                    </a:lnTo>
                    <a:lnTo>
                      <a:pt x="0" y="115"/>
                    </a:lnTo>
                    <a:lnTo>
                      <a:pt x="0" y="127"/>
                    </a:lnTo>
                    <a:lnTo>
                      <a:pt x="2" y="139"/>
                    </a:lnTo>
                    <a:lnTo>
                      <a:pt x="4" y="149"/>
                    </a:lnTo>
                    <a:lnTo>
                      <a:pt x="8" y="157"/>
                    </a:lnTo>
                    <a:lnTo>
                      <a:pt x="14" y="165"/>
                    </a:lnTo>
                    <a:lnTo>
                      <a:pt x="21" y="170"/>
                    </a:lnTo>
                    <a:lnTo>
                      <a:pt x="30" y="172"/>
                    </a:lnTo>
                    <a:lnTo>
                      <a:pt x="40" y="172"/>
                    </a:lnTo>
                    <a:lnTo>
                      <a:pt x="38" y="166"/>
                    </a:lnTo>
                    <a:lnTo>
                      <a:pt x="30" y="167"/>
                    </a:lnTo>
                    <a:lnTo>
                      <a:pt x="24" y="165"/>
                    </a:lnTo>
                    <a:lnTo>
                      <a:pt x="18" y="161"/>
                    </a:lnTo>
                    <a:lnTo>
                      <a:pt x="13" y="155"/>
                    </a:lnTo>
                    <a:lnTo>
                      <a:pt x="10" y="148"/>
                    </a:lnTo>
                    <a:lnTo>
                      <a:pt x="7" y="138"/>
                    </a:lnTo>
                    <a:lnTo>
                      <a:pt x="6" y="127"/>
                    </a:lnTo>
                    <a:lnTo>
                      <a:pt x="4" y="115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7" y="74"/>
                    </a:lnTo>
                    <a:lnTo>
                      <a:pt x="8" y="59"/>
                    </a:lnTo>
                    <a:lnTo>
                      <a:pt x="10" y="45"/>
                    </a:lnTo>
                    <a:lnTo>
                      <a:pt x="13" y="30"/>
                    </a:lnTo>
                    <a:lnTo>
                      <a:pt x="15" y="16"/>
                    </a:lnTo>
                    <a:lnTo>
                      <a:pt x="18" y="2"/>
                    </a:lnTo>
                    <a:lnTo>
                      <a:pt x="17" y="5"/>
                    </a:lnTo>
                    <a:lnTo>
                      <a:pt x="13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2" name="Freeform 585"/>
              <p:cNvSpPr>
                <a:spLocks/>
              </p:cNvSpPr>
              <p:nvPr/>
            </p:nvSpPr>
            <p:spPr bwMode="auto">
              <a:xfrm>
                <a:off x="505" y="2175"/>
                <a:ext cx="16" cy="106"/>
              </a:xfrm>
              <a:custGeom>
                <a:avLst/>
                <a:gdLst>
                  <a:gd name="T0" fmla="*/ 10 w 60"/>
                  <a:gd name="T1" fmla="*/ 409 h 422"/>
                  <a:gd name="T2" fmla="*/ 19 w 60"/>
                  <a:gd name="T3" fmla="*/ 382 h 422"/>
                  <a:gd name="T4" fmla="*/ 26 w 60"/>
                  <a:gd name="T5" fmla="*/ 356 h 422"/>
                  <a:gd name="T6" fmla="*/ 31 w 60"/>
                  <a:gd name="T7" fmla="*/ 329 h 422"/>
                  <a:gd name="T8" fmla="*/ 36 w 60"/>
                  <a:gd name="T9" fmla="*/ 302 h 422"/>
                  <a:gd name="T10" fmla="*/ 41 w 60"/>
                  <a:gd name="T11" fmla="*/ 276 h 422"/>
                  <a:gd name="T12" fmla="*/ 43 w 60"/>
                  <a:gd name="T13" fmla="*/ 250 h 422"/>
                  <a:gd name="T14" fmla="*/ 46 w 60"/>
                  <a:gd name="T15" fmla="*/ 223 h 422"/>
                  <a:gd name="T16" fmla="*/ 48 w 60"/>
                  <a:gd name="T17" fmla="*/ 198 h 422"/>
                  <a:gd name="T18" fmla="*/ 50 w 60"/>
                  <a:gd name="T19" fmla="*/ 171 h 422"/>
                  <a:gd name="T20" fmla="*/ 52 w 60"/>
                  <a:gd name="T21" fmla="*/ 146 h 422"/>
                  <a:gd name="T22" fmla="*/ 53 w 60"/>
                  <a:gd name="T23" fmla="*/ 119 h 422"/>
                  <a:gd name="T24" fmla="*/ 54 w 60"/>
                  <a:gd name="T25" fmla="*/ 94 h 422"/>
                  <a:gd name="T26" fmla="*/ 55 w 60"/>
                  <a:gd name="T27" fmla="*/ 67 h 422"/>
                  <a:gd name="T28" fmla="*/ 57 w 60"/>
                  <a:gd name="T29" fmla="*/ 40 h 422"/>
                  <a:gd name="T30" fmla="*/ 59 w 60"/>
                  <a:gd name="T31" fmla="*/ 15 h 422"/>
                  <a:gd name="T32" fmla="*/ 53 w 60"/>
                  <a:gd name="T33" fmla="*/ 0 h 422"/>
                  <a:gd name="T34" fmla="*/ 52 w 60"/>
                  <a:gd name="T35" fmla="*/ 27 h 422"/>
                  <a:gd name="T36" fmla="*/ 49 w 60"/>
                  <a:gd name="T37" fmla="*/ 54 h 422"/>
                  <a:gd name="T38" fmla="*/ 48 w 60"/>
                  <a:gd name="T39" fmla="*/ 80 h 422"/>
                  <a:gd name="T40" fmla="*/ 47 w 60"/>
                  <a:gd name="T41" fmla="*/ 106 h 422"/>
                  <a:gd name="T42" fmla="*/ 46 w 60"/>
                  <a:gd name="T43" fmla="*/ 133 h 422"/>
                  <a:gd name="T44" fmla="*/ 44 w 60"/>
                  <a:gd name="T45" fmla="*/ 159 h 422"/>
                  <a:gd name="T46" fmla="*/ 43 w 60"/>
                  <a:gd name="T47" fmla="*/ 185 h 422"/>
                  <a:gd name="T48" fmla="*/ 41 w 60"/>
                  <a:gd name="T49" fmla="*/ 210 h 422"/>
                  <a:gd name="T50" fmla="*/ 38 w 60"/>
                  <a:gd name="T51" fmla="*/ 236 h 422"/>
                  <a:gd name="T52" fmla="*/ 36 w 60"/>
                  <a:gd name="T53" fmla="*/ 262 h 422"/>
                  <a:gd name="T54" fmla="*/ 32 w 60"/>
                  <a:gd name="T55" fmla="*/ 289 h 422"/>
                  <a:gd name="T56" fmla="*/ 27 w 60"/>
                  <a:gd name="T57" fmla="*/ 314 h 422"/>
                  <a:gd name="T58" fmla="*/ 23 w 60"/>
                  <a:gd name="T59" fmla="*/ 340 h 422"/>
                  <a:gd name="T60" fmla="*/ 17 w 60"/>
                  <a:gd name="T61" fmla="*/ 367 h 422"/>
                  <a:gd name="T62" fmla="*/ 8 w 60"/>
                  <a:gd name="T63" fmla="*/ 393 h 422"/>
                  <a:gd name="T64" fmla="*/ 0 w 60"/>
                  <a:gd name="T65" fmla="*/ 420 h 4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0"/>
                  <a:gd name="T100" fmla="*/ 0 h 422"/>
                  <a:gd name="T101" fmla="*/ 60 w 60"/>
                  <a:gd name="T102" fmla="*/ 422 h 42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0" h="422">
                    <a:moveTo>
                      <a:pt x="7" y="422"/>
                    </a:moveTo>
                    <a:lnTo>
                      <a:pt x="10" y="409"/>
                    </a:lnTo>
                    <a:lnTo>
                      <a:pt x="15" y="396"/>
                    </a:lnTo>
                    <a:lnTo>
                      <a:pt x="19" y="382"/>
                    </a:lnTo>
                    <a:lnTo>
                      <a:pt x="23" y="369"/>
                    </a:lnTo>
                    <a:lnTo>
                      <a:pt x="26" y="356"/>
                    </a:lnTo>
                    <a:lnTo>
                      <a:pt x="29" y="342"/>
                    </a:lnTo>
                    <a:lnTo>
                      <a:pt x="31" y="329"/>
                    </a:lnTo>
                    <a:lnTo>
                      <a:pt x="34" y="316"/>
                    </a:lnTo>
                    <a:lnTo>
                      <a:pt x="36" y="302"/>
                    </a:lnTo>
                    <a:lnTo>
                      <a:pt x="38" y="289"/>
                    </a:lnTo>
                    <a:lnTo>
                      <a:pt x="41" y="276"/>
                    </a:lnTo>
                    <a:lnTo>
                      <a:pt x="42" y="263"/>
                    </a:lnTo>
                    <a:lnTo>
                      <a:pt x="43" y="250"/>
                    </a:lnTo>
                    <a:lnTo>
                      <a:pt x="44" y="237"/>
                    </a:lnTo>
                    <a:lnTo>
                      <a:pt x="46" y="223"/>
                    </a:lnTo>
                    <a:lnTo>
                      <a:pt x="47" y="211"/>
                    </a:lnTo>
                    <a:lnTo>
                      <a:pt x="48" y="198"/>
                    </a:lnTo>
                    <a:lnTo>
                      <a:pt x="49" y="185"/>
                    </a:lnTo>
                    <a:lnTo>
                      <a:pt x="50" y="171"/>
                    </a:lnTo>
                    <a:lnTo>
                      <a:pt x="50" y="159"/>
                    </a:lnTo>
                    <a:lnTo>
                      <a:pt x="52" y="146"/>
                    </a:lnTo>
                    <a:lnTo>
                      <a:pt x="52" y="133"/>
                    </a:lnTo>
                    <a:lnTo>
                      <a:pt x="53" y="119"/>
                    </a:lnTo>
                    <a:lnTo>
                      <a:pt x="53" y="106"/>
                    </a:lnTo>
                    <a:lnTo>
                      <a:pt x="54" y="94"/>
                    </a:lnTo>
                    <a:lnTo>
                      <a:pt x="55" y="80"/>
                    </a:lnTo>
                    <a:lnTo>
                      <a:pt x="55" y="67"/>
                    </a:lnTo>
                    <a:lnTo>
                      <a:pt x="57" y="54"/>
                    </a:lnTo>
                    <a:lnTo>
                      <a:pt x="57" y="40"/>
                    </a:lnTo>
                    <a:lnTo>
                      <a:pt x="58" y="27"/>
                    </a:lnTo>
                    <a:lnTo>
                      <a:pt x="59" y="15"/>
                    </a:lnTo>
                    <a:lnTo>
                      <a:pt x="60" y="2"/>
                    </a:lnTo>
                    <a:lnTo>
                      <a:pt x="53" y="0"/>
                    </a:lnTo>
                    <a:lnTo>
                      <a:pt x="52" y="14"/>
                    </a:lnTo>
                    <a:lnTo>
                      <a:pt x="52" y="27"/>
                    </a:lnTo>
                    <a:lnTo>
                      <a:pt x="50" y="40"/>
                    </a:lnTo>
                    <a:lnTo>
                      <a:pt x="49" y="54"/>
                    </a:lnTo>
                    <a:lnTo>
                      <a:pt x="49" y="67"/>
                    </a:lnTo>
                    <a:lnTo>
                      <a:pt x="48" y="80"/>
                    </a:lnTo>
                    <a:lnTo>
                      <a:pt x="48" y="94"/>
                    </a:lnTo>
                    <a:lnTo>
                      <a:pt x="47" y="106"/>
                    </a:lnTo>
                    <a:lnTo>
                      <a:pt x="47" y="119"/>
                    </a:lnTo>
                    <a:lnTo>
                      <a:pt x="46" y="133"/>
                    </a:lnTo>
                    <a:lnTo>
                      <a:pt x="46" y="146"/>
                    </a:lnTo>
                    <a:lnTo>
                      <a:pt x="44" y="159"/>
                    </a:lnTo>
                    <a:lnTo>
                      <a:pt x="43" y="171"/>
                    </a:lnTo>
                    <a:lnTo>
                      <a:pt x="43" y="185"/>
                    </a:lnTo>
                    <a:lnTo>
                      <a:pt x="42" y="197"/>
                    </a:lnTo>
                    <a:lnTo>
                      <a:pt x="41" y="210"/>
                    </a:lnTo>
                    <a:lnTo>
                      <a:pt x="40" y="223"/>
                    </a:lnTo>
                    <a:lnTo>
                      <a:pt x="38" y="236"/>
                    </a:lnTo>
                    <a:lnTo>
                      <a:pt x="37" y="249"/>
                    </a:lnTo>
                    <a:lnTo>
                      <a:pt x="36" y="262"/>
                    </a:lnTo>
                    <a:lnTo>
                      <a:pt x="34" y="276"/>
                    </a:lnTo>
                    <a:lnTo>
                      <a:pt x="32" y="289"/>
                    </a:lnTo>
                    <a:lnTo>
                      <a:pt x="30" y="301"/>
                    </a:lnTo>
                    <a:lnTo>
                      <a:pt x="27" y="314"/>
                    </a:lnTo>
                    <a:lnTo>
                      <a:pt x="25" y="328"/>
                    </a:lnTo>
                    <a:lnTo>
                      <a:pt x="23" y="340"/>
                    </a:lnTo>
                    <a:lnTo>
                      <a:pt x="19" y="353"/>
                    </a:lnTo>
                    <a:lnTo>
                      <a:pt x="17" y="367"/>
                    </a:lnTo>
                    <a:lnTo>
                      <a:pt x="13" y="380"/>
                    </a:lnTo>
                    <a:lnTo>
                      <a:pt x="8" y="393"/>
                    </a:lnTo>
                    <a:lnTo>
                      <a:pt x="4" y="407"/>
                    </a:lnTo>
                    <a:lnTo>
                      <a:pt x="0" y="420"/>
                    </a:lnTo>
                    <a:lnTo>
                      <a:pt x="7" y="42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3" name="Freeform 586"/>
              <p:cNvSpPr>
                <a:spLocks/>
              </p:cNvSpPr>
              <p:nvPr/>
            </p:nvSpPr>
            <p:spPr bwMode="auto">
              <a:xfrm>
                <a:off x="482" y="2174"/>
                <a:ext cx="28" cy="103"/>
              </a:xfrm>
              <a:custGeom>
                <a:avLst/>
                <a:gdLst>
                  <a:gd name="T0" fmla="*/ 12 w 110"/>
                  <a:gd name="T1" fmla="*/ 398 h 411"/>
                  <a:gd name="T2" fmla="*/ 23 w 110"/>
                  <a:gd name="T3" fmla="*/ 372 h 411"/>
                  <a:gd name="T4" fmla="*/ 34 w 110"/>
                  <a:gd name="T5" fmla="*/ 347 h 411"/>
                  <a:gd name="T6" fmla="*/ 43 w 110"/>
                  <a:gd name="T7" fmla="*/ 321 h 411"/>
                  <a:gd name="T8" fmla="*/ 51 w 110"/>
                  <a:gd name="T9" fmla="*/ 296 h 411"/>
                  <a:gd name="T10" fmla="*/ 59 w 110"/>
                  <a:gd name="T11" fmla="*/ 270 h 411"/>
                  <a:gd name="T12" fmla="*/ 65 w 110"/>
                  <a:gd name="T13" fmla="*/ 245 h 411"/>
                  <a:gd name="T14" fmla="*/ 69 w 110"/>
                  <a:gd name="T15" fmla="*/ 219 h 411"/>
                  <a:gd name="T16" fmla="*/ 76 w 110"/>
                  <a:gd name="T17" fmla="*/ 194 h 411"/>
                  <a:gd name="T18" fmla="*/ 80 w 110"/>
                  <a:gd name="T19" fmla="*/ 167 h 411"/>
                  <a:gd name="T20" fmla="*/ 85 w 110"/>
                  <a:gd name="T21" fmla="*/ 142 h 411"/>
                  <a:gd name="T22" fmla="*/ 89 w 110"/>
                  <a:gd name="T23" fmla="*/ 116 h 411"/>
                  <a:gd name="T24" fmla="*/ 94 w 110"/>
                  <a:gd name="T25" fmla="*/ 91 h 411"/>
                  <a:gd name="T26" fmla="*/ 99 w 110"/>
                  <a:gd name="T27" fmla="*/ 65 h 411"/>
                  <a:gd name="T28" fmla="*/ 102 w 110"/>
                  <a:gd name="T29" fmla="*/ 40 h 411"/>
                  <a:gd name="T30" fmla="*/ 107 w 110"/>
                  <a:gd name="T31" fmla="*/ 14 h 411"/>
                  <a:gd name="T32" fmla="*/ 103 w 110"/>
                  <a:gd name="T33" fmla="*/ 0 h 411"/>
                  <a:gd name="T34" fmla="*/ 99 w 110"/>
                  <a:gd name="T35" fmla="*/ 25 h 411"/>
                  <a:gd name="T36" fmla="*/ 94 w 110"/>
                  <a:gd name="T37" fmla="*/ 52 h 411"/>
                  <a:gd name="T38" fmla="*/ 89 w 110"/>
                  <a:gd name="T39" fmla="*/ 78 h 411"/>
                  <a:gd name="T40" fmla="*/ 85 w 110"/>
                  <a:gd name="T41" fmla="*/ 103 h 411"/>
                  <a:gd name="T42" fmla="*/ 80 w 110"/>
                  <a:gd name="T43" fmla="*/ 128 h 411"/>
                  <a:gd name="T44" fmla="*/ 76 w 110"/>
                  <a:gd name="T45" fmla="*/ 154 h 411"/>
                  <a:gd name="T46" fmla="*/ 72 w 110"/>
                  <a:gd name="T47" fmla="*/ 179 h 411"/>
                  <a:gd name="T48" fmla="*/ 66 w 110"/>
                  <a:gd name="T49" fmla="*/ 205 h 411"/>
                  <a:gd name="T50" fmla="*/ 61 w 110"/>
                  <a:gd name="T51" fmla="*/ 230 h 411"/>
                  <a:gd name="T52" fmla="*/ 55 w 110"/>
                  <a:gd name="T53" fmla="*/ 256 h 411"/>
                  <a:gd name="T54" fmla="*/ 48 w 110"/>
                  <a:gd name="T55" fmla="*/ 281 h 411"/>
                  <a:gd name="T56" fmla="*/ 40 w 110"/>
                  <a:gd name="T57" fmla="*/ 307 h 411"/>
                  <a:gd name="T58" fmla="*/ 32 w 110"/>
                  <a:gd name="T59" fmla="*/ 332 h 411"/>
                  <a:gd name="T60" fmla="*/ 22 w 110"/>
                  <a:gd name="T61" fmla="*/ 356 h 411"/>
                  <a:gd name="T62" fmla="*/ 11 w 110"/>
                  <a:gd name="T63" fmla="*/ 382 h 411"/>
                  <a:gd name="T64" fmla="*/ 0 w 110"/>
                  <a:gd name="T65" fmla="*/ 407 h 4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0"/>
                  <a:gd name="T100" fmla="*/ 0 h 411"/>
                  <a:gd name="T101" fmla="*/ 110 w 110"/>
                  <a:gd name="T102" fmla="*/ 411 h 41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0" h="411">
                    <a:moveTo>
                      <a:pt x="6" y="411"/>
                    </a:moveTo>
                    <a:lnTo>
                      <a:pt x="12" y="398"/>
                    </a:lnTo>
                    <a:lnTo>
                      <a:pt x="19" y="384"/>
                    </a:lnTo>
                    <a:lnTo>
                      <a:pt x="23" y="372"/>
                    </a:lnTo>
                    <a:lnTo>
                      <a:pt x="29" y="359"/>
                    </a:lnTo>
                    <a:lnTo>
                      <a:pt x="34" y="347"/>
                    </a:lnTo>
                    <a:lnTo>
                      <a:pt x="38" y="335"/>
                    </a:lnTo>
                    <a:lnTo>
                      <a:pt x="43" y="321"/>
                    </a:lnTo>
                    <a:lnTo>
                      <a:pt x="46" y="309"/>
                    </a:lnTo>
                    <a:lnTo>
                      <a:pt x="51" y="296"/>
                    </a:lnTo>
                    <a:lnTo>
                      <a:pt x="55" y="282"/>
                    </a:lnTo>
                    <a:lnTo>
                      <a:pt x="59" y="270"/>
                    </a:lnTo>
                    <a:lnTo>
                      <a:pt x="61" y="257"/>
                    </a:lnTo>
                    <a:lnTo>
                      <a:pt x="65" y="245"/>
                    </a:lnTo>
                    <a:lnTo>
                      <a:pt x="67" y="232"/>
                    </a:lnTo>
                    <a:lnTo>
                      <a:pt x="69" y="219"/>
                    </a:lnTo>
                    <a:lnTo>
                      <a:pt x="73" y="206"/>
                    </a:lnTo>
                    <a:lnTo>
                      <a:pt x="76" y="194"/>
                    </a:lnTo>
                    <a:lnTo>
                      <a:pt x="78" y="181"/>
                    </a:lnTo>
                    <a:lnTo>
                      <a:pt x="80" y="167"/>
                    </a:lnTo>
                    <a:lnTo>
                      <a:pt x="83" y="155"/>
                    </a:lnTo>
                    <a:lnTo>
                      <a:pt x="85" y="142"/>
                    </a:lnTo>
                    <a:lnTo>
                      <a:pt x="86" y="130"/>
                    </a:lnTo>
                    <a:lnTo>
                      <a:pt x="89" y="116"/>
                    </a:lnTo>
                    <a:lnTo>
                      <a:pt x="91" y="104"/>
                    </a:lnTo>
                    <a:lnTo>
                      <a:pt x="94" y="91"/>
                    </a:lnTo>
                    <a:lnTo>
                      <a:pt x="96" y="78"/>
                    </a:lnTo>
                    <a:lnTo>
                      <a:pt x="99" y="65"/>
                    </a:lnTo>
                    <a:lnTo>
                      <a:pt x="100" y="52"/>
                    </a:lnTo>
                    <a:lnTo>
                      <a:pt x="102" y="40"/>
                    </a:lnTo>
                    <a:lnTo>
                      <a:pt x="105" y="27"/>
                    </a:lnTo>
                    <a:lnTo>
                      <a:pt x="107" y="14"/>
                    </a:lnTo>
                    <a:lnTo>
                      <a:pt x="110" y="1"/>
                    </a:lnTo>
                    <a:lnTo>
                      <a:pt x="103" y="0"/>
                    </a:lnTo>
                    <a:lnTo>
                      <a:pt x="101" y="12"/>
                    </a:lnTo>
                    <a:lnTo>
                      <a:pt x="99" y="25"/>
                    </a:lnTo>
                    <a:lnTo>
                      <a:pt x="96" y="39"/>
                    </a:lnTo>
                    <a:lnTo>
                      <a:pt x="94" y="52"/>
                    </a:lnTo>
                    <a:lnTo>
                      <a:pt x="91" y="64"/>
                    </a:lnTo>
                    <a:lnTo>
                      <a:pt x="89" y="78"/>
                    </a:lnTo>
                    <a:lnTo>
                      <a:pt x="88" y="90"/>
                    </a:lnTo>
                    <a:lnTo>
                      <a:pt x="85" y="103"/>
                    </a:lnTo>
                    <a:lnTo>
                      <a:pt x="83" y="116"/>
                    </a:lnTo>
                    <a:lnTo>
                      <a:pt x="80" y="128"/>
                    </a:lnTo>
                    <a:lnTo>
                      <a:pt x="78" y="142"/>
                    </a:lnTo>
                    <a:lnTo>
                      <a:pt x="76" y="154"/>
                    </a:lnTo>
                    <a:lnTo>
                      <a:pt x="74" y="166"/>
                    </a:lnTo>
                    <a:lnTo>
                      <a:pt x="72" y="179"/>
                    </a:lnTo>
                    <a:lnTo>
                      <a:pt x="68" y="192"/>
                    </a:lnTo>
                    <a:lnTo>
                      <a:pt x="66" y="205"/>
                    </a:lnTo>
                    <a:lnTo>
                      <a:pt x="63" y="217"/>
                    </a:lnTo>
                    <a:lnTo>
                      <a:pt x="61" y="230"/>
                    </a:lnTo>
                    <a:lnTo>
                      <a:pt x="59" y="242"/>
                    </a:lnTo>
                    <a:lnTo>
                      <a:pt x="55" y="256"/>
                    </a:lnTo>
                    <a:lnTo>
                      <a:pt x="51" y="268"/>
                    </a:lnTo>
                    <a:lnTo>
                      <a:pt x="48" y="281"/>
                    </a:lnTo>
                    <a:lnTo>
                      <a:pt x="44" y="293"/>
                    </a:lnTo>
                    <a:lnTo>
                      <a:pt x="40" y="307"/>
                    </a:lnTo>
                    <a:lnTo>
                      <a:pt x="37" y="319"/>
                    </a:lnTo>
                    <a:lnTo>
                      <a:pt x="32" y="332"/>
                    </a:lnTo>
                    <a:lnTo>
                      <a:pt x="27" y="344"/>
                    </a:lnTo>
                    <a:lnTo>
                      <a:pt x="22" y="356"/>
                    </a:lnTo>
                    <a:lnTo>
                      <a:pt x="17" y="370"/>
                    </a:lnTo>
                    <a:lnTo>
                      <a:pt x="11" y="382"/>
                    </a:lnTo>
                    <a:lnTo>
                      <a:pt x="6" y="394"/>
                    </a:lnTo>
                    <a:lnTo>
                      <a:pt x="0" y="407"/>
                    </a:lnTo>
                    <a:lnTo>
                      <a:pt x="6" y="411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4" name="Freeform 587"/>
              <p:cNvSpPr>
                <a:spLocks/>
              </p:cNvSpPr>
              <p:nvPr/>
            </p:nvSpPr>
            <p:spPr bwMode="auto">
              <a:xfrm>
                <a:off x="492" y="2173"/>
                <a:ext cx="7" cy="16"/>
              </a:xfrm>
              <a:custGeom>
                <a:avLst/>
                <a:gdLst>
                  <a:gd name="T0" fmla="*/ 8 w 27"/>
                  <a:gd name="T1" fmla="*/ 65 h 65"/>
                  <a:gd name="T2" fmla="*/ 10 w 27"/>
                  <a:gd name="T3" fmla="*/ 58 h 65"/>
                  <a:gd name="T4" fmla="*/ 13 w 27"/>
                  <a:gd name="T5" fmla="*/ 49 h 65"/>
                  <a:gd name="T6" fmla="*/ 15 w 27"/>
                  <a:gd name="T7" fmla="*/ 42 h 65"/>
                  <a:gd name="T8" fmla="*/ 17 w 27"/>
                  <a:gd name="T9" fmla="*/ 34 h 65"/>
                  <a:gd name="T10" fmla="*/ 20 w 27"/>
                  <a:gd name="T11" fmla="*/ 26 h 65"/>
                  <a:gd name="T12" fmla="*/ 22 w 27"/>
                  <a:gd name="T13" fmla="*/ 18 h 65"/>
                  <a:gd name="T14" fmla="*/ 25 w 27"/>
                  <a:gd name="T15" fmla="*/ 11 h 65"/>
                  <a:gd name="T16" fmla="*/ 27 w 27"/>
                  <a:gd name="T17" fmla="*/ 2 h 65"/>
                  <a:gd name="T18" fmla="*/ 21 w 27"/>
                  <a:gd name="T19" fmla="*/ 0 h 65"/>
                  <a:gd name="T20" fmla="*/ 19 w 27"/>
                  <a:gd name="T21" fmla="*/ 8 h 65"/>
                  <a:gd name="T22" fmla="*/ 16 w 27"/>
                  <a:gd name="T23" fmla="*/ 15 h 65"/>
                  <a:gd name="T24" fmla="*/ 14 w 27"/>
                  <a:gd name="T25" fmla="*/ 24 h 65"/>
                  <a:gd name="T26" fmla="*/ 11 w 27"/>
                  <a:gd name="T27" fmla="*/ 31 h 65"/>
                  <a:gd name="T28" fmla="*/ 8 w 27"/>
                  <a:gd name="T29" fmla="*/ 40 h 65"/>
                  <a:gd name="T30" fmla="*/ 5 w 27"/>
                  <a:gd name="T31" fmla="*/ 48 h 65"/>
                  <a:gd name="T32" fmla="*/ 3 w 27"/>
                  <a:gd name="T33" fmla="*/ 55 h 65"/>
                  <a:gd name="T34" fmla="*/ 0 w 27"/>
                  <a:gd name="T35" fmla="*/ 64 h 65"/>
                  <a:gd name="T36" fmla="*/ 8 w 27"/>
                  <a:gd name="T37" fmla="*/ 65 h 6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7"/>
                  <a:gd name="T58" fmla="*/ 0 h 65"/>
                  <a:gd name="T59" fmla="*/ 27 w 27"/>
                  <a:gd name="T60" fmla="*/ 65 h 6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7" h="65">
                    <a:moveTo>
                      <a:pt x="8" y="65"/>
                    </a:moveTo>
                    <a:lnTo>
                      <a:pt x="10" y="58"/>
                    </a:lnTo>
                    <a:lnTo>
                      <a:pt x="13" y="49"/>
                    </a:lnTo>
                    <a:lnTo>
                      <a:pt x="15" y="42"/>
                    </a:lnTo>
                    <a:lnTo>
                      <a:pt x="17" y="34"/>
                    </a:lnTo>
                    <a:lnTo>
                      <a:pt x="20" y="26"/>
                    </a:lnTo>
                    <a:lnTo>
                      <a:pt x="22" y="18"/>
                    </a:lnTo>
                    <a:lnTo>
                      <a:pt x="25" y="11"/>
                    </a:lnTo>
                    <a:lnTo>
                      <a:pt x="27" y="2"/>
                    </a:lnTo>
                    <a:lnTo>
                      <a:pt x="21" y="0"/>
                    </a:lnTo>
                    <a:lnTo>
                      <a:pt x="19" y="8"/>
                    </a:lnTo>
                    <a:lnTo>
                      <a:pt x="16" y="15"/>
                    </a:lnTo>
                    <a:lnTo>
                      <a:pt x="14" y="24"/>
                    </a:lnTo>
                    <a:lnTo>
                      <a:pt x="11" y="31"/>
                    </a:lnTo>
                    <a:lnTo>
                      <a:pt x="8" y="40"/>
                    </a:lnTo>
                    <a:lnTo>
                      <a:pt x="5" y="48"/>
                    </a:lnTo>
                    <a:lnTo>
                      <a:pt x="3" y="55"/>
                    </a:lnTo>
                    <a:lnTo>
                      <a:pt x="0" y="64"/>
                    </a:lnTo>
                    <a:lnTo>
                      <a:pt x="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21" name="Group 588"/>
          <p:cNvGrpSpPr>
            <a:grpSpLocks/>
          </p:cNvGrpSpPr>
          <p:nvPr/>
        </p:nvGrpSpPr>
        <p:grpSpPr bwMode="auto">
          <a:xfrm>
            <a:off x="6405563" y="2951163"/>
            <a:ext cx="2066925" cy="2813050"/>
            <a:chOff x="6438" y="1843"/>
            <a:chExt cx="1476" cy="1866"/>
          </a:xfrm>
        </p:grpSpPr>
        <p:sp>
          <p:nvSpPr>
            <p:cNvPr id="39181" name="Line 589"/>
            <p:cNvSpPr>
              <a:spLocks noChangeShapeType="1"/>
            </p:cNvSpPr>
            <p:nvPr/>
          </p:nvSpPr>
          <p:spPr bwMode="auto">
            <a:xfrm>
              <a:off x="7147" y="1953"/>
              <a:ext cx="1" cy="81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590"/>
            <p:cNvSpPr>
              <a:spLocks/>
            </p:cNvSpPr>
            <p:nvPr/>
          </p:nvSpPr>
          <p:spPr bwMode="auto">
            <a:xfrm>
              <a:off x="7137" y="3279"/>
              <a:ext cx="36" cy="183"/>
            </a:xfrm>
            <a:custGeom>
              <a:avLst/>
              <a:gdLst>
                <a:gd name="T0" fmla="*/ 0 w 71"/>
                <a:gd name="T1" fmla="*/ 0 h 366"/>
                <a:gd name="T2" fmla="*/ 71 w 71"/>
                <a:gd name="T3" fmla="*/ 0 h 366"/>
                <a:gd name="T4" fmla="*/ 71 w 71"/>
                <a:gd name="T5" fmla="*/ 366 h 366"/>
                <a:gd name="T6" fmla="*/ 0 w 71"/>
                <a:gd name="T7" fmla="*/ 366 h 366"/>
                <a:gd name="T8" fmla="*/ 0 w 71"/>
                <a:gd name="T9" fmla="*/ 0 h 366"/>
                <a:gd name="T10" fmla="*/ 0 w 71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366"/>
                <a:gd name="T20" fmla="*/ 71 w 71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366">
                  <a:moveTo>
                    <a:pt x="0" y="0"/>
                  </a:moveTo>
                  <a:lnTo>
                    <a:pt x="71" y="0"/>
                  </a:lnTo>
                  <a:lnTo>
                    <a:pt x="71" y="366"/>
                  </a:lnTo>
                  <a:lnTo>
                    <a:pt x="0" y="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591"/>
            <p:cNvSpPr>
              <a:spLocks/>
            </p:cNvSpPr>
            <p:nvPr/>
          </p:nvSpPr>
          <p:spPr bwMode="auto">
            <a:xfrm>
              <a:off x="7137" y="3279"/>
              <a:ext cx="36" cy="183"/>
            </a:xfrm>
            <a:custGeom>
              <a:avLst/>
              <a:gdLst>
                <a:gd name="T0" fmla="*/ 0 w 71"/>
                <a:gd name="T1" fmla="*/ 0 h 366"/>
                <a:gd name="T2" fmla="*/ 71 w 71"/>
                <a:gd name="T3" fmla="*/ 0 h 366"/>
                <a:gd name="T4" fmla="*/ 71 w 71"/>
                <a:gd name="T5" fmla="*/ 366 h 366"/>
                <a:gd name="T6" fmla="*/ 0 w 71"/>
                <a:gd name="T7" fmla="*/ 366 h 366"/>
                <a:gd name="T8" fmla="*/ 0 w 71"/>
                <a:gd name="T9" fmla="*/ 0 h 366"/>
                <a:gd name="T10" fmla="*/ 0 w 71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366"/>
                <a:gd name="T20" fmla="*/ 71 w 71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366">
                  <a:moveTo>
                    <a:pt x="0" y="0"/>
                  </a:moveTo>
                  <a:lnTo>
                    <a:pt x="71" y="0"/>
                  </a:lnTo>
                  <a:lnTo>
                    <a:pt x="71" y="366"/>
                  </a:lnTo>
                  <a:lnTo>
                    <a:pt x="0" y="36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592"/>
            <p:cNvSpPr>
              <a:spLocks/>
            </p:cNvSpPr>
            <p:nvPr/>
          </p:nvSpPr>
          <p:spPr bwMode="auto">
            <a:xfrm>
              <a:off x="7232" y="3279"/>
              <a:ext cx="36" cy="183"/>
            </a:xfrm>
            <a:custGeom>
              <a:avLst/>
              <a:gdLst>
                <a:gd name="T0" fmla="*/ 0 w 71"/>
                <a:gd name="T1" fmla="*/ 0 h 366"/>
                <a:gd name="T2" fmla="*/ 71 w 71"/>
                <a:gd name="T3" fmla="*/ 0 h 366"/>
                <a:gd name="T4" fmla="*/ 71 w 71"/>
                <a:gd name="T5" fmla="*/ 366 h 366"/>
                <a:gd name="T6" fmla="*/ 0 w 71"/>
                <a:gd name="T7" fmla="*/ 366 h 366"/>
                <a:gd name="T8" fmla="*/ 0 w 71"/>
                <a:gd name="T9" fmla="*/ 0 h 366"/>
                <a:gd name="T10" fmla="*/ 0 w 71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366"/>
                <a:gd name="T20" fmla="*/ 71 w 71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366">
                  <a:moveTo>
                    <a:pt x="0" y="0"/>
                  </a:moveTo>
                  <a:lnTo>
                    <a:pt x="71" y="0"/>
                  </a:lnTo>
                  <a:lnTo>
                    <a:pt x="71" y="366"/>
                  </a:lnTo>
                  <a:lnTo>
                    <a:pt x="0" y="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593"/>
            <p:cNvSpPr>
              <a:spLocks/>
            </p:cNvSpPr>
            <p:nvPr/>
          </p:nvSpPr>
          <p:spPr bwMode="auto">
            <a:xfrm>
              <a:off x="7232" y="3279"/>
              <a:ext cx="36" cy="183"/>
            </a:xfrm>
            <a:custGeom>
              <a:avLst/>
              <a:gdLst>
                <a:gd name="T0" fmla="*/ 0 w 71"/>
                <a:gd name="T1" fmla="*/ 0 h 366"/>
                <a:gd name="T2" fmla="*/ 71 w 71"/>
                <a:gd name="T3" fmla="*/ 0 h 366"/>
                <a:gd name="T4" fmla="*/ 71 w 71"/>
                <a:gd name="T5" fmla="*/ 366 h 366"/>
                <a:gd name="T6" fmla="*/ 0 w 71"/>
                <a:gd name="T7" fmla="*/ 366 h 366"/>
                <a:gd name="T8" fmla="*/ 0 w 71"/>
                <a:gd name="T9" fmla="*/ 0 h 366"/>
                <a:gd name="T10" fmla="*/ 0 w 71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366"/>
                <a:gd name="T20" fmla="*/ 71 w 71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366">
                  <a:moveTo>
                    <a:pt x="0" y="0"/>
                  </a:moveTo>
                  <a:lnTo>
                    <a:pt x="71" y="0"/>
                  </a:lnTo>
                  <a:lnTo>
                    <a:pt x="71" y="366"/>
                  </a:lnTo>
                  <a:lnTo>
                    <a:pt x="0" y="36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594"/>
            <p:cNvSpPr>
              <a:spLocks/>
            </p:cNvSpPr>
            <p:nvPr/>
          </p:nvSpPr>
          <p:spPr bwMode="auto">
            <a:xfrm>
              <a:off x="7414" y="3279"/>
              <a:ext cx="36" cy="183"/>
            </a:xfrm>
            <a:custGeom>
              <a:avLst/>
              <a:gdLst>
                <a:gd name="T0" fmla="*/ 0 w 71"/>
                <a:gd name="T1" fmla="*/ 0 h 366"/>
                <a:gd name="T2" fmla="*/ 71 w 71"/>
                <a:gd name="T3" fmla="*/ 0 h 366"/>
                <a:gd name="T4" fmla="*/ 71 w 71"/>
                <a:gd name="T5" fmla="*/ 366 h 366"/>
                <a:gd name="T6" fmla="*/ 0 w 71"/>
                <a:gd name="T7" fmla="*/ 366 h 366"/>
                <a:gd name="T8" fmla="*/ 0 w 71"/>
                <a:gd name="T9" fmla="*/ 0 h 366"/>
                <a:gd name="T10" fmla="*/ 0 w 71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366"/>
                <a:gd name="T20" fmla="*/ 71 w 71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366">
                  <a:moveTo>
                    <a:pt x="0" y="0"/>
                  </a:moveTo>
                  <a:lnTo>
                    <a:pt x="71" y="0"/>
                  </a:lnTo>
                  <a:lnTo>
                    <a:pt x="71" y="366"/>
                  </a:lnTo>
                  <a:lnTo>
                    <a:pt x="0" y="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595"/>
            <p:cNvSpPr>
              <a:spLocks/>
            </p:cNvSpPr>
            <p:nvPr/>
          </p:nvSpPr>
          <p:spPr bwMode="auto">
            <a:xfrm>
              <a:off x="7414" y="3279"/>
              <a:ext cx="36" cy="183"/>
            </a:xfrm>
            <a:custGeom>
              <a:avLst/>
              <a:gdLst>
                <a:gd name="T0" fmla="*/ 0 w 71"/>
                <a:gd name="T1" fmla="*/ 0 h 366"/>
                <a:gd name="T2" fmla="*/ 71 w 71"/>
                <a:gd name="T3" fmla="*/ 0 h 366"/>
                <a:gd name="T4" fmla="*/ 71 w 71"/>
                <a:gd name="T5" fmla="*/ 366 h 366"/>
                <a:gd name="T6" fmla="*/ 0 w 71"/>
                <a:gd name="T7" fmla="*/ 366 h 366"/>
                <a:gd name="T8" fmla="*/ 0 w 71"/>
                <a:gd name="T9" fmla="*/ 0 h 366"/>
                <a:gd name="T10" fmla="*/ 0 w 71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366"/>
                <a:gd name="T20" fmla="*/ 71 w 71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366">
                  <a:moveTo>
                    <a:pt x="0" y="0"/>
                  </a:moveTo>
                  <a:lnTo>
                    <a:pt x="71" y="0"/>
                  </a:lnTo>
                  <a:lnTo>
                    <a:pt x="71" y="366"/>
                  </a:lnTo>
                  <a:lnTo>
                    <a:pt x="0" y="36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596"/>
            <p:cNvSpPr>
              <a:spLocks/>
            </p:cNvSpPr>
            <p:nvPr/>
          </p:nvSpPr>
          <p:spPr bwMode="auto">
            <a:xfrm>
              <a:off x="7550" y="3279"/>
              <a:ext cx="37" cy="183"/>
            </a:xfrm>
            <a:custGeom>
              <a:avLst/>
              <a:gdLst>
                <a:gd name="T0" fmla="*/ 0 w 74"/>
                <a:gd name="T1" fmla="*/ 0 h 366"/>
                <a:gd name="T2" fmla="*/ 74 w 74"/>
                <a:gd name="T3" fmla="*/ 0 h 366"/>
                <a:gd name="T4" fmla="*/ 74 w 74"/>
                <a:gd name="T5" fmla="*/ 366 h 366"/>
                <a:gd name="T6" fmla="*/ 2 w 74"/>
                <a:gd name="T7" fmla="*/ 366 h 366"/>
                <a:gd name="T8" fmla="*/ 2 w 74"/>
                <a:gd name="T9" fmla="*/ 0 h 366"/>
                <a:gd name="T10" fmla="*/ 2 w 74"/>
                <a:gd name="T11" fmla="*/ 0 h 366"/>
                <a:gd name="T12" fmla="*/ 0 w 74"/>
                <a:gd name="T13" fmla="*/ 0 h 3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"/>
                <a:gd name="T22" fmla="*/ 0 h 366"/>
                <a:gd name="T23" fmla="*/ 74 w 74"/>
                <a:gd name="T24" fmla="*/ 366 h 3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" h="366">
                  <a:moveTo>
                    <a:pt x="0" y="0"/>
                  </a:moveTo>
                  <a:lnTo>
                    <a:pt x="74" y="0"/>
                  </a:lnTo>
                  <a:lnTo>
                    <a:pt x="74" y="366"/>
                  </a:lnTo>
                  <a:lnTo>
                    <a:pt x="2" y="366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597"/>
            <p:cNvSpPr>
              <a:spLocks/>
            </p:cNvSpPr>
            <p:nvPr/>
          </p:nvSpPr>
          <p:spPr bwMode="auto">
            <a:xfrm>
              <a:off x="7550" y="3279"/>
              <a:ext cx="37" cy="183"/>
            </a:xfrm>
            <a:custGeom>
              <a:avLst/>
              <a:gdLst>
                <a:gd name="T0" fmla="*/ 0 w 74"/>
                <a:gd name="T1" fmla="*/ 0 h 366"/>
                <a:gd name="T2" fmla="*/ 74 w 74"/>
                <a:gd name="T3" fmla="*/ 0 h 366"/>
                <a:gd name="T4" fmla="*/ 74 w 74"/>
                <a:gd name="T5" fmla="*/ 366 h 366"/>
                <a:gd name="T6" fmla="*/ 2 w 74"/>
                <a:gd name="T7" fmla="*/ 366 h 366"/>
                <a:gd name="T8" fmla="*/ 2 w 74"/>
                <a:gd name="T9" fmla="*/ 0 h 366"/>
                <a:gd name="T10" fmla="*/ 2 w 74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4"/>
                <a:gd name="T19" fmla="*/ 0 h 366"/>
                <a:gd name="T20" fmla="*/ 74 w 74"/>
                <a:gd name="T21" fmla="*/ 366 h 3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4" h="366">
                  <a:moveTo>
                    <a:pt x="0" y="0"/>
                  </a:moveTo>
                  <a:lnTo>
                    <a:pt x="74" y="0"/>
                  </a:lnTo>
                  <a:lnTo>
                    <a:pt x="74" y="366"/>
                  </a:lnTo>
                  <a:lnTo>
                    <a:pt x="2" y="366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598"/>
            <p:cNvSpPr>
              <a:spLocks/>
            </p:cNvSpPr>
            <p:nvPr/>
          </p:nvSpPr>
          <p:spPr bwMode="auto">
            <a:xfrm>
              <a:off x="6842" y="3461"/>
              <a:ext cx="822" cy="41"/>
            </a:xfrm>
            <a:custGeom>
              <a:avLst/>
              <a:gdLst>
                <a:gd name="T0" fmla="*/ 0 w 1646"/>
                <a:gd name="T1" fmla="*/ 0 h 83"/>
                <a:gd name="T2" fmla="*/ 1646 w 1646"/>
                <a:gd name="T3" fmla="*/ 3 h 83"/>
                <a:gd name="T4" fmla="*/ 1646 w 1646"/>
                <a:gd name="T5" fmla="*/ 83 h 83"/>
                <a:gd name="T6" fmla="*/ 0 w 1646"/>
                <a:gd name="T7" fmla="*/ 83 h 83"/>
                <a:gd name="T8" fmla="*/ 0 w 1646"/>
                <a:gd name="T9" fmla="*/ 3 h 83"/>
                <a:gd name="T10" fmla="*/ 0 w 1646"/>
                <a:gd name="T11" fmla="*/ 3 h 83"/>
                <a:gd name="T12" fmla="*/ 0 w 1646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46"/>
                <a:gd name="T22" fmla="*/ 0 h 83"/>
                <a:gd name="T23" fmla="*/ 1646 w 1646"/>
                <a:gd name="T24" fmla="*/ 83 h 8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46" h="83">
                  <a:moveTo>
                    <a:pt x="0" y="0"/>
                  </a:moveTo>
                  <a:lnTo>
                    <a:pt x="1646" y="3"/>
                  </a:lnTo>
                  <a:lnTo>
                    <a:pt x="1646" y="83"/>
                  </a:lnTo>
                  <a:lnTo>
                    <a:pt x="0" y="8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599"/>
            <p:cNvSpPr>
              <a:spLocks/>
            </p:cNvSpPr>
            <p:nvPr/>
          </p:nvSpPr>
          <p:spPr bwMode="auto">
            <a:xfrm>
              <a:off x="6842" y="3461"/>
              <a:ext cx="822" cy="41"/>
            </a:xfrm>
            <a:custGeom>
              <a:avLst/>
              <a:gdLst>
                <a:gd name="T0" fmla="*/ 0 w 1646"/>
                <a:gd name="T1" fmla="*/ 0 h 83"/>
                <a:gd name="T2" fmla="*/ 1646 w 1646"/>
                <a:gd name="T3" fmla="*/ 3 h 83"/>
                <a:gd name="T4" fmla="*/ 1646 w 1646"/>
                <a:gd name="T5" fmla="*/ 83 h 83"/>
                <a:gd name="T6" fmla="*/ 0 w 1646"/>
                <a:gd name="T7" fmla="*/ 83 h 83"/>
                <a:gd name="T8" fmla="*/ 0 w 1646"/>
                <a:gd name="T9" fmla="*/ 3 h 83"/>
                <a:gd name="T10" fmla="*/ 0 w 1646"/>
                <a:gd name="T11" fmla="*/ 3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46"/>
                <a:gd name="T19" fmla="*/ 0 h 83"/>
                <a:gd name="T20" fmla="*/ 1646 w 1646"/>
                <a:gd name="T21" fmla="*/ 83 h 8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46" h="83">
                  <a:moveTo>
                    <a:pt x="0" y="0"/>
                  </a:moveTo>
                  <a:lnTo>
                    <a:pt x="1646" y="3"/>
                  </a:lnTo>
                  <a:lnTo>
                    <a:pt x="1646" y="83"/>
                  </a:lnTo>
                  <a:lnTo>
                    <a:pt x="0" y="83"/>
                  </a:lnTo>
                  <a:lnTo>
                    <a:pt x="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Line 600"/>
            <p:cNvSpPr>
              <a:spLocks noChangeShapeType="1"/>
            </p:cNvSpPr>
            <p:nvPr/>
          </p:nvSpPr>
          <p:spPr bwMode="auto">
            <a:xfrm flipH="1" flipV="1">
              <a:off x="7104" y="2198"/>
              <a:ext cx="103" cy="11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Line 601"/>
            <p:cNvSpPr>
              <a:spLocks noChangeShapeType="1"/>
            </p:cNvSpPr>
            <p:nvPr/>
          </p:nvSpPr>
          <p:spPr bwMode="auto">
            <a:xfrm flipV="1">
              <a:off x="7092" y="2198"/>
              <a:ext cx="105" cy="11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Line 602"/>
            <p:cNvSpPr>
              <a:spLocks noChangeShapeType="1"/>
            </p:cNvSpPr>
            <p:nvPr/>
          </p:nvSpPr>
          <p:spPr bwMode="auto">
            <a:xfrm>
              <a:off x="7079" y="2313"/>
              <a:ext cx="141" cy="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Line 603"/>
            <p:cNvSpPr>
              <a:spLocks noChangeShapeType="1"/>
            </p:cNvSpPr>
            <p:nvPr/>
          </p:nvSpPr>
          <p:spPr bwMode="auto">
            <a:xfrm flipH="1" flipV="1">
              <a:off x="7124" y="2052"/>
              <a:ext cx="67" cy="13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Line 604"/>
            <p:cNvSpPr>
              <a:spLocks noChangeShapeType="1"/>
            </p:cNvSpPr>
            <p:nvPr/>
          </p:nvSpPr>
          <p:spPr bwMode="auto">
            <a:xfrm flipV="1">
              <a:off x="7108" y="2052"/>
              <a:ext cx="69" cy="13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Line 605"/>
            <p:cNvSpPr>
              <a:spLocks noChangeShapeType="1"/>
            </p:cNvSpPr>
            <p:nvPr/>
          </p:nvSpPr>
          <p:spPr bwMode="auto">
            <a:xfrm>
              <a:off x="7090" y="2313"/>
              <a:ext cx="137" cy="12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Line 606"/>
            <p:cNvSpPr>
              <a:spLocks noChangeShapeType="1"/>
            </p:cNvSpPr>
            <p:nvPr/>
          </p:nvSpPr>
          <p:spPr bwMode="auto">
            <a:xfrm flipH="1">
              <a:off x="7075" y="2313"/>
              <a:ext cx="135" cy="12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Line 607"/>
            <p:cNvSpPr>
              <a:spLocks noChangeShapeType="1"/>
            </p:cNvSpPr>
            <p:nvPr/>
          </p:nvSpPr>
          <p:spPr bwMode="auto">
            <a:xfrm>
              <a:off x="7070" y="2462"/>
              <a:ext cx="176" cy="14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Line 608"/>
            <p:cNvSpPr>
              <a:spLocks noChangeShapeType="1"/>
            </p:cNvSpPr>
            <p:nvPr/>
          </p:nvSpPr>
          <p:spPr bwMode="auto">
            <a:xfrm flipH="1">
              <a:off x="7053" y="2462"/>
              <a:ext cx="175" cy="14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Line 609"/>
            <p:cNvSpPr>
              <a:spLocks noChangeShapeType="1"/>
            </p:cNvSpPr>
            <p:nvPr/>
          </p:nvSpPr>
          <p:spPr bwMode="auto">
            <a:xfrm>
              <a:off x="7048" y="2625"/>
              <a:ext cx="220" cy="14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Line 610"/>
            <p:cNvSpPr>
              <a:spLocks noChangeShapeType="1"/>
            </p:cNvSpPr>
            <p:nvPr/>
          </p:nvSpPr>
          <p:spPr bwMode="auto">
            <a:xfrm flipH="1">
              <a:off x="7032" y="2625"/>
              <a:ext cx="219" cy="14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611"/>
            <p:cNvSpPr>
              <a:spLocks/>
            </p:cNvSpPr>
            <p:nvPr/>
          </p:nvSpPr>
          <p:spPr bwMode="auto">
            <a:xfrm>
              <a:off x="7099" y="2180"/>
              <a:ext cx="103" cy="18"/>
            </a:xfrm>
            <a:custGeom>
              <a:avLst/>
              <a:gdLst>
                <a:gd name="T0" fmla="*/ 0 w 206"/>
                <a:gd name="T1" fmla="*/ 0 h 35"/>
                <a:gd name="T2" fmla="*/ 206 w 206"/>
                <a:gd name="T3" fmla="*/ 3 h 35"/>
                <a:gd name="T4" fmla="*/ 206 w 206"/>
                <a:gd name="T5" fmla="*/ 35 h 35"/>
                <a:gd name="T6" fmla="*/ 3 w 206"/>
                <a:gd name="T7" fmla="*/ 35 h 35"/>
                <a:gd name="T8" fmla="*/ 3 w 206"/>
                <a:gd name="T9" fmla="*/ 3 h 35"/>
                <a:gd name="T10" fmla="*/ 3 w 206"/>
                <a:gd name="T11" fmla="*/ 3 h 35"/>
                <a:gd name="T12" fmla="*/ 0 w 206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6"/>
                <a:gd name="T22" fmla="*/ 0 h 35"/>
                <a:gd name="T23" fmla="*/ 206 w 206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6" h="35">
                  <a:moveTo>
                    <a:pt x="0" y="0"/>
                  </a:moveTo>
                  <a:lnTo>
                    <a:pt x="206" y="3"/>
                  </a:lnTo>
                  <a:lnTo>
                    <a:pt x="206" y="35"/>
                  </a:lnTo>
                  <a:lnTo>
                    <a:pt x="3" y="3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612"/>
            <p:cNvSpPr>
              <a:spLocks/>
            </p:cNvSpPr>
            <p:nvPr/>
          </p:nvSpPr>
          <p:spPr bwMode="auto">
            <a:xfrm>
              <a:off x="7099" y="2180"/>
              <a:ext cx="103" cy="18"/>
            </a:xfrm>
            <a:custGeom>
              <a:avLst/>
              <a:gdLst>
                <a:gd name="T0" fmla="*/ 0 w 206"/>
                <a:gd name="T1" fmla="*/ 0 h 35"/>
                <a:gd name="T2" fmla="*/ 206 w 206"/>
                <a:gd name="T3" fmla="*/ 3 h 35"/>
                <a:gd name="T4" fmla="*/ 206 w 206"/>
                <a:gd name="T5" fmla="*/ 35 h 35"/>
                <a:gd name="T6" fmla="*/ 3 w 206"/>
                <a:gd name="T7" fmla="*/ 35 h 35"/>
                <a:gd name="T8" fmla="*/ 3 w 206"/>
                <a:gd name="T9" fmla="*/ 3 h 35"/>
                <a:gd name="T10" fmla="*/ 3 w 206"/>
                <a:gd name="T11" fmla="*/ 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6"/>
                <a:gd name="T19" fmla="*/ 0 h 35"/>
                <a:gd name="T20" fmla="*/ 206 w 206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6" h="35">
                  <a:moveTo>
                    <a:pt x="0" y="0"/>
                  </a:moveTo>
                  <a:lnTo>
                    <a:pt x="206" y="3"/>
                  </a:lnTo>
                  <a:lnTo>
                    <a:pt x="206" y="35"/>
                  </a:lnTo>
                  <a:lnTo>
                    <a:pt x="3" y="35"/>
                  </a:lnTo>
                  <a:lnTo>
                    <a:pt x="3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613"/>
            <p:cNvSpPr>
              <a:spLocks/>
            </p:cNvSpPr>
            <p:nvPr/>
          </p:nvSpPr>
          <p:spPr bwMode="auto">
            <a:xfrm>
              <a:off x="7041" y="2607"/>
              <a:ext cx="214" cy="18"/>
            </a:xfrm>
            <a:custGeom>
              <a:avLst/>
              <a:gdLst>
                <a:gd name="T0" fmla="*/ 0 w 427"/>
                <a:gd name="T1" fmla="*/ 0 h 36"/>
                <a:gd name="T2" fmla="*/ 427 w 427"/>
                <a:gd name="T3" fmla="*/ 3 h 36"/>
                <a:gd name="T4" fmla="*/ 427 w 427"/>
                <a:gd name="T5" fmla="*/ 36 h 36"/>
                <a:gd name="T6" fmla="*/ 3 w 427"/>
                <a:gd name="T7" fmla="*/ 36 h 36"/>
                <a:gd name="T8" fmla="*/ 3 w 427"/>
                <a:gd name="T9" fmla="*/ 3 h 36"/>
                <a:gd name="T10" fmla="*/ 3 w 427"/>
                <a:gd name="T11" fmla="*/ 3 h 36"/>
                <a:gd name="T12" fmla="*/ 0 w 427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27"/>
                <a:gd name="T22" fmla="*/ 0 h 36"/>
                <a:gd name="T23" fmla="*/ 427 w 427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27" h="36">
                  <a:moveTo>
                    <a:pt x="0" y="0"/>
                  </a:moveTo>
                  <a:lnTo>
                    <a:pt x="427" y="3"/>
                  </a:lnTo>
                  <a:lnTo>
                    <a:pt x="427" y="36"/>
                  </a:lnTo>
                  <a:lnTo>
                    <a:pt x="3" y="3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614"/>
            <p:cNvSpPr>
              <a:spLocks/>
            </p:cNvSpPr>
            <p:nvPr/>
          </p:nvSpPr>
          <p:spPr bwMode="auto">
            <a:xfrm>
              <a:off x="7041" y="2607"/>
              <a:ext cx="214" cy="18"/>
            </a:xfrm>
            <a:custGeom>
              <a:avLst/>
              <a:gdLst>
                <a:gd name="T0" fmla="*/ 0 w 427"/>
                <a:gd name="T1" fmla="*/ 0 h 36"/>
                <a:gd name="T2" fmla="*/ 427 w 427"/>
                <a:gd name="T3" fmla="*/ 3 h 36"/>
                <a:gd name="T4" fmla="*/ 427 w 427"/>
                <a:gd name="T5" fmla="*/ 36 h 36"/>
                <a:gd name="T6" fmla="*/ 3 w 427"/>
                <a:gd name="T7" fmla="*/ 36 h 36"/>
                <a:gd name="T8" fmla="*/ 3 w 427"/>
                <a:gd name="T9" fmla="*/ 3 h 36"/>
                <a:gd name="T10" fmla="*/ 3 w 427"/>
                <a:gd name="T11" fmla="*/ 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7"/>
                <a:gd name="T19" fmla="*/ 0 h 36"/>
                <a:gd name="T20" fmla="*/ 427 w 427"/>
                <a:gd name="T21" fmla="*/ 36 h 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7" h="36">
                  <a:moveTo>
                    <a:pt x="0" y="0"/>
                  </a:moveTo>
                  <a:lnTo>
                    <a:pt x="427" y="3"/>
                  </a:lnTo>
                  <a:lnTo>
                    <a:pt x="427" y="36"/>
                  </a:lnTo>
                  <a:lnTo>
                    <a:pt x="3" y="36"/>
                  </a:lnTo>
                  <a:lnTo>
                    <a:pt x="3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615"/>
            <p:cNvSpPr>
              <a:spLocks/>
            </p:cNvSpPr>
            <p:nvPr/>
          </p:nvSpPr>
          <p:spPr bwMode="auto">
            <a:xfrm>
              <a:off x="7008" y="1934"/>
              <a:ext cx="132" cy="833"/>
            </a:xfrm>
            <a:custGeom>
              <a:avLst/>
              <a:gdLst>
                <a:gd name="T0" fmla="*/ 0 w 264"/>
                <a:gd name="T1" fmla="*/ 1665 h 1665"/>
                <a:gd name="T2" fmla="*/ 50 w 264"/>
                <a:gd name="T3" fmla="*/ 1665 h 1665"/>
                <a:gd name="T4" fmla="*/ 264 w 264"/>
                <a:gd name="T5" fmla="*/ 0 h 1665"/>
                <a:gd name="T6" fmla="*/ 217 w 264"/>
                <a:gd name="T7" fmla="*/ 0 h 1665"/>
                <a:gd name="T8" fmla="*/ 3 w 264"/>
                <a:gd name="T9" fmla="*/ 1665 h 1665"/>
                <a:gd name="T10" fmla="*/ 3 w 264"/>
                <a:gd name="T11" fmla="*/ 1665 h 1665"/>
                <a:gd name="T12" fmla="*/ 0 w 264"/>
                <a:gd name="T13" fmla="*/ 1665 h 1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4"/>
                <a:gd name="T22" fmla="*/ 0 h 1665"/>
                <a:gd name="T23" fmla="*/ 264 w 264"/>
                <a:gd name="T24" fmla="*/ 1665 h 16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4" h="1665">
                  <a:moveTo>
                    <a:pt x="0" y="1665"/>
                  </a:moveTo>
                  <a:lnTo>
                    <a:pt x="50" y="1665"/>
                  </a:lnTo>
                  <a:lnTo>
                    <a:pt x="264" y="0"/>
                  </a:lnTo>
                  <a:lnTo>
                    <a:pt x="217" y="0"/>
                  </a:lnTo>
                  <a:lnTo>
                    <a:pt x="3" y="1665"/>
                  </a:lnTo>
                  <a:lnTo>
                    <a:pt x="0" y="1665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616"/>
            <p:cNvSpPr>
              <a:spLocks/>
            </p:cNvSpPr>
            <p:nvPr/>
          </p:nvSpPr>
          <p:spPr bwMode="auto">
            <a:xfrm>
              <a:off x="7008" y="1934"/>
              <a:ext cx="132" cy="833"/>
            </a:xfrm>
            <a:custGeom>
              <a:avLst/>
              <a:gdLst>
                <a:gd name="T0" fmla="*/ 0 w 264"/>
                <a:gd name="T1" fmla="*/ 1665 h 1665"/>
                <a:gd name="T2" fmla="*/ 50 w 264"/>
                <a:gd name="T3" fmla="*/ 1665 h 1665"/>
                <a:gd name="T4" fmla="*/ 264 w 264"/>
                <a:gd name="T5" fmla="*/ 0 h 1665"/>
                <a:gd name="T6" fmla="*/ 217 w 264"/>
                <a:gd name="T7" fmla="*/ 0 h 1665"/>
                <a:gd name="T8" fmla="*/ 3 w 264"/>
                <a:gd name="T9" fmla="*/ 1665 h 1665"/>
                <a:gd name="T10" fmla="*/ 3 w 264"/>
                <a:gd name="T11" fmla="*/ 1665 h 16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4"/>
                <a:gd name="T19" fmla="*/ 0 h 1665"/>
                <a:gd name="T20" fmla="*/ 264 w 264"/>
                <a:gd name="T21" fmla="*/ 1665 h 16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4" h="1665">
                  <a:moveTo>
                    <a:pt x="0" y="1665"/>
                  </a:moveTo>
                  <a:lnTo>
                    <a:pt x="50" y="1665"/>
                  </a:lnTo>
                  <a:lnTo>
                    <a:pt x="264" y="0"/>
                  </a:lnTo>
                  <a:lnTo>
                    <a:pt x="217" y="0"/>
                  </a:lnTo>
                  <a:lnTo>
                    <a:pt x="3" y="166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617"/>
            <p:cNvSpPr>
              <a:spLocks/>
            </p:cNvSpPr>
            <p:nvPr/>
          </p:nvSpPr>
          <p:spPr bwMode="auto">
            <a:xfrm>
              <a:off x="7161" y="1934"/>
              <a:ext cx="131" cy="833"/>
            </a:xfrm>
            <a:custGeom>
              <a:avLst/>
              <a:gdLst>
                <a:gd name="T0" fmla="*/ 259 w 261"/>
                <a:gd name="T1" fmla="*/ 1665 h 1665"/>
                <a:gd name="T2" fmla="*/ 214 w 261"/>
                <a:gd name="T3" fmla="*/ 1665 h 1665"/>
                <a:gd name="T4" fmla="*/ 0 w 261"/>
                <a:gd name="T5" fmla="*/ 0 h 1665"/>
                <a:gd name="T6" fmla="*/ 46 w 261"/>
                <a:gd name="T7" fmla="*/ 0 h 1665"/>
                <a:gd name="T8" fmla="*/ 261 w 261"/>
                <a:gd name="T9" fmla="*/ 1665 h 1665"/>
                <a:gd name="T10" fmla="*/ 261 w 261"/>
                <a:gd name="T11" fmla="*/ 1665 h 1665"/>
                <a:gd name="T12" fmla="*/ 259 w 261"/>
                <a:gd name="T13" fmla="*/ 1665 h 1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1"/>
                <a:gd name="T22" fmla="*/ 0 h 1665"/>
                <a:gd name="T23" fmla="*/ 261 w 261"/>
                <a:gd name="T24" fmla="*/ 1665 h 16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1" h="1665">
                  <a:moveTo>
                    <a:pt x="259" y="1665"/>
                  </a:moveTo>
                  <a:lnTo>
                    <a:pt x="214" y="1665"/>
                  </a:lnTo>
                  <a:lnTo>
                    <a:pt x="0" y="0"/>
                  </a:lnTo>
                  <a:lnTo>
                    <a:pt x="46" y="0"/>
                  </a:lnTo>
                  <a:lnTo>
                    <a:pt x="261" y="1665"/>
                  </a:lnTo>
                  <a:lnTo>
                    <a:pt x="259" y="1665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618"/>
            <p:cNvSpPr>
              <a:spLocks/>
            </p:cNvSpPr>
            <p:nvPr/>
          </p:nvSpPr>
          <p:spPr bwMode="auto">
            <a:xfrm>
              <a:off x="7161" y="1934"/>
              <a:ext cx="131" cy="833"/>
            </a:xfrm>
            <a:custGeom>
              <a:avLst/>
              <a:gdLst>
                <a:gd name="T0" fmla="*/ 259 w 261"/>
                <a:gd name="T1" fmla="*/ 1665 h 1665"/>
                <a:gd name="T2" fmla="*/ 214 w 261"/>
                <a:gd name="T3" fmla="*/ 1665 h 1665"/>
                <a:gd name="T4" fmla="*/ 0 w 261"/>
                <a:gd name="T5" fmla="*/ 0 h 1665"/>
                <a:gd name="T6" fmla="*/ 46 w 261"/>
                <a:gd name="T7" fmla="*/ 0 h 1665"/>
                <a:gd name="T8" fmla="*/ 261 w 261"/>
                <a:gd name="T9" fmla="*/ 1665 h 1665"/>
                <a:gd name="T10" fmla="*/ 261 w 261"/>
                <a:gd name="T11" fmla="*/ 1665 h 16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1"/>
                <a:gd name="T19" fmla="*/ 0 h 1665"/>
                <a:gd name="T20" fmla="*/ 261 w 261"/>
                <a:gd name="T21" fmla="*/ 1665 h 16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1" h="1665">
                  <a:moveTo>
                    <a:pt x="259" y="1665"/>
                  </a:moveTo>
                  <a:lnTo>
                    <a:pt x="214" y="1665"/>
                  </a:lnTo>
                  <a:lnTo>
                    <a:pt x="0" y="0"/>
                  </a:lnTo>
                  <a:lnTo>
                    <a:pt x="46" y="0"/>
                  </a:lnTo>
                  <a:lnTo>
                    <a:pt x="261" y="166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619"/>
            <p:cNvSpPr>
              <a:spLocks/>
            </p:cNvSpPr>
            <p:nvPr/>
          </p:nvSpPr>
          <p:spPr bwMode="auto">
            <a:xfrm>
              <a:off x="7144" y="1843"/>
              <a:ext cx="12" cy="88"/>
            </a:xfrm>
            <a:custGeom>
              <a:avLst/>
              <a:gdLst>
                <a:gd name="T0" fmla="*/ 0 w 23"/>
                <a:gd name="T1" fmla="*/ 0 h 176"/>
                <a:gd name="T2" fmla="*/ 23 w 23"/>
                <a:gd name="T3" fmla="*/ 0 h 176"/>
                <a:gd name="T4" fmla="*/ 23 w 23"/>
                <a:gd name="T5" fmla="*/ 176 h 176"/>
                <a:gd name="T6" fmla="*/ 3 w 23"/>
                <a:gd name="T7" fmla="*/ 176 h 176"/>
                <a:gd name="T8" fmla="*/ 3 w 23"/>
                <a:gd name="T9" fmla="*/ 0 h 176"/>
                <a:gd name="T10" fmla="*/ 3 w 23"/>
                <a:gd name="T11" fmla="*/ 0 h 176"/>
                <a:gd name="T12" fmla="*/ 0 w 23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176"/>
                <a:gd name="T23" fmla="*/ 23 w 23"/>
                <a:gd name="T24" fmla="*/ 176 h 17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176">
                  <a:moveTo>
                    <a:pt x="0" y="0"/>
                  </a:moveTo>
                  <a:lnTo>
                    <a:pt x="23" y="0"/>
                  </a:lnTo>
                  <a:lnTo>
                    <a:pt x="23" y="176"/>
                  </a:lnTo>
                  <a:lnTo>
                    <a:pt x="3" y="176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620"/>
            <p:cNvSpPr>
              <a:spLocks/>
            </p:cNvSpPr>
            <p:nvPr/>
          </p:nvSpPr>
          <p:spPr bwMode="auto">
            <a:xfrm>
              <a:off x="7144" y="1843"/>
              <a:ext cx="12" cy="88"/>
            </a:xfrm>
            <a:custGeom>
              <a:avLst/>
              <a:gdLst>
                <a:gd name="T0" fmla="*/ 0 w 23"/>
                <a:gd name="T1" fmla="*/ 0 h 176"/>
                <a:gd name="T2" fmla="*/ 23 w 23"/>
                <a:gd name="T3" fmla="*/ 0 h 176"/>
                <a:gd name="T4" fmla="*/ 23 w 23"/>
                <a:gd name="T5" fmla="*/ 176 h 176"/>
                <a:gd name="T6" fmla="*/ 3 w 23"/>
                <a:gd name="T7" fmla="*/ 176 h 176"/>
                <a:gd name="T8" fmla="*/ 3 w 23"/>
                <a:gd name="T9" fmla="*/ 0 h 176"/>
                <a:gd name="T10" fmla="*/ 3 w 23"/>
                <a:gd name="T11" fmla="*/ 0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176"/>
                <a:gd name="T20" fmla="*/ 23 w 23"/>
                <a:gd name="T21" fmla="*/ 176 h 17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176">
                  <a:moveTo>
                    <a:pt x="0" y="0"/>
                  </a:moveTo>
                  <a:lnTo>
                    <a:pt x="23" y="0"/>
                  </a:lnTo>
                  <a:lnTo>
                    <a:pt x="23" y="176"/>
                  </a:lnTo>
                  <a:lnTo>
                    <a:pt x="3" y="176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Line 621"/>
            <p:cNvSpPr>
              <a:spLocks noChangeShapeType="1"/>
            </p:cNvSpPr>
            <p:nvPr/>
          </p:nvSpPr>
          <p:spPr bwMode="auto">
            <a:xfrm flipV="1">
              <a:off x="7026" y="1942"/>
              <a:ext cx="97" cy="81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Line 622"/>
            <p:cNvSpPr>
              <a:spLocks noChangeShapeType="1"/>
            </p:cNvSpPr>
            <p:nvPr/>
          </p:nvSpPr>
          <p:spPr bwMode="auto">
            <a:xfrm>
              <a:off x="7178" y="1942"/>
              <a:ext cx="104" cy="815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623"/>
            <p:cNvSpPr>
              <a:spLocks/>
            </p:cNvSpPr>
            <p:nvPr/>
          </p:nvSpPr>
          <p:spPr bwMode="auto">
            <a:xfrm>
              <a:off x="7115" y="1927"/>
              <a:ext cx="71" cy="28"/>
            </a:xfrm>
            <a:custGeom>
              <a:avLst/>
              <a:gdLst>
                <a:gd name="T0" fmla="*/ 0 w 142"/>
                <a:gd name="T1" fmla="*/ 0 h 55"/>
                <a:gd name="T2" fmla="*/ 142 w 142"/>
                <a:gd name="T3" fmla="*/ 0 h 55"/>
                <a:gd name="T4" fmla="*/ 142 w 142"/>
                <a:gd name="T5" fmla="*/ 55 h 55"/>
                <a:gd name="T6" fmla="*/ 0 w 142"/>
                <a:gd name="T7" fmla="*/ 55 h 55"/>
                <a:gd name="T8" fmla="*/ 0 w 142"/>
                <a:gd name="T9" fmla="*/ 0 h 55"/>
                <a:gd name="T10" fmla="*/ 0 w 142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2"/>
                <a:gd name="T19" fmla="*/ 0 h 55"/>
                <a:gd name="T20" fmla="*/ 142 w 142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2" h="55">
                  <a:moveTo>
                    <a:pt x="0" y="0"/>
                  </a:moveTo>
                  <a:lnTo>
                    <a:pt x="142" y="0"/>
                  </a:lnTo>
                  <a:lnTo>
                    <a:pt x="142" y="55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624"/>
            <p:cNvSpPr>
              <a:spLocks/>
            </p:cNvSpPr>
            <p:nvPr/>
          </p:nvSpPr>
          <p:spPr bwMode="auto">
            <a:xfrm>
              <a:off x="7115" y="1927"/>
              <a:ext cx="71" cy="28"/>
            </a:xfrm>
            <a:custGeom>
              <a:avLst/>
              <a:gdLst>
                <a:gd name="T0" fmla="*/ 0 w 142"/>
                <a:gd name="T1" fmla="*/ 0 h 55"/>
                <a:gd name="T2" fmla="*/ 142 w 142"/>
                <a:gd name="T3" fmla="*/ 0 h 55"/>
                <a:gd name="T4" fmla="*/ 142 w 142"/>
                <a:gd name="T5" fmla="*/ 55 h 55"/>
                <a:gd name="T6" fmla="*/ 0 w 142"/>
                <a:gd name="T7" fmla="*/ 55 h 55"/>
                <a:gd name="T8" fmla="*/ 0 w 142"/>
                <a:gd name="T9" fmla="*/ 0 h 55"/>
                <a:gd name="T10" fmla="*/ 0 w 142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2"/>
                <a:gd name="T19" fmla="*/ 0 h 55"/>
                <a:gd name="T20" fmla="*/ 142 w 142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2" h="55">
                  <a:moveTo>
                    <a:pt x="0" y="0"/>
                  </a:moveTo>
                  <a:lnTo>
                    <a:pt x="142" y="0"/>
                  </a:lnTo>
                  <a:lnTo>
                    <a:pt x="142" y="55"/>
                  </a:lnTo>
                  <a:lnTo>
                    <a:pt x="0" y="5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625"/>
            <p:cNvSpPr>
              <a:spLocks/>
            </p:cNvSpPr>
            <p:nvPr/>
          </p:nvSpPr>
          <p:spPr bwMode="auto">
            <a:xfrm>
              <a:off x="7077" y="2029"/>
              <a:ext cx="150" cy="23"/>
            </a:xfrm>
            <a:custGeom>
              <a:avLst/>
              <a:gdLst>
                <a:gd name="T0" fmla="*/ 0 w 301"/>
                <a:gd name="T1" fmla="*/ 0 h 47"/>
                <a:gd name="T2" fmla="*/ 301 w 301"/>
                <a:gd name="T3" fmla="*/ 0 h 47"/>
                <a:gd name="T4" fmla="*/ 301 w 301"/>
                <a:gd name="T5" fmla="*/ 47 h 47"/>
                <a:gd name="T6" fmla="*/ 0 w 301"/>
                <a:gd name="T7" fmla="*/ 47 h 47"/>
                <a:gd name="T8" fmla="*/ 0 w 301"/>
                <a:gd name="T9" fmla="*/ 0 h 47"/>
                <a:gd name="T10" fmla="*/ 0 w 301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1"/>
                <a:gd name="T19" fmla="*/ 0 h 47"/>
                <a:gd name="T20" fmla="*/ 301 w 301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1" h="47">
                  <a:moveTo>
                    <a:pt x="0" y="0"/>
                  </a:moveTo>
                  <a:lnTo>
                    <a:pt x="301" y="0"/>
                  </a:lnTo>
                  <a:lnTo>
                    <a:pt x="301" y="47"/>
                  </a:lnTo>
                  <a:lnTo>
                    <a:pt x="0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626"/>
            <p:cNvSpPr>
              <a:spLocks/>
            </p:cNvSpPr>
            <p:nvPr/>
          </p:nvSpPr>
          <p:spPr bwMode="auto">
            <a:xfrm>
              <a:off x="7077" y="2029"/>
              <a:ext cx="150" cy="23"/>
            </a:xfrm>
            <a:custGeom>
              <a:avLst/>
              <a:gdLst>
                <a:gd name="T0" fmla="*/ 0 w 301"/>
                <a:gd name="T1" fmla="*/ 0 h 47"/>
                <a:gd name="T2" fmla="*/ 301 w 301"/>
                <a:gd name="T3" fmla="*/ 0 h 47"/>
                <a:gd name="T4" fmla="*/ 301 w 301"/>
                <a:gd name="T5" fmla="*/ 47 h 47"/>
                <a:gd name="T6" fmla="*/ 0 w 301"/>
                <a:gd name="T7" fmla="*/ 47 h 47"/>
                <a:gd name="T8" fmla="*/ 0 w 301"/>
                <a:gd name="T9" fmla="*/ 0 h 47"/>
                <a:gd name="T10" fmla="*/ 0 w 301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1"/>
                <a:gd name="T19" fmla="*/ 0 h 47"/>
                <a:gd name="T20" fmla="*/ 301 w 301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1" h="47">
                  <a:moveTo>
                    <a:pt x="0" y="0"/>
                  </a:moveTo>
                  <a:lnTo>
                    <a:pt x="301" y="0"/>
                  </a:lnTo>
                  <a:lnTo>
                    <a:pt x="301" y="47"/>
                  </a:lnTo>
                  <a:lnTo>
                    <a:pt x="0" y="47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627"/>
            <p:cNvSpPr>
              <a:spLocks/>
            </p:cNvSpPr>
            <p:nvPr/>
          </p:nvSpPr>
          <p:spPr bwMode="auto">
            <a:xfrm>
              <a:off x="7015" y="2432"/>
              <a:ext cx="273" cy="30"/>
            </a:xfrm>
            <a:custGeom>
              <a:avLst/>
              <a:gdLst>
                <a:gd name="T0" fmla="*/ 0 w 546"/>
                <a:gd name="T1" fmla="*/ 0 h 60"/>
                <a:gd name="T2" fmla="*/ 546 w 546"/>
                <a:gd name="T3" fmla="*/ 0 h 60"/>
                <a:gd name="T4" fmla="*/ 546 w 546"/>
                <a:gd name="T5" fmla="*/ 60 h 60"/>
                <a:gd name="T6" fmla="*/ 0 w 546"/>
                <a:gd name="T7" fmla="*/ 60 h 60"/>
                <a:gd name="T8" fmla="*/ 0 w 546"/>
                <a:gd name="T9" fmla="*/ 0 h 60"/>
                <a:gd name="T10" fmla="*/ 0 w 54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6"/>
                <a:gd name="T19" fmla="*/ 0 h 60"/>
                <a:gd name="T20" fmla="*/ 546 w 54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6" h="60">
                  <a:moveTo>
                    <a:pt x="0" y="0"/>
                  </a:moveTo>
                  <a:lnTo>
                    <a:pt x="546" y="0"/>
                  </a:lnTo>
                  <a:lnTo>
                    <a:pt x="546" y="60"/>
                  </a:lnTo>
                  <a:lnTo>
                    <a:pt x="0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628"/>
            <p:cNvSpPr>
              <a:spLocks/>
            </p:cNvSpPr>
            <p:nvPr/>
          </p:nvSpPr>
          <p:spPr bwMode="auto">
            <a:xfrm>
              <a:off x="7015" y="2432"/>
              <a:ext cx="273" cy="30"/>
            </a:xfrm>
            <a:custGeom>
              <a:avLst/>
              <a:gdLst>
                <a:gd name="T0" fmla="*/ 0 w 546"/>
                <a:gd name="T1" fmla="*/ 0 h 60"/>
                <a:gd name="T2" fmla="*/ 546 w 546"/>
                <a:gd name="T3" fmla="*/ 0 h 60"/>
                <a:gd name="T4" fmla="*/ 546 w 546"/>
                <a:gd name="T5" fmla="*/ 60 h 60"/>
                <a:gd name="T6" fmla="*/ 0 w 546"/>
                <a:gd name="T7" fmla="*/ 60 h 60"/>
                <a:gd name="T8" fmla="*/ 0 w 546"/>
                <a:gd name="T9" fmla="*/ 0 h 60"/>
                <a:gd name="T10" fmla="*/ 0 w 54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6"/>
                <a:gd name="T19" fmla="*/ 0 h 60"/>
                <a:gd name="T20" fmla="*/ 546 w 54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6" h="60">
                  <a:moveTo>
                    <a:pt x="0" y="0"/>
                  </a:moveTo>
                  <a:lnTo>
                    <a:pt x="546" y="0"/>
                  </a:lnTo>
                  <a:lnTo>
                    <a:pt x="546" y="60"/>
                  </a:lnTo>
                  <a:lnTo>
                    <a:pt x="0" y="6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629"/>
            <p:cNvSpPr>
              <a:spLocks/>
            </p:cNvSpPr>
            <p:nvPr/>
          </p:nvSpPr>
          <p:spPr bwMode="auto">
            <a:xfrm>
              <a:off x="7082" y="2036"/>
              <a:ext cx="134" cy="10"/>
            </a:xfrm>
            <a:custGeom>
              <a:avLst/>
              <a:gdLst>
                <a:gd name="T0" fmla="*/ 0 w 267"/>
                <a:gd name="T1" fmla="*/ 0 h 22"/>
                <a:gd name="T2" fmla="*/ 267 w 267"/>
                <a:gd name="T3" fmla="*/ 0 h 22"/>
                <a:gd name="T4" fmla="*/ 267 w 267"/>
                <a:gd name="T5" fmla="*/ 22 h 22"/>
                <a:gd name="T6" fmla="*/ 0 60000 65536"/>
                <a:gd name="T7" fmla="*/ 0 60000 65536"/>
                <a:gd name="T8" fmla="*/ 0 60000 65536"/>
                <a:gd name="T9" fmla="*/ 0 w 267"/>
                <a:gd name="T10" fmla="*/ 0 h 22"/>
                <a:gd name="T11" fmla="*/ 267 w 267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7" h="22">
                  <a:moveTo>
                    <a:pt x="0" y="0"/>
                  </a:moveTo>
                  <a:lnTo>
                    <a:pt x="267" y="0"/>
                  </a:lnTo>
                  <a:lnTo>
                    <a:pt x="267" y="22"/>
                  </a:lnTo>
                </a:path>
              </a:pathLst>
            </a:cu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630"/>
            <p:cNvSpPr>
              <a:spLocks/>
            </p:cNvSpPr>
            <p:nvPr/>
          </p:nvSpPr>
          <p:spPr bwMode="auto">
            <a:xfrm>
              <a:off x="7028" y="2438"/>
              <a:ext cx="251" cy="17"/>
            </a:xfrm>
            <a:custGeom>
              <a:avLst/>
              <a:gdLst>
                <a:gd name="T0" fmla="*/ 0 w 503"/>
                <a:gd name="T1" fmla="*/ 0 h 35"/>
                <a:gd name="T2" fmla="*/ 503 w 503"/>
                <a:gd name="T3" fmla="*/ 2 h 35"/>
                <a:gd name="T4" fmla="*/ 503 w 503"/>
                <a:gd name="T5" fmla="*/ 35 h 35"/>
                <a:gd name="T6" fmla="*/ 0 60000 65536"/>
                <a:gd name="T7" fmla="*/ 0 60000 65536"/>
                <a:gd name="T8" fmla="*/ 0 60000 65536"/>
                <a:gd name="T9" fmla="*/ 0 w 503"/>
                <a:gd name="T10" fmla="*/ 0 h 35"/>
                <a:gd name="T11" fmla="*/ 503 w 503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03" h="35">
                  <a:moveTo>
                    <a:pt x="0" y="0"/>
                  </a:moveTo>
                  <a:lnTo>
                    <a:pt x="503" y="2"/>
                  </a:lnTo>
                  <a:lnTo>
                    <a:pt x="503" y="35"/>
                  </a:lnTo>
                </a:path>
              </a:pathLst>
            </a:cu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631"/>
            <p:cNvSpPr>
              <a:spLocks/>
            </p:cNvSpPr>
            <p:nvPr/>
          </p:nvSpPr>
          <p:spPr bwMode="auto">
            <a:xfrm>
              <a:off x="7144" y="2098"/>
              <a:ext cx="10" cy="15"/>
            </a:xfrm>
            <a:custGeom>
              <a:avLst/>
              <a:gdLst>
                <a:gd name="T0" fmla="*/ 0 w 20"/>
                <a:gd name="T1" fmla="*/ 0 h 31"/>
                <a:gd name="T2" fmla="*/ 20 w 20"/>
                <a:gd name="T3" fmla="*/ 0 h 31"/>
                <a:gd name="T4" fmla="*/ 20 w 20"/>
                <a:gd name="T5" fmla="*/ 31 h 31"/>
                <a:gd name="T6" fmla="*/ 3 w 20"/>
                <a:gd name="T7" fmla="*/ 31 h 31"/>
                <a:gd name="T8" fmla="*/ 3 w 20"/>
                <a:gd name="T9" fmla="*/ 0 h 31"/>
                <a:gd name="T10" fmla="*/ 3 w 20"/>
                <a:gd name="T11" fmla="*/ 0 h 31"/>
                <a:gd name="T12" fmla="*/ 0 w 20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31"/>
                <a:gd name="T23" fmla="*/ 20 w 20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31">
                  <a:moveTo>
                    <a:pt x="0" y="0"/>
                  </a:moveTo>
                  <a:lnTo>
                    <a:pt x="20" y="0"/>
                  </a:lnTo>
                  <a:lnTo>
                    <a:pt x="20" y="31"/>
                  </a:lnTo>
                  <a:lnTo>
                    <a:pt x="3" y="3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632"/>
            <p:cNvSpPr>
              <a:spLocks/>
            </p:cNvSpPr>
            <p:nvPr/>
          </p:nvSpPr>
          <p:spPr bwMode="auto">
            <a:xfrm>
              <a:off x="7144" y="2098"/>
              <a:ext cx="10" cy="15"/>
            </a:xfrm>
            <a:custGeom>
              <a:avLst/>
              <a:gdLst>
                <a:gd name="T0" fmla="*/ 0 w 20"/>
                <a:gd name="T1" fmla="*/ 0 h 31"/>
                <a:gd name="T2" fmla="*/ 20 w 20"/>
                <a:gd name="T3" fmla="*/ 0 h 31"/>
                <a:gd name="T4" fmla="*/ 20 w 20"/>
                <a:gd name="T5" fmla="*/ 31 h 31"/>
                <a:gd name="T6" fmla="*/ 3 w 20"/>
                <a:gd name="T7" fmla="*/ 31 h 31"/>
                <a:gd name="T8" fmla="*/ 3 w 20"/>
                <a:gd name="T9" fmla="*/ 0 h 31"/>
                <a:gd name="T10" fmla="*/ 3 w 2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31"/>
                <a:gd name="T20" fmla="*/ 20 w 20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31">
                  <a:moveTo>
                    <a:pt x="0" y="0"/>
                  </a:moveTo>
                  <a:lnTo>
                    <a:pt x="20" y="0"/>
                  </a:lnTo>
                  <a:lnTo>
                    <a:pt x="20" y="31"/>
                  </a:lnTo>
                  <a:lnTo>
                    <a:pt x="3" y="31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633"/>
            <p:cNvSpPr>
              <a:spLocks/>
            </p:cNvSpPr>
            <p:nvPr/>
          </p:nvSpPr>
          <p:spPr bwMode="auto">
            <a:xfrm>
              <a:off x="7141" y="2358"/>
              <a:ext cx="19" cy="17"/>
            </a:xfrm>
            <a:custGeom>
              <a:avLst/>
              <a:gdLst>
                <a:gd name="T0" fmla="*/ 0 w 36"/>
                <a:gd name="T1" fmla="*/ 0 h 34"/>
                <a:gd name="T2" fmla="*/ 36 w 36"/>
                <a:gd name="T3" fmla="*/ 3 h 34"/>
                <a:gd name="T4" fmla="*/ 36 w 36"/>
                <a:gd name="T5" fmla="*/ 34 h 34"/>
                <a:gd name="T6" fmla="*/ 2 w 36"/>
                <a:gd name="T7" fmla="*/ 34 h 34"/>
                <a:gd name="T8" fmla="*/ 2 w 36"/>
                <a:gd name="T9" fmla="*/ 3 h 34"/>
                <a:gd name="T10" fmla="*/ 2 w 36"/>
                <a:gd name="T11" fmla="*/ 3 h 34"/>
                <a:gd name="T12" fmla="*/ 0 w 36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34"/>
                <a:gd name="T23" fmla="*/ 36 w 36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34">
                  <a:moveTo>
                    <a:pt x="0" y="0"/>
                  </a:moveTo>
                  <a:lnTo>
                    <a:pt x="36" y="3"/>
                  </a:lnTo>
                  <a:lnTo>
                    <a:pt x="36" y="34"/>
                  </a:lnTo>
                  <a:lnTo>
                    <a:pt x="2" y="34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634"/>
            <p:cNvSpPr>
              <a:spLocks/>
            </p:cNvSpPr>
            <p:nvPr/>
          </p:nvSpPr>
          <p:spPr bwMode="auto">
            <a:xfrm>
              <a:off x="7141" y="2358"/>
              <a:ext cx="19" cy="17"/>
            </a:xfrm>
            <a:custGeom>
              <a:avLst/>
              <a:gdLst>
                <a:gd name="T0" fmla="*/ 0 w 36"/>
                <a:gd name="T1" fmla="*/ 0 h 34"/>
                <a:gd name="T2" fmla="*/ 36 w 36"/>
                <a:gd name="T3" fmla="*/ 3 h 34"/>
                <a:gd name="T4" fmla="*/ 36 w 36"/>
                <a:gd name="T5" fmla="*/ 34 h 34"/>
                <a:gd name="T6" fmla="*/ 2 w 36"/>
                <a:gd name="T7" fmla="*/ 34 h 34"/>
                <a:gd name="T8" fmla="*/ 2 w 36"/>
                <a:gd name="T9" fmla="*/ 3 h 34"/>
                <a:gd name="T10" fmla="*/ 2 w 36"/>
                <a:gd name="T11" fmla="*/ 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"/>
                <a:gd name="T19" fmla="*/ 0 h 34"/>
                <a:gd name="T20" fmla="*/ 36 w 36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" h="34">
                  <a:moveTo>
                    <a:pt x="0" y="0"/>
                  </a:moveTo>
                  <a:lnTo>
                    <a:pt x="36" y="3"/>
                  </a:lnTo>
                  <a:lnTo>
                    <a:pt x="36" y="34"/>
                  </a:lnTo>
                  <a:lnTo>
                    <a:pt x="2" y="34"/>
                  </a:lnTo>
                  <a:lnTo>
                    <a:pt x="2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635"/>
            <p:cNvSpPr>
              <a:spLocks/>
            </p:cNvSpPr>
            <p:nvPr/>
          </p:nvSpPr>
          <p:spPr bwMode="auto">
            <a:xfrm>
              <a:off x="7141" y="2521"/>
              <a:ext cx="19" cy="16"/>
            </a:xfrm>
            <a:custGeom>
              <a:avLst/>
              <a:gdLst>
                <a:gd name="T0" fmla="*/ 0 w 36"/>
                <a:gd name="T1" fmla="*/ 0 h 31"/>
                <a:gd name="T2" fmla="*/ 36 w 36"/>
                <a:gd name="T3" fmla="*/ 0 h 31"/>
                <a:gd name="T4" fmla="*/ 36 w 36"/>
                <a:gd name="T5" fmla="*/ 31 h 31"/>
                <a:gd name="T6" fmla="*/ 2 w 36"/>
                <a:gd name="T7" fmla="*/ 31 h 31"/>
                <a:gd name="T8" fmla="*/ 2 w 36"/>
                <a:gd name="T9" fmla="*/ 0 h 31"/>
                <a:gd name="T10" fmla="*/ 2 w 36"/>
                <a:gd name="T11" fmla="*/ 0 h 31"/>
                <a:gd name="T12" fmla="*/ 0 w 3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31"/>
                <a:gd name="T23" fmla="*/ 36 w 36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31">
                  <a:moveTo>
                    <a:pt x="0" y="0"/>
                  </a:moveTo>
                  <a:lnTo>
                    <a:pt x="36" y="0"/>
                  </a:lnTo>
                  <a:lnTo>
                    <a:pt x="36" y="31"/>
                  </a:lnTo>
                  <a:lnTo>
                    <a:pt x="2" y="3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636"/>
            <p:cNvSpPr>
              <a:spLocks/>
            </p:cNvSpPr>
            <p:nvPr/>
          </p:nvSpPr>
          <p:spPr bwMode="auto">
            <a:xfrm>
              <a:off x="7141" y="2521"/>
              <a:ext cx="19" cy="16"/>
            </a:xfrm>
            <a:custGeom>
              <a:avLst/>
              <a:gdLst>
                <a:gd name="T0" fmla="*/ 0 w 36"/>
                <a:gd name="T1" fmla="*/ 0 h 31"/>
                <a:gd name="T2" fmla="*/ 36 w 36"/>
                <a:gd name="T3" fmla="*/ 0 h 31"/>
                <a:gd name="T4" fmla="*/ 36 w 36"/>
                <a:gd name="T5" fmla="*/ 31 h 31"/>
                <a:gd name="T6" fmla="*/ 2 w 36"/>
                <a:gd name="T7" fmla="*/ 31 h 31"/>
                <a:gd name="T8" fmla="*/ 2 w 36"/>
                <a:gd name="T9" fmla="*/ 0 h 31"/>
                <a:gd name="T10" fmla="*/ 2 w 36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"/>
                <a:gd name="T19" fmla="*/ 0 h 31"/>
                <a:gd name="T20" fmla="*/ 36 w 36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" h="31">
                  <a:moveTo>
                    <a:pt x="0" y="0"/>
                  </a:moveTo>
                  <a:lnTo>
                    <a:pt x="36" y="0"/>
                  </a:lnTo>
                  <a:lnTo>
                    <a:pt x="36" y="31"/>
                  </a:lnTo>
                  <a:lnTo>
                    <a:pt x="2" y="31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637"/>
            <p:cNvSpPr>
              <a:spLocks/>
            </p:cNvSpPr>
            <p:nvPr/>
          </p:nvSpPr>
          <p:spPr bwMode="auto">
            <a:xfrm>
              <a:off x="7141" y="2682"/>
              <a:ext cx="19" cy="16"/>
            </a:xfrm>
            <a:custGeom>
              <a:avLst/>
              <a:gdLst>
                <a:gd name="T0" fmla="*/ 0 w 36"/>
                <a:gd name="T1" fmla="*/ 0 h 31"/>
                <a:gd name="T2" fmla="*/ 36 w 36"/>
                <a:gd name="T3" fmla="*/ 0 h 31"/>
                <a:gd name="T4" fmla="*/ 36 w 36"/>
                <a:gd name="T5" fmla="*/ 31 h 31"/>
                <a:gd name="T6" fmla="*/ 2 w 36"/>
                <a:gd name="T7" fmla="*/ 31 h 31"/>
                <a:gd name="T8" fmla="*/ 2 w 36"/>
                <a:gd name="T9" fmla="*/ 0 h 31"/>
                <a:gd name="T10" fmla="*/ 2 w 36"/>
                <a:gd name="T11" fmla="*/ 0 h 31"/>
                <a:gd name="T12" fmla="*/ 0 w 3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31"/>
                <a:gd name="T23" fmla="*/ 36 w 36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31">
                  <a:moveTo>
                    <a:pt x="0" y="0"/>
                  </a:moveTo>
                  <a:lnTo>
                    <a:pt x="36" y="0"/>
                  </a:lnTo>
                  <a:lnTo>
                    <a:pt x="36" y="31"/>
                  </a:lnTo>
                  <a:lnTo>
                    <a:pt x="2" y="3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638"/>
            <p:cNvSpPr>
              <a:spLocks/>
            </p:cNvSpPr>
            <p:nvPr/>
          </p:nvSpPr>
          <p:spPr bwMode="auto">
            <a:xfrm>
              <a:off x="7141" y="2682"/>
              <a:ext cx="19" cy="16"/>
            </a:xfrm>
            <a:custGeom>
              <a:avLst/>
              <a:gdLst>
                <a:gd name="T0" fmla="*/ 0 w 36"/>
                <a:gd name="T1" fmla="*/ 0 h 31"/>
                <a:gd name="T2" fmla="*/ 36 w 36"/>
                <a:gd name="T3" fmla="*/ 0 h 31"/>
                <a:gd name="T4" fmla="*/ 36 w 36"/>
                <a:gd name="T5" fmla="*/ 31 h 31"/>
                <a:gd name="T6" fmla="*/ 2 w 36"/>
                <a:gd name="T7" fmla="*/ 31 h 31"/>
                <a:gd name="T8" fmla="*/ 2 w 36"/>
                <a:gd name="T9" fmla="*/ 0 h 31"/>
                <a:gd name="T10" fmla="*/ 2 w 36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"/>
                <a:gd name="T19" fmla="*/ 0 h 31"/>
                <a:gd name="T20" fmla="*/ 36 w 36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" h="31">
                  <a:moveTo>
                    <a:pt x="0" y="0"/>
                  </a:moveTo>
                  <a:lnTo>
                    <a:pt x="36" y="0"/>
                  </a:lnTo>
                  <a:lnTo>
                    <a:pt x="36" y="31"/>
                  </a:lnTo>
                  <a:lnTo>
                    <a:pt x="2" y="31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639"/>
            <p:cNvSpPr>
              <a:spLocks/>
            </p:cNvSpPr>
            <p:nvPr/>
          </p:nvSpPr>
          <p:spPr bwMode="auto">
            <a:xfrm>
              <a:off x="7141" y="2242"/>
              <a:ext cx="19" cy="15"/>
            </a:xfrm>
            <a:custGeom>
              <a:avLst/>
              <a:gdLst>
                <a:gd name="T0" fmla="*/ 0 w 36"/>
                <a:gd name="T1" fmla="*/ 0 h 30"/>
                <a:gd name="T2" fmla="*/ 36 w 36"/>
                <a:gd name="T3" fmla="*/ 0 h 30"/>
                <a:gd name="T4" fmla="*/ 36 w 36"/>
                <a:gd name="T5" fmla="*/ 30 h 30"/>
                <a:gd name="T6" fmla="*/ 2 w 36"/>
                <a:gd name="T7" fmla="*/ 30 h 30"/>
                <a:gd name="T8" fmla="*/ 2 w 36"/>
                <a:gd name="T9" fmla="*/ 0 h 30"/>
                <a:gd name="T10" fmla="*/ 2 w 36"/>
                <a:gd name="T11" fmla="*/ 0 h 30"/>
                <a:gd name="T12" fmla="*/ 0 w 36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30"/>
                <a:gd name="T23" fmla="*/ 36 w 36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30">
                  <a:moveTo>
                    <a:pt x="0" y="0"/>
                  </a:moveTo>
                  <a:lnTo>
                    <a:pt x="36" y="0"/>
                  </a:lnTo>
                  <a:lnTo>
                    <a:pt x="36" y="30"/>
                  </a:lnTo>
                  <a:lnTo>
                    <a:pt x="2" y="3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640"/>
            <p:cNvSpPr>
              <a:spLocks/>
            </p:cNvSpPr>
            <p:nvPr/>
          </p:nvSpPr>
          <p:spPr bwMode="auto">
            <a:xfrm>
              <a:off x="7141" y="2242"/>
              <a:ext cx="19" cy="15"/>
            </a:xfrm>
            <a:custGeom>
              <a:avLst/>
              <a:gdLst>
                <a:gd name="T0" fmla="*/ 0 w 36"/>
                <a:gd name="T1" fmla="*/ 0 h 30"/>
                <a:gd name="T2" fmla="*/ 36 w 36"/>
                <a:gd name="T3" fmla="*/ 0 h 30"/>
                <a:gd name="T4" fmla="*/ 36 w 36"/>
                <a:gd name="T5" fmla="*/ 30 h 30"/>
                <a:gd name="T6" fmla="*/ 2 w 36"/>
                <a:gd name="T7" fmla="*/ 30 h 30"/>
                <a:gd name="T8" fmla="*/ 2 w 36"/>
                <a:gd name="T9" fmla="*/ 0 h 30"/>
                <a:gd name="T10" fmla="*/ 2 w 3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"/>
                <a:gd name="T19" fmla="*/ 0 h 30"/>
                <a:gd name="T20" fmla="*/ 36 w 36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" h="30">
                  <a:moveTo>
                    <a:pt x="0" y="0"/>
                  </a:moveTo>
                  <a:lnTo>
                    <a:pt x="36" y="0"/>
                  </a:lnTo>
                  <a:lnTo>
                    <a:pt x="36" y="30"/>
                  </a:lnTo>
                  <a:lnTo>
                    <a:pt x="2" y="30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641"/>
            <p:cNvSpPr>
              <a:spLocks/>
            </p:cNvSpPr>
            <p:nvPr/>
          </p:nvSpPr>
          <p:spPr bwMode="auto">
            <a:xfrm>
              <a:off x="6681" y="3604"/>
              <a:ext cx="981" cy="97"/>
            </a:xfrm>
            <a:custGeom>
              <a:avLst/>
              <a:gdLst>
                <a:gd name="T0" fmla="*/ 1962 w 1962"/>
                <a:gd name="T1" fmla="*/ 0 h 195"/>
                <a:gd name="T2" fmla="*/ 132 w 1962"/>
                <a:gd name="T3" fmla="*/ 3 h 195"/>
                <a:gd name="T4" fmla="*/ 80 w 1962"/>
                <a:gd name="T5" fmla="*/ 24 h 195"/>
                <a:gd name="T6" fmla="*/ 40 w 1962"/>
                <a:gd name="T7" fmla="*/ 47 h 195"/>
                <a:gd name="T8" fmla="*/ 0 w 1962"/>
                <a:gd name="T9" fmla="*/ 82 h 195"/>
                <a:gd name="T10" fmla="*/ 3 w 1962"/>
                <a:gd name="T11" fmla="*/ 113 h 195"/>
                <a:gd name="T12" fmla="*/ 46 w 1962"/>
                <a:gd name="T13" fmla="*/ 138 h 195"/>
                <a:gd name="T14" fmla="*/ 129 w 1962"/>
                <a:gd name="T15" fmla="*/ 160 h 195"/>
                <a:gd name="T16" fmla="*/ 239 w 1962"/>
                <a:gd name="T17" fmla="*/ 171 h 195"/>
                <a:gd name="T18" fmla="*/ 377 w 1962"/>
                <a:gd name="T19" fmla="*/ 182 h 195"/>
                <a:gd name="T20" fmla="*/ 536 w 1962"/>
                <a:gd name="T21" fmla="*/ 190 h 195"/>
                <a:gd name="T22" fmla="*/ 710 w 1962"/>
                <a:gd name="T23" fmla="*/ 195 h 195"/>
                <a:gd name="T24" fmla="*/ 895 w 1962"/>
                <a:gd name="T25" fmla="*/ 195 h 195"/>
                <a:gd name="T26" fmla="*/ 1088 w 1962"/>
                <a:gd name="T27" fmla="*/ 195 h 195"/>
                <a:gd name="T28" fmla="*/ 1280 w 1962"/>
                <a:gd name="T29" fmla="*/ 195 h 195"/>
                <a:gd name="T30" fmla="*/ 1468 w 1962"/>
                <a:gd name="T31" fmla="*/ 193 h 195"/>
                <a:gd name="T32" fmla="*/ 1648 w 1962"/>
                <a:gd name="T33" fmla="*/ 190 h 195"/>
                <a:gd name="T34" fmla="*/ 1814 w 1962"/>
                <a:gd name="T35" fmla="*/ 190 h 195"/>
                <a:gd name="T36" fmla="*/ 1962 w 1962"/>
                <a:gd name="T37" fmla="*/ 187 h 195"/>
                <a:gd name="T38" fmla="*/ 1962 w 1962"/>
                <a:gd name="T39" fmla="*/ 3 h 195"/>
                <a:gd name="T40" fmla="*/ 1962 w 1962"/>
                <a:gd name="T41" fmla="*/ 3 h 195"/>
                <a:gd name="T42" fmla="*/ 1962 w 1962"/>
                <a:gd name="T43" fmla="*/ 0 h 1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962"/>
                <a:gd name="T67" fmla="*/ 0 h 195"/>
                <a:gd name="T68" fmla="*/ 1962 w 1962"/>
                <a:gd name="T69" fmla="*/ 195 h 19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962" h="195">
                  <a:moveTo>
                    <a:pt x="1962" y="0"/>
                  </a:moveTo>
                  <a:lnTo>
                    <a:pt x="132" y="3"/>
                  </a:lnTo>
                  <a:lnTo>
                    <a:pt x="80" y="24"/>
                  </a:lnTo>
                  <a:lnTo>
                    <a:pt x="40" y="47"/>
                  </a:lnTo>
                  <a:lnTo>
                    <a:pt x="0" y="82"/>
                  </a:lnTo>
                  <a:lnTo>
                    <a:pt x="3" y="113"/>
                  </a:lnTo>
                  <a:lnTo>
                    <a:pt x="46" y="138"/>
                  </a:lnTo>
                  <a:lnTo>
                    <a:pt x="129" y="160"/>
                  </a:lnTo>
                  <a:lnTo>
                    <a:pt x="239" y="171"/>
                  </a:lnTo>
                  <a:lnTo>
                    <a:pt x="377" y="182"/>
                  </a:lnTo>
                  <a:lnTo>
                    <a:pt x="536" y="190"/>
                  </a:lnTo>
                  <a:lnTo>
                    <a:pt x="710" y="195"/>
                  </a:lnTo>
                  <a:lnTo>
                    <a:pt x="895" y="195"/>
                  </a:lnTo>
                  <a:lnTo>
                    <a:pt x="1088" y="195"/>
                  </a:lnTo>
                  <a:lnTo>
                    <a:pt x="1280" y="195"/>
                  </a:lnTo>
                  <a:lnTo>
                    <a:pt x="1468" y="193"/>
                  </a:lnTo>
                  <a:lnTo>
                    <a:pt x="1648" y="190"/>
                  </a:lnTo>
                  <a:lnTo>
                    <a:pt x="1814" y="190"/>
                  </a:lnTo>
                  <a:lnTo>
                    <a:pt x="1962" y="187"/>
                  </a:lnTo>
                  <a:lnTo>
                    <a:pt x="1962" y="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642"/>
            <p:cNvSpPr>
              <a:spLocks/>
            </p:cNvSpPr>
            <p:nvPr/>
          </p:nvSpPr>
          <p:spPr bwMode="auto">
            <a:xfrm>
              <a:off x="6681" y="3604"/>
              <a:ext cx="981" cy="97"/>
            </a:xfrm>
            <a:custGeom>
              <a:avLst/>
              <a:gdLst>
                <a:gd name="T0" fmla="*/ 1962 w 1962"/>
                <a:gd name="T1" fmla="*/ 0 h 195"/>
                <a:gd name="T2" fmla="*/ 132 w 1962"/>
                <a:gd name="T3" fmla="*/ 3 h 195"/>
                <a:gd name="T4" fmla="*/ 80 w 1962"/>
                <a:gd name="T5" fmla="*/ 24 h 195"/>
                <a:gd name="T6" fmla="*/ 40 w 1962"/>
                <a:gd name="T7" fmla="*/ 47 h 195"/>
                <a:gd name="T8" fmla="*/ 0 w 1962"/>
                <a:gd name="T9" fmla="*/ 82 h 195"/>
                <a:gd name="T10" fmla="*/ 3 w 1962"/>
                <a:gd name="T11" fmla="*/ 113 h 195"/>
                <a:gd name="T12" fmla="*/ 46 w 1962"/>
                <a:gd name="T13" fmla="*/ 138 h 195"/>
                <a:gd name="T14" fmla="*/ 129 w 1962"/>
                <a:gd name="T15" fmla="*/ 160 h 195"/>
                <a:gd name="T16" fmla="*/ 239 w 1962"/>
                <a:gd name="T17" fmla="*/ 171 h 195"/>
                <a:gd name="T18" fmla="*/ 377 w 1962"/>
                <a:gd name="T19" fmla="*/ 182 h 195"/>
                <a:gd name="T20" fmla="*/ 536 w 1962"/>
                <a:gd name="T21" fmla="*/ 190 h 195"/>
                <a:gd name="T22" fmla="*/ 710 w 1962"/>
                <a:gd name="T23" fmla="*/ 195 h 195"/>
                <a:gd name="T24" fmla="*/ 895 w 1962"/>
                <a:gd name="T25" fmla="*/ 195 h 195"/>
                <a:gd name="T26" fmla="*/ 1088 w 1962"/>
                <a:gd name="T27" fmla="*/ 195 h 195"/>
                <a:gd name="T28" fmla="*/ 1280 w 1962"/>
                <a:gd name="T29" fmla="*/ 195 h 195"/>
                <a:gd name="T30" fmla="*/ 1468 w 1962"/>
                <a:gd name="T31" fmla="*/ 193 h 195"/>
                <a:gd name="T32" fmla="*/ 1648 w 1962"/>
                <a:gd name="T33" fmla="*/ 190 h 195"/>
                <a:gd name="T34" fmla="*/ 1814 w 1962"/>
                <a:gd name="T35" fmla="*/ 190 h 195"/>
                <a:gd name="T36" fmla="*/ 1962 w 1962"/>
                <a:gd name="T37" fmla="*/ 187 h 195"/>
                <a:gd name="T38" fmla="*/ 1962 w 1962"/>
                <a:gd name="T39" fmla="*/ 3 h 195"/>
                <a:gd name="T40" fmla="*/ 1962 w 1962"/>
                <a:gd name="T41" fmla="*/ 3 h 1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962"/>
                <a:gd name="T64" fmla="*/ 0 h 195"/>
                <a:gd name="T65" fmla="*/ 1962 w 1962"/>
                <a:gd name="T66" fmla="*/ 195 h 19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962" h="195">
                  <a:moveTo>
                    <a:pt x="1962" y="0"/>
                  </a:moveTo>
                  <a:lnTo>
                    <a:pt x="132" y="3"/>
                  </a:lnTo>
                  <a:lnTo>
                    <a:pt x="80" y="24"/>
                  </a:lnTo>
                  <a:lnTo>
                    <a:pt x="40" y="47"/>
                  </a:lnTo>
                  <a:lnTo>
                    <a:pt x="0" y="82"/>
                  </a:lnTo>
                  <a:lnTo>
                    <a:pt x="3" y="113"/>
                  </a:lnTo>
                  <a:lnTo>
                    <a:pt x="46" y="138"/>
                  </a:lnTo>
                  <a:lnTo>
                    <a:pt x="129" y="160"/>
                  </a:lnTo>
                  <a:lnTo>
                    <a:pt x="239" y="171"/>
                  </a:lnTo>
                  <a:lnTo>
                    <a:pt x="377" y="182"/>
                  </a:lnTo>
                  <a:lnTo>
                    <a:pt x="536" y="190"/>
                  </a:lnTo>
                  <a:lnTo>
                    <a:pt x="710" y="195"/>
                  </a:lnTo>
                  <a:lnTo>
                    <a:pt x="895" y="195"/>
                  </a:lnTo>
                  <a:lnTo>
                    <a:pt x="1088" y="195"/>
                  </a:lnTo>
                  <a:lnTo>
                    <a:pt x="1280" y="195"/>
                  </a:lnTo>
                  <a:lnTo>
                    <a:pt x="1468" y="193"/>
                  </a:lnTo>
                  <a:lnTo>
                    <a:pt x="1648" y="190"/>
                  </a:lnTo>
                  <a:lnTo>
                    <a:pt x="1814" y="190"/>
                  </a:lnTo>
                  <a:lnTo>
                    <a:pt x="1962" y="187"/>
                  </a:lnTo>
                  <a:lnTo>
                    <a:pt x="1962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Line 643"/>
            <p:cNvSpPr>
              <a:spLocks noChangeShapeType="1"/>
            </p:cNvSpPr>
            <p:nvPr/>
          </p:nvSpPr>
          <p:spPr bwMode="auto">
            <a:xfrm flipH="1">
              <a:off x="7406" y="2611"/>
              <a:ext cx="45" cy="40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Line 644"/>
            <p:cNvSpPr>
              <a:spLocks noChangeShapeType="1"/>
            </p:cNvSpPr>
            <p:nvPr/>
          </p:nvSpPr>
          <p:spPr bwMode="auto">
            <a:xfrm>
              <a:off x="7461" y="2611"/>
              <a:ext cx="46" cy="40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645"/>
            <p:cNvSpPr>
              <a:spLocks/>
            </p:cNvSpPr>
            <p:nvPr/>
          </p:nvSpPr>
          <p:spPr bwMode="auto">
            <a:xfrm>
              <a:off x="7446" y="2608"/>
              <a:ext cx="22" cy="40"/>
            </a:xfrm>
            <a:custGeom>
              <a:avLst/>
              <a:gdLst>
                <a:gd name="T0" fmla="*/ 8 w 43"/>
                <a:gd name="T1" fmla="*/ 0 h 79"/>
                <a:gd name="T2" fmla="*/ 32 w 43"/>
                <a:gd name="T3" fmla="*/ 0 h 79"/>
                <a:gd name="T4" fmla="*/ 43 w 43"/>
                <a:gd name="T5" fmla="*/ 79 h 79"/>
                <a:gd name="T6" fmla="*/ 0 w 43"/>
                <a:gd name="T7" fmla="*/ 79 h 79"/>
                <a:gd name="T8" fmla="*/ 8 w 43"/>
                <a:gd name="T9" fmla="*/ 0 h 79"/>
                <a:gd name="T10" fmla="*/ 8 w 43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79"/>
                <a:gd name="T20" fmla="*/ 43 w 43"/>
                <a:gd name="T21" fmla="*/ 79 h 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79">
                  <a:moveTo>
                    <a:pt x="8" y="0"/>
                  </a:moveTo>
                  <a:lnTo>
                    <a:pt x="32" y="0"/>
                  </a:lnTo>
                  <a:lnTo>
                    <a:pt x="43" y="79"/>
                  </a:lnTo>
                  <a:lnTo>
                    <a:pt x="0" y="7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646"/>
            <p:cNvSpPr>
              <a:spLocks/>
            </p:cNvSpPr>
            <p:nvPr/>
          </p:nvSpPr>
          <p:spPr bwMode="auto">
            <a:xfrm>
              <a:off x="7446" y="2608"/>
              <a:ext cx="22" cy="40"/>
            </a:xfrm>
            <a:custGeom>
              <a:avLst/>
              <a:gdLst>
                <a:gd name="T0" fmla="*/ 8 w 43"/>
                <a:gd name="T1" fmla="*/ 0 h 79"/>
                <a:gd name="T2" fmla="*/ 32 w 43"/>
                <a:gd name="T3" fmla="*/ 0 h 79"/>
                <a:gd name="T4" fmla="*/ 43 w 43"/>
                <a:gd name="T5" fmla="*/ 79 h 79"/>
                <a:gd name="T6" fmla="*/ 0 w 43"/>
                <a:gd name="T7" fmla="*/ 79 h 79"/>
                <a:gd name="T8" fmla="*/ 8 w 43"/>
                <a:gd name="T9" fmla="*/ 0 h 79"/>
                <a:gd name="T10" fmla="*/ 8 w 43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79"/>
                <a:gd name="T20" fmla="*/ 43 w 43"/>
                <a:gd name="T21" fmla="*/ 79 h 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79">
                  <a:moveTo>
                    <a:pt x="8" y="0"/>
                  </a:moveTo>
                  <a:lnTo>
                    <a:pt x="32" y="0"/>
                  </a:lnTo>
                  <a:lnTo>
                    <a:pt x="43" y="79"/>
                  </a:lnTo>
                  <a:lnTo>
                    <a:pt x="0" y="79"/>
                  </a:lnTo>
                  <a:lnTo>
                    <a:pt x="8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Line 647"/>
            <p:cNvSpPr>
              <a:spLocks noChangeShapeType="1"/>
            </p:cNvSpPr>
            <p:nvPr/>
          </p:nvSpPr>
          <p:spPr bwMode="auto">
            <a:xfrm>
              <a:off x="7439" y="2724"/>
              <a:ext cx="36" cy="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Line 648"/>
            <p:cNvSpPr>
              <a:spLocks noChangeShapeType="1"/>
            </p:cNvSpPr>
            <p:nvPr/>
          </p:nvSpPr>
          <p:spPr bwMode="auto">
            <a:xfrm>
              <a:off x="7428" y="2822"/>
              <a:ext cx="56" cy="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Line 649"/>
            <p:cNvSpPr>
              <a:spLocks noChangeShapeType="1"/>
            </p:cNvSpPr>
            <p:nvPr/>
          </p:nvSpPr>
          <p:spPr bwMode="auto">
            <a:xfrm>
              <a:off x="7417" y="2920"/>
              <a:ext cx="79" cy="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Line 650"/>
            <p:cNvSpPr>
              <a:spLocks noChangeShapeType="1"/>
            </p:cNvSpPr>
            <p:nvPr/>
          </p:nvSpPr>
          <p:spPr bwMode="auto">
            <a:xfrm flipH="1" flipV="1">
              <a:off x="7447" y="2648"/>
              <a:ext cx="27" cy="7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651"/>
            <p:cNvSpPr>
              <a:spLocks/>
            </p:cNvSpPr>
            <p:nvPr/>
          </p:nvSpPr>
          <p:spPr bwMode="auto">
            <a:xfrm>
              <a:off x="7439" y="2648"/>
              <a:ext cx="45" cy="174"/>
            </a:xfrm>
            <a:custGeom>
              <a:avLst/>
              <a:gdLst>
                <a:gd name="T0" fmla="*/ 53 w 92"/>
                <a:gd name="T1" fmla="*/ 0 h 348"/>
                <a:gd name="T2" fmla="*/ 0 w 92"/>
                <a:gd name="T3" fmla="*/ 152 h 348"/>
                <a:gd name="T4" fmla="*/ 92 w 92"/>
                <a:gd name="T5" fmla="*/ 348 h 348"/>
                <a:gd name="T6" fmla="*/ 0 60000 65536"/>
                <a:gd name="T7" fmla="*/ 0 60000 65536"/>
                <a:gd name="T8" fmla="*/ 0 60000 65536"/>
                <a:gd name="T9" fmla="*/ 0 w 92"/>
                <a:gd name="T10" fmla="*/ 0 h 348"/>
                <a:gd name="T11" fmla="*/ 92 w 92"/>
                <a:gd name="T12" fmla="*/ 348 h 3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2" h="348">
                  <a:moveTo>
                    <a:pt x="53" y="0"/>
                  </a:moveTo>
                  <a:lnTo>
                    <a:pt x="0" y="152"/>
                  </a:lnTo>
                  <a:lnTo>
                    <a:pt x="92" y="34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652"/>
            <p:cNvSpPr>
              <a:spLocks/>
            </p:cNvSpPr>
            <p:nvPr/>
          </p:nvSpPr>
          <p:spPr bwMode="auto">
            <a:xfrm>
              <a:off x="7428" y="2723"/>
              <a:ext cx="68" cy="197"/>
            </a:xfrm>
            <a:custGeom>
              <a:avLst/>
              <a:gdLst>
                <a:gd name="T0" fmla="*/ 91 w 137"/>
                <a:gd name="T1" fmla="*/ 0 h 393"/>
                <a:gd name="T2" fmla="*/ 0 w 137"/>
                <a:gd name="T3" fmla="*/ 198 h 393"/>
                <a:gd name="T4" fmla="*/ 137 w 137"/>
                <a:gd name="T5" fmla="*/ 393 h 393"/>
                <a:gd name="T6" fmla="*/ 0 60000 65536"/>
                <a:gd name="T7" fmla="*/ 0 60000 65536"/>
                <a:gd name="T8" fmla="*/ 0 60000 65536"/>
                <a:gd name="T9" fmla="*/ 0 w 137"/>
                <a:gd name="T10" fmla="*/ 0 h 393"/>
                <a:gd name="T11" fmla="*/ 137 w 137"/>
                <a:gd name="T12" fmla="*/ 393 h 39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7" h="393">
                  <a:moveTo>
                    <a:pt x="91" y="0"/>
                  </a:moveTo>
                  <a:lnTo>
                    <a:pt x="0" y="198"/>
                  </a:lnTo>
                  <a:lnTo>
                    <a:pt x="137" y="39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653"/>
            <p:cNvSpPr>
              <a:spLocks/>
            </p:cNvSpPr>
            <p:nvPr/>
          </p:nvSpPr>
          <p:spPr bwMode="auto">
            <a:xfrm>
              <a:off x="7417" y="2822"/>
              <a:ext cx="90" cy="193"/>
            </a:xfrm>
            <a:custGeom>
              <a:avLst/>
              <a:gdLst>
                <a:gd name="T0" fmla="*/ 132 w 179"/>
                <a:gd name="T1" fmla="*/ 0 h 385"/>
                <a:gd name="T2" fmla="*/ 0 w 179"/>
                <a:gd name="T3" fmla="*/ 195 h 385"/>
                <a:gd name="T4" fmla="*/ 179 w 179"/>
                <a:gd name="T5" fmla="*/ 385 h 385"/>
                <a:gd name="T6" fmla="*/ 0 60000 65536"/>
                <a:gd name="T7" fmla="*/ 0 60000 65536"/>
                <a:gd name="T8" fmla="*/ 0 60000 65536"/>
                <a:gd name="T9" fmla="*/ 0 w 179"/>
                <a:gd name="T10" fmla="*/ 0 h 385"/>
                <a:gd name="T11" fmla="*/ 179 w 179"/>
                <a:gd name="T12" fmla="*/ 385 h 3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9" h="385">
                  <a:moveTo>
                    <a:pt x="132" y="0"/>
                  </a:moveTo>
                  <a:lnTo>
                    <a:pt x="0" y="195"/>
                  </a:lnTo>
                  <a:lnTo>
                    <a:pt x="179" y="38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Line 654"/>
            <p:cNvSpPr>
              <a:spLocks noChangeShapeType="1"/>
            </p:cNvSpPr>
            <p:nvPr/>
          </p:nvSpPr>
          <p:spPr bwMode="auto">
            <a:xfrm flipH="1">
              <a:off x="7407" y="2920"/>
              <a:ext cx="88" cy="9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655"/>
            <p:cNvSpPr>
              <a:spLocks/>
            </p:cNvSpPr>
            <p:nvPr/>
          </p:nvSpPr>
          <p:spPr bwMode="auto">
            <a:xfrm>
              <a:off x="7546" y="2768"/>
              <a:ext cx="25" cy="123"/>
            </a:xfrm>
            <a:custGeom>
              <a:avLst/>
              <a:gdLst>
                <a:gd name="T0" fmla="*/ 0 w 50"/>
                <a:gd name="T1" fmla="*/ 0 h 245"/>
                <a:gd name="T2" fmla="*/ 50 w 50"/>
                <a:gd name="T3" fmla="*/ 0 h 245"/>
                <a:gd name="T4" fmla="*/ 50 w 50"/>
                <a:gd name="T5" fmla="*/ 245 h 245"/>
                <a:gd name="T6" fmla="*/ 0 w 50"/>
                <a:gd name="T7" fmla="*/ 245 h 245"/>
                <a:gd name="T8" fmla="*/ 0 w 50"/>
                <a:gd name="T9" fmla="*/ 0 h 245"/>
                <a:gd name="T10" fmla="*/ 0 w 50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"/>
                <a:gd name="T19" fmla="*/ 0 h 245"/>
                <a:gd name="T20" fmla="*/ 50 w 50"/>
                <a:gd name="T21" fmla="*/ 245 h 2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" h="245">
                  <a:moveTo>
                    <a:pt x="0" y="0"/>
                  </a:moveTo>
                  <a:lnTo>
                    <a:pt x="50" y="0"/>
                  </a:lnTo>
                  <a:lnTo>
                    <a:pt x="50" y="245"/>
                  </a:lnTo>
                  <a:lnTo>
                    <a:pt x="0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656"/>
            <p:cNvSpPr>
              <a:spLocks/>
            </p:cNvSpPr>
            <p:nvPr/>
          </p:nvSpPr>
          <p:spPr bwMode="auto">
            <a:xfrm>
              <a:off x="7546" y="2768"/>
              <a:ext cx="25" cy="123"/>
            </a:xfrm>
            <a:custGeom>
              <a:avLst/>
              <a:gdLst>
                <a:gd name="T0" fmla="*/ 0 w 50"/>
                <a:gd name="T1" fmla="*/ 0 h 245"/>
                <a:gd name="T2" fmla="*/ 50 w 50"/>
                <a:gd name="T3" fmla="*/ 0 h 245"/>
                <a:gd name="T4" fmla="*/ 50 w 50"/>
                <a:gd name="T5" fmla="*/ 245 h 245"/>
                <a:gd name="T6" fmla="*/ 0 w 50"/>
                <a:gd name="T7" fmla="*/ 245 h 245"/>
                <a:gd name="T8" fmla="*/ 0 w 50"/>
                <a:gd name="T9" fmla="*/ 0 h 245"/>
                <a:gd name="T10" fmla="*/ 0 w 50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"/>
                <a:gd name="T19" fmla="*/ 0 h 245"/>
                <a:gd name="T20" fmla="*/ 50 w 50"/>
                <a:gd name="T21" fmla="*/ 245 h 2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" h="245">
                  <a:moveTo>
                    <a:pt x="0" y="0"/>
                  </a:moveTo>
                  <a:lnTo>
                    <a:pt x="50" y="0"/>
                  </a:lnTo>
                  <a:lnTo>
                    <a:pt x="50" y="245"/>
                  </a:lnTo>
                  <a:lnTo>
                    <a:pt x="0" y="24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657"/>
            <p:cNvSpPr>
              <a:spLocks/>
            </p:cNvSpPr>
            <p:nvPr/>
          </p:nvSpPr>
          <p:spPr bwMode="auto">
            <a:xfrm>
              <a:off x="7864" y="2768"/>
              <a:ext cx="25" cy="123"/>
            </a:xfrm>
            <a:custGeom>
              <a:avLst/>
              <a:gdLst>
                <a:gd name="T0" fmla="*/ 0 w 48"/>
                <a:gd name="T1" fmla="*/ 0 h 245"/>
                <a:gd name="T2" fmla="*/ 48 w 48"/>
                <a:gd name="T3" fmla="*/ 0 h 245"/>
                <a:gd name="T4" fmla="*/ 48 w 48"/>
                <a:gd name="T5" fmla="*/ 245 h 245"/>
                <a:gd name="T6" fmla="*/ 2 w 48"/>
                <a:gd name="T7" fmla="*/ 245 h 245"/>
                <a:gd name="T8" fmla="*/ 2 w 48"/>
                <a:gd name="T9" fmla="*/ 0 h 245"/>
                <a:gd name="T10" fmla="*/ 2 w 48"/>
                <a:gd name="T11" fmla="*/ 0 h 245"/>
                <a:gd name="T12" fmla="*/ 0 w 48"/>
                <a:gd name="T13" fmla="*/ 0 h 2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8"/>
                <a:gd name="T22" fmla="*/ 0 h 245"/>
                <a:gd name="T23" fmla="*/ 48 w 48"/>
                <a:gd name="T24" fmla="*/ 245 h 24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8" h="245">
                  <a:moveTo>
                    <a:pt x="0" y="0"/>
                  </a:moveTo>
                  <a:lnTo>
                    <a:pt x="48" y="0"/>
                  </a:lnTo>
                  <a:lnTo>
                    <a:pt x="48" y="245"/>
                  </a:lnTo>
                  <a:lnTo>
                    <a:pt x="2" y="245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658"/>
            <p:cNvSpPr>
              <a:spLocks/>
            </p:cNvSpPr>
            <p:nvPr/>
          </p:nvSpPr>
          <p:spPr bwMode="auto">
            <a:xfrm>
              <a:off x="7864" y="2768"/>
              <a:ext cx="25" cy="123"/>
            </a:xfrm>
            <a:custGeom>
              <a:avLst/>
              <a:gdLst>
                <a:gd name="T0" fmla="*/ 0 w 48"/>
                <a:gd name="T1" fmla="*/ 0 h 245"/>
                <a:gd name="T2" fmla="*/ 48 w 48"/>
                <a:gd name="T3" fmla="*/ 0 h 245"/>
                <a:gd name="T4" fmla="*/ 48 w 48"/>
                <a:gd name="T5" fmla="*/ 245 h 245"/>
                <a:gd name="T6" fmla="*/ 2 w 48"/>
                <a:gd name="T7" fmla="*/ 245 h 245"/>
                <a:gd name="T8" fmla="*/ 2 w 48"/>
                <a:gd name="T9" fmla="*/ 0 h 245"/>
                <a:gd name="T10" fmla="*/ 2 w 48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"/>
                <a:gd name="T19" fmla="*/ 0 h 245"/>
                <a:gd name="T20" fmla="*/ 48 w 48"/>
                <a:gd name="T21" fmla="*/ 245 h 2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" h="245">
                  <a:moveTo>
                    <a:pt x="0" y="0"/>
                  </a:moveTo>
                  <a:lnTo>
                    <a:pt x="48" y="0"/>
                  </a:lnTo>
                  <a:lnTo>
                    <a:pt x="48" y="245"/>
                  </a:lnTo>
                  <a:lnTo>
                    <a:pt x="2" y="245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659"/>
            <p:cNvSpPr>
              <a:spLocks/>
            </p:cNvSpPr>
            <p:nvPr/>
          </p:nvSpPr>
          <p:spPr bwMode="auto">
            <a:xfrm>
              <a:off x="7553" y="2772"/>
              <a:ext cx="11" cy="112"/>
            </a:xfrm>
            <a:custGeom>
              <a:avLst/>
              <a:gdLst>
                <a:gd name="T0" fmla="*/ 0 w 22"/>
                <a:gd name="T1" fmla="*/ 0 h 224"/>
                <a:gd name="T2" fmla="*/ 22 w 22"/>
                <a:gd name="T3" fmla="*/ 0 h 224"/>
                <a:gd name="T4" fmla="*/ 22 w 22"/>
                <a:gd name="T5" fmla="*/ 224 h 224"/>
                <a:gd name="T6" fmla="*/ 0 w 22"/>
                <a:gd name="T7" fmla="*/ 224 h 224"/>
                <a:gd name="T8" fmla="*/ 0 w 22"/>
                <a:gd name="T9" fmla="*/ 0 h 224"/>
                <a:gd name="T10" fmla="*/ 0 w 22"/>
                <a:gd name="T11" fmla="*/ 0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24"/>
                <a:gd name="T20" fmla="*/ 22 w 22"/>
                <a:gd name="T21" fmla="*/ 224 h 2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24">
                  <a:moveTo>
                    <a:pt x="0" y="0"/>
                  </a:moveTo>
                  <a:lnTo>
                    <a:pt x="22" y="0"/>
                  </a:lnTo>
                  <a:lnTo>
                    <a:pt x="22" y="224"/>
                  </a:lnTo>
                  <a:lnTo>
                    <a:pt x="0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660"/>
            <p:cNvSpPr>
              <a:spLocks/>
            </p:cNvSpPr>
            <p:nvPr/>
          </p:nvSpPr>
          <p:spPr bwMode="auto">
            <a:xfrm>
              <a:off x="7553" y="2772"/>
              <a:ext cx="11" cy="112"/>
            </a:xfrm>
            <a:custGeom>
              <a:avLst/>
              <a:gdLst>
                <a:gd name="T0" fmla="*/ 0 w 22"/>
                <a:gd name="T1" fmla="*/ 0 h 224"/>
                <a:gd name="T2" fmla="*/ 22 w 22"/>
                <a:gd name="T3" fmla="*/ 0 h 224"/>
                <a:gd name="T4" fmla="*/ 22 w 22"/>
                <a:gd name="T5" fmla="*/ 224 h 224"/>
                <a:gd name="T6" fmla="*/ 0 w 22"/>
                <a:gd name="T7" fmla="*/ 224 h 224"/>
                <a:gd name="T8" fmla="*/ 0 w 22"/>
                <a:gd name="T9" fmla="*/ 0 h 224"/>
                <a:gd name="T10" fmla="*/ 0 w 22"/>
                <a:gd name="T11" fmla="*/ 0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24"/>
                <a:gd name="T20" fmla="*/ 22 w 22"/>
                <a:gd name="T21" fmla="*/ 224 h 2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24">
                  <a:moveTo>
                    <a:pt x="0" y="0"/>
                  </a:moveTo>
                  <a:lnTo>
                    <a:pt x="22" y="0"/>
                  </a:lnTo>
                  <a:lnTo>
                    <a:pt x="22" y="224"/>
                  </a:lnTo>
                  <a:lnTo>
                    <a:pt x="0" y="22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661"/>
            <p:cNvSpPr>
              <a:spLocks/>
            </p:cNvSpPr>
            <p:nvPr/>
          </p:nvSpPr>
          <p:spPr bwMode="auto">
            <a:xfrm>
              <a:off x="7871" y="2772"/>
              <a:ext cx="11" cy="112"/>
            </a:xfrm>
            <a:custGeom>
              <a:avLst/>
              <a:gdLst>
                <a:gd name="T0" fmla="*/ 0 w 22"/>
                <a:gd name="T1" fmla="*/ 0 h 224"/>
                <a:gd name="T2" fmla="*/ 22 w 22"/>
                <a:gd name="T3" fmla="*/ 0 h 224"/>
                <a:gd name="T4" fmla="*/ 22 w 22"/>
                <a:gd name="T5" fmla="*/ 224 h 224"/>
                <a:gd name="T6" fmla="*/ 3 w 22"/>
                <a:gd name="T7" fmla="*/ 224 h 224"/>
                <a:gd name="T8" fmla="*/ 3 w 22"/>
                <a:gd name="T9" fmla="*/ 0 h 224"/>
                <a:gd name="T10" fmla="*/ 3 w 22"/>
                <a:gd name="T11" fmla="*/ 0 h 224"/>
                <a:gd name="T12" fmla="*/ 0 w 22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224"/>
                <a:gd name="T23" fmla="*/ 22 w 22"/>
                <a:gd name="T24" fmla="*/ 224 h 2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224">
                  <a:moveTo>
                    <a:pt x="0" y="0"/>
                  </a:moveTo>
                  <a:lnTo>
                    <a:pt x="22" y="0"/>
                  </a:lnTo>
                  <a:lnTo>
                    <a:pt x="22" y="224"/>
                  </a:lnTo>
                  <a:lnTo>
                    <a:pt x="3" y="224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662"/>
            <p:cNvSpPr>
              <a:spLocks/>
            </p:cNvSpPr>
            <p:nvPr/>
          </p:nvSpPr>
          <p:spPr bwMode="auto">
            <a:xfrm>
              <a:off x="7871" y="2772"/>
              <a:ext cx="11" cy="112"/>
            </a:xfrm>
            <a:custGeom>
              <a:avLst/>
              <a:gdLst>
                <a:gd name="T0" fmla="*/ 0 w 22"/>
                <a:gd name="T1" fmla="*/ 0 h 224"/>
                <a:gd name="T2" fmla="*/ 22 w 22"/>
                <a:gd name="T3" fmla="*/ 0 h 224"/>
                <a:gd name="T4" fmla="*/ 22 w 22"/>
                <a:gd name="T5" fmla="*/ 224 h 224"/>
                <a:gd name="T6" fmla="*/ 3 w 22"/>
                <a:gd name="T7" fmla="*/ 224 h 224"/>
                <a:gd name="T8" fmla="*/ 3 w 22"/>
                <a:gd name="T9" fmla="*/ 0 h 224"/>
                <a:gd name="T10" fmla="*/ 3 w 22"/>
                <a:gd name="T11" fmla="*/ 0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24"/>
                <a:gd name="T20" fmla="*/ 22 w 22"/>
                <a:gd name="T21" fmla="*/ 224 h 2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24">
                  <a:moveTo>
                    <a:pt x="0" y="0"/>
                  </a:moveTo>
                  <a:lnTo>
                    <a:pt x="22" y="0"/>
                  </a:lnTo>
                  <a:lnTo>
                    <a:pt x="22" y="224"/>
                  </a:lnTo>
                  <a:lnTo>
                    <a:pt x="3" y="224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663"/>
            <p:cNvSpPr>
              <a:spLocks/>
            </p:cNvSpPr>
            <p:nvPr/>
          </p:nvSpPr>
          <p:spPr bwMode="auto">
            <a:xfrm>
              <a:off x="7673" y="2497"/>
              <a:ext cx="20" cy="249"/>
            </a:xfrm>
            <a:custGeom>
              <a:avLst/>
              <a:gdLst>
                <a:gd name="T0" fmla="*/ 0 w 40"/>
                <a:gd name="T1" fmla="*/ 0 h 498"/>
                <a:gd name="T2" fmla="*/ 40 w 40"/>
                <a:gd name="T3" fmla="*/ 0 h 498"/>
                <a:gd name="T4" fmla="*/ 40 w 40"/>
                <a:gd name="T5" fmla="*/ 498 h 498"/>
                <a:gd name="T6" fmla="*/ 0 w 40"/>
                <a:gd name="T7" fmla="*/ 498 h 498"/>
                <a:gd name="T8" fmla="*/ 0 w 40"/>
                <a:gd name="T9" fmla="*/ 0 h 498"/>
                <a:gd name="T10" fmla="*/ 0 w 40"/>
                <a:gd name="T11" fmla="*/ 0 h 4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0"/>
                <a:gd name="T19" fmla="*/ 0 h 498"/>
                <a:gd name="T20" fmla="*/ 40 w 40"/>
                <a:gd name="T21" fmla="*/ 498 h 4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0" h="498">
                  <a:moveTo>
                    <a:pt x="0" y="0"/>
                  </a:moveTo>
                  <a:lnTo>
                    <a:pt x="40" y="0"/>
                  </a:lnTo>
                  <a:lnTo>
                    <a:pt x="40" y="498"/>
                  </a:lnTo>
                  <a:lnTo>
                    <a:pt x="0" y="4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664"/>
            <p:cNvSpPr>
              <a:spLocks/>
            </p:cNvSpPr>
            <p:nvPr/>
          </p:nvSpPr>
          <p:spPr bwMode="auto">
            <a:xfrm>
              <a:off x="7673" y="2497"/>
              <a:ext cx="20" cy="249"/>
            </a:xfrm>
            <a:custGeom>
              <a:avLst/>
              <a:gdLst>
                <a:gd name="T0" fmla="*/ 0 w 40"/>
                <a:gd name="T1" fmla="*/ 0 h 498"/>
                <a:gd name="T2" fmla="*/ 40 w 40"/>
                <a:gd name="T3" fmla="*/ 0 h 498"/>
                <a:gd name="T4" fmla="*/ 40 w 40"/>
                <a:gd name="T5" fmla="*/ 498 h 498"/>
                <a:gd name="T6" fmla="*/ 0 w 40"/>
                <a:gd name="T7" fmla="*/ 498 h 498"/>
                <a:gd name="T8" fmla="*/ 0 w 40"/>
                <a:gd name="T9" fmla="*/ 0 h 498"/>
                <a:gd name="T10" fmla="*/ 0 w 40"/>
                <a:gd name="T11" fmla="*/ 0 h 4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0"/>
                <a:gd name="T19" fmla="*/ 0 h 498"/>
                <a:gd name="T20" fmla="*/ 40 w 40"/>
                <a:gd name="T21" fmla="*/ 498 h 4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0" h="498">
                  <a:moveTo>
                    <a:pt x="0" y="0"/>
                  </a:moveTo>
                  <a:lnTo>
                    <a:pt x="40" y="0"/>
                  </a:lnTo>
                  <a:lnTo>
                    <a:pt x="40" y="498"/>
                  </a:lnTo>
                  <a:lnTo>
                    <a:pt x="0" y="49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665"/>
            <p:cNvSpPr>
              <a:spLocks/>
            </p:cNvSpPr>
            <p:nvPr/>
          </p:nvSpPr>
          <p:spPr bwMode="auto">
            <a:xfrm>
              <a:off x="7630" y="2569"/>
              <a:ext cx="9" cy="175"/>
            </a:xfrm>
            <a:custGeom>
              <a:avLst/>
              <a:gdLst>
                <a:gd name="T0" fmla="*/ 15 w 17"/>
                <a:gd name="T1" fmla="*/ 0 h 352"/>
                <a:gd name="T2" fmla="*/ 0 w 17"/>
                <a:gd name="T3" fmla="*/ 0 h 352"/>
                <a:gd name="T4" fmla="*/ 0 w 17"/>
                <a:gd name="T5" fmla="*/ 352 h 352"/>
                <a:gd name="T6" fmla="*/ 17 w 17"/>
                <a:gd name="T7" fmla="*/ 352 h 352"/>
                <a:gd name="T8" fmla="*/ 17 w 17"/>
                <a:gd name="T9" fmla="*/ 0 h 352"/>
                <a:gd name="T10" fmla="*/ 17 w 17"/>
                <a:gd name="T11" fmla="*/ 0 h 352"/>
                <a:gd name="T12" fmla="*/ 15 w 17"/>
                <a:gd name="T13" fmla="*/ 0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352"/>
                <a:gd name="T23" fmla="*/ 17 w 17"/>
                <a:gd name="T24" fmla="*/ 352 h 3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352">
                  <a:moveTo>
                    <a:pt x="15" y="0"/>
                  </a:moveTo>
                  <a:lnTo>
                    <a:pt x="0" y="0"/>
                  </a:lnTo>
                  <a:lnTo>
                    <a:pt x="0" y="352"/>
                  </a:lnTo>
                  <a:lnTo>
                    <a:pt x="17" y="352"/>
                  </a:lnTo>
                  <a:lnTo>
                    <a:pt x="17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666"/>
            <p:cNvSpPr>
              <a:spLocks/>
            </p:cNvSpPr>
            <p:nvPr/>
          </p:nvSpPr>
          <p:spPr bwMode="auto">
            <a:xfrm>
              <a:off x="7630" y="2569"/>
              <a:ext cx="9" cy="175"/>
            </a:xfrm>
            <a:custGeom>
              <a:avLst/>
              <a:gdLst>
                <a:gd name="T0" fmla="*/ 15 w 17"/>
                <a:gd name="T1" fmla="*/ 0 h 352"/>
                <a:gd name="T2" fmla="*/ 0 w 17"/>
                <a:gd name="T3" fmla="*/ 0 h 352"/>
                <a:gd name="T4" fmla="*/ 0 w 17"/>
                <a:gd name="T5" fmla="*/ 352 h 352"/>
                <a:gd name="T6" fmla="*/ 17 w 17"/>
                <a:gd name="T7" fmla="*/ 352 h 352"/>
                <a:gd name="T8" fmla="*/ 17 w 17"/>
                <a:gd name="T9" fmla="*/ 0 h 352"/>
                <a:gd name="T10" fmla="*/ 17 w 17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352"/>
                <a:gd name="T20" fmla="*/ 17 w 17"/>
                <a:gd name="T21" fmla="*/ 352 h 3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352">
                  <a:moveTo>
                    <a:pt x="15" y="0"/>
                  </a:moveTo>
                  <a:lnTo>
                    <a:pt x="0" y="0"/>
                  </a:lnTo>
                  <a:lnTo>
                    <a:pt x="0" y="352"/>
                  </a:lnTo>
                  <a:lnTo>
                    <a:pt x="17" y="352"/>
                  </a:lnTo>
                  <a:lnTo>
                    <a:pt x="17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667"/>
            <p:cNvSpPr>
              <a:spLocks/>
            </p:cNvSpPr>
            <p:nvPr/>
          </p:nvSpPr>
          <p:spPr bwMode="auto">
            <a:xfrm>
              <a:off x="7687" y="2513"/>
              <a:ext cx="117" cy="139"/>
            </a:xfrm>
            <a:custGeom>
              <a:avLst/>
              <a:gdLst>
                <a:gd name="T0" fmla="*/ 0 w 234"/>
                <a:gd name="T1" fmla="*/ 0 h 277"/>
                <a:gd name="T2" fmla="*/ 234 w 234"/>
                <a:gd name="T3" fmla="*/ 266 h 277"/>
                <a:gd name="T4" fmla="*/ 218 w 234"/>
                <a:gd name="T5" fmla="*/ 277 h 277"/>
                <a:gd name="T6" fmla="*/ 3 w 234"/>
                <a:gd name="T7" fmla="*/ 36 h 277"/>
                <a:gd name="T8" fmla="*/ 3 w 234"/>
                <a:gd name="T9" fmla="*/ 2 h 277"/>
                <a:gd name="T10" fmla="*/ 3 w 234"/>
                <a:gd name="T11" fmla="*/ 2 h 277"/>
                <a:gd name="T12" fmla="*/ 0 w 234"/>
                <a:gd name="T13" fmla="*/ 0 h 2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4"/>
                <a:gd name="T22" fmla="*/ 0 h 277"/>
                <a:gd name="T23" fmla="*/ 234 w 234"/>
                <a:gd name="T24" fmla="*/ 277 h 27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4" h="277">
                  <a:moveTo>
                    <a:pt x="0" y="0"/>
                  </a:moveTo>
                  <a:lnTo>
                    <a:pt x="234" y="266"/>
                  </a:lnTo>
                  <a:lnTo>
                    <a:pt x="218" y="277"/>
                  </a:lnTo>
                  <a:lnTo>
                    <a:pt x="3" y="3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668"/>
            <p:cNvSpPr>
              <a:spLocks/>
            </p:cNvSpPr>
            <p:nvPr/>
          </p:nvSpPr>
          <p:spPr bwMode="auto">
            <a:xfrm>
              <a:off x="7687" y="2513"/>
              <a:ext cx="117" cy="139"/>
            </a:xfrm>
            <a:custGeom>
              <a:avLst/>
              <a:gdLst>
                <a:gd name="T0" fmla="*/ 0 w 234"/>
                <a:gd name="T1" fmla="*/ 0 h 277"/>
                <a:gd name="T2" fmla="*/ 234 w 234"/>
                <a:gd name="T3" fmla="*/ 266 h 277"/>
                <a:gd name="T4" fmla="*/ 218 w 234"/>
                <a:gd name="T5" fmla="*/ 277 h 277"/>
                <a:gd name="T6" fmla="*/ 3 w 234"/>
                <a:gd name="T7" fmla="*/ 36 h 277"/>
                <a:gd name="T8" fmla="*/ 3 w 234"/>
                <a:gd name="T9" fmla="*/ 2 h 277"/>
                <a:gd name="T10" fmla="*/ 3 w 234"/>
                <a:gd name="T11" fmla="*/ 2 h 2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4"/>
                <a:gd name="T19" fmla="*/ 0 h 277"/>
                <a:gd name="T20" fmla="*/ 234 w 234"/>
                <a:gd name="T21" fmla="*/ 277 h 2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4" h="277">
                  <a:moveTo>
                    <a:pt x="0" y="0"/>
                  </a:moveTo>
                  <a:lnTo>
                    <a:pt x="234" y="266"/>
                  </a:lnTo>
                  <a:lnTo>
                    <a:pt x="218" y="277"/>
                  </a:lnTo>
                  <a:lnTo>
                    <a:pt x="3" y="36"/>
                  </a:lnTo>
                  <a:lnTo>
                    <a:pt x="3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Line 669"/>
            <p:cNvSpPr>
              <a:spLocks noChangeShapeType="1"/>
            </p:cNvSpPr>
            <p:nvPr/>
          </p:nvSpPr>
          <p:spPr bwMode="auto">
            <a:xfrm flipH="1">
              <a:off x="7528" y="2571"/>
              <a:ext cx="102" cy="17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Line 670"/>
            <p:cNvSpPr>
              <a:spLocks noChangeShapeType="1"/>
            </p:cNvSpPr>
            <p:nvPr/>
          </p:nvSpPr>
          <p:spPr bwMode="auto">
            <a:xfrm flipH="1">
              <a:off x="7564" y="2620"/>
              <a:ext cx="73" cy="12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671"/>
            <p:cNvSpPr>
              <a:spLocks/>
            </p:cNvSpPr>
            <p:nvPr/>
          </p:nvSpPr>
          <p:spPr bwMode="auto">
            <a:xfrm>
              <a:off x="7527" y="2743"/>
              <a:ext cx="387" cy="30"/>
            </a:xfrm>
            <a:custGeom>
              <a:avLst/>
              <a:gdLst>
                <a:gd name="T0" fmla="*/ 0 w 773"/>
                <a:gd name="T1" fmla="*/ 0 h 61"/>
                <a:gd name="T2" fmla="*/ 773 w 773"/>
                <a:gd name="T3" fmla="*/ 3 h 61"/>
                <a:gd name="T4" fmla="*/ 773 w 773"/>
                <a:gd name="T5" fmla="*/ 61 h 61"/>
                <a:gd name="T6" fmla="*/ 0 w 773"/>
                <a:gd name="T7" fmla="*/ 61 h 61"/>
                <a:gd name="T8" fmla="*/ 0 w 773"/>
                <a:gd name="T9" fmla="*/ 3 h 61"/>
                <a:gd name="T10" fmla="*/ 0 w 773"/>
                <a:gd name="T11" fmla="*/ 3 h 61"/>
                <a:gd name="T12" fmla="*/ 0 w 773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3"/>
                <a:gd name="T22" fmla="*/ 0 h 61"/>
                <a:gd name="T23" fmla="*/ 773 w 773"/>
                <a:gd name="T24" fmla="*/ 61 h 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3" h="61">
                  <a:moveTo>
                    <a:pt x="0" y="0"/>
                  </a:moveTo>
                  <a:lnTo>
                    <a:pt x="773" y="3"/>
                  </a:lnTo>
                  <a:lnTo>
                    <a:pt x="773" y="61"/>
                  </a:lnTo>
                  <a:lnTo>
                    <a:pt x="0" y="61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672"/>
            <p:cNvSpPr>
              <a:spLocks/>
            </p:cNvSpPr>
            <p:nvPr/>
          </p:nvSpPr>
          <p:spPr bwMode="auto">
            <a:xfrm>
              <a:off x="7527" y="2743"/>
              <a:ext cx="387" cy="30"/>
            </a:xfrm>
            <a:custGeom>
              <a:avLst/>
              <a:gdLst>
                <a:gd name="T0" fmla="*/ 0 w 773"/>
                <a:gd name="T1" fmla="*/ 0 h 61"/>
                <a:gd name="T2" fmla="*/ 773 w 773"/>
                <a:gd name="T3" fmla="*/ 3 h 61"/>
                <a:gd name="T4" fmla="*/ 773 w 773"/>
                <a:gd name="T5" fmla="*/ 61 h 61"/>
                <a:gd name="T6" fmla="*/ 0 w 773"/>
                <a:gd name="T7" fmla="*/ 61 h 61"/>
                <a:gd name="T8" fmla="*/ 0 w 773"/>
                <a:gd name="T9" fmla="*/ 3 h 61"/>
                <a:gd name="T10" fmla="*/ 0 w 773"/>
                <a:gd name="T11" fmla="*/ 3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73"/>
                <a:gd name="T19" fmla="*/ 0 h 61"/>
                <a:gd name="T20" fmla="*/ 773 w 773"/>
                <a:gd name="T21" fmla="*/ 61 h 6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73" h="61">
                  <a:moveTo>
                    <a:pt x="0" y="0"/>
                  </a:moveTo>
                  <a:lnTo>
                    <a:pt x="773" y="3"/>
                  </a:lnTo>
                  <a:lnTo>
                    <a:pt x="773" y="61"/>
                  </a:lnTo>
                  <a:lnTo>
                    <a:pt x="0" y="61"/>
                  </a:lnTo>
                  <a:lnTo>
                    <a:pt x="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673"/>
            <p:cNvSpPr>
              <a:spLocks/>
            </p:cNvSpPr>
            <p:nvPr/>
          </p:nvSpPr>
          <p:spPr bwMode="auto">
            <a:xfrm>
              <a:off x="7534" y="2750"/>
              <a:ext cx="374" cy="13"/>
            </a:xfrm>
            <a:custGeom>
              <a:avLst/>
              <a:gdLst>
                <a:gd name="T0" fmla="*/ 0 w 749"/>
                <a:gd name="T1" fmla="*/ 0 h 25"/>
                <a:gd name="T2" fmla="*/ 749 w 749"/>
                <a:gd name="T3" fmla="*/ 2 h 25"/>
                <a:gd name="T4" fmla="*/ 749 w 749"/>
                <a:gd name="T5" fmla="*/ 25 h 25"/>
                <a:gd name="T6" fmla="*/ 3 w 749"/>
                <a:gd name="T7" fmla="*/ 25 h 25"/>
                <a:gd name="T8" fmla="*/ 3 w 749"/>
                <a:gd name="T9" fmla="*/ 2 h 25"/>
                <a:gd name="T10" fmla="*/ 3 w 749"/>
                <a:gd name="T11" fmla="*/ 2 h 25"/>
                <a:gd name="T12" fmla="*/ 0 w 749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9"/>
                <a:gd name="T22" fmla="*/ 0 h 25"/>
                <a:gd name="T23" fmla="*/ 749 w 749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9" h="25">
                  <a:moveTo>
                    <a:pt x="0" y="0"/>
                  </a:moveTo>
                  <a:lnTo>
                    <a:pt x="749" y="2"/>
                  </a:lnTo>
                  <a:lnTo>
                    <a:pt x="749" y="25"/>
                  </a:lnTo>
                  <a:lnTo>
                    <a:pt x="3" y="2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674"/>
            <p:cNvSpPr>
              <a:spLocks/>
            </p:cNvSpPr>
            <p:nvPr/>
          </p:nvSpPr>
          <p:spPr bwMode="auto">
            <a:xfrm>
              <a:off x="7534" y="2750"/>
              <a:ext cx="374" cy="13"/>
            </a:xfrm>
            <a:custGeom>
              <a:avLst/>
              <a:gdLst>
                <a:gd name="T0" fmla="*/ 0 w 749"/>
                <a:gd name="T1" fmla="*/ 0 h 25"/>
                <a:gd name="T2" fmla="*/ 749 w 749"/>
                <a:gd name="T3" fmla="*/ 2 h 25"/>
                <a:gd name="T4" fmla="*/ 749 w 749"/>
                <a:gd name="T5" fmla="*/ 25 h 25"/>
                <a:gd name="T6" fmla="*/ 3 w 749"/>
                <a:gd name="T7" fmla="*/ 25 h 25"/>
                <a:gd name="T8" fmla="*/ 3 w 749"/>
                <a:gd name="T9" fmla="*/ 2 h 25"/>
                <a:gd name="T10" fmla="*/ 3 w 749"/>
                <a:gd name="T11" fmla="*/ 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49"/>
                <a:gd name="T19" fmla="*/ 0 h 25"/>
                <a:gd name="T20" fmla="*/ 749 w 749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49" h="25">
                  <a:moveTo>
                    <a:pt x="0" y="0"/>
                  </a:moveTo>
                  <a:lnTo>
                    <a:pt x="749" y="2"/>
                  </a:lnTo>
                  <a:lnTo>
                    <a:pt x="749" y="25"/>
                  </a:lnTo>
                  <a:lnTo>
                    <a:pt x="3" y="25"/>
                  </a:lnTo>
                  <a:lnTo>
                    <a:pt x="3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675"/>
            <p:cNvSpPr>
              <a:spLocks/>
            </p:cNvSpPr>
            <p:nvPr/>
          </p:nvSpPr>
          <p:spPr bwMode="auto">
            <a:xfrm>
              <a:off x="7786" y="2637"/>
              <a:ext cx="31" cy="106"/>
            </a:xfrm>
            <a:custGeom>
              <a:avLst/>
              <a:gdLst>
                <a:gd name="T0" fmla="*/ 0 w 63"/>
                <a:gd name="T1" fmla="*/ 0 h 211"/>
                <a:gd name="T2" fmla="*/ 0 w 63"/>
                <a:gd name="T3" fmla="*/ 8 h 211"/>
                <a:gd name="T4" fmla="*/ 0 w 63"/>
                <a:gd name="T5" fmla="*/ 16 h 211"/>
                <a:gd name="T6" fmla="*/ 0 w 63"/>
                <a:gd name="T7" fmla="*/ 21 h 211"/>
                <a:gd name="T8" fmla="*/ 0 w 63"/>
                <a:gd name="T9" fmla="*/ 29 h 211"/>
                <a:gd name="T10" fmla="*/ 3 w 63"/>
                <a:gd name="T11" fmla="*/ 37 h 211"/>
                <a:gd name="T12" fmla="*/ 3 w 63"/>
                <a:gd name="T13" fmla="*/ 44 h 211"/>
                <a:gd name="T14" fmla="*/ 3 w 63"/>
                <a:gd name="T15" fmla="*/ 49 h 211"/>
                <a:gd name="T16" fmla="*/ 3 w 63"/>
                <a:gd name="T17" fmla="*/ 58 h 211"/>
                <a:gd name="T18" fmla="*/ 3 w 63"/>
                <a:gd name="T19" fmla="*/ 66 h 211"/>
                <a:gd name="T20" fmla="*/ 5 w 63"/>
                <a:gd name="T21" fmla="*/ 74 h 211"/>
                <a:gd name="T22" fmla="*/ 5 w 63"/>
                <a:gd name="T23" fmla="*/ 79 h 211"/>
                <a:gd name="T24" fmla="*/ 8 w 63"/>
                <a:gd name="T25" fmla="*/ 87 h 211"/>
                <a:gd name="T26" fmla="*/ 11 w 63"/>
                <a:gd name="T27" fmla="*/ 93 h 211"/>
                <a:gd name="T28" fmla="*/ 11 w 63"/>
                <a:gd name="T29" fmla="*/ 101 h 211"/>
                <a:gd name="T30" fmla="*/ 14 w 63"/>
                <a:gd name="T31" fmla="*/ 107 h 211"/>
                <a:gd name="T32" fmla="*/ 18 w 63"/>
                <a:gd name="T33" fmla="*/ 115 h 211"/>
                <a:gd name="T34" fmla="*/ 20 w 63"/>
                <a:gd name="T35" fmla="*/ 121 h 211"/>
                <a:gd name="T36" fmla="*/ 20 w 63"/>
                <a:gd name="T37" fmla="*/ 129 h 211"/>
                <a:gd name="T38" fmla="*/ 23 w 63"/>
                <a:gd name="T39" fmla="*/ 134 h 211"/>
                <a:gd name="T40" fmla="*/ 26 w 63"/>
                <a:gd name="T41" fmla="*/ 142 h 211"/>
                <a:gd name="T42" fmla="*/ 28 w 63"/>
                <a:gd name="T43" fmla="*/ 148 h 211"/>
                <a:gd name="T44" fmla="*/ 31 w 63"/>
                <a:gd name="T45" fmla="*/ 156 h 211"/>
                <a:gd name="T46" fmla="*/ 34 w 63"/>
                <a:gd name="T47" fmla="*/ 159 h 211"/>
                <a:gd name="T48" fmla="*/ 36 w 63"/>
                <a:gd name="T49" fmla="*/ 168 h 211"/>
                <a:gd name="T50" fmla="*/ 39 w 63"/>
                <a:gd name="T51" fmla="*/ 173 h 211"/>
                <a:gd name="T52" fmla="*/ 45 w 63"/>
                <a:gd name="T53" fmla="*/ 179 h 211"/>
                <a:gd name="T54" fmla="*/ 47 w 63"/>
                <a:gd name="T55" fmla="*/ 184 h 211"/>
                <a:gd name="T56" fmla="*/ 50 w 63"/>
                <a:gd name="T57" fmla="*/ 190 h 211"/>
                <a:gd name="T58" fmla="*/ 55 w 63"/>
                <a:gd name="T59" fmla="*/ 195 h 211"/>
                <a:gd name="T60" fmla="*/ 55 w 63"/>
                <a:gd name="T61" fmla="*/ 200 h 211"/>
                <a:gd name="T62" fmla="*/ 61 w 63"/>
                <a:gd name="T63" fmla="*/ 206 h 211"/>
                <a:gd name="T64" fmla="*/ 63 w 63"/>
                <a:gd name="T65" fmla="*/ 211 h 2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3"/>
                <a:gd name="T100" fmla="*/ 0 h 211"/>
                <a:gd name="T101" fmla="*/ 63 w 63"/>
                <a:gd name="T102" fmla="*/ 211 h 21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3" h="211">
                  <a:moveTo>
                    <a:pt x="0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29"/>
                  </a:lnTo>
                  <a:lnTo>
                    <a:pt x="3" y="37"/>
                  </a:lnTo>
                  <a:lnTo>
                    <a:pt x="3" y="44"/>
                  </a:lnTo>
                  <a:lnTo>
                    <a:pt x="3" y="49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5" y="74"/>
                  </a:lnTo>
                  <a:lnTo>
                    <a:pt x="5" y="79"/>
                  </a:lnTo>
                  <a:lnTo>
                    <a:pt x="8" y="87"/>
                  </a:lnTo>
                  <a:lnTo>
                    <a:pt x="11" y="93"/>
                  </a:lnTo>
                  <a:lnTo>
                    <a:pt x="11" y="101"/>
                  </a:lnTo>
                  <a:lnTo>
                    <a:pt x="14" y="107"/>
                  </a:lnTo>
                  <a:lnTo>
                    <a:pt x="18" y="115"/>
                  </a:lnTo>
                  <a:lnTo>
                    <a:pt x="20" y="121"/>
                  </a:lnTo>
                  <a:lnTo>
                    <a:pt x="20" y="129"/>
                  </a:lnTo>
                  <a:lnTo>
                    <a:pt x="23" y="134"/>
                  </a:lnTo>
                  <a:lnTo>
                    <a:pt x="26" y="142"/>
                  </a:lnTo>
                  <a:lnTo>
                    <a:pt x="28" y="148"/>
                  </a:lnTo>
                  <a:lnTo>
                    <a:pt x="31" y="156"/>
                  </a:lnTo>
                  <a:lnTo>
                    <a:pt x="34" y="159"/>
                  </a:lnTo>
                  <a:lnTo>
                    <a:pt x="36" y="168"/>
                  </a:lnTo>
                  <a:lnTo>
                    <a:pt x="39" y="173"/>
                  </a:lnTo>
                  <a:lnTo>
                    <a:pt x="45" y="179"/>
                  </a:lnTo>
                  <a:lnTo>
                    <a:pt x="47" y="184"/>
                  </a:lnTo>
                  <a:lnTo>
                    <a:pt x="50" y="190"/>
                  </a:lnTo>
                  <a:lnTo>
                    <a:pt x="55" y="195"/>
                  </a:lnTo>
                  <a:lnTo>
                    <a:pt x="55" y="200"/>
                  </a:lnTo>
                  <a:lnTo>
                    <a:pt x="61" y="206"/>
                  </a:lnTo>
                  <a:lnTo>
                    <a:pt x="63" y="21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676"/>
            <p:cNvSpPr>
              <a:spLocks/>
            </p:cNvSpPr>
            <p:nvPr/>
          </p:nvSpPr>
          <p:spPr bwMode="auto">
            <a:xfrm>
              <a:off x="7693" y="2760"/>
              <a:ext cx="27" cy="131"/>
            </a:xfrm>
            <a:custGeom>
              <a:avLst/>
              <a:gdLst>
                <a:gd name="T0" fmla="*/ 0 w 53"/>
                <a:gd name="T1" fmla="*/ 0 h 261"/>
                <a:gd name="T2" fmla="*/ 53 w 53"/>
                <a:gd name="T3" fmla="*/ 3 h 261"/>
                <a:gd name="T4" fmla="*/ 53 w 53"/>
                <a:gd name="T5" fmla="*/ 261 h 261"/>
                <a:gd name="T6" fmla="*/ 3 w 53"/>
                <a:gd name="T7" fmla="*/ 261 h 261"/>
                <a:gd name="T8" fmla="*/ 3 w 53"/>
                <a:gd name="T9" fmla="*/ 3 h 261"/>
                <a:gd name="T10" fmla="*/ 3 w 53"/>
                <a:gd name="T11" fmla="*/ 3 h 261"/>
                <a:gd name="T12" fmla="*/ 0 w 53"/>
                <a:gd name="T13" fmla="*/ 0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3"/>
                <a:gd name="T22" fmla="*/ 0 h 261"/>
                <a:gd name="T23" fmla="*/ 53 w 53"/>
                <a:gd name="T24" fmla="*/ 261 h 2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3" h="261">
                  <a:moveTo>
                    <a:pt x="0" y="0"/>
                  </a:moveTo>
                  <a:lnTo>
                    <a:pt x="53" y="3"/>
                  </a:lnTo>
                  <a:lnTo>
                    <a:pt x="53" y="261"/>
                  </a:lnTo>
                  <a:lnTo>
                    <a:pt x="3" y="261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677"/>
            <p:cNvSpPr>
              <a:spLocks/>
            </p:cNvSpPr>
            <p:nvPr/>
          </p:nvSpPr>
          <p:spPr bwMode="auto">
            <a:xfrm>
              <a:off x="7693" y="2760"/>
              <a:ext cx="27" cy="131"/>
            </a:xfrm>
            <a:custGeom>
              <a:avLst/>
              <a:gdLst>
                <a:gd name="T0" fmla="*/ 0 w 53"/>
                <a:gd name="T1" fmla="*/ 0 h 261"/>
                <a:gd name="T2" fmla="*/ 53 w 53"/>
                <a:gd name="T3" fmla="*/ 3 h 261"/>
                <a:gd name="T4" fmla="*/ 53 w 53"/>
                <a:gd name="T5" fmla="*/ 261 h 261"/>
                <a:gd name="T6" fmla="*/ 3 w 53"/>
                <a:gd name="T7" fmla="*/ 261 h 261"/>
                <a:gd name="T8" fmla="*/ 3 w 53"/>
                <a:gd name="T9" fmla="*/ 3 h 261"/>
                <a:gd name="T10" fmla="*/ 3 w 53"/>
                <a:gd name="T11" fmla="*/ 3 h 2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3"/>
                <a:gd name="T19" fmla="*/ 0 h 261"/>
                <a:gd name="T20" fmla="*/ 53 w 53"/>
                <a:gd name="T21" fmla="*/ 261 h 26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3" h="261">
                  <a:moveTo>
                    <a:pt x="0" y="0"/>
                  </a:moveTo>
                  <a:lnTo>
                    <a:pt x="53" y="3"/>
                  </a:lnTo>
                  <a:lnTo>
                    <a:pt x="53" y="261"/>
                  </a:lnTo>
                  <a:lnTo>
                    <a:pt x="3" y="261"/>
                  </a:lnTo>
                  <a:lnTo>
                    <a:pt x="3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678"/>
            <p:cNvSpPr>
              <a:spLocks/>
            </p:cNvSpPr>
            <p:nvPr/>
          </p:nvSpPr>
          <p:spPr bwMode="auto">
            <a:xfrm>
              <a:off x="7570" y="2771"/>
              <a:ext cx="302" cy="118"/>
            </a:xfrm>
            <a:custGeom>
              <a:avLst/>
              <a:gdLst>
                <a:gd name="T0" fmla="*/ 0 w 605"/>
                <a:gd name="T1" fmla="*/ 8 h 238"/>
                <a:gd name="T2" fmla="*/ 275 w 605"/>
                <a:gd name="T3" fmla="*/ 238 h 238"/>
                <a:gd name="T4" fmla="*/ 605 w 605"/>
                <a:gd name="T5" fmla="*/ 0 h 238"/>
                <a:gd name="T6" fmla="*/ 0 60000 65536"/>
                <a:gd name="T7" fmla="*/ 0 60000 65536"/>
                <a:gd name="T8" fmla="*/ 0 60000 65536"/>
                <a:gd name="T9" fmla="*/ 0 w 605"/>
                <a:gd name="T10" fmla="*/ 0 h 238"/>
                <a:gd name="T11" fmla="*/ 605 w 605"/>
                <a:gd name="T12" fmla="*/ 238 h 2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05" h="238">
                  <a:moveTo>
                    <a:pt x="0" y="8"/>
                  </a:moveTo>
                  <a:lnTo>
                    <a:pt x="275" y="238"/>
                  </a:lnTo>
                  <a:lnTo>
                    <a:pt x="60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679"/>
            <p:cNvSpPr>
              <a:spLocks/>
            </p:cNvSpPr>
            <p:nvPr/>
          </p:nvSpPr>
          <p:spPr bwMode="auto">
            <a:xfrm>
              <a:off x="7528" y="2885"/>
              <a:ext cx="386" cy="26"/>
            </a:xfrm>
            <a:custGeom>
              <a:avLst/>
              <a:gdLst>
                <a:gd name="T0" fmla="*/ 0 w 771"/>
                <a:gd name="T1" fmla="*/ 0 h 51"/>
                <a:gd name="T2" fmla="*/ 771 w 771"/>
                <a:gd name="T3" fmla="*/ 0 h 51"/>
                <a:gd name="T4" fmla="*/ 771 w 771"/>
                <a:gd name="T5" fmla="*/ 51 h 51"/>
                <a:gd name="T6" fmla="*/ 0 w 771"/>
                <a:gd name="T7" fmla="*/ 51 h 51"/>
                <a:gd name="T8" fmla="*/ 0 w 771"/>
                <a:gd name="T9" fmla="*/ 0 h 51"/>
                <a:gd name="T10" fmla="*/ 0 w 771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71"/>
                <a:gd name="T19" fmla="*/ 0 h 51"/>
                <a:gd name="T20" fmla="*/ 771 w 771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71" h="51">
                  <a:moveTo>
                    <a:pt x="0" y="0"/>
                  </a:moveTo>
                  <a:lnTo>
                    <a:pt x="771" y="0"/>
                  </a:lnTo>
                  <a:lnTo>
                    <a:pt x="771" y="51"/>
                  </a:lnTo>
                  <a:lnTo>
                    <a:pt x="0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680"/>
            <p:cNvSpPr>
              <a:spLocks/>
            </p:cNvSpPr>
            <p:nvPr/>
          </p:nvSpPr>
          <p:spPr bwMode="auto">
            <a:xfrm>
              <a:off x="7528" y="2885"/>
              <a:ext cx="386" cy="26"/>
            </a:xfrm>
            <a:custGeom>
              <a:avLst/>
              <a:gdLst>
                <a:gd name="T0" fmla="*/ 0 w 771"/>
                <a:gd name="T1" fmla="*/ 0 h 51"/>
                <a:gd name="T2" fmla="*/ 771 w 771"/>
                <a:gd name="T3" fmla="*/ 0 h 51"/>
                <a:gd name="T4" fmla="*/ 771 w 771"/>
                <a:gd name="T5" fmla="*/ 51 h 51"/>
                <a:gd name="T6" fmla="*/ 0 w 771"/>
                <a:gd name="T7" fmla="*/ 51 h 51"/>
                <a:gd name="T8" fmla="*/ 0 w 771"/>
                <a:gd name="T9" fmla="*/ 0 h 51"/>
                <a:gd name="T10" fmla="*/ 0 w 771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71"/>
                <a:gd name="T19" fmla="*/ 0 h 51"/>
                <a:gd name="T20" fmla="*/ 771 w 771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71" h="51">
                  <a:moveTo>
                    <a:pt x="0" y="0"/>
                  </a:moveTo>
                  <a:lnTo>
                    <a:pt x="771" y="0"/>
                  </a:lnTo>
                  <a:lnTo>
                    <a:pt x="771" y="51"/>
                  </a:lnTo>
                  <a:lnTo>
                    <a:pt x="0" y="5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681"/>
            <p:cNvSpPr>
              <a:spLocks/>
            </p:cNvSpPr>
            <p:nvPr/>
          </p:nvSpPr>
          <p:spPr bwMode="auto">
            <a:xfrm>
              <a:off x="7534" y="2891"/>
              <a:ext cx="371" cy="5"/>
            </a:xfrm>
            <a:custGeom>
              <a:avLst/>
              <a:gdLst>
                <a:gd name="T0" fmla="*/ 0 w 744"/>
                <a:gd name="T1" fmla="*/ 0 h 11"/>
                <a:gd name="T2" fmla="*/ 744 w 744"/>
                <a:gd name="T3" fmla="*/ 0 h 11"/>
                <a:gd name="T4" fmla="*/ 744 w 744"/>
                <a:gd name="T5" fmla="*/ 11 h 11"/>
                <a:gd name="T6" fmla="*/ 3 w 744"/>
                <a:gd name="T7" fmla="*/ 11 h 11"/>
                <a:gd name="T8" fmla="*/ 3 w 744"/>
                <a:gd name="T9" fmla="*/ 0 h 11"/>
                <a:gd name="T10" fmla="*/ 3 w 744"/>
                <a:gd name="T11" fmla="*/ 0 h 11"/>
                <a:gd name="T12" fmla="*/ 0 w 744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4"/>
                <a:gd name="T22" fmla="*/ 0 h 11"/>
                <a:gd name="T23" fmla="*/ 744 w 744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4" h="11">
                  <a:moveTo>
                    <a:pt x="0" y="0"/>
                  </a:moveTo>
                  <a:lnTo>
                    <a:pt x="744" y="0"/>
                  </a:lnTo>
                  <a:lnTo>
                    <a:pt x="744" y="11"/>
                  </a:lnTo>
                  <a:lnTo>
                    <a:pt x="3" y="1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682"/>
            <p:cNvSpPr>
              <a:spLocks/>
            </p:cNvSpPr>
            <p:nvPr/>
          </p:nvSpPr>
          <p:spPr bwMode="auto">
            <a:xfrm>
              <a:off x="7534" y="2891"/>
              <a:ext cx="371" cy="5"/>
            </a:xfrm>
            <a:custGeom>
              <a:avLst/>
              <a:gdLst>
                <a:gd name="T0" fmla="*/ 0 w 744"/>
                <a:gd name="T1" fmla="*/ 0 h 11"/>
                <a:gd name="T2" fmla="*/ 744 w 744"/>
                <a:gd name="T3" fmla="*/ 0 h 11"/>
                <a:gd name="T4" fmla="*/ 744 w 744"/>
                <a:gd name="T5" fmla="*/ 11 h 11"/>
                <a:gd name="T6" fmla="*/ 3 w 744"/>
                <a:gd name="T7" fmla="*/ 11 h 11"/>
                <a:gd name="T8" fmla="*/ 3 w 744"/>
                <a:gd name="T9" fmla="*/ 0 h 11"/>
                <a:gd name="T10" fmla="*/ 3 w 74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44"/>
                <a:gd name="T19" fmla="*/ 0 h 11"/>
                <a:gd name="T20" fmla="*/ 744 w 744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44" h="11">
                  <a:moveTo>
                    <a:pt x="0" y="0"/>
                  </a:moveTo>
                  <a:lnTo>
                    <a:pt x="744" y="0"/>
                  </a:lnTo>
                  <a:lnTo>
                    <a:pt x="744" y="11"/>
                  </a:lnTo>
                  <a:lnTo>
                    <a:pt x="3" y="11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683"/>
            <p:cNvSpPr>
              <a:spLocks/>
            </p:cNvSpPr>
            <p:nvPr/>
          </p:nvSpPr>
          <p:spPr bwMode="auto">
            <a:xfrm>
              <a:off x="7530" y="2860"/>
              <a:ext cx="384" cy="7"/>
            </a:xfrm>
            <a:custGeom>
              <a:avLst/>
              <a:gdLst>
                <a:gd name="T0" fmla="*/ 0 w 768"/>
                <a:gd name="T1" fmla="*/ 0 h 13"/>
                <a:gd name="T2" fmla="*/ 768 w 768"/>
                <a:gd name="T3" fmla="*/ 0 h 13"/>
                <a:gd name="T4" fmla="*/ 768 w 768"/>
                <a:gd name="T5" fmla="*/ 13 h 13"/>
                <a:gd name="T6" fmla="*/ 3 w 768"/>
                <a:gd name="T7" fmla="*/ 13 h 13"/>
                <a:gd name="T8" fmla="*/ 3 w 768"/>
                <a:gd name="T9" fmla="*/ 0 h 13"/>
                <a:gd name="T10" fmla="*/ 3 w 768"/>
                <a:gd name="T11" fmla="*/ 0 h 13"/>
                <a:gd name="T12" fmla="*/ 0 w 768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68"/>
                <a:gd name="T22" fmla="*/ 0 h 13"/>
                <a:gd name="T23" fmla="*/ 768 w 768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68" h="13">
                  <a:moveTo>
                    <a:pt x="0" y="0"/>
                  </a:moveTo>
                  <a:lnTo>
                    <a:pt x="768" y="0"/>
                  </a:lnTo>
                  <a:lnTo>
                    <a:pt x="768" y="13"/>
                  </a:lnTo>
                  <a:lnTo>
                    <a:pt x="3" y="13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684"/>
            <p:cNvSpPr>
              <a:spLocks/>
            </p:cNvSpPr>
            <p:nvPr/>
          </p:nvSpPr>
          <p:spPr bwMode="auto">
            <a:xfrm>
              <a:off x="7530" y="2860"/>
              <a:ext cx="384" cy="7"/>
            </a:xfrm>
            <a:custGeom>
              <a:avLst/>
              <a:gdLst>
                <a:gd name="T0" fmla="*/ 0 w 768"/>
                <a:gd name="T1" fmla="*/ 0 h 13"/>
                <a:gd name="T2" fmla="*/ 768 w 768"/>
                <a:gd name="T3" fmla="*/ 0 h 13"/>
                <a:gd name="T4" fmla="*/ 768 w 768"/>
                <a:gd name="T5" fmla="*/ 13 h 13"/>
                <a:gd name="T6" fmla="*/ 3 w 768"/>
                <a:gd name="T7" fmla="*/ 13 h 13"/>
                <a:gd name="T8" fmla="*/ 3 w 768"/>
                <a:gd name="T9" fmla="*/ 0 h 13"/>
                <a:gd name="T10" fmla="*/ 3 w 76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68"/>
                <a:gd name="T19" fmla="*/ 0 h 13"/>
                <a:gd name="T20" fmla="*/ 768 w 768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68" h="13">
                  <a:moveTo>
                    <a:pt x="0" y="0"/>
                  </a:moveTo>
                  <a:lnTo>
                    <a:pt x="768" y="0"/>
                  </a:lnTo>
                  <a:lnTo>
                    <a:pt x="768" y="13"/>
                  </a:lnTo>
                  <a:lnTo>
                    <a:pt x="3" y="13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685"/>
            <p:cNvSpPr>
              <a:spLocks/>
            </p:cNvSpPr>
            <p:nvPr/>
          </p:nvSpPr>
          <p:spPr bwMode="auto">
            <a:xfrm>
              <a:off x="7530" y="2715"/>
              <a:ext cx="384" cy="7"/>
            </a:xfrm>
            <a:custGeom>
              <a:avLst/>
              <a:gdLst>
                <a:gd name="T0" fmla="*/ 0 w 768"/>
                <a:gd name="T1" fmla="*/ 0 h 12"/>
                <a:gd name="T2" fmla="*/ 768 w 768"/>
                <a:gd name="T3" fmla="*/ 0 h 12"/>
                <a:gd name="T4" fmla="*/ 768 w 768"/>
                <a:gd name="T5" fmla="*/ 12 h 12"/>
                <a:gd name="T6" fmla="*/ 3 w 768"/>
                <a:gd name="T7" fmla="*/ 12 h 12"/>
                <a:gd name="T8" fmla="*/ 3 w 768"/>
                <a:gd name="T9" fmla="*/ 0 h 12"/>
                <a:gd name="T10" fmla="*/ 3 w 768"/>
                <a:gd name="T11" fmla="*/ 0 h 12"/>
                <a:gd name="T12" fmla="*/ 0 w 76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68"/>
                <a:gd name="T22" fmla="*/ 0 h 12"/>
                <a:gd name="T23" fmla="*/ 768 w 768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68" h="12">
                  <a:moveTo>
                    <a:pt x="0" y="0"/>
                  </a:moveTo>
                  <a:lnTo>
                    <a:pt x="768" y="0"/>
                  </a:lnTo>
                  <a:lnTo>
                    <a:pt x="768" y="12"/>
                  </a:lnTo>
                  <a:lnTo>
                    <a:pt x="3" y="1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686"/>
            <p:cNvSpPr>
              <a:spLocks/>
            </p:cNvSpPr>
            <p:nvPr/>
          </p:nvSpPr>
          <p:spPr bwMode="auto">
            <a:xfrm>
              <a:off x="7530" y="2715"/>
              <a:ext cx="384" cy="7"/>
            </a:xfrm>
            <a:custGeom>
              <a:avLst/>
              <a:gdLst>
                <a:gd name="T0" fmla="*/ 0 w 768"/>
                <a:gd name="T1" fmla="*/ 0 h 12"/>
                <a:gd name="T2" fmla="*/ 768 w 768"/>
                <a:gd name="T3" fmla="*/ 0 h 12"/>
                <a:gd name="T4" fmla="*/ 768 w 768"/>
                <a:gd name="T5" fmla="*/ 12 h 12"/>
                <a:gd name="T6" fmla="*/ 3 w 768"/>
                <a:gd name="T7" fmla="*/ 12 h 12"/>
                <a:gd name="T8" fmla="*/ 3 w 768"/>
                <a:gd name="T9" fmla="*/ 0 h 12"/>
                <a:gd name="T10" fmla="*/ 3 w 76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68"/>
                <a:gd name="T19" fmla="*/ 0 h 12"/>
                <a:gd name="T20" fmla="*/ 768 w 76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68" h="12">
                  <a:moveTo>
                    <a:pt x="0" y="0"/>
                  </a:moveTo>
                  <a:lnTo>
                    <a:pt x="768" y="0"/>
                  </a:lnTo>
                  <a:lnTo>
                    <a:pt x="768" y="12"/>
                  </a:lnTo>
                  <a:lnTo>
                    <a:pt x="3" y="12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687"/>
            <p:cNvSpPr>
              <a:spLocks/>
            </p:cNvSpPr>
            <p:nvPr/>
          </p:nvSpPr>
          <p:spPr bwMode="auto">
            <a:xfrm>
              <a:off x="6968" y="2767"/>
              <a:ext cx="906" cy="512"/>
            </a:xfrm>
            <a:custGeom>
              <a:avLst/>
              <a:gdLst>
                <a:gd name="T0" fmla="*/ 0 w 1812"/>
                <a:gd name="T1" fmla="*/ 1025 h 1025"/>
                <a:gd name="T2" fmla="*/ 0 w 1812"/>
                <a:gd name="T3" fmla="*/ 99 h 1025"/>
                <a:gd name="T4" fmla="*/ 44 w 1812"/>
                <a:gd name="T5" fmla="*/ 69 h 1025"/>
                <a:gd name="T6" fmla="*/ 44 w 1812"/>
                <a:gd name="T7" fmla="*/ 22 h 1025"/>
                <a:gd name="T8" fmla="*/ 83 w 1812"/>
                <a:gd name="T9" fmla="*/ 0 h 1025"/>
                <a:gd name="T10" fmla="*/ 719 w 1812"/>
                <a:gd name="T11" fmla="*/ 0 h 1025"/>
                <a:gd name="T12" fmla="*/ 719 w 1812"/>
                <a:gd name="T13" fmla="*/ 30 h 1025"/>
                <a:gd name="T14" fmla="*/ 674 w 1812"/>
                <a:gd name="T15" fmla="*/ 69 h 1025"/>
                <a:gd name="T16" fmla="*/ 674 w 1812"/>
                <a:gd name="T17" fmla="*/ 278 h 1025"/>
                <a:gd name="T18" fmla="*/ 832 w 1812"/>
                <a:gd name="T19" fmla="*/ 278 h 1025"/>
                <a:gd name="T20" fmla="*/ 832 w 1812"/>
                <a:gd name="T21" fmla="*/ 491 h 1025"/>
                <a:gd name="T22" fmla="*/ 1220 w 1812"/>
                <a:gd name="T23" fmla="*/ 491 h 1025"/>
                <a:gd name="T24" fmla="*/ 1220 w 1812"/>
                <a:gd name="T25" fmla="*/ 286 h 1025"/>
                <a:gd name="T26" fmla="*/ 1812 w 1812"/>
                <a:gd name="T27" fmla="*/ 286 h 1025"/>
                <a:gd name="T28" fmla="*/ 1566 w 1812"/>
                <a:gd name="T29" fmla="*/ 452 h 1025"/>
                <a:gd name="T30" fmla="*/ 1566 w 1812"/>
                <a:gd name="T31" fmla="*/ 980 h 1025"/>
                <a:gd name="T32" fmla="*/ 1519 w 1812"/>
                <a:gd name="T33" fmla="*/ 1025 h 1025"/>
                <a:gd name="T34" fmla="*/ 0 w 1812"/>
                <a:gd name="T35" fmla="*/ 1025 h 1025"/>
                <a:gd name="T36" fmla="*/ 0 w 1812"/>
                <a:gd name="T37" fmla="*/ 1025 h 10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12"/>
                <a:gd name="T58" fmla="*/ 0 h 1025"/>
                <a:gd name="T59" fmla="*/ 1812 w 1812"/>
                <a:gd name="T60" fmla="*/ 1025 h 102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12" h="1025">
                  <a:moveTo>
                    <a:pt x="0" y="1025"/>
                  </a:moveTo>
                  <a:lnTo>
                    <a:pt x="0" y="99"/>
                  </a:lnTo>
                  <a:lnTo>
                    <a:pt x="44" y="69"/>
                  </a:lnTo>
                  <a:lnTo>
                    <a:pt x="44" y="22"/>
                  </a:lnTo>
                  <a:lnTo>
                    <a:pt x="83" y="0"/>
                  </a:lnTo>
                  <a:lnTo>
                    <a:pt x="719" y="0"/>
                  </a:lnTo>
                  <a:lnTo>
                    <a:pt x="719" y="30"/>
                  </a:lnTo>
                  <a:lnTo>
                    <a:pt x="674" y="69"/>
                  </a:lnTo>
                  <a:lnTo>
                    <a:pt x="674" y="278"/>
                  </a:lnTo>
                  <a:lnTo>
                    <a:pt x="832" y="278"/>
                  </a:lnTo>
                  <a:lnTo>
                    <a:pt x="832" y="491"/>
                  </a:lnTo>
                  <a:lnTo>
                    <a:pt x="1220" y="491"/>
                  </a:lnTo>
                  <a:lnTo>
                    <a:pt x="1220" y="286"/>
                  </a:lnTo>
                  <a:lnTo>
                    <a:pt x="1812" y="286"/>
                  </a:lnTo>
                  <a:lnTo>
                    <a:pt x="1566" y="452"/>
                  </a:lnTo>
                  <a:lnTo>
                    <a:pt x="1566" y="980"/>
                  </a:lnTo>
                  <a:lnTo>
                    <a:pt x="1519" y="1025"/>
                  </a:lnTo>
                  <a:lnTo>
                    <a:pt x="0" y="1025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688"/>
            <p:cNvSpPr>
              <a:spLocks/>
            </p:cNvSpPr>
            <p:nvPr/>
          </p:nvSpPr>
          <p:spPr bwMode="auto">
            <a:xfrm>
              <a:off x="6968" y="2767"/>
              <a:ext cx="906" cy="512"/>
            </a:xfrm>
            <a:custGeom>
              <a:avLst/>
              <a:gdLst>
                <a:gd name="T0" fmla="*/ 0 w 1812"/>
                <a:gd name="T1" fmla="*/ 1025 h 1025"/>
                <a:gd name="T2" fmla="*/ 0 w 1812"/>
                <a:gd name="T3" fmla="*/ 99 h 1025"/>
                <a:gd name="T4" fmla="*/ 44 w 1812"/>
                <a:gd name="T5" fmla="*/ 69 h 1025"/>
                <a:gd name="T6" fmla="*/ 44 w 1812"/>
                <a:gd name="T7" fmla="*/ 22 h 1025"/>
                <a:gd name="T8" fmla="*/ 83 w 1812"/>
                <a:gd name="T9" fmla="*/ 0 h 1025"/>
                <a:gd name="T10" fmla="*/ 719 w 1812"/>
                <a:gd name="T11" fmla="*/ 0 h 1025"/>
                <a:gd name="T12" fmla="*/ 719 w 1812"/>
                <a:gd name="T13" fmla="*/ 30 h 1025"/>
                <a:gd name="T14" fmla="*/ 674 w 1812"/>
                <a:gd name="T15" fmla="*/ 69 h 1025"/>
                <a:gd name="T16" fmla="*/ 674 w 1812"/>
                <a:gd name="T17" fmla="*/ 278 h 1025"/>
                <a:gd name="T18" fmla="*/ 832 w 1812"/>
                <a:gd name="T19" fmla="*/ 278 h 1025"/>
                <a:gd name="T20" fmla="*/ 832 w 1812"/>
                <a:gd name="T21" fmla="*/ 491 h 1025"/>
                <a:gd name="T22" fmla="*/ 1220 w 1812"/>
                <a:gd name="T23" fmla="*/ 491 h 1025"/>
                <a:gd name="T24" fmla="*/ 1220 w 1812"/>
                <a:gd name="T25" fmla="*/ 286 h 1025"/>
                <a:gd name="T26" fmla="*/ 1812 w 1812"/>
                <a:gd name="T27" fmla="*/ 286 h 1025"/>
                <a:gd name="T28" fmla="*/ 1566 w 1812"/>
                <a:gd name="T29" fmla="*/ 452 h 1025"/>
                <a:gd name="T30" fmla="*/ 1566 w 1812"/>
                <a:gd name="T31" fmla="*/ 980 h 1025"/>
                <a:gd name="T32" fmla="*/ 1519 w 1812"/>
                <a:gd name="T33" fmla="*/ 1025 h 1025"/>
                <a:gd name="T34" fmla="*/ 0 w 1812"/>
                <a:gd name="T35" fmla="*/ 1025 h 1025"/>
                <a:gd name="T36" fmla="*/ 0 w 1812"/>
                <a:gd name="T37" fmla="*/ 1025 h 10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12"/>
                <a:gd name="T58" fmla="*/ 0 h 1025"/>
                <a:gd name="T59" fmla="*/ 1812 w 1812"/>
                <a:gd name="T60" fmla="*/ 1025 h 102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12" h="1025">
                  <a:moveTo>
                    <a:pt x="0" y="1025"/>
                  </a:moveTo>
                  <a:lnTo>
                    <a:pt x="0" y="99"/>
                  </a:lnTo>
                  <a:lnTo>
                    <a:pt x="44" y="69"/>
                  </a:lnTo>
                  <a:lnTo>
                    <a:pt x="44" y="22"/>
                  </a:lnTo>
                  <a:lnTo>
                    <a:pt x="83" y="0"/>
                  </a:lnTo>
                  <a:lnTo>
                    <a:pt x="719" y="0"/>
                  </a:lnTo>
                  <a:lnTo>
                    <a:pt x="719" y="30"/>
                  </a:lnTo>
                  <a:lnTo>
                    <a:pt x="674" y="69"/>
                  </a:lnTo>
                  <a:lnTo>
                    <a:pt x="674" y="278"/>
                  </a:lnTo>
                  <a:lnTo>
                    <a:pt x="832" y="278"/>
                  </a:lnTo>
                  <a:lnTo>
                    <a:pt x="832" y="491"/>
                  </a:lnTo>
                  <a:lnTo>
                    <a:pt x="1220" y="491"/>
                  </a:lnTo>
                  <a:lnTo>
                    <a:pt x="1220" y="286"/>
                  </a:lnTo>
                  <a:lnTo>
                    <a:pt x="1812" y="286"/>
                  </a:lnTo>
                  <a:lnTo>
                    <a:pt x="1566" y="452"/>
                  </a:lnTo>
                  <a:lnTo>
                    <a:pt x="1566" y="980"/>
                  </a:lnTo>
                  <a:lnTo>
                    <a:pt x="1519" y="1025"/>
                  </a:lnTo>
                  <a:lnTo>
                    <a:pt x="0" y="10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689"/>
            <p:cNvSpPr>
              <a:spLocks/>
            </p:cNvSpPr>
            <p:nvPr/>
          </p:nvSpPr>
          <p:spPr bwMode="auto">
            <a:xfrm>
              <a:off x="6945" y="2905"/>
              <a:ext cx="452" cy="27"/>
            </a:xfrm>
            <a:custGeom>
              <a:avLst/>
              <a:gdLst>
                <a:gd name="T0" fmla="*/ 0 w 906"/>
                <a:gd name="T1" fmla="*/ 0 h 52"/>
                <a:gd name="T2" fmla="*/ 906 w 906"/>
                <a:gd name="T3" fmla="*/ 0 h 52"/>
                <a:gd name="T4" fmla="*/ 906 w 906"/>
                <a:gd name="T5" fmla="*/ 52 h 52"/>
                <a:gd name="T6" fmla="*/ 0 w 906"/>
                <a:gd name="T7" fmla="*/ 52 h 52"/>
                <a:gd name="T8" fmla="*/ 0 w 906"/>
                <a:gd name="T9" fmla="*/ 0 h 52"/>
                <a:gd name="T10" fmla="*/ 0 w 906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06"/>
                <a:gd name="T19" fmla="*/ 0 h 52"/>
                <a:gd name="T20" fmla="*/ 906 w 906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06" h="52">
                  <a:moveTo>
                    <a:pt x="0" y="0"/>
                  </a:moveTo>
                  <a:lnTo>
                    <a:pt x="906" y="0"/>
                  </a:lnTo>
                  <a:lnTo>
                    <a:pt x="906" y="52"/>
                  </a:lnTo>
                  <a:lnTo>
                    <a:pt x="0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690"/>
            <p:cNvSpPr>
              <a:spLocks/>
            </p:cNvSpPr>
            <p:nvPr/>
          </p:nvSpPr>
          <p:spPr bwMode="auto">
            <a:xfrm>
              <a:off x="6945" y="2905"/>
              <a:ext cx="452" cy="27"/>
            </a:xfrm>
            <a:custGeom>
              <a:avLst/>
              <a:gdLst>
                <a:gd name="T0" fmla="*/ 0 w 906"/>
                <a:gd name="T1" fmla="*/ 0 h 52"/>
                <a:gd name="T2" fmla="*/ 906 w 906"/>
                <a:gd name="T3" fmla="*/ 0 h 52"/>
                <a:gd name="T4" fmla="*/ 906 w 906"/>
                <a:gd name="T5" fmla="*/ 52 h 52"/>
                <a:gd name="T6" fmla="*/ 0 w 906"/>
                <a:gd name="T7" fmla="*/ 52 h 52"/>
                <a:gd name="T8" fmla="*/ 0 w 906"/>
                <a:gd name="T9" fmla="*/ 0 h 52"/>
                <a:gd name="T10" fmla="*/ 0 w 906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06"/>
                <a:gd name="T19" fmla="*/ 0 h 52"/>
                <a:gd name="T20" fmla="*/ 906 w 906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06" h="52">
                  <a:moveTo>
                    <a:pt x="0" y="0"/>
                  </a:moveTo>
                  <a:lnTo>
                    <a:pt x="906" y="0"/>
                  </a:lnTo>
                  <a:lnTo>
                    <a:pt x="906" y="52"/>
                  </a:lnTo>
                  <a:lnTo>
                    <a:pt x="0" y="5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Line 691"/>
            <p:cNvSpPr>
              <a:spLocks noChangeShapeType="1"/>
            </p:cNvSpPr>
            <p:nvPr/>
          </p:nvSpPr>
          <p:spPr bwMode="auto">
            <a:xfrm>
              <a:off x="6988" y="2800"/>
              <a:ext cx="317" cy="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692"/>
            <p:cNvSpPr>
              <a:spLocks/>
            </p:cNvSpPr>
            <p:nvPr/>
          </p:nvSpPr>
          <p:spPr bwMode="auto">
            <a:xfrm>
              <a:off x="7184" y="3060"/>
              <a:ext cx="575" cy="133"/>
            </a:xfrm>
            <a:custGeom>
              <a:avLst/>
              <a:gdLst>
                <a:gd name="T0" fmla="*/ 1151 w 1151"/>
                <a:gd name="T1" fmla="*/ 0 h 266"/>
                <a:gd name="T2" fmla="*/ 0 w 1151"/>
                <a:gd name="T3" fmla="*/ 0 h 266"/>
                <a:gd name="T4" fmla="*/ 0 w 1151"/>
                <a:gd name="T5" fmla="*/ 266 h 266"/>
                <a:gd name="T6" fmla="*/ 1151 w 1151"/>
                <a:gd name="T7" fmla="*/ 266 h 266"/>
                <a:gd name="T8" fmla="*/ 1151 w 1151"/>
                <a:gd name="T9" fmla="*/ 0 h 266"/>
                <a:gd name="T10" fmla="*/ 1151 w 1151"/>
                <a:gd name="T11" fmla="*/ 0 h 2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51"/>
                <a:gd name="T19" fmla="*/ 0 h 266"/>
                <a:gd name="T20" fmla="*/ 1151 w 1151"/>
                <a:gd name="T21" fmla="*/ 266 h 2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51" h="266">
                  <a:moveTo>
                    <a:pt x="1151" y="0"/>
                  </a:moveTo>
                  <a:lnTo>
                    <a:pt x="0" y="0"/>
                  </a:lnTo>
                  <a:lnTo>
                    <a:pt x="0" y="266"/>
                  </a:lnTo>
                  <a:lnTo>
                    <a:pt x="1151" y="266"/>
                  </a:lnTo>
                  <a:lnTo>
                    <a:pt x="1151" y="0"/>
                  </a:lnTo>
                  <a:close/>
                </a:path>
              </a:pathLst>
            </a:custGeom>
            <a:solidFill>
              <a:srgbClr val="FF00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693"/>
            <p:cNvSpPr>
              <a:spLocks/>
            </p:cNvSpPr>
            <p:nvPr/>
          </p:nvSpPr>
          <p:spPr bwMode="auto">
            <a:xfrm>
              <a:off x="7184" y="3060"/>
              <a:ext cx="575" cy="133"/>
            </a:xfrm>
            <a:custGeom>
              <a:avLst/>
              <a:gdLst>
                <a:gd name="T0" fmla="*/ 1151 w 1151"/>
                <a:gd name="T1" fmla="*/ 0 h 266"/>
                <a:gd name="T2" fmla="*/ 0 w 1151"/>
                <a:gd name="T3" fmla="*/ 0 h 266"/>
                <a:gd name="T4" fmla="*/ 0 w 1151"/>
                <a:gd name="T5" fmla="*/ 266 h 266"/>
                <a:gd name="T6" fmla="*/ 1151 w 1151"/>
                <a:gd name="T7" fmla="*/ 266 h 266"/>
                <a:gd name="T8" fmla="*/ 1151 w 1151"/>
                <a:gd name="T9" fmla="*/ 0 h 266"/>
                <a:gd name="T10" fmla="*/ 1151 w 1151"/>
                <a:gd name="T11" fmla="*/ 0 h 2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51"/>
                <a:gd name="T19" fmla="*/ 0 h 266"/>
                <a:gd name="T20" fmla="*/ 1151 w 1151"/>
                <a:gd name="T21" fmla="*/ 266 h 2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51" h="266">
                  <a:moveTo>
                    <a:pt x="1151" y="0"/>
                  </a:moveTo>
                  <a:lnTo>
                    <a:pt x="0" y="0"/>
                  </a:lnTo>
                  <a:lnTo>
                    <a:pt x="0" y="266"/>
                  </a:lnTo>
                  <a:lnTo>
                    <a:pt x="1151" y="266"/>
                  </a:lnTo>
                  <a:lnTo>
                    <a:pt x="115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694"/>
            <p:cNvSpPr>
              <a:spLocks/>
            </p:cNvSpPr>
            <p:nvPr/>
          </p:nvSpPr>
          <p:spPr bwMode="auto">
            <a:xfrm>
              <a:off x="7184" y="3193"/>
              <a:ext cx="575" cy="39"/>
            </a:xfrm>
            <a:custGeom>
              <a:avLst/>
              <a:gdLst>
                <a:gd name="T0" fmla="*/ 1151 w 1151"/>
                <a:gd name="T1" fmla="*/ 77 h 77"/>
                <a:gd name="T2" fmla="*/ 0 w 1151"/>
                <a:gd name="T3" fmla="*/ 77 h 77"/>
                <a:gd name="T4" fmla="*/ 0 w 1151"/>
                <a:gd name="T5" fmla="*/ 0 h 77"/>
                <a:gd name="T6" fmla="*/ 1151 w 1151"/>
                <a:gd name="T7" fmla="*/ 0 h 77"/>
                <a:gd name="T8" fmla="*/ 1151 w 1151"/>
                <a:gd name="T9" fmla="*/ 77 h 77"/>
                <a:gd name="T10" fmla="*/ 1151 w 1151"/>
                <a:gd name="T11" fmla="*/ 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51"/>
                <a:gd name="T19" fmla="*/ 0 h 77"/>
                <a:gd name="T20" fmla="*/ 1151 w 1151"/>
                <a:gd name="T21" fmla="*/ 77 h 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51" h="77">
                  <a:moveTo>
                    <a:pt x="1151" y="77"/>
                  </a:moveTo>
                  <a:lnTo>
                    <a:pt x="0" y="77"/>
                  </a:lnTo>
                  <a:lnTo>
                    <a:pt x="0" y="0"/>
                  </a:lnTo>
                  <a:lnTo>
                    <a:pt x="1151" y="0"/>
                  </a:lnTo>
                  <a:lnTo>
                    <a:pt x="1151" y="77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695"/>
            <p:cNvSpPr>
              <a:spLocks/>
            </p:cNvSpPr>
            <p:nvPr/>
          </p:nvSpPr>
          <p:spPr bwMode="auto">
            <a:xfrm>
              <a:off x="7184" y="3193"/>
              <a:ext cx="575" cy="39"/>
            </a:xfrm>
            <a:custGeom>
              <a:avLst/>
              <a:gdLst>
                <a:gd name="T0" fmla="*/ 1151 w 1151"/>
                <a:gd name="T1" fmla="*/ 77 h 77"/>
                <a:gd name="T2" fmla="*/ 0 w 1151"/>
                <a:gd name="T3" fmla="*/ 77 h 77"/>
                <a:gd name="T4" fmla="*/ 0 w 1151"/>
                <a:gd name="T5" fmla="*/ 0 h 77"/>
                <a:gd name="T6" fmla="*/ 1151 w 1151"/>
                <a:gd name="T7" fmla="*/ 0 h 77"/>
                <a:gd name="T8" fmla="*/ 1151 w 1151"/>
                <a:gd name="T9" fmla="*/ 77 h 77"/>
                <a:gd name="T10" fmla="*/ 1151 w 1151"/>
                <a:gd name="T11" fmla="*/ 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51"/>
                <a:gd name="T19" fmla="*/ 0 h 77"/>
                <a:gd name="T20" fmla="*/ 1151 w 1151"/>
                <a:gd name="T21" fmla="*/ 77 h 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51" h="77">
                  <a:moveTo>
                    <a:pt x="1151" y="77"/>
                  </a:moveTo>
                  <a:lnTo>
                    <a:pt x="0" y="77"/>
                  </a:lnTo>
                  <a:lnTo>
                    <a:pt x="0" y="0"/>
                  </a:lnTo>
                  <a:lnTo>
                    <a:pt x="1151" y="0"/>
                  </a:lnTo>
                  <a:lnTo>
                    <a:pt x="1151" y="7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696"/>
            <p:cNvSpPr>
              <a:spLocks/>
            </p:cNvSpPr>
            <p:nvPr/>
          </p:nvSpPr>
          <p:spPr bwMode="auto">
            <a:xfrm>
              <a:off x="7184" y="3232"/>
              <a:ext cx="575" cy="48"/>
            </a:xfrm>
            <a:custGeom>
              <a:avLst/>
              <a:gdLst>
                <a:gd name="T0" fmla="*/ 1151 w 1151"/>
                <a:gd name="T1" fmla="*/ 0 h 97"/>
                <a:gd name="T2" fmla="*/ 0 w 1151"/>
                <a:gd name="T3" fmla="*/ 0 h 97"/>
                <a:gd name="T4" fmla="*/ 0 w 1151"/>
                <a:gd name="T5" fmla="*/ 97 h 97"/>
                <a:gd name="T6" fmla="*/ 1118 w 1151"/>
                <a:gd name="T7" fmla="*/ 97 h 97"/>
                <a:gd name="T8" fmla="*/ 1151 w 1151"/>
                <a:gd name="T9" fmla="*/ 50 h 97"/>
                <a:gd name="T10" fmla="*/ 1151 w 1151"/>
                <a:gd name="T11" fmla="*/ 0 h 97"/>
                <a:gd name="T12" fmla="*/ 1151 w 1151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51"/>
                <a:gd name="T22" fmla="*/ 0 h 97"/>
                <a:gd name="T23" fmla="*/ 1151 w 1151"/>
                <a:gd name="T24" fmla="*/ 97 h 9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51" h="97">
                  <a:moveTo>
                    <a:pt x="1151" y="0"/>
                  </a:moveTo>
                  <a:lnTo>
                    <a:pt x="0" y="0"/>
                  </a:lnTo>
                  <a:lnTo>
                    <a:pt x="0" y="97"/>
                  </a:lnTo>
                  <a:lnTo>
                    <a:pt x="1118" y="97"/>
                  </a:lnTo>
                  <a:lnTo>
                    <a:pt x="1151" y="50"/>
                  </a:lnTo>
                  <a:lnTo>
                    <a:pt x="115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697"/>
            <p:cNvSpPr>
              <a:spLocks/>
            </p:cNvSpPr>
            <p:nvPr/>
          </p:nvSpPr>
          <p:spPr bwMode="auto">
            <a:xfrm>
              <a:off x="7184" y="3232"/>
              <a:ext cx="575" cy="48"/>
            </a:xfrm>
            <a:custGeom>
              <a:avLst/>
              <a:gdLst>
                <a:gd name="T0" fmla="*/ 1151 w 1151"/>
                <a:gd name="T1" fmla="*/ 0 h 97"/>
                <a:gd name="T2" fmla="*/ 0 w 1151"/>
                <a:gd name="T3" fmla="*/ 0 h 97"/>
                <a:gd name="T4" fmla="*/ 0 w 1151"/>
                <a:gd name="T5" fmla="*/ 97 h 97"/>
                <a:gd name="T6" fmla="*/ 1118 w 1151"/>
                <a:gd name="T7" fmla="*/ 97 h 97"/>
                <a:gd name="T8" fmla="*/ 1151 w 1151"/>
                <a:gd name="T9" fmla="*/ 50 h 97"/>
                <a:gd name="T10" fmla="*/ 1151 w 1151"/>
                <a:gd name="T11" fmla="*/ 0 h 97"/>
                <a:gd name="T12" fmla="*/ 1151 w 1151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51"/>
                <a:gd name="T22" fmla="*/ 0 h 97"/>
                <a:gd name="T23" fmla="*/ 1151 w 1151"/>
                <a:gd name="T24" fmla="*/ 97 h 9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51" h="97">
                  <a:moveTo>
                    <a:pt x="1151" y="0"/>
                  </a:moveTo>
                  <a:lnTo>
                    <a:pt x="0" y="0"/>
                  </a:lnTo>
                  <a:lnTo>
                    <a:pt x="0" y="97"/>
                  </a:lnTo>
                  <a:lnTo>
                    <a:pt x="1118" y="97"/>
                  </a:lnTo>
                  <a:lnTo>
                    <a:pt x="1151" y="50"/>
                  </a:lnTo>
                  <a:lnTo>
                    <a:pt x="115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698"/>
            <p:cNvSpPr>
              <a:spLocks/>
            </p:cNvSpPr>
            <p:nvPr/>
          </p:nvSpPr>
          <p:spPr bwMode="auto">
            <a:xfrm>
              <a:off x="7166" y="3053"/>
              <a:ext cx="602" cy="24"/>
            </a:xfrm>
            <a:custGeom>
              <a:avLst/>
              <a:gdLst>
                <a:gd name="T0" fmla="*/ 1203 w 1203"/>
                <a:gd name="T1" fmla="*/ 0 h 47"/>
                <a:gd name="T2" fmla="*/ 0 w 1203"/>
                <a:gd name="T3" fmla="*/ 0 h 47"/>
                <a:gd name="T4" fmla="*/ 0 w 1203"/>
                <a:gd name="T5" fmla="*/ 47 h 47"/>
                <a:gd name="T6" fmla="*/ 1203 w 1203"/>
                <a:gd name="T7" fmla="*/ 47 h 47"/>
                <a:gd name="T8" fmla="*/ 1203 w 1203"/>
                <a:gd name="T9" fmla="*/ 0 h 47"/>
                <a:gd name="T10" fmla="*/ 1203 w 1203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03"/>
                <a:gd name="T19" fmla="*/ 0 h 47"/>
                <a:gd name="T20" fmla="*/ 1203 w 1203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03" h="47">
                  <a:moveTo>
                    <a:pt x="1203" y="0"/>
                  </a:moveTo>
                  <a:lnTo>
                    <a:pt x="0" y="0"/>
                  </a:lnTo>
                  <a:lnTo>
                    <a:pt x="0" y="47"/>
                  </a:lnTo>
                  <a:lnTo>
                    <a:pt x="1203" y="47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699"/>
            <p:cNvSpPr>
              <a:spLocks/>
            </p:cNvSpPr>
            <p:nvPr/>
          </p:nvSpPr>
          <p:spPr bwMode="auto">
            <a:xfrm>
              <a:off x="7166" y="3053"/>
              <a:ext cx="602" cy="24"/>
            </a:xfrm>
            <a:custGeom>
              <a:avLst/>
              <a:gdLst>
                <a:gd name="T0" fmla="*/ 1203 w 1203"/>
                <a:gd name="T1" fmla="*/ 0 h 47"/>
                <a:gd name="T2" fmla="*/ 0 w 1203"/>
                <a:gd name="T3" fmla="*/ 0 h 47"/>
                <a:gd name="T4" fmla="*/ 0 w 1203"/>
                <a:gd name="T5" fmla="*/ 47 h 47"/>
                <a:gd name="T6" fmla="*/ 1203 w 1203"/>
                <a:gd name="T7" fmla="*/ 47 h 47"/>
                <a:gd name="T8" fmla="*/ 1203 w 1203"/>
                <a:gd name="T9" fmla="*/ 0 h 47"/>
                <a:gd name="T10" fmla="*/ 1203 w 1203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03"/>
                <a:gd name="T19" fmla="*/ 0 h 47"/>
                <a:gd name="T20" fmla="*/ 1203 w 1203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03" h="47">
                  <a:moveTo>
                    <a:pt x="1203" y="0"/>
                  </a:moveTo>
                  <a:lnTo>
                    <a:pt x="0" y="0"/>
                  </a:lnTo>
                  <a:lnTo>
                    <a:pt x="0" y="47"/>
                  </a:lnTo>
                  <a:lnTo>
                    <a:pt x="1203" y="47"/>
                  </a:lnTo>
                  <a:lnTo>
                    <a:pt x="120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700"/>
            <p:cNvSpPr>
              <a:spLocks/>
            </p:cNvSpPr>
            <p:nvPr/>
          </p:nvSpPr>
          <p:spPr bwMode="auto">
            <a:xfrm>
              <a:off x="7362" y="3007"/>
              <a:ext cx="225" cy="21"/>
            </a:xfrm>
            <a:custGeom>
              <a:avLst/>
              <a:gdLst>
                <a:gd name="T0" fmla="*/ 0 w 452"/>
                <a:gd name="T1" fmla="*/ 0 h 42"/>
                <a:gd name="T2" fmla="*/ 452 w 452"/>
                <a:gd name="T3" fmla="*/ 0 h 42"/>
                <a:gd name="T4" fmla="*/ 452 w 452"/>
                <a:gd name="T5" fmla="*/ 42 h 42"/>
                <a:gd name="T6" fmla="*/ 0 w 452"/>
                <a:gd name="T7" fmla="*/ 42 h 42"/>
                <a:gd name="T8" fmla="*/ 0 w 452"/>
                <a:gd name="T9" fmla="*/ 0 h 42"/>
                <a:gd name="T10" fmla="*/ 0 w 452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2"/>
                <a:gd name="T19" fmla="*/ 0 h 42"/>
                <a:gd name="T20" fmla="*/ 452 w 452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2" h="42">
                  <a:moveTo>
                    <a:pt x="0" y="0"/>
                  </a:moveTo>
                  <a:lnTo>
                    <a:pt x="452" y="0"/>
                  </a:lnTo>
                  <a:lnTo>
                    <a:pt x="452" y="42"/>
                  </a:lnTo>
                  <a:lnTo>
                    <a:pt x="0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701"/>
            <p:cNvSpPr>
              <a:spLocks/>
            </p:cNvSpPr>
            <p:nvPr/>
          </p:nvSpPr>
          <p:spPr bwMode="auto">
            <a:xfrm>
              <a:off x="7362" y="3007"/>
              <a:ext cx="225" cy="21"/>
            </a:xfrm>
            <a:custGeom>
              <a:avLst/>
              <a:gdLst>
                <a:gd name="T0" fmla="*/ 0 w 452"/>
                <a:gd name="T1" fmla="*/ 0 h 42"/>
                <a:gd name="T2" fmla="*/ 452 w 452"/>
                <a:gd name="T3" fmla="*/ 0 h 42"/>
                <a:gd name="T4" fmla="*/ 452 w 452"/>
                <a:gd name="T5" fmla="*/ 42 h 42"/>
                <a:gd name="T6" fmla="*/ 0 w 452"/>
                <a:gd name="T7" fmla="*/ 42 h 42"/>
                <a:gd name="T8" fmla="*/ 0 w 452"/>
                <a:gd name="T9" fmla="*/ 0 h 42"/>
                <a:gd name="T10" fmla="*/ 0 w 452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2"/>
                <a:gd name="T19" fmla="*/ 0 h 42"/>
                <a:gd name="T20" fmla="*/ 452 w 452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2" h="42">
                  <a:moveTo>
                    <a:pt x="0" y="0"/>
                  </a:moveTo>
                  <a:lnTo>
                    <a:pt x="452" y="0"/>
                  </a:lnTo>
                  <a:lnTo>
                    <a:pt x="452" y="42"/>
                  </a:lnTo>
                  <a:lnTo>
                    <a:pt x="0" y="4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Line 702"/>
            <p:cNvSpPr>
              <a:spLocks noChangeShapeType="1"/>
            </p:cNvSpPr>
            <p:nvPr/>
          </p:nvSpPr>
          <p:spPr bwMode="auto">
            <a:xfrm flipV="1">
              <a:off x="7300" y="3078"/>
              <a:ext cx="1" cy="11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703"/>
            <p:cNvSpPr>
              <a:spLocks/>
            </p:cNvSpPr>
            <p:nvPr/>
          </p:nvSpPr>
          <p:spPr bwMode="auto">
            <a:xfrm>
              <a:off x="7355" y="3124"/>
              <a:ext cx="166" cy="69"/>
            </a:xfrm>
            <a:custGeom>
              <a:avLst/>
              <a:gdLst>
                <a:gd name="T0" fmla="*/ 0 w 333"/>
                <a:gd name="T1" fmla="*/ 137 h 137"/>
                <a:gd name="T2" fmla="*/ 3 w 333"/>
                <a:gd name="T3" fmla="*/ 0 h 137"/>
                <a:gd name="T4" fmla="*/ 333 w 333"/>
                <a:gd name="T5" fmla="*/ 0 h 137"/>
                <a:gd name="T6" fmla="*/ 0 60000 65536"/>
                <a:gd name="T7" fmla="*/ 0 60000 65536"/>
                <a:gd name="T8" fmla="*/ 0 60000 65536"/>
                <a:gd name="T9" fmla="*/ 0 w 333"/>
                <a:gd name="T10" fmla="*/ 0 h 137"/>
                <a:gd name="T11" fmla="*/ 333 w 333"/>
                <a:gd name="T12" fmla="*/ 137 h 1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3" h="137">
                  <a:moveTo>
                    <a:pt x="0" y="137"/>
                  </a:moveTo>
                  <a:lnTo>
                    <a:pt x="3" y="0"/>
                  </a:lnTo>
                  <a:lnTo>
                    <a:pt x="33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704"/>
            <p:cNvSpPr>
              <a:spLocks/>
            </p:cNvSpPr>
            <p:nvPr/>
          </p:nvSpPr>
          <p:spPr bwMode="auto">
            <a:xfrm>
              <a:off x="7381" y="3151"/>
              <a:ext cx="147" cy="42"/>
            </a:xfrm>
            <a:custGeom>
              <a:avLst/>
              <a:gdLst>
                <a:gd name="T0" fmla="*/ 0 w 293"/>
                <a:gd name="T1" fmla="*/ 85 h 85"/>
                <a:gd name="T2" fmla="*/ 0 w 293"/>
                <a:gd name="T3" fmla="*/ 0 h 85"/>
                <a:gd name="T4" fmla="*/ 293 w 293"/>
                <a:gd name="T5" fmla="*/ 0 h 85"/>
                <a:gd name="T6" fmla="*/ 0 60000 65536"/>
                <a:gd name="T7" fmla="*/ 0 60000 65536"/>
                <a:gd name="T8" fmla="*/ 0 60000 65536"/>
                <a:gd name="T9" fmla="*/ 0 w 293"/>
                <a:gd name="T10" fmla="*/ 0 h 85"/>
                <a:gd name="T11" fmla="*/ 293 w 293"/>
                <a:gd name="T12" fmla="*/ 85 h 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3" h="85">
                  <a:moveTo>
                    <a:pt x="0" y="85"/>
                  </a:moveTo>
                  <a:lnTo>
                    <a:pt x="0" y="0"/>
                  </a:lnTo>
                  <a:lnTo>
                    <a:pt x="29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705"/>
            <p:cNvSpPr>
              <a:spLocks/>
            </p:cNvSpPr>
            <p:nvPr/>
          </p:nvSpPr>
          <p:spPr bwMode="auto">
            <a:xfrm>
              <a:off x="7517" y="3077"/>
              <a:ext cx="18" cy="74"/>
            </a:xfrm>
            <a:custGeom>
              <a:avLst/>
              <a:gdLst>
                <a:gd name="T0" fmla="*/ 35 w 35"/>
                <a:gd name="T1" fmla="*/ 146 h 148"/>
                <a:gd name="T2" fmla="*/ 0 w 35"/>
                <a:gd name="T3" fmla="*/ 148 h 148"/>
                <a:gd name="T4" fmla="*/ 0 w 35"/>
                <a:gd name="T5" fmla="*/ 0 h 148"/>
                <a:gd name="T6" fmla="*/ 35 w 35"/>
                <a:gd name="T7" fmla="*/ 0 h 148"/>
                <a:gd name="T8" fmla="*/ 35 w 35"/>
                <a:gd name="T9" fmla="*/ 148 h 148"/>
                <a:gd name="T10" fmla="*/ 35 w 35"/>
                <a:gd name="T11" fmla="*/ 148 h 148"/>
                <a:gd name="T12" fmla="*/ 35 w 35"/>
                <a:gd name="T13" fmla="*/ 146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148"/>
                <a:gd name="T23" fmla="*/ 35 w 35"/>
                <a:gd name="T24" fmla="*/ 148 h 14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148">
                  <a:moveTo>
                    <a:pt x="35" y="146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148"/>
                  </a:lnTo>
                  <a:lnTo>
                    <a:pt x="35" y="14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706"/>
            <p:cNvSpPr>
              <a:spLocks/>
            </p:cNvSpPr>
            <p:nvPr/>
          </p:nvSpPr>
          <p:spPr bwMode="auto">
            <a:xfrm>
              <a:off x="7517" y="3077"/>
              <a:ext cx="18" cy="74"/>
            </a:xfrm>
            <a:custGeom>
              <a:avLst/>
              <a:gdLst>
                <a:gd name="T0" fmla="*/ 35 w 35"/>
                <a:gd name="T1" fmla="*/ 146 h 148"/>
                <a:gd name="T2" fmla="*/ 0 w 35"/>
                <a:gd name="T3" fmla="*/ 148 h 148"/>
                <a:gd name="T4" fmla="*/ 0 w 35"/>
                <a:gd name="T5" fmla="*/ 0 h 148"/>
                <a:gd name="T6" fmla="*/ 35 w 35"/>
                <a:gd name="T7" fmla="*/ 0 h 148"/>
                <a:gd name="T8" fmla="*/ 35 w 35"/>
                <a:gd name="T9" fmla="*/ 148 h 148"/>
                <a:gd name="T10" fmla="*/ 35 w 35"/>
                <a:gd name="T11" fmla="*/ 148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148"/>
                <a:gd name="T20" fmla="*/ 35 w 35"/>
                <a:gd name="T21" fmla="*/ 148 h 1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148">
                  <a:moveTo>
                    <a:pt x="35" y="146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14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707"/>
            <p:cNvSpPr>
              <a:spLocks/>
            </p:cNvSpPr>
            <p:nvPr/>
          </p:nvSpPr>
          <p:spPr bwMode="auto">
            <a:xfrm>
              <a:off x="7046" y="3009"/>
              <a:ext cx="31" cy="225"/>
            </a:xfrm>
            <a:custGeom>
              <a:avLst/>
              <a:gdLst>
                <a:gd name="T0" fmla="*/ 0 w 60"/>
                <a:gd name="T1" fmla="*/ 0 h 450"/>
                <a:gd name="T2" fmla="*/ 60 w 60"/>
                <a:gd name="T3" fmla="*/ 0 h 450"/>
                <a:gd name="T4" fmla="*/ 60 w 60"/>
                <a:gd name="T5" fmla="*/ 450 h 450"/>
                <a:gd name="T6" fmla="*/ 0 w 60"/>
                <a:gd name="T7" fmla="*/ 450 h 450"/>
                <a:gd name="T8" fmla="*/ 0 w 60"/>
                <a:gd name="T9" fmla="*/ 0 h 450"/>
                <a:gd name="T10" fmla="*/ 0 w 60"/>
                <a:gd name="T11" fmla="*/ 0 h 4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0"/>
                <a:gd name="T19" fmla="*/ 0 h 450"/>
                <a:gd name="T20" fmla="*/ 60 w 60"/>
                <a:gd name="T21" fmla="*/ 450 h 4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0" h="450">
                  <a:moveTo>
                    <a:pt x="0" y="0"/>
                  </a:moveTo>
                  <a:lnTo>
                    <a:pt x="60" y="0"/>
                  </a:lnTo>
                  <a:lnTo>
                    <a:pt x="60" y="450"/>
                  </a:lnTo>
                  <a:lnTo>
                    <a:pt x="0" y="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708"/>
            <p:cNvSpPr>
              <a:spLocks/>
            </p:cNvSpPr>
            <p:nvPr/>
          </p:nvSpPr>
          <p:spPr bwMode="auto">
            <a:xfrm>
              <a:off x="7046" y="3009"/>
              <a:ext cx="31" cy="225"/>
            </a:xfrm>
            <a:custGeom>
              <a:avLst/>
              <a:gdLst>
                <a:gd name="T0" fmla="*/ 0 w 60"/>
                <a:gd name="T1" fmla="*/ 0 h 450"/>
                <a:gd name="T2" fmla="*/ 60 w 60"/>
                <a:gd name="T3" fmla="*/ 0 h 450"/>
                <a:gd name="T4" fmla="*/ 60 w 60"/>
                <a:gd name="T5" fmla="*/ 450 h 450"/>
                <a:gd name="T6" fmla="*/ 0 w 60"/>
                <a:gd name="T7" fmla="*/ 450 h 450"/>
                <a:gd name="T8" fmla="*/ 0 w 60"/>
                <a:gd name="T9" fmla="*/ 0 h 450"/>
                <a:gd name="T10" fmla="*/ 0 w 60"/>
                <a:gd name="T11" fmla="*/ 0 h 4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0"/>
                <a:gd name="T19" fmla="*/ 0 h 450"/>
                <a:gd name="T20" fmla="*/ 60 w 60"/>
                <a:gd name="T21" fmla="*/ 450 h 4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0" h="450">
                  <a:moveTo>
                    <a:pt x="0" y="0"/>
                  </a:moveTo>
                  <a:lnTo>
                    <a:pt x="60" y="0"/>
                  </a:lnTo>
                  <a:lnTo>
                    <a:pt x="60" y="450"/>
                  </a:lnTo>
                  <a:lnTo>
                    <a:pt x="0" y="45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709"/>
            <p:cNvSpPr>
              <a:spLocks/>
            </p:cNvSpPr>
            <p:nvPr/>
          </p:nvSpPr>
          <p:spPr bwMode="auto">
            <a:xfrm>
              <a:off x="7056" y="3015"/>
              <a:ext cx="10" cy="210"/>
            </a:xfrm>
            <a:custGeom>
              <a:avLst/>
              <a:gdLst>
                <a:gd name="T0" fmla="*/ 0 w 20"/>
                <a:gd name="T1" fmla="*/ 0 h 421"/>
                <a:gd name="T2" fmla="*/ 20 w 20"/>
                <a:gd name="T3" fmla="*/ 3 h 421"/>
                <a:gd name="T4" fmla="*/ 20 w 20"/>
                <a:gd name="T5" fmla="*/ 421 h 421"/>
                <a:gd name="T6" fmla="*/ 4 w 20"/>
                <a:gd name="T7" fmla="*/ 421 h 421"/>
                <a:gd name="T8" fmla="*/ 4 w 20"/>
                <a:gd name="T9" fmla="*/ 3 h 421"/>
                <a:gd name="T10" fmla="*/ 4 w 20"/>
                <a:gd name="T11" fmla="*/ 3 h 421"/>
                <a:gd name="T12" fmla="*/ 0 w 20"/>
                <a:gd name="T13" fmla="*/ 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421"/>
                <a:gd name="T23" fmla="*/ 20 w 20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421">
                  <a:moveTo>
                    <a:pt x="0" y="0"/>
                  </a:moveTo>
                  <a:lnTo>
                    <a:pt x="20" y="3"/>
                  </a:lnTo>
                  <a:lnTo>
                    <a:pt x="20" y="421"/>
                  </a:lnTo>
                  <a:lnTo>
                    <a:pt x="4" y="421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710"/>
            <p:cNvSpPr>
              <a:spLocks/>
            </p:cNvSpPr>
            <p:nvPr/>
          </p:nvSpPr>
          <p:spPr bwMode="auto">
            <a:xfrm>
              <a:off x="7056" y="3015"/>
              <a:ext cx="10" cy="210"/>
            </a:xfrm>
            <a:custGeom>
              <a:avLst/>
              <a:gdLst>
                <a:gd name="T0" fmla="*/ 0 w 20"/>
                <a:gd name="T1" fmla="*/ 0 h 421"/>
                <a:gd name="T2" fmla="*/ 20 w 20"/>
                <a:gd name="T3" fmla="*/ 3 h 421"/>
                <a:gd name="T4" fmla="*/ 20 w 20"/>
                <a:gd name="T5" fmla="*/ 421 h 421"/>
                <a:gd name="T6" fmla="*/ 4 w 20"/>
                <a:gd name="T7" fmla="*/ 421 h 421"/>
                <a:gd name="T8" fmla="*/ 4 w 20"/>
                <a:gd name="T9" fmla="*/ 3 h 421"/>
                <a:gd name="T10" fmla="*/ 4 w 20"/>
                <a:gd name="T11" fmla="*/ 3 h 4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421"/>
                <a:gd name="T20" fmla="*/ 20 w 20"/>
                <a:gd name="T21" fmla="*/ 421 h 4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421">
                  <a:moveTo>
                    <a:pt x="0" y="0"/>
                  </a:moveTo>
                  <a:lnTo>
                    <a:pt x="20" y="3"/>
                  </a:lnTo>
                  <a:lnTo>
                    <a:pt x="20" y="421"/>
                  </a:lnTo>
                  <a:lnTo>
                    <a:pt x="4" y="421"/>
                  </a:lnTo>
                  <a:lnTo>
                    <a:pt x="4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711"/>
            <p:cNvSpPr>
              <a:spLocks/>
            </p:cNvSpPr>
            <p:nvPr/>
          </p:nvSpPr>
          <p:spPr bwMode="auto">
            <a:xfrm>
              <a:off x="7033" y="2974"/>
              <a:ext cx="54" cy="57"/>
            </a:xfrm>
            <a:custGeom>
              <a:avLst/>
              <a:gdLst>
                <a:gd name="T0" fmla="*/ 55 w 109"/>
                <a:gd name="T1" fmla="*/ 0 h 114"/>
                <a:gd name="T2" fmla="*/ 66 w 109"/>
                <a:gd name="T3" fmla="*/ 3 h 114"/>
                <a:gd name="T4" fmla="*/ 77 w 109"/>
                <a:gd name="T5" fmla="*/ 7 h 114"/>
                <a:gd name="T6" fmla="*/ 87 w 109"/>
                <a:gd name="T7" fmla="*/ 13 h 114"/>
                <a:gd name="T8" fmla="*/ 93 w 109"/>
                <a:gd name="T9" fmla="*/ 18 h 114"/>
                <a:gd name="T10" fmla="*/ 101 w 109"/>
                <a:gd name="T11" fmla="*/ 26 h 114"/>
                <a:gd name="T12" fmla="*/ 106 w 109"/>
                <a:gd name="T13" fmla="*/ 37 h 114"/>
                <a:gd name="T14" fmla="*/ 109 w 109"/>
                <a:gd name="T15" fmla="*/ 48 h 114"/>
                <a:gd name="T16" fmla="*/ 109 w 109"/>
                <a:gd name="T17" fmla="*/ 58 h 114"/>
                <a:gd name="T18" fmla="*/ 109 w 109"/>
                <a:gd name="T19" fmla="*/ 64 h 114"/>
                <a:gd name="T20" fmla="*/ 109 w 109"/>
                <a:gd name="T21" fmla="*/ 76 h 114"/>
                <a:gd name="T22" fmla="*/ 104 w 109"/>
                <a:gd name="T23" fmla="*/ 84 h 114"/>
                <a:gd name="T24" fmla="*/ 98 w 109"/>
                <a:gd name="T25" fmla="*/ 95 h 114"/>
                <a:gd name="T26" fmla="*/ 90 w 109"/>
                <a:gd name="T27" fmla="*/ 103 h 114"/>
                <a:gd name="T28" fmla="*/ 82 w 109"/>
                <a:gd name="T29" fmla="*/ 108 h 114"/>
                <a:gd name="T30" fmla="*/ 71 w 109"/>
                <a:gd name="T31" fmla="*/ 114 h 114"/>
                <a:gd name="T32" fmla="*/ 60 w 109"/>
                <a:gd name="T33" fmla="*/ 114 h 114"/>
                <a:gd name="T34" fmla="*/ 55 w 109"/>
                <a:gd name="T35" fmla="*/ 114 h 114"/>
                <a:gd name="T36" fmla="*/ 43 w 109"/>
                <a:gd name="T37" fmla="*/ 114 h 114"/>
                <a:gd name="T38" fmla="*/ 35 w 109"/>
                <a:gd name="T39" fmla="*/ 111 h 114"/>
                <a:gd name="T40" fmla="*/ 24 w 109"/>
                <a:gd name="T41" fmla="*/ 106 h 114"/>
                <a:gd name="T42" fmla="*/ 16 w 109"/>
                <a:gd name="T43" fmla="*/ 97 h 114"/>
                <a:gd name="T44" fmla="*/ 11 w 109"/>
                <a:gd name="T45" fmla="*/ 89 h 114"/>
                <a:gd name="T46" fmla="*/ 5 w 109"/>
                <a:gd name="T47" fmla="*/ 81 h 114"/>
                <a:gd name="T48" fmla="*/ 0 w 109"/>
                <a:gd name="T49" fmla="*/ 69 h 114"/>
                <a:gd name="T50" fmla="*/ 0 w 109"/>
                <a:gd name="T51" fmla="*/ 58 h 114"/>
                <a:gd name="T52" fmla="*/ 0 w 109"/>
                <a:gd name="T53" fmla="*/ 48 h 114"/>
                <a:gd name="T54" fmla="*/ 5 w 109"/>
                <a:gd name="T55" fmla="*/ 37 h 114"/>
                <a:gd name="T56" fmla="*/ 11 w 109"/>
                <a:gd name="T57" fmla="*/ 26 h 114"/>
                <a:gd name="T58" fmla="*/ 16 w 109"/>
                <a:gd name="T59" fmla="*/ 18 h 114"/>
                <a:gd name="T60" fmla="*/ 24 w 109"/>
                <a:gd name="T61" fmla="*/ 13 h 114"/>
                <a:gd name="T62" fmla="*/ 35 w 109"/>
                <a:gd name="T63" fmla="*/ 7 h 114"/>
                <a:gd name="T64" fmla="*/ 43 w 109"/>
                <a:gd name="T65" fmla="*/ 3 h 114"/>
                <a:gd name="T66" fmla="*/ 55 w 109"/>
                <a:gd name="T67" fmla="*/ 0 h 114"/>
                <a:gd name="T68" fmla="*/ 55 w 109"/>
                <a:gd name="T69" fmla="*/ 0 h 11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09"/>
                <a:gd name="T106" fmla="*/ 0 h 114"/>
                <a:gd name="T107" fmla="*/ 109 w 109"/>
                <a:gd name="T108" fmla="*/ 114 h 11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09" h="114">
                  <a:moveTo>
                    <a:pt x="55" y="0"/>
                  </a:moveTo>
                  <a:lnTo>
                    <a:pt x="66" y="3"/>
                  </a:lnTo>
                  <a:lnTo>
                    <a:pt x="77" y="7"/>
                  </a:lnTo>
                  <a:lnTo>
                    <a:pt x="87" y="13"/>
                  </a:lnTo>
                  <a:lnTo>
                    <a:pt x="93" y="18"/>
                  </a:lnTo>
                  <a:lnTo>
                    <a:pt x="101" y="26"/>
                  </a:lnTo>
                  <a:lnTo>
                    <a:pt x="106" y="37"/>
                  </a:lnTo>
                  <a:lnTo>
                    <a:pt x="109" y="48"/>
                  </a:lnTo>
                  <a:lnTo>
                    <a:pt x="109" y="58"/>
                  </a:lnTo>
                  <a:lnTo>
                    <a:pt x="109" y="64"/>
                  </a:lnTo>
                  <a:lnTo>
                    <a:pt x="109" y="76"/>
                  </a:lnTo>
                  <a:lnTo>
                    <a:pt x="104" y="84"/>
                  </a:lnTo>
                  <a:lnTo>
                    <a:pt x="98" y="95"/>
                  </a:lnTo>
                  <a:lnTo>
                    <a:pt x="90" y="103"/>
                  </a:lnTo>
                  <a:lnTo>
                    <a:pt x="82" y="108"/>
                  </a:lnTo>
                  <a:lnTo>
                    <a:pt x="71" y="114"/>
                  </a:lnTo>
                  <a:lnTo>
                    <a:pt x="60" y="114"/>
                  </a:lnTo>
                  <a:lnTo>
                    <a:pt x="55" y="114"/>
                  </a:lnTo>
                  <a:lnTo>
                    <a:pt x="43" y="114"/>
                  </a:lnTo>
                  <a:lnTo>
                    <a:pt x="35" y="111"/>
                  </a:lnTo>
                  <a:lnTo>
                    <a:pt x="24" y="106"/>
                  </a:lnTo>
                  <a:lnTo>
                    <a:pt x="16" y="97"/>
                  </a:lnTo>
                  <a:lnTo>
                    <a:pt x="11" y="89"/>
                  </a:lnTo>
                  <a:lnTo>
                    <a:pt x="5" y="81"/>
                  </a:lnTo>
                  <a:lnTo>
                    <a:pt x="0" y="69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5" y="37"/>
                  </a:lnTo>
                  <a:lnTo>
                    <a:pt x="11" y="26"/>
                  </a:lnTo>
                  <a:lnTo>
                    <a:pt x="16" y="18"/>
                  </a:lnTo>
                  <a:lnTo>
                    <a:pt x="24" y="13"/>
                  </a:lnTo>
                  <a:lnTo>
                    <a:pt x="35" y="7"/>
                  </a:lnTo>
                  <a:lnTo>
                    <a:pt x="43" y="3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712"/>
            <p:cNvSpPr>
              <a:spLocks/>
            </p:cNvSpPr>
            <p:nvPr/>
          </p:nvSpPr>
          <p:spPr bwMode="auto">
            <a:xfrm>
              <a:off x="7033" y="2974"/>
              <a:ext cx="54" cy="57"/>
            </a:xfrm>
            <a:custGeom>
              <a:avLst/>
              <a:gdLst>
                <a:gd name="T0" fmla="*/ 55 w 109"/>
                <a:gd name="T1" fmla="*/ 0 h 114"/>
                <a:gd name="T2" fmla="*/ 66 w 109"/>
                <a:gd name="T3" fmla="*/ 3 h 114"/>
                <a:gd name="T4" fmla="*/ 77 w 109"/>
                <a:gd name="T5" fmla="*/ 7 h 114"/>
                <a:gd name="T6" fmla="*/ 87 w 109"/>
                <a:gd name="T7" fmla="*/ 13 h 114"/>
                <a:gd name="T8" fmla="*/ 93 w 109"/>
                <a:gd name="T9" fmla="*/ 18 h 114"/>
                <a:gd name="T10" fmla="*/ 101 w 109"/>
                <a:gd name="T11" fmla="*/ 26 h 114"/>
                <a:gd name="T12" fmla="*/ 106 w 109"/>
                <a:gd name="T13" fmla="*/ 37 h 114"/>
                <a:gd name="T14" fmla="*/ 109 w 109"/>
                <a:gd name="T15" fmla="*/ 48 h 114"/>
                <a:gd name="T16" fmla="*/ 109 w 109"/>
                <a:gd name="T17" fmla="*/ 58 h 114"/>
                <a:gd name="T18" fmla="*/ 109 w 109"/>
                <a:gd name="T19" fmla="*/ 64 h 114"/>
                <a:gd name="T20" fmla="*/ 109 w 109"/>
                <a:gd name="T21" fmla="*/ 76 h 114"/>
                <a:gd name="T22" fmla="*/ 104 w 109"/>
                <a:gd name="T23" fmla="*/ 84 h 114"/>
                <a:gd name="T24" fmla="*/ 98 w 109"/>
                <a:gd name="T25" fmla="*/ 95 h 114"/>
                <a:gd name="T26" fmla="*/ 90 w 109"/>
                <a:gd name="T27" fmla="*/ 103 h 114"/>
                <a:gd name="T28" fmla="*/ 82 w 109"/>
                <a:gd name="T29" fmla="*/ 108 h 114"/>
                <a:gd name="T30" fmla="*/ 71 w 109"/>
                <a:gd name="T31" fmla="*/ 114 h 114"/>
                <a:gd name="T32" fmla="*/ 60 w 109"/>
                <a:gd name="T33" fmla="*/ 114 h 114"/>
                <a:gd name="T34" fmla="*/ 55 w 109"/>
                <a:gd name="T35" fmla="*/ 114 h 114"/>
                <a:gd name="T36" fmla="*/ 43 w 109"/>
                <a:gd name="T37" fmla="*/ 114 h 114"/>
                <a:gd name="T38" fmla="*/ 35 w 109"/>
                <a:gd name="T39" fmla="*/ 111 h 114"/>
                <a:gd name="T40" fmla="*/ 24 w 109"/>
                <a:gd name="T41" fmla="*/ 106 h 114"/>
                <a:gd name="T42" fmla="*/ 16 w 109"/>
                <a:gd name="T43" fmla="*/ 97 h 114"/>
                <a:gd name="T44" fmla="*/ 11 w 109"/>
                <a:gd name="T45" fmla="*/ 89 h 114"/>
                <a:gd name="T46" fmla="*/ 5 w 109"/>
                <a:gd name="T47" fmla="*/ 81 h 114"/>
                <a:gd name="T48" fmla="*/ 0 w 109"/>
                <a:gd name="T49" fmla="*/ 69 h 114"/>
                <a:gd name="T50" fmla="*/ 0 w 109"/>
                <a:gd name="T51" fmla="*/ 58 h 114"/>
                <a:gd name="T52" fmla="*/ 0 w 109"/>
                <a:gd name="T53" fmla="*/ 48 h 114"/>
                <a:gd name="T54" fmla="*/ 5 w 109"/>
                <a:gd name="T55" fmla="*/ 37 h 114"/>
                <a:gd name="T56" fmla="*/ 11 w 109"/>
                <a:gd name="T57" fmla="*/ 26 h 114"/>
                <a:gd name="T58" fmla="*/ 16 w 109"/>
                <a:gd name="T59" fmla="*/ 18 h 114"/>
                <a:gd name="T60" fmla="*/ 24 w 109"/>
                <a:gd name="T61" fmla="*/ 13 h 114"/>
                <a:gd name="T62" fmla="*/ 35 w 109"/>
                <a:gd name="T63" fmla="*/ 7 h 114"/>
                <a:gd name="T64" fmla="*/ 43 w 109"/>
                <a:gd name="T65" fmla="*/ 3 h 114"/>
                <a:gd name="T66" fmla="*/ 55 w 109"/>
                <a:gd name="T67" fmla="*/ 0 h 114"/>
                <a:gd name="T68" fmla="*/ 55 w 109"/>
                <a:gd name="T69" fmla="*/ 0 h 11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09"/>
                <a:gd name="T106" fmla="*/ 0 h 114"/>
                <a:gd name="T107" fmla="*/ 109 w 109"/>
                <a:gd name="T108" fmla="*/ 114 h 11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09" h="114">
                  <a:moveTo>
                    <a:pt x="55" y="0"/>
                  </a:moveTo>
                  <a:lnTo>
                    <a:pt x="66" y="3"/>
                  </a:lnTo>
                  <a:lnTo>
                    <a:pt x="77" y="7"/>
                  </a:lnTo>
                  <a:lnTo>
                    <a:pt x="87" y="13"/>
                  </a:lnTo>
                  <a:lnTo>
                    <a:pt x="93" y="18"/>
                  </a:lnTo>
                  <a:lnTo>
                    <a:pt x="101" y="26"/>
                  </a:lnTo>
                  <a:lnTo>
                    <a:pt x="106" y="37"/>
                  </a:lnTo>
                  <a:lnTo>
                    <a:pt x="109" y="48"/>
                  </a:lnTo>
                  <a:lnTo>
                    <a:pt x="109" y="58"/>
                  </a:lnTo>
                  <a:lnTo>
                    <a:pt x="109" y="64"/>
                  </a:lnTo>
                  <a:lnTo>
                    <a:pt x="109" y="76"/>
                  </a:lnTo>
                  <a:lnTo>
                    <a:pt x="104" y="84"/>
                  </a:lnTo>
                  <a:lnTo>
                    <a:pt x="98" y="95"/>
                  </a:lnTo>
                  <a:lnTo>
                    <a:pt x="90" y="103"/>
                  </a:lnTo>
                  <a:lnTo>
                    <a:pt x="82" y="108"/>
                  </a:lnTo>
                  <a:lnTo>
                    <a:pt x="71" y="114"/>
                  </a:lnTo>
                  <a:lnTo>
                    <a:pt x="60" y="114"/>
                  </a:lnTo>
                  <a:lnTo>
                    <a:pt x="55" y="114"/>
                  </a:lnTo>
                  <a:lnTo>
                    <a:pt x="43" y="114"/>
                  </a:lnTo>
                  <a:lnTo>
                    <a:pt x="35" y="111"/>
                  </a:lnTo>
                  <a:lnTo>
                    <a:pt x="24" y="106"/>
                  </a:lnTo>
                  <a:lnTo>
                    <a:pt x="16" y="97"/>
                  </a:lnTo>
                  <a:lnTo>
                    <a:pt x="11" y="89"/>
                  </a:lnTo>
                  <a:lnTo>
                    <a:pt x="5" y="81"/>
                  </a:lnTo>
                  <a:lnTo>
                    <a:pt x="0" y="69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5" y="37"/>
                  </a:lnTo>
                  <a:lnTo>
                    <a:pt x="11" y="26"/>
                  </a:lnTo>
                  <a:lnTo>
                    <a:pt x="16" y="18"/>
                  </a:lnTo>
                  <a:lnTo>
                    <a:pt x="24" y="13"/>
                  </a:lnTo>
                  <a:lnTo>
                    <a:pt x="35" y="7"/>
                  </a:lnTo>
                  <a:lnTo>
                    <a:pt x="43" y="3"/>
                  </a:lnTo>
                  <a:lnTo>
                    <a:pt x="5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713"/>
            <p:cNvSpPr>
              <a:spLocks/>
            </p:cNvSpPr>
            <p:nvPr/>
          </p:nvSpPr>
          <p:spPr bwMode="auto">
            <a:xfrm>
              <a:off x="7033" y="3215"/>
              <a:ext cx="54" cy="58"/>
            </a:xfrm>
            <a:custGeom>
              <a:avLst/>
              <a:gdLst>
                <a:gd name="T0" fmla="*/ 55 w 109"/>
                <a:gd name="T1" fmla="*/ 0 h 116"/>
                <a:gd name="T2" fmla="*/ 66 w 109"/>
                <a:gd name="T3" fmla="*/ 3 h 116"/>
                <a:gd name="T4" fmla="*/ 77 w 109"/>
                <a:gd name="T5" fmla="*/ 5 h 116"/>
                <a:gd name="T6" fmla="*/ 87 w 109"/>
                <a:gd name="T7" fmla="*/ 11 h 116"/>
                <a:gd name="T8" fmla="*/ 93 w 109"/>
                <a:gd name="T9" fmla="*/ 19 h 116"/>
                <a:gd name="T10" fmla="*/ 101 w 109"/>
                <a:gd name="T11" fmla="*/ 24 h 116"/>
                <a:gd name="T12" fmla="*/ 106 w 109"/>
                <a:gd name="T13" fmla="*/ 36 h 116"/>
                <a:gd name="T14" fmla="*/ 109 w 109"/>
                <a:gd name="T15" fmla="*/ 47 h 116"/>
                <a:gd name="T16" fmla="*/ 109 w 109"/>
                <a:gd name="T17" fmla="*/ 58 h 116"/>
                <a:gd name="T18" fmla="*/ 109 w 109"/>
                <a:gd name="T19" fmla="*/ 63 h 116"/>
                <a:gd name="T20" fmla="*/ 109 w 109"/>
                <a:gd name="T21" fmla="*/ 74 h 116"/>
                <a:gd name="T22" fmla="*/ 104 w 109"/>
                <a:gd name="T23" fmla="*/ 85 h 116"/>
                <a:gd name="T24" fmla="*/ 98 w 109"/>
                <a:gd name="T25" fmla="*/ 93 h 116"/>
                <a:gd name="T26" fmla="*/ 90 w 109"/>
                <a:gd name="T27" fmla="*/ 102 h 116"/>
                <a:gd name="T28" fmla="*/ 82 w 109"/>
                <a:gd name="T29" fmla="*/ 108 h 116"/>
                <a:gd name="T30" fmla="*/ 71 w 109"/>
                <a:gd name="T31" fmla="*/ 113 h 116"/>
                <a:gd name="T32" fmla="*/ 60 w 109"/>
                <a:gd name="T33" fmla="*/ 116 h 116"/>
                <a:gd name="T34" fmla="*/ 55 w 109"/>
                <a:gd name="T35" fmla="*/ 116 h 116"/>
                <a:gd name="T36" fmla="*/ 43 w 109"/>
                <a:gd name="T37" fmla="*/ 113 h 116"/>
                <a:gd name="T38" fmla="*/ 35 w 109"/>
                <a:gd name="T39" fmla="*/ 110 h 116"/>
                <a:gd name="T40" fmla="*/ 24 w 109"/>
                <a:gd name="T41" fmla="*/ 105 h 116"/>
                <a:gd name="T42" fmla="*/ 16 w 109"/>
                <a:gd name="T43" fmla="*/ 98 h 116"/>
                <a:gd name="T44" fmla="*/ 11 w 109"/>
                <a:gd name="T45" fmla="*/ 87 h 116"/>
                <a:gd name="T46" fmla="*/ 5 w 109"/>
                <a:gd name="T47" fmla="*/ 79 h 116"/>
                <a:gd name="T48" fmla="*/ 0 w 109"/>
                <a:gd name="T49" fmla="*/ 69 h 116"/>
                <a:gd name="T50" fmla="*/ 0 w 109"/>
                <a:gd name="T51" fmla="*/ 58 h 116"/>
                <a:gd name="T52" fmla="*/ 0 w 109"/>
                <a:gd name="T53" fmla="*/ 47 h 116"/>
                <a:gd name="T54" fmla="*/ 5 w 109"/>
                <a:gd name="T55" fmla="*/ 36 h 116"/>
                <a:gd name="T56" fmla="*/ 11 w 109"/>
                <a:gd name="T57" fmla="*/ 24 h 116"/>
                <a:gd name="T58" fmla="*/ 16 w 109"/>
                <a:gd name="T59" fmla="*/ 19 h 116"/>
                <a:gd name="T60" fmla="*/ 24 w 109"/>
                <a:gd name="T61" fmla="*/ 11 h 116"/>
                <a:gd name="T62" fmla="*/ 35 w 109"/>
                <a:gd name="T63" fmla="*/ 5 h 116"/>
                <a:gd name="T64" fmla="*/ 43 w 109"/>
                <a:gd name="T65" fmla="*/ 3 h 116"/>
                <a:gd name="T66" fmla="*/ 55 w 109"/>
                <a:gd name="T67" fmla="*/ 0 h 116"/>
                <a:gd name="T68" fmla="*/ 55 w 109"/>
                <a:gd name="T69" fmla="*/ 0 h 11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09"/>
                <a:gd name="T106" fmla="*/ 0 h 116"/>
                <a:gd name="T107" fmla="*/ 109 w 109"/>
                <a:gd name="T108" fmla="*/ 116 h 11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09" h="116">
                  <a:moveTo>
                    <a:pt x="55" y="0"/>
                  </a:moveTo>
                  <a:lnTo>
                    <a:pt x="66" y="3"/>
                  </a:lnTo>
                  <a:lnTo>
                    <a:pt x="77" y="5"/>
                  </a:lnTo>
                  <a:lnTo>
                    <a:pt x="87" y="11"/>
                  </a:lnTo>
                  <a:lnTo>
                    <a:pt x="93" y="19"/>
                  </a:lnTo>
                  <a:lnTo>
                    <a:pt x="101" y="24"/>
                  </a:lnTo>
                  <a:lnTo>
                    <a:pt x="106" y="36"/>
                  </a:lnTo>
                  <a:lnTo>
                    <a:pt x="109" y="47"/>
                  </a:lnTo>
                  <a:lnTo>
                    <a:pt x="109" y="58"/>
                  </a:lnTo>
                  <a:lnTo>
                    <a:pt x="109" y="63"/>
                  </a:lnTo>
                  <a:lnTo>
                    <a:pt x="109" y="74"/>
                  </a:lnTo>
                  <a:lnTo>
                    <a:pt x="104" y="85"/>
                  </a:lnTo>
                  <a:lnTo>
                    <a:pt x="98" y="93"/>
                  </a:lnTo>
                  <a:lnTo>
                    <a:pt x="90" y="102"/>
                  </a:lnTo>
                  <a:lnTo>
                    <a:pt x="82" y="108"/>
                  </a:lnTo>
                  <a:lnTo>
                    <a:pt x="71" y="113"/>
                  </a:lnTo>
                  <a:lnTo>
                    <a:pt x="60" y="116"/>
                  </a:lnTo>
                  <a:lnTo>
                    <a:pt x="55" y="116"/>
                  </a:lnTo>
                  <a:lnTo>
                    <a:pt x="43" y="113"/>
                  </a:lnTo>
                  <a:lnTo>
                    <a:pt x="35" y="110"/>
                  </a:lnTo>
                  <a:lnTo>
                    <a:pt x="24" y="105"/>
                  </a:lnTo>
                  <a:lnTo>
                    <a:pt x="16" y="98"/>
                  </a:lnTo>
                  <a:lnTo>
                    <a:pt x="11" y="87"/>
                  </a:lnTo>
                  <a:lnTo>
                    <a:pt x="5" y="79"/>
                  </a:lnTo>
                  <a:lnTo>
                    <a:pt x="0" y="69"/>
                  </a:lnTo>
                  <a:lnTo>
                    <a:pt x="0" y="58"/>
                  </a:lnTo>
                  <a:lnTo>
                    <a:pt x="0" y="47"/>
                  </a:lnTo>
                  <a:lnTo>
                    <a:pt x="5" y="36"/>
                  </a:lnTo>
                  <a:lnTo>
                    <a:pt x="11" y="24"/>
                  </a:lnTo>
                  <a:lnTo>
                    <a:pt x="16" y="19"/>
                  </a:lnTo>
                  <a:lnTo>
                    <a:pt x="24" y="11"/>
                  </a:lnTo>
                  <a:lnTo>
                    <a:pt x="35" y="5"/>
                  </a:lnTo>
                  <a:lnTo>
                    <a:pt x="43" y="3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714"/>
            <p:cNvSpPr>
              <a:spLocks/>
            </p:cNvSpPr>
            <p:nvPr/>
          </p:nvSpPr>
          <p:spPr bwMode="auto">
            <a:xfrm>
              <a:off x="7033" y="3215"/>
              <a:ext cx="54" cy="58"/>
            </a:xfrm>
            <a:custGeom>
              <a:avLst/>
              <a:gdLst>
                <a:gd name="T0" fmla="*/ 55 w 109"/>
                <a:gd name="T1" fmla="*/ 0 h 116"/>
                <a:gd name="T2" fmla="*/ 66 w 109"/>
                <a:gd name="T3" fmla="*/ 3 h 116"/>
                <a:gd name="T4" fmla="*/ 77 w 109"/>
                <a:gd name="T5" fmla="*/ 5 h 116"/>
                <a:gd name="T6" fmla="*/ 87 w 109"/>
                <a:gd name="T7" fmla="*/ 11 h 116"/>
                <a:gd name="T8" fmla="*/ 93 w 109"/>
                <a:gd name="T9" fmla="*/ 19 h 116"/>
                <a:gd name="T10" fmla="*/ 101 w 109"/>
                <a:gd name="T11" fmla="*/ 24 h 116"/>
                <a:gd name="T12" fmla="*/ 106 w 109"/>
                <a:gd name="T13" fmla="*/ 36 h 116"/>
                <a:gd name="T14" fmla="*/ 109 w 109"/>
                <a:gd name="T15" fmla="*/ 47 h 116"/>
                <a:gd name="T16" fmla="*/ 109 w 109"/>
                <a:gd name="T17" fmla="*/ 58 h 116"/>
                <a:gd name="T18" fmla="*/ 109 w 109"/>
                <a:gd name="T19" fmla="*/ 63 h 116"/>
                <a:gd name="T20" fmla="*/ 109 w 109"/>
                <a:gd name="T21" fmla="*/ 74 h 116"/>
                <a:gd name="T22" fmla="*/ 104 w 109"/>
                <a:gd name="T23" fmla="*/ 85 h 116"/>
                <a:gd name="T24" fmla="*/ 98 w 109"/>
                <a:gd name="T25" fmla="*/ 93 h 116"/>
                <a:gd name="T26" fmla="*/ 90 w 109"/>
                <a:gd name="T27" fmla="*/ 102 h 116"/>
                <a:gd name="T28" fmla="*/ 82 w 109"/>
                <a:gd name="T29" fmla="*/ 108 h 116"/>
                <a:gd name="T30" fmla="*/ 71 w 109"/>
                <a:gd name="T31" fmla="*/ 113 h 116"/>
                <a:gd name="T32" fmla="*/ 60 w 109"/>
                <a:gd name="T33" fmla="*/ 116 h 116"/>
                <a:gd name="T34" fmla="*/ 55 w 109"/>
                <a:gd name="T35" fmla="*/ 116 h 116"/>
                <a:gd name="T36" fmla="*/ 43 w 109"/>
                <a:gd name="T37" fmla="*/ 113 h 116"/>
                <a:gd name="T38" fmla="*/ 35 w 109"/>
                <a:gd name="T39" fmla="*/ 110 h 116"/>
                <a:gd name="T40" fmla="*/ 24 w 109"/>
                <a:gd name="T41" fmla="*/ 105 h 116"/>
                <a:gd name="T42" fmla="*/ 16 w 109"/>
                <a:gd name="T43" fmla="*/ 98 h 116"/>
                <a:gd name="T44" fmla="*/ 11 w 109"/>
                <a:gd name="T45" fmla="*/ 87 h 116"/>
                <a:gd name="T46" fmla="*/ 5 w 109"/>
                <a:gd name="T47" fmla="*/ 79 h 116"/>
                <a:gd name="T48" fmla="*/ 0 w 109"/>
                <a:gd name="T49" fmla="*/ 69 h 116"/>
                <a:gd name="T50" fmla="*/ 0 w 109"/>
                <a:gd name="T51" fmla="*/ 58 h 116"/>
                <a:gd name="T52" fmla="*/ 0 w 109"/>
                <a:gd name="T53" fmla="*/ 47 h 116"/>
                <a:gd name="T54" fmla="*/ 5 w 109"/>
                <a:gd name="T55" fmla="*/ 36 h 116"/>
                <a:gd name="T56" fmla="*/ 11 w 109"/>
                <a:gd name="T57" fmla="*/ 24 h 116"/>
                <a:gd name="T58" fmla="*/ 16 w 109"/>
                <a:gd name="T59" fmla="*/ 19 h 116"/>
                <a:gd name="T60" fmla="*/ 24 w 109"/>
                <a:gd name="T61" fmla="*/ 11 h 116"/>
                <a:gd name="T62" fmla="*/ 35 w 109"/>
                <a:gd name="T63" fmla="*/ 5 h 116"/>
                <a:gd name="T64" fmla="*/ 43 w 109"/>
                <a:gd name="T65" fmla="*/ 3 h 116"/>
                <a:gd name="T66" fmla="*/ 55 w 109"/>
                <a:gd name="T67" fmla="*/ 0 h 116"/>
                <a:gd name="T68" fmla="*/ 55 w 109"/>
                <a:gd name="T69" fmla="*/ 0 h 11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09"/>
                <a:gd name="T106" fmla="*/ 0 h 116"/>
                <a:gd name="T107" fmla="*/ 109 w 109"/>
                <a:gd name="T108" fmla="*/ 116 h 11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09" h="116">
                  <a:moveTo>
                    <a:pt x="55" y="0"/>
                  </a:moveTo>
                  <a:lnTo>
                    <a:pt x="66" y="3"/>
                  </a:lnTo>
                  <a:lnTo>
                    <a:pt x="77" y="5"/>
                  </a:lnTo>
                  <a:lnTo>
                    <a:pt x="87" y="11"/>
                  </a:lnTo>
                  <a:lnTo>
                    <a:pt x="93" y="19"/>
                  </a:lnTo>
                  <a:lnTo>
                    <a:pt x="101" y="24"/>
                  </a:lnTo>
                  <a:lnTo>
                    <a:pt x="106" y="36"/>
                  </a:lnTo>
                  <a:lnTo>
                    <a:pt x="109" y="47"/>
                  </a:lnTo>
                  <a:lnTo>
                    <a:pt x="109" y="58"/>
                  </a:lnTo>
                  <a:lnTo>
                    <a:pt x="109" y="63"/>
                  </a:lnTo>
                  <a:lnTo>
                    <a:pt x="109" y="74"/>
                  </a:lnTo>
                  <a:lnTo>
                    <a:pt x="104" y="85"/>
                  </a:lnTo>
                  <a:lnTo>
                    <a:pt x="98" y="93"/>
                  </a:lnTo>
                  <a:lnTo>
                    <a:pt x="90" y="102"/>
                  </a:lnTo>
                  <a:lnTo>
                    <a:pt x="82" y="108"/>
                  </a:lnTo>
                  <a:lnTo>
                    <a:pt x="71" y="113"/>
                  </a:lnTo>
                  <a:lnTo>
                    <a:pt x="60" y="116"/>
                  </a:lnTo>
                  <a:lnTo>
                    <a:pt x="55" y="116"/>
                  </a:lnTo>
                  <a:lnTo>
                    <a:pt x="43" y="113"/>
                  </a:lnTo>
                  <a:lnTo>
                    <a:pt x="35" y="110"/>
                  </a:lnTo>
                  <a:lnTo>
                    <a:pt x="24" y="105"/>
                  </a:lnTo>
                  <a:lnTo>
                    <a:pt x="16" y="98"/>
                  </a:lnTo>
                  <a:lnTo>
                    <a:pt x="11" y="87"/>
                  </a:lnTo>
                  <a:lnTo>
                    <a:pt x="5" y="79"/>
                  </a:lnTo>
                  <a:lnTo>
                    <a:pt x="0" y="69"/>
                  </a:lnTo>
                  <a:lnTo>
                    <a:pt x="0" y="58"/>
                  </a:lnTo>
                  <a:lnTo>
                    <a:pt x="0" y="47"/>
                  </a:lnTo>
                  <a:lnTo>
                    <a:pt x="5" y="36"/>
                  </a:lnTo>
                  <a:lnTo>
                    <a:pt x="11" y="24"/>
                  </a:lnTo>
                  <a:lnTo>
                    <a:pt x="16" y="19"/>
                  </a:lnTo>
                  <a:lnTo>
                    <a:pt x="24" y="11"/>
                  </a:lnTo>
                  <a:lnTo>
                    <a:pt x="35" y="5"/>
                  </a:lnTo>
                  <a:lnTo>
                    <a:pt x="43" y="3"/>
                  </a:lnTo>
                  <a:lnTo>
                    <a:pt x="5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715"/>
            <p:cNvSpPr>
              <a:spLocks/>
            </p:cNvSpPr>
            <p:nvPr/>
          </p:nvSpPr>
          <p:spPr bwMode="auto">
            <a:xfrm>
              <a:off x="7050" y="2992"/>
              <a:ext cx="20" cy="21"/>
            </a:xfrm>
            <a:custGeom>
              <a:avLst/>
              <a:gdLst>
                <a:gd name="T0" fmla="*/ 20 w 39"/>
                <a:gd name="T1" fmla="*/ 0 h 42"/>
                <a:gd name="T2" fmla="*/ 28 w 39"/>
                <a:gd name="T3" fmla="*/ 2 h 42"/>
                <a:gd name="T4" fmla="*/ 34 w 39"/>
                <a:gd name="T5" fmla="*/ 8 h 42"/>
                <a:gd name="T6" fmla="*/ 39 w 39"/>
                <a:gd name="T7" fmla="*/ 13 h 42"/>
                <a:gd name="T8" fmla="*/ 39 w 39"/>
                <a:gd name="T9" fmla="*/ 21 h 42"/>
                <a:gd name="T10" fmla="*/ 39 w 39"/>
                <a:gd name="T11" fmla="*/ 27 h 42"/>
                <a:gd name="T12" fmla="*/ 36 w 39"/>
                <a:gd name="T13" fmla="*/ 32 h 42"/>
                <a:gd name="T14" fmla="*/ 28 w 39"/>
                <a:gd name="T15" fmla="*/ 42 h 42"/>
                <a:gd name="T16" fmla="*/ 20 w 39"/>
                <a:gd name="T17" fmla="*/ 42 h 42"/>
                <a:gd name="T18" fmla="*/ 11 w 39"/>
                <a:gd name="T19" fmla="*/ 42 h 42"/>
                <a:gd name="T20" fmla="*/ 5 w 39"/>
                <a:gd name="T21" fmla="*/ 36 h 42"/>
                <a:gd name="T22" fmla="*/ 3 w 39"/>
                <a:gd name="T23" fmla="*/ 29 h 42"/>
                <a:gd name="T24" fmla="*/ 0 w 39"/>
                <a:gd name="T25" fmla="*/ 21 h 42"/>
                <a:gd name="T26" fmla="*/ 3 w 39"/>
                <a:gd name="T27" fmla="*/ 13 h 42"/>
                <a:gd name="T28" fmla="*/ 5 w 39"/>
                <a:gd name="T29" fmla="*/ 8 h 42"/>
                <a:gd name="T30" fmla="*/ 11 w 39"/>
                <a:gd name="T31" fmla="*/ 2 h 42"/>
                <a:gd name="T32" fmla="*/ 20 w 39"/>
                <a:gd name="T33" fmla="*/ 0 h 42"/>
                <a:gd name="T34" fmla="*/ 20 w 39"/>
                <a:gd name="T35" fmla="*/ 0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42"/>
                <a:gd name="T56" fmla="*/ 39 w 39"/>
                <a:gd name="T57" fmla="*/ 42 h 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42">
                  <a:moveTo>
                    <a:pt x="20" y="0"/>
                  </a:moveTo>
                  <a:lnTo>
                    <a:pt x="28" y="2"/>
                  </a:lnTo>
                  <a:lnTo>
                    <a:pt x="34" y="8"/>
                  </a:lnTo>
                  <a:lnTo>
                    <a:pt x="39" y="13"/>
                  </a:lnTo>
                  <a:lnTo>
                    <a:pt x="39" y="21"/>
                  </a:lnTo>
                  <a:lnTo>
                    <a:pt x="39" y="27"/>
                  </a:lnTo>
                  <a:lnTo>
                    <a:pt x="36" y="32"/>
                  </a:lnTo>
                  <a:lnTo>
                    <a:pt x="28" y="42"/>
                  </a:lnTo>
                  <a:lnTo>
                    <a:pt x="20" y="42"/>
                  </a:lnTo>
                  <a:lnTo>
                    <a:pt x="11" y="42"/>
                  </a:lnTo>
                  <a:lnTo>
                    <a:pt x="5" y="36"/>
                  </a:lnTo>
                  <a:lnTo>
                    <a:pt x="3" y="29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5" y="8"/>
                  </a:lnTo>
                  <a:lnTo>
                    <a:pt x="11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716"/>
            <p:cNvSpPr>
              <a:spLocks/>
            </p:cNvSpPr>
            <p:nvPr/>
          </p:nvSpPr>
          <p:spPr bwMode="auto">
            <a:xfrm>
              <a:off x="7050" y="2992"/>
              <a:ext cx="20" cy="21"/>
            </a:xfrm>
            <a:custGeom>
              <a:avLst/>
              <a:gdLst>
                <a:gd name="T0" fmla="*/ 20 w 39"/>
                <a:gd name="T1" fmla="*/ 0 h 42"/>
                <a:gd name="T2" fmla="*/ 28 w 39"/>
                <a:gd name="T3" fmla="*/ 2 h 42"/>
                <a:gd name="T4" fmla="*/ 34 w 39"/>
                <a:gd name="T5" fmla="*/ 8 h 42"/>
                <a:gd name="T6" fmla="*/ 39 w 39"/>
                <a:gd name="T7" fmla="*/ 13 h 42"/>
                <a:gd name="T8" fmla="*/ 39 w 39"/>
                <a:gd name="T9" fmla="*/ 21 h 42"/>
                <a:gd name="T10" fmla="*/ 39 w 39"/>
                <a:gd name="T11" fmla="*/ 27 h 42"/>
                <a:gd name="T12" fmla="*/ 36 w 39"/>
                <a:gd name="T13" fmla="*/ 32 h 42"/>
                <a:gd name="T14" fmla="*/ 28 w 39"/>
                <a:gd name="T15" fmla="*/ 42 h 42"/>
                <a:gd name="T16" fmla="*/ 20 w 39"/>
                <a:gd name="T17" fmla="*/ 42 h 42"/>
                <a:gd name="T18" fmla="*/ 11 w 39"/>
                <a:gd name="T19" fmla="*/ 42 h 42"/>
                <a:gd name="T20" fmla="*/ 5 w 39"/>
                <a:gd name="T21" fmla="*/ 36 h 42"/>
                <a:gd name="T22" fmla="*/ 3 w 39"/>
                <a:gd name="T23" fmla="*/ 29 h 42"/>
                <a:gd name="T24" fmla="*/ 0 w 39"/>
                <a:gd name="T25" fmla="*/ 21 h 42"/>
                <a:gd name="T26" fmla="*/ 3 w 39"/>
                <a:gd name="T27" fmla="*/ 13 h 42"/>
                <a:gd name="T28" fmla="*/ 5 w 39"/>
                <a:gd name="T29" fmla="*/ 8 h 42"/>
                <a:gd name="T30" fmla="*/ 11 w 39"/>
                <a:gd name="T31" fmla="*/ 2 h 42"/>
                <a:gd name="T32" fmla="*/ 20 w 39"/>
                <a:gd name="T33" fmla="*/ 0 h 42"/>
                <a:gd name="T34" fmla="*/ 20 w 39"/>
                <a:gd name="T35" fmla="*/ 0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42"/>
                <a:gd name="T56" fmla="*/ 39 w 39"/>
                <a:gd name="T57" fmla="*/ 42 h 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42">
                  <a:moveTo>
                    <a:pt x="20" y="0"/>
                  </a:moveTo>
                  <a:lnTo>
                    <a:pt x="28" y="2"/>
                  </a:lnTo>
                  <a:lnTo>
                    <a:pt x="34" y="8"/>
                  </a:lnTo>
                  <a:lnTo>
                    <a:pt x="39" y="13"/>
                  </a:lnTo>
                  <a:lnTo>
                    <a:pt x="39" y="21"/>
                  </a:lnTo>
                  <a:lnTo>
                    <a:pt x="39" y="27"/>
                  </a:lnTo>
                  <a:lnTo>
                    <a:pt x="36" y="32"/>
                  </a:lnTo>
                  <a:lnTo>
                    <a:pt x="28" y="42"/>
                  </a:lnTo>
                  <a:lnTo>
                    <a:pt x="20" y="42"/>
                  </a:lnTo>
                  <a:lnTo>
                    <a:pt x="11" y="42"/>
                  </a:lnTo>
                  <a:lnTo>
                    <a:pt x="5" y="36"/>
                  </a:lnTo>
                  <a:lnTo>
                    <a:pt x="3" y="29"/>
                  </a:lnTo>
                  <a:lnTo>
                    <a:pt x="0" y="21"/>
                  </a:lnTo>
                  <a:lnTo>
                    <a:pt x="3" y="13"/>
                  </a:lnTo>
                  <a:lnTo>
                    <a:pt x="5" y="8"/>
                  </a:lnTo>
                  <a:lnTo>
                    <a:pt x="11" y="2"/>
                  </a:lnTo>
                  <a:lnTo>
                    <a:pt x="2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717"/>
            <p:cNvSpPr>
              <a:spLocks/>
            </p:cNvSpPr>
            <p:nvPr/>
          </p:nvSpPr>
          <p:spPr bwMode="auto">
            <a:xfrm>
              <a:off x="7050" y="3234"/>
              <a:ext cx="20" cy="20"/>
            </a:xfrm>
            <a:custGeom>
              <a:avLst/>
              <a:gdLst>
                <a:gd name="T0" fmla="*/ 20 w 39"/>
                <a:gd name="T1" fmla="*/ 0 h 41"/>
                <a:gd name="T2" fmla="*/ 28 w 39"/>
                <a:gd name="T3" fmla="*/ 3 h 41"/>
                <a:gd name="T4" fmla="*/ 34 w 39"/>
                <a:gd name="T5" fmla="*/ 8 h 41"/>
                <a:gd name="T6" fmla="*/ 39 w 39"/>
                <a:gd name="T7" fmla="*/ 14 h 41"/>
                <a:gd name="T8" fmla="*/ 39 w 39"/>
                <a:gd name="T9" fmla="*/ 22 h 41"/>
                <a:gd name="T10" fmla="*/ 39 w 39"/>
                <a:gd name="T11" fmla="*/ 27 h 41"/>
                <a:gd name="T12" fmla="*/ 36 w 39"/>
                <a:gd name="T13" fmla="*/ 35 h 41"/>
                <a:gd name="T14" fmla="*/ 28 w 39"/>
                <a:gd name="T15" fmla="*/ 41 h 41"/>
                <a:gd name="T16" fmla="*/ 20 w 39"/>
                <a:gd name="T17" fmla="*/ 41 h 41"/>
                <a:gd name="T18" fmla="*/ 11 w 39"/>
                <a:gd name="T19" fmla="*/ 41 h 41"/>
                <a:gd name="T20" fmla="*/ 5 w 39"/>
                <a:gd name="T21" fmla="*/ 35 h 41"/>
                <a:gd name="T22" fmla="*/ 3 w 39"/>
                <a:gd name="T23" fmla="*/ 30 h 41"/>
                <a:gd name="T24" fmla="*/ 0 w 39"/>
                <a:gd name="T25" fmla="*/ 22 h 41"/>
                <a:gd name="T26" fmla="*/ 3 w 39"/>
                <a:gd name="T27" fmla="*/ 14 h 41"/>
                <a:gd name="T28" fmla="*/ 5 w 39"/>
                <a:gd name="T29" fmla="*/ 8 h 41"/>
                <a:gd name="T30" fmla="*/ 11 w 39"/>
                <a:gd name="T31" fmla="*/ 3 h 41"/>
                <a:gd name="T32" fmla="*/ 20 w 39"/>
                <a:gd name="T33" fmla="*/ 3 h 41"/>
                <a:gd name="T34" fmla="*/ 20 w 39"/>
                <a:gd name="T35" fmla="*/ 3 h 41"/>
                <a:gd name="T36" fmla="*/ 20 w 39"/>
                <a:gd name="T37" fmla="*/ 0 h 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9"/>
                <a:gd name="T58" fmla="*/ 0 h 41"/>
                <a:gd name="T59" fmla="*/ 39 w 39"/>
                <a:gd name="T60" fmla="*/ 41 h 4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9" h="41">
                  <a:moveTo>
                    <a:pt x="20" y="0"/>
                  </a:moveTo>
                  <a:lnTo>
                    <a:pt x="28" y="3"/>
                  </a:lnTo>
                  <a:lnTo>
                    <a:pt x="34" y="8"/>
                  </a:lnTo>
                  <a:lnTo>
                    <a:pt x="39" y="14"/>
                  </a:lnTo>
                  <a:lnTo>
                    <a:pt x="39" y="22"/>
                  </a:lnTo>
                  <a:lnTo>
                    <a:pt x="39" y="27"/>
                  </a:lnTo>
                  <a:lnTo>
                    <a:pt x="36" y="35"/>
                  </a:lnTo>
                  <a:lnTo>
                    <a:pt x="28" y="41"/>
                  </a:lnTo>
                  <a:lnTo>
                    <a:pt x="20" y="41"/>
                  </a:lnTo>
                  <a:lnTo>
                    <a:pt x="11" y="41"/>
                  </a:lnTo>
                  <a:lnTo>
                    <a:pt x="5" y="35"/>
                  </a:lnTo>
                  <a:lnTo>
                    <a:pt x="3" y="30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5" y="8"/>
                  </a:lnTo>
                  <a:lnTo>
                    <a:pt x="11" y="3"/>
                  </a:lnTo>
                  <a:lnTo>
                    <a:pt x="20" y="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718"/>
            <p:cNvSpPr>
              <a:spLocks/>
            </p:cNvSpPr>
            <p:nvPr/>
          </p:nvSpPr>
          <p:spPr bwMode="auto">
            <a:xfrm>
              <a:off x="7050" y="3234"/>
              <a:ext cx="20" cy="20"/>
            </a:xfrm>
            <a:custGeom>
              <a:avLst/>
              <a:gdLst>
                <a:gd name="T0" fmla="*/ 20 w 39"/>
                <a:gd name="T1" fmla="*/ 0 h 41"/>
                <a:gd name="T2" fmla="*/ 28 w 39"/>
                <a:gd name="T3" fmla="*/ 3 h 41"/>
                <a:gd name="T4" fmla="*/ 34 w 39"/>
                <a:gd name="T5" fmla="*/ 8 h 41"/>
                <a:gd name="T6" fmla="*/ 39 w 39"/>
                <a:gd name="T7" fmla="*/ 14 h 41"/>
                <a:gd name="T8" fmla="*/ 39 w 39"/>
                <a:gd name="T9" fmla="*/ 22 h 41"/>
                <a:gd name="T10" fmla="*/ 39 w 39"/>
                <a:gd name="T11" fmla="*/ 27 h 41"/>
                <a:gd name="T12" fmla="*/ 36 w 39"/>
                <a:gd name="T13" fmla="*/ 35 h 41"/>
                <a:gd name="T14" fmla="*/ 28 w 39"/>
                <a:gd name="T15" fmla="*/ 41 h 41"/>
                <a:gd name="T16" fmla="*/ 20 w 39"/>
                <a:gd name="T17" fmla="*/ 41 h 41"/>
                <a:gd name="T18" fmla="*/ 11 w 39"/>
                <a:gd name="T19" fmla="*/ 41 h 41"/>
                <a:gd name="T20" fmla="*/ 5 w 39"/>
                <a:gd name="T21" fmla="*/ 35 h 41"/>
                <a:gd name="T22" fmla="*/ 3 w 39"/>
                <a:gd name="T23" fmla="*/ 30 h 41"/>
                <a:gd name="T24" fmla="*/ 0 w 39"/>
                <a:gd name="T25" fmla="*/ 22 h 41"/>
                <a:gd name="T26" fmla="*/ 3 w 39"/>
                <a:gd name="T27" fmla="*/ 14 h 41"/>
                <a:gd name="T28" fmla="*/ 5 w 39"/>
                <a:gd name="T29" fmla="*/ 8 h 41"/>
                <a:gd name="T30" fmla="*/ 11 w 39"/>
                <a:gd name="T31" fmla="*/ 3 h 41"/>
                <a:gd name="T32" fmla="*/ 20 w 39"/>
                <a:gd name="T33" fmla="*/ 3 h 41"/>
                <a:gd name="T34" fmla="*/ 20 w 39"/>
                <a:gd name="T35" fmla="*/ 3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41"/>
                <a:gd name="T56" fmla="*/ 39 w 39"/>
                <a:gd name="T57" fmla="*/ 41 h 4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41">
                  <a:moveTo>
                    <a:pt x="20" y="0"/>
                  </a:moveTo>
                  <a:lnTo>
                    <a:pt x="28" y="3"/>
                  </a:lnTo>
                  <a:lnTo>
                    <a:pt x="34" y="8"/>
                  </a:lnTo>
                  <a:lnTo>
                    <a:pt x="39" y="14"/>
                  </a:lnTo>
                  <a:lnTo>
                    <a:pt x="39" y="22"/>
                  </a:lnTo>
                  <a:lnTo>
                    <a:pt x="39" y="27"/>
                  </a:lnTo>
                  <a:lnTo>
                    <a:pt x="36" y="35"/>
                  </a:lnTo>
                  <a:lnTo>
                    <a:pt x="28" y="41"/>
                  </a:lnTo>
                  <a:lnTo>
                    <a:pt x="20" y="41"/>
                  </a:lnTo>
                  <a:lnTo>
                    <a:pt x="11" y="41"/>
                  </a:lnTo>
                  <a:lnTo>
                    <a:pt x="5" y="35"/>
                  </a:lnTo>
                  <a:lnTo>
                    <a:pt x="3" y="30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5" y="8"/>
                  </a:lnTo>
                  <a:lnTo>
                    <a:pt x="11" y="3"/>
                  </a:lnTo>
                  <a:lnTo>
                    <a:pt x="2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Line 719"/>
            <p:cNvSpPr>
              <a:spLocks noChangeShapeType="1"/>
            </p:cNvSpPr>
            <p:nvPr/>
          </p:nvSpPr>
          <p:spPr bwMode="auto">
            <a:xfrm>
              <a:off x="7151" y="2973"/>
              <a:ext cx="1" cy="17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Line 720"/>
            <p:cNvSpPr>
              <a:spLocks noChangeShapeType="1"/>
            </p:cNvSpPr>
            <p:nvPr/>
          </p:nvSpPr>
          <p:spPr bwMode="auto">
            <a:xfrm>
              <a:off x="7133" y="2990"/>
              <a:ext cx="1" cy="17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721"/>
            <p:cNvSpPr>
              <a:spLocks/>
            </p:cNvSpPr>
            <p:nvPr/>
          </p:nvSpPr>
          <p:spPr bwMode="auto">
            <a:xfrm>
              <a:off x="7578" y="2910"/>
              <a:ext cx="296" cy="36"/>
            </a:xfrm>
            <a:custGeom>
              <a:avLst/>
              <a:gdLst>
                <a:gd name="T0" fmla="*/ 0 w 592"/>
                <a:gd name="T1" fmla="*/ 0 h 73"/>
                <a:gd name="T2" fmla="*/ 592 w 592"/>
                <a:gd name="T3" fmla="*/ 0 h 73"/>
                <a:gd name="T4" fmla="*/ 489 w 592"/>
                <a:gd name="T5" fmla="*/ 73 h 73"/>
                <a:gd name="T6" fmla="*/ 0 w 592"/>
                <a:gd name="T7" fmla="*/ 73 h 73"/>
                <a:gd name="T8" fmla="*/ 0 w 592"/>
                <a:gd name="T9" fmla="*/ 0 h 73"/>
                <a:gd name="T10" fmla="*/ 0 w 592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2"/>
                <a:gd name="T19" fmla="*/ 0 h 73"/>
                <a:gd name="T20" fmla="*/ 592 w 592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2" h="73">
                  <a:moveTo>
                    <a:pt x="0" y="0"/>
                  </a:moveTo>
                  <a:lnTo>
                    <a:pt x="592" y="0"/>
                  </a:lnTo>
                  <a:lnTo>
                    <a:pt x="489" y="73"/>
                  </a:lnTo>
                  <a:lnTo>
                    <a:pt x="0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722"/>
            <p:cNvSpPr>
              <a:spLocks/>
            </p:cNvSpPr>
            <p:nvPr/>
          </p:nvSpPr>
          <p:spPr bwMode="auto">
            <a:xfrm>
              <a:off x="7578" y="2910"/>
              <a:ext cx="296" cy="36"/>
            </a:xfrm>
            <a:custGeom>
              <a:avLst/>
              <a:gdLst>
                <a:gd name="T0" fmla="*/ 0 w 592"/>
                <a:gd name="T1" fmla="*/ 0 h 73"/>
                <a:gd name="T2" fmla="*/ 592 w 592"/>
                <a:gd name="T3" fmla="*/ 0 h 73"/>
                <a:gd name="T4" fmla="*/ 489 w 592"/>
                <a:gd name="T5" fmla="*/ 73 h 73"/>
                <a:gd name="T6" fmla="*/ 0 w 592"/>
                <a:gd name="T7" fmla="*/ 73 h 73"/>
                <a:gd name="T8" fmla="*/ 0 w 592"/>
                <a:gd name="T9" fmla="*/ 0 h 73"/>
                <a:gd name="T10" fmla="*/ 0 w 592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2"/>
                <a:gd name="T19" fmla="*/ 0 h 73"/>
                <a:gd name="T20" fmla="*/ 592 w 592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2" h="73">
                  <a:moveTo>
                    <a:pt x="0" y="0"/>
                  </a:moveTo>
                  <a:lnTo>
                    <a:pt x="592" y="0"/>
                  </a:lnTo>
                  <a:lnTo>
                    <a:pt x="489" y="73"/>
                  </a:lnTo>
                  <a:lnTo>
                    <a:pt x="0" y="7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723"/>
            <p:cNvSpPr>
              <a:spLocks/>
            </p:cNvSpPr>
            <p:nvPr/>
          </p:nvSpPr>
          <p:spPr bwMode="auto">
            <a:xfrm>
              <a:off x="6968" y="2932"/>
              <a:ext cx="416" cy="8"/>
            </a:xfrm>
            <a:custGeom>
              <a:avLst/>
              <a:gdLst>
                <a:gd name="T0" fmla="*/ 0 w 832"/>
                <a:gd name="T1" fmla="*/ 0 h 17"/>
                <a:gd name="T2" fmla="*/ 832 w 832"/>
                <a:gd name="T3" fmla="*/ 0 h 17"/>
                <a:gd name="T4" fmla="*/ 832 w 832"/>
                <a:gd name="T5" fmla="*/ 17 h 17"/>
                <a:gd name="T6" fmla="*/ 0 w 832"/>
                <a:gd name="T7" fmla="*/ 17 h 17"/>
                <a:gd name="T8" fmla="*/ 0 w 832"/>
                <a:gd name="T9" fmla="*/ 0 h 17"/>
                <a:gd name="T10" fmla="*/ 0 w 83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32"/>
                <a:gd name="T19" fmla="*/ 0 h 17"/>
                <a:gd name="T20" fmla="*/ 832 w 832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32" h="17">
                  <a:moveTo>
                    <a:pt x="0" y="0"/>
                  </a:moveTo>
                  <a:lnTo>
                    <a:pt x="832" y="0"/>
                  </a:lnTo>
                  <a:lnTo>
                    <a:pt x="832" y="17"/>
                  </a:ln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724"/>
            <p:cNvSpPr>
              <a:spLocks/>
            </p:cNvSpPr>
            <p:nvPr/>
          </p:nvSpPr>
          <p:spPr bwMode="auto">
            <a:xfrm>
              <a:off x="6968" y="2932"/>
              <a:ext cx="416" cy="8"/>
            </a:xfrm>
            <a:custGeom>
              <a:avLst/>
              <a:gdLst>
                <a:gd name="T0" fmla="*/ 0 w 832"/>
                <a:gd name="T1" fmla="*/ 0 h 17"/>
                <a:gd name="T2" fmla="*/ 832 w 832"/>
                <a:gd name="T3" fmla="*/ 0 h 17"/>
                <a:gd name="T4" fmla="*/ 832 w 832"/>
                <a:gd name="T5" fmla="*/ 17 h 17"/>
                <a:gd name="T6" fmla="*/ 0 w 832"/>
                <a:gd name="T7" fmla="*/ 17 h 17"/>
                <a:gd name="T8" fmla="*/ 0 w 832"/>
                <a:gd name="T9" fmla="*/ 0 h 17"/>
                <a:gd name="T10" fmla="*/ 0 w 83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32"/>
                <a:gd name="T19" fmla="*/ 0 h 17"/>
                <a:gd name="T20" fmla="*/ 832 w 832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32" h="17">
                  <a:moveTo>
                    <a:pt x="0" y="0"/>
                  </a:moveTo>
                  <a:lnTo>
                    <a:pt x="832" y="0"/>
                  </a:lnTo>
                  <a:lnTo>
                    <a:pt x="832" y="17"/>
                  </a:lnTo>
                  <a:lnTo>
                    <a:pt x="0" y="17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725"/>
            <p:cNvSpPr>
              <a:spLocks/>
            </p:cNvSpPr>
            <p:nvPr/>
          </p:nvSpPr>
          <p:spPr bwMode="auto">
            <a:xfrm>
              <a:off x="7370" y="3028"/>
              <a:ext cx="204" cy="25"/>
            </a:xfrm>
            <a:custGeom>
              <a:avLst/>
              <a:gdLst>
                <a:gd name="T0" fmla="*/ 0 w 408"/>
                <a:gd name="T1" fmla="*/ 0 h 50"/>
                <a:gd name="T2" fmla="*/ 408 w 408"/>
                <a:gd name="T3" fmla="*/ 3 h 50"/>
                <a:gd name="T4" fmla="*/ 408 w 408"/>
                <a:gd name="T5" fmla="*/ 50 h 50"/>
                <a:gd name="T6" fmla="*/ 2 w 408"/>
                <a:gd name="T7" fmla="*/ 50 h 50"/>
                <a:gd name="T8" fmla="*/ 2 w 408"/>
                <a:gd name="T9" fmla="*/ 3 h 50"/>
                <a:gd name="T10" fmla="*/ 2 w 408"/>
                <a:gd name="T11" fmla="*/ 3 h 50"/>
                <a:gd name="T12" fmla="*/ 0 w 408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8"/>
                <a:gd name="T22" fmla="*/ 0 h 50"/>
                <a:gd name="T23" fmla="*/ 408 w 408"/>
                <a:gd name="T24" fmla="*/ 50 h 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8" h="50">
                  <a:moveTo>
                    <a:pt x="0" y="0"/>
                  </a:moveTo>
                  <a:lnTo>
                    <a:pt x="408" y="3"/>
                  </a:lnTo>
                  <a:lnTo>
                    <a:pt x="408" y="50"/>
                  </a:lnTo>
                  <a:lnTo>
                    <a:pt x="2" y="5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726"/>
            <p:cNvSpPr>
              <a:spLocks/>
            </p:cNvSpPr>
            <p:nvPr/>
          </p:nvSpPr>
          <p:spPr bwMode="auto">
            <a:xfrm>
              <a:off x="7370" y="3028"/>
              <a:ext cx="204" cy="25"/>
            </a:xfrm>
            <a:custGeom>
              <a:avLst/>
              <a:gdLst>
                <a:gd name="T0" fmla="*/ 0 w 408"/>
                <a:gd name="T1" fmla="*/ 0 h 50"/>
                <a:gd name="T2" fmla="*/ 408 w 408"/>
                <a:gd name="T3" fmla="*/ 3 h 50"/>
                <a:gd name="T4" fmla="*/ 408 w 408"/>
                <a:gd name="T5" fmla="*/ 50 h 50"/>
                <a:gd name="T6" fmla="*/ 2 w 408"/>
                <a:gd name="T7" fmla="*/ 50 h 50"/>
                <a:gd name="T8" fmla="*/ 2 w 408"/>
                <a:gd name="T9" fmla="*/ 3 h 50"/>
                <a:gd name="T10" fmla="*/ 2 w 408"/>
                <a:gd name="T11" fmla="*/ 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08"/>
                <a:gd name="T19" fmla="*/ 0 h 50"/>
                <a:gd name="T20" fmla="*/ 408 w 408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08" h="50">
                  <a:moveTo>
                    <a:pt x="0" y="0"/>
                  </a:moveTo>
                  <a:lnTo>
                    <a:pt x="408" y="3"/>
                  </a:lnTo>
                  <a:lnTo>
                    <a:pt x="408" y="50"/>
                  </a:lnTo>
                  <a:lnTo>
                    <a:pt x="2" y="50"/>
                  </a:lnTo>
                  <a:lnTo>
                    <a:pt x="2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Line 727"/>
            <p:cNvSpPr>
              <a:spLocks noChangeShapeType="1"/>
            </p:cNvSpPr>
            <p:nvPr/>
          </p:nvSpPr>
          <p:spPr bwMode="auto">
            <a:xfrm>
              <a:off x="7015" y="2776"/>
              <a:ext cx="299" cy="1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Line 728"/>
            <p:cNvSpPr>
              <a:spLocks noChangeShapeType="1"/>
            </p:cNvSpPr>
            <p:nvPr/>
          </p:nvSpPr>
          <p:spPr bwMode="auto">
            <a:xfrm>
              <a:off x="6979" y="2815"/>
              <a:ext cx="321" cy="1"/>
            </a:xfrm>
            <a:prstGeom prst="line">
              <a:avLst/>
            </a:prstGeom>
            <a:noFill/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729"/>
            <p:cNvSpPr>
              <a:spLocks/>
            </p:cNvSpPr>
            <p:nvPr/>
          </p:nvSpPr>
          <p:spPr bwMode="auto">
            <a:xfrm>
              <a:off x="7611" y="2722"/>
              <a:ext cx="5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w 11"/>
                <a:gd name="T13" fmla="*/ 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6"/>
                <a:gd name="T23" fmla="*/ 11 w 11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730"/>
            <p:cNvSpPr>
              <a:spLocks/>
            </p:cNvSpPr>
            <p:nvPr/>
          </p:nvSpPr>
          <p:spPr bwMode="auto">
            <a:xfrm>
              <a:off x="7611" y="2722"/>
              <a:ext cx="5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46"/>
                <a:gd name="T20" fmla="*/ 11 w 11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731"/>
            <p:cNvSpPr>
              <a:spLocks/>
            </p:cNvSpPr>
            <p:nvPr/>
          </p:nvSpPr>
          <p:spPr bwMode="auto">
            <a:xfrm>
              <a:off x="7764" y="2722"/>
              <a:ext cx="5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w 11"/>
                <a:gd name="T13" fmla="*/ 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6"/>
                <a:gd name="T23" fmla="*/ 11 w 11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732"/>
            <p:cNvSpPr>
              <a:spLocks/>
            </p:cNvSpPr>
            <p:nvPr/>
          </p:nvSpPr>
          <p:spPr bwMode="auto">
            <a:xfrm>
              <a:off x="7764" y="2722"/>
              <a:ext cx="5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46"/>
                <a:gd name="T20" fmla="*/ 11 w 11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733"/>
            <p:cNvSpPr>
              <a:spLocks/>
            </p:cNvSpPr>
            <p:nvPr/>
          </p:nvSpPr>
          <p:spPr bwMode="auto">
            <a:xfrm>
              <a:off x="7908" y="2722"/>
              <a:ext cx="6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w 11"/>
                <a:gd name="T13" fmla="*/ 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6"/>
                <a:gd name="T23" fmla="*/ 11 w 11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734"/>
            <p:cNvSpPr>
              <a:spLocks/>
            </p:cNvSpPr>
            <p:nvPr/>
          </p:nvSpPr>
          <p:spPr bwMode="auto">
            <a:xfrm>
              <a:off x="7908" y="2722"/>
              <a:ext cx="6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46"/>
                <a:gd name="T20" fmla="*/ 11 w 11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735"/>
            <p:cNvSpPr>
              <a:spLocks/>
            </p:cNvSpPr>
            <p:nvPr/>
          </p:nvSpPr>
          <p:spPr bwMode="auto">
            <a:xfrm>
              <a:off x="7531" y="2722"/>
              <a:ext cx="5" cy="22"/>
            </a:xfrm>
            <a:custGeom>
              <a:avLst/>
              <a:gdLst>
                <a:gd name="T0" fmla="*/ 0 w 10"/>
                <a:gd name="T1" fmla="*/ 43 h 46"/>
                <a:gd name="T2" fmla="*/ 10 w 10"/>
                <a:gd name="T3" fmla="*/ 46 h 46"/>
                <a:gd name="T4" fmla="*/ 10 w 10"/>
                <a:gd name="T5" fmla="*/ 0 h 46"/>
                <a:gd name="T6" fmla="*/ 0 w 10"/>
                <a:gd name="T7" fmla="*/ 0 h 46"/>
                <a:gd name="T8" fmla="*/ 0 w 10"/>
                <a:gd name="T9" fmla="*/ 46 h 46"/>
                <a:gd name="T10" fmla="*/ 0 w 10"/>
                <a:gd name="T11" fmla="*/ 46 h 46"/>
                <a:gd name="T12" fmla="*/ 0 w 10"/>
                <a:gd name="T13" fmla="*/ 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46"/>
                <a:gd name="T23" fmla="*/ 10 w 10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46">
                  <a:moveTo>
                    <a:pt x="0" y="43"/>
                  </a:moveTo>
                  <a:lnTo>
                    <a:pt x="10" y="46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736"/>
            <p:cNvSpPr>
              <a:spLocks/>
            </p:cNvSpPr>
            <p:nvPr/>
          </p:nvSpPr>
          <p:spPr bwMode="auto">
            <a:xfrm>
              <a:off x="7531" y="2722"/>
              <a:ext cx="5" cy="22"/>
            </a:xfrm>
            <a:custGeom>
              <a:avLst/>
              <a:gdLst>
                <a:gd name="T0" fmla="*/ 0 w 10"/>
                <a:gd name="T1" fmla="*/ 43 h 46"/>
                <a:gd name="T2" fmla="*/ 10 w 10"/>
                <a:gd name="T3" fmla="*/ 46 h 46"/>
                <a:gd name="T4" fmla="*/ 10 w 10"/>
                <a:gd name="T5" fmla="*/ 0 h 46"/>
                <a:gd name="T6" fmla="*/ 0 w 10"/>
                <a:gd name="T7" fmla="*/ 0 h 46"/>
                <a:gd name="T8" fmla="*/ 0 w 10"/>
                <a:gd name="T9" fmla="*/ 46 h 46"/>
                <a:gd name="T10" fmla="*/ 0 w 10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46"/>
                <a:gd name="T20" fmla="*/ 10 w 10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46">
                  <a:moveTo>
                    <a:pt x="0" y="43"/>
                  </a:moveTo>
                  <a:lnTo>
                    <a:pt x="10" y="46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737"/>
            <p:cNvSpPr>
              <a:spLocks/>
            </p:cNvSpPr>
            <p:nvPr/>
          </p:nvSpPr>
          <p:spPr bwMode="auto">
            <a:xfrm>
              <a:off x="7689" y="2722"/>
              <a:ext cx="6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w 11"/>
                <a:gd name="T13" fmla="*/ 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6"/>
                <a:gd name="T23" fmla="*/ 11 w 11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738"/>
            <p:cNvSpPr>
              <a:spLocks/>
            </p:cNvSpPr>
            <p:nvPr/>
          </p:nvSpPr>
          <p:spPr bwMode="auto">
            <a:xfrm>
              <a:off x="7689" y="2722"/>
              <a:ext cx="6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0 w 11"/>
                <a:gd name="T7" fmla="*/ 0 h 46"/>
                <a:gd name="T8" fmla="*/ 0 w 11"/>
                <a:gd name="T9" fmla="*/ 46 h 46"/>
                <a:gd name="T10" fmla="*/ 0 w 11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46"/>
                <a:gd name="T20" fmla="*/ 11 w 11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739"/>
            <p:cNvSpPr>
              <a:spLocks/>
            </p:cNvSpPr>
            <p:nvPr/>
          </p:nvSpPr>
          <p:spPr bwMode="auto">
            <a:xfrm>
              <a:off x="7826" y="2722"/>
              <a:ext cx="5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3 w 11"/>
                <a:gd name="T7" fmla="*/ 0 h 46"/>
                <a:gd name="T8" fmla="*/ 3 w 11"/>
                <a:gd name="T9" fmla="*/ 46 h 46"/>
                <a:gd name="T10" fmla="*/ 3 w 11"/>
                <a:gd name="T11" fmla="*/ 46 h 46"/>
                <a:gd name="T12" fmla="*/ 0 w 11"/>
                <a:gd name="T13" fmla="*/ 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6"/>
                <a:gd name="T23" fmla="*/ 11 w 11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3" y="0"/>
                  </a:lnTo>
                  <a:lnTo>
                    <a:pt x="3" y="46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740"/>
            <p:cNvSpPr>
              <a:spLocks/>
            </p:cNvSpPr>
            <p:nvPr/>
          </p:nvSpPr>
          <p:spPr bwMode="auto">
            <a:xfrm>
              <a:off x="7826" y="2722"/>
              <a:ext cx="5" cy="22"/>
            </a:xfrm>
            <a:custGeom>
              <a:avLst/>
              <a:gdLst>
                <a:gd name="T0" fmla="*/ 0 w 11"/>
                <a:gd name="T1" fmla="*/ 43 h 46"/>
                <a:gd name="T2" fmla="*/ 11 w 11"/>
                <a:gd name="T3" fmla="*/ 46 h 46"/>
                <a:gd name="T4" fmla="*/ 11 w 11"/>
                <a:gd name="T5" fmla="*/ 0 h 46"/>
                <a:gd name="T6" fmla="*/ 3 w 11"/>
                <a:gd name="T7" fmla="*/ 0 h 46"/>
                <a:gd name="T8" fmla="*/ 3 w 11"/>
                <a:gd name="T9" fmla="*/ 46 h 46"/>
                <a:gd name="T10" fmla="*/ 3 w 11"/>
                <a:gd name="T11" fmla="*/ 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46"/>
                <a:gd name="T20" fmla="*/ 11 w 11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46">
                  <a:moveTo>
                    <a:pt x="0" y="43"/>
                  </a:moveTo>
                  <a:lnTo>
                    <a:pt x="11" y="46"/>
                  </a:lnTo>
                  <a:lnTo>
                    <a:pt x="11" y="0"/>
                  </a:lnTo>
                  <a:lnTo>
                    <a:pt x="3" y="0"/>
                  </a:lnTo>
                  <a:lnTo>
                    <a:pt x="3" y="4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Line 741"/>
            <p:cNvSpPr>
              <a:spLocks noChangeShapeType="1"/>
            </p:cNvSpPr>
            <p:nvPr/>
          </p:nvSpPr>
          <p:spPr bwMode="auto">
            <a:xfrm flipV="1">
              <a:off x="6846" y="3280"/>
              <a:ext cx="198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Line 742"/>
            <p:cNvSpPr>
              <a:spLocks noChangeShapeType="1"/>
            </p:cNvSpPr>
            <p:nvPr/>
          </p:nvSpPr>
          <p:spPr bwMode="auto">
            <a:xfrm flipV="1">
              <a:off x="7078" y="3280"/>
              <a:ext cx="198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Line 743"/>
            <p:cNvSpPr>
              <a:spLocks noChangeShapeType="1"/>
            </p:cNvSpPr>
            <p:nvPr/>
          </p:nvSpPr>
          <p:spPr bwMode="auto">
            <a:xfrm flipV="1">
              <a:off x="7272" y="3280"/>
              <a:ext cx="197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Line 744"/>
            <p:cNvSpPr>
              <a:spLocks noChangeShapeType="1"/>
            </p:cNvSpPr>
            <p:nvPr/>
          </p:nvSpPr>
          <p:spPr bwMode="auto">
            <a:xfrm flipV="1">
              <a:off x="7472" y="3280"/>
              <a:ext cx="198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Line 745"/>
            <p:cNvSpPr>
              <a:spLocks noChangeShapeType="1"/>
            </p:cNvSpPr>
            <p:nvPr/>
          </p:nvSpPr>
          <p:spPr bwMode="auto">
            <a:xfrm flipH="1" flipV="1">
              <a:off x="6847" y="3280"/>
              <a:ext cx="197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Line 746"/>
            <p:cNvSpPr>
              <a:spLocks noChangeShapeType="1"/>
            </p:cNvSpPr>
            <p:nvPr/>
          </p:nvSpPr>
          <p:spPr bwMode="auto">
            <a:xfrm flipH="1" flipV="1">
              <a:off x="7079" y="3280"/>
              <a:ext cx="197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Line 747"/>
            <p:cNvSpPr>
              <a:spLocks noChangeShapeType="1"/>
            </p:cNvSpPr>
            <p:nvPr/>
          </p:nvSpPr>
          <p:spPr bwMode="auto">
            <a:xfrm flipH="1" flipV="1">
              <a:off x="7272" y="3280"/>
              <a:ext cx="197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Line 748"/>
            <p:cNvSpPr>
              <a:spLocks noChangeShapeType="1"/>
            </p:cNvSpPr>
            <p:nvPr/>
          </p:nvSpPr>
          <p:spPr bwMode="auto">
            <a:xfrm flipH="1" flipV="1">
              <a:off x="7472" y="3280"/>
              <a:ext cx="197" cy="18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749"/>
            <p:cNvSpPr>
              <a:spLocks/>
            </p:cNvSpPr>
            <p:nvPr/>
          </p:nvSpPr>
          <p:spPr bwMode="auto">
            <a:xfrm>
              <a:off x="6778" y="3280"/>
              <a:ext cx="68" cy="428"/>
            </a:xfrm>
            <a:custGeom>
              <a:avLst/>
              <a:gdLst>
                <a:gd name="T0" fmla="*/ 132 w 135"/>
                <a:gd name="T1" fmla="*/ 0 h 856"/>
                <a:gd name="T2" fmla="*/ 0 w 135"/>
                <a:gd name="T3" fmla="*/ 0 h 856"/>
                <a:gd name="T4" fmla="*/ 0 w 135"/>
                <a:gd name="T5" fmla="*/ 837 h 856"/>
                <a:gd name="T6" fmla="*/ 6 w 135"/>
                <a:gd name="T7" fmla="*/ 842 h 856"/>
                <a:gd name="T8" fmla="*/ 17 w 135"/>
                <a:gd name="T9" fmla="*/ 848 h 856"/>
                <a:gd name="T10" fmla="*/ 22 w 135"/>
                <a:gd name="T11" fmla="*/ 851 h 856"/>
                <a:gd name="T12" fmla="*/ 30 w 135"/>
                <a:gd name="T13" fmla="*/ 853 h 856"/>
                <a:gd name="T14" fmla="*/ 38 w 135"/>
                <a:gd name="T15" fmla="*/ 853 h 856"/>
                <a:gd name="T16" fmla="*/ 50 w 135"/>
                <a:gd name="T17" fmla="*/ 856 h 856"/>
                <a:gd name="T18" fmla="*/ 58 w 135"/>
                <a:gd name="T19" fmla="*/ 856 h 856"/>
                <a:gd name="T20" fmla="*/ 69 w 135"/>
                <a:gd name="T21" fmla="*/ 856 h 856"/>
                <a:gd name="T22" fmla="*/ 80 w 135"/>
                <a:gd name="T23" fmla="*/ 853 h 856"/>
                <a:gd name="T24" fmla="*/ 91 w 135"/>
                <a:gd name="T25" fmla="*/ 853 h 856"/>
                <a:gd name="T26" fmla="*/ 101 w 135"/>
                <a:gd name="T27" fmla="*/ 851 h 856"/>
                <a:gd name="T28" fmla="*/ 114 w 135"/>
                <a:gd name="T29" fmla="*/ 845 h 856"/>
                <a:gd name="T30" fmla="*/ 124 w 135"/>
                <a:gd name="T31" fmla="*/ 840 h 856"/>
                <a:gd name="T32" fmla="*/ 135 w 135"/>
                <a:gd name="T33" fmla="*/ 834 h 856"/>
                <a:gd name="T34" fmla="*/ 135 w 135"/>
                <a:gd name="T35" fmla="*/ 0 h 856"/>
                <a:gd name="T36" fmla="*/ 135 w 135"/>
                <a:gd name="T37" fmla="*/ 0 h 856"/>
                <a:gd name="T38" fmla="*/ 132 w 135"/>
                <a:gd name="T39" fmla="*/ 0 h 8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5"/>
                <a:gd name="T61" fmla="*/ 0 h 856"/>
                <a:gd name="T62" fmla="*/ 135 w 135"/>
                <a:gd name="T63" fmla="*/ 856 h 85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5" h="856">
                  <a:moveTo>
                    <a:pt x="132" y="0"/>
                  </a:moveTo>
                  <a:lnTo>
                    <a:pt x="0" y="0"/>
                  </a:lnTo>
                  <a:lnTo>
                    <a:pt x="0" y="837"/>
                  </a:lnTo>
                  <a:lnTo>
                    <a:pt x="6" y="842"/>
                  </a:lnTo>
                  <a:lnTo>
                    <a:pt x="17" y="848"/>
                  </a:lnTo>
                  <a:lnTo>
                    <a:pt x="22" y="851"/>
                  </a:lnTo>
                  <a:lnTo>
                    <a:pt x="30" y="853"/>
                  </a:lnTo>
                  <a:lnTo>
                    <a:pt x="38" y="853"/>
                  </a:lnTo>
                  <a:lnTo>
                    <a:pt x="50" y="856"/>
                  </a:lnTo>
                  <a:lnTo>
                    <a:pt x="58" y="856"/>
                  </a:lnTo>
                  <a:lnTo>
                    <a:pt x="69" y="856"/>
                  </a:lnTo>
                  <a:lnTo>
                    <a:pt x="80" y="853"/>
                  </a:lnTo>
                  <a:lnTo>
                    <a:pt x="91" y="853"/>
                  </a:lnTo>
                  <a:lnTo>
                    <a:pt x="101" y="851"/>
                  </a:lnTo>
                  <a:lnTo>
                    <a:pt x="114" y="845"/>
                  </a:lnTo>
                  <a:lnTo>
                    <a:pt x="124" y="840"/>
                  </a:lnTo>
                  <a:lnTo>
                    <a:pt x="135" y="834"/>
                  </a:lnTo>
                  <a:lnTo>
                    <a:pt x="135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750"/>
            <p:cNvSpPr>
              <a:spLocks/>
            </p:cNvSpPr>
            <p:nvPr/>
          </p:nvSpPr>
          <p:spPr bwMode="auto">
            <a:xfrm>
              <a:off x="6778" y="3280"/>
              <a:ext cx="68" cy="428"/>
            </a:xfrm>
            <a:custGeom>
              <a:avLst/>
              <a:gdLst>
                <a:gd name="T0" fmla="*/ 132 w 135"/>
                <a:gd name="T1" fmla="*/ 0 h 856"/>
                <a:gd name="T2" fmla="*/ 0 w 135"/>
                <a:gd name="T3" fmla="*/ 0 h 856"/>
                <a:gd name="T4" fmla="*/ 0 w 135"/>
                <a:gd name="T5" fmla="*/ 837 h 856"/>
                <a:gd name="T6" fmla="*/ 6 w 135"/>
                <a:gd name="T7" fmla="*/ 842 h 856"/>
                <a:gd name="T8" fmla="*/ 17 w 135"/>
                <a:gd name="T9" fmla="*/ 848 h 856"/>
                <a:gd name="T10" fmla="*/ 22 w 135"/>
                <a:gd name="T11" fmla="*/ 851 h 856"/>
                <a:gd name="T12" fmla="*/ 30 w 135"/>
                <a:gd name="T13" fmla="*/ 853 h 856"/>
                <a:gd name="T14" fmla="*/ 38 w 135"/>
                <a:gd name="T15" fmla="*/ 853 h 856"/>
                <a:gd name="T16" fmla="*/ 50 w 135"/>
                <a:gd name="T17" fmla="*/ 856 h 856"/>
                <a:gd name="T18" fmla="*/ 58 w 135"/>
                <a:gd name="T19" fmla="*/ 856 h 856"/>
                <a:gd name="T20" fmla="*/ 69 w 135"/>
                <a:gd name="T21" fmla="*/ 856 h 856"/>
                <a:gd name="T22" fmla="*/ 80 w 135"/>
                <a:gd name="T23" fmla="*/ 853 h 856"/>
                <a:gd name="T24" fmla="*/ 91 w 135"/>
                <a:gd name="T25" fmla="*/ 853 h 856"/>
                <a:gd name="T26" fmla="*/ 101 w 135"/>
                <a:gd name="T27" fmla="*/ 851 h 856"/>
                <a:gd name="T28" fmla="*/ 114 w 135"/>
                <a:gd name="T29" fmla="*/ 845 h 856"/>
                <a:gd name="T30" fmla="*/ 124 w 135"/>
                <a:gd name="T31" fmla="*/ 840 h 856"/>
                <a:gd name="T32" fmla="*/ 135 w 135"/>
                <a:gd name="T33" fmla="*/ 834 h 856"/>
                <a:gd name="T34" fmla="*/ 135 w 135"/>
                <a:gd name="T35" fmla="*/ 0 h 856"/>
                <a:gd name="T36" fmla="*/ 135 w 135"/>
                <a:gd name="T37" fmla="*/ 0 h 8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5"/>
                <a:gd name="T58" fmla="*/ 0 h 856"/>
                <a:gd name="T59" fmla="*/ 135 w 135"/>
                <a:gd name="T60" fmla="*/ 856 h 85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5" h="856">
                  <a:moveTo>
                    <a:pt x="132" y="0"/>
                  </a:moveTo>
                  <a:lnTo>
                    <a:pt x="0" y="0"/>
                  </a:lnTo>
                  <a:lnTo>
                    <a:pt x="0" y="837"/>
                  </a:lnTo>
                  <a:lnTo>
                    <a:pt x="6" y="842"/>
                  </a:lnTo>
                  <a:lnTo>
                    <a:pt x="17" y="848"/>
                  </a:lnTo>
                  <a:lnTo>
                    <a:pt x="22" y="851"/>
                  </a:lnTo>
                  <a:lnTo>
                    <a:pt x="30" y="853"/>
                  </a:lnTo>
                  <a:lnTo>
                    <a:pt x="38" y="853"/>
                  </a:lnTo>
                  <a:lnTo>
                    <a:pt x="50" y="856"/>
                  </a:lnTo>
                  <a:lnTo>
                    <a:pt x="58" y="856"/>
                  </a:lnTo>
                  <a:lnTo>
                    <a:pt x="69" y="856"/>
                  </a:lnTo>
                  <a:lnTo>
                    <a:pt x="80" y="853"/>
                  </a:lnTo>
                  <a:lnTo>
                    <a:pt x="91" y="853"/>
                  </a:lnTo>
                  <a:lnTo>
                    <a:pt x="101" y="851"/>
                  </a:lnTo>
                  <a:lnTo>
                    <a:pt x="114" y="845"/>
                  </a:lnTo>
                  <a:lnTo>
                    <a:pt x="124" y="840"/>
                  </a:lnTo>
                  <a:lnTo>
                    <a:pt x="135" y="834"/>
                  </a:lnTo>
                  <a:lnTo>
                    <a:pt x="13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751"/>
            <p:cNvSpPr>
              <a:spLocks/>
            </p:cNvSpPr>
            <p:nvPr/>
          </p:nvSpPr>
          <p:spPr bwMode="auto">
            <a:xfrm>
              <a:off x="7656" y="3280"/>
              <a:ext cx="69" cy="429"/>
            </a:xfrm>
            <a:custGeom>
              <a:avLst/>
              <a:gdLst>
                <a:gd name="T0" fmla="*/ 138 w 138"/>
                <a:gd name="T1" fmla="*/ 0 h 859"/>
                <a:gd name="T2" fmla="*/ 0 w 138"/>
                <a:gd name="T3" fmla="*/ 0 h 859"/>
                <a:gd name="T4" fmla="*/ 0 w 138"/>
                <a:gd name="T5" fmla="*/ 837 h 859"/>
                <a:gd name="T6" fmla="*/ 6 w 138"/>
                <a:gd name="T7" fmla="*/ 837 h 859"/>
                <a:gd name="T8" fmla="*/ 17 w 138"/>
                <a:gd name="T9" fmla="*/ 840 h 859"/>
                <a:gd name="T10" fmla="*/ 29 w 138"/>
                <a:gd name="T11" fmla="*/ 840 h 859"/>
                <a:gd name="T12" fmla="*/ 37 w 138"/>
                <a:gd name="T13" fmla="*/ 842 h 859"/>
                <a:gd name="T14" fmla="*/ 45 w 138"/>
                <a:gd name="T15" fmla="*/ 845 h 859"/>
                <a:gd name="T16" fmla="*/ 53 w 138"/>
                <a:gd name="T17" fmla="*/ 848 h 859"/>
                <a:gd name="T18" fmla="*/ 61 w 138"/>
                <a:gd name="T19" fmla="*/ 853 h 859"/>
                <a:gd name="T20" fmla="*/ 69 w 138"/>
                <a:gd name="T21" fmla="*/ 853 h 859"/>
                <a:gd name="T22" fmla="*/ 77 w 138"/>
                <a:gd name="T23" fmla="*/ 856 h 859"/>
                <a:gd name="T24" fmla="*/ 87 w 138"/>
                <a:gd name="T25" fmla="*/ 859 h 859"/>
                <a:gd name="T26" fmla="*/ 95 w 138"/>
                <a:gd name="T27" fmla="*/ 859 h 859"/>
                <a:gd name="T28" fmla="*/ 103 w 138"/>
                <a:gd name="T29" fmla="*/ 859 h 859"/>
                <a:gd name="T30" fmla="*/ 111 w 138"/>
                <a:gd name="T31" fmla="*/ 856 h 859"/>
                <a:gd name="T32" fmla="*/ 122 w 138"/>
                <a:gd name="T33" fmla="*/ 853 h 859"/>
                <a:gd name="T34" fmla="*/ 127 w 138"/>
                <a:gd name="T35" fmla="*/ 848 h 859"/>
                <a:gd name="T36" fmla="*/ 138 w 138"/>
                <a:gd name="T37" fmla="*/ 842 h 859"/>
                <a:gd name="T38" fmla="*/ 138 w 138"/>
                <a:gd name="T39" fmla="*/ 0 h 859"/>
                <a:gd name="T40" fmla="*/ 138 w 138"/>
                <a:gd name="T41" fmla="*/ 0 h 8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8"/>
                <a:gd name="T64" fmla="*/ 0 h 859"/>
                <a:gd name="T65" fmla="*/ 138 w 138"/>
                <a:gd name="T66" fmla="*/ 859 h 8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8" h="859">
                  <a:moveTo>
                    <a:pt x="138" y="0"/>
                  </a:moveTo>
                  <a:lnTo>
                    <a:pt x="0" y="0"/>
                  </a:lnTo>
                  <a:lnTo>
                    <a:pt x="0" y="837"/>
                  </a:lnTo>
                  <a:lnTo>
                    <a:pt x="6" y="837"/>
                  </a:lnTo>
                  <a:lnTo>
                    <a:pt x="17" y="840"/>
                  </a:lnTo>
                  <a:lnTo>
                    <a:pt x="29" y="840"/>
                  </a:lnTo>
                  <a:lnTo>
                    <a:pt x="37" y="842"/>
                  </a:lnTo>
                  <a:lnTo>
                    <a:pt x="45" y="845"/>
                  </a:lnTo>
                  <a:lnTo>
                    <a:pt x="53" y="848"/>
                  </a:lnTo>
                  <a:lnTo>
                    <a:pt x="61" y="853"/>
                  </a:lnTo>
                  <a:lnTo>
                    <a:pt x="69" y="853"/>
                  </a:lnTo>
                  <a:lnTo>
                    <a:pt x="77" y="856"/>
                  </a:lnTo>
                  <a:lnTo>
                    <a:pt x="87" y="859"/>
                  </a:lnTo>
                  <a:lnTo>
                    <a:pt x="95" y="859"/>
                  </a:lnTo>
                  <a:lnTo>
                    <a:pt x="103" y="859"/>
                  </a:lnTo>
                  <a:lnTo>
                    <a:pt x="111" y="856"/>
                  </a:lnTo>
                  <a:lnTo>
                    <a:pt x="122" y="853"/>
                  </a:lnTo>
                  <a:lnTo>
                    <a:pt x="127" y="848"/>
                  </a:lnTo>
                  <a:lnTo>
                    <a:pt x="138" y="84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752"/>
            <p:cNvSpPr>
              <a:spLocks/>
            </p:cNvSpPr>
            <p:nvPr/>
          </p:nvSpPr>
          <p:spPr bwMode="auto">
            <a:xfrm>
              <a:off x="7656" y="3280"/>
              <a:ext cx="69" cy="429"/>
            </a:xfrm>
            <a:custGeom>
              <a:avLst/>
              <a:gdLst>
                <a:gd name="T0" fmla="*/ 138 w 138"/>
                <a:gd name="T1" fmla="*/ 0 h 859"/>
                <a:gd name="T2" fmla="*/ 0 w 138"/>
                <a:gd name="T3" fmla="*/ 0 h 859"/>
                <a:gd name="T4" fmla="*/ 0 w 138"/>
                <a:gd name="T5" fmla="*/ 837 h 859"/>
                <a:gd name="T6" fmla="*/ 6 w 138"/>
                <a:gd name="T7" fmla="*/ 837 h 859"/>
                <a:gd name="T8" fmla="*/ 17 w 138"/>
                <a:gd name="T9" fmla="*/ 840 h 859"/>
                <a:gd name="T10" fmla="*/ 29 w 138"/>
                <a:gd name="T11" fmla="*/ 840 h 859"/>
                <a:gd name="T12" fmla="*/ 37 w 138"/>
                <a:gd name="T13" fmla="*/ 842 h 859"/>
                <a:gd name="T14" fmla="*/ 45 w 138"/>
                <a:gd name="T15" fmla="*/ 845 h 859"/>
                <a:gd name="T16" fmla="*/ 53 w 138"/>
                <a:gd name="T17" fmla="*/ 848 h 859"/>
                <a:gd name="T18" fmla="*/ 61 w 138"/>
                <a:gd name="T19" fmla="*/ 853 h 859"/>
                <a:gd name="T20" fmla="*/ 69 w 138"/>
                <a:gd name="T21" fmla="*/ 853 h 859"/>
                <a:gd name="T22" fmla="*/ 77 w 138"/>
                <a:gd name="T23" fmla="*/ 856 h 859"/>
                <a:gd name="T24" fmla="*/ 87 w 138"/>
                <a:gd name="T25" fmla="*/ 859 h 859"/>
                <a:gd name="T26" fmla="*/ 95 w 138"/>
                <a:gd name="T27" fmla="*/ 859 h 859"/>
                <a:gd name="T28" fmla="*/ 103 w 138"/>
                <a:gd name="T29" fmla="*/ 859 h 859"/>
                <a:gd name="T30" fmla="*/ 111 w 138"/>
                <a:gd name="T31" fmla="*/ 856 h 859"/>
                <a:gd name="T32" fmla="*/ 122 w 138"/>
                <a:gd name="T33" fmla="*/ 853 h 859"/>
                <a:gd name="T34" fmla="*/ 127 w 138"/>
                <a:gd name="T35" fmla="*/ 848 h 859"/>
                <a:gd name="T36" fmla="*/ 138 w 138"/>
                <a:gd name="T37" fmla="*/ 842 h 859"/>
                <a:gd name="T38" fmla="*/ 138 w 138"/>
                <a:gd name="T39" fmla="*/ 0 h 859"/>
                <a:gd name="T40" fmla="*/ 138 w 138"/>
                <a:gd name="T41" fmla="*/ 0 h 8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8"/>
                <a:gd name="T64" fmla="*/ 0 h 859"/>
                <a:gd name="T65" fmla="*/ 138 w 138"/>
                <a:gd name="T66" fmla="*/ 859 h 8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8" h="859">
                  <a:moveTo>
                    <a:pt x="138" y="0"/>
                  </a:moveTo>
                  <a:lnTo>
                    <a:pt x="0" y="0"/>
                  </a:lnTo>
                  <a:lnTo>
                    <a:pt x="0" y="837"/>
                  </a:lnTo>
                  <a:lnTo>
                    <a:pt x="6" y="837"/>
                  </a:lnTo>
                  <a:lnTo>
                    <a:pt x="17" y="840"/>
                  </a:lnTo>
                  <a:lnTo>
                    <a:pt x="29" y="840"/>
                  </a:lnTo>
                  <a:lnTo>
                    <a:pt x="37" y="842"/>
                  </a:lnTo>
                  <a:lnTo>
                    <a:pt x="45" y="845"/>
                  </a:lnTo>
                  <a:lnTo>
                    <a:pt x="53" y="848"/>
                  </a:lnTo>
                  <a:lnTo>
                    <a:pt x="61" y="853"/>
                  </a:lnTo>
                  <a:lnTo>
                    <a:pt x="69" y="853"/>
                  </a:lnTo>
                  <a:lnTo>
                    <a:pt x="77" y="856"/>
                  </a:lnTo>
                  <a:lnTo>
                    <a:pt x="87" y="859"/>
                  </a:lnTo>
                  <a:lnTo>
                    <a:pt x="95" y="859"/>
                  </a:lnTo>
                  <a:lnTo>
                    <a:pt x="103" y="859"/>
                  </a:lnTo>
                  <a:lnTo>
                    <a:pt x="111" y="856"/>
                  </a:lnTo>
                  <a:lnTo>
                    <a:pt x="122" y="853"/>
                  </a:lnTo>
                  <a:lnTo>
                    <a:pt x="127" y="848"/>
                  </a:lnTo>
                  <a:lnTo>
                    <a:pt x="138" y="842"/>
                  </a:lnTo>
                  <a:lnTo>
                    <a:pt x="138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753"/>
            <p:cNvSpPr>
              <a:spLocks/>
            </p:cNvSpPr>
            <p:nvPr/>
          </p:nvSpPr>
          <p:spPr bwMode="auto">
            <a:xfrm>
              <a:off x="6778" y="3280"/>
              <a:ext cx="68" cy="425"/>
            </a:xfrm>
            <a:custGeom>
              <a:avLst/>
              <a:gdLst>
                <a:gd name="T0" fmla="*/ 132 w 135"/>
                <a:gd name="T1" fmla="*/ 0 h 851"/>
                <a:gd name="T2" fmla="*/ 0 w 135"/>
                <a:gd name="T3" fmla="*/ 0 h 851"/>
                <a:gd name="T4" fmla="*/ 0 w 135"/>
                <a:gd name="T5" fmla="*/ 837 h 851"/>
                <a:gd name="T6" fmla="*/ 6 w 135"/>
                <a:gd name="T7" fmla="*/ 842 h 851"/>
                <a:gd name="T8" fmla="*/ 11 w 135"/>
                <a:gd name="T9" fmla="*/ 845 h 851"/>
                <a:gd name="T10" fmla="*/ 17 w 135"/>
                <a:gd name="T11" fmla="*/ 851 h 851"/>
                <a:gd name="T12" fmla="*/ 25 w 135"/>
                <a:gd name="T13" fmla="*/ 851 h 851"/>
                <a:gd name="T14" fmla="*/ 25 w 135"/>
                <a:gd name="T15" fmla="*/ 229 h 851"/>
                <a:gd name="T16" fmla="*/ 25 w 135"/>
                <a:gd name="T17" fmla="*/ 220 h 851"/>
                <a:gd name="T18" fmla="*/ 25 w 135"/>
                <a:gd name="T19" fmla="*/ 209 h 851"/>
                <a:gd name="T20" fmla="*/ 30 w 135"/>
                <a:gd name="T21" fmla="*/ 190 h 851"/>
                <a:gd name="T22" fmla="*/ 33 w 135"/>
                <a:gd name="T23" fmla="*/ 174 h 851"/>
                <a:gd name="T24" fmla="*/ 38 w 135"/>
                <a:gd name="T25" fmla="*/ 159 h 851"/>
                <a:gd name="T26" fmla="*/ 48 w 135"/>
                <a:gd name="T27" fmla="*/ 146 h 851"/>
                <a:gd name="T28" fmla="*/ 56 w 135"/>
                <a:gd name="T29" fmla="*/ 135 h 851"/>
                <a:gd name="T30" fmla="*/ 64 w 135"/>
                <a:gd name="T31" fmla="*/ 124 h 851"/>
                <a:gd name="T32" fmla="*/ 75 w 135"/>
                <a:gd name="T33" fmla="*/ 119 h 851"/>
                <a:gd name="T34" fmla="*/ 83 w 135"/>
                <a:gd name="T35" fmla="*/ 111 h 851"/>
                <a:gd name="T36" fmla="*/ 93 w 135"/>
                <a:gd name="T37" fmla="*/ 105 h 851"/>
                <a:gd name="T38" fmla="*/ 101 w 135"/>
                <a:gd name="T39" fmla="*/ 100 h 851"/>
                <a:gd name="T40" fmla="*/ 111 w 135"/>
                <a:gd name="T41" fmla="*/ 93 h 851"/>
                <a:gd name="T42" fmla="*/ 119 w 135"/>
                <a:gd name="T43" fmla="*/ 91 h 851"/>
                <a:gd name="T44" fmla="*/ 124 w 135"/>
                <a:gd name="T45" fmla="*/ 88 h 851"/>
                <a:gd name="T46" fmla="*/ 135 w 135"/>
                <a:gd name="T47" fmla="*/ 85 h 851"/>
                <a:gd name="T48" fmla="*/ 135 w 135"/>
                <a:gd name="T49" fmla="*/ 0 h 851"/>
                <a:gd name="T50" fmla="*/ 135 w 135"/>
                <a:gd name="T51" fmla="*/ 0 h 851"/>
                <a:gd name="T52" fmla="*/ 132 w 135"/>
                <a:gd name="T53" fmla="*/ 0 h 85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35"/>
                <a:gd name="T82" fmla="*/ 0 h 851"/>
                <a:gd name="T83" fmla="*/ 135 w 135"/>
                <a:gd name="T84" fmla="*/ 851 h 85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35" h="851">
                  <a:moveTo>
                    <a:pt x="132" y="0"/>
                  </a:moveTo>
                  <a:lnTo>
                    <a:pt x="0" y="0"/>
                  </a:lnTo>
                  <a:lnTo>
                    <a:pt x="0" y="837"/>
                  </a:lnTo>
                  <a:lnTo>
                    <a:pt x="6" y="842"/>
                  </a:lnTo>
                  <a:lnTo>
                    <a:pt x="11" y="845"/>
                  </a:lnTo>
                  <a:lnTo>
                    <a:pt x="17" y="851"/>
                  </a:lnTo>
                  <a:lnTo>
                    <a:pt x="25" y="851"/>
                  </a:lnTo>
                  <a:lnTo>
                    <a:pt x="25" y="229"/>
                  </a:lnTo>
                  <a:lnTo>
                    <a:pt x="25" y="220"/>
                  </a:lnTo>
                  <a:lnTo>
                    <a:pt x="25" y="209"/>
                  </a:lnTo>
                  <a:lnTo>
                    <a:pt x="30" y="190"/>
                  </a:lnTo>
                  <a:lnTo>
                    <a:pt x="33" y="174"/>
                  </a:lnTo>
                  <a:lnTo>
                    <a:pt x="38" y="159"/>
                  </a:lnTo>
                  <a:lnTo>
                    <a:pt x="48" y="146"/>
                  </a:lnTo>
                  <a:lnTo>
                    <a:pt x="56" y="135"/>
                  </a:lnTo>
                  <a:lnTo>
                    <a:pt x="64" y="124"/>
                  </a:lnTo>
                  <a:lnTo>
                    <a:pt x="75" y="119"/>
                  </a:lnTo>
                  <a:lnTo>
                    <a:pt x="83" y="111"/>
                  </a:lnTo>
                  <a:lnTo>
                    <a:pt x="93" y="105"/>
                  </a:lnTo>
                  <a:lnTo>
                    <a:pt x="101" y="100"/>
                  </a:lnTo>
                  <a:lnTo>
                    <a:pt x="111" y="93"/>
                  </a:lnTo>
                  <a:lnTo>
                    <a:pt x="119" y="91"/>
                  </a:lnTo>
                  <a:lnTo>
                    <a:pt x="124" y="88"/>
                  </a:lnTo>
                  <a:lnTo>
                    <a:pt x="135" y="85"/>
                  </a:lnTo>
                  <a:lnTo>
                    <a:pt x="135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754"/>
            <p:cNvSpPr>
              <a:spLocks/>
            </p:cNvSpPr>
            <p:nvPr/>
          </p:nvSpPr>
          <p:spPr bwMode="auto">
            <a:xfrm>
              <a:off x="6778" y="3280"/>
              <a:ext cx="68" cy="425"/>
            </a:xfrm>
            <a:custGeom>
              <a:avLst/>
              <a:gdLst>
                <a:gd name="T0" fmla="*/ 132 w 135"/>
                <a:gd name="T1" fmla="*/ 0 h 851"/>
                <a:gd name="T2" fmla="*/ 0 w 135"/>
                <a:gd name="T3" fmla="*/ 0 h 851"/>
                <a:gd name="T4" fmla="*/ 0 w 135"/>
                <a:gd name="T5" fmla="*/ 837 h 851"/>
                <a:gd name="T6" fmla="*/ 6 w 135"/>
                <a:gd name="T7" fmla="*/ 842 h 851"/>
                <a:gd name="T8" fmla="*/ 11 w 135"/>
                <a:gd name="T9" fmla="*/ 845 h 851"/>
                <a:gd name="T10" fmla="*/ 17 w 135"/>
                <a:gd name="T11" fmla="*/ 851 h 851"/>
                <a:gd name="T12" fmla="*/ 25 w 135"/>
                <a:gd name="T13" fmla="*/ 851 h 851"/>
                <a:gd name="T14" fmla="*/ 25 w 135"/>
                <a:gd name="T15" fmla="*/ 229 h 851"/>
                <a:gd name="T16" fmla="*/ 25 w 135"/>
                <a:gd name="T17" fmla="*/ 220 h 851"/>
                <a:gd name="T18" fmla="*/ 25 w 135"/>
                <a:gd name="T19" fmla="*/ 209 h 851"/>
                <a:gd name="T20" fmla="*/ 30 w 135"/>
                <a:gd name="T21" fmla="*/ 190 h 851"/>
                <a:gd name="T22" fmla="*/ 33 w 135"/>
                <a:gd name="T23" fmla="*/ 174 h 851"/>
                <a:gd name="T24" fmla="*/ 38 w 135"/>
                <a:gd name="T25" fmla="*/ 159 h 851"/>
                <a:gd name="T26" fmla="*/ 48 w 135"/>
                <a:gd name="T27" fmla="*/ 146 h 851"/>
                <a:gd name="T28" fmla="*/ 56 w 135"/>
                <a:gd name="T29" fmla="*/ 135 h 851"/>
                <a:gd name="T30" fmla="*/ 64 w 135"/>
                <a:gd name="T31" fmla="*/ 124 h 851"/>
                <a:gd name="T32" fmla="*/ 75 w 135"/>
                <a:gd name="T33" fmla="*/ 119 h 851"/>
                <a:gd name="T34" fmla="*/ 83 w 135"/>
                <a:gd name="T35" fmla="*/ 111 h 851"/>
                <a:gd name="T36" fmla="*/ 93 w 135"/>
                <a:gd name="T37" fmla="*/ 105 h 851"/>
                <a:gd name="T38" fmla="*/ 101 w 135"/>
                <a:gd name="T39" fmla="*/ 100 h 851"/>
                <a:gd name="T40" fmla="*/ 111 w 135"/>
                <a:gd name="T41" fmla="*/ 93 h 851"/>
                <a:gd name="T42" fmla="*/ 119 w 135"/>
                <a:gd name="T43" fmla="*/ 91 h 851"/>
                <a:gd name="T44" fmla="*/ 124 w 135"/>
                <a:gd name="T45" fmla="*/ 88 h 851"/>
                <a:gd name="T46" fmla="*/ 135 w 135"/>
                <a:gd name="T47" fmla="*/ 85 h 851"/>
                <a:gd name="T48" fmla="*/ 135 w 135"/>
                <a:gd name="T49" fmla="*/ 0 h 851"/>
                <a:gd name="T50" fmla="*/ 135 w 135"/>
                <a:gd name="T51" fmla="*/ 0 h 85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851"/>
                <a:gd name="T80" fmla="*/ 135 w 135"/>
                <a:gd name="T81" fmla="*/ 851 h 85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851">
                  <a:moveTo>
                    <a:pt x="132" y="0"/>
                  </a:moveTo>
                  <a:lnTo>
                    <a:pt x="0" y="0"/>
                  </a:lnTo>
                  <a:lnTo>
                    <a:pt x="0" y="837"/>
                  </a:lnTo>
                  <a:lnTo>
                    <a:pt x="6" y="842"/>
                  </a:lnTo>
                  <a:lnTo>
                    <a:pt x="11" y="845"/>
                  </a:lnTo>
                  <a:lnTo>
                    <a:pt x="17" y="851"/>
                  </a:lnTo>
                  <a:lnTo>
                    <a:pt x="25" y="851"/>
                  </a:lnTo>
                  <a:lnTo>
                    <a:pt x="25" y="229"/>
                  </a:lnTo>
                  <a:lnTo>
                    <a:pt x="25" y="220"/>
                  </a:lnTo>
                  <a:lnTo>
                    <a:pt x="25" y="209"/>
                  </a:lnTo>
                  <a:lnTo>
                    <a:pt x="30" y="190"/>
                  </a:lnTo>
                  <a:lnTo>
                    <a:pt x="33" y="174"/>
                  </a:lnTo>
                  <a:lnTo>
                    <a:pt x="38" y="159"/>
                  </a:lnTo>
                  <a:lnTo>
                    <a:pt x="48" y="146"/>
                  </a:lnTo>
                  <a:lnTo>
                    <a:pt x="56" y="135"/>
                  </a:lnTo>
                  <a:lnTo>
                    <a:pt x="64" y="124"/>
                  </a:lnTo>
                  <a:lnTo>
                    <a:pt x="75" y="119"/>
                  </a:lnTo>
                  <a:lnTo>
                    <a:pt x="83" y="111"/>
                  </a:lnTo>
                  <a:lnTo>
                    <a:pt x="93" y="105"/>
                  </a:lnTo>
                  <a:lnTo>
                    <a:pt x="101" y="100"/>
                  </a:lnTo>
                  <a:lnTo>
                    <a:pt x="111" y="93"/>
                  </a:lnTo>
                  <a:lnTo>
                    <a:pt x="119" y="91"/>
                  </a:lnTo>
                  <a:lnTo>
                    <a:pt x="124" y="88"/>
                  </a:lnTo>
                  <a:lnTo>
                    <a:pt x="135" y="85"/>
                  </a:lnTo>
                  <a:lnTo>
                    <a:pt x="13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755"/>
            <p:cNvSpPr>
              <a:spLocks/>
            </p:cNvSpPr>
            <p:nvPr/>
          </p:nvSpPr>
          <p:spPr bwMode="auto">
            <a:xfrm>
              <a:off x="7656" y="3280"/>
              <a:ext cx="69" cy="421"/>
            </a:xfrm>
            <a:custGeom>
              <a:avLst/>
              <a:gdLst>
                <a:gd name="T0" fmla="*/ 138 w 138"/>
                <a:gd name="T1" fmla="*/ 0 h 842"/>
                <a:gd name="T2" fmla="*/ 0 w 138"/>
                <a:gd name="T3" fmla="*/ 0 h 842"/>
                <a:gd name="T4" fmla="*/ 0 w 138"/>
                <a:gd name="T5" fmla="*/ 842 h 842"/>
                <a:gd name="T6" fmla="*/ 8 w 138"/>
                <a:gd name="T7" fmla="*/ 840 h 842"/>
                <a:gd name="T8" fmla="*/ 14 w 138"/>
                <a:gd name="T9" fmla="*/ 840 h 842"/>
                <a:gd name="T10" fmla="*/ 23 w 138"/>
                <a:gd name="T11" fmla="*/ 840 h 842"/>
                <a:gd name="T12" fmla="*/ 29 w 138"/>
                <a:gd name="T13" fmla="*/ 840 h 842"/>
                <a:gd name="T14" fmla="*/ 29 w 138"/>
                <a:gd name="T15" fmla="*/ 229 h 842"/>
                <a:gd name="T16" fmla="*/ 29 w 138"/>
                <a:gd name="T17" fmla="*/ 220 h 842"/>
                <a:gd name="T18" fmla="*/ 29 w 138"/>
                <a:gd name="T19" fmla="*/ 209 h 842"/>
                <a:gd name="T20" fmla="*/ 34 w 138"/>
                <a:gd name="T21" fmla="*/ 190 h 842"/>
                <a:gd name="T22" fmla="*/ 37 w 138"/>
                <a:gd name="T23" fmla="*/ 174 h 842"/>
                <a:gd name="T24" fmla="*/ 45 w 138"/>
                <a:gd name="T25" fmla="*/ 159 h 842"/>
                <a:gd name="T26" fmla="*/ 50 w 138"/>
                <a:gd name="T27" fmla="*/ 148 h 842"/>
                <a:gd name="T28" fmla="*/ 58 w 138"/>
                <a:gd name="T29" fmla="*/ 135 h 842"/>
                <a:gd name="T30" fmla="*/ 69 w 138"/>
                <a:gd name="T31" fmla="*/ 124 h 842"/>
                <a:gd name="T32" fmla="*/ 77 w 138"/>
                <a:gd name="T33" fmla="*/ 119 h 842"/>
                <a:gd name="T34" fmla="*/ 87 w 138"/>
                <a:gd name="T35" fmla="*/ 111 h 842"/>
                <a:gd name="T36" fmla="*/ 97 w 138"/>
                <a:gd name="T37" fmla="*/ 105 h 842"/>
                <a:gd name="T38" fmla="*/ 105 w 138"/>
                <a:gd name="T39" fmla="*/ 100 h 842"/>
                <a:gd name="T40" fmla="*/ 114 w 138"/>
                <a:gd name="T41" fmla="*/ 93 h 842"/>
                <a:gd name="T42" fmla="*/ 122 w 138"/>
                <a:gd name="T43" fmla="*/ 91 h 842"/>
                <a:gd name="T44" fmla="*/ 127 w 138"/>
                <a:gd name="T45" fmla="*/ 88 h 842"/>
                <a:gd name="T46" fmla="*/ 138 w 138"/>
                <a:gd name="T47" fmla="*/ 85 h 842"/>
                <a:gd name="T48" fmla="*/ 138 w 138"/>
                <a:gd name="T49" fmla="*/ 0 h 842"/>
                <a:gd name="T50" fmla="*/ 138 w 138"/>
                <a:gd name="T51" fmla="*/ 0 h 8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842"/>
                <a:gd name="T80" fmla="*/ 138 w 138"/>
                <a:gd name="T81" fmla="*/ 842 h 8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842">
                  <a:moveTo>
                    <a:pt x="138" y="0"/>
                  </a:moveTo>
                  <a:lnTo>
                    <a:pt x="0" y="0"/>
                  </a:lnTo>
                  <a:lnTo>
                    <a:pt x="0" y="842"/>
                  </a:lnTo>
                  <a:lnTo>
                    <a:pt x="8" y="840"/>
                  </a:lnTo>
                  <a:lnTo>
                    <a:pt x="14" y="840"/>
                  </a:lnTo>
                  <a:lnTo>
                    <a:pt x="23" y="840"/>
                  </a:lnTo>
                  <a:lnTo>
                    <a:pt x="29" y="840"/>
                  </a:lnTo>
                  <a:lnTo>
                    <a:pt x="29" y="229"/>
                  </a:lnTo>
                  <a:lnTo>
                    <a:pt x="29" y="220"/>
                  </a:lnTo>
                  <a:lnTo>
                    <a:pt x="29" y="209"/>
                  </a:lnTo>
                  <a:lnTo>
                    <a:pt x="34" y="190"/>
                  </a:lnTo>
                  <a:lnTo>
                    <a:pt x="37" y="174"/>
                  </a:lnTo>
                  <a:lnTo>
                    <a:pt x="45" y="159"/>
                  </a:lnTo>
                  <a:lnTo>
                    <a:pt x="50" y="148"/>
                  </a:lnTo>
                  <a:lnTo>
                    <a:pt x="58" y="135"/>
                  </a:lnTo>
                  <a:lnTo>
                    <a:pt x="69" y="124"/>
                  </a:lnTo>
                  <a:lnTo>
                    <a:pt x="77" y="119"/>
                  </a:lnTo>
                  <a:lnTo>
                    <a:pt x="87" y="111"/>
                  </a:lnTo>
                  <a:lnTo>
                    <a:pt x="97" y="105"/>
                  </a:lnTo>
                  <a:lnTo>
                    <a:pt x="105" y="100"/>
                  </a:lnTo>
                  <a:lnTo>
                    <a:pt x="114" y="93"/>
                  </a:lnTo>
                  <a:lnTo>
                    <a:pt x="122" y="91"/>
                  </a:lnTo>
                  <a:lnTo>
                    <a:pt x="127" y="88"/>
                  </a:lnTo>
                  <a:lnTo>
                    <a:pt x="138" y="85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756"/>
            <p:cNvSpPr>
              <a:spLocks/>
            </p:cNvSpPr>
            <p:nvPr/>
          </p:nvSpPr>
          <p:spPr bwMode="auto">
            <a:xfrm>
              <a:off x="7656" y="3280"/>
              <a:ext cx="69" cy="421"/>
            </a:xfrm>
            <a:custGeom>
              <a:avLst/>
              <a:gdLst>
                <a:gd name="T0" fmla="*/ 138 w 138"/>
                <a:gd name="T1" fmla="*/ 0 h 842"/>
                <a:gd name="T2" fmla="*/ 0 w 138"/>
                <a:gd name="T3" fmla="*/ 0 h 842"/>
                <a:gd name="T4" fmla="*/ 0 w 138"/>
                <a:gd name="T5" fmla="*/ 842 h 842"/>
                <a:gd name="T6" fmla="*/ 8 w 138"/>
                <a:gd name="T7" fmla="*/ 840 h 842"/>
                <a:gd name="T8" fmla="*/ 14 w 138"/>
                <a:gd name="T9" fmla="*/ 840 h 842"/>
                <a:gd name="T10" fmla="*/ 23 w 138"/>
                <a:gd name="T11" fmla="*/ 840 h 842"/>
                <a:gd name="T12" fmla="*/ 29 w 138"/>
                <a:gd name="T13" fmla="*/ 840 h 842"/>
                <a:gd name="T14" fmla="*/ 29 w 138"/>
                <a:gd name="T15" fmla="*/ 229 h 842"/>
                <a:gd name="T16" fmla="*/ 29 w 138"/>
                <a:gd name="T17" fmla="*/ 220 h 842"/>
                <a:gd name="T18" fmla="*/ 29 w 138"/>
                <a:gd name="T19" fmla="*/ 209 h 842"/>
                <a:gd name="T20" fmla="*/ 34 w 138"/>
                <a:gd name="T21" fmla="*/ 190 h 842"/>
                <a:gd name="T22" fmla="*/ 37 w 138"/>
                <a:gd name="T23" fmla="*/ 174 h 842"/>
                <a:gd name="T24" fmla="*/ 45 w 138"/>
                <a:gd name="T25" fmla="*/ 159 h 842"/>
                <a:gd name="T26" fmla="*/ 50 w 138"/>
                <a:gd name="T27" fmla="*/ 148 h 842"/>
                <a:gd name="T28" fmla="*/ 58 w 138"/>
                <a:gd name="T29" fmla="*/ 135 h 842"/>
                <a:gd name="T30" fmla="*/ 69 w 138"/>
                <a:gd name="T31" fmla="*/ 124 h 842"/>
                <a:gd name="T32" fmla="*/ 77 w 138"/>
                <a:gd name="T33" fmla="*/ 119 h 842"/>
                <a:gd name="T34" fmla="*/ 87 w 138"/>
                <a:gd name="T35" fmla="*/ 111 h 842"/>
                <a:gd name="T36" fmla="*/ 97 w 138"/>
                <a:gd name="T37" fmla="*/ 105 h 842"/>
                <a:gd name="T38" fmla="*/ 105 w 138"/>
                <a:gd name="T39" fmla="*/ 100 h 842"/>
                <a:gd name="T40" fmla="*/ 114 w 138"/>
                <a:gd name="T41" fmla="*/ 93 h 842"/>
                <a:gd name="T42" fmla="*/ 122 w 138"/>
                <a:gd name="T43" fmla="*/ 91 h 842"/>
                <a:gd name="T44" fmla="*/ 127 w 138"/>
                <a:gd name="T45" fmla="*/ 88 h 842"/>
                <a:gd name="T46" fmla="*/ 138 w 138"/>
                <a:gd name="T47" fmla="*/ 85 h 842"/>
                <a:gd name="T48" fmla="*/ 138 w 138"/>
                <a:gd name="T49" fmla="*/ 0 h 842"/>
                <a:gd name="T50" fmla="*/ 138 w 138"/>
                <a:gd name="T51" fmla="*/ 0 h 8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842"/>
                <a:gd name="T80" fmla="*/ 138 w 138"/>
                <a:gd name="T81" fmla="*/ 842 h 8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842">
                  <a:moveTo>
                    <a:pt x="138" y="0"/>
                  </a:moveTo>
                  <a:lnTo>
                    <a:pt x="0" y="0"/>
                  </a:lnTo>
                  <a:lnTo>
                    <a:pt x="0" y="842"/>
                  </a:lnTo>
                  <a:lnTo>
                    <a:pt x="8" y="840"/>
                  </a:lnTo>
                  <a:lnTo>
                    <a:pt x="14" y="840"/>
                  </a:lnTo>
                  <a:lnTo>
                    <a:pt x="23" y="840"/>
                  </a:lnTo>
                  <a:lnTo>
                    <a:pt x="29" y="840"/>
                  </a:lnTo>
                  <a:lnTo>
                    <a:pt x="29" y="229"/>
                  </a:lnTo>
                  <a:lnTo>
                    <a:pt x="29" y="220"/>
                  </a:lnTo>
                  <a:lnTo>
                    <a:pt x="29" y="209"/>
                  </a:lnTo>
                  <a:lnTo>
                    <a:pt x="34" y="190"/>
                  </a:lnTo>
                  <a:lnTo>
                    <a:pt x="37" y="174"/>
                  </a:lnTo>
                  <a:lnTo>
                    <a:pt x="45" y="159"/>
                  </a:lnTo>
                  <a:lnTo>
                    <a:pt x="50" y="148"/>
                  </a:lnTo>
                  <a:lnTo>
                    <a:pt x="58" y="135"/>
                  </a:lnTo>
                  <a:lnTo>
                    <a:pt x="69" y="124"/>
                  </a:lnTo>
                  <a:lnTo>
                    <a:pt x="77" y="119"/>
                  </a:lnTo>
                  <a:lnTo>
                    <a:pt x="87" y="111"/>
                  </a:lnTo>
                  <a:lnTo>
                    <a:pt x="97" y="105"/>
                  </a:lnTo>
                  <a:lnTo>
                    <a:pt x="105" y="100"/>
                  </a:lnTo>
                  <a:lnTo>
                    <a:pt x="114" y="93"/>
                  </a:lnTo>
                  <a:lnTo>
                    <a:pt x="122" y="91"/>
                  </a:lnTo>
                  <a:lnTo>
                    <a:pt x="127" y="88"/>
                  </a:lnTo>
                  <a:lnTo>
                    <a:pt x="138" y="85"/>
                  </a:lnTo>
                  <a:lnTo>
                    <a:pt x="138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757"/>
            <p:cNvSpPr>
              <a:spLocks/>
            </p:cNvSpPr>
            <p:nvPr/>
          </p:nvSpPr>
          <p:spPr bwMode="auto">
            <a:xfrm>
              <a:off x="6676" y="3160"/>
              <a:ext cx="33" cy="91"/>
            </a:xfrm>
            <a:custGeom>
              <a:avLst/>
              <a:gdLst>
                <a:gd name="T0" fmla="*/ 0 w 66"/>
                <a:gd name="T1" fmla="*/ 0 h 182"/>
                <a:gd name="T2" fmla="*/ 66 w 66"/>
                <a:gd name="T3" fmla="*/ 3 h 182"/>
                <a:gd name="T4" fmla="*/ 66 w 66"/>
                <a:gd name="T5" fmla="*/ 182 h 182"/>
                <a:gd name="T6" fmla="*/ 0 w 66"/>
                <a:gd name="T7" fmla="*/ 182 h 182"/>
                <a:gd name="T8" fmla="*/ 0 w 66"/>
                <a:gd name="T9" fmla="*/ 3 h 182"/>
                <a:gd name="T10" fmla="*/ 0 w 66"/>
                <a:gd name="T11" fmla="*/ 3 h 182"/>
                <a:gd name="T12" fmla="*/ 0 w 66"/>
                <a:gd name="T13" fmla="*/ 0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6"/>
                <a:gd name="T22" fmla="*/ 0 h 182"/>
                <a:gd name="T23" fmla="*/ 66 w 66"/>
                <a:gd name="T24" fmla="*/ 182 h 18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6" h="182">
                  <a:moveTo>
                    <a:pt x="0" y="0"/>
                  </a:moveTo>
                  <a:lnTo>
                    <a:pt x="66" y="3"/>
                  </a:lnTo>
                  <a:lnTo>
                    <a:pt x="66" y="182"/>
                  </a:lnTo>
                  <a:lnTo>
                    <a:pt x="0" y="182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758"/>
            <p:cNvSpPr>
              <a:spLocks/>
            </p:cNvSpPr>
            <p:nvPr/>
          </p:nvSpPr>
          <p:spPr bwMode="auto">
            <a:xfrm>
              <a:off x="6676" y="3160"/>
              <a:ext cx="33" cy="91"/>
            </a:xfrm>
            <a:custGeom>
              <a:avLst/>
              <a:gdLst>
                <a:gd name="T0" fmla="*/ 0 w 66"/>
                <a:gd name="T1" fmla="*/ 0 h 182"/>
                <a:gd name="T2" fmla="*/ 66 w 66"/>
                <a:gd name="T3" fmla="*/ 3 h 182"/>
                <a:gd name="T4" fmla="*/ 66 w 66"/>
                <a:gd name="T5" fmla="*/ 182 h 182"/>
                <a:gd name="T6" fmla="*/ 0 w 66"/>
                <a:gd name="T7" fmla="*/ 182 h 182"/>
                <a:gd name="T8" fmla="*/ 0 w 66"/>
                <a:gd name="T9" fmla="*/ 3 h 182"/>
                <a:gd name="T10" fmla="*/ 0 w 66"/>
                <a:gd name="T11" fmla="*/ 3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182"/>
                <a:gd name="T20" fmla="*/ 66 w 66"/>
                <a:gd name="T21" fmla="*/ 182 h 1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182">
                  <a:moveTo>
                    <a:pt x="0" y="0"/>
                  </a:moveTo>
                  <a:lnTo>
                    <a:pt x="66" y="3"/>
                  </a:lnTo>
                  <a:lnTo>
                    <a:pt x="66" y="182"/>
                  </a:lnTo>
                  <a:lnTo>
                    <a:pt x="0" y="182"/>
                  </a:lnTo>
                  <a:lnTo>
                    <a:pt x="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759"/>
            <p:cNvSpPr>
              <a:spLocks/>
            </p:cNvSpPr>
            <p:nvPr/>
          </p:nvSpPr>
          <p:spPr bwMode="auto">
            <a:xfrm>
              <a:off x="6840" y="3163"/>
              <a:ext cx="33" cy="94"/>
            </a:xfrm>
            <a:custGeom>
              <a:avLst/>
              <a:gdLst>
                <a:gd name="T0" fmla="*/ 0 w 66"/>
                <a:gd name="T1" fmla="*/ 0 h 187"/>
                <a:gd name="T2" fmla="*/ 66 w 66"/>
                <a:gd name="T3" fmla="*/ 0 h 187"/>
                <a:gd name="T4" fmla="*/ 66 w 66"/>
                <a:gd name="T5" fmla="*/ 187 h 187"/>
                <a:gd name="T6" fmla="*/ 3 w 66"/>
                <a:gd name="T7" fmla="*/ 187 h 187"/>
                <a:gd name="T8" fmla="*/ 3 w 66"/>
                <a:gd name="T9" fmla="*/ 0 h 187"/>
                <a:gd name="T10" fmla="*/ 3 w 66"/>
                <a:gd name="T11" fmla="*/ 0 h 187"/>
                <a:gd name="T12" fmla="*/ 0 w 66"/>
                <a:gd name="T13" fmla="*/ 0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6"/>
                <a:gd name="T22" fmla="*/ 0 h 187"/>
                <a:gd name="T23" fmla="*/ 66 w 66"/>
                <a:gd name="T24" fmla="*/ 187 h 18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6" h="187">
                  <a:moveTo>
                    <a:pt x="0" y="0"/>
                  </a:moveTo>
                  <a:lnTo>
                    <a:pt x="66" y="0"/>
                  </a:lnTo>
                  <a:lnTo>
                    <a:pt x="66" y="187"/>
                  </a:lnTo>
                  <a:lnTo>
                    <a:pt x="3" y="187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760"/>
            <p:cNvSpPr>
              <a:spLocks/>
            </p:cNvSpPr>
            <p:nvPr/>
          </p:nvSpPr>
          <p:spPr bwMode="auto">
            <a:xfrm>
              <a:off x="6840" y="3163"/>
              <a:ext cx="33" cy="94"/>
            </a:xfrm>
            <a:custGeom>
              <a:avLst/>
              <a:gdLst>
                <a:gd name="T0" fmla="*/ 0 w 66"/>
                <a:gd name="T1" fmla="*/ 0 h 187"/>
                <a:gd name="T2" fmla="*/ 66 w 66"/>
                <a:gd name="T3" fmla="*/ 0 h 187"/>
                <a:gd name="T4" fmla="*/ 66 w 66"/>
                <a:gd name="T5" fmla="*/ 187 h 187"/>
                <a:gd name="T6" fmla="*/ 3 w 66"/>
                <a:gd name="T7" fmla="*/ 187 h 187"/>
                <a:gd name="T8" fmla="*/ 3 w 66"/>
                <a:gd name="T9" fmla="*/ 0 h 187"/>
                <a:gd name="T10" fmla="*/ 3 w 66"/>
                <a:gd name="T11" fmla="*/ 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187"/>
                <a:gd name="T20" fmla="*/ 66 w 66"/>
                <a:gd name="T21" fmla="*/ 187 h 1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187">
                  <a:moveTo>
                    <a:pt x="0" y="0"/>
                  </a:moveTo>
                  <a:lnTo>
                    <a:pt x="66" y="0"/>
                  </a:lnTo>
                  <a:lnTo>
                    <a:pt x="66" y="187"/>
                  </a:lnTo>
                  <a:lnTo>
                    <a:pt x="3" y="187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761"/>
            <p:cNvSpPr>
              <a:spLocks/>
            </p:cNvSpPr>
            <p:nvPr/>
          </p:nvSpPr>
          <p:spPr bwMode="auto">
            <a:xfrm>
              <a:off x="6842" y="3163"/>
              <a:ext cx="154" cy="94"/>
            </a:xfrm>
            <a:custGeom>
              <a:avLst/>
              <a:gdLst>
                <a:gd name="T0" fmla="*/ 243 w 309"/>
                <a:gd name="T1" fmla="*/ 0 h 187"/>
                <a:gd name="T2" fmla="*/ 309 w 309"/>
                <a:gd name="T3" fmla="*/ 0 h 187"/>
                <a:gd name="T4" fmla="*/ 63 w 309"/>
                <a:gd name="T5" fmla="*/ 187 h 187"/>
                <a:gd name="T6" fmla="*/ 0 w 309"/>
                <a:gd name="T7" fmla="*/ 187 h 187"/>
                <a:gd name="T8" fmla="*/ 243 w 309"/>
                <a:gd name="T9" fmla="*/ 0 h 187"/>
                <a:gd name="T10" fmla="*/ 243 w 309"/>
                <a:gd name="T11" fmla="*/ 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9"/>
                <a:gd name="T19" fmla="*/ 0 h 187"/>
                <a:gd name="T20" fmla="*/ 309 w 309"/>
                <a:gd name="T21" fmla="*/ 187 h 1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9" h="187">
                  <a:moveTo>
                    <a:pt x="243" y="0"/>
                  </a:moveTo>
                  <a:lnTo>
                    <a:pt x="309" y="0"/>
                  </a:lnTo>
                  <a:lnTo>
                    <a:pt x="63" y="187"/>
                  </a:lnTo>
                  <a:lnTo>
                    <a:pt x="0" y="18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762"/>
            <p:cNvSpPr>
              <a:spLocks/>
            </p:cNvSpPr>
            <p:nvPr/>
          </p:nvSpPr>
          <p:spPr bwMode="auto">
            <a:xfrm>
              <a:off x="6842" y="3163"/>
              <a:ext cx="154" cy="94"/>
            </a:xfrm>
            <a:custGeom>
              <a:avLst/>
              <a:gdLst>
                <a:gd name="T0" fmla="*/ 243 w 309"/>
                <a:gd name="T1" fmla="*/ 0 h 187"/>
                <a:gd name="T2" fmla="*/ 309 w 309"/>
                <a:gd name="T3" fmla="*/ 0 h 187"/>
                <a:gd name="T4" fmla="*/ 63 w 309"/>
                <a:gd name="T5" fmla="*/ 187 h 187"/>
                <a:gd name="T6" fmla="*/ 0 w 309"/>
                <a:gd name="T7" fmla="*/ 187 h 187"/>
                <a:gd name="T8" fmla="*/ 243 w 309"/>
                <a:gd name="T9" fmla="*/ 0 h 187"/>
                <a:gd name="T10" fmla="*/ 243 w 309"/>
                <a:gd name="T11" fmla="*/ 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9"/>
                <a:gd name="T19" fmla="*/ 0 h 187"/>
                <a:gd name="T20" fmla="*/ 309 w 309"/>
                <a:gd name="T21" fmla="*/ 187 h 1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9" h="187">
                  <a:moveTo>
                    <a:pt x="243" y="0"/>
                  </a:moveTo>
                  <a:lnTo>
                    <a:pt x="309" y="0"/>
                  </a:lnTo>
                  <a:lnTo>
                    <a:pt x="63" y="187"/>
                  </a:lnTo>
                  <a:lnTo>
                    <a:pt x="0" y="187"/>
                  </a:lnTo>
                  <a:lnTo>
                    <a:pt x="24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763"/>
            <p:cNvSpPr>
              <a:spLocks/>
            </p:cNvSpPr>
            <p:nvPr/>
          </p:nvSpPr>
          <p:spPr bwMode="auto">
            <a:xfrm>
              <a:off x="6718" y="3163"/>
              <a:ext cx="155" cy="94"/>
            </a:xfrm>
            <a:custGeom>
              <a:avLst/>
              <a:gdLst>
                <a:gd name="T0" fmla="*/ 0 w 311"/>
                <a:gd name="T1" fmla="*/ 0 h 187"/>
                <a:gd name="T2" fmla="*/ 69 w 311"/>
                <a:gd name="T3" fmla="*/ 0 h 187"/>
                <a:gd name="T4" fmla="*/ 311 w 311"/>
                <a:gd name="T5" fmla="*/ 187 h 187"/>
                <a:gd name="T6" fmla="*/ 248 w 311"/>
                <a:gd name="T7" fmla="*/ 187 h 187"/>
                <a:gd name="T8" fmla="*/ 3 w 311"/>
                <a:gd name="T9" fmla="*/ 0 h 187"/>
                <a:gd name="T10" fmla="*/ 3 w 311"/>
                <a:gd name="T11" fmla="*/ 0 h 187"/>
                <a:gd name="T12" fmla="*/ 0 w 311"/>
                <a:gd name="T13" fmla="*/ 0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1"/>
                <a:gd name="T22" fmla="*/ 0 h 187"/>
                <a:gd name="T23" fmla="*/ 311 w 311"/>
                <a:gd name="T24" fmla="*/ 187 h 18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1" h="187">
                  <a:moveTo>
                    <a:pt x="0" y="0"/>
                  </a:moveTo>
                  <a:lnTo>
                    <a:pt x="69" y="0"/>
                  </a:lnTo>
                  <a:lnTo>
                    <a:pt x="311" y="187"/>
                  </a:lnTo>
                  <a:lnTo>
                    <a:pt x="248" y="187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764"/>
            <p:cNvSpPr>
              <a:spLocks/>
            </p:cNvSpPr>
            <p:nvPr/>
          </p:nvSpPr>
          <p:spPr bwMode="auto">
            <a:xfrm>
              <a:off x="6718" y="3163"/>
              <a:ext cx="155" cy="94"/>
            </a:xfrm>
            <a:custGeom>
              <a:avLst/>
              <a:gdLst>
                <a:gd name="T0" fmla="*/ 0 w 311"/>
                <a:gd name="T1" fmla="*/ 0 h 187"/>
                <a:gd name="T2" fmla="*/ 69 w 311"/>
                <a:gd name="T3" fmla="*/ 0 h 187"/>
                <a:gd name="T4" fmla="*/ 311 w 311"/>
                <a:gd name="T5" fmla="*/ 187 h 187"/>
                <a:gd name="T6" fmla="*/ 248 w 311"/>
                <a:gd name="T7" fmla="*/ 187 h 187"/>
                <a:gd name="T8" fmla="*/ 3 w 311"/>
                <a:gd name="T9" fmla="*/ 0 h 187"/>
                <a:gd name="T10" fmla="*/ 3 w 311"/>
                <a:gd name="T11" fmla="*/ 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1"/>
                <a:gd name="T19" fmla="*/ 0 h 187"/>
                <a:gd name="T20" fmla="*/ 311 w 311"/>
                <a:gd name="T21" fmla="*/ 187 h 1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1" h="187">
                  <a:moveTo>
                    <a:pt x="0" y="0"/>
                  </a:moveTo>
                  <a:lnTo>
                    <a:pt x="69" y="0"/>
                  </a:lnTo>
                  <a:lnTo>
                    <a:pt x="311" y="187"/>
                  </a:lnTo>
                  <a:lnTo>
                    <a:pt x="248" y="187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765"/>
            <p:cNvSpPr>
              <a:spLocks/>
            </p:cNvSpPr>
            <p:nvPr/>
          </p:nvSpPr>
          <p:spPr bwMode="auto">
            <a:xfrm>
              <a:off x="6647" y="3135"/>
              <a:ext cx="350" cy="37"/>
            </a:xfrm>
            <a:custGeom>
              <a:avLst/>
              <a:gdLst>
                <a:gd name="T0" fmla="*/ 0 w 699"/>
                <a:gd name="T1" fmla="*/ 0 h 73"/>
                <a:gd name="T2" fmla="*/ 699 w 699"/>
                <a:gd name="T3" fmla="*/ 0 h 73"/>
                <a:gd name="T4" fmla="*/ 699 w 699"/>
                <a:gd name="T5" fmla="*/ 73 h 73"/>
                <a:gd name="T6" fmla="*/ 0 w 699"/>
                <a:gd name="T7" fmla="*/ 73 h 73"/>
                <a:gd name="T8" fmla="*/ 0 w 699"/>
                <a:gd name="T9" fmla="*/ 0 h 73"/>
                <a:gd name="T10" fmla="*/ 0 w 699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"/>
                <a:gd name="T19" fmla="*/ 0 h 73"/>
                <a:gd name="T20" fmla="*/ 699 w 699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" h="73">
                  <a:moveTo>
                    <a:pt x="0" y="0"/>
                  </a:moveTo>
                  <a:lnTo>
                    <a:pt x="699" y="0"/>
                  </a:lnTo>
                  <a:lnTo>
                    <a:pt x="699" y="73"/>
                  </a:lnTo>
                  <a:lnTo>
                    <a:pt x="0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766"/>
            <p:cNvSpPr>
              <a:spLocks/>
            </p:cNvSpPr>
            <p:nvPr/>
          </p:nvSpPr>
          <p:spPr bwMode="auto">
            <a:xfrm>
              <a:off x="6647" y="3135"/>
              <a:ext cx="350" cy="37"/>
            </a:xfrm>
            <a:custGeom>
              <a:avLst/>
              <a:gdLst>
                <a:gd name="T0" fmla="*/ 0 w 699"/>
                <a:gd name="T1" fmla="*/ 0 h 73"/>
                <a:gd name="T2" fmla="*/ 699 w 699"/>
                <a:gd name="T3" fmla="*/ 0 h 73"/>
                <a:gd name="T4" fmla="*/ 699 w 699"/>
                <a:gd name="T5" fmla="*/ 73 h 73"/>
                <a:gd name="T6" fmla="*/ 0 w 699"/>
                <a:gd name="T7" fmla="*/ 73 h 73"/>
                <a:gd name="T8" fmla="*/ 0 w 699"/>
                <a:gd name="T9" fmla="*/ 0 h 73"/>
                <a:gd name="T10" fmla="*/ 0 w 699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"/>
                <a:gd name="T19" fmla="*/ 0 h 73"/>
                <a:gd name="T20" fmla="*/ 699 w 699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" h="73">
                  <a:moveTo>
                    <a:pt x="0" y="0"/>
                  </a:moveTo>
                  <a:lnTo>
                    <a:pt x="699" y="0"/>
                  </a:lnTo>
                  <a:lnTo>
                    <a:pt x="699" y="73"/>
                  </a:lnTo>
                  <a:lnTo>
                    <a:pt x="0" y="7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767"/>
            <p:cNvSpPr>
              <a:spLocks/>
            </p:cNvSpPr>
            <p:nvPr/>
          </p:nvSpPr>
          <p:spPr bwMode="auto">
            <a:xfrm>
              <a:off x="6647" y="3247"/>
              <a:ext cx="350" cy="36"/>
            </a:xfrm>
            <a:custGeom>
              <a:avLst/>
              <a:gdLst>
                <a:gd name="T0" fmla="*/ 0 w 699"/>
                <a:gd name="T1" fmla="*/ 0 h 72"/>
                <a:gd name="T2" fmla="*/ 699 w 699"/>
                <a:gd name="T3" fmla="*/ 3 h 72"/>
                <a:gd name="T4" fmla="*/ 699 w 699"/>
                <a:gd name="T5" fmla="*/ 72 h 72"/>
                <a:gd name="T6" fmla="*/ 0 w 699"/>
                <a:gd name="T7" fmla="*/ 72 h 72"/>
                <a:gd name="T8" fmla="*/ 0 w 699"/>
                <a:gd name="T9" fmla="*/ 3 h 72"/>
                <a:gd name="T10" fmla="*/ 0 w 699"/>
                <a:gd name="T11" fmla="*/ 3 h 72"/>
                <a:gd name="T12" fmla="*/ 0 w 699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99"/>
                <a:gd name="T22" fmla="*/ 0 h 72"/>
                <a:gd name="T23" fmla="*/ 699 w 699"/>
                <a:gd name="T24" fmla="*/ 72 h 7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99" h="72">
                  <a:moveTo>
                    <a:pt x="0" y="0"/>
                  </a:moveTo>
                  <a:lnTo>
                    <a:pt x="699" y="3"/>
                  </a:lnTo>
                  <a:lnTo>
                    <a:pt x="699" y="72"/>
                  </a:lnTo>
                  <a:lnTo>
                    <a:pt x="0" y="72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768"/>
            <p:cNvSpPr>
              <a:spLocks/>
            </p:cNvSpPr>
            <p:nvPr/>
          </p:nvSpPr>
          <p:spPr bwMode="auto">
            <a:xfrm>
              <a:off x="6647" y="3247"/>
              <a:ext cx="350" cy="36"/>
            </a:xfrm>
            <a:custGeom>
              <a:avLst/>
              <a:gdLst>
                <a:gd name="T0" fmla="*/ 0 w 699"/>
                <a:gd name="T1" fmla="*/ 0 h 72"/>
                <a:gd name="T2" fmla="*/ 699 w 699"/>
                <a:gd name="T3" fmla="*/ 3 h 72"/>
                <a:gd name="T4" fmla="*/ 699 w 699"/>
                <a:gd name="T5" fmla="*/ 72 h 72"/>
                <a:gd name="T6" fmla="*/ 0 w 699"/>
                <a:gd name="T7" fmla="*/ 72 h 72"/>
                <a:gd name="T8" fmla="*/ 0 w 699"/>
                <a:gd name="T9" fmla="*/ 3 h 72"/>
                <a:gd name="T10" fmla="*/ 0 w 699"/>
                <a:gd name="T11" fmla="*/ 3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"/>
                <a:gd name="T19" fmla="*/ 0 h 72"/>
                <a:gd name="T20" fmla="*/ 699 w 699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" h="72">
                  <a:moveTo>
                    <a:pt x="0" y="0"/>
                  </a:moveTo>
                  <a:lnTo>
                    <a:pt x="699" y="3"/>
                  </a:lnTo>
                  <a:lnTo>
                    <a:pt x="699" y="72"/>
                  </a:lnTo>
                  <a:lnTo>
                    <a:pt x="0" y="72"/>
                  </a:lnTo>
                  <a:lnTo>
                    <a:pt x="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769"/>
            <p:cNvSpPr>
              <a:spLocks/>
            </p:cNvSpPr>
            <p:nvPr/>
          </p:nvSpPr>
          <p:spPr bwMode="auto">
            <a:xfrm>
              <a:off x="6726" y="2951"/>
              <a:ext cx="215" cy="118"/>
            </a:xfrm>
            <a:custGeom>
              <a:avLst/>
              <a:gdLst>
                <a:gd name="T0" fmla="*/ 430 w 430"/>
                <a:gd name="T1" fmla="*/ 13 h 235"/>
                <a:gd name="T2" fmla="*/ 414 w 430"/>
                <a:gd name="T3" fmla="*/ 0 h 235"/>
                <a:gd name="T4" fmla="*/ 174 w 430"/>
                <a:gd name="T5" fmla="*/ 0 h 235"/>
                <a:gd name="T6" fmla="*/ 143 w 430"/>
                <a:gd name="T7" fmla="*/ 5 h 235"/>
                <a:gd name="T8" fmla="*/ 0 w 430"/>
                <a:gd name="T9" fmla="*/ 93 h 235"/>
                <a:gd name="T10" fmla="*/ 0 w 430"/>
                <a:gd name="T11" fmla="*/ 159 h 235"/>
                <a:gd name="T12" fmla="*/ 97 w 430"/>
                <a:gd name="T13" fmla="*/ 227 h 235"/>
                <a:gd name="T14" fmla="*/ 116 w 430"/>
                <a:gd name="T15" fmla="*/ 235 h 235"/>
                <a:gd name="T16" fmla="*/ 414 w 430"/>
                <a:gd name="T17" fmla="*/ 235 h 235"/>
                <a:gd name="T18" fmla="*/ 430 w 430"/>
                <a:gd name="T19" fmla="*/ 227 h 235"/>
                <a:gd name="T20" fmla="*/ 430 w 430"/>
                <a:gd name="T21" fmla="*/ 16 h 235"/>
                <a:gd name="T22" fmla="*/ 430 w 430"/>
                <a:gd name="T23" fmla="*/ 16 h 235"/>
                <a:gd name="T24" fmla="*/ 430 w 430"/>
                <a:gd name="T25" fmla="*/ 13 h 2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0"/>
                <a:gd name="T40" fmla="*/ 0 h 235"/>
                <a:gd name="T41" fmla="*/ 430 w 430"/>
                <a:gd name="T42" fmla="*/ 235 h 23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0" h="235">
                  <a:moveTo>
                    <a:pt x="430" y="13"/>
                  </a:moveTo>
                  <a:lnTo>
                    <a:pt x="414" y="0"/>
                  </a:lnTo>
                  <a:lnTo>
                    <a:pt x="174" y="0"/>
                  </a:lnTo>
                  <a:lnTo>
                    <a:pt x="143" y="5"/>
                  </a:lnTo>
                  <a:lnTo>
                    <a:pt x="0" y="93"/>
                  </a:lnTo>
                  <a:lnTo>
                    <a:pt x="0" y="159"/>
                  </a:lnTo>
                  <a:lnTo>
                    <a:pt x="97" y="227"/>
                  </a:lnTo>
                  <a:lnTo>
                    <a:pt x="116" y="235"/>
                  </a:lnTo>
                  <a:lnTo>
                    <a:pt x="414" y="235"/>
                  </a:lnTo>
                  <a:lnTo>
                    <a:pt x="430" y="227"/>
                  </a:lnTo>
                  <a:lnTo>
                    <a:pt x="430" y="16"/>
                  </a:lnTo>
                  <a:lnTo>
                    <a:pt x="430" y="13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770"/>
            <p:cNvSpPr>
              <a:spLocks/>
            </p:cNvSpPr>
            <p:nvPr/>
          </p:nvSpPr>
          <p:spPr bwMode="auto">
            <a:xfrm>
              <a:off x="6726" y="2951"/>
              <a:ext cx="215" cy="118"/>
            </a:xfrm>
            <a:custGeom>
              <a:avLst/>
              <a:gdLst>
                <a:gd name="T0" fmla="*/ 430 w 430"/>
                <a:gd name="T1" fmla="*/ 13 h 235"/>
                <a:gd name="T2" fmla="*/ 414 w 430"/>
                <a:gd name="T3" fmla="*/ 0 h 235"/>
                <a:gd name="T4" fmla="*/ 174 w 430"/>
                <a:gd name="T5" fmla="*/ 0 h 235"/>
                <a:gd name="T6" fmla="*/ 143 w 430"/>
                <a:gd name="T7" fmla="*/ 5 h 235"/>
                <a:gd name="T8" fmla="*/ 0 w 430"/>
                <a:gd name="T9" fmla="*/ 93 h 235"/>
                <a:gd name="T10" fmla="*/ 0 w 430"/>
                <a:gd name="T11" fmla="*/ 159 h 235"/>
                <a:gd name="T12" fmla="*/ 97 w 430"/>
                <a:gd name="T13" fmla="*/ 227 h 235"/>
                <a:gd name="T14" fmla="*/ 116 w 430"/>
                <a:gd name="T15" fmla="*/ 235 h 235"/>
                <a:gd name="T16" fmla="*/ 414 w 430"/>
                <a:gd name="T17" fmla="*/ 235 h 235"/>
                <a:gd name="T18" fmla="*/ 430 w 430"/>
                <a:gd name="T19" fmla="*/ 227 h 235"/>
                <a:gd name="T20" fmla="*/ 430 w 430"/>
                <a:gd name="T21" fmla="*/ 16 h 235"/>
                <a:gd name="T22" fmla="*/ 430 w 430"/>
                <a:gd name="T23" fmla="*/ 16 h 2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30"/>
                <a:gd name="T37" fmla="*/ 0 h 235"/>
                <a:gd name="T38" fmla="*/ 430 w 430"/>
                <a:gd name="T39" fmla="*/ 235 h 23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30" h="235">
                  <a:moveTo>
                    <a:pt x="430" y="13"/>
                  </a:moveTo>
                  <a:lnTo>
                    <a:pt x="414" y="0"/>
                  </a:lnTo>
                  <a:lnTo>
                    <a:pt x="174" y="0"/>
                  </a:lnTo>
                  <a:lnTo>
                    <a:pt x="143" y="5"/>
                  </a:lnTo>
                  <a:lnTo>
                    <a:pt x="0" y="93"/>
                  </a:lnTo>
                  <a:lnTo>
                    <a:pt x="0" y="159"/>
                  </a:lnTo>
                  <a:lnTo>
                    <a:pt x="97" y="227"/>
                  </a:lnTo>
                  <a:lnTo>
                    <a:pt x="116" y="235"/>
                  </a:lnTo>
                  <a:lnTo>
                    <a:pt x="414" y="235"/>
                  </a:lnTo>
                  <a:lnTo>
                    <a:pt x="430" y="227"/>
                  </a:lnTo>
                  <a:lnTo>
                    <a:pt x="430" y="1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771"/>
            <p:cNvSpPr>
              <a:spLocks/>
            </p:cNvSpPr>
            <p:nvPr/>
          </p:nvSpPr>
          <p:spPr bwMode="auto">
            <a:xfrm>
              <a:off x="6737" y="3071"/>
              <a:ext cx="196" cy="19"/>
            </a:xfrm>
            <a:custGeom>
              <a:avLst/>
              <a:gdLst>
                <a:gd name="T0" fmla="*/ 0 w 391"/>
                <a:gd name="T1" fmla="*/ 0 h 39"/>
                <a:gd name="T2" fmla="*/ 391 w 391"/>
                <a:gd name="T3" fmla="*/ 0 h 39"/>
                <a:gd name="T4" fmla="*/ 391 w 391"/>
                <a:gd name="T5" fmla="*/ 39 h 39"/>
                <a:gd name="T6" fmla="*/ 3 w 391"/>
                <a:gd name="T7" fmla="*/ 39 h 39"/>
                <a:gd name="T8" fmla="*/ 3 w 391"/>
                <a:gd name="T9" fmla="*/ 0 h 39"/>
                <a:gd name="T10" fmla="*/ 3 w 391"/>
                <a:gd name="T11" fmla="*/ 0 h 39"/>
                <a:gd name="T12" fmla="*/ 0 w 391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1"/>
                <a:gd name="T22" fmla="*/ 0 h 39"/>
                <a:gd name="T23" fmla="*/ 391 w 391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1" h="39">
                  <a:moveTo>
                    <a:pt x="0" y="0"/>
                  </a:moveTo>
                  <a:lnTo>
                    <a:pt x="391" y="0"/>
                  </a:lnTo>
                  <a:lnTo>
                    <a:pt x="391" y="39"/>
                  </a:lnTo>
                  <a:lnTo>
                    <a:pt x="3" y="39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772"/>
            <p:cNvSpPr>
              <a:spLocks/>
            </p:cNvSpPr>
            <p:nvPr/>
          </p:nvSpPr>
          <p:spPr bwMode="auto">
            <a:xfrm>
              <a:off x="6737" y="3071"/>
              <a:ext cx="196" cy="19"/>
            </a:xfrm>
            <a:custGeom>
              <a:avLst/>
              <a:gdLst>
                <a:gd name="T0" fmla="*/ 0 w 391"/>
                <a:gd name="T1" fmla="*/ 0 h 39"/>
                <a:gd name="T2" fmla="*/ 391 w 391"/>
                <a:gd name="T3" fmla="*/ 0 h 39"/>
                <a:gd name="T4" fmla="*/ 391 w 391"/>
                <a:gd name="T5" fmla="*/ 39 h 39"/>
                <a:gd name="T6" fmla="*/ 3 w 391"/>
                <a:gd name="T7" fmla="*/ 39 h 39"/>
                <a:gd name="T8" fmla="*/ 3 w 391"/>
                <a:gd name="T9" fmla="*/ 0 h 39"/>
                <a:gd name="T10" fmla="*/ 3 w 391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1"/>
                <a:gd name="T19" fmla="*/ 0 h 39"/>
                <a:gd name="T20" fmla="*/ 391 w 391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1" h="39">
                  <a:moveTo>
                    <a:pt x="0" y="0"/>
                  </a:moveTo>
                  <a:lnTo>
                    <a:pt x="391" y="0"/>
                  </a:lnTo>
                  <a:lnTo>
                    <a:pt x="391" y="39"/>
                  </a:lnTo>
                  <a:lnTo>
                    <a:pt x="3" y="39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773"/>
            <p:cNvSpPr>
              <a:spLocks/>
            </p:cNvSpPr>
            <p:nvPr/>
          </p:nvSpPr>
          <p:spPr bwMode="auto">
            <a:xfrm>
              <a:off x="6851" y="3091"/>
              <a:ext cx="103" cy="46"/>
            </a:xfrm>
            <a:custGeom>
              <a:avLst/>
              <a:gdLst>
                <a:gd name="T0" fmla="*/ 163 w 206"/>
                <a:gd name="T1" fmla="*/ 90 h 90"/>
                <a:gd name="T2" fmla="*/ 206 w 206"/>
                <a:gd name="T3" fmla="*/ 90 h 90"/>
                <a:gd name="T4" fmla="*/ 44 w 206"/>
                <a:gd name="T5" fmla="*/ 0 h 90"/>
                <a:gd name="T6" fmla="*/ 0 w 206"/>
                <a:gd name="T7" fmla="*/ 0 h 90"/>
                <a:gd name="T8" fmla="*/ 163 w 206"/>
                <a:gd name="T9" fmla="*/ 90 h 90"/>
                <a:gd name="T10" fmla="*/ 163 w 206"/>
                <a:gd name="T11" fmla="*/ 9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6"/>
                <a:gd name="T19" fmla="*/ 0 h 90"/>
                <a:gd name="T20" fmla="*/ 206 w 206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6" h="90">
                  <a:moveTo>
                    <a:pt x="163" y="90"/>
                  </a:moveTo>
                  <a:lnTo>
                    <a:pt x="206" y="9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163" y="9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774"/>
            <p:cNvSpPr>
              <a:spLocks/>
            </p:cNvSpPr>
            <p:nvPr/>
          </p:nvSpPr>
          <p:spPr bwMode="auto">
            <a:xfrm>
              <a:off x="6851" y="3091"/>
              <a:ext cx="103" cy="46"/>
            </a:xfrm>
            <a:custGeom>
              <a:avLst/>
              <a:gdLst>
                <a:gd name="T0" fmla="*/ 163 w 206"/>
                <a:gd name="T1" fmla="*/ 90 h 90"/>
                <a:gd name="T2" fmla="*/ 206 w 206"/>
                <a:gd name="T3" fmla="*/ 90 h 90"/>
                <a:gd name="T4" fmla="*/ 44 w 206"/>
                <a:gd name="T5" fmla="*/ 0 h 90"/>
                <a:gd name="T6" fmla="*/ 0 w 206"/>
                <a:gd name="T7" fmla="*/ 0 h 90"/>
                <a:gd name="T8" fmla="*/ 163 w 206"/>
                <a:gd name="T9" fmla="*/ 90 h 90"/>
                <a:gd name="T10" fmla="*/ 163 w 206"/>
                <a:gd name="T11" fmla="*/ 9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6"/>
                <a:gd name="T19" fmla="*/ 0 h 90"/>
                <a:gd name="T20" fmla="*/ 206 w 206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6" h="90">
                  <a:moveTo>
                    <a:pt x="163" y="90"/>
                  </a:moveTo>
                  <a:lnTo>
                    <a:pt x="206" y="9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163" y="9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775"/>
            <p:cNvSpPr>
              <a:spLocks/>
            </p:cNvSpPr>
            <p:nvPr/>
          </p:nvSpPr>
          <p:spPr bwMode="auto">
            <a:xfrm>
              <a:off x="6774" y="3090"/>
              <a:ext cx="97" cy="45"/>
            </a:xfrm>
            <a:custGeom>
              <a:avLst/>
              <a:gdLst>
                <a:gd name="T0" fmla="*/ 0 w 193"/>
                <a:gd name="T1" fmla="*/ 90 h 90"/>
                <a:gd name="T2" fmla="*/ 43 w 193"/>
                <a:gd name="T3" fmla="*/ 90 h 90"/>
                <a:gd name="T4" fmla="*/ 193 w 193"/>
                <a:gd name="T5" fmla="*/ 0 h 90"/>
                <a:gd name="T6" fmla="*/ 149 w 193"/>
                <a:gd name="T7" fmla="*/ 0 h 90"/>
                <a:gd name="T8" fmla="*/ 0 w 193"/>
                <a:gd name="T9" fmla="*/ 90 h 90"/>
                <a:gd name="T10" fmla="*/ 0 w 193"/>
                <a:gd name="T11" fmla="*/ 9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3"/>
                <a:gd name="T19" fmla="*/ 0 h 90"/>
                <a:gd name="T20" fmla="*/ 193 w 193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3" h="90">
                  <a:moveTo>
                    <a:pt x="0" y="90"/>
                  </a:moveTo>
                  <a:lnTo>
                    <a:pt x="43" y="90"/>
                  </a:lnTo>
                  <a:lnTo>
                    <a:pt x="193" y="0"/>
                  </a:lnTo>
                  <a:lnTo>
                    <a:pt x="149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776"/>
            <p:cNvSpPr>
              <a:spLocks/>
            </p:cNvSpPr>
            <p:nvPr/>
          </p:nvSpPr>
          <p:spPr bwMode="auto">
            <a:xfrm>
              <a:off x="6774" y="3090"/>
              <a:ext cx="97" cy="45"/>
            </a:xfrm>
            <a:custGeom>
              <a:avLst/>
              <a:gdLst>
                <a:gd name="T0" fmla="*/ 0 w 193"/>
                <a:gd name="T1" fmla="*/ 90 h 90"/>
                <a:gd name="T2" fmla="*/ 43 w 193"/>
                <a:gd name="T3" fmla="*/ 90 h 90"/>
                <a:gd name="T4" fmla="*/ 193 w 193"/>
                <a:gd name="T5" fmla="*/ 0 h 90"/>
                <a:gd name="T6" fmla="*/ 149 w 193"/>
                <a:gd name="T7" fmla="*/ 0 h 90"/>
                <a:gd name="T8" fmla="*/ 0 w 193"/>
                <a:gd name="T9" fmla="*/ 90 h 90"/>
                <a:gd name="T10" fmla="*/ 0 w 193"/>
                <a:gd name="T11" fmla="*/ 9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3"/>
                <a:gd name="T19" fmla="*/ 0 h 90"/>
                <a:gd name="T20" fmla="*/ 193 w 193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3" h="90">
                  <a:moveTo>
                    <a:pt x="0" y="90"/>
                  </a:moveTo>
                  <a:lnTo>
                    <a:pt x="43" y="90"/>
                  </a:lnTo>
                  <a:lnTo>
                    <a:pt x="193" y="0"/>
                  </a:lnTo>
                  <a:lnTo>
                    <a:pt x="149" y="0"/>
                  </a:lnTo>
                  <a:lnTo>
                    <a:pt x="0" y="9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777"/>
            <p:cNvSpPr>
              <a:spLocks/>
            </p:cNvSpPr>
            <p:nvPr/>
          </p:nvSpPr>
          <p:spPr bwMode="auto">
            <a:xfrm>
              <a:off x="6850" y="3090"/>
              <a:ext cx="22" cy="45"/>
            </a:xfrm>
            <a:custGeom>
              <a:avLst/>
              <a:gdLst>
                <a:gd name="T0" fmla="*/ 0 w 45"/>
                <a:gd name="T1" fmla="*/ 90 h 90"/>
                <a:gd name="T2" fmla="*/ 45 w 45"/>
                <a:gd name="T3" fmla="*/ 90 h 90"/>
                <a:gd name="T4" fmla="*/ 45 w 45"/>
                <a:gd name="T5" fmla="*/ 0 h 90"/>
                <a:gd name="T6" fmla="*/ 0 w 45"/>
                <a:gd name="T7" fmla="*/ 0 h 90"/>
                <a:gd name="T8" fmla="*/ 0 w 45"/>
                <a:gd name="T9" fmla="*/ 90 h 90"/>
                <a:gd name="T10" fmla="*/ 0 w 45"/>
                <a:gd name="T11" fmla="*/ 9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90"/>
                <a:gd name="T20" fmla="*/ 45 w 45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90">
                  <a:moveTo>
                    <a:pt x="0" y="90"/>
                  </a:moveTo>
                  <a:lnTo>
                    <a:pt x="45" y="90"/>
                  </a:lnTo>
                  <a:lnTo>
                    <a:pt x="45" y="0"/>
                  </a:lnTo>
                  <a:lnTo>
                    <a:pt x="0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778"/>
            <p:cNvSpPr>
              <a:spLocks/>
            </p:cNvSpPr>
            <p:nvPr/>
          </p:nvSpPr>
          <p:spPr bwMode="auto">
            <a:xfrm>
              <a:off x="6850" y="3090"/>
              <a:ext cx="22" cy="45"/>
            </a:xfrm>
            <a:custGeom>
              <a:avLst/>
              <a:gdLst>
                <a:gd name="T0" fmla="*/ 0 w 45"/>
                <a:gd name="T1" fmla="*/ 90 h 90"/>
                <a:gd name="T2" fmla="*/ 45 w 45"/>
                <a:gd name="T3" fmla="*/ 90 h 90"/>
                <a:gd name="T4" fmla="*/ 45 w 45"/>
                <a:gd name="T5" fmla="*/ 0 h 90"/>
                <a:gd name="T6" fmla="*/ 0 w 45"/>
                <a:gd name="T7" fmla="*/ 0 h 90"/>
                <a:gd name="T8" fmla="*/ 0 w 45"/>
                <a:gd name="T9" fmla="*/ 90 h 90"/>
                <a:gd name="T10" fmla="*/ 0 w 45"/>
                <a:gd name="T11" fmla="*/ 9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90"/>
                <a:gd name="T20" fmla="*/ 45 w 45"/>
                <a:gd name="T21" fmla="*/ 90 h 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90">
                  <a:moveTo>
                    <a:pt x="0" y="90"/>
                  </a:moveTo>
                  <a:lnTo>
                    <a:pt x="45" y="90"/>
                  </a:lnTo>
                  <a:lnTo>
                    <a:pt x="45" y="0"/>
                  </a:lnTo>
                  <a:lnTo>
                    <a:pt x="0" y="0"/>
                  </a:lnTo>
                  <a:lnTo>
                    <a:pt x="0" y="9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779"/>
            <p:cNvSpPr>
              <a:spLocks/>
            </p:cNvSpPr>
            <p:nvPr/>
          </p:nvSpPr>
          <p:spPr bwMode="auto">
            <a:xfrm>
              <a:off x="6744" y="2962"/>
              <a:ext cx="79" cy="33"/>
            </a:xfrm>
            <a:custGeom>
              <a:avLst/>
              <a:gdLst>
                <a:gd name="T0" fmla="*/ 0 w 159"/>
                <a:gd name="T1" fmla="*/ 63 h 66"/>
                <a:gd name="T2" fmla="*/ 118 w 159"/>
                <a:gd name="T3" fmla="*/ 0 h 66"/>
                <a:gd name="T4" fmla="*/ 159 w 159"/>
                <a:gd name="T5" fmla="*/ 0 h 66"/>
                <a:gd name="T6" fmla="*/ 159 w 159"/>
                <a:gd name="T7" fmla="*/ 66 h 66"/>
                <a:gd name="T8" fmla="*/ 0 w 159"/>
                <a:gd name="T9" fmla="*/ 63 h 66"/>
                <a:gd name="T10" fmla="*/ 0 w 159"/>
                <a:gd name="T11" fmla="*/ 6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"/>
                <a:gd name="T19" fmla="*/ 0 h 66"/>
                <a:gd name="T20" fmla="*/ 159 w 159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" h="66">
                  <a:moveTo>
                    <a:pt x="0" y="63"/>
                  </a:moveTo>
                  <a:lnTo>
                    <a:pt x="118" y="0"/>
                  </a:lnTo>
                  <a:lnTo>
                    <a:pt x="159" y="0"/>
                  </a:lnTo>
                  <a:lnTo>
                    <a:pt x="159" y="66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780"/>
            <p:cNvSpPr>
              <a:spLocks/>
            </p:cNvSpPr>
            <p:nvPr/>
          </p:nvSpPr>
          <p:spPr bwMode="auto">
            <a:xfrm>
              <a:off x="6744" y="2962"/>
              <a:ext cx="79" cy="33"/>
            </a:xfrm>
            <a:custGeom>
              <a:avLst/>
              <a:gdLst>
                <a:gd name="T0" fmla="*/ 0 w 159"/>
                <a:gd name="T1" fmla="*/ 63 h 66"/>
                <a:gd name="T2" fmla="*/ 118 w 159"/>
                <a:gd name="T3" fmla="*/ 0 h 66"/>
                <a:gd name="T4" fmla="*/ 159 w 159"/>
                <a:gd name="T5" fmla="*/ 0 h 66"/>
                <a:gd name="T6" fmla="*/ 159 w 159"/>
                <a:gd name="T7" fmla="*/ 66 h 66"/>
                <a:gd name="T8" fmla="*/ 0 w 159"/>
                <a:gd name="T9" fmla="*/ 63 h 66"/>
                <a:gd name="T10" fmla="*/ 0 w 159"/>
                <a:gd name="T11" fmla="*/ 63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"/>
                <a:gd name="T19" fmla="*/ 0 h 66"/>
                <a:gd name="T20" fmla="*/ 159 w 159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" h="66">
                  <a:moveTo>
                    <a:pt x="0" y="63"/>
                  </a:moveTo>
                  <a:lnTo>
                    <a:pt x="118" y="0"/>
                  </a:lnTo>
                  <a:lnTo>
                    <a:pt x="159" y="0"/>
                  </a:lnTo>
                  <a:lnTo>
                    <a:pt x="159" y="66"/>
                  </a:lnTo>
                  <a:lnTo>
                    <a:pt x="0" y="6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781"/>
            <p:cNvSpPr>
              <a:spLocks/>
            </p:cNvSpPr>
            <p:nvPr/>
          </p:nvSpPr>
          <p:spPr bwMode="auto">
            <a:xfrm>
              <a:off x="6438" y="2805"/>
              <a:ext cx="306" cy="193"/>
            </a:xfrm>
            <a:custGeom>
              <a:avLst/>
              <a:gdLst>
                <a:gd name="T0" fmla="*/ 612 w 612"/>
                <a:gd name="T1" fmla="*/ 359 h 386"/>
                <a:gd name="T2" fmla="*/ 253 w 612"/>
                <a:gd name="T3" fmla="*/ 0 h 386"/>
                <a:gd name="T4" fmla="*/ 0 w 612"/>
                <a:gd name="T5" fmla="*/ 58 h 386"/>
                <a:gd name="T6" fmla="*/ 3 w 612"/>
                <a:gd name="T7" fmla="*/ 94 h 386"/>
                <a:gd name="T8" fmla="*/ 248 w 612"/>
                <a:gd name="T9" fmla="*/ 39 h 386"/>
                <a:gd name="T10" fmla="*/ 575 w 612"/>
                <a:gd name="T11" fmla="*/ 386 h 386"/>
                <a:gd name="T12" fmla="*/ 612 w 612"/>
                <a:gd name="T13" fmla="*/ 359 h 386"/>
                <a:gd name="T14" fmla="*/ 612 w 612"/>
                <a:gd name="T15" fmla="*/ 359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12"/>
                <a:gd name="T25" fmla="*/ 0 h 386"/>
                <a:gd name="T26" fmla="*/ 612 w 612"/>
                <a:gd name="T27" fmla="*/ 386 h 3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12" h="386">
                  <a:moveTo>
                    <a:pt x="612" y="359"/>
                  </a:moveTo>
                  <a:lnTo>
                    <a:pt x="253" y="0"/>
                  </a:lnTo>
                  <a:lnTo>
                    <a:pt x="0" y="58"/>
                  </a:lnTo>
                  <a:lnTo>
                    <a:pt x="3" y="94"/>
                  </a:lnTo>
                  <a:lnTo>
                    <a:pt x="248" y="39"/>
                  </a:lnTo>
                  <a:lnTo>
                    <a:pt x="575" y="386"/>
                  </a:lnTo>
                  <a:lnTo>
                    <a:pt x="612" y="359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782"/>
            <p:cNvSpPr>
              <a:spLocks/>
            </p:cNvSpPr>
            <p:nvPr/>
          </p:nvSpPr>
          <p:spPr bwMode="auto">
            <a:xfrm>
              <a:off x="6438" y="2805"/>
              <a:ext cx="306" cy="193"/>
            </a:xfrm>
            <a:custGeom>
              <a:avLst/>
              <a:gdLst>
                <a:gd name="T0" fmla="*/ 612 w 612"/>
                <a:gd name="T1" fmla="*/ 359 h 386"/>
                <a:gd name="T2" fmla="*/ 253 w 612"/>
                <a:gd name="T3" fmla="*/ 0 h 386"/>
                <a:gd name="T4" fmla="*/ 0 w 612"/>
                <a:gd name="T5" fmla="*/ 58 h 386"/>
                <a:gd name="T6" fmla="*/ 3 w 612"/>
                <a:gd name="T7" fmla="*/ 94 h 386"/>
                <a:gd name="T8" fmla="*/ 248 w 612"/>
                <a:gd name="T9" fmla="*/ 39 h 386"/>
                <a:gd name="T10" fmla="*/ 575 w 612"/>
                <a:gd name="T11" fmla="*/ 386 h 386"/>
                <a:gd name="T12" fmla="*/ 612 w 612"/>
                <a:gd name="T13" fmla="*/ 359 h 386"/>
                <a:gd name="T14" fmla="*/ 612 w 612"/>
                <a:gd name="T15" fmla="*/ 359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12"/>
                <a:gd name="T25" fmla="*/ 0 h 386"/>
                <a:gd name="T26" fmla="*/ 612 w 612"/>
                <a:gd name="T27" fmla="*/ 386 h 3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12" h="386">
                  <a:moveTo>
                    <a:pt x="612" y="359"/>
                  </a:moveTo>
                  <a:lnTo>
                    <a:pt x="253" y="0"/>
                  </a:lnTo>
                  <a:lnTo>
                    <a:pt x="0" y="58"/>
                  </a:lnTo>
                  <a:lnTo>
                    <a:pt x="3" y="94"/>
                  </a:lnTo>
                  <a:lnTo>
                    <a:pt x="248" y="39"/>
                  </a:lnTo>
                  <a:lnTo>
                    <a:pt x="575" y="386"/>
                  </a:lnTo>
                  <a:lnTo>
                    <a:pt x="612" y="35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Rectangle 783"/>
            <p:cNvSpPr>
              <a:spLocks noChangeArrowheads="1"/>
            </p:cNvSpPr>
            <p:nvPr/>
          </p:nvSpPr>
          <p:spPr bwMode="auto">
            <a:xfrm>
              <a:off x="6846" y="2962"/>
              <a:ext cx="67" cy="92"/>
            </a:xfrm>
            <a:prstGeom prst="rect">
              <a:avLst/>
            </a:prstGeom>
            <a:noFill/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Line 784"/>
            <p:cNvSpPr>
              <a:spLocks noChangeShapeType="1"/>
            </p:cNvSpPr>
            <p:nvPr/>
          </p:nvSpPr>
          <p:spPr bwMode="auto">
            <a:xfrm>
              <a:off x="6858" y="2969"/>
              <a:ext cx="1" cy="7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Line 785"/>
            <p:cNvSpPr>
              <a:spLocks noChangeShapeType="1"/>
            </p:cNvSpPr>
            <p:nvPr/>
          </p:nvSpPr>
          <p:spPr bwMode="auto">
            <a:xfrm>
              <a:off x="6875" y="2969"/>
              <a:ext cx="1" cy="7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Line 786"/>
            <p:cNvSpPr>
              <a:spLocks noChangeShapeType="1"/>
            </p:cNvSpPr>
            <p:nvPr/>
          </p:nvSpPr>
          <p:spPr bwMode="auto">
            <a:xfrm>
              <a:off x="6891" y="2969"/>
              <a:ext cx="1" cy="7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787"/>
            <p:cNvSpPr>
              <a:spLocks/>
            </p:cNvSpPr>
            <p:nvPr/>
          </p:nvSpPr>
          <p:spPr bwMode="auto">
            <a:xfrm>
              <a:off x="6457" y="2773"/>
              <a:ext cx="455" cy="180"/>
            </a:xfrm>
            <a:custGeom>
              <a:avLst/>
              <a:gdLst>
                <a:gd name="T0" fmla="*/ 842 w 908"/>
                <a:gd name="T1" fmla="*/ 358 h 358"/>
                <a:gd name="T2" fmla="*/ 908 w 908"/>
                <a:gd name="T3" fmla="*/ 229 h 358"/>
                <a:gd name="T4" fmla="*/ 217 w 908"/>
                <a:gd name="T5" fmla="*/ 0 h 358"/>
                <a:gd name="T6" fmla="*/ 16 w 908"/>
                <a:gd name="T7" fmla="*/ 74 h 358"/>
                <a:gd name="T8" fmla="*/ 0 w 908"/>
                <a:gd name="T9" fmla="*/ 116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8"/>
                <a:gd name="T16" fmla="*/ 0 h 358"/>
                <a:gd name="T17" fmla="*/ 908 w 908"/>
                <a:gd name="T18" fmla="*/ 358 h 3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8" h="358">
                  <a:moveTo>
                    <a:pt x="842" y="358"/>
                  </a:moveTo>
                  <a:lnTo>
                    <a:pt x="908" y="229"/>
                  </a:lnTo>
                  <a:lnTo>
                    <a:pt x="217" y="0"/>
                  </a:lnTo>
                  <a:lnTo>
                    <a:pt x="16" y="74"/>
                  </a:lnTo>
                  <a:lnTo>
                    <a:pt x="0" y="11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788"/>
            <p:cNvSpPr>
              <a:spLocks/>
            </p:cNvSpPr>
            <p:nvPr/>
          </p:nvSpPr>
          <p:spPr bwMode="auto">
            <a:xfrm>
              <a:off x="6565" y="2808"/>
              <a:ext cx="333" cy="143"/>
            </a:xfrm>
            <a:custGeom>
              <a:avLst/>
              <a:gdLst>
                <a:gd name="T0" fmla="*/ 0 w 667"/>
                <a:gd name="T1" fmla="*/ 0 h 287"/>
                <a:gd name="T2" fmla="*/ 667 w 667"/>
                <a:gd name="T3" fmla="*/ 173 h 287"/>
                <a:gd name="T4" fmla="*/ 615 w 667"/>
                <a:gd name="T5" fmla="*/ 287 h 287"/>
                <a:gd name="T6" fmla="*/ 0 60000 65536"/>
                <a:gd name="T7" fmla="*/ 0 60000 65536"/>
                <a:gd name="T8" fmla="*/ 0 60000 65536"/>
                <a:gd name="T9" fmla="*/ 0 w 667"/>
                <a:gd name="T10" fmla="*/ 0 h 287"/>
                <a:gd name="T11" fmla="*/ 667 w 667"/>
                <a:gd name="T12" fmla="*/ 287 h 2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67" h="287">
                  <a:moveTo>
                    <a:pt x="0" y="0"/>
                  </a:moveTo>
                  <a:lnTo>
                    <a:pt x="667" y="173"/>
                  </a:lnTo>
                  <a:lnTo>
                    <a:pt x="615" y="28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Line 789"/>
            <p:cNvSpPr>
              <a:spLocks noChangeShapeType="1"/>
            </p:cNvSpPr>
            <p:nvPr/>
          </p:nvSpPr>
          <p:spPr bwMode="auto">
            <a:xfrm>
              <a:off x="6606" y="2848"/>
              <a:ext cx="192" cy="10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Line 790"/>
            <p:cNvSpPr>
              <a:spLocks noChangeShapeType="1"/>
            </p:cNvSpPr>
            <p:nvPr/>
          </p:nvSpPr>
          <p:spPr bwMode="auto">
            <a:xfrm>
              <a:off x="6642" y="2885"/>
              <a:ext cx="140" cy="8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Line 791"/>
            <p:cNvSpPr>
              <a:spLocks noChangeShapeType="1"/>
            </p:cNvSpPr>
            <p:nvPr/>
          </p:nvSpPr>
          <p:spPr bwMode="auto">
            <a:xfrm>
              <a:off x="6685" y="2928"/>
              <a:ext cx="84" cy="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792"/>
            <p:cNvSpPr>
              <a:spLocks/>
            </p:cNvSpPr>
            <p:nvPr/>
          </p:nvSpPr>
          <p:spPr bwMode="auto">
            <a:xfrm>
              <a:off x="6563" y="2806"/>
              <a:ext cx="326" cy="145"/>
            </a:xfrm>
            <a:custGeom>
              <a:avLst/>
              <a:gdLst>
                <a:gd name="T0" fmla="*/ 0 w 652"/>
                <a:gd name="T1" fmla="*/ 0 h 290"/>
                <a:gd name="T2" fmla="*/ 82 w 652"/>
                <a:gd name="T3" fmla="*/ 74 h 290"/>
                <a:gd name="T4" fmla="*/ 578 w 652"/>
                <a:gd name="T5" fmla="*/ 290 h 290"/>
                <a:gd name="T6" fmla="*/ 652 w 652"/>
                <a:gd name="T7" fmla="*/ 290 h 290"/>
                <a:gd name="T8" fmla="*/ 2 w 652"/>
                <a:gd name="T9" fmla="*/ 0 h 290"/>
                <a:gd name="T10" fmla="*/ 2 w 652"/>
                <a:gd name="T11" fmla="*/ 0 h 290"/>
                <a:gd name="T12" fmla="*/ 0 w 652"/>
                <a:gd name="T13" fmla="*/ 0 h 2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2"/>
                <a:gd name="T22" fmla="*/ 0 h 290"/>
                <a:gd name="T23" fmla="*/ 652 w 652"/>
                <a:gd name="T24" fmla="*/ 290 h 29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2" h="290">
                  <a:moveTo>
                    <a:pt x="0" y="0"/>
                  </a:moveTo>
                  <a:lnTo>
                    <a:pt x="82" y="74"/>
                  </a:lnTo>
                  <a:lnTo>
                    <a:pt x="578" y="290"/>
                  </a:lnTo>
                  <a:lnTo>
                    <a:pt x="652" y="29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8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793"/>
            <p:cNvSpPr>
              <a:spLocks/>
            </p:cNvSpPr>
            <p:nvPr/>
          </p:nvSpPr>
          <p:spPr bwMode="auto">
            <a:xfrm>
              <a:off x="6563" y="2806"/>
              <a:ext cx="326" cy="145"/>
            </a:xfrm>
            <a:custGeom>
              <a:avLst/>
              <a:gdLst>
                <a:gd name="T0" fmla="*/ 0 w 652"/>
                <a:gd name="T1" fmla="*/ 0 h 290"/>
                <a:gd name="T2" fmla="*/ 82 w 652"/>
                <a:gd name="T3" fmla="*/ 74 h 290"/>
                <a:gd name="T4" fmla="*/ 578 w 652"/>
                <a:gd name="T5" fmla="*/ 290 h 290"/>
                <a:gd name="T6" fmla="*/ 652 w 652"/>
                <a:gd name="T7" fmla="*/ 290 h 290"/>
                <a:gd name="T8" fmla="*/ 2 w 652"/>
                <a:gd name="T9" fmla="*/ 0 h 290"/>
                <a:gd name="T10" fmla="*/ 2 w 652"/>
                <a:gd name="T11" fmla="*/ 0 h 2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52"/>
                <a:gd name="T19" fmla="*/ 0 h 290"/>
                <a:gd name="T20" fmla="*/ 652 w 652"/>
                <a:gd name="T21" fmla="*/ 290 h 29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52" h="290">
                  <a:moveTo>
                    <a:pt x="0" y="0"/>
                  </a:moveTo>
                  <a:lnTo>
                    <a:pt x="82" y="74"/>
                  </a:lnTo>
                  <a:lnTo>
                    <a:pt x="578" y="290"/>
                  </a:lnTo>
                  <a:lnTo>
                    <a:pt x="652" y="290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794"/>
            <p:cNvSpPr>
              <a:spLocks/>
            </p:cNvSpPr>
            <p:nvPr/>
          </p:nvSpPr>
          <p:spPr bwMode="auto">
            <a:xfrm>
              <a:off x="6550" y="2775"/>
              <a:ext cx="36" cy="37"/>
            </a:xfrm>
            <a:custGeom>
              <a:avLst/>
              <a:gdLst>
                <a:gd name="T0" fmla="*/ 35 w 71"/>
                <a:gd name="T1" fmla="*/ 0 h 75"/>
                <a:gd name="T2" fmla="*/ 43 w 71"/>
                <a:gd name="T3" fmla="*/ 3 h 75"/>
                <a:gd name="T4" fmla="*/ 48 w 71"/>
                <a:gd name="T5" fmla="*/ 6 h 75"/>
                <a:gd name="T6" fmla="*/ 58 w 71"/>
                <a:gd name="T7" fmla="*/ 11 h 75"/>
                <a:gd name="T8" fmla="*/ 66 w 71"/>
                <a:gd name="T9" fmla="*/ 19 h 75"/>
                <a:gd name="T10" fmla="*/ 68 w 71"/>
                <a:gd name="T11" fmla="*/ 26 h 75"/>
                <a:gd name="T12" fmla="*/ 68 w 71"/>
                <a:gd name="T13" fmla="*/ 31 h 75"/>
                <a:gd name="T14" fmla="*/ 71 w 71"/>
                <a:gd name="T15" fmla="*/ 40 h 75"/>
                <a:gd name="T16" fmla="*/ 68 w 71"/>
                <a:gd name="T17" fmla="*/ 45 h 75"/>
                <a:gd name="T18" fmla="*/ 68 w 71"/>
                <a:gd name="T19" fmla="*/ 53 h 75"/>
                <a:gd name="T20" fmla="*/ 66 w 71"/>
                <a:gd name="T21" fmla="*/ 58 h 75"/>
                <a:gd name="T22" fmla="*/ 58 w 71"/>
                <a:gd name="T23" fmla="*/ 67 h 75"/>
                <a:gd name="T24" fmla="*/ 48 w 71"/>
                <a:gd name="T25" fmla="*/ 72 h 75"/>
                <a:gd name="T26" fmla="*/ 43 w 71"/>
                <a:gd name="T27" fmla="*/ 75 h 75"/>
                <a:gd name="T28" fmla="*/ 35 w 71"/>
                <a:gd name="T29" fmla="*/ 75 h 75"/>
                <a:gd name="T30" fmla="*/ 29 w 71"/>
                <a:gd name="T31" fmla="*/ 75 h 75"/>
                <a:gd name="T32" fmla="*/ 21 w 71"/>
                <a:gd name="T33" fmla="*/ 72 h 75"/>
                <a:gd name="T34" fmla="*/ 16 w 71"/>
                <a:gd name="T35" fmla="*/ 69 h 75"/>
                <a:gd name="T36" fmla="*/ 8 w 71"/>
                <a:gd name="T37" fmla="*/ 61 h 75"/>
                <a:gd name="T38" fmla="*/ 2 w 71"/>
                <a:gd name="T39" fmla="*/ 53 h 75"/>
                <a:gd name="T40" fmla="*/ 0 w 71"/>
                <a:gd name="T41" fmla="*/ 45 h 75"/>
                <a:gd name="T42" fmla="*/ 0 w 71"/>
                <a:gd name="T43" fmla="*/ 40 h 75"/>
                <a:gd name="T44" fmla="*/ 0 w 71"/>
                <a:gd name="T45" fmla="*/ 31 h 75"/>
                <a:gd name="T46" fmla="*/ 2 w 71"/>
                <a:gd name="T47" fmla="*/ 26 h 75"/>
                <a:gd name="T48" fmla="*/ 8 w 71"/>
                <a:gd name="T49" fmla="*/ 19 h 75"/>
                <a:gd name="T50" fmla="*/ 13 w 71"/>
                <a:gd name="T51" fmla="*/ 11 h 75"/>
                <a:gd name="T52" fmla="*/ 21 w 71"/>
                <a:gd name="T53" fmla="*/ 6 h 75"/>
                <a:gd name="T54" fmla="*/ 29 w 71"/>
                <a:gd name="T55" fmla="*/ 3 h 75"/>
                <a:gd name="T56" fmla="*/ 35 w 71"/>
                <a:gd name="T57" fmla="*/ 3 h 75"/>
                <a:gd name="T58" fmla="*/ 35 w 71"/>
                <a:gd name="T59" fmla="*/ 3 h 75"/>
                <a:gd name="T60" fmla="*/ 35 w 71"/>
                <a:gd name="T61" fmla="*/ 0 h 7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1"/>
                <a:gd name="T94" fmla="*/ 0 h 75"/>
                <a:gd name="T95" fmla="*/ 71 w 71"/>
                <a:gd name="T96" fmla="*/ 75 h 7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1" h="75">
                  <a:moveTo>
                    <a:pt x="35" y="0"/>
                  </a:moveTo>
                  <a:lnTo>
                    <a:pt x="43" y="3"/>
                  </a:lnTo>
                  <a:lnTo>
                    <a:pt x="48" y="6"/>
                  </a:lnTo>
                  <a:lnTo>
                    <a:pt x="58" y="11"/>
                  </a:lnTo>
                  <a:lnTo>
                    <a:pt x="66" y="19"/>
                  </a:lnTo>
                  <a:lnTo>
                    <a:pt x="68" y="26"/>
                  </a:lnTo>
                  <a:lnTo>
                    <a:pt x="68" y="31"/>
                  </a:lnTo>
                  <a:lnTo>
                    <a:pt x="71" y="40"/>
                  </a:lnTo>
                  <a:lnTo>
                    <a:pt x="68" y="45"/>
                  </a:lnTo>
                  <a:lnTo>
                    <a:pt x="68" y="53"/>
                  </a:lnTo>
                  <a:lnTo>
                    <a:pt x="66" y="58"/>
                  </a:lnTo>
                  <a:lnTo>
                    <a:pt x="58" y="67"/>
                  </a:lnTo>
                  <a:lnTo>
                    <a:pt x="48" y="72"/>
                  </a:lnTo>
                  <a:lnTo>
                    <a:pt x="43" y="75"/>
                  </a:lnTo>
                  <a:lnTo>
                    <a:pt x="35" y="75"/>
                  </a:lnTo>
                  <a:lnTo>
                    <a:pt x="29" y="75"/>
                  </a:lnTo>
                  <a:lnTo>
                    <a:pt x="21" y="72"/>
                  </a:lnTo>
                  <a:lnTo>
                    <a:pt x="16" y="69"/>
                  </a:lnTo>
                  <a:lnTo>
                    <a:pt x="8" y="61"/>
                  </a:lnTo>
                  <a:lnTo>
                    <a:pt x="2" y="53"/>
                  </a:lnTo>
                  <a:lnTo>
                    <a:pt x="0" y="45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2" y="26"/>
                  </a:lnTo>
                  <a:lnTo>
                    <a:pt x="8" y="19"/>
                  </a:lnTo>
                  <a:lnTo>
                    <a:pt x="13" y="11"/>
                  </a:lnTo>
                  <a:lnTo>
                    <a:pt x="21" y="6"/>
                  </a:lnTo>
                  <a:lnTo>
                    <a:pt x="29" y="3"/>
                  </a:lnTo>
                  <a:lnTo>
                    <a:pt x="35" y="3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795"/>
            <p:cNvSpPr>
              <a:spLocks/>
            </p:cNvSpPr>
            <p:nvPr/>
          </p:nvSpPr>
          <p:spPr bwMode="auto">
            <a:xfrm>
              <a:off x="6550" y="2775"/>
              <a:ext cx="36" cy="37"/>
            </a:xfrm>
            <a:custGeom>
              <a:avLst/>
              <a:gdLst>
                <a:gd name="T0" fmla="*/ 35 w 71"/>
                <a:gd name="T1" fmla="*/ 0 h 75"/>
                <a:gd name="T2" fmla="*/ 43 w 71"/>
                <a:gd name="T3" fmla="*/ 3 h 75"/>
                <a:gd name="T4" fmla="*/ 48 w 71"/>
                <a:gd name="T5" fmla="*/ 6 h 75"/>
                <a:gd name="T6" fmla="*/ 58 w 71"/>
                <a:gd name="T7" fmla="*/ 11 h 75"/>
                <a:gd name="T8" fmla="*/ 66 w 71"/>
                <a:gd name="T9" fmla="*/ 19 h 75"/>
                <a:gd name="T10" fmla="*/ 68 w 71"/>
                <a:gd name="T11" fmla="*/ 26 h 75"/>
                <a:gd name="T12" fmla="*/ 68 w 71"/>
                <a:gd name="T13" fmla="*/ 31 h 75"/>
                <a:gd name="T14" fmla="*/ 71 w 71"/>
                <a:gd name="T15" fmla="*/ 40 h 75"/>
                <a:gd name="T16" fmla="*/ 68 w 71"/>
                <a:gd name="T17" fmla="*/ 45 h 75"/>
                <a:gd name="T18" fmla="*/ 68 w 71"/>
                <a:gd name="T19" fmla="*/ 53 h 75"/>
                <a:gd name="T20" fmla="*/ 66 w 71"/>
                <a:gd name="T21" fmla="*/ 58 h 75"/>
                <a:gd name="T22" fmla="*/ 58 w 71"/>
                <a:gd name="T23" fmla="*/ 67 h 75"/>
                <a:gd name="T24" fmla="*/ 48 w 71"/>
                <a:gd name="T25" fmla="*/ 72 h 75"/>
                <a:gd name="T26" fmla="*/ 43 w 71"/>
                <a:gd name="T27" fmla="*/ 75 h 75"/>
                <a:gd name="T28" fmla="*/ 35 w 71"/>
                <a:gd name="T29" fmla="*/ 75 h 75"/>
                <a:gd name="T30" fmla="*/ 29 w 71"/>
                <a:gd name="T31" fmla="*/ 75 h 75"/>
                <a:gd name="T32" fmla="*/ 21 w 71"/>
                <a:gd name="T33" fmla="*/ 72 h 75"/>
                <a:gd name="T34" fmla="*/ 16 w 71"/>
                <a:gd name="T35" fmla="*/ 69 h 75"/>
                <a:gd name="T36" fmla="*/ 8 w 71"/>
                <a:gd name="T37" fmla="*/ 61 h 75"/>
                <a:gd name="T38" fmla="*/ 2 w 71"/>
                <a:gd name="T39" fmla="*/ 53 h 75"/>
                <a:gd name="T40" fmla="*/ 0 w 71"/>
                <a:gd name="T41" fmla="*/ 45 h 75"/>
                <a:gd name="T42" fmla="*/ 0 w 71"/>
                <a:gd name="T43" fmla="*/ 40 h 75"/>
                <a:gd name="T44" fmla="*/ 0 w 71"/>
                <a:gd name="T45" fmla="*/ 31 h 75"/>
                <a:gd name="T46" fmla="*/ 2 w 71"/>
                <a:gd name="T47" fmla="*/ 26 h 75"/>
                <a:gd name="T48" fmla="*/ 8 w 71"/>
                <a:gd name="T49" fmla="*/ 19 h 75"/>
                <a:gd name="T50" fmla="*/ 13 w 71"/>
                <a:gd name="T51" fmla="*/ 11 h 75"/>
                <a:gd name="T52" fmla="*/ 21 w 71"/>
                <a:gd name="T53" fmla="*/ 6 h 75"/>
                <a:gd name="T54" fmla="*/ 29 w 71"/>
                <a:gd name="T55" fmla="*/ 3 h 75"/>
                <a:gd name="T56" fmla="*/ 35 w 71"/>
                <a:gd name="T57" fmla="*/ 3 h 75"/>
                <a:gd name="T58" fmla="*/ 35 w 71"/>
                <a:gd name="T59" fmla="*/ 3 h 7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1"/>
                <a:gd name="T91" fmla="*/ 0 h 75"/>
                <a:gd name="T92" fmla="*/ 71 w 71"/>
                <a:gd name="T93" fmla="*/ 75 h 7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1" h="75">
                  <a:moveTo>
                    <a:pt x="35" y="0"/>
                  </a:moveTo>
                  <a:lnTo>
                    <a:pt x="43" y="3"/>
                  </a:lnTo>
                  <a:lnTo>
                    <a:pt x="48" y="6"/>
                  </a:lnTo>
                  <a:lnTo>
                    <a:pt x="58" y="11"/>
                  </a:lnTo>
                  <a:lnTo>
                    <a:pt x="66" y="19"/>
                  </a:lnTo>
                  <a:lnTo>
                    <a:pt x="68" y="26"/>
                  </a:lnTo>
                  <a:lnTo>
                    <a:pt x="68" y="31"/>
                  </a:lnTo>
                  <a:lnTo>
                    <a:pt x="71" y="40"/>
                  </a:lnTo>
                  <a:lnTo>
                    <a:pt x="68" y="45"/>
                  </a:lnTo>
                  <a:lnTo>
                    <a:pt x="68" y="53"/>
                  </a:lnTo>
                  <a:lnTo>
                    <a:pt x="66" y="58"/>
                  </a:lnTo>
                  <a:lnTo>
                    <a:pt x="58" y="67"/>
                  </a:lnTo>
                  <a:lnTo>
                    <a:pt x="48" y="72"/>
                  </a:lnTo>
                  <a:lnTo>
                    <a:pt x="43" y="75"/>
                  </a:lnTo>
                  <a:lnTo>
                    <a:pt x="35" y="75"/>
                  </a:lnTo>
                  <a:lnTo>
                    <a:pt x="29" y="75"/>
                  </a:lnTo>
                  <a:lnTo>
                    <a:pt x="21" y="72"/>
                  </a:lnTo>
                  <a:lnTo>
                    <a:pt x="16" y="69"/>
                  </a:lnTo>
                  <a:lnTo>
                    <a:pt x="8" y="61"/>
                  </a:lnTo>
                  <a:lnTo>
                    <a:pt x="2" y="53"/>
                  </a:lnTo>
                  <a:lnTo>
                    <a:pt x="0" y="45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2" y="26"/>
                  </a:lnTo>
                  <a:lnTo>
                    <a:pt x="8" y="19"/>
                  </a:lnTo>
                  <a:lnTo>
                    <a:pt x="13" y="11"/>
                  </a:lnTo>
                  <a:lnTo>
                    <a:pt x="21" y="6"/>
                  </a:lnTo>
                  <a:lnTo>
                    <a:pt x="29" y="3"/>
                  </a:lnTo>
                  <a:lnTo>
                    <a:pt x="35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796"/>
            <p:cNvSpPr>
              <a:spLocks/>
            </p:cNvSpPr>
            <p:nvPr/>
          </p:nvSpPr>
          <p:spPr bwMode="auto">
            <a:xfrm>
              <a:off x="6877" y="2874"/>
              <a:ext cx="37" cy="42"/>
            </a:xfrm>
            <a:custGeom>
              <a:avLst/>
              <a:gdLst>
                <a:gd name="T0" fmla="*/ 35 w 74"/>
                <a:gd name="T1" fmla="*/ 0 h 83"/>
                <a:gd name="T2" fmla="*/ 44 w 74"/>
                <a:gd name="T3" fmla="*/ 2 h 83"/>
                <a:gd name="T4" fmla="*/ 52 w 74"/>
                <a:gd name="T5" fmla="*/ 5 h 83"/>
                <a:gd name="T6" fmla="*/ 57 w 74"/>
                <a:gd name="T7" fmla="*/ 8 h 83"/>
                <a:gd name="T8" fmla="*/ 66 w 74"/>
                <a:gd name="T9" fmla="*/ 17 h 83"/>
                <a:gd name="T10" fmla="*/ 71 w 74"/>
                <a:gd name="T11" fmla="*/ 25 h 83"/>
                <a:gd name="T12" fmla="*/ 74 w 74"/>
                <a:gd name="T13" fmla="*/ 31 h 83"/>
                <a:gd name="T14" fmla="*/ 74 w 74"/>
                <a:gd name="T15" fmla="*/ 39 h 83"/>
                <a:gd name="T16" fmla="*/ 74 w 74"/>
                <a:gd name="T17" fmla="*/ 44 h 83"/>
                <a:gd name="T18" fmla="*/ 74 w 74"/>
                <a:gd name="T19" fmla="*/ 55 h 83"/>
                <a:gd name="T20" fmla="*/ 71 w 74"/>
                <a:gd name="T21" fmla="*/ 60 h 83"/>
                <a:gd name="T22" fmla="*/ 66 w 74"/>
                <a:gd name="T23" fmla="*/ 68 h 83"/>
                <a:gd name="T24" fmla="*/ 57 w 74"/>
                <a:gd name="T25" fmla="*/ 74 h 83"/>
                <a:gd name="T26" fmla="*/ 52 w 74"/>
                <a:gd name="T27" fmla="*/ 76 h 83"/>
                <a:gd name="T28" fmla="*/ 44 w 74"/>
                <a:gd name="T29" fmla="*/ 80 h 83"/>
                <a:gd name="T30" fmla="*/ 39 w 74"/>
                <a:gd name="T31" fmla="*/ 83 h 83"/>
                <a:gd name="T32" fmla="*/ 29 w 74"/>
                <a:gd name="T33" fmla="*/ 80 h 83"/>
                <a:gd name="T34" fmla="*/ 21 w 74"/>
                <a:gd name="T35" fmla="*/ 76 h 83"/>
                <a:gd name="T36" fmla="*/ 16 w 74"/>
                <a:gd name="T37" fmla="*/ 74 h 83"/>
                <a:gd name="T38" fmla="*/ 8 w 74"/>
                <a:gd name="T39" fmla="*/ 68 h 83"/>
                <a:gd name="T40" fmla="*/ 2 w 74"/>
                <a:gd name="T41" fmla="*/ 60 h 83"/>
                <a:gd name="T42" fmla="*/ 0 w 74"/>
                <a:gd name="T43" fmla="*/ 55 h 83"/>
                <a:gd name="T44" fmla="*/ 0 w 74"/>
                <a:gd name="T45" fmla="*/ 47 h 83"/>
                <a:gd name="T46" fmla="*/ 0 w 74"/>
                <a:gd name="T47" fmla="*/ 41 h 83"/>
                <a:gd name="T48" fmla="*/ 0 w 74"/>
                <a:gd name="T49" fmla="*/ 36 h 83"/>
                <a:gd name="T50" fmla="*/ 2 w 74"/>
                <a:gd name="T51" fmla="*/ 28 h 83"/>
                <a:gd name="T52" fmla="*/ 5 w 74"/>
                <a:gd name="T53" fmla="*/ 20 h 83"/>
                <a:gd name="T54" fmla="*/ 10 w 74"/>
                <a:gd name="T55" fmla="*/ 10 h 83"/>
                <a:gd name="T56" fmla="*/ 18 w 74"/>
                <a:gd name="T57" fmla="*/ 8 h 83"/>
                <a:gd name="T58" fmla="*/ 24 w 74"/>
                <a:gd name="T59" fmla="*/ 5 h 83"/>
                <a:gd name="T60" fmla="*/ 32 w 74"/>
                <a:gd name="T61" fmla="*/ 2 h 83"/>
                <a:gd name="T62" fmla="*/ 39 w 74"/>
                <a:gd name="T63" fmla="*/ 2 h 83"/>
                <a:gd name="T64" fmla="*/ 39 w 74"/>
                <a:gd name="T65" fmla="*/ 2 h 83"/>
                <a:gd name="T66" fmla="*/ 35 w 74"/>
                <a:gd name="T67" fmla="*/ 0 h 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4"/>
                <a:gd name="T103" fmla="*/ 0 h 83"/>
                <a:gd name="T104" fmla="*/ 74 w 74"/>
                <a:gd name="T105" fmla="*/ 83 h 8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4" h="83">
                  <a:moveTo>
                    <a:pt x="35" y="0"/>
                  </a:moveTo>
                  <a:lnTo>
                    <a:pt x="44" y="2"/>
                  </a:lnTo>
                  <a:lnTo>
                    <a:pt x="52" y="5"/>
                  </a:lnTo>
                  <a:lnTo>
                    <a:pt x="57" y="8"/>
                  </a:lnTo>
                  <a:lnTo>
                    <a:pt x="66" y="17"/>
                  </a:lnTo>
                  <a:lnTo>
                    <a:pt x="71" y="25"/>
                  </a:lnTo>
                  <a:lnTo>
                    <a:pt x="74" y="31"/>
                  </a:lnTo>
                  <a:lnTo>
                    <a:pt x="74" y="39"/>
                  </a:lnTo>
                  <a:lnTo>
                    <a:pt x="74" y="44"/>
                  </a:lnTo>
                  <a:lnTo>
                    <a:pt x="74" y="55"/>
                  </a:lnTo>
                  <a:lnTo>
                    <a:pt x="71" y="60"/>
                  </a:lnTo>
                  <a:lnTo>
                    <a:pt x="66" y="68"/>
                  </a:lnTo>
                  <a:lnTo>
                    <a:pt x="57" y="74"/>
                  </a:lnTo>
                  <a:lnTo>
                    <a:pt x="52" y="76"/>
                  </a:lnTo>
                  <a:lnTo>
                    <a:pt x="44" y="80"/>
                  </a:lnTo>
                  <a:lnTo>
                    <a:pt x="39" y="83"/>
                  </a:lnTo>
                  <a:lnTo>
                    <a:pt x="29" y="80"/>
                  </a:lnTo>
                  <a:lnTo>
                    <a:pt x="21" y="76"/>
                  </a:lnTo>
                  <a:lnTo>
                    <a:pt x="16" y="74"/>
                  </a:lnTo>
                  <a:lnTo>
                    <a:pt x="8" y="68"/>
                  </a:lnTo>
                  <a:lnTo>
                    <a:pt x="2" y="60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0" y="41"/>
                  </a:lnTo>
                  <a:lnTo>
                    <a:pt x="0" y="36"/>
                  </a:lnTo>
                  <a:lnTo>
                    <a:pt x="2" y="28"/>
                  </a:lnTo>
                  <a:lnTo>
                    <a:pt x="5" y="20"/>
                  </a:lnTo>
                  <a:lnTo>
                    <a:pt x="10" y="10"/>
                  </a:lnTo>
                  <a:lnTo>
                    <a:pt x="18" y="8"/>
                  </a:lnTo>
                  <a:lnTo>
                    <a:pt x="24" y="5"/>
                  </a:lnTo>
                  <a:lnTo>
                    <a:pt x="32" y="2"/>
                  </a:lnTo>
                  <a:lnTo>
                    <a:pt x="39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797"/>
            <p:cNvSpPr>
              <a:spLocks/>
            </p:cNvSpPr>
            <p:nvPr/>
          </p:nvSpPr>
          <p:spPr bwMode="auto">
            <a:xfrm>
              <a:off x="6877" y="2874"/>
              <a:ext cx="37" cy="42"/>
            </a:xfrm>
            <a:custGeom>
              <a:avLst/>
              <a:gdLst>
                <a:gd name="T0" fmla="*/ 35 w 74"/>
                <a:gd name="T1" fmla="*/ 0 h 83"/>
                <a:gd name="T2" fmla="*/ 44 w 74"/>
                <a:gd name="T3" fmla="*/ 2 h 83"/>
                <a:gd name="T4" fmla="*/ 52 w 74"/>
                <a:gd name="T5" fmla="*/ 5 h 83"/>
                <a:gd name="T6" fmla="*/ 57 w 74"/>
                <a:gd name="T7" fmla="*/ 8 h 83"/>
                <a:gd name="T8" fmla="*/ 66 w 74"/>
                <a:gd name="T9" fmla="*/ 17 h 83"/>
                <a:gd name="T10" fmla="*/ 71 w 74"/>
                <a:gd name="T11" fmla="*/ 25 h 83"/>
                <a:gd name="T12" fmla="*/ 74 w 74"/>
                <a:gd name="T13" fmla="*/ 31 h 83"/>
                <a:gd name="T14" fmla="*/ 74 w 74"/>
                <a:gd name="T15" fmla="*/ 39 h 83"/>
                <a:gd name="T16" fmla="*/ 74 w 74"/>
                <a:gd name="T17" fmla="*/ 44 h 83"/>
                <a:gd name="T18" fmla="*/ 74 w 74"/>
                <a:gd name="T19" fmla="*/ 55 h 83"/>
                <a:gd name="T20" fmla="*/ 71 w 74"/>
                <a:gd name="T21" fmla="*/ 60 h 83"/>
                <a:gd name="T22" fmla="*/ 66 w 74"/>
                <a:gd name="T23" fmla="*/ 68 h 83"/>
                <a:gd name="T24" fmla="*/ 57 w 74"/>
                <a:gd name="T25" fmla="*/ 74 h 83"/>
                <a:gd name="T26" fmla="*/ 52 w 74"/>
                <a:gd name="T27" fmla="*/ 76 h 83"/>
                <a:gd name="T28" fmla="*/ 44 w 74"/>
                <a:gd name="T29" fmla="*/ 80 h 83"/>
                <a:gd name="T30" fmla="*/ 39 w 74"/>
                <a:gd name="T31" fmla="*/ 83 h 83"/>
                <a:gd name="T32" fmla="*/ 29 w 74"/>
                <a:gd name="T33" fmla="*/ 80 h 83"/>
                <a:gd name="T34" fmla="*/ 21 w 74"/>
                <a:gd name="T35" fmla="*/ 76 h 83"/>
                <a:gd name="T36" fmla="*/ 16 w 74"/>
                <a:gd name="T37" fmla="*/ 74 h 83"/>
                <a:gd name="T38" fmla="*/ 8 w 74"/>
                <a:gd name="T39" fmla="*/ 68 h 83"/>
                <a:gd name="T40" fmla="*/ 2 w 74"/>
                <a:gd name="T41" fmla="*/ 60 h 83"/>
                <a:gd name="T42" fmla="*/ 0 w 74"/>
                <a:gd name="T43" fmla="*/ 55 h 83"/>
                <a:gd name="T44" fmla="*/ 0 w 74"/>
                <a:gd name="T45" fmla="*/ 47 h 83"/>
                <a:gd name="T46" fmla="*/ 0 w 74"/>
                <a:gd name="T47" fmla="*/ 41 h 83"/>
                <a:gd name="T48" fmla="*/ 0 w 74"/>
                <a:gd name="T49" fmla="*/ 36 h 83"/>
                <a:gd name="T50" fmla="*/ 2 w 74"/>
                <a:gd name="T51" fmla="*/ 28 h 83"/>
                <a:gd name="T52" fmla="*/ 5 w 74"/>
                <a:gd name="T53" fmla="*/ 20 h 83"/>
                <a:gd name="T54" fmla="*/ 10 w 74"/>
                <a:gd name="T55" fmla="*/ 10 h 83"/>
                <a:gd name="T56" fmla="*/ 18 w 74"/>
                <a:gd name="T57" fmla="*/ 8 h 83"/>
                <a:gd name="T58" fmla="*/ 24 w 74"/>
                <a:gd name="T59" fmla="*/ 5 h 83"/>
                <a:gd name="T60" fmla="*/ 32 w 74"/>
                <a:gd name="T61" fmla="*/ 2 h 83"/>
                <a:gd name="T62" fmla="*/ 39 w 74"/>
                <a:gd name="T63" fmla="*/ 2 h 83"/>
                <a:gd name="T64" fmla="*/ 39 w 74"/>
                <a:gd name="T65" fmla="*/ 2 h 8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4"/>
                <a:gd name="T100" fmla="*/ 0 h 83"/>
                <a:gd name="T101" fmla="*/ 74 w 74"/>
                <a:gd name="T102" fmla="*/ 83 h 8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4" h="83">
                  <a:moveTo>
                    <a:pt x="35" y="0"/>
                  </a:moveTo>
                  <a:lnTo>
                    <a:pt x="44" y="2"/>
                  </a:lnTo>
                  <a:lnTo>
                    <a:pt x="52" y="5"/>
                  </a:lnTo>
                  <a:lnTo>
                    <a:pt x="57" y="8"/>
                  </a:lnTo>
                  <a:lnTo>
                    <a:pt x="66" y="17"/>
                  </a:lnTo>
                  <a:lnTo>
                    <a:pt x="71" y="25"/>
                  </a:lnTo>
                  <a:lnTo>
                    <a:pt x="74" y="31"/>
                  </a:lnTo>
                  <a:lnTo>
                    <a:pt x="74" y="39"/>
                  </a:lnTo>
                  <a:lnTo>
                    <a:pt x="74" y="44"/>
                  </a:lnTo>
                  <a:lnTo>
                    <a:pt x="74" y="55"/>
                  </a:lnTo>
                  <a:lnTo>
                    <a:pt x="71" y="60"/>
                  </a:lnTo>
                  <a:lnTo>
                    <a:pt x="66" y="68"/>
                  </a:lnTo>
                  <a:lnTo>
                    <a:pt x="57" y="74"/>
                  </a:lnTo>
                  <a:lnTo>
                    <a:pt x="52" y="76"/>
                  </a:lnTo>
                  <a:lnTo>
                    <a:pt x="44" y="80"/>
                  </a:lnTo>
                  <a:lnTo>
                    <a:pt x="39" y="83"/>
                  </a:lnTo>
                  <a:lnTo>
                    <a:pt x="29" y="80"/>
                  </a:lnTo>
                  <a:lnTo>
                    <a:pt x="21" y="76"/>
                  </a:lnTo>
                  <a:lnTo>
                    <a:pt x="16" y="74"/>
                  </a:lnTo>
                  <a:lnTo>
                    <a:pt x="8" y="68"/>
                  </a:lnTo>
                  <a:lnTo>
                    <a:pt x="2" y="60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0" y="41"/>
                  </a:lnTo>
                  <a:lnTo>
                    <a:pt x="0" y="36"/>
                  </a:lnTo>
                  <a:lnTo>
                    <a:pt x="2" y="28"/>
                  </a:lnTo>
                  <a:lnTo>
                    <a:pt x="5" y="20"/>
                  </a:lnTo>
                  <a:lnTo>
                    <a:pt x="10" y="10"/>
                  </a:lnTo>
                  <a:lnTo>
                    <a:pt x="18" y="8"/>
                  </a:lnTo>
                  <a:lnTo>
                    <a:pt x="24" y="5"/>
                  </a:lnTo>
                  <a:lnTo>
                    <a:pt x="32" y="2"/>
                  </a:lnTo>
                  <a:lnTo>
                    <a:pt x="39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798"/>
            <p:cNvSpPr>
              <a:spLocks/>
            </p:cNvSpPr>
            <p:nvPr/>
          </p:nvSpPr>
          <p:spPr bwMode="auto">
            <a:xfrm>
              <a:off x="6457" y="2805"/>
              <a:ext cx="18" cy="21"/>
            </a:xfrm>
            <a:custGeom>
              <a:avLst/>
              <a:gdLst>
                <a:gd name="T0" fmla="*/ 16 w 35"/>
                <a:gd name="T1" fmla="*/ 0 h 42"/>
                <a:gd name="T2" fmla="*/ 24 w 35"/>
                <a:gd name="T3" fmla="*/ 3 h 42"/>
                <a:gd name="T4" fmla="*/ 32 w 35"/>
                <a:gd name="T5" fmla="*/ 11 h 42"/>
                <a:gd name="T6" fmla="*/ 35 w 35"/>
                <a:gd name="T7" fmla="*/ 16 h 42"/>
                <a:gd name="T8" fmla="*/ 35 w 35"/>
                <a:gd name="T9" fmla="*/ 22 h 42"/>
                <a:gd name="T10" fmla="*/ 35 w 35"/>
                <a:gd name="T11" fmla="*/ 28 h 42"/>
                <a:gd name="T12" fmla="*/ 30 w 35"/>
                <a:gd name="T13" fmla="*/ 37 h 42"/>
                <a:gd name="T14" fmla="*/ 24 w 35"/>
                <a:gd name="T15" fmla="*/ 39 h 42"/>
                <a:gd name="T16" fmla="*/ 19 w 35"/>
                <a:gd name="T17" fmla="*/ 42 h 42"/>
                <a:gd name="T18" fmla="*/ 11 w 35"/>
                <a:gd name="T19" fmla="*/ 39 h 42"/>
                <a:gd name="T20" fmla="*/ 5 w 35"/>
                <a:gd name="T21" fmla="*/ 34 h 42"/>
                <a:gd name="T22" fmla="*/ 3 w 35"/>
                <a:gd name="T23" fmla="*/ 28 h 42"/>
                <a:gd name="T24" fmla="*/ 0 w 35"/>
                <a:gd name="T25" fmla="*/ 22 h 42"/>
                <a:gd name="T26" fmla="*/ 3 w 35"/>
                <a:gd name="T27" fmla="*/ 14 h 42"/>
                <a:gd name="T28" fmla="*/ 8 w 35"/>
                <a:gd name="T29" fmla="*/ 6 h 42"/>
                <a:gd name="T30" fmla="*/ 13 w 35"/>
                <a:gd name="T31" fmla="*/ 3 h 42"/>
                <a:gd name="T32" fmla="*/ 19 w 35"/>
                <a:gd name="T33" fmla="*/ 3 h 42"/>
                <a:gd name="T34" fmla="*/ 19 w 35"/>
                <a:gd name="T35" fmla="*/ 3 h 42"/>
                <a:gd name="T36" fmla="*/ 16 w 35"/>
                <a:gd name="T37" fmla="*/ 0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5"/>
                <a:gd name="T58" fmla="*/ 0 h 42"/>
                <a:gd name="T59" fmla="*/ 35 w 35"/>
                <a:gd name="T60" fmla="*/ 42 h 4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5" h="42">
                  <a:moveTo>
                    <a:pt x="16" y="0"/>
                  </a:moveTo>
                  <a:lnTo>
                    <a:pt x="24" y="3"/>
                  </a:lnTo>
                  <a:lnTo>
                    <a:pt x="32" y="11"/>
                  </a:lnTo>
                  <a:lnTo>
                    <a:pt x="35" y="16"/>
                  </a:lnTo>
                  <a:lnTo>
                    <a:pt x="35" y="22"/>
                  </a:lnTo>
                  <a:lnTo>
                    <a:pt x="35" y="28"/>
                  </a:lnTo>
                  <a:lnTo>
                    <a:pt x="30" y="37"/>
                  </a:lnTo>
                  <a:lnTo>
                    <a:pt x="24" y="39"/>
                  </a:lnTo>
                  <a:lnTo>
                    <a:pt x="19" y="42"/>
                  </a:lnTo>
                  <a:lnTo>
                    <a:pt x="11" y="39"/>
                  </a:lnTo>
                  <a:lnTo>
                    <a:pt x="5" y="34"/>
                  </a:lnTo>
                  <a:lnTo>
                    <a:pt x="3" y="28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8" y="6"/>
                  </a:lnTo>
                  <a:lnTo>
                    <a:pt x="13" y="3"/>
                  </a:lnTo>
                  <a:lnTo>
                    <a:pt x="19" y="3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799"/>
            <p:cNvSpPr>
              <a:spLocks/>
            </p:cNvSpPr>
            <p:nvPr/>
          </p:nvSpPr>
          <p:spPr bwMode="auto">
            <a:xfrm>
              <a:off x="6457" y="2805"/>
              <a:ext cx="18" cy="21"/>
            </a:xfrm>
            <a:custGeom>
              <a:avLst/>
              <a:gdLst>
                <a:gd name="T0" fmla="*/ 16 w 35"/>
                <a:gd name="T1" fmla="*/ 0 h 42"/>
                <a:gd name="T2" fmla="*/ 24 w 35"/>
                <a:gd name="T3" fmla="*/ 3 h 42"/>
                <a:gd name="T4" fmla="*/ 32 w 35"/>
                <a:gd name="T5" fmla="*/ 11 h 42"/>
                <a:gd name="T6" fmla="*/ 35 w 35"/>
                <a:gd name="T7" fmla="*/ 16 h 42"/>
                <a:gd name="T8" fmla="*/ 35 w 35"/>
                <a:gd name="T9" fmla="*/ 22 h 42"/>
                <a:gd name="T10" fmla="*/ 35 w 35"/>
                <a:gd name="T11" fmla="*/ 28 h 42"/>
                <a:gd name="T12" fmla="*/ 30 w 35"/>
                <a:gd name="T13" fmla="*/ 37 h 42"/>
                <a:gd name="T14" fmla="*/ 24 w 35"/>
                <a:gd name="T15" fmla="*/ 39 h 42"/>
                <a:gd name="T16" fmla="*/ 19 w 35"/>
                <a:gd name="T17" fmla="*/ 42 h 42"/>
                <a:gd name="T18" fmla="*/ 11 w 35"/>
                <a:gd name="T19" fmla="*/ 39 h 42"/>
                <a:gd name="T20" fmla="*/ 5 w 35"/>
                <a:gd name="T21" fmla="*/ 34 h 42"/>
                <a:gd name="T22" fmla="*/ 3 w 35"/>
                <a:gd name="T23" fmla="*/ 28 h 42"/>
                <a:gd name="T24" fmla="*/ 0 w 35"/>
                <a:gd name="T25" fmla="*/ 22 h 42"/>
                <a:gd name="T26" fmla="*/ 3 w 35"/>
                <a:gd name="T27" fmla="*/ 14 h 42"/>
                <a:gd name="T28" fmla="*/ 8 w 35"/>
                <a:gd name="T29" fmla="*/ 6 h 42"/>
                <a:gd name="T30" fmla="*/ 13 w 35"/>
                <a:gd name="T31" fmla="*/ 3 h 42"/>
                <a:gd name="T32" fmla="*/ 19 w 35"/>
                <a:gd name="T33" fmla="*/ 3 h 42"/>
                <a:gd name="T34" fmla="*/ 19 w 35"/>
                <a:gd name="T35" fmla="*/ 3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5"/>
                <a:gd name="T55" fmla="*/ 0 h 42"/>
                <a:gd name="T56" fmla="*/ 35 w 35"/>
                <a:gd name="T57" fmla="*/ 42 h 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5" h="42">
                  <a:moveTo>
                    <a:pt x="16" y="0"/>
                  </a:moveTo>
                  <a:lnTo>
                    <a:pt x="24" y="3"/>
                  </a:lnTo>
                  <a:lnTo>
                    <a:pt x="32" y="11"/>
                  </a:lnTo>
                  <a:lnTo>
                    <a:pt x="35" y="16"/>
                  </a:lnTo>
                  <a:lnTo>
                    <a:pt x="35" y="22"/>
                  </a:lnTo>
                  <a:lnTo>
                    <a:pt x="35" y="28"/>
                  </a:lnTo>
                  <a:lnTo>
                    <a:pt x="30" y="37"/>
                  </a:lnTo>
                  <a:lnTo>
                    <a:pt x="24" y="39"/>
                  </a:lnTo>
                  <a:lnTo>
                    <a:pt x="19" y="42"/>
                  </a:lnTo>
                  <a:lnTo>
                    <a:pt x="11" y="39"/>
                  </a:lnTo>
                  <a:lnTo>
                    <a:pt x="5" y="34"/>
                  </a:lnTo>
                  <a:lnTo>
                    <a:pt x="3" y="28"/>
                  </a:lnTo>
                  <a:lnTo>
                    <a:pt x="0" y="22"/>
                  </a:lnTo>
                  <a:lnTo>
                    <a:pt x="3" y="14"/>
                  </a:lnTo>
                  <a:lnTo>
                    <a:pt x="8" y="6"/>
                  </a:lnTo>
                  <a:lnTo>
                    <a:pt x="13" y="3"/>
                  </a:lnTo>
                  <a:lnTo>
                    <a:pt x="19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Line 800"/>
            <p:cNvSpPr>
              <a:spLocks noChangeShapeType="1"/>
            </p:cNvSpPr>
            <p:nvPr/>
          </p:nvSpPr>
          <p:spPr bwMode="auto">
            <a:xfrm>
              <a:off x="6453" y="2851"/>
              <a:ext cx="1" cy="58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 801"/>
          <p:cNvGrpSpPr>
            <a:grpSpLocks/>
          </p:cNvGrpSpPr>
          <p:nvPr/>
        </p:nvGrpSpPr>
        <p:grpSpPr bwMode="auto">
          <a:xfrm>
            <a:off x="5883275" y="3708400"/>
            <a:ext cx="1792288" cy="2170113"/>
            <a:chOff x="6850" y="1036"/>
            <a:chExt cx="1320" cy="1512"/>
          </a:xfrm>
        </p:grpSpPr>
        <p:sp>
          <p:nvSpPr>
            <p:cNvPr id="38925" name="Freeform 802"/>
            <p:cNvSpPr>
              <a:spLocks/>
            </p:cNvSpPr>
            <p:nvPr/>
          </p:nvSpPr>
          <p:spPr bwMode="auto">
            <a:xfrm>
              <a:off x="7392" y="2231"/>
              <a:ext cx="302" cy="317"/>
            </a:xfrm>
            <a:custGeom>
              <a:avLst/>
              <a:gdLst>
                <a:gd name="T0" fmla="*/ 160 w 604"/>
                <a:gd name="T1" fmla="*/ 0 h 632"/>
                <a:gd name="T2" fmla="*/ 604 w 604"/>
                <a:gd name="T3" fmla="*/ 47 h 632"/>
                <a:gd name="T4" fmla="*/ 587 w 604"/>
                <a:gd name="T5" fmla="*/ 180 h 632"/>
                <a:gd name="T6" fmla="*/ 574 w 604"/>
                <a:gd name="T7" fmla="*/ 339 h 632"/>
                <a:gd name="T8" fmla="*/ 567 w 604"/>
                <a:gd name="T9" fmla="*/ 496 h 632"/>
                <a:gd name="T10" fmla="*/ 564 w 604"/>
                <a:gd name="T11" fmla="*/ 632 h 632"/>
                <a:gd name="T12" fmla="*/ 0 w 604"/>
                <a:gd name="T13" fmla="*/ 632 h 632"/>
                <a:gd name="T14" fmla="*/ 163 w 604"/>
                <a:gd name="T15" fmla="*/ 0 h 632"/>
                <a:gd name="T16" fmla="*/ 163 w 604"/>
                <a:gd name="T17" fmla="*/ 0 h 632"/>
                <a:gd name="T18" fmla="*/ 160 w 604"/>
                <a:gd name="T19" fmla="*/ 0 h 6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4"/>
                <a:gd name="T31" fmla="*/ 0 h 632"/>
                <a:gd name="T32" fmla="*/ 604 w 604"/>
                <a:gd name="T33" fmla="*/ 632 h 6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4" h="632">
                  <a:moveTo>
                    <a:pt x="160" y="0"/>
                  </a:moveTo>
                  <a:lnTo>
                    <a:pt x="604" y="47"/>
                  </a:lnTo>
                  <a:lnTo>
                    <a:pt x="587" y="180"/>
                  </a:lnTo>
                  <a:lnTo>
                    <a:pt x="574" y="339"/>
                  </a:lnTo>
                  <a:lnTo>
                    <a:pt x="567" y="496"/>
                  </a:lnTo>
                  <a:lnTo>
                    <a:pt x="564" y="632"/>
                  </a:lnTo>
                  <a:lnTo>
                    <a:pt x="0" y="632"/>
                  </a:lnTo>
                  <a:lnTo>
                    <a:pt x="163" y="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803"/>
            <p:cNvSpPr>
              <a:spLocks/>
            </p:cNvSpPr>
            <p:nvPr/>
          </p:nvSpPr>
          <p:spPr bwMode="auto">
            <a:xfrm>
              <a:off x="7392" y="2231"/>
              <a:ext cx="302" cy="317"/>
            </a:xfrm>
            <a:custGeom>
              <a:avLst/>
              <a:gdLst>
                <a:gd name="T0" fmla="*/ 160 w 604"/>
                <a:gd name="T1" fmla="*/ 0 h 632"/>
                <a:gd name="T2" fmla="*/ 604 w 604"/>
                <a:gd name="T3" fmla="*/ 47 h 632"/>
                <a:gd name="T4" fmla="*/ 587 w 604"/>
                <a:gd name="T5" fmla="*/ 180 h 632"/>
                <a:gd name="T6" fmla="*/ 574 w 604"/>
                <a:gd name="T7" fmla="*/ 339 h 632"/>
                <a:gd name="T8" fmla="*/ 567 w 604"/>
                <a:gd name="T9" fmla="*/ 496 h 632"/>
                <a:gd name="T10" fmla="*/ 564 w 604"/>
                <a:gd name="T11" fmla="*/ 632 h 632"/>
                <a:gd name="T12" fmla="*/ 0 w 604"/>
                <a:gd name="T13" fmla="*/ 632 h 632"/>
                <a:gd name="T14" fmla="*/ 163 w 604"/>
                <a:gd name="T15" fmla="*/ 0 h 632"/>
                <a:gd name="T16" fmla="*/ 163 w 604"/>
                <a:gd name="T17" fmla="*/ 0 h 6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4"/>
                <a:gd name="T28" fmla="*/ 0 h 632"/>
                <a:gd name="T29" fmla="*/ 604 w 604"/>
                <a:gd name="T30" fmla="*/ 632 h 6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4" h="632">
                  <a:moveTo>
                    <a:pt x="160" y="0"/>
                  </a:moveTo>
                  <a:lnTo>
                    <a:pt x="604" y="47"/>
                  </a:lnTo>
                  <a:lnTo>
                    <a:pt x="587" y="180"/>
                  </a:lnTo>
                  <a:lnTo>
                    <a:pt x="574" y="339"/>
                  </a:lnTo>
                  <a:lnTo>
                    <a:pt x="567" y="496"/>
                  </a:lnTo>
                  <a:lnTo>
                    <a:pt x="564" y="632"/>
                  </a:lnTo>
                  <a:lnTo>
                    <a:pt x="0" y="632"/>
                  </a:lnTo>
                  <a:lnTo>
                    <a:pt x="16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804"/>
            <p:cNvSpPr>
              <a:spLocks/>
            </p:cNvSpPr>
            <p:nvPr/>
          </p:nvSpPr>
          <p:spPr bwMode="auto">
            <a:xfrm>
              <a:off x="7281" y="1394"/>
              <a:ext cx="494" cy="686"/>
            </a:xfrm>
            <a:custGeom>
              <a:avLst/>
              <a:gdLst>
                <a:gd name="T0" fmla="*/ 451 w 987"/>
                <a:gd name="T1" fmla="*/ 0 h 1372"/>
                <a:gd name="T2" fmla="*/ 737 w 987"/>
                <a:gd name="T3" fmla="*/ 94 h 1372"/>
                <a:gd name="T4" fmla="*/ 786 w 987"/>
                <a:gd name="T5" fmla="*/ 163 h 1372"/>
                <a:gd name="T6" fmla="*/ 829 w 987"/>
                <a:gd name="T7" fmla="*/ 211 h 1372"/>
                <a:gd name="T8" fmla="*/ 865 w 987"/>
                <a:gd name="T9" fmla="*/ 243 h 1372"/>
                <a:gd name="T10" fmla="*/ 909 w 987"/>
                <a:gd name="T11" fmla="*/ 260 h 1372"/>
                <a:gd name="T12" fmla="*/ 936 w 987"/>
                <a:gd name="T13" fmla="*/ 285 h 1372"/>
                <a:gd name="T14" fmla="*/ 959 w 987"/>
                <a:gd name="T15" fmla="*/ 311 h 1372"/>
                <a:gd name="T16" fmla="*/ 970 w 987"/>
                <a:gd name="T17" fmla="*/ 339 h 1372"/>
                <a:gd name="T18" fmla="*/ 982 w 987"/>
                <a:gd name="T19" fmla="*/ 360 h 1372"/>
                <a:gd name="T20" fmla="*/ 980 w 987"/>
                <a:gd name="T21" fmla="*/ 410 h 1372"/>
                <a:gd name="T22" fmla="*/ 980 w 987"/>
                <a:gd name="T23" fmla="*/ 459 h 1372"/>
                <a:gd name="T24" fmla="*/ 975 w 987"/>
                <a:gd name="T25" fmla="*/ 507 h 1372"/>
                <a:gd name="T26" fmla="*/ 966 w 987"/>
                <a:gd name="T27" fmla="*/ 551 h 1372"/>
                <a:gd name="T28" fmla="*/ 985 w 987"/>
                <a:gd name="T29" fmla="*/ 576 h 1372"/>
                <a:gd name="T30" fmla="*/ 985 w 987"/>
                <a:gd name="T31" fmla="*/ 610 h 1372"/>
                <a:gd name="T32" fmla="*/ 977 w 987"/>
                <a:gd name="T33" fmla="*/ 645 h 1372"/>
                <a:gd name="T34" fmla="*/ 972 w 987"/>
                <a:gd name="T35" fmla="*/ 681 h 1372"/>
                <a:gd name="T36" fmla="*/ 987 w 987"/>
                <a:gd name="T37" fmla="*/ 716 h 1372"/>
                <a:gd name="T38" fmla="*/ 985 w 987"/>
                <a:gd name="T39" fmla="*/ 760 h 1372"/>
                <a:gd name="T40" fmla="*/ 977 w 987"/>
                <a:gd name="T41" fmla="*/ 814 h 1372"/>
                <a:gd name="T42" fmla="*/ 982 w 987"/>
                <a:gd name="T43" fmla="*/ 877 h 1372"/>
                <a:gd name="T44" fmla="*/ 304 w 987"/>
                <a:gd name="T45" fmla="*/ 1372 h 1372"/>
                <a:gd name="T46" fmla="*/ 54 w 987"/>
                <a:gd name="T47" fmla="*/ 1206 h 1372"/>
                <a:gd name="T48" fmla="*/ 0 w 987"/>
                <a:gd name="T49" fmla="*/ 704 h 1372"/>
                <a:gd name="T50" fmla="*/ 15 w 987"/>
                <a:gd name="T51" fmla="*/ 329 h 1372"/>
                <a:gd name="T52" fmla="*/ 100 w 987"/>
                <a:gd name="T53" fmla="*/ 240 h 1372"/>
                <a:gd name="T54" fmla="*/ 112 w 987"/>
                <a:gd name="T55" fmla="*/ 229 h 1372"/>
                <a:gd name="T56" fmla="*/ 145 w 987"/>
                <a:gd name="T57" fmla="*/ 206 h 1372"/>
                <a:gd name="T58" fmla="*/ 336 w 987"/>
                <a:gd name="T59" fmla="*/ 179 h 1372"/>
                <a:gd name="T60" fmla="*/ 454 w 987"/>
                <a:gd name="T61" fmla="*/ 3 h 1372"/>
                <a:gd name="T62" fmla="*/ 454 w 987"/>
                <a:gd name="T63" fmla="*/ 3 h 1372"/>
                <a:gd name="T64" fmla="*/ 451 w 987"/>
                <a:gd name="T65" fmla="*/ 0 h 13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87"/>
                <a:gd name="T100" fmla="*/ 0 h 1372"/>
                <a:gd name="T101" fmla="*/ 987 w 987"/>
                <a:gd name="T102" fmla="*/ 1372 h 137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87" h="1372">
                  <a:moveTo>
                    <a:pt x="451" y="0"/>
                  </a:moveTo>
                  <a:lnTo>
                    <a:pt x="737" y="94"/>
                  </a:lnTo>
                  <a:lnTo>
                    <a:pt x="786" y="163"/>
                  </a:lnTo>
                  <a:lnTo>
                    <a:pt x="829" y="211"/>
                  </a:lnTo>
                  <a:lnTo>
                    <a:pt x="865" y="243"/>
                  </a:lnTo>
                  <a:lnTo>
                    <a:pt x="909" y="260"/>
                  </a:lnTo>
                  <a:lnTo>
                    <a:pt x="936" y="285"/>
                  </a:lnTo>
                  <a:lnTo>
                    <a:pt x="959" y="311"/>
                  </a:lnTo>
                  <a:lnTo>
                    <a:pt x="970" y="339"/>
                  </a:lnTo>
                  <a:lnTo>
                    <a:pt x="982" y="360"/>
                  </a:lnTo>
                  <a:lnTo>
                    <a:pt x="980" y="410"/>
                  </a:lnTo>
                  <a:lnTo>
                    <a:pt x="980" y="459"/>
                  </a:lnTo>
                  <a:lnTo>
                    <a:pt x="975" y="507"/>
                  </a:lnTo>
                  <a:lnTo>
                    <a:pt x="966" y="551"/>
                  </a:lnTo>
                  <a:lnTo>
                    <a:pt x="985" y="576"/>
                  </a:lnTo>
                  <a:lnTo>
                    <a:pt x="985" y="610"/>
                  </a:lnTo>
                  <a:lnTo>
                    <a:pt x="977" y="645"/>
                  </a:lnTo>
                  <a:lnTo>
                    <a:pt x="972" y="681"/>
                  </a:lnTo>
                  <a:lnTo>
                    <a:pt x="987" y="716"/>
                  </a:lnTo>
                  <a:lnTo>
                    <a:pt x="985" y="760"/>
                  </a:lnTo>
                  <a:lnTo>
                    <a:pt x="977" y="814"/>
                  </a:lnTo>
                  <a:lnTo>
                    <a:pt x="982" y="877"/>
                  </a:lnTo>
                  <a:lnTo>
                    <a:pt x="304" y="1372"/>
                  </a:lnTo>
                  <a:lnTo>
                    <a:pt x="54" y="1206"/>
                  </a:lnTo>
                  <a:lnTo>
                    <a:pt x="0" y="704"/>
                  </a:lnTo>
                  <a:lnTo>
                    <a:pt x="15" y="329"/>
                  </a:lnTo>
                  <a:lnTo>
                    <a:pt x="100" y="240"/>
                  </a:lnTo>
                  <a:lnTo>
                    <a:pt x="112" y="229"/>
                  </a:lnTo>
                  <a:lnTo>
                    <a:pt x="145" y="206"/>
                  </a:lnTo>
                  <a:lnTo>
                    <a:pt x="336" y="179"/>
                  </a:lnTo>
                  <a:lnTo>
                    <a:pt x="454" y="3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83C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805"/>
            <p:cNvSpPr>
              <a:spLocks/>
            </p:cNvSpPr>
            <p:nvPr/>
          </p:nvSpPr>
          <p:spPr bwMode="auto">
            <a:xfrm>
              <a:off x="7281" y="1394"/>
              <a:ext cx="494" cy="686"/>
            </a:xfrm>
            <a:custGeom>
              <a:avLst/>
              <a:gdLst>
                <a:gd name="T0" fmla="*/ 451 w 987"/>
                <a:gd name="T1" fmla="*/ 0 h 1372"/>
                <a:gd name="T2" fmla="*/ 737 w 987"/>
                <a:gd name="T3" fmla="*/ 94 h 1372"/>
                <a:gd name="T4" fmla="*/ 786 w 987"/>
                <a:gd name="T5" fmla="*/ 163 h 1372"/>
                <a:gd name="T6" fmla="*/ 829 w 987"/>
                <a:gd name="T7" fmla="*/ 211 h 1372"/>
                <a:gd name="T8" fmla="*/ 865 w 987"/>
                <a:gd name="T9" fmla="*/ 243 h 1372"/>
                <a:gd name="T10" fmla="*/ 909 w 987"/>
                <a:gd name="T11" fmla="*/ 260 h 1372"/>
                <a:gd name="T12" fmla="*/ 936 w 987"/>
                <a:gd name="T13" fmla="*/ 285 h 1372"/>
                <a:gd name="T14" fmla="*/ 959 w 987"/>
                <a:gd name="T15" fmla="*/ 311 h 1372"/>
                <a:gd name="T16" fmla="*/ 970 w 987"/>
                <a:gd name="T17" fmla="*/ 339 h 1372"/>
                <a:gd name="T18" fmla="*/ 982 w 987"/>
                <a:gd name="T19" fmla="*/ 360 h 1372"/>
                <a:gd name="T20" fmla="*/ 980 w 987"/>
                <a:gd name="T21" fmla="*/ 410 h 1372"/>
                <a:gd name="T22" fmla="*/ 980 w 987"/>
                <a:gd name="T23" fmla="*/ 459 h 1372"/>
                <a:gd name="T24" fmla="*/ 975 w 987"/>
                <a:gd name="T25" fmla="*/ 507 h 1372"/>
                <a:gd name="T26" fmla="*/ 966 w 987"/>
                <a:gd name="T27" fmla="*/ 551 h 1372"/>
                <a:gd name="T28" fmla="*/ 985 w 987"/>
                <a:gd name="T29" fmla="*/ 576 h 1372"/>
                <a:gd name="T30" fmla="*/ 985 w 987"/>
                <a:gd name="T31" fmla="*/ 610 h 1372"/>
                <a:gd name="T32" fmla="*/ 977 w 987"/>
                <a:gd name="T33" fmla="*/ 645 h 1372"/>
                <a:gd name="T34" fmla="*/ 972 w 987"/>
                <a:gd name="T35" fmla="*/ 681 h 1372"/>
                <a:gd name="T36" fmla="*/ 987 w 987"/>
                <a:gd name="T37" fmla="*/ 716 h 1372"/>
                <a:gd name="T38" fmla="*/ 985 w 987"/>
                <a:gd name="T39" fmla="*/ 760 h 1372"/>
                <a:gd name="T40" fmla="*/ 977 w 987"/>
                <a:gd name="T41" fmla="*/ 814 h 1372"/>
                <a:gd name="T42" fmla="*/ 982 w 987"/>
                <a:gd name="T43" fmla="*/ 877 h 1372"/>
                <a:gd name="T44" fmla="*/ 304 w 987"/>
                <a:gd name="T45" fmla="*/ 1372 h 1372"/>
                <a:gd name="T46" fmla="*/ 54 w 987"/>
                <a:gd name="T47" fmla="*/ 1206 h 1372"/>
                <a:gd name="T48" fmla="*/ 0 w 987"/>
                <a:gd name="T49" fmla="*/ 704 h 1372"/>
                <a:gd name="T50" fmla="*/ 15 w 987"/>
                <a:gd name="T51" fmla="*/ 329 h 1372"/>
                <a:gd name="T52" fmla="*/ 100 w 987"/>
                <a:gd name="T53" fmla="*/ 240 h 1372"/>
                <a:gd name="T54" fmla="*/ 112 w 987"/>
                <a:gd name="T55" fmla="*/ 229 h 1372"/>
                <a:gd name="T56" fmla="*/ 145 w 987"/>
                <a:gd name="T57" fmla="*/ 206 h 1372"/>
                <a:gd name="T58" fmla="*/ 336 w 987"/>
                <a:gd name="T59" fmla="*/ 179 h 1372"/>
                <a:gd name="T60" fmla="*/ 454 w 987"/>
                <a:gd name="T61" fmla="*/ 3 h 1372"/>
                <a:gd name="T62" fmla="*/ 454 w 987"/>
                <a:gd name="T63" fmla="*/ 3 h 13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87"/>
                <a:gd name="T97" fmla="*/ 0 h 1372"/>
                <a:gd name="T98" fmla="*/ 987 w 987"/>
                <a:gd name="T99" fmla="*/ 1372 h 137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87" h="1372">
                  <a:moveTo>
                    <a:pt x="451" y="0"/>
                  </a:moveTo>
                  <a:lnTo>
                    <a:pt x="737" y="94"/>
                  </a:lnTo>
                  <a:lnTo>
                    <a:pt x="786" y="163"/>
                  </a:lnTo>
                  <a:lnTo>
                    <a:pt x="829" y="211"/>
                  </a:lnTo>
                  <a:lnTo>
                    <a:pt x="865" y="243"/>
                  </a:lnTo>
                  <a:lnTo>
                    <a:pt x="909" y="260"/>
                  </a:lnTo>
                  <a:lnTo>
                    <a:pt x="936" y="285"/>
                  </a:lnTo>
                  <a:lnTo>
                    <a:pt x="959" y="311"/>
                  </a:lnTo>
                  <a:lnTo>
                    <a:pt x="970" y="339"/>
                  </a:lnTo>
                  <a:lnTo>
                    <a:pt x="982" y="360"/>
                  </a:lnTo>
                  <a:lnTo>
                    <a:pt x="980" y="410"/>
                  </a:lnTo>
                  <a:lnTo>
                    <a:pt x="980" y="459"/>
                  </a:lnTo>
                  <a:lnTo>
                    <a:pt x="975" y="507"/>
                  </a:lnTo>
                  <a:lnTo>
                    <a:pt x="966" y="551"/>
                  </a:lnTo>
                  <a:lnTo>
                    <a:pt x="985" y="576"/>
                  </a:lnTo>
                  <a:lnTo>
                    <a:pt x="985" y="610"/>
                  </a:lnTo>
                  <a:lnTo>
                    <a:pt x="977" y="645"/>
                  </a:lnTo>
                  <a:lnTo>
                    <a:pt x="972" y="681"/>
                  </a:lnTo>
                  <a:lnTo>
                    <a:pt x="987" y="716"/>
                  </a:lnTo>
                  <a:lnTo>
                    <a:pt x="985" y="760"/>
                  </a:lnTo>
                  <a:lnTo>
                    <a:pt x="977" y="814"/>
                  </a:lnTo>
                  <a:lnTo>
                    <a:pt x="982" y="877"/>
                  </a:lnTo>
                  <a:lnTo>
                    <a:pt x="304" y="1372"/>
                  </a:lnTo>
                  <a:lnTo>
                    <a:pt x="54" y="1206"/>
                  </a:lnTo>
                  <a:lnTo>
                    <a:pt x="0" y="704"/>
                  </a:lnTo>
                  <a:lnTo>
                    <a:pt x="15" y="329"/>
                  </a:lnTo>
                  <a:lnTo>
                    <a:pt x="100" y="240"/>
                  </a:lnTo>
                  <a:lnTo>
                    <a:pt x="112" y="229"/>
                  </a:lnTo>
                  <a:lnTo>
                    <a:pt x="145" y="206"/>
                  </a:lnTo>
                  <a:lnTo>
                    <a:pt x="336" y="179"/>
                  </a:lnTo>
                  <a:lnTo>
                    <a:pt x="454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806"/>
            <p:cNvSpPr>
              <a:spLocks/>
            </p:cNvSpPr>
            <p:nvPr/>
          </p:nvSpPr>
          <p:spPr bwMode="auto">
            <a:xfrm>
              <a:off x="7326" y="1956"/>
              <a:ext cx="106" cy="113"/>
            </a:xfrm>
            <a:custGeom>
              <a:avLst/>
              <a:gdLst>
                <a:gd name="T0" fmla="*/ 125 w 211"/>
                <a:gd name="T1" fmla="*/ 5 h 226"/>
                <a:gd name="T2" fmla="*/ 211 w 211"/>
                <a:gd name="T3" fmla="*/ 89 h 226"/>
                <a:gd name="T4" fmla="*/ 170 w 211"/>
                <a:gd name="T5" fmla="*/ 226 h 226"/>
                <a:gd name="T6" fmla="*/ 0 w 211"/>
                <a:gd name="T7" fmla="*/ 99 h 226"/>
                <a:gd name="T8" fmla="*/ 15 w 211"/>
                <a:gd name="T9" fmla="*/ 35 h 226"/>
                <a:gd name="T10" fmla="*/ 35 w 211"/>
                <a:gd name="T11" fmla="*/ 22 h 226"/>
                <a:gd name="T12" fmla="*/ 57 w 211"/>
                <a:gd name="T13" fmla="*/ 10 h 226"/>
                <a:gd name="T14" fmla="*/ 79 w 211"/>
                <a:gd name="T15" fmla="*/ 2 h 226"/>
                <a:gd name="T16" fmla="*/ 101 w 211"/>
                <a:gd name="T17" fmla="*/ 0 h 226"/>
                <a:gd name="T18" fmla="*/ 125 w 211"/>
                <a:gd name="T19" fmla="*/ 5 h 226"/>
                <a:gd name="T20" fmla="*/ 125 w 211"/>
                <a:gd name="T21" fmla="*/ 5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1"/>
                <a:gd name="T34" fmla="*/ 0 h 226"/>
                <a:gd name="T35" fmla="*/ 211 w 211"/>
                <a:gd name="T36" fmla="*/ 226 h 2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1" h="226">
                  <a:moveTo>
                    <a:pt x="125" y="5"/>
                  </a:moveTo>
                  <a:lnTo>
                    <a:pt x="211" y="89"/>
                  </a:lnTo>
                  <a:lnTo>
                    <a:pt x="170" y="226"/>
                  </a:lnTo>
                  <a:lnTo>
                    <a:pt x="0" y="99"/>
                  </a:lnTo>
                  <a:lnTo>
                    <a:pt x="15" y="35"/>
                  </a:lnTo>
                  <a:lnTo>
                    <a:pt x="35" y="22"/>
                  </a:lnTo>
                  <a:lnTo>
                    <a:pt x="57" y="10"/>
                  </a:lnTo>
                  <a:lnTo>
                    <a:pt x="79" y="2"/>
                  </a:lnTo>
                  <a:lnTo>
                    <a:pt x="101" y="0"/>
                  </a:lnTo>
                  <a:lnTo>
                    <a:pt x="125" y="5"/>
                  </a:lnTo>
                  <a:close/>
                </a:path>
              </a:pathLst>
            </a:custGeom>
            <a:solidFill>
              <a:srgbClr val="FFC2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807"/>
            <p:cNvSpPr>
              <a:spLocks/>
            </p:cNvSpPr>
            <p:nvPr/>
          </p:nvSpPr>
          <p:spPr bwMode="auto">
            <a:xfrm>
              <a:off x="7326" y="1956"/>
              <a:ext cx="106" cy="113"/>
            </a:xfrm>
            <a:custGeom>
              <a:avLst/>
              <a:gdLst>
                <a:gd name="T0" fmla="*/ 125 w 211"/>
                <a:gd name="T1" fmla="*/ 5 h 226"/>
                <a:gd name="T2" fmla="*/ 211 w 211"/>
                <a:gd name="T3" fmla="*/ 89 h 226"/>
                <a:gd name="T4" fmla="*/ 170 w 211"/>
                <a:gd name="T5" fmla="*/ 226 h 226"/>
                <a:gd name="T6" fmla="*/ 0 w 211"/>
                <a:gd name="T7" fmla="*/ 99 h 226"/>
                <a:gd name="T8" fmla="*/ 15 w 211"/>
                <a:gd name="T9" fmla="*/ 35 h 226"/>
                <a:gd name="T10" fmla="*/ 35 w 211"/>
                <a:gd name="T11" fmla="*/ 22 h 226"/>
                <a:gd name="T12" fmla="*/ 57 w 211"/>
                <a:gd name="T13" fmla="*/ 10 h 226"/>
                <a:gd name="T14" fmla="*/ 79 w 211"/>
                <a:gd name="T15" fmla="*/ 2 h 226"/>
                <a:gd name="T16" fmla="*/ 101 w 211"/>
                <a:gd name="T17" fmla="*/ 0 h 226"/>
                <a:gd name="T18" fmla="*/ 125 w 211"/>
                <a:gd name="T19" fmla="*/ 5 h 226"/>
                <a:gd name="T20" fmla="*/ 125 w 211"/>
                <a:gd name="T21" fmla="*/ 5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1"/>
                <a:gd name="T34" fmla="*/ 0 h 226"/>
                <a:gd name="T35" fmla="*/ 211 w 211"/>
                <a:gd name="T36" fmla="*/ 226 h 2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1" h="226">
                  <a:moveTo>
                    <a:pt x="125" y="5"/>
                  </a:moveTo>
                  <a:lnTo>
                    <a:pt x="211" y="89"/>
                  </a:lnTo>
                  <a:lnTo>
                    <a:pt x="170" y="226"/>
                  </a:lnTo>
                  <a:lnTo>
                    <a:pt x="0" y="99"/>
                  </a:lnTo>
                  <a:lnTo>
                    <a:pt x="15" y="35"/>
                  </a:lnTo>
                  <a:lnTo>
                    <a:pt x="35" y="22"/>
                  </a:lnTo>
                  <a:lnTo>
                    <a:pt x="57" y="10"/>
                  </a:lnTo>
                  <a:lnTo>
                    <a:pt x="79" y="2"/>
                  </a:lnTo>
                  <a:lnTo>
                    <a:pt x="101" y="0"/>
                  </a:lnTo>
                  <a:lnTo>
                    <a:pt x="125" y="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808"/>
            <p:cNvSpPr>
              <a:spLocks/>
            </p:cNvSpPr>
            <p:nvPr/>
          </p:nvSpPr>
          <p:spPr bwMode="auto">
            <a:xfrm>
              <a:off x="7357" y="2044"/>
              <a:ext cx="289" cy="504"/>
            </a:xfrm>
            <a:custGeom>
              <a:avLst/>
              <a:gdLst>
                <a:gd name="T0" fmla="*/ 239 w 579"/>
                <a:gd name="T1" fmla="*/ 55 h 1007"/>
                <a:gd name="T2" fmla="*/ 565 w 579"/>
                <a:gd name="T3" fmla="*/ 461 h 1007"/>
                <a:gd name="T4" fmla="*/ 558 w 579"/>
                <a:gd name="T5" fmla="*/ 517 h 1007"/>
                <a:gd name="T6" fmla="*/ 550 w 579"/>
                <a:gd name="T7" fmla="*/ 569 h 1007"/>
                <a:gd name="T8" fmla="*/ 563 w 579"/>
                <a:gd name="T9" fmla="*/ 604 h 1007"/>
                <a:gd name="T10" fmla="*/ 565 w 579"/>
                <a:gd name="T11" fmla="*/ 642 h 1007"/>
                <a:gd name="T12" fmla="*/ 548 w 579"/>
                <a:gd name="T13" fmla="*/ 721 h 1007"/>
                <a:gd name="T14" fmla="*/ 543 w 579"/>
                <a:gd name="T15" fmla="*/ 797 h 1007"/>
                <a:gd name="T16" fmla="*/ 555 w 579"/>
                <a:gd name="T17" fmla="*/ 854 h 1007"/>
                <a:gd name="T18" fmla="*/ 574 w 579"/>
                <a:gd name="T19" fmla="*/ 882 h 1007"/>
                <a:gd name="T20" fmla="*/ 574 w 579"/>
                <a:gd name="T21" fmla="*/ 920 h 1007"/>
                <a:gd name="T22" fmla="*/ 566 w 579"/>
                <a:gd name="T23" fmla="*/ 956 h 1007"/>
                <a:gd name="T24" fmla="*/ 558 w 579"/>
                <a:gd name="T25" fmla="*/ 991 h 1007"/>
                <a:gd name="T26" fmla="*/ 395 w 579"/>
                <a:gd name="T27" fmla="*/ 1007 h 1007"/>
                <a:gd name="T28" fmla="*/ 413 w 579"/>
                <a:gd name="T29" fmla="*/ 871 h 1007"/>
                <a:gd name="T30" fmla="*/ 420 w 579"/>
                <a:gd name="T31" fmla="*/ 739 h 1007"/>
                <a:gd name="T32" fmla="*/ 428 w 579"/>
                <a:gd name="T33" fmla="*/ 574 h 1007"/>
                <a:gd name="T34" fmla="*/ 418 w 579"/>
                <a:gd name="T35" fmla="*/ 417 h 1007"/>
                <a:gd name="T36" fmla="*/ 295 w 579"/>
                <a:gd name="T37" fmla="*/ 481 h 1007"/>
                <a:gd name="T38" fmla="*/ 293 w 579"/>
                <a:gd name="T39" fmla="*/ 542 h 1007"/>
                <a:gd name="T40" fmla="*/ 283 w 579"/>
                <a:gd name="T41" fmla="*/ 606 h 1007"/>
                <a:gd name="T42" fmla="*/ 285 w 579"/>
                <a:gd name="T43" fmla="*/ 652 h 1007"/>
                <a:gd name="T44" fmla="*/ 283 w 579"/>
                <a:gd name="T45" fmla="*/ 704 h 1007"/>
                <a:gd name="T46" fmla="*/ 260 w 579"/>
                <a:gd name="T47" fmla="*/ 780 h 1007"/>
                <a:gd name="T48" fmla="*/ 258 w 579"/>
                <a:gd name="T49" fmla="*/ 846 h 1007"/>
                <a:gd name="T50" fmla="*/ 275 w 579"/>
                <a:gd name="T51" fmla="*/ 887 h 1007"/>
                <a:gd name="T52" fmla="*/ 305 w 579"/>
                <a:gd name="T53" fmla="*/ 932 h 1007"/>
                <a:gd name="T54" fmla="*/ 290 w 579"/>
                <a:gd name="T55" fmla="*/ 981 h 1007"/>
                <a:gd name="T56" fmla="*/ 71 w 579"/>
                <a:gd name="T57" fmla="*/ 1007 h 1007"/>
                <a:gd name="T58" fmla="*/ 58 w 579"/>
                <a:gd name="T59" fmla="*/ 731 h 1007"/>
                <a:gd name="T60" fmla="*/ 28 w 579"/>
                <a:gd name="T61" fmla="*/ 466 h 1007"/>
                <a:gd name="T62" fmla="*/ 0 w 579"/>
                <a:gd name="T63" fmla="*/ 145 h 1007"/>
                <a:gd name="T64" fmla="*/ 10 w 579"/>
                <a:gd name="T65" fmla="*/ 57 h 1007"/>
                <a:gd name="T66" fmla="*/ 45 w 579"/>
                <a:gd name="T67" fmla="*/ 3 h 1007"/>
                <a:gd name="T68" fmla="*/ 45 w 579"/>
                <a:gd name="T69" fmla="*/ 0 h 10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79"/>
                <a:gd name="T106" fmla="*/ 0 h 1007"/>
                <a:gd name="T107" fmla="*/ 579 w 579"/>
                <a:gd name="T108" fmla="*/ 1007 h 100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79" h="1007">
                  <a:moveTo>
                    <a:pt x="45" y="0"/>
                  </a:moveTo>
                  <a:lnTo>
                    <a:pt x="239" y="55"/>
                  </a:lnTo>
                  <a:lnTo>
                    <a:pt x="569" y="435"/>
                  </a:lnTo>
                  <a:lnTo>
                    <a:pt x="565" y="461"/>
                  </a:lnTo>
                  <a:lnTo>
                    <a:pt x="563" y="489"/>
                  </a:lnTo>
                  <a:lnTo>
                    <a:pt x="558" y="517"/>
                  </a:lnTo>
                  <a:lnTo>
                    <a:pt x="553" y="545"/>
                  </a:lnTo>
                  <a:lnTo>
                    <a:pt x="550" y="569"/>
                  </a:lnTo>
                  <a:lnTo>
                    <a:pt x="553" y="589"/>
                  </a:lnTo>
                  <a:lnTo>
                    <a:pt x="563" y="604"/>
                  </a:lnTo>
                  <a:lnTo>
                    <a:pt x="579" y="611"/>
                  </a:lnTo>
                  <a:lnTo>
                    <a:pt x="565" y="642"/>
                  </a:lnTo>
                  <a:lnTo>
                    <a:pt x="555" y="682"/>
                  </a:lnTo>
                  <a:lnTo>
                    <a:pt x="548" y="721"/>
                  </a:lnTo>
                  <a:lnTo>
                    <a:pt x="543" y="760"/>
                  </a:lnTo>
                  <a:lnTo>
                    <a:pt x="543" y="797"/>
                  </a:lnTo>
                  <a:lnTo>
                    <a:pt x="545" y="829"/>
                  </a:lnTo>
                  <a:lnTo>
                    <a:pt x="555" y="854"/>
                  </a:lnTo>
                  <a:lnTo>
                    <a:pt x="569" y="871"/>
                  </a:lnTo>
                  <a:lnTo>
                    <a:pt x="574" y="882"/>
                  </a:lnTo>
                  <a:lnTo>
                    <a:pt x="576" y="902"/>
                  </a:lnTo>
                  <a:lnTo>
                    <a:pt x="574" y="920"/>
                  </a:lnTo>
                  <a:lnTo>
                    <a:pt x="571" y="937"/>
                  </a:lnTo>
                  <a:lnTo>
                    <a:pt x="566" y="956"/>
                  </a:lnTo>
                  <a:lnTo>
                    <a:pt x="563" y="974"/>
                  </a:lnTo>
                  <a:lnTo>
                    <a:pt x="558" y="991"/>
                  </a:lnTo>
                  <a:lnTo>
                    <a:pt x="553" y="1007"/>
                  </a:lnTo>
                  <a:lnTo>
                    <a:pt x="395" y="1007"/>
                  </a:lnTo>
                  <a:lnTo>
                    <a:pt x="413" y="937"/>
                  </a:lnTo>
                  <a:lnTo>
                    <a:pt x="413" y="871"/>
                  </a:lnTo>
                  <a:lnTo>
                    <a:pt x="413" y="805"/>
                  </a:lnTo>
                  <a:lnTo>
                    <a:pt x="420" y="739"/>
                  </a:lnTo>
                  <a:lnTo>
                    <a:pt x="425" y="655"/>
                  </a:lnTo>
                  <a:lnTo>
                    <a:pt x="428" y="574"/>
                  </a:lnTo>
                  <a:lnTo>
                    <a:pt x="425" y="496"/>
                  </a:lnTo>
                  <a:lnTo>
                    <a:pt x="418" y="417"/>
                  </a:lnTo>
                  <a:lnTo>
                    <a:pt x="290" y="454"/>
                  </a:lnTo>
                  <a:lnTo>
                    <a:pt x="295" y="481"/>
                  </a:lnTo>
                  <a:lnTo>
                    <a:pt x="298" y="510"/>
                  </a:lnTo>
                  <a:lnTo>
                    <a:pt x="293" y="542"/>
                  </a:lnTo>
                  <a:lnTo>
                    <a:pt x="285" y="574"/>
                  </a:lnTo>
                  <a:lnTo>
                    <a:pt x="283" y="606"/>
                  </a:lnTo>
                  <a:lnTo>
                    <a:pt x="280" y="630"/>
                  </a:lnTo>
                  <a:lnTo>
                    <a:pt x="285" y="652"/>
                  </a:lnTo>
                  <a:lnTo>
                    <a:pt x="300" y="667"/>
                  </a:lnTo>
                  <a:lnTo>
                    <a:pt x="283" y="704"/>
                  </a:lnTo>
                  <a:lnTo>
                    <a:pt x="270" y="744"/>
                  </a:lnTo>
                  <a:lnTo>
                    <a:pt x="260" y="78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3" y="871"/>
                  </a:lnTo>
                  <a:lnTo>
                    <a:pt x="275" y="887"/>
                  </a:lnTo>
                  <a:lnTo>
                    <a:pt x="293" y="895"/>
                  </a:lnTo>
                  <a:lnTo>
                    <a:pt x="305" y="932"/>
                  </a:lnTo>
                  <a:lnTo>
                    <a:pt x="300" y="959"/>
                  </a:lnTo>
                  <a:lnTo>
                    <a:pt x="290" y="981"/>
                  </a:lnTo>
                  <a:lnTo>
                    <a:pt x="288" y="1007"/>
                  </a:lnTo>
                  <a:lnTo>
                    <a:pt x="71" y="1007"/>
                  </a:lnTo>
                  <a:lnTo>
                    <a:pt x="66" y="866"/>
                  </a:lnTo>
                  <a:lnTo>
                    <a:pt x="58" y="731"/>
                  </a:lnTo>
                  <a:lnTo>
                    <a:pt x="43" y="599"/>
                  </a:lnTo>
                  <a:lnTo>
                    <a:pt x="28" y="466"/>
                  </a:lnTo>
                  <a:lnTo>
                    <a:pt x="3" y="186"/>
                  </a:lnTo>
                  <a:lnTo>
                    <a:pt x="0" y="145"/>
                  </a:lnTo>
                  <a:lnTo>
                    <a:pt x="3" y="101"/>
                  </a:lnTo>
                  <a:lnTo>
                    <a:pt x="10" y="57"/>
                  </a:lnTo>
                  <a:lnTo>
                    <a:pt x="30" y="15"/>
                  </a:lnTo>
                  <a:lnTo>
                    <a:pt x="45" y="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3038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809"/>
            <p:cNvSpPr>
              <a:spLocks/>
            </p:cNvSpPr>
            <p:nvPr/>
          </p:nvSpPr>
          <p:spPr bwMode="auto">
            <a:xfrm>
              <a:off x="7357" y="2044"/>
              <a:ext cx="289" cy="504"/>
            </a:xfrm>
            <a:custGeom>
              <a:avLst/>
              <a:gdLst>
                <a:gd name="T0" fmla="*/ 239 w 579"/>
                <a:gd name="T1" fmla="*/ 55 h 1007"/>
                <a:gd name="T2" fmla="*/ 565 w 579"/>
                <a:gd name="T3" fmla="*/ 461 h 1007"/>
                <a:gd name="T4" fmla="*/ 558 w 579"/>
                <a:gd name="T5" fmla="*/ 517 h 1007"/>
                <a:gd name="T6" fmla="*/ 550 w 579"/>
                <a:gd name="T7" fmla="*/ 569 h 1007"/>
                <a:gd name="T8" fmla="*/ 563 w 579"/>
                <a:gd name="T9" fmla="*/ 604 h 1007"/>
                <a:gd name="T10" fmla="*/ 565 w 579"/>
                <a:gd name="T11" fmla="*/ 642 h 1007"/>
                <a:gd name="T12" fmla="*/ 548 w 579"/>
                <a:gd name="T13" fmla="*/ 721 h 1007"/>
                <a:gd name="T14" fmla="*/ 543 w 579"/>
                <a:gd name="T15" fmla="*/ 797 h 1007"/>
                <a:gd name="T16" fmla="*/ 555 w 579"/>
                <a:gd name="T17" fmla="*/ 854 h 1007"/>
                <a:gd name="T18" fmla="*/ 574 w 579"/>
                <a:gd name="T19" fmla="*/ 882 h 1007"/>
                <a:gd name="T20" fmla="*/ 574 w 579"/>
                <a:gd name="T21" fmla="*/ 920 h 1007"/>
                <a:gd name="T22" fmla="*/ 566 w 579"/>
                <a:gd name="T23" fmla="*/ 956 h 1007"/>
                <a:gd name="T24" fmla="*/ 558 w 579"/>
                <a:gd name="T25" fmla="*/ 991 h 1007"/>
                <a:gd name="T26" fmla="*/ 395 w 579"/>
                <a:gd name="T27" fmla="*/ 1007 h 1007"/>
                <a:gd name="T28" fmla="*/ 413 w 579"/>
                <a:gd name="T29" fmla="*/ 871 h 1007"/>
                <a:gd name="T30" fmla="*/ 420 w 579"/>
                <a:gd name="T31" fmla="*/ 739 h 1007"/>
                <a:gd name="T32" fmla="*/ 428 w 579"/>
                <a:gd name="T33" fmla="*/ 574 h 1007"/>
                <a:gd name="T34" fmla="*/ 418 w 579"/>
                <a:gd name="T35" fmla="*/ 417 h 1007"/>
                <a:gd name="T36" fmla="*/ 295 w 579"/>
                <a:gd name="T37" fmla="*/ 481 h 1007"/>
                <a:gd name="T38" fmla="*/ 293 w 579"/>
                <a:gd name="T39" fmla="*/ 542 h 1007"/>
                <a:gd name="T40" fmla="*/ 283 w 579"/>
                <a:gd name="T41" fmla="*/ 606 h 1007"/>
                <a:gd name="T42" fmla="*/ 285 w 579"/>
                <a:gd name="T43" fmla="*/ 652 h 1007"/>
                <a:gd name="T44" fmla="*/ 283 w 579"/>
                <a:gd name="T45" fmla="*/ 704 h 1007"/>
                <a:gd name="T46" fmla="*/ 260 w 579"/>
                <a:gd name="T47" fmla="*/ 780 h 1007"/>
                <a:gd name="T48" fmla="*/ 258 w 579"/>
                <a:gd name="T49" fmla="*/ 846 h 1007"/>
                <a:gd name="T50" fmla="*/ 275 w 579"/>
                <a:gd name="T51" fmla="*/ 887 h 1007"/>
                <a:gd name="T52" fmla="*/ 305 w 579"/>
                <a:gd name="T53" fmla="*/ 932 h 1007"/>
                <a:gd name="T54" fmla="*/ 290 w 579"/>
                <a:gd name="T55" fmla="*/ 981 h 1007"/>
                <a:gd name="T56" fmla="*/ 71 w 579"/>
                <a:gd name="T57" fmla="*/ 1007 h 1007"/>
                <a:gd name="T58" fmla="*/ 58 w 579"/>
                <a:gd name="T59" fmla="*/ 731 h 1007"/>
                <a:gd name="T60" fmla="*/ 28 w 579"/>
                <a:gd name="T61" fmla="*/ 466 h 1007"/>
                <a:gd name="T62" fmla="*/ 0 w 579"/>
                <a:gd name="T63" fmla="*/ 145 h 1007"/>
                <a:gd name="T64" fmla="*/ 10 w 579"/>
                <a:gd name="T65" fmla="*/ 57 h 1007"/>
                <a:gd name="T66" fmla="*/ 45 w 579"/>
                <a:gd name="T67" fmla="*/ 3 h 10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79"/>
                <a:gd name="T103" fmla="*/ 0 h 1007"/>
                <a:gd name="T104" fmla="*/ 579 w 579"/>
                <a:gd name="T105" fmla="*/ 1007 h 100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79" h="1007">
                  <a:moveTo>
                    <a:pt x="45" y="0"/>
                  </a:moveTo>
                  <a:lnTo>
                    <a:pt x="239" y="55"/>
                  </a:lnTo>
                  <a:lnTo>
                    <a:pt x="569" y="435"/>
                  </a:lnTo>
                  <a:lnTo>
                    <a:pt x="565" y="461"/>
                  </a:lnTo>
                  <a:lnTo>
                    <a:pt x="563" y="489"/>
                  </a:lnTo>
                  <a:lnTo>
                    <a:pt x="558" y="517"/>
                  </a:lnTo>
                  <a:lnTo>
                    <a:pt x="553" y="545"/>
                  </a:lnTo>
                  <a:lnTo>
                    <a:pt x="550" y="569"/>
                  </a:lnTo>
                  <a:lnTo>
                    <a:pt x="553" y="589"/>
                  </a:lnTo>
                  <a:lnTo>
                    <a:pt x="563" y="604"/>
                  </a:lnTo>
                  <a:lnTo>
                    <a:pt x="579" y="611"/>
                  </a:lnTo>
                  <a:lnTo>
                    <a:pt x="565" y="642"/>
                  </a:lnTo>
                  <a:lnTo>
                    <a:pt x="555" y="682"/>
                  </a:lnTo>
                  <a:lnTo>
                    <a:pt x="548" y="721"/>
                  </a:lnTo>
                  <a:lnTo>
                    <a:pt x="543" y="760"/>
                  </a:lnTo>
                  <a:lnTo>
                    <a:pt x="543" y="797"/>
                  </a:lnTo>
                  <a:lnTo>
                    <a:pt x="545" y="829"/>
                  </a:lnTo>
                  <a:lnTo>
                    <a:pt x="555" y="854"/>
                  </a:lnTo>
                  <a:lnTo>
                    <a:pt x="569" y="871"/>
                  </a:lnTo>
                  <a:lnTo>
                    <a:pt x="574" y="882"/>
                  </a:lnTo>
                  <a:lnTo>
                    <a:pt x="576" y="902"/>
                  </a:lnTo>
                  <a:lnTo>
                    <a:pt x="574" y="920"/>
                  </a:lnTo>
                  <a:lnTo>
                    <a:pt x="571" y="937"/>
                  </a:lnTo>
                  <a:lnTo>
                    <a:pt x="566" y="956"/>
                  </a:lnTo>
                  <a:lnTo>
                    <a:pt x="563" y="974"/>
                  </a:lnTo>
                  <a:lnTo>
                    <a:pt x="558" y="991"/>
                  </a:lnTo>
                  <a:lnTo>
                    <a:pt x="553" y="1007"/>
                  </a:lnTo>
                  <a:lnTo>
                    <a:pt x="395" y="1007"/>
                  </a:lnTo>
                  <a:lnTo>
                    <a:pt x="413" y="937"/>
                  </a:lnTo>
                  <a:lnTo>
                    <a:pt x="413" y="871"/>
                  </a:lnTo>
                  <a:lnTo>
                    <a:pt x="413" y="805"/>
                  </a:lnTo>
                  <a:lnTo>
                    <a:pt x="420" y="739"/>
                  </a:lnTo>
                  <a:lnTo>
                    <a:pt x="425" y="655"/>
                  </a:lnTo>
                  <a:lnTo>
                    <a:pt x="428" y="574"/>
                  </a:lnTo>
                  <a:lnTo>
                    <a:pt x="425" y="496"/>
                  </a:lnTo>
                  <a:lnTo>
                    <a:pt x="418" y="417"/>
                  </a:lnTo>
                  <a:lnTo>
                    <a:pt x="290" y="454"/>
                  </a:lnTo>
                  <a:lnTo>
                    <a:pt x="295" y="481"/>
                  </a:lnTo>
                  <a:lnTo>
                    <a:pt x="298" y="510"/>
                  </a:lnTo>
                  <a:lnTo>
                    <a:pt x="293" y="542"/>
                  </a:lnTo>
                  <a:lnTo>
                    <a:pt x="285" y="574"/>
                  </a:lnTo>
                  <a:lnTo>
                    <a:pt x="283" y="606"/>
                  </a:lnTo>
                  <a:lnTo>
                    <a:pt x="280" y="630"/>
                  </a:lnTo>
                  <a:lnTo>
                    <a:pt x="285" y="652"/>
                  </a:lnTo>
                  <a:lnTo>
                    <a:pt x="300" y="667"/>
                  </a:lnTo>
                  <a:lnTo>
                    <a:pt x="283" y="704"/>
                  </a:lnTo>
                  <a:lnTo>
                    <a:pt x="270" y="744"/>
                  </a:lnTo>
                  <a:lnTo>
                    <a:pt x="260" y="78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3" y="871"/>
                  </a:lnTo>
                  <a:lnTo>
                    <a:pt x="275" y="887"/>
                  </a:lnTo>
                  <a:lnTo>
                    <a:pt x="293" y="895"/>
                  </a:lnTo>
                  <a:lnTo>
                    <a:pt x="305" y="932"/>
                  </a:lnTo>
                  <a:lnTo>
                    <a:pt x="300" y="959"/>
                  </a:lnTo>
                  <a:lnTo>
                    <a:pt x="290" y="981"/>
                  </a:lnTo>
                  <a:lnTo>
                    <a:pt x="288" y="1007"/>
                  </a:lnTo>
                  <a:lnTo>
                    <a:pt x="71" y="1007"/>
                  </a:lnTo>
                  <a:lnTo>
                    <a:pt x="66" y="866"/>
                  </a:lnTo>
                  <a:lnTo>
                    <a:pt x="58" y="731"/>
                  </a:lnTo>
                  <a:lnTo>
                    <a:pt x="43" y="599"/>
                  </a:lnTo>
                  <a:lnTo>
                    <a:pt x="28" y="466"/>
                  </a:lnTo>
                  <a:lnTo>
                    <a:pt x="3" y="186"/>
                  </a:lnTo>
                  <a:lnTo>
                    <a:pt x="0" y="145"/>
                  </a:lnTo>
                  <a:lnTo>
                    <a:pt x="3" y="101"/>
                  </a:lnTo>
                  <a:lnTo>
                    <a:pt x="10" y="57"/>
                  </a:lnTo>
                  <a:lnTo>
                    <a:pt x="30" y="15"/>
                  </a:lnTo>
                  <a:lnTo>
                    <a:pt x="45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810"/>
            <p:cNvSpPr>
              <a:spLocks/>
            </p:cNvSpPr>
            <p:nvPr/>
          </p:nvSpPr>
          <p:spPr bwMode="auto">
            <a:xfrm>
              <a:off x="7658" y="1794"/>
              <a:ext cx="189" cy="83"/>
            </a:xfrm>
            <a:custGeom>
              <a:avLst/>
              <a:gdLst>
                <a:gd name="T0" fmla="*/ 20 w 377"/>
                <a:gd name="T1" fmla="*/ 0 h 165"/>
                <a:gd name="T2" fmla="*/ 44 w 377"/>
                <a:gd name="T3" fmla="*/ 15 h 165"/>
                <a:gd name="T4" fmla="*/ 66 w 377"/>
                <a:gd name="T5" fmla="*/ 30 h 165"/>
                <a:gd name="T6" fmla="*/ 90 w 377"/>
                <a:gd name="T7" fmla="*/ 40 h 165"/>
                <a:gd name="T8" fmla="*/ 122 w 377"/>
                <a:gd name="T9" fmla="*/ 43 h 165"/>
                <a:gd name="T10" fmla="*/ 154 w 377"/>
                <a:gd name="T11" fmla="*/ 43 h 165"/>
                <a:gd name="T12" fmla="*/ 186 w 377"/>
                <a:gd name="T13" fmla="*/ 40 h 165"/>
                <a:gd name="T14" fmla="*/ 217 w 377"/>
                <a:gd name="T15" fmla="*/ 33 h 165"/>
                <a:gd name="T16" fmla="*/ 247 w 377"/>
                <a:gd name="T17" fmla="*/ 23 h 165"/>
                <a:gd name="T18" fmla="*/ 275 w 377"/>
                <a:gd name="T19" fmla="*/ 15 h 165"/>
                <a:gd name="T20" fmla="*/ 299 w 377"/>
                <a:gd name="T21" fmla="*/ 13 h 165"/>
                <a:gd name="T22" fmla="*/ 319 w 377"/>
                <a:gd name="T23" fmla="*/ 13 h 165"/>
                <a:gd name="T24" fmla="*/ 336 w 377"/>
                <a:gd name="T25" fmla="*/ 18 h 165"/>
                <a:gd name="T26" fmla="*/ 342 w 377"/>
                <a:gd name="T27" fmla="*/ 28 h 165"/>
                <a:gd name="T28" fmla="*/ 350 w 377"/>
                <a:gd name="T29" fmla="*/ 43 h 165"/>
                <a:gd name="T30" fmla="*/ 355 w 377"/>
                <a:gd name="T31" fmla="*/ 59 h 165"/>
                <a:gd name="T32" fmla="*/ 360 w 377"/>
                <a:gd name="T33" fmla="*/ 79 h 165"/>
                <a:gd name="T34" fmla="*/ 377 w 377"/>
                <a:gd name="T35" fmla="*/ 165 h 165"/>
                <a:gd name="T36" fmla="*/ 0 w 377"/>
                <a:gd name="T37" fmla="*/ 69 h 165"/>
                <a:gd name="T38" fmla="*/ 22 w 377"/>
                <a:gd name="T39" fmla="*/ 3 h 165"/>
                <a:gd name="T40" fmla="*/ 22 w 377"/>
                <a:gd name="T41" fmla="*/ 3 h 165"/>
                <a:gd name="T42" fmla="*/ 20 w 377"/>
                <a:gd name="T43" fmla="*/ 0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77"/>
                <a:gd name="T67" fmla="*/ 0 h 165"/>
                <a:gd name="T68" fmla="*/ 377 w 377"/>
                <a:gd name="T69" fmla="*/ 165 h 16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77" h="165">
                  <a:moveTo>
                    <a:pt x="20" y="0"/>
                  </a:moveTo>
                  <a:lnTo>
                    <a:pt x="44" y="15"/>
                  </a:lnTo>
                  <a:lnTo>
                    <a:pt x="66" y="30"/>
                  </a:lnTo>
                  <a:lnTo>
                    <a:pt x="90" y="40"/>
                  </a:lnTo>
                  <a:lnTo>
                    <a:pt x="122" y="43"/>
                  </a:lnTo>
                  <a:lnTo>
                    <a:pt x="154" y="43"/>
                  </a:lnTo>
                  <a:lnTo>
                    <a:pt x="186" y="40"/>
                  </a:lnTo>
                  <a:lnTo>
                    <a:pt x="217" y="33"/>
                  </a:lnTo>
                  <a:lnTo>
                    <a:pt x="247" y="23"/>
                  </a:lnTo>
                  <a:lnTo>
                    <a:pt x="275" y="15"/>
                  </a:lnTo>
                  <a:lnTo>
                    <a:pt x="299" y="13"/>
                  </a:lnTo>
                  <a:lnTo>
                    <a:pt x="319" y="13"/>
                  </a:lnTo>
                  <a:lnTo>
                    <a:pt x="336" y="18"/>
                  </a:lnTo>
                  <a:lnTo>
                    <a:pt x="342" y="28"/>
                  </a:lnTo>
                  <a:lnTo>
                    <a:pt x="350" y="43"/>
                  </a:lnTo>
                  <a:lnTo>
                    <a:pt x="355" y="59"/>
                  </a:lnTo>
                  <a:lnTo>
                    <a:pt x="360" y="79"/>
                  </a:lnTo>
                  <a:lnTo>
                    <a:pt x="377" y="165"/>
                  </a:lnTo>
                  <a:lnTo>
                    <a:pt x="0" y="69"/>
                  </a:lnTo>
                  <a:lnTo>
                    <a:pt x="22" y="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C2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811"/>
            <p:cNvSpPr>
              <a:spLocks/>
            </p:cNvSpPr>
            <p:nvPr/>
          </p:nvSpPr>
          <p:spPr bwMode="auto">
            <a:xfrm>
              <a:off x="7658" y="1794"/>
              <a:ext cx="189" cy="83"/>
            </a:xfrm>
            <a:custGeom>
              <a:avLst/>
              <a:gdLst>
                <a:gd name="T0" fmla="*/ 20 w 377"/>
                <a:gd name="T1" fmla="*/ 0 h 165"/>
                <a:gd name="T2" fmla="*/ 44 w 377"/>
                <a:gd name="T3" fmla="*/ 15 h 165"/>
                <a:gd name="T4" fmla="*/ 66 w 377"/>
                <a:gd name="T5" fmla="*/ 30 h 165"/>
                <a:gd name="T6" fmla="*/ 90 w 377"/>
                <a:gd name="T7" fmla="*/ 40 h 165"/>
                <a:gd name="T8" fmla="*/ 122 w 377"/>
                <a:gd name="T9" fmla="*/ 43 h 165"/>
                <a:gd name="T10" fmla="*/ 154 w 377"/>
                <a:gd name="T11" fmla="*/ 43 h 165"/>
                <a:gd name="T12" fmla="*/ 186 w 377"/>
                <a:gd name="T13" fmla="*/ 40 h 165"/>
                <a:gd name="T14" fmla="*/ 217 w 377"/>
                <a:gd name="T15" fmla="*/ 33 h 165"/>
                <a:gd name="T16" fmla="*/ 247 w 377"/>
                <a:gd name="T17" fmla="*/ 23 h 165"/>
                <a:gd name="T18" fmla="*/ 275 w 377"/>
                <a:gd name="T19" fmla="*/ 15 h 165"/>
                <a:gd name="T20" fmla="*/ 299 w 377"/>
                <a:gd name="T21" fmla="*/ 13 h 165"/>
                <a:gd name="T22" fmla="*/ 319 w 377"/>
                <a:gd name="T23" fmla="*/ 13 h 165"/>
                <a:gd name="T24" fmla="*/ 336 w 377"/>
                <a:gd name="T25" fmla="*/ 18 h 165"/>
                <a:gd name="T26" fmla="*/ 342 w 377"/>
                <a:gd name="T27" fmla="*/ 28 h 165"/>
                <a:gd name="T28" fmla="*/ 350 w 377"/>
                <a:gd name="T29" fmla="*/ 43 h 165"/>
                <a:gd name="T30" fmla="*/ 355 w 377"/>
                <a:gd name="T31" fmla="*/ 59 h 165"/>
                <a:gd name="T32" fmla="*/ 360 w 377"/>
                <a:gd name="T33" fmla="*/ 79 h 165"/>
                <a:gd name="T34" fmla="*/ 377 w 377"/>
                <a:gd name="T35" fmla="*/ 165 h 165"/>
                <a:gd name="T36" fmla="*/ 0 w 377"/>
                <a:gd name="T37" fmla="*/ 69 h 165"/>
                <a:gd name="T38" fmla="*/ 22 w 377"/>
                <a:gd name="T39" fmla="*/ 3 h 165"/>
                <a:gd name="T40" fmla="*/ 22 w 377"/>
                <a:gd name="T41" fmla="*/ 3 h 1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77"/>
                <a:gd name="T64" fmla="*/ 0 h 165"/>
                <a:gd name="T65" fmla="*/ 377 w 377"/>
                <a:gd name="T66" fmla="*/ 165 h 16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77" h="165">
                  <a:moveTo>
                    <a:pt x="20" y="0"/>
                  </a:moveTo>
                  <a:lnTo>
                    <a:pt x="44" y="15"/>
                  </a:lnTo>
                  <a:lnTo>
                    <a:pt x="66" y="30"/>
                  </a:lnTo>
                  <a:lnTo>
                    <a:pt x="90" y="40"/>
                  </a:lnTo>
                  <a:lnTo>
                    <a:pt x="122" y="43"/>
                  </a:lnTo>
                  <a:lnTo>
                    <a:pt x="154" y="43"/>
                  </a:lnTo>
                  <a:lnTo>
                    <a:pt x="186" y="40"/>
                  </a:lnTo>
                  <a:lnTo>
                    <a:pt x="217" y="33"/>
                  </a:lnTo>
                  <a:lnTo>
                    <a:pt x="247" y="23"/>
                  </a:lnTo>
                  <a:lnTo>
                    <a:pt x="275" y="15"/>
                  </a:lnTo>
                  <a:lnTo>
                    <a:pt x="299" y="13"/>
                  </a:lnTo>
                  <a:lnTo>
                    <a:pt x="319" y="13"/>
                  </a:lnTo>
                  <a:lnTo>
                    <a:pt x="336" y="18"/>
                  </a:lnTo>
                  <a:lnTo>
                    <a:pt x="342" y="28"/>
                  </a:lnTo>
                  <a:lnTo>
                    <a:pt x="350" y="43"/>
                  </a:lnTo>
                  <a:lnTo>
                    <a:pt x="355" y="59"/>
                  </a:lnTo>
                  <a:lnTo>
                    <a:pt x="360" y="79"/>
                  </a:lnTo>
                  <a:lnTo>
                    <a:pt x="377" y="165"/>
                  </a:lnTo>
                  <a:lnTo>
                    <a:pt x="0" y="69"/>
                  </a:lnTo>
                  <a:lnTo>
                    <a:pt x="22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812"/>
            <p:cNvSpPr>
              <a:spLocks/>
            </p:cNvSpPr>
            <p:nvPr/>
          </p:nvSpPr>
          <p:spPr bwMode="auto">
            <a:xfrm>
              <a:off x="7297" y="1488"/>
              <a:ext cx="392" cy="364"/>
            </a:xfrm>
            <a:custGeom>
              <a:avLst/>
              <a:gdLst>
                <a:gd name="T0" fmla="*/ 0 w 785"/>
                <a:gd name="T1" fmla="*/ 0 h 728"/>
                <a:gd name="T2" fmla="*/ 33 w 785"/>
                <a:gd name="T3" fmla="*/ 20 h 728"/>
                <a:gd name="T4" fmla="*/ 64 w 785"/>
                <a:gd name="T5" fmla="*/ 46 h 728"/>
                <a:gd name="T6" fmla="*/ 94 w 785"/>
                <a:gd name="T7" fmla="*/ 74 h 728"/>
                <a:gd name="T8" fmla="*/ 123 w 785"/>
                <a:gd name="T9" fmla="*/ 106 h 728"/>
                <a:gd name="T10" fmla="*/ 150 w 785"/>
                <a:gd name="T11" fmla="*/ 137 h 728"/>
                <a:gd name="T12" fmla="*/ 173 w 785"/>
                <a:gd name="T13" fmla="*/ 168 h 728"/>
                <a:gd name="T14" fmla="*/ 194 w 785"/>
                <a:gd name="T15" fmla="*/ 203 h 728"/>
                <a:gd name="T16" fmla="*/ 214 w 785"/>
                <a:gd name="T17" fmla="*/ 240 h 728"/>
                <a:gd name="T18" fmla="*/ 234 w 785"/>
                <a:gd name="T19" fmla="*/ 275 h 728"/>
                <a:gd name="T20" fmla="*/ 255 w 785"/>
                <a:gd name="T21" fmla="*/ 308 h 728"/>
                <a:gd name="T22" fmla="*/ 283 w 785"/>
                <a:gd name="T23" fmla="*/ 338 h 728"/>
                <a:gd name="T24" fmla="*/ 308 w 785"/>
                <a:gd name="T25" fmla="*/ 365 h 728"/>
                <a:gd name="T26" fmla="*/ 334 w 785"/>
                <a:gd name="T27" fmla="*/ 392 h 728"/>
                <a:gd name="T28" fmla="*/ 361 w 785"/>
                <a:gd name="T29" fmla="*/ 417 h 728"/>
                <a:gd name="T30" fmla="*/ 388 w 785"/>
                <a:gd name="T31" fmla="*/ 443 h 728"/>
                <a:gd name="T32" fmla="*/ 413 w 785"/>
                <a:gd name="T33" fmla="*/ 476 h 728"/>
                <a:gd name="T34" fmla="*/ 444 w 785"/>
                <a:gd name="T35" fmla="*/ 492 h 728"/>
                <a:gd name="T36" fmla="*/ 476 w 785"/>
                <a:gd name="T37" fmla="*/ 502 h 728"/>
                <a:gd name="T38" fmla="*/ 505 w 785"/>
                <a:gd name="T39" fmla="*/ 512 h 728"/>
                <a:gd name="T40" fmla="*/ 538 w 785"/>
                <a:gd name="T41" fmla="*/ 517 h 728"/>
                <a:gd name="T42" fmla="*/ 566 w 785"/>
                <a:gd name="T43" fmla="*/ 522 h 728"/>
                <a:gd name="T44" fmla="*/ 594 w 785"/>
                <a:gd name="T45" fmla="*/ 525 h 728"/>
                <a:gd name="T46" fmla="*/ 623 w 785"/>
                <a:gd name="T47" fmla="*/ 527 h 728"/>
                <a:gd name="T48" fmla="*/ 655 w 785"/>
                <a:gd name="T49" fmla="*/ 530 h 728"/>
                <a:gd name="T50" fmla="*/ 675 w 785"/>
                <a:gd name="T51" fmla="*/ 512 h 728"/>
                <a:gd name="T52" fmla="*/ 701 w 785"/>
                <a:gd name="T53" fmla="*/ 512 h 728"/>
                <a:gd name="T54" fmla="*/ 726 w 785"/>
                <a:gd name="T55" fmla="*/ 520 h 728"/>
                <a:gd name="T56" fmla="*/ 753 w 785"/>
                <a:gd name="T57" fmla="*/ 535 h 728"/>
                <a:gd name="T58" fmla="*/ 785 w 785"/>
                <a:gd name="T59" fmla="*/ 556 h 728"/>
                <a:gd name="T60" fmla="*/ 765 w 785"/>
                <a:gd name="T61" fmla="*/ 591 h 728"/>
                <a:gd name="T62" fmla="*/ 758 w 785"/>
                <a:gd name="T63" fmla="*/ 635 h 728"/>
                <a:gd name="T64" fmla="*/ 746 w 785"/>
                <a:gd name="T65" fmla="*/ 728 h 728"/>
                <a:gd name="T66" fmla="*/ 295 w 785"/>
                <a:gd name="T67" fmla="*/ 673 h 728"/>
                <a:gd name="T68" fmla="*/ 28 w 785"/>
                <a:gd name="T69" fmla="*/ 530 h 728"/>
                <a:gd name="T70" fmla="*/ 0 w 785"/>
                <a:gd name="T71" fmla="*/ 0 h 728"/>
                <a:gd name="T72" fmla="*/ 0 w 785"/>
                <a:gd name="T73" fmla="*/ 0 h 7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85"/>
                <a:gd name="T112" fmla="*/ 0 h 728"/>
                <a:gd name="T113" fmla="*/ 785 w 785"/>
                <a:gd name="T114" fmla="*/ 728 h 72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85" h="728">
                  <a:moveTo>
                    <a:pt x="0" y="0"/>
                  </a:moveTo>
                  <a:lnTo>
                    <a:pt x="33" y="20"/>
                  </a:lnTo>
                  <a:lnTo>
                    <a:pt x="64" y="46"/>
                  </a:lnTo>
                  <a:lnTo>
                    <a:pt x="94" y="74"/>
                  </a:lnTo>
                  <a:lnTo>
                    <a:pt x="123" y="106"/>
                  </a:lnTo>
                  <a:lnTo>
                    <a:pt x="150" y="137"/>
                  </a:lnTo>
                  <a:lnTo>
                    <a:pt x="173" y="168"/>
                  </a:lnTo>
                  <a:lnTo>
                    <a:pt x="194" y="203"/>
                  </a:lnTo>
                  <a:lnTo>
                    <a:pt x="214" y="240"/>
                  </a:lnTo>
                  <a:lnTo>
                    <a:pt x="234" y="275"/>
                  </a:lnTo>
                  <a:lnTo>
                    <a:pt x="255" y="308"/>
                  </a:lnTo>
                  <a:lnTo>
                    <a:pt x="283" y="338"/>
                  </a:lnTo>
                  <a:lnTo>
                    <a:pt x="308" y="365"/>
                  </a:lnTo>
                  <a:lnTo>
                    <a:pt x="334" y="392"/>
                  </a:lnTo>
                  <a:lnTo>
                    <a:pt x="361" y="417"/>
                  </a:lnTo>
                  <a:lnTo>
                    <a:pt x="388" y="443"/>
                  </a:lnTo>
                  <a:lnTo>
                    <a:pt x="413" y="476"/>
                  </a:lnTo>
                  <a:lnTo>
                    <a:pt x="444" y="492"/>
                  </a:lnTo>
                  <a:lnTo>
                    <a:pt x="476" y="502"/>
                  </a:lnTo>
                  <a:lnTo>
                    <a:pt x="505" y="512"/>
                  </a:lnTo>
                  <a:lnTo>
                    <a:pt x="538" y="517"/>
                  </a:lnTo>
                  <a:lnTo>
                    <a:pt x="566" y="522"/>
                  </a:lnTo>
                  <a:lnTo>
                    <a:pt x="594" y="525"/>
                  </a:lnTo>
                  <a:lnTo>
                    <a:pt x="623" y="527"/>
                  </a:lnTo>
                  <a:lnTo>
                    <a:pt x="655" y="530"/>
                  </a:lnTo>
                  <a:lnTo>
                    <a:pt x="675" y="512"/>
                  </a:lnTo>
                  <a:lnTo>
                    <a:pt x="701" y="512"/>
                  </a:lnTo>
                  <a:lnTo>
                    <a:pt x="726" y="520"/>
                  </a:lnTo>
                  <a:lnTo>
                    <a:pt x="753" y="535"/>
                  </a:lnTo>
                  <a:lnTo>
                    <a:pt x="785" y="556"/>
                  </a:lnTo>
                  <a:lnTo>
                    <a:pt x="765" y="591"/>
                  </a:lnTo>
                  <a:lnTo>
                    <a:pt x="758" y="635"/>
                  </a:lnTo>
                  <a:lnTo>
                    <a:pt x="746" y="728"/>
                  </a:lnTo>
                  <a:lnTo>
                    <a:pt x="295" y="673"/>
                  </a:lnTo>
                  <a:lnTo>
                    <a:pt x="28" y="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813"/>
            <p:cNvSpPr>
              <a:spLocks/>
            </p:cNvSpPr>
            <p:nvPr/>
          </p:nvSpPr>
          <p:spPr bwMode="auto">
            <a:xfrm>
              <a:off x="7297" y="1488"/>
              <a:ext cx="392" cy="364"/>
            </a:xfrm>
            <a:custGeom>
              <a:avLst/>
              <a:gdLst>
                <a:gd name="T0" fmla="*/ 0 w 785"/>
                <a:gd name="T1" fmla="*/ 0 h 728"/>
                <a:gd name="T2" fmla="*/ 33 w 785"/>
                <a:gd name="T3" fmla="*/ 20 h 728"/>
                <a:gd name="T4" fmla="*/ 64 w 785"/>
                <a:gd name="T5" fmla="*/ 46 h 728"/>
                <a:gd name="T6" fmla="*/ 94 w 785"/>
                <a:gd name="T7" fmla="*/ 74 h 728"/>
                <a:gd name="T8" fmla="*/ 123 w 785"/>
                <a:gd name="T9" fmla="*/ 106 h 728"/>
                <a:gd name="T10" fmla="*/ 150 w 785"/>
                <a:gd name="T11" fmla="*/ 137 h 728"/>
                <a:gd name="T12" fmla="*/ 173 w 785"/>
                <a:gd name="T13" fmla="*/ 168 h 728"/>
                <a:gd name="T14" fmla="*/ 194 w 785"/>
                <a:gd name="T15" fmla="*/ 203 h 728"/>
                <a:gd name="T16" fmla="*/ 214 w 785"/>
                <a:gd name="T17" fmla="*/ 240 h 728"/>
                <a:gd name="T18" fmla="*/ 234 w 785"/>
                <a:gd name="T19" fmla="*/ 275 h 728"/>
                <a:gd name="T20" fmla="*/ 255 w 785"/>
                <a:gd name="T21" fmla="*/ 308 h 728"/>
                <a:gd name="T22" fmla="*/ 283 w 785"/>
                <a:gd name="T23" fmla="*/ 338 h 728"/>
                <a:gd name="T24" fmla="*/ 308 w 785"/>
                <a:gd name="T25" fmla="*/ 365 h 728"/>
                <a:gd name="T26" fmla="*/ 334 w 785"/>
                <a:gd name="T27" fmla="*/ 392 h 728"/>
                <a:gd name="T28" fmla="*/ 361 w 785"/>
                <a:gd name="T29" fmla="*/ 417 h 728"/>
                <a:gd name="T30" fmla="*/ 388 w 785"/>
                <a:gd name="T31" fmla="*/ 443 h 728"/>
                <a:gd name="T32" fmla="*/ 413 w 785"/>
                <a:gd name="T33" fmla="*/ 476 h 728"/>
                <a:gd name="T34" fmla="*/ 444 w 785"/>
                <a:gd name="T35" fmla="*/ 492 h 728"/>
                <a:gd name="T36" fmla="*/ 476 w 785"/>
                <a:gd name="T37" fmla="*/ 502 h 728"/>
                <a:gd name="T38" fmla="*/ 505 w 785"/>
                <a:gd name="T39" fmla="*/ 512 h 728"/>
                <a:gd name="T40" fmla="*/ 538 w 785"/>
                <a:gd name="T41" fmla="*/ 517 h 728"/>
                <a:gd name="T42" fmla="*/ 566 w 785"/>
                <a:gd name="T43" fmla="*/ 522 h 728"/>
                <a:gd name="T44" fmla="*/ 594 w 785"/>
                <a:gd name="T45" fmla="*/ 525 h 728"/>
                <a:gd name="T46" fmla="*/ 623 w 785"/>
                <a:gd name="T47" fmla="*/ 527 h 728"/>
                <a:gd name="T48" fmla="*/ 655 w 785"/>
                <a:gd name="T49" fmla="*/ 530 h 728"/>
                <a:gd name="T50" fmla="*/ 675 w 785"/>
                <a:gd name="T51" fmla="*/ 512 h 728"/>
                <a:gd name="T52" fmla="*/ 701 w 785"/>
                <a:gd name="T53" fmla="*/ 512 h 728"/>
                <a:gd name="T54" fmla="*/ 726 w 785"/>
                <a:gd name="T55" fmla="*/ 520 h 728"/>
                <a:gd name="T56" fmla="*/ 753 w 785"/>
                <a:gd name="T57" fmla="*/ 535 h 728"/>
                <a:gd name="T58" fmla="*/ 785 w 785"/>
                <a:gd name="T59" fmla="*/ 556 h 728"/>
                <a:gd name="T60" fmla="*/ 765 w 785"/>
                <a:gd name="T61" fmla="*/ 591 h 728"/>
                <a:gd name="T62" fmla="*/ 758 w 785"/>
                <a:gd name="T63" fmla="*/ 635 h 728"/>
                <a:gd name="T64" fmla="*/ 746 w 785"/>
                <a:gd name="T65" fmla="*/ 728 h 728"/>
                <a:gd name="T66" fmla="*/ 295 w 785"/>
                <a:gd name="T67" fmla="*/ 673 h 728"/>
                <a:gd name="T68" fmla="*/ 28 w 785"/>
                <a:gd name="T69" fmla="*/ 530 h 728"/>
                <a:gd name="T70" fmla="*/ 0 w 785"/>
                <a:gd name="T71" fmla="*/ 0 h 728"/>
                <a:gd name="T72" fmla="*/ 0 w 785"/>
                <a:gd name="T73" fmla="*/ 0 h 7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85"/>
                <a:gd name="T112" fmla="*/ 0 h 728"/>
                <a:gd name="T113" fmla="*/ 785 w 785"/>
                <a:gd name="T114" fmla="*/ 728 h 72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85" h="728">
                  <a:moveTo>
                    <a:pt x="0" y="0"/>
                  </a:moveTo>
                  <a:lnTo>
                    <a:pt x="33" y="20"/>
                  </a:lnTo>
                  <a:lnTo>
                    <a:pt x="64" y="46"/>
                  </a:lnTo>
                  <a:lnTo>
                    <a:pt x="94" y="74"/>
                  </a:lnTo>
                  <a:lnTo>
                    <a:pt x="123" y="106"/>
                  </a:lnTo>
                  <a:lnTo>
                    <a:pt x="150" y="137"/>
                  </a:lnTo>
                  <a:lnTo>
                    <a:pt x="173" y="168"/>
                  </a:lnTo>
                  <a:lnTo>
                    <a:pt x="194" y="203"/>
                  </a:lnTo>
                  <a:lnTo>
                    <a:pt x="214" y="240"/>
                  </a:lnTo>
                  <a:lnTo>
                    <a:pt x="234" y="275"/>
                  </a:lnTo>
                  <a:lnTo>
                    <a:pt x="255" y="308"/>
                  </a:lnTo>
                  <a:lnTo>
                    <a:pt x="283" y="338"/>
                  </a:lnTo>
                  <a:lnTo>
                    <a:pt x="308" y="365"/>
                  </a:lnTo>
                  <a:lnTo>
                    <a:pt x="334" y="392"/>
                  </a:lnTo>
                  <a:lnTo>
                    <a:pt x="361" y="417"/>
                  </a:lnTo>
                  <a:lnTo>
                    <a:pt x="388" y="443"/>
                  </a:lnTo>
                  <a:lnTo>
                    <a:pt x="413" y="476"/>
                  </a:lnTo>
                  <a:lnTo>
                    <a:pt x="444" y="492"/>
                  </a:lnTo>
                  <a:lnTo>
                    <a:pt x="476" y="502"/>
                  </a:lnTo>
                  <a:lnTo>
                    <a:pt x="505" y="512"/>
                  </a:lnTo>
                  <a:lnTo>
                    <a:pt x="538" y="517"/>
                  </a:lnTo>
                  <a:lnTo>
                    <a:pt x="566" y="522"/>
                  </a:lnTo>
                  <a:lnTo>
                    <a:pt x="594" y="525"/>
                  </a:lnTo>
                  <a:lnTo>
                    <a:pt x="623" y="527"/>
                  </a:lnTo>
                  <a:lnTo>
                    <a:pt x="655" y="530"/>
                  </a:lnTo>
                  <a:lnTo>
                    <a:pt x="675" y="512"/>
                  </a:lnTo>
                  <a:lnTo>
                    <a:pt x="701" y="512"/>
                  </a:lnTo>
                  <a:lnTo>
                    <a:pt x="726" y="520"/>
                  </a:lnTo>
                  <a:lnTo>
                    <a:pt x="753" y="535"/>
                  </a:lnTo>
                  <a:lnTo>
                    <a:pt x="785" y="556"/>
                  </a:lnTo>
                  <a:lnTo>
                    <a:pt x="765" y="591"/>
                  </a:lnTo>
                  <a:lnTo>
                    <a:pt x="758" y="635"/>
                  </a:lnTo>
                  <a:lnTo>
                    <a:pt x="746" y="728"/>
                  </a:lnTo>
                  <a:lnTo>
                    <a:pt x="295" y="673"/>
                  </a:lnTo>
                  <a:lnTo>
                    <a:pt x="28" y="53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814"/>
            <p:cNvSpPr>
              <a:spLocks/>
            </p:cNvSpPr>
            <p:nvPr/>
          </p:nvSpPr>
          <p:spPr bwMode="auto">
            <a:xfrm>
              <a:off x="7300" y="1597"/>
              <a:ext cx="170" cy="228"/>
            </a:xfrm>
            <a:custGeom>
              <a:avLst/>
              <a:gdLst>
                <a:gd name="T0" fmla="*/ 0 w 338"/>
                <a:gd name="T1" fmla="*/ 39 h 455"/>
                <a:gd name="T2" fmla="*/ 20 w 338"/>
                <a:gd name="T3" fmla="*/ 37 h 455"/>
                <a:gd name="T4" fmla="*/ 37 w 338"/>
                <a:gd name="T5" fmla="*/ 37 h 455"/>
                <a:gd name="T6" fmla="*/ 53 w 338"/>
                <a:gd name="T7" fmla="*/ 27 h 455"/>
                <a:gd name="T8" fmla="*/ 63 w 338"/>
                <a:gd name="T9" fmla="*/ 0 h 455"/>
                <a:gd name="T10" fmla="*/ 66 w 338"/>
                <a:gd name="T11" fmla="*/ 32 h 455"/>
                <a:gd name="T12" fmla="*/ 66 w 338"/>
                <a:gd name="T13" fmla="*/ 67 h 455"/>
                <a:gd name="T14" fmla="*/ 71 w 338"/>
                <a:gd name="T15" fmla="*/ 100 h 455"/>
                <a:gd name="T16" fmla="*/ 73 w 338"/>
                <a:gd name="T17" fmla="*/ 133 h 455"/>
                <a:gd name="T18" fmla="*/ 78 w 338"/>
                <a:gd name="T19" fmla="*/ 154 h 455"/>
                <a:gd name="T20" fmla="*/ 86 w 338"/>
                <a:gd name="T21" fmla="*/ 164 h 455"/>
                <a:gd name="T22" fmla="*/ 96 w 338"/>
                <a:gd name="T23" fmla="*/ 154 h 455"/>
                <a:gd name="T24" fmla="*/ 108 w 338"/>
                <a:gd name="T25" fmla="*/ 128 h 455"/>
                <a:gd name="T26" fmla="*/ 112 w 338"/>
                <a:gd name="T27" fmla="*/ 184 h 455"/>
                <a:gd name="T28" fmla="*/ 117 w 338"/>
                <a:gd name="T29" fmla="*/ 223 h 455"/>
                <a:gd name="T30" fmla="*/ 127 w 338"/>
                <a:gd name="T31" fmla="*/ 248 h 455"/>
                <a:gd name="T32" fmla="*/ 137 w 338"/>
                <a:gd name="T33" fmla="*/ 258 h 455"/>
                <a:gd name="T34" fmla="*/ 145 w 338"/>
                <a:gd name="T35" fmla="*/ 255 h 455"/>
                <a:gd name="T36" fmla="*/ 157 w 338"/>
                <a:gd name="T37" fmla="*/ 245 h 455"/>
                <a:gd name="T38" fmla="*/ 167 w 338"/>
                <a:gd name="T39" fmla="*/ 225 h 455"/>
                <a:gd name="T40" fmla="*/ 176 w 338"/>
                <a:gd name="T41" fmla="*/ 203 h 455"/>
                <a:gd name="T42" fmla="*/ 176 w 338"/>
                <a:gd name="T43" fmla="*/ 240 h 455"/>
                <a:gd name="T44" fmla="*/ 178 w 338"/>
                <a:gd name="T45" fmla="*/ 274 h 455"/>
                <a:gd name="T46" fmla="*/ 188 w 338"/>
                <a:gd name="T47" fmla="*/ 304 h 455"/>
                <a:gd name="T48" fmla="*/ 201 w 338"/>
                <a:gd name="T49" fmla="*/ 324 h 455"/>
                <a:gd name="T50" fmla="*/ 213 w 338"/>
                <a:gd name="T51" fmla="*/ 335 h 455"/>
                <a:gd name="T52" fmla="*/ 228 w 338"/>
                <a:gd name="T53" fmla="*/ 335 h 455"/>
                <a:gd name="T54" fmla="*/ 242 w 338"/>
                <a:gd name="T55" fmla="*/ 322 h 455"/>
                <a:gd name="T56" fmla="*/ 257 w 338"/>
                <a:gd name="T57" fmla="*/ 292 h 455"/>
                <a:gd name="T58" fmla="*/ 262 w 338"/>
                <a:gd name="T59" fmla="*/ 312 h 455"/>
                <a:gd name="T60" fmla="*/ 270 w 338"/>
                <a:gd name="T61" fmla="*/ 328 h 455"/>
                <a:gd name="T62" fmla="*/ 280 w 338"/>
                <a:gd name="T63" fmla="*/ 338 h 455"/>
                <a:gd name="T64" fmla="*/ 292 w 338"/>
                <a:gd name="T65" fmla="*/ 348 h 455"/>
                <a:gd name="T66" fmla="*/ 338 w 338"/>
                <a:gd name="T67" fmla="*/ 380 h 455"/>
                <a:gd name="T68" fmla="*/ 290 w 338"/>
                <a:gd name="T69" fmla="*/ 455 h 455"/>
                <a:gd name="T70" fmla="*/ 270 w 338"/>
                <a:gd name="T71" fmla="*/ 455 h 455"/>
                <a:gd name="T72" fmla="*/ 250 w 338"/>
                <a:gd name="T73" fmla="*/ 453 h 455"/>
                <a:gd name="T74" fmla="*/ 231 w 338"/>
                <a:gd name="T75" fmla="*/ 452 h 455"/>
                <a:gd name="T76" fmla="*/ 213 w 338"/>
                <a:gd name="T77" fmla="*/ 449 h 455"/>
                <a:gd name="T78" fmla="*/ 193 w 338"/>
                <a:gd name="T79" fmla="*/ 447 h 455"/>
                <a:gd name="T80" fmla="*/ 175 w 338"/>
                <a:gd name="T81" fmla="*/ 439 h 455"/>
                <a:gd name="T82" fmla="*/ 157 w 338"/>
                <a:gd name="T83" fmla="*/ 434 h 455"/>
                <a:gd name="T84" fmla="*/ 140 w 338"/>
                <a:gd name="T85" fmla="*/ 427 h 455"/>
                <a:gd name="T86" fmla="*/ 120 w 338"/>
                <a:gd name="T87" fmla="*/ 417 h 455"/>
                <a:gd name="T88" fmla="*/ 106 w 338"/>
                <a:gd name="T89" fmla="*/ 407 h 455"/>
                <a:gd name="T90" fmla="*/ 88 w 338"/>
                <a:gd name="T91" fmla="*/ 394 h 455"/>
                <a:gd name="T92" fmla="*/ 73 w 338"/>
                <a:gd name="T93" fmla="*/ 383 h 455"/>
                <a:gd name="T94" fmla="*/ 58 w 338"/>
                <a:gd name="T95" fmla="*/ 368 h 455"/>
                <a:gd name="T96" fmla="*/ 45 w 338"/>
                <a:gd name="T97" fmla="*/ 350 h 455"/>
                <a:gd name="T98" fmla="*/ 30 w 338"/>
                <a:gd name="T99" fmla="*/ 330 h 455"/>
                <a:gd name="T100" fmla="*/ 17 w 338"/>
                <a:gd name="T101" fmla="*/ 309 h 455"/>
                <a:gd name="T102" fmla="*/ 2 w 338"/>
                <a:gd name="T103" fmla="*/ 42 h 455"/>
                <a:gd name="T104" fmla="*/ 2 w 338"/>
                <a:gd name="T105" fmla="*/ 42 h 455"/>
                <a:gd name="T106" fmla="*/ 0 w 338"/>
                <a:gd name="T107" fmla="*/ 39 h 4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38"/>
                <a:gd name="T163" fmla="*/ 0 h 455"/>
                <a:gd name="T164" fmla="*/ 338 w 338"/>
                <a:gd name="T165" fmla="*/ 455 h 4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38" h="455">
                  <a:moveTo>
                    <a:pt x="0" y="39"/>
                  </a:moveTo>
                  <a:lnTo>
                    <a:pt x="20" y="37"/>
                  </a:lnTo>
                  <a:lnTo>
                    <a:pt x="37" y="37"/>
                  </a:lnTo>
                  <a:lnTo>
                    <a:pt x="53" y="27"/>
                  </a:lnTo>
                  <a:lnTo>
                    <a:pt x="63" y="0"/>
                  </a:lnTo>
                  <a:lnTo>
                    <a:pt x="66" y="32"/>
                  </a:lnTo>
                  <a:lnTo>
                    <a:pt x="66" y="67"/>
                  </a:lnTo>
                  <a:lnTo>
                    <a:pt x="71" y="100"/>
                  </a:lnTo>
                  <a:lnTo>
                    <a:pt x="73" y="133"/>
                  </a:lnTo>
                  <a:lnTo>
                    <a:pt x="78" y="154"/>
                  </a:lnTo>
                  <a:lnTo>
                    <a:pt x="86" y="164"/>
                  </a:lnTo>
                  <a:lnTo>
                    <a:pt x="96" y="154"/>
                  </a:lnTo>
                  <a:lnTo>
                    <a:pt x="108" y="128"/>
                  </a:lnTo>
                  <a:lnTo>
                    <a:pt x="112" y="184"/>
                  </a:lnTo>
                  <a:lnTo>
                    <a:pt x="117" y="223"/>
                  </a:lnTo>
                  <a:lnTo>
                    <a:pt x="127" y="248"/>
                  </a:lnTo>
                  <a:lnTo>
                    <a:pt x="137" y="258"/>
                  </a:lnTo>
                  <a:lnTo>
                    <a:pt x="145" y="255"/>
                  </a:lnTo>
                  <a:lnTo>
                    <a:pt x="157" y="245"/>
                  </a:lnTo>
                  <a:lnTo>
                    <a:pt x="167" y="225"/>
                  </a:lnTo>
                  <a:lnTo>
                    <a:pt x="176" y="203"/>
                  </a:lnTo>
                  <a:lnTo>
                    <a:pt x="176" y="240"/>
                  </a:lnTo>
                  <a:lnTo>
                    <a:pt x="178" y="274"/>
                  </a:lnTo>
                  <a:lnTo>
                    <a:pt x="188" y="304"/>
                  </a:lnTo>
                  <a:lnTo>
                    <a:pt x="201" y="324"/>
                  </a:lnTo>
                  <a:lnTo>
                    <a:pt x="213" y="335"/>
                  </a:lnTo>
                  <a:lnTo>
                    <a:pt x="228" y="335"/>
                  </a:lnTo>
                  <a:lnTo>
                    <a:pt x="242" y="322"/>
                  </a:lnTo>
                  <a:lnTo>
                    <a:pt x="257" y="292"/>
                  </a:lnTo>
                  <a:lnTo>
                    <a:pt x="262" y="312"/>
                  </a:lnTo>
                  <a:lnTo>
                    <a:pt x="270" y="328"/>
                  </a:lnTo>
                  <a:lnTo>
                    <a:pt x="280" y="338"/>
                  </a:lnTo>
                  <a:lnTo>
                    <a:pt x="292" y="348"/>
                  </a:lnTo>
                  <a:lnTo>
                    <a:pt x="338" y="380"/>
                  </a:lnTo>
                  <a:lnTo>
                    <a:pt x="290" y="455"/>
                  </a:lnTo>
                  <a:lnTo>
                    <a:pt x="270" y="455"/>
                  </a:lnTo>
                  <a:lnTo>
                    <a:pt x="250" y="453"/>
                  </a:lnTo>
                  <a:lnTo>
                    <a:pt x="231" y="452"/>
                  </a:lnTo>
                  <a:lnTo>
                    <a:pt x="213" y="449"/>
                  </a:lnTo>
                  <a:lnTo>
                    <a:pt x="193" y="447"/>
                  </a:lnTo>
                  <a:lnTo>
                    <a:pt x="175" y="439"/>
                  </a:lnTo>
                  <a:lnTo>
                    <a:pt x="157" y="434"/>
                  </a:lnTo>
                  <a:lnTo>
                    <a:pt x="140" y="427"/>
                  </a:lnTo>
                  <a:lnTo>
                    <a:pt x="120" y="417"/>
                  </a:lnTo>
                  <a:lnTo>
                    <a:pt x="106" y="407"/>
                  </a:lnTo>
                  <a:lnTo>
                    <a:pt x="88" y="394"/>
                  </a:lnTo>
                  <a:lnTo>
                    <a:pt x="73" y="383"/>
                  </a:lnTo>
                  <a:lnTo>
                    <a:pt x="58" y="368"/>
                  </a:lnTo>
                  <a:lnTo>
                    <a:pt x="45" y="350"/>
                  </a:lnTo>
                  <a:lnTo>
                    <a:pt x="30" y="330"/>
                  </a:lnTo>
                  <a:lnTo>
                    <a:pt x="17" y="309"/>
                  </a:lnTo>
                  <a:lnTo>
                    <a:pt x="2" y="42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815"/>
            <p:cNvSpPr>
              <a:spLocks/>
            </p:cNvSpPr>
            <p:nvPr/>
          </p:nvSpPr>
          <p:spPr bwMode="auto">
            <a:xfrm>
              <a:off x="7300" y="1597"/>
              <a:ext cx="170" cy="228"/>
            </a:xfrm>
            <a:custGeom>
              <a:avLst/>
              <a:gdLst>
                <a:gd name="T0" fmla="*/ 0 w 338"/>
                <a:gd name="T1" fmla="*/ 39 h 455"/>
                <a:gd name="T2" fmla="*/ 20 w 338"/>
                <a:gd name="T3" fmla="*/ 37 h 455"/>
                <a:gd name="T4" fmla="*/ 37 w 338"/>
                <a:gd name="T5" fmla="*/ 37 h 455"/>
                <a:gd name="T6" fmla="*/ 53 w 338"/>
                <a:gd name="T7" fmla="*/ 27 h 455"/>
                <a:gd name="T8" fmla="*/ 63 w 338"/>
                <a:gd name="T9" fmla="*/ 0 h 455"/>
                <a:gd name="T10" fmla="*/ 66 w 338"/>
                <a:gd name="T11" fmla="*/ 32 h 455"/>
                <a:gd name="T12" fmla="*/ 66 w 338"/>
                <a:gd name="T13" fmla="*/ 67 h 455"/>
                <a:gd name="T14" fmla="*/ 71 w 338"/>
                <a:gd name="T15" fmla="*/ 100 h 455"/>
                <a:gd name="T16" fmla="*/ 73 w 338"/>
                <a:gd name="T17" fmla="*/ 133 h 455"/>
                <a:gd name="T18" fmla="*/ 78 w 338"/>
                <a:gd name="T19" fmla="*/ 154 h 455"/>
                <a:gd name="T20" fmla="*/ 86 w 338"/>
                <a:gd name="T21" fmla="*/ 164 h 455"/>
                <a:gd name="T22" fmla="*/ 96 w 338"/>
                <a:gd name="T23" fmla="*/ 154 h 455"/>
                <a:gd name="T24" fmla="*/ 108 w 338"/>
                <a:gd name="T25" fmla="*/ 128 h 455"/>
                <a:gd name="T26" fmla="*/ 112 w 338"/>
                <a:gd name="T27" fmla="*/ 184 h 455"/>
                <a:gd name="T28" fmla="*/ 117 w 338"/>
                <a:gd name="T29" fmla="*/ 223 h 455"/>
                <a:gd name="T30" fmla="*/ 127 w 338"/>
                <a:gd name="T31" fmla="*/ 248 h 455"/>
                <a:gd name="T32" fmla="*/ 137 w 338"/>
                <a:gd name="T33" fmla="*/ 258 h 455"/>
                <a:gd name="T34" fmla="*/ 145 w 338"/>
                <a:gd name="T35" fmla="*/ 255 h 455"/>
                <a:gd name="T36" fmla="*/ 157 w 338"/>
                <a:gd name="T37" fmla="*/ 245 h 455"/>
                <a:gd name="T38" fmla="*/ 167 w 338"/>
                <a:gd name="T39" fmla="*/ 225 h 455"/>
                <a:gd name="T40" fmla="*/ 176 w 338"/>
                <a:gd name="T41" fmla="*/ 203 h 455"/>
                <a:gd name="T42" fmla="*/ 176 w 338"/>
                <a:gd name="T43" fmla="*/ 240 h 455"/>
                <a:gd name="T44" fmla="*/ 178 w 338"/>
                <a:gd name="T45" fmla="*/ 274 h 455"/>
                <a:gd name="T46" fmla="*/ 188 w 338"/>
                <a:gd name="T47" fmla="*/ 304 h 455"/>
                <a:gd name="T48" fmla="*/ 201 w 338"/>
                <a:gd name="T49" fmla="*/ 324 h 455"/>
                <a:gd name="T50" fmla="*/ 213 w 338"/>
                <a:gd name="T51" fmla="*/ 335 h 455"/>
                <a:gd name="T52" fmla="*/ 228 w 338"/>
                <a:gd name="T53" fmla="*/ 335 h 455"/>
                <a:gd name="T54" fmla="*/ 242 w 338"/>
                <a:gd name="T55" fmla="*/ 322 h 455"/>
                <a:gd name="T56" fmla="*/ 257 w 338"/>
                <a:gd name="T57" fmla="*/ 292 h 455"/>
                <a:gd name="T58" fmla="*/ 262 w 338"/>
                <a:gd name="T59" fmla="*/ 312 h 455"/>
                <a:gd name="T60" fmla="*/ 270 w 338"/>
                <a:gd name="T61" fmla="*/ 328 h 455"/>
                <a:gd name="T62" fmla="*/ 280 w 338"/>
                <a:gd name="T63" fmla="*/ 338 h 455"/>
                <a:gd name="T64" fmla="*/ 292 w 338"/>
                <a:gd name="T65" fmla="*/ 348 h 455"/>
                <a:gd name="T66" fmla="*/ 338 w 338"/>
                <a:gd name="T67" fmla="*/ 380 h 455"/>
                <a:gd name="T68" fmla="*/ 290 w 338"/>
                <a:gd name="T69" fmla="*/ 455 h 455"/>
                <a:gd name="T70" fmla="*/ 270 w 338"/>
                <a:gd name="T71" fmla="*/ 455 h 455"/>
                <a:gd name="T72" fmla="*/ 250 w 338"/>
                <a:gd name="T73" fmla="*/ 453 h 455"/>
                <a:gd name="T74" fmla="*/ 231 w 338"/>
                <a:gd name="T75" fmla="*/ 452 h 455"/>
                <a:gd name="T76" fmla="*/ 213 w 338"/>
                <a:gd name="T77" fmla="*/ 449 h 455"/>
                <a:gd name="T78" fmla="*/ 193 w 338"/>
                <a:gd name="T79" fmla="*/ 447 h 455"/>
                <a:gd name="T80" fmla="*/ 175 w 338"/>
                <a:gd name="T81" fmla="*/ 439 h 455"/>
                <a:gd name="T82" fmla="*/ 157 w 338"/>
                <a:gd name="T83" fmla="*/ 434 h 455"/>
                <a:gd name="T84" fmla="*/ 140 w 338"/>
                <a:gd name="T85" fmla="*/ 427 h 455"/>
                <a:gd name="T86" fmla="*/ 120 w 338"/>
                <a:gd name="T87" fmla="*/ 417 h 455"/>
                <a:gd name="T88" fmla="*/ 106 w 338"/>
                <a:gd name="T89" fmla="*/ 407 h 455"/>
                <a:gd name="T90" fmla="*/ 88 w 338"/>
                <a:gd name="T91" fmla="*/ 394 h 455"/>
                <a:gd name="T92" fmla="*/ 73 w 338"/>
                <a:gd name="T93" fmla="*/ 383 h 455"/>
                <a:gd name="T94" fmla="*/ 58 w 338"/>
                <a:gd name="T95" fmla="*/ 368 h 455"/>
                <a:gd name="T96" fmla="*/ 45 w 338"/>
                <a:gd name="T97" fmla="*/ 350 h 455"/>
                <a:gd name="T98" fmla="*/ 30 w 338"/>
                <a:gd name="T99" fmla="*/ 330 h 455"/>
                <a:gd name="T100" fmla="*/ 17 w 338"/>
                <a:gd name="T101" fmla="*/ 309 h 455"/>
                <a:gd name="T102" fmla="*/ 2 w 338"/>
                <a:gd name="T103" fmla="*/ 42 h 455"/>
                <a:gd name="T104" fmla="*/ 2 w 338"/>
                <a:gd name="T105" fmla="*/ 42 h 4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8"/>
                <a:gd name="T160" fmla="*/ 0 h 455"/>
                <a:gd name="T161" fmla="*/ 338 w 338"/>
                <a:gd name="T162" fmla="*/ 455 h 45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8" h="455">
                  <a:moveTo>
                    <a:pt x="0" y="39"/>
                  </a:moveTo>
                  <a:lnTo>
                    <a:pt x="20" y="37"/>
                  </a:lnTo>
                  <a:lnTo>
                    <a:pt x="37" y="37"/>
                  </a:lnTo>
                  <a:lnTo>
                    <a:pt x="53" y="27"/>
                  </a:lnTo>
                  <a:lnTo>
                    <a:pt x="63" y="0"/>
                  </a:lnTo>
                  <a:lnTo>
                    <a:pt x="66" y="32"/>
                  </a:lnTo>
                  <a:lnTo>
                    <a:pt x="66" y="67"/>
                  </a:lnTo>
                  <a:lnTo>
                    <a:pt x="71" y="100"/>
                  </a:lnTo>
                  <a:lnTo>
                    <a:pt x="73" y="133"/>
                  </a:lnTo>
                  <a:lnTo>
                    <a:pt x="78" y="154"/>
                  </a:lnTo>
                  <a:lnTo>
                    <a:pt x="86" y="164"/>
                  </a:lnTo>
                  <a:lnTo>
                    <a:pt x="96" y="154"/>
                  </a:lnTo>
                  <a:lnTo>
                    <a:pt x="108" y="128"/>
                  </a:lnTo>
                  <a:lnTo>
                    <a:pt x="112" y="184"/>
                  </a:lnTo>
                  <a:lnTo>
                    <a:pt x="117" y="223"/>
                  </a:lnTo>
                  <a:lnTo>
                    <a:pt x="127" y="248"/>
                  </a:lnTo>
                  <a:lnTo>
                    <a:pt x="137" y="258"/>
                  </a:lnTo>
                  <a:lnTo>
                    <a:pt x="145" y="255"/>
                  </a:lnTo>
                  <a:lnTo>
                    <a:pt x="157" y="245"/>
                  </a:lnTo>
                  <a:lnTo>
                    <a:pt x="167" y="225"/>
                  </a:lnTo>
                  <a:lnTo>
                    <a:pt x="176" y="203"/>
                  </a:lnTo>
                  <a:lnTo>
                    <a:pt x="176" y="240"/>
                  </a:lnTo>
                  <a:lnTo>
                    <a:pt x="178" y="274"/>
                  </a:lnTo>
                  <a:lnTo>
                    <a:pt x="188" y="304"/>
                  </a:lnTo>
                  <a:lnTo>
                    <a:pt x="201" y="324"/>
                  </a:lnTo>
                  <a:lnTo>
                    <a:pt x="213" y="335"/>
                  </a:lnTo>
                  <a:lnTo>
                    <a:pt x="228" y="335"/>
                  </a:lnTo>
                  <a:lnTo>
                    <a:pt x="242" y="322"/>
                  </a:lnTo>
                  <a:lnTo>
                    <a:pt x="257" y="292"/>
                  </a:lnTo>
                  <a:lnTo>
                    <a:pt x="262" y="312"/>
                  </a:lnTo>
                  <a:lnTo>
                    <a:pt x="270" y="328"/>
                  </a:lnTo>
                  <a:lnTo>
                    <a:pt x="280" y="338"/>
                  </a:lnTo>
                  <a:lnTo>
                    <a:pt x="292" y="348"/>
                  </a:lnTo>
                  <a:lnTo>
                    <a:pt x="338" y="380"/>
                  </a:lnTo>
                  <a:lnTo>
                    <a:pt x="290" y="455"/>
                  </a:lnTo>
                  <a:lnTo>
                    <a:pt x="270" y="455"/>
                  </a:lnTo>
                  <a:lnTo>
                    <a:pt x="250" y="453"/>
                  </a:lnTo>
                  <a:lnTo>
                    <a:pt x="231" y="452"/>
                  </a:lnTo>
                  <a:lnTo>
                    <a:pt x="213" y="449"/>
                  </a:lnTo>
                  <a:lnTo>
                    <a:pt x="193" y="447"/>
                  </a:lnTo>
                  <a:lnTo>
                    <a:pt x="175" y="439"/>
                  </a:lnTo>
                  <a:lnTo>
                    <a:pt x="157" y="434"/>
                  </a:lnTo>
                  <a:lnTo>
                    <a:pt x="140" y="427"/>
                  </a:lnTo>
                  <a:lnTo>
                    <a:pt x="120" y="417"/>
                  </a:lnTo>
                  <a:lnTo>
                    <a:pt x="106" y="407"/>
                  </a:lnTo>
                  <a:lnTo>
                    <a:pt x="88" y="394"/>
                  </a:lnTo>
                  <a:lnTo>
                    <a:pt x="73" y="383"/>
                  </a:lnTo>
                  <a:lnTo>
                    <a:pt x="58" y="368"/>
                  </a:lnTo>
                  <a:lnTo>
                    <a:pt x="45" y="350"/>
                  </a:lnTo>
                  <a:lnTo>
                    <a:pt x="30" y="330"/>
                  </a:lnTo>
                  <a:lnTo>
                    <a:pt x="17" y="309"/>
                  </a:lnTo>
                  <a:lnTo>
                    <a:pt x="2" y="4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816"/>
            <p:cNvSpPr>
              <a:spLocks/>
            </p:cNvSpPr>
            <p:nvPr/>
          </p:nvSpPr>
          <p:spPr bwMode="auto">
            <a:xfrm>
              <a:off x="6980" y="2115"/>
              <a:ext cx="312" cy="433"/>
            </a:xfrm>
            <a:custGeom>
              <a:avLst/>
              <a:gdLst>
                <a:gd name="T0" fmla="*/ 618 w 623"/>
                <a:gd name="T1" fmla="*/ 0 h 865"/>
                <a:gd name="T2" fmla="*/ 623 w 623"/>
                <a:gd name="T3" fmla="*/ 30 h 865"/>
                <a:gd name="T4" fmla="*/ 623 w 623"/>
                <a:gd name="T5" fmla="*/ 87 h 865"/>
                <a:gd name="T6" fmla="*/ 621 w 623"/>
                <a:gd name="T7" fmla="*/ 145 h 865"/>
                <a:gd name="T8" fmla="*/ 616 w 623"/>
                <a:gd name="T9" fmla="*/ 202 h 865"/>
                <a:gd name="T10" fmla="*/ 613 w 623"/>
                <a:gd name="T11" fmla="*/ 258 h 865"/>
                <a:gd name="T12" fmla="*/ 606 w 623"/>
                <a:gd name="T13" fmla="*/ 312 h 865"/>
                <a:gd name="T14" fmla="*/ 598 w 623"/>
                <a:gd name="T15" fmla="*/ 594 h 865"/>
                <a:gd name="T16" fmla="*/ 596 w 623"/>
                <a:gd name="T17" fmla="*/ 628 h 865"/>
                <a:gd name="T18" fmla="*/ 593 w 623"/>
                <a:gd name="T19" fmla="*/ 665 h 865"/>
                <a:gd name="T20" fmla="*/ 591 w 623"/>
                <a:gd name="T21" fmla="*/ 699 h 865"/>
                <a:gd name="T22" fmla="*/ 586 w 623"/>
                <a:gd name="T23" fmla="*/ 734 h 865"/>
                <a:gd name="T24" fmla="*/ 581 w 623"/>
                <a:gd name="T25" fmla="*/ 765 h 865"/>
                <a:gd name="T26" fmla="*/ 576 w 623"/>
                <a:gd name="T27" fmla="*/ 799 h 865"/>
                <a:gd name="T28" fmla="*/ 568 w 623"/>
                <a:gd name="T29" fmla="*/ 834 h 865"/>
                <a:gd name="T30" fmla="*/ 562 w 623"/>
                <a:gd name="T31" fmla="*/ 865 h 865"/>
                <a:gd name="T32" fmla="*/ 257 w 623"/>
                <a:gd name="T33" fmla="*/ 865 h 865"/>
                <a:gd name="T34" fmla="*/ 0 w 623"/>
                <a:gd name="T35" fmla="*/ 49 h 865"/>
                <a:gd name="T36" fmla="*/ 618 w 623"/>
                <a:gd name="T37" fmla="*/ 0 h 865"/>
                <a:gd name="T38" fmla="*/ 618 w 623"/>
                <a:gd name="T39" fmla="*/ 0 h 8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23"/>
                <a:gd name="T61" fmla="*/ 0 h 865"/>
                <a:gd name="T62" fmla="*/ 623 w 623"/>
                <a:gd name="T63" fmla="*/ 865 h 86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23" h="865">
                  <a:moveTo>
                    <a:pt x="618" y="0"/>
                  </a:moveTo>
                  <a:lnTo>
                    <a:pt x="623" y="30"/>
                  </a:lnTo>
                  <a:lnTo>
                    <a:pt x="623" y="87"/>
                  </a:lnTo>
                  <a:lnTo>
                    <a:pt x="621" y="145"/>
                  </a:lnTo>
                  <a:lnTo>
                    <a:pt x="616" y="202"/>
                  </a:lnTo>
                  <a:lnTo>
                    <a:pt x="613" y="258"/>
                  </a:lnTo>
                  <a:lnTo>
                    <a:pt x="606" y="312"/>
                  </a:lnTo>
                  <a:lnTo>
                    <a:pt x="598" y="594"/>
                  </a:lnTo>
                  <a:lnTo>
                    <a:pt x="596" y="628"/>
                  </a:lnTo>
                  <a:lnTo>
                    <a:pt x="593" y="665"/>
                  </a:lnTo>
                  <a:lnTo>
                    <a:pt x="591" y="699"/>
                  </a:lnTo>
                  <a:lnTo>
                    <a:pt x="586" y="734"/>
                  </a:lnTo>
                  <a:lnTo>
                    <a:pt x="581" y="765"/>
                  </a:lnTo>
                  <a:lnTo>
                    <a:pt x="576" y="799"/>
                  </a:lnTo>
                  <a:lnTo>
                    <a:pt x="568" y="834"/>
                  </a:lnTo>
                  <a:lnTo>
                    <a:pt x="562" y="865"/>
                  </a:lnTo>
                  <a:lnTo>
                    <a:pt x="257" y="865"/>
                  </a:lnTo>
                  <a:lnTo>
                    <a:pt x="0" y="49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817"/>
            <p:cNvSpPr>
              <a:spLocks/>
            </p:cNvSpPr>
            <p:nvPr/>
          </p:nvSpPr>
          <p:spPr bwMode="auto">
            <a:xfrm>
              <a:off x="6980" y="2115"/>
              <a:ext cx="312" cy="433"/>
            </a:xfrm>
            <a:custGeom>
              <a:avLst/>
              <a:gdLst>
                <a:gd name="T0" fmla="*/ 618 w 623"/>
                <a:gd name="T1" fmla="*/ 0 h 865"/>
                <a:gd name="T2" fmla="*/ 623 w 623"/>
                <a:gd name="T3" fmla="*/ 30 h 865"/>
                <a:gd name="T4" fmla="*/ 623 w 623"/>
                <a:gd name="T5" fmla="*/ 87 h 865"/>
                <a:gd name="T6" fmla="*/ 621 w 623"/>
                <a:gd name="T7" fmla="*/ 145 h 865"/>
                <a:gd name="T8" fmla="*/ 616 w 623"/>
                <a:gd name="T9" fmla="*/ 202 h 865"/>
                <a:gd name="T10" fmla="*/ 613 w 623"/>
                <a:gd name="T11" fmla="*/ 258 h 865"/>
                <a:gd name="T12" fmla="*/ 606 w 623"/>
                <a:gd name="T13" fmla="*/ 312 h 865"/>
                <a:gd name="T14" fmla="*/ 598 w 623"/>
                <a:gd name="T15" fmla="*/ 594 h 865"/>
                <a:gd name="T16" fmla="*/ 596 w 623"/>
                <a:gd name="T17" fmla="*/ 628 h 865"/>
                <a:gd name="T18" fmla="*/ 593 w 623"/>
                <a:gd name="T19" fmla="*/ 665 h 865"/>
                <a:gd name="T20" fmla="*/ 591 w 623"/>
                <a:gd name="T21" fmla="*/ 699 h 865"/>
                <a:gd name="T22" fmla="*/ 586 w 623"/>
                <a:gd name="T23" fmla="*/ 734 h 865"/>
                <a:gd name="T24" fmla="*/ 581 w 623"/>
                <a:gd name="T25" fmla="*/ 765 h 865"/>
                <a:gd name="T26" fmla="*/ 576 w 623"/>
                <a:gd name="T27" fmla="*/ 799 h 865"/>
                <a:gd name="T28" fmla="*/ 568 w 623"/>
                <a:gd name="T29" fmla="*/ 834 h 865"/>
                <a:gd name="T30" fmla="*/ 562 w 623"/>
                <a:gd name="T31" fmla="*/ 865 h 865"/>
                <a:gd name="T32" fmla="*/ 257 w 623"/>
                <a:gd name="T33" fmla="*/ 865 h 865"/>
                <a:gd name="T34" fmla="*/ 0 w 623"/>
                <a:gd name="T35" fmla="*/ 49 h 865"/>
                <a:gd name="T36" fmla="*/ 618 w 623"/>
                <a:gd name="T37" fmla="*/ 0 h 865"/>
                <a:gd name="T38" fmla="*/ 618 w 623"/>
                <a:gd name="T39" fmla="*/ 0 h 8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23"/>
                <a:gd name="T61" fmla="*/ 0 h 865"/>
                <a:gd name="T62" fmla="*/ 623 w 623"/>
                <a:gd name="T63" fmla="*/ 865 h 86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23" h="865">
                  <a:moveTo>
                    <a:pt x="618" y="0"/>
                  </a:moveTo>
                  <a:lnTo>
                    <a:pt x="623" y="30"/>
                  </a:lnTo>
                  <a:lnTo>
                    <a:pt x="623" y="87"/>
                  </a:lnTo>
                  <a:lnTo>
                    <a:pt x="621" y="145"/>
                  </a:lnTo>
                  <a:lnTo>
                    <a:pt x="616" y="202"/>
                  </a:lnTo>
                  <a:lnTo>
                    <a:pt x="613" y="258"/>
                  </a:lnTo>
                  <a:lnTo>
                    <a:pt x="606" y="312"/>
                  </a:lnTo>
                  <a:lnTo>
                    <a:pt x="598" y="594"/>
                  </a:lnTo>
                  <a:lnTo>
                    <a:pt x="596" y="628"/>
                  </a:lnTo>
                  <a:lnTo>
                    <a:pt x="593" y="665"/>
                  </a:lnTo>
                  <a:lnTo>
                    <a:pt x="591" y="699"/>
                  </a:lnTo>
                  <a:lnTo>
                    <a:pt x="586" y="734"/>
                  </a:lnTo>
                  <a:lnTo>
                    <a:pt x="581" y="765"/>
                  </a:lnTo>
                  <a:lnTo>
                    <a:pt x="576" y="799"/>
                  </a:lnTo>
                  <a:lnTo>
                    <a:pt x="568" y="834"/>
                  </a:lnTo>
                  <a:lnTo>
                    <a:pt x="562" y="865"/>
                  </a:lnTo>
                  <a:lnTo>
                    <a:pt x="257" y="865"/>
                  </a:lnTo>
                  <a:lnTo>
                    <a:pt x="0" y="49"/>
                  </a:lnTo>
                  <a:lnTo>
                    <a:pt x="618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818"/>
            <p:cNvSpPr>
              <a:spLocks/>
            </p:cNvSpPr>
            <p:nvPr/>
          </p:nvSpPr>
          <p:spPr bwMode="auto">
            <a:xfrm>
              <a:off x="6927" y="2041"/>
              <a:ext cx="364" cy="507"/>
            </a:xfrm>
            <a:custGeom>
              <a:avLst/>
              <a:gdLst>
                <a:gd name="T0" fmla="*/ 729 w 729"/>
                <a:gd name="T1" fmla="*/ 153 h 1013"/>
                <a:gd name="T2" fmla="*/ 686 w 729"/>
                <a:gd name="T3" fmla="*/ 183 h 1013"/>
                <a:gd name="T4" fmla="*/ 665 w 729"/>
                <a:gd name="T5" fmla="*/ 247 h 1013"/>
                <a:gd name="T6" fmla="*/ 653 w 729"/>
                <a:gd name="T7" fmla="*/ 301 h 1013"/>
                <a:gd name="T8" fmla="*/ 650 w 729"/>
                <a:gd name="T9" fmla="*/ 365 h 1013"/>
                <a:gd name="T10" fmla="*/ 650 w 729"/>
                <a:gd name="T11" fmla="*/ 433 h 1013"/>
                <a:gd name="T12" fmla="*/ 650 w 729"/>
                <a:gd name="T13" fmla="*/ 492 h 1013"/>
                <a:gd name="T14" fmla="*/ 650 w 729"/>
                <a:gd name="T15" fmla="*/ 546 h 1013"/>
                <a:gd name="T16" fmla="*/ 658 w 729"/>
                <a:gd name="T17" fmla="*/ 646 h 1013"/>
                <a:gd name="T18" fmla="*/ 648 w 729"/>
                <a:gd name="T19" fmla="*/ 755 h 1013"/>
                <a:gd name="T20" fmla="*/ 618 w 729"/>
                <a:gd name="T21" fmla="*/ 837 h 1013"/>
                <a:gd name="T22" fmla="*/ 613 w 729"/>
                <a:gd name="T23" fmla="*/ 955 h 1013"/>
                <a:gd name="T24" fmla="*/ 643 w 729"/>
                <a:gd name="T25" fmla="*/ 1013 h 1013"/>
                <a:gd name="T26" fmla="*/ 461 w 729"/>
                <a:gd name="T27" fmla="*/ 960 h 1013"/>
                <a:gd name="T28" fmla="*/ 469 w 729"/>
                <a:gd name="T29" fmla="*/ 862 h 1013"/>
                <a:gd name="T30" fmla="*/ 485 w 729"/>
                <a:gd name="T31" fmla="*/ 766 h 1013"/>
                <a:gd name="T32" fmla="*/ 495 w 729"/>
                <a:gd name="T33" fmla="*/ 661 h 1013"/>
                <a:gd name="T34" fmla="*/ 500 w 729"/>
                <a:gd name="T35" fmla="*/ 548 h 1013"/>
                <a:gd name="T36" fmla="*/ 515 w 729"/>
                <a:gd name="T37" fmla="*/ 433 h 1013"/>
                <a:gd name="T38" fmla="*/ 538 w 729"/>
                <a:gd name="T39" fmla="*/ 335 h 1013"/>
                <a:gd name="T40" fmla="*/ 545 w 729"/>
                <a:gd name="T41" fmla="*/ 242 h 1013"/>
                <a:gd name="T42" fmla="*/ 520 w 729"/>
                <a:gd name="T43" fmla="*/ 205 h 1013"/>
                <a:gd name="T44" fmla="*/ 481 w 729"/>
                <a:gd name="T45" fmla="*/ 227 h 1013"/>
                <a:gd name="T46" fmla="*/ 451 w 729"/>
                <a:gd name="T47" fmla="*/ 225 h 1013"/>
                <a:gd name="T48" fmla="*/ 400 w 729"/>
                <a:gd name="T49" fmla="*/ 212 h 1013"/>
                <a:gd name="T50" fmla="*/ 368 w 729"/>
                <a:gd name="T51" fmla="*/ 227 h 1013"/>
                <a:gd name="T52" fmla="*/ 378 w 729"/>
                <a:gd name="T53" fmla="*/ 268 h 1013"/>
                <a:gd name="T54" fmla="*/ 375 w 729"/>
                <a:gd name="T55" fmla="*/ 293 h 1013"/>
                <a:gd name="T56" fmla="*/ 375 w 729"/>
                <a:gd name="T57" fmla="*/ 320 h 1013"/>
                <a:gd name="T58" fmla="*/ 395 w 729"/>
                <a:gd name="T59" fmla="*/ 362 h 1013"/>
                <a:gd name="T60" fmla="*/ 415 w 729"/>
                <a:gd name="T61" fmla="*/ 411 h 1013"/>
                <a:gd name="T62" fmla="*/ 408 w 729"/>
                <a:gd name="T63" fmla="*/ 467 h 1013"/>
                <a:gd name="T64" fmla="*/ 393 w 729"/>
                <a:gd name="T65" fmla="*/ 536 h 1013"/>
                <a:gd name="T66" fmla="*/ 388 w 729"/>
                <a:gd name="T67" fmla="*/ 631 h 1013"/>
                <a:gd name="T68" fmla="*/ 388 w 729"/>
                <a:gd name="T69" fmla="*/ 717 h 1013"/>
                <a:gd name="T70" fmla="*/ 380 w 729"/>
                <a:gd name="T71" fmla="*/ 763 h 1013"/>
                <a:gd name="T72" fmla="*/ 378 w 729"/>
                <a:gd name="T73" fmla="*/ 798 h 1013"/>
                <a:gd name="T74" fmla="*/ 390 w 729"/>
                <a:gd name="T75" fmla="*/ 845 h 1013"/>
                <a:gd name="T76" fmla="*/ 398 w 729"/>
                <a:gd name="T77" fmla="*/ 896 h 1013"/>
                <a:gd name="T78" fmla="*/ 388 w 729"/>
                <a:gd name="T79" fmla="*/ 938 h 1013"/>
                <a:gd name="T80" fmla="*/ 380 w 729"/>
                <a:gd name="T81" fmla="*/ 972 h 1013"/>
                <a:gd name="T82" fmla="*/ 385 w 729"/>
                <a:gd name="T83" fmla="*/ 1013 h 1013"/>
                <a:gd name="T84" fmla="*/ 33 w 729"/>
                <a:gd name="T85" fmla="*/ 860 h 1013"/>
                <a:gd name="T86" fmla="*/ 38 w 729"/>
                <a:gd name="T87" fmla="*/ 587 h 1013"/>
                <a:gd name="T88" fmla="*/ 51 w 729"/>
                <a:gd name="T89" fmla="*/ 401 h 1013"/>
                <a:gd name="T90" fmla="*/ 54 w 729"/>
                <a:gd name="T91" fmla="*/ 301 h 1013"/>
                <a:gd name="T92" fmla="*/ 40 w 729"/>
                <a:gd name="T93" fmla="*/ 225 h 1013"/>
                <a:gd name="T94" fmla="*/ 10 w 729"/>
                <a:gd name="T95" fmla="*/ 163 h 1013"/>
                <a:gd name="T96" fmla="*/ 3 w 729"/>
                <a:gd name="T97" fmla="*/ 100 h 1013"/>
                <a:gd name="T98" fmla="*/ 701 w 729"/>
                <a:gd name="T99" fmla="*/ 0 h 1013"/>
                <a:gd name="T100" fmla="*/ 709 w 729"/>
                <a:gd name="T101" fmla="*/ 72 h 10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29"/>
                <a:gd name="T154" fmla="*/ 0 h 1013"/>
                <a:gd name="T155" fmla="*/ 729 w 729"/>
                <a:gd name="T156" fmla="*/ 1013 h 10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29" h="1013">
                  <a:moveTo>
                    <a:pt x="709" y="72"/>
                  </a:moveTo>
                  <a:lnTo>
                    <a:pt x="729" y="153"/>
                  </a:lnTo>
                  <a:lnTo>
                    <a:pt x="711" y="163"/>
                  </a:lnTo>
                  <a:lnTo>
                    <a:pt x="686" y="183"/>
                  </a:lnTo>
                  <a:lnTo>
                    <a:pt x="671" y="220"/>
                  </a:lnTo>
                  <a:lnTo>
                    <a:pt x="665" y="247"/>
                  </a:lnTo>
                  <a:lnTo>
                    <a:pt x="660" y="273"/>
                  </a:lnTo>
                  <a:lnTo>
                    <a:pt x="653" y="301"/>
                  </a:lnTo>
                  <a:lnTo>
                    <a:pt x="645" y="335"/>
                  </a:lnTo>
                  <a:lnTo>
                    <a:pt x="650" y="365"/>
                  </a:lnTo>
                  <a:lnTo>
                    <a:pt x="655" y="393"/>
                  </a:lnTo>
                  <a:lnTo>
                    <a:pt x="650" y="433"/>
                  </a:lnTo>
                  <a:lnTo>
                    <a:pt x="643" y="470"/>
                  </a:lnTo>
                  <a:lnTo>
                    <a:pt x="650" y="492"/>
                  </a:lnTo>
                  <a:lnTo>
                    <a:pt x="658" y="513"/>
                  </a:lnTo>
                  <a:lnTo>
                    <a:pt x="650" y="546"/>
                  </a:lnTo>
                  <a:lnTo>
                    <a:pt x="645" y="592"/>
                  </a:lnTo>
                  <a:lnTo>
                    <a:pt x="658" y="646"/>
                  </a:lnTo>
                  <a:lnTo>
                    <a:pt x="663" y="702"/>
                  </a:lnTo>
                  <a:lnTo>
                    <a:pt x="648" y="755"/>
                  </a:lnTo>
                  <a:lnTo>
                    <a:pt x="623" y="796"/>
                  </a:lnTo>
                  <a:lnTo>
                    <a:pt x="618" y="837"/>
                  </a:lnTo>
                  <a:lnTo>
                    <a:pt x="618" y="886"/>
                  </a:lnTo>
                  <a:lnTo>
                    <a:pt x="613" y="955"/>
                  </a:lnTo>
                  <a:lnTo>
                    <a:pt x="628" y="992"/>
                  </a:lnTo>
                  <a:lnTo>
                    <a:pt x="643" y="1013"/>
                  </a:lnTo>
                  <a:lnTo>
                    <a:pt x="464" y="1013"/>
                  </a:lnTo>
                  <a:lnTo>
                    <a:pt x="461" y="960"/>
                  </a:lnTo>
                  <a:lnTo>
                    <a:pt x="461" y="911"/>
                  </a:lnTo>
                  <a:lnTo>
                    <a:pt x="469" y="862"/>
                  </a:lnTo>
                  <a:lnTo>
                    <a:pt x="481" y="818"/>
                  </a:lnTo>
                  <a:lnTo>
                    <a:pt x="485" y="766"/>
                  </a:lnTo>
                  <a:lnTo>
                    <a:pt x="490" y="715"/>
                  </a:lnTo>
                  <a:lnTo>
                    <a:pt x="495" y="661"/>
                  </a:lnTo>
                  <a:lnTo>
                    <a:pt x="493" y="607"/>
                  </a:lnTo>
                  <a:lnTo>
                    <a:pt x="500" y="548"/>
                  </a:lnTo>
                  <a:lnTo>
                    <a:pt x="505" y="490"/>
                  </a:lnTo>
                  <a:lnTo>
                    <a:pt x="515" y="433"/>
                  </a:lnTo>
                  <a:lnTo>
                    <a:pt x="533" y="381"/>
                  </a:lnTo>
                  <a:lnTo>
                    <a:pt x="538" y="335"/>
                  </a:lnTo>
                  <a:lnTo>
                    <a:pt x="545" y="286"/>
                  </a:lnTo>
                  <a:lnTo>
                    <a:pt x="545" y="242"/>
                  </a:lnTo>
                  <a:lnTo>
                    <a:pt x="533" y="202"/>
                  </a:lnTo>
                  <a:lnTo>
                    <a:pt x="520" y="205"/>
                  </a:lnTo>
                  <a:lnTo>
                    <a:pt x="503" y="217"/>
                  </a:lnTo>
                  <a:lnTo>
                    <a:pt x="481" y="227"/>
                  </a:lnTo>
                  <a:lnTo>
                    <a:pt x="469" y="227"/>
                  </a:lnTo>
                  <a:lnTo>
                    <a:pt x="451" y="225"/>
                  </a:lnTo>
                  <a:lnTo>
                    <a:pt x="431" y="217"/>
                  </a:lnTo>
                  <a:lnTo>
                    <a:pt x="400" y="212"/>
                  </a:lnTo>
                  <a:lnTo>
                    <a:pt x="383" y="215"/>
                  </a:lnTo>
                  <a:lnTo>
                    <a:pt x="368" y="227"/>
                  </a:lnTo>
                  <a:lnTo>
                    <a:pt x="375" y="255"/>
                  </a:lnTo>
                  <a:lnTo>
                    <a:pt x="378" y="268"/>
                  </a:lnTo>
                  <a:lnTo>
                    <a:pt x="375" y="281"/>
                  </a:lnTo>
                  <a:lnTo>
                    <a:pt x="375" y="293"/>
                  </a:lnTo>
                  <a:lnTo>
                    <a:pt x="373" y="306"/>
                  </a:lnTo>
                  <a:lnTo>
                    <a:pt x="375" y="320"/>
                  </a:lnTo>
                  <a:lnTo>
                    <a:pt x="380" y="337"/>
                  </a:lnTo>
                  <a:lnTo>
                    <a:pt x="395" y="362"/>
                  </a:lnTo>
                  <a:lnTo>
                    <a:pt x="410" y="386"/>
                  </a:lnTo>
                  <a:lnTo>
                    <a:pt x="415" y="411"/>
                  </a:lnTo>
                  <a:lnTo>
                    <a:pt x="413" y="438"/>
                  </a:lnTo>
                  <a:lnTo>
                    <a:pt x="408" y="467"/>
                  </a:lnTo>
                  <a:lnTo>
                    <a:pt x="400" y="500"/>
                  </a:lnTo>
                  <a:lnTo>
                    <a:pt x="393" y="536"/>
                  </a:lnTo>
                  <a:lnTo>
                    <a:pt x="388" y="580"/>
                  </a:lnTo>
                  <a:lnTo>
                    <a:pt x="388" y="631"/>
                  </a:lnTo>
                  <a:lnTo>
                    <a:pt x="390" y="681"/>
                  </a:lnTo>
                  <a:lnTo>
                    <a:pt x="388" y="717"/>
                  </a:lnTo>
                  <a:lnTo>
                    <a:pt x="385" y="745"/>
                  </a:lnTo>
                  <a:lnTo>
                    <a:pt x="380" y="763"/>
                  </a:lnTo>
                  <a:lnTo>
                    <a:pt x="378" y="781"/>
                  </a:lnTo>
                  <a:lnTo>
                    <a:pt x="378" y="798"/>
                  </a:lnTo>
                  <a:lnTo>
                    <a:pt x="380" y="818"/>
                  </a:lnTo>
                  <a:lnTo>
                    <a:pt x="390" y="845"/>
                  </a:lnTo>
                  <a:lnTo>
                    <a:pt x="395" y="872"/>
                  </a:lnTo>
                  <a:lnTo>
                    <a:pt x="398" y="896"/>
                  </a:lnTo>
                  <a:lnTo>
                    <a:pt x="393" y="918"/>
                  </a:lnTo>
                  <a:lnTo>
                    <a:pt x="388" y="938"/>
                  </a:lnTo>
                  <a:lnTo>
                    <a:pt x="383" y="955"/>
                  </a:lnTo>
                  <a:lnTo>
                    <a:pt x="380" y="972"/>
                  </a:lnTo>
                  <a:lnTo>
                    <a:pt x="380" y="990"/>
                  </a:lnTo>
                  <a:lnTo>
                    <a:pt x="385" y="1013"/>
                  </a:lnTo>
                  <a:lnTo>
                    <a:pt x="40" y="1013"/>
                  </a:lnTo>
                  <a:lnTo>
                    <a:pt x="33" y="860"/>
                  </a:lnTo>
                  <a:lnTo>
                    <a:pt x="33" y="722"/>
                  </a:lnTo>
                  <a:lnTo>
                    <a:pt x="38" y="587"/>
                  </a:lnTo>
                  <a:lnTo>
                    <a:pt x="51" y="457"/>
                  </a:lnTo>
                  <a:lnTo>
                    <a:pt x="51" y="401"/>
                  </a:lnTo>
                  <a:lnTo>
                    <a:pt x="51" y="350"/>
                  </a:lnTo>
                  <a:lnTo>
                    <a:pt x="54" y="301"/>
                  </a:lnTo>
                  <a:lnTo>
                    <a:pt x="59" y="250"/>
                  </a:lnTo>
                  <a:lnTo>
                    <a:pt x="40" y="225"/>
                  </a:lnTo>
                  <a:lnTo>
                    <a:pt x="23" y="195"/>
                  </a:lnTo>
                  <a:lnTo>
                    <a:pt x="10" y="163"/>
                  </a:lnTo>
                  <a:lnTo>
                    <a:pt x="3" y="131"/>
                  </a:lnTo>
                  <a:lnTo>
                    <a:pt x="3" y="100"/>
                  </a:lnTo>
                  <a:lnTo>
                    <a:pt x="0" y="21"/>
                  </a:lnTo>
                  <a:lnTo>
                    <a:pt x="701" y="0"/>
                  </a:lnTo>
                  <a:lnTo>
                    <a:pt x="709" y="72"/>
                  </a:lnTo>
                  <a:close/>
                </a:path>
              </a:pathLst>
            </a:custGeom>
            <a:solidFill>
              <a:srgbClr val="03038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819"/>
            <p:cNvSpPr>
              <a:spLocks/>
            </p:cNvSpPr>
            <p:nvPr/>
          </p:nvSpPr>
          <p:spPr bwMode="auto">
            <a:xfrm>
              <a:off x="6927" y="2041"/>
              <a:ext cx="364" cy="507"/>
            </a:xfrm>
            <a:custGeom>
              <a:avLst/>
              <a:gdLst>
                <a:gd name="T0" fmla="*/ 729 w 729"/>
                <a:gd name="T1" fmla="*/ 153 h 1013"/>
                <a:gd name="T2" fmla="*/ 686 w 729"/>
                <a:gd name="T3" fmla="*/ 183 h 1013"/>
                <a:gd name="T4" fmla="*/ 665 w 729"/>
                <a:gd name="T5" fmla="*/ 247 h 1013"/>
                <a:gd name="T6" fmla="*/ 653 w 729"/>
                <a:gd name="T7" fmla="*/ 301 h 1013"/>
                <a:gd name="T8" fmla="*/ 650 w 729"/>
                <a:gd name="T9" fmla="*/ 365 h 1013"/>
                <a:gd name="T10" fmla="*/ 650 w 729"/>
                <a:gd name="T11" fmla="*/ 433 h 1013"/>
                <a:gd name="T12" fmla="*/ 650 w 729"/>
                <a:gd name="T13" fmla="*/ 492 h 1013"/>
                <a:gd name="T14" fmla="*/ 650 w 729"/>
                <a:gd name="T15" fmla="*/ 546 h 1013"/>
                <a:gd name="T16" fmla="*/ 658 w 729"/>
                <a:gd name="T17" fmla="*/ 646 h 1013"/>
                <a:gd name="T18" fmla="*/ 648 w 729"/>
                <a:gd name="T19" fmla="*/ 755 h 1013"/>
                <a:gd name="T20" fmla="*/ 618 w 729"/>
                <a:gd name="T21" fmla="*/ 837 h 1013"/>
                <a:gd name="T22" fmla="*/ 613 w 729"/>
                <a:gd name="T23" fmla="*/ 955 h 1013"/>
                <a:gd name="T24" fmla="*/ 643 w 729"/>
                <a:gd name="T25" fmla="*/ 1013 h 1013"/>
                <a:gd name="T26" fmla="*/ 461 w 729"/>
                <a:gd name="T27" fmla="*/ 960 h 1013"/>
                <a:gd name="T28" fmla="*/ 469 w 729"/>
                <a:gd name="T29" fmla="*/ 862 h 1013"/>
                <a:gd name="T30" fmla="*/ 485 w 729"/>
                <a:gd name="T31" fmla="*/ 766 h 1013"/>
                <a:gd name="T32" fmla="*/ 495 w 729"/>
                <a:gd name="T33" fmla="*/ 661 h 1013"/>
                <a:gd name="T34" fmla="*/ 500 w 729"/>
                <a:gd name="T35" fmla="*/ 548 h 1013"/>
                <a:gd name="T36" fmla="*/ 515 w 729"/>
                <a:gd name="T37" fmla="*/ 433 h 1013"/>
                <a:gd name="T38" fmla="*/ 538 w 729"/>
                <a:gd name="T39" fmla="*/ 335 h 1013"/>
                <a:gd name="T40" fmla="*/ 545 w 729"/>
                <a:gd name="T41" fmla="*/ 242 h 1013"/>
                <a:gd name="T42" fmla="*/ 520 w 729"/>
                <a:gd name="T43" fmla="*/ 205 h 1013"/>
                <a:gd name="T44" fmla="*/ 481 w 729"/>
                <a:gd name="T45" fmla="*/ 227 h 1013"/>
                <a:gd name="T46" fmla="*/ 451 w 729"/>
                <a:gd name="T47" fmla="*/ 225 h 1013"/>
                <a:gd name="T48" fmla="*/ 400 w 729"/>
                <a:gd name="T49" fmla="*/ 212 h 1013"/>
                <a:gd name="T50" fmla="*/ 368 w 729"/>
                <a:gd name="T51" fmla="*/ 227 h 1013"/>
                <a:gd name="T52" fmla="*/ 378 w 729"/>
                <a:gd name="T53" fmla="*/ 268 h 1013"/>
                <a:gd name="T54" fmla="*/ 375 w 729"/>
                <a:gd name="T55" fmla="*/ 293 h 1013"/>
                <a:gd name="T56" fmla="*/ 375 w 729"/>
                <a:gd name="T57" fmla="*/ 320 h 1013"/>
                <a:gd name="T58" fmla="*/ 395 w 729"/>
                <a:gd name="T59" fmla="*/ 362 h 1013"/>
                <a:gd name="T60" fmla="*/ 415 w 729"/>
                <a:gd name="T61" fmla="*/ 411 h 1013"/>
                <a:gd name="T62" fmla="*/ 408 w 729"/>
                <a:gd name="T63" fmla="*/ 467 h 1013"/>
                <a:gd name="T64" fmla="*/ 393 w 729"/>
                <a:gd name="T65" fmla="*/ 536 h 1013"/>
                <a:gd name="T66" fmla="*/ 388 w 729"/>
                <a:gd name="T67" fmla="*/ 631 h 1013"/>
                <a:gd name="T68" fmla="*/ 388 w 729"/>
                <a:gd name="T69" fmla="*/ 717 h 1013"/>
                <a:gd name="T70" fmla="*/ 380 w 729"/>
                <a:gd name="T71" fmla="*/ 763 h 1013"/>
                <a:gd name="T72" fmla="*/ 378 w 729"/>
                <a:gd name="T73" fmla="*/ 798 h 1013"/>
                <a:gd name="T74" fmla="*/ 390 w 729"/>
                <a:gd name="T75" fmla="*/ 845 h 1013"/>
                <a:gd name="T76" fmla="*/ 398 w 729"/>
                <a:gd name="T77" fmla="*/ 896 h 1013"/>
                <a:gd name="T78" fmla="*/ 388 w 729"/>
                <a:gd name="T79" fmla="*/ 938 h 1013"/>
                <a:gd name="T80" fmla="*/ 380 w 729"/>
                <a:gd name="T81" fmla="*/ 972 h 1013"/>
                <a:gd name="T82" fmla="*/ 385 w 729"/>
                <a:gd name="T83" fmla="*/ 1013 h 1013"/>
                <a:gd name="T84" fmla="*/ 33 w 729"/>
                <a:gd name="T85" fmla="*/ 860 h 1013"/>
                <a:gd name="T86" fmla="*/ 38 w 729"/>
                <a:gd name="T87" fmla="*/ 587 h 1013"/>
                <a:gd name="T88" fmla="*/ 51 w 729"/>
                <a:gd name="T89" fmla="*/ 401 h 1013"/>
                <a:gd name="T90" fmla="*/ 54 w 729"/>
                <a:gd name="T91" fmla="*/ 301 h 1013"/>
                <a:gd name="T92" fmla="*/ 40 w 729"/>
                <a:gd name="T93" fmla="*/ 225 h 1013"/>
                <a:gd name="T94" fmla="*/ 10 w 729"/>
                <a:gd name="T95" fmla="*/ 163 h 1013"/>
                <a:gd name="T96" fmla="*/ 3 w 729"/>
                <a:gd name="T97" fmla="*/ 100 h 1013"/>
                <a:gd name="T98" fmla="*/ 701 w 729"/>
                <a:gd name="T99" fmla="*/ 0 h 1013"/>
                <a:gd name="T100" fmla="*/ 709 w 729"/>
                <a:gd name="T101" fmla="*/ 72 h 10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29"/>
                <a:gd name="T154" fmla="*/ 0 h 1013"/>
                <a:gd name="T155" fmla="*/ 729 w 729"/>
                <a:gd name="T156" fmla="*/ 1013 h 10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29" h="1013">
                  <a:moveTo>
                    <a:pt x="709" y="72"/>
                  </a:moveTo>
                  <a:lnTo>
                    <a:pt x="729" y="153"/>
                  </a:lnTo>
                  <a:lnTo>
                    <a:pt x="711" y="163"/>
                  </a:lnTo>
                  <a:lnTo>
                    <a:pt x="686" y="183"/>
                  </a:lnTo>
                  <a:lnTo>
                    <a:pt x="671" y="220"/>
                  </a:lnTo>
                  <a:lnTo>
                    <a:pt x="665" y="247"/>
                  </a:lnTo>
                  <a:lnTo>
                    <a:pt x="660" y="273"/>
                  </a:lnTo>
                  <a:lnTo>
                    <a:pt x="653" y="301"/>
                  </a:lnTo>
                  <a:lnTo>
                    <a:pt x="645" y="335"/>
                  </a:lnTo>
                  <a:lnTo>
                    <a:pt x="650" y="365"/>
                  </a:lnTo>
                  <a:lnTo>
                    <a:pt x="655" y="393"/>
                  </a:lnTo>
                  <a:lnTo>
                    <a:pt x="650" y="433"/>
                  </a:lnTo>
                  <a:lnTo>
                    <a:pt x="643" y="470"/>
                  </a:lnTo>
                  <a:lnTo>
                    <a:pt x="650" y="492"/>
                  </a:lnTo>
                  <a:lnTo>
                    <a:pt x="658" y="513"/>
                  </a:lnTo>
                  <a:lnTo>
                    <a:pt x="650" y="546"/>
                  </a:lnTo>
                  <a:lnTo>
                    <a:pt x="645" y="592"/>
                  </a:lnTo>
                  <a:lnTo>
                    <a:pt x="658" y="646"/>
                  </a:lnTo>
                  <a:lnTo>
                    <a:pt x="663" y="702"/>
                  </a:lnTo>
                  <a:lnTo>
                    <a:pt x="648" y="755"/>
                  </a:lnTo>
                  <a:lnTo>
                    <a:pt x="623" y="796"/>
                  </a:lnTo>
                  <a:lnTo>
                    <a:pt x="618" y="837"/>
                  </a:lnTo>
                  <a:lnTo>
                    <a:pt x="618" y="886"/>
                  </a:lnTo>
                  <a:lnTo>
                    <a:pt x="613" y="955"/>
                  </a:lnTo>
                  <a:lnTo>
                    <a:pt x="628" y="992"/>
                  </a:lnTo>
                  <a:lnTo>
                    <a:pt x="643" y="1013"/>
                  </a:lnTo>
                  <a:lnTo>
                    <a:pt x="464" y="1013"/>
                  </a:lnTo>
                  <a:lnTo>
                    <a:pt x="461" y="960"/>
                  </a:lnTo>
                  <a:lnTo>
                    <a:pt x="461" y="911"/>
                  </a:lnTo>
                  <a:lnTo>
                    <a:pt x="469" y="862"/>
                  </a:lnTo>
                  <a:lnTo>
                    <a:pt x="481" y="818"/>
                  </a:lnTo>
                  <a:lnTo>
                    <a:pt x="485" y="766"/>
                  </a:lnTo>
                  <a:lnTo>
                    <a:pt x="490" y="715"/>
                  </a:lnTo>
                  <a:lnTo>
                    <a:pt x="495" y="661"/>
                  </a:lnTo>
                  <a:lnTo>
                    <a:pt x="493" y="607"/>
                  </a:lnTo>
                  <a:lnTo>
                    <a:pt x="500" y="548"/>
                  </a:lnTo>
                  <a:lnTo>
                    <a:pt x="505" y="490"/>
                  </a:lnTo>
                  <a:lnTo>
                    <a:pt x="515" y="433"/>
                  </a:lnTo>
                  <a:lnTo>
                    <a:pt x="533" y="381"/>
                  </a:lnTo>
                  <a:lnTo>
                    <a:pt x="538" y="335"/>
                  </a:lnTo>
                  <a:lnTo>
                    <a:pt x="545" y="286"/>
                  </a:lnTo>
                  <a:lnTo>
                    <a:pt x="545" y="242"/>
                  </a:lnTo>
                  <a:lnTo>
                    <a:pt x="533" y="202"/>
                  </a:lnTo>
                  <a:lnTo>
                    <a:pt x="520" y="205"/>
                  </a:lnTo>
                  <a:lnTo>
                    <a:pt x="503" y="217"/>
                  </a:lnTo>
                  <a:lnTo>
                    <a:pt x="481" y="227"/>
                  </a:lnTo>
                  <a:lnTo>
                    <a:pt x="469" y="227"/>
                  </a:lnTo>
                  <a:lnTo>
                    <a:pt x="451" y="225"/>
                  </a:lnTo>
                  <a:lnTo>
                    <a:pt x="431" y="217"/>
                  </a:lnTo>
                  <a:lnTo>
                    <a:pt x="400" y="212"/>
                  </a:lnTo>
                  <a:lnTo>
                    <a:pt x="383" y="215"/>
                  </a:lnTo>
                  <a:lnTo>
                    <a:pt x="368" y="227"/>
                  </a:lnTo>
                  <a:lnTo>
                    <a:pt x="375" y="255"/>
                  </a:lnTo>
                  <a:lnTo>
                    <a:pt x="378" y="268"/>
                  </a:lnTo>
                  <a:lnTo>
                    <a:pt x="375" y="281"/>
                  </a:lnTo>
                  <a:lnTo>
                    <a:pt x="375" y="293"/>
                  </a:lnTo>
                  <a:lnTo>
                    <a:pt x="373" y="306"/>
                  </a:lnTo>
                  <a:lnTo>
                    <a:pt x="375" y="320"/>
                  </a:lnTo>
                  <a:lnTo>
                    <a:pt x="380" y="337"/>
                  </a:lnTo>
                  <a:lnTo>
                    <a:pt x="395" y="362"/>
                  </a:lnTo>
                  <a:lnTo>
                    <a:pt x="410" y="386"/>
                  </a:lnTo>
                  <a:lnTo>
                    <a:pt x="415" y="411"/>
                  </a:lnTo>
                  <a:lnTo>
                    <a:pt x="413" y="438"/>
                  </a:lnTo>
                  <a:lnTo>
                    <a:pt x="408" y="467"/>
                  </a:lnTo>
                  <a:lnTo>
                    <a:pt x="400" y="500"/>
                  </a:lnTo>
                  <a:lnTo>
                    <a:pt x="393" y="536"/>
                  </a:lnTo>
                  <a:lnTo>
                    <a:pt x="388" y="580"/>
                  </a:lnTo>
                  <a:lnTo>
                    <a:pt x="388" y="631"/>
                  </a:lnTo>
                  <a:lnTo>
                    <a:pt x="390" y="681"/>
                  </a:lnTo>
                  <a:lnTo>
                    <a:pt x="388" y="717"/>
                  </a:lnTo>
                  <a:lnTo>
                    <a:pt x="385" y="745"/>
                  </a:lnTo>
                  <a:lnTo>
                    <a:pt x="380" y="763"/>
                  </a:lnTo>
                  <a:lnTo>
                    <a:pt x="378" y="781"/>
                  </a:lnTo>
                  <a:lnTo>
                    <a:pt x="378" y="798"/>
                  </a:lnTo>
                  <a:lnTo>
                    <a:pt x="380" y="818"/>
                  </a:lnTo>
                  <a:lnTo>
                    <a:pt x="390" y="845"/>
                  </a:lnTo>
                  <a:lnTo>
                    <a:pt x="395" y="872"/>
                  </a:lnTo>
                  <a:lnTo>
                    <a:pt x="398" y="896"/>
                  </a:lnTo>
                  <a:lnTo>
                    <a:pt x="393" y="918"/>
                  </a:lnTo>
                  <a:lnTo>
                    <a:pt x="388" y="938"/>
                  </a:lnTo>
                  <a:lnTo>
                    <a:pt x="383" y="955"/>
                  </a:lnTo>
                  <a:lnTo>
                    <a:pt x="380" y="972"/>
                  </a:lnTo>
                  <a:lnTo>
                    <a:pt x="380" y="990"/>
                  </a:lnTo>
                  <a:lnTo>
                    <a:pt x="385" y="1013"/>
                  </a:lnTo>
                  <a:lnTo>
                    <a:pt x="40" y="1013"/>
                  </a:lnTo>
                  <a:lnTo>
                    <a:pt x="33" y="860"/>
                  </a:lnTo>
                  <a:lnTo>
                    <a:pt x="33" y="722"/>
                  </a:lnTo>
                  <a:lnTo>
                    <a:pt x="38" y="587"/>
                  </a:lnTo>
                  <a:lnTo>
                    <a:pt x="51" y="457"/>
                  </a:lnTo>
                  <a:lnTo>
                    <a:pt x="51" y="401"/>
                  </a:lnTo>
                  <a:lnTo>
                    <a:pt x="51" y="350"/>
                  </a:lnTo>
                  <a:lnTo>
                    <a:pt x="54" y="301"/>
                  </a:lnTo>
                  <a:lnTo>
                    <a:pt x="59" y="250"/>
                  </a:lnTo>
                  <a:lnTo>
                    <a:pt x="40" y="225"/>
                  </a:lnTo>
                  <a:lnTo>
                    <a:pt x="23" y="195"/>
                  </a:lnTo>
                  <a:lnTo>
                    <a:pt x="10" y="163"/>
                  </a:lnTo>
                  <a:lnTo>
                    <a:pt x="3" y="131"/>
                  </a:lnTo>
                  <a:lnTo>
                    <a:pt x="3" y="100"/>
                  </a:lnTo>
                  <a:lnTo>
                    <a:pt x="0" y="21"/>
                  </a:lnTo>
                  <a:lnTo>
                    <a:pt x="701" y="0"/>
                  </a:lnTo>
                  <a:lnTo>
                    <a:pt x="709" y="7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820"/>
            <p:cNvSpPr>
              <a:spLocks/>
            </p:cNvSpPr>
            <p:nvPr/>
          </p:nvSpPr>
          <p:spPr bwMode="auto">
            <a:xfrm>
              <a:off x="8081" y="1843"/>
              <a:ext cx="54" cy="49"/>
            </a:xfrm>
            <a:custGeom>
              <a:avLst/>
              <a:gdLst>
                <a:gd name="T0" fmla="*/ 45 w 109"/>
                <a:gd name="T1" fmla="*/ 0 h 97"/>
                <a:gd name="T2" fmla="*/ 0 w 109"/>
                <a:gd name="T3" fmla="*/ 97 h 97"/>
                <a:gd name="T4" fmla="*/ 109 w 109"/>
                <a:gd name="T5" fmla="*/ 87 h 97"/>
                <a:gd name="T6" fmla="*/ 45 w 109"/>
                <a:gd name="T7" fmla="*/ 2 h 97"/>
                <a:gd name="T8" fmla="*/ 45 w 109"/>
                <a:gd name="T9" fmla="*/ 2 h 97"/>
                <a:gd name="T10" fmla="*/ 45 w 109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9"/>
                <a:gd name="T19" fmla="*/ 0 h 97"/>
                <a:gd name="T20" fmla="*/ 109 w 109"/>
                <a:gd name="T21" fmla="*/ 97 h 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9" h="97">
                  <a:moveTo>
                    <a:pt x="45" y="0"/>
                  </a:moveTo>
                  <a:lnTo>
                    <a:pt x="0" y="97"/>
                  </a:lnTo>
                  <a:lnTo>
                    <a:pt x="109" y="87"/>
                  </a:lnTo>
                  <a:lnTo>
                    <a:pt x="45" y="2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821"/>
            <p:cNvSpPr>
              <a:spLocks/>
            </p:cNvSpPr>
            <p:nvPr/>
          </p:nvSpPr>
          <p:spPr bwMode="auto">
            <a:xfrm>
              <a:off x="8081" y="1843"/>
              <a:ext cx="54" cy="49"/>
            </a:xfrm>
            <a:custGeom>
              <a:avLst/>
              <a:gdLst>
                <a:gd name="T0" fmla="*/ 45 w 109"/>
                <a:gd name="T1" fmla="*/ 0 h 97"/>
                <a:gd name="T2" fmla="*/ 0 w 109"/>
                <a:gd name="T3" fmla="*/ 97 h 97"/>
                <a:gd name="T4" fmla="*/ 109 w 109"/>
                <a:gd name="T5" fmla="*/ 87 h 97"/>
                <a:gd name="T6" fmla="*/ 45 w 109"/>
                <a:gd name="T7" fmla="*/ 2 h 97"/>
                <a:gd name="T8" fmla="*/ 45 w 109"/>
                <a:gd name="T9" fmla="*/ 2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"/>
                <a:gd name="T16" fmla="*/ 0 h 97"/>
                <a:gd name="T17" fmla="*/ 109 w 109"/>
                <a:gd name="T18" fmla="*/ 97 h 9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" h="97">
                  <a:moveTo>
                    <a:pt x="45" y="0"/>
                  </a:moveTo>
                  <a:lnTo>
                    <a:pt x="0" y="97"/>
                  </a:lnTo>
                  <a:lnTo>
                    <a:pt x="109" y="87"/>
                  </a:lnTo>
                  <a:lnTo>
                    <a:pt x="45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822"/>
            <p:cNvSpPr>
              <a:spLocks/>
            </p:cNvSpPr>
            <p:nvPr/>
          </p:nvSpPr>
          <p:spPr bwMode="auto">
            <a:xfrm>
              <a:off x="6918" y="1358"/>
              <a:ext cx="405" cy="707"/>
            </a:xfrm>
            <a:custGeom>
              <a:avLst/>
              <a:gdLst>
                <a:gd name="T0" fmla="*/ 601 w 810"/>
                <a:gd name="T1" fmla="*/ 152 h 1414"/>
                <a:gd name="T2" fmla="*/ 645 w 810"/>
                <a:gd name="T3" fmla="*/ 160 h 1414"/>
                <a:gd name="T4" fmla="*/ 687 w 810"/>
                <a:gd name="T5" fmla="*/ 167 h 1414"/>
                <a:gd name="T6" fmla="*/ 726 w 810"/>
                <a:gd name="T7" fmla="*/ 184 h 1414"/>
                <a:gd name="T8" fmla="*/ 762 w 810"/>
                <a:gd name="T9" fmla="*/ 214 h 1414"/>
                <a:gd name="T10" fmla="*/ 775 w 810"/>
                <a:gd name="T11" fmla="*/ 287 h 1414"/>
                <a:gd name="T12" fmla="*/ 790 w 810"/>
                <a:gd name="T13" fmla="*/ 363 h 1414"/>
                <a:gd name="T14" fmla="*/ 800 w 810"/>
                <a:gd name="T15" fmla="*/ 443 h 1414"/>
                <a:gd name="T16" fmla="*/ 807 w 810"/>
                <a:gd name="T17" fmla="*/ 530 h 1414"/>
                <a:gd name="T18" fmla="*/ 810 w 810"/>
                <a:gd name="T19" fmla="*/ 613 h 1414"/>
                <a:gd name="T20" fmla="*/ 807 w 810"/>
                <a:gd name="T21" fmla="*/ 696 h 1414"/>
                <a:gd name="T22" fmla="*/ 797 w 810"/>
                <a:gd name="T23" fmla="*/ 780 h 1414"/>
                <a:gd name="T24" fmla="*/ 780 w 810"/>
                <a:gd name="T25" fmla="*/ 858 h 1414"/>
                <a:gd name="T26" fmla="*/ 782 w 810"/>
                <a:gd name="T27" fmla="*/ 1346 h 1414"/>
                <a:gd name="T28" fmla="*/ 780 w 810"/>
                <a:gd name="T29" fmla="*/ 1366 h 1414"/>
                <a:gd name="T30" fmla="*/ 765 w 810"/>
                <a:gd name="T31" fmla="*/ 1385 h 1414"/>
                <a:gd name="T32" fmla="*/ 741 w 810"/>
                <a:gd name="T33" fmla="*/ 1399 h 1414"/>
                <a:gd name="T34" fmla="*/ 711 w 810"/>
                <a:gd name="T35" fmla="*/ 1407 h 1414"/>
                <a:gd name="T36" fmla="*/ 385 w 810"/>
                <a:gd name="T37" fmla="*/ 1414 h 1414"/>
                <a:gd name="T38" fmla="*/ 55 w 810"/>
                <a:gd name="T39" fmla="*/ 920 h 1414"/>
                <a:gd name="T40" fmla="*/ 0 w 810"/>
                <a:gd name="T41" fmla="*/ 162 h 1414"/>
                <a:gd name="T42" fmla="*/ 32 w 810"/>
                <a:gd name="T43" fmla="*/ 132 h 1414"/>
                <a:gd name="T44" fmla="*/ 63 w 810"/>
                <a:gd name="T45" fmla="*/ 106 h 1414"/>
                <a:gd name="T46" fmla="*/ 98 w 810"/>
                <a:gd name="T47" fmla="*/ 96 h 1414"/>
                <a:gd name="T48" fmla="*/ 140 w 810"/>
                <a:gd name="T49" fmla="*/ 109 h 1414"/>
                <a:gd name="T50" fmla="*/ 193 w 810"/>
                <a:gd name="T51" fmla="*/ 91 h 1414"/>
                <a:gd name="T52" fmla="*/ 307 w 810"/>
                <a:gd name="T53" fmla="*/ 0 h 1414"/>
                <a:gd name="T54" fmla="*/ 601 w 810"/>
                <a:gd name="T55" fmla="*/ 152 h 1414"/>
                <a:gd name="T56" fmla="*/ 601 w 810"/>
                <a:gd name="T57" fmla="*/ 152 h 14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10"/>
                <a:gd name="T88" fmla="*/ 0 h 1414"/>
                <a:gd name="T89" fmla="*/ 810 w 810"/>
                <a:gd name="T90" fmla="*/ 1414 h 14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10" h="1414">
                  <a:moveTo>
                    <a:pt x="601" y="152"/>
                  </a:moveTo>
                  <a:lnTo>
                    <a:pt x="645" y="160"/>
                  </a:lnTo>
                  <a:lnTo>
                    <a:pt x="687" y="167"/>
                  </a:lnTo>
                  <a:lnTo>
                    <a:pt x="726" y="184"/>
                  </a:lnTo>
                  <a:lnTo>
                    <a:pt x="762" y="214"/>
                  </a:lnTo>
                  <a:lnTo>
                    <a:pt x="775" y="287"/>
                  </a:lnTo>
                  <a:lnTo>
                    <a:pt x="790" y="363"/>
                  </a:lnTo>
                  <a:lnTo>
                    <a:pt x="800" y="443"/>
                  </a:lnTo>
                  <a:lnTo>
                    <a:pt x="807" y="530"/>
                  </a:lnTo>
                  <a:lnTo>
                    <a:pt x="810" y="613"/>
                  </a:lnTo>
                  <a:lnTo>
                    <a:pt x="807" y="696"/>
                  </a:lnTo>
                  <a:lnTo>
                    <a:pt x="797" y="780"/>
                  </a:lnTo>
                  <a:lnTo>
                    <a:pt x="780" y="858"/>
                  </a:lnTo>
                  <a:lnTo>
                    <a:pt x="782" y="1346"/>
                  </a:lnTo>
                  <a:lnTo>
                    <a:pt x="780" y="1366"/>
                  </a:lnTo>
                  <a:lnTo>
                    <a:pt x="765" y="1385"/>
                  </a:lnTo>
                  <a:lnTo>
                    <a:pt x="741" y="1399"/>
                  </a:lnTo>
                  <a:lnTo>
                    <a:pt x="711" y="1407"/>
                  </a:lnTo>
                  <a:lnTo>
                    <a:pt x="385" y="1414"/>
                  </a:lnTo>
                  <a:lnTo>
                    <a:pt x="55" y="920"/>
                  </a:lnTo>
                  <a:lnTo>
                    <a:pt x="0" y="162"/>
                  </a:lnTo>
                  <a:lnTo>
                    <a:pt x="32" y="132"/>
                  </a:lnTo>
                  <a:lnTo>
                    <a:pt x="63" y="106"/>
                  </a:lnTo>
                  <a:lnTo>
                    <a:pt x="98" y="96"/>
                  </a:lnTo>
                  <a:lnTo>
                    <a:pt x="140" y="109"/>
                  </a:lnTo>
                  <a:lnTo>
                    <a:pt x="193" y="91"/>
                  </a:lnTo>
                  <a:lnTo>
                    <a:pt x="307" y="0"/>
                  </a:lnTo>
                  <a:lnTo>
                    <a:pt x="601" y="152"/>
                  </a:lnTo>
                  <a:close/>
                </a:path>
              </a:pathLst>
            </a:custGeom>
            <a:solidFill>
              <a:srgbClr val="FF00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823"/>
            <p:cNvSpPr>
              <a:spLocks/>
            </p:cNvSpPr>
            <p:nvPr/>
          </p:nvSpPr>
          <p:spPr bwMode="auto">
            <a:xfrm>
              <a:off x="6918" y="1358"/>
              <a:ext cx="405" cy="707"/>
            </a:xfrm>
            <a:custGeom>
              <a:avLst/>
              <a:gdLst>
                <a:gd name="T0" fmla="*/ 601 w 810"/>
                <a:gd name="T1" fmla="*/ 152 h 1414"/>
                <a:gd name="T2" fmla="*/ 645 w 810"/>
                <a:gd name="T3" fmla="*/ 160 h 1414"/>
                <a:gd name="T4" fmla="*/ 687 w 810"/>
                <a:gd name="T5" fmla="*/ 167 h 1414"/>
                <a:gd name="T6" fmla="*/ 726 w 810"/>
                <a:gd name="T7" fmla="*/ 184 h 1414"/>
                <a:gd name="T8" fmla="*/ 762 w 810"/>
                <a:gd name="T9" fmla="*/ 214 h 1414"/>
                <a:gd name="T10" fmla="*/ 775 w 810"/>
                <a:gd name="T11" fmla="*/ 287 h 1414"/>
                <a:gd name="T12" fmla="*/ 790 w 810"/>
                <a:gd name="T13" fmla="*/ 363 h 1414"/>
                <a:gd name="T14" fmla="*/ 800 w 810"/>
                <a:gd name="T15" fmla="*/ 443 h 1414"/>
                <a:gd name="T16" fmla="*/ 807 w 810"/>
                <a:gd name="T17" fmla="*/ 530 h 1414"/>
                <a:gd name="T18" fmla="*/ 810 w 810"/>
                <a:gd name="T19" fmla="*/ 613 h 1414"/>
                <a:gd name="T20" fmla="*/ 807 w 810"/>
                <a:gd name="T21" fmla="*/ 696 h 1414"/>
                <a:gd name="T22" fmla="*/ 797 w 810"/>
                <a:gd name="T23" fmla="*/ 780 h 1414"/>
                <a:gd name="T24" fmla="*/ 780 w 810"/>
                <a:gd name="T25" fmla="*/ 858 h 1414"/>
                <a:gd name="T26" fmla="*/ 782 w 810"/>
                <a:gd name="T27" fmla="*/ 1346 h 1414"/>
                <a:gd name="T28" fmla="*/ 780 w 810"/>
                <a:gd name="T29" fmla="*/ 1366 h 1414"/>
                <a:gd name="T30" fmla="*/ 765 w 810"/>
                <a:gd name="T31" fmla="*/ 1385 h 1414"/>
                <a:gd name="T32" fmla="*/ 741 w 810"/>
                <a:gd name="T33" fmla="*/ 1399 h 1414"/>
                <a:gd name="T34" fmla="*/ 711 w 810"/>
                <a:gd name="T35" fmla="*/ 1407 h 1414"/>
                <a:gd name="T36" fmla="*/ 385 w 810"/>
                <a:gd name="T37" fmla="*/ 1414 h 1414"/>
                <a:gd name="T38" fmla="*/ 55 w 810"/>
                <a:gd name="T39" fmla="*/ 920 h 1414"/>
                <a:gd name="T40" fmla="*/ 0 w 810"/>
                <a:gd name="T41" fmla="*/ 162 h 1414"/>
                <a:gd name="T42" fmla="*/ 32 w 810"/>
                <a:gd name="T43" fmla="*/ 132 h 1414"/>
                <a:gd name="T44" fmla="*/ 63 w 810"/>
                <a:gd name="T45" fmla="*/ 106 h 1414"/>
                <a:gd name="T46" fmla="*/ 98 w 810"/>
                <a:gd name="T47" fmla="*/ 96 h 1414"/>
                <a:gd name="T48" fmla="*/ 140 w 810"/>
                <a:gd name="T49" fmla="*/ 109 h 1414"/>
                <a:gd name="T50" fmla="*/ 193 w 810"/>
                <a:gd name="T51" fmla="*/ 91 h 1414"/>
                <a:gd name="T52" fmla="*/ 307 w 810"/>
                <a:gd name="T53" fmla="*/ 0 h 1414"/>
                <a:gd name="T54" fmla="*/ 601 w 810"/>
                <a:gd name="T55" fmla="*/ 152 h 1414"/>
                <a:gd name="T56" fmla="*/ 601 w 810"/>
                <a:gd name="T57" fmla="*/ 152 h 14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10"/>
                <a:gd name="T88" fmla="*/ 0 h 1414"/>
                <a:gd name="T89" fmla="*/ 810 w 810"/>
                <a:gd name="T90" fmla="*/ 1414 h 14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10" h="1414">
                  <a:moveTo>
                    <a:pt x="601" y="152"/>
                  </a:moveTo>
                  <a:lnTo>
                    <a:pt x="645" y="160"/>
                  </a:lnTo>
                  <a:lnTo>
                    <a:pt x="687" y="167"/>
                  </a:lnTo>
                  <a:lnTo>
                    <a:pt x="726" y="184"/>
                  </a:lnTo>
                  <a:lnTo>
                    <a:pt x="762" y="214"/>
                  </a:lnTo>
                  <a:lnTo>
                    <a:pt x="775" y="287"/>
                  </a:lnTo>
                  <a:lnTo>
                    <a:pt x="790" y="363"/>
                  </a:lnTo>
                  <a:lnTo>
                    <a:pt x="800" y="443"/>
                  </a:lnTo>
                  <a:lnTo>
                    <a:pt x="807" y="530"/>
                  </a:lnTo>
                  <a:lnTo>
                    <a:pt x="810" y="613"/>
                  </a:lnTo>
                  <a:lnTo>
                    <a:pt x="807" y="696"/>
                  </a:lnTo>
                  <a:lnTo>
                    <a:pt x="797" y="780"/>
                  </a:lnTo>
                  <a:lnTo>
                    <a:pt x="780" y="858"/>
                  </a:lnTo>
                  <a:lnTo>
                    <a:pt x="782" y="1346"/>
                  </a:lnTo>
                  <a:lnTo>
                    <a:pt x="780" y="1366"/>
                  </a:lnTo>
                  <a:lnTo>
                    <a:pt x="765" y="1385"/>
                  </a:lnTo>
                  <a:lnTo>
                    <a:pt x="741" y="1399"/>
                  </a:lnTo>
                  <a:lnTo>
                    <a:pt x="711" y="1407"/>
                  </a:lnTo>
                  <a:lnTo>
                    <a:pt x="385" y="1414"/>
                  </a:lnTo>
                  <a:lnTo>
                    <a:pt x="55" y="920"/>
                  </a:lnTo>
                  <a:lnTo>
                    <a:pt x="0" y="162"/>
                  </a:lnTo>
                  <a:lnTo>
                    <a:pt x="32" y="132"/>
                  </a:lnTo>
                  <a:lnTo>
                    <a:pt x="63" y="106"/>
                  </a:lnTo>
                  <a:lnTo>
                    <a:pt x="98" y="96"/>
                  </a:lnTo>
                  <a:lnTo>
                    <a:pt x="140" y="109"/>
                  </a:lnTo>
                  <a:lnTo>
                    <a:pt x="193" y="91"/>
                  </a:lnTo>
                  <a:lnTo>
                    <a:pt x="307" y="0"/>
                  </a:lnTo>
                  <a:lnTo>
                    <a:pt x="601" y="15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824"/>
            <p:cNvSpPr>
              <a:spLocks/>
            </p:cNvSpPr>
            <p:nvPr/>
          </p:nvSpPr>
          <p:spPr bwMode="auto">
            <a:xfrm>
              <a:off x="7418" y="1744"/>
              <a:ext cx="752" cy="543"/>
            </a:xfrm>
            <a:custGeom>
              <a:avLst/>
              <a:gdLst>
                <a:gd name="T0" fmla="*/ 317 w 1502"/>
                <a:gd name="T1" fmla="*/ 59 h 1086"/>
                <a:gd name="T2" fmla="*/ 487 w 1502"/>
                <a:gd name="T3" fmla="*/ 128 h 1086"/>
                <a:gd name="T4" fmla="*/ 674 w 1502"/>
                <a:gd name="T5" fmla="*/ 184 h 1086"/>
                <a:gd name="T6" fmla="*/ 867 w 1502"/>
                <a:gd name="T7" fmla="*/ 223 h 1086"/>
                <a:gd name="T8" fmla="*/ 1061 w 1502"/>
                <a:gd name="T9" fmla="*/ 253 h 1086"/>
                <a:gd name="T10" fmla="*/ 1242 w 1502"/>
                <a:gd name="T11" fmla="*/ 268 h 1086"/>
                <a:gd name="T12" fmla="*/ 1404 w 1502"/>
                <a:gd name="T13" fmla="*/ 270 h 1086"/>
                <a:gd name="T14" fmla="*/ 1380 w 1502"/>
                <a:gd name="T15" fmla="*/ 248 h 1086"/>
                <a:gd name="T16" fmla="*/ 1365 w 1502"/>
                <a:gd name="T17" fmla="*/ 221 h 1086"/>
                <a:gd name="T18" fmla="*/ 1372 w 1502"/>
                <a:gd name="T19" fmla="*/ 196 h 1086"/>
                <a:gd name="T20" fmla="*/ 1411 w 1502"/>
                <a:gd name="T21" fmla="*/ 176 h 1086"/>
                <a:gd name="T22" fmla="*/ 1441 w 1502"/>
                <a:gd name="T23" fmla="*/ 176 h 1086"/>
                <a:gd name="T24" fmla="*/ 1477 w 1502"/>
                <a:gd name="T25" fmla="*/ 184 h 1086"/>
                <a:gd name="T26" fmla="*/ 1502 w 1502"/>
                <a:gd name="T27" fmla="*/ 204 h 1086"/>
                <a:gd name="T28" fmla="*/ 1490 w 1502"/>
                <a:gd name="T29" fmla="*/ 243 h 1086"/>
                <a:gd name="T30" fmla="*/ 1452 w 1502"/>
                <a:gd name="T31" fmla="*/ 339 h 1086"/>
                <a:gd name="T32" fmla="*/ 1394 w 1502"/>
                <a:gd name="T33" fmla="*/ 429 h 1086"/>
                <a:gd name="T34" fmla="*/ 1320 w 1502"/>
                <a:gd name="T35" fmla="*/ 523 h 1086"/>
                <a:gd name="T36" fmla="*/ 1240 w 1502"/>
                <a:gd name="T37" fmla="*/ 618 h 1086"/>
                <a:gd name="T38" fmla="*/ 1159 w 1502"/>
                <a:gd name="T39" fmla="*/ 716 h 1086"/>
                <a:gd name="T40" fmla="*/ 1087 w 1502"/>
                <a:gd name="T41" fmla="*/ 826 h 1086"/>
                <a:gd name="T42" fmla="*/ 1034 w 1502"/>
                <a:gd name="T43" fmla="*/ 944 h 1086"/>
                <a:gd name="T44" fmla="*/ 1006 w 1502"/>
                <a:gd name="T45" fmla="*/ 1074 h 1086"/>
                <a:gd name="T46" fmla="*/ 865 w 1502"/>
                <a:gd name="T47" fmla="*/ 1044 h 1086"/>
                <a:gd name="T48" fmla="*/ 752 w 1502"/>
                <a:gd name="T49" fmla="*/ 1041 h 1086"/>
                <a:gd name="T50" fmla="*/ 651 w 1502"/>
                <a:gd name="T51" fmla="*/ 1051 h 1086"/>
                <a:gd name="T52" fmla="*/ 549 w 1502"/>
                <a:gd name="T53" fmla="*/ 1059 h 1086"/>
                <a:gd name="T54" fmla="*/ 404 w 1502"/>
                <a:gd name="T55" fmla="*/ 1037 h 1086"/>
                <a:gd name="T56" fmla="*/ 250 w 1502"/>
                <a:gd name="T57" fmla="*/ 1046 h 1086"/>
                <a:gd name="T58" fmla="*/ 110 w 1502"/>
                <a:gd name="T59" fmla="*/ 1066 h 1086"/>
                <a:gd name="T60" fmla="*/ 0 w 1502"/>
                <a:gd name="T61" fmla="*/ 1086 h 1086"/>
                <a:gd name="T62" fmla="*/ 26 w 1502"/>
                <a:gd name="T63" fmla="*/ 931 h 1086"/>
                <a:gd name="T64" fmla="*/ 39 w 1502"/>
                <a:gd name="T65" fmla="*/ 775 h 1086"/>
                <a:gd name="T66" fmla="*/ 41 w 1502"/>
                <a:gd name="T67" fmla="*/ 618 h 1086"/>
                <a:gd name="T68" fmla="*/ 39 w 1502"/>
                <a:gd name="T69" fmla="*/ 461 h 1086"/>
                <a:gd name="T70" fmla="*/ 36 w 1502"/>
                <a:gd name="T71" fmla="*/ 306 h 1086"/>
                <a:gd name="T72" fmla="*/ 36 w 1502"/>
                <a:gd name="T73" fmla="*/ 155 h 1086"/>
                <a:gd name="T74" fmla="*/ 100 w 1502"/>
                <a:gd name="T75" fmla="*/ 0 h 1086"/>
                <a:gd name="T76" fmla="*/ 237 w 1502"/>
                <a:gd name="T77" fmla="*/ 18 h 108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502"/>
                <a:gd name="T118" fmla="*/ 0 h 1086"/>
                <a:gd name="T119" fmla="*/ 1502 w 1502"/>
                <a:gd name="T120" fmla="*/ 1086 h 108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502" h="1086">
                  <a:moveTo>
                    <a:pt x="235" y="18"/>
                  </a:moveTo>
                  <a:lnTo>
                    <a:pt x="317" y="59"/>
                  </a:lnTo>
                  <a:lnTo>
                    <a:pt x="399" y="94"/>
                  </a:lnTo>
                  <a:lnTo>
                    <a:pt x="487" y="128"/>
                  </a:lnTo>
                  <a:lnTo>
                    <a:pt x="577" y="158"/>
                  </a:lnTo>
                  <a:lnTo>
                    <a:pt x="674" y="184"/>
                  </a:lnTo>
                  <a:lnTo>
                    <a:pt x="769" y="206"/>
                  </a:lnTo>
                  <a:lnTo>
                    <a:pt x="867" y="223"/>
                  </a:lnTo>
                  <a:lnTo>
                    <a:pt x="965" y="240"/>
                  </a:lnTo>
                  <a:lnTo>
                    <a:pt x="1061" y="253"/>
                  </a:lnTo>
                  <a:lnTo>
                    <a:pt x="1154" y="260"/>
                  </a:lnTo>
                  <a:lnTo>
                    <a:pt x="1242" y="268"/>
                  </a:lnTo>
                  <a:lnTo>
                    <a:pt x="1325" y="270"/>
                  </a:lnTo>
                  <a:lnTo>
                    <a:pt x="1404" y="270"/>
                  </a:lnTo>
                  <a:lnTo>
                    <a:pt x="1391" y="260"/>
                  </a:lnTo>
                  <a:lnTo>
                    <a:pt x="1380" y="248"/>
                  </a:lnTo>
                  <a:lnTo>
                    <a:pt x="1372" y="235"/>
                  </a:lnTo>
                  <a:lnTo>
                    <a:pt x="1365" y="221"/>
                  </a:lnTo>
                  <a:lnTo>
                    <a:pt x="1365" y="209"/>
                  </a:lnTo>
                  <a:lnTo>
                    <a:pt x="1372" y="196"/>
                  </a:lnTo>
                  <a:lnTo>
                    <a:pt x="1386" y="184"/>
                  </a:lnTo>
                  <a:lnTo>
                    <a:pt x="1411" y="176"/>
                  </a:lnTo>
                  <a:lnTo>
                    <a:pt x="1424" y="176"/>
                  </a:lnTo>
                  <a:lnTo>
                    <a:pt x="1441" y="176"/>
                  </a:lnTo>
                  <a:lnTo>
                    <a:pt x="1457" y="179"/>
                  </a:lnTo>
                  <a:lnTo>
                    <a:pt x="1477" y="184"/>
                  </a:lnTo>
                  <a:lnTo>
                    <a:pt x="1492" y="191"/>
                  </a:lnTo>
                  <a:lnTo>
                    <a:pt x="1502" y="204"/>
                  </a:lnTo>
                  <a:lnTo>
                    <a:pt x="1502" y="221"/>
                  </a:lnTo>
                  <a:lnTo>
                    <a:pt x="1490" y="243"/>
                  </a:lnTo>
                  <a:lnTo>
                    <a:pt x="1475" y="291"/>
                  </a:lnTo>
                  <a:lnTo>
                    <a:pt x="1452" y="339"/>
                  </a:lnTo>
                  <a:lnTo>
                    <a:pt x="1426" y="383"/>
                  </a:lnTo>
                  <a:lnTo>
                    <a:pt x="1394" y="429"/>
                  </a:lnTo>
                  <a:lnTo>
                    <a:pt x="1357" y="475"/>
                  </a:lnTo>
                  <a:lnTo>
                    <a:pt x="1320" y="523"/>
                  </a:lnTo>
                  <a:lnTo>
                    <a:pt x="1279" y="569"/>
                  </a:lnTo>
                  <a:lnTo>
                    <a:pt x="1240" y="618"/>
                  </a:lnTo>
                  <a:lnTo>
                    <a:pt x="1197" y="666"/>
                  </a:lnTo>
                  <a:lnTo>
                    <a:pt x="1159" y="716"/>
                  </a:lnTo>
                  <a:lnTo>
                    <a:pt x="1122" y="770"/>
                  </a:lnTo>
                  <a:lnTo>
                    <a:pt x="1087" y="826"/>
                  </a:lnTo>
                  <a:lnTo>
                    <a:pt x="1059" y="882"/>
                  </a:lnTo>
                  <a:lnTo>
                    <a:pt x="1034" y="944"/>
                  </a:lnTo>
                  <a:lnTo>
                    <a:pt x="1016" y="1007"/>
                  </a:lnTo>
                  <a:lnTo>
                    <a:pt x="1006" y="1074"/>
                  </a:lnTo>
                  <a:lnTo>
                    <a:pt x="934" y="1054"/>
                  </a:lnTo>
                  <a:lnTo>
                    <a:pt x="865" y="1044"/>
                  </a:lnTo>
                  <a:lnTo>
                    <a:pt x="806" y="1039"/>
                  </a:lnTo>
                  <a:lnTo>
                    <a:pt x="752" y="1041"/>
                  </a:lnTo>
                  <a:lnTo>
                    <a:pt x="700" y="1046"/>
                  </a:lnTo>
                  <a:lnTo>
                    <a:pt x="651" y="1051"/>
                  </a:lnTo>
                  <a:lnTo>
                    <a:pt x="600" y="1056"/>
                  </a:lnTo>
                  <a:lnTo>
                    <a:pt x="549" y="1059"/>
                  </a:lnTo>
                  <a:lnTo>
                    <a:pt x="477" y="1041"/>
                  </a:lnTo>
                  <a:lnTo>
                    <a:pt x="404" y="1037"/>
                  </a:lnTo>
                  <a:lnTo>
                    <a:pt x="325" y="1039"/>
                  </a:lnTo>
                  <a:lnTo>
                    <a:pt x="250" y="1046"/>
                  </a:lnTo>
                  <a:lnTo>
                    <a:pt x="176" y="1056"/>
                  </a:lnTo>
                  <a:lnTo>
                    <a:pt x="110" y="1066"/>
                  </a:lnTo>
                  <a:lnTo>
                    <a:pt x="49" y="1079"/>
                  </a:lnTo>
                  <a:lnTo>
                    <a:pt x="0" y="1086"/>
                  </a:lnTo>
                  <a:lnTo>
                    <a:pt x="14" y="1007"/>
                  </a:lnTo>
                  <a:lnTo>
                    <a:pt x="26" y="931"/>
                  </a:lnTo>
                  <a:lnTo>
                    <a:pt x="34" y="852"/>
                  </a:lnTo>
                  <a:lnTo>
                    <a:pt x="39" y="775"/>
                  </a:lnTo>
                  <a:lnTo>
                    <a:pt x="41" y="696"/>
                  </a:lnTo>
                  <a:lnTo>
                    <a:pt x="41" y="618"/>
                  </a:lnTo>
                  <a:lnTo>
                    <a:pt x="41" y="539"/>
                  </a:lnTo>
                  <a:lnTo>
                    <a:pt x="39" y="461"/>
                  </a:lnTo>
                  <a:lnTo>
                    <a:pt x="39" y="383"/>
                  </a:lnTo>
                  <a:lnTo>
                    <a:pt x="36" y="306"/>
                  </a:lnTo>
                  <a:lnTo>
                    <a:pt x="36" y="230"/>
                  </a:lnTo>
                  <a:lnTo>
                    <a:pt x="36" y="155"/>
                  </a:lnTo>
                  <a:lnTo>
                    <a:pt x="39" y="108"/>
                  </a:lnTo>
                  <a:lnTo>
                    <a:pt x="100" y="0"/>
                  </a:lnTo>
                  <a:lnTo>
                    <a:pt x="237" y="18"/>
                  </a:lnTo>
                  <a:lnTo>
                    <a:pt x="235" y="18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825"/>
            <p:cNvSpPr>
              <a:spLocks/>
            </p:cNvSpPr>
            <p:nvPr/>
          </p:nvSpPr>
          <p:spPr bwMode="auto">
            <a:xfrm>
              <a:off x="7418" y="1744"/>
              <a:ext cx="752" cy="543"/>
            </a:xfrm>
            <a:custGeom>
              <a:avLst/>
              <a:gdLst>
                <a:gd name="T0" fmla="*/ 317 w 1502"/>
                <a:gd name="T1" fmla="*/ 59 h 1086"/>
                <a:gd name="T2" fmla="*/ 487 w 1502"/>
                <a:gd name="T3" fmla="*/ 128 h 1086"/>
                <a:gd name="T4" fmla="*/ 674 w 1502"/>
                <a:gd name="T5" fmla="*/ 184 h 1086"/>
                <a:gd name="T6" fmla="*/ 867 w 1502"/>
                <a:gd name="T7" fmla="*/ 223 h 1086"/>
                <a:gd name="T8" fmla="*/ 1061 w 1502"/>
                <a:gd name="T9" fmla="*/ 253 h 1086"/>
                <a:gd name="T10" fmla="*/ 1242 w 1502"/>
                <a:gd name="T11" fmla="*/ 268 h 1086"/>
                <a:gd name="T12" fmla="*/ 1404 w 1502"/>
                <a:gd name="T13" fmla="*/ 270 h 1086"/>
                <a:gd name="T14" fmla="*/ 1380 w 1502"/>
                <a:gd name="T15" fmla="*/ 248 h 1086"/>
                <a:gd name="T16" fmla="*/ 1365 w 1502"/>
                <a:gd name="T17" fmla="*/ 221 h 1086"/>
                <a:gd name="T18" fmla="*/ 1372 w 1502"/>
                <a:gd name="T19" fmla="*/ 196 h 1086"/>
                <a:gd name="T20" fmla="*/ 1411 w 1502"/>
                <a:gd name="T21" fmla="*/ 176 h 1086"/>
                <a:gd name="T22" fmla="*/ 1441 w 1502"/>
                <a:gd name="T23" fmla="*/ 176 h 1086"/>
                <a:gd name="T24" fmla="*/ 1477 w 1502"/>
                <a:gd name="T25" fmla="*/ 184 h 1086"/>
                <a:gd name="T26" fmla="*/ 1502 w 1502"/>
                <a:gd name="T27" fmla="*/ 204 h 1086"/>
                <a:gd name="T28" fmla="*/ 1490 w 1502"/>
                <a:gd name="T29" fmla="*/ 243 h 1086"/>
                <a:gd name="T30" fmla="*/ 1452 w 1502"/>
                <a:gd name="T31" fmla="*/ 339 h 1086"/>
                <a:gd name="T32" fmla="*/ 1394 w 1502"/>
                <a:gd name="T33" fmla="*/ 429 h 1086"/>
                <a:gd name="T34" fmla="*/ 1320 w 1502"/>
                <a:gd name="T35" fmla="*/ 523 h 1086"/>
                <a:gd name="T36" fmla="*/ 1240 w 1502"/>
                <a:gd name="T37" fmla="*/ 618 h 1086"/>
                <a:gd name="T38" fmla="*/ 1159 w 1502"/>
                <a:gd name="T39" fmla="*/ 716 h 1086"/>
                <a:gd name="T40" fmla="*/ 1087 w 1502"/>
                <a:gd name="T41" fmla="*/ 826 h 1086"/>
                <a:gd name="T42" fmla="*/ 1034 w 1502"/>
                <a:gd name="T43" fmla="*/ 944 h 1086"/>
                <a:gd name="T44" fmla="*/ 1006 w 1502"/>
                <a:gd name="T45" fmla="*/ 1074 h 1086"/>
                <a:gd name="T46" fmla="*/ 865 w 1502"/>
                <a:gd name="T47" fmla="*/ 1044 h 1086"/>
                <a:gd name="T48" fmla="*/ 752 w 1502"/>
                <a:gd name="T49" fmla="*/ 1041 h 1086"/>
                <a:gd name="T50" fmla="*/ 651 w 1502"/>
                <a:gd name="T51" fmla="*/ 1051 h 1086"/>
                <a:gd name="T52" fmla="*/ 549 w 1502"/>
                <a:gd name="T53" fmla="*/ 1059 h 1086"/>
                <a:gd name="T54" fmla="*/ 404 w 1502"/>
                <a:gd name="T55" fmla="*/ 1037 h 1086"/>
                <a:gd name="T56" fmla="*/ 250 w 1502"/>
                <a:gd name="T57" fmla="*/ 1046 h 1086"/>
                <a:gd name="T58" fmla="*/ 110 w 1502"/>
                <a:gd name="T59" fmla="*/ 1066 h 1086"/>
                <a:gd name="T60" fmla="*/ 0 w 1502"/>
                <a:gd name="T61" fmla="*/ 1086 h 1086"/>
                <a:gd name="T62" fmla="*/ 26 w 1502"/>
                <a:gd name="T63" fmla="*/ 931 h 1086"/>
                <a:gd name="T64" fmla="*/ 39 w 1502"/>
                <a:gd name="T65" fmla="*/ 775 h 1086"/>
                <a:gd name="T66" fmla="*/ 41 w 1502"/>
                <a:gd name="T67" fmla="*/ 618 h 1086"/>
                <a:gd name="T68" fmla="*/ 39 w 1502"/>
                <a:gd name="T69" fmla="*/ 461 h 1086"/>
                <a:gd name="T70" fmla="*/ 36 w 1502"/>
                <a:gd name="T71" fmla="*/ 306 h 1086"/>
                <a:gd name="T72" fmla="*/ 36 w 1502"/>
                <a:gd name="T73" fmla="*/ 155 h 1086"/>
                <a:gd name="T74" fmla="*/ 100 w 1502"/>
                <a:gd name="T75" fmla="*/ 0 h 1086"/>
                <a:gd name="T76" fmla="*/ 237 w 1502"/>
                <a:gd name="T77" fmla="*/ 18 h 108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502"/>
                <a:gd name="T118" fmla="*/ 0 h 1086"/>
                <a:gd name="T119" fmla="*/ 1502 w 1502"/>
                <a:gd name="T120" fmla="*/ 1086 h 108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502" h="1086">
                  <a:moveTo>
                    <a:pt x="235" y="18"/>
                  </a:moveTo>
                  <a:lnTo>
                    <a:pt x="317" y="59"/>
                  </a:lnTo>
                  <a:lnTo>
                    <a:pt x="399" y="94"/>
                  </a:lnTo>
                  <a:lnTo>
                    <a:pt x="487" y="128"/>
                  </a:lnTo>
                  <a:lnTo>
                    <a:pt x="577" y="158"/>
                  </a:lnTo>
                  <a:lnTo>
                    <a:pt x="674" y="184"/>
                  </a:lnTo>
                  <a:lnTo>
                    <a:pt x="769" y="206"/>
                  </a:lnTo>
                  <a:lnTo>
                    <a:pt x="867" y="223"/>
                  </a:lnTo>
                  <a:lnTo>
                    <a:pt x="965" y="240"/>
                  </a:lnTo>
                  <a:lnTo>
                    <a:pt x="1061" y="253"/>
                  </a:lnTo>
                  <a:lnTo>
                    <a:pt x="1154" y="260"/>
                  </a:lnTo>
                  <a:lnTo>
                    <a:pt x="1242" y="268"/>
                  </a:lnTo>
                  <a:lnTo>
                    <a:pt x="1325" y="270"/>
                  </a:lnTo>
                  <a:lnTo>
                    <a:pt x="1404" y="270"/>
                  </a:lnTo>
                  <a:lnTo>
                    <a:pt x="1391" y="260"/>
                  </a:lnTo>
                  <a:lnTo>
                    <a:pt x="1380" y="248"/>
                  </a:lnTo>
                  <a:lnTo>
                    <a:pt x="1372" y="235"/>
                  </a:lnTo>
                  <a:lnTo>
                    <a:pt x="1365" y="221"/>
                  </a:lnTo>
                  <a:lnTo>
                    <a:pt x="1365" y="209"/>
                  </a:lnTo>
                  <a:lnTo>
                    <a:pt x="1372" y="196"/>
                  </a:lnTo>
                  <a:lnTo>
                    <a:pt x="1386" y="184"/>
                  </a:lnTo>
                  <a:lnTo>
                    <a:pt x="1411" y="176"/>
                  </a:lnTo>
                  <a:lnTo>
                    <a:pt x="1424" y="176"/>
                  </a:lnTo>
                  <a:lnTo>
                    <a:pt x="1441" y="176"/>
                  </a:lnTo>
                  <a:lnTo>
                    <a:pt x="1457" y="179"/>
                  </a:lnTo>
                  <a:lnTo>
                    <a:pt x="1477" y="184"/>
                  </a:lnTo>
                  <a:lnTo>
                    <a:pt x="1492" y="191"/>
                  </a:lnTo>
                  <a:lnTo>
                    <a:pt x="1502" y="204"/>
                  </a:lnTo>
                  <a:lnTo>
                    <a:pt x="1502" y="221"/>
                  </a:lnTo>
                  <a:lnTo>
                    <a:pt x="1490" y="243"/>
                  </a:lnTo>
                  <a:lnTo>
                    <a:pt x="1475" y="291"/>
                  </a:lnTo>
                  <a:lnTo>
                    <a:pt x="1452" y="339"/>
                  </a:lnTo>
                  <a:lnTo>
                    <a:pt x="1426" y="383"/>
                  </a:lnTo>
                  <a:lnTo>
                    <a:pt x="1394" y="429"/>
                  </a:lnTo>
                  <a:lnTo>
                    <a:pt x="1357" y="475"/>
                  </a:lnTo>
                  <a:lnTo>
                    <a:pt x="1320" y="523"/>
                  </a:lnTo>
                  <a:lnTo>
                    <a:pt x="1279" y="569"/>
                  </a:lnTo>
                  <a:lnTo>
                    <a:pt x="1240" y="618"/>
                  </a:lnTo>
                  <a:lnTo>
                    <a:pt x="1197" y="666"/>
                  </a:lnTo>
                  <a:lnTo>
                    <a:pt x="1159" y="716"/>
                  </a:lnTo>
                  <a:lnTo>
                    <a:pt x="1122" y="770"/>
                  </a:lnTo>
                  <a:lnTo>
                    <a:pt x="1087" y="826"/>
                  </a:lnTo>
                  <a:lnTo>
                    <a:pt x="1059" y="882"/>
                  </a:lnTo>
                  <a:lnTo>
                    <a:pt x="1034" y="944"/>
                  </a:lnTo>
                  <a:lnTo>
                    <a:pt x="1016" y="1007"/>
                  </a:lnTo>
                  <a:lnTo>
                    <a:pt x="1006" y="1074"/>
                  </a:lnTo>
                  <a:lnTo>
                    <a:pt x="934" y="1054"/>
                  </a:lnTo>
                  <a:lnTo>
                    <a:pt x="865" y="1044"/>
                  </a:lnTo>
                  <a:lnTo>
                    <a:pt x="806" y="1039"/>
                  </a:lnTo>
                  <a:lnTo>
                    <a:pt x="752" y="1041"/>
                  </a:lnTo>
                  <a:lnTo>
                    <a:pt x="700" y="1046"/>
                  </a:lnTo>
                  <a:lnTo>
                    <a:pt x="651" y="1051"/>
                  </a:lnTo>
                  <a:lnTo>
                    <a:pt x="600" y="1056"/>
                  </a:lnTo>
                  <a:lnTo>
                    <a:pt x="549" y="1059"/>
                  </a:lnTo>
                  <a:lnTo>
                    <a:pt x="477" y="1041"/>
                  </a:lnTo>
                  <a:lnTo>
                    <a:pt x="404" y="1037"/>
                  </a:lnTo>
                  <a:lnTo>
                    <a:pt x="325" y="1039"/>
                  </a:lnTo>
                  <a:lnTo>
                    <a:pt x="250" y="1046"/>
                  </a:lnTo>
                  <a:lnTo>
                    <a:pt x="176" y="1056"/>
                  </a:lnTo>
                  <a:lnTo>
                    <a:pt x="110" y="1066"/>
                  </a:lnTo>
                  <a:lnTo>
                    <a:pt x="49" y="1079"/>
                  </a:lnTo>
                  <a:lnTo>
                    <a:pt x="0" y="1086"/>
                  </a:lnTo>
                  <a:lnTo>
                    <a:pt x="14" y="1007"/>
                  </a:lnTo>
                  <a:lnTo>
                    <a:pt x="26" y="931"/>
                  </a:lnTo>
                  <a:lnTo>
                    <a:pt x="34" y="852"/>
                  </a:lnTo>
                  <a:lnTo>
                    <a:pt x="39" y="775"/>
                  </a:lnTo>
                  <a:lnTo>
                    <a:pt x="41" y="696"/>
                  </a:lnTo>
                  <a:lnTo>
                    <a:pt x="41" y="618"/>
                  </a:lnTo>
                  <a:lnTo>
                    <a:pt x="41" y="539"/>
                  </a:lnTo>
                  <a:lnTo>
                    <a:pt x="39" y="461"/>
                  </a:lnTo>
                  <a:lnTo>
                    <a:pt x="39" y="383"/>
                  </a:lnTo>
                  <a:lnTo>
                    <a:pt x="36" y="306"/>
                  </a:lnTo>
                  <a:lnTo>
                    <a:pt x="36" y="230"/>
                  </a:lnTo>
                  <a:lnTo>
                    <a:pt x="36" y="155"/>
                  </a:lnTo>
                  <a:lnTo>
                    <a:pt x="39" y="108"/>
                  </a:lnTo>
                  <a:lnTo>
                    <a:pt x="100" y="0"/>
                  </a:lnTo>
                  <a:lnTo>
                    <a:pt x="237" y="1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826"/>
            <p:cNvSpPr>
              <a:spLocks/>
            </p:cNvSpPr>
            <p:nvPr/>
          </p:nvSpPr>
          <p:spPr bwMode="auto">
            <a:xfrm>
              <a:off x="7268" y="1827"/>
              <a:ext cx="220" cy="90"/>
            </a:xfrm>
            <a:custGeom>
              <a:avLst/>
              <a:gdLst>
                <a:gd name="T0" fmla="*/ 20 w 439"/>
                <a:gd name="T1" fmla="*/ 0 h 180"/>
                <a:gd name="T2" fmla="*/ 236 w 439"/>
                <a:gd name="T3" fmla="*/ 69 h 180"/>
                <a:gd name="T4" fmla="*/ 250 w 439"/>
                <a:gd name="T5" fmla="*/ 67 h 180"/>
                <a:gd name="T6" fmla="*/ 265 w 439"/>
                <a:gd name="T7" fmla="*/ 59 h 180"/>
                <a:gd name="T8" fmla="*/ 277 w 439"/>
                <a:gd name="T9" fmla="*/ 55 h 180"/>
                <a:gd name="T10" fmla="*/ 287 w 439"/>
                <a:gd name="T11" fmla="*/ 45 h 180"/>
                <a:gd name="T12" fmla="*/ 297 w 439"/>
                <a:gd name="T13" fmla="*/ 38 h 180"/>
                <a:gd name="T14" fmla="*/ 306 w 439"/>
                <a:gd name="T15" fmla="*/ 30 h 180"/>
                <a:gd name="T16" fmla="*/ 316 w 439"/>
                <a:gd name="T17" fmla="*/ 23 h 180"/>
                <a:gd name="T18" fmla="*/ 339 w 439"/>
                <a:gd name="T19" fmla="*/ 23 h 180"/>
                <a:gd name="T20" fmla="*/ 439 w 439"/>
                <a:gd name="T21" fmla="*/ 135 h 180"/>
                <a:gd name="T22" fmla="*/ 0 w 439"/>
                <a:gd name="T23" fmla="*/ 180 h 180"/>
                <a:gd name="T24" fmla="*/ 22 w 439"/>
                <a:gd name="T25" fmla="*/ 3 h 180"/>
                <a:gd name="T26" fmla="*/ 22 w 439"/>
                <a:gd name="T27" fmla="*/ 3 h 180"/>
                <a:gd name="T28" fmla="*/ 20 w 439"/>
                <a:gd name="T29" fmla="*/ 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9"/>
                <a:gd name="T46" fmla="*/ 0 h 180"/>
                <a:gd name="T47" fmla="*/ 439 w 439"/>
                <a:gd name="T48" fmla="*/ 180 h 18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9" h="180">
                  <a:moveTo>
                    <a:pt x="20" y="0"/>
                  </a:moveTo>
                  <a:lnTo>
                    <a:pt x="236" y="69"/>
                  </a:lnTo>
                  <a:lnTo>
                    <a:pt x="250" y="67"/>
                  </a:lnTo>
                  <a:lnTo>
                    <a:pt x="265" y="59"/>
                  </a:lnTo>
                  <a:lnTo>
                    <a:pt x="277" y="55"/>
                  </a:lnTo>
                  <a:lnTo>
                    <a:pt x="287" y="45"/>
                  </a:lnTo>
                  <a:lnTo>
                    <a:pt x="297" y="38"/>
                  </a:lnTo>
                  <a:lnTo>
                    <a:pt x="306" y="30"/>
                  </a:lnTo>
                  <a:lnTo>
                    <a:pt x="316" y="23"/>
                  </a:lnTo>
                  <a:lnTo>
                    <a:pt x="339" y="23"/>
                  </a:lnTo>
                  <a:lnTo>
                    <a:pt x="439" y="135"/>
                  </a:lnTo>
                  <a:lnTo>
                    <a:pt x="0" y="180"/>
                  </a:lnTo>
                  <a:lnTo>
                    <a:pt x="22" y="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C2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827"/>
            <p:cNvSpPr>
              <a:spLocks/>
            </p:cNvSpPr>
            <p:nvPr/>
          </p:nvSpPr>
          <p:spPr bwMode="auto">
            <a:xfrm>
              <a:off x="7268" y="1827"/>
              <a:ext cx="220" cy="90"/>
            </a:xfrm>
            <a:custGeom>
              <a:avLst/>
              <a:gdLst>
                <a:gd name="T0" fmla="*/ 20 w 439"/>
                <a:gd name="T1" fmla="*/ 0 h 180"/>
                <a:gd name="T2" fmla="*/ 236 w 439"/>
                <a:gd name="T3" fmla="*/ 69 h 180"/>
                <a:gd name="T4" fmla="*/ 250 w 439"/>
                <a:gd name="T5" fmla="*/ 67 h 180"/>
                <a:gd name="T6" fmla="*/ 265 w 439"/>
                <a:gd name="T7" fmla="*/ 59 h 180"/>
                <a:gd name="T8" fmla="*/ 277 w 439"/>
                <a:gd name="T9" fmla="*/ 55 h 180"/>
                <a:gd name="T10" fmla="*/ 287 w 439"/>
                <a:gd name="T11" fmla="*/ 45 h 180"/>
                <a:gd name="T12" fmla="*/ 297 w 439"/>
                <a:gd name="T13" fmla="*/ 38 h 180"/>
                <a:gd name="T14" fmla="*/ 306 w 439"/>
                <a:gd name="T15" fmla="*/ 30 h 180"/>
                <a:gd name="T16" fmla="*/ 316 w 439"/>
                <a:gd name="T17" fmla="*/ 23 h 180"/>
                <a:gd name="T18" fmla="*/ 339 w 439"/>
                <a:gd name="T19" fmla="*/ 23 h 180"/>
                <a:gd name="T20" fmla="*/ 439 w 439"/>
                <a:gd name="T21" fmla="*/ 135 h 180"/>
                <a:gd name="T22" fmla="*/ 0 w 439"/>
                <a:gd name="T23" fmla="*/ 180 h 180"/>
                <a:gd name="T24" fmla="*/ 22 w 439"/>
                <a:gd name="T25" fmla="*/ 3 h 180"/>
                <a:gd name="T26" fmla="*/ 22 w 439"/>
                <a:gd name="T27" fmla="*/ 3 h 1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9"/>
                <a:gd name="T43" fmla="*/ 0 h 180"/>
                <a:gd name="T44" fmla="*/ 439 w 439"/>
                <a:gd name="T45" fmla="*/ 180 h 18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9" h="180">
                  <a:moveTo>
                    <a:pt x="20" y="0"/>
                  </a:moveTo>
                  <a:lnTo>
                    <a:pt x="236" y="69"/>
                  </a:lnTo>
                  <a:lnTo>
                    <a:pt x="250" y="67"/>
                  </a:lnTo>
                  <a:lnTo>
                    <a:pt x="265" y="59"/>
                  </a:lnTo>
                  <a:lnTo>
                    <a:pt x="277" y="55"/>
                  </a:lnTo>
                  <a:lnTo>
                    <a:pt x="287" y="45"/>
                  </a:lnTo>
                  <a:lnTo>
                    <a:pt x="297" y="38"/>
                  </a:lnTo>
                  <a:lnTo>
                    <a:pt x="306" y="30"/>
                  </a:lnTo>
                  <a:lnTo>
                    <a:pt x="316" y="23"/>
                  </a:lnTo>
                  <a:lnTo>
                    <a:pt x="339" y="23"/>
                  </a:lnTo>
                  <a:lnTo>
                    <a:pt x="439" y="135"/>
                  </a:lnTo>
                  <a:lnTo>
                    <a:pt x="0" y="180"/>
                  </a:lnTo>
                  <a:lnTo>
                    <a:pt x="22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828"/>
            <p:cNvSpPr>
              <a:spLocks/>
            </p:cNvSpPr>
            <p:nvPr/>
          </p:nvSpPr>
          <p:spPr bwMode="auto">
            <a:xfrm>
              <a:off x="7125" y="1192"/>
              <a:ext cx="188" cy="280"/>
            </a:xfrm>
            <a:custGeom>
              <a:avLst/>
              <a:gdLst>
                <a:gd name="T0" fmla="*/ 33 w 375"/>
                <a:gd name="T1" fmla="*/ 0 h 562"/>
                <a:gd name="T2" fmla="*/ 375 w 375"/>
                <a:gd name="T3" fmla="*/ 32 h 562"/>
                <a:gd name="T4" fmla="*/ 350 w 375"/>
                <a:gd name="T5" fmla="*/ 123 h 562"/>
                <a:gd name="T6" fmla="*/ 352 w 375"/>
                <a:gd name="T7" fmla="*/ 152 h 562"/>
                <a:gd name="T8" fmla="*/ 350 w 375"/>
                <a:gd name="T9" fmla="*/ 179 h 562"/>
                <a:gd name="T10" fmla="*/ 342 w 375"/>
                <a:gd name="T11" fmla="*/ 203 h 562"/>
                <a:gd name="T12" fmla="*/ 336 w 375"/>
                <a:gd name="T13" fmla="*/ 228 h 562"/>
                <a:gd name="T14" fmla="*/ 323 w 375"/>
                <a:gd name="T15" fmla="*/ 258 h 562"/>
                <a:gd name="T16" fmla="*/ 313 w 375"/>
                <a:gd name="T17" fmla="*/ 287 h 562"/>
                <a:gd name="T18" fmla="*/ 303 w 375"/>
                <a:gd name="T19" fmla="*/ 319 h 562"/>
                <a:gd name="T20" fmla="*/ 293 w 375"/>
                <a:gd name="T21" fmla="*/ 345 h 562"/>
                <a:gd name="T22" fmla="*/ 276 w 375"/>
                <a:gd name="T23" fmla="*/ 365 h 562"/>
                <a:gd name="T24" fmla="*/ 252 w 375"/>
                <a:gd name="T25" fmla="*/ 383 h 562"/>
                <a:gd name="T26" fmla="*/ 237 w 375"/>
                <a:gd name="T27" fmla="*/ 397 h 562"/>
                <a:gd name="T28" fmla="*/ 225 w 375"/>
                <a:gd name="T29" fmla="*/ 424 h 562"/>
                <a:gd name="T30" fmla="*/ 212 w 375"/>
                <a:gd name="T31" fmla="*/ 448 h 562"/>
                <a:gd name="T32" fmla="*/ 211 w 375"/>
                <a:gd name="T33" fmla="*/ 470 h 562"/>
                <a:gd name="T34" fmla="*/ 215 w 375"/>
                <a:gd name="T35" fmla="*/ 493 h 562"/>
                <a:gd name="T36" fmla="*/ 217 w 375"/>
                <a:gd name="T37" fmla="*/ 514 h 562"/>
                <a:gd name="T38" fmla="*/ 183 w 375"/>
                <a:gd name="T39" fmla="*/ 562 h 562"/>
                <a:gd name="T40" fmla="*/ 0 w 375"/>
                <a:gd name="T41" fmla="*/ 343 h 562"/>
                <a:gd name="T42" fmla="*/ 36 w 375"/>
                <a:gd name="T43" fmla="*/ 0 h 562"/>
                <a:gd name="T44" fmla="*/ 36 w 375"/>
                <a:gd name="T45" fmla="*/ 0 h 562"/>
                <a:gd name="T46" fmla="*/ 33 w 375"/>
                <a:gd name="T47" fmla="*/ 0 h 5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75"/>
                <a:gd name="T73" fmla="*/ 0 h 562"/>
                <a:gd name="T74" fmla="*/ 375 w 375"/>
                <a:gd name="T75" fmla="*/ 562 h 56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75" h="562">
                  <a:moveTo>
                    <a:pt x="33" y="0"/>
                  </a:moveTo>
                  <a:lnTo>
                    <a:pt x="375" y="32"/>
                  </a:lnTo>
                  <a:lnTo>
                    <a:pt x="350" y="123"/>
                  </a:lnTo>
                  <a:lnTo>
                    <a:pt x="352" y="152"/>
                  </a:lnTo>
                  <a:lnTo>
                    <a:pt x="350" y="179"/>
                  </a:lnTo>
                  <a:lnTo>
                    <a:pt x="342" y="203"/>
                  </a:lnTo>
                  <a:lnTo>
                    <a:pt x="336" y="228"/>
                  </a:lnTo>
                  <a:lnTo>
                    <a:pt x="323" y="258"/>
                  </a:lnTo>
                  <a:lnTo>
                    <a:pt x="313" y="287"/>
                  </a:lnTo>
                  <a:lnTo>
                    <a:pt x="303" y="319"/>
                  </a:lnTo>
                  <a:lnTo>
                    <a:pt x="293" y="345"/>
                  </a:lnTo>
                  <a:lnTo>
                    <a:pt x="276" y="365"/>
                  </a:lnTo>
                  <a:lnTo>
                    <a:pt x="252" y="383"/>
                  </a:lnTo>
                  <a:lnTo>
                    <a:pt x="237" y="397"/>
                  </a:lnTo>
                  <a:lnTo>
                    <a:pt x="225" y="424"/>
                  </a:lnTo>
                  <a:lnTo>
                    <a:pt x="212" y="448"/>
                  </a:lnTo>
                  <a:lnTo>
                    <a:pt x="211" y="470"/>
                  </a:lnTo>
                  <a:lnTo>
                    <a:pt x="215" y="493"/>
                  </a:lnTo>
                  <a:lnTo>
                    <a:pt x="217" y="514"/>
                  </a:lnTo>
                  <a:lnTo>
                    <a:pt x="183" y="562"/>
                  </a:lnTo>
                  <a:lnTo>
                    <a:pt x="0" y="343"/>
                  </a:lnTo>
                  <a:lnTo>
                    <a:pt x="36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C2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829"/>
            <p:cNvSpPr>
              <a:spLocks/>
            </p:cNvSpPr>
            <p:nvPr/>
          </p:nvSpPr>
          <p:spPr bwMode="auto">
            <a:xfrm>
              <a:off x="7125" y="1192"/>
              <a:ext cx="188" cy="280"/>
            </a:xfrm>
            <a:custGeom>
              <a:avLst/>
              <a:gdLst>
                <a:gd name="T0" fmla="*/ 33 w 375"/>
                <a:gd name="T1" fmla="*/ 0 h 562"/>
                <a:gd name="T2" fmla="*/ 375 w 375"/>
                <a:gd name="T3" fmla="*/ 32 h 562"/>
                <a:gd name="T4" fmla="*/ 350 w 375"/>
                <a:gd name="T5" fmla="*/ 123 h 562"/>
                <a:gd name="T6" fmla="*/ 352 w 375"/>
                <a:gd name="T7" fmla="*/ 152 h 562"/>
                <a:gd name="T8" fmla="*/ 350 w 375"/>
                <a:gd name="T9" fmla="*/ 179 h 562"/>
                <a:gd name="T10" fmla="*/ 342 w 375"/>
                <a:gd name="T11" fmla="*/ 203 h 562"/>
                <a:gd name="T12" fmla="*/ 336 w 375"/>
                <a:gd name="T13" fmla="*/ 228 h 562"/>
                <a:gd name="T14" fmla="*/ 323 w 375"/>
                <a:gd name="T15" fmla="*/ 258 h 562"/>
                <a:gd name="T16" fmla="*/ 313 w 375"/>
                <a:gd name="T17" fmla="*/ 287 h 562"/>
                <a:gd name="T18" fmla="*/ 303 w 375"/>
                <a:gd name="T19" fmla="*/ 319 h 562"/>
                <a:gd name="T20" fmla="*/ 293 w 375"/>
                <a:gd name="T21" fmla="*/ 345 h 562"/>
                <a:gd name="T22" fmla="*/ 276 w 375"/>
                <a:gd name="T23" fmla="*/ 365 h 562"/>
                <a:gd name="T24" fmla="*/ 252 w 375"/>
                <a:gd name="T25" fmla="*/ 383 h 562"/>
                <a:gd name="T26" fmla="*/ 237 w 375"/>
                <a:gd name="T27" fmla="*/ 397 h 562"/>
                <a:gd name="T28" fmla="*/ 225 w 375"/>
                <a:gd name="T29" fmla="*/ 424 h 562"/>
                <a:gd name="T30" fmla="*/ 212 w 375"/>
                <a:gd name="T31" fmla="*/ 448 h 562"/>
                <a:gd name="T32" fmla="*/ 211 w 375"/>
                <a:gd name="T33" fmla="*/ 470 h 562"/>
                <a:gd name="T34" fmla="*/ 215 w 375"/>
                <a:gd name="T35" fmla="*/ 493 h 562"/>
                <a:gd name="T36" fmla="*/ 217 w 375"/>
                <a:gd name="T37" fmla="*/ 514 h 562"/>
                <a:gd name="T38" fmla="*/ 183 w 375"/>
                <a:gd name="T39" fmla="*/ 562 h 562"/>
                <a:gd name="T40" fmla="*/ 0 w 375"/>
                <a:gd name="T41" fmla="*/ 343 h 562"/>
                <a:gd name="T42" fmla="*/ 36 w 375"/>
                <a:gd name="T43" fmla="*/ 0 h 562"/>
                <a:gd name="T44" fmla="*/ 36 w 375"/>
                <a:gd name="T45" fmla="*/ 0 h 56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75"/>
                <a:gd name="T70" fmla="*/ 0 h 562"/>
                <a:gd name="T71" fmla="*/ 375 w 375"/>
                <a:gd name="T72" fmla="*/ 562 h 56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75" h="562">
                  <a:moveTo>
                    <a:pt x="33" y="0"/>
                  </a:moveTo>
                  <a:lnTo>
                    <a:pt x="375" y="32"/>
                  </a:lnTo>
                  <a:lnTo>
                    <a:pt x="350" y="123"/>
                  </a:lnTo>
                  <a:lnTo>
                    <a:pt x="352" y="152"/>
                  </a:lnTo>
                  <a:lnTo>
                    <a:pt x="350" y="179"/>
                  </a:lnTo>
                  <a:lnTo>
                    <a:pt x="342" y="203"/>
                  </a:lnTo>
                  <a:lnTo>
                    <a:pt x="336" y="228"/>
                  </a:lnTo>
                  <a:lnTo>
                    <a:pt x="323" y="258"/>
                  </a:lnTo>
                  <a:lnTo>
                    <a:pt x="313" y="287"/>
                  </a:lnTo>
                  <a:lnTo>
                    <a:pt x="303" y="319"/>
                  </a:lnTo>
                  <a:lnTo>
                    <a:pt x="293" y="345"/>
                  </a:lnTo>
                  <a:lnTo>
                    <a:pt x="276" y="365"/>
                  </a:lnTo>
                  <a:lnTo>
                    <a:pt x="252" y="383"/>
                  </a:lnTo>
                  <a:lnTo>
                    <a:pt x="237" y="397"/>
                  </a:lnTo>
                  <a:lnTo>
                    <a:pt x="225" y="424"/>
                  </a:lnTo>
                  <a:lnTo>
                    <a:pt x="212" y="448"/>
                  </a:lnTo>
                  <a:lnTo>
                    <a:pt x="211" y="470"/>
                  </a:lnTo>
                  <a:lnTo>
                    <a:pt x="215" y="493"/>
                  </a:lnTo>
                  <a:lnTo>
                    <a:pt x="217" y="514"/>
                  </a:lnTo>
                  <a:lnTo>
                    <a:pt x="183" y="562"/>
                  </a:lnTo>
                  <a:lnTo>
                    <a:pt x="0" y="343"/>
                  </a:lnTo>
                  <a:lnTo>
                    <a:pt x="36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830"/>
            <p:cNvSpPr>
              <a:spLocks/>
            </p:cNvSpPr>
            <p:nvPr/>
          </p:nvSpPr>
          <p:spPr bwMode="auto">
            <a:xfrm>
              <a:off x="7933" y="2066"/>
              <a:ext cx="92" cy="85"/>
            </a:xfrm>
            <a:custGeom>
              <a:avLst/>
              <a:gdLst>
                <a:gd name="T0" fmla="*/ 181 w 183"/>
                <a:gd name="T1" fmla="*/ 0 h 169"/>
                <a:gd name="T2" fmla="*/ 183 w 183"/>
                <a:gd name="T3" fmla="*/ 10 h 169"/>
                <a:gd name="T4" fmla="*/ 183 w 183"/>
                <a:gd name="T5" fmla="*/ 21 h 169"/>
                <a:gd name="T6" fmla="*/ 183 w 183"/>
                <a:gd name="T7" fmla="*/ 29 h 169"/>
                <a:gd name="T8" fmla="*/ 183 w 183"/>
                <a:gd name="T9" fmla="*/ 41 h 169"/>
                <a:gd name="T10" fmla="*/ 181 w 183"/>
                <a:gd name="T11" fmla="*/ 51 h 169"/>
                <a:gd name="T12" fmla="*/ 176 w 183"/>
                <a:gd name="T13" fmla="*/ 61 h 169"/>
                <a:gd name="T14" fmla="*/ 173 w 183"/>
                <a:gd name="T15" fmla="*/ 71 h 169"/>
                <a:gd name="T16" fmla="*/ 168 w 183"/>
                <a:gd name="T17" fmla="*/ 80 h 169"/>
                <a:gd name="T18" fmla="*/ 168 w 183"/>
                <a:gd name="T19" fmla="*/ 87 h 169"/>
                <a:gd name="T20" fmla="*/ 168 w 183"/>
                <a:gd name="T21" fmla="*/ 95 h 169"/>
                <a:gd name="T22" fmla="*/ 165 w 183"/>
                <a:gd name="T23" fmla="*/ 102 h 169"/>
                <a:gd name="T24" fmla="*/ 160 w 183"/>
                <a:gd name="T25" fmla="*/ 110 h 169"/>
                <a:gd name="T26" fmla="*/ 155 w 183"/>
                <a:gd name="T27" fmla="*/ 117 h 169"/>
                <a:gd name="T28" fmla="*/ 147 w 183"/>
                <a:gd name="T29" fmla="*/ 122 h 169"/>
                <a:gd name="T30" fmla="*/ 140 w 183"/>
                <a:gd name="T31" fmla="*/ 127 h 169"/>
                <a:gd name="T32" fmla="*/ 130 w 183"/>
                <a:gd name="T33" fmla="*/ 127 h 169"/>
                <a:gd name="T34" fmla="*/ 130 w 183"/>
                <a:gd name="T35" fmla="*/ 135 h 169"/>
                <a:gd name="T36" fmla="*/ 130 w 183"/>
                <a:gd name="T37" fmla="*/ 140 h 169"/>
                <a:gd name="T38" fmla="*/ 127 w 183"/>
                <a:gd name="T39" fmla="*/ 146 h 169"/>
                <a:gd name="T40" fmla="*/ 122 w 183"/>
                <a:gd name="T41" fmla="*/ 154 h 169"/>
                <a:gd name="T42" fmla="*/ 110 w 183"/>
                <a:gd name="T43" fmla="*/ 164 h 169"/>
                <a:gd name="T44" fmla="*/ 101 w 183"/>
                <a:gd name="T45" fmla="*/ 166 h 169"/>
                <a:gd name="T46" fmla="*/ 88 w 183"/>
                <a:gd name="T47" fmla="*/ 169 h 169"/>
                <a:gd name="T48" fmla="*/ 43 w 183"/>
                <a:gd name="T49" fmla="*/ 161 h 169"/>
                <a:gd name="T50" fmla="*/ 20 w 183"/>
                <a:gd name="T51" fmla="*/ 149 h 169"/>
                <a:gd name="T52" fmla="*/ 5 w 183"/>
                <a:gd name="T53" fmla="*/ 141 h 169"/>
                <a:gd name="T54" fmla="*/ 0 w 183"/>
                <a:gd name="T55" fmla="*/ 137 h 169"/>
                <a:gd name="T56" fmla="*/ 2 w 183"/>
                <a:gd name="T57" fmla="*/ 127 h 169"/>
                <a:gd name="T58" fmla="*/ 5 w 183"/>
                <a:gd name="T59" fmla="*/ 122 h 169"/>
                <a:gd name="T60" fmla="*/ 15 w 183"/>
                <a:gd name="T61" fmla="*/ 115 h 169"/>
                <a:gd name="T62" fmla="*/ 32 w 183"/>
                <a:gd name="T63" fmla="*/ 115 h 169"/>
                <a:gd name="T64" fmla="*/ 7 w 183"/>
                <a:gd name="T65" fmla="*/ 105 h 169"/>
                <a:gd name="T66" fmla="*/ 2 w 183"/>
                <a:gd name="T67" fmla="*/ 92 h 169"/>
                <a:gd name="T68" fmla="*/ 5 w 183"/>
                <a:gd name="T69" fmla="*/ 87 h 169"/>
                <a:gd name="T70" fmla="*/ 10 w 183"/>
                <a:gd name="T71" fmla="*/ 76 h 169"/>
                <a:gd name="T72" fmla="*/ 17 w 183"/>
                <a:gd name="T73" fmla="*/ 74 h 169"/>
                <a:gd name="T74" fmla="*/ 25 w 183"/>
                <a:gd name="T75" fmla="*/ 71 h 169"/>
                <a:gd name="T76" fmla="*/ 35 w 183"/>
                <a:gd name="T77" fmla="*/ 71 h 169"/>
                <a:gd name="T78" fmla="*/ 73 w 183"/>
                <a:gd name="T79" fmla="*/ 74 h 169"/>
                <a:gd name="T80" fmla="*/ 58 w 183"/>
                <a:gd name="T81" fmla="*/ 69 h 169"/>
                <a:gd name="T82" fmla="*/ 53 w 183"/>
                <a:gd name="T83" fmla="*/ 59 h 169"/>
                <a:gd name="T84" fmla="*/ 56 w 183"/>
                <a:gd name="T85" fmla="*/ 49 h 169"/>
                <a:gd name="T86" fmla="*/ 68 w 183"/>
                <a:gd name="T87" fmla="*/ 41 h 169"/>
                <a:gd name="T88" fmla="*/ 73 w 183"/>
                <a:gd name="T89" fmla="*/ 36 h 169"/>
                <a:gd name="T90" fmla="*/ 86 w 183"/>
                <a:gd name="T91" fmla="*/ 36 h 169"/>
                <a:gd name="T92" fmla="*/ 93 w 183"/>
                <a:gd name="T93" fmla="*/ 36 h 169"/>
                <a:gd name="T94" fmla="*/ 101 w 183"/>
                <a:gd name="T95" fmla="*/ 36 h 169"/>
                <a:gd name="T96" fmla="*/ 107 w 183"/>
                <a:gd name="T97" fmla="*/ 36 h 169"/>
                <a:gd name="T98" fmla="*/ 117 w 183"/>
                <a:gd name="T99" fmla="*/ 34 h 169"/>
                <a:gd name="T100" fmla="*/ 125 w 183"/>
                <a:gd name="T101" fmla="*/ 36 h 169"/>
                <a:gd name="T102" fmla="*/ 132 w 183"/>
                <a:gd name="T103" fmla="*/ 34 h 169"/>
                <a:gd name="T104" fmla="*/ 181 w 183"/>
                <a:gd name="T105" fmla="*/ 2 h 169"/>
                <a:gd name="T106" fmla="*/ 181 w 183"/>
                <a:gd name="T107" fmla="*/ 2 h 169"/>
                <a:gd name="T108" fmla="*/ 181 w 183"/>
                <a:gd name="T109" fmla="*/ 0 h 16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83"/>
                <a:gd name="T166" fmla="*/ 0 h 169"/>
                <a:gd name="T167" fmla="*/ 183 w 183"/>
                <a:gd name="T168" fmla="*/ 169 h 16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83" h="169">
                  <a:moveTo>
                    <a:pt x="181" y="0"/>
                  </a:moveTo>
                  <a:lnTo>
                    <a:pt x="183" y="10"/>
                  </a:lnTo>
                  <a:lnTo>
                    <a:pt x="183" y="21"/>
                  </a:lnTo>
                  <a:lnTo>
                    <a:pt x="183" y="29"/>
                  </a:lnTo>
                  <a:lnTo>
                    <a:pt x="183" y="41"/>
                  </a:lnTo>
                  <a:lnTo>
                    <a:pt x="181" y="51"/>
                  </a:lnTo>
                  <a:lnTo>
                    <a:pt x="176" y="61"/>
                  </a:lnTo>
                  <a:lnTo>
                    <a:pt x="173" y="71"/>
                  </a:lnTo>
                  <a:lnTo>
                    <a:pt x="168" y="80"/>
                  </a:lnTo>
                  <a:lnTo>
                    <a:pt x="168" y="87"/>
                  </a:lnTo>
                  <a:lnTo>
                    <a:pt x="168" y="95"/>
                  </a:lnTo>
                  <a:lnTo>
                    <a:pt x="165" y="102"/>
                  </a:lnTo>
                  <a:lnTo>
                    <a:pt x="160" y="110"/>
                  </a:lnTo>
                  <a:lnTo>
                    <a:pt x="155" y="117"/>
                  </a:lnTo>
                  <a:lnTo>
                    <a:pt x="147" y="122"/>
                  </a:lnTo>
                  <a:lnTo>
                    <a:pt x="140" y="127"/>
                  </a:lnTo>
                  <a:lnTo>
                    <a:pt x="130" y="127"/>
                  </a:lnTo>
                  <a:lnTo>
                    <a:pt x="130" y="135"/>
                  </a:lnTo>
                  <a:lnTo>
                    <a:pt x="130" y="140"/>
                  </a:lnTo>
                  <a:lnTo>
                    <a:pt x="127" y="146"/>
                  </a:lnTo>
                  <a:lnTo>
                    <a:pt x="122" y="154"/>
                  </a:lnTo>
                  <a:lnTo>
                    <a:pt x="110" y="164"/>
                  </a:lnTo>
                  <a:lnTo>
                    <a:pt x="101" y="166"/>
                  </a:lnTo>
                  <a:lnTo>
                    <a:pt x="88" y="169"/>
                  </a:lnTo>
                  <a:lnTo>
                    <a:pt x="43" y="161"/>
                  </a:lnTo>
                  <a:lnTo>
                    <a:pt x="20" y="149"/>
                  </a:lnTo>
                  <a:lnTo>
                    <a:pt x="5" y="141"/>
                  </a:lnTo>
                  <a:lnTo>
                    <a:pt x="0" y="137"/>
                  </a:lnTo>
                  <a:lnTo>
                    <a:pt x="2" y="127"/>
                  </a:lnTo>
                  <a:lnTo>
                    <a:pt x="5" y="122"/>
                  </a:lnTo>
                  <a:lnTo>
                    <a:pt x="15" y="115"/>
                  </a:lnTo>
                  <a:lnTo>
                    <a:pt x="32" y="115"/>
                  </a:lnTo>
                  <a:lnTo>
                    <a:pt x="7" y="105"/>
                  </a:lnTo>
                  <a:lnTo>
                    <a:pt x="2" y="92"/>
                  </a:lnTo>
                  <a:lnTo>
                    <a:pt x="5" y="87"/>
                  </a:lnTo>
                  <a:lnTo>
                    <a:pt x="10" y="76"/>
                  </a:lnTo>
                  <a:lnTo>
                    <a:pt x="17" y="74"/>
                  </a:lnTo>
                  <a:lnTo>
                    <a:pt x="25" y="71"/>
                  </a:lnTo>
                  <a:lnTo>
                    <a:pt x="35" y="71"/>
                  </a:lnTo>
                  <a:lnTo>
                    <a:pt x="73" y="74"/>
                  </a:lnTo>
                  <a:lnTo>
                    <a:pt x="58" y="69"/>
                  </a:lnTo>
                  <a:lnTo>
                    <a:pt x="53" y="59"/>
                  </a:lnTo>
                  <a:lnTo>
                    <a:pt x="56" y="49"/>
                  </a:lnTo>
                  <a:lnTo>
                    <a:pt x="68" y="41"/>
                  </a:lnTo>
                  <a:lnTo>
                    <a:pt x="73" y="36"/>
                  </a:lnTo>
                  <a:lnTo>
                    <a:pt x="86" y="36"/>
                  </a:lnTo>
                  <a:lnTo>
                    <a:pt x="93" y="36"/>
                  </a:lnTo>
                  <a:lnTo>
                    <a:pt x="101" y="36"/>
                  </a:lnTo>
                  <a:lnTo>
                    <a:pt x="107" y="36"/>
                  </a:lnTo>
                  <a:lnTo>
                    <a:pt x="117" y="34"/>
                  </a:lnTo>
                  <a:lnTo>
                    <a:pt x="125" y="36"/>
                  </a:lnTo>
                  <a:lnTo>
                    <a:pt x="132" y="34"/>
                  </a:lnTo>
                  <a:lnTo>
                    <a:pt x="181" y="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C2956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831"/>
            <p:cNvSpPr>
              <a:spLocks/>
            </p:cNvSpPr>
            <p:nvPr/>
          </p:nvSpPr>
          <p:spPr bwMode="auto">
            <a:xfrm>
              <a:off x="7531" y="1352"/>
              <a:ext cx="149" cy="256"/>
            </a:xfrm>
            <a:custGeom>
              <a:avLst/>
              <a:gdLst>
                <a:gd name="T0" fmla="*/ 0 w 299"/>
                <a:gd name="T1" fmla="*/ 0 h 511"/>
                <a:gd name="T2" fmla="*/ 296 w 299"/>
                <a:gd name="T3" fmla="*/ 85 h 511"/>
                <a:gd name="T4" fmla="*/ 299 w 299"/>
                <a:gd name="T5" fmla="*/ 102 h 511"/>
                <a:gd name="T6" fmla="*/ 299 w 299"/>
                <a:gd name="T7" fmla="*/ 128 h 511"/>
                <a:gd name="T8" fmla="*/ 294 w 299"/>
                <a:gd name="T9" fmla="*/ 151 h 511"/>
                <a:gd name="T10" fmla="*/ 279 w 299"/>
                <a:gd name="T11" fmla="*/ 173 h 511"/>
                <a:gd name="T12" fmla="*/ 265 w 299"/>
                <a:gd name="T13" fmla="*/ 195 h 511"/>
                <a:gd name="T14" fmla="*/ 260 w 299"/>
                <a:gd name="T15" fmla="*/ 215 h 511"/>
                <a:gd name="T16" fmla="*/ 252 w 299"/>
                <a:gd name="T17" fmla="*/ 232 h 511"/>
                <a:gd name="T18" fmla="*/ 242 w 299"/>
                <a:gd name="T19" fmla="*/ 250 h 511"/>
                <a:gd name="T20" fmla="*/ 230 w 299"/>
                <a:gd name="T21" fmla="*/ 266 h 511"/>
                <a:gd name="T22" fmla="*/ 230 w 299"/>
                <a:gd name="T23" fmla="*/ 286 h 511"/>
                <a:gd name="T24" fmla="*/ 225 w 299"/>
                <a:gd name="T25" fmla="*/ 306 h 511"/>
                <a:gd name="T26" fmla="*/ 217 w 299"/>
                <a:gd name="T27" fmla="*/ 322 h 511"/>
                <a:gd name="T28" fmla="*/ 216 w 299"/>
                <a:gd name="T29" fmla="*/ 340 h 511"/>
                <a:gd name="T30" fmla="*/ 189 w 299"/>
                <a:gd name="T31" fmla="*/ 372 h 511"/>
                <a:gd name="T32" fmla="*/ 171 w 299"/>
                <a:gd name="T33" fmla="*/ 416 h 511"/>
                <a:gd name="T34" fmla="*/ 156 w 299"/>
                <a:gd name="T35" fmla="*/ 464 h 511"/>
                <a:gd name="T36" fmla="*/ 140 w 299"/>
                <a:gd name="T37" fmla="*/ 511 h 511"/>
                <a:gd name="T38" fmla="*/ 122 w 299"/>
                <a:gd name="T39" fmla="*/ 467 h 511"/>
                <a:gd name="T40" fmla="*/ 89 w 299"/>
                <a:gd name="T41" fmla="*/ 327 h 511"/>
                <a:gd name="T42" fmla="*/ 0 w 299"/>
                <a:gd name="T43" fmla="*/ 1 h 511"/>
                <a:gd name="T44" fmla="*/ 0 w 299"/>
                <a:gd name="T45" fmla="*/ 1 h 511"/>
                <a:gd name="T46" fmla="*/ 0 w 299"/>
                <a:gd name="T47" fmla="*/ 0 h 5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99"/>
                <a:gd name="T73" fmla="*/ 0 h 511"/>
                <a:gd name="T74" fmla="*/ 299 w 299"/>
                <a:gd name="T75" fmla="*/ 511 h 51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99" h="511">
                  <a:moveTo>
                    <a:pt x="0" y="0"/>
                  </a:moveTo>
                  <a:lnTo>
                    <a:pt x="296" y="85"/>
                  </a:lnTo>
                  <a:lnTo>
                    <a:pt x="299" y="102"/>
                  </a:lnTo>
                  <a:lnTo>
                    <a:pt x="299" y="128"/>
                  </a:lnTo>
                  <a:lnTo>
                    <a:pt x="294" y="151"/>
                  </a:lnTo>
                  <a:lnTo>
                    <a:pt x="279" y="173"/>
                  </a:lnTo>
                  <a:lnTo>
                    <a:pt x="265" y="195"/>
                  </a:lnTo>
                  <a:lnTo>
                    <a:pt x="260" y="215"/>
                  </a:lnTo>
                  <a:lnTo>
                    <a:pt x="252" y="232"/>
                  </a:lnTo>
                  <a:lnTo>
                    <a:pt x="242" y="250"/>
                  </a:lnTo>
                  <a:lnTo>
                    <a:pt x="230" y="266"/>
                  </a:lnTo>
                  <a:lnTo>
                    <a:pt x="230" y="286"/>
                  </a:lnTo>
                  <a:lnTo>
                    <a:pt x="225" y="306"/>
                  </a:lnTo>
                  <a:lnTo>
                    <a:pt x="217" y="322"/>
                  </a:lnTo>
                  <a:lnTo>
                    <a:pt x="216" y="340"/>
                  </a:lnTo>
                  <a:lnTo>
                    <a:pt x="189" y="372"/>
                  </a:lnTo>
                  <a:lnTo>
                    <a:pt x="171" y="416"/>
                  </a:lnTo>
                  <a:lnTo>
                    <a:pt x="156" y="464"/>
                  </a:lnTo>
                  <a:lnTo>
                    <a:pt x="140" y="511"/>
                  </a:lnTo>
                  <a:lnTo>
                    <a:pt x="122" y="467"/>
                  </a:lnTo>
                  <a:lnTo>
                    <a:pt x="89" y="327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2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832"/>
            <p:cNvSpPr>
              <a:spLocks/>
            </p:cNvSpPr>
            <p:nvPr/>
          </p:nvSpPr>
          <p:spPr bwMode="auto">
            <a:xfrm>
              <a:off x="7531" y="1352"/>
              <a:ext cx="149" cy="256"/>
            </a:xfrm>
            <a:custGeom>
              <a:avLst/>
              <a:gdLst>
                <a:gd name="T0" fmla="*/ 0 w 299"/>
                <a:gd name="T1" fmla="*/ 0 h 511"/>
                <a:gd name="T2" fmla="*/ 296 w 299"/>
                <a:gd name="T3" fmla="*/ 85 h 511"/>
                <a:gd name="T4" fmla="*/ 299 w 299"/>
                <a:gd name="T5" fmla="*/ 102 h 511"/>
                <a:gd name="T6" fmla="*/ 299 w 299"/>
                <a:gd name="T7" fmla="*/ 128 h 511"/>
                <a:gd name="T8" fmla="*/ 294 w 299"/>
                <a:gd name="T9" fmla="*/ 151 h 511"/>
                <a:gd name="T10" fmla="*/ 279 w 299"/>
                <a:gd name="T11" fmla="*/ 173 h 511"/>
                <a:gd name="T12" fmla="*/ 265 w 299"/>
                <a:gd name="T13" fmla="*/ 195 h 511"/>
                <a:gd name="T14" fmla="*/ 260 w 299"/>
                <a:gd name="T15" fmla="*/ 215 h 511"/>
                <a:gd name="T16" fmla="*/ 252 w 299"/>
                <a:gd name="T17" fmla="*/ 232 h 511"/>
                <a:gd name="T18" fmla="*/ 242 w 299"/>
                <a:gd name="T19" fmla="*/ 250 h 511"/>
                <a:gd name="T20" fmla="*/ 230 w 299"/>
                <a:gd name="T21" fmla="*/ 266 h 511"/>
                <a:gd name="T22" fmla="*/ 230 w 299"/>
                <a:gd name="T23" fmla="*/ 286 h 511"/>
                <a:gd name="T24" fmla="*/ 225 w 299"/>
                <a:gd name="T25" fmla="*/ 306 h 511"/>
                <a:gd name="T26" fmla="*/ 217 w 299"/>
                <a:gd name="T27" fmla="*/ 322 h 511"/>
                <a:gd name="T28" fmla="*/ 216 w 299"/>
                <a:gd name="T29" fmla="*/ 340 h 511"/>
                <a:gd name="T30" fmla="*/ 189 w 299"/>
                <a:gd name="T31" fmla="*/ 372 h 511"/>
                <a:gd name="T32" fmla="*/ 171 w 299"/>
                <a:gd name="T33" fmla="*/ 416 h 511"/>
                <a:gd name="T34" fmla="*/ 156 w 299"/>
                <a:gd name="T35" fmla="*/ 464 h 511"/>
                <a:gd name="T36" fmla="*/ 140 w 299"/>
                <a:gd name="T37" fmla="*/ 511 h 511"/>
                <a:gd name="T38" fmla="*/ 122 w 299"/>
                <a:gd name="T39" fmla="*/ 467 h 511"/>
                <a:gd name="T40" fmla="*/ 89 w 299"/>
                <a:gd name="T41" fmla="*/ 327 h 511"/>
                <a:gd name="T42" fmla="*/ 0 w 299"/>
                <a:gd name="T43" fmla="*/ 1 h 511"/>
                <a:gd name="T44" fmla="*/ 0 w 299"/>
                <a:gd name="T45" fmla="*/ 1 h 5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99"/>
                <a:gd name="T70" fmla="*/ 0 h 511"/>
                <a:gd name="T71" fmla="*/ 299 w 299"/>
                <a:gd name="T72" fmla="*/ 511 h 51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99" h="511">
                  <a:moveTo>
                    <a:pt x="0" y="0"/>
                  </a:moveTo>
                  <a:lnTo>
                    <a:pt x="296" y="85"/>
                  </a:lnTo>
                  <a:lnTo>
                    <a:pt x="299" y="102"/>
                  </a:lnTo>
                  <a:lnTo>
                    <a:pt x="299" y="128"/>
                  </a:lnTo>
                  <a:lnTo>
                    <a:pt x="294" y="151"/>
                  </a:lnTo>
                  <a:lnTo>
                    <a:pt x="279" y="173"/>
                  </a:lnTo>
                  <a:lnTo>
                    <a:pt x="265" y="195"/>
                  </a:lnTo>
                  <a:lnTo>
                    <a:pt x="260" y="215"/>
                  </a:lnTo>
                  <a:lnTo>
                    <a:pt x="252" y="232"/>
                  </a:lnTo>
                  <a:lnTo>
                    <a:pt x="242" y="250"/>
                  </a:lnTo>
                  <a:lnTo>
                    <a:pt x="230" y="266"/>
                  </a:lnTo>
                  <a:lnTo>
                    <a:pt x="230" y="286"/>
                  </a:lnTo>
                  <a:lnTo>
                    <a:pt x="225" y="306"/>
                  </a:lnTo>
                  <a:lnTo>
                    <a:pt x="217" y="322"/>
                  </a:lnTo>
                  <a:lnTo>
                    <a:pt x="216" y="340"/>
                  </a:lnTo>
                  <a:lnTo>
                    <a:pt x="189" y="372"/>
                  </a:lnTo>
                  <a:lnTo>
                    <a:pt x="171" y="416"/>
                  </a:lnTo>
                  <a:lnTo>
                    <a:pt x="156" y="464"/>
                  </a:lnTo>
                  <a:lnTo>
                    <a:pt x="140" y="511"/>
                  </a:lnTo>
                  <a:lnTo>
                    <a:pt x="122" y="467"/>
                  </a:lnTo>
                  <a:lnTo>
                    <a:pt x="89" y="327"/>
                  </a:lnTo>
                  <a:lnTo>
                    <a:pt x="0" y="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833"/>
            <p:cNvSpPr>
              <a:spLocks/>
            </p:cNvSpPr>
            <p:nvPr/>
          </p:nvSpPr>
          <p:spPr bwMode="auto">
            <a:xfrm>
              <a:off x="7487" y="1324"/>
              <a:ext cx="210" cy="266"/>
            </a:xfrm>
            <a:custGeom>
              <a:avLst/>
              <a:gdLst>
                <a:gd name="T0" fmla="*/ 410 w 420"/>
                <a:gd name="T1" fmla="*/ 86 h 532"/>
                <a:gd name="T2" fmla="*/ 398 w 420"/>
                <a:gd name="T3" fmla="*/ 101 h 532"/>
                <a:gd name="T4" fmla="*/ 388 w 420"/>
                <a:gd name="T5" fmla="*/ 121 h 532"/>
                <a:gd name="T6" fmla="*/ 388 w 420"/>
                <a:gd name="T7" fmla="*/ 133 h 532"/>
                <a:gd name="T8" fmla="*/ 375 w 420"/>
                <a:gd name="T9" fmla="*/ 145 h 532"/>
                <a:gd name="T10" fmla="*/ 356 w 420"/>
                <a:gd name="T11" fmla="*/ 148 h 532"/>
                <a:gd name="T12" fmla="*/ 336 w 420"/>
                <a:gd name="T13" fmla="*/ 145 h 532"/>
                <a:gd name="T14" fmla="*/ 319 w 420"/>
                <a:gd name="T15" fmla="*/ 140 h 532"/>
                <a:gd name="T16" fmla="*/ 305 w 420"/>
                <a:gd name="T17" fmla="*/ 138 h 532"/>
                <a:gd name="T18" fmla="*/ 300 w 420"/>
                <a:gd name="T19" fmla="*/ 160 h 532"/>
                <a:gd name="T20" fmla="*/ 280 w 420"/>
                <a:gd name="T21" fmla="*/ 180 h 532"/>
                <a:gd name="T22" fmla="*/ 263 w 420"/>
                <a:gd name="T23" fmla="*/ 180 h 532"/>
                <a:gd name="T24" fmla="*/ 241 w 420"/>
                <a:gd name="T25" fmla="*/ 173 h 532"/>
                <a:gd name="T26" fmla="*/ 214 w 420"/>
                <a:gd name="T27" fmla="*/ 163 h 532"/>
                <a:gd name="T28" fmla="*/ 191 w 420"/>
                <a:gd name="T29" fmla="*/ 178 h 532"/>
                <a:gd name="T30" fmla="*/ 181 w 420"/>
                <a:gd name="T31" fmla="*/ 201 h 532"/>
                <a:gd name="T32" fmla="*/ 184 w 420"/>
                <a:gd name="T33" fmla="*/ 229 h 532"/>
                <a:gd name="T34" fmla="*/ 189 w 420"/>
                <a:gd name="T35" fmla="*/ 250 h 532"/>
                <a:gd name="T36" fmla="*/ 196 w 420"/>
                <a:gd name="T37" fmla="*/ 268 h 532"/>
                <a:gd name="T38" fmla="*/ 186 w 420"/>
                <a:gd name="T39" fmla="*/ 280 h 532"/>
                <a:gd name="T40" fmla="*/ 173 w 420"/>
                <a:gd name="T41" fmla="*/ 293 h 532"/>
                <a:gd name="T42" fmla="*/ 165 w 420"/>
                <a:gd name="T43" fmla="*/ 316 h 532"/>
                <a:gd name="T44" fmla="*/ 179 w 420"/>
                <a:gd name="T45" fmla="*/ 336 h 532"/>
                <a:gd name="T46" fmla="*/ 199 w 420"/>
                <a:gd name="T47" fmla="*/ 349 h 532"/>
                <a:gd name="T48" fmla="*/ 219 w 420"/>
                <a:gd name="T49" fmla="*/ 356 h 532"/>
                <a:gd name="T50" fmla="*/ 241 w 420"/>
                <a:gd name="T51" fmla="*/ 361 h 532"/>
                <a:gd name="T52" fmla="*/ 275 w 420"/>
                <a:gd name="T53" fmla="*/ 366 h 532"/>
                <a:gd name="T54" fmla="*/ 270 w 420"/>
                <a:gd name="T55" fmla="*/ 380 h 532"/>
                <a:gd name="T56" fmla="*/ 268 w 420"/>
                <a:gd name="T57" fmla="*/ 395 h 532"/>
                <a:gd name="T58" fmla="*/ 260 w 420"/>
                <a:gd name="T59" fmla="*/ 410 h 532"/>
                <a:gd name="T60" fmla="*/ 248 w 420"/>
                <a:gd name="T61" fmla="*/ 430 h 532"/>
                <a:gd name="T62" fmla="*/ 236 w 420"/>
                <a:gd name="T63" fmla="*/ 441 h 532"/>
                <a:gd name="T64" fmla="*/ 226 w 420"/>
                <a:gd name="T65" fmla="*/ 469 h 532"/>
                <a:gd name="T66" fmla="*/ 221 w 420"/>
                <a:gd name="T67" fmla="*/ 500 h 532"/>
                <a:gd name="T68" fmla="*/ 214 w 420"/>
                <a:gd name="T69" fmla="*/ 532 h 532"/>
                <a:gd name="T70" fmla="*/ 199 w 420"/>
                <a:gd name="T71" fmla="*/ 489 h 532"/>
                <a:gd name="T72" fmla="*/ 186 w 420"/>
                <a:gd name="T73" fmla="*/ 444 h 532"/>
                <a:gd name="T74" fmla="*/ 160 w 420"/>
                <a:gd name="T75" fmla="*/ 418 h 532"/>
                <a:gd name="T76" fmla="*/ 120 w 420"/>
                <a:gd name="T77" fmla="*/ 356 h 532"/>
                <a:gd name="T78" fmla="*/ 43 w 420"/>
                <a:gd name="T79" fmla="*/ 143 h 532"/>
                <a:gd name="T80" fmla="*/ 30 w 420"/>
                <a:gd name="T81" fmla="*/ 114 h 532"/>
                <a:gd name="T82" fmla="*/ 10 w 420"/>
                <a:gd name="T83" fmla="*/ 94 h 532"/>
                <a:gd name="T84" fmla="*/ 0 w 420"/>
                <a:gd name="T85" fmla="*/ 61 h 532"/>
                <a:gd name="T86" fmla="*/ 3 w 420"/>
                <a:gd name="T87" fmla="*/ 20 h 532"/>
                <a:gd name="T88" fmla="*/ 420 w 420"/>
                <a:gd name="T89" fmla="*/ 35 h 5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20"/>
                <a:gd name="T136" fmla="*/ 0 h 532"/>
                <a:gd name="T137" fmla="*/ 420 w 420"/>
                <a:gd name="T138" fmla="*/ 532 h 5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20" h="532">
                  <a:moveTo>
                    <a:pt x="420" y="35"/>
                  </a:moveTo>
                  <a:lnTo>
                    <a:pt x="410" y="86"/>
                  </a:lnTo>
                  <a:lnTo>
                    <a:pt x="405" y="94"/>
                  </a:lnTo>
                  <a:lnTo>
                    <a:pt x="398" y="101"/>
                  </a:lnTo>
                  <a:lnTo>
                    <a:pt x="390" y="114"/>
                  </a:lnTo>
                  <a:lnTo>
                    <a:pt x="388" y="121"/>
                  </a:lnTo>
                  <a:lnTo>
                    <a:pt x="388" y="125"/>
                  </a:lnTo>
                  <a:lnTo>
                    <a:pt x="388" y="133"/>
                  </a:lnTo>
                  <a:lnTo>
                    <a:pt x="388" y="143"/>
                  </a:lnTo>
                  <a:lnTo>
                    <a:pt x="375" y="145"/>
                  </a:lnTo>
                  <a:lnTo>
                    <a:pt x="366" y="145"/>
                  </a:lnTo>
                  <a:lnTo>
                    <a:pt x="356" y="148"/>
                  </a:lnTo>
                  <a:lnTo>
                    <a:pt x="346" y="148"/>
                  </a:lnTo>
                  <a:lnTo>
                    <a:pt x="336" y="145"/>
                  </a:lnTo>
                  <a:lnTo>
                    <a:pt x="329" y="143"/>
                  </a:lnTo>
                  <a:lnTo>
                    <a:pt x="319" y="140"/>
                  </a:lnTo>
                  <a:lnTo>
                    <a:pt x="311" y="133"/>
                  </a:lnTo>
                  <a:lnTo>
                    <a:pt x="305" y="138"/>
                  </a:lnTo>
                  <a:lnTo>
                    <a:pt x="303" y="148"/>
                  </a:lnTo>
                  <a:lnTo>
                    <a:pt x="300" y="160"/>
                  </a:lnTo>
                  <a:lnTo>
                    <a:pt x="290" y="173"/>
                  </a:lnTo>
                  <a:lnTo>
                    <a:pt x="280" y="180"/>
                  </a:lnTo>
                  <a:lnTo>
                    <a:pt x="270" y="180"/>
                  </a:lnTo>
                  <a:lnTo>
                    <a:pt x="263" y="180"/>
                  </a:lnTo>
                  <a:lnTo>
                    <a:pt x="253" y="178"/>
                  </a:lnTo>
                  <a:lnTo>
                    <a:pt x="241" y="173"/>
                  </a:lnTo>
                  <a:lnTo>
                    <a:pt x="229" y="168"/>
                  </a:lnTo>
                  <a:lnTo>
                    <a:pt x="214" y="163"/>
                  </a:lnTo>
                  <a:lnTo>
                    <a:pt x="199" y="168"/>
                  </a:lnTo>
                  <a:lnTo>
                    <a:pt x="191" y="178"/>
                  </a:lnTo>
                  <a:lnTo>
                    <a:pt x="186" y="186"/>
                  </a:lnTo>
                  <a:lnTo>
                    <a:pt x="181" y="201"/>
                  </a:lnTo>
                  <a:lnTo>
                    <a:pt x="181" y="214"/>
                  </a:lnTo>
                  <a:lnTo>
                    <a:pt x="184" y="229"/>
                  </a:lnTo>
                  <a:lnTo>
                    <a:pt x="186" y="241"/>
                  </a:lnTo>
                  <a:lnTo>
                    <a:pt x="189" y="250"/>
                  </a:lnTo>
                  <a:lnTo>
                    <a:pt x="194" y="260"/>
                  </a:lnTo>
                  <a:lnTo>
                    <a:pt x="196" y="268"/>
                  </a:lnTo>
                  <a:lnTo>
                    <a:pt x="194" y="273"/>
                  </a:lnTo>
                  <a:lnTo>
                    <a:pt x="186" y="280"/>
                  </a:lnTo>
                  <a:lnTo>
                    <a:pt x="179" y="288"/>
                  </a:lnTo>
                  <a:lnTo>
                    <a:pt x="173" y="293"/>
                  </a:lnTo>
                  <a:lnTo>
                    <a:pt x="168" y="303"/>
                  </a:lnTo>
                  <a:lnTo>
                    <a:pt x="165" y="316"/>
                  </a:lnTo>
                  <a:lnTo>
                    <a:pt x="173" y="329"/>
                  </a:lnTo>
                  <a:lnTo>
                    <a:pt x="179" y="336"/>
                  </a:lnTo>
                  <a:lnTo>
                    <a:pt x="189" y="344"/>
                  </a:lnTo>
                  <a:lnTo>
                    <a:pt x="199" y="349"/>
                  </a:lnTo>
                  <a:lnTo>
                    <a:pt x="209" y="354"/>
                  </a:lnTo>
                  <a:lnTo>
                    <a:pt x="219" y="356"/>
                  </a:lnTo>
                  <a:lnTo>
                    <a:pt x="226" y="359"/>
                  </a:lnTo>
                  <a:lnTo>
                    <a:pt x="241" y="361"/>
                  </a:lnTo>
                  <a:lnTo>
                    <a:pt x="255" y="364"/>
                  </a:lnTo>
                  <a:lnTo>
                    <a:pt x="275" y="366"/>
                  </a:lnTo>
                  <a:lnTo>
                    <a:pt x="273" y="373"/>
                  </a:lnTo>
                  <a:lnTo>
                    <a:pt x="270" y="380"/>
                  </a:lnTo>
                  <a:lnTo>
                    <a:pt x="268" y="388"/>
                  </a:lnTo>
                  <a:lnTo>
                    <a:pt x="268" y="395"/>
                  </a:lnTo>
                  <a:lnTo>
                    <a:pt x="263" y="403"/>
                  </a:lnTo>
                  <a:lnTo>
                    <a:pt x="260" y="410"/>
                  </a:lnTo>
                  <a:lnTo>
                    <a:pt x="255" y="420"/>
                  </a:lnTo>
                  <a:lnTo>
                    <a:pt x="248" y="430"/>
                  </a:lnTo>
                  <a:lnTo>
                    <a:pt x="241" y="435"/>
                  </a:lnTo>
                  <a:lnTo>
                    <a:pt x="236" y="441"/>
                  </a:lnTo>
                  <a:lnTo>
                    <a:pt x="231" y="454"/>
                  </a:lnTo>
                  <a:lnTo>
                    <a:pt x="226" y="469"/>
                  </a:lnTo>
                  <a:lnTo>
                    <a:pt x="224" y="486"/>
                  </a:lnTo>
                  <a:lnTo>
                    <a:pt x="221" y="500"/>
                  </a:lnTo>
                  <a:lnTo>
                    <a:pt x="219" y="517"/>
                  </a:lnTo>
                  <a:lnTo>
                    <a:pt x="214" y="532"/>
                  </a:lnTo>
                  <a:lnTo>
                    <a:pt x="206" y="510"/>
                  </a:lnTo>
                  <a:lnTo>
                    <a:pt x="199" y="489"/>
                  </a:lnTo>
                  <a:lnTo>
                    <a:pt x="191" y="466"/>
                  </a:lnTo>
                  <a:lnTo>
                    <a:pt x="186" y="444"/>
                  </a:lnTo>
                  <a:lnTo>
                    <a:pt x="173" y="430"/>
                  </a:lnTo>
                  <a:lnTo>
                    <a:pt x="160" y="418"/>
                  </a:lnTo>
                  <a:lnTo>
                    <a:pt x="140" y="390"/>
                  </a:lnTo>
                  <a:lnTo>
                    <a:pt x="120" y="356"/>
                  </a:lnTo>
                  <a:lnTo>
                    <a:pt x="15" y="275"/>
                  </a:lnTo>
                  <a:lnTo>
                    <a:pt x="43" y="143"/>
                  </a:lnTo>
                  <a:lnTo>
                    <a:pt x="45" y="119"/>
                  </a:lnTo>
                  <a:lnTo>
                    <a:pt x="30" y="114"/>
                  </a:lnTo>
                  <a:lnTo>
                    <a:pt x="18" y="106"/>
                  </a:lnTo>
                  <a:lnTo>
                    <a:pt x="10" y="94"/>
                  </a:lnTo>
                  <a:lnTo>
                    <a:pt x="3" y="79"/>
                  </a:lnTo>
                  <a:lnTo>
                    <a:pt x="0" y="61"/>
                  </a:lnTo>
                  <a:lnTo>
                    <a:pt x="0" y="43"/>
                  </a:lnTo>
                  <a:lnTo>
                    <a:pt x="3" y="20"/>
                  </a:lnTo>
                  <a:lnTo>
                    <a:pt x="8" y="0"/>
                  </a:lnTo>
                  <a:lnTo>
                    <a:pt x="420" y="35"/>
                  </a:lnTo>
                  <a:close/>
                </a:path>
              </a:pathLst>
            </a:custGeom>
            <a:solidFill>
              <a:srgbClr val="C2956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834"/>
            <p:cNvSpPr>
              <a:spLocks/>
            </p:cNvSpPr>
            <p:nvPr/>
          </p:nvSpPr>
          <p:spPr bwMode="auto">
            <a:xfrm>
              <a:off x="7516" y="1336"/>
              <a:ext cx="47" cy="47"/>
            </a:xfrm>
            <a:custGeom>
              <a:avLst/>
              <a:gdLst>
                <a:gd name="T0" fmla="*/ 0 w 94"/>
                <a:gd name="T1" fmla="*/ 0 h 94"/>
                <a:gd name="T2" fmla="*/ 94 w 94"/>
                <a:gd name="T3" fmla="*/ 36 h 94"/>
                <a:gd name="T4" fmla="*/ 76 w 94"/>
                <a:gd name="T5" fmla="*/ 46 h 94"/>
                <a:gd name="T6" fmla="*/ 59 w 94"/>
                <a:gd name="T7" fmla="*/ 49 h 94"/>
                <a:gd name="T8" fmla="*/ 47 w 94"/>
                <a:gd name="T9" fmla="*/ 61 h 94"/>
                <a:gd name="T10" fmla="*/ 40 w 94"/>
                <a:gd name="T11" fmla="*/ 94 h 94"/>
                <a:gd name="T12" fmla="*/ 2 w 94"/>
                <a:gd name="T13" fmla="*/ 76 h 94"/>
                <a:gd name="T14" fmla="*/ 7 w 94"/>
                <a:gd name="T15" fmla="*/ 56 h 94"/>
                <a:gd name="T16" fmla="*/ 7 w 94"/>
                <a:gd name="T17" fmla="*/ 36 h 94"/>
                <a:gd name="T18" fmla="*/ 7 w 94"/>
                <a:gd name="T19" fmla="*/ 20 h 94"/>
                <a:gd name="T20" fmla="*/ 2 w 94"/>
                <a:gd name="T21" fmla="*/ 3 h 94"/>
                <a:gd name="T22" fmla="*/ 2 w 94"/>
                <a:gd name="T23" fmla="*/ 3 h 94"/>
                <a:gd name="T24" fmla="*/ 0 w 94"/>
                <a:gd name="T25" fmla="*/ 0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4"/>
                <a:gd name="T40" fmla="*/ 0 h 94"/>
                <a:gd name="T41" fmla="*/ 94 w 94"/>
                <a:gd name="T42" fmla="*/ 94 h 9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4" h="94">
                  <a:moveTo>
                    <a:pt x="0" y="0"/>
                  </a:moveTo>
                  <a:lnTo>
                    <a:pt x="94" y="36"/>
                  </a:lnTo>
                  <a:lnTo>
                    <a:pt x="76" y="46"/>
                  </a:lnTo>
                  <a:lnTo>
                    <a:pt x="59" y="49"/>
                  </a:lnTo>
                  <a:lnTo>
                    <a:pt x="47" y="61"/>
                  </a:lnTo>
                  <a:lnTo>
                    <a:pt x="40" y="94"/>
                  </a:lnTo>
                  <a:lnTo>
                    <a:pt x="2" y="76"/>
                  </a:lnTo>
                  <a:lnTo>
                    <a:pt x="7" y="56"/>
                  </a:lnTo>
                  <a:lnTo>
                    <a:pt x="7" y="36"/>
                  </a:lnTo>
                  <a:lnTo>
                    <a:pt x="7" y="2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835"/>
            <p:cNvSpPr>
              <a:spLocks/>
            </p:cNvSpPr>
            <p:nvPr/>
          </p:nvSpPr>
          <p:spPr bwMode="auto">
            <a:xfrm>
              <a:off x="7516" y="1336"/>
              <a:ext cx="47" cy="47"/>
            </a:xfrm>
            <a:custGeom>
              <a:avLst/>
              <a:gdLst>
                <a:gd name="T0" fmla="*/ 0 w 94"/>
                <a:gd name="T1" fmla="*/ 0 h 94"/>
                <a:gd name="T2" fmla="*/ 94 w 94"/>
                <a:gd name="T3" fmla="*/ 36 h 94"/>
                <a:gd name="T4" fmla="*/ 76 w 94"/>
                <a:gd name="T5" fmla="*/ 46 h 94"/>
                <a:gd name="T6" fmla="*/ 59 w 94"/>
                <a:gd name="T7" fmla="*/ 49 h 94"/>
                <a:gd name="T8" fmla="*/ 47 w 94"/>
                <a:gd name="T9" fmla="*/ 61 h 94"/>
                <a:gd name="T10" fmla="*/ 40 w 94"/>
                <a:gd name="T11" fmla="*/ 94 h 94"/>
                <a:gd name="T12" fmla="*/ 2 w 94"/>
                <a:gd name="T13" fmla="*/ 76 h 94"/>
                <a:gd name="T14" fmla="*/ 7 w 94"/>
                <a:gd name="T15" fmla="*/ 56 h 94"/>
                <a:gd name="T16" fmla="*/ 7 w 94"/>
                <a:gd name="T17" fmla="*/ 36 h 94"/>
                <a:gd name="T18" fmla="*/ 7 w 94"/>
                <a:gd name="T19" fmla="*/ 20 h 94"/>
                <a:gd name="T20" fmla="*/ 2 w 94"/>
                <a:gd name="T21" fmla="*/ 3 h 94"/>
                <a:gd name="T22" fmla="*/ 2 w 94"/>
                <a:gd name="T23" fmla="*/ 3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4"/>
                <a:gd name="T37" fmla="*/ 0 h 94"/>
                <a:gd name="T38" fmla="*/ 94 w 94"/>
                <a:gd name="T39" fmla="*/ 94 h 9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4" h="94">
                  <a:moveTo>
                    <a:pt x="0" y="0"/>
                  </a:moveTo>
                  <a:lnTo>
                    <a:pt x="94" y="36"/>
                  </a:lnTo>
                  <a:lnTo>
                    <a:pt x="76" y="46"/>
                  </a:lnTo>
                  <a:lnTo>
                    <a:pt x="59" y="49"/>
                  </a:lnTo>
                  <a:lnTo>
                    <a:pt x="47" y="61"/>
                  </a:lnTo>
                  <a:lnTo>
                    <a:pt x="40" y="94"/>
                  </a:lnTo>
                  <a:lnTo>
                    <a:pt x="2" y="76"/>
                  </a:lnTo>
                  <a:lnTo>
                    <a:pt x="7" y="56"/>
                  </a:lnTo>
                  <a:lnTo>
                    <a:pt x="7" y="36"/>
                  </a:lnTo>
                  <a:lnTo>
                    <a:pt x="7" y="20"/>
                  </a:lnTo>
                  <a:lnTo>
                    <a:pt x="2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836"/>
            <p:cNvSpPr>
              <a:spLocks/>
            </p:cNvSpPr>
            <p:nvPr/>
          </p:nvSpPr>
          <p:spPr bwMode="auto">
            <a:xfrm>
              <a:off x="7470" y="1167"/>
              <a:ext cx="280" cy="203"/>
            </a:xfrm>
            <a:custGeom>
              <a:avLst/>
              <a:gdLst>
                <a:gd name="T0" fmla="*/ 49 w 562"/>
                <a:gd name="T1" fmla="*/ 214 h 408"/>
                <a:gd name="T2" fmla="*/ 69 w 562"/>
                <a:gd name="T3" fmla="*/ 180 h 408"/>
                <a:gd name="T4" fmla="*/ 88 w 562"/>
                <a:gd name="T5" fmla="*/ 143 h 408"/>
                <a:gd name="T6" fmla="*/ 108 w 562"/>
                <a:gd name="T7" fmla="*/ 109 h 408"/>
                <a:gd name="T8" fmla="*/ 133 w 562"/>
                <a:gd name="T9" fmla="*/ 79 h 408"/>
                <a:gd name="T10" fmla="*/ 157 w 562"/>
                <a:gd name="T11" fmla="*/ 53 h 408"/>
                <a:gd name="T12" fmla="*/ 192 w 562"/>
                <a:gd name="T13" fmla="*/ 30 h 408"/>
                <a:gd name="T14" fmla="*/ 230 w 562"/>
                <a:gd name="T15" fmla="*/ 13 h 408"/>
                <a:gd name="T16" fmla="*/ 282 w 562"/>
                <a:gd name="T17" fmla="*/ 0 h 408"/>
                <a:gd name="T18" fmla="*/ 339 w 562"/>
                <a:gd name="T19" fmla="*/ 15 h 408"/>
                <a:gd name="T20" fmla="*/ 383 w 562"/>
                <a:gd name="T21" fmla="*/ 38 h 408"/>
                <a:gd name="T22" fmla="*/ 417 w 562"/>
                <a:gd name="T23" fmla="*/ 62 h 408"/>
                <a:gd name="T24" fmla="*/ 447 w 562"/>
                <a:gd name="T25" fmla="*/ 92 h 408"/>
                <a:gd name="T26" fmla="*/ 465 w 562"/>
                <a:gd name="T27" fmla="*/ 123 h 408"/>
                <a:gd name="T28" fmla="*/ 483 w 562"/>
                <a:gd name="T29" fmla="*/ 158 h 408"/>
                <a:gd name="T30" fmla="*/ 495 w 562"/>
                <a:gd name="T31" fmla="*/ 194 h 408"/>
                <a:gd name="T32" fmla="*/ 508 w 562"/>
                <a:gd name="T33" fmla="*/ 229 h 408"/>
                <a:gd name="T34" fmla="*/ 532 w 562"/>
                <a:gd name="T35" fmla="*/ 248 h 408"/>
                <a:gd name="T36" fmla="*/ 549 w 562"/>
                <a:gd name="T37" fmla="*/ 268 h 408"/>
                <a:gd name="T38" fmla="*/ 559 w 562"/>
                <a:gd name="T39" fmla="*/ 288 h 408"/>
                <a:gd name="T40" fmla="*/ 562 w 562"/>
                <a:gd name="T41" fmla="*/ 310 h 408"/>
                <a:gd name="T42" fmla="*/ 557 w 562"/>
                <a:gd name="T43" fmla="*/ 327 h 408"/>
                <a:gd name="T44" fmla="*/ 547 w 562"/>
                <a:gd name="T45" fmla="*/ 344 h 408"/>
                <a:gd name="T46" fmla="*/ 529 w 562"/>
                <a:gd name="T47" fmla="*/ 359 h 408"/>
                <a:gd name="T48" fmla="*/ 510 w 562"/>
                <a:gd name="T49" fmla="*/ 369 h 408"/>
                <a:gd name="T50" fmla="*/ 444 w 562"/>
                <a:gd name="T51" fmla="*/ 393 h 408"/>
                <a:gd name="T52" fmla="*/ 378 w 562"/>
                <a:gd name="T53" fmla="*/ 403 h 408"/>
                <a:gd name="T54" fmla="*/ 309 w 562"/>
                <a:gd name="T55" fmla="*/ 408 h 408"/>
                <a:gd name="T56" fmla="*/ 245 w 562"/>
                <a:gd name="T57" fmla="*/ 403 h 408"/>
                <a:gd name="T58" fmla="*/ 182 w 562"/>
                <a:gd name="T59" fmla="*/ 393 h 408"/>
                <a:gd name="T60" fmla="*/ 123 w 562"/>
                <a:gd name="T61" fmla="*/ 373 h 408"/>
                <a:gd name="T62" fmla="*/ 69 w 562"/>
                <a:gd name="T63" fmla="*/ 354 h 408"/>
                <a:gd name="T64" fmla="*/ 23 w 562"/>
                <a:gd name="T65" fmla="*/ 329 h 408"/>
                <a:gd name="T66" fmla="*/ 10 w 562"/>
                <a:gd name="T67" fmla="*/ 312 h 408"/>
                <a:gd name="T68" fmla="*/ 3 w 562"/>
                <a:gd name="T69" fmla="*/ 298 h 408"/>
                <a:gd name="T70" fmla="*/ 0 w 562"/>
                <a:gd name="T71" fmla="*/ 283 h 408"/>
                <a:gd name="T72" fmla="*/ 0 w 562"/>
                <a:gd name="T73" fmla="*/ 268 h 408"/>
                <a:gd name="T74" fmla="*/ 8 w 562"/>
                <a:gd name="T75" fmla="*/ 255 h 408"/>
                <a:gd name="T76" fmla="*/ 18 w 562"/>
                <a:gd name="T77" fmla="*/ 244 h 408"/>
                <a:gd name="T78" fmla="*/ 32 w 562"/>
                <a:gd name="T79" fmla="*/ 229 h 408"/>
                <a:gd name="T80" fmla="*/ 52 w 562"/>
                <a:gd name="T81" fmla="*/ 217 h 408"/>
                <a:gd name="T82" fmla="*/ 52 w 562"/>
                <a:gd name="T83" fmla="*/ 217 h 408"/>
                <a:gd name="T84" fmla="*/ 49 w 562"/>
                <a:gd name="T85" fmla="*/ 214 h 4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62"/>
                <a:gd name="T130" fmla="*/ 0 h 408"/>
                <a:gd name="T131" fmla="*/ 562 w 562"/>
                <a:gd name="T132" fmla="*/ 408 h 4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62" h="408">
                  <a:moveTo>
                    <a:pt x="49" y="214"/>
                  </a:moveTo>
                  <a:lnTo>
                    <a:pt x="69" y="180"/>
                  </a:lnTo>
                  <a:lnTo>
                    <a:pt x="88" y="143"/>
                  </a:lnTo>
                  <a:lnTo>
                    <a:pt x="108" y="109"/>
                  </a:lnTo>
                  <a:lnTo>
                    <a:pt x="133" y="79"/>
                  </a:lnTo>
                  <a:lnTo>
                    <a:pt x="157" y="53"/>
                  </a:lnTo>
                  <a:lnTo>
                    <a:pt x="192" y="30"/>
                  </a:lnTo>
                  <a:lnTo>
                    <a:pt x="230" y="13"/>
                  </a:lnTo>
                  <a:lnTo>
                    <a:pt x="282" y="0"/>
                  </a:lnTo>
                  <a:lnTo>
                    <a:pt x="339" y="15"/>
                  </a:lnTo>
                  <a:lnTo>
                    <a:pt x="383" y="38"/>
                  </a:lnTo>
                  <a:lnTo>
                    <a:pt x="417" y="62"/>
                  </a:lnTo>
                  <a:lnTo>
                    <a:pt x="447" y="92"/>
                  </a:lnTo>
                  <a:lnTo>
                    <a:pt x="465" y="123"/>
                  </a:lnTo>
                  <a:lnTo>
                    <a:pt x="483" y="158"/>
                  </a:lnTo>
                  <a:lnTo>
                    <a:pt x="495" y="194"/>
                  </a:lnTo>
                  <a:lnTo>
                    <a:pt x="508" y="229"/>
                  </a:lnTo>
                  <a:lnTo>
                    <a:pt x="532" y="248"/>
                  </a:lnTo>
                  <a:lnTo>
                    <a:pt x="549" y="268"/>
                  </a:lnTo>
                  <a:lnTo>
                    <a:pt x="559" y="288"/>
                  </a:lnTo>
                  <a:lnTo>
                    <a:pt x="562" y="310"/>
                  </a:lnTo>
                  <a:lnTo>
                    <a:pt x="557" y="327"/>
                  </a:lnTo>
                  <a:lnTo>
                    <a:pt x="547" y="344"/>
                  </a:lnTo>
                  <a:lnTo>
                    <a:pt x="529" y="359"/>
                  </a:lnTo>
                  <a:lnTo>
                    <a:pt x="510" y="369"/>
                  </a:lnTo>
                  <a:lnTo>
                    <a:pt x="444" y="393"/>
                  </a:lnTo>
                  <a:lnTo>
                    <a:pt x="378" y="403"/>
                  </a:lnTo>
                  <a:lnTo>
                    <a:pt x="309" y="408"/>
                  </a:lnTo>
                  <a:lnTo>
                    <a:pt x="245" y="403"/>
                  </a:lnTo>
                  <a:lnTo>
                    <a:pt x="182" y="393"/>
                  </a:lnTo>
                  <a:lnTo>
                    <a:pt x="123" y="373"/>
                  </a:lnTo>
                  <a:lnTo>
                    <a:pt x="69" y="354"/>
                  </a:lnTo>
                  <a:lnTo>
                    <a:pt x="23" y="329"/>
                  </a:lnTo>
                  <a:lnTo>
                    <a:pt x="10" y="312"/>
                  </a:lnTo>
                  <a:lnTo>
                    <a:pt x="3" y="298"/>
                  </a:lnTo>
                  <a:lnTo>
                    <a:pt x="0" y="283"/>
                  </a:lnTo>
                  <a:lnTo>
                    <a:pt x="0" y="268"/>
                  </a:lnTo>
                  <a:lnTo>
                    <a:pt x="8" y="255"/>
                  </a:lnTo>
                  <a:lnTo>
                    <a:pt x="18" y="244"/>
                  </a:lnTo>
                  <a:lnTo>
                    <a:pt x="32" y="229"/>
                  </a:lnTo>
                  <a:lnTo>
                    <a:pt x="52" y="217"/>
                  </a:lnTo>
                  <a:lnTo>
                    <a:pt x="49" y="214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837"/>
            <p:cNvSpPr>
              <a:spLocks/>
            </p:cNvSpPr>
            <p:nvPr/>
          </p:nvSpPr>
          <p:spPr bwMode="auto">
            <a:xfrm>
              <a:off x="7470" y="1167"/>
              <a:ext cx="280" cy="203"/>
            </a:xfrm>
            <a:custGeom>
              <a:avLst/>
              <a:gdLst>
                <a:gd name="T0" fmla="*/ 49 w 562"/>
                <a:gd name="T1" fmla="*/ 214 h 408"/>
                <a:gd name="T2" fmla="*/ 69 w 562"/>
                <a:gd name="T3" fmla="*/ 180 h 408"/>
                <a:gd name="T4" fmla="*/ 88 w 562"/>
                <a:gd name="T5" fmla="*/ 143 h 408"/>
                <a:gd name="T6" fmla="*/ 108 w 562"/>
                <a:gd name="T7" fmla="*/ 109 h 408"/>
                <a:gd name="T8" fmla="*/ 133 w 562"/>
                <a:gd name="T9" fmla="*/ 79 h 408"/>
                <a:gd name="T10" fmla="*/ 157 w 562"/>
                <a:gd name="T11" fmla="*/ 53 h 408"/>
                <a:gd name="T12" fmla="*/ 192 w 562"/>
                <a:gd name="T13" fmla="*/ 30 h 408"/>
                <a:gd name="T14" fmla="*/ 230 w 562"/>
                <a:gd name="T15" fmla="*/ 13 h 408"/>
                <a:gd name="T16" fmla="*/ 282 w 562"/>
                <a:gd name="T17" fmla="*/ 0 h 408"/>
                <a:gd name="T18" fmla="*/ 339 w 562"/>
                <a:gd name="T19" fmla="*/ 15 h 408"/>
                <a:gd name="T20" fmla="*/ 383 w 562"/>
                <a:gd name="T21" fmla="*/ 38 h 408"/>
                <a:gd name="T22" fmla="*/ 417 w 562"/>
                <a:gd name="T23" fmla="*/ 62 h 408"/>
                <a:gd name="T24" fmla="*/ 447 w 562"/>
                <a:gd name="T25" fmla="*/ 92 h 408"/>
                <a:gd name="T26" fmla="*/ 465 w 562"/>
                <a:gd name="T27" fmla="*/ 123 h 408"/>
                <a:gd name="T28" fmla="*/ 483 w 562"/>
                <a:gd name="T29" fmla="*/ 158 h 408"/>
                <a:gd name="T30" fmla="*/ 495 w 562"/>
                <a:gd name="T31" fmla="*/ 194 h 408"/>
                <a:gd name="T32" fmla="*/ 508 w 562"/>
                <a:gd name="T33" fmla="*/ 229 h 408"/>
                <a:gd name="T34" fmla="*/ 532 w 562"/>
                <a:gd name="T35" fmla="*/ 248 h 408"/>
                <a:gd name="T36" fmla="*/ 549 w 562"/>
                <a:gd name="T37" fmla="*/ 268 h 408"/>
                <a:gd name="T38" fmla="*/ 559 w 562"/>
                <a:gd name="T39" fmla="*/ 288 h 408"/>
                <a:gd name="T40" fmla="*/ 562 w 562"/>
                <a:gd name="T41" fmla="*/ 310 h 408"/>
                <a:gd name="T42" fmla="*/ 557 w 562"/>
                <a:gd name="T43" fmla="*/ 327 h 408"/>
                <a:gd name="T44" fmla="*/ 547 w 562"/>
                <a:gd name="T45" fmla="*/ 344 h 408"/>
                <a:gd name="T46" fmla="*/ 529 w 562"/>
                <a:gd name="T47" fmla="*/ 359 h 408"/>
                <a:gd name="T48" fmla="*/ 510 w 562"/>
                <a:gd name="T49" fmla="*/ 369 h 408"/>
                <a:gd name="T50" fmla="*/ 444 w 562"/>
                <a:gd name="T51" fmla="*/ 393 h 408"/>
                <a:gd name="T52" fmla="*/ 378 w 562"/>
                <a:gd name="T53" fmla="*/ 403 h 408"/>
                <a:gd name="T54" fmla="*/ 309 w 562"/>
                <a:gd name="T55" fmla="*/ 408 h 408"/>
                <a:gd name="T56" fmla="*/ 245 w 562"/>
                <a:gd name="T57" fmla="*/ 403 h 408"/>
                <a:gd name="T58" fmla="*/ 182 w 562"/>
                <a:gd name="T59" fmla="*/ 393 h 408"/>
                <a:gd name="T60" fmla="*/ 123 w 562"/>
                <a:gd name="T61" fmla="*/ 373 h 408"/>
                <a:gd name="T62" fmla="*/ 69 w 562"/>
                <a:gd name="T63" fmla="*/ 354 h 408"/>
                <a:gd name="T64" fmla="*/ 23 w 562"/>
                <a:gd name="T65" fmla="*/ 329 h 408"/>
                <a:gd name="T66" fmla="*/ 10 w 562"/>
                <a:gd name="T67" fmla="*/ 312 h 408"/>
                <a:gd name="T68" fmla="*/ 3 w 562"/>
                <a:gd name="T69" fmla="*/ 298 h 408"/>
                <a:gd name="T70" fmla="*/ 0 w 562"/>
                <a:gd name="T71" fmla="*/ 283 h 408"/>
                <a:gd name="T72" fmla="*/ 0 w 562"/>
                <a:gd name="T73" fmla="*/ 268 h 408"/>
                <a:gd name="T74" fmla="*/ 8 w 562"/>
                <a:gd name="T75" fmla="*/ 255 h 408"/>
                <a:gd name="T76" fmla="*/ 18 w 562"/>
                <a:gd name="T77" fmla="*/ 244 h 408"/>
                <a:gd name="T78" fmla="*/ 32 w 562"/>
                <a:gd name="T79" fmla="*/ 229 h 408"/>
                <a:gd name="T80" fmla="*/ 52 w 562"/>
                <a:gd name="T81" fmla="*/ 217 h 408"/>
                <a:gd name="T82" fmla="*/ 52 w 562"/>
                <a:gd name="T83" fmla="*/ 217 h 4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62"/>
                <a:gd name="T127" fmla="*/ 0 h 408"/>
                <a:gd name="T128" fmla="*/ 562 w 562"/>
                <a:gd name="T129" fmla="*/ 408 h 4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62" h="408">
                  <a:moveTo>
                    <a:pt x="49" y="214"/>
                  </a:moveTo>
                  <a:lnTo>
                    <a:pt x="69" y="180"/>
                  </a:lnTo>
                  <a:lnTo>
                    <a:pt x="88" y="143"/>
                  </a:lnTo>
                  <a:lnTo>
                    <a:pt x="108" y="109"/>
                  </a:lnTo>
                  <a:lnTo>
                    <a:pt x="133" y="79"/>
                  </a:lnTo>
                  <a:lnTo>
                    <a:pt x="157" y="53"/>
                  </a:lnTo>
                  <a:lnTo>
                    <a:pt x="192" y="30"/>
                  </a:lnTo>
                  <a:lnTo>
                    <a:pt x="230" y="13"/>
                  </a:lnTo>
                  <a:lnTo>
                    <a:pt x="282" y="0"/>
                  </a:lnTo>
                  <a:lnTo>
                    <a:pt x="339" y="15"/>
                  </a:lnTo>
                  <a:lnTo>
                    <a:pt x="383" y="38"/>
                  </a:lnTo>
                  <a:lnTo>
                    <a:pt x="417" y="62"/>
                  </a:lnTo>
                  <a:lnTo>
                    <a:pt x="447" y="92"/>
                  </a:lnTo>
                  <a:lnTo>
                    <a:pt x="465" y="123"/>
                  </a:lnTo>
                  <a:lnTo>
                    <a:pt x="483" y="158"/>
                  </a:lnTo>
                  <a:lnTo>
                    <a:pt x="495" y="194"/>
                  </a:lnTo>
                  <a:lnTo>
                    <a:pt x="508" y="229"/>
                  </a:lnTo>
                  <a:lnTo>
                    <a:pt x="532" y="248"/>
                  </a:lnTo>
                  <a:lnTo>
                    <a:pt x="549" y="268"/>
                  </a:lnTo>
                  <a:lnTo>
                    <a:pt x="559" y="288"/>
                  </a:lnTo>
                  <a:lnTo>
                    <a:pt x="562" y="310"/>
                  </a:lnTo>
                  <a:lnTo>
                    <a:pt x="557" y="327"/>
                  </a:lnTo>
                  <a:lnTo>
                    <a:pt x="547" y="344"/>
                  </a:lnTo>
                  <a:lnTo>
                    <a:pt x="529" y="359"/>
                  </a:lnTo>
                  <a:lnTo>
                    <a:pt x="510" y="369"/>
                  </a:lnTo>
                  <a:lnTo>
                    <a:pt x="444" y="393"/>
                  </a:lnTo>
                  <a:lnTo>
                    <a:pt x="378" y="403"/>
                  </a:lnTo>
                  <a:lnTo>
                    <a:pt x="309" y="408"/>
                  </a:lnTo>
                  <a:lnTo>
                    <a:pt x="245" y="403"/>
                  </a:lnTo>
                  <a:lnTo>
                    <a:pt x="182" y="393"/>
                  </a:lnTo>
                  <a:lnTo>
                    <a:pt x="123" y="373"/>
                  </a:lnTo>
                  <a:lnTo>
                    <a:pt x="69" y="354"/>
                  </a:lnTo>
                  <a:lnTo>
                    <a:pt x="23" y="329"/>
                  </a:lnTo>
                  <a:lnTo>
                    <a:pt x="10" y="312"/>
                  </a:lnTo>
                  <a:lnTo>
                    <a:pt x="3" y="298"/>
                  </a:lnTo>
                  <a:lnTo>
                    <a:pt x="0" y="283"/>
                  </a:lnTo>
                  <a:lnTo>
                    <a:pt x="0" y="268"/>
                  </a:lnTo>
                  <a:lnTo>
                    <a:pt x="8" y="255"/>
                  </a:lnTo>
                  <a:lnTo>
                    <a:pt x="18" y="244"/>
                  </a:lnTo>
                  <a:lnTo>
                    <a:pt x="32" y="229"/>
                  </a:lnTo>
                  <a:lnTo>
                    <a:pt x="52" y="21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838"/>
            <p:cNvSpPr>
              <a:spLocks/>
            </p:cNvSpPr>
            <p:nvPr/>
          </p:nvSpPr>
          <p:spPr bwMode="auto">
            <a:xfrm>
              <a:off x="7309" y="1971"/>
              <a:ext cx="108" cy="94"/>
            </a:xfrm>
            <a:custGeom>
              <a:avLst/>
              <a:gdLst>
                <a:gd name="T0" fmla="*/ 56 w 216"/>
                <a:gd name="T1" fmla="*/ 0 h 188"/>
                <a:gd name="T2" fmla="*/ 51 w 216"/>
                <a:gd name="T3" fmla="*/ 12 h 188"/>
                <a:gd name="T4" fmla="*/ 49 w 216"/>
                <a:gd name="T5" fmla="*/ 24 h 188"/>
                <a:gd name="T6" fmla="*/ 49 w 216"/>
                <a:gd name="T7" fmla="*/ 34 h 188"/>
                <a:gd name="T8" fmla="*/ 51 w 216"/>
                <a:gd name="T9" fmla="*/ 39 h 188"/>
                <a:gd name="T10" fmla="*/ 56 w 216"/>
                <a:gd name="T11" fmla="*/ 44 h 188"/>
                <a:gd name="T12" fmla="*/ 66 w 216"/>
                <a:gd name="T13" fmla="*/ 41 h 188"/>
                <a:gd name="T14" fmla="*/ 81 w 216"/>
                <a:gd name="T15" fmla="*/ 36 h 188"/>
                <a:gd name="T16" fmla="*/ 103 w 216"/>
                <a:gd name="T17" fmla="*/ 26 h 188"/>
                <a:gd name="T18" fmla="*/ 91 w 216"/>
                <a:gd name="T19" fmla="*/ 36 h 188"/>
                <a:gd name="T20" fmla="*/ 89 w 216"/>
                <a:gd name="T21" fmla="*/ 44 h 188"/>
                <a:gd name="T22" fmla="*/ 98 w 216"/>
                <a:gd name="T23" fmla="*/ 54 h 188"/>
                <a:gd name="T24" fmla="*/ 108 w 216"/>
                <a:gd name="T25" fmla="*/ 56 h 188"/>
                <a:gd name="T26" fmla="*/ 120 w 216"/>
                <a:gd name="T27" fmla="*/ 56 h 188"/>
                <a:gd name="T28" fmla="*/ 133 w 216"/>
                <a:gd name="T29" fmla="*/ 59 h 188"/>
                <a:gd name="T30" fmla="*/ 143 w 216"/>
                <a:gd name="T31" fmla="*/ 59 h 188"/>
                <a:gd name="T32" fmla="*/ 135 w 216"/>
                <a:gd name="T33" fmla="*/ 64 h 188"/>
                <a:gd name="T34" fmla="*/ 135 w 216"/>
                <a:gd name="T35" fmla="*/ 71 h 188"/>
                <a:gd name="T36" fmla="*/ 143 w 216"/>
                <a:gd name="T37" fmla="*/ 76 h 188"/>
                <a:gd name="T38" fmla="*/ 155 w 216"/>
                <a:gd name="T39" fmla="*/ 82 h 188"/>
                <a:gd name="T40" fmla="*/ 169 w 216"/>
                <a:gd name="T41" fmla="*/ 90 h 188"/>
                <a:gd name="T42" fmla="*/ 186 w 216"/>
                <a:gd name="T43" fmla="*/ 95 h 188"/>
                <a:gd name="T44" fmla="*/ 201 w 216"/>
                <a:gd name="T45" fmla="*/ 100 h 188"/>
                <a:gd name="T46" fmla="*/ 216 w 216"/>
                <a:gd name="T47" fmla="*/ 105 h 188"/>
                <a:gd name="T48" fmla="*/ 206 w 216"/>
                <a:gd name="T49" fmla="*/ 188 h 188"/>
                <a:gd name="T50" fmla="*/ 153 w 216"/>
                <a:gd name="T51" fmla="*/ 173 h 188"/>
                <a:gd name="T52" fmla="*/ 98 w 216"/>
                <a:gd name="T53" fmla="*/ 151 h 188"/>
                <a:gd name="T54" fmla="*/ 46 w 216"/>
                <a:gd name="T55" fmla="*/ 127 h 188"/>
                <a:gd name="T56" fmla="*/ 0 w 216"/>
                <a:gd name="T57" fmla="*/ 100 h 188"/>
                <a:gd name="T58" fmla="*/ 0 w 216"/>
                <a:gd name="T59" fmla="*/ 49 h 188"/>
                <a:gd name="T60" fmla="*/ 15 w 216"/>
                <a:gd name="T61" fmla="*/ 34 h 188"/>
                <a:gd name="T62" fmla="*/ 30 w 216"/>
                <a:gd name="T63" fmla="*/ 21 h 188"/>
                <a:gd name="T64" fmla="*/ 44 w 216"/>
                <a:gd name="T65" fmla="*/ 12 h 188"/>
                <a:gd name="T66" fmla="*/ 59 w 216"/>
                <a:gd name="T67" fmla="*/ 0 h 188"/>
                <a:gd name="T68" fmla="*/ 59 w 216"/>
                <a:gd name="T69" fmla="*/ 0 h 188"/>
                <a:gd name="T70" fmla="*/ 56 w 216"/>
                <a:gd name="T71" fmla="*/ 0 h 18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16"/>
                <a:gd name="T109" fmla="*/ 0 h 188"/>
                <a:gd name="T110" fmla="*/ 216 w 216"/>
                <a:gd name="T111" fmla="*/ 188 h 18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16" h="188">
                  <a:moveTo>
                    <a:pt x="56" y="0"/>
                  </a:moveTo>
                  <a:lnTo>
                    <a:pt x="51" y="12"/>
                  </a:lnTo>
                  <a:lnTo>
                    <a:pt x="49" y="24"/>
                  </a:lnTo>
                  <a:lnTo>
                    <a:pt x="49" y="34"/>
                  </a:lnTo>
                  <a:lnTo>
                    <a:pt x="51" y="39"/>
                  </a:lnTo>
                  <a:lnTo>
                    <a:pt x="56" y="44"/>
                  </a:lnTo>
                  <a:lnTo>
                    <a:pt x="66" y="41"/>
                  </a:lnTo>
                  <a:lnTo>
                    <a:pt x="81" y="36"/>
                  </a:lnTo>
                  <a:lnTo>
                    <a:pt x="103" y="26"/>
                  </a:lnTo>
                  <a:lnTo>
                    <a:pt x="91" y="36"/>
                  </a:lnTo>
                  <a:lnTo>
                    <a:pt x="89" y="44"/>
                  </a:lnTo>
                  <a:lnTo>
                    <a:pt x="98" y="54"/>
                  </a:lnTo>
                  <a:lnTo>
                    <a:pt x="108" y="56"/>
                  </a:lnTo>
                  <a:lnTo>
                    <a:pt x="120" y="56"/>
                  </a:lnTo>
                  <a:lnTo>
                    <a:pt x="133" y="59"/>
                  </a:lnTo>
                  <a:lnTo>
                    <a:pt x="143" y="59"/>
                  </a:lnTo>
                  <a:lnTo>
                    <a:pt x="135" y="64"/>
                  </a:lnTo>
                  <a:lnTo>
                    <a:pt x="135" y="71"/>
                  </a:lnTo>
                  <a:lnTo>
                    <a:pt x="143" y="76"/>
                  </a:lnTo>
                  <a:lnTo>
                    <a:pt x="155" y="82"/>
                  </a:lnTo>
                  <a:lnTo>
                    <a:pt x="169" y="90"/>
                  </a:lnTo>
                  <a:lnTo>
                    <a:pt x="186" y="95"/>
                  </a:lnTo>
                  <a:lnTo>
                    <a:pt x="201" y="100"/>
                  </a:lnTo>
                  <a:lnTo>
                    <a:pt x="216" y="105"/>
                  </a:lnTo>
                  <a:lnTo>
                    <a:pt x="206" y="188"/>
                  </a:lnTo>
                  <a:lnTo>
                    <a:pt x="153" y="173"/>
                  </a:lnTo>
                  <a:lnTo>
                    <a:pt x="98" y="151"/>
                  </a:lnTo>
                  <a:lnTo>
                    <a:pt x="46" y="127"/>
                  </a:lnTo>
                  <a:lnTo>
                    <a:pt x="0" y="100"/>
                  </a:lnTo>
                  <a:lnTo>
                    <a:pt x="0" y="49"/>
                  </a:lnTo>
                  <a:lnTo>
                    <a:pt x="15" y="34"/>
                  </a:lnTo>
                  <a:lnTo>
                    <a:pt x="30" y="21"/>
                  </a:lnTo>
                  <a:lnTo>
                    <a:pt x="44" y="12"/>
                  </a:lnTo>
                  <a:lnTo>
                    <a:pt x="59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C2956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839"/>
            <p:cNvSpPr>
              <a:spLocks/>
            </p:cNvSpPr>
            <p:nvPr/>
          </p:nvSpPr>
          <p:spPr bwMode="auto">
            <a:xfrm>
              <a:off x="7402" y="1976"/>
              <a:ext cx="56" cy="94"/>
            </a:xfrm>
            <a:custGeom>
              <a:avLst/>
              <a:gdLst>
                <a:gd name="T0" fmla="*/ 72 w 113"/>
                <a:gd name="T1" fmla="*/ 0 h 188"/>
                <a:gd name="T2" fmla="*/ 110 w 113"/>
                <a:gd name="T3" fmla="*/ 26 h 188"/>
                <a:gd name="T4" fmla="*/ 113 w 113"/>
                <a:gd name="T5" fmla="*/ 166 h 188"/>
                <a:gd name="T6" fmla="*/ 64 w 113"/>
                <a:gd name="T7" fmla="*/ 188 h 188"/>
                <a:gd name="T8" fmla="*/ 30 w 113"/>
                <a:gd name="T9" fmla="*/ 181 h 188"/>
                <a:gd name="T10" fmla="*/ 10 w 113"/>
                <a:gd name="T11" fmla="*/ 176 h 188"/>
                <a:gd name="T12" fmla="*/ 3 w 113"/>
                <a:gd name="T13" fmla="*/ 166 h 188"/>
                <a:gd name="T14" fmla="*/ 0 w 113"/>
                <a:gd name="T15" fmla="*/ 156 h 188"/>
                <a:gd name="T16" fmla="*/ 3 w 113"/>
                <a:gd name="T17" fmla="*/ 149 h 188"/>
                <a:gd name="T18" fmla="*/ 5 w 113"/>
                <a:gd name="T19" fmla="*/ 139 h 188"/>
                <a:gd name="T20" fmla="*/ 3 w 113"/>
                <a:gd name="T21" fmla="*/ 132 h 188"/>
                <a:gd name="T22" fmla="*/ 0 w 113"/>
                <a:gd name="T23" fmla="*/ 125 h 188"/>
                <a:gd name="T24" fmla="*/ 0 w 113"/>
                <a:gd name="T25" fmla="*/ 117 h 188"/>
                <a:gd name="T26" fmla="*/ 5 w 113"/>
                <a:gd name="T27" fmla="*/ 105 h 188"/>
                <a:gd name="T28" fmla="*/ 15 w 113"/>
                <a:gd name="T29" fmla="*/ 95 h 188"/>
                <a:gd name="T30" fmla="*/ 18 w 113"/>
                <a:gd name="T31" fmla="*/ 77 h 188"/>
                <a:gd name="T32" fmla="*/ 15 w 113"/>
                <a:gd name="T33" fmla="*/ 69 h 188"/>
                <a:gd name="T34" fmla="*/ 18 w 113"/>
                <a:gd name="T35" fmla="*/ 59 h 188"/>
                <a:gd name="T36" fmla="*/ 20 w 113"/>
                <a:gd name="T37" fmla="*/ 54 h 188"/>
                <a:gd name="T38" fmla="*/ 28 w 113"/>
                <a:gd name="T39" fmla="*/ 44 h 188"/>
                <a:gd name="T40" fmla="*/ 37 w 113"/>
                <a:gd name="T41" fmla="*/ 39 h 188"/>
                <a:gd name="T42" fmla="*/ 42 w 113"/>
                <a:gd name="T43" fmla="*/ 29 h 188"/>
                <a:gd name="T44" fmla="*/ 44 w 113"/>
                <a:gd name="T45" fmla="*/ 16 h 188"/>
                <a:gd name="T46" fmla="*/ 47 w 113"/>
                <a:gd name="T47" fmla="*/ 11 h 188"/>
                <a:gd name="T48" fmla="*/ 62 w 113"/>
                <a:gd name="T49" fmla="*/ 2 h 188"/>
                <a:gd name="T50" fmla="*/ 74 w 113"/>
                <a:gd name="T51" fmla="*/ 2 h 188"/>
                <a:gd name="T52" fmla="*/ 74 w 113"/>
                <a:gd name="T53" fmla="*/ 2 h 188"/>
                <a:gd name="T54" fmla="*/ 72 w 113"/>
                <a:gd name="T55" fmla="*/ 0 h 18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13"/>
                <a:gd name="T85" fmla="*/ 0 h 188"/>
                <a:gd name="T86" fmla="*/ 113 w 113"/>
                <a:gd name="T87" fmla="*/ 188 h 18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13" h="188">
                  <a:moveTo>
                    <a:pt x="72" y="0"/>
                  </a:moveTo>
                  <a:lnTo>
                    <a:pt x="110" y="26"/>
                  </a:lnTo>
                  <a:lnTo>
                    <a:pt x="113" y="166"/>
                  </a:lnTo>
                  <a:lnTo>
                    <a:pt x="64" y="188"/>
                  </a:lnTo>
                  <a:lnTo>
                    <a:pt x="30" y="181"/>
                  </a:lnTo>
                  <a:lnTo>
                    <a:pt x="10" y="176"/>
                  </a:lnTo>
                  <a:lnTo>
                    <a:pt x="3" y="166"/>
                  </a:lnTo>
                  <a:lnTo>
                    <a:pt x="0" y="156"/>
                  </a:lnTo>
                  <a:lnTo>
                    <a:pt x="3" y="149"/>
                  </a:lnTo>
                  <a:lnTo>
                    <a:pt x="5" y="139"/>
                  </a:lnTo>
                  <a:lnTo>
                    <a:pt x="3" y="132"/>
                  </a:lnTo>
                  <a:lnTo>
                    <a:pt x="0" y="125"/>
                  </a:lnTo>
                  <a:lnTo>
                    <a:pt x="0" y="117"/>
                  </a:lnTo>
                  <a:lnTo>
                    <a:pt x="5" y="105"/>
                  </a:lnTo>
                  <a:lnTo>
                    <a:pt x="15" y="95"/>
                  </a:lnTo>
                  <a:lnTo>
                    <a:pt x="18" y="77"/>
                  </a:lnTo>
                  <a:lnTo>
                    <a:pt x="15" y="69"/>
                  </a:lnTo>
                  <a:lnTo>
                    <a:pt x="18" y="59"/>
                  </a:lnTo>
                  <a:lnTo>
                    <a:pt x="20" y="54"/>
                  </a:lnTo>
                  <a:lnTo>
                    <a:pt x="28" y="44"/>
                  </a:lnTo>
                  <a:lnTo>
                    <a:pt x="37" y="39"/>
                  </a:lnTo>
                  <a:lnTo>
                    <a:pt x="42" y="29"/>
                  </a:lnTo>
                  <a:lnTo>
                    <a:pt x="44" y="16"/>
                  </a:lnTo>
                  <a:lnTo>
                    <a:pt x="47" y="11"/>
                  </a:lnTo>
                  <a:lnTo>
                    <a:pt x="62" y="2"/>
                  </a:lnTo>
                  <a:lnTo>
                    <a:pt x="74" y="2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FC2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840"/>
            <p:cNvSpPr>
              <a:spLocks/>
            </p:cNvSpPr>
            <p:nvPr/>
          </p:nvSpPr>
          <p:spPr bwMode="auto">
            <a:xfrm>
              <a:off x="7402" y="1976"/>
              <a:ext cx="56" cy="94"/>
            </a:xfrm>
            <a:custGeom>
              <a:avLst/>
              <a:gdLst>
                <a:gd name="T0" fmla="*/ 72 w 113"/>
                <a:gd name="T1" fmla="*/ 0 h 188"/>
                <a:gd name="T2" fmla="*/ 110 w 113"/>
                <a:gd name="T3" fmla="*/ 26 h 188"/>
                <a:gd name="T4" fmla="*/ 113 w 113"/>
                <a:gd name="T5" fmla="*/ 166 h 188"/>
                <a:gd name="T6" fmla="*/ 64 w 113"/>
                <a:gd name="T7" fmla="*/ 188 h 188"/>
                <a:gd name="T8" fmla="*/ 30 w 113"/>
                <a:gd name="T9" fmla="*/ 181 h 188"/>
                <a:gd name="T10" fmla="*/ 10 w 113"/>
                <a:gd name="T11" fmla="*/ 176 h 188"/>
                <a:gd name="T12" fmla="*/ 3 w 113"/>
                <a:gd name="T13" fmla="*/ 166 h 188"/>
                <a:gd name="T14" fmla="*/ 0 w 113"/>
                <a:gd name="T15" fmla="*/ 156 h 188"/>
                <a:gd name="T16" fmla="*/ 3 w 113"/>
                <a:gd name="T17" fmla="*/ 149 h 188"/>
                <a:gd name="T18" fmla="*/ 5 w 113"/>
                <a:gd name="T19" fmla="*/ 139 h 188"/>
                <a:gd name="T20" fmla="*/ 3 w 113"/>
                <a:gd name="T21" fmla="*/ 132 h 188"/>
                <a:gd name="T22" fmla="*/ 0 w 113"/>
                <a:gd name="T23" fmla="*/ 125 h 188"/>
                <a:gd name="T24" fmla="*/ 0 w 113"/>
                <a:gd name="T25" fmla="*/ 117 h 188"/>
                <a:gd name="T26" fmla="*/ 5 w 113"/>
                <a:gd name="T27" fmla="*/ 105 h 188"/>
                <a:gd name="T28" fmla="*/ 15 w 113"/>
                <a:gd name="T29" fmla="*/ 95 h 188"/>
                <a:gd name="T30" fmla="*/ 18 w 113"/>
                <a:gd name="T31" fmla="*/ 77 h 188"/>
                <a:gd name="T32" fmla="*/ 15 w 113"/>
                <a:gd name="T33" fmla="*/ 69 h 188"/>
                <a:gd name="T34" fmla="*/ 18 w 113"/>
                <a:gd name="T35" fmla="*/ 59 h 188"/>
                <a:gd name="T36" fmla="*/ 20 w 113"/>
                <a:gd name="T37" fmla="*/ 54 h 188"/>
                <a:gd name="T38" fmla="*/ 28 w 113"/>
                <a:gd name="T39" fmla="*/ 44 h 188"/>
                <a:gd name="T40" fmla="*/ 37 w 113"/>
                <a:gd name="T41" fmla="*/ 39 h 188"/>
                <a:gd name="T42" fmla="*/ 42 w 113"/>
                <a:gd name="T43" fmla="*/ 29 h 188"/>
                <a:gd name="T44" fmla="*/ 44 w 113"/>
                <a:gd name="T45" fmla="*/ 16 h 188"/>
                <a:gd name="T46" fmla="*/ 47 w 113"/>
                <a:gd name="T47" fmla="*/ 11 h 188"/>
                <a:gd name="T48" fmla="*/ 62 w 113"/>
                <a:gd name="T49" fmla="*/ 2 h 188"/>
                <a:gd name="T50" fmla="*/ 74 w 113"/>
                <a:gd name="T51" fmla="*/ 2 h 188"/>
                <a:gd name="T52" fmla="*/ 74 w 113"/>
                <a:gd name="T53" fmla="*/ 2 h 18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3"/>
                <a:gd name="T82" fmla="*/ 0 h 188"/>
                <a:gd name="T83" fmla="*/ 113 w 113"/>
                <a:gd name="T84" fmla="*/ 188 h 18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3" h="188">
                  <a:moveTo>
                    <a:pt x="72" y="0"/>
                  </a:moveTo>
                  <a:lnTo>
                    <a:pt x="110" y="26"/>
                  </a:lnTo>
                  <a:lnTo>
                    <a:pt x="113" y="166"/>
                  </a:lnTo>
                  <a:lnTo>
                    <a:pt x="64" y="188"/>
                  </a:lnTo>
                  <a:lnTo>
                    <a:pt x="30" y="181"/>
                  </a:lnTo>
                  <a:lnTo>
                    <a:pt x="10" y="176"/>
                  </a:lnTo>
                  <a:lnTo>
                    <a:pt x="3" y="166"/>
                  </a:lnTo>
                  <a:lnTo>
                    <a:pt x="0" y="156"/>
                  </a:lnTo>
                  <a:lnTo>
                    <a:pt x="3" y="149"/>
                  </a:lnTo>
                  <a:lnTo>
                    <a:pt x="5" y="139"/>
                  </a:lnTo>
                  <a:lnTo>
                    <a:pt x="3" y="132"/>
                  </a:lnTo>
                  <a:lnTo>
                    <a:pt x="0" y="125"/>
                  </a:lnTo>
                  <a:lnTo>
                    <a:pt x="0" y="117"/>
                  </a:lnTo>
                  <a:lnTo>
                    <a:pt x="5" y="105"/>
                  </a:lnTo>
                  <a:lnTo>
                    <a:pt x="15" y="95"/>
                  </a:lnTo>
                  <a:lnTo>
                    <a:pt x="18" y="77"/>
                  </a:lnTo>
                  <a:lnTo>
                    <a:pt x="15" y="69"/>
                  </a:lnTo>
                  <a:lnTo>
                    <a:pt x="18" y="59"/>
                  </a:lnTo>
                  <a:lnTo>
                    <a:pt x="20" y="54"/>
                  </a:lnTo>
                  <a:lnTo>
                    <a:pt x="28" y="44"/>
                  </a:lnTo>
                  <a:lnTo>
                    <a:pt x="37" y="39"/>
                  </a:lnTo>
                  <a:lnTo>
                    <a:pt x="42" y="29"/>
                  </a:lnTo>
                  <a:lnTo>
                    <a:pt x="44" y="16"/>
                  </a:lnTo>
                  <a:lnTo>
                    <a:pt x="47" y="11"/>
                  </a:lnTo>
                  <a:lnTo>
                    <a:pt x="62" y="2"/>
                  </a:lnTo>
                  <a:lnTo>
                    <a:pt x="74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841"/>
            <p:cNvSpPr>
              <a:spLocks/>
            </p:cNvSpPr>
            <p:nvPr/>
          </p:nvSpPr>
          <p:spPr bwMode="auto">
            <a:xfrm>
              <a:off x="7270" y="1838"/>
              <a:ext cx="278" cy="118"/>
            </a:xfrm>
            <a:custGeom>
              <a:avLst/>
              <a:gdLst>
                <a:gd name="T0" fmla="*/ 43 w 557"/>
                <a:gd name="T1" fmla="*/ 64 h 235"/>
                <a:gd name="T2" fmla="*/ 72 w 557"/>
                <a:gd name="T3" fmla="*/ 74 h 235"/>
                <a:gd name="T4" fmla="*/ 99 w 557"/>
                <a:gd name="T5" fmla="*/ 86 h 235"/>
                <a:gd name="T6" fmla="*/ 153 w 557"/>
                <a:gd name="T7" fmla="*/ 105 h 235"/>
                <a:gd name="T8" fmla="*/ 179 w 557"/>
                <a:gd name="T9" fmla="*/ 110 h 235"/>
                <a:gd name="T10" fmla="*/ 222 w 557"/>
                <a:gd name="T11" fmla="*/ 89 h 235"/>
                <a:gd name="T12" fmla="*/ 248 w 557"/>
                <a:gd name="T13" fmla="*/ 105 h 235"/>
                <a:gd name="T14" fmla="*/ 280 w 557"/>
                <a:gd name="T15" fmla="*/ 102 h 235"/>
                <a:gd name="T16" fmla="*/ 309 w 557"/>
                <a:gd name="T17" fmla="*/ 86 h 235"/>
                <a:gd name="T18" fmla="*/ 324 w 557"/>
                <a:gd name="T19" fmla="*/ 59 h 235"/>
                <a:gd name="T20" fmla="*/ 332 w 557"/>
                <a:gd name="T21" fmla="*/ 44 h 235"/>
                <a:gd name="T22" fmla="*/ 339 w 557"/>
                <a:gd name="T23" fmla="*/ 30 h 235"/>
                <a:gd name="T24" fmla="*/ 339 w 557"/>
                <a:gd name="T25" fmla="*/ 17 h 235"/>
                <a:gd name="T26" fmla="*/ 337 w 557"/>
                <a:gd name="T27" fmla="*/ 0 h 235"/>
                <a:gd name="T28" fmla="*/ 365 w 557"/>
                <a:gd name="T29" fmla="*/ 12 h 235"/>
                <a:gd name="T30" fmla="*/ 395 w 557"/>
                <a:gd name="T31" fmla="*/ 22 h 235"/>
                <a:gd name="T32" fmla="*/ 425 w 557"/>
                <a:gd name="T33" fmla="*/ 32 h 235"/>
                <a:gd name="T34" fmla="*/ 459 w 557"/>
                <a:gd name="T35" fmla="*/ 34 h 235"/>
                <a:gd name="T36" fmla="*/ 513 w 557"/>
                <a:gd name="T37" fmla="*/ 61 h 235"/>
                <a:gd name="T38" fmla="*/ 540 w 557"/>
                <a:gd name="T39" fmla="*/ 71 h 235"/>
                <a:gd name="T40" fmla="*/ 545 w 557"/>
                <a:gd name="T41" fmla="*/ 81 h 235"/>
                <a:gd name="T42" fmla="*/ 543 w 557"/>
                <a:gd name="T43" fmla="*/ 94 h 235"/>
                <a:gd name="T44" fmla="*/ 533 w 557"/>
                <a:gd name="T45" fmla="*/ 100 h 235"/>
                <a:gd name="T46" fmla="*/ 500 w 557"/>
                <a:gd name="T47" fmla="*/ 95 h 235"/>
                <a:gd name="T48" fmla="*/ 467 w 557"/>
                <a:gd name="T49" fmla="*/ 91 h 235"/>
                <a:gd name="T50" fmla="*/ 550 w 557"/>
                <a:gd name="T51" fmla="*/ 122 h 235"/>
                <a:gd name="T52" fmla="*/ 554 w 557"/>
                <a:gd name="T53" fmla="*/ 132 h 235"/>
                <a:gd name="T54" fmla="*/ 554 w 557"/>
                <a:gd name="T55" fmla="*/ 142 h 235"/>
                <a:gd name="T56" fmla="*/ 548 w 557"/>
                <a:gd name="T57" fmla="*/ 152 h 235"/>
                <a:gd name="T58" fmla="*/ 510 w 557"/>
                <a:gd name="T59" fmla="*/ 150 h 235"/>
                <a:gd name="T60" fmla="*/ 462 w 557"/>
                <a:gd name="T61" fmla="*/ 140 h 235"/>
                <a:gd name="T62" fmla="*/ 469 w 557"/>
                <a:gd name="T63" fmla="*/ 152 h 235"/>
                <a:gd name="T64" fmla="*/ 523 w 557"/>
                <a:gd name="T65" fmla="*/ 189 h 235"/>
                <a:gd name="T66" fmla="*/ 528 w 557"/>
                <a:gd name="T67" fmla="*/ 201 h 235"/>
                <a:gd name="T68" fmla="*/ 523 w 557"/>
                <a:gd name="T69" fmla="*/ 211 h 235"/>
                <a:gd name="T70" fmla="*/ 515 w 557"/>
                <a:gd name="T71" fmla="*/ 216 h 235"/>
                <a:gd name="T72" fmla="*/ 505 w 557"/>
                <a:gd name="T73" fmla="*/ 219 h 235"/>
                <a:gd name="T74" fmla="*/ 385 w 557"/>
                <a:gd name="T75" fmla="*/ 169 h 235"/>
                <a:gd name="T76" fmla="*/ 437 w 557"/>
                <a:gd name="T77" fmla="*/ 209 h 235"/>
                <a:gd name="T78" fmla="*/ 447 w 557"/>
                <a:gd name="T79" fmla="*/ 219 h 235"/>
                <a:gd name="T80" fmla="*/ 447 w 557"/>
                <a:gd name="T81" fmla="*/ 227 h 235"/>
                <a:gd name="T82" fmla="*/ 437 w 557"/>
                <a:gd name="T83" fmla="*/ 235 h 235"/>
                <a:gd name="T84" fmla="*/ 425 w 557"/>
                <a:gd name="T85" fmla="*/ 235 h 235"/>
                <a:gd name="T86" fmla="*/ 275 w 557"/>
                <a:gd name="T87" fmla="*/ 214 h 235"/>
                <a:gd name="T88" fmla="*/ 250 w 557"/>
                <a:gd name="T89" fmla="*/ 214 h 235"/>
                <a:gd name="T90" fmla="*/ 232 w 557"/>
                <a:gd name="T91" fmla="*/ 209 h 235"/>
                <a:gd name="T92" fmla="*/ 214 w 557"/>
                <a:gd name="T93" fmla="*/ 199 h 235"/>
                <a:gd name="T94" fmla="*/ 194 w 557"/>
                <a:gd name="T95" fmla="*/ 186 h 235"/>
                <a:gd name="T96" fmla="*/ 145 w 557"/>
                <a:gd name="T97" fmla="*/ 179 h 235"/>
                <a:gd name="T98" fmla="*/ 118 w 557"/>
                <a:gd name="T99" fmla="*/ 179 h 235"/>
                <a:gd name="T100" fmla="*/ 84 w 557"/>
                <a:gd name="T101" fmla="*/ 176 h 235"/>
                <a:gd name="T102" fmla="*/ 59 w 557"/>
                <a:gd name="T103" fmla="*/ 171 h 235"/>
                <a:gd name="T104" fmla="*/ 15 w 557"/>
                <a:gd name="T105" fmla="*/ 161 h 235"/>
                <a:gd name="T106" fmla="*/ 5 w 557"/>
                <a:gd name="T107" fmla="*/ 125 h 235"/>
                <a:gd name="T108" fmla="*/ 15 w 557"/>
                <a:gd name="T109" fmla="*/ 76 h 235"/>
                <a:gd name="T110" fmla="*/ 18 w 557"/>
                <a:gd name="T111" fmla="*/ 56 h 2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57"/>
                <a:gd name="T169" fmla="*/ 0 h 235"/>
                <a:gd name="T170" fmla="*/ 557 w 557"/>
                <a:gd name="T171" fmla="*/ 235 h 2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57" h="235">
                  <a:moveTo>
                    <a:pt x="18" y="56"/>
                  </a:moveTo>
                  <a:lnTo>
                    <a:pt x="43" y="64"/>
                  </a:lnTo>
                  <a:lnTo>
                    <a:pt x="67" y="74"/>
                  </a:lnTo>
                  <a:lnTo>
                    <a:pt x="72" y="74"/>
                  </a:lnTo>
                  <a:lnTo>
                    <a:pt x="94" y="84"/>
                  </a:lnTo>
                  <a:lnTo>
                    <a:pt x="99" y="86"/>
                  </a:lnTo>
                  <a:lnTo>
                    <a:pt x="128" y="97"/>
                  </a:lnTo>
                  <a:lnTo>
                    <a:pt x="153" y="105"/>
                  </a:lnTo>
                  <a:lnTo>
                    <a:pt x="174" y="110"/>
                  </a:lnTo>
                  <a:lnTo>
                    <a:pt x="179" y="110"/>
                  </a:lnTo>
                  <a:lnTo>
                    <a:pt x="202" y="105"/>
                  </a:lnTo>
                  <a:lnTo>
                    <a:pt x="222" y="89"/>
                  </a:lnTo>
                  <a:lnTo>
                    <a:pt x="234" y="100"/>
                  </a:lnTo>
                  <a:lnTo>
                    <a:pt x="248" y="105"/>
                  </a:lnTo>
                  <a:lnTo>
                    <a:pt x="263" y="105"/>
                  </a:lnTo>
                  <a:lnTo>
                    <a:pt x="280" y="102"/>
                  </a:lnTo>
                  <a:lnTo>
                    <a:pt x="295" y="95"/>
                  </a:lnTo>
                  <a:lnTo>
                    <a:pt x="309" y="86"/>
                  </a:lnTo>
                  <a:lnTo>
                    <a:pt x="319" y="74"/>
                  </a:lnTo>
                  <a:lnTo>
                    <a:pt x="324" y="59"/>
                  </a:lnTo>
                  <a:lnTo>
                    <a:pt x="329" y="51"/>
                  </a:lnTo>
                  <a:lnTo>
                    <a:pt x="332" y="44"/>
                  </a:lnTo>
                  <a:lnTo>
                    <a:pt x="337" y="36"/>
                  </a:lnTo>
                  <a:lnTo>
                    <a:pt x="339" y="30"/>
                  </a:lnTo>
                  <a:lnTo>
                    <a:pt x="339" y="25"/>
                  </a:lnTo>
                  <a:lnTo>
                    <a:pt x="339" y="17"/>
                  </a:lnTo>
                  <a:lnTo>
                    <a:pt x="339" y="10"/>
                  </a:lnTo>
                  <a:lnTo>
                    <a:pt x="337" y="0"/>
                  </a:lnTo>
                  <a:lnTo>
                    <a:pt x="352" y="7"/>
                  </a:lnTo>
                  <a:lnTo>
                    <a:pt x="365" y="12"/>
                  </a:lnTo>
                  <a:lnTo>
                    <a:pt x="380" y="17"/>
                  </a:lnTo>
                  <a:lnTo>
                    <a:pt x="395" y="22"/>
                  </a:lnTo>
                  <a:lnTo>
                    <a:pt x="410" y="27"/>
                  </a:lnTo>
                  <a:lnTo>
                    <a:pt x="425" y="32"/>
                  </a:lnTo>
                  <a:lnTo>
                    <a:pt x="442" y="34"/>
                  </a:lnTo>
                  <a:lnTo>
                    <a:pt x="459" y="34"/>
                  </a:lnTo>
                  <a:lnTo>
                    <a:pt x="484" y="46"/>
                  </a:lnTo>
                  <a:lnTo>
                    <a:pt x="513" y="61"/>
                  </a:lnTo>
                  <a:lnTo>
                    <a:pt x="533" y="69"/>
                  </a:lnTo>
                  <a:lnTo>
                    <a:pt x="540" y="71"/>
                  </a:lnTo>
                  <a:lnTo>
                    <a:pt x="545" y="76"/>
                  </a:lnTo>
                  <a:lnTo>
                    <a:pt x="545" y="81"/>
                  </a:lnTo>
                  <a:lnTo>
                    <a:pt x="545" y="89"/>
                  </a:lnTo>
                  <a:lnTo>
                    <a:pt x="543" y="94"/>
                  </a:lnTo>
                  <a:lnTo>
                    <a:pt x="538" y="97"/>
                  </a:lnTo>
                  <a:lnTo>
                    <a:pt x="533" y="100"/>
                  </a:lnTo>
                  <a:lnTo>
                    <a:pt x="528" y="100"/>
                  </a:lnTo>
                  <a:lnTo>
                    <a:pt x="500" y="95"/>
                  </a:lnTo>
                  <a:lnTo>
                    <a:pt x="474" y="91"/>
                  </a:lnTo>
                  <a:lnTo>
                    <a:pt x="467" y="91"/>
                  </a:lnTo>
                  <a:lnTo>
                    <a:pt x="545" y="122"/>
                  </a:lnTo>
                  <a:lnTo>
                    <a:pt x="550" y="122"/>
                  </a:lnTo>
                  <a:lnTo>
                    <a:pt x="554" y="127"/>
                  </a:lnTo>
                  <a:lnTo>
                    <a:pt x="554" y="132"/>
                  </a:lnTo>
                  <a:lnTo>
                    <a:pt x="557" y="137"/>
                  </a:lnTo>
                  <a:lnTo>
                    <a:pt x="554" y="142"/>
                  </a:lnTo>
                  <a:lnTo>
                    <a:pt x="552" y="147"/>
                  </a:lnTo>
                  <a:lnTo>
                    <a:pt x="548" y="152"/>
                  </a:lnTo>
                  <a:lnTo>
                    <a:pt x="540" y="155"/>
                  </a:lnTo>
                  <a:lnTo>
                    <a:pt x="510" y="150"/>
                  </a:lnTo>
                  <a:lnTo>
                    <a:pt x="487" y="145"/>
                  </a:lnTo>
                  <a:lnTo>
                    <a:pt x="462" y="140"/>
                  </a:lnTo>
                  <a:lnTo>
                    <a:pt x="444" y="137"/>
                  </a:lnTo>
                  <a:lnTo>
                    <a:pt x="469" y="152"/>
                  </a:lnTo>
                  <a:lnTo>
                    <a:pt x="498" y="171"/>
                  </a:lnTo>
                  <a:lnTo>
                    <a:pt x="523" y="189"/>
                  </a:lnTo>
                  <a:lnTo>
                    <a:pt x="525" y="196"/>
                  </a:lnTo>
                  <a:lnTo>
                    <a:pt x="528" y="201"/>
                  </a:lnTo>
                  <a:lnTo>
                    <a:pt x="525" y="206"/>
                  </a:lnTo>
                  <a:lnTo>
                    <a:pt x="523" y="211"/>
                  </a:lnTo>
                  <a:lnTo>
                    <a:pt x="520" y="214"/>
                  </a:lnTo>
                  <a:lnTo>
                    <a:pt x="515" y="216"/>
                  </a:lnTo>
                  <a:lnTo>
                    <a:pt x="510" y="216"/>
                  </a:lnTo>
                  <a:lnTo>
                    <a:pt x="505" y="219"/>
                  </a:lnTo>
                  <a:lnTo>
                    <a:pt x="434" y="181"/>
                  </a:lnTo>
                  <a:lnTo>
                    <a:pt x="385" y="169"/>
                  </a:lnTo>
                  <a:lnTo>
                    <a:pt x="408" y="186"/>
                  </a:lnTo>
                  <a:lnTo>
                    <a:pt x="437" y="209"/>
                  </a:lnTo>
                  <a:lnTo>
                    <a:pt x="444" y="214"/>
                  </a:lnTo>
                  <a:lnTo>
                    <a:pt x="447" y="219"/>
                  </a:lnTo>
                  <a:lnTo>
                    <a:pt x="447" y="222"/>
                  </a:lnTo>
                  <a:lnTo>
                    <a:pt x="447" y="227"/>
                  </a:lnTo>
                  <a:lnTo>
                    <a:pt x="442" y="232"/>
                  </a:lnTo>
                  <a:lnTo>
                    <a:pt x="437" y="235"/>
                  </a:lnTo>
                  <a:lnTo>
                    <a:pt x="432" y="235"/>
                  </a:lnTo>
                  <a:lnTo>
                    <a:pt x="425" y="235"/>
                  </a:lnTo>
                  <a:lnTo>
                    <a:pt x="359" y="206"/>
                  </a:lnTo>
                  <a:lnTo>
                    <a:pt x="275" y="214"/>
                  </a:lnTo>
                  <a:lnTo>
                    <a:pt x="263" y="214"/>
                  </a:lnTo>
                  <a:lnTo>
                    <a:pt x="250" y="214"/>
                  </a:lnTo>
                  <a:lnTo>
                    <a:pt x="240" y="211"/>
                  </a:lnTo>
                  <a:lnTo>
                    <a:pt x="232" y="209"/>
                  </a:lnTo>
                  <a:lnTo>
                    <a:pt x="222" y="206"/>
                  </a:lnTo>
                  <a:lnTo>
                    <a:pt x="214" y="199"/>
                  </a:lnTo>
                  <a:lnTo>
                    <a:pt x="204" y="194"/>
                  </a:lnTo>
                  <a:lnTo>
                    <a:pt x="194" y="186"/>
                  </a:lnTo>
                  <a:lnTo>
                    <a:pt x="170" y="181"/>
                  </a:lnTo>
                  <a:lnTo>
                    <a:pt x="145" y="179"/>
                  </a:lnTo>
                  <a:lnTo>
                    <a:pt x="140" y="179"/>
                  </a:lnTo>
                  <a:lnTo>
                    <a:pt x="118" y="179"/>
                  </a:lnTo>
                  <a:lnTo>
                    <a:pt x="89" y="176"/>
                  </a:lnTo>
                  <a:lnTo>
                    <a:pt x="84" y="176"/>
                  </a:lnTo>
                  <a:lnTo>
                    <a:pt x="62" y="174"/>
                  </a:lnTo>
                  <a:lnTo>
                    <a:pt x="59" y="171"/>
                  </a:lnTo>
                  <a:lnTo>
                    <a:pt x="35" y="169"/>
                  </a:lnTo>
                  <a:lnTo>
                    <a:pt x="15" y="161"/>
                  </a:lnTo>
                  <a:lnTo>
                    <a:pt x="0" y="155"/>
                  </a:lnTo>
                  <a:lnTo>
                    <a:pt x="5" y="125"/>
                  </a:lnTo>
                  <a:lnTo>
                    <a:pt x="10" y="100"/>
                  </a:lnTo>
                  <a:lnTo>
                    <a:pt x="15" y="76"/>
                  </a:lnTo>
                  <a:lnTo>
                    <a:pt x="18" y="56"/>
                  </a:lnTo>
                  <a:close/>
                </a:path>
              </a:pathLst>
            </a:custGeom>
            <a:solidFill>
              <a:srgbClr val="C2956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842"/>
            <p:cNvSpPr>
              <a:spLocks/>
            </p:cNvSpPr>
            <p:nvPr/>
          </p:nvSpPr>
          <p:spPr bwMode="auto">
            <a:xfrm>
              <a:off x="7434" y="1976"/>
              <a:ext cx="86" cy="102"/>
            </a:xfrm>
            <a:custGeom>
              <a:avLst/>
              <a:gdLst>
                <a:gd name="T0" fmla="*/ 8 w 171"/>
                <a:gd name="T1" fmla="*/ 0 h 205"/>
                <a:gd name="T2" fmla="*/ 103 w 171"/>
                <a:gd name="T3" fmla="*/ 39 h 205"/>
                <a:gd name="T4" fmla="*/ 171 w 171"/>
                <a:gd name="T5" fmla="*/ 90 h 205"/>
                <a:gd name="T6" fmla="*/ 171 w 171"/>
                <a:gd name="T7" fmla="*/ 102 h 205"/>
                <a:gd name="T8" fmla="*/ 166 w 171"/>
                <a:gd name="T9" fmla="*/ 110 h 205"/>
                <a:gd name="T10" fmla="*/ 158 w 171"/>
                <a:gd name="T11" fmla="*/ 115 h 205"/>
                <a:gd name="T12" fmla="*/ 138 w 171"/>
                <a:gd name="T13" fmla="*/ 110 h 205"/>
                <a:gd name="T14" fmla="*/ 166 w 171"/>
                <a:gd name="T15" fmla="*/ 132 h 205"/>
                <a:gd name="T16" fmla="*/ 166 w 171"/>
                <a:gd name="T17" fmla="*/ 141 h 205"/>
                <a:gd name="T18" fmla="*/ 164 w 171"/>
                <a:gd name="T19" fmla="*/ 149 h 205"/>
                <a:gd name="T20" fmla="*/ 158 w 171"/>
                <a:gd name="T21" fmla="*/ 154 h 205"/>
                <a:gd name="T22" fmla="*/ 153 w 171"/>
                <a:gd name="T23" fmla="*/ 154 h 205"/>
                <a:gd name="T24" fmla="*/ 123 w 171"/>
                <a:gd name="T25" fmla="*/ 141 h 205"/>
                <a:gd name="T26" fmla="*/ 150 w 171"/>
                <a:gd name="T27" fmla="*/ 168 h 205"/>
                <a:gd name="T28" fmla="*/ 153 w 171"/>
                <a:gd name="T29" fmla="*/ 176 h 205"/>
                <a:gd name="T30" fmla="*/ 150 w 171"/>
                <a:gd name="T31" fmla="*/ 181 h 205"/>
                <a:gd name="T32" fmla="*/ 138 w 171"/>
                <a:gd name="T33" fmla="*/ 188 h 205"/>
                <a:gd name="T34" fmla="*/ 118 w 171"/>
                <a:gd name="T35" fmla="*/ 178 h 205"/>
                <a:gd name="T36" fmla="*/ 125 w 171"/>
                <a:gd name="T37" fmla="*/ 193 h 205"/>
                <a:gd name="T38" fmla="*/ 123 w 171"/>
                <a:gd name="T39" fmla="*/ 202 h 205"/>
                <a:gd name="T40" fmla="*/ 113 w 171"/>
                <a:gd name="T41" fmla="*/ 205 h 205"/>
                <a:gd name="T42" fmla="*/ 103 w 171"/>
                <a:gd name="T43" fmla="*/ 200 h 205"/>
                <a:gd name="T44" fmla="*/ 94 w 171"/>
                <a:gd name="T45" fmla="*/ 196 h 205"/>
                <a:gd name="T46" fmla="*/ 86 w 171"/>
                <a:gd name="T47" fmla="*/ 193 h 205"/>
                <a:gd name="T48" fmla="*/ 76 w 171"/>
                <a:gd name="T49" fmla="*/ 191 h 205"/>
                <a:gd name="T50" fmla="*/ 69 w 171"/>
                <a:gd name="T51" fmla="*/ 188 h 205"/>
                <a:gd name="T52" fmla="*/ 59 w 171"/>
                <a:gd name="T53" fmla="*/ 188 h 205"/>
                <a:gd name="T54" fmla="*/ 51 w 171"/>
                <a:gd name="T55" fmla="*/ 188 h 205"/>
                <a:gd name="T56" fmla="*/ 44 w 171"/>
                <a:gd name="T57" fmla="*/ 191 h 205"/>
                <a:gd name="T58" fmla="*/ 33 w 171"/>
                <a:gd name="T59" fmla="*/ 188 h 205"/>
                <a:gd name="T60" fmla="*/ 23 w 171"/>
                <a:gd name="T61" fmla="*/ 188 h 205"/>
                <a:gd name="T62" fmla="*/ 13 w 171"/>
                <a:gd name="T63" fmla="*/ 188 h 205"/>
                <a:gd name="T64" fmla="*/ 0 w 171"/>
                <a:gd name="T65" fmla="*/ 188 h 205"/>
                <a:gd name="T66" fmla="*/ 0 w 171"/>
                <a:gd name="T67" fmla="*/ 178 h 205"/>
                <a:gd name="T68" fmla="*/ 10 w 171"/>
                <a:gd name="T69" fmla="*/ 171 h 205"/>
                <a:gd name="T70" fmla="*/ 15 w 171"/>
                <a:gd name="T71" fmla="*/ 163 h 205"/>
                <a:gd name="T72" fmla="*/ 15 w 171"/>
                <a:gd name="T73" fmla="*/ 156 h 205"/>
                <a:gd name="T74" fmla="*/ 10 w 171"/>
                <a:gd name="T75" fmla="*/ 146 h 205"/>
                <a:gd name="T76" fmla="*/ 8 w 171"/>
                <a:gd name="T77" fmla="*/ 139 h 205"/>
                <a:gd name="T78" fmla="*/ 8 w 171"/>
                <a:gd name="T79" fmla="*/ 130 h 205"/>
                <a:gd name="T80" fmla="*/ 15 w 171"/>
                <a:gd name="T81" fmla="*/ 117 h 205"/>
                <a:gd name="T82" fmla="*/ 18 w 171"/>
                <a:gd name="T83" fmla="*/ 110 h 205"/>
                <a:gd name="T84" fmla="*/ 15 w 171"/>
                <a:gd name="T85" fmla="*/ 105 h 205"/>
                <a:gd name="T86" fmla="*/ 8 w 171"/>
                <a:gd name="T87" fmla="*/ 97 h 205"/>
                <a:gd name="T88" fmla="*/ 8 w 171"/>
                <a:gd name="T89" fmla="*/ 90 h 205"/>
                <a:gd name="T90" fmla="*/ 18 w 171"/>
                <a:gd name="T91" fmla="*/ 80 h 205"/>
                <a:gd name="T92" fmla="*/ 20 w 171"/>
                <a:gd name="T93" fmla="*/ 72 h 205"/>
                <a:gd name="T94" fmla="*/ 23 w 171"/>
                <a:gd name="T95" fmla="*/ 66 h 205"/>
                <a:gd name="T96" fmla="*/ 20 w 171"/>
                <a:gd name="T97" fmla="*/ 56 h 205"/>
                <a:gd name="T98" fmla="*/ 13 w 171"/>
                <a:gd name="T99" fmla="*/ 46 h 205"/>
                <a:gd name="T100" fmla="*/ 13 w 171"/>
                <a:gd name="T101" fmla="*/ 39 h 205"/>
                <a:gd name="T102" fmla="*/ 18 w 171"/>
                <a:gd name="T103" fmla="*/ 26 h 205"/>
                <a:gd name="T104" fmla="*/ 20 w 171"/>
                <a:gd name="T105" fmla="*/ 19 h 205"/>
                <a:gd name="T106" fmla="*/ 20 w 171"/>
                <a:gd name="T107" fmla="*/ 14 h 205"/>
                <a:gd name="T108" fmla="*/ 15 w 171"/>
                <a:gd name="T109" fmla="*/ 7 h 205"/>
                <a:gd name="T110" fmla="*/ 8 w 171"/>
                <a:gd name="T111" fmla="*/ 2 h 205"/>
                <a:gd name="T112" fmla="*/ 8 w 171"/>
                <a:gd name="T113" fmla="*/ 2 h 205"/>
                <a:gd name="T114" fmla="*/ 8 w 171"/>
                <a:gd name="T115" fmla="*/ 0 h 2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1"/>
                <a:gd name="T175" fmla="*/ 0 h 205"/>
                <a:gd name="T176" fmla="*/ 171 w 171"/>
                <a:gd name="T177" fmla="*/ 205 h 20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1" h="205">
                  <a:moveTo>
                    <a:pt x="8" y="0"/>
                  </a:moveTo>
                  <a:lnTo>
                    <a:pt x="103" y="39"/>
                  </a:lnTo>
                  <a:lnTo>
                    <a:pt x="171" y="90"/>
                  </a:lnTo>
                  <a:lnTo>
                    <a:pt x="171" y="102"/>
                  </a:lnTo>
                  <a:lnTo>
                    <a:pt x="166" y="110"/>
                  </a:lnTo>
                  <a:lnTo>
                    <a:pt x="158" y="115"/>
                  </a:lnTo>
                  <a:lnTo>
                    <a:pt x="138" y="110"/>
                  </a:lnTo>
                  <a:lnTo>
                    <a:pt x="166" y="132"/>
                  </a:lnTo>
                  <a:lnTo>
                    <a:pt x="166" y="141"/>
                  </a:lnTo>
                  <a:lnTo>
                    <a:pt x="164" y="149"/>
                  </a:lnTo>
                  <a:lnTo>
                    <a:pt x="158" y="154"/>
                  </a:lnTo>
                  <a:lnTo>
                    <a:pt x="153" y="154"/>
                  </a:lnTo>
                  <a:lnTo>
                    <a:pt x="123" y="141"/>
                  </a:lnTo>
                  <a:lnTo>
                    <a:pt x="150" y="168"/>
                  </a:lnTo>
                  <a:lnTo>
                    <a:pt x="153" y="176"/>
                  </a:lnTo>
                  <a:lnTo>
                    <a:pt x="150" y="181"/>
                  </a:lnTo>
                  <a:lnTo>
                    <a:pt x="138" y="188"/>
                  </a:lnTo>
                  <a:lnTo>
                    <a:pt x="118" y="178"/>
                  </a:lnTo>
                  <a:lnTo>
                    <a:pt x="125" y="193"/>
                  </a:lnTo>
                  <a:lnTo>
                    <a:pt x="123" y="202"/>
                  </a:lnTo>
                  <a:lnTo>
                    <a:pt x="113" y="205"/>
                  </a:lnTo>
                  <a:lnTo>
                    <a:pt x="103" y="200"/>
                  </a:lnTo>
                  <a:lnTo>
                    <a:pt x="94" y="196"/>
                  </a:lnTo>
                  <a:lnTo>
                    <a:pt x="86" y="193"/>
                  </a:lnTo>
                  <a:lnTo>
                    <a:pt x="76" y="191"/>
                  </a:lnTo>
                  <a:lnTo>
                    <a:pt x="69" y="188"/>
                  </a:lnTo>
                  <a:lnTo>
                    <a:pt x="59" y="188"/>
                  </a:lnTo>
                  <a:lnTo>
                    <a:pt x="51" y="188"/>
                  </a:lnTo>
                  <a:lnTo>
                    <a:pt x="44" y="191"/>
                  </a:lnTo>
                  <a:lnTo>
                    <a:pt x="33" y="188"/>
                  </a:lnTo>
                  <a:lnTo>
                    <a:pt x="23" y="188"/>
                  </a:lnTo>
                  <a:lnTo>
                    <a:pt x="13" y="188"/>
                  </a:lnTo>
                  <a:lnTo>
                    <a:pt x="0" y="188"/>
                  </a:lnTo>
                  <a:lnTo>
                    <a:pt x="0" y="178"/>
                  </a:lnTo>
                  <a:lnTo>
                    <a:pt x="10" y="171"/>
                  </a:lnTo>
                  <a:lnTo>
                    <a:pt x="15" y="163"/>
                  </a:lnTo>
                  <a:lnTo>
                    <a:pt x="15" y="156"/>
                  </a:lnTo>
                  <a:lnTo>
                    <a:pt x="10" y="146"/>
                  </a:lnTo>
                  <a:lnTo>
                    <a:pt x="8" y="139"/>
                  </a:lnTo>
                  <a:lnTo>
                    <a:pt x="8" y="130"/>
                  </a:lnTo>
                  <a:lnTo>
                    <a:pt x="15" y="117"/>
                  </a:lnTo>
                  <a:lnTo>
                    <a:pt x="18" y="110"/>
                  </a:lnTo>
                  <a:lnTo>
                    <a:pt x="15" y="105"/>
                  </a:lnTo>
                  <a:lnTo>
                    <a:pt x="8" y="97"/>
                  </a:lnTo>
                  <a:lnTo>
                    <a:pt x="8" y="90"/>
                  </a:lnTo>
                  <a:lnTo>
                    <a:pt x="18" y="80"/>
                  </a:lnTo>
                  <a:lnTo>
                    <a:pt x="20" y="72"/>
                  </a:lnTo>
                  <a:lnTo>
                    <a:pt x="23" y="66"/>
                  </a:lnTo>
                  <a:lnTo>
                    <a:pt x="20" y="56"/>
                  </a:lnTo>
                  <a:lnTo>
                    <a:pt x="13" y="46"/>
                  </a:lnTo>
                  <a:lnTo>
                    <a:pt x="13" y="39"/>
                  </a:lnTo>
                  <a:lnTo>
                    <a:pt x="18" y="26"/>
                  </a:lnTo>
                  <a:lnTo>
                    <a:pt x="20" y="19"/>
                  </a:lnTo>
                  <a:lnTo>
                    <a:pt x="20" y="14"/>
                  </a:lnTo>
                  <a:lnTo>
                    <a:pt x="15" y="7"/>
                  </a:lnTo>
                  <a:lnTo>
                    <a:pt x="8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956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843"/>
            <p:cNvSpPr>
              <a:spLocks/>
            </p:cNvSpPr>
            <p:nvPr/>
          </p:nvSpPr>
          <p:spPr bwMode="auto">
            <a:xfrm>
              <a:off x="7437" y="1679"/>
              <a:ext cx="112" cy="124"/>
            </a:xfrm>
            <a:custGeom>
              <a:avLst/>
              <a:gdLst>
                <a:gd name="T0" fmla="*/ 0 w 225"/>
                <a:gd name="T1" fmla="*/ 240 h 248"/>
                <a:gd name="T2" fmla="*/ 8 w 225"/>
                <a:gd name="T3" fmla="*/ 181 h 248"/>
                <a:gd name="T4" fmla="*/ 13 w 225"/>
                <a:gd name="T5" fmla="*/ 120 h 248"/>
                <a:gd name="T6" fmla="*/ 20 w 225"/>
                <a:gd name="T7" fmla="*/ 61 h 248"/>
                <a:gd name="T8" fmla="*/ 29 w 225"/>
                <a:gd name="T9" fmla="*/ 0 h 248"/>
                <a:gd name="T10" fmla="*/ 31 w 225"/>
                <a:gd name="T11" fmla="*/ 25 h 248"/>
                <a:gd name="T12" fmla="*/ 39 w 225"/>
                <a:gd name="T13" fmla="*/ 44 h 248"/>
                <a:gd name="T14" fmla="*/ 46 w 225"/>
                <a:gd name="T15" fmla="*/ 61 h 248"/>
                <a:gd name="T16" fmla="*/ 64 w 225"/>
                <a:gd name="T17" fmla="*/ 76 h 248"/>
                <a:gd name="T18" fmla="*/ 89 w 225"/>
                <a:gd name="T19" fmla="*/ 94 h 248"/>
                <a:gd name="T20" fmla="*/ 123 w 225"/>
                <a:gd name="T21" fmla="*/ 110 h 248"/>
                <a:gd name="T22" fmla="*/ 166 w 225"/>
                <a:gd name="T23" fmla="*/ 133 h 248"/>
                <a:gd name="T24" fmla="*/ 225 w 225"/>
                <a:gd name="T25" fmla="*/ 160 h 248"/>
                <a:gd name="T26" fmla="*/ 211 w 225"/>
                <a:gd name="T27" fmla="*/ 158 h 248"/>
                <a:gd name="T28" fmla="*/ 194 w 225"/>
                <a:gd name="T29" fmla="*/ 158 h 248"/>
                <a:gd name="T30" fmla="*/ 176 w 225"/>
                <a:gd name="T31" fmla="*/ 160 h 248"/>
                <a:gd name="T32" fmla="*/ 161 w 225"/>
                <a:gd name="T33" fmla="*/ 164 h 248"/>
                <a:gd name="T34" fmla="*/ 148 w 225"/>
                <a:gd name="T35" fmla="*/ 169 h 248"/>
                <a:gd name="T36" fmla="*/ 135 w 225"/>
                <a:gd name="T37" fmla="*/ 174 h 248"/>
                <a:gd name="T38" fmla="*/ 123 w 225"/>
                <a:gd name="T39" fmla="*/ 181 h 248"/>
                <a:gd name="T40" fmla="*/ 110 w 225"/>
                <a:gd name="T41" fmla="*/ 186 h 248"/>
                <a:gd name="T42" fmla="*/ 100 w 225"/>
                <a:gd name="T43" fmla="*/ 191 h 248"/>
                <a:gd name="T44" fmla="*/ 91 w 225"/>
                <a:gd name="T45" fmla="*/ 196 h 248"/>
                <a:gd name="T46" fmla="*/ 84 w 225"/>
                <a:gd name="T47" fmla="*/ 196 h 248"/>
                <a:gd name="T48" fmla="*/ 76 w 225"/>
                <a:gd name="T49" fmla="*/ 194 h 248"/>
                <a:gd name="T50" fmla="*/ 69 w 225"/>
                <a:gd name="T51" fmla="*/ 176 h 248"/>
                <a:gd name="T52" fmla="*/ 66 w 225"/>
                <a:gd name="T53" fmla="*/ 163 h 248"/>
                <a:gd name="T54" fmla="*/ 69 w 225"/>
                <a:gd name="T55" fmla="*/ 140 h 248"/>
                <a:gd name="T56" fmla="*/ 64 w 225"/>
                <a:gd name="T57" fmla="*/ 148 h 248"/>
                <a:gd name="T58" fmla="*/ 59 w 225"/>
                <a:gd name="T59" fmla="*/ 158 h 248"/>
                <a:gd name="T60" fmla="*/ 54 w 225"/>
                <a:gd name="T61" fmla="*/ 166 h 248"/>
                <a:gd name="T62" fmla="*/ 51 w 225"/>
                <a:gd name="T63" fmla="*/ 176 h 248"/>
                <a:gd name="T64" fmla="*/ 46 w 225"/>
                <a:gd name="T65" fmla="*/ 189 h 248"/>
                <a:gd name="T66" fmla="*/ 44 w 225"/>
                <a:gd name="T67" fmla="*/ 199 h 248"/>
                <a:gd name="T68" fmla="*/ 41 w 225"/>
                <a:gd name="T69" fmla="*/ 209 h 248"/>
                <a:gd name="T70" fmla="*/ 39 w 225"/>
                <a:gd name="T71" fmla="*/ 219 h 248"/>
                <a:gd name="T72" fmla="*/ 34 w 225"/>
                <a:gd name="T73" fmla="*/ 226 h 248"/>
                <a:gd name="T74" fmla="*/ 29 w 225"/>
                <a:gd name="T75" fmla="*/ 235 h 248"/>
                <a:gd name="T76" fmla="*/ 28 w 225"/>
                <a:gd name="T77" fmla="*/ 240 h 248"/>
                <a:gd name="T78" fmla="*/ 18 w 225"/>
                <a:gd name="T79" fmla="*/ 248 h 248"/>
                <a:gd name="T80" fmla="*/ 8 w 225"/>
                <a:gd name="T81" fmla="*/ 245 h 248"/>
                <a:gd name="T82" fmla="*/ 3 w 225"/>
                <a:gd name="T83" fmla="*/ 243 h 248"/>
                <a:gd name="T84" fmla="*/ 3 w 225"/>
                <a:gd name="T85" fmla="*/ 243 h 248"/>
                <a:gd name="T86" fmla="*/ 0 w 225"/>
                <a:gd name="T87" fmla="*/ 240 h 2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5"/>
                <a:gd name="T133" fmla="*/ 0 h 248"/>
                <a:gd name="T134" fmla="*/ 225 w 225"/>
                <a:gd name="T135" fmla="*/ 248 h 24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5" h="248">
                  <a:moveTo>
                    <a:pt x="0" y="240"/>
                  </a:moveTo>
                  <a:lnTo>
                    <a:pt x="8" y="181"/>
                  </a:lnTo>
                  <a:lnTo>
                    <a:pt x="13" y="120"/>
                  </a:lnTo>
                  <a:lnTo>
                    <a:pt x="20" y="61"/>
                  </a:lnTo>
                  <a:lnTo>
                    <a:pt x="29" y="0"/>
                  </a:lnTo>
                  <a:lnTo>
                    <a:pt x="31" y="25"/>
                  </a:lnTo>
                  <a:lnTo>
                    <a:pt x="39" y="44"/>
                  </a:lnTo>
                  <a:lnTo>
                    <a:pt x="46" y="61"/>
                  </a:lnTo>
                  <a:lnTo>
                    <a:pt x="64" y="76"/>
                  </a:lnTo>
                  <a:lnTo>
                    <a:pt x="89" y="94"/>
                  </a:lnTo>
                  <a:lnTo>
                    <a:pt x="123" y="110"/>
                  </a:lnTo>
                  <a:lnTo>
                    <a:pt x="166" y="133"/>
                  </a:lnTo>
                  <a:lnTo>
                    <a:pt x="225" y="160"/>
                  </a:lnTo>
                  <a:lnTo>
                    <a:pt x="211" y="158"/>
                  </a:lnTo>
                  <a:lnTo>
                    <a:pt x="194" y="158"/>
                  </a:lnTo>
                  <a:lnTo>
                    <a:pt x="176" y="160"/>
                  </a:lnTo>
                  <a:lnTo>
                    <a:pt x="161" y="164"/>
                  </a:lnTo>
                  <a:lnTo>
                    <a:pt x="148" y="169"/>
                  </a:lnTo>
                  <a:lnTo>
                    <a:pt x="135" y="174"/>
                  </a:lnTo>
                  <a:lnTo>
                    <a:pt x="123" y="181"/>
                  </a:lnTo>
                  <a:lnTo>
                    <a:pt x="110" y="186"/>
                  </a:lnTo>
                  <a:lnTo>
                    <a:pt x="100" y="191"/>
                  </a:lnTo>
                  <a:lnTo>
                    <a:pt x="91" y="196"/>
                  </a:lnTo>
                  <a:lnTo>
                    <a:pt x="84" y="196"/>
                  </a:lnTo>
                  <a:lnTo>
                    <a:pt x="76" y="194"/>
                  </a:lnTo>
                  <a:lnTo>
                    <a:pt x="69" y="176"/>
                  </a:lnTo>
                  <a:lnTo>
                    <a:pt x="66" y="163"/>
                  </a:lnTo>
                  <a:lnTo>
                    <a:pt x="69" y="140"/>
                  </a:lnTo>
                  <a:lnTo>
                    <a:pt x="64" y="148"/>
                  </a:lnTo>
                  <a:lnTo>
                    <a:pt x="59" y="158"/>
                  </a:lnTo>
                  <a:lnTo>
                    <a:pt x="54" y="166"/>
                  </a:lnTo>
                  <a:lnTo>
                    <a:pt x="51" y="176"/>
                  </a:lnTo>
                  <a:lnTo>
                    <a:pt x="46" y="189"/>
                  </a:lnTo>
                  <a:lnTo>
                    <a:pt x="44" y="199"/>
                  </a:lnTo>
                  <a:lnTo>
                    <a:pt x="41" y="209"/>
                  </a:lnTo>
                  <a:lnTo>
                    <a:pt x="39" y="219"/>
                  </a:lnTo>
                  <a:lnTo>
                    <a:pt x="34" y="226"/>
                  </a:lnTo>
                  <a:lnTo>
                    <a:pt x="29" y="235"/>
                  </a:lnTo>
                  <a:lnTo>
                    <a:pt x="28" y="240"/>
                  </a:lnTo>
                  <a:lnTo>
                    <a:pt x="18" y="248"/>
                  </a:lnTo>
                  <a:lnTo>
                    <a:pt x="8" y="245"/>
                  </a:lnTo>
                  <a:lnTo>
                    <a:pt x="3" y="243"/>
                  </a:lnTo>
                  <a:lnTo>
                    <a:pt x="0" y="2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844"/>
            <p:cNvSpPr>
              <a:spLocks/>
            </p:cNvSpPr>
            <p:nvPr/>
          </p:nvSpPr>
          <p:spPr bwMode="auto">
            <a:xfrm>
              <a:off x="7437" y="1679"/>
              <a:ext cx="112" cy="124"/>
            </a:xfrm>
            <a:custGeom>
              <a:avLst/>
              <a:gdLst>
                <a:gd name="T0" fmla="*/ 0 w 225"/>
                <a:gd name="T1" fmla="*/ 240 h 248"/>
                <a:gd name="T2" fmla="*/ 8 w 225"/>
                <a:gd name="T3" fmla="*/ 181 h 248"/>
                <a:gd name="T4" fmla="*/ 13 w 225"/>
                <a:gd name="T5" fmla="*/ 120 h 248"/>
                <a:gd name="T6" fmla="*/ 20 w 225"/>
                <a:gd name="T7" fmla="*/ 61 h 248"/>
                <a:gd name="T8" fmla="*/ 29 w 225"/>
                <a:gd name="T9" fmla="*/ 0 h 248"/>
                <a:gd name="T10" fmla="*/ 31 w 225"/>
                <a:gd name="T11" fmla="*/ 25 h 248"/>
                <a:gd name="T12" fmla="*/ 39 w 225"/>
                <a:gd name="T13" fmla="*/ 44 h 248"/>
                <a:gd name="T14" fmla="*/ 46 w 225"/>
                <a:gd name="T15" fmla="*/ 61 h 248"/>
                <a:gd name="T16" fmla="*/ 64 w 225"/>
                <a:gd name="T17" fmla="*/ 76 h 248"/>
                <a:gd name="T18" fmla="*/ 89 w 225"/>
                <a:gd name="T19" fmla="*/ 94 h 248"/>
                <a:gd name="T20" fmla="*/ 123 w 225"/>
                <a:gd name="T21" fmla="*/ 110 h 248"/>
                <a:gd name="T22" fmla="*/ 166 w 225"/>
                <a:gd name="T23" fmla="*/ 133 h 248"/>
                <a:gd name="T24" fmla="*/ 225 w 225"/>
                <a:gd name="T25" fmla="*/ 160 h 248"/>
                <a:gd name="T26" fmla="*/ 211 w 225"/>
                <a:gd name="T27" fmla="*/ 158 h 248"/>
                <a:gd name="T28" fmla="*/ 194 w 225"/>
                <a:gd name="T29" fmla="*/ 158 h 248"/>
                <a:gd name="T30" fmla="*/ 176 w 225"/>
                <a:gd name="T31" fmla="*/ 160 h 248"/>
                <a:gd name="T32" fmla="*/ 161 w 225"/>
                <a:gd name="T33" fmla="*/ 164 h 248"/>
                <a:gd name="T34" fmla="*/ 148 w 225"/>
                <a:gd name="T35" fmla="*/ 169 h 248"/>
                <a:gd name="T36" fmla="*/ 135 w 225"/>
                <a:gd name="T37" fmla="*/ 174 h 248"/>
                <a:gd name="T38" fmla="*/ 123 w 225"/>
                <a:gd name="T39" fmla="*/ 181 h 248"/>
                <a:gd name="T40" fmla="*/ 110 w 225"/>
                <a:gd name="T41" fmla="*/ 186 h 248"/>
                <a:gd name="T42" fmla="*/ 100 w 225"/>
                <a:gd name="T43" fmla="*/ 191 h 248"/>
                <a:gd name="T44" fmla="*/ 91 w 225"/>
                <a:gd name="T45" fmla="*/ 196 h 248"/>
                <a:gd name="T46" fmla="*/ 84 w 225"/>
                <a:gd name="T47" fmla="*/ 196 h 248"/>
                <a:gd name="T48" fmla="*/ 76 w 225"/>
                <a:gd name="T49" fmla="*/ 194 h 248"/>
                <a:gd name="T50" fmla="*/ 69 w 225"/>
                <a:gd name="T51" fmla="*/ 176 h 248"/>
                <a:gd name="T52" fmla="*/ 66 w 225"/>
                <a:gd name="T53" fmla="*/ 163 h 248"/>
                <a:gd name="T54" fmla="*/ 69 w 225"/>
                <a:gd name="T55" fmla="*/ 140 h 248"/>
                <a:gd name="T56" fmla="*/ 64 w 225"/>
                <a:gd name="T57" fmla="*/ 148 h 248"/>
                <a:gd name="T58" fmla="*/ 59 w 225"/>
                <a:gd name="T59" fmla="*/ 158 h 248"/>
                <a:gd name="T60" fmla="*/ 54 w 225"/>
                <a:gd name="T61" fmla="*/ 166 h 248"/>
                <a:gd name="T62" fmla="*/ 51 w 225"/>
                <a:gd name="T63" fmla="*/ 176 h 248"/>
                <a:gd name="T64" fmla="*/ 46 w 225"/>
                <a:gd name="T65" fmla="*/ 189 h 248"/>
                <a:gd name="T66" fmla="*/ 44 w 225"/>
                <a:gd name="T67" fmla="*/ 199 h 248"/>
                <a:gd name="T68" fmla="*/ 41 w 225"/>
                <a:gd name="T69" fmla="*/ 209 h 248"/>
                <a:gd name="T70" fmla="*/ 39 w 225"/>
                <a:gd name="T71" fmla="*/ 219 h 248"/>
                <a:gd name="T72" fmla="*/ 34 w 225"/>
                <a:gd name="T73" fmla="*/ 226 h 248"/>
                <a:gd name="T74" fmla="*/ 29 w 225"/>
                <a:gd name="T75" fmla="*/ 235 h 248"/>
                <a:gd name="T76" fmla="*/ 28 w 225"/>
                <a:gd name="T77" fmla="*/ 240 h 248"/>
                <a:gd name="T78" fmla="*/ 18 w 225"/>
                <a:gd name="T79" fmla="*/ 248 h 248"/>
                <a:gd name="T80" fmla="*/ 8 w 225"/>
                <a:gd name="T81" fmla="*/ 245 h 248"/>
                <a:gd name="T82" fmla="*/ 3 w 225"/>
                <a:gd name="T83" fmla="*/ 243 h 248"/>
                <a:gd name="T84" fmla="*/ 3 w 225"/>
                <a:gd name="T85" fmla="*/ 243 h 2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25"/>
                <a:gd name="T130" fmla="*/ 0 h 248"/>
                <a:gd name="T131" fmla="*/ 225 w 225"/>
                <a:gd name="T132" fmla="*/ 248 h 2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25" h="248">
                  <a:moveTo>
                    <a:pt x="0" y="240"/>
                  </a:moveTo>
                  <a:lnTo>
                    <a:pt x="8" y="181"/>
                  </a:lnTo>
                  <a:lnTo>
                    <a:pt x="13" y="120"/>
                  </a:lnTo>
                  <a:lnTo>
                    <a:pt x="20" y="61"/>
                  </a:lnTo>
                  <a:lnTo>
                    <a:pt x="29" y="0"/>
                  </a:lnTo>
                  <a:lnTo>
                    <a:pt x="31" y="25"/>
                  </a:lnTo>
                  <a:lnTo>
                    <a:pt x="39" y="44"/>
                  </a:lnTo>
                  <a:lnTo>
                    <a:pt x="46" y="61"/>
                  </a:lnTo>
                  <a:lnTo>
                    <a:pt x="64" y="76"/>
                  </a:lnTo>
                  <a:lnTo>
                    <a:pt x="89" y="94"/>
                  </a:lnTo>
                  <a:lnTo>
                    <a:pt x="123" y="110"/>
                  </a:lnTo>
                  <a:lnTo>
                    <a:pt x="166" y="133"/>
                  </a:lnTo>
                  <a:lnTo>
                    <a:pt x="225" y="160"/>
                  </a:lnTo>
                  <a:lnTo>
                    <a:pt x="211" y="158"/>
                  </a:lnTo>
                  <a:lnTo>
                    <a:pt x="194" y="158"/>
                  </a:lnTo>
                  <a:lnTo>
                    <a:pt x="176" y="160"/>
                  </a:lnTo>
                  <a:lnTo>
                    <a:pt x="161" y="164"/>
                  </a:lnTo>
                  <a:lnTo>
                    <a:pt x="148" y="169"/>
                  </a:lnTo>
                  <a:lnTo>
                    <a:pt x="135" y="174"/>
                  </a:lnTo>
                  <a:lnTo>
                    <a:pt x="123" y="181"/>
                  </a:lnTo>
                  <a:lnTo>
                    <a:pt x="110" y="186"/>
                  </a:lnTo>
                  <a:lnTo>
                    <a:pt x="100" y="191"/>
                  </a:lnTo>
                  <a:lnTo>
                    <a:pt x="91" y="196"/>
                  </a:lnTo>
                  <a:lnTo>
                    <a:pt x="84" y="196"/>
                  </a:lnTo>
                  <a:lnTo>
                    <a:pt x="76" y="194"/>
                  </a:lnTo>
                  <a:lnTo>
                    <a:pt x="69" y="176"/>
                  </a:lnTo>
                  <a:lnTo>
                    <a:pt x="66" y="163"/>
                  </a:lnTo>
                  <a:lnTo>
                    <a:pt x="69" y="140"/>
                  </a:lnTo>
                  <a:lnTo>
                    <a:pt x="64" y="148"/>
                  </a:lnTo>
                  <a:lnTo>
                    <a:pt x="59" y="158"/>
                  </a:lnTo>
                  <a:lnTo>
                    <a:pt x="54" y="166"/>
                  </a:lnTo>
                  <a:lnTo>
                    <a:pt x="51" y="176"/>
                  </a:lnTo>
                  <a:lnTo>
                    <a:pt x="46" y="189"/>
                  </a:lnTo>
                  <a:lnTo>
                    <a:pt x="44" y="199"/>
                  </a:lnTo>
                  <a:lnTo>
                    <a:pt x="41" y="209"/>
                  </a:lnTo>
                  <a:lnTo>
                    <a:pt x="39" y="219"/>
                  </a:lnTo>
                  <a:lnTo>
                    <a:pt x="34" y="226"/>
                  </a:lnTo>
                  <a:lnTo>
                    <a:pt x="29" y="235"/>
                  </a:lnTo>
                  <a:lnTo>
                    <a:pt x="28" y="240"/>
                  </a:lnTo>
                  <a:lnTo>
                    <a:pt x="18" y="248"/>
                  </a:lnTo>
                  <a:lnTo>
                    <a:pt x="8" y="245"/>
                  </a:lnTo>
                  <a:lnTo>
                    <a:pt x="3" y="24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845"/>
            <p:cNvSpPr>
              <a:spLocks/>
            </p:cNvSpPr>
            <p:nvPr/>
          </p:nvSpPr>
          <p:spPr bwMode="auto">
            <a:xfrm>
              <a:off x="6930" y="1634"/>
              <a:ext cx="57" cy="166"/>
            </a:xfrm>
            <a:custGeom>
              <a:avLst/>
              <a:gdLst>
                <a:gd name="T0" fmla="*/ 0 w 112"/>
                <a:gd name="T1" fmla="*/ 0 h 333"/>
                <a:gd name="T2" fmla="*/ 7 w 112"/>
                <a:gd name="T3" fmla="*/ 108 h 333"/>
                <a:gd name="T4" fmla="*/ 41 w 112"/>
                <a:gd name="T5" fmla="*/ 195 h 333"/>
                <a:gd name="T6" fmla="*/ 86 w 112"/>
                <a:gd name="T7" fmla="*/ 296 h 333"/>
                <a:gd name="T8" fmla="*/ 112 w 112"/>
                <a:gd name="T9" fmla="*/ 333 h 3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"/>
                <a:gd name="T16" fmla="*/ 0 h 333"/>
                <a:gd name="T17" fmla="*/ 112 w 112"/>
                <a:gd name="T18" fmla="*/ 333 h 3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" h="333">
                  <a:moveTo>
                    <a:pt x="0" y="0"/>
                  </a:moveTo>
                  <a:lnTo>
                    <a:pt x="7" y="108"/>
                  </a:lnTo>
                  <a:lnTo>
                    <a:pt x="41" y="195"/>
                  </a:lnTo>
                  <a:lnTo>
                    <a:pt x="86" y="296"/>
                  </a:lnTo>
                  <a:lnTo>
                    <a:pt x="112" y="33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846"/>
            <p:cNvSpPr>
              <a:spLocks/>
            </p:cNvSpPr>
            <p:nvPr/>
          </p:nvSpPr>
          <p:spPr bwMode="auto">
            <a:xfrm>
              <a:off x="6950" y="2098"/>
              <a:ext cx="39" cy="384"/>
            </a:xfrm>
            <a:custGeom>
              <a:avLst/>
              <a:gdLst>
                <a:gd name="T0" fmla="*/ 0 w 79"/>
                <a:gd name="T1" fmla="*/ 0 h 767"/>
                <a:gd name="T2" fmla="*/ 28 w 79"/>
                <a:gd name="T3" fmla="*/ 61 h 767"/>
                <a:gd name="T4" fmla="*/ 79 w 79"/>
                <a:gd name="T5" fmla="*/ 100 h 767"/>
                <a:gd name="T6" fmla="*/ 77 w 79"/>
                <a:gd name="T7" fmla="*/ 186 h 767"/>
                <a:gd name="T8" fmla="*/ 69 w 79"/>
                <a:gd name="T9" fmla="*/ 423 h 767"/>
                <a:gd name="T10" fmla="*/ 69 w 79"/>
                <a:gd name="T11" fmla="*/ 627 h 767"/>
                <a:gd name="T12" fmla="*/ 74 w 79"/>
                <a:gd name="T13" fmla="*/ 767 h 7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9"/>
                <a:gd name="T22" fmla="*/ 0 h 767"/>
                <a:gd name="T23" fmla="*/ 79 w 79"/>
                <a:gd name="T24" fmla="*/ 767 h 76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9" h="767">
                  <a:moveTo>
                    <a:pt x="0" y="0"/>
                  </a:moveTo>
                  <a:lnTo>
                    <a:pt x="28" y="61"/>
                  </a:lnTo>
                  <a:lnTo>
                    <a:pt x="79" y="100"/>
                  </a:lnTo>
                  <a:lnTo>
                    <a:pt x="77" y="186"/>
                  </a:lnTo>
                  <a:lnTo>
                    <a:pt x="69" y="423"/>
                  </a:lnTo>
                  <a:lnTo>
                    <a:pt x="69" y="627"/>
                  </a:lnTo>
                  <a:lnTo>
                    <a:pt x="74" y="76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847"/>
            <p:cNvSpPr>
              <a:spLocks/>
            </p:cNvSpPr>
            <p:nvPr/>
          </p:nvSpPr>
          <p:spPr bwMode="auto">
            <a:xfrm>
              <a:off x="7497" y="1228"/>
              <a:ext cx="72" cy="96"/>
            </a:xfrm>
            <a:custGeom>
              <a:avLst/>
              <a:gdLst>
                <a:gd name="T0" fmla="*/ 34 w 145"/>
                <a:gd name="T1" fmla="*/ 20 h 191"/>
                <a:gd name="T2" fmla="*/ 59 w 145"/>
                <a:gd name="T3" fmla="*/ 10 h 191"/>
                <a:gd name="T4" fmla="*/ 81 w 145"/>
                <a:gd name="T5" fmla="*/ 0 h 191"/>
                <a:gd name="T6" fmla="*/ 98 w 145"/>
                <a:gd name="T7" fmla="*/ 0 h 191"/>
                <a:gd name="T8" fmla="*/ 120 w 145"/>
                <a:gd name="T9" fmla="*/ 12 h 191"/>
                <a:gd name="T10" fmla="*/ 138 w 145"/>
                <a:gd name="T11" fmla="*/ 32 h 191"/>
                <a:gd name="T12" fmla="*/ 145 w 145"/>
                <a:gd name="T13" fmla="*/ 55 h 191"/>
                <a:gd name="T14" fmla="*/ 140 w 145"/>
                <a:gd name="T15" fmla="*/ 96 h 191"/>
                <a:gd name="T16" fmla="*/ 133 w 145"/>
                <a:gd name="T17" fmla="*/ 124 h 191"/>
                <a:gd name="T18" fmla="*/ 123 w 145"/>
                <a:gd name="T19" fmla="*/ 150 h 191"/>
                <a:gd name="T20" fmla="*/ 125 w 145"/>
                <a:gd name="T21" fmla="*/ 175 h 191"/>
                <a:gd name="T22" fmla="*/ 133 w 145"/>
                <a:gd name="T23" fmla="*/ 191 h 191"/>
                <a:gd name="T24" fmla="*/ 66 w 145"/>
                <a:gd name="T25" fmla="*/ 172 h 191"/>
                <a:gd name="T26" fmla="*/ 33 w 145"/>
                <a:gd name="T27" fmla="*/ 150 h 191"/>
                <a:gd name="T28" fmla="*/ 5 w 145"/>
                <a:gd name="T29" fmla="*/ 125 h 191"/>
                <a:gd name="T30" fmla="*/ 0 w 145"/>
                <a:gd name="T31" fmla="*/ 96 h 191"/>
                <a:gd name="T32" fmla="*/ 0 w 145"/>
                <a:gd name="T33" fmla="*/ 86 h 191"/>
                <a:gd name="T34" fmla="*/ 33 w 145"/>
                <a:gd name="T35" fmla="*/ 25 h 191"/>
                <a:gd name="T36" fmla="*/ 34 w 145"/>
                <a:gd name="T37" fmla="*/ 22 h 191"/>
                <a:gd name="T38" fmla="*/ 34 w 145"/>
                <a:gd name="T39" fmla="*/ 22 h 191"/>
                <a:gd name="T40" fmla="*/ 34 w 145"/>
                <a:gd name="T41" fmla="*/ 20 h 1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5"/>
                <a:gd name="T64" fmla="*/ 0 h 191"/>
                <a:gd name="T65" fmla="*/ 145 w 145"/>
                <a:gd name="T66" fmla="*/ 191 h 19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5" h="191">
                  <a:moveTo>
                    <a:pt x="34" y="20"/>
                  </a:moveTo>
                  <a:lnTo>
                    <a:pt x="59" y="10"/>
                  </a:lnTo>
                  <a:lnTo>
                    <a:pt x="81" y="0"/>
                  </a:lnTo>
                  <a:lnTo>
                    <a:pt x="98" y="0"/>
                  </a:lnTo>
                  <a:lnTo>
                    <a:pt x="120" y="12"/>
                  </a:lnTo>
                  <a:lnTo>
                    <a:pt x="138" y="32"/>
                  </a:lnTo>
                  <a:lnTo>
                    <a:pt x="145" y="55"/>
                  </a:lnTo>
                  <a:lnTo>
                    <a:pt x="140" y="96"/>
                  </a:lnTo>
                  <a:lnTo>
                    <a:pt x="133" y="124"/>
                  </a:lnTo>
                  <a:lnTo>
                    <a:pt x="123" y="150"/>
                  </a:lnTo>
                  <a:lnTo>
                    <a:pt x="125" y="175"/>
                  </a:lnTo>
                  <a:lnTo>
                    <a:pt x="133" y="191"/>
                  </a:lnTo>
                  <a:lnTo>
                    <a:pt x="66" y="172"/>
                  </a:lnTo>
                  <a:lnTo>
                    <a:pt x="33" y="150"/>
                  </a:lnTo>
                  <a:lnTo>
                    <a:pt x="5" y="125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33" y="25"/>
                  </a:lnTo>
                  <a:lnTo>
                    <a:pt x="34" y="22"/>
                  </a:lnTo>
                  <a:lnTo>
                    <a:pt x="34" y="20"/>
                  </a:lnTo>
                  <a:close/>
                </a:path>
              </a:pathLst>
            </a:custGeom>
            <a:solidFill>
              <a:srgbClr val="8585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848"/>
            <p:cNvSpPr>
              <a:spLocks/>
            </p:cNvSpPr>
            <p:nvPr/>
          </p:nvSpPr>
          <p:spPr bwMode="auto">
            <a:xfrm>
              <a:off x="7497" y="1228"/>
              <a:ext cx="72" cy="96"/>
            </a:xfrm>
            <a:custGeom>
              <a:avLst/>
              <a:gdLst>
                <a:gd name="T0" fmla="*/ 34 w 145"/>
                <a:gd name="T1" fmla="*/ 20 h 191"/>
                <a:gd name="T2" fmla="*/ 59 w 145"/>
                <a:gd name="T3" fmla="*/ 10 h 191"/>
                <a:gd name="T4" fmla="*/ 81 w 145"/>
                <a:gd name="T5" fmla="*/ 0 h 191"/>
                <a:gd name="T6" fmla="*/ 98 w 145"/>
                <a:gd name="T7" fmla="*/ 0 h 191"/>
                <a:gd name="T8" fmla="*/ 120 w 145"/>
                <a:gd name="T9" fmla="*/ 12 h 191"/>
                <a:gd name="T10" fmla="*/ 138 w 145"/>
                <a:gd name="T11" fmla="*/ 32 h 191"/>
                <a:gd name="T12" fmla="*/ 145 w 145"/>
                <a:gd name="T13" fmla="*/ 55 h 191"/>
                <a:gd name="T14" fmla="*/ 140 w 145"/>
                <a:gd name="T15" fmla="*/ 96 h 191"/>
                <a:gd name="T16" fmla="*/ 133 w 145"/>
                <a:gd name="T17" fmla="*/ 124 h 191"/>
                <a:gd name="T18" fmla="*/ 123 w 145"/>
                <a:gd name="T19" fmla="*/ 150 h 191"/>
                <a:gd name="T20" fmla="*/ 125 w 145"/>
                <a:gd name="T21" fmla="*/ 175 h 191"/>
                <a:gd name="T22" fmla="*/ 133 w 145"/>
                <a:gd name="T23" fmla="*/ 191 h 191"/>
                <a:gd name="T24" fmla="*/ 66 w 145"/>
                <a:gd name="T25" fmla="*/ 172 h 191"/>
                <a:gd name="T26" fmla="*/ 33 w 145"/>
                <a:gd name="T27" fmla="*/ 150 h 191"/>
                <a:gd name="T28" fmla="*/ 5 w 145"/>
                <a:gd name="T29" fmla="*/ 125 h 191"/>
                <a:gd name="T30" fmla="*/ 0 w 145"/>
                <a:gd name="T31" fmla="*/ 96 h 191"/>
                <a:gd name="T32" fmla="*/ 0 w 145"/>
                <a:gd name="T33" fmla="*/ 86 h 191"/>
                <a:gd name="T34" fmla="*/ 33 w 145"/>
                <a:gd name="T35" fmla="*/ 25 h 191"/>
                <a:gd name="T36" fmla="*/ 34 w 145"/>
                <a:gd name="T37" fmla="*/ 22 h 191"/>
                <a:gd name="T38" fmla="*/ 34 w 145"/>
                <a:gd name="T39" fmla="*/ 22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5"/>
                <a:gd name="T61" fmla="*/ 0 h 191"/>
                <a:gd name="T62" fmla="*/ 145 w 145"/>
                <a:gd name="T63" fmla="*/ 191 h 1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5" h="191">
                  <a:moveTo>
                    <a:pt x="34" y="20"/>
                  </a:moveTo>
                  <a:lnTo>
                    <a:pt x="59" y="10"/>
                  </a:lnTo>
                  <a:lnTo>
                    <a:pt x="81" y="0"/>
                  </a:lnTo>
                  <a:lnTo>
                    <a:pt x="98" y="0"/>
                  </a:lnTo>
                  <a:lnTo>
                    <a:pt x="120" y="12"/>
                  </a:lnTo>
                  <a:lnTo>
                    <a:pt x="138" y="32"/>
                  </a:lnTo>
                  <a:lnTo>
                    <a:pt x="145" y="55"/>
                  </a:lnTo>
                  <a:lnTo>
                    <a:pt x="140" y="96"/>
                  </a:lnTo>
                  <a:lnTo>
                    <a:pt x="133" y="124"/>
                  </a:lnTo>
                  <a:lnTo>
                    <a:pt x="123" y="150"/>
                  </a:lnTo>
                  <a:lnTo>
                    <a:pt x="125" y="175"/>
                  </a:lnTo>
                  <a:lnTo>
                    <a:pt x="133" y="191"/>
                  </a:lnTo>
                  <a:lnTo>
                    <a:pt x="66" y="172"/>
                  </a:lnTo>
                  <a:lnTo>
                    <a:pt x="33" y="150"/>
                  </a:lnTo>
                  <a:lnTo>
                    <a:pt x="5" y="125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33" y="25"/>
                  </a:lnTo>
                  <a:lnTo>
                    <a:pt x="34" y="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Line 849"/>
            <p:cNvSpPr>
              <a:spLocks noChangeShapeType="1"/>
            </p:cNvSpPr>
            <p:nvPr/>
          </p:nvSpPr>
          <p:spPr bwMode="auto">
            <a:xfrm>
              <a:off x="7553" y="1538"/>
              <a:ext cx="4" cy="1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Line 850"/>
            <p:cNvSpPr>
              <a:spLocks noChangeShapeType="1"/>
            </p:cNvSpPr>
            <p:nvPr/>
          </p:nvSpPr>
          <p:spPr bwMode="auto">
            <a:xfrm>
              <a:off x="8122" y="1878"/>
              <a:ext cx="30" cy="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851"/>
            <p:cNvSpPr>
              <a:spLocks/>
            </p:cNvSpPr>
            <p:nvPr/>
          </p:nvSpPr>
          <p:spPr bwMode="auto">
            <a:xfrm>
              <a:off x="8115" y="1841"/>
              <a:ext cx="45" cy="28"/>
            </a:xfrm>
            <a:custGeom>
              <a:avLst/>
              <a:gdLst>
                <a:gd name="T0" fmla="*/ 12 w 88"/>
                <a:gd name="T1" fmla="*/ 54 h 56"/>
                <a:gd name="T2" fmla="*/ 2 w 88"/>
                <a:gd name="T3" fmla="*/ 34 h 56"/>
                <a:gd name="T4" fmla="*/ 0 w 88"/>
                <a:gd name="T5" fmla="*/ 15 h 56"/>
                <a:gd name="T6" fmla="*/ 12 w 88"/>
                <a:gd name="T7" fmla="*/ 5 h 56"/>
                <a:gd name="T8" fmla="*/ 47 w 88"/>
                <a:gd name="T9" fmla="*/ 0 h 56"/>
                <a:gd name="T10" fmla="*/ 76 w 88"/>
                <a:gd name="T11" fmla="*/ 7 h 56"/>
                <a:gd name="T12" fmla="*/ 88 w 88"/>
                <a:gd name="T13" fmla="*/ 22 h 56"/>
                <a:gd name="T14" fmla="*/ 83 w 88"/>
                <a:gd name="T15" fmla="*/ 41 h 56"/>
                <a:gd name="T16" fmla="*/ 76 w 88"/>
                <a:gd name="T17" fmla="*/ 49 h 56"/>
                <a:gd name="T18" fmla="*/ 68 w 88"/>
                <a:gd name="T19" fmla="*/ 5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8"/>
                <a:gd name="T31" fmla="*/ 0 h 56"/>
                <a:gd name="T32" fmla="*/ 88 w 88"/>
                <a:gd name="T33" fmla="*/ 56 h 5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8" h="56">
                  <a:moveTo>
                    <a:pt x="12" y="54"/>
                  </a:moveTo>
                  <a:lnTo>
                    <a:pt x="2" y="34"/>
                  </a:lnTo>
                  <a:lnTo>
                    <a:pt x="0" y="15"/>
                  </a:lnTo>
                  <a:lnTo>
                    <a:pt x="12" y="5"/>
                  </a:lnTo>
                  <a:lnTo>
                    <a:pt x="47" y="0"/>
                  </a:lnTo>
                  <a:lnTo>
                    <a:pt x="76" y="7"/>
                  </a:lnTo>
                  <a:lnTo>
                    <a:pt x="88" y="22"/>
                  </a:lnTo>
                  <a:lnTo>
                    <a:pt x="83" y="41"/>
                  </a:lnTo>
                  <a:lnTo>
                    <a:pt x="76" y="49"/>
                  </a:lnTo>
                  <a:lnTo>
                    <a:pt x="68" y="5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852"/>
            <p:cNvSpPr>
              <a:spLocks/>
            </p:cNvSpPr>
            <p:nvPr/>
          </p:nvSpPr>
          <p:spPr bwMode="auto">
            <a:xfrm>
              <a:off x="7603" y="1169"/>
              <a:ext cx="32" cy="131"/>
            </a:xfrm>
            <a:custGeom>
              <a:avLst/>
              <a:gdLst>
                <a:gd name="T0" fmla="*/ 0 w 64"/>
                <a:gd name="T1" fmla="*/ 0 h 263"/>
                <a:gd name="T2" fmla="*/ 24 w 64"/>
                <a:gd name="T3" fmla="*/ 25 h 263"/>
                <a:gd name="T4" fmla="*/ 41 w 64"/>
                <a:gd name="T5" fmla="*/ 53 h 263"/>
                <a:gd name="T6" fmla="*/ 54 w 64"/>
                <a:gd name="T7" fmla="*/ 92 h 263"/>
                <a:gd name="T8" fmla="*/ 59 w 64"/>
                <a:gd name="T9" fmla="*/ 138 h 263"/>
                <a:gd name="T10" fmla="*/ 61 w 64"/>
                <a:gd name="T11" fmla="*/ 207 h 263"/>
                <a:gd name="T12" fmla="*/ 64 w 64"/>
                <a:gd name="T13" fmla="*/ 263 h 2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4"/>
                <a:gd name="T22" fmla="*/ 0 h 263"/>
                <a:gd name="T23" fmla="*/ 64 w 64"/>
                <a:gd name="T24" fmla="*/ 263 h 26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4" h="263">
                  <a:moveTo>
                    <a:pt x="0" y="0"/>
                  </a:moveTo>
                  <a:lnTo>
                    <a:pt x="24" y="25"/>
                  </a:lnTo>
                  <a:lnTo>
                    <a:pt x="41" y="53"/>
                  </a:lnTo>
                  <a:lnTo>
                    <a:pt x="54" y="92"/>
                  </a:lnTo>
                  <a:lnTo>
                    <a:pt x="59" y="138"/>
                  </a:lnTo>
                  <a:lnTo>
                    <a:pt x="61" y="207"/>
                  </a:lnTo>
                  <a:lnTo>
                    <a:pt x="64" y="26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853"/>
            <p:cNvSpPr>
              <a:spLocks/>
            </p:cNvSpPr>
            <p:nvPr/>
          </p:nvSpPr>
          <p:spPr bwMode="auto">
            <a:xfrm>
              <a:off x="7670" y="1193"/>
              <a:ext cx="33" cy="88"/>
            </a:xfrm>
            <a:custGeom>
              <a:avLst/>
              <a:gdLst>
                <a:gd name="T0" fmla="*/ 0 w 68"/>
                <a:gd name="T1" fmla="*/ 0 h 176"/>
                <a:gd name="T2" fmla="*/ 2 w 68"/>
                <a:gd name="T3" fmla="*/ 39 h 176"/>
                <a:gd name="T4" fmla="*/ 4 w 68"/>
                <a:gd name="T5" fmla="*/ 66 h 176"/>
                <a:gd name="T6" fmla="*/ 22 w 68"/>
                <a:gd name="T7" fmla="*/ 97 h 176"/>
                <a:gd name="T8" fmla="*/ 37 w 68"/>
                <a:gd name="T9" fmla="*/ 127 h 176"/>
                <a:gd name="T10" fmla="*/ 54 w 68"/>
                <a:gd name="T11" fmla="*/ 151 h 176"/>
                <a:gd name="T12" fmla="*/ 68 w 68"/>
                <a:gd name="T13" fmla="*/ 176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8"/>
                <a:gd name="T22" fmla="*/ 0 h 176"/>
                <a:gd name="T23" fmla="*/ 68 w 68"/>
                <a:gd name="T24" fmla="*/ 176 h 17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8" h="176">
                  <a:moveTo>
                    <a:pt x="0" y="0"/>
                  </a:moveTo>
                  <a:lnTo>
                    <a:pt x="2" y="39"/>
                  </a:lnTo>
                  <a:lnTo>
                    <a:pt x="4" y="66"/>
                  </a:lnTo>
                  <a:lnTo>
                    <a:pt x="22" y="97"/>
                  </a:lnTo>
                  <a:lnTo>
                    <a:pt x="37" y="127"/>
                  </a:lnTo>
                  <a:lnTo>
                    <a:pt x="54" y="151"/>
                  </a:lnTo>
                  <a:lnTo>
                    <a:pt x="68" y="17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854"/>
            <p:cNvSpPr>
              <a:spLocks/>
            </p:cNvSpPr>
            <p:nvPr/>
          </p:nvSpPr>
          <p:spPr bwMode="auto">
            <a:xfrm>
              <a:off x="7536" y="1206"/>
              <a:ext cx="44" cy="101"/>
            </a:xfrm>
            <a:custGeom>
              <a:avLst/>
              <a:gdLst>
                <a:gd name="T0" fmla="*/ 0 w 87"/>
                <a:gd name="T1" fmla="*/ 0 h 201"/>
                <a:gd name="T2" fmla="*/ 26 w 87"/>
                <a:gd name="T3" fmla="*/ 0 h 201"/>
                <a:gd name="T4" fmla="*/ 51 w 87"/>
                <a:gd name="T5" fmla="*/ 15 h 201"/>
                <a:gd name="T6" fmla="*/ 71 w 87"/>
                <a:gd name="T7" fmla="*/ 46 h 201"/>
                <a:gd name="T8" fmla="*/ 87 w 87"/>
                <a:gd name="T9" fmla="*/ 79 h 201"/>
                <a:gd name="T10" fmla="*/ 87 w 87"/>
                <a:gd name="T11" fmla="*/ 115 h 201"/>
                <a:gd name="T12" fmla="*/ 79 w 87"/>
                <a:gd name="T13" fmla="*/ 171 h 201"/>
                <a:gd name="T14" fmla="*/ 69 w 87"/>
                <a:gd name="T15" fmla="*/ 201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7"/>
                <a:gd name="T25" fmla="*/ 0 h 201"/>
                <a:gd name="T26" fmla="*/ 87 w 87"/>
                <a:gd name="T27" fmla="*/ 201 h 20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7" h="201">
                  <a:moveTo>
                    <a:pt x="0" y="0"/>
                  </a:moveTo>
                  <a:lnTo>
                    <a:pt x="26" y="0"/>
                  </a:lnTo>
                  <a:lnTo>
                    <a:pt x="51" y="15"/>
                  </a:lnTo>
                  <a:lnTo>
                    <a:pt x="71" y="46"/>
                  </a:lnTo>
                  <a:lnTo>
                    <a:pt x="87" y="79"/>
                  </a:lnTo>
                  <a:lnTo>
                    <a:pt x="87" y="115"/>
                  </a:lnTo>
                  <a:lnTo>
                    <a:pt x="79" y="171"/>
                  </a:lnTo>
                  <a:lnTo>
                    <a:pt x="69" y="20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855"/>
            <p:cNvSpPr>
              <a:spLocks/>
            </p:cNvSpPr>
            <p:nvPr/>
          </p:nvSpPr>
          <p:spPr bwMode="auto">
            <a:xfrm>
              <a:off x="7495" y="1270"/>
              <a:ext cx="228" cy="62"/>
            </a:xfrm>
            <a:custGeom>
              <a:avLst/>
              <a:gdLst>
                <a:gd name="T0" fmla="*/ 2 w 456"/>
                <a:gd name="T1" fmla="*/ 0 h 125"/>
                <a:gd name="T2" fmla="*/ 0 w 456"/>
                <a:gd name="T3" fmla="*/ 12 h 125"/>
                <a:gd name="T4" fmla="*/ 2 w 456"/>
                <a:gd name="T5" fmla="*/ 25 h 125"/>
                <a:gd name="T6" fmla="*/ 5 w 456"/>
                <a:gd name="T7" fmla="*/ 35 h 125"/>
                <a:gd name="T8" fmla="*/ 12 w 456"/>
                <a:gd name="T9" fmla="*/ 46 h 125"/>
                <a:gd name="T10" fmla="*/ 22 w 456"/>
                <a:gd name="T11" fmla="*/ 56 h 125"/>
                <a:gd name="T12" fmla="*/ 32 w 456"/>
                <a:gd name="T13" fmla="*/ 66 h 125"/>
                <a:gd name="T14" fmla="*/ 46 w 456"/>
                <a:gd name="T15" fmla="*/ 73 h 125"/>
                <a:gd name="T16" fmla="*/ 61 w 456"/>
                <a:gd name="T17" fmla="*/ 83 h 125"/>
                <a:gd name="T18" fmla="*/ 78 w 456"/>
                <a:gd name="T19" fmla="*/ 91 h 125"/>
                <a:gd name="T20" fmla="*/ 98 w 456"/>
                <a:gd name="T21" fmla="*/ 98 h 125"/>
                <a:gd name="T22" fmla="*/ 117 w 456"/>
                <a:gd name="T23" fmla="*/ 105 h 125"/>
                <a:gd name="T24" fmla="*/ 140 w 456"/>
                <a:gd name="T25" fmla="*/ 110 h 125"/>
                <a:gd name="T26" fmla="*/ 161 w 456"/>
                <a:gd name="T27" fmla="*/ 115 h 125"/>
                <a:gd name="T28" fmla="*/ 183 w 456"/>
                <a:gd name="T29" fmla="*/ 117 h 125"/>
                <a:gd name="T30" fmla="*/ 206 w 456"/>
                <a:gd name="T31" fmla="*/ 122 h 125"/>
                <a:gd name="T32" fmla="*/ 230 w 456"/>
                <a:gd name="T33" fmla="*/ 125 h 125"/>
                <a:gd name="T34" fmla="*/ 252 w 456"/>
                <a:gd name="T35" fmla="*/ 125 h 125"/>
                <a:gd name="T36" fmla="*/ 275 w 456"/>
                <a:gd name="T37" fmla="*/ 125 h 125"/>
                <a:gd name="T38" fmla="*/ 296 w 456"/>
                <a:gd name="T39" fmla="*/ 125 h 125"/>
                <a:gd name="T40" fmla="*/ 318 w 456"/>
                <a:gd name="T41" fmla="*/ 125 h 125"/>
                <a:gd name="T42" fmla="*/ 341 w 456"/>
                <a:gd name="T43" fmla="*/ 122 h 125"/>
                <a:gd name="T44" fmla="*/ 360 w 456"/>
                <a:gd name="T45" fmla="*/ 117 h 125"/>
                <a:gd name="T46" fmla="*/ 380 w 456"/>
                <a:gd name="T47" fmla="*/ 112 h 125"/>
                <a:gd name="T48" fmla="*/ 397 w 456"/>
                <a:gd name="T49" fmla="*/ 107 h 125"/>
                <a:gd name="T50" fmla="*/ 412 w 456"/>
                <a:gd name="T51" fmla="*/ 101 h 125"/>
                <a:gd name="T52" fmla="*/ 423 w 456"/>
                <a:gd name="T53" fmla="*/ 93 h 125"/>
                <a:gd name="T54" fmla="*/ 436 w 456"/>
                <a:gd name="T55" fmla="*/ 83 h 125"/>
                <a:gd name="T56" fmla="*/ 443 w 456"/>
                <a:gd name="T57" fmla="*/ 71 h 125"/>
                <a:gd name="T58" fmla="*/ 451 w 456"/>
                <a:gd name="T59" fmla="*/ 61 h 125"/>
                <a:gd name="T60" fmla="*/ 456 w 456"/>
                <a:gd name="T61" fmla="*/ 46 h 125"/>
                <a:gd name="T62" fmla="*/ 456 w 456"/>
                <a:gd name="T63" fmla="*/ 32 h 125"/>
                <a:gd name="T64" fmla="*/ 453 w 456"/>
                <a:gd name="T65" fmla="*/ 17 h 1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56"/>
                <a:gd name="T100" fmla="*/ 0 h 125"/>
                <a:gd name="T101" fmla="*/ 456 w 456"/>
                <a:gd name="T102" fmla="*/ 125 h 1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56" h="125">
                  <a:moveTo>
                    <a:pt x="2" y="0"/>
                  </a:moveTo>
                  <a:lnTo>
                    <a:pt x="0" y="12"/>
                  </a:lnTo>
                  <a:lnTo>
                    <a:pt x="2" y="25"/>
                  </a:lnTo>
                  <a:lnTo>
                    <a:pt x="5" y="35"/>
                  </a:lnTo>
                  <a:lnTo>
                    <a:pt x="12" y="46"/>
                  </a:lnTo>
                  <a:lnTo>
                    <a:pt x="22" y="56"/>
                  </a:lnTo>
                  <a:lnTo>
                    <a:pt x="32" y="66"/>
                  </a:lnTo>
                  <a:lnTo>
                    <a:pt x="46" y="73"/>
                  </a:lnTo>
                  <a:lnTo>
                    <a:pt x="61" y="83"/>
                  </a:lnTo>
                  <a:lnTo>
                    <a:pt x="78" y="91"/>
                  </a:lnTo>
                  <a:lnTo>
                    <a:pt x="98" y="98"/>
                  </a:lnTo>
                  <a:lnTo>
                    <a:pt x="117" y="105"/>
                  </a:lnTo>
                  <a:lnTo>
                    <a:pt x="140" y="110"/>
                  </a:lnTo>
                  <a:lnTo>
                    <a:pt x="161" y="115"/>
                  </a:lnTo>
                  <a:lnTo>
                    <a:pt x="183" y="117"/>
                  </a:lnTo>
                  <a:lnTo>
                    <a:pt x="206" y="122"/>
                  </a:lnTo>
                  <a:lnTo>
                    <a:pt x="230" y="125"/>
                  </a:lnTo>
                  <a:lnTo>
                    <a:pt x="252" y="125"/>
                  </a:lnTo>
                  <a:lnTo>
                    <a:pt x="275" y="125"/>
                  </a:lnTo>
                  <a:lnTo>
                    <a:pt x="296" y="125"/>
                  </a:lnTo>
                  <a:lnTo>
                    <a:pt x="318" y="125"/>
                  </a:lnTo>
                  <a:lnTo>
                    <a:pt x="341" y="122"/>
                  </a:lnTo>
                  <a:lnTo>
                    <a:pt x="360" y="117"/>
                  </a:lnTo>
                  <a:lnTo>
                    <a:pt x="380" y="112"/>
                  </a:lnTo>
                  <a:lnTo>
                    <a:pt x="397" y="107"/>
                  </a:lnTo>
                  <a:lnTo>
                    <a:pt x="412" y="101"/>
                  </a:lnTo>
                  <a:lnTo>
                    <a:pt x="423" y="93"/>
                  </a:lnTo>
                  <a:lnTo>
                    <a:pt x="436" y="83"/>
                  </a:lnTo>
                  <a:lnTo>
                    <a:pt x="443" y="71"/>
                  </a:lnTo>
                  <a:lnTo>
                    <a:pt x="451" y="61"/>
                  </a:lnTo>
                  <a:lnTo>
                    <a:pt x="456" y="46"/>
                  </a:lnTo>
                  <a:lnTo>
                    <a:pt x="456" y="32"/>
                  </a:lnTo>
                  <a:lnTo>
                    <a:pt x="453" y="1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856"/>
            <p:cNvSpPr>
              <a:spLocks/>
            </p:cNvSpPr>
            <p:nvPr/>
          </p:nvSpPr>
          <p:spPr bwMode="auto">
            <a:xfrm>
              <a:off x="7495" y="1325"/>
              <a:ext cx="236" cy="37"/>
            </a:xfrm>
            <a:custGeom>
              <a:avLst/>
              <a:gdLst>
                <a:gd name="T0" fmla="*/ 0 w 471"/>
                <a:gd name="T1" fmla="*/ 0 h 73"/>
                <a:gd name="T2" fmla="*/ 35 w 471"/>
                <a:gd name="T3" fmla="*/ 20 h 73"/>
                <a:gd name="T4" fmla="*/ 93 w 471"/>
                <a:gd name="T5" fmla="*/ 47 h 73"/>
                <a:gd name="T6" fmla="*/ 188 w 471"/>
                <a:gd name="T7" fmla="*/ 63 h 73"/>
                <a:gd name="T8" fmla="*/ 270 w 471"/>
                <a:gd name="T9" fmla="*/ 73 h 73"/>
                <a:gd name="T10" fmla="*/ 370 w 471"/>
                <a:gd name="T11" fmla="*/ 58 h 73"/>
                <a:gd name="T12" fmla="*/ 433 w 471"/>
                <a:gd name="T13" fmla="*/ 42 h 73"/>
                <a:gd name="T14" fmla="*/ 471 w 471"/>
                <a:gd name="T15" fmla="*/ 2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1"/>
                <a:gd name="T25" fmla="*/ 0 h 73"/>
                <a:gd name="T26" fmla="*/ 471 w 471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1" h="73">
                  <a:moveTo>
                    <a:pt x="0" y="0"/>
                  </a:moveTo>
                  <a:lnTo>
                    <a:pt x="35" y="20"/>
                  </a:lnTo>
                  <a:lnTo>
                    <a:pt x="93" y="47"/>
                  </a:lnTo>
                  <a:lnTo>
                    <a:pt x="188" y="63"/>
                  </a:lnTo>
                  <a:lnTo>
                    <a:pt x="270" y="73"/>
                  </a:lnTo>
                  <a:lnTo>
                    <a:pt x="370" y="58"/>
                  </a:lnTo>
                  <a:lnTo>
                    <a:pt x="433" y="42"/>
                  </a:lnTo>
                  <a:lnTo>
                    <a:pt x="471" y="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857"/>
            <p:cNvSpPr>
              <a:spLocks/>
            </p:cNvSpPr>
            <p:nvPr/>
          </p:nvSpPr>
          <p:spPr bwMode="auto">
            <a:xfrm>
              <a:off x="6850" y="1409"/>
              <a:ext cx="298" cy="668"/>
            </a:xfrm>
            <a:custGeom>
              <a:avLst/>
              <a:gdLst>
                <a:gd name="T0" fmla="*/ 197 w 598"/>
                <a:gd name="T1" fmla="*/ 10 h 1337"/>
                <a:gd name="T2" fmla="*/ 179 w 598"/>
                <a:gd name="T3" fmla="*/ 26 h 1337"/>
                <a:gd name="T4" fmla="*/ 177 w 598"/>
                <a:gd name="T5" fmla="*/ 44 h 1337"/>
                <a:gd name="T6" fmla="*/ 194 w 598"/>
                <a:gd name="T7" fmla="*/ 61 h 1337"/>
                <a:gd name="T8" fmla="*/ 255 w 598"/>
                <a:gd name="T9" fmla="*/ 83 h 1337"/>
                <a:gd name="T10" fmla="*/ 333 w 598"/>
                <a:gd name="T11" fmla="*/ 130 h 1337"/>
                <a:gd name="T12" fmla="*/ 402 w 598"/>
                <a:gd name="T13" fmla="*/ 196 h 1337"/>
                <a:gd name="T14" fmla="*/ 450 w 598"/>
                <a:gd name="T15" fmla="*/ 269 h 1337"/>
                <a:gd name="T16" fmla="*/ 480 w 598"/>
                <a:gd name="T17" fmla="*/ 327 h 1337"/>
                <a:gd name="T18" fmla="*/ 493 w 598"/>
                <a:gd name="T19" fmla="*/ 390 h 1337"/>
                <a:gd name="T20" fmla="*/ 488 w 598"/>
                <a:gd name="T21" fmla="*/ 449 h 1337"/>
                <a:gd name="T22" fmla="*/ 473 w 598"/>
                <a:gd name="T23" fmla="*/ 497 h 1337"/>
                <a:gd name="T24" fmla="*/ 397 w 598"/>
                <a:gd name="T25" fmla="*/ 1000 h 1337"/>
                <a:gd name="T26" fmla="*/ 422 w 598"/>
                <a:gd name="T27" fmla="*/ 1036 h 1337"/>
                <a:gd name="T28" fmla="*/ 458 w 598"/>
                <a:gd name="T29" fmla="*/ 1079 h 1337"/>
                <a:gd name="T30" fmla="*/ 500 w 598"/>
                <a:gd name="T31" fmla="*/ 1107 h 1337"/>
                <a:gd name="T32" fmla="*/ 549 w 598"/>
                <a:gd name="T33" fmla="*/ 1115 h 1337"/>
                <a:gd name="T34" fmla="*/ 483 w 598"/>
                <a:gd name="T35" fmla="*/ 1159 h 1337"/>
                <a:gd name="T36" fmla="*/ 498 w 598"/>
                <a:gd name="T37" fmla="*/ 1184 h 1337"/>
                <a:gd name="T38" fmla="*/ 552 w 598"/>
                <a:gd name="T39" fmla="*/ 1194 h 1337"/>
                <a:gd name="T40" fmla="*/ 598 w 598"/>
                <a:gd name="T41" fmla="*/ 1204 h 1337"/>
                <a:gd name="T42" fmla="*/ 527 w 598"/>
                <a:gd name="T43" fmla="*/ 1230 h 1337"/>
                <a:gd name="T44" fmla="*/ 510 w 598"/>
                <a:gd name="T45" fmla="*/ 1262 h 1337"/>
                <a:gd name="T46" fmla="*/ 517 w 598"/>
                <a:gd name="T47" fmla="*/ 1291 h 1337"/>
                <a:gd name="T48" fmla="*/ 534 w 598"/>
                <a:gd name="T49" fmla="*/ 1313 h 1337"/>
                <a:gd name="T50" fmla="*/ 52 w 598"/>
                <a:gd name="T51" fmla="*/ 1335 h 1337"/>
                <a:gd name="T52" fmla="*/ 27 w 598"/>
                <a:gd name="T53" fmla="*/ 1323 h 1337"/>
                <a:gd name="T54" fmla="*/ 12 w 598"/>
                <a:gd name="T55" fmla="*/ 1298 h 1337"/>
                <a:gd name="T56" fmla="*/ 3 w 598"/>
                <a:gd name="T57" fmla="*/ 1274 h 1337"/>
                <a:gd name="T58" fmla="*/ 17 w 598"/>
                <a:gd name="T59" fmla="*/ 1071 h 1337"/>
                <a:gd name="T60" fmla="*/ 10 w 598"/>
                <a:gd name="T61" fmla="*/ 691 h 1337"/>
                <a:gd name="T62" fmla="*/ 3 w 598"/>
                <a:gd name="T63" fmla="*/ 404 h 1337"/>
                <a:gd name="T64" fmla="*/ 34 w 598"/>
                <a:gd name="T65" fmla="*/ 218 h 1337"/>
                <a:gd name="T66" fmla="*/ 73 w 598"/>
                <a:gd name="T67" fmla="*/ 100 h 1337"/>
                <a:gd name="T68" fmla="*/ 110 w 598"/>
                <a:gd name="T69" fmla="*/ 51 h 1337"/>
                <a:gd name="T70" fmla="*/ 149 w 598"/>
                <a:gd name="T71" fmla="*/ 16 h 1337"/>
                <a:gd name="T72" fmla="*/ 189 w 598"/>
                <a:gd name="T73" fmla="*/ 3 h 1337"/>
                <a:gd name="T74" fmla="*/ 208 w 598"/>
                <a:gd name="T75" fmla="*/ 3 h 13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8"/>
                <a:gd name="T115" fmla="*/ 0 h 1337"/>
                <a:gd name="T116" fmla="*/ 598 w 598"/>
                <a:gd name="T117" fmla="*/ 1337 h 133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8" h="1337">
                  <a:moveTo>
                    <a:pt x="208" y="0"/>
                  </a:moveTo>
                  <a:lnTo>
                    <a:pt x="197" y="10"/>
                  </a:lnTo>
                  <a:lnTo>
                    <a:pt x="187" y="16"/>
                  </a:lnTo>
                  <a:lnTo>
                    <a:pt x="179" y="26"/>
                  </a:lnTo>
                  <a:lnTo>
                    <a:pt x="174" y="34"/>
                  </a:lnTo>
                  <a:lnTo>
                    <a:pt x="177" y="44"/>
                  </a:lnTo>
                  <a:lnTo>
                    <a:pt x="182" y="54"/>
                  </a:lnTo>
                  <a:lnTo>
                    <a:pt x="194" y="61"/>
                  </a:lnTo>
                  <a:lnTo>
                    <a:pt x="210" y="74"/>
                  </a:lnTo>
                  <a:lnTo>
                    <a:pt x="255" y="83"/>
                  </a:lnTo>
                  <a:lnTo>
                    <a:pt x="294" y="103"/>
                  </a:lnTo>
                  <a:lnTo>
                    <a:pt x="333" y="130"/>
                  </a:lnTo>
                  <a:lnTo>
                    <a:pt x="370" y="161"/>
                  </a:lnTo>
                  <a:lnTo>
                    <a:pt x="402" y="196"/>
                  </a:lnTo>
                  <a:lnTo>
                    <a:pt x="429" y="233"/>
                  </a:lnTo>
                  <a:lnTo>
                    <a:pt x="450" y="269"/>
                  </a:lnTo>
                  <a:lnTo>
                    <a:pt x="468" y="301"/>
                  </a:lnTo>
                  <a:lnTo>
                    <a:pt x="480" y="327"/>
                  </a:lnTo>
                  <a:lnTo>
                    <a:pt x="488" y="360"/>
                  </a:lnTo>
                  <a:lnTo>
                    <a:pt x="493" y="390"/>
                  </a:lnTo>
                  <a:lnTo>
                    <a:pt x="493" y="419"/>
                  </a:lnTo>
                  <a:lnTo>
                    <a:pt x="488" y="449"/>
                  </a:lnTo>
                  <a:lnTo>
                    <a:pt x="483" y="475"/>
                  </a:lnTo>
                  <a:lnTo>
                    <a:pt x="473" y="497"/>
                  </a:lnTo>
                  <a:lnTo>
                    <a:pt x="463" y="515"/>
                  </a:lnTo>
                  <a:lnTo>
                    <a:pt x="397" y="1000"/>
                  </a:lnTo>
                  <a:lnTo>
                    <a:pt x="407" y="1017"/>
                  </a:lnTo>
                  <a:lnTo>
                    <a:pt x="422" y="1036"/>
                  </a:lnTo>
                  <a:lnTo>
                    <a:pt x="439" y="1056"/>
                  </a:lnTo>
                  <a:lnTo>
                    <a:pt x="458" y="1079"/>
                  </a:lnTo>
                  <a:lnTo>
                    <a:pt x="478" y="1095"/>
                  </a:lnTo>
                  <a:lnTo>
                    <a:pt x="500" y="1107"/>
                  </a:lnTo>
                  <a:lnTo>
                    <a:pt x="524" y="1115"/>
                  </a:lnTo>
                  <a:lnTo>
                    <a:pt x="549" y="1115"/>
                  </a:lnTo>
                  <a:lnTo>
                    <a:pt x="503" y="1140"/>
                  </a:lnTo>
                  <a:lnTo>
                    <a:pt x="483" y="1159"/>
                  </a:lnTo>
                  <a:lnTo>
                    <a:pt x="483" y="1174"/>
                  </a:lnTo>
                  <a:lnTo>
                    <a:pt x="498" y="1184"/>
                  </a:lnTo>
                  <a:lnTo>
                    <a:pt x="522" y="1189"/>
                  </a:lnTo>
                  <a:lnTo>
                    <a:pt x="552" y="1194"/>
                  </a:lnTo>
                  <a:lnTo>
                    <a:pt x="578" y="1199"/>
                  </a:lnTo>
                  <a:lnTo>
                    <a:pt x="598" y="1204"/>
                  </a:lnTo>
                  <a:lnTo>
                    <a:pt x="554" y="1215"/>
                  </a:lnTo>
                  <a:lnTo>
                    <a:pt x="527" y="1230"/>
                  </a:lnTo>
                  <a:lnTo>
                    <a:pt x="512" y="1245"/>
                  </a:lnTo>
                  <a:lnTo>
                    <a:pt x="510" y="1262"/>
                  </a:lnTo>
                  <a:lnTo>
                    <a:pt x="512" y="1276"/>
                  </a:lnTo>
                  <a:lnTo>
                    <a:pt x="517" y="1291"/>
                  </a:lnTo>
                  <a:lnTo>
                    <a:pt x="527" y="1303"/>
                  </a:lnTo>
                  <a:lnTo>
                    <a:pt x="534" y="1313"/>
                  </a:lnTo>
                  <a:lnTo>
                    <a:pt x="67" y="1337"/>
                  </a:lnTo>
                  <a:lnTo>
                    <a:pt x="52" y="1335"/>
                  </a:lnTo>
                  <a:lnTo>
                    <a:pt x="39" y="1331"/>
                  </a:lnTo>
                  <a:lnTo>
                    <a:pt x="27" y="1323"/>
                  </a:lnTo>
                  <a:lnTo>
                    <a:pt x="17" y="1311"/>
                  </a:lnTo>
                  <a:lnTo>
                    <a:pt x="12" y="1298"/>
                  </a:lnTo>
                  <a:lnTo>
                    <a:pt x="8" y="1286"/>
                  </a:lnTo>
                  <a:lnTo>
                    <a:pt x="3" y="1274"/>
                  </a:lnTo>
                  <a:lnTo>
                    <a:pt x="5" y="1262"/>
                  </a:lnTo>
                  <a:lnTo>
                    <a:pt x="17" y="1071"/>
                  </a:lnTo>
                  <a:lnTo>
                    <a:pt x="17" y="880"/>
                  </a:lnTo>
                  <a:lnTo>
                    <a:pt x="10" y="691"/>
                  </a:lnTo>
                  <a:lnTo>
                    <a:pt x="0" y="505"/>
                  </a:lnTo>
                  <a:lnTo>
                    <a:pt x="3" y="404"/>
                  </a:lnTo>
                  <a:lnTo>
                    <a:pt x="14" y="309"/>
                  </a:lnTo>
                  <a:lnTo>
                    <a:pt x="34" y="218"/>
                  </a:lnTo>
                  <a:lnTo>
                    <a:pt x="57" y="133"/>
                  </a:lnTo>
                  <a:lnTo>
                    <a:pt x="73" y="100"/>
                  </a:lnTo>
                  <a:lnTo>
                    <a:pt x="90" y="74"/>
                  </a:lnTo>
                  <a:lnTo>
                    <a:pt x="110" y="51"/>
                  </a:lnTo>
                  <a:lnTo>
                    <a:pt x="130" y="31"/>
                  </a:lnTo>
                  <a:lnTo>
                    <a:pt x="149" y="16"/>
                  </a:lnTo>
                  <a:lnTo>
                    <a:pt x="169" y="8"/>
                  </a:lnTo>
                  <a:lnTo>
                    <a:pt x="189" y="3"/>
                  </a:lnTo>
                  <a:lnTo>
                    <a:pt x="208" y="3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858"/>
            <p:cNvSpPr>
              <a:spLocks/>
            </p:cNvSpPr>
            <p:nvPr/>
          </p:nvSpPr>
          <p:spPr bwMode="auto">
            <a:xfrm>
              <a:off x="6850" y="1409"/>
              <a:ext cx="298" cy="668"/>
            </a:xfrm>
            <a:custGeom>
              <a:avLst/>
              <a:gdLst>
                <a:gd name="T0" fmla="*/ 197 w 598"/>
                <a:gd name="T1" fmla="*/ 10 h 1337"/>
                <a:gd name="T2" fmla="*/ 179 w 598"/>
                <a:gd name="T3" fmla="*/ 26 h 1337"/>
                <a:gd name="T4" fmla="*/ 177 w 598"/>
                <a:gd name="T5" fmla="*/ 44 h 1337"/>
                <a:gd name="T6" fmla="*/ 194 w 598"/>
                <a:gd name="T7" fmla="*/ 61 h 1337"/>
                <a:gd name="T8" fmla="*/ 255 w 598"/>
                <a:gd name="T9" fmla="*/ 83 h 1337"/>
                <a:gd name="T10" fmla="*/ 333 w 598"/>
                <a:gd name="T11" fmla="*/ 130 h 1337"/>
                <a:gd name="T12" fmla="*/ 402 w 598"/>
                <a:gd name="T13" fmla="*/ 196 h 1337"/>
                <a:gd name="T14" fmla="*/ 450 w 598"/>
                <a:gd name="T15" fmla="*/ 269 h 1337"/>
                <a:gd name="T16" fmla="*/ 480 w 598"/>
                <a:gd name="T17" fmla="*/ 327 h 1337"/>
                <a:gd name="T18" fmla="*/ 493 w 598"/>
                <a:gd name="T19" fmla="*/ 390 h 1337"/>
                <a:gd name="T20" fmla="*/ 488 w 598"/>
                <a:gd name="T21" fmla="*/ 449 h 1337"/>
                <a:gd name="T22" fmla="*/ 473 w 598"/>
                <a:gd name="T23" fmla="*/ 497 h 1337"/>
                <a:gd name="T24" fmla="*/ 397 w 598"/>
                <a:gd name="T25" fmla="*/ 1000 h 1337"/>
                <a:gd name="T26" fmla="*/ 422 w 598"/>
                <a:gd name="T27" fmla="*/ 1036 h 1337"/>
                <a:gd name="T28" fmla="*/ 458 w 598"/>
                <a:gd name="T29" fmla="*/ 1079 h 1337"/>
                <a:gd name="T30" fmla="*/ 500 w 598"/>
                <a:gd name="T31" fmla="*/ 1107 h 1337"/>
                <a:gd name="T32" fmla="*/ 549 w 598"/>
                <a:gd name="T33" fmla="*/ 1115 h 1337"/>
                <a:gd name="T34" fmla="*/ 483 w 598"/>
                <a:gd name="T35" fmla="*/ 1159 h 1337"/>
                <a:gd name="T36" fmla="*/ 498 w 598"/>
                <a:gd name="T37" fmla="*/ 1184 h 1337"/>
                <a:gd name="T38" fmla="*/ 552 w 598"/>
                <a:gd name="T39" fmla="*/ 1194 h 1337"/>
                <a:gd name="T40" fmla="*/ 598 w 598"/>
                <a:gd name="T41" fmla="*/ 1204 h 1337"/>
                <a:gd name="T42" fmla="*/ 527 w 598"/>
                <a:gd name="T43" fmla="*/ 1230 h 1337"/>
                <a:gd name="T44" fmla="*/ 510 w 598"/>
                <a:gd name="T45" fmla="*/ 1262 h 1337"/>
                <a:gd name="T46" fmla="*/ 517 w 598"/>
                <a:gd name="T47" fmla="*/ 1291 h 1337"/>
                <a:gd name="T48" fmla="*/ 534 w 598"/>
                <a:gd name="T49" fmla="*/ 1313 h 1337"/>
                <a:gd name="T50" fmla="*/ 52 w 598"/>
                <a:gd name="T51" fmla="*/ 1335 h 1337"/>
                <a:gd name="T52" fmla="*/ 27 w 598"/>
                <a:gd name="T53" fmla="*/ 1323 h 1337"/>
                <a:gd name="T54" fmla="*/ 12 w 598"/>
                <a:gd name="T55" fmla="*/ 1298 h 1337"/>
                <a:gd name="T56" fmla="*/ 3 w 598"/>
                <a:gd name="T57" fmla="*/ 1274 h 1337"/>
                <a:gd name="T58" fmla="*/ 17 w 598"/>
                <a:gd name="T59" fmla="*/ 1071 h 1337"/>
                <a:gd name="T60" fmla="*/ 10 w 598"/>
                <a:gd name="T61" fmla="*/ 691 h 1337"/>
                <a:gd name="T62" fmla="*/ 3 w 598"/>
                <a:gd name="T63" fmla="*/ 404 h 1337"/>
                <a:gd name="T64" fmla="*/ 34 w 598"/>
                <a:gd name="T65" fmla="*/ 218 h 1337"/>
                <a:gd name="T66" fmla="*/ 73 w 598"/>
                <a:gd name="T67" fmla="*/ 100 h 1337"/>
                <a:gd name="T68" fmla="*/ 110 w 598"/>
                <a:gd name="T69" fmla="*/ 51 h 1337"/>
                <a:gd name="T70" fmla="*/ 149 w 598"/>
                <a:gd name="T71" fmla="*/ 16 h 1337"/>
                <a:gd name="T72" fmla="*/ 189 w 598"/>
                <a:gd name="T73" fmla="*/ 3 h 1337"/>
                <a:gd name="T74" fmla="*/ 208 w 598"/>
                <a:gd name="T75" fmla="*/ 3 h 13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8"/>
                <a:gd name="T115" fmla="*/ 0 h 1337"/>
                <a:gd name="T116" fmla="*/ 598 w 598"/>
                <a:gd name="T117" fmla="*/ 1337 h 133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8" h="1337">
                  <a:moveTo>
                    <a:pt x="208" y="0"/>
                  </a:moveTo>
                  <a:lnTo>
                    <a:pt x="197" y="10"/>
                  </a:lnTo>
                  <a:lnTo>
                    <a:pt x="187" y="16"/>
                  </a:lnTo>
                  <a:lnTo>
                    <a:pt x="179" y="26"/>
                  </a:lnTo>
                  <a:lnTo>
                    <a:pt x="174" y="34"/>
                  </a:lnTo>
                  <a:lnTo>
                    <a:pt x="177" y="44"/>
                  </a:lnTo>
                  <a:lnTo>
                    <a:pt x="182" y="54"/>
                  </a:lnTo>
                  <a:lnTo>
                    <a:pt x="194" y="61"/>
                  </a:lnTo>
                  <a:lnTo>
                    <a:pt x="210" y="74"/>
                  </a:lnTo>
                  <a:lnTo>
                    <a:pt x="255" y="83"/>
                  </a:lnTo>
                  <a:lnTo>
                    <a:pt x="294" y="103"/>
                  </a:lnTo>
                  <a:lnTo>
                    <a:pt x="333" y="130"/>
                  </a:lnTo>
                  <a:lnTo>
                    <a:pt x="370" y="161"/>
                  </a:lnTo>
                  <a:lnTo>
                    <a:pt x="402" y="196"/>
                  </a:lnTo>
                  <a:lnTo>
                    <a:pt x="429" y="233"/>
                  </a:lnTo>
                  <a:lnTo>
                    <a:pt x="450" y="269"/>
                  </a:lnTo>
                  <a:lnTo>
                    <a:pt x="468" y="301"/>
                  </a:lnTo>
                  <a:lnTo>
                    <a:pt x="480" y="327"/>
                  </a:lnTo>
                  <a:lnTo>
                    <a:pt x="488" y="360"/>
                  </a:lnTo>
                  <a:lnTo>
                    <a:pt x="493" y="390"/>
                  </a:lnTo>
                  <a:lnTo>
                    <a:pt x="493" y="419"/>
                  </a:lnTo>
                  <a:lnTo>
                    <a:pt x="488" y="449"/>
                  </a:lnTo>
                  <a:lnTo>
                    <a:pt x="483" y="475"/>
                  </a:lnTo>
                  <a:lnTo>
                    <a:pt x="473" y="497"/>
                  </a:lnTo>
                  <a:lnTo>
                    <a:pt x="463" y="515"/>
                  </a:lnTo>
                  <a:lnTo>
                    <a:pt x="397" y="1000"/>
                  </a:lnTo>
                  <a:lnTo>
                    <a:pt x="407" y="1017"/>
                  </a:lnTo>
                  <a:lnTo>
                    <a:pt x="422" y="1036"/>
                  </a:lnTo>
                  <a:lnTo>
                    <a:pt x="439" y="1056"/>
                  </a:lnTo>
                  <a:lnTo>
                    <a:pt x="458" y="1079"/>
                  </a:lnTo>
                  <a:lnTo>
                    <a:pt x="478" y="1095"/>
                  </a:lnTo>
                  <a:lnTo>
                    <a:pt x="500" y="1107"/>
                  </a:lnTo>
                  <a:lnTo>
                    <a:pt x="524" y="1115"/>
                  </a:lnTo>
                  <a:lnTo>
                    <a:pt x="549" y="1115"/>
                  </a:lnTo>
                  <a:lnTo>
                    <a:pt x="503" y="1140"/>
                  </a:lnTo>
                  <a:lnTo>
                    <a:pt x="483" y="1159"/>
                  </a:lnTo>
                  <a:lnTo>
                    <a:pt x="483" y="1174"/>
                  </a:lnTo>
                  <a:lnTo>
                    <a:pt x="498" y="1184"/>
                  </a:lnTo>
                  <a:lnTo>
                    <a:pt x="522" y="1189"/>
                  </a:lnTo>
                  <a:lnTo>
                    <a:pt x="552" y="1194"/>
                  </a:lnTo>
                  <a:lnTo>
                    <a:pt x="578" y="1199"/>
                  </a:lnTo>
                  <a:lnTo>
                    <a:pt x="598" y="1204"/>
                  </a:lnTo>
                  <a:lnTo>
                    <a:pt x="554" y="1215"/>
                  </a:lnTo>
                  <a:lnTo>
                    <a:pt x="527" y="1230"/>
                  </a:lnTo>
                  <a:lnTo>
                    <a:pt x="512" y="1245"/>
                  </a:lnTo>
                  <a:lnTo>
                    <a:pt x="510" y="1262"/>
                  </a:lnTo>
                  <a:lnTo>
                    <a:pt x="512" y="1276"/>
                  </a:lnTo>
                  <a:lnTo>
                    <a:pt x="517" y="1291"/>
                  </a:lnTo>
                  <a:lnTo>
                    <a:pt x="527" y="1303"/>
                  </a:lnTo>
                  <a:lnTo>
                    <a:pt x="534" y="1313"/>
                  </a:lnTo>
                  <a:lnTo>
                    <a:pt x="67" y="1337"/>
                  </a:lnTo>
                  <a:lnTo>
                    <a:pt x="52" y="1335"/>
                  </a:lnTo>
                  <a:lnTo>
                    <a:pt x="39" y="1331"/>
                  </a:lnTo>
                  <a:lnTo>
                    <a:pt x="27" y="1323"/>
                  </a:lnTo>
                  <a:lnTo>
                    <a:pt x="17" y="1311"/>
                  </a:lnTo>
                  <a:lnTo>
                    <a:pt x="12" y="1298"/>
                  </a:lnTo>
                  <a:lnTo>
                    <a:pt x="8" y="1286"/>
                  </a:lnTo>
                  <a:lnTo>
                    <a:pt x="3" y="1274"/>
                  </a:lnTo>
                  <a:lnTo>
                    <a:pt x="5" y="1262"/>
                  </a:lnTo>
                  <a:lnTo>
                    <a:pt x="17" y="1071"/>
                  </a:lnTo>
                  <a:lnTo>
                    <a:pt x="17" y="880"/>
                  </a:lnTo>
                  <a:lnTo>
                    <a:pt x="10" y="691"/>
                  </a:lnTo>
                  <a:lnTo>
                    <a:pt x="0" y="505"/>
                  </a:lnTo>
                  <a:lnTo>
                    <a:pt x="3" y="404"/>
                  </a:lnTo>
                  <a:lnTo>
                    <a:pt x="14" y="309"/>
                  </a:lnTo>
                  <a:lnTo>
                    <a:pt x="34" y="218"/>
                  </a:lnTo>
                  <a:lnTo>
                    <a:pt x="57" y="133"/>
                  </a:lnTo>
                  <a:lnTo>
                    <a:pt x="73" y="100"/>
                  </a:lnTo>
                  <a:lnTo>
                    <a:pt x="90" y="74"/>
                  </a:lnTo>
                  <a:lnTo>
                    <a:pt x="110" y="51"/>
                  </a:lnTo>
                  <a:lnTo>
                    <a:pt x="130" y="31"/>
                  </a:lnTo>
                  <a:lnTo>
                    <a:pt x="149" y="16"/>
                  </a:lnTo>
                  <a:lnTo>
                    <a:pt x="169" y="8"/>
                  </a:lnTo>
                  <a:lnTo>
                    <a:pt x="189" y="3"/>
                  </a:lnTo>
                  <a:lnTo>
                    <a:pt x="208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859"/>
            <p:cNvSpPr>
              <a:spLocks/>
            </p:cNvSpPr>
            <p:nvPr/>
          </p:nvSpPr>
          <p:spPr bwMode="auto">
            <a:xfrm>
              <a:off x="6960" y="1363"/>
              <a:ext cx="165" cy="117"/>
            </a:xfrm>
            <a:custGeom>
              <a:avLst/>
              <a:gdLst>
                <a:gd name="T0" fmla="*/ 209 w 332"/>
                <a:gd name="T1" fmla="*/ 0 h 235"/>
                <a:gd name="T2" fmla="*/ 332 w 332"/>
                <a:gd name="T3" fmla="*/ 140 h 235"/>
                <a:gd name="T4" fmla="*/ 309 w 332"/>
                <a:gd name="T5" fmla="*/ 181 h 235"/>
                <a:gd name="T6" fmla="*/ 292 w 332"/>
                <a:gd name="T7" fmla="*/ 179 h 235"/>
                <a:gd name="T8" fmla="*/ 275 w 332"/>
                <a:gd name="T9" fmla="*/ 184 h 235"/>
                <a:gd name="T10" fmla="*/ 258 w 332"/>
                <a:gd name="T11" fmla="*/ 199 h 235"/>
                <a:gd name="T12" fmla="*/ 240 w 332"/>
                <a:gd name="T13" fmla="*/ 214 h 235"/>
                <a:gd name="T14" fmla="*/ 222 w 332"/>
                <a:gd name="T15" fmla="*/ 226 h 235"/>
                <a:gd name="T16" fmla="*/ 199 w 332"/>
                <a:gd name="T17" fmla="*/ 235 h 235"/>
                <a:gd name="T18" fmla="*/ 177 w 332"/>
                <a:gd name="T19" fmla="*/ 231 h 235"/>
                <a:gd name="T20" fmla="*/ 150 w 332"/>
                <a:gd name="T21" fmla="*/ 214 h 235"/>
                <a:gd name="T22" fmla="*/ 113 w 332"/>
                <a:gd name="T23" fmla="*/ 176 h 235"/>
                <a:gd name="T24" fmla="*/ 77 w 332"/>
                <a:gd name="T25" fmla="*/ 162 h 235"/>
                <a:gd name="T26" fmla="*/ 47 w 332"/>
                <a:gd name="T27" fmla="*/ 157 h 235"/>
                <a:gd name="T28" fmla="*/ 25 w 332"/>
                <a:gd name="T29" fmla="*/ 157 h 235"/>
                <a:gd name="T30" fmla="*/ 8 w 332"/>
                <a:gd name="T31" fmla="*/ 137 h 235"/>
                <a:gd name="T32" fmla="*/ 0 w 332"/>
                <a:gd name="T33" fmla="*/ 120 h 235"/>
                <a:gd name="T34" fmla="*/ 3 w 332"/>
                <a:gd name="T35" fmla="*/ 105 h 235"/>
                <a:gd name="T36" fmla="*/ 15 w 332"/>
                <a:gd name="T37" fmla="*/ 89 h 235"/>
                <a:gd name="T38" fmla="*/ 35 w 332"/>
                <a:gd name="T39" fmla="*/ 86 h 235"/>
                <a:gd name="T40" fmla="*/ 57 w 332"/>
                <a:gd name="T41" fmla="*/ 81 h 235"/>
                <a:gd name="T42" fmla="*/ 79 w 332"/>
                <a:gd name="T43" fmla="*/ 71 h 235"/>
                <a:gd name="T44" fmla="*/ 104 w 332"/>
                <a:gd name="T45" fmla="*/ 59 h 235"/>
                <a:gd name="T46" fmla="*/ 130 w 332"/>
                <a:gd name="T47" fmla="*/ 44 h 235"/>
                <a:gd name="T48" fmla="*/ 158 w 332"/>
                <a:gd name="T49" fmla="*/ 27 h 235"/>
                <a:gd name="T50" fmla="*/ 184 w 332"/>
                <a:gd name="T51" fmla="*/ 12 h 235"/>
                <a:gd name="T52" fmla="*/ 209 w 332"/>
                <a:gd name="T53" fmla="*/ 0 h 235"/>
                <a:gd name="T54" fmla="*/ 209 w 332"/>
                <a:gd name="T55" fmla="*/ 0 h 2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32"/>
                <a:gd name="T85" fmla="*/ 0 h 235"/>
                <a:gd name="T86" fmla="*/ 332 w 332"/>
                <a:gd name="T87" fmla="*/ 235 h 23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32" h="235">
                  <a:moveTo>
                    <a:pt x="209" y="0"/>
                  </a:moveTo>
                  <a:lnTo>
                    <a:pt x="332" y="140"/>
                  </a:lnTo>
                  <a:lnTo>
                    <a:pt x="309" y="181"/>
                  </a:lnTo>
                  <a:lnTo>
                    <a:pt x="292" y="179"/>
                  </a:lnTo>
                  <a:lnTo>
                    <a:pt x="275" y="184"/>
                  </a:lnTo>
                  <a:lnTo>
                    <a:pt x="258" y="199"/>
                  </a:lnTo>
                  <a:lnTo>
                    <a:pt x="240" y="214"/>
                  </a:lnTo>
                  <a:lnTo>
                    <a:pt x="222" y="226"/>
                  </a:lnTo>
                  <a:lnTo>
                    <a:pt x="199" y="235"/>
                  </a:lnTo>
                  <a:lnTo>
                    <a:pt x="177" y="231"/>
                  </a:lnTo>
                  <a:lnTo>
                    <a:pt x="150" y="214"/>
                  </a:lnTo>
                  <a:lnTo>
                    <a:pt x="113" y="176"/>
                  </a:lnTo>
                  <a:lnTo>
                    <a:pt x="77" y="162"/>
                  </a:lnTo>
                  <a:lnTo>
                    <a:pt x="47" y="157"/>
                  </a:lnTo>
                  <a:lnTo>
                    <a:pt x="25" y="157"/>
                  </a:lnTo>
                  <a:lnTo>
                    <a:pt x="8" y="137"/>
                  </a:lnTo>
                  <a:lnTo>
                    <a:pt x="0" y="120"/>
                  </a:lnTo>
                  <a:lnTo>
                    <a:pt x="3" y="105"/>
                  </a:lnTo>
                  <a:lnTo>
                    <a:pt x="15" y="89"/>
                  </a:lnTo>
                  <a:lnTo>
                    <a:pt x="35" y="86"/>
                  </a:lnTo>
                  <a:lnTo>
                    <a:pt x="57" y="81"/>
                  </a:lnTo>
                  <a:lnTo>
                    <a:pt x="79" y="71"/>
                  </a:lnTo>
                  <a:lnTo>
                    <a:pt x="104" y="59"/>
                  </a:lnTo>
                  <a:lnTo>
                    <a:pt x="130" y="44"/>
                  </a:lnTo>
                  <a:lnTo>
                    <a:pt x="158" y="27"/>
                  </a:lnTo>
                  <a:lnTo>
                    <a:pt x="184" y="12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860"/>
            <p:cNvSpPr>
              <a:spLocks/>
            </p:cNvSpPr>
            <p:nvPr/>
          </p:nvSpPr>
          <p:spPr bwMode="auto">
            <a:xfrm>
              <a:off x="6960" y="1363"/>
              <a:ext cx="165" cy="117"/>
            </a:xfrm>
            <a:custGeom>
              <a:avLst/>
              <a:gdLst>
                <a:gd name="T0" fmla="*/ 209 w 332"/>
                <a:gd name="T1" fmla="*/ 0 h 235"/>
                <a:gd name="T2" fmla="*/ 332 w 332"/>
                <a:gd name="T3" fmla="*/ 140 h 235"/>
                <a:gd name="T4" fmla="*/ 309 w 332"/>
                <a:gd name="T5" fmla="*/ 181 h 235"/>
                <a:gd name="T6" fmla="*/ 292 w 332"/>
                <a:gd name="T7" fmla="*/ 179 h 235"/>
                <a:gd name="T8" fmla="*/ 275 w 332"/>
                <a:gd name="T9" fmla="*/ 184 h 235"/>
                <a:gd name="T10" fmla="*/ 258 w 332"/>
                <a:gd name="T11" fmla="*/ 199 h 235"/>
                <a:gd name="T12" fmla="*/ 240 w 332"/>
                <a:gd name="T13" fmla="*/ 214 h 235"/>
                <a:gd name="T14" fmla="*/ 222 w 332"/>
                <a:gd name="T15" fmla="*/ 226 h 235"/>
                <a:gd name="T16" fmla="*/ 199 w 332"/>
                <a:gd name="T17" fmla="*/ 235 h 235"/>
                <a:gd name="T18" fmla="*/ 177 w 332"/>
                <a:gd name="T19" fmla="*/ 231 h 235"/>
                <a:gd name="T20" fmla="*/ 150 w 332"/>
                <a:gd name="T21" fmla="*/ 214 h 235"/>
                <a:gd name="T22" fmla="*/ 113 w 332"/>
                <a:gd name="T23" fmla="*/ 176 h 235"/>
                <a:gd name="T24" fmla="*/ 77 w 332"/>
                <a:gd name="T25" fmla="*/ 162 h 235"/>
                <a:gd name="T26" fmla="*/ 47 w 332"/>
                <a:gd name="T27" fmla="*/ 157 h 235"/>
                <a:gd name="T28" fmla="*/ 25 w 332"/>
                <a:gd name="T29" fmla="*/ 157 h 235"/>
                <a:gd name="T30" fmla="*/ 8 w 332"/>
                <a:gd name="T31" fmla="*/ 137 h 235"/>
                <a:gd name="T32" fmla="*/ 0 w 332"/>
                <a:gd name="T33" fmla="*/ 120 h 235"/>
                <a:gd name="T34" fmla="*/ 3 w 332"/>
                <a:gd name="T35" fmla="*/ 105 h 235"/>
                <a:gd name="T36" fmla="*/ 15 w 332"/>
                <a:gd name="T37" fmla="*/ 89 h 235"/>
                <a:gd name="T38" fmla="*/ 35 w 332"/>
                <a:gd name="T39" fmla="*/ 86 h 235"/>
                <a:gd name="T40" fmla="*/ 57 w 332"/>
                <a:gd name="T41" fmla="*/ 81 h 235"/>
                <a:gd name="T42" fmla="*/ 79 w 332"/>
                <a:gd name="T43" fmla="*/ 71 h 235"/>
                <a:gd name="T44" fmla="*/ 104 w 332"/>
                <a:gd name="T45" fmla="*/ 59 h 235"/>
                <a:gd name="T46" fmla="*/ 130 w 332"/>
                <a:gd name="T47" fmla="*/ 44 h 235"/>
                <a:gd name="T48" fmla="*/ 158 w 332"/>
                <a:gd name="T49" fmla="*/ 27 h 235"/>
                <a:gd name="T50" fmla="*/ 184 w 332"/>
                <a:gd name="T51" fmla="*/ 12 h 235"/>
                <a:gd name="T52" fmla="*/ 209 w 332"/>
                <a:gd name="T53" fmla="*/ 0 h 235"/>
                <a:gd name="T54" fmla="*/ 209 w 332"/>
                <a:gd name="T55" fmla="*/ 0 h 2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32"/>
                <a:gd name="T85" fmla="*/ 0 h 235"/>
                <a:gd name="T86" fmla="*/ 332 w 332"/>
                <a:gd name="T87" fmla="*/ 235 h 23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32" h="235">
                  <a:moveTo>
                    <a:pt x="209" y="0"/>
                  </a:moveTo>
                  <a:lnTo>
                    <a:pt x="332" y="140"/>
                  </a:lnTo>
                  <a:lnTo>
                    <a:pt x="309" y="181"/>
                  </a:lnTo>
                  <a:lnTo>
                    <a:pt x="292" y="179"/>
                  </a:lnTo>
                  <a:lnTo>
                    <a:pt x="275" y="184"/>
                  </a:lnTo>
                  <a:lnTo>
                    <a:pt x="258" y="199"/>
                  </a:lnTo>
                  <a:lnTo>
                    <a:pt x="240" y="214"/>
                  </a:lnTo>
                  <a:lnTo>
                    <a:pt x="222" y="226"/>
                  </a:lnTo>
                  <a:lnTo>
                    <a:pt x="199" y="235"/>
                  </a:lnTo>
                  <a:lnTo>
                    <a:pt x="177" y="231"/>
                  </a:lnTo>
                  <a:lnTo>
                    <a:pt x="150" y="214"/>
                  </a:lnTo>
                  <a:lnTo>
                    <a:pt x="113" y="176"/>
                  </a:lnTo>
                  <a:lnTo>
                    <a:pt x="77" y="162"/>
                  </a:lnTo>
                  <a:lnTo>
                    <a:pt x="47" y="157"/>
                  </a:lnTo>
                  <a:lnTo>
                    <a:pt x="25" y="157"/>
                  </a:lnTo>
                  <a:lnTo>
                    <a:pt x="8" y="137"/>
                  </a:lnTo>
                  <a:lnTo>
                    <a:pt x="0" y="120"/>
                  </a:lnTo>
                  <a:lnTo>
                    <a:pt x="3" y="105"/>
                  </a:lnTo>
                  <a:lnTo>
                    <a:pt x="15" y="89"/>
                  </a:lnTo>
                  <a:lnTo>
                    <a:pt x="35" y="86"/>
                  </a:lnTo>
                  <a:lnTo>
                    <a:pt x="57" y="81"/>
                  </a:lnTo>
                  <a:lnTo>
                    <a:pt x="79" y="71"/>
                  </a:lnTo>
                  <a:lnTo>
                    <a:pt x="104" y="59"/>
                  </a:lnTo>
                  <a:lnTo>
                    <a:pt x="130" y="44"/>
                  </a:lnTo>
                  <a:lnTo>
                    <a:pt x="158" y="27"/>
                  </a:lnTo>
                  <a:lnTo>
                    <a:pt x="184" y="12"/>
                  </a:lnTo>
                  <a:lnTo>
                    <a:pt x="20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861"/>
            <p:cNvSpPr>
              <a:spLocks/>
            </p:cNvSpPr>
            <p:nvPr/>
          </p:nvSpPr>
          <p:spPr bwMode="auto">
            <a:xfrm>
              <a:off x="6898" y="1450"/>
              <a:ext cx="394" cy="447"/>
            </a:xfrm>
            <a:custGeom>
              <a:avLst/>
              <a:gdLst>
                <a:gd name="T0" fmla="*/ 169 w 787"/>
                <a:gd name="T1" fmla="*/ 0 h 894"/>
                <a:gd name="T2" fmla="*/ 230 w 787"/>
                <a:gd name="T3" fmla="*/ 50 h 894"/>
                <a:gd name="T4" fmla="*/ 270 w 787"/>
                <a:gd name="T5" fmla="*/ 103 h 894"/>
                <a:gd name="T6" fmla="*/ 280 w 787"/>
                <a:gd name="T7" fmla="*/ 137 h 894"/>
                <a:gd name="T8" fmla="*/ 287 w 787"/>
                <a:gd name="T9" fmla="*/ 172 h 894"/>
                <a:gd name="T10" fmla="*/ 287 w 787"/>
                <a:gd name="T11" fmla="*/ 211 h 894"/>
                <a:gd name="T12" fmla="*/ 324 w 787"/>
                <a:gd name="T13" fmla="*/ 287 h 894"/>
                <a:gd name="T14" fmla="*/ 355 w 787"/>
                <a:gd name="T15" fmla="*/ 368 h 894"/>
                <a:gd name="T16" fmla="*/ 377 w 787"/>
                <a:gd name="T17" fmla="*/ 443 h 894"/>
                <a:gd name="T18" fmla="*/ 387 w 787"/>
                <a:gd name="T19" fmla="*/ 499 h 894"/>
                <a:gd name="T20" fmla="*/ 414 w 787"/>
                <a:gd name="T21" fmla="*/ 606 h 894"/>
                <a:gd name="T22" fmla="*/ 436 w 787"/>
                <a:gd name="T23" fmla="*/ 601 h 894"/>
                <a:gd name="T24" fmla="*/ 451 w 787"/>
                <a:gd name="T25" fmla="*/ 606 h 894"/>
                <a:gd name="T26" fmla="*/ 464 w 787"/>
                <a:gd name="T27" fmla="*/ 616 h 894"/>
                <a:gd name="T28" fmla="*/ 510 w 787"/>
                <a:gd name="T29" fmla="*/ 664 h 894"/>
                <a:gd name="T30" fmla="*/ 525 w 787"/>
                <a:gd name="T31" fmla="*/ 672 h 894"/>
                <a:gd name="T32" fmla="*/ 540 w 787"/>
                <a:gd name="T33" fmla="*/ 669 h 894"/>
                <a:gd name="T34" fmla="*/ 540 w 787"/>
                <a:gd name="T35" fmla="*/ 684 h 894"/>
                <a:gd name="T36" fmla="*/ 554 w 787"/>
                <a:gd name="T37" fmla="*/ 696 h 894"/>
                <a:gd name="T38" fmla="*/ 569 w 787"/>
                <a:gd name="T39" fmla="*/ 701 h 894"/>
                <a:gd name="T40" fmla="*/ 584 w 787"/>
                <a:gd name="T41" fmla="*/ 701 h 894"/>
                <a:gd name="T42" fmla="*/ 599 w 787"/>
                <a:gd name="T43" fmla="*/ 703 h 894"/>
                <a:gd name="T44" fmla="*/ 610 w 787"/>
                <a:gd name="T45" fmla="*/ 706 h 894"/>
                <a:gd name="T46" fmla="*/ 627 w 787"/>
                <a:gd name="T47" fmla="*/ 713 h 894"/>
                <a:gd name="T48" fmla="*/ 635 w 787"/>
                <a:gd name="T49" fmla="*/ 696 h 894"/>
                <a:gd name="T50" fmla="*/ 642 w 787"/>
                <a:gd name="T51" fmla="*/ 686 h 894"/>
                <a:gd name="T52" fmla="*/ 660 w 787"/>
                <a:gd name="T53" fmla="*/ 686 h 894"/>
                <a:gd name="T54" fmla="*/ 676 w 787"/>
                <a:gd name="T55" fmla="*/ 686 h 894"/>
                <a:gd name="T56" fmla="*/ 696 w 787"/>
                <a:gd name="T57" fmla="*/ 686 h 894"/>
                <a:gd name="T58" fmla="*/ 716 w 787"/>
                <a:gd name="T59" fmla="*/ 688 h 894"/>
                <a:gd name="T60" fmla="*/ 737 w 787"/>
                <a:gd name="T61" fmla="*/ 691 h 894"/>
                <a:gd name="T62" fmla="*/ 757 w 787"/>
                <a:gd name="T63" fmla="*/ 698 h 894"/>
                <a:gd name="T64" fmla="*/ 772 w 787"/>
                <a:gd name="T65" fmla="*/ 706 h 894"/>
                <a:gd name="T66" fmla="*/ 787 w 787"/>
                <a:gd name="T67" fmla="*/ 713 h 894"/>
                <a:gd name="T68" fmla="*/ 787 w 787"/>
                <a:gd name="T69" fmla="*/ 749 h 894"/>
                <a:gd name="T70" fmla="*/ 787 w 787"/>
                <a:gd name="T71" fmla="*/ 787 h 894"/>
                <a:gd name="T72" fmla="*/ 780 w 787"/>
                <a:gd name="T73" fmla="*/ 828 h 894"/>
                <a:gd name="T74" fmla="*/ 242 w 787"/>
                <a:gd name="T75" fmla="*/ 843 h 894"/>
                <a:gd name="T76" fmla="*/ 2 w 787"/>
                <a:gd name="T77" fmla="*/ 155 h 89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87"/>
                <a:gd name="T118" fmla="*/ 0 h 894"/>
                <a:gd name="T119" fmla="*/ 787 w 787"/>
                <a:gd name="T120" fmla="*/ 894 h 89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87" h="894">
                  <a:moveTo>
                    <a:pt x="0" y="152"/>
                  </a:moveTo>
                  <a:lnTo>
                    <a:pt x="169" y="0"/>
                  </a:lnTo>
                  <a:lnTo>
                    <a:pt x="206" y="25"/>
                  </a:lnTo>
                  <a:lnTo>
                    <a:pt x="230" y="50"/>
                  </a:lnTo>
                  <a:lnTo>
                    <a:pt x="252" y="78"/>
                  </a:lnTo>
                  <a:lnTo>
                    <a:pt x="270" y="103"/>
                  </a:lnTo>
                  <a:lnTo>
                    <a:pt x="275" y="120"/>
                  </a:lnTo>
                  <a:lnTo>
                    <a:pt x="280" y="137"/>
                  </a:lnTo>
                  <a:lnTo>
                    <a:pt x="285" y="155"/>
                  </a:lnTo>
                  <a:lnTo>
                    <a:pt x="287" y="172"/>
                  </a:lnTo>
                  <a:lnTo>
                    <a:pt x="287" y="191"/>
                  </a:lnTo>
                  <a:lnTo>
                    <a:pt x="287" y="211"/>
                  </a:lnTo>
                  <a:lnTo>
                    <a:pt x="306" y="244"/>
                  </a:lnTo>
                  <a:lnTo>
                    <a:pt x="324" y="287"/>
                  </a:lnTo>
                  <a:lnTo>
                    <a:pt x="341" y="326"/>
                  </a:lnTo>
                  <a:lnTo>
                    <a:pt x="355" y="368"/>
                  </a:lnTo>
                  <a:lnTo>
                    <a:pt x="367" y="407"/>
                  </a:lnTo>
                  <a:lnTo>
                    <a:pt x="377" y="443"/>
                  </a:lnTo>
                  <a:lnTo>
                    <a:pt x="382" y="473"/>
                  </a:lnTo>
                  <a:lnTo>
                    <a:pt x="387" y="499"/>
                  </a:lnTo>
                  <a:lnTo>
                    <a:pt x="402" y="552"/>
                  </a:lnTo>
                  <a:lnTo>
                    <a:pt x="414" y="606"/>
                  </a:lnTo>
                  <a:lnTo>
                    <a:pt x="424" y="603"/>
                  </a:lnTo>
                  <a:lnTo>
                    <a:pt x="436" y="601"/>
                  </a:lnTo>
                  <a:lnTo>
                    <a:pt x="444" y="603"/>
                  </a:lnTo>
                  <a:lnTo>
                    <a:pt x="451" y="606"/>
                  </a:lnTo>
                  <a:lnTo>
                    <a:pt x="456" y="608"/>
                  </a:lnTo>
                  <a:lnTo>
                    <a:pt x="464" y="616"/>
                  </a:lnTo>
                  <a:lnTo>
                    <a:pt x="466" y="622"/>
                  </a:lnTo>
                  <a:lnTo>
                    <a:pt x="510" y="664"/>
                  </a:lnTo>
                  <a:lnTo>
                    <a:pt x="520" y="669"/>
                  </a:lnTo>
                  <a:lnTo>
                    <a:pt x="525" y="672"/>
                  </a:lnTo>
                  <a:lnTo>
                    <a:pt x="532" y="672"/>
                  </a:lnTo>
                  <a:lnTo>
                    <a:pt x="540" y="669"/>
                  </a:lnTo>
                  <a:lnTo>
                    <a:pt x="540" y="677"/>
                  </a:lnTo>
                  <a:lnTo>
                    <a:pt x="540" y="684"/>
                  </a:lnTo>
                  <a:lnTo>
                    <a:pt x="544" y="691"/>
                  </a:lnTo>
                  <a:lnTo>
                    <a:pt x="554" y="696"/>
                  </a:lnTo>
                  <a:lnTo>
                    <a:pt x="561" y="698"/>
                  </a:lnTo>
                  <a:lnTo>
                    <a:pt x="569" y="701"/>
                  </a:lnTo>
                  <a:lnTo>
                    <a:pt x="576" y="701"/>
                  </a:lnTo>
                  <a:lnTo>
                    <a:pt x="584" y="701"/>
                  </a:lnTo>
                  <a:lnTo>
                    <a:pt x="591" y="701"/>
                  </a:lnTo>
                  <a:lnTo>
                    <a:pt x="599" y="703"/>
                  </a:lnTo>
                  <a:lnTo>
                    <a:pt x="602" y="703"/>
                  </a:lnTo>
                  <a:lnTo>
                    <a:pt x="610" y="706"/>
                  </a:lnTo>
                  <a:lnTo>
                    <a:pt x="620" y="713"/>
                  </a:lnTo>
                  <a:lnTo>
                    <a:pt x="627" y="713"/>
                  </a:lnTo>
                  <a:lnTo>
                    <a:pt x="632" y="706"/>
                  </a:lnTo>
                  <a:lnTo>
                    <a:pt x="635" y="696"/>
                  </a:lnTo>
                  <a:lnTo>
                    <a:pt x="635" y="688"/>
                  </a:lnTo>
                  <a:lnTo>
                    <a:pt x="642" y="686"/>
                  </a:lnTo>
                  <a:lnTo>
                    <a:pt x="655" y="686"/>
                  </a:lnTo>
                  <a:lnTo>
                    <a:pt x="660" y="686"/>
                  </a:lnTo>
                  <a:lnTo>
                    <a:pt x="666" y="686"/>
                  </a:lnTo>
                  <a:lnTo>
                    <a:pt x="676" y="686"/>
                  </a:lnTo>
                  <a:lnTo>
                    <a:pt x="686" y="686"/>
                  </a:lnTo>
                  <a:lnTo>
                    <a:pt x="696" y="686"/>
                  </a:lnTo>
                  <a:lnTo>
                    <a:pt x="706" y="688"/>
                  </a:lnTo>
                  <a:lnTo>
                    <a:pt x="716" y="688"/>
                  </a:lnTo>
                  <a:lnTo>
                    <a:pt x="726" y="691"/>
                  </a:lnTo>
                  <a:lnTo>
                    <a:pt x="737" y="691"/>
                  </a:lnTo>
                  <a:lnTo>
                    <a:pt x="745" y="693"/>
                  </a:lnTo>
                  <a:lnTo>
                    <a:pt x="757" y="698"/>
                  </a:lnTo>
                  <a:lnTo>
                    <a:pt x="765" y="701"/>
                  </a:lnTo>
                  <a:lnTo>
                    <a:pt x="772" y="706"/>
                  </a:lnTo>
                  <a:lnTo>
                    <a:pt x="780" y="708"/>
                  </a:lnTo>
                  <a:lnTo>
                    <a:pt x="787" y="713"/>
                  </a:lnTo>
                  <a:lnTo>
                    <a:pt x="787" y="731"/>
                  </a:lnTo>
                  <a:lnTo>
                    <a:pt x="787" y="749"/>
                  </a:lnTo>
                  <a:lnTo>
                    <a:pt x="787" y="767"/>
                  </a:lnTo>
                  <a:lnTo>
                    <a:pt x="787" y="787"/>
                  </a:lnTo>
                  <a:lnTo>
                    <a:pt x="787" y="804"/>
                  </a:lnTo>
                  <a:lnTo>
                    <a:pt x="780" y="828"/>
                  </a:lnTo>
                  <a:lnTo>
                    <a:pt x="752" y="894"/>
                  </a:lnTo>
                  <a:lnTo>
                    <a:pt x="242" y="843"/>
                  </a:lnTo>
                  <a:lnTo>
                    <a:pt x="2" y="155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862"/>
            <p:cNvSpPr>
              <a:spLocks/>
            </p:cNvSpPr>
            <p:nvPr/>
          </p:nvSpPr>
          <p:spPr bwMode="auto">
            <a:xfrm>
              <a:off x="6898" y="1450"/>
              <a:ext cx="394" cy="447"/>
            </a:xfrm>
            <a:custGeom>
              <a:avLst/>
              <a:gdLst>
                <a:gd name="T0" fmla="*/ 169 w 787"/>
                <a:gd name="T1" fmla="*/ 0 h 894"/>
                <a:gd name="T2" fmla="*/ 230 w 787"/>
                <a:gd name="T3" fmla="*/ 50 h 894"/>
                <a:gd name="T4" fmla="*/ 270 w 787"/>
                <a:gd name="T5" fmla="*/ 103 h 894"/>
                <a:gd name="T6" fmla="*/ 280 w 787"/>
                <a:gd name="T7" fmla="*/ 137 h 894"/>
                <a:gd name="T8" fmla="*/ 287 w 787"/>
                <a:gd name="T9" fmla="*/ 172 h 894"/>
                <a:gd name="T10" fmla="*/ 287 w 787"/>
                <a:gd name="T11" fmla="*/ 211 h 894"/>
                <a:gd name="T12" fmla="*/ 324 w 787"/>
                <a:gd name="T13" fmla="*/ 287 h 894"/>
                <a:gd name="T14" fmla="*/ 355 w 787"/>
                <a:gd name="T15" fmla="*/ 368 h 894"/>
                <a:gd name="T16" fmla="*/ 377 w 787"/>
                <a:gd name="T17" fmla="*/ 443 h 894"/>
                <a:gd name="T18" fmla="*/ 387 w 787"/>
                <a:gd name="T19" fmla="*/ 499 h 894"/>
                <a:gd name="T20" fmla="*/ 414 w 787"/>
                <a:gd name="T21" fmla="*/ 606 h 894"/>
                <a:gd name="T22" fmla="*/ 436 w 787"/>
                <a:gd name="T23" fmla="*/ 601 h 894"/>
                <a:gd name="T24" fmla="*/ 451 w 787"/>
                <a:gd name="T25" fmla="*/ 606 h 894"/>
                <a:gd name="T26" fmla="*/ 464 w 787"/>
                <a:gd name="T27" fmla="*/ 616 h 894"/>
                <a:gd name="T28" fmla="*/ 510 w 787"/>
                <a:gd name="T29" fmla="*/ 664 h 894"/>
                <a:gd name="T30" fmla="*/ 525 w 787"/>
                <a:gd name="T31" fmla="*/ 672 h 894"/>
                <a:gd name="T32" fmla="*/ 540 w 787"/>
                <a:gd name="T33" fmla="*/ 669 h 894"/>
                <a:gd name="T34" fmla="*/ 540 w 787"/>
                <a:gd name="T35" fmla="*/ 684 h 894"/>
                <a:gd name="T36" fmla="*/ 554 w 787"/>
                <a:gd name="T37" fmla="*/ 696 h 894"/>
                <a:gd name="T38" fmla="*/ 569 w 787"/>
                <a:gd name="T39" fmla="*/ 701 h 894"/>
                <a:gd name="T40" fmla="*/ 584 w 787"/>
                <a:gd name="T41" fmla="*/ 701 h 894"/>
                <a:gd name="T42" fmla="*/ 599 w 787"/>
                <a:gd name="T43" fmla="*/ 703 h 894"/>
                <a:gd name="T44" fmla="*/ 610 w 787"/>
                <a:gd name="T45" fmla="*/ 706 h 894"/>
                <a:gd name="T46" fmla="*/ 627 w 787"/>
                <a:gd name="T47" fmla="*/ 713 h 894"/>
                <a:gd name="T48" fmla="*/ 635 w 787"/>
                <a:gd name="T49" fmla="*/ 696 h 894"/>
                <a:gd name="T50" fmla="*/ 642 w 787"/>
                <a:gd name="T51" fmla="*/ 686 h 894"/>
                <a:gd name="T52" fmla="*/ 660 w 787"/>
                <a:gd name="T53" fmla="*/ 686 h 894"/>
                <a:gd name="T54" fmla="*/ 676 w 787"/>
                <a:gd name="T55" fmla="*/ 686 h 894"/>
                <a:gd name="T56" fmla="*/ 696 w 787"/>
                <a:gd name="T57" fmla="*/ 686 h 894"/>
                <a:gd name="T58" fmla="*/ 716 w 787"/>
                <a:gd name="T59" fmla="*/ 688 h 894"/>
                <a:gd name="T60" fmla="*/ 737 w 787"/>
                <a:gd name="T61" fmla="*/ 691 h 894"/>
                <a:gd name="T62" fmla="*/ 757 w 787"/>
                <a:gd name="T63" fmla="*/ 698 h 894"/>
                <a:gd name="T64" fmla="*/ 772 w 787"/>
                <a:gd name="T65" fmla="*/ 706 h 894"/>
                <a:gd name="T66" fmla="*/ 787 w 787"/>
                <a:gd name="T67" fmla="*/ 713 h 894"/>
                <a:gd name="T68" fmla="*/ 787 w 787"/>
                <a:gd name="T69" fmla="*/ 749 h 894"/>
                <a:gd name="T70" fmla="*/ 787 w 787"/>
                <a:gd name="T71" fmla="*/ 787 h 894"/>
                <a:gd name="T72" fmla="*/ 780 w 787"/>
                <a:gd name="T73" fmla="*/ 828 h 894"/>
                <a:gd name="T74" fmla="*/ 242 w 787"/>
                <a:gd name="T75" fmla="*/ 843 h 894"/>
                <a:gd name="T76" fmla="*/ 2 w 787"/>
                <a:gd name="T77" fmla="*/ 155 h 89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87"/>
                <a:gd name="T118" fmla="*/ 0 h 894"/>
                <a:gd name="T119" fmla="*/ 787 w 787"/>
                <a:gd name="T120" fmla="*/ 894 h 89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87" h="894">
                  <a:moveTo>
                    <a:pt x="0" y="152"/>
                  </a:moveTo>
                  <a:lnTo>
                    <a:pt x="169" y="0"/>
                  </a:lnTo>
                  <a:lnTo>
                    <a:pt x="206" y="25"/>
                  </a:lnTo>
                  <a:lnTo>
                    <a:pt x="230" y="50"/>
                  </a:lnTo>
                  <a:lnTo>
                    <a:pt x="252" y="78"/>
                  </a:lnTo>
                  <a:lnTo>
                    <a:pt x="270" y="103"/>
                  </a:lnTo>
                  <a:lnTo>
                    <a:pt x="275" y="120"/>
                  </a:lnTo>
                  <a:lnTo>
                    <a:pt x="280" y="137"/>
                  </a:lnTo>
                  <a:lnTo>
                    <a:pt x="285" y="155"/>
                  </a:lnTo>
                  <a:lnTo>
                    <a:pt x="287" y="172"/>
                  </a:lnTo>
                  <a:lnTo>
                    <a:pt x="287" y="191"/>
                  </a:lnTo>
                  <a:lnTo>
                    <a:pt x="287" y="211"/>
                  </a:lnTo>
                  <a:lnTo>
                    <a:pt x="306" y="244"/>
                  </a:lnTo>
                  <a:lnTo>
                    <a:pt x="324" y="287"/>
                  </a:lnTo>
                  <a:lnTo>
                    <a:pt x="341" y="326"/>
                  </a:lnTo>
                  <a:lnTo>
                    <a:pt x="355" y="368"/>
                  </a:lnTo>
                  <a:lnTo>
                    <a:pt x="367" y="407"/>
                  </a:lnTo>
                  <a:lnTo>
                    <a:pt x="377" y="443"/>
                  </a:lnTo>
                  <a:lnTo>
                    <a:pt x="382" y="473"/>
                  </a:lnTo>
                  <a:lnTo>
                    <a:pt x="387" y="499"/>
                  </a:lnTo>
                  <a:lnTo>
                    <a:pt x="402" y="552"/>
                  </a:lnTo>
                  <a:lnTo>
                    <a:pt x="414" y="606"/>
                  </a:lnTo>
                  <a:lnTo>
                    <a:pt x="424" y="603"/>
                  </a:lnTo>
                  <a:lnTo>
                    <a:pt x="436" y="601"/>
                  </a:lnTo>
                  <a:lnTo>
                    <a:pt x="444" y="603"/>
                  </a:lnTo>
                  <a:lnTo>
                    <a:pt x="451" y="606"/>
                  </a:lnTo>
                  <a:lnTo>
                    <a:pt x="456" y="608"/>
                  </a:lnTo>
                  <a:lnTo>
                    <a:pt x="464" y="616"/>
                  </a:lnTo>
                  <a:lnTo>
                    <a:pt x="466" y="622"/>
                  </a:lnTo>
                  <a:lnTo>
                    <a:pt x="510" y="664"/>
                  </a:lnTo>
                  <a:lnTo>
                    <a:pt x="520" y="669"/>
                  </a:lnTo>
                  <a:lnTo>
                    <a:pt x="525" y="672"/>
                  </a:lnTo>
                  <a:lnTo>
                    <a:pt x="532" y="672"/>
                  </a:lnTo>
                  <a:lnTo>
                    <a:pt x="540" y="669"/>
                  </a:lnTo>
                  <a:lnTo>
                    <a:pt x="540" y="677"/>
                  </a:lnTo>
                  <a:lnTo>
                    <a:pt x="540" y="684"/>
                  </a:lnTo>
                  <a:lnTo>
                    <a:pt x="544" y="691"/>
                  </a:lnTo>
                  <a:lnTo>
                    <a:pt x="554" y="696"/>
                  </a:lnTo>
                  <a:lnTo>
                    <a:pt x="561" y="698"/>
                  </a:lnTo>
                  <a:lnTo>
                    <a:pt x="569" y="701"/>
                  </a:lnTo>
                  <a:lnTo>
                    <a:pt x="576" y="701"/>
                  </a:lnTo>
                  <a:lnTo>
                    <a:pt x="584" y="701"/>
                  </a:lnTo>
                  <a:lnTo>
                    <a:pt x="591" y="701"/>
                  </a:lnTo>
                  <a:lnTo>
                    <a:pt x="599" y="703"/>
                  </a:lnTo>
                  <a:lnTo>
                    <a:pt x="602" y="703"/>
                  </a:lnTo>
                  <a:lnTo>
                    <a:pt x="610" y="706"/>
                  </a:lnTo>
                  <a:lnTo>
                    <a:pt x="620" y="713"/>
                  </a:lnTo>
                  <a:lnTo>
                    <a:pt x="627" y="713"/>
                  </a:lnTo>
                  <a:lnTo>
                    <a:pt x="632" y="706"/>
                  </a:lnTo>
                  <a:lnTo>
                    <a:pt x="635" y="696"/>
                  </a:lnTo>
                  <a:lnTo>
                    <a:pt x="635" y="688"/>
                  </a:lnTo>
                  <a:lnTo>
                    <a:pt x="642" y="686"/>
                  </a:lnTo>
                  <a:lnTo>
                    <a:pt x="655" y="686"/>
                  </a:lnTo>
                  <a:lnTo>
                    <a:pt x="660" y="686"/>
                  </a:lnTo>
                  <a:lnTo>
                    <a:pt x="666" y="686"/>
                  </a:lnTo>
                  <a:lnTo>
                    <a:pt x="676" y="686"/>
                  </a:lnTo>
                  <a:lnTo>
                    <a:pt x="686" y="686"/>
                  </a:lnTo>
                  <a:lnTo>
                    <a:pt x="696" y="686"/>
                  </a:lnTo>
                  <a:lnTo>
                    <a:pt x="706" y="688"/>
                  </a:lnTo>
                  <a:lnTo>
                    <a:pt x="716" y="688"/>
                  </a:lnTo>
                  <a:lnTo>
                    <a:pt x="726" y="691"/>
                  </a:lnTo>
                  <a:lnTo>
                    <a:pt x="737" y="691"/>
                  </a:lnTo>
                  <a:lnTo>
                    <a:pt x="745" y="693"/>
                  </a:lnTo>
                  <a:lnTo>
                    <a:pt x="757" y="698"/>
                  </a:lnTo>
                  <a:lnTo>
                    <a:pt x="765" y="701"/>
                  </a:lnTo>
                  <a:lnTo>
                    <a:pt x="772" y="706"/>
                  </a:lnTo>
                  <a:lnTo>
                    <a:pt x="780" y="708"/>
                  </a:lnTo>
                  <a:lnTo>
                    <a:pt x="787" y="713"/>
                  </a:lnTo>
                  <a:lnTo>
                    <a:pt x="787" y="731"/>
                  </a:lnTo>
                  <a:lnTo>
                    <a:pt x="787" y="749"/>
                  </a:lnTo>
                  <a:lnTo>
                    <a:pt x="787" y="767"/>
                  </a:lnTo>
                  <a:lnTo>
                    <a:pt x="787" y="787"/>
                  </a:lnTo>
                  <a:lnTo>
                    <a:pt x="787" y="804"/>
                  </a:lnTo>
                  <a:lnTo>
                    <a:pt x="780" y="828"/>
                  </a:lnTo>
                  <a:lnTo>
                    <a:pt x="752" y="894"/>
                  </a:lnTo>
                  <a:lnTo>
                    <a:pt x="242" y="843"/>
                  </a:lnTo>
                  <a:lnTo>
                    <a:pt x="2" y="15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863"/>
            <p:cNvSpPr>
              <a:spLocks/>
            </p:cNvSpPr>
            <p:nvPr/>
          </p:nvSpPr>
          <p:spPr bwMode="auto">
            <a:xfrm>
              <a:off x="6877" y="1442"/>
              <a:ext cx="414" cy="501"/>
            </a:xfrm>
            <a:custGeom>
              <a:avLst/>
              <a:gdLst>
                <a:gd name="T0" fmla="*/ 156 w 829"/>
                <a:gd name="T1" fmla="*/ 93 h 1003"/>
                <a:gd name="T2" fmla="*/ 115 w 829"/>
                <a:gd name="T3" fmla="*/ 191 h 1003"/>
                <a:gd name="T4" fmla="*/ 186 w 829"/>
                <a:gd name="T5" fmla="*/ 205 h 1003"/>
                <a:gd name="T6" fmla="*/ 143 w 829"/>
                <a:gd name="T7" fmla="*/ 294 h 1003"/>
                <a:gd name="T8" fmla="*/ 164 w 829"/>
                <a:gd name="T9" fmla="*/ 335 h 1003"/>
                <a:gd name="T10" fmla="*/ 194 w 829"/>
                <a:gd name="T11" fmla="*/ 388 h 1003"/>
                <a:gd name="T12" fmla="*/ 208 w 829"/>
                <a:gd name="T13" fmla="*/ 450 h 1003"/>
                <a:gd name="T14" fmla="*/ 206 w 829"/>
                <a:gd name="T15" fmla="*/ 516 h 1003"/>
                <a:gd name="T16" fmla="*/ 228 w 829"/>
                <a:gd name="T17" fmla="*/ 574 h 1003"/>
                <a:gd name="T18" fmla="*/ 279 w 829"/>
                <a:gd name="T19" fmla="*/ 625 h 1003"/>
                <a:gd name="T20" fmla="*/ 329 w 829"/>
                <a:gd name="T21" fmla="*/ 635 h 1003"/>
                <a:gd name="T22" fmla="*/ 401 w 829"/>
                <a:gd name="T23" fmla="*/ 633 h 1003"/>
                <a:gd name="T24" fmla="*/ 333 w 829"/>
                <a:gd name="T25" fmla="*/ 646 h 1003"/>
                <a:gd name="T26" fmla="*/ 281 w 829"/>
                <a:gd name="T27" fmla="*/ 659 h 1003"/>
                <a:gd name="T28" fmla="*/ 331 w 829"/>
                <a:gd name="T29" fmla="*/ 674 h 1003"/>
                <a:gd name="T30" fmla="*/ 383 w 829"/>
                <a:gd name="T31" fmla="*/ 669 h 1003"/>
                <a:gd name="T32" fmla="*/ 331 w 829"/>
                <a:gd name="T33" fmla="*/ 703 h 1003"/>
                <a:gd name="T34" fmla="*/ 396 w 829"/>
                <a:gd name="T35" fmla="*/ 699 h 1003"/>
                <a:gd name="T36" fmla="*/ 414 w 829"/>
                <a:gd name="T37" fmla="*/ 701 h 1003"/>
                <a:gd name="T38" fmla="*/ 363 w 829"/>
                <a:gd name="T39" fmla="*/ 748 h 1003"/>
                <a:gd name="T40" fmla="*/ 375 w 829"/>
                <a:gd name="T41" fmla="*/ 789 h 1003"/>
                <a:gd name="T42" fmla="*/ 421 w 829"/>
                <a:gd name="T43" fmla="*/ 766 h 1003"/>
                <a:gd name="T44" fmla="*/ 478 w 829"/>
                <a:gd name="T45" fmla="*/ 699 h 1003"/>
                <a:gd name="T46" fmla="*/ 458 w 829"/>
                <a:gd name="T47" fmla="*/ 786 h 1003"/>
                <a:gd name="T48" fmla="*/ 480 w 829"/>
                <a:gd name="T49" fmla="*/ 833 h 1003"/>
                <a:gd name="T50" fmla="*/ 518 w 829"/>
                <a:gd name="T51" fmla="*/ 769 h 1003"/>
                <a:gd name="T52" fmla="*/ 531 w 829"/>
                <a:gd name="T53" fmla="*/ 828 h 1003"/>
                <a:gd name="T54" fmla="*/ 579 w 829"/>
                <a:gd name="T55" fmla="*/ 833 h 1003"/>
                <a:gd name="T56" fmla="*/ 666 w 829"/>
                <a:gd name="T57" fmla="*/ 858 h 1003"/>
                <a:gd name="T58" fmla="*/ 681 w 829"/>
                <a:gd name="T59" fmla="*/ 801 h 1003"/>
                <a:gd name="T60" fmla="*/ 691 w 829"/>
                <a:gd name="T61" fmla="*/ 804 h 1003"/>
                <a:gd name="T62" fmla="*/ 713 w 829"/>
                <a:gd name="T63" fmla="*/ 848 h 1003"/>
                <a:gd name="T64" fmla="*/ 770 w 829"/>
                <a:gd name="T65" fmla="*/ 816 h 1003"/>
                <a:gd name="T66" fmla="*/ 829 w 829"/>
                <a:gd name="T67" fmla="*/ 833 h 1003"/>
                <a:gd name="T68" fmla="*/ 801 w 829"/>
                <a:gd name="T69" fmla="*/ 936 h 1003"/>
                <a:gd name="T70" fmla="*/ 750 w 829"/>
                <a:gd name="T71" fmla="*/ 983 h 1003"/>
                <a:gd name="T72" fmla="*/ 686 w 829"/>
                <a:gd name="T73" fmla="*/ 988 h 1003"/>
                <a:gd name="T74" fmla="*/ 618 w 829"/>
                <a:gd name="T75" fmla="*/ 1003 h 1003"/>
                <a:gd name="T76" fmla="*/ 526 w 829"/>
                <a:gd name="T77" fmla="*/ 980 h 1003"/>
                <a:gd name="T78" fmla="*/ 350 w 829"/>
                <a:gd name="T79" fmla="*/ 951 h 1003"/>
                <a:gd name="T80" fmla="*/ 265 w 829"/>
                <a:gd name="T81" fmla="*/ 916 h 1003"/>
                <a:gd name="T82" fmla="*/ 159 w 829"/>
                <a:gd name="T83" fmla="*/ 779 h 1003"/>
                <a:gd name="T84" fmla="*/ 44 w 829"/>
                <a:gd name="T85" fmla="*/ 561 h 1003"/>
                <a:gd name="T86" fmla="*/ 3 w 829"/>
                <a:gd name="T87" fmla="*/ 335 h 1003"/>
                <a:gd name="T88" fmla="*/ 10 w 829"/>
                <a:gd name="T89" fmla="*/ 137 h 1003"/>
                <a:gd name="T90" fmla="*/ 71 w 829"/>
                <a:gd name="T91" fmla="*/ 39 h 1003"/>
                <a:gd name="T92" fmla="*/ 171 w 829"/>
                <a:gd name="T93" fmla="*/ 0 h 1003"/>
                <a:gd name="T94" fmla="*/ 243 w 829"/>
                <a:gd name="T95" fmla="*/ 39 h 10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29"/>
                <a:gd name="T145" fmla="*/ 0 h 1003"/>
                <a:gd name="T146" fmla="*/ 829 w 829"/>
                <a:gd name="T147" fmla="*/ 1003 h 100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29" h="1003">
                  <a:moveTo>
                    <a:pt x="243" y="39"/>
                  </a:moveTo>
                  <a:lnTo>
                    <a:pt x="196" y="64"/>
                  </a:lnTo>
                  <a:lnTo>
                    <a:pt x="156" y="93"/>
                  </a:lnTo>
                  <a:lnTo>
                    <a:pt x="133" y="128"/>
                  </a:lnTo>
                  <a:lnTo>
                    <a:pt x="118" y="162"/>
                  </a:lnTo>
                  <a:lnTo>
                    <a:pt x="115" y="191"/>
                  </a:lnTo>
                  <a:lnTo>
                    <a:pt x="128" y="210"/>
                  </a:lnTo>
                  <a:lnTo>
                    <a:pt x="149" y="215"/>
                  </a:lnTo>
                  <a:lnTo>
                    <a:pt x="186" y="205"/>
                  </a:lnTo>
                  <a:lnTo>
                    <a:pt x="159" y="243"/>
                  </a:lnTo>
                  <a:lnTo>
                    <a:pt x="146" y="271"/>
                  </a:lnTo>
                  <a:lnTo>
                    <a:pt x="143" y="294"/>
                  </a:lnTo>
                  <a:lnTo>
                    <a:pt x="146" y="311"/>
                  </a:lnTo>
                  <a:lnTo>
                    <a:pt x="154" y="324"/>
                  </a:lnTo>
                  <a:lnTo>
                    <a:pt x="164" y="335"/>
                  </a:lnTo>
                  <a:lnTo>
                    <a:pt x="171" y="350"/>
                  </a:lnTo>
                  <a:lnTo>
                    <a:pt x="174" y="370"/>
                  </a:lnTo>
                  <a:lnTo>
                    <a:pt x="194" y="388"/>
                  </a:lnTo>
                  <a:lnTo>
                    <a:pt x="204" y="406"/>
                  </a:lnTo>
                  <a:lnTo>
                    <a:pt x="208" y="429"/>
                  </a:lnTo>
                  <a:lnTo>
                    <a:pt x="208" y="450"/>
                  </a:lnTo>
                  <a:lnTo>
                    <a:pt x="206" y="473"/>
                  </a:lnTo>
                  <a:lnTo>
                    <a:pt x="206" y="495"/>
                  </a:lnTo>
                  <a:lnTo>
                    <a:pt x="206" y="516"/>
                  </a:lnTo>
                  <a:lnTo>
                    <a:pt x="210" y="536"/>
                  </a:lnTo>
                  <a:lnTo>
                    <a:pt x="223" y="539"/>
                  </a:lnTo>
                  <a:lnTo>
                    <a:pt x="228" y="574"/>
                  </a:lnTo>
                  <a:lnTo>
                    <a:pt x="243" y="610"/>
                  </a:lnTo>
                  <a:lnTo>
                    <a:pt x="268" y="615"/>
                  </a:lnTo>
                  <a:lnTo>
                    <a:pt x="279" y="625"/>
                  </a:lnTo>
                  <a:lnTo>
                    <a:pt x="294" y="633"/>
                  </a:lnTo>
                  <a:lnTo>
                    <a:pt x="309" y="635"/>
                  </a:lnTo>
                  <a:lnTo>
                    <a:pt x="329" y="635"/>
                  </a:lnTo>
                  <a:lnTo>
                    <a:pt x="365" y="633"/>
                  </a:lnTo>
                  <a:lnTo>
                    <a:pt x="385" y="633"/>
                  </a:lnTo>
                  <a:lnTo>
                    <a:pt x="401" y="633"/>
                  </a:lnTo>
                  <a:lnTo>
                    <a:pt x="385" y="638"/>
                  </a:lnTo>
                  <a:lnTo>
                    <a:pt x="373" y="639"/>
                  </a:lnTo>
                  <a:lnTo>
                    <a:pt x="333" y="646"/>
                  </a:lnTo>
                  <a:lnTo>
                    <a:pt x="306" y="651"/>
                  </a:lnTo>
                  <a:lnTo>
                    <a:pt x="296" y="654"/>
                  </a:lnTo>
                  <a:lnTo>
                    <a:pt x="281" y="659"/>
                  </a:lnTo>
                  <a:lnTo>
                    <a:pt x="294" y="669"/>
                  </a:lnTo>
                  <a:lnTo>
                    <a:pt x="309" y="671"/>
                  </a:lnTo>
                  <a:lnTo>
                    <a:pt x="331" y="674"/>
                  </a:lnTo>
                  <a:lnTo>
                    <a:pt x="348" y="671"/>
                  </a:lnTo>
                  <a:lnTo>
                    <a:pt x="365" y="669"/>
                  </a:lnTo>
                  <a:lnTo>
                    <a:pt x="383" y="669"/>
                  </a:lnTo>
                  <a:lnTo>
                    <a:pt x="365" y="679"/>
                  </a:lnTo>
                  <a:lnTo>
                    <a:pt x="338" y="691"/>
                  </a:lnTo>
                  <a:lnTo>
                    <a:pt x="331" y="703"/>
                  </a:lnTo>
                  <a:lnTo>
                    <a:pt x="331" y="718"/>
                  </a:lnTo>
                  <a:lnTo>
                    <a:pt x="348" y="720"/>
                  </a:lnTo>
                  <a:lnTo>
                    <a:pt x="396" y="699"/>
                  </a:lnTo>
                  <a:lnTo>
                    <a:pt x="416" y="689"/>
                  </a:lnTo>
                  <a:lnTo>
                    <a:pt x="431" y="681"/>
                  </a:lnTo>
                  <a:lnTo>
                    <a:pt x="414" y="701"/>
                  </a:lnTo>
                  <a:lnTo>
                    <a:pt x="399" y="715"/>
                  </a:lnTo>
                  <a:lnTo>
                    <a:pt x="375" y="735"/>
                  </a:lnTo>
                  <a:lnTo>
                    <a:pt x="363" y="748"/>
                  </a:lnTo>
                  <a:lnTo>
                    <a:pt x="358" y="760"/>
                  </a:lnTo>
                  <a:lnTo>
                    <a:pt x="358" y="776"/>
                  </a:lnTo>
                  <a:lnTo>
                    <a:pt x="375" y="789"/>
                  </a:lnTo>
                  <a:lnTo>
                    <a:pt x="395" y="791"/>
                  </a:lnTo>
                  <a:lnTo>
                    <a:pt x="406" y="781"/>
                  </a:lnTo>
                  <a:lnTo>
                    <a:pt x="421" y="766"/>
                  </a:lnTo>
                  <a:lnTo>
                    <a:pt x="436" y="748"/>
                  </a:lnTo>
                  <a:lnTo>
                    <a:pt x="463" y="713"/>
                  </a:lnTo>
                  <a:lnTo>
                    <a:pt x="478" y="699"/>
                  </a:lnTo>
                  <a:lnTo>
                    <a:pt x="468" y="733"/>
                  </a:lnTo>
                  <a:lnTo>
                    <a:pt x="463" y="763"/>
                  </a:lnTo>
                  <a:lnTo>
                    <a:pt x="458" y="786"/>
                  </a:lnTo>
                  <a:lnTo>
                    <a:pt x="458" y="821"/>
                  </a:lnTo>
                  <a:lnTo>
                    <a:pt x="468" y="830"/>
                  </a:lnTo>
                  <a:lnTo>
                    <a:pt x="480" y="833"/>
                  </a:lnTo>
                  <a:lnTo>
                    <a:pt x="508" y="796"/>
                  </a:lnTo>
                  <a:lnTo>
                    <a:pt x="513" y="784"/>
                  </a:lnTo>
                  <a:lnTo>
                    <a:pt x="518" y="769"/>
                  </a:lnTo>
                  <a:lnTo>
                    <a:pt x="521" y="794"/>
                  </a:lnTo>
                  <a:lnTo>
                    <a:pt x="526" y="814"/>
                  </a:lnTo>
                  <a:lnTo>
                    <a:pt x="531" y="828"/>
                  </a:lnTo>
                  <a:lnTo>
                    <a:pt x="546" y="840"/>
                  </a:lnTo>
                  <a:lnTo>
                    <a:pt x="566" y="840"/>
                  </a:lnTo>
                  <a:lnTo>
                    <a:pt x="579" y="833"/>
                  </a:lnTo>
                  <a:lnTo>
                    <a:pt x="620" y="855"/>
                  </a:lnTo>
                  <a:lnTo>
                    <a:pt x="649" y="863"/>
                  </a:lnTo>
                  <a:lnTo>
                    <a:pt x="666" y="858"/>
                  </a:lnTo>
                  <a:lnTo>
                    <a:pt x="676" y="843"/>
                  </a:lnTo>
                  <a:lnTo>
                    <a:pt x="679" y="824"/>
                  </a:lnTo>
                  <a:lnTo>
                    <a:pt x="681" y="801"/>
                  </a:lnTo>
                  <a:lnTo>
                    <a:pt x="684" y="781"/>
                  </a:lnTo>
                  <a:lnTo>
                    <a:pt x="691" y="766"/>
                  </a:lnTo>
                  <a:lnTo>
                    <a:pt x="691" y="804"/>
                  </a:lnTo>
                  <a:lnTo>
                    <a:pt x="694" y="835"/>
                  </a:lnTo>
                  <a:lnTo>
                    <a:pt x="701" y="853"/>
                  </a:lnTo>
                  <a:lnTo>
                    <a:pt x="713" y="848"/>
                  </a:lnTo>
                  <a:lnTo>
                    <a:pt x="735" y="828"/>
                  </a:lnTo>
                  <a:lnTo>
                    <a:pt x="755" y="821"/>
                  </a:lnTo>
                  <a:lnTo>
                    <a:pt x="770" y="816"/>
                  </a:lnTo>
                  <a:lnTo>
                    <a:pt x="801" y="828"/>
                  </a:lnTo>
                  <a:lnTo>
                    <a:pt x="814" y="830"/>
                  </a:lnTo>
                  <a:lnTo>
                    <a:pt x="829" y="833"/>
                  </a:lnTo>
                  <a:lnTo>
                    <a:pt x="824" y="855"/>
                  </a:lnTo>
                  <a:lnTo>
                    <a:pt x="814" y="896"/>
                  </a:lnTo>
                  <a:lnTo>
                    <a:pt x="801" y="936"/>
                  </a:lnTo>
                  <a:lnTo>
                    <a:pt x="781" y="973"/>
                  </a:lnTo>
                  <a:lnTo>
                    <a:pt x="771" y="990"/>
                  </a:lnTo>
                  <a:lnTo>
                    <a:pt x="750" y="983"/>
                  </a:lnTo>
                  <a:lnTo>
                    <a:pt x="728" y="980"/>
                  </a:lnTo>
                  <a:lnTo>
                    <a:pt x="709" y="980"/>
                  </a:lnTo>
                  <a:lnTo>
                    <a:pt x="686" y="988"/>
                  </a:lnTo>
                  <a:lnTo>
                    <a:pt x="664" y="993"/>
                  </a:lnTo>
                  <a:lnTo>
                    <a:pt x="643" y="1000"/>
                  </a:lnTo>
                  <a:lnTo>
                    <a:pt x="618" y="1003"/>
                  </a:lnTo>
                  <a:lnTo>
                    <a:pt x="593" y="1000"/>
                  </a:lnTo>
                  <a:lnTo>
                    <a:pt x="584" y="973"/>
                  </a:lnTo>
                  <a:lnTo>
                    <a:pt x="526" y="980"/>
                  </a:lnTo>
                  <a:lnTo>
                    <a:pt x="468" y="980"/>
                  </a:lnTo>
                  <a:lnTo>
                    <a:pt x="409" y="968"/>
                  </a:lnTo>
                  <a:lnTo>
                    <a:pt x="350" y="951"/>
                  </a:lnTo>
                  <a:lnTo>
                    <a:pt x="309" y="949"/>
                  </a:lnTo>
                  <a:lnTo>
                    <a:pt x="281" y="941"/>
                  </a:lnTo>
                  <a:lnTo>
                    <a:pt x="265" y="916"/>
                  </a:lnTo>
                  <a:lnTo>
                    <a:pt x="253" y="875"/>
                  </a:lnTo>
                  <a:lnTo>
                    <a:pt x="199" y="835"/>
                  </a:lnTo>
                  <a:lnTo>
                    <a:pt x="159" y="779"/>
                  </a:lnTo>
                  <a:lnTo>
                    <a:pt x="130" y="718"/>
                  </a:lnTo>
                  <a:lnTo>
                    <a:pt x="95" y="656"/>
                  </a:lnTo>
                  <a:lnTo>
                    <a:pt x="44" y="561"/>
                  </a:lnTo>
                  <a:lnTo>
                    <a:pt x="18" y="470"/>
                  </a:lnTo>
                  <a:lnTo>
                    <a:pt x="5" y="404"/>
                  </a:lnTo>
                  <a:lnTo>
                    <a:pt x="3" y="335"/>
                  </a:lnTo>
                  <a:lnTo>
                    <a:pt x="0" y="266"/>
                  </a:lnTo>
                  <a:lnTo>
                    <a:pt x="3" y="200"/>
                  </a:lnTo>
                  <a:lnTo>
                    <a:pt x="10" y="137"/>
                  </a:lnTo>
                  <a:lnTo>
                    <a:pt x="24" y="100"/>
                  </a:lnTo>
                  <a:lnTo>
                    <a:pt x="44" y="67"/>
                  </a:lnTo>
                  <a:lnTo>
                    <a:pt x="71" y="39"/>
                  </a:lnTo>
                  <a:lnTo>
                    <a:pt x="100" y="14"/>
                  </a:lnTo>
                  <a:lnTo>
                    <a:pt x="135" y="3"/>
                  </a:lnTo>
                  <a:lnTo>
                    <a:pt x="171" y="0"/>
                  </a:lnTo>
                  <a:lnTo>
                    <a:pt x="208" y="12"/>
                  </a:lnTo>
                  <a:lnTo>
                    <a:pt x="243" y="39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864"/>
            <p:cNvSpPr>
              <a:spLocks/>
            </p:cNvSpPr>
            <p:nvPr/>
          </p:nvSpPr>
          <p:spPr bwMode="auto">
            <a:xfrm>
              <a:off x="6877" y="1442"/>
              <a:ext cx="414" cy="501"/>
            </a:xfrm>
            <a:custGeom>
              <a:avLst/>
              <a:gdLst>
                <a:gd name="T0" fmla="*/ 156 w 829"/>
                <a:gd name="T1" fmla="*/ 93 h 1003"/>
                <a:gd name="T2" fmla="*/ 115 w 829"/>
                <a:gd name="T3" fmla="*/ 191 h 1003"/>
                <a:gd name="T4" fmla="*/ 186 w 829"/>
                <a:gd name="T5" fmla="*/ 205 h 1003"/>
                <a:gd name="T6" fmla="*/ 143 w 829"/>
                <a:gd name="T7" fmla="*/ 294 h 1003"/>
                <a:gd name="T8" fmla="*/ 164 w 829"/>
                <a:gd name="T9" fmla="*/ 335 h 1003"/>
                <a:gd name="T10" fmla="*/ 194 w 829"/>
                <a:gd name="T11" fmla="*/ 388 h 1003"/>
                <a:gd name="T12" fmla="*/ 208 w 829"/>
                <a:gd name="T13" fmla="*/ 450 h 1003"/>
                <a:gd name="T14" fmla="*/ 206 w 829"/>
                <a:gd name="T15" fmla="*/ 516 h 1003"/>
                <a:gd name="T16" fmla="*/ 228 w 829"/>
                <a:gd name="T17" fmla="*/ 574 h 1003"/>
                <a:gd name="T18" fmla="*/ 279 w 829"/>
                <a:gd name="T19" fmla="*/ 625 h 1003"/>
                <a:gd name="T20" fmla="*/ 329 w 829"/>
                <a:gd name="T21" fmla="*/ 635 h 1003"/>
                <a:gd name="T22" fmla="*/ 401 w 829"/>
                <a:gd name="T23" fmla="*/ 633 h 1003"/>
                <a:gd name="T24" fmla="*/ 333 w 829"/>
                <a:gd name="T25" fmla="*/ 646 h 1003"/>
                <a:gd name="T26" fmla="*/ 281 w 829"/>
                <a:gd name="T27" fmla="*/ 659 h 1003"/>
                <a:gd name="T28" fmla="*/ 331 w 829"/>
                <a:gd name="T29" fmla="*/ 674 h 1003"/>
                <a:gd name="T30" fmla="*/ 383 w 829"/>
                <a:gd name="T31" fmla="*/ 669 h 1003"/>
                <a:gd name="T32" fmla="*/ 331 w 829"/>
                <a:gd name="T33" fmla="*/ 703 h 1003"/>
                <a:gd name="T34" fmla="*/ 396 w 829"/>
                <a:gd name="T35" fmla="*/ 699 h 1003"/>
                <a:gd name="T36" fmla="*/ 414 w 829"/>
                <a:gd name="T37" fmla="*/ 701 h 1003"/>
                <a:gd name="T38" fmla="*/ 363 w 829"/>
                <a:gd name="T39" fmla="*/ 748 h 1003"/>
                <a:gd name="T40" fmla="*/ 375 w 829"/>
                <a:gd name="T41" fmla="*/ 789 h 1003"/>
                <a:gd name="T42" fmla="*/ 421 w 829"/>
                <a:gd name="T43" fmla="*/ 766 h 1003"/>
                <a:gd name="T44" fmla="*/ 478 w 829"/>
                <a:gd name="T45" fmla="*/ 699 h 1003"/>
                <a:gd name="T46" fmla="*/ 458 w 829"/>
                <a:gd name="T47" fmla="*/ 786 h 1003"/>
                <a:gd name="T48" fmla="*/ 480 w 829"/>
                <a:gd name="T49" fmla="*/ 833 h 1003"/>
                <a:gd name="T50" fmla="*/ 518 w 829"/>
                <a:gd name="T51" fmla="*/ 769 h 1003"/>
                <a:gd name="T52" fmla="*/ 531 w 829"/>
                <a:gd name="T53" fmla="*/ 828 h 1003"/>
                <a:gd name="T54" fmla="*/ 579 w 829"/>
                <a:gd name="T55" fmla="*/ 833 h 1003"/>
                <a:gd name="T56" fmla="*/ 666 w 829"/>
                <a:gd name="T57" fmla="*/ 858 h 1003"/>
                <a:gd name="T58" fmla="*/ 681 w 829"/>
                <a:gd name="T59" fmla="*/ 801 h 1003"/>
                <a:gd name="T60" fmla="*/ 691 w 829"/>
                <a:gd name="T61" fmla="*/ 804 h 1003"/>
                <a:gd name="T62" fmla="*/ 713 w 829"/>
                <a:gd name="T63" fmla="*/ 848 h 1003"/>
                <a:gd name="T64" fmla="*/ 770 w 829"/>
                <a:gd name="T65" fmla="*/ 816 h 1003"/>
                <a:gd name="T66" fmla="*/ 829 w 829"/>
                <a:gd name="T67" fmla="*/ 833 h 1003"/>
                <a:gd name="T68" fmla="*/ 801 w 829"/>
                <a:gd name="T69" fmla="*/ 936 h 1003"/>
                <a:gd name="T70" fmla="*/ 750 w 829"/>
                <a:gd name="T71" fmla="*/ 983 h 1003"/>
                <a:gd name="T72" fmla="*/ 686 w 829"/>
                <a:gd name="T73" fmla="*/ 988 h 1003"/>
                <a:gd name="T74" fmla="*/ 618 w 829"/>
                <a:gd name="T75" fmla="*/ 1003 h 1003"/>
                <a:gd name="T76" fmla="*/ 526 w 829"/>
                <a:gd name="T77" fmla="*/ 980 h 1003"/>
                <a:gd name="T78" fmla="*/ 350 w 829"/>
                <a:gd name="T79" fmla="*/ 951 h 1003"/>
                <a:gd name="T80" fmla="*/ 265 w 829"/>
                <a:gd name="T81" fmla="*/ 916 h 1003"/>
                <a:gd name="T82" fmla="*/ 159 w 829"/>
                <a:gd name="T83" fmla="*/ 779 h 1003"/>
                <a:gd name="T84" fmla="*/ 44 w 829"/>
                <a:gd name="T85" fmla="*/ 561 h 1003"/>
                <a:gd name="T86" fmla="*/ 3 w 829"/>
                <a:gd name="T87" fmla="*/ 335 h 1003"/>
                <a:gd name="T88" fmla="*/ 10 w 829"/>
                <a:gd name="T89" fmla="*/ 137 h 1003"/>
                <a:gd name="T90" fmla="*/ 71 w 829"/>
                <a:gd name="T91" fmla="*/ 39 h 1003"/>
                <a:gd name="T92" fmla="*/ 171 w 829"/>
                <a:gd name="T93" fmla="*/ 0 h 1003"/>
                <a:gd name="T94" fmla="*/ 243 w 829"/>
                <a:gd name="T95" fmla="*/ 39 h 10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29"/>
                <a:gd name="T145" fmla="*/ 0 h 1003"/>
                <a:gd name="T146" fmla="*/ 829 w 829"/>
                <a:gd name="T147" fmla="*/ 1003 h 100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29" h="1003">
                  <a:moveTo>
                    <a:pt x="243" y="39"/>
                  </a:moveTo>
                  <a:lnTo>
                    <a:pt x="196" y="64"/>
                  </a:lnTo>
                  <a:lnTo>
                    <a:pt x="156" y="93"/>
                  </a:lnTo>
                  <a:lnTo>
                    <a:pt x="133" y="128"/>
                  </a:lnTo>
                  <a:lnTo>
                    <a:pt x="118" y="162"/>
                  </a:lnTo>
                  <a:lnTo>
                    <a:pt x="115" y="191"/>
                  </a:lnTo>
                  <a:lnTo>
                    <a:pt x="128" y="210"/>
                  </a:lnTo>
                  <a:lnTo>
                    <a:pt x="149" y="215"/>
                  </a:lnTo>
                  <a:lnTo>
                    <a:pt x="186" y="205"/>
                  </a:lnTo>
                  <a:lnTo>
                    <a:pt x="159" y="243"/>
                  </a:lnTo>
                  <a:lnTo>
                    <a:pt x="146" y="271"/>
                  </a:lnTo>
                  <a:lnTo>
                    <a:pt x="143" y="294"/>
                  </a:lnTo>
                  <a:lnTo>
                    <a:pt x="146" y="311"/>
                  </a:lnTo>
                  <a:lnTo>
                    <a:pt x="154" y="324"/>
                  </a:lnTo>
                  <a:lnTo>
                    <a:pt x="164" y="335"/>
                  </a:lnTo>
                  <a:lnTo>
                    <a:pt x="171" y="350"/>
                  </a:lnTo>
                  <a:lnTo>
                    <a:pt x="174" y="370"/>
                  </a:lnTo>
                  <a:lnTo>
                    <a:pt x="194" y="388"/>
                  </a:lnTo>
                  <a:lnTo>
                    <a:pt x="204" y="406"/>
                  </a:lnTo>
                  <a:lnTo>
                    <a:pt x="208" y="429"/>
                  </a:lnTo>
                  <a:lnTo>
                    <a:pt x="208" y="450"/>
                  </a:lnTo>
                  <a:lnTo>
                    <a:pt x="206" y="473"/>
                  </a:lnTo>
                  <a:lnTo>
                    <a:pt x="206" y="495"/>
                  </a:lnTo>
                  <a:lnTo>
                    <a:pt x="206" y="516"/>
                  </a:lnTo>
                  <a:lnTo>
                    <a:pt x="210" y="536"/>
                  </a:lnTo>
                  <a:lnTo>
                    <a:pt x="223" y="539"/>
                  </a:lnTo>
                  <a:lnTo>
                    <a:pt x="228" y="574"/>
                  </a:lnTo>
                  <a:lnTo>
                    <a:pt x="243" y="610"/>
                  </a:lnTo>
                  <a:lnTo>
                    <a:pt x="268" y="615"/>
                  </a:lnTo>
                  <a:lnTo>
                    <a:pt x="279" y="625"/>
                  </a:lnTo>
                  <a:lnTo>
                    <a:pt x="294" y="633"/>
                  </a:lnTo>
                  <a:lnTo>
                    <a:pt x="309" y="635"/>
                  </a:lnTo>
                  <a:lnTo>
                    <a:pt x="329" y="635"/>
                  </a:lnTo>
                  <a:lnTo>
                    <a:pt x="365" y="633"/>
                  </a:lnTo>
                  <a:lnTo>
                    <a:pt x="385" y="633"/>
                  </a:lnTo>
                  <a:lnTo>
                    <a:pt x="401" y="633"/>
                  </a:lnTo>
                  <a:lnTo>
                    <a:pt x="385" y="638"/>
                  </a:lnTo>
                  <a:lnTo>
                    <a:pt x="373" y="639"/>
                  </a:lnTo>
                  <a:lnTo>
                    <a:pt x="333" y="646"/>
                  </a:lnTo>
                  <a:lnTo>
                    <a:pt x="306" y="651"/>
                  </a:lnTo>
                  <a:lnTo>
                    <a:pt x="296" y="654"/>
                  </a:lnTo>
                  <a:lnTo>
                    <a:pt x="281" y="659"/>
                  </a:lnTo>
                  <a:lnTo>
                    <a:pt x="294" y="669"/>
                  </a:lnTo>
                  <a:lnTo>
                    <a:pt x="309" y="671"/>
                  </a:lnTo>
                  <a:lnTo>
                    <a:pt x="331" y="674"/>
                  </a:lnTo>
                  <a:lnTo>
                    <a:pt x="348" y="671"/>
                  </a:lnTo>
                  <a:lnTo>
                    <a:pt x="365" y="669"/>
                  </a:lnTo>
                  <a:lnTo>
                    <a:pt x="383" y="669"/>
                  </a:lnTo>
                  <a:lnTo>
                    <a:pt x="365" y="679"/>
                  </a:lnTo>
                  <a:lnTo>
                    <a:pt x="338" y="691"/>
                  </a:lnTo>
                  <a:lnTo>
                    <a:pt x="331" y="703"/>
                  </a:lnTo>
                  <a:lnTo>
                    <a:pt x="331" y="718"/>
                  </a:lnTo>
                  <a:lnTo>
                    <a:pt x="348" y="720"/>
                  </a:lnTo>
                  <a:lnTo>
                    <a:pt x="396" y="699"/>
                  </a:lnTo>
                  <a:lnTo>
                    <a:pt x="416" y="689"/>
                  </a:lnTo>
                  <a:lnTo>
                    <a:pt x="431" y="681"/>
                  </a:lnTo>
                  <a:lnTo>
                    <a:pt x="414" y="701"/>
                  </a:lnTo>
                  <a:lnTo>
                    <a:pt x="399" y="715"/>
                  </a:lnTo>
                  <a:lnTo>
                    <a:pt x="375" y="735"/>
                  </a:lnTo>
                  <a:lnTo>
                    <a:pt x="363" y="748"/>
                  </a:lnTo>
                  <a:lnTo>
                    <a:pt x="358" y="760"/>
                  </a:lnTo>
                  <a:lnTo>
                    <a:pt x="358" y="776"/>
                  </a:lnTo>
                  <a:lnTo>
                    <a:pt x="375" y="789"/>
                  </a:lnTo>
                  <a:lnTo>
                    <a:pt x="395" y="791"/>
                  </a:lnTo>
                  <a:lnTo>
                    <a:pt x="406" y="781"/>
                  </a:lnTo>
                  <a:lnTo>
                    <a:pt x="421" y="766"/>
                  </a:lnTo>
                  <a:lnTo>
                    <a:pt x="436" y="748"/>
                  </a:lnTo>
                  <a:lnTo>
                    <a:pt x="463" y="713"/>
                  </a:lnTo>
                  <a:lnTo>
                    <a:pt x="478" y="699"/>
                  </a:lnTo>
                  <a:lnTo>
                    <a:pt x="468" y="733"/>
                  </a:lnTo>
                  <a:lnTo>
                    <a:pt x="463" y="763"/>
                  </a:lnTo>
                  <a:lnTo>
                    <a:pt x="458" y="786"/>
                  </a:lnTo>
                  <a:lnTo>
                    <a:pt x="458" y="821"/>
                  </a:lnTo>
                  <a:lnTo>
                    <a:pt x="468" y="830"/>
                  </a:lnTo>
                  <a:lnTo>
                    <a:pt x="480" y="833"/>
                  </a:lnTo>
                  <a:lnTo>
                    <a:pt x="508" y="796"/>
                  </a:lnTo>
                  <a:lnTo>
                    <a:pt x="513" y="784"/>
                  </a:lnTo>
                  <a:lnTo>
                    <a:pt x="518" y="769"/>
                  </a:lnTo>
                  <a:lnTo>
                    <a:pt x="521" y="794"/>
                  </a:lnTo>
                  <a:lnTo>
                    <a:pt x="526" y="814"/>
                  </a:lnTo>
                  <a:lnTo>
                    <a:pt x="531" y="828"/>
                  </a:lnTo>
                  <a:lnTo>
                    <a:pt x="546" y="840"/>
                  </a:lnTo>
                  <a:lnTo>
                    <a:pt x="566" y="840"/>
                  </a:lnTo>
                  <a:lnTo>
                    <a:pt x="579" y="833"/>
                  </a:lnTo>
                  <a:lnTo>
                    <a:pt x="620" y="855"/>
                  </a:lnTo>
                  <a:lnTo>
                    <a:pt x="649" y="863"/>
                  </a:lnTo>
                  <a:lnTo>
                    <a:pt x="666" y="858"/>
                  </a:lnTo>
                  <a:lnTo>
                    <a:pt x="676" y="843"/>
                  </a:lnTo>
                  <a:lnTo>
                    <a:pt x="679" y="824"/>
                  </a:lnTo>
                  <a:lnTo>
                    <a:pt x="681" y="801"/>
                  </a:lnTo>
                  <a:lnTo>
                    <a:pt x="684" y="781"/>
                  </a:lnTo>
                  <a:lnTo>
                    <a:pt x="691" y="766"/>
                  </a:lnTo>
                  <a:lnTo>
                    <a:pt x="691" y="804"/>
                  </a:lnTo>
                  <a:lnTo>
                    <a:pt x="694" y="835"/>
                  </a:lnTo>
                  <a:lnTo>
                    <a:pt x="701" y="853"/>
                  </a:lnTo>
                  <a:lnTo>
                    <a:pt x="713" y="848"/>
                  </a:lnTo>
                  <a:lnTo>
                    <a:pt x="735" y="828"/>
                  </a:lnTo>
                  <a:lnTo>
                    <a:pt x="755" y="821"/>
                  </a:lnTo>
                  <a:lnTo>
                    <a:pt x="770" y="816"/>
                  </a:lnTo>
                  <a:lnTo>
                    <a:pt x="801" y="828"/>
                  </a:lnTo>
                  <a:lnTo>
                    <a:pt x="814" y="830"/>
                  </a:lnTo>
                  <a:lnTo>
                    <a:pt x="829" y="833"/>
                  </a:lnTo>
                  <a:lnTo>
                    <a:pt x="824" y="855"/>
                  </a:lnTo>
                  <a:lnTo>
                    <a:pt x="814" y="896"/>
                  </a:lnTo>
                  <a:lnTo>
                    <a:pt x="801" y="936"/>
                  </a:lnTo>
                  <a:lnTo>
                    <a:pt x="781" y="973"/>
                  </a:lnTo>
                  <a:lnTo>
                    <a:pt x="771" y="990"/>
                  </a:lnTo>
                  <a:lnTo>
                    <a:pt x="750" y="983"/>
                  </a:lnTo>
                  <a:lnTo>
                    <a:pt x="728" y="980"/>
                  </a:lnTo>
                  <a:lnTo>
                    <a:pt x="709" y="980"/>
                  </a:lnTo>
                  <a:lnTo>
                    <a:pt x="686" y="988"/>
                  </a:lnTo>
                  <a:lnTo>
                    <a:pt x="664" y="993"/>
                  </a:lnTo>
                  <a:lnTo>
                    <a:pt x="643" y="1000"/>
                  </a:lnTo>
                  <a:lnTo>
                    <a:pt x="618" y="1003"/>
                  </a:lnTo>
                  <a:lnTo>
                    <a:pt x="593" y="1000"/>
                  </a:lnTo>
                  <a:lnTo>
                    <a:pt x="584" y="973"/>
                  </a:lnTo>
                  <a:lnTo>
                    <a:pt x="526" y="980"/>
                  </a:lnTo>
                  <a:lnTo>
                    <a:pt x="468" y="980"/>
                  </a:lnTo>
                  <a:lnTo>
                    <a:pt x="409" y="968"/>
                  </a:lnTo>
                  <a:lnTo>
                    <a:pt x="350" y="951"/>
                  </a:lnTo>
                  <a:lnTo>
                    <a:pt x="309" y="949"/>
                  </a:lnTo>
                  <a:lnTo>
                    <a:pt x="281" y="941"/>
                  </a:lnTo>
                  <a:lnTo>
                    <a:pt x="265" y="916"/>
                  </a:lnTo>
                  <a:lnTo>
                    <a:pt x="253" y="875"/>
                  </a:lnTo>
                  <a:lnTo>
                    <a:pt x="199" y="835"/>
                  </a:lnTo>
                  <a:lnTo>
                    <a:pt x="159" y="779"/>
                  </a:lnTo>
                  <a:lnTo>
                    <a:pt x="130" y="718"/>
                  </a:lnTo>
                  <a:lnTo>
                    <a:pt x="95" y="656"/>
                  </a:lnTo>
                  <a:lnTo>
                    <a:pt x="44" y="561"/>
                  </a:lnTo>
                  <a:lnTo>
                    <a:pt x="18" y="470"/>
                  </a:lnTo>
                  <a:lnTo>
                    <a:pt x="5" y="404"/>
                  </a:lnTo>
                  <a:lnTo>
                    <a:pt x="3" y="335"/>
                  </a:lnTo>
                  <a:lnTo>
                    <a:pt x="0" y="266"/>
                  </a:lnTo>
                  <a:lnTo>
                    <a:pt x="3" y="200"/>
                  </a:lnTo>
                  <a:lnTo>
                    <a:pt x="10" y="137"/>
                  </a:lnTo>
                  <a:lnTo>
                    <a:pt x="24" y="100"/>
                  </a:lnTo>
                  <a:lnTo>
                    <a:pt x="44" y="67"/>
                  </a:lnTo>
                  <a:lnTo>
                    <a:pt x="71" y="39"/>
                  </a:lnTo>
                  <a:lnTo>
                    <a:pt x="100" y="14"/>
                  </a:lnTo>
                  <a:lnTo>
                    <a:pt x="135" y="3"/>
                  </a:lnTo>
                  <a:lnTo>
                    <a:pt x="171" y="0"/>
                  </a:lnTo>
                  <a:lnTo>
                    <a:pt x="208" y="12"/>
                  </a:lnTo>
                  <a:lnTo>
                    <a:pt x="243" y="3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865"/>
            <p:cNvSpPr>
              <a:spLocks/>
            </p:cNvSpPr>
            <p:nvPr/>
          </p:nvSpPr>
          <p:spPr bwMode="auto">
            <a:xfrm>
              <a:off x="7276" y="1460"/>
              <a:ext cx="26" cy="347"/>
            </a:xfrm>
            <a:custGeom>
              <a:avLst/>
              <a:gdLst>
                <a:gd name="T0" fmla="*/ 0 w 51"/>
                <a:gd name="T1" fmla="*/ 0 h 693"/>
                <a:gd name="T2" fmla="*/ 27 w 51"/>
                <a:gd name="T3" fmla="*/ 53 h 693"/>
                <a:gd name="T4" fmla="*/ 36 w 51"/>
                <a:gd name="T5" fmla="*/ 98 h 693"/>
                <a:gd name="T6" fmla="*/ 36 w 51"/>
                <a:gd name="T7" fmla="*/ 159 h 693"/>
                <a:gd name="T8" fmla="*/ 36 w 51"/>
                <a:gd name="T9" fmla="*/ 244 h 693"/>
                <a:gd name="T10" fmla="*/ 51 w 51"/>
                <a:gd name="T11" fmla="*/ 316 h 693"/>
                <a:gd name="T12" fmla="*/ 51 w 51"/>
                <a:gd name="T13" fmla="*/ 374 h 693"/>
                <a:gd name="T14" fmla="*/ 49 w 51"/>
                <a:gd name="T15" fmla="*/ 482 h 693"/>
                <a:gd name="T16" fmla="*/ 35 w 51"/>
                <a:gd name="T17" fmla="*/ 604 h 693"/>
                <a:gd name="T18" fmla="*/ 30 w 51"/>
                <a:gd name="T19" fmla="*/ 693 h 6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693"/>
                <a:gd name="T32" fmla="*/ 51 w 51"/>
                <a:gd name="T33" fmla="*/ 693 h 6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693">
                  <a:moveTo>
                    <a:pt x="0" y="0"/>
                  </a:moveTo>
                  <a:lnTo>
                    <a:pt x="27" y="53"/>
                  </a:lnTo>
                  <a:lnTo>
                    <a:pt x="36" y="98"/>
                  </a:lnTo>
                  <a:lnTo>
                    <a:pt x="36" y="159"/>
                  </a:lnTo>
                  <a:lnTo>
                    <a:pt x="36" y="244"/>
                  </a:lnTo>
                  <a:lnTo>
                    <a:pt x="51" y="316"/>
                  </a:lnTo>
                  <a:lnTo>
                    <a:pt x="51" y="374"/>
                  </a:lnTo>
                  <a:lnTo>
                    <a:pt x="49" y="482"/>
                  </a:lnTo>
                  <a:lnTo>
                    <a:pt x="35" y="604"/>
                  </a:lnTo>
                  <a:lnTo>
                    <a:pt x="30" y="69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866"/>
            <p:cNvSpPr>
              <a:spLocks/>
            </p:cNvSpPr>
            <p:nvPr/>
          </p:nvSpPr>
          <p:spPr bwMode="auto">
            <a:xfrm>
              <a:off x="7287" y="1924"/>
              <a:ext cx="6" cy="124"/>
            </a:xfrm>
            <a:custGeom>
              <a:avLst/>
              <a:gdLst>
                <a:gd name="T0" fmla="*/ 5 w 13"/>
                <a:gd name="T1" fmla="*/ 0 h 248"/>
                <a:gd name="T2" fmla="*/ 0 w 13"/>
                <a:gd name="T3" fmla="*/ 69 h 248"/>
                <a:gd name="T4" fmla="*/ 5 w 13"/>
                <a:gd name="T5" fmla="*/ 143 h 248"/>
                <a:gd name="T6" fmla="*/ 13 w 13"/>
                <a:gd name="T7" fmla="*/ 248 h 24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248"/>
                <a:gd name="T14" fmla="*/ 13 w 13"/>
                <a:gd name="T15" fmla="*/ 248 h 24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248">
                  <a:moveTo>
                    <a:pt x="5" y="0"/>
                  </a:moveTo>
                  <a:lnTo>
                    <a:pt x="0" y="69"/>
                  </a:lnTo>
                  <a:lnTo>
                    <a:pt x="5" y="143"/>
                  </a:lnTo>
                  <a:lnTo>
                    <a:pt x="13" y="24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867"/>
            <p:cNvSpPr>
              <a:spLocks/>
            </p:cNvSpPr>
            <p:nvPr/>
          </p:nvSpPr>
          <p:spPr bwMode="auto">
            <a:xfrm>
              <a:off x="7247" y="1932"/>
              <a:ext cx="33" cy="129"/>
            </a:xfrm>
            <a:custGeom>
              <a:avLst/>
              <a:gdLst>
                <a:gd name="T0" fmla="*/ 3 w 66"/>
                <a:gd name="T1" fmla="*/ 0 h 260"/>
                <a:gd name="T2" fmla="*/ 10 w 66"/>
                <a:gd name="T3" fmla="*/ 66 h 260"/>
                <a:gd name="T4" fmla="*/ 36 w 66"/>
                <a:gd name="T5" fmla="*/ 184 h 260"/>
                <a:gd name="T6" fmla="*/ 66 w 66"/>
                <a:gd name="T7" fmla="*/ 260 h 260"/>
                <a:gd name="T8" fmla="*/ 34 w 66"/>
                <a:gd name="T9" fmla="*/ 257 h 260"/>
                <a:gd name="T10" fmla="*/ 34 w 66"/>
                <a:gd name="T11" fmla="*/ 230 h 260"/>
                <a:gd name="T12" fmla="*/ 20 w 66"/>
                <a:gd name="T13" fmla="*/ 153 h 260"/>
                <a:gd name="T14" fmla="*/ 0 w 66"/>
                <a:gd name="T15" fmla="*/ 59 h 260"/>
                <a:gd name="T16" fmla="*/ 0 w 66"/>
                <a:gd name="T17" fmla="*/ 5 h 260"/>
                <a:gd name="T18" fmla="*/ 5 w 66"/>
                <a:gd name="T19" fmla="*/ 3 h 260"/>
                <a:gd name="T20" fmla="*/ 5 w 66"/>
                <a:gd name="T21" fmla="*/ 3 h 260"/>
                <a:gd name="T22" fmla="*/ 3 w 66"/>
                <a:gd name="T23" fmla="*/ 0 h 2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6"/>
                <a:gd name="T37" fmla="*/ 0 h 260"/>
                <a:gd name="T38" fmla="*/ 66 w 66"/>
                <a:gd name="T39" fmla="*/ 260 h 26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6" h="260">
                  <a:moveTo>
                    <a:pt x="3" y="0"/>
                  </a:moveTo>
                  <a:lnTo>
                    <a:pt x="10" y="66"/>
                  </a:lnTo>
                  <a:lnTo>
                    <a:pt x="36" y="184"/>
                  </a:lnTo>
                  <a:lnTo>
                    <a:pt x="66" y="260"/>
                  </a:lnTo>
                  <a:lnTo>
                    <a:pt x="34" y="257"/>
                  </a:lnTo>
                  <a:lnTo>
                    <a:pt x="34" y="230"/>
                  </a:lnTo>
                  <a:lnTo>
                    <a:pt x="20" y="153"/>
                  </a:lnTo>
                  <a:lnTo>
                    <a:pt x="0" y="59"/>
                  </a:lnTo>
                  <a:lnTo>
                    <a:pt x="0" y="5"/>
                  </a:lnTo>
                  <a:lnTo>
                    <a:pt x="5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868"/>
            <p:cNvSpPr>
              <a:spLocks/>
            </p:cNvSpPr>
            <p:nvPr/>
          </p:nvSpPr>
          <p:spPr bwMode="auto">
            <a:xfrm>
              <a:off x="7247" y="1932"/>
              <a:ext cx="33" cy="129"/>
            </a:xfrm>
            <a:custGeom>
              <a:avLst/>
              <a:gdLst>
                <a:gd name="T0" fmla="*/ 3 w 66"/>
                <a:gd name="T1" fmla="*/ 0 h 260"/>
                <a:gd name="T2" fmla="*/ 10 w 66"/>
                <a:gd name="T3" fmla="*/ 66 h 260"/>
                <a:gd name="T4" fmla="*/ 36 w 66"/>
                <a:gd name="T5" fmla="*/ 184 h 260"/>
                <a:gd name="T6" fmla="*/ 66 w 66"/>
                <a:gd name="T7" fmla="*/ 260 h 260"/>
                <a:gd name="T8" fmla="*/ 34 w 66"/>
                <a:gd name="T9" fmla="*/ 257 h 260"/>
                <a:gd name="T10" fmla="*/ 34 w 66"/>
                <a:gd name="T11" fmla="*/ 230 h 260"/>
                <a:gd name="T12" fmla="*/ 20 w 66"/>
                <a:gd name="T13" fmla="*/ 153 h 260"/>
                <a:gd name="T14" fmla="*/ 0 w 66"/>
                <a:gd name="T15" fmla="*/ 59 h 260"/>
                <a:gd name="T16" fmla="*/ 0 w 66"/>
                <a:gd name="T17" fmla="*/ 5 h 260"/>
                <a:gd name="T18" fmla="*/ 5 w 66"/>
                <a:gd name="T19" fmla="*/ 3 h 260"/>
                <a:gd name="T20" fmla="*/ 5 w 66"/>
                <a:gd name="T21" fmla="*/ 3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6"/>
                <a:gd name="T34" fmla="*/ 0 h 260"/>
                <a:gd name="T35" fmla="*/ 66 w 66"/>
                <a:gd name="T36" fmla="*/ 260 h 2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6" h="260">
                  <a:moveTo>
                    <a:pt x="3" y="0"/>
                  </a:moveTo>
                  <a:lnTo>
                    <a:pt x="10" y="66"/>
                  </a:lnTo>
                  <a:lnTo>
                    <a:pt x="36" y="184"/>
                  </a:lnTo>
                  <a:lnTo>
                    <a:pt x="66" y="260"/>
                  </a:lnTo>
                  <a:lnTo>
                    <a:pt x="34" y="257"/>
                  </a:lnTo>
                  <a:lnTo>
                    <a:pt x="34" y="230"/>
                  </a:lnTo>
                  <a:lnTo>
                    <a:pt x="20" y="153"/>
                  </a:lnTo>
                  <a:lnTo>
                    <a:pt x="0" y="59"/>
                  </a:lnTo>
                  <a:lnTo>
                    <a:pt x="0" y="5"/>
                  </a:lnTo>
                  <a:lnTo>
                    <a:pt x="5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869"/>
            <p:cNvSpPr>
              <a:spLocks/>
            </p:cNvSpPr>
            <p:nvPr/>
          </p:nvSpPr>
          <p:spPr bwMode="auto">
            <a:xfrm>
              <a:off x="7201" y="1947"/>
              <a:ext cx="10" cy="116"/>
            </a:xfrm>
            <a:custGeom>
              <a:avLst/>
              <a:gdLst>
                <a:gd name="T0" fmla="*/ 0 w 20"/>
                <a:gd name="T1" fmla="*/ 0 h 232"/>
                <a:gd name="T2" fmla="*/ 17 w 20"/>
                <a:gd name="T3" fmla="*/ 105 h 232"/>
                <a:gd name="T4" fmla="*/ 20 w 20"/>
                <a:gd name="T5" fmla="*/ 232 h 232"/>
                <a:gd name="T6" fmla="*/ 0 60000 65536"/>
                <a:gd name="T7" fmla="*/ 0 60000 65536"/>
                <a:gd name="T8" fmla="*/ 0 60000 65536"/>
                <a:gd name="T9" fmla="*/ 0 w 20"/>
                <a:gd name="T10" fmla="*/ 0 h 232"/>
                <a:gd name="T11" fmla="*/ 20 w 20"/>
                <a:gd name="T12" fmla="*/ 232 h 2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232">
                  <a:moveTo>
                    <a:pt x="0" y="0"/>
                  </a:moveTo>
                  <a:lnTo>
                    <a:pt x="17" y="105"/>
                  </a:lnTo>
                  <a:lnTo>
                    <a:pt x="20" y="23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870"/>
            <p:cNvSpPr>
              <a:spLocks/>
            </p:cNvSpPr>
            <p:nvPr/>
          </p:nvSpPr>
          <p:spPr bwMode="auto">
            <a:xfrm>
              <a:off x="7141" y="1934"/>
              <a:ext cx="19" cy="120"/>
            </a:xfrm>
            <a:custGeom>
              <a:avLst/>
              <a:gdLst>
                <a:gd name="T0" fmla="*/ 0 w 37"/>
                <a:gd name="T1" fmla="*/ 0 h 240"/>
                <a:gd name="T2" fmla="*/ 32 w 37"/>
                <a:gd name="T3" fmla="*/ 93 h 240"/>
                <a:gd name="T4" fmla="*/ 37 w 37"/>
                <a:gd name="T5" fmla="*/ 159 h 240"/>
                <a:gd name="T6" fmla="*/ 37 w 37"/>
                <a:gd name="T7" fmla="*/ 240 h 2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"/>
                <a:gd name="T13" fmla="*/ 0 h 240"/>
                <a:gd name="T14" fmla="*/ 37 w 37"/>
                <a:gd name="T15" fmla="*/ 240 h 2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" h="240">
                  <a:moveTo>
                    <a:pt x="0" y="0"/>
                  </a:moveTo>
                  <a:lnTo>
                    <a:pt x="32" y="93"/>
                  </a:lnTo>
                  <a:lnTo>
                    <a:pt x="37" y="159"/>
                  </a:lnTo>
                  <a:lnTo>
                    <a:pt x="37" y="24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871"/>
            <p:cNvSpPr>
              <a:spLocks/>
            </p:cNvSpPr>
            <p:nvPr/>
          </p:nvSpPr>
          <p:spPr bwMode="auto">
            <a:xfrm>
              <a:off x="6960" y="1857"/>
              <a:ext cx="6" cy="197"/>
            </a:xfrm>
            <a:custGeom>
              <a:avLst/>
              <a:gdLst>
                <a:gd name="T0" fmla="*/ 13 w 13"/>
                <a:gd name="T1" fmla="*/ 0 h 395"/>
                <a:gd name="T2" fmla="*/ 13 w 13"/>
                <a:gd name="T3" fmla="*/ 155 h 395"/>
                <a:gd name="T4" fmla="*/ 0 w 13"/>
                <a:gd name="T5" fmla="*/ 319 h 395"/>
                <a:gd name="T6" fmla="*/ 13 w 13"/>
                <a:gd name="T7" fmla="*/ 395 h 3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395"/>
                <a:gd name="T14" fmla="*/ 13 w 13"/>
                <a:gd name="T15" fmla="*/ 395 h 3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395">
                  <a:moveTo>
                    <a:pt x="13" y="0"/>
                  </a:moveTo>
                  <a:lnTo>
                    <a:pt x="13" y="155"/>
                  </a:lnTo>
                  <a:lnTo>
                    <a:pt x="0" y="319"/>
                  </a:lnTo>
                  <a:lnTo>
                    <a:pt x="13" y="39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872"/>
            <p:cNvSpPr>
              <a:spLocks/>
            </p:cNvSpPr>
            <p:nvPr/>
          </p:nvSpPr>
          <p:spPr bwMode="auto">
            <a:xfrm>
              <a:off x="7063" y="1474"/>
              <a:ext cx="71" cy="286"/>
            </a:xfrm>
            <a:custGeom>
              <a:avLst/>
              <a:gdLst>
                <a:gd name="T0" fmla="*/ 0 w 142"/>
                <a:gd name="T1" fmla="*/ 0 h 574"/>
                <a:gd name="T2" fmla="*/ 63 w 142"/>
                <a:gd name="T3" fmla="*/ 103 h 574"/>
                <a:gd name="T4" fmla="*/ 95 w 142"/>
                <a:gd name="T5" fmla="*/ 189 h 574"/>
                <a:gd name="T6" fmla="*/ 107 w 142"/>
                <a:gd name="T7" fmla="*/ 319 h 574"/>
                <a:gd name="T8" fmla="*/ 117 w 142"/>
                <a:gd name="T9" fmla="*/ 467 h 574"/>
                <a:gd name="T10" fmla="*/ 142 w 142"/>
                <a:gd name="T11" fmla="*/ 566 h 574"/>
                <a:gd name="T12" fmla="*/ 142 w 142"/>
                <a:gd name="T13" fmla="*/ 574 h 5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2"/>
                <a:gd name="T22" fmla="*/ 0 h 574"/>
                <a:gd name="T23" fmla="*/ 142 w 142"/>
                <a:gd name="T24" fmla="*/ 574 h 57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2" h="574">
                  <a:moveTo>
                    <a:pt x="0" y="0"/>
                  </a:moveTo>
                  <a:lnTo>
                    <a:pt x="63" y="103"/>
                  </a:lnTo>
                  <a:lnTo>
                    <a:pt x="95" y="189"/>
                  </a:lnTo>
                  <a:lnTo>
                    <a:pt x="107" y="319"/>
                  </a:lnTo>
                  <a:lnTo>
                    <a:pt x="117" y="467"/>
                  </a:lnTo>
                  <a:lnTo>
                    <a:pt x="142" y="566"/>
                  </a:lnTo>
                  <a:lnTo>
                    <a:pt x="142" y="57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873"/>
            <p:cNvSpPr>
              <a:spLocks/>
            </p:cNvSpPr>
            <p:nvPr/>
          </p:nvSpPr>
          <p:spPr bwMode="auto">
            <a:xfrm>
              <a:off x="7150" y="1498"/>
              <a:ext cx="50" cy="302"/>
            </a:xfrm>
            <a:custGeom>
              <a:avLst/>
              <a:gdLst>
                <a:gd name="T0" fmla="*/ 0 w 100"/>
                <a:gd name="T1" fmla="*/ 0 h 605"/>
                <a:gd name="T2" fmla="*/ 42 w 100"/>
                <a:gd name="T3" fmla="*/ 107 h 605"/>
                <a:gd name="T4" fmla="*/ 69 w 100"/>
                <a:gd name="T5" fmla="*/ 215 h 605"/>
                <a:gd name="T6" fmla="*/ 84 w 100"/>
                <a:gd name="T7" fmla="*/ 360 h 605"/>
                <a:gd name="T8" fmla="*/ 94 w 100"/>
                <a:gd name="T9" fmla="*/ 528 h 605"/>
                <a:gd name="T10" fmla="*/ 100 w 100"/>
                <a:gd name="T11" fmla="*/ 605 h 6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0"/>
                <a:gd name="T19" fmla="*/ 0 h 605"/>
                <a:gd name="T20" fmla="*/ 100 w 100"/>
                <a:gd name="T21" fmla="*/ 605 h 60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0" h="605">
                  <a:moveTo>
                    <a:pt x="0" y="0"/>
                  </a:moveTo>
                  <a:lnTo>
                    <a:pt x="42" y="107"/>
                  </a:lnTo>
                  <a:lnTo>
                    <a:pt x="69" y="215"/>
                  </a:lnTo>
                  <a:lnTo>
                    <a:pt x="84" y="360"/>
                  </a:lnTo>
                  <a:lnTo>
                    <a:pt x="94" y="528"/>
                  </a:lnTo>
                  <a:lnTo>
                    <a:pt x="100" y="60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874"/>
            <p:cNvSpPr>
              <a:spLocks/>
            </p:cNvSpPr>
            <p:nvPr/>
          </p:nvSpPr>
          <p:spPr bwMode="auto">
            <a:xfrm>
              <a:off x="7233" y="1601"/>
              <a:ext cx="19" cy="191"/>
            </a:xfrm>
            <a:custGeom>
              <a:avLst/>
              <a:gdLst>
                <a:gd name="T0" fmla="*/ 7 w 37"/>
                <a:gd name="T1" fmla="*/ 11 h 382"/>
                <a:gd name="T2" fmla="*/ 32 w 37"/>
                <a:gd name="T3" fmla="*/ 149 h 382"/>
                <a:gd name="T4" fmla="*/ 37 w 37"/>
                <a:gd name="T5" fmla="*/ 242 h 382"/>
                <a:gd name="T6" fmla="*/ 37 w 37"/>
                <a:gd name="T7" fmla="*/ 337 h 382"/>
                <a:gd name="T8" fmla="*/ 32 w 37"/>
                <a:gd name="T9" fmla="*/ 382 h 382"/>
                <a:gd name="T10" fmla="*/ 22 w 37"/>
                <a:gd name="T11" fmla="*/ 382 h 382"/>
                <a:gd name="T12" fmla="*/ 27 w 37"/>
                <a:gd name="T13" fmla="*/ 322 h 382"/>
                <a:gd name="T14" fmla="*/ 27 w 37"/>
                <a:gd name="T15" fmla="*/ 255 h 382"/>
                <a:gd name="T16" fmla="*/ 20 w 37"/>
                <a:gd name="T17" fmla="*/ 181 h 382"/>
                <a:gd name="T18" fmla="*/ 10 w 37"/>
                <a:gd name="T19" fmla="*/ 44 h 382"/>
                <a:gd name="T20" fmla="*/ 0 w 37"/>
                <a:gd name="T21" fmla="*/ 0 h 382"/>
                <a:gd name="T22" fmla="*/ 7 w 37"/>
                <a:gd name="T23" fmla="*/ 11 h 382"/>
                <a:gd name="T24" fmla="*/ 7 w 37"/>
                <a:gd name="T25" fmla="*/ 11 h 3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"/>
                <a:gd name="T40" fmla="*/ 0 h 382"/>
                <a:gd name="T41" fmla="*/ 37 w 37"/>
                <a:gd name="T42" fmla="*/ 382 h 38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" h="382">
                  <a:moveTo>
                    <a:pt x="7" y="11"/>
                  </a:moveTo>
                  <a:lnTo>
                    <a:pt x="32" y="149"/>
                  </a:lnTo>
                  <a:lnTo>
                    <a:pt x="37" y="242"/>
                  </a:lnTo>
                  <a:lnTo>
                    <a:pt x="37" y="337"/>
                  </a:lnTo>
                  <a:lnTo>
                    <a:pt x="32" y="382"/>
                  </a:lnTo>
                  <a:lnTo>
                    <a:pt x="22" y="382"/>
                  </a:lnTo>
                  <a:lnTo>
                    <a:pt x="27" y="322"/>
                  </a:lnTo>
                  <a:lnTo>
                    <a:pt x="27" y="255"/>
                  </a:lnTo>
                  <a:lnTo>
                    <a:pt x="20" y="181"/>
                  </a:lnTo>
                  <a:lnTo>
                    <a:pt x="10" y="44"/>
                  </a:lnTo>
                  <a:lnTo>
                    <a:pt x="0" y="0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875"/>
            <p:cNvSpPr>
              <a:spLocks/>
            </p:cNvSpPr>
            <p:nvPr/>
          </p:nvSpPr>
          <p:spPr bwMode="auto">
            <a:xfrm>
              <a:off x="7233" y="1601"/>
              <a:ext cx="19" cy="191"/>
            </a:xfrm>
            <a:custGeom>
              <a:avLst/>
              <a:gdLst>
                <a:gd name="T0" fmla="*/ 7 w 37"/>
                <a:gd name="T1" fmla="*/ 11 h 382"/>
                <a:gd name="T2" fmla="*/ 32 w 37"/>
                <a:gd name="T3" fmla="*/ 149 h 382"/>
                <a:gd name="T4" fmla="*/ 37 w 37"/>
                <a:gd name="T5" fmla="*/ 242 h 382"/>
                <a:gd name="T6" fmla="*/ 37 w 37"/>
                <a:gd name="T7" fmla="*/ 337 h 382"/>
                <a:gd name="T8" fmla="*/ 32 w 37"/>
                <a:gd name="T9" fmla="*/ 382 h 382"/>
                <a:gd name="T10" fmla="*/ 22 w 37"/>
                <a:gd name="T11" fmla="*/ 382 h 382"/>
                <a:gd name="T12" fmla="*/ 27 w 37"/>
                <a:gd name="T13" fmla="*/ 322 h 382"/>
                <a:gd name="T14" fmla="*/ 27 w 37"/>
                <a:gd name="T15" fmla="*/ 255 h 382"/>
                <a:gd name="T16" fmla="*/ 20 w 37"/>
                <a:gd name="T17" fmla="*/ 181 h 382"/>
                <a:gd name="T18" fmla="*/ 10 w 37"/>
                <a:gd name="T19" fmla="*/ 44 h 382"/>
                <a:gd name="T20" fmla="*/ 0 w 37"/>
                <a:gd name="T21" fmla="*/ 0 h 382"/>
                <a:gd name="T22" fmla="*/ 7 w 37"/>
                <a:gd name="T23" fmla="*/ 11 h 382"/>
                <a:gd name="T24" fmla="*/ 7 w 37"/>
                <a:gd name="T25" fmla="*/ 11 h 3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"/>
                <a:gd name="T40" fmla="*/ 0 h 382"/>
                <a:gd name="T41" fmla="*/ 37 w 37"/>
                <a:gd name="T42" fmla="*/ 382 h 38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" h="382">
                  <a:moveTo>
                    <a:pt x="7" y="11"/>
                  </a:moveTo>
                  <a:lnTo>
                    <a:pt x="32" y="149"/>
                  </a:lnTo>
                  <a:lnTo>
                    <a:pt x="37" y="242"/>
                  </a:lnTo>
                  <a:lnTo>
                    <a:pt x="37" y="337"/>
                  </a:lnTo>
                  <a:lnTo>
                    <a:pt x="32" y="382"/>
                  </a:lnTo>
                  <a:lnTo>
                    <a:pt x="22" y="382"/>
                  </a:lnTo>
                  <a:lnTo>
                    <a:pt x="27" y="322"/>
                  </a:lnTo>
                  <a:lnTo>
                    <a:pt x="27" y="255"/>
                  </a:lnTo>
                  <a:lnTo>
                    <a:pt x="20" y="181"/>
                  </a:lnTo>
                  <a:lnTo>
                    <a:pt x="10" y="44"/>
                  </a:lnTo>
                  <a:lnTo>
                    <a:pt x="0" y="0"/>
                  </a:lnTo>
                  <a:lnTo>
                    <a:pt x="7" y="1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876"/>
            <p:cNvSpPr>
              <a:spLocks/>
            </p:cNvSpPr>
            <p:nvPr/>
          </p:nvSpPr>
          <p:spPr bwMode="auto">
            <a:xfrm>
              <a:off x="7530" y="1900"/>
              <a:ext cx="15" cy="13"/>
            </a:xfrm>
            <a:custGeom>
              <a:avLst/>
              <a:gdLst>
                <a:gd name="T0" fmla="*/ 5 w 30"/>
                <a:gd name="T1" fmla="*/ 0 h 28"/>
                <a:gd name="T2" fmla="*/ 30 w 30"/>
                <a:gd name="T3" fmla="*/ 5 h 28"/>
                <a:gd name="T4" fmla="*/ 30 w 30"/>
                <a:gd name="T5" fmla="*/ 10 h 28"/>
                <a:gd name="T6" fmla="*/ 30 w 30"/>
                <a:gd name="T7" fmla="*/ 18 h 28"/>
                <a:gd name="T8" fmla="*/ 25 w 30"/>
                <a:gd name="T9" fmla="*/ 28 h 28"/>
                <a:gd name="T10" fmla="*/ 3 w 30"/>
                <a:gd name="T11" fmla="*/ 20 h 28"/>
                <a:gd name="T12" fmla="*/ 0 w 30"/>
                <a:gd name="T13" fmla="*/ 10 h 28"/>
                <a:gd name="T14" fmla="*/ 8 w 30"/>
                <a:gd name="T15" fmla="*/ 3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"/>
                <a:gd name="T25" fmla="*/ 0 h 28"/>
                <a:gd name="T26" fmla="*/ 30 w 30"/>
                <a:gd name="T27" fmla="*/ 28 h 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" h="28">
                  <a:moveTo>
                    <a:pt x="5" y="0"/>
                  </a:moveTo>
                  <a:lnTo>
                    <a:pt x="30" y="5"/>
                  </a:lnTo>
                  <a:lnTo>
                    <a:pt x="30" y="10"/>
                  </a:lnTo>
                  <a:lnTo>
                    <a:pt x="30" y="18"/>
                  </a:lnTo>
                  <a:lnTo>
                    <a:pt x="25" y="28"/>
                  </a:lnTo>
                  <a:lnTo>
                    <a:pt x="3" y="20"/>
                  </a:lnTo>
                  <a:lnTo>
                    <a:pt x="0" y="10"/>
                  </a:lnTo>
                  <a:lnTo>
                    <a:pt x="8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877"/>
            <p:cNvSpPr>
              <a:spLocks/>
            </p:cNvSpPr>
            <p:nvPr/>
          </p:nvSpPr>
          <p:spPr bwMode="auto">
            <a:xfrm>
              <a:off x="7526" y="1874"/>
              <a:ext cx="14" cy="13"/>
            </a:xfrm>
            <a:custGeom>
              <a:avLst/>
              <a:gdLst>
                <a:gd name="T0" fmla="*/ 5 w 27"/>
                <a:gd name="T1" fmla="*/ 0 h 26"/>
                <a:gd name="T2" fmla="*/ 27 w 27"/>
                <a:gd name="T3" fmla="*/ 3 h 26"/>
                <a:gd name="T4" fmla="*/ 27 w 27"/>
                <a:gd name="T5" fmla="*/ 15 h 26"/>
                <a:gd name="T6" fmla="*/ 22 w 27"/>
                <a:gd name="T7" fmla="*/ 26 h 26"/>
                <a:gd name="T8" fmla="*/ 2 w 27"/>
                <a:gd name="T9" fmla="*/ 20 h 26"/>
                <a:gd name="T10" fmla="*/ 0 w 27"/>
                <a:gd name="T11" fmla="*/ 10 h 26"/>
                <a:gd name="T12" fmla="*/ 5 w 27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26"/>
                <a:gd name="T23" fmla="*/ 27 w 27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26">
                  <a:moveTo>
                    <a:pt x="5" y="0"/>
                  </a:moveTo>
                  <a:lnTo>
                    <a:pt x="27" y="3"/>
                  </a:lnTo>
                  <a:lnTo>
                    <a:pt x="27" y="15"/>
                  </a:lnTo>
                  <a:lnTo>
                    <a:pt x="22" y="26"/>
                  </a:lnTo>
                  <a:lnTo>
                    <a:pt x="2" y="20"/>
                  </a:lnTo>
                  <a:lnTo>
                    <a:pt x="0" y="1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878"/>
            <p:cNvSpPr>
              <a:spLocks/>
            </p:cNvSpPr>
            <p:nvPr/>
          </p:nvSpPr>
          <p:spPr bwMode="auto">
            <a:xfrm>
              <a:off x="7515" y="1932"/>
              <a:ext cx="15" cy="12"/>
            </a:xfrm>
            <a:custGeom>
              <a:avLst/>
              <a:gdLst>
                <a:gd name="T0" fmla="*/ 10 w 30"/>
                <a:gd name="T1" fmla="*/ 0 h 25"/>
                <a:gd name="T2" fmla="*/ 30 w 30"/>
                <a:gd name="T3" fmla="*/ 10 h 25"/>
                <a:gd name="T4" fmla="*/ 30 w 30"/>
                <a:gd name="T5" fmla="*/ 15 h 25"/>
                <a:gd name="T6" fmla="*/ 25 w 30"/>
                <a:gd name="T7" fmla="*/ 25 h 25"/>
                <a:gd name="T8" fmla="*/ 0 w 30"/>
                <a:gd name="T9" fmla="*/ 20 h 25"/>
                <a:gd name="T10" fmla="*/ 0 w 30"/>
                <a:gd name="T11" fmla="*/ 10 h 25"/>
                <a:gd name="T12" fmla="*/ 10 w 30"/>
                <a:gd name="T13" fmla="*/ 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25"/>
                <a:gd name="T23" fmla="*/ 30 w 30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25">
                  <a:moveTo>
                    <a:pt x="10" y="0"/>
                  </a:moveTo>
                  <a:lnTo>
                    <a:pt x="30" y="10"/>
                  </a:lnTo>
                  <a:lnTo>
                    <a:pt x="30" y="15"/>
                  </a:lnTo>
                  <a:lnTo>
                    <a:pt x="25" y="25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1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879"/>
            <p:cNvSpPr>
              <a:spLocks/>
            </p:cNvSpPr>
            <p:nvPr/>
          </p:nvSpPr>
          <p:spPr bwMode="auto">
            <a:xfrm>
              <a:off x="7478" y="1942"/>
              <a:ext cx="12" cy="13"/>
            </a:xfrm>
            <a:custGeom>
              <a:avLst/>
              <a:gdLst>
                <a:gd name="T0" fmla="*/ 5 w 24"/>
                <a:gd name="T1" fmla="*/ 0 h 26"/>
                <a:gd name="T2" fmla="*/ 24 w 24"/>
                <a:gd name="T3" fmla="*/ 8 h 26"/>
                <a:gd name="T4" fmla="*/ 24 w 24"/>
                <a:gd name="T5" fmla="*/ 19 h 26"/>
                <a:gd name="T6" fmla="*/ 16 w 24"/>
                <a:gd name="T7" fmla="*/ 26 h 26"/>
                <a:gd name="T8" fmla="*/ 0 w 24"/>
                <a:gd name="T9" fmla="*/ 16 h 26"/>
                <a:gd name="T10" fmla="*/ 0 w 24"/>
                <a:gd name="T11" fmla="*/ 8 h 26"/>
                <a:gd name="T12" fmla="*/ 5 w 24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6"/>
                <a:gd name="T23" fmla="*/ 24 w 24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6">
                  <a:moveTo>
                    <a:pt x="5" y="0"/>
                  </a:moveTo>
                  <a:lnTo>
                    <a:pt x="24" y="8"/>
                  </a:lnTo>
                  <a:lnTo>
                    <a:pt x="24" y="19"/>
                  </a:lnTo>
                  <a:lnTo>
                    <a:pt x="16" y="26"/>
                  </a:lnTo>
                  <a:lnTo>
                    <a:pt x="0" y="16"/>
                  </a:lnTo>
                  <a:lnTo>
                    <a:pt x="0" y="8"/>
                  </a:lnTo>
                  <a:lnTo>
                    <a:pt x="5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880"/>
            <p:cNvSpPr>
              <a:spLocks/>
            </p:cNvSpPr>
            <p:nvPr/>
          </p:nvSpPr>
          <p:spPr bwMode="auto">
            <a:xfrm>
              <a:off x="7457" y="1868"/>
              <a:ext cx="48" cy="15"/>
            </a:xfrm>
            <a:custGeom>
              <a:avLst/>
              <a:gdLst>
                <a:gd name="T0" fmla="*/ 97 w 97"/>
                <a:gd name="T1" fmla="*/ 30 h 30"/>
                <a:gd name="T2" fmla="*/ 59 w 97"/>
                <a:gd name="T3" fmla="*/ 17 h 30"/>
                <a:gd name="T4" fmla="*/ 0 w 97"/>
                <a:gd name="T5" fmla="*/ 0 h 30"/>
                <a:gd name="T6" fmla="*/ 0 60000 65536"/>
                <a:gd name="T7" fmla="*/ 0 60000 65536"/>
                <a:gd name="T8" fmla="*/ 0 60000 65536"/>
                <a:gd name="T9" fmla="*/ 0 w 97"/>
                <a:gd name="T10" fmla="*/ 0 h 30"/>
                <a:gd name="T11" fmla="*/ 97 w 97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7" h="30">
                  <a:moveTo>
                    <a:pt x="97" y="30"/>
                  </a:moveTo>
                  <a:lnTo>
                    <a:pt x="59" y="17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881"/>
            <p:cNvSpPr>
              <a:spLocks/>
            </p:cNvSpPr>
            <p:nvPr/>
          </p:nvSpPr>
          <p:spPr bwMode="auto">
            <a:xfrm>
              <a:off x="7453" y="1892"/>
              <a:ext cx="37" cy="13"/>
            </a:xfrm>
            <a:custGeom>
              <a:avLst/>
              <a:gdLst>
                <a:gd name="T0" fmla="*/ 74 w 74"/>
                <a:gd name="T1" fmla="*/ 25 h 25"/>
                <a:gd name="T2" fmla="*/ 40 w 74"/>
                <a:gd name="T3" fmla="*/ 10 h 25"/>
                <a:gd name="T4" fmla="*/ 0 w 74"/>
                <a:gd name="T5" fmla="*/ 0 h 25"/>
                <a:gd name="T6" fmla="*/ 0 60000 65536"/>
                <a:gd name="T7" fmla="*/ 0 60000 65536"/>
                <a:gd name="T8" fmla="*/ 0 60000 65536"/>
                <a:gd name="T9" fmla="*/ 0 w 74"/>
                <a:gd name="T10" fmla="*/ 0 h 25"/>
                <a:gd name="T11" fmla="*/ 74 w 74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4" h="25">
                  <a:moveTo>
                    <a:pt x="74" y="25"/>
                  </a:moveTo>
                  <a:lnTo>
                    <a:pt x="40" y="1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882"/>
            <p:cNvSpPr>
              <a:spLocks/>
            </p:cNvSpPr>
            <p:nvPr/>
          </p:nvSpPr>
          <p:spPr bwMode="auto">
            <a:xfrm>
              <a:off x="7438" y="1916"/>
              <a:ext cx="25" cy="8"/>
            </a:xfrm>
            <a:custGeom>
              <a:avLst/>
              <a:gdLst>
                <a:gd name="T0" fmla="*/ 51 w 51"/>
                <a:gd name="T1" fmla="*/ 16 h 16"/>
                <a:gd name="T2" fmla="*/ 25 w 51"/>
                <a:gd name="T3" fmla="*/ 2 h 16"/>
                <a:gd name="T4" fmla="*/ 0 w 51"/>
                <a:gd name="T5" fmla="*/ 0 h 16"/>
                <a:gd name="T6" fmla="*/ 0 60000 65536"/>
                <a:gd name="T7" fmla="*/ 0 60000 65536"/>
                <a:gd name="T8" fmla="*/ 0 60000 65536"/>
                <a:gd name="T9" fmla="*/ 0 w 51"/>
                <a:gd name="T10" fmla="*/ 0 h 16"/>
                <a:gd name="T11" fmla="*/ 51 w 51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1" h="16">
                  <a:moveTo>
                    <a:pt x="51" y="16"/>
                  </a:moveTo>
                  <a:lnTo>
                    <a:pt x="25" y="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883"/>
            <p:cNvSpPr>
              <a:spLocks/>
            </p:cNvSpPr>
            <p:nvPr/>
          </p:nvSpPr>
          <p:spPr bwMode="auto">
            <a:xfrm>
              <a:off x="7428" y="1859"/>
              <a:ext cx="17" cy="5"/>
            </a:xfrm>
            <a:custGeom>
              <a:avLst/>
              <a:gdLst>
                <a:gd name="T0" fmla="*/ 0 w 35"/>
                <a:gd name="T1" fmla="*/ 10 h 10"/>
                <a:gd name="T2" fmla="*/ 22 w 35"/>
                <a:gd name="T3" fmla="*/ 8 h 10"/>
                <a:gd name="T4" fmla="*/ 35 w 35"/>
                <a:gd name="T5" fmla="*/ 0 h 10"/>
                <a:gd name="T6" fmla="*/ 0 60000 65536"/>
                <a:gd name="T7" fmla="*/ 0 60000 65536"/>
                <a:gd name="T8" fmla="*/ 0 60000 65536"/>
                <a:gd name="T9" fmla="*/ 0 w 35"/>
                <a:gd name="T10" fmla="*/ 0 h 10"/>
                <a:gd name="T11" fmla="*/ 35 w 35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10">
                  <a:moveTo>
                    <a:pt x="0" y="10"/>
                  </a:moveTo>
                  <a:lnTo>
                    <a:pt x="22" y="8"/>
                  </a:lnTo>
                  <a:lnTo>
                    <a:pt x="3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884"/>
            <p:cNvSpPr>
              <a:spLocks/>
            </p:cNvSpPr>
            <p:nvPr/>
          </p:nvSpPr>
          <p:spPr bwMode="auto">
            <a:xfrm>
              <a:off x="7417" y="1883"/>
              <a:ext cx="20" cy="2"/>
            </a:xfrm>
            <a:custGeom>
              <a:avLst/>
              <a:gdLst>
                <a:gd name="T0" fmla="*/ 0 w 39"/>
                <a:gd name="T1" fmla="*/ 2 h 5"/>
                <a:gd name="T2" fmla="*/ 17 w 39"/>
                <a:gd name="T3" fmla="*/ 5 h 5"/>
                <a:gd name="T4" fmla="*/ 29 w 39"/>
                <a:gd name="T5" fmla="*/ 2 h 5"/>
                <a:gd name="T6" fmla="*/ 39 w 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"/>
                <a:gd name="T13" fmla="*/ 0 h 5"/>
                <a:gd name="T14" fmla="*/ 39 w 39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" h="5">
                  <a:moveTo>
                    <a:pt x="0" y="2"/>
                  </a:moveTo>
                  <a:lnTo>
                    <a:pt x="17" y="5"/>
                  </a:lnTo>
                  <a:lnTo>
                    <a:pt x="29" y="2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885"/>
            <p:cNvSpPr>
              <a:spLocks/>
            </p:cNvSpPr>
            <p:nvPr/>
          </p:nvSpPr>
          <p:spPr bwMode="auto">
            <a:xfrm>
              <a:off x="7393" y="1902"/>
              <a:ext cx="31" cy="3"/>
            </a:xfrm>
            <a:custGeom>
              <a:avLst/>
              <a:gdLst>
                <a:gd name="T0" fmla="*/ 0 w 61"/>
                <a:gd name="T1" fmla="*/ 5 h 5"/>
                <a:gd name="T2" fmla="*/ 25 w 61"/>
                <a:gd name="T3" fmla="*/ 5 h 5"/>
                <a:gd name="T4" fmla="*/ 47 w 61"/>
                <a:gd name="T5" fmla="*/ 5 h 5"/>
                <a:gd name="T6" fmla="*/ 61 w 6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1"/>
                <a:gd name="T13" fmla="*/ 0 h 5"/>
                <a:gd name="T14" fmla="*/ 61 w 61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1" h="5">
                  <a:moveTo>
                    <a:pt x="0" y="5"/>
                  </a:moveTo>
                  <a:lnTo>
                    <a:pt x="25" y="5"/>
                  </a:lnTo>
                  <a:lnTo>
                    <a:pt x="47" y="5"/>
                  </a:lnTo>
                  <a:lnTo>
                    <a:pt x="6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886"/>
            <p:cNvSpPr>
              <a:spLocks/>
            </p:cNvSpPr>
            <p:nvPr/>
          </p:nvSpPr>
          <p:spPr bwMode="auto">
            <a:xfrm>
              <a:off x="7503" y="1860"/>
              <a:ext cx="4" cy="18"/>
            </a:xfrm>
            <a:custGeom>
              <a:avLst/>
              <a:gdLst>
                <a:gd name="T0" fmla="*/ 0 w 7"/>
                <a:gd name="T1" fmla="*/ 0 h 35"/>
                <a:gd name="T2" fmla="*/ 5 w 7"/>
                <a:gd name="T3" fmla="*/ 10 h 35"/>
                <a:gd name="T4" fmla="*/ 7 w 7"/>
                <a:gd name="T5" fmla="*/ 15 h 35"/>
                <a:gd name="T6" fmla="*/ 5 w 7"/>
                <a:gd name="T7" fmla="*/ 22 h 35"/>
                <a:gd name="T8" fmla="*/ 2 w 7"/>
                <a:gd name="T9" fmla="*/ 35 h 35"/>
                <a:gd name="T10" fmla="*/ 0 w 7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35"/>
                <a:gd name="T20" fmla="*/ 7 w 7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35">
                  <a:moveTo>
                    <a:pt x="0" y="0"/>
                  </a:moveTo>
                  <a:lnTo>
                    <a:pt x="5" y="10"/>
                  </a:lnTo>
                  <a:lnTo>
                    <a:pt x="7" y="15"/>
                  </a:lnTo>
                  <a:lnTo>
                    <a:pt x="5" y="22"/>
                  </a:lnTo>
                  <a:lnTo>
                    <a:pt x="2" y="35"/>
                  </a:lnTo>
                  <a:lnTo>
                    <a:pt x="0" y="3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887"/>
            <p:cNvSpPr>
              <a:spLocks/>
            </p:cNvSpPr>
            <p:nvPr/>
          </p:nvSpPr>
          <p:spPr bwMode="auto">
            <a:xfrm>
              <a:off x="7492" y="1860"/>
              <a:ext cx="3" cy="15"/>
            </a:xfrm>
            <a:custGeom>
              <a:avLst/>
              <a:gdLst>
                <a:gd name="T0" fmla="*/ 8 w 8"/>
                <a:gd name="T1" fmla="*/ 0 h 30"/>
                <a:gd name="T2" fmla="*/ 5 w 8"/>
                <a:gd name="T3" fmla="*/ 7 h 30"/>
                <a:gd name="T4" fmla="*/ 3 w 8"/>
                <a:gd name="T5" fmla="*/ 15 h 30"/>
                <a:gd name="T6" fmla="*/ 0 w 8"/>
                <a:gd name="T7" fmla="*/ 20 h 30"/>
                <a:gd name="T8" fmla="*/ 3 w 8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30"/>
                <a:gd name="T17" fmla="*/ 8 w 8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30">
                  <a:moveTo>
                    <a:pt x="8" y="0"/>
                  </a:moveTo>
                  <a:lnTo>
                    <a:pt x="5" y="7"/>
                  </a:lnTo>
                  <a:lnTo>
                    <a:pt x="3" y="15"/>
                  </a:lnTo>
                  <a:lnTo>
                    <a:pt x="0" y="20"/>
                  </a:lnTo>
                  <a:lnTo>
                    <a:pt x="3" y="3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888"/>
            <p:cNvSpPr>
              <a:spLocks/>
            </p:cNvSpPr>
            <p:nvPr/>
          </p:nvSpPr>
          <p:spPr bwMode="auto">
            <a:xfrm>
              <a:off x="7498" y="1862"/>
              <a:ext cx="2" cy="12"/>
            </a:xfrm>
            <a:custGeom>
              <a:avLst/>
              <a:gdLst>
                <a:gd name="T0" fmla="*/ 2 w 5"/>
                <a:gd name="T1" fmla="*/ 0 h 25"/>
                <a:gd name="T2" fmla="*/ 5 w 5"/>
                <a:gd name="T3" fmla="*/ 13 h 25"/>
                <a:gd name="T4" fmla="*/ 0 w 5"/>
                <a:gd name="T5" fmla="*/ 23 h 25"/>
                <a:gd name="T6" fmla="*/ 2 w 5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25"/>
                <a:gd name="T14" fmla="*/ 5 w 5"/>
                <a:gd name="T15" fmla="*/ 25 h 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25">
                  <a:moveTo>
                    <a:pt x="2" y="0"/>
                  </a:moveTo>
                  <a:lnTo>
                    <a:pt x="5" y="13"/>
                  </a:lnTo>
                  <a:lnTo>
                    <a:pt x="0" y="23"/>
                  </a:lnTo>
                  <a:lnTo>
                    <a:pt x="2" y="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889"/>
            <p:cNvSpPr>
              <a:spLocks/>
            </p:cNvSpPr>
            <p:nvPr/>
          </p:nvSpPr>
          <p:spPr bwMode="auto">
            <a:xfrm>
              <a:off x="7498" y="1885"/>
              <a:ext cx="6" cy="17"/>
            </a:xfrm>
            <a:custGeom>
              <a:avLst/>
              <a:gdLst>
                <a:gd name="T0" fmla="*/ 7 w 12"/>
                <a:gd name="T1" fmla="*/ 0 h 33"/>
                <a:gd name="T2" fmla="*/ 12 w 12"/>
                <a:gd name="T3" fmla="*/ 13 h 33"/>
                <a:gd name="T4" fmla="*/ 12 w 12"/>
                <a:gd name="T5" fmla="*/ 21 h 33"/>
                <a:gd name="T6" fmla="*/ 7 w 12"/>
                <a:gd name="T7" fmla="*/ 26 h 33"/>
                <a:gd name="T8" fmla="*/ 0 w 12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33"/>
                <a:gd name="T17" fmla="*/ 12 w 12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33">
                  <a:moveTo>
                    <a:pt x="7" y="0"/>
                  </a:moveTo>
                  <a:lnTo>
                    <a:pt x="12" y="13"/>
                  </a:lnTo>
                  <a:lnTo>
                    <a:pt x="12" y="21"/>
                  </a:lnTo>
                  <a:lnTo>
                    <a:pt x="7" y="26"/>
                  </a:lnTo>
                  <a:lnTo>
                    <a:pt x="0" y="3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890"/>
            <p:cNvSpPr>
              <a:spLocks/>
            </p:cNvSpPr>
            <p:nvPr/>
          </p:nvSpPr>
          <p:spPr bwMode="auto">
            <a:xfrm>
              <a:off x="7488" y="1884"/>
              <a:ext cx="4" cy="13"/>
            </a:xfrm>
            <a:custGeom>
              <a:avLst/>
              <a:gdLst>
                <a:gd name="T0" fmla="*/ 7 w 7"/>
                <a:gd name="T1" fmla="*/ 0 h 26"/>
                <a:gd name="T2" fmla="*/ 5 w 7"/>
                <a:gd name="T3" fmla="*/ 9 h 26"/>
                <a:gd name="T4" fmla="*/ 0 w 7"/>
                <a:gd name="T5" fmla="*/ 16 h 26"/>
                <a:gd name="T6" fmla="*/ 0 w 7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6"/>
                <a:gd name="T14" fmla="*/ 7 w 7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6">
                  <a:moveTo>
                    <a:pt x="7" y="0"/>
                  </a:moveTo>
                  <a:lnTo>
                    <a:pt x="5" y="9"/>
                  </a:lnTo>
                  <a:lnTo>
                    <a:pt x="0" y="16"/>
                  </a:lnTo>
                  <a:lnTo>
                    <a:pt x="0" y="2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891"/>
            <p:cNvSpPr>
              <a:spLocks/>
            </p:cNvSpPr>
            <p:nvPr/>
          </p:nvSpPr>
          <p:spPr bwMode="auto">
            <a:xfrm>
              <a:off x="7494" y="1885"/>
              <a:ext cx="4" cy="11"/>
            </a:xfrm>
            <a:custGeom>
              <a:avLst/>
              <a:gdLst>
                <a:gd name="T0" fmla="*/ 3 w 8"/>
                <a:gd name="T1" fmla="*/ 0 h 21"/>
                <a:gd name="T2" fmla="*/ 8 w 8"/>
                <a:gd name="T3" fmla="*/ 13 h 21"/>
                <a:gd name="T4" fmla="*/ 0 w 8"/>
                <a:gd name="T5" fmla="*/ 21 h 21"/>
                <a:gd name="T6" fmla="*/ 0 60000 65536"/>
                <a:gd name="T7" fmla="*/ 0 60000 65536"/>
                <a:gd name="T8" fmla="*/ 0 60000 65536"/>
                <a:gd name="T9" fmla="*/ 0 w 8"/>
                <a:gd name="T10" fmla="*/ 0 h 21"/>
                <a:gd name="T11" fmla="*/ 8 w 8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21">
                  <a:moveTo>
                    <a:pt x="3" y="0"/>
                  </a:moveTo>
                  <a:lnTo>
                    <a:pt x="8" y="13"/>
                  </a:lnTo>
                  <a:lnTo>
                    <a:pt x="0" y="2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892"/>
            <p:cNvSpPr>
              <a:spLocks/>
            </p:cNvSpPr>
            <p:nvPr/>
          </p:nvSpPr>
          <p:spPr bwMode="auto">
            <a:xfrm>
              <a:off x="7489" y="1911"/>
              <a:ext cx="6" cy="14"/>
            </a:xfrm>
            <a:custGeom>
              <a:avLst/>
              <a:gdLst>
                <a:gd name="T0" fmla="*/ 10 w 13"/>
                <a:gd name="T1" fmla="*/ 0 h 29"/>
                <a:gd name="T2" fmla="*/ 13 w 13"/>
                <a:gd name="T3" fmla="*/ 12 h 29"/>
                <a:gd name="T4" fmla="*/ 13 w 13"/>
                <a:gd name="T5" fmla="*/ 16 h 29"/>
                <a:gd name="T6" fmla="*/ 8 w 13"/>
                <a:gd name="T7" fmla="*/ 26 h 29"/>
                <a:gd name="T8" fmla="*/ 0 w 13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9"/>
                <a:gd name="T17" fmla="*/ 13 w 13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9">
                  <a:moveTo>
                    <a:pt x="10" y="0"/>
                  </a:moveTo>
                  <a:lnTo>
                    <a:pt x="13" y="12"/>
                  </a:lnTo>
                  <a:lnTo>
                    <a:pt x="13" y="16"/>
                  </a:lnTo>
                  <a:lnTo>
                    <a:pt x="8" y="26"/>
                  </a:lnTo>
                  <a:lnTo>
                    <a:pt x="0" y="2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893"/>
            <p:cNvSpPr>
              <a:spLocks/>
            </p:cNvSpPr>
            <p:nvPr/>
          </p:nvSpPr>
          <p:spPr bwMode="auto">
            <a:xfrm>
              <a:off x="7482" y="1910"/>
              <a:ext cx="5" cy="13"/>
            </a:xfrm>
            <a:custGeom>
              <a:avLst/>
              <a:gdLst>
                <a:gd name="T0" fmla="*/ 9 w 9"/>
                <a:gd name="T1" fmla="*/ 0 h 27"/>
                <a:gd name="T2" fmla="*/ 2 w 9"/>
                <a:gd name="T3" fmla="*/ 8 h 27"/>
                <a:gd name="T4" fmla="*/ 0 w 9"/>
                <a:gd name="T5" fmla="*/ 15 h 27"/>
                <a:gd name="T6" fmla="*/ 0 w 9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27"/>
                <a:gd name="T14" fmla="*/ 9 w 9"/>
                <a:gd name="T15" fmla="*/ 27 h 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27">
                  <a:moveTo>
                    <a:pt x="9" y="0"/>
                  </a:moveTo>
                  <a:lnTo>
                    <a:pt x="2" y="8"/>
                  </a:lnTo>
                  <a:lnTo>
                    <a:pt x="0" y="15"/>
                  </a:lnTo>
                  <a:lnTo>
                    <a:pt x="0" y="2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894"/>
            <p:cNvSpPr>
              <a:spLocks/>
            </p:cNvSpPr>
            <p:nvPr/>
          </p:nvSpPr>
          <p:spPr bwMode="auto">
            <a:xfrm>
              <a:off x="7485" y="1915"/>
              <a:ext cx="4" cy="8"/>
            </a:xfrm>
            <a:custGeom>
              <a:avLst/>
              <a:gdLst>
                <a:gd name="T0" fmla="*/ 7 w 7"/>
                <a:gd name="T1" fmla="*/ 0 h 17"/>
                <a:gd name="T2" fmla="*/ 2 w 7"/>
                <a:gd name="T3" fmla="*/ 9 h 17"/>
                <a:gd name="T4" fmla="*/ 0 w 7"/>
                <a:gd name="T5" fmla="*/ 17 h 17"/>
                <a:gd name="T6" fmla="*/ 0 60000 65536"/>
                <a:gd name="T7" fmla="*/ 0 60000 65536"/>
                <a:gd name="T8" fmla="*/ 0 60000 65536"/>
                <a:gd name="T9" fmla="*/ 0 w 7"/>
                <a:gd name="T10" fmla="*/ 0 h 17"/>
                <a:gd name="T11" fmla="*/ 7 w 7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7">
                  <a:moveTo>
                    <a:pt x="7" y="0"/>
                  </a:moveTo>
                  <a:lnTo>
                    <a:pt x="2" y="9"/>
                  </a:lnTo>
                  <a:lnTo>
                    <a:pt x="0" y="1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895"/>
            <p:cNvSpPr>
              <a:spLocks/>
            </p:cNvSpPr>
            <p:nvPr/>
          </p:nvSpPr>
          <p:spPr bwMode="auto">
            <a:xfrm>
              <a:off x="7460" y="1928"/>
              <a:ext cx="5" cy="14"/>
            </a:xfrm>
            <a:custGeom>
              <a:avLst/>
              <a:gdLst>
                <a:gd name="T0" fmla="*/ 8 w 10"/>
                <a:gd name="T1" fmla="*/ 0 h 27"/>
                <a:gd name="T2" fmla="*/ 10 w 10"/>
                <a:gd name="T3" fmla="*/ 15 h 27"/>
                <a:gd name="T4" fmla="*/ 8 w 10"/>
                <a:gd name="T5" fmla="*/ 20 h 27"/>
                <a:gd name="T6" fmla="*/ 0 w 10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27"/>
                <a:gd name="T14" fmla="*/ 10 w 10"/>
                <a:gd name="T15" fmla="*/ 27 h 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27">
                  <a:moveTo>
                    <a:pt x="8" y="0"/>
                  </a:moveTo>
                  <a:lnTo>
                    <a:pt x="10" y="15"/>
                  </a:lnTo>
                  <a:lnTo>
                    <a:pt x="8" y="20"/>
                  </a:lnTo>
                  <a:lnTo>
                    <a:pt x="0" y="2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896"/>
            <p:cNvSpPr>
              <a:spLocks/>
            </p:cNvSpPr>
            <p:nvPr/>
          </p:nvSpPr>
          <p:spPr bwMode="auto">
            <a:xfrm>
              <a:off x="7451" y="1925"/>
              <a:ext cx="6" cy="13"/>
            </a:xfrm>
            <a:custGeom>
              <a:avLst/>
              <a:gdLst>
                <a:gd name="T0" fmla="*/ 12 w 12"/>
                <a:gd name="T1" fmla="*/ 0 h 25"/>
                <a:gd name="T2" fmla="*/ 5 w 12"/>
                <a:gd name="T3" fmla="*/ 7 h 25"/>
                <a:gd name="T4" fmla="*/ 0 w 12"/>
                <a:gd name="T5" fmla="*/ 15 h 25"/>
                <a:gd name="T6" fmla="*/ 0 w 12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25"/>
                <a:gd name="T14" fmla="*/ 12 w 12"/>
                <a:gd name="T15" fmla="*/ 25 h 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25">
                  <a:moveTo>
                    <a:pt x="12" y="0"/>
                  </a:moveTo>
                  <a:lnTo>
                    <a:pt x="5" y="7"/>
                  </a:lnTo>
                  <a:lnTo>
                    <a:pt x="0" y="15"/>
                  </a:lnTo>
                  <a:lnTo>
                    <a:pt x="0" y="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897"/>
            <p:cNvSpPr>
              <a:spLocks/>
            </p:cNvSpPr>
            <p:nvPr/>
          </p:nvSpPr>
          <p:spPr bwMode="auto">
            <a:xfrm>
              <a:off x="7456" y="1928"/>
              <a:ext cx="2" cy="10"/>
            </a:xfrm>
            <a:custGeom>
              <a:avLst/>
              <a:gdLst>
                <a:gd name="T0" fmla="*/ 5 w 5"/>
                <a:gd name="T1" fmla="*/ 0 h 20"/>
                <a:gd name="T2" fmla="*/ 0 w 5"/>
                <a:gd name="T3" fmla="*/ 12 h 20"/>
                <a:gd name="T4" fmla="*/ 0 w 5"/>
                <a:gd name="T5" fmla="*/ 20 h 20"/>
                <a:gd name="T6" fmla="*/ 0 60000 65536"/>
                <a:gd name="T7" fmla="*/ 0 60000 65536"/>
                <a:gd name="T8" fmla="*/ 0 60000 65536"/>
                <a:gd name="T9" fmla="*/ 0 w 5"/>
                <a:gd name="T10" fmla="*/ 0 h 20"/>
                <a:gd name="T11" fmla="*/ 5 w 5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20">
                  <a:moveTo>
                    <a:pt x="5" y="0"/>
                  </a:moveTo>
                  <a:lnTo>
                    <a:pt x="0" y="12"/>
                  </a:lnTo>
                  <a:lnTo>
                    <a:pt x="0" y="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898"/>
            <p:cNvSpPr>
              <a:spLocks/>
            </p:cNvSpPr>
            <p:nvPr/>
          </p:nvSpPr>
          <p:spPr bwMode="auto">
            <a:xfrm>
              <a:off x="7505" y="2017"/>
              <a:ext cx="13" cy="15"/>
            </a:xfrm>
            <a:custGeom>
              <a:avLst/>
              <a:gdLst>
                <a:gd name="T0" fmla="*/ 5 w 26"/>
                <a:gd name="T1" fmla="*/ 0 h 30"/>
                <a:gd name="T2" fmla="*/ 26 w 26"/>
                <a:gd name="T3" fmla="*/ 8 h 30"/>
                <a:gd name="T4" fmla="*/ 23 w 26"/>
                <a:gd name="T5" fmla="*/ 20 h 30"/>
                <a:gd name="T6" fmla="*/ 16 w 26"/>
                <a:gd name="T7" fmla="*/ 30 h 30"/>
                <a:gd name="T8" fmla="*/ 0 w 26"/>
                <a:gd name="T9" fmla="*/ 18 h 30"/>
                <a:gd name="T10" fmla="*/ 0 w 26"/>
                <a:gd name="T11" fmla="*/ 8 h 30"/>
                <a:gd name="T12" fmla="*/ 7 w 26"/>
                <a:gd name="T13" fmla="*/ 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30"/>
                <a:gd name="T23" fmla="*/ 26 w 26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30">
                  <a:moveTo>
                    <a:pt x="5" y="0"/>
                  </a:moveTo>
                  <a:lnTo>
                    <a:pt x="26" y="8"/>
                  </a:lnTo>
                  <a:lnTo>
                    <a:pt x="23" y="20"/>
                  </a:lnTo>
                  <a:lnTo>
                    <a:pt x="16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7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899"/>
            <p:cNvSpPr>
              <a:spLocks/>
            </p:cNvSpPr>
            <p:nvPr/>
          </p:nvSpPr>
          <p:spPr bwMode="auto">
            <a:xfrm>
              <a:off x="7503" y="2038"/>
              <a:ext cx="13" cy="14"/>
            </a:xfrm>
            <a:custGeom>
              <a:avLst/>
              <a:gdLst>
                <a:gd name="T0" fmla="*/ 10 w 26"/>
                <a:gd name="T1" fmla="*/ 0 h 26"/>
                <a:gd name="T2" fmla="*/ 26 w 26"/>
                <a:gd name="T3" fmla="*/ 9 h 26"/>
                <a:gd name="T4" fmla="*/ 23 w 26"/>
                <a:gd name="T5" fmla="*/ 19 h 26"/>
                <a:gd name="T6" fmla="*/ 17 w 26"/>
                <a:gd name="T7" fmla="*/ 26 h 26"/>
                <a:gd name="T8" fmla="*/ 0 w 26"/>
                <a:gd name="T9" fmla="*/ 11 h 26"/>
                <a:gd name="T10" fmla="*/ 2 w 26"/>
                <a:gd name="T11" fmla="*/ 5 h 26"/>
                <a:gd name="T12" fmla="*/ 10 w 26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26"/>
                <a:gd name="T23" fmla="*/ 26 w 26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26">
                  <a:moveTo>
                    <a:pt x="10" y="0"/>
                  </a:moveTo>
                  <a:lnTo>
                    <a:pt x="26" y="9"/>
                  </a:lnTo>
                  <a:lnTo>
                    <a:pt x="23" y="19"/>
                  </a:lnTo>
                  <a:lnTo>
                    <a:pt x="17" y="26"/>
                  </a:lnTo>
                  <a:lnTo>
                    <a:pt x="0" y="11"/>
                  </a:lnTo>
                  <a:lnTo>
                    <a:pt x="2" y="5"/>
                  </a:lnTo>
                  <a:lnTo>
                    <a:pt x="1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900"/>
            <p:cNvSpPr>
              <a:spLocks/>
            </p:cNvSpPr>
            <p:nvPr/>
          </p:nvSpPr>
          <p:spPr bwMode="auto">
            <a:xfrm>
              <a:off x="7498" y="2057"/>
              <a:ext cx="10" cy="8"/>
            </a:xfrm>
            <a:custGeom>
              <a:avLst/>
              <a:gdLst>
                <a:gd name="T0" fmla="*/ 7 w 20"/>
                <a:gd name="T1" fmla="*/ 0 h 17"/>
                <a:gd name="T2" fmla="*/ 20 w 20"/>
                <a:gd name="T3" fmla="*/ 10 h 17"/>
                <a:gd name="T4" fmla="*/ 17 w 20"/>
                <a:gd name="T5" fmla="*/ 17 h 17"/>
                <a:gd name="T6" fmla="*/ 0 w 20"/>
                <a:gd name="T7" fmla="*/ 10 h 17"/>
                <a:gd name="T8" fmla="*/ 2 w 20"/>
                <a:gd name="T9" fmla="*/ 2 h 17"/>
                <a:gd name="T10" fmla="*/ 7 w 2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17"/>
                <a:gd name="T20" fmla="*/ 20 w 20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17">
                  <a:moveTo>
                    <a:pt x="7" y="0"/>
                  </a:moveTo>
                  <a:lnTo>
                    <a:pt x="20" y="10"/>
                  </a:lnTo>
                  <a:lnTo>
                    <a:pt x="17" y="17"/>
                  </a:lnTo>
                  <a:lnTo>
                    <a:pt x="0" y="10"/>
                  </a:lnTo>
                  <a:lnTo>
                    <a:pt x="2" y="2"/>
                  </a:lnTo>
                  <a:lnTo>
                    <a:pt x="7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901"/>
            <p:cNvSpPr>
              <a:spLocks/>
            </p:cNvSpPr>
            <p:nvPr/>
          </p:nvSpPr>
          <p:spPr bwMode="auto">
            <a:xfrm>
              <a:off x="7485" y="2068"/>
              <a:ext cx="9" cy="6"/>
            </a:xfrm>
            <a:custGeom>
              <a:avLst/>
              <a:gdLst>
                <a:gd name="T0" fmla="*/ 2 w 17"/>
                <a:gd name="T1" fmla="*/ 0 h 13"/>
                <a:gd name="T2" fmla="*/ 17 w 17"/>
                <a:gd name="T3" fmla="*/ 8 h 13"/>
                <a:gd name="T4" fmla="*/ 15 w 17"/>
                <a:gd name="T5" fmla="*/ 13 h 13"/>
                <a:gd name="T6" fmla="*/ 0 w 17"/>
                <a:gd name="T7" fmla="*/ 10 h 13"/>
                <a:gd name="T8" fmla="*/ 0 w 17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2" y="0"/>
                  </a:moveTo>
                  <a:lnTo>
                    <a:pt x="17" y="8"/>
                  </a:lnTo>
                  <a:lnTo>
                    <a:pt x="15" y="13"/>
                  </a:lnTo>
                  <a:lnTo>
                    <a:pt x="0" y="10"/>
                  </a:lnTo>
                  <a:lnTo>
                    <a:pt x="0" y="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902"/>
            <p:cNvSpPr>
              <a:spLocks/>
            </p:cNvSpPr>
            <p:nvPr/>
          </p:nvSpPr>
          <p:spPr bwMode="auto">
            <a:xfrm>
              <a:off x="7462" y="2009"/>
              <a:ext cx="43" cy="22"/>
            </a:xfrm>
            <a:custGeom>
              <a:avLst/>
              <a:gdLst>
                <a:gd name="T0" fmla="*/ 87 w 87"/>
                <a:gd name="T1" fmla="*/ 44 h 44"/>
                <a:gd name="T2" fmla="*/ 57 w 87"/>
                <a:gd name="T3" fmla="*/ 24 h 44"/>
                <a:gd name="T4" fmla="*/ 38 w 87"/>
                <a:gd name="T5" fmla="*/ 9 h 44"/>
                <a:gd name="T6" fmla="*/ 15 w 87"/>
                <a:gd name="T7" fmla="*/ 5 h 44"/>
                <a:gd name="T8" fmla="*/ 0 w 8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44"/>
                <a:gd name="T17" fmla="*/ 87 w 87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44">
                  <a:moveTo>
                    <a:pt x="87" y="44"/>
                  </a:moveTo>
                  <a:lnTo>
                    <a:pt x="57" y="24"/>
                  </a:lnTo>
                  <a:lnTo>
                    <a:pt x="38" y="9"/>
                  </a:lnTo>
                  <a:lnTo>
                    <a:pt x="15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903"/>
            <p:cNvSpPr>
              <a:spLocks/>
            </p:cNvSpPr>
            <p:nvPr/>
          </p:nvSpPr>
          <p:spPr bwMode="auto">
            <a:xfrm>
              <a:off x="7453" y="2030"/>
              <a:ext cx="44" cy="17"/>
            </a:xfrm>
            <a:custGeom>
              <a:avLst/>
              <a:gdLst>
                <a:gd name="T0" fmla="*/ 86 w 86"/>
                <a:gd name="T1" fmla="*/ 34 h 34"/>
                <a:gd name="T2" fmla="*/ 52 w 86"/>
                <a:gd name="T3" fmla="*/ 15 h 34"/>
                <a:gd name="T4" fmla="*/ 30 w 86"/>
                <a:gd name="T5" fmla="*/ 8 h 34"/>
                <a:gd name="T6" fmla="*/ 5 w 86"/>
                <a:gd name="T7" fmla="*/ 0 h 34"/>
                <a:gd name="T8" fmla="*/ 0 w 8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34"/>
                <a:gd name="T17" fmla="*/ 86 w 86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34">
                  <a:moveTo>
                    <a:pt x="86" y="34"/>
                  </a:moveTo>
                  <a:lnTo>
                    <a:pt x="52" y="15"/>
                  </a:lnTo>
                  <a:lnTo>
                    <a:pt x="30" y="8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904"/>
            <p:cNvSpPr>
              <a:spLocks/>
            </p:cNvSpPr>
            <p:nvPr/>
          </p:nvSpPr>
          <p:spPr bwMode="auto">
            <a:xfrm>
              <a:off x="7448" y="2047"/>
              <a:ext cx="46" cy="18"/>
            </a:xfrm>
            <a:custGeom>
              <a:avLst/>
              <a:gdLst>
                <a:gd name="T0" fmla="*/ 92 w 92"/>
                <a:gd name="T1" fmla="*/ 37 h 37"/>
                <a:gd name="T2" fmla="*/ 66 w 92"/>
                <a:gd name="T3" fmla="*/ 22 h 37"/>
                <a:gd name="T4" fmla="*/ 43 w 92"/>
                <a:gd name="T5" fmla="*/ 13 h 37"/>
                <a:gd name="T6" fmla="*/ 21 w 92"/>
                <a:gd name="T7" fmla="*/ 3 h 37"/>
                <a:gd name="T8" fmla="*/ 0 w 9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37"/>
                <a:gd name="T17" fmla="*/ 92 w 92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37">
                  <a:moveTo>
                    <a:pt x="92" y="37"/>
                  </a:moveTo>
                  <a:lnTo>
                    <a:pt x="66" y="22"/>
                  </a:lnTo>
                  <a:lnTo>
                    <a:pt x="43" y="13"/>
                  </a:lnTo>
                  <a:lnTo>
                    <a:pt x="21" y="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905"/>
            <p:cNvSpPr>
              <a:spLocks/>
            </p:cNvSpPr>
            <p:nvPr/>
          </p:nvSpPr>
          <p:spPr bwMode="auto">
            <a:xfrm>
              <a:off x="7487" y="2004"/>
              <a:ext cx="5" cy="11"/>
            </a:xfrm>
            <a:custGeom>
              <a:avLst/>
              <a:gdLst>
                <a:gd name="T0" fmla="*/ 10 w 10"/>
                <a:gd name="T1" fmla="*/ 0 h 21"/>
                <a:gd name="T2" fmla="*/ 10 w 10"/>
                <a:gd name="T3" fmla="*/ 10 h 21"/>
                <a:gd name="T4" fmla="*/ 8 w 10"/>
                <a:gd name="T5" fmla="*/ 16 h 21"/>
                <a:gd name="T6" fmla="*/ 0 w 10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21"/>
                <a:gd name="T14" fmla="*/ 10 w 10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21">
                  <a:moveTo>
                    <a:pt x="10" y="0"/>
                  </a:moveTo>
                  <a:lnTo>
                    <a:pt x="10" y="10"/>
                  </a:lnTo>
                  <a:lnTo>
                    <a:pt x="8" y="16"/>
                  </a:lnTo>
                  <a:lnTo>
                    <a:pt x="0" y="2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906"/>
            <p:cNvSpPr>
              <a:spLocks/>
            </p:cNvSpPr>
            <p:nvPr/>
          </p:nvSpPr>
          <p:spPr bwMode="auto">
            <a:xfrm>
              <a:off x="7480" y="2000"/>
              <a:ext cx="4" cy="12"/>
            </a:xfrm>
            <a:custGeom>
              <a:avLst/>
              <a:gdLst>
                <a:gd name="T0" fmla="*/ 9 w 9"/>
                <a:gd name="T1" fmla="*/ 0 h 22"/>
                <a:gd name="T2" fmla="*/ 5 w 9"/>
                <a:gd name="T3" fmla="*/ 5 h 22"/>
                <a:gd name="T4" fmla="*/ 0 w 9"/>
                <a:gd name="T5" fmla="*/ 12 h 22"/>
                <a:gd name="T6" fmla="*/ 3 w 9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22"/>
                <a:gd name="T14" fmla="*/ 9 w 9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22">
                  <a:moveTo>
                    <a:pt x="9" y="0"/>
                  </a:moveTo>
                  <a:lnTo>
                    <a:pt x="5" y="5"/>
                  </a:lnTo>
                  <a:lnTo>
                    <a:pt x="0" y="12"/>
                  </a:lnTo>
                  <a:lnTo>
                    <a:pt x="3" y="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907"/>
            <p:cNvSpPr>
              <a:spLocks/>
            </p:cNvSpPr>
            <p:nvPr/>
          </p:nvSpPr>
          <p:spPr bwMode="auto">
            <a:xfrm>
              <a:off x="7484" y="2003"/>
              <a:ext cx="3" cy="9"/>
            </a:xfrm>
            <a:custGeom>
              <a:avLst/>
              <a:gdLst>
                <a:gd name="T0" fmla="*/ 5 w 5"/>
                <a:gd name="T1" fmla="*/ 0 h 18"/>
                <a:gd name="T2" fmla="*/ 3 w 5"/>
                <a:gd name="T3" fmla="*/ 12 h 18"/>
                <a:gd name="T4" fmla="*/ 0 w 5"/>
                <a:gd name="T5" fmla="*/ 18 h 18"/>
                <a:gd name="T6" fmla="*/ 0 60000 65536"/>
                <a:gd name="T7" fmla="*/ 0 60000 65536"/>
                <a:gd name="T8" fmla="*/ 0 60000 65536"/>
                <a:gd name="T9" fmla="*/ 0 w 5"/>
                <a:gd name="T10" fmla="*/ 0 h 18"/>
                <a:gd name="T11" fmla="*/ 5 w 5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8">
                  <a:moveTo>
                    <a:pt x="5" y="0"/>
                  </a:moveTo>
                  <a:lnTo>
                    <a:pt x="3" y="12"/>
                  </a:lnTo>
                  <a:lnTo>
                    <a:pt x="0" y="1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908"/>
            <p:cNvSpPr>
              <a:spLocks/>
            </p:cNvSpPr>
            <p:nvPr/>
          </p:nvSpPr>
          <p:spPr bwMode="auto">
            <a:xfrm>
              <a:off x="7482" y="2021"/>
              <a:ext cx="3" cy="12"/>
            </a:xfrm>
            <a:custGeom>
              <a:avLst/>
              <a:gdLst>
                <a:gd name="T0" fmla="*/ 7 w 7"/>
                <a:gd name="T1" fmla="*/ 0 h 25"/>
                <a:gd name="T2" fmla="*/ 4 w 7"/>
                <a:gd name="T3" fmla="*/ 12 h 25"/>
                <a:gd name="T4" fmla="*/ 2 w 7"/>
                <a:gd name="T5" fmla="*/ 20 h 25"/>
                <a:gd name="T6" fmla="*/ 0 w 7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5"/>
                <a:gd name="T14" fmla="*/ 7 w 7"/>
                <a:gd name="T15" fmla="*/ 25 h 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5">
                  <a:moveTo>
                    <a:pt x="7" y="0"/>
                  </a:moveTo>
                  <a:lnTo>
                    <a:pt x="4" y="12"/>
                  </a:lnTo>
                  <a:lnTo>
                    <a:pt x="2" y="20"/>
                  </a:lnTo>
                  <a:lnTo>
                    <a:pt x="0" y="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909"/>
            <p:cNvSpPr>
              <a:spLocks/>
            </p:cNvSpPr>
            <p:nvPr/>
          </p:nvSpPr>
          <p:spPr bwMode="auto">
            <a:xfrm>
              <a:off x="7473" y="2018"/>
              <a:ext cx="5" cy="13"/>
            </a:xfrm>
            <a:custGeom>
              <a:avLst/>
              <a:gdLst>
                <a:gd name="T0" fmla="*/ 10 w 10"/>
                <a:gd name="T1" fmla="*/ 0 h 25"/>
                <a:gd name="T2" fmla="*/ 5 w 10"/>
                <a:gd name="T3" fmla="*/ 5 h 25"/>
                <a:gd name="T4" fmla="*/ 0 w 10"/>
                <a:gd name="T5" fmla="*/ 15 h 25"/>
                <a:gd name="T6" fmla="*/ 2 w 10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25"/>
                <a:gd name="T14" fmla="*/ 10 w 10"/>
                <a:gd name="T15" fmla="*/ 25 h 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25">
                  <a:moveTo>
                    <a:pt x="10" y="0"/>
                  </a:moveTo>
                  <a:lnTo>
                    <a:pt x="5" y="5"/>
                  </a:lnTo>
                  <a:lnTo>
                    <a:pt x="0" y="15"/>
                  </a:lnTo>
                  <a:lnTo>
                    <a:pt x="2" y="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910"/>
            <p:cNvSpPr>
              <a:spLocks/>
            </p:cNvSpPr>
            <p:nvPr/>
          </p:nvSpPr>
          <p:spPr bwMode="auto">
            <a:xfrm>
              <a:off x="7478" y="2022"/>
              <a:ext cx="3" cy="9"/>
            </a:xfrm>
            <a:custGeom>
              <a:avLst/>
              <a:gdLst>
                <a:gd name="T0" fmla="*/ 5 w 5"/>
                <a:gd name="T1" fmla="*/ 0 h 18"/>
                <a:gd name="T2" fmla="*/ 0 w 5"/>
                <a:gd name="T3" fmla="*/ 10 h 18"/>
                <a:gd name="T4" fmla="*/ 0 w 5"/>
                <a:gd name="T5" fmla="*/ 18 h 18"/>
                <a:gd name="T6" fmla="*/ 0 60000 65536"/>
                <a:gd name="T7" fmla="*/ 0 60000 65536"/>
                <a:gd name="T8" fmla="*/ 0 60000 65536"/>
                <a:gd name="T9" fmla="*/ 0 w 5"/>
                <a:gd name="T10" fmla="*/ 0 h 18"/>
                <a:gd name="T11" fmla="*/ 5 w 5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8">
                  <a:moveTo>
                    <a:pt x="5" y="0"/>
                  </a:moveTo>
                  <a:lnTo>
                    <a:pt x="0" y="10"/>
                  </a:lnTo>
                  <a:lnTo>
                    <a:pt x="0" y="1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911"/>
            <p:cNvSpPr>
              <a:spLocks/>
            </p:cNvSpPr>
            <p:nvPr/>
          </p:nvSpPr>
          <p:spPr bwMode="auto">
            <a:xfrm>
              <a:off x="7476" y="2040"/>
              <a:ext cx="5" cy="12"/>
            </a:xfrm>
            <a:custGeom>
              <a:avLst/>
              <a:gdLst>
                <a:gd name="T0" fmla="*/ 7 w 10"/>
                <a:gd name="T1" fmla="*/ 0 h 24"/>
                <a:gd name="T2" fmla="*/ 10 w 10"/>
                <a:gd name="T3" fmla="*/ 14 h 24"/>
                <a:gd name="T4" fmla="*/ 7 w 10"/>
                <a:gd name="T5" fmla="*/ 22 h 24"/>
                <a:gd name="T6" fmla="*/ 0 w 10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24"/>
                <a:gd name="T14" fmla="*/ 10 w 10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24">
                  <a:moveTo>
                    <a:pt x="7" y="0"/>
                  </a:moveTo>
                  <a:lnTo>
                    <a:pt x="10" y="14"/>
                  </a:lnTo>
                  <a:lnTo>
                    <a:pt x="7" y="22"/>
                  </a:lnTo>
                  <a:lnTo>
                    <a:pt x="0" y="2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912"/>
            <p:cNvSpPr>
              <a:spLocks/>
            </p:cNvSpPr>
            <p:nvPr/>
          </p:nvSpPr>
          <p:spPr bwMode="auto">
            <a:xfrm>
              <a:off x="7468" y="2040"/>
              <a:ext cx="5" cy="8"/>
            </a:xfrm>
            <a:custGeom>
              <a:avLst/>
              <a:gdLst>
                <a:gd name="T0" fmla="*/ 10 w 10"/>
                <a:gd name="T1" fmla="*/ 0 h 17"/>
                <a:gd name="T2" fmla="*/ 2 w 10"/>
                <a:gd name="T3" fmla="*/ 7 h 17"/>
                <a:gd name="T4" fmla="*/ 0 w 10"/>
                <a:gd name="T5" fmla="*/ 17 h 17"/>
                <a:gd name="T6" fmla="*/ 0 60000 65536"/>
                <a:gd name="T7" fmla="*/ 0 60000 65536"/>
                <a:gd name="T8" fmla="*/ 0 60000 65536"/>
                <a:gd name="T9" fmla="*/ 0 w 10"/>
                <a:gd name="T10" fmla="*/ 0 h 17"/>
                <a:gd name="T11" fmla="*/ 10 w 10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17">
                  <a:moveTo>
                    <a:pt x="10" y="0"/>
                  </a:moveTo>
                  <a:lnTo>
                    <a:pt x="2" y="7"/>
                  </a:lnTo>
                  <a:lnTo>
                    <a:pt x="0" y="1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913"/>
            <p:cNvSpPr>
              <a:spLocks/>
            </p:cNvSpPr>
            <p:nvPr/>
          </p:nvSpPr>
          <p:spPr bwMode="auto">
            <a:xfrm>
              <a:off x="7473" y="2041"/>
              <a:ext cx="4" cy="8"/>
            </a:xfrm>
            <a:custGeom>
              <a:avLst/>
              <a:gdLst>
                <a:gd name="T0" fmla="*/ 5 w 7"/>
                <a:gd name="T1" fmla="*/ 0 h 16"/>
                <a:gd name="T2" fmla="*/ 7 w 7"/>
                <a:gd name="T3" fmla="*/ 11 h 16"/>
                <a:gd name="T4" fmla="*/ 0 w 7"/>
                <a:gd name="T5" fmla="*/ 16 h 16"/>
                <a:gd name="T6" fmla="*/ 0 60000 65536"/>
                <a:gd name="T7" fmla="*/ 0 60000 65536"/>
                <a:gd name="T8" fmla="*/ 0 60000 65536"/>
                <a:gd name="T9" fmla="*/ 0 w 7"/>
                <a:gd name="T10" fmla="*/ 0 h 16"/>
                <a:gd name="T11" fmla="*/ 7 w 7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6">
                  <a:moveTo>
                    <a:pt x="5" y="0"/>
                  </a:moveTo>
                  <a:lnTo>
                    <a:pt x="7" y="11"/>
                  </a:lnTo>
                  <a:lnTo>
                    <a:pt x="0" y="1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914"/>
            <p:cNvSpPr>
              <a:spLocks/>
            </p:cNvSpPr>
            <p:nvPr/>
          </p:nvSpPr>
          <p:spPr bwMode="auto">
            <a:xfrm>
              <a:off x="7472" y="2057"/>
              <a:ext cx="3" cy="11"/>
            </a:xfrm>
            <a:custGeom>
              <a:avLst/>
              <a:gdLst>
                <a:gd name="T0" fmla="*/ 0 w 5"/>
                <a:gd name="T1" fmla="*/ 0 h 22"/>
                <a:gd name="T2" fmla="*/ 5 w 5"/>
                <a:gd name="T3" fmla="*/ 12 h 22"/>
                <a:gd name="T4" fmla="*/ 3 w 5"/>
                <a:gd name="T5" fmla="*/ 20 h 22"/>
                <a:gd name="T6" fmla="*/ 0 w 5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22"/>
                <a:gd name="T14" fmla="*/ 5 w 5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22">
                  <a:moveTo>
                    <a:pt x="0" y="0"/>
                  </a:moveTo>
                  <a:lnTo>
                    <a:pt x="5" y="12"/>
                  </a:lnTo>
                  <a:lnTo>
                    <a:pt x="3" y="20"/>
                  </a:lnTo>
                  <a:lnTo>
                    <a:pt x="0" y="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915"/>
            <p:cNvSpPr>
              <a:spLocks/>
            </p:cNvSpPr>
            <p:nvPr/>
          </p:nvSpPr>
          <p:spPr bwMode="auto">
            <a:xfrm>
              <a:off x="7466" y="2057"/>
              <a:ext cx="2" cy="9"/>
            </a:xfrm>
            <a:custGeom>
              <a:avLst/>
              <a:gdLst>
                <a:gd name="T0" fmla="*/ 5 w 5"/>
                <a:gd name="T1" fmla="*/ 0 h 20"/>
                <a:gd name="T2" fmla="*/ 0 w 5"/>
                <a:gd name="T3" fmla="*/ 10 h 20"/>
                <a:gd name="T4" fmla="*/ 0 w 5"/>
                <a:gd name="T5" fmla="*/ 20 h 20"/>
                <a:gd name="T6" fmla="*/ 0 60000 65536"/>
                <a:gd name="T7" fmla="*/ 0 60000 65536"/>
                <a:gd name="T8" fmla="*/ 0 60000 65536"/>
                <a:gd name="T9" fmla="*/ 0 w 5"/>
                <a:gd name="T10" fmla="*/ 0 h 20"/>
                <a:gd name="T11" fmla="*/ 5 w 5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20">
                  <a:moveTo>
                    <a:pt x="5" y="0"/>
                  </a:moveTo>
                  <a:lnTo>
                    <a:pt x="0" y="10"/>
                  </a:lnTo>
                  <a:lnTo>
                    <a:pt x="0" y="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Line 916"/>
            <p:cNvSpPr>
              <a:spLocks noChangeShapeType="1"/>
            </p:cNvSpPr>
            <p:nvPr/>
          </p:nvSpPr>
          <p:spPr bwMode="auto">
            <a:xfrm flipH="1">
              <a:off x="7468" y="2060"/>
              <a:ext cx="3" cy="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Line 917"/>
            <p:cNvSpPr>
              <a:spLocks noChangeShapeType="1"/>
            </p:cNvSpPr>
            <p:nvPr/>
          </p:nvSpPr>
          <p:spPr bwMode="auto">
            <a:xfrm>
              <a:off x="7432" y="2021"/>
              <a:ext cx="13" cy="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Line 918"/>
            <p:cNvSpPr>
              <a:spLocks noChangeShapeType="1"/>
            </p:cNvSpPr>
            <p:nvPr/>
          </p:nvSpPr>
          <p:spPr bwMode="auto">
            <a:xfrm>
              <a:off x="7438" y="2000"/>
              <a:ext cx="12" cy="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Line 919"/>
            <p:cNvSpPr>
              <a:spLocks noChangeShapeType="1"/>
            </p:cNvSpPr>
            <p:nvPr/>
          </p:nvSpPr>
          <p:spPr bwMode="auto">
            <a:xfrm>
              <a:off x="7429" y="2047"/>
              <a:ext cx="9" cy="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920"/>
            <p:cNvSpPr>
              <a:spLocks/>
            </p:cNvSpPr>
            <p:nvPr/>
          </p:nvSpPr>
          <p:spPr bwMode="auto">
            <a:xfrm>
              <a:off x="7963" y="2088"/>
              <a:ext cx="18" cy="13"/>
            </a:xfrm>
            <a:custGeom>
              <a:avLst/>
              <a:gdLst>
                <a:gd name="T0" fmla="*/ 12 w 35"/>
                <a:gd name="T1" fmla="*/ 0 h 25"/>
                <a:gd name="T2" fmla="*/ 35 w 35"/>
                <a:gd name="T3" fmla="*/ 2 h 25"/>
                <a:gd name="T4" fmla="*/ 35 w 35"/>
                <a:gd name="T5" fmla="*/ 22 h 25"/>
                <a:gd name="T6" fmla="*/ 25 w 35"/>
                <a:gd name="T7" fmla="*/ 25 h 25"/>
                <a:gd name="T8" fmla="*/ 7 w 35"/>
                <a:gd name="T9" fmla="*/ 22 h 25"/>
                <a:gd name="T10" fmla="*/ 0 w 35"/>
                <a:gd name="T11" fmla="*/ 17 h 25"/>
                <a:gd name="T12" fmla="*/ 2 w 35"/>
                <a:gd name="T13" fmla="*/ 10 h 25"/>
                <a:gd name="T14" fmla="*/ 15 w 35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25"/>
                <a:gd name="T26" fmla="*/ 35 w 35"/>
                <a:gd name="T27" fmla="*/ 25 h 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25">
                  <a:moveTo>
                    <a:pt x="12" y="0"/>
                  </a:moveTo>
                  <a:lnTo>
                    <a:pt x="35" y="2"/>
                  </a:lnTo>
                  <a:lnTo>
                    <a:pt x="35" y="22"/>
                  </a:lnTo>
                  <a:lnTo>
                    <a:pt x="25" y="25"/>
                  </a:lnTo>
                  <a:lnTo>
                    <a:pt x="7" y="22"/>
                  </a:lnTo>
                  <a:lnTo>
                    <a:pt x="0" y="17"/>
                  </a:lnTo>
                  <a:lnTo>
                    <a:pt x="2" y="10"/>
                  </a:lnTo>
                  <a:lnTo>
                    <a:pt x="1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921"/>
            <p:cNvSpPr>
              <a:spLocks/>
            </p:cNvSpPr>
            <p:nvPr/>
          </p:nvSpPr>
          <p:spPr bwMode="auto">
            <a:xfrm>
              <a:off x="7937" y="2126"/>
              <a:ext cx="16" cy="14"/>
            </a:xfrm>
            <a:custGeom>
              <a:avLst/>
              <a:gdLst>
                <a:gd name="T0" fmla="*/ 18 w 34"/>
                <a:gd name="T1" fmla="*/ 0 h 26"/>
                <a:gd name="T2" fmla="*/ 34 w 34"/>
                <a:gd name="T3" fmla="*/ 7 h 26"/>
                <a:gd name="T4" fmla="*/ 30 w 34"/>
                <a:gd name="T5" fmla="*/ 20 h 26"/>
                <a:gd name="T6" fmla="*/ 25 w 34"/>
                <a:gd name="T7" fmla="*/ 26 h 26"/>
                <a:gd name="T8" fmla="*/ 5 w 34"/>
                <a:gd name="T9" fmla="*/ 21 h 26"/>
                <a:gd name="T10" fmla="*/ 0 w 34"/>
                <a:gd name="T11" fmla="*/ 10 h 26"/>
                <a:gd name="T12" fmla="*/ 10 w 34"/>
                <a:gd name="T13" fmla="*/ 2 h 26"/>
                <a:gd name="T14" fmla="*/ 18 w 34"/>
                <a:gd name="T15" fmla="*/ 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26"/>
                <a:gd name="T26" fmla="*/ 34 w 34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26">
                  <a:moveTo>
                    <a:pt x="18" y="0"/>
                  </a:moveTo>
                  <a:lnTo>
                    <a:pt x="34" y="7"/>
                  </a:lnTo>
                  <a:lnTo>
                    <a:pt x="30" y="20"/>
                  </a:lnTo>
                  <a:lnTo>
                    <a:pt x="25" y="26"/>
                  </a:lnTo>
                  <a:lnTo>
                    <a:pt x="5" y="21"/>
                  </a:lnTo>
                  <a:lnTo>
                    <a:pt x="0" y="10"/>
                  </a:lnTo>
                  <a:lnTo>
                    <a:pt x="10" y="2"/>
                  </a:lnTo>
                  <a:lnTo>
                    <a:pt x="18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922"/>
            <p:cNvSpPr>
              <a:spLocks/>
            </p:cNvSpPr>
            <p:nvPr/>
          </p:nvSpPr>
          <p:spPr bwMode="auto">
            <a:xfrm>
              <a:off x="7938" y="2106"/>
              <a:ext cx="20" cy="14"/>
            </a:xfrm>
            <a:custGeom>
              <a:avLst/>
              <a:gdLst>
                <a:gd name="T0" fmla="*/ 17 w 41"/>
                <a:gd name="T1" fmla="*/ 0 h 28"/>
                <a:gd name="T2" fmla="*/ 41 w 41"/>
                <a:gd name="T3" fmla="*/ 1 h 28"/>
                <a:gd name="T4" fmla="*/ 33 w 41"/>
                <a:gd name="T5" fmla="*/ 28 h 28"/>
                <a:gd name="T6" fmla="*/ 30 w 41"/>
                <a:gd name="T7" fmla="*/ 26 h 28"/>
                <a:gd name="T8" fmla="*/ 20 w 41"/>
                <a:gd name="T9" fmla="*/ 26 h 28"/>
                <a:gd name="T10" fmla="*/ 5 w 41"/>
                <a:gd name="T11" fmla="*/ 21 h 28"/>
                <a:gd name="T12" fmla="*/ 0 w 41"/>
                <a:gd name="T13" fmla="*/ 13 h 28"/>
                <a:gd name="T14" fmla="*/ 5 w 41"/>
                <a:gd name="T15" fmla="*/ 8 h 28"/>
                <a:gd name="T16" fmla="*/ 20 w 41"/>
                <a:gd name="T17" fmla="*/ 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"/>
                <a:gd name="T28" fmla="*/ 0 h 28"/>
                <a:gd name="T29" fmla="*/ 41 w 4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" h="28">
                  <a:moveTo>
                    <a:pt x="17" y="0"/>
                  </a:moveTo>
                  <a:lnTo>
                    <a:pt x="41" y="1"/>
                  </a:lnTo>
                  <a:lnTo>
                    <a:pt x="33" y="28"/>
                  </a:lnTo>
                  <a:lnTo>
                    <a:pt x="30" y="26"/>
                  </a:lnTo>
                  <a:lnTo>
                    <a:pt x="20" y="26"/>
                  </a:lnTo>
                  <a:lnTo>
                    <a:pt x="5" y="21"/>
                  </a:lnTo>
                  <a:lnTo>
                    <a:pt x="0" y="13"/>
                  </a:lnTo>
                  <a:lnTo>
                    <a:pt x="5" y="8"/>
                  </a:lnTo>
                  <a:lnTo>
                    <a:pt x="20" y="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923"/>
            <p:cNvSpPr>
              <a:spLocks/>
            </p:cNvSpPr>
            <p:nvPr/>
          </p:nvSpPr>
          <p:spPr bwMode="auto">
            <a:xfrm>
              <a:off x="7970" y="2100"/>
              <a:ext cx="50" cy="5"/>
            </a:xfrm>
            <a:custGeom>
              <a:avLst/>
              <a:gdLst>
                <a:gd name="T0" fmla="*/ 0 w 100"/>
                <a:gd name="T1" fmla="*/ 5 h 10"/>
                <a:gd name="T2" fmla="*/ 54 w 100"/>
                <a:gd name="T3" fmla="*/ 10 h 10"/>
                <a:gd name="T4" fmla="*/ 84 w 100"/>
                <a:gd name="T5" fmla="*/ 5 h 10"/>
                <a:gd name="T6" fmla="*/ 100 w 10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0"/>
                <a:gd name="T13" fmla="*/ 0 h 10"/>
                <a:gd name="T14" fmla="*/ 100 w 100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0" h="10">
                  <a:moveTo>
                    <a:pt x="0" y="5"/>
                  </a:moveTo>
                  <a:lnTo>
                    <a:pt x="54" y="10"/>
                  </a:lnTo>
                  <a:lnTo>
                    <a:pt x="84" y="5"/>
                  </a:lnTo>
                  <a:lnTo>
                    <a:pt x="10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924"/>
            <p:cNvSpPr>
              <a:spLocks/>
            </p:cNvSpPr>
            <p:nvPr/>
          </p:nvSpPr>
          <p:spPr bwMode="auto">
            <a:xfrm>
              <a:off x="7949" y="2121"/>
              <a:ext cx="49" cy="9"/>
            </a:xfrm>
            <a:custGeom>
              <a:avLst/>
              <a:gdLst>
                <a:gd name="T0" fmla="*/ 0 w 98"/>
                <a:gd name="T1" fmla="*/ 0 h 17"/>
                <a:gd name="T2" fmla="*/ 51 w 98"/>
                <a:gd name="T3" fmla="*/ 7 h 17"/>
                <a:gd name="T4" fmla="*/ 85 w 98"/>
                <a:gd name="T5" fmla="*/ 15 h 17"/>
                <a:gd name="T6" fmla="*/ 98 w 98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8"/>
                <a:gd name="T13" fmla="*/ 0 h 17"/>
                <a:gd name="T14" fmla="*/ 98 w 98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8" h="17">
                  <a:moveTo>
                    <a:pt x="0" y="0"/>
                  </a:moveTo>
                  <a:lnTo>
                    <a:pt x="51" y="7"/>
                  </a:lnTo>
                  <a:lnTo>
                    <a:pt x="85" y="15"/>
                  </a:lnTo>
                  <a:lnTo>
                    <a:pt x="98" y="1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925"/>
            <p:cNvSpPr>
              <a:spLocks/>
            </p:cNvSpPr>
            <p:nvPr/>
          </p:nvSpPr>
          <p:spPr bwMode="auto">
            <a:xfrm>
              <a:off x="7949" y="2121"/>
              <a:ext cx="27" cy="7"/>
            </a:xfrm>
            <a:custGeom>
              <a:avLst/>
              <a:gdLst>
                <a:gd name="T0" fmla="*/ 0 w 54"/>
                <a:gd name="T1" fmla="*/ 0 h 12"/>
                <a:gd name="T2" fmla="*/ 39 w 54"/>
                <a:gd name="T3" fmla="*/ 12 h 12"/>
                <a:gd name="T4" fmla="*/ 54 w 54"/>
                <a:gd name="T5" fmla="*/ 7 h 12"/>
                <a:gd name="T6" fmla="*/ 0 60000 65536"/>
                <a:gd name="T7" fmla="*/ 0 60000 65536"/>
                <a:gd name="T8" fmla="*/ 0 60000 65536"/>
                <a:gd name="T9" fmla="*/ 0 w 54"/>
                <a:gd name="T10" fmla="*/ 0 h 12"/>
                <a:gd name="T11" fmla="*/ 54 w 54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4" h="12">
                  <a:moveTo>
                    <a:pt x="0" y="0"/>
                  </a:moveTo>
                  <a:lnTo>
                    <a:pt x="39" y="12"/>
                  </a:lnTo>
                  <a:lnTo>
                    <a:pt x="54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926"/>
            <p:cNvSpPr>
              <a:spLocks/>
            </p:cNvSpPr>
            <p:nvPr/>
          </p:nvSpPr>
          <p:spPr bwMode="auto">
            <a:xfrm>
              <a:off x="7456" y="1792"/>
              <a:ext cx="46" cy="46"/>
            </a:xfrm>
            <a:custGeom>
              <a:avLst/>
              <a:gdLst>
                <a:gd name="T0" fmla="*/ 0 w 91"/>
                <a:gd name="T1" fmla="*/ 93 h 93"/>
                <a:gd name="T2" fmla="*/ 40 w 91"/>
                <a:gd name="T3" fmla="*/ 73 h 93"/>
                <a:gd name="T4" fmla="*/ 74 w 91"/>
                <a:gd name="T5" fmla="*/ 37 h 93"/>
                <a:gd name="T6" fmla="*/ 91 w 91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1"/>
                <a:gd name="T13" fmla="*/ 0 h 93"/>
                <a:gd name="T14" fmla="*/ 91 w 91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1" h="93">
                  <a:moveTo>
                    <a:pt x="0" y="93"/>
                  </a:moveTo>
                  <a:lnTo>
                    <a:pt x="40" y="73"/>
                  </a:lnTo>
                  <a:lnTo>
                    <a:pt x="74" y="37"/>
                  </a:lnTo>
                  <a:lnTo>
                    <a:pt x="9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927"/>
            <p:cNvSpPr>
              <a:spLocks/>
            </p:cNvSpPr>
            <p:nvPr/>
          </p:nvSpPr>
          <p:spPr bwMode="auto">
            <a:xfrm>
              <a:off x="7523" y="1822"/>
              <a:ext cx="53" cy="35"/>
            </a:xfrm>
            <a:custGeom>
              <a:avLst/>
              <a:gdLst>
                <a:gd name="T0" fmla="*/ 0 w 105"/>
                <a:gd name="T1" fmla="*/ 70 h 70"/>
                <a:gd name="T2" fmla="*/ 56 w 105"/>
                <a:gd name="T3" fmla="*/ 44 h 70"/>
                <a:gd name="T4" fmla="*/ 105 w 105"/>
                <a:gd name="T5" fmla="*/ 0 h 70"/>
                <a:gd name="T6" fmla="*/ 0 60000 65536"/>
                <a:gd name="T7" fmla="*/ 0 60000 65536"/>
                <a:gd name="T8" fmla="*/ 0 60000 65536"/>
                <a:gd name="T9" fmla="*/ 0 w 105"/>
                <a:gd name="T10" fmla="*/ 0 h 70"/>
                <a:gd name="T11" fmla="*/ 105 w 105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5" h="70">
                  <a:moveTo>
                    <a:pt x="0" y="70"/>
                  </a:moveTo>
                  <a:lnTo>
                    <a:pt x="56" y="44"/>
                  </a:lnTo>
                  <a:lnTo>
                    <a:pt x="10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928"/>
            <p:cNvSpPr>
              <a:spLocks/>
            </p:cNvSpPr>
            <p:nvPr/>
          </p:nvSpPr>
          <p:spPr bwMode="auto">
            <a:xfrm>
              <a:off x="7508" y="1966"/>
              <a:ext cx="54" cy="31"/>
            </a:xfrm>
            <a:custGeom>
              <a:avLst/>
              <a:gdLst>
                <a:gd name="T0" fmla="*/ 0 w 107"/>
                <a:gd name="T1" fmla="*/ 61 h 61"/>
                <a:gd name="T2" fmla="*/ 51 w 107"/>
                <a:gd name="T3" fmla="*/ 41 h 61"/>
                <a:gd name="T4" fmla="*/ 107 w 107"/>
                <a:gd name="T5" fmla="*/ 0 h 61"/>
                <a:gd name="T6" fmla="*/ 0 60000 65536"/>
                <a:gd name="T7" fmla="*/ 0 60000 65536"/>
                <a:gd name="T8" fmla="*/ 0 60000 65536"/>
                <a:gd name="T9" fmla="*/ 0 w 107"/>
                <a:gd name="T10" fmla="*/ 0 h 61"/>
                <a:gd name="T11" fmla="*/ 107 w 107"/>
                <a:gd name="T12" fmla="*/ 61 h 6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7" h="61">
                  <a:moveTo>
                    <a:pt x="0" y="61"/>
                  </a:moveTo>
                  <a:lnTo>
                    <a:pt x="51" y="41"/>
                  </a:lnTo>
                  <a:lnTo>
                    <a:pt x="107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929"/>
            <p:cNvSpPr>
              <a:spLocks/>
            </p:cNvSpPr>
            <p:nvPr/>
          </p:nvSpPr>
          <p:spPr bwMode="auto">
            <a:xfrm>
              <a:off x="7520" y="2055"/>
              <a:ext cx="58" cy="27"/>
            </a:xfrm>
            <a:custGeom>
              <a:avLst/>
              <a:gdLst>
                <a:gd name="T0" fmla="*/ 0 w 118"/>
                <a:gd name="T1" fmla="*/ 0 h 53"/>
                <a:gd name="T2" fmla="*/ 59 w 118"/>
                <a:gd name="T3" fmla="*/ 34 h 53"/>
                <a:gd name="T4" fmla="*/ 118 w 118"/>
                <a:gd name="T5" fmla="*/ 53 h 53"/>
                <a:gd name="T6" fmla="*/ 0 60000 65536"/>
                <a:gd name="T7" fmla="*/ 0 60000 65536"/>
                <a:gd name="T8" fmla="*/ 0 60000 65536"/>
                <a:gd name="T9" fmla="*/ 0 w 118"/>
                <a:gd name="T10" fmla="*/ 0 h 53"/>
                <a:gd name="T11" fmla="*/ 118 w 118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8" h="53">
                  <a:moveTo>
                    <a:pt x="0" y="0"/>
                  </a:moveTo>
                  <a:lnTo>
                    <a:pt x="59" y="34"/>
                  </a:lnTo>
                  <a:lnTo>
                    <a:pt x="118" y="5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930"/>
            <p:cNvSpPr>
              <a:spLocks/>
            </p:cNvSpPr>
            <p:nvPr/>
          </p:nvSpPr>
          <p:spPr bwMode="auto">
            <a:xfrm>
              <a:off x="7487" y="2083"/>
              <a:ext cx="34" cy="60"/>
            </a:xfrm>
            <a:custGeom>
              <a:avLst/>
              <a:gdLst>
                <a:gd name="T0" fmla="*/ 0 w 69"/>
                <a:gd name="T1" fmla="*/ 0 h 120"/>
                <a:gd name="T2" fmla="*/ 35 w 69"/>
                <a:gd name="T3" fmla="*/ 32 h 120"/>
                <a:gd name="T4" fmla="*/ 59 w 69"/>
                <a:gd name="T5" fmla="*/ 81 h 120"/>
                <a:gd name="T6" fmla="*/ 69 w 69"/>
                <a:gd name="T7" fmla="*/ 120 h 1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"/>
                <a:gd name="T13" fmla="*/ 0 h 120"/>
                <a:gd name="T14" fmla="*/ 69 w 69"/>
                <a:gd name="T15" fmla="*/ 120 h 1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" h="120">
                  <a:moveTo>
                    <a:pt x="0" y="0"/>
                  </a:moveTo>
                  <a:lnTo>
                    <a:pt x="35" y="32"/>
                  </a:lnTo>
                  <a:lnTo>
                    <a:pt x="59" y="81"/>
                  </a:lnTo>
                  <a:lnTo>
                    <a:pt x="69" y="1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931"/>
            <p:cNvSpPr>
              <a:spLocks/>
            </p:cNvSpPr>
            <p:nvPr/>
          </p:nvSpPr>
          <p:spPr bwMode="auto">
            <a:xfrm>
              <a:off x="7699" y="1963"/>
              <a:ext cx="134" cy="309"/>
            </a:xfrm>
            <a:custGeom>
              <a:avLst/>
              <a:gdLst>
                <a:gd name="T0" fmla="*/ 0 w 269"/>
                <a:gd name="T1" fmla="*/ 617 h 617"/>
                <a:gd name="T2" fmla="*/ 31 w 269"/>
                <a:gd name="T3" fmla="*/ 546 h 617"/>
                <a:gd name="T4" fmla="*/ 105 w 269"/>
                <a:gd name="T5" fmla="*/ 395 h 617"/>
                <a:gd name="T6" fmla="*/ 186 w 269"/>
                <a:gd name="T7" fmla="*/ 237 h 617"/>
                <a:gd name="T8" fmla="*/ 269 w 269"/>
                <a:gd name="T9" fmla="*/ 0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9"/>
                <a:gd name="T16" fmla="*/ 0 h 617"/>
                <a:gd name="T17" fmla="*/ 269 w 269"/>
                <a:gd name="T18" fmla="*/ 617 h 6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9" h="617">
                  <a:moveTo>
                    <a:pt x="0" y="617"/>
                  </a:moveTo>
                  <a:lnTo>
                    <a:pt x="31" y="546"/>
                  </a:lnTo>
                  <a:lnTo>
                    <a:pt x="105" y="395"/>
                  </a:lnTo>
                  <a:lnTo>
                    <a:pt x="186" y="237"/>
                  </a:lnTo>
                  <a:lnTo>
                    <a:pt x="26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932"/>
            <p:cNvSpPr>
              <a:spLocks/>
            </p:cNvSpPr>
            <p:nvPr/>
          </p:nvSpPr>
          <p:spPr bwMode="auto">
            <a:xfrm>
              <a:off x="7976" y="2008"/>
              <a:ext cx="9" cy="69"/>
            </a:xfrm>
            <a:custGeom>
              <a:avLst/>
              <a:gdLst>
                <a:gd name="T0" fmla="*/ 15 w 19"/>
                <a:gd name="T1" fmla="*/ 138 h 138"/>
                <a:gd name="T2" fmla="*/ 0 w 19"/>
                <a:gd name="T3" fmla="*/ 104 h 138"/>
                <a:gd name="T4" fmla="*/ 12 w 19"/>
                <a:gd name="T5" fmla="*/ 56 h 138"/>
                <a:gd name="T6" fmla="*/ 19 w 19"/>
                <a:gd name="T7" fmla="*/ 0 h 1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138"/>
                <a:gd name="T14" fmla="*/ 19 w 19"/>
                <a:gd name="T15" fmla="*/ 138 h 1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138">
                  <a:moveTo>
                    <a:pt x="15" y="138"/>
                  </a:moveTo>
                  <a:lnTo>
                    <a:pt x="0" y="104"/>
                  </a:lnTo>
                  <a:lnTo>
                    <a:pt x="12" y="56"/>
                  </a:lnTo>
                  <a:lnTo>
                    <a:pt x="1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933"/>
            <p:cNvSpPr>
              <a:spLocks/>
            </p:cNvSpPr>
            <p:nvPr/>
          </p:nvSpPr>
          <p:spPr bwMode="auto">
            <a:xfrm>
              <a:off x="7901" y="2045"/>
              <a:ext cx="44" cy="51"/>
            </a:xfrm>
            <a:custGeom>
              <a:avLst/>
              <a:gdLst>
                <a:gd name="T0" fmla="*/ 89 w 89"/>
                <a:gd name="T1" fmla="*/ 101 h 101"/>
                <a:gd name="T2" fmla="*/ 35 w 89"/>
                <a:gd name="T3" fmla="*/ 68 h 101"/>
                <a:gd name="T4" fmla="*/ 17 w 89"/>
                <a:gd name="T5" fmla="*/ 24 h 101"/>
                <a:gd name="T6" fmla="*/ 0 w 89"/>
                <a:gd name="T7" fmla="*/ 0 h 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9"/>
                <a:gd name="T13" fmla="*/ 0 h 101"/>
                <a:gd name="T14" fmla="*/ 89 w 89"/>
                <a:gd name="T15" fmla="*/ 101 h 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9" h="101">
                  <a:moveTo>
                    <a:pt x="89" y="101"/>
                  </a:moveTo>
                  <a:lnTo>
                    <a:pt x="35" y="68"/>
                  </a:lnTo>
                  <a:lnTo>
                    <a:pt x="17" y="2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934"/>
            <p:cNvSpPr>
              <a:spLocks/>
            </p:cNvSpPr>
            <p:nvPr/>
          </p:nvSpPr>
          <p:spPr bwMode="auto">
            <a:xfrm>
              <a:off x="7865" y="2147"/>
              <a:ext cx="73" cy="36"/>
            </a:xfrm>
            <a:custGeom>
              <a:avLst/>
              <a:gdLst>
                <a:gd name="T0" fmla="*/ 145 w 145"/>
                <a:gd name="T1" fmla="*/ 0 h 71"/>
                <a:gd name="T2" fmla="*/ 81 w 145"/>
                <a:gd name="T3" fmla="*/ 46 h 71"/>
                <a:gd name="T4" fmla="*/ 0 w 145"/>
                <a:gd name="T5" fmla="*/ 71 h 71"/>
                <a:gd name="T6" fmla="*/ 0 60000 65536"/>
                <a:gd name="T7" fmla="*/ 0 60000 65536"/>
                <a:gd name="T8" fmla="*/ 0 60000 65536"/>
                <a:gd name="T9" fmla="*/ 0 w 145"/>
                <a:gd name="T10" fmla="*/ 0 h 71"/>
                <a:gd name="T11" fmla="*/ 145 w 145"/>
                <a:gd name="T12" fmla="*/ 71 h 7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5" h="71">
                  <a:moveTo>
                    <a:pt x="145" y="0"/>
                  </a:moveTo>
                  <a:lnTo>
                    <a:pt x="81" y="46"/>
                  </a:lnTo>
                  <a:lnTo>
                    <a:pt x="0" y="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935"/>
            <p:cNvSpPr>
              <a:spLocks/>
            </p:cNvSpPr>
            <p:nvPr/>
          </p:nvSpPr>
          <p:spPr bwMode="auto">
            <a:xfrm>
              <a:off x="7586" y="1375"/>
              <a:ext cx="38" cy="14"/>
            </a:xfrm>
            <a:custGeom>
              <a:avLst/>
              <a:gdLst>
                <a:gd name="T0" fmla="*/ 0 w 76"/>
                <a:gd name="T1" fmla="*/ 15 h 26"/>
                <a:gd name="T2" fmla="*/ 5 w 76"/>
                <a:gd name="T3" fmla="*/ 10 h 26"/>
                <a:gd name="T4" fmla="*/ 10 w 76"/>
                <a:gd name="T5" fmla="*/ 10 h 26"/>
                <a:gd name="T6" fmla="*/ 15 w 76"/>
                <a:gd name="T7" fmla="*/ 5 h 26"/>
                <a:gd name="T8" fmla="*/ 22 w 76"/>
                <a:gd name="T9" fmla="*/ 2 h 26"/>
                <a:gd name="T10" fmla="*/ 27 w 76"/>
                <a:gd name="T11" fmla="*/ 0 h 26"/>
                <a:gd name="T12" fmla="*/ 32 w 76"/>
                <a:gd name="T13" fmla="*/ 0 h 26"/>
                <a:gd name="T14" fmla="*/ 37 w 76"/>
                <a:gd name="T15" fmla="*/ 0 h 26"/>
                <a:gd name="T16" fmla="*/ 42 w 76"/>
                <a:gd name="T17" fmla="*/ 0 h 26"/>
                <a:gd name="T18" fmla="*/ 49 w 76"/>
                <a:gd name="T19" fmla="*/ 2 h 26"/>
                <a:gd name="T20" fmla="*/ 51 w 76"/>
                <a:gd name="T21" fmla="*/ 2 h 26"/>
                <a:gd name="T22" fmla="*/ 56 w 76"/>
                <a:gd name="T23" fmla="*/ 5 h 26"/>
                <a:gd name="T24" fmla="*/ 61 w 76"/>
                <a:gd name="T25" fmla="*/ 7 h 26"/>
                <a:gd name="T26" fmla="*/ 64 w 76"/>
                <a:gd name="T27" fmla="*/ 10 h 26"/>
                <a:gd name="T28" fmla="*/ 69 w 76"/>
                <a:gd name="T29" fmla="*/ 15 h 26"/>
                <a:gd name="T30" fmla="*/ 76 w 76"/>
                <a:gd name="T31" fmla="*/ 19 h 26"/>
                <a:gd name="T32" fmla="*/ 69 w 76"/>
                <a:gd name="T33" fmla="*/ 17 h 26"/>
                <a:gd name="T34" fmla="*/ 64 w 76"/>
                <a:gd name="T35" fmla="*/ 19 h 26"/>
                <a:gd name="T36" fmla="*/ 59 w 76"/>
                <a:gd name="T37" fmla="*/ 19 h 26"/>
                <a:gd name="T38" fmla="*/ 54 w 76"/>
                <a:gd name="T39" fmla="*/ 21 h 26"/>
                <a:gd name="T40" fmla="*/ 49 w 76"/>
                <a:gd name="T41" fmla="*/ 24 h 26"/>
                <a:gd name="T42" fmla="*/ 44 w 76"/>
                <a:gd name="T43" fmla="*/ 26 h 26"/>
                <a:gd name="T44" fmla="*/ 42 w 76"/>
                <a:gd name="T45" fmla="*/ 26 h 26"/>
                <a:gd name="T46" fmla="*/ 37 w 76"/>
                <a:gd name="T47" fmla="*/ 26 h 26"/>
                <a:gd name="T48" fmla="*/ 32 w 76"/>
                <a:gd name="T49" fmla="*/ 21 h 26"/>
                <a:gd name="T50" fmla="*/ 27 w 76"/>
                <a:gd name="T51" fmla="*/ 19 h 26"/>
                <a:gd name="T52" fmla="*/ 22 w 76"/>
                <a:gd name="T53" fmla="*/ 19 h 26"/>
                <a:gd name="T54" fmla="*/ 15 w 76"/>
                <a:gd name="T55" fmla="*/ 15 h 26"/>
                <a:gd name="T56" fmla="*/ 10 w 76"/>
                <a:gd name="T57" fmla="*/ 15 h 26"/>
                <a:gd name="T58" fmla="*/ 5 w 76"/>
                <a:gd name="T59" fmla="*/ 15 h 26"/>
                <a:gd name="T60" fmla="*/ 0 w 76"/>
                <a:gd name="T61" fmla="*/ 15 h 26"/>
                <a:gd name="T62" fmla="*/ 0 w 76"/>
                <a:gd name="T63" fmla="*/ 15 h 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6"/>
                <a:gd name="T97" fmla="*/ 0 h 26"/>
                <a:gd name="T98" fmla="*/ 76 w 76"/>
                <a:gd name="T99" fmla="*/ 26 h 2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6" h="26">
                  <a:moveTo>
                    <a:pt x="0" y="15"/>
                  </a:moveTo>
                  <a:lnTo>
                    <a:pt x="5" y="10"/>
                  </a:lnTo>
                  <a:lnTo>
                    <a:pt x="10" y="10"/>
                  </a:lnTo>
                  <a:lnTo>
                    <a:pt x="15" y="5"/>
                  </a:lnTo>
                  <a:lnTo>
                    <a:pt x="22" y="2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2" y="0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6" y="5"/>
                  </a:lnTo>
                  <a:lnTo>
                    <a:pt x="61" y="7"/>
                  </a:lnTo>
                  <a:lnTo>
                    <a:pt x="64" y="10"/>
                  </a:lnTo>
                  <a:lnTo>
                    <a:pt x="69" y="15"/>
                  </a:lnTo>
                  <a:lnTo>
                    <a:pt x="76" y="19"/>
                  </a:lnTo>
                  <a:lnTo>
                    <a:pt x="69" y="17"/>
                  </a:lnTo>
                  <a:lnTo>
                    <a:pt x="64" y="19"/>
                  </a:lnTo>
                  <a:lnTo>
                    <a:pt x="59" y="19"/>
                  </a:lnTo>
                  <a:lnTo>
                    <a:pt x="54" y="21"/>
                  </a:lnTo>
                  <a:lnTo>
                    <a:pt x="49" y="24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37" y="26"/>
                  </a:lnTo>
                  <a:lnTo>
                    <a:pt x="32" y="21"/>
                  </a:lnTo>
                  <a:lnTo>
                    <a:pt x="27" y="19"/>
                  </a:lnTo>
                  <a:lnTo>
                    <a:pt x="22" y="19"/>
                  </a:lnTo>
                  <a:lnTo>
                    <a:pt x="15" y="15"/>
                  </a:lnTo>
                  <a:lnTo>
                    <a:pt x="10" y="15"/>
                  </a:lnTo>
                  <a:lnTo>
                    <a:pt x="5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936"/>
            <p:cNvSpPr>
              <a:spLocks/>
            </p:cNvSpPr>
            <p:nvPr/>
          </p:nvSpPr>
          <p:spPr bwMode="auto">
            <a:xfrm>
              <a:off x="7586" y="1375"/>
              <a:ext cx="38" cy="14"/>
            </a:xfrm>
            <a:custGeom>
              <a:avLst/>
              <a:gdLst>
                <a:gd name="T0" fmla="*/ 0 w 76"/>
                <a:gd name="T1" fmla="*/ 15 h 26"/>
                <a:gd name="T2" fmla="*/ 5 w 76"/>
                <a:gd name="T3" fmla="*/ 10 h 26"/>
                <a:gd name="T4" fmla="*/ 10 w 76"/>
                <a:gd name="T5" fmla="*/ 10 h 26"/>
                <a:gd name="T6" fmla="*/ 15 w 76"/>
                <a:gd name="T7" fmla="*/ 5 h 26"/>
                <a:gd name="T8" fmla="*/ 22 w 76"/>
                <a:gd name="T9" fmla="*/ 2 h 26"/>
                <a:gd name="T10" fmla="*/ 27 w 76"/>
                <a:gd name="T11" fmla="*/ 0 h 26"/>
                <a:gd name="T12" fmla="*/ 32 w 76"/>
                <a:gd name="T13" fmla="*/ 0 h 26"/>
                <a:gd name="T14" fmla="*/ 37 w 76"/>
                <a:gd name="T15" fmla="*/ 0 h 26"/>
                <a:gd name="T16" fmla="*/ 42 w 76"/>
                <a:gd name="T17" fmla="*/ 0 h 26"/>
                <a:gd name="T18" fmla="*/ 49 w 76"/>
                <a:gd name="T19" fmla="*/ 2 h 26"/>
                <a:gd name="T20" fmla="*/ 51 w 76"/>
                <a:gd name="T21" fmla="*/ 2 h 26"/>
                <a:gd name="T22" fmla="*/ 56 w 76"/>
                <a:gd name="T23" fmla="*/ 5 h 26"/>
                <a:gd name="T24" fmla="*/ 61 w 76"/>
                <a:gd name="T25" fmla="*/ 7 h 26"/>
                <a:gd name="T26" fmla="*/ 64 w 76"/>
                <a:gd name="T27" fmla="*/ 10 h 26"/>
                <a:gd name="T28" fmla="*/ 69 w 76"/>
                <a:gd name="T29" fmla="*/ 15 h 26"/>
                <a:gd name="T30" fmla="*/ 76 w 76"/>
                <a:gd name="T31" fmla="*/ 19 h 26"/>
                <a:gd name="T32" fmla="*/ 69 w 76"/>
                <a:gd name="T33" fmla="*/ 17 h 26"/>
                <a:gd name="T34" fmla="*/ 64 w 76"/>
                <a:gd name="T35" fmla="*/ 19 h 26"/>
                <a:gd name="T36" fmla="*/ 59 w 76"/>
                <a:gd name="T37" fmla="*/ 19 h 26"/>
                <a:gd name="T38" fmla="*/ 54 w 76"/>
                <a:gd name="T39" fmla="*/ 21 h 26"/>
                <a:gd name="T40" fmla="*/ 49 w 76"/>
                <a:gd name="T41" fmla="*/ 24 h 26"/>
                <a:gd name="T42" fmla="*/ 44 w 76"/>
                <a:gd name="T43" fmla="*/ 26 h 26"/>
                <a:gd name="T44" fmla="*/ 42 w 76"/>
                <a:gd name="T45" fmla="*/ 26 h 26"/>
                <a:gd name="T46" fmla="*/ 37 w 76"/>
                <a:gd name="T47" fmla="*/ 26 h 26"/>
                <a:gd name="T48" fmla="*/ 32 w 76"/>
                <a:gd name="T49" fmla="*/ 21 h 26"/>
                <a:gd name="T50" fmla="*/ 27 w 76"/>
                <a:gd name="T51" fmla="*/ 19 h 26"/>
                <a:gd name="T52" fmla="*/ 22 w 76"/>
                <a:gd name="T53" fmla="*/ 19 h 26"/>
                <a:gd name="T54" fmla="*/ 15 w 76"/>
                <a:gd name="T55" fmla="*/ 15 h 26"/>
                <a:gd name="T56" fmla="*/ 10 w 76"/>
                <a:gd name="T57" fmla="*/ 15 h 26"/>
                <a:gd name="T58" fmla="*/ 5 w 76"/>
                <a:gd name="T59" fmla="*/ 15 h 26"/>
                <a:gd name="T60" fmla="*/ 0 w 76"/>
                <a:gd name="T61" fmla="*/ 15 h 26"/>
                <a:gd name="T62" fmla="*/ 0 w 76"/>
                <a:gd name="T63" fmla="*/ 15 h 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6"/>
                <a:gd name="T97" fmla="*/ 0 h 26"/>
                <a:gd name="T98" fmla="*/ 76 w 76"/>
                <a:gd name="T99" fmla="*/ 26 h 2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6" h="26">
                  <a:moveTo>
                    <a:pt x="0" y="15"/>
                  </a:moveTo>
                  <a:lnTo>
                    <a:pt x="5" y="10"/>
                  </a:lnTo>
                  <a:lnTo>
                    <a:pt x="10" y="10"/>
                  </a:lnTo>
                  <a:lnTo>
                    <a:pt x="15" y="5"/>
                  </a:lnTo>
                  <a:lnTo>
                    <a:pt x="22" y="2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2" y="0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6" y="5"/>
                  </a:lnTo>
                  <a:lnTo>
                    <a:pt x="61" y="7"/>
                  </a:lnTo>
                  <a:lnTo>
                    <a:pt x="64" y="10"/>
                  </a:lnTo>
                  <a:lnTo>
                    <a:pt x="69" y="15"/>
                  </a:lnTo>
                  <a:lnTo>
                    <a:pt x="76" y="19"/>
                  </a:lnTo>
                  <a:lnTo>
                    <a:pt x="69" y="17"/>
                  </a:lnTo>
                  <a:lnTo>
                    <a:pt x="64" y="19"/>
                  </a:lnTo>
                  <a:lnTo>
                    <a:pt x="59" y="19"/>
                  </a:lnTo>
                  <a:lnTo>
                    <a:pt x="54" y="21"/>
                  </a:lnTo>
                  <a:lnTo>
                    <a:pt x="49" y="24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37" y="26"/>
                  </a:lnTo>
                  <a:lnTo>
                    <a:pt x="32" y="21"/>
                  </a:lnTo>
                  <a:lnTo>
                    <a:pt x="27" y="19"/>
                  </a:lnTo>
                  <a:lnTo>
                    <a:pt x="22" y="19"/>
                  </a:lnTo>
                  <a:lnTo>
                    <a:pt x="15" y="15"/>
                  </a:lnTo>
                  <a:lnTo>
                    <a:pt x="10" y="15"/>
                  </a:lnTo>
                  <a:lnTo>
                    <a:pt x="5" y="15"/>
                  </a:lnTo>
                  <a:lnTo>
                    <a:pt x="0" y="1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937"/>
            <p:cNvSpPr>
              <a:spLocks/>
            </p:cNvSpPr>
            <p:nvPr/>
          </p:nvSpPr>
          <p:spPr bwMode="auto">
            <a:xfrm>
              <a:off x="7646" y="1377"/>
              <a:ext cx="28" cy="13"/>
            </a:xfrm>
            <a:custGeom>
              <a:avLst/>
              <a:gdLst>
                <a:gd name="T0" fmla="*/ 0 w 56"/>
                <a:gd name="T1" fmla="*/ 10 h 27"/>
                <a:gd name="T2" fmla="*/ 7 w 56"/>
                <a:gd name="T3" fmla="*/ 10 h 27"/>
                <a:gd name="T4" fmla="*/ 12 w 56"/>
                <a:gd name="T5" fmla="*/ 8 h 27"/>
                <a:gd name="T6" fmla="*/ 17 w 56"/>
                <a:gd name="T7" fmla="*/ 5 h 27"/>
                <a:gd name="T8" fmla="*/ 25 w 56"/>
                <a:gd name="T9" fmla="*/ 3 h 27"/>
                <a:gd name="T10" fmla="*/ 30 w 56"/>
                <a:gd name="T11" fmla="*/ 0 h 27"/>
                <a:gd name="T12" fmla="*/ 35 w 56"/>
                <a:gd name="T13" fmla="*/ 3 h 27"/>
                <a:gd name="T14" fmla="*/ 40 w 56"/>
                <a:gd name="T15" fmla="*/ 5 h 27"/>
                <a:gd name="T16" fmla="*/ 45 w 56"/>
                <a:gd name="T17" fmla="*/ 8 h 27"/>
                <a:gd name="T18" fmla="*/ 51 w 56"/>
                <a:gd name="T19" fmla="*/ 10 h 27"/>
                <a:gd name="T20" fmla="*/ 56 w 56"/>
                <a:gd name="T21" fmla="*/ 15 h 27"/>
                <a:gd name="T22" fmla="*/ 51 w 56"/>
                <a:gd name="T23" fmla="*/ 19 h 27"/>
                <a:gd name="T24" fmla="*/ 45 w 56"/>
                <a:gd name="T25" fmla="*/ 22 h 27"/>
                <a:gd name="T26" fmla="*/ 40 w 56"/>
                <a:gd name="T27" fmla="*/ 24 h 27"/>
                <a:gd name="T28" fmla="*/ 35 w 56"/>
                <a:gd name="T29" fmla="*/ 27 h 27"/>
                <a:gd name="T30" fmla="*/ 27 w 56"/>
                <a:gd name="T31" fmla="*/ 24 h 27"/>
                <a:gd name="T32" fmla="*/ 22 w 56"/>
                <a:gd name="T33" fmla="*/ 22 h 27"/>
                <a:gd name="T34" fmla="*/ 15 w 56"/>
                <a:gd name="T35" fmla="*/ 19 h 27"/>
                <a:gd name="T36" fmla="*/ 10 w 56"/>
                <a:gd name="T37" fmla="*/ 17 h 27"/>
                <a:gd name="T38" fmla="*/ 5 w 56"/>
                <a:gd name="T39" fmla="*/ 15 h 27"/>
                <a:gd name="T40" fmla="*/ 0 w 56"/>
                <a:gd name="T41" fmla="*/ 10 h 27"/>
                <a:gd name="T42" fmla="*/ 0 w 56"/>
                <a:gd name="T43" fmla="*/ 1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27"/>
                <a:gd name="T68" fmla="*/ 56 w 5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27">
                  <a:moveTo>
                    <a:pt x="0" y="10"/>
                  </a:moveTo>
                  <a:lnTo>
                    <a:pt x="7" y="10"/>
                  </a:lnTo>
                  <a:lnTo>
                    <a:pt x="12" y="8"/>
                  </a:lnTo>
                  <a:lnTo>
                    <a:pt x="17" y="5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5" y="3"/>
                  </a:lnTo>
                  <a:lnTo>
                    <a:pt x="40" y="5"/>
                  </a:lnTo>
                  <a:lnTo>
                    <a:pt x="45" y="8"/>
                  </a:lnTo>
                  <a:lnTo>
                    <a:pt x="51" y="10"/>
                  </a:lnTo>
                  <a:lnTo>
                    <a:pt x="56" y="15"/>
                  </a:lnTo>
                  <a:lnTo>
                    <a:pt x="51" y="19"/>
                  </a:lnTo>
                  <a:lnTo>
                    <a:pt x="45" y="22"/>
                  </a:lnTo>
                  <a:lnTo>
                    <a:pt x="40" y="24"/>
                  </a:lnTo>
                  <a:lnTo>
                    <a:pt x="35" y="27"/>
                  </a:lnTo>
                  <a:lnTo>
                    <a:pt x="27" y="24"/>
                  </a:lnTo>
                  <a:lnTo>
                    <a:pt x="22" y="22"/>
                  </a:lnTo>
                  <a:lnTo>
                    <a:pt x="15" y="19"/>
                  </a:lnTo>
                  <a:lnTo>
                    <a:pt x="10" y="17"/>
                  </a:lnTo>
                  <a:lnTo>
                    <a:pt x="5" y="1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938"/>
            <p:cNvSpPr>
              <a:spLocks/>
            </p:cNvSpPr>
            <p:nvPr/>
          </p:nvSpPr>
          <p:spPr bwMode="auto">
            <a:xfrm>
              <a:off x="7646" y="1377"/>
              <a:ext cx="28" cy="13"/>
            </a:xfrm>
            <a:custGeom>
              <a:avLst/>
              <a:gdLst>
                <a:gd name="T0" fmla="*/ 0 w 56"/>
                <a:gd name="T1" fmla="*/ 10 h 27"/>
                <a:gd name="T2" fmla="*/ 7 w 56"/>
                <a:gd name="T3" fmla="*/ 10 h 27"/>
                <a:gd name="T4" fmla="*/ 12 w 56"/>
                <a:gd name="T5" fmla="*/ 8 h 27"/>
                <a:gd name="T6" fmla="*/ 17 w 56"/>
                <a:gd name="T7" fmla="*/ 5 h 27"/>
                <a:gd name="T8" fmla="*/ 25 w 56"/>
                <a:gd name="T9" fmla="*/ 3 h 27"/>
                <a:gd name="T10" fmla="*/ 30 w 56"/>
                <a:gd name="T11" fmla="*/ 0 h 27"/>
                <a:gd name="T12" fmla="*/ 35 w 56"/>
                <a:gd name="T13" fmla="*/ 3 h 27"/>
                <a:gd name="T14" fmla="*/ 40 w 56"/>
                <a:gd name="T15" fmla="*/ 5 h 27"/>
                <a:gd name="T16" fmla="*/ 45 w 56"/>
                <a:gd name="T17" fmla="*/ 8 h 27"/>
                <a:gd name="T18" fmla="*/ 51 w 56"/>
                <a:gd name="T19" fmla="*/ 10 h 27"/>
                <a:gd name="T20" fmla="*/ 56 w 56"/>
                <a:gd name="T21" fmla="*/ 15 h 27"/>
                <a:gd name="T22" fmla="*/ 51 w 56"/>
                <a:gd name="T23" fmla="*/ 19 h 27"/>
                <a:gd name="T24" fmla="*/ 45 w 56"/>
                <a:gd name="T25" fmla="*/ 22 h 27"/>
                <a:gd name="T26" fmla="*/ 40 w 56"/>
                <a:gd name="T27" fmla="*/ 24 h 27"/>
                <a:gd name="T28" fmla="*/ 35 w 56"/>
                <a:gd name="T29" fmla="*/ 27 h 27"/>
                <a:gd name="T30" fmla="*/ 27 w 56"/>
                <a:gd name="T31" fmla="*/ 24 h 27"/>
                <a:gd name="T32" fmla="*/ 22 w 56"/>
                <a:gd name="T33" fmla="*/ 22 h 27"/>
                <a:gd name="T34" fmla="*/ 15 w 56"/>
                <a:gd name="T35" fmla="*/ 19 h 27"/>
                <a:gd name="T36" fmla="*/ 10 w 56"/>
                <a:gd name="T37" fmla="*/ 17 h 27"/>
                <a:gd name="T38" fmla="*/ 5 w 56"/>
                <a:gd name="T39" fmla="*/ 15 h 27"/>
                <a:gd name="T40" fmla="*/ 0 w 56"/>
                <a:gd name="T41" fmla="*/ 10 h 27"/>
                <a:gd name="T42" fmla="*/ 0 w 56"/>
                <a:gd name="T43" fmla="*/ 1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27"/>
                <a:gd name="T68" fmla="*/ 56 w 5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27">
                  <a:moveTo>
                    <a:pt x="0" y="10"/>
                  </a:moveTo>
                  <a:lnTo>
                    <a:pt x="7" y="10"/>
                  </a:lnTo>
                  <a:lnTo>
                    <a:pt x="12" y="8"/>
                  </a:lnTo>
                  <a:lnTo>
                    <a:pt x="17" y="5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5" y="3"/>
                  </a:lnTo>
                  <a:lnTo>
                    <a:pt x="40" y="5"/>
                  </a:lnTo>
                  <a:lnTo>
                    <a:pt x="45" y="8"/>
                  </a:lnTo>
                  <a:lnTo>
                    <a:pt x="51" y="10"/>
                  </a:lnTo>
                  <a:lnTo>
                    <a:pt x="56" y="15"/>
                  </a:lnTo>
                  <a:lnTo>
                    <a:pt x="51" y="19"/>
                  </a:lnTo>
                  <a:lnTo>
                    <a:pt x="45" y="22"/>
                  </a:lnTo>
                  <a:lnTo>
                    <a:pt x="40" y="24"/>
                  </a:lnTo>
                  <a:lnTo>
                    <a:pt x="35" y="27"/>
                  </a:lnTo>
                  <a:lnTo>
                    <a:pt x="27" y="24"/>
                  </a:lnTo>
                  <a:lnTo>
                    <a:pt x="22" y="22"/>
                  </a:lnTo>
                  <a:lnTo>
                    <a:pt x="15" y="19"/>
                  </a:lnTo>
                  <a:lnTo>
                    <a:pt x="10" y="17"/>
                  </a:lnTo>
                  <a:lnTo>
                    <a:pt x="5" y="15"/>
                  </a:lnTo>
                  <a:lnTo>
                    <a:pt x="0" y="1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939"/>
            <p:cNvSpPr>
              <a:spLocks/>
            </p:cNvSpPr>
            <p:nvPr/>
          </p:nvSpPr>
          <p:spPr bwMode="auto">
            <a:xfrm>
              <a:off x="7600" y="1375"/>
              <a:ext cx="15" cy="14"/>
            </a:xfrm>
            <a:custGeom>
              <a:avLst/>
              <a:gdLst>
                <a:gd name="T0" fmla="*/ 13 w 32"/>
                <a:gd name="T1" fmla="*/ 0 h 26"/>
                <a:gd name="T2" fmla="*/ 22 w 32"/>
                <a:gd name="T3" fmla="*/ 2 h 26"/>
                <a:gd name="T4" fmla="*/ 29 w 32"/>
                <a:gd name="T5" fmla="*/ 2 h 26"/>
                <a:gd name="T6" fmla="*/ 32 w 32"/>
                <a:gd name="T7" fmla="*/ 10 h 26"/>
                <a:gd name="T8" fmla="*/ 29 w 32"/>
                <a:gd name="T9" fmla="*/ 21 h 26"/>
                <a:gd name="T10" fmla="*/ 22 w 32"/>
                <a:gd name="T11" fmla="*/ 24 h 26"/>
                <a:gd name="T12" fmla="*/ 17 w 32"/>
                <a:gd name="T13" fmla="*/ 26 h 26"/>
                <a:gd name="T14" fmla="*/ 10 w 32"/>
                <a:gd name="T15" fmla="*/ 24 h 26"/>
                <a:gd name="T16" fmla="*/ 0 w 32"/>
                <a:gd name="T17" fmla="*/ 17 h 26"/>
                <a:gd name="T18" fmla="*/ 0 w 32"/>
                <a:gd name="T19" fmla="*/ 5 h 26"/>
                <a:gd name="T20" fmla="*/ 8 w 32"/>
                <a:gd name="T21" fmla="*/ 0 h 26"/>
                <a:gd name="T22" fmla="*/ 15 w 32"/>
                <a:gd name="T23" fmla="*/ 0 h 26"/>
                <a:gd name="T24" fmla="*/ 15 w 32"/>
                <a:gd name="T25" fmla="*/ 0 h 26"/>
                <a:gd name="T26" fmla="*/ 13 w 32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2"/>
                <a:gd name="T43" fmla="*/ 0 h 26"/>
                <a:gd name="T44" fmla="*/ 32 w 32"/>
                <a:gd name="T45" fmla="*/ 26 h 2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2" h="26">
                  <a:moveTo>
                    <a:pt x="13" y="0"/>
                  </a:moveTo>
                  <a:lnTo>
                    <a:pt x="22" y="2"/>
                  </a:lnTo>
                  <a:lnTo>
                    <a:pt x="29" y="2"/>
                  </a:lnTo>
                  <a:lnTo>
                    <a:pt x="32" y="10"/>
                  </a:lnTo>
                  <a:lnTo>
                    <a:pt x="29" y="21"/>
                  </a:lnTo>
                  <a:lnTo>
                    <a:pt x="22" y="24"/>
                  </a:lnTo>
                  <a:lnTo>
                    <a:pt x="17" y="26"/>
                  </a:lnTo>
                  <a:lnTo>
                    <a:pt x="10" y="24"/>
                  </a:lnTo>
                  <a:lnTo>
                    <a:pt x="0" y="17"/>
                  </a:lnTo>
                  <a:lnTo>
                    <a:pt x="0" y="5"/>
                  </a:lnTo>
                  <a:lnTo>
                    <a:pt x="8" y="0"/>
                  </a:lnTo>
                  <a:lnTo>
                    <a:pt x="15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385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940"/>
            <p:cNvSpPr>
              <a:spLocks/>
            </p:cNvSpPr>
            <p:nvPr/>
          </p:nvSpPr>
          <p:spPr bwMode="auto">
            <a:xfrm>
              <a:off x="7600" y="1375"/>
              <a:ext cx="15" cy="14"/>
            </a:xfrm>
            <a:custGeom>
              <a:avLst/>
              <a:gdLst>
                <a:gd name="T0" fmla="*/ 13 w 32"/>
                <a:gd name="T1" fmla="*/ 0 h 26"/>
                <a:gd name="T2" fmla="*/ 22 w 32"/>
                <a:gd name="T3" fmla="*/ 2 h 26"/>
                <a:gd name="T4" fmla="*/ 29 w 32"/>
                <a:gd name="T5" fmla="*/ 2 h 26"/>
                <a:gd name="T6" fmla="*/ 32 w 32"/>
                <a:gd name="T7" fmla="*/ 10 h 26"/>
                <a:gd name="T8" fmla="*/ 29 w 32"/>
                <a:gd name="T9" fmla="*/ 21 h 26"/>
                <a:gd name="T10" fmla="*/ 22 w 32"/>
                <a:gd name="T11" fmla="*/ 24 h 26"/>
                <a:gd name="T12" fmla="*/ 17 w 32"/>
                <a:gd name="T13" fmla="*/ 26 h 26"/>
                <a:gd name="T14" fmla="*/ 10 w 32"/>
                <a:gd name="T15" fmla="*/ 24 h 26"/>
                <a:gd name="T16" fmla="*/ 0 w 32"/>
                <a:gd name="T17" fmla="*/ 17 h 26"/>
                <a:gd name="T18" fmla="*/ 0 w 32"/>
                <a:gd name="T19" fmla="*/ 5 h 26"/>
                <a:gd name="T20" fmla="*/ 8 w 32"/>
                <a:gd name="T21" fmla="*/ 0 h 26"/>
                <a:gd name="T22" fmla="*/ 15 w 32"/>
                <a:gd name="T23" fmla="*/ 0 h 26"/>
                <a:gd name="T24" fmla="*/ 15 w 32"/>
                <a:gd name="T25" fmla="*/ 0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2"/>
                <a:gd name="T40" fmla="*/ 0 h 26"/>
                <a:gd name="T41" fmla="*/ 32 w 32"/>
                <a:gd name="T42" fmla="*/ 26 h 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2" h="26">
                  <a:moveTo>
                    <a:pt x="13" y="0"/>
                  </a:moveTo>
                  <a:lnTo>
                    <a:pt x="22" y="2"/>
                  </a:lnTo>
                  <a:lnTo>
                    <a:pt x="29" y="2"/>
                  </a:lnTo>
                  <a:lnTo>
                    <a:pt x="32" y="10"/>
                  </a:lnTo>
                  <a:lnTo>
                    <a:pt x="29" y="21"/>
                  </a:lnTo>
                  <a:lnTo>
                    <a:pt x="22" y="24"/>
                  </a:lnTo>
                  <a:lnTo>
                    <a:pt x="17" y="26"/>
                  </a:lnTo>
                  <a:lnTo>
                    <a:pt x="10" y="24"/>
                  </a:lnTo>
                  <a:lnTo>
                    <a:pt x="0" y="17"/>
                  </a:lnTo>
                  <a:lnTo>
                    <a:pt x="0" y="5"/>
                  </a:lnTo>
                  <a:lnTo>
                    <a:pt x="8" y="0"/>
                  </a:lnTo>
                  <a:lnTo>
                    <a:pt x="1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941"/>
            <p:cNvSpPr>
              <a:spLocks/>
            </p:cNvSpPr>
            <p:nvPr/>
          </p:nvSpPr>
          <p:spPr bwMode="auto">
            <a:xfrm>
              <a:off x="7655" y="1378"/>
              <a:ext cx="15" cy="12"/>
            </a:xfrm>
            <a:custGeom>
              <a:avLst/>
              <a:gdLst>
                <a:gd name="T0" fmla="*/ 15 w 30"/>
                <a:gd name="T1" fmla="*/ 0 h 24"/>
                <a:gd name="T2" fmla="*/ 23 w 30"/>
                <a:gd name="T3" fmla="*/ 2 h 24"/>
                <a:gd name="T4" fmla="*/ 30 w 30"/>
                <a:gd name="T5" fmla="*/ 5 h 24"/>
                <a:gd name="T6" fmla="*/ 30 w 30"/>
                <a:gd name="T7" fmla="*/ 14 h 24"/>
                <a:gd name="T8" fmla="*/ 23 w 30"/>
                <a:gd name="T9" fmla="*/ 21 h 24"/>
                <a:gd name="T10" fmla="*/ 15 w 30"/>
                <a:gd name="T11" fmla="*/ 24 h 24"/>
                <a:gd name="T12" fmla="*/ 10 w 30"/>
                <a:gd name="T13" fmla="*/ 21 h 24"/>
                <a:gd name="T14" fmla="*/ 3 w 30"/>
                <a:gd name="T15" fmla="*/ 14 h 24"/>
                <a:gd name="T16" fmla="*/ 0 w 30"/>
                <a:gd name="T17" fmla="*/ 5 h 24"/>
                <a:gd name="T18" fmla="*/ 8 w 30"/>
                <a:gd name="T19" fmla="*/ 0 h 24"/>
                <a:gd name="T20" fmla="*/ 15 w 30"/>
                <a:gd name="T21" fmla="*/ 0 h 24"/>
                <a:gd name="T22" fmla="*/ 15 w 30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"/>
                <a:gd name="T37" fmla="*/ 0 h 24"/>
                <a:gd name="T38" fmla="*/ 30 w 30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" h="24">
                  <a:moveTo>
                    <a:pt x="15" y="0"/>
                  </a:moveTo>
                  <a:lnTo>
                    <a:pt x="23" y="2"/>
                  </a:lnTo>
                  <a:lnTo>
                    <a:pt x="30" y="5"/>
                  </a:lnTo>
                  <a:lnTo>
                    <a:pt x="30" y="14"/>
                  </a:lnTo>
                  <a:lnTo>
                    <a:pt x="23" y="21"/>
                  </a:lnTo>
                  <a:lnTo>
                    <a:pt x="15" y="24"/>
                  </a:lnTo>
                  <a:lnTo>
                    <a:pt x="10" y="21"/>
                  </a:lnTo>
                  <a:lnTo>
                    <a:pt x="3" y="14"/>
                  </a:lnTo>
                  <a:lnTo>
                    <a:pt x="0" y="5"/>
                  </a:lnTo>
                  <a:lnTo>
                    <a:pt x="8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385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942"/>
            <p:cNvSpPr>
              <a:spLocks/>
            </p:cNvSpPr>
            <p:nvPr/>
          </p:nvSpPr>
          <p:spPr bwMode="auto">
            <a:xfrm>
              <a:off x="7655" y="1378"/>
              <a:ext cx="15" cy="12"/>
            </a:xfrm>
            <a:custGeom>
              <a:avLst/>
              <a:gdLst>
                <a:gd name="T0" fmla="*/ 15 w 30"/>
                <a:gd name="T1" fmla="*/ 0 h 24"/>
                <a:gd name="T2" fmla="*/ 23 w 30"/>
                <a:gd name="T3" fmla="*/ 2 h 24"/>
                <a:gd name="T4" fmla="*/ 30 w 30"/>
                <a:gd name="T5" fmla="*/ 5 h 24"/>
                <a:gd name="T6" fmla="*/ 30 w 30"/>
                <a:gd name="T7" fmla="*/ 14 h 24"/>
                <a:gd name="T8" fmla="*/ 23 w 30"/>
                <a:gd name="T9" fmla="*/ 21 h 24"/>
                <a:gd name="T10" fmla="*/ 15 w 30"/>
                <a:gd name="T11" fmla="*/ 24 h 24"/>
                <a:gd name="T12" fmla="*/ 10 w 30"/>
                <a:gd name="T13" fmla="*/ 21 h 24"/>
                <a:gd name="T14" fmla="*/ 3 w 30"/>
                <a:gd name="T15" fmla="*/ 14 h 24"/>
                <a:gd name="T16" fmla="*/ 0 w 30"/>
                <a:gd name="T17" fmla="*/ 5 h 24"/>
                <a:gd name="T18" fmla="*/ 8 w 30"/>
                <a:gd name="T19" fmla="*/ 0 h 24"/>
                <a:gd name="T20" fmla="*/ 15 w 30"/>
                <a:gd name="T21" fmla="*/ 0 h 24"/>
                <a:gd name="T22" fmla="*/ 15 w 30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"/>
                <a:gd name="T37" fmla="*/ 0 h 24"/>
                <a:gd name="T38" fmla="*/ 30 w 30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" h="24">
                  <a:moveTo>
                    <a:pt x="15" y="0"/>
                  </a:moveTo>
                  <a:lnTo>
                    <a:pt x="23" y="2"/>
                  </a:lnTo>
                  <a:lnTo>
                    <a:pt x="30" y="5"/>
                  </a:lnTo>
                  <a:lnTo>
                    <a:pt x="30" y="14"/>
                  </a:lnTo>
                  <a:lnTo>
                    <a:pt x="23" y="21"/>
                  </a:lnTo>
                  <a:lnTo>
                    <a:pt x="15" y="24"/>
                  </a:lnTo>
                  <a:lnTo>
                    <a:pt x="10" y="21"/>
                  </a:lnTo>
                  <a:lnTo>
                    <a:pt x="3" y="14"/>
                  </a:lnTo>
                  <a:lnTo>
                    <a:pt x="0" y="5"/>
                  </a:lnTo>
                  <a:lnTo>
                    <a:pt x="8" y="0"/>
                  </a:lnTo>
                  <a:lnTo>
                    <a:pt x="1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943"/>
            <p:cNvSpPr>
              <a:spLocks/>
            </p:cNvSpPr>
            <p:nvPr/>
          </p:nvSpPr>
          <p:spPr bwMode="auto">
            <a:xfrm>
              <a:off x="7605" y="1378"/>
              <a:ext cx="8" cy="7"/>
            </a:xfrm>
            <a:custGeom>
              <a:avLst/>
              <a:gdLst>
                <a:gd name="T0" fmla="*/ 7 w 17"/>
                <a:gd name="T1" fmla="*/ 0 h 14"/>
                <a:gd name="T2" fmla="*/ 14 w 17"/>
                <a:gd name="T3" fmla="*/ 2 h 14"/>
                <a:gd name="T4" fmla="*/ 17 w 17"/>
                <a:gd name="T5" fmla="*/ 10 h 14"/>
                <a:gd name="T6" fmla="*/ 7 w 17"/>
                <a:gd name="T7" fmla="*/ 14 h 14"/>
                <a:gd name="T8" fmla="*/ 3 w 17"/>
                <a:gd name="T9" fmla="*/ 12 h 14"/>
                <a:gd name="T10" fmla="*/ 0 w 17"/>
                <a:gd name="T11" fmla="*/ 5 h 14"/>
                <a:gd name="T12" fmla="*/ 7 w 17"/>
                <a:gd name="T13" fmla="*/ 2 h 14"/>
                <a:gd name="T14" fmla="*/ 7 w 17"/>
                <a:gd name="T15" fmla="*/ 2 h 14"/>
                <a:gd name="T16" fmla="*/ 7 w 1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14"/>
                <a:gd name="T29" fmla="*/ 17 w 17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14">
                  <a:moveTo>
                    <a:pt x="7" y="0"/>
                  </a:moveTo>
                  <a:lnTo>
                    <a:pt x="14" y="2"/>
                  </a:lnTo>
                  <a:lnTo>
                    <a:pt x="17" y="10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5"/>
                  </a:lnTo>
                  <a:lnTo>
                    <a:pt x="7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944"/>
            <p:cNvSpPr>
              <a:spLocks/>
            </p:cNvSpPr>
            <p:nvPr/>
          </p:nvSpPr>
          <p:spPr bwMode="auto">
            <a:xfrm>
              <a:off x="7605" y="1378"/>
              <a:ext cx="8" cy="7"/>
            </a:xfrm>
            <a:custGeom>
              <a:avLst/>
              <a:gdLst>
                <a:gd name="T0" fmla="*/ 7 w 17"/>
                <a:gd name="T1" fmla="*/ 0 h 14"/>
                <a:gd name="T2" fmla="*/ 14 w 17"/>
                <a:gd name="T3" fmla="*/ 2 h 14"/>
                <a:gd name="T4" fmla="*/ 17 w 17"/>
                <a:gd name="T5" fmla="*/ 10 h 14"/>
                <a:gd name="T6" fmla="*/ 7 w 17"/>
                <a:gd name="T7" fmla="*/ 14 h 14"/>
                <a:gd name="T8" fmla="*/ 3 w 17"/>
                <a:gd name="T9" fmla="*/ 12 h 14"/>
                <a:gd name="T10" fmla="*/ 0 w 17"/>
                <a:gd name="T11" fmla="*/ 5 h 14"/>
                <a:gd name="T12" fmla="*/ 7 w 17"/>
                <a:gd name="T13" fmla="*/ 2 h 14"/>
                <a:gd name="T14" fmla="*/ 7 w 17"/>
                <a:gd name="T15" fmla="*/ 2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14"/>
                <a:gd name="T26" fmla="*/ 17 w 17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14">
                  <a:moveTo>
                    <a:pt x="7" y="0"/>
                  </a:moveTo>
                  <a:lnTo>
                    <a:pt x="14" y="2"/>
                  </a:lnTo>
                  <a:lnTo>
                    <a:pt x="17" y="10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5"/>
                  </a:lnTo>
                  <a:lnTo>
                    <a:pt x="7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945"/>
            <p:cNvSpPr>
              <a:spLocks/>
            </p:cNvSpPr>
            <p:nvPr/>
          </p:nvSpPr>
          <p:spPr bwMode="auto">
            <a:xfrm>
              <a:off x="7661" y="1379"/>
              <a:ext cx="7" cy="7"/>
            </a:xfrm>
            <a:custGeom>
              <a:avLst/>
              <a:gdLst>
                <a:gd name="T0" fmla="*/ 5 w 15"/>
                <a:gd name="T1" fmla="*/ 0 h 14"/>
                <a:gd name="T2" fmla="*/ 12 w 15"/>
                <a:gd name="T3" fmla="*/ 3 h 14"/>
                <a:gd name="T4" fmla="*/ 15 w 15"/>
                <a:gd name="T5" fmla="*/ 10 h 14"/>
                <a:gd name="T6" fmla="*/ 7 w 15"/>
                <a:gd name="T7" fmla="*/ 14 h 14"/>
                <a:gd name="T8" fmla="*/ 0 w 15"/>
                <a:gd name="T9" fmla="*/ 12 h 14"/>
                <a:gd name="T10" fmla="*/ 0 w 15"/>
                <a:gd name="T11" fmla="*/ 5 h 14"/>
                <a:gd name="T12" fmla="*/ 5 w 15"/>
                <a:gd name="T13" fmla="*/ 3 h 14"/>
                <a:gd name="T14" fmla="*/ 5 w 15"/>
                <a:gd name="T15" fmla="*/ 3 h 14"/>
                <a:gd name="T16" fmla="*/ 5 w 15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4"/>
                <a:gd name="T29" fmla="*/ 15 w 15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4">
                  <a:moveTo>
                    <a:pt x="5" y="0"/>
                  </a:moveTo>
                  <a:lnTo>
                    <a:pt x="12" y="3"/>
                  </a:lnTo>
                  <a:lnTo>
                    <a:pt x="15" y="10"/>
                  </a:lnTo>
                  <a:lnTo>
                    <a:pt x="7" y="14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946"/>
            <p:cNvSpPr>
              <a:spLocks/>
            </p:cNvSpPr>
            <p:nvPr/>
          </p:nvSpPr>
          <p:spPr bwMode="auto">
            <a:xfrm>
              <a:off x="7661" y="1379"/>
              <a:ext cx="7" cy="7"/>
            </a:xfrm>
            <a:custGeom>
              <a:avLst/>
              <a:gdLst>
                <a:gd name="T0" fmla="*/ 5 w 15"/>
                <a:gd name="T1" fmla="*/ 0 h 14"/>
                <a:gd name="T2" fmla="*/ 12 w 15"/>
                <a:gd name="T3" fmla="*/ 3 h 14"/>
                <a:gd name="T4" fmla="*/ 15 w 15"/>
                <a:gd name="T5" fmla="*/ 10 h 14"/>
                <a:gd name="T6" fmla="*/ 7 w 15"/>
                <a:gd name="T7" fmla="*/ 14 h 14"/>
                <a:gd name="T8" fmla="*/ 0 w 15"/>
                <a:gd name="T9" fmla="*/ 12 h 14"/>
                <a:gd name="T10" fmla="*/ 0 w 15"/>
                <a:gd name="T11" fmla="*/ 5 h 14"/>
                <a:gd name="T12" fmla="*/ 5 w 15"/>
                <a:gd name="T13" fmla="*/ 3 h 14"/>
                <a:gd name="T14" fmla="*/ 5 w 15"/>
                <a:gd name="T15" fmla="*/ 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"/>
                <a:gd name="T25" fmla="*/ 0 h 14"/>
                <a:gd name="T26" fmla="*/ 15 w 15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" h="14">
                  <a:moveTo>
                    <a:pt x="5" y="0"/>
                  </a:moveTo>
                  <a:lnTo>
                    <a:pt x="12" y="3"/>
                  </a:lnTo>
                  <a:lnTo>
                    <a:pt x="15" y="10"/>
                  </a:lnTo>
                  <a:lnTo>
                    <a:pt x="7" y="14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947"/>
            <p:cNvSpPr>
              <a:spLocks/>
            </p:cNvSpPr>
            <p:nvPr/>
          </p:nvSpPr>
          <p:spPr bwMode="auto">
            <a:xfrm>
              <a:off x="7608" y="1382"/>
              <a:ext cx="4" cy="3"/>
            </a:xfrm>
            <a:custGeom>
              <a:avLst/>
              <a:gdLst>
                <a:gd name="T0" fmla="*/ 2 w 7"/>
                <a:gd name="T1" fmla="*/ 0 h 7"/>
                <a:gd name="T2" fmla="*/ 7 w 7"/>
                <a:gd name="T3" fmla="*/ 7 h 7"/>
                <a:gd name="T4" fmla="*/ 0 w 7"/>
                <a:gd name="T5" fmla="*/ 7 h 7"/>
                <a:gd name="T6" fmla="*/ 0 w 7"/>
                <a:gd name="T7" fmla="*/ 0 h 7"/>
                <a:gd name="T8" fmla="*/ 5 w 7"/>
                <a:gd name="T9" fmla="*/ 0 h 7"/>
                <a:gd name="T10" fmla="*/ 5 w 7"/>
                <a:gd name="T11" fmla="*/ 0 h 7"/>
                <a:gd name="T12" fmla="*/ 2 w 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7"/>
                <a:gd name="T23" fmla="*/ 7 w 7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7">
                  <a:moveTo>
                    <a:pt x="2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948"/>
            <p:cNvSpPr>
              <a:spLocks/>
            </p:cNvSpPr>
            <p:nvPr/>
          </p:nvSpPr>
          <p:spPr bwMode="auto">
            <a:xfrm>
              <a:off x="7608" y="1382"/>
              <a:ext cx="4" cy="3"/>
            </a:xfrm>
            <a:custGeom>
              <a:avLst/>
              <a:gdLst>
                <a:gd name="T0" fmla="*/ 2 w 7"/>
                <a:gd name="T1" fmla="*/ 0 h 7"/>
                <a:gd name="T2" fmla="*/ 7 w 7"/>
                <a:gd name="T3" fmla="*/ 7 h 7"/>
                <a:gd name="T4" fmla="*/ 0 w 7"/>
                <a:gd name="T5" fmla="*/ 7 h 7"/>
                <a:gd name="T6" fmla="*/ 0 w 7"/>
                <a:gd name="T7" fmla="*/ 0 h 7"/>
                <a:gd name="T8" fmla="*/ 5 w 7"/>
                <a:gd name="T9" fmla="*/ 0 h 7"/>
                <a:gd name="T10" fmla="*/ 5 w 7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7"/>
                <a:gd name="T20" fmla="*/ 7 w 7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7">
                  <a:moveTo>
                    <a:pt x="2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949"/>
            <p:cNvSpPr>
              <a:spLocks/>
            </p:cNvSpPr>
            <p:nvPr/>
          </p:nvSpPr>
          <p:spPr bwMode="auto">
            <a:xfrm>
              <a:off x="7665" y="1382"/>
              <a:ext cx="3" cy="4"/>
            </a:xfrm>
            <a:custGeom>
              <a:avLst/>
              <a:gdLst>
                <a:gd name="T0" fmla="*/ 3 w 8"/>
                <a:gd name="T1" fmla="*/ 0 h 9"/>
                <a:gd name="T2" fmla="*/ 8 w 8"/>
                <a:gd name="T3" fmla="*/ 7 h 9"/>
                <a:gd name="T4" fmla="*/ 0 w 8"/>
                <a:gd name="T5" fmla="*/ 9 h 9"/>
                <a:gd name="T6" fmla="*/ 0 w 8"/>
                <a:gd name="T7" fmla="*/ 3 h 9"/>
                <a:gd name="T8" fmla="*/ 3 w 8"/>
                <a:gd name="T9" fmla="*/ 3 h 9"/>
                <a:gd name="T10" fmla="*/ 3 w 8"/>
                <a:gd name="T11" fmla="*/ 3 h 9"/>
                <a:gd name="T12" fmla="*/ 3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9"/>
                <a:gd name="T23" fmla="*/ 8 w 8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9">
                  <a:moveTo>
                    <a:pt x="3" y="0"/>
                  </a:moveTo>
                  <a:lnTo>
                    <a:pt x="8" y="7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950"/>
            <p:cNvSpPr>
              <a:spLocks/>
            </p:cNvSpPr>
            <p:nvPr/>
          </p:nvSpPr>
          <p:spPr bwMode="auto">
            <a:xfrm>
              <a:off x="7665" y="1382"/>
              <a:ext cx="3" cy="4"/>
            </a:xfrm>
            <a:custGeom>
              <a:avLst/>
              <a:gdLst>
                <a:gd name="T0" fmla="*/ 3 w 8"/>
                <a:gd name="T1" fmla="*/ 0 h 9"/>
                <a:gd name="T2" fmla="*/ 8 w 8"/>
                <a:gd name="T3" fmla="*/ 7 h 9"/>
                <a:gd name="T4" fmla="*/ 0 w 8"/>
                <a:gd name="T5" fmla="*/ 9 h 9"/>
                <a:gd name="T6" fmla="*/ 0 w 8"/>
                <a:gd name="T7" fmla="*/ 3 h 9"/>
                <a:gd name="T8" fmla="*/ 3 w 8"/>
                <a:gd name="T9" fmla="*/ 3 h 9"/>
                <a:gd name="T10" fmla="*/ 3 w 8"/>
                <a:gd name="T11" fmla="*/ 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3" y="0"/>
                  </a:moveTo>
                  <a:lnTo>
                    <a:pt x="8" y="7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951"/>
            <p:cNvSpPr>
              <a:spLocks/>
            </p:cNvSpPr>
            <p:nvPr/>
          </p:nvSpPr>
          <p:spPr bwMode="auto">
            <a:xfrm>
              <a:off x="7656" y="1391"/>
              <a:ext cx="19" cy="3"/>
            </a:xfrm>
            <a:custGeom>
              <a:avLst/>
              <a:gdLst>
                <a:gd name="T0" fmla="*/ 0 w 39"/>
                <a:gd name="T1" fmla="*/ 0 h 5"/>
                <a:gd name="T2" fmla="*/ 20 w 39"/>
                <a:gd name="T3" fmla="*/ 5 h 5"/>
                <a:gd name="T4" fmla="*/ 34 w 39"/>
                <a:gd name="T5" fmla="*/ 3 h 5"/>
                <a:gd name="T6" fmla="*/ 39 w 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"/>
                <a:gd name="T13" fmla="*/ 0 h 5"/>
                <a:gd name="T14" fmla="*/ 39 w 39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" h="5">
                  <a:moveTo>
                    <a:pt x="0" y="0"/>
                  </a:moveTo>
                  <a:lnTo>
                    <a:pt x="20" y="5"/>
                  </a:lnTo>
                  <a:lnTo>
                    <a:pt x="34" y="3"/>
                  </a:lnTo>
                  <a:lnTo>
                    <a:pt x="3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952"/>
            <p:cNvSpPr>
              <a:spLocks/>
            </p:cNvSpPr>
            <p:nvPr/>
          </p:nvSpPr>
          <p:spPr bwMode="auto">
            <a:xfrm>
              <a:off x="7593" y="1389"/>
              <a:ext cx="24" cy="5"/>
            </a:xfrm>
            <a:custGeom>
              <a:avLst/>
              <a:gdLst>
                <a:gd name="T0" fmla="*/ 46 w 46"/>
                <a:gd name="T1" fmla="*/ 5 h 10"/>
                <a:gd name="T2" fmla="*/ 29 w 46"/>
                <a:gd name="T3" fmla="*/ 10 h 10"/>
                <a:gd name="T4" fmla="*/ 12 w 46"/>
                <a:gd name="T5" fmla="*/ 8 h 10"/>
                <a:gd name="T6" fmla="*/ 0 w 4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6"/>
                <a:gd name="T13" fmla="*/ 0 h 10"/>
                <a:gd name="T14" fmla="*/ 46 w 46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6" h="10">
                  <a:moveTo>
                    <a:pt x="46" y="5"/>
                  </a:moveTo>
                  <a:lnTo>
                    <a:pt x="29" y="10"/>
                  </a:ln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953"/>
            <p:cNvSpPr>
              <a:spLocks/>
            </p:cNvSpPr>
            <p:nvPr/>
          </p:nvSpPr>
          <p:spPr bwMode="auto">
            <a:xfrm>
              <a:off x="7567" y="1373"/>
              <a:ext cx="13" cy="5"/>
            </a:xfrm>
            <a:custGeom>
              <a:avLst/>
              <a:gdLst>
                <a:gd name="T0" fmla="*/ 26 w 26"/>
                <a:gd name="T1" fmla="*/ 10 h 10"/>
                <a:gd name="T2" fmla="*/ 18 w 26"/>
                <a:gd name="T3" fmla="*/ 5 h 10"/>
                <a:gd name="T4" fmla="*/ 0 w 26"/>
                <a:gd name="T5" fmla="*/ 0 h 10"/>
                <a:gd name="T6" fmla="*/ 0 60000 65536"/>
                <a:gd name="T7" fmla="*/ 0 60000 65536"/>
                <a:gd name="T8" fmla="*/ 0 60000 65536"/>
                <a:gd name="T9" fmla="*/ 0 w 26"/>
                <a:gd name="T10" fmla="*/ 0 h 10"/>
                <a:gd name="T11" fmla="*/ 26 w 26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10">
                  <a:moveTo>
                    <a:pt x="26" y="10"/>
                  </a:moveTo>
                  <a:lnTo>
                    <a:pt x="18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954"/>
            <p:cNvSpPr>
              <a:spLocks/>
            </p:cNvSpPr>
            <p:nvPr/>
          </p:nvSpPr>
          <p:spPr bwMode="auto">
            <a:xfrm>
              <a:off x="7567" y="1379"/>
              <a:ext cx="13" cy="3"/>
            </a:xfrm>
            <a:custGeom>
              <a:avLst/>
              <a:gdLst>
                <a:gd name="T0" fmla="*/ 26 w 26"/>
                <a:gd name="T1" fmla="*/ 5 h 5"/>
                <a:gd name="T2" fmla="*/ 13 w 26"/>
                <a:gd name="T3" fmla="*/ 0 h 5"/>
                <a:gd name="T4" fmla="*/ 0 w 26"/>
                <a:gd name="T5" fmla="*/ 0 h 5"/>
                <a:gd name="T6" fmla="*/ 0 60000 65536"/>
                <a:gd name="T7" fmla="*/ 0 60000 65536"/>
                <a:gd name="T8" fmla="*/ 0 60000 65536"/>
                <a:gd name="T9" fmla="*/ 0 w 26"/>
                <a:gd name="T10" fmla="*/ 0 h 5"/>
                <a:gd name="T11" fmla="*/ 26 w 26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5">
                  <a:moveTo>
                    <a:pt x="26" y="5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955"/>
            <p:cNvSpPr>
              <a:spLocks/>
            </p:cNvSpPr>
            <p:nvPr/>
          </p:nvSpPr>
          <p:spPr bwMode="auto">
            <a:xfrm>
              <a:off x="7568" y="1383"/>
              <a:ext cx="12" cy="2"/>
            </a:xfrm>
            <a:custGeom>
              <a:avLst/>
              <a:gdLst>
                <a:gd name="T0" fmla="*/ 23 w 23"/>
                <a:gd name="T1" fmla="*/ 0 h 4"/>
                <a:gd name="T2" fmla="*/ 10 w 23"/>
                <a:gd name="T3" fmla="*/ 2 h 4"/>
                <a:gd name="T4" fmla="*/ 0 w 23"/>
                <a:gd name="T5" fmla="*/ 4 h 4"/>
                <a:gd name="T6" fmla="*/ 0 60000 65536"/>
                <a:gd name="T7" fmla="*/ 0 60000 65536"/>
                <a:gd name="T8" fmla="*/ 0 60000 65536"/>
                <a:gd name="T9" fmla="*/ 0 w 23"/>
                <a:gd name="T10" fmla="*/ 0 h 4"/>
                <a:gd name="T11" fmla="*/ 23 w 23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4">
                  <a:moveTo>
                    <a:pt x="23" y="0"/>
                  </a:moveTo>
                  <a:lnTo>
                    <a:pt x="10" y="2"/>
                  </a:lnTo>
                  <a:lnTo>
                    <a:pt x="0" y="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956"/>
            <p:cNvSpPr>
              <a:spLocks/>
            </p:cNvSpPr>
            <p:nvPr/>
          </p:nvSpPr>
          <p:spPr bwMode="auto">
            <a:xfrm>
              <a:off x="7513" y="1391"/>
              <a:ext cx="59" cy="96"/>
            </a:xfrm>
            <a:custGeom>
              <a:avLst/>
              <a:gdLst>
                <a:gd name="T0" fmla="*/ 116 w 116"/>
                <a:gd name="T1" fmla="*/ 191 h 191"/>
                <a:gd name="T2" fmla="*/ 96 w 116"/>
                <a:gd name="T3" fmla="*/ 165 h 191"/>
                <a:gd name="T4" fmla="*/ 74 w 116"/>
                <a:gd name="T5" fmla="*/ 138 h 191"/>
                <a:gd name="T6" fmla="*/ 57 w 116"/>
                <a:gd name="T7" fmla="*/ 115 h 191"/>
                <a:gd name="T8" fmla="*/ 37 w 116"/>
                <a:gd name="T9" fmla="*/ 91 h 191"/>
                <a:gd name="T10" fmla="*/ 22 w 116"/>
                <a:gd name="T11" fmla="*/ 69 h 191"/>
                <a:gd name="T12" fmla="*/ 10 w 116"/>
                <a:gd name="T13" fmla="*/ 48 h 191"/>
                <a:gd name="T14" fmla="*/ 2 w 116"/>
                <a:gd name="T15" fmla="*/ 25 h 191"/>
                <a:gd name="T16" fmla="*/ 0 w 116"/>
                <a:gd name="T17" fmla="*/ 0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6"/>
                <a:gd name="T28" fmla="*/ 0 h 191"/>
                <a:gd name="T29" fmla="*/ 116 w 116"/>
                <a:gd name="T30" fmla="*/ 191 h 1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6" h="191">
                  <a:moveTo>
                    <a:pt x="116" y="191"/>
                  </a:moveTo>
                  <a:lnTo>
                    <a:pt x="96" y="165"/>
                  </a:lnTo>
                  <a:lnTo>
                    <a:pt x="74" y="138"/>
                  </a:lnTo>
                  <a:lnTo>
                    <a:pt x="57" y="115"/>
                  </a:lnTo>
                  <a:lnTo>
                    <a:pt x="37" y="91"/>
                  </a:lnTo>
                  <a:lnTo>
                    <a:pt x="22" y="69"/>
                  </a:lnTo>
                  <a:lnTo>
                    <a:pt x="10" y="48"/>
                  </a:lnTo>
                  <a:lnTo>
                    <a:pt x="2" y="2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Line 957"/>
            <p:cNvSpPr>
              <a:spLocks noChangeShapeType="1"/>
            </p:cNvSpPr>
            <p:nvPr/>
          </p:nvSpPr>
          <p:spPr bwMode="auto">
            <a:xfrm>
              <a:off x="7545" y="1404"/>
              <a:ext cx="22" cy="3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958"/>
            <p:cNvSpPr>
              <a:spLocks/>
            </p:cNvSpPr>
            <p:nvPr/>
          </p:nvSpPr>
          <p:spPr bwMode="auto">
            <a:xfrm>
              <a:off x="7623" y="1485"/>
              <a:ext cx="23" cy="22"/>
            </a:xfrm>
            <a:custGeom>
              <a:avLst/>
              <a:gdLst>
                <a:gd name="T0" fmla="*/ 46 w 46"/>
                <a:gd name="T1" fmla="*/ 0 h 42"/>
                <a:gd name="T2" fmla="*/ 41 w 46"/>
                <a:gd name="T3" fmla="*/ 17 h 42"/>
                <a:gd name="T4" fmla="*/ 33 w 46"/>
                <a:gd name="T5" fmla="*/ 30 h 42"/>
                <a:gd name="T6" fmla="*/ 22 w 46"/>
                <a:gd name="T7" fmla="*/ 40 h 42"/>
                <a:gd name="T8" fmla="*/ 0 w 46"/>
                <a:gd name="T9" fmla="*/ 4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"/>
                <a:gd name="T16" fmla="*/ 0 h 42"/>
                <a:gd name="T17" fmla="*/ 46 w 46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" h="42">
                  <a:moveTo>
                    <a:pt x="46" y="0"/>
                  </a:moveTo>
                  <a:lnTo>
                    <a:pt x="41" y="17"/>
                  </a:lnTo>
                  <a:lnTo>
                    <a:pt x="33" y="30"/>
                  </a:lnTo>
                  <a:lnTo>
                    <a:pt x="22" y="40"/>
                  </a:lnTo>
                  <a:lnTo>
                    <a:pt x="0" y="4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959"/>
            <p:cNvSpPr>
              <a:spLocks/>
            </p:cNvSpPr>
            <p:nvPr/>
          </p:nvSpPr>
          <p:spPr bwMode="auto">
            <a:xfrm>
              <a:off x="7492" y="1339"/>
              <a:ext cx="11" cy="29"/>
            </a:xfrm>
            <a:custGeom>
              <a:avLst/>
              <a:gdLst>
                <a:gd name="T0" fmla="*/ 3 w 23"/>
                <a:gd name="T1" fmla="*/ 0 h 59"/>
                <a:gd name="T2" fmla="*/ 0 w 23"/>
                <a:gd name="T3" fmla="*/ 20 h 59"/>
                <a:gd name="T4" fmla="*/ 8 w 23"/>
                <a:gd name="T5" fmla="*/ 39 h 59"/>
                <a:gd name="T6" fmla="*/ 13 w 23"/>
                <a:gd name="T7" fmla="*/ 51 h 59"/>
                <a:gd name="T8" fmla="*/ 23 w 23"/>
                <a:gd name="T9" fmla="*/ 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59"/>
                <a:gd name="T17" fmla="*/ 23 w 23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59">
                  <a:moveTo>
                    <a:pt x="3" y="0"/>
                  </a:moveTo>
                  <a:lnTo>
                    <a:pt x="0" y="20"/>
                  </a:lnTo>
                  <a:lnTo>
                    <a:pt x="8" y="39"/>
                  </a:lnTo>
                  <a:lnTo>
                    <a:pt x="13" y="51"/>
                  </a:lnTo>
                  <a:lnTo>
                    <a:pt x="23" y="5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960"/>
            <p:cNvSpPr>
              <a:spLocks/>
            </p:cNvSpPr>
            <p:nvPr/>
          </p:nvSpPr>
          <p:spPr bwMode="auto">
            <a:xfrm>
              <a:off x="7505" y="1345"/>
              <a:ext cx="2" cy="18"/>
            </a:xfrm>
            <a:custGeom>
              <a:avLst/>
              <a:gdLst>
                <a:gd name="T0" fmla="*/ 0 w 2"/>
                <a:gd name="T1" fmla="*/ 0 h 36"/>
                <a:gd name="T2" fmla="*/ 0 w 2"/>
                <a:gd name="T3" fmla="*/ 10 h 36"/>
                <a:gd name="T4" fmla="*/ 2 w 2"/>
                <a:gd name="T5" fmla="*/ 16 h 36"/>
                <a:gd name="T6" fmla="*/ 2 w 2"/>
                <a:gd name="T7" fmla="*/ 26 h 36"/>
                <a:gd name="T8" fmla="*/ 0 w 2"/>
                <a:gd name="T9" fmla="*/ 31 h 36"/>
                <a:gd name="T10" fmla="*/ 0 w 2"/>
                <a:gd name="T11" fmla="*/ 36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"/>
                <a:gd name="T19" fmla="*/ 0 h 36"/>
                <a:gd name="T20" fmla="*/ 2 w 2"/>
                <a:gd name="T21" fmla="*/ 36 h 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" h="36">
                  <a:moveTo>
                    <a:pt x="0" y="0"/>
                  </a:moveTo>
                  <a:lnTo>
                    <a:pt x="0" y="10"/>
                  </a:lnTo>
                  <a:lnTo>
                    <a:pt x="2" y="16"/>
                  </a:lnTo>
                  <a:lnTo>
                    <a:pt x="2" y="26"/>
                  </a:lnTo>
                  <a:lnTo>
                    <a:pt x="0" y="31"/>
                  </a:lnTo>
                  <a:lnTo>
                    <a:pt x="0" y="3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961"/>
            <p:cNvSpPr>
              <a:spLocks/>
            </p:cNvSpPr>
            <p:nvPr/>
          </p:nvSpPr>
          <p:spPr bwMode="auto">
            <a:xfrm>
              <a:off x="7592" y="1451"/>
              <a:ext cx="59" cy="10"/>
            </a:xfrm>
            <a:custGeom>
              <a:avLst/>
              <a:gdLst>
                <a:gd name="T0" fmla="*/ 0 w 118"/>
                <a:gd name="T1" fmla="*/ 0 h 20"/>
                <a:gd name="T2" fmla="*/ 15 w 118"/>
                <a:gd name="T3" fmla="*/ 3 h 20"/>
                <a:gd name="T4" fmla="*/ 32 w 118"/>
                <a:gd name="T5" fmla="*/ 5 h 20"/>
                <a:gd name="T6" fmla="*/ 49 w 118"/>
                <a:gd name="T7" fmla="*/ 5 h 20"/>
                <a:gd name="T8" fmla="*/ 64 w 118"/>
                <a:gd name="T9" fmla="*/ 10 h 20"/>
                <a:gd name="T10" fmla="*/ 72 w 118"/>
                <a:gd name="T11" fmla="*/ 13 h 20"/>
                <a:gd name="T12" fmla="*/ 77 w 118"/>
                <a:gd name="T13" fmla="*/ 13 h 20"/>
                <a:gd name="T14" fmla="*/ 84 w 118"/>
                <a:gd name="T15" fmla="*/ 13 h 20"/>
                <a:gd name="T16" fmla="*/ 92 w 118"/>
                <a:gd name="T17" fmla="*/ 13 h 20"/>
                <a:gd name="T18" fmla="*/ 98 w 118"/>
                <a:gd name="T19" fmla="*/ 5 h 20"/>
                <a:gd name="T20" fmla="*/ 105 w 118"/>
                <a:gd name="T21" fmla="*/ 3 h 20"/>
                <a:gd name="T22" fmla="*/ 110 w 118"/>
                <a:gd name="T23" fmla="*/ 0 h 20"/>
                <a:gd name="T24" fmla="*/ 118 w 118"/>
                <a:gd name="T25" fmla="*/ 0 h 20"/>
                <a:gd name="T26" fmla="*/ 108 w 118"/>
                <a:gd name="T27" fmla="*/ 8 h 20"/>
                <a:gd name="T28" fmla="*/ 98 w 118"/>
                <a:gd name="T29" fmla="*/ 13 h 20"/>
                <a:gd name="T30" fmla="*/ 87 w 118"/>
                <a:gd name="T31" fmla="*/ 18 h 20"/>
                <a:gd name="T32" fmla="*/ 74 w 118"/>
                <a:gd name="T33" fmla="*/ 20 h 20"/>
                <a:gd name="T34" fmla="*/ 54 w 118"/>
                <a:gd name="T35" fmla="*/ 15 h 20"/>
                <a:gd name="T36" fmla="*/ 37 w 118"/>
                <a:gd name="T37" fmla="*/ 13 h 20"/>
                <a:gd name="T38" fmla="*/ 20 w 118"/>
                <a:gd name="T39" fmla="*/ 8 h 20"/>
                <a:gd name="T40" fmla="*/ 0 w 118"/>
                <a:gd name="T41" fmla="*/ 0 h 20"/>
                <a:gd name="T42" fmla="*/ 0 w 118"/>
                <a:gd name="T43" fmla="*/ 0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8"/>
                <a:gd name="T67" fmla="*/ 0 h 20"/>
                <a:gd name="T68" fmla="*/ 118 w 118"/>
                <a:gd name="T69" fmla="*/ 20 h 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8" h="20">
                  <a:moveTo>
                    <a:pt x="0" y="0"/>
                  </a:moveTo>
                  <a:lnTo>
                    <a:pt x="15" y="3"/>
                  </a:lnTo>
                  <a:lnTo>
                    <a:pt x="32" y="5"/>
                  </a:lnTo>
                  <a:lnTo>
                    <a:pt x="49" y="5"/>
                  </a:lnTo>
                  <a:lnTo>
                    <a:pt x="64" y="10"/>
                  </a:lnTo>
                  <a:lnTo>
                    <a:pt x="72" y="13"/>
                  </a:lnTo>
                  <a:lnTo>
                    <a:pt x="77" y="13"/>
                  </a:lnTo>
                  <a:lnTo>
                    <a:pt x="84" y="13"/>
                  </a:lnTo>
                  <a:lnTo>
                    <a:pt x="92" y="13"/>
                  </a:lnTo>
                  <a:lnTo>
                    <a:pt x="98" y="5"/>
                  </a:lnTo>
                  <a:lnTo>
                    <a:pt x="105" y="3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08" y="8"/>
                  </a:lnTo>
                  <a:lnTo>
                    <a:pt x="98" y="13"/>
                  </a:lnTo>
                  <a:lnTo>
                    <a:pt x="87" y="18"/>
                  </a:lnTo>
                  <a:lnTo>
                    <a:pt x="74" y="20"/>
                  </a:lnTo>
                  <a:lnTo>
                    <a:pt x="54" y="15"/>
                  </a:lnTo>
                  <a:lnTo>
                    <a:pt x="37" y="13"/>
                  </a:lnTo>
                  <a:lnTo>
                    <a:pt x="2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962"/>
            <p:cNvSpPr>
              <a:spLocks/>
            </p:cNvSpPr>
            <p:nvPr/>
          </p:nvSpPr>
          <p:spPr bwMode="auto">
            <a:xfrm>
              <a:off x="7592" y="1451"/>
              <a:ext cx="59" cy="10"/>
            </a:xfrm>
            <a:custGeom>
              <a:avLst/>
              <a:gdLst>
                <a:gd name="T0" fmla="*/ 0 w 118"/>
                <a:gd name="T1" fmla="*/ 0 h 20"/>
                <a:gd name="T2" fmla="*/ 15 w 118"/>
                <a:gd name="T3" fmla="*/ 3 h 20"/>
                <a:gd name="T4" fmla="*/ 32 w 118"/>
                <a:gd name="T5" fmla="*/ 5 h 20"/>
                <a:gd name="T6" fmla="*/ 49 w 118"/>
                <a:gd name="T7" fmla="*/ 5 h 20"/>
                <a:gd name="T8" fmla="*/ 64 w 118"/>
                <a:gd name="T9" fmla="*/ 10 h 20"/>
                <a:gd name="T10" fmla="*/ 72 w 118"/>
                <a:gd name="T11" fmla="*/ 13 h 20"/>
                <a:gd name="T12" fmla="*/ 77 w 118"/>
                <a:gd name="T13" fmla="*/ 13 h 20"/>
                <a:gd name="T14" fmla="*/ 84 w 118"/>
                <a:gd name="T15" fmla="*/ 13 h 20"/>
                <a:gd name="T16" fmla="*/ 92 w 118"/>
                <a:gd name="T17" fmla="*/ 13 h 20"/>
                <a:gd name="T18" fmla="*/ 98 w 118"/>
                <a:gd name="T19" fmla="*/ 5 h 20"/>
                <a:gd name="T20" fmla="*/ 105 w 118"/>
                <a:gd name="T21" fmla="*/ 3 h 20"/>
                <a:gd name="T22" fmla="*/ 110 w 118"/>
                <a:gd name="T23" fmla="*/ 0 h 20"/>
                <a:gd name="T24" fmla="*/ 118 w 118"/>
                <a:gd name="T25" fmla="*/ 0 h 20"/>
                <a:gd name="T26" fmla="*/ 108 w 118"/>
                <a:gd name="T27" fmla="*/ 8 h 20"/>
                <a:gd name="T28" fmla="*/ 98 w 118"/>
                <a:gd name="T29" fmla="*/ 13 h 20"/>
                <a:gd name="T30" fmla="*/ 87 w 118"/>
                <a:gd name="T31" fmla="*/ 18 h 20"/>
                <a:gd name="T32" fmla="*/ 74 w 118"/>
                <a:gd name="T33" fmla="*/ 20 h 20"/>
                <a:gd name="T34" fmla="*/ 54 w 118"/>
                <a:gd name="T35" fmla="*/ 15 h 20"/>
                <a:gd name="T36" fmla="*/ 37 w 118"/>
                <a:gd name="T37" fmla="*/ 13 h 20"/>
                <a:gd name="T38" fmla="*/ 20 w 118"/>
                <a:gd name="T39" fmla="*/ 8 h 20"/>
                <a:gd name="T40" fmla="*/ 0 w 118"/>
                <a:gd name="T41" fmla="*/ 0 h 20"/>
                <a:gd name="T42" fmla="*/ 0 w 118"/>
                <a:gd name="T43" fmla="*/ 0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8"/>
                <a:gd name="T67" fmla="*/ 0 h 20"/>
                <a:gd name="T68" fmla="*/ 118 w 118"/>
                <a:gd name="T69" fmla="*/ 20 h 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8" h="20">
                  <a:moveTo>
                    <a:pt x="0" y="0"/>
                  </a:moveTo>
                  <a:lnTo>
                    <a:pt x="15" y="3"/>
                  </a:lnTo>
                  <a:lnTo>
                    <a:pt x="32" y="5"/>
                  </a:lnTo>
                  <a:lnTo>
                    <a:pt x="49" y="5"/>
                  </a:lnTo>
                  <a:lnTo>
                    <a:pt x="64" y="10"/>
                  </a:lnTo>
                  <a:lnTo>
                    <a:pt x="72" y="13"/>
                  </a:lnTo>
                  <a:lnTo>
                    <a:pt x="77" y="13"/>
                  </a:lnTo>
                  <a:lnTo>
                    <a:pt x="84" y="13"/>
                  </a:lnTo>
                  <a:lnTo>
                    <a:pt x="92" y="13"/>
                  </a:lnTo>
                  <a:lnTo>
                    <a:pt x="98" y="5"/>
                  </a:lnTo>
                  <a:lnTo>
                    <a:pt x="105" y="3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08" y="8"/>
                  </a:lnTo>
                  <a:lnTo>
                    <a:pt x="98" y="13"/>
                  </a:lnTo>
                  <a:lnTo>
                    <a:pt x="87" y="18"/>
                  </a:lnTo>
                  <a:lnTo>
                    <a:pt x="74" y="20"/>
                  </a:lnTo>
                  <a:lnTo>
                    <a:pt x="54" y="15"/>
                  </a:lnTo>
                  <a:lnTo>
                    <a:pt x="37" y="13"/>
                  </a:lnTo>
                  <a:lnTo>
                    <a:pt x="20" y="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963"/>
            <p:cNvSpPr>
              <a:spLocks/>
            </p:cNvSpPr>
            <p:nvPr/>
          </p:nvSpPr>
          <p:spPr bwMode="auto">
            <a:xfrm>
              <a:off x="7613" y="1467"/>
              <a:ext cx="29" cy="8"/>
            </a:xfrm>
            <a:custGeom>
              <a:avLst/>
              <a:gdLst>
                <a:gd name="T0" fmla="*/ 0 w 58"/>
                <a:gd name="T1" fmla="*/ 2 h 15"/>
                <a:gd name="T2" fmla="*/ 15 w 58"/>
                <a:gd name="T3" fmla="*/ 7 h 15"/>
                <a:gd name="T4" fmla="*/ 30 w 58"/>
                <a:gd name="T5" fmla="*/ 7 h 15"/>
                <a:gd name="T6" fmla="*/ 45 w 58"/>
                <a:gd name="T7" fmla="*/ 5 h 15"/>
                <a:gd name="T8" fmla="*/ 58 w 58"/>
                <a:gd name="T9" fmla="*/ 0 h 15"/>
                <a:gd name="T10" fmla="*/ 40 w 58"/>
                <a:gd name="T11" fmla="*/ 7 h 15"/>
                <a:gd name="T12" fmla="*/ 25 w 58"/>
                <a:gd name="T13" fmla="*/ 15 h 15"/>
                <a:gd name="T14" fmla="*/ 15 w 58"/>
                <a:gd name="T15" fmla="*/ 15 h 15"/>
                <a:gd name="T16" fmla="*/ 7 w 58"/>
                <a:gd name="T17" fmla="*/ 10 h 15"/>
                <a:gd name="T18" fmla="*/ 0 w 58"/>
                <a:gd name="T19" fmla="*/ 2 h 15"/>
                <a:gd name="T20" fmla="*/ 0 w 58"/>
                <a:gd name="T21" fmla="*/ 2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8"/>
                <a:gd name="T34" fmla="*/ 0 h 15"/>
                <a:gd name="T35" fmla="*/ 58 w 58"/>
                <a:gd name="T36" fmla="*/ 15 h 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8" h="15">
                  <a:moveTo>
                    <a:pt x="0" y="2"/>
                  </a:moveTo>
                  <a:lnTo>
                    <a:pt x="15" y="7"/>
                  </a:lnTo>
                  <a:lnTo>
                    <a:pt x="30" y="7"/>
                  </a:lnTo>
                  <a:lnTo>
                    <a:pt x="45" y="5"/>
                  </a:lnTo>
                  <a:lnTo>
                    <a:pt x="58" y="0"/>
                  </a:lnTo>
                  <a:lnTo>
                    <a:pt x="40" y="7"/>
                  </a:lnTo>
                  <a:lnTo>
                    <a:pt x="25" y="15"/>
                  </a:lnTo>
                  <a:lnTo>
                    <a:pt x="15" y="15"/>
                  </a:lnTo>
                  <a:lnTo>
                    <a:pt x="7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964"/>
            <p:cNvSpPr>
              <a:spLocks/>
            </p:cNvSpPr>
            <p:nvPr/>
          </p:nvSpPr>
          <p:spPr bwMode="auto">
            <a:xfrm>
              <a:off x="7613" y="1467"/>
              <a:ext cx="29" cy="8"/>
            </a:xfrm>
            <a:custGeom>
              <a:avLst/>
              <a:gdLst>
                <a:gd name="T0" fmla="*/ 0 w 58"/>
                <a:gd name="T1" fmla="*/ 2 h 15"/>
                <a:gd name="T2" fmla="*/ 15 w 58"/>
                <a:gd name="T3" fmla="*/ 7 h 15"/>
                <a:gd name="T4" fmla="*/ 30 w 58"/>
                <a:gd name="T5" fmla="*/ 7 h 15"/>
                <a:gd name="T6" fmla="*/ 45 w 58"/>
                <a:gd name="T7" fmla="*/ 5 h 15"/>
                <a:gd name="T8" fmla="*/ 58 w 58"/>
                <a:gd name="T9" fmla="*/ 0 h 15"/>
                <a:gd name="T10" fmla="*/ 40 w 58"/>
                <a:gd name="T11" fmla="*/ 7 h 15"/>
                <a:gd name="T12" fmla="*/ 25 w 58"/>
                <a:gd name="T13" fmla="*/ 15 h 15"/>
                <a:gd name="T14" fmla="*/ 15 w 58"/>
                <a:gd name="T15" fmla="*/ 15 h 15"/>
                <a:gd name="T16" fmla="*/ 7 w 58"/>
                <a:gd name="T17" fmla="*/ 10 h 15"/>
                <a:gd name="T18" fmla="*/ 0 w 58"/>
                <a:gd name="T19" fmla="*/ 2 h 15"/>
                <a:gd name="T20" fmla="*/ 0 w 58"/>
                <a:gd name="T21" fmla="*/ 2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8"/>
                <a:gd name="T34" fmla="*/ 0 h 15"/>
                <a:gd name="T35" fmla="*/ 58 w 58"/>
                <a:gd name="T36" fmla="*/ 15 h 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8" h="15">
                  <a:moveTo>
                    <a:pt x="0" y="2"/>
                  </a:moveTo>
                  <a:lnTo>
                    <a:pt x="15" y="7"/>
                  </a:lnTo>
                  <a:lnTo>
                    <a:pt x="30" y="7"/>
                  </a:lnTo>
                  <a:lnTo>
                    <a:pt x="45" y="5"/>
                  </a:lnTo>
                  <a:lnTo>
                    <a:pt x="58" y="0"/>
                  </a:lnTo>
                  <a:lnTo>
                    <a:pt x="40" y="7"/>
                  </a:lnTo>
                  <a:lnTo>
                    <a:pt x="25" y="15"/>
                  </a:lnTo>
                  <a:lnTo>
                    <a:pt x="15" y="15"/>
                  </a:lnTo>
                  <a:lnTo>
                    <a:pt x="7" y="10"/>
                  </a:lnTo>
                  <a:lnTo>
                    <a:pt x="0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Line 965"/>
            <p:cNvSpPr>
              <a:spLocks noChangeShapeType="1"/>
            </p:cNvSpPr>
            <p:nvPr/>
          </p:nvSpPr>
          <p:spPr bwMode="auto">
            <a:xfrm>
              <a:off x="7633" y="1442"/>
              <a:ext cx="2" cy="1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966"/>
            <p:cNvSpPr>
              <a:spLocks/>
            </p:cNvSpPr>
            <p:nvPr/>
          </p:nvSpPr>
          <p:spPr bwMode="auto">
            <a:xfrm>
              <a:off x="7587" y="1447"/>
              <a:ext cx="4" cy="1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9 h 27"/>
                <a:gd name="T4" fmla="*/ 3 w 8"/>
                <a:gd name="T5" fmla="*/ 24 h 27"/>
                <a:gd name="T6" fmla="*/ 8 w 8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27"/>
                <a:gd name="T14" fmla="*/ 8 w 8"/>
                <a:gd name="T15" fmla="*/ 27 h 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27">
                  <a:moveTo>
                    <a:pt x="8" y="0"/>
                  </a:moveTo>
                  <a:lnTo>
                    <a:pt x="0" y="9"/>
                  </a:lnTo>
                  <a:lnTo>
                    <a:pt x="3" y="24"/>
                  </a:lnTo>
                  <a:lnTo>
                    <a:pt x="8" y="2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967"/>
            <p:cNvSpPr>
              <a:spLocks/>
            </p:cNvSpPr>
            <p:nvPr/>
          </p:nvSpPr>
          <p:spPr bwMode="auto">
            <a:xfrm>
              <a:off x="7650" y="1447"/>
              <a:ext cx="6" cy="12"/>
            </a:xfrm>
            <a:custGeom>
              <a:avLst/>
              <a:gdLst>
                <a:gd name="T0" fmla="*/ 8 w 13"/>
                <a:gd name="T1" fmla="*/ 0 h 24"/>
                <a:gd name="T2" fmla="*/ 13 w 13"/>
                <a:gd name="T3" fmla="*/ 12 h 24"/>
                <a:gd name="T4" fmla="*/ 8 w 13"/>
                <a:gd name="T5" fmla="*/ 22 h 24"/>
                <a:gd name="T6" fmla="*/ 0 w 13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24"/>
                <a:gd name="T14" fmla="*/ 13 w 13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24">
                  <a:moveTo>
                    <a:pt x="8" y="0"/>
                  </a:moveTo>
                  <a:lnTo>
                    <a:pt x="13" y="12"/>
                  </a:lnTo>
                  <a:lnTo>
                    <a:pt x="8" y="22"/>
                  </a:lnTo>
                  <a:lnTo>
                    <a:pt x="0" y="2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968"/>
            <p:cNvSpPr>
              <a:spLocks/>
            </p:cNvSpPr>
            <p:nvPr/>
          </p:nvSpPr>
          <p:spPr bwMode="auto">
            <a:xfrm>
              <a:off x="7600" y="1476"/>
              <a:ext cx="37" cy="3"/>
            </a:xfrm>
            <a:custGeom>
              <a:avLst/>
              <a:gdLst>
                <a:gd name="T0" fmla="*/ 0 w 74"/>
                <a:gd name="T1" fmla="*/ 5 h 6"/>
                <a:gd name="T2" fmla="*/ 22 w 74"/>
                <a:gd name="T3" fmla="*/ 0 h 6"/>
                <a:gd name="T4" fmla="*/ 34 w 74"/>
                <a:gd name="T5" fmla="*/ 0 h 6"/>
                <a:gd name="T6" fmla="*/ 54 w 74"/>
                <a:gd name="T7" fmla="*/ 0 h 6"/>
                <a:gd name="T8" fmla="*/ 74 w 7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"/>
                <a:gd name="T16" fmla="*/ 0 h 6"/>
                <a:gd name="T17" fmla="*/ 74 w 74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" h="6">
                  <a:moveTo>
                    <a:pt x="0" y="5"/>
                  </a:moveTo>
                  <a:lnTo>
                    <a:pt x="22" y="0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74" y="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969"/>
            <p:cNvSpPr>
              <a:spLocks/>
            </p:cNvSpPr>
            <p:nvPr/>
          </p:nvSpPr>
          <p:spPr bwMode="auto">
            <a:xfrm>
              <a:off x="7577" y="1415"/>
              <a:ext cx="33" cy="24"/>
            </a:xfrm>
            <a:custGeom>
              <a:avLst/>
              <a:gdLst>
                <a:gd name="T0" fmla="*/ 64 w 67"/>
                <a:gd name="T1" fmla="*/ 0 h 47"/>
                <a:gd name="T2" fmla="*/ 60 w 67"/>
                <a:gd name="T3" fmla="*/ 10 h 47"/>
                <a:gd name="T4" fmla="*/ 55 w 67"/>
                <a:gd name="T5" fmla="*/ 17 h 47"/>
                <a:gd name="T6" fmla="*/ 48 w 67"/>
                <a:gd name="T7" fmla="*/ 27 h 47"/>
                <a:gd name="T8" fmla="*/ 38 w 67"/>
                <a:gd name="T9" fmla="*/ 35 h 47"/>
                <a:gd name="T10" fmla="*/ 28 w 67"/>
                <a:gd name="T11" fmla="*/ 37 h 47"/>
                <a:gd name="T12" fmla="*/ 15 w 67"/>
                <a:gd name="T13" fmla="*/ 45 h 47"/>
                <a:gd name="T14" fmla="*/ 0 w 67"/>
                <a:gd name="T15" fmla="*/ 47 h 47"/>
                <a:gd name="T16" fmla="*/ 23 w 67"/>
                <a:gd name="T17" fmla="*/ 37 h 47"/>
                <a:gd name="T18" fmla="*/ 38 w 67"/>
                <a:gd name="T19" fmla="*/ 27 h 47"/>
                <a:gd name="T20" fmla="*/ 53 w 67"/>
                <a:gd name="T21" fmla="*/ 17 h 47"/>
                <a:gd name="T22" fmla="*/ 67 w 67"/>
                <a:gd name="T23" fmla="*/ 2 h 47"/>
                <a:gd name="T24" fmla="*/ 67 w 67"/>
                <a:gd name="T25" fmla="*/ 2 h 47"/>
                <a:gd name="T26" fmla="*/ 64 w 67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7"/>
                <a:gd name="T43" fmla="*/ 0 h 47"/>
                <a:gd name="T44" fmla="*/ 67 w 67"/>
                <a:gd name="T45" fmla="*/ 47 h 4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7" h="47">
                  <a:moveTo>
                    <a:pt x="64" y="0"/>
                  </a:moveTo>
                  <a:lnTo>
                    <a:pt x="60" y="10"/>
                  </a:lnTo>
                  <a:lnTo>
                    <a:pt x="55" y="17"/>
                  </a:lnTo>
                  <a:lnTo>
                    <a:pt x="48" y="27"/>
                  </a:lnTo>
                  <a:lnTo>
                    <a:pt x="38" y="35"/>
                  </a:lnTo>
                  <a:lnTo>
                    <a:pt x="28" y="37"/>
                  </a:lnTo>
                  <a:lnTo>
                    <a:pt x="15" y="45"/>
                  </a:lnTo>
                  <a:lnTo>
                    <a:pt x="0" y="47"/>
                  </a:lnTo>
                  <a:lnTo>
                    <a:pt x="23" y="37"/>
                  </a:lnTo>
                  <a:lnTo>
                    <a:pt x="38" y="27"/>
                  </a:lnTo>
                  <a:lnTo>
                    <a:pt x="53" y="17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970"/>
            <p:cNvSpPr>
              <a:spLocks/>
            </p:cNvSpPr>
            <p:nvPr/>
          </p:nvSpPr>
          <p:spPr bwMode="auto">
            <a:xfrm>
              <a:off x="7577" y="1415"/>
              <a:ext cx="33" cy="24"/>
            </a:xfrm>
            <a:custGeom>
              <a:avLst/>
              <a:gdLst>
                <a:gd name="T0" fmla="*/ 64 w 67"/>
                <a:gd name="T1" fmla="*/ 0 h 47"/>
                <a:gd name="T2" fmla="*/ 60 w 67"/>
                <a:gd name="T3" fmla="*/ 10 h 47"/>
                <a:gd name="T4" fmla="*/ 55 w 67"/>
                <a:gd name="T5" fmla="*/ 17 h 47"/>
                <a:gd name="T6" fmla="*/ 48 w 67"/>
                <a:gd name="T7" fmla="*/ 27 h 47"/>
                <a:gd name="T8" fmla="*/ 38 w 67"/>
                <a:gd name="T9" fmla="*/ 35 h 47"/>
                <a:gd name="T10" fmla="*/ 28 w 67"/>
                <a:gd name="T11" fmla="*/ 37 h 47"/>
                <a:gd name="T12" fmla="*/ 15 w 67"/>
                <a:gd name="T13" fmla="*/ 45 h 47"/>
                <a:gd name="T14" fmla="*/ 0 w 67"/>
                <a:gd name="T15" fmla="*/ 47 h 47"/>
                <a:gd name="T16" fmla="*/ 23 w 67"/>
                <a:gd name="T17" fmla="*/ 37 h 47"/>
                <a:gd name="T18" fmla="*/ 38 w 67"/>
                <a:gd name="T19" fmla="*/ 27 h 47"/>
                <a:gd name="T20" fmla="*/ 53 w 67"/>
                <a:gd name="T21" fmla="*/ 17 h 47"/>
                <a:gd name="T22" fmla="*/ 67 w 67"/>
                <a:gd name="T23" fmla="*/ 2 h 47"/>
                <a:gd name="T24" fmla="*/ 67 w 67"/>
                <a:gd name="T25" fmla="*/ 2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7"/>
                <a:gd name="T40" fmla="*/ 0 h 47"/>
                <a:gd name="T41" fmla="*/ 67 w 67"/>
                <a:gd name="T42" fmla="*/ 47 h 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7" h="47">
                  <a:moveTo>
                    <a:pt x="64" y="0"/>
                  </a:moveTo>
                  <a:lnTo>
                    <a:pt x="60" y="10"/>
                  </a:lnTo>
                  <a:lnTo>
                    <a:pt x="55" y="17"/>
                  </a:lnTo>
                  <a:lnTo>
                    <a:pt x="48" y="27"/>
                  </a:lnTo>
                  <a:lnTo>
                    <a:pt x="38" y="35"/>
                  </a:lnTo>
                  <a:lnTo>
                    <a:pt x="28" y="37"/>
                  </a:lnTo>
                  <a:lnTo>
                    <a:pt x="15" y="45"/>
                  </a:lnTo>
                  <a:lnTo>
                    <a:pt x="0" y="47"/>
                  </a:lnTo>
                  <a:lnTo>
                    <a:pt x="23" y="37"/>
                  </a:lnTo>
                  <a:lnTo>
                    <a:pt x="38" y="27"/>
                  </a:lnTo>
                  <a:lnTo>
                    <a:pt x="53" y="17"/>
                  </a:lnTo>
                  <a:lnTo>
                    <a:pt x="67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971"/>
            <p:cNvSpPr>
              <a:spLocks/>
            </p:cNvSpPr>
            <p:nvPr/>
          </p:nvSpPr>
          <p:spPr bwMode="auto">
            <a:xfrm>
              <a:off x="7608" y="1375"/>
              <a:ext cx="35" cy="60"/>
            </a:xfrm>
            <a:custGeom>
              <a:avLst/>
              <a:gdLst>
                <a:gd name="T0" fmla="*/ 62 w 71"/>
                <a:gd name="T1" fmla="*/ 0 h 120"/>
                <a:gd name="T2" fmla="*/ 60 w 71"/>
                <a:gd name="T3" fmla="*/ 12 h 120"/>
                <a:gd name="T4" fmla="*/ 60 w 71"/>
                <a:gd name="T5" fmla="*/ 24 h 120"/>
                <a:gd name="T6" fmla="*/ 62 w 71"/>
                <a:gd name="T7" fmla="*/ 36 h 120"/>
                <a:gd name="T8" fmla="*/ 63 w 71"/>
                <a:gd name="T9" fmla="*/ 46 h 120"/>
                <a:gd name="T10" fmla="*/ 68 w 71"/>
                <a:gd name="T11" fmla="*/ 71 h 120"/>
                <a:gd name="T12" fmla="*/ 71 w 71"/>
                <a:gd name="T13" fmla="*/ 95 h 120"/>
                <a:gd name="T14" fmla="*/ 68 w 71"/>
                <a:gd name="T15" fmla="*/ 110 h 120"/>
                <a:gd name="T16" fmla="*/ 62 w 71"/>
                <a:gd name="T17" fmla="*/ 120 h 120"/>
                <a:gd name="T18" fmla="*/ 55 w 71"/>
                <a:gd name="T19" fmla="*/ 120 h 120"/>
                <a:gd name="T20" fmla="*/ 47 w 71"/>
                <a:gd name="T21" fmla="*/ 117 h 120"/>
                <a:gd name="T22" fmla="*/ 37 w 71"/>
                <a:gd name="T23" fmla="*/ 115 h 120"/>
                <a:gd name="T24" fmla="*/ 27 w 71"/>
                <a:gd name="T25" fmla="*/ 110 h 120"/>
                <a:gd name="T26" fmla="*/ 17 w 71"/>
                <a:gd name="T27" fmla="*/ 107 h 120"/>
                <a:gd name="T28" fmla="*/ 10 w 71"/>
                <a:gd name="T29" fmla="*/ 107 h 120"/>
                <a:gd name="T30" fmla="*/ 5 w 71"/>
                <a:gd name="T31" fmla="*/ 100 h 120"/>
                <a:gd name="T32" fmla="*/ 0 w 71"/>
                <a:gd name="T33" fmla="*/ 95 h 120"/>
                <a:gd name="T34" fmla="*/ 2 w 71"/>
                <a:gd name="T35" fmla="*/ 87 h 1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1"/>
                <a:gd name="T55" fmla="*/ 0 h 120"/>
                <a:gd name="T56" fmla="*/ 71 w 71"/>
                <a:gd name="T57" fmla="*/ 120 h 1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1" h="120">
                  <a:moveTo>
                    <a:pt x="62" y="0"/>
                  </a:moveTo>
                  <a:lnTo>
                    <a:pt x="60" y="12"/>
                  </a:lnTo>
                  <a:lnTo>
                    <a:pt x="60" y="24"/>
                  </a:lnTo>
                  <a:lnTo>
                    <a:pt x="62" y="36"/>
                  </a:lnTo>
                  <a:lnTo>
                    <a:pt x="63" y="46"/>
                  </a:lnTo>
                  <a:lnTo>
                    <a:pt x="68" y="71"/>
                  </a:lnTo>
                  <a:lnTo>
                    <a:pt x="71" y="95"/>
                  </a:lnTo>
                  <a:lnTo>
                    <a:pt x="68" y="110"/>
                  </a:lnTo>
                  <a:lnTo>
                    <a:pt x="62" y="120"/>
                  </a:lnTo>
                  <a:lnTo>
                    <a:pt x="55" y="120"/>
                  </a:lnTo>
                  <a:lnTo>
                    <a:pt x="47" y="117"/>
                  </a:lnTo>
                  <a:lnTo>
                    <a:pt x="37" y="115"/>
                  </a:lnTo>
                  <a:lnTo>
                    <a:pt x="27" y="110"/>
                  </a:lnTo>
                  <a:lnTo>
                    <a:pt x="17" y="107"/>
                  </a:lnTo>
                  <a:lnTo>
                    <a:pt x="10" y="107"/>
                  </a:lnTo>
                  <a:lnTo>
                    <a:pt x="5" y="100"/>
                  </a:lnTo>
                  <a:lnTo>
                    <a:pt x="0" y="95"/>
                  </a:lnTo>
                  <a:lnTo>
                    <a:pt x="2" y="8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972"/>
            <p:cNvSpPr>
              <a:spLocks/>
            </p:cNvSpPr>
            <p:nvPr/>
          </p:nvSpPr>
          <p:spPr bwMode="auto">
            <a:xfrm>
              <a:off x="7351" y="1392"/>
              <a:ext cx="197" cy="204"/>
            </a:xfrm>
            <a:custGeom>
              <a:avLst/>
              <a:gdLst>
                <a:gd name="T0" fmla="*/ 314 w 394"/>
                <a:gd name="T1" fmla="*/ 0 h 407"/>
                <a:gd name="T2" fmla="*/ 316 w 394"/>
                <a:gd name="T3" fmla="*/ 20 h 407"/>
                <a:gd name="T4" fmla="*/ 316 w 394"/>
                <a:gd name="T5" fmla="*/ 37 h 407"/>
                <a:gd name="T6" fmla="*/ 316 w 394"/>
                <a:gd name="T7" fmla="*/ 53 h 407"/>
                <a:gd name="T8" fmla="*/ 319 w 394"/>
                <a:gd name="T9" fmla="*/ 73 h 407"/>
                <a:gd name="T10" fmla="*/ 325 w 394"/>
                <a:gd name="T11" fmla="*/ 93 h 407"/>
                <a:gd name="T12" fmla="*/ 335 w 394"/>
                <a:gd name="T13" fmla="*/ 110 h 407"/>
                <a:gd name="T14" fmla="*/ 342 w 394"/>
                <a:gd name="T15" fmla="*/ 125 h 407"/>
                <a:gd name="T16" fmla="*/ 355 w 394"/>
                <a:gd name="T17" fmla="*/ 140 h 407"/>
                <a:gd name="T18" fmla="*/ 375 w 394"/>
                <a:gd name="T19" fmla="*/ 178 h 407"/>
                <a:gd name="T20" fmla="*/ 394 w 394"/>
                <a:gd name="T21" fmla="*/ 218 h 407"/>
                <a:gd name="T22" fmla="*/ 370 w 394"/>
                <a:gd name="T23" fmla="*/ 221 h 407"/>
                <a:gd name="T24" fmla="*/ 352 w 394"/>
                <a:gd name="T25" fmla="*/ 231 h 407"/>
                <a:gd name="T26" fmla="*/ 340 w 394"/>
                <a:gd name="T27" fmla="*/ 242 h 407"/>
                <a:gd name="T28" fmla="*/ 332 w 394"/>
                <a:gd name="T29" fmla="*/ 257 h 407"/>
                <a:gd name="T30" fmla="*/ 325 w 394"/>
                <a:gd name="T31" fmla="*/ 289 h 407"/>
                <a:gd name="T32" fmla="*/ 316 w 394"/>
                <a:gd name="T33" fmla="*/ 313 h 407"/>
                <a:gd name="T34" fmla="*/ 301 w 394"/>
                <a:gd name="T35" fmla="*/ 331 h 407"/>
                <a:gd name="T36" fmla="*/ 281 w 394"/>
                <a:gd name="T37" fmla="*/ 348 h 407"/>
                <a:gd name="T38" fmla="*/ 260 w 394"/>
                <a:gd name="T39" fmla="*/ 372 h 407"/>
                <a:gd name="T40" fmla="*/ 240 w 394"/>
                <a:gd name="T41" fmla="*/ 382 h 407"/>
                <a:gd name="T42" fmla="*/ 217 w 394"/>
                <a:gd name="T43" fmla="*/ 387 h 407"/>
                <a:gd name="T44" fmla="*/ 200 w 394"/>
                <a:gd name="T45" fmla="*/ 394 h 407"/>
                <a:gd name="T46" fmla="*/ 174 w 394"/>
                <a:gd name="T47" fmla="*/ 404 h 407"/>
                <a:gd name="T48" fmla="*/ 149 w 394"/>
                <a:gd name="T49" fmla="*/ 407 h 407"/>
                <a:gd name="T50" fmla="*/ 130 w 394"/>
                <a:gd name="T51" fmla="*/ 399 h 407"/>
                <a:gd name="T52" fmla="*/ 117 w 394"/>
                <a:gd name="T53" fmla="*/ 382 h 407"/>
                <a:gd name="T54" fmla="*/ 105 w 394"/>
                <a:gd name="T55" fmla="*/ 336 h 407"/>
                <a:gd name="T56" fmla="*/ 85 w 394"/>
                <a:gd name="T57" fmla="*/ 303 h 407"/>
                <a:gd name="T58" fmla="*/ 69 w 394"/>
                <a:gd name="T59" fmla="*/ 280 h 407"/>
                <a:gd name="T60" fmla="*/ 49 w 394"/>
                <a:gd name="T61" fmla="*/ 265 h 407"/>
                <a:gd name="T62" fmla="*/ 29 w 394"/>
                <a:gd name="T63" fmla="*/ 250 h 407"/>
                <a:gd name="T64" fmla="*/ 14 w 394"/>
                <a:gd name="T65" fmla="*/ 240 h 407"/>
                <a:gd name="T66" fmla="*/ 5 w 394"/>
                <a:gd name="T67" fmla="*/ 226 h 407"/>
                <a:gd name="T68" fmla="*/ 0 w 394"/>
                <a:gd name="T69" fmla="*/ 208 h 407"/>
                <a:gd name="T70" fmla="*/ 36 w 394"/>
                <a:gd name="T71" fmla="*/ 188 h 407"/>
                <a:gd name="T72" fmla="*/ 74 w 394"/>
                <a:gd name="T73" fmla="*/ 170 h 407"/>
                <a:gd name="T74" fmla="*/ 110 w 394"/>
                <a:gd name="T75" fmla="*/ 152 h 407"/>
                <a:gd name="T76" fmla="*/ 144 w 394"/>
                <a:gd name="T77" fmla="*/ 135 h 407"/>
                <a:gd name="T78" fmla="*/ 189 w 394"/>
                <a:gd name="T79" fmla="*/ 101 h 407"/>
                <a:gd name="T80" fmla="*/ 230 w 394"/>
                <a:gd name="T81" fmla="*/ 66 h 407"/>
                <a:gd name="T82" fmla="*/ 271 w 394"/>
                <a:gd name="T83" fmla="*/ 32 h 407"/>
                <a:gd name="T84" fmla="*/ 316 w 394"/>
                <a:gd name="T85" fmla="*/ 2 h 407"/>
                <a:gd name="T86" fmla="*/ 316 w 394"/>
                <a:gd name="T87" fmla="*/ 2 h 407"/>
                <a:gd name="T88" fmla="*/ 314 w 394"/>
                <a:gd name="T89" fmla="*/ 0 h 40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4"/>
                <a:gd name="T136" fmla="*/ 0 h 407"/>
                <a:gd name="T137" fmla="*/ 394 w 394"/>
                <a:gd name="T138" fmla="*/ 407 h 40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4" h="407">
                  <a:moveTo>
                    <a:pt x="314" y="0"/>
                  </a:moveTo>
                  <a:lnTo>
                    <a:pt x="316" y="20"/>
                  </a:lnTo>
                  <a:lnTo>
                    <a:pt x="316" y="37"/>
                  </a:lnTo>
                  <a:lnTo>
                    <a:pt x="316" y="53"/>
                  </a:lnTo>
                  <a:lnTo>
                    <a:pt x="319" y="73"/>
                  </a:lnTo>
                  <a:lnTo>
                    <a:pt x="325" y="93"/>
                  </a:lnTo>
                  <a:lnTo>
                    <a:pt x="335" y="110"/>
                  </a:lnTo>
                  <a:lnTo>
                    <a:pt x="342" y="125"/>
                  </a:lnTo>
                  <a:lnTo>
                    <a:pt x="355" y="140"/>
                  </a:lnTo>
                  <a:lnTo>
                    <a:pt x="375" y="178"/>
                  </a:lnTo>
                  <a:lnTo>
                    <a:pt x="394" y="218"/>
                  </a:lnTo>
                  <a:lnTo>
                    <a:pt x="370" y="221"/>
                  </a:lnTo>
                  <a:lnTo>
                    <a:pt x="352" y="231"/>
                  </a:lnTo>
                  <a:lnTo>
                    <a:pt x="340" y="242"/>
                  </a:lnTo>
                  <a:lnTo>
                    <a:pt x="332" y="257"/>
                  </a:lnTo>
                  <a:lnTo>
                    <a:pt x="325" y="289"/>
                  </a:lnTo>
                  <a:lnTo>
                    <a:pt x="316" y="313"/>
                  </a:lnTo>
                  <a:lnTo>
                    <a:pt x="301" y="331"/>
                  </a:lnTo>
                  <a:lnTo>
                    <a:pt x="281" y="348"/>
                  </a:lnTo>
                  <a:lnTo>
                    <a:pt x="260" y="372"/>
                  </a:lnTo>
                  <a:lnTo>
                    <a:pt x="240" y="382"/>
                  </a:lnTo>
                  <a:lnTo>
                    <a:pt x="217" y="387"/>
                  </a:lnTo>
                  <a:lnTo>
                    <a:pt x="200" y="394"/>
                  </a:lnTo>
                  <a:lnTo>
                    <a:pt x="174" y="404"/>
                  </a:lnTo>
                  <a:lnTo>
                    <a:pt x="149" y="407"/>
                  </a:lnTo>
                  <a:lnTo>
                    <a:pt x="130" y="399"/>
                  </a:lnTo>
                  <a:lnTo>
                    <a:pt x="117" y="382"/>
                  </a:lnTo>
                  <a:lnTo>
                    <a:pt x="105" y="336"/>
                  </a:lnTo>
                  <a:lnTo>
                    <a:pt x="85" y="303"/>
                  </a:lnTo>
                  <a:lnTo>
                    <a:pt x="69" y="280"/>
                  </a:lnTo>
                  <a:lnTo>
                    <a:pt x="49" y="265"/>
                  </a:lnTo>
                  <a:lnTo>
                    <a:pt x="29" y="250"/>
                  </a:lnTo>
                  <a:lnTo>
                    <a:pt x="14" y="240"/>
                  </a:lnTo>
                  <a:lnTo>
                    <a:pt x="5" y="226"/>
                  </a:lnTo>
                  <a:lnTo>
                    <a:pt x="0" y="208"/>
                  </a:lnTo>
                  <a:lnTo>
                    <a:pt x="36" y="188"/>
                  </a:lnTo>
                  <a:lnTo>
                    <a:pt x="74" y="170"/>
                  </a:lnTo>
                  <a:lnTo>
                    <a:pt x="110" y="152"/>
                  </a:lnTo>
                  <a:lnTo>
                    <a:pt x="144" y="135"/>
                  </a:lnTo>
                  <a:lnTo>
                    <a:pt x="189" y="101"/>
                  </a:lnTo>
                  <a:lnTo>
                    <a:pt x="230" y="66"/>
                  </a:lnTo>
                  <a:lnTo>
                    <a:pt x="271" y="32"/>
                  </a:lnTo>
                  <a:lnTo>
                    <a:pt x="316" y="2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03468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973"/>
            <p:cNvSpPr>
              <a:spLocks/>
            </p:cNvSpPr>
            <p:nvPr/>
          </p:nvSpPr>
          <p:spPr bwMode="auto">
            <a:xfrm>
              <a:off x="7351" y="1392"/>
              <a:ext cx="197" cy="204"/>
            </a:xfrm>
            <a:custGeom>
              <a:avLst/>
              <a:gdLst>
                <a:gd name="T0" fmla="*/ 314 w 394"/>
                <a:gd name="T1" fmla="*/ 0 h 407"/>
                <a:gd name="T2" fmla="*/ 316 w 394"/>
                <a:gd name="T3" fmla="*/ 20 h 407"/>
                <a:gd name="T4" fmla="*/ 316 w 394"/>
                <a:gd name="T5" fmla="*/ 37 h 407"/>
                <a:gd name="T6" fmla="*/ 316 w 394"/>
                <a:gd name="T7" fmla="*/ 53 h 407"/>
                <a:gd name="T8" fmla="*/ 319 w 394"/>
                <a:gd name="T9" fmla="*/ 73 h 407"/>
                <a:gd name="T10" fmla="*/ 325 w 394"/>
                <a:gd name="T11" fmla="*/ 93 h 407"/>
                <a:gd name="T12" fmla="*/ 335 w 394"/>
                <a:gd name="T13" fmla="*/ 110 h 407"/>
                <a:gd name="T14" fmla="*/ 342 w 394"/>
                <a:gd name="T15" fmla="*/ 125 h 407"/>
                <a:gd name="T16" fmla="*/ 355 w 394"/>
                <a:gd name="T17" fmla="*/ 140 h 407"/>
                <a:gd name="T18" fmla="*/ 375 w 394"/>
                <a:gd name="T19" fmla="*/ 178 h 407"/>
                <a:gd name="T20" fmla="*/ 394 w 394"/>
                <a:gd name="T21" fmla="*/ 218 h 407"/>
                <a:gd name="T22" fmla="*/ 370 w 394"/>
                <a:gd name="T23" fmla="*/ 221 h 407"/>
                <a:gd name="T24" fmla="*/ 352 w 394"/>
                <a:gd name="T25" fmla="*/ 231 h 407"/>
                <a:gd name="T26" fmla="*/ 340 w 394"/>
                <a:gd name="T27" fmla="*/ 242 h 407"/>
                <a:gd name="T28" fmla="*/ 332 w 394"/>
                <a:gd name="T29" fmla="*/ 257 h 407"/>
                <a:gd name="T30" fmla="*/ 325 w 394"/>
                <a:gd name="T31" fmla="*/ 289 h 407"/>
                <a:gd name="T32" fmla="*/ 316 w 394"/>
                <a:gd name="T33" fmla="*/ 313 h 407"/>
                <a:gd name="T34" fmla="*/ 301 w 394"/>
                <a:gd name="T35" fmla="*/ 331 h 407"/>
                <a:gd name="T36" fmla="*/ 281 w 394"/>
                <a:gd name="T37" fmla="*/ 348 h 407"/>
                <a:gd name="T38" fmla="*/ 260 w 394"/>
                <a:gd name="T39" fmla="*/ 372 h 407"/>
                <a:gd name="T40" fmla="*/ 240 w 394"/>
                <a:gd name="T41" fmla="*/ 382 h 407"/>
                <a:gd name="T42" fmla="*/ 217 w 394"/>
                <a:gd name="T43" fmla="*/ 387 h 407"/>
                <a:gd name="T44" fmla="*/ 200 w 394"/>
                <a:gd name="T45" fmla="*/ 394 h 407"/>
                <a:gd name="T46" fmla="*/ 174 w 394"/>
                <a:gd name="T47" fmla="*/ 404 h 407"/>
                <a:gd name="T48" fmla="*/ 149 w 394"/>
                <a:gd name="T49" fmla="*/ 407 h 407"/>
                <a:gd name="T50" fmla="*/ 130 w 394"/>
                <a:gd name="T51" fmla="*/ 399 h 407"/>
                <a:gd name="T52" fmla="*/ 117 w 394"/>
                <a:gd name="T53" fmla="*/ 382 h 407"/>
                <a:gd name="T54" fmla="*/ 105 w 394"/>
                <a:gd name="T55" fmla="*/ 336 h 407"/>
                <a:gd name="T56" fmla="*/ 85 w 394"/>
                <a:gd name="T57" fmla="*/ 303 h 407"/>
                <a:gd name="T58" fmla="*/ 69 w 394"/>
                <a:gd name="T59" fmla="*/ 280 h 407"/>
                <a:gd name="T60" fmla="*/ 49 w 394"/>
                <a:gd name="T61" fmla="*/ 265 h 407"/>
                <a:gd name="T62" fmla="*/ 29 w 394"/>
                <a:gd name="T63" fmla="*/ 250 h 407"/>
                <a:gd name="T64" fmla="*/ 14 w 394"/>
                <a:gd name="T65" fmla="*/ 240 h 407"/>
                <a:gd name="T66" fmla="*/ 5 w 394"/>
                <a:gd name="T67" fmla="*/ 226 h 407"/>
                <a:gd name="T68" fmla="*/ 0 w 394"/>
                <a:gd name="T69" fmla="*/ 208 h 407"/>
                <a:gd name="T70" fmla="*/ 36 w 394"/>
                <a:gd name="T71" fmla="*/ 188 h 407"/>
                <a:gd name="T72" fmla="*/ 74 w 394"/>
                <a:gd name="T73" fmla="*/ 170 h 407"/>
                <a:gd name="T74" fmla="*/ 110 w 394"/>
                <a:gd name="T75" fmla="*/ 152 h 407"/>
                <a:gd name="T76" fmla="*/ 144 w 394"/>
                <a:gd name="T77" fmla="*/ 135 h 407"/>
                <a:gd name="T78" fmla="*/ 189 w 394"/>
                <a:gd name="T79" fmla="*/ 101 h 407"/>
                <a:gd name="T80" fmla="*/ 230 w 394"/>
                <a:gd name="T81" fmla="*/ 66 h 407"/>
                <a:gd name="T82" fmla="*/ 271 w 394"/>
                <a:gd name="T83" fmla="*/ 32 h 407"/>
                <a:gd name="T84" fmla="*/ 316 w 394"/>
                <a:gd name="T85" fmla="*/ 2 h 407"/>
                <a:gd name="T86" fmla="*/ 316 w 394"/>
                <a:gd name="T87" fmla="*/ 2 h 4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4"/>
                <a:gd name="T133" fmla="*/ 0 h 407"/>
                <a:gd name="T134" fmla="*/ 394 w 394"/>
                <a:gd name="T135" fmla="*/ 407 h 4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4" h="407">
                  <a:moveTo>
                    <a:pt x="314" y="0"/>
                  </a:moveTo>
                  <a:lnTo>
                    <a:pt x="316" y="20"/>
                  </a:lnTo>
                  <a:lnTo>
                    <a:pt x="316" y="37"/>
                  </a:lnTo>
                  <a:lnTo>
                    <a:pt x="316" y="53"/>
                  </a:lnTo>
                  <a:lnTo>
                    <a:pt x="319" y="73"/>
                  </a:lnTo>
                  <a:lnTo>
                    <a:pt x="325" y="93"/>
                  </a:lnTo>
                  <a:lnTo>
                    <a:pt x="335" y="110"/>
                  </a:lnTo>
                  <a:lnTo>
                    <a:pt x="342" y="125"/>
                  </a:lnTo>
                  <a:lnTo>
                    <a:pt x="355" y="140"/>
                  </a:lnTo>
                  <a:lnTo>
                    <a:pt x="375" y="178"/>
                  </a:lnTo>
                  <a:lnTo>
                    <a:pt x="394" y="218"/>
                  </a:lnTo>
                  <a:lnTo>
                    <a:pt x="370" y="221"/>
                  </a:lnTo>
                  <a:lnTo>
                    <a:pt x="352" y="231"/>
                  </a:lnTo>
                  <a:lnTo>
                    <a:pt x="340" y="242"/>
                  </a:lnTo>
                  <a:lnTo>
                    <a:pt x="332" y="257"/>
                  </a:lnTo>
                  <a:lnTo>
                    <a:pt x="325" y="289"/>
                  </a:lnTo>
                  <a:lnTo>
                    <a:pt x="316" y="313"/>
                  </a:lnTo>
                  <a:lnTo>
                    <a:pt x="301" y="331"/>
                  </a:lnTo>
                  <a:lnTo>
                    <a:pt x="281" y="348"/>
                  </a:lnTo>
                  <a:lnTo>
                    <a:pt x="260" y="372"/>
                  </a:lnTo>
                  <a:lnTo>
                    <a:pt x="240" y="382"/>
                  </a:lnTo>
                  <a:lnTo>
                    <a:pt x="217" y="387"/>
                  </a:lnTo>
                  <a:lnTo>
                    <a:pt x="200" y="394"/>
                  </a:lnTo>
                  <a:lnTo>
                    <a:pt x="174" y="404"/>
                  </a:lnTo>
                  <a:lnTo>
                    <a:pt x="149" y="407"/>
                  </a:lnTo>
                  <a:lnTo>
                    <a:pt x="130" y="399"/>
                  </a:lnTo>
                  <a:lnTo>
                    <a:pt x="117" y="382"/>
                  </a:lnTo>
                  <a:lnTo>
                    <a:pt x="105" y="336"/>
                  </a:lnTo>
                  <a:lnTo>
                    <a:pt x="85" y="303"/>
                  </a:lnTo>
                  <a:lnTo>
                    <a:pt x="69" y="280"/>
                  </a:lnTo>
                  <a:lnTo>
                    <a:pt x="49" y="265"/>
                  </a:lnTo>
                  <a:lnTo>
                    <a:pt x="29" y="250"/>
                  </a:lnTo>
                  <a:lnTo>
                    <a:pt x="14" y="240"/>
                  </a:lnTo>
                  <a:lnTo>
                    <a:pt x="5" y="226"/>
                  </a:lnTo>
                  <a:lnTo>
                    <a:pt x="0" y="208"/>
                  </a:lnTo>
                  <a:lnTo>
                    <a:pt x="36" y="188"/>
                  </a:lnTo>
                  <a:lnTo>
                    <a:pt x="74" y="170"/>
                  </a:lnTo>
                  <a:lnTo>
                    <a:pt x="110" y="152"/>
                  </a:lnTo>
                  <a:lnTo>
                    <a:pt x="144" y="135"/>
                  </a:lnTo>
                  <a:lnTo>
                    <a:pt x="189" y="101"/>
                  </a:lnTo>
                  <a:lnTo>
                    <a:pt x="230" y="66"/>
                  </a:lnTo>
                  <a:lnTo>
                    <a:pt x="271" y="32"/>
                  </a:lnTo>
                  <a:lnTo>
                    <a:pt x="316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974"/>
            <p:cNvSpPr>
              <a:spLocks/>
            </p:cNvSpPr>
            <p:nvPr/>
          </p:nvSpPr>
          <p:spPr bwMode="auto">
            <a:xfrm>
              <a:off x="7730" y="1669"/>
              <a:ext cx="43" cy="92"/>
            </a:xfrm>
            <a:custGeom>
              <a:avLst/>
              <a:gdLst>
                <a:gd name="T0" fmla="*/ 67 w 88"/>
                <a:gd name="T1" fmla="*/ 0 h 184"/>
                <a:gd name="T2" fmla="*/ 75 w 88"/>
                <a:gd name="T3" fmla="*/ 10 h 184"/>
                <a:gd name="T4" fmla="*/ 83 w 88"/>
                <a:gd name="T5" fmla="*/ 18 h 184"/>
                <a:gd name="T6" fmla="*/ 88 w 88"/>
                <a:gd name="T7" fmla="*/ 28 h 184"/>
                <a:gd name="T8" fmla="*/ 88 w 88"/>
                <a:gd name="T9" fmla="*/ 45 h 184"/>
                <a:gd name="T10" fmla="*/ 80 w 88"/>
                <a:gd name="T11" fmla="*/ 55 h 184"/>
                <a:gd name="T12" fmla="*/ 73 w 88"/>
                <a:gd name="T13" fmla="*/ 71 h 184"/>
                <a:gd name="T14" fmla="*/ 67 w 88"/>
                <a:gd name="T15" fmla="*/ 89 h 184"/>
                <a:gd name="T16" fmla="*/ 59 w 88"/>
                <a:gd name="T17" fmla="*/ 111 h 184"/>
                <a:gd name="T18" fmla="*/ 49 w 88"/>
                <a:gd name="T19" fmla="*/ 133 h 184"/>
                <a:gd name="T20" fmla="*/ 37 w 88"/>
                <a:gd name="T21" fmla="*/ 155 h 184"/>
                <a:gd name="T22" fmla="*/ 22 w 88"/>
                <a:gd name="T23" fmla="*/ 173 h 184"/>
                <a:gd name="T24" fmla="*/ 0 w 88"/>
                <a:gd name="T25" fmla="*/ 184 h 184"/>
                <a:gd name="T26" fmla="*/ 14 w 88"/>
                <a:gd name="T27" fmla="*/ 165 h 184"/>
                <a:gd name="T28" fmla="*/ 27 w 88"/>
                <a:gd name="T29" fmla="*/ 143 h 184"/>
                <a:gd name="T30" fmla="*/ 39 w 88"/>
                <a:gd name="T31" fmla="*/ 119 h 184"/>
                <a:gd name="T32" fmla="*/ 49 w 88"/>
                <a:gd name="T33" fmla="*/ 94 h 184"/>
                <a:gd name="T34" fmla="*/ 54 w 88"/>
                <a:gd name="T35" fmla="*/ 69 h 184"/>
                <a:gd name="T36" fmla="*/ 62 w 88"/>
                <a:gd name="T37" fmla="*/ 45 h 184"/>
                <a:gd name="T38" fmla="*/ 67 w 88"/>
                <a:gd name="T39" fmla="*/ 23 h 184"/>
                <a:gd name="T40" fmla="*/ 67 w 88"/>
                <a:gd name="T41" fmla="*/ 0 h 184"/>
                <a:gd name="T42" fmla="*/ 67 w 88"/>
                <a:gd name="T43" fmla="*/ 0 h 18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8"/>
                <a:gd name="T67" fmla="*/ 0 h 184"/>
                <a:gd name="T68" fmla="*/ 88 w 88"/>
                <a:gd name="T69" fmla="*/ 184 h 18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8" h="184">
                  <a:moveTo>
                    <a:pt x="67" y="0"/>
                  </a:moveTo>
                  <a:lnTo>
                    <a:pt x="75" y="10"/>
                  </a:lnTo>
                  <a:lnTo>
                    <a:pt x="83" y="18"/>
                  </a:lnTo>
                  <a:lnTo>
                    <a:pt x="88" y="28"/>
                  </a:lnTo>
                  <a:lnTo>
                    <a:pt x="88" y="45"/>
                  </a:lnTo>
                  <a:lnTo>
                    <a:pt x="80" y="55"/>
                  </a:lnTo>
                  <a:lnTo>
                    <a:pt x="73" y="71"/>
                  </a:lnTo>
                  <a:lnTo>
                    <a:pt x="67" y="89"/>
                  </a:lnTo>
                  <a:lnTo>
                    <a:pt x="59" y="111"/>
                  </a:lnTo>
                  <a:lnTo>
                    <a:pt x="49" y="133"/>
                  </a:lnTo>
                  <a:lnTo>
                    <a:pt x="37" y="155"/>
                  </a:lnTo>
                  <a:lnTo>
                    <a:pt x="22" y="173"/>
                  </a:lnTo>
                  <a:lnTo>
                    <a:pt x="0" y="184"/>
                  </a:lnTo>
                  <a:lnTo>
                    <a:pt x="14" y="165"/>
                  </a:lnTo>
                  <a:lnTo>
                    <a:pt x="27" y="143"/>
                  </a:lnTo>
                  <a:lnTo>
                    <a:pt x="39" y="119"/>
                  </a:lnTo>
                  <a:lnTo>
                    <a:pt x="49" y="94"/>
                  </a:lnTo>
                  <a:lnTo>
                    <a:pt x="54" y="69"/>
                  </a:lnTo>
                  <a:lnTo>
                    <a:pt x="62" y="45"/>
                  </a:lnTo>
                  <a:lnTo>
                    <a:pt x="67" y="2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3468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975"/>
            <p:cNvSpPr>
              <a:spLocks/>
            </p:cNvSpPr>
            <p:nvPr/>
          </p:nvSpPr>
          <p:spPr bwMode="auto">
            <a:xfrm>
              <a:off x="7730" y="1669"/>
              <a:ext cx="43" cy="92"/>
            </a:xfrm>
            <a:custGeom>
              <a:avLst/>
              <a:gdLst>
                <a:gd name="T0" fmla="*/ 67 w 88"/>
                <a:gd name="T1" fmla="*/ 0 h 184"/>
                <a:gd name="T2" fmla="*/ 75 w 88"/>
                <a:gd name="T3" fmla="*/ 10 h 184"/>
                <a:gd name="T4" fmla="*/ 83 w 88"/>
                <a:gd name="T5" fmla="*/ 18 h 184"/>
                <a:gd name="T6" fmla="*/ 88 w 88"/>
                <a:gd name="T7" fmla="*/ 28 h 184"/>
                <a:gd name="T8" fmla="*/ 88 w 88"/>
                <a:gd name="T9" fmla="*/ 45 h 184"/>
                <a:gd name="T10" fmla="*/ 80 w 88"/>
                <a:gd name="T11" fmla="*/ 55 h 184"/>
                <a:gd name="T12" fmla="*/ 73 w 88"/>
                <a:gd name="T13" fmla="*/ 71 h 184"/>
                <a:gd name="T14" fmla="*/ 67 w 88"/>
                <a:gd name="T15" fmla="*/ 89 h 184"/>
                <a:gd name="T16" fmla="*/ 59 w 88"/>
                <a:gd name="T17" fmla="*/ 111 h 184"/>
                <a:gd name="T18" fmla="*/ 49 w 88"/>
                <a:gd name="T19" fmla="*/ 133 h 184"/>
                <a:gd name="T20" fmla="*/ 37 w 88"/>
                <a:gd name="T21" fmla="*/ 155 h 184"/>
                <a:gd name="T22" fmla="*/ 22 w 88"/>
                <a:gd name="T23" fmla="*/ 173 h 184"/>
                <a:gd name="T24" fmla="*/ 0 w 88"/>
                <a:gd name="T25" fmla="*/ 184 h 184"/>
                <a:gd name="T26" fmla="*/ 14 w 88"/>
                <a:gd name="T27" fmla="*/ 165 h 184"/>
                <a:gd name="T28" fmla="*/ 27 w 88"/>
                <a:gd name="T29" fmla="*/ 143 h 184"/>
                <a:gd name="T30" fmla="*/ 39 w 88"/>
                <a:gd name="T31" fmla="*/ 119 h 184"/>
                <a:gd name="T32" fmla="*/ 49 w 88"/>
                <a:gd name="T33" fmla="*/ 94 h 184"/>
                <a:gd name="T34" fmla="*/ 54 w 88"/>
                <a:gd name="T35" fmla="*/ 69 h 184"/>
                <a:gd name="T36" fmla="*/ 62 w 88"/>
                <a:gd name="T37" fmla="*/ 45 h 184"/>
                <a:gd name="T38" fmla="*/ 67 w 88"/>
                <a:gd name="T39" fmla="*/ 23 h 184"/>
                <a:gd name="T40" fmla="*/ 67 w 88"/>
                <a:gd name="T41" fmla="*/ 0 h 184"/>
                <a:gd name="T42" fmla="*/ 67 w 88"/>
                <a:gd name="T43" fmla="*/ 0 h 18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8"/>
                <a:gd name="T67" fmla="*/ 0 h 184"/>
                <a:gd name="T68" fmla="*/ 88 w 88"/>
                <a:gd name="T69" fmla="*/ 184 h 18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8" h="184">
                  <a:moveTo>
                    <a:pt x="67" y="0"/>
                  </a:moveTo>
                  <a:lnTo>
                    <a:pt x="75" y="10"/>
                  </a:lnTo>
                  <a:lnTo>
                    <a:pt x="83" y="18"/>
                  </a:lnTo>
                  <a:lnTo>
                    <a:pt x="88" y="28"/>
                  </a:lnTo>
                  <a:lnTo>
                    <a:pt x="88" y="45"/>
                  </a:lnTo>
                  <a:lnTo>
                    <a:pt x="80" y="55"/>
                  </a:lnTo>
                  <a:lnTo>
                    <a:pt x="73" y="71"/>
                  </a:lnTo>
                  <a:lnTo>
                    <a:pt x="67" y="89"/>
                  </a:lnTo>
                  <a:lnTo>
                    <a:pt x="59" y="111"/>
                  </a:lnTo>
                  <a:lnTo>
                    <a:pt x="49" y="133"/>
                  </a:lnTo>
                  <a:lnTo>
                    <a:pt x="37" y="155"/>
                  </a:lnTo>
                  <a:lnTo>
                    <a:pt x="22" y="173"/>
                  </a:lnTo>
                  <a:lnTo>
                    <a:pt x="0" y="184"/>
                  </a:lnTo>
                  <a:lnTo>
                    <a:pt x="14" y="165"/>
                  </a:lnTo>
                  <a:lnTo>
                    <a:pt x="27" y="143"/>
                  </a:lnTo>
                  <a:lnTo>
                    <a:pt x="39" y="119"/>
                  </a:lnTo>
                  <a:lnTo>
                    <a:pt x="49" y="94"/>
                  </a:lnTo>
                  <a:lnTo>
                    <a:pt x="54" y="69"/>
                  </a:lnTo>
                  <a:lnTo>
                    <a:pt x="62" y="45"/>
                  </a:lnTo>
                  <a:lnTo>
                    <a:pt x="67" y="23"/>
                  </a:lnTo>
                  <a:lnTo>
                    <a:pt x="67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976"/>
            <p:cNvSpPr>
              <a:spLocks/>
            </p:cNvSpPr>
            <p:nvPr/>
          </p:nvSpPr>
          <p:spPr bwMode="auto">
            <a:xfrm>
              <a:off x="7723" y="1740"/>
              <a:ext cx="50" cy="60"/>
            </a:xfrm>
            <a:custGeom>
              <a:avLst/>
              <a:gdLst>
                <a:gd name="T0" fmla="*/ 92 w 100"/>
                <a:gd name="T1" fmla="*/ 0 h 120"/>
                <a:gd name="T2" fmla="*/ 97 w 100"/>
                <a:gd name="T3" fmla="*/ 12 h 120"/>
                <a:gd name="T4" fmla="*/ 100 w 100"/>
                <a:gd name="T5" fmla="*/ 20 h 120"/>
                <a:gd name="T6" fmla="*/ 100 w 100"/>
                <a:gd name="T7" fmla="*/ 30 h 120"/>
                <a:gd name="T8" fmla="*/ 97 w 100"/>
                <a:gd name="T9" fmla="*/ 41 h 120"/>
                <a:gd name="T10" fmla="*/ 90 w 100"/>
                <a:gd name="T11" fmla="*/ 46 h 120"/>
                <a:gd name="T12" fmla="*/ 81 w 100"/>
                <a:gd name="T13" fmla="*/ 56 h 120"/>
                <a:gd name="T14" fmla="*/ 71 w 100"/>
                <a:gd name="T15" fmla="*/ 68 h 120"/>
                <a:gd name="T16" fmla="*/ 61 w 100"/>
                <a:gd name="T17" fmla="*/ 83 h 120"/>
                <a:gd name="T18" fmla="*/ 49 w 100"/>
                <a:gd name="T19" fmla="*/ 98 h 120"/>
                <a:gd name="T20" fmla="*/ 34 w 100"/>
                <a:gd name="T21" fmla="*/ 107 h 120"/>
                <a:gd name="T22" fmla="*/ 19 w 100"/>
                <a:gd name="T23" fmla="*/ 117 h 120"/>
                <a:gd name="T24" fmla="*/ 0 w 100"/>
                <a:gd name="T25" fmla="*/ 120 h 120"/>
                <a:gd name="T26" fmla="*/ 17 w 100"/>
                <a:gd name="T27" fmla="*/ 107 h 120"/>
                <a:gd name="T28" fmla="*/ 31 w 100"/>
                <a:gd name="T29" fmla="*/ 96 h 120"/>
                <a:gd name="T30" fmla="*/ 44 w 100"/>
                <a:gd name="T31" fmla="*/ 81 h 120"/>
                <a:gd name="T32" fmla="*/ 56 w 100"/>
                <a:gd name="T33" fmla="*/ 66 h 120"/>
                <a:gd name="T34" fmla="*/ 69 w 100"/>
                <a:gd name="T35" fmla="*/ 48 h 120"/>
                <a:gd name="T36" fmla="*/ 79 w 100"/>
                <a:gd name="T37" fmla="*/ 35 h 120"/>
                <a:gd name="T38" fmla="*/ 87 w 100"/>
                <a:gd name="T39" fmla="*/ 17 h 120"/>
                <a:gd name="T40" fmla="*/ 95 w 100"/>
                <a:gd name="T41" fmla="*/ 2 h 120"/>
                <a:gd name="T42" fmla="*/ 95 w 100"/>
                <a:gd name="T43" fmla="*/ 2 h 120"/>
                <a:gd name="T44" fmla="*/ 92 w 100"/>
                <a:gd name="T45" fmla="*/ 0 h 1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0"/>
                <a:gd name="T70" fmla="*/ 0 h 120"/>
                <a:gd name="T71" fmla="*/ 100 w 100"/>
                <a:gd name="T72" fmla="*/ 120 h 12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0" h="120">
                  <a:moveTo>
                    <a:pt x="92" y="0"/>
                  </a:moveTo>
                  <a:lnTo>
                    <a:pt x="97" y="12"/>
                  </a:lnTo>
                  <a:lnTo>
                    <a:pt x="100" y="20"/>
                  </a:lnTo>
                  <a:lnTo>
                    <a:pt x="100" y="30"/>
                  </a:lnTo>
                  <a:lnTo>
                    <a:pt x="97" y="41"/>
                  </a:lnTo>
                  <a:lnTo>
                    <a:pt x="90" y="46"/>
                  </a:lnTo>
                  <a:lnTo>
                    <a:pt x="81" y="56"/>
                  </a:lnTo>
                  <a:lnTo>
                    <a:pt x="71" y="68"/>
                  </a:lnTo>
                  <a:lnTo>
                    <a:pt x="61" y="83"/>
                  </a:lnTo>
                  <a:lnTo>
                    <a:pt x="49" y="98"/>
                  </a:lnTo>
                  <a:lnTo>
                    <a:pt x="34" y="107"/>
                  </a:lnTo>
                  <a:lnTo>
                    <a:pt x="19" y="117"/>
                  </a:lnTo>
                  <a:lnTo>
                    <a:pt x="0" y="120"/>
                  </a:lnTo>
                  <a:lnTo>
                    <a:pt x="17" y="107"/>
                  </a:lnTo>
                  <a:lnTo>
                    <a:pt x="31" y="96"/>
                  </a:lnTo>
                  <a:lnTo>
                    <a:pt x="44" y="81"/>
                  </a:lnTo>
                  <a:lnTo>
                    <a:pt x="56" y="66"/>
                  </a:lnTo>
                  <a:lnTo>
                    <a:pt x="69" y="48"/>
                  </a:lnTo>
                  <a:lnTo>
                    <a:pt x="79" y="35"/>
                  </a:lnTo>
                  <a:lnTo>
                    <a:pt x="87" y="17"/>
                  </a:lnTo>
                  <a:lnTo>
                    <a:pt x="95" y="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3468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977"/>
            <p:cNvSpPr>
              <a:spLocks/>
            </p:cNvSpPr>
            <p:nvPr/>
          </p:nvSpPr>
          <p:spPr bwMode="auto">
            <a:xfrm>
              <a:off x="7723" y="1740"/>
              <a:ext cx="50" cy="60"/>
            </a:xfrm>
            <a:custGeom>
              <a:avLst/>
              <a:gdLst>
                <a:gd name="T0" fmla="*/ 92 w 100"/>
                <a:gd name="T1" fmla="*/ 0 h 120"/>
                <a:gd name="T2" fmla="*/ 97 w 100"/>
                <a:gd name="T3" fmla="*/ 12 h 120"/>
                <a:gd name="T4" fmla="*/ 100 w 100"/>
                <a:gd name="T5" fmla="*/ 20 h 120"/>
                <a:gd name="T6" fmla="*/ 100 w 100"/>
                <a:gd name="T7" fmla="*/ 30 h 120"/>
                <a:gd name="T8" fmla="*/ 97 w 100"/>
                <a:gd name="T9" fmla="*/ 41 h 120"/>
                <a:gd name="T10" fmla="*/ 90 w 100"/>
                <a:gd name="T11" fmla="*/ 46 h 120"/>
                <a:gd name="T12" fmla="*/ 81 w 100"/>
                <a:gd name="T13" fmla="*/ 56 h 120"/>
                <a:gd name="T14" fmla="*/ 71 w 100"/>
                <a:gd name="T15" fmla="*/ 68 h 120"/>
                <a:gd name="T16" fmla="*/ 61 w 100"/>
                <a:gd name="T17" fmla="*/ 83 h 120"/>
                <a:gd name="T18" fmla="*/ 49 w 100"/>
                <a:gd name="T19" fmla="*/ 98 h 120"/>
                <a:gd name="T20" fmla="*/ 34 w 100"/>
                <a:gd name="T21" fmla="*/ 107 h 120"/>
                <a:gd name="T22" fmla="*/ 19 w 100"/>
                <a:gd name="T23" fmla="*/ 117 h 120"/>
                <a:gd name="T24" fmla="*/ 0 w 100"/>
                <a:gd name="T25" fmla="*/ 120 h 120"/>
                <a:gd name="T26" fmla="*/ 17 w 100"/>
                <a:gd name="T27" fmla="*/ 107 h 120"/>
                <a:gd name="T28" fmla="*/ 31 w 100"/>
                <a:gd name="T29" fmla="*/ 96 h 120"/>
                <a:gd name="T30" fmla="*/ 44 w 100"/>
                <a:gd name="T31" fmla="*/ 81 h 120"/>
                <a:gd name="T32" fmla="*/ 56 w 100"/>
                <a:gd name="T33" fmla="*/ 66 h 120"/>
                <a:gd name="T34" fmla="*/ 69 w 100"/>
                <a:gd name="T35" fmla="*/ 48 h 120"/>
                <a:gd name="T36" fmla="*/ 79 w 100"/>
                <a:gd name="T37" fmla="*/ 35 h 120"/>
                <a:gd name="T38" fmla="*/ 87 w 100"/>
                <a:gd name="T39" fmla="*/ 17 h 120"/>
                <a:gd name="T40" fmla="*/ 95 w 100"/>
                <a:gd name="T41" fmla="*/ 2 h 120"/>
                <a:gd name="T42" fmla="*/ 95 w 100"/>
                <a:gd name="T43" fmla="*/ 2 h 1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00"/>
                <a:gd name="T67" fmla="*/ 0 h 120"/>
                <a:gd name="T68" fmla="*/ 100 w 100"/>
                <a:gd name="T69" fmla="*/ 120 h 1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00" h="120">
                  <a:moveTo>
                    <a:pt x="92" y="0"/>
                  </a:moveTo>
                  <a:lnTo>
                    <a:pt x="97" y="12"/>
                  </a:lnTo>
                  <a:lnTo>
                    <a:pt x="100" y="20"/>
                  </a:lnTo>
                  <a:lnTo>
                    <a:pt x="100" y="30"/>
                  </a:lnTo>
                  <a:lnTo>
                    <a:pt x="97" y="41"/>
                  </a:lnTo>
                  <a:lnTo>
                    <a:pt x="90" y="46"/>
                  </a:lnTo>
                  <a:lnTo>
                    <a:pt x="81" y="56"/>
                  </a:lnTo>
                  <a:lnTo>
                    <a:pt x="71" y="68"/>
                  </a:lnTo>
                  <a:lnTo>
                    <a:pt x="61" y="83"/>
                  </a:lnTo>
                  <a:lnTo>
                    <a:pt x="49" y="98"/>
                  </a:lnTo>
                  <a:lnTo>
                    <a:pt x="34" y="107"/>
                  </a:lnTo>
                  <a:lnTo>
                    <a:pt x="19" y="117"/>
                  </a:lnTo>
                  <a:lnTo>
                    <a:pt x="0" y="120"/>
                  </a:lnTo>
                  <a:lnTo>
                    <a:pt x="17" y="107"/>
                  </a:lnTo>
                  <a:lnTo>
                    <a:pt x="31" y="96"/>
                  </a:lnTo>
                  <a:lnTo>
                    <a:pt x="44" y="81"/>
                  </a:lnTo>
                  <a:lnTo>
                    <a:pt x="56" y="66"/>
                  </a:lnTo>
                  <a:lnTo>
                    <a:pt x="69" y="48"/>
                  </a:lnTo>
                  <a:lnTo>
                    <a:pt x="79" y="35"/>
                  </a:lnTo>
                  <a:lnTo>
                    <a:pt x="87" y="17"/>
                  </a:lnTo>
                  <a:lnTo>
                    <a:pt x="95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978"/>
            <p:cNvSpPr>
              <a:spLocks/>
            </p:cNvSpPr>
            <p:nvPr/>
          </p:nvSpPr>
          <p:spPr bwMode="auto">
            <a:xfrm>
              <a:off x="7478" y="1410"/>
              <a:ext cx="84" cy="186"/>
            </a:xfrm>
            <a:custGeom>
              <a:avLst/>
              <a:gdLst>
                <a:gd name="T0" fmla="*/ 166 w 166"/>
                <a:gd name="T1" fmla="*/ 227 h 372"/>
                <a:gd name="T2" fmla="*/ 144 w 166"/>
                <a:gd name="T3" fmla="*/ 237 h 372"/>
                <a:gd name="T4" fmla="*/ 130 w 166"/>
                <a:gd name="T5" fmla="*/ 249 h 372"/>
                <a:gd name="T6" fmla="*/ 120 w 166"/>
                <a:gd name="T7" fmla="*/ 268 h 372"/>
                <a:gd name="T8" fmla="*/ 110 w 166"/>
                <a:gd name="T9" fmla="*/ 291 h 372"/>
                <a:gd name="T10" fmla="*/ 97 w 166"/>
                <a:gd name="T11" fmla="*/ 316 h 372"/>
                <a:gd name="T12" fmla="*/ 82 w 166"/>
                <a:gd name="T13" fmla="*/ 337 h 372"/>
                <a:gd name="T14" fmla="*/ 61 w 166"/>
                <a:gd name="T15" fmla="*/ 357 h 372"/>
                <a:gd name="T16" fmla="*/ 29 w 166"/>
                <a:gd name="T17" fmla="*/ 372 h 372"/>
                <a:gd name="T18" fmla="*/ 31 w 166"/>
                <a:gd name="T19" fmla="*/ 313 h 372"/>
                <a:gd name="T20" fmla="*/ 26 w 166"/>
                <a:gd name="T21" fmla="*/ 262 h 372"/>
                <a:gd name="T22" fmla="*/ 19 w 166"/>
                <a:gd name="T23" fmla="*/ 217 h 372"/>
                <a:gd name="T24" fmla="*/ 9 w 166"/>
                <a:gd name="T25" fmla="*/ 176 h 372"/>
                <a:gd name="T26" fmla="*/ 5 w 166"/>
                <a:gd name="T27" fmla="*/ 137 h 372"/>
                <a:gd name="T28" fmla="*/ 0 w 166"/>
                <a:gd name="T29" fmla="*/ 95 h 372"/>
                <a:gd name="T30" fmla="*/ 5 w 166"/>
                <a:gd name="T31" fmla="*/ 48 h 372"/>
                <a:gd name="T32" fmla="*/ 16 w 166"/>
                <a:gd name="T33" fmla="*/ 0 h 3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66"/>
                <a:gd name="T52" fmla="*/ 0 h 372"/>
                <a:gd name="T53" fmla="*/ 166 w 166"/>
                <a:gd name="T54" fmla="*/ 372 h 37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66" h="372">
                  <a:moveTo>
                    <a:pt x="166" y="227"/>
                  </a:moveTo>
                  <a:lnTo>
                    <a:pt x="144" y="237"/>
                  </a:lnTo>
                  <a:lnTo>
                    <a:pt x="130" y="249"/>
                  </a:lnTo>
                  <a:lnTo>
                    <a:pt x="120" y="268"/>
                  </a:lnTo>
                  <a:lnTo>
                    <a:pt x="110" y="291"/>
                  </a:lnTo>
                  <a:lnTo>
                    <a:pt x="97" y="316"/>
                  </a:lnTo>
                  <a:lnTo>
                    <a:pt x="82" y="337"/>
                  </a:lnTo>
                  <a:lnTo>
                    <a:pt x="61" y="357"/>
                  </a:lnTo>
                  <a:lnTo>
                    <a:pt x="29" y="372"/>
                  </a:lnTo>
                  <a:lnTo>
                    <a:pt x="31" y="313"/>
                  </a:lnTo>
                  <a:lnTo>
                    <a:pt x="26" y="262"/>
                  </a:lnTo>
                  <a:lnTo>
                    <a:pt x="19" y="217"/>
                  </a:lnTo>
                  <a:lnTo>
                    <a:pt x="9" y="176"/>
                  </a:lnTo>
                  <a:lnTo>
                    <a:pt x="5" y="137"/>
                  </a:lnTo>
                  <a:lnTo>
                    <a:pt x="0" y="95"/>
                  </a:lnTo>
                  <a:lnTo>
                    <a:pt x="5" y="48"/>
                  </a:lnTo>
                  <a:lnTo>
                    <a:pt x="16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979"/>
            <p:cNvSpPr>
              <a:spLocks/>
            </p:cNvSpPr>
            <p:nvPr/>
          </p:nvSpPr>
          <p:spPr bwMode="auto">
            <a:xfrm>
              <a:off x="7552" y="1541"/>
              <a:ext cx="65" cy="211"/>
            </a:xfrm>
            <a:custGeom>
              <a:avLst/>
              <a:gdLst>
                <a:gd name="T0" fmla="*/ 0 w 130"/>
                <a:gd name="T1" fmla="*/ 0 h 421"/>
                <a:gd name="T2" fmla="*/ 3 w 130"/>
                <a:gd name="T3" fmla="*/ 31 h 421"/>
                <a:gd name="T4" fmla="*/ 28 w 130"/>
                <a:gd name="T5" fmla="*/ 44 h 421"/>
                <a:gd name="T6" fmla="*/ 49 w 130"/>
                <a:gd name="T7" fmla="*/ 75 h 421"/>
                <a:gd name="T8" fmla="*/ 84 w 130"/>
                <a:gd name="T9" fmla="*/ 125 h 421"/>
                <a:gd name="T10" fmla="*/ 106 w 130"/>
                <a:gd name="T11" fmla="*/ 154 h 421"/>
                <a:gd name="T12" fmla="*/ 115 w 130"/>
                <a:gd name="T13" fmla="*/ 202 h 421"/>
                <a:gd name="T14" fmla="*/ 115 w 130"/>
                <a:gd name="T15" fmla="*/ 242 h 421"/>
                <a:gd name="T16" fmla="*/ 113 w 130"/>
                <a:gd name="T17" fmla="*/ 281 h 421"/>
                <a:gd name="T18" fmla="*/ 113 w 130"/>
                <a:gd name="T19" fmla="*/ 335 h 421"/>
                <a:gd name="T20" fmla="*/ 120 w 130"/>
                <a:gd name="T21" fmla="*/ 355 h 421"/>
                <a:gd name="T22" fmla="*/ 130 w 130"/>
                <a:gd name="T23" fmla="*/ 379 h 421"/>
                <a:gd name="T24" fmla="*/ 130 w 130"/>
                <a:gd name="T25" fmla="*/ 406 h 421"/>
                <a:gd name="T26" fmla="*/ 130 w 130"/>
                <a:gd name="T27" fmla="*/ 421 h 4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30"/>
                <a:gd name="T43" fmla="*/ 0 h 421"/>
                <a:gd name="T44" fmla="*/ 130 w 130"/>
                <a:gd name="T45" fmla="*/ 421 h 42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30" h="421">
                  <a:moveTo>
                    <a:pt x="0" y="0"/>
                  </a:moveTo>
                  <a:lnTo>
                    <a:pt x="3" y="31"/>
                  </a:lnTo>
                  <a:lnTo>
                    <a:pt x="28" y="44"/>
                  </a:lnTo>
                  <a:lnTo>
                    <a:pt x="49" y="75"/>
                  </a:lnTo>
                  <a:lnTo>
                    <a:pt x="84" y="125"/>
                  </a:lnTo>
                  <a:lnTo>
                    <a:pt x="106" y="154"/>
                  </a:lnTo>
                  <a:lnTo>
                    <a:pt x="115" y="202"/>
                  </a:lnTo>
                  <a:lnTo>
                    <a:pt x="115" y="242"/>
                  </a:lnTo>
                  <a:lnTo>
                    <a:pt x="113" y="281"/>
                  </a:lnTo>
                  <a:lnTo>
                    <a:pt x="113" y="335"/>
                  </a:lnTo>
                  <a:lnTo>
                    <a:pt x="120" y="355"/>
                  </a:lnTo>
                  <a:lnTo>
                    <a:pt x="130" y="379"/>
                  </a:lnTo>
                  <a:lnTo>
                    <a:pt x="130" y="406"/>
                  </a:lnTo>
                  <a:lnTo>
                    <a:pt x="130" y="42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980"/>
            <p:cNvSpPr>
              <a:spLocks/>
            </p:cNvSpPr>
            <p:nvPr/>
          </p:nvSpPr>
          <p:spPr bwMode="auto">
            <a:xfrm>
              <a:off x="7612" y="1482"/>
              <a:ext cx="76" cy="119"/>
            </a:xfrm>
            <a:custGeom>
              <a:avLst/>
              <a:gdLst>
                <a:gd name="T0" fmla="*/ 130 w 153"/>
                <a:gd name="T1" fmla="*/ 0 h 239"/>
                <a:gd name="T2" fmla="*/ 125 w 153"/>
                <a:gd name="T3" fmla="*/ 28 h 239"/>
                <a:gd name="T4" fmla="*/ 125 w 153"/>
                <a:gd name="T5" fmla="*/ 57 h 239"/>
                <a:gd name="T6" fmla="*/ 125 w 153"/>
                <a:gd name="T7" fmla="*/ 84 h 239"/>
                <a:gd name="T8" fmla="*/ 128 w 153"/>
                <a:gd name="T9" fmla="*/ 114 h 239"/>
                <a:gd name="T10" fmla="*/ 133 w 153"/>
                <a:gd name="T11" fmla="*/ 143 h 239"/>
                <a:gd name="T12" fmla="*/ 135 w 153"/>
                <a:gd name="T13" fmla="*/ 173 h 239"/>
                <a:gd name="T14" fmla="*/ 140 w 153"/>
                <a:gd name="T15" fmla="*/ 204 h 239"/>
                <a:gd name="T16" fmla="*/ 153 w 153"/>
                <a:gd name="T17" fmla="*/ 239 h 239"/>
                <a:gd name="T18" fmla="*/ 133 w 153"/>
                <a:gd name="T19" fmla="*/ 229 h 239"/>
                <a:gd name="T20" fmla="*/ 116 w 153"/>
                <a:gd name="T21" fmla="*/ 211 h 239"/>
                <a:gd name="T22" fmla="*/ 104 w 153"/>
                <a:gd name="T23" fmla="*/ 189 h 239"/>
                <a:gd name="T24" fmla="*/ 89 w 153"/>
                <a:gd name="T25" fmla="*/ 170 h 239"/>
                <a:gd name="T26" fmla="*/ 76 w 153"/>
                <a:gd name="T27" fmla="*/ 153 h 239"/>
                <a:gd name="T28" fmla="*/ 56 w 153"/>
                <a:gd name="T29" fmla="*/ 148 h 239"/>
                <a:gd name="T30" fmla="*/ 33 w 153"/>
                <a:gd name="T31" fmla="*/ 160 h 239"/>
                <a:gd name="T32" fmla="*/ 0 w 153"/>
                <a:gd name="T33" fmla="*/ 189 h 2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3"/>
                <a:gd name="T52" fmla="*/ 0 h 239"/>
                <a:gd name="T53" fmla="*/ 153 w 153"/>
                <a:gd name="T54" fmla="*/ 239 h 2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3" h="239">
                  <a:moveTo>
                    <a:pt x="130" y="0"/>
                  </a:moveTo>
                  <a:lnTo>
                    <a:pt x="125" y="28"/>
                  </a:lnTo>
                  <a:lnTo>
                    <a:pt x="125" y="57"/>
                  </a:lnTo>
                  <a:lnTo>
                    <a:pt x="125" y="84"/>
                  </a:lnTo>
                  <a:lnTo>
                    <a:pt x="128" y="114"/>
                  </a:lnTo>
                  <a:lnTo>
                    <a:pt x="133" y="143"/>
                  </a:lnTo>
                  <a:lnTo>
                    <a:pt x="135" y="173"/>
                  </a:lnTo>
                  <a:lnTo>
                    <a:pt x="140" y="204"/>
                  </a:lnTo>
                  <a:lnTo>
                    <a:pt x="153" y="239"/>
                  </a:lnTo>
                  <a:lnTo>
                    <a:pt x="133" y="229"/>
                  </a:lnTo>
                  <a:lnTo>
                    <a:pt x="116" y="211"/>
                  </a:lnTo>
                  <a:lnTo>
                    <a:pt x="104" y="189"/>
                  </a:lnTo>
                  <a:lnTo>
                    <a:pt x="89" y="170"/>
                  </a:lnTo>
                  <a:lnTo>
                    <a:pt x="76" y="153"/>
                  </a:lnTo>
                  <a:lnTo>
                    <a:pt x="56" y="148"/>
                  </a:lnTo>
                  <a:lnTo>
                    <a:pt x="33" y="160"/>
                  </a:lnTo>
                  <a:lnTo>
                    <a:pt x="0" y="18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981"/>
            <p:cNvSpPr>
              <a:spLocks/>
            </p:cNvSpPr>
            <p:nvPr/>
          </p:nvSpPr>
          <p:spPr bwMode="auto">
            <a:xfrm>
              <a:off x="7608" y="1568"/>
              <a:ext cx="27" cy="59"/>
            </a:xfrm>
            <a:custGeom>
              <a:avLst/>
              <a:gdLst>
                <a:gd name="T0" fmla="*/ 42 w 55"/>
                <a:gd name="T1" fmla="*/ 0 h 117"/>
                <a:gd name="T2" fmla="*/ 55 w 55"/>
                <a:gd name="T3" fmla="*/ 28 h 117"/>
                <a:gd name="T4" fmla="*/ 45 w 55"/>
                <a:gd name="T5" fmla="*/ 56 h 117"/>
                <a:gd name="T6" fmla="*/ 7 w 55"/>
                <a:gd name="T7" fmla="*/ 87 h 117"/>
                <a:gd name="T8" fmla="*/ 0 w 55"/>
                <a:gd name="T9" fmla="*/ 11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117"/>
                <a:gd name="T17" fmla="*/ 55 w 55"/>
                <a:gd name="T18" fmla="*/ 117 h 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117">
                  <a:moveTo>
                    <a:pt x="42" y="0"/>
                  </a:moveTo>
                  <a:lnTo>
                    <a:pt x="55" y="28"/>
                  </a:lnTo>
                  <a:lnTo>
                    <a:pt x="45" y="56"/>
                  </a:lnTo>
                  <a:lnTo>
                    <a:pt x="7" y="87"/>
                  </a:lnTo>
                  <a:lnTo>
                    <a:pt x="0" y="11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982"/>
            <p:cNvSpPr>
              <a:spLocks/>
            </p:cNvSpPr>
            <p:nvPr/>
          </p:nvSpPr>
          <p:spPr bwMode="auto">
            <a:xfrm>
              <a:off x="7722" y="1541"/>
              <a:ext cx="27" cy="69"/>
            </a:xfrm>
            <a:custGeom>
              <a:avLst/>
              <a:gdLst>
                <a:gd name="T0" fmla="*/ 54 w 54"/>
                <a:gd name="T1" fmla="*/ 0 h 139"/>
                <a:gd name="T2" fmla="*/ 32 w 54"/>
                <a:gd name="T3" fmla="*/ 6 h 139"/>
                <a:gd name="T4" fmla="*/ 18 w 54"/>
                <a:gd name="T5" fmla="*/ 31 h 139"/>
                <a:gd name="T6" fmla="*/ 3 w 54"/>
                <a:gd name="T7" fmla="*/ 75 h 139"/>
                <a:gd name="T8" fmla="*/ 0 w 54"/>
                <a:gd name="T9" fmla="*/ 13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39"/>
                <a:gd name="T17" fmla="*/ 54 w 54"/>
                <a:gd name="T18" fmla="*/ 139 h 1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39">
                  <a:moveTo>
                    <a:pt x="54" y="0"/>
                  </a:moveTo>
                  <a:lnTo>
                    <a:pt x="32" y="6"/>
                  </a:lnTo>
                  <a:lnTo>
                    <a:pt x="18" y="31"/>
                  </a:lnTo>
                  <a:lnTo>
                    <a:pt x="3" y="75"/>
                  </a:lnTo>
                  <a:lnTo>
                    <a:pt x="0" y="13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983"/>
            <p:cNvSpPr>
              <a:spLocks/>
            </p:cNvSpPr>
            <p:nvPr/>
          </p:nvSpPr>
          <p:spPr bwMode="auto">
            <a:xfrm>
              <a:off x="7638" y="1700"/>
              <a:ext cx="68" cy="37"/>
            </a:xfrm>
            <a:custGeom>
              <a:avLst/>
              <a:gdLst>
                <a:gd name="T0" fmla="*/ 6 w 136"/>
                <a:gd name="T1" fmla="*/ 74 h 74"/>
                <a:gd name="T2" fmla="*/ 2 w 136"/>
                <a:gd name="T3" fmla="*/ 59 h 74"/>
                <a:gd name="T4" fmla="*/ 0 w 136"/>
                <a:gd name="T5" fmla="*/ 35 h 74"/>
                <a:gd name="T6" fmla="*/ 0 w 136"/>
                <a:gd name="T7" fmla="*/ 5 h 74"/>
                <a:gd name="T8" fmla="*/ 41 w 136"/>
                <a:gd name="T9" fmla="*/ 5 h 74"/>
                <a:gd name="T10" fmla="*/ 87 w 136"/>
                <a:gd name="T11" fmla="*/ 0 h 74"/>
                <a:gd name="T12" fmla="*/ 131 w 136"/>
                <a:gd name="T13" fmla="*/ 3 h 74"/>
                <a:gd name="T14" fmla="*/ 136 w 136"/>
                <a:gd name="T15" fmla="*/ 38 h 74"/>
                <a:gd name="T16" fmla="*/ 131 w 136"/>
                <a:gd name="T17" fmla="*/ 74 h 74"/>
                <a:gd name="T18" fmla="*/ 13 w 136"/>
                <a:gd name="T19" fmla="*/ 74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6"/>
                <a:gd name="T31" fmla="*/ 0 h 74"/>
                <a:gd name="T32" fmla="*/ 136 w 136"/>
                <a:gd name="T33" fmla="*/ 74 h 7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6" h="74">
                  <a:moveTo>
                    <a:pt x="6" y="74"/>
                  </a:moveTo>
                  <a:lnTo>
                    <a:pt x="2" y="59"/>
                  </a:lnTo>
                  <a:lnTo>
                    <a:pt x="0" y="35"/>
                  </a:lnTo>
                  <a:lnTo>
                    <a:pt x="0" y="5"/>
                  </a:lnTo>
                  <a:lnTo>
                    <a:pt x="41" y="5"/>
                  </a:lnTo>
                  <a:lnTo>
                    <a:pt x="87" y="0"/>
                  </a:lnTo>
                  <a:lnTo>
                    <a:pt x="131" y="3"/>
                  </a:lnTo>
                  <a:lnTo>
                    <a:pt x="136" y="38"/>
                  </a:lnTo>
                  <a:lnTo>
                    <a:pt x="131" y="74"/>
                  </a:lnTo>
                  <a:lnTo>
                    <a:pt x="13" y="7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984"/>
            <p:cNvSpPr>
              <a:spLocks/>
            </p:cNvSpPr>
            <p:nvPr/>
          </p:nvSpPr>
          <p:spPr bwMode="auto">
            <a:xfrm>
              <a:off x="7480" y="1682"/>
              <a:ext cx="72" cy="60"/>
            </a:xfrm>
            <a:custGeom>
              <a:avLst/>
              <a:gdLst>
                <a:gd name="T0" fmla="*/ 0 w 144"/>
                <a:gd name="T1" fmla="*/ 0 h 120"/>
                <a:gd name="T2" fmla="*/ 57 w 144"/>
                <a:gd name="T3" fmla="*/ 8 h 120"/>
                <a:gd name="T4" fmla="*/ 120 w 144"/>
                <a:gd name="T5" fmla="*/ 15 h 120"/>
                <a:gd name="T6" fmla="*/ 142 w 144"/>
                <a:gd name="T7" fmla="*/ 15 h 120"/>
                <a:gd name="T8" fmla="*/ 144 w 144"/>
                <a:gd name="T9" fmla="*/ 74 h 120"/>
                <a:gd name="T10" fmla="*/ 144 w 144"/>
                <a:gd name="T11" fmla="*/ 12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4"/>
                <a:gd name="T19" fmla="*/ 0 h 120"/>
                <a:gd name="T20" fmla="*/ 144 w 144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4" h="120">
                  <a:moveTo>
                    <a:pt x="0" y="0"/>
                  </a:moveTo>
                  <a:lnTo>
                    <a:pt x="57" y="8"/>
                  </a:lnTo>
                  <a:lnTo>
                    <a:pt x="120" y="15"/>
                  </a:lnTo>
                  <a:lnTo>
                    <a:pt x="142" y="15"/>
                  </a:lnTo>
                  <a:lnTo>
                    <a:pt x="144" y="74"/>
                  </a:lnTo>
                  <a:lnTo>
                    <a:pt x="144" y="1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985"/>
            <p:cNvSpPr>
              <a:spLocks/>
            </p:cNvSpPr>
            <p:nvPr/>
          </p:nvSpPr>
          <p:spPr bwMode="auto">
            <a:xfrm>
              <a:off x="7684" y="1737"/>
              <a:ext cx="18" cy="63"/>
            </a:xfrm>
            <a:custGeom>
              <a:avLst/>
              <a:gdLst>
                <a:gd name="T0" fmla="*/ 35 w 35"/>
                <a:gd name="T1" fmla="*/ 0 h 128"/>
                <a:gd name="T2" fmla="*/ 35 w 35"/>
                <a:gd name="T3" fmla="*/ 86 h 128"/>
                <a:gd name="T4" fmla="*/ 20 w 35"/>
                <a:gd name="T5" fmla="*/ 106 h 128"/>
                <a:gd name="T6" fmla="*/ 0 w 35"/>
                <a:gd name="T7" fmla="*/ 128 h 1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"/>
                <a:gd name="T13" fmla="*/ 0 h 128"/>
                <a:gd name="T14" fmla="*/ 35 w 35"/>
                <a:gd name="T15" fmla="*/ 128 h 1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" h="128">
                  <a:moveTo>
                    <a:pt x="35" y="0"/>
                  </a:moveTo>
                  <a:lnTo>
                    <a:pt x="35" y="86"/>
                  </a:lnTo>
                  <a:lnTo>
                    <a:pt x="20" y="106"/>
                  </a:lnTo>
                  <a:lnTo>
                    <a:pt x="0" y="12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986"/>
            <p:cNvSpPr>
              <a:spLocks/>
            </p:cNvSpPr>
            <p:nvPr/>
          </p:nvSpPr>
          <p:spPr bwMode="auto">
            <a:xfrm>
              <a:off x="7105" y="1391"/>
              <a:ext cx="178" cy="210"/>
            </a:xfrm>
            <a:custGeom>
              <a:avLst/>
              <a:gdLst>
                <a:gd name="T0" fmla="*/ 248 w 356"/>
                <a:gd name="T1" fmla="*/ 5 h 420"/>
                <a:gd name="T2" fmla="*/ 277 w 356"/>
                <a:gd name="T3" fmla="*/ 23 h 420"/>
                <a:gd name="T4" fmla="*/ 300 w 356"/>
                <a:gd name="T5" fmla="*/ 45 h 420"/>
                <a:gd name="T6" fmla="*/ 323 w 356"/>
                <a:gd name="T7" fmla="*/ 94 h 420"/>
                <a:gd name="T8" fmla="*/ 338 w 356"/>
                <a:gd name="T9" fmla="*/ 143 h 420"/>
                <a:gd name="T10" fmla="*/ 356 w 356"/>
                <a:gd name="T11" fmla="*/ 194 h 420"/>
                <a:gd name="T12" fmla="*/ 336 w 356"/>
                <a:gd name="T13" fmla="*/ 175 h 420"/>
                <a:gd name="T14" fmla="*/ 316 w 356"/>
                <a:gd name="T15" fmla="*/ 148 h 420"/>
                <a:gd name="T16" fmla="*/ 297 w 356"/>
                <a:gd name="T17" fmla="*/ 135 h 420"/>
                <a:gd name="T18" fmla="*/ 280 w 356"/>
                <a:gd name="T19" fmla="*/ 153 h 420"/>
                <a:gd name="T20" fmla="*/ 270 w 356"/>
                <a:gd name="T21" fmla="*/ 176 h 420"/>
                <a:gd name="T22" fmla="*/ 265 w 356"/>
                <a:gd name="T23" fmla="*/ 206 h 420"/>
                <a:gd name="T24" fmla="*/ 260 w 356"/>
                <a:gd name="T25" fmla="*/ 238 h 420"/>
                <a:gd name="T26" fmla="*/ 260 w 356"/>
                <a:gd name="T27" fmla="*/ 275 h 420"/>
                <a:gd name="T28" fmla="*/ 257 w 356"/>
                <a:gd name="T29" fmla="*/ 311 h 420"/>
                <a:gd name="T30" fmla="*/ 257 w 356"/>
                <a:gd name="T31" fmla="*/ 349 h 420"/>
                <a:gd name="T32" fmla="*/ 255 w 356"/>
                <a:gd name="T33" fmla="*/ 382 h 420"/>
                <a:gd name="T34" fmla="*/ 252 w 356"/>
                <a:gd name="T35" fmla="*/ 420 h 420"/>
                <a:gd name="T36" fmla="*/ 231 w 356"/>
                <a:gd name="T37" fmla="*/ 380 h 420"/>
                <a:gd name="T38" fmla="*/ 211 w 356"/>
                <a:gd name="T39" fmla="*/ 336 h 420"/>
                <a:gd name="T40" fmla="*/ 191 w 356"/>
                <a:gd name="T41" fmla="*/ 290 h 420"/>
                <a:gd name="T42" fmla="*/ 177 w 356"/>
                <a:gd name="T43" fmla="*/ 245 h 420"/>
                <a:gd name="T44" fmla="*/ 160 w 356"/>
                <a:gd name="T45" fmla="*/ 201 h 420"/>
                <a:gd name="T46" fmla="*/ 140 w 356"/>
                <a:gd name="T47" fmla="*/ 160 h 420"/>
                <a:gd name="T48" fmla="*/ 121 w 356"/>
                <a:gd name="T49" fmla="*/ 123 h 420"/>
                <a:gd name="T50" fmla="*/ 96 w 356"/>
                <a:gd name="T51" fmla="*/ 94 h 420"/>
                <a:gd name="T52" fmla="*/ 66 w 356"/>
                <a:gd name="T53" fmla="*/ 101 h 420"/>
                <a:gd name="T54" fmla="*/ 42 w 356"/>
                <a:gd name="T55" fmla="*/ 130 h 420"/>
                <a:gd name="T56" fmla="*/ 27 w 356"/>
                <a:gd name="T57" fmla="*/ 155 h 420"/>
                <a:gd name="T58" fmla="*/ 10 w 356"/>
                <a:gd name="T59" fmla="*/ 176 h 420"/>
                <a:gd name="T60" fmla="*/ 2 w 356"/>
                <a:gd name="T61" fmla="*/ 138 h 420"/>
                <a:gd name="T62" fmla="*/ 0 w 356"/>
                <a:gd name="T63" fmla="*/ 104 h 420"/>
                <a:gd name="T64" fmla="*/ 63 w 356"/>
                <a:gd name="T65" fmla="*/ 0 h 420"/>
                <a:gd name="T66" fmla="*/ 251 w 356"/>
                <a:gd name="T67" fmla="*/ 5 h 420"/>
                <a:gd name="T68" fmla="*/ 251 w 356"/>
                <a:gd name="T69" fmla="*/ 5 h 420"/>
                <a:gd name="T70" fmla="*/ 248 w 356"/>
                <a:gd name="T71" fmla="*/ 5 h 4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6"/>
                <a:gd name="T109" fmla="*/ 0 h 420"/>
                <a:gd name="T110" fmla="*/ 356 w 356"/>
                <a:gd name="T111" fmla="*/ 420 h 4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6" h="420">
                  <a:moveTo>
                    <a:pt x="248" y="5"/>
                  </a:moveTo>
                  <a:lnTo>
                    <a:pt x="277" y="23"/>
                  </a:lnTo>
                  <a:lnTo>
                    <a:pt x="300" y="45"/>
                  </a:lnTo>
                  <a:lnTo>
                    <a:pt x="323" y="94"/>
                  </a:lnTo>
                  <a:lnTo>
                    <a:pt x="338" y="143"/>
                  </a:lnTo>
                  <a:lnTo>
                    <a:pt x="356" y="194"/>
                  </a:lnTo>
                  <a:lnTo>
                    <a:pt x="336" y="175"/>
                  </a:lnTo>
                  <a:lnTo>
                    <a:pt x="316" y="148"/>
                  </a:lnTo>
                  <a:lnTo>
                    <a:pt x="297" y="135"/>
                  </a:lnTo>
                  <a:lnTo>
                    <a:pt x="280" y="153"/>
                  </a:lnTo>
                  <a:lnTo>
                    <a:pt x="270" y="176"/>
                  </a:lnTo>
                  <a:lnTo>
                    <a:pt x="265" y="206"/>
                  </a:lnTo>
                  <a:lnTo>
                    <a:pt x="260" y="238"/>
                  </a:lnTo>
                  <a:lnTo>
                    <a:pt x="260" y="275"/>
                  </a:lnTo>
                  <a:lnTo>
                    <a:pt x="257" y="311"/>
                  </a:lnTo>
                  <a:lnTo>
                    <a:pt x="257" y="349"/>
                  </a:lnTo>
                  <a:lnTo>
                    <a:pt x="255" y="382"/>
                  </a:lnTo>
                  <a:lnTo>
                    <a:pt x="252" y="420"/>
                  </a:lnTo>
                  <a:lnTo>
                    <a:pt x="231" y="380"/>
                  </a:lnTo>
                  <a:lnTo>
                    <a:pt x="211" y="336"/>
                  </a:lnTo>
                  <a:lnTo>
                    <a:pt x="191" y="290"/>
                  </a:lnTo>
                  <a:lnTo>
                    <a:pt x="177" y="245"/>
                  </a:lnTo>
                  <a:lnTo>
                    <a:pt x="160" y="201"/>
                  </a:lnTo>
                  <a:lnTo>
                    <a:pt x="140" y="160"/>
                  </a:lnTo>
                  <a:lnTo>
                    <a:pt x="121" y="123"/>
                  </a:lnTo>
                  <a:lnTo>
                    <a:pt x="96" y="94"/>
                  </a:lnTo>
                  <a:lnTo>
                    <a:pt x="66" y="101"/>
                  </a:lnTo>
                  <a:lnTo>
                    <a:pt x="42" y="130"/>
                  </a:lnTo>
                  <a:lnTo>
                    <a:pt x="27" y="155"/>
                  </a:lnTo>
                  <a:lnTo>
                    <a:pt x="10" y="176"/>
                  </a:lnTo>
                  <a:lnTo>
                    <a:pt x="2" y="138"/>
                  </a:lnTo>
                  <a:lnTo>
                    <a:pt x="0" y="104"/>
                  </a:lnTo>
                  <a:lnTo>
                    <a:pt x="63" y="0"/>
                  </a:lnTo>
                  <a:lnTo>
                    <a:pt x="251" y="5"/>
                  </a:lnTo>
                  <a:lnTo>
                    <a:pt x="248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987"/>
            <p:cNvSpPr>
              <a:spLocks/>
            </p:cNvSpPr>
            <p:nvPr/>
          </p:nvSpPr>
          <p:spPr bwMode="auto">
            <a:xfrm>
              <a:off x="7105" y="1391"/>
              <a:ext cx="178" cy="210"/>
            </a:xfrm>
            <a:custGeom>
              <a:avLst/>
              <a:gdLst>
                <a:gd name="T0" fmla="*/ 248 w 356"/>
                <a:gd name="T1" fmla="*/ 5 h 420"/>
                <a:gd name="T2" fmla="*/ 277 w 356"/>
                <a:gd name="T3" fmla="*/ 23 h 420"/>
                <a:gd name="T4" fmla="*/ 300 w 356"/>
                <a:gd name="T5" fmla="*/ 45 h 420"/>
                <a:gd name="T6" fmla="*/ 323 w 356"/>
                <a:gd name="T7" fmla="*/ 94 h 420"/>
                <a:gd name="T8" fmla="*/ 338 w 356"/>
                <a:gd name="T9" fmla="*/ 143 h 420"/>
                <a:gd name="T10" fmla="*/ 356 w 356"/>
                <a:gd name="T11" fmla="*/ 194 h 420"/>
                <a:gd name="T12" fmla="*/ 336 w 356"/>
                <a:gd name="T13" fmla="*/ 175 h 420"/>
                <a:gd name="T14" fmla="*/ 316 w 356"/>
                <a:gd name="T15" fmla="*/ 148 h 420"/>
                <a:gd name="T16" fmla="*/ 297 w 356"/>
                <a:gd name="T17" fmla="*/ 135 h 420"/>
                <a:gd name="T18" fmla="*/ 280 w 356"/>
                <a:gd name="T19" fmla="*/ 153 h 420"/>
                <a:gd name="T20" fmla="*/ 270 w 356"/>
                <a:gd name="T21" fmla="*/ 176 h 420"/>
                <a:gd name="T22" fmla="*/ 265 w 356"/>
                <a:gd name="T23" fmla="*/ 206 h 420"/>
                <a:gd name="T24" fmla="*/ 260 w 356"/>
                <a:gd name="T25" fmla="*/ 238 h 420"/>
                <a:gd name="T26" fmla="*/ 260 w 356"/>
                <a:gd name="T27" fmla="*/ 275 h 420"/>
                <a:gd name="T28" fmla="*/ 257 w 356"/>
                <a:gd name="T29" fmla="*/ 311 h 420"/>
                <a:gd name="T30" fmla="*/ 257 w 356"/>
                <a:gd name="T31" fmla="*/ 349 h 420"/>
                <a:gd name="T32" fmla="*/ 255 w 356"/>
                <a:gd name="T33" fmla="*/ 382 h 420"/>
                <a:gd name="T34" fmla="*/ 252 w 356"/>
                <a:gd name="T35" fmla="*/ 420 h 420"/>
                <a:gd name="T36" fmla="*/ 231 w 356"/>
                <a:gd name="T37" fmla="*/ 380 h 420"/>
                <a:gd name="T38" fmla="*/ 211 w 356"/>
                <a:gd name="T39" fmla="*/ 336 h 420"/>
                <a:gd name="T40" fmla="*/ 191 w 356"/>
                <a:gd name="T41" fmla="*/ 290 h 420"/>
                <a:gd name="T42" fmla="*/ 177 w 356"/>
                <a:gd name="T43" fmla="*/ 245 h 420"/>
                <a:gd name="T44" fmla="*/ 160 w 356"/>
                <a:gd name="T45" fmla="*/ 201 h 420"/>
                <a:gd name="T46" fmla="*/ 140 w 356"/>
                <a:gd name="T47" fmla="*/ 160 h 420"/>
                <a:gd name="T48" fmla="*/ 121 w 356"/>
                <a:gd name="T49" fmla="*/ 123 h 420"/>
                <a:gd name="T50" fmla="*/ 96 w 356"/>
                <a:gd name="T51" fmla="*/ 94 h 420"/>
                <a:gd name="T52" fmla="*/ 66 w 356"/>
                <a:gd name="T53" fmla="*/ 101 h 420"/>
                <a:gd name="T54" fmla="*/ 42 w 356"/>
                <a:gd name="T55" fmla="*/ 130 h 420"/>
                <a:gd name="T56" fmla="*/ 27 w 356"/>
                <a:gd name="T57" fmla="*/ 155 h 420"/>
                <a:gd name="T58" fmla="*/ 10 w 356"/>
                <a:gd name="T59" fmla="*/ 176 h 420"/>
                <a:gd name="T60" fmla="*/ 2 w 356"/>
                <a:gd name="T61" fmla="*/ 138 h 420"/>
                <a:gd name="T62" fmla="*/ 0 w 356"/>
                <a:gd name="T63" fmla="*/ 104 h 420"/>
                <a:gd name="T64" fmla="*/ 63 w 356"/>
                <a:gd name="T65" fmla="*/ 0 h 420"/>
                <a:gd name="T66" fmla="*/ 251 w 356"/>
                <a:gd name="T67" fmla="*/ 5 h 420"/>
                <a:gd name="T68" fmla="*/ 251 w 356"/>
                <a:gd name="T69" fmla="*/ 5 h 4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6"/>
                <a:gd name="T106" fmla="*/ 0 h 420"/>
                <a:gd name="T107" fmla="*/ 356 w 356"/>
                <a:gd name="T108" fmla="*/ 420 h 42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6" h="420">
                  <a:moveTo>
                    <a:pt x="248" y="5"/>
                  </a:moveTo>
                  <a:lnTo>
                    <a:pt x="277" y="23"/>
                  </a:lnTo>
                  <a:lnTo>
                    <a:pt x="300" y="45"/>
                  </a:lnTo>
                  <a:lnTo>
                    <a:pt x="323" y="94"/>
                  </a:lnTo>
                  <a:lnTo>
                    <a:pt x="338" y="143"/>
                  </a:lnTo>
                  <a:lnTo>
                    <a:pt x="356" y="194"/>
                  </a:lnTo>
                  <a:lnTo>
                    <a:pt x="336" y="175"/>
                  </a:lnTo>
                  <a:lnTo>
                    <a:pt x="316" y="148"/>
                  </a:lnTo>
                  <a:lnTo>
                    <a:pt x="297" y="135"/>
                  </a:lnTo>
                  <a:lnTo>
                    <a:pt x="280" y="153"/>
                  </a:lnTo>
                  <a:lnTo>
                    <a:pt x="270" y="176"/>
                  </a:lnTo>
                  <a:lnTo>
                    <a:pt x="265" y="206"/>
                  </a:lnTo>
                  <a:lnTo>
                    <a:pt x="260" y="238"/>
                  </a:lnTo>
                  <a:lnTo>
                    <a:pt x="260" y="275"/>
                  </a:lnTo>
                  <a:lnTo>
                    <a:pt x="257" y="311"/>
                  </a:lnTo>
                  <a:lnTo>
                    <a:pt x="257" y="349"/>
                  </a:lnTo>
                  <a:lnTo>
                    <a:pt x="255" y="382"/>
                  </a:lnTo>
                  <a:lnTo>
                    <a:pt x="252" y="420"/>
                  </a:lnTo>
                  <a:lnTo>
                    <a:pt x="231" y="380"/>
                  </a:lnTo>
                  <a:lnTo>
                    <a:pt x="211" y="336"/>
                  </a:lnTo>
                  <a:lnTo>
                    <a:pt x="191" y="290"/>
                  </a:lnTo>
                  <a:lnTo>
                    <a:pt x="177" y="245"/>
                  </a:lnTo>
                  <a:lnTo>
                    <a:pt x="160" y="201"/>
                  </a:lnTo>
                  <a:lnTo>
                    <a:pt x="140" y="160"/>
                  </a:lnTo>
                  <a:lnTo>
                    <a:pt x="121" y="123"/>
                  </a:lnTo>
                  <a:lnTo>
                    <a:pt x="96" y="94"/>
                  </a:lnTo>
                  <a:lnTo>
                    <a:pt x="66" y="101"/>
                  </a:lnTo>
                  <a:lnTo>
                    <a:pt x="42" y="130"/>
                  </a:lnTo>
                  <a:lnTo>
                    <a:pt x="27" y="155"/>
                  </a:lnTo>
                  <a:lnTo>
                    <a:pt x="10" y="176"/>
                  </a:lnTo>
                  <a:lnTo>
                    <a:pt x="2" y="138"/>
                  </a:lnTo>
                  <a:lnTo>
                    <a:pt x="0" y="104"/>
                  </a:lnTo>
                  <a:lnTo>
                    <a:pt x="63" y="0"/>
                  </a:lnTo>
                  <a:lnTo>
                    <a:pt x="251" y="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988"/>
            <p:cNvSpPr>
              <a:spLocks/>
            </p:cNvSpPr>
            <p:nvPr/>
          </p:nvSpPr>
          <p:spPr bwMode="auto">
            <a:xfrm>
              <a:off x="7072" y="1145"/>
              <a:ext cx="238" cy="326"/>
            </a:xfrm>
            <a:custGeom>
              <a:avLst/>
              <a:gdLst>
                <a:gd name="T0" fmla="*/ 465 w 478"/>
                <a:gd name="T1" fmla="*/ 155 h 652"/>
                <a:gd name="T2" fmla="*/ 411 w 478"/>
                <a:gd name="T3" fmla="*/ 140 h 652"/>
                <a:gd name="T4" fmla="*/ 358 w 478"/>
                <a:gd name="T5" fmla="*/ 132 h 652"/>
                <a:gd name="T6" fmla="*/ 306 w 478"/>
                <a:gd name="T7" fmla="*/ 127 h 652"/>
                <a:gd name="T8" fmla="*/ 250 w 478"/>
                <a:gd name="T9" fmla="*/ 127 h 652"/>
                <a:gd name="T10" fmla="*/ 235 w 478"/>
                <a:gd name="T11" fmla="*/ 147 h 652"/>
                <a:gd name="T12" fmla="*/ 233 w 478"/>
                <a:gd name="T13" fmla="*/ 165 h 652"/>
                <a:gd name="T14" fmla="*/ 238 w 478"/>
                <a:gd name="T15" fmla="*/ 181 h 652"/>
                <a:gd name="T16" fmla="*/ 243 w 478"/>
                <a:gd name="T17" fmla="*/ 198 h 652"/>
                <a:gd name="T18" fmla="*/ 210 w 478"/>
                <a:gd name="T19" fmla="*/ 223 h 652"/>
                <a:gd name="T20" fmla="*/ 198 w 478"/>
                <a:gd name="T21" fmla="*/ 247 h 652"/>
                <a:gd name="T22" fmla="*/ 203 w 478"/>
                <a:gd name="T23" fmla="*/ 277 h 652"/>
                <a:gd name="T24" fmla="*/ 220 w 478"/>
                <a:gd name="T25" fmla="*/ 316 h 652"/>
                <a:gd name="T26" fmla="*/ 225 w 478"/>
                <a:gd name="T27" fmla="*/ 338 h 652"/>
                <a:gd name="T28" fmla="*/ 218 w 478"/>
                <a:gd name="T29" fmla="*/ 367 h 652"/>
                <a:gd name="T30" fmla="*/ 215 w 478"/>
                <a:gd name="T31" fmla="*/ 400 h 652"/>
                <a:gd name="T32" fmla="*/ 225 w 478"/>
                <a:gd name="T33" fmla="*/ 436 h 652"/>
                <a:gd name="T34" fmla="*/ 250 w 478"/>
                <a:gd name="T35" fmla="*/ 456 h 652"/>
                <a:gd name="T36" fmla="*/ 274 w 478"/>
                <a:gd name="T37" fmla="*/ 468 h 652"/>
                <a:gd name="T38" fmla="*/ 330 w 478"/>
                <a:gd name="T39" fmla="*/ 480 h 652"/>
                <a:gd name="T40" fmla="*/ 360 w 478"/>
                <a:gd name="T41" fmla="*/ 473 h 652"/>
                <a:gd name="T42" fmla="*/ 343 w 478"/>
                <a:gd name="T43" fmla="*/ 485 h 652"/>
                <a:gd name="T44" fmla="*/ 325 w 478"/>
                <a:gd name="T45" fmla="*/ 505 h 652"/>
                <a:gd name="T46" fmla="*/ 314 w 478"/>
                <a:gd name="T47" fmla="*/ 527 h 652"/>
                <a:gd name="T48" fmla="*/ 306 w 478"/>
                <a:gd name="T49" fmla="*/ 551 h 652"/>
                <a:gd name="T50" fmla="*/ 294 w 478"/>
                <a:gd name="T51" fmla="*/ 566 h 652"/>
                <a:gd name="T52" fmla="*/ 284 w 478"/>
                <a:gd name="T53" fmla="*/ 581 h 652"/>
                <a:gd name="T54" fmla="*/ 279 w 478"/>
                <a:gd name="T55" fmla="*/ 605 h 652"/>
                <a:gd name="T56" fmla="*/ 286 w 478"/>
                <a:gd name="T57" fmla="*/ 652 h 652"/>
                <a:gd name="T58" fmla="*/ 220 w 478"/>
                <a:gd name="T59" fmla="*/ 578 h 652"/>
                <a:gd name="T60" fmla="*/ 154 w 478"/>
                <a:gd name="T61" fmla="*/ 540 h 652"/>
                <a:gd name="T62" fmla="*/ 61 w 478"/>
                <a:gd name="T63" fmla="*/ 372 h 652"/>
                <a:gd name="T64" fmla="*/ 68 w 478"/>
                <a:gd name="T65" fmla="*/ 296 h 652"/>
                <a:gd name="T66" fmla="*/ 51 w 478"/>
                <a:gd name="T67" fmla="*/ 285 h 652"/>
                <a:gd name="T68" fmla="*/ 34 w 478"/>
                <a:gd name="T69" fmla="*/ 267 h 652"/>
                <a:gd name="T70" fmla="*/ 19 w 478"/>
                <a:gd name="T71" fmla="*/ 245 h 652"/>
                <a:gd name="T72" fmla="*/ 14 w 478"/>
                <a:gd name="T73" fmla="*/ 211 h 652"/>
                <a:gd name="T74" fmla="*/ 85 w 478"/>
                <a:gd name="T75" fmla="*/ 0 h 652"/>
                <a:gd name="T76" fmla="*/ 478 w 478"/>
                <a:gd name="T77" fmla="*/ 76 h 65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78"/>
                <a:gd name="T118" fmla="*/ 0 h 652"/>
                <a:gd name="T119" fmla="*/ 478 w 478"/>
                <a:gd name="T120" fmla="*/ 652 h 65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78" h="652">
                  <a:moveTo>
                    <a:pt x="478" y="76"/>
                  </a:moveTo>
                  <a:lnTo>
                    <a:pt x="465" y="155"/>
                  </a:lnTo>
                  <a:lnTo>
                    <a:pt x="439" y="147"/>
                  </a:lnTo>
                  <a:lnTo>
                    <a:pt x="411" y="140"/>
                  </a:lnTo>
                  <a:lnTo>
                    <a:pt x="384" y="135"/>
                  </a:lnTo>
                  <a:lnTo>
                    <a:pt x="358" y="132"/>
                  </a:lnTo>
                  <a:lnTo>
                    <a:pt x="333" y="130"/>
                  </a:lnTo>
                  <a:lnTo>
                    <a:pt x="306" y="127"/>
                  </a:lnTo>
                  <a:lnTo>
                    <a:pt x="279" y="125"/>
                  </a:lnTo>
                  <a:lnTo>
                    <a:pt x="250" y="127"/>
                  </a:lnTo>
                  <a:lnTo>
                    <a:pt x="240" y="135"/>
                  </a:lnTo>
                  <a:lnTo>
                    <a:pt x="235" y="147"/>
                  </a:lnTo>
                  <a:lnTo>
                    <a:pt x="233" y="155"/>
                  </a:lnTo>
                  <a:lnTo>
                    <a:pt x="233" y="165"/>
                  </a:lnTo>
                  <a:lnTo>
                    <a:pt x="235" y="173"/>
                  </a:lnTo>
                  <a:lnTo>
                    <a:pt x="238" y="181"/>
                  </a:lnTo>
                  <a:lnTo>
                    <a:pt x="240" y="191"/>
                  </a:lnTo>
                  <a:lnTo>
                    <a:pt x="243" y="198"/>
                  </a:lnTo>
                  <a:lnTo>
                    <a:pt x="225" y="211"/>
                  </a:lnTo>
                  <a:lnTo>
                    <a:pt x="210" y="223"/>
                  </a:lnTo>
                  <a:lnTo>
                    <a:pt x="203" y="235"/>
                  </a:lnTo>
                  <a:lnTo>
                    <a:pt x="198" y="247"/>
                  </a:lnTo>
                  <a:lnTo>
                    <a:pt x="198" y="262"/>
                  </a:lnTo>
                  <a:lnTo>
                    <a:pt x="203" y="277"/>
                  </a:lnTo>
                  <a:lnTo>
                    <a:pt x="210" y="296"/>
                  </a:lnTo>
                  <a:lnTo>
                    <a:pt x="220" y="316"/>
                  </a:lnTo>
                  <a:lnTo>
                    <a:pt x="225" y="326"/>
                  </a:lnTo>
                  <a:lnTo>
                    <a:pt x="225" y="338"/>
                  </a:lnTo>
                  <a:lnTo>
                    <a:pt x="223" y="353"/>
                  </a:lnTo>
                  <a:lnTo>
                    <a:pt x="218" y="367"/>
                  </a:lnTo>
                  <a:lnTo>
                    <a:pt x="215" y="382"/>
                  </a:lnTo>
                  <a:lnTo>
                    <a:pt x="215" y="400"/>
                  </a:lnTo>
                  <a:lnTo>
                    <a:pt x="218" y="416"/>
                  </a:lnTo>
                  <a:lnTo>
                    <a:pt x="225" y="436"/>
                  </a:lnTo>
                  <a:lnTo>
                    <a:pt x="238" y="446"/>
                  </a:lnTo>
                  <a:lnTo>
                    <a:pt x="250" y="456"/>
                  </a:lnTo>
                  <a:lnTo>
                    <a:pt x="261" y="461"/>
                  </a:lnTo>
                  <a:lnTo>
                    <a:pt x="274" y="468"/>
                  </a:lnTo>
                  <a:lnTo>
                    <a:pt x="309" y="478"/>
                  </a:lnTo>
                  <a:lnTo>
                    <a:pt x="330" y="480"/>
                  </a:lnTo>
                  <a:lnTo>
                    <a:pt x="348" y="478"/>
                  </a:lnTo>
                  <a:lnTo>
                    <a:pt x="360" y="473"/>
                  </a:lnTo>
                  <a:lnTo>
                    <a:pt x="353" y="480"/>
                  </a:lnTo>
                  <a:lnTo>
                    <a:pt x="343" y="485"/>
                  </a:lnTo>
                  <a:lnTo>
                    <a:pt x="333" y="495"/>
                  </a:lnTo>
                  <a:lnTo>
                    <a:pt x="325" y="505"/>
                  </a:lnTo>
                  <a:lnTo>
                    <a:pt x="319" y="515"/>
                  </a:lnTo>
                  <a:lnTo>
                    <a:pt x="314" y="527"/>
                  </a:lnTo>
                  <a:lnTo>
                    <a:pt x="309" y="540"/>
                  </a:lnTo>
                  <a:lnTo>
                    <a:pt x="306" y="551"/>
                  </a:lnTo>
                  <a:lnTo>
                    <a:pt x="299" y="558"/>
                  </a:lnTo>
                  <a:lnTo>
                    <a:pt x="294" y="566"/>
                  </a:lnTo>
                  <a:lnTo>
                    <a:pt x="289" y="571"/>
                  </a:lnTo>
                  <a:lnTo>
                    <a:pt x="284" y="581"/>
                  </a:lnTo>
                  <a:lnTo>
                    <a:pt x="281" y="593"/>
                  </a:lnTo>
                  <a:lnTo>
                    <a:pt x="279" y="605"/>
                  </a:lnTo>
                  <a:lnTo>
                    <a:pt x="279" y="620"/>
                  </a:lnTo>
                  <a:lnTo>
                    <a:pt x="286" y="652"/>
                  </a:lnTo>
                  <a:lnTo>
                    <a:pt x="253" y="605"/>
                  </a:lnTo>
                  <a:lnTo>
                    <a:pt x="220" y="578"/>
                  </a:lnTo>
                  <a:lnTo>
                    <a:pt x="189" y="556"/>
                  </a:lnTo>
                  <a:lnTo>
                    <a:pt x="154" y="540"/>
                  </a:lnTo>
                  <a:lnTo>
                    <a:pt x="5" y="463"/>
                  </a:lnTo>
                  <a:lnTo>
                    <a:pt x="61" y="372"/>
                  </a:lnTo>
                  <a:lnTo>
                    <a:pt x="66" y="333"/>
                  </a:lnTo>
                  <a:lnTo>
                    <a:pt x="68" y="296"/>
                  </a:lnTo>
                  <a:lnTo>
                    <a:pt x="59" y="290"/>
                  </a:lnTo>
                  <a:lnTo>
                    <a:pt x="51" y="285"/>
                  </a:lnTo>
                  <a:lnTo>
                    <a:pt x="41" y="277"/>
                  </a:lnTo>
                  <a:lnTo>
                    <a:pt x="34" y="267"/>
                  </a:lnTo>
                  <a:lnTo>
                    <a:pt x="26" y="257"/>
                  </a:lnTo>
                  <a:lnTo>
                    <a:pt x="19" y="245"/>
                  </a:lnTo>
                  <a:lnTo>
                    <a:pt x="16" y="230"/>
                  </a:lnTo>
                  <a:lnTo>
                    <a:pt x="14" y="211"/>
                  </a:lnTo>
                  <a:lnTo>
                    <a:pt x="0" y="110"/>
                  </a:lnTo>
                  <a:lnTo>
                    <a:pt x="85" y="0"/>
                  </a:lnTo>
                  <a:lnTo>
                    <a:pt x="391" y="12"/>
                  </a:lnTo>
                  <a:lnTo>
                    <a:pt x="478" y="76"/>
                  </a:lnTo>
                  <a:close/>
                </a:path>
              </a:pathLst>
            </a:custGeom>
            <a:solidFill>
              <a:srgbClr val="C2956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989"/>
            <p:cNvSpPr>
              <a:spLocks/>
            </p:cNvSpPr>
            <p:nvPr/>
          </p:nvSpPr>
          <p:spPr bwMode="auto">
            <a:xfrm>
              <a:off x="7153" y="1438"/>
              <a:ext cx="59" cy="27"/>
            </a:xfrm>
            <a:custGeom>
              <a:avLst/>
              <a:gdLst>
                <a:gd name="T0" fmla="*/ 0 w 117"/>
                <a:gd name="T1" fmla="*/ 0 h 54"/>
                <a:gd name="T2" fmla="*/ 15 w 117"/>
                <a:gd name="T3" fmla="*/ 0 h 54"/>
                <a:gd name="T4" fmla="*/ 27 w 117"/>
                <a:gd name="T5" fmla="*/ 0 h 54"/>
                <a:gd name="T6" fmla="*/ 64 w 117"/>
                <a:gd name="T7" fmla="*/ 15 h 54"/>
                <a:gd name="T8" fmla="*/ 97 w 117"/>
                <a:gd name="T9" fmla="*/ 41 h 54"/>
                <a:gd name="T10" fmla="*/ 117 w 117"/>
                <a:gd name="T11" fmla="*/ 5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7"/>
                <a:gd name="T19" fmla="*/ 0 h 54"/>
                <a:gd name="T20" fmla="*/ 117 w 117"/>
                <a:gd name="T21" fmla="*/ 54 h 5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7" h="54">
                  <a:moveTo>
                    <a:pt x="0" y="0"/>
                  </a:moveTo>
                  <a:lnTo>
                    <a:pt x="15" y="0"/>
                  </a:lnTo>
                  <a:lnTo>
                    <a:pt x="27" y="0"/>
                  </a:lnTo>
                  <a:lnTo>
                    <a:pt x="64" y="15"/>
                  </a:lnTo>
                  <a:lnTo>
                    <a:pt x="97" y="41"/>
                  </a:lnTo>
                  <a:lnTo>
                    <a:pt x="117" y="5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990"/>
            <p:cNvSpPr>
              <a:spLocks/>
            </p:cNvSpPr>
            <p:nvPr/>
          </p:nvSpPr>
          <p:spPr bwMode="auto">
            <a:xfrm>
              <a:off x="7217" y="1456"/>
              <a:ext cx="37" cy="14"/>
            </a:xfrm>
            <a:custGeom>
              <a:avLst/>
              <a:gdLst>
                <a:gd name="T0" fmla="*/ 74 w 74"/>
                <a:gd name="T1" fmla="*/ 0 h 28"/>
                <a:gd name="T2" fmla="*/ 59 w 74"/>
                <a:gd name="T3" fmla="*/ 5 h 28"/>
                <a:gd name="T4" fmla="*/ 29 w 74"/>
                <a:gd name="T5" fmla="*/ 13 h 28"/>
                <a:gd name="T6" fmla="*/ 0 w 74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4"/>
                <a:gd name="T13" fmla="*/ 0 h 28"/>
                <a:gd name="T14" fmla="*/ 74 w 74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4" h="28">
                  <a:moveTo>
                    <a:pt x="74" y="0"/>
                  </a:moveTo>
                  <a:lnTo>
                    <a:pt x="59" y="5"/>
                  </a:lnTo>
                  <a:lnTo>
                    <a:pt x="29" y="13"/>
                  </a:lnTo>
                  <a:lnTo>
                    <a:pt x="0" y="2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991"/>
            <p:cNvSpPr>
              <a:spLocks/>
            </p:cNvSpPr>
            <p:nvPr/>
          </p:nvSpPr>
          <p:spPr bwMode="auto">
            <a:xfrm>
              <a:off x="7217" y="1472"/>
              <a:ext cx="16" cy="129"/>
            </a:xfrm>
            <a:custGeom>
              <a:avLst/>
              <a:gdLst>
                <a:gd name="T0" fmla="*/ 0 w 32"/>
                <a:gd name="T1" fmla="*/ 0 h 257"/>
                <a:gd name="T2" fmla="*/ 0 w 32"/>
                <a:gd name="T3" fmla="*/ 26 h 257"/>
                <a:gd name="T4" fmla="*/ 3 w 32"/>
                <a:gd name="T5" fmla="*/ 66 h 257"/>
                <a:gd name="T6" fmla="*/ 8 w 32"/>
                <a:gd name="T7" fmla="*/ 112 h 257"/>
                <a:gd name="T8" fmla="*/ 20 w 32"/>
                <a:gd name="T9" fmla="*/ 181 h 257"/>
                <a:gd name="T10" fmla="*/ 32 w 32"/>
                <a:gd name="T11" fmla="*/ 257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2"/>
                <a:gd name="T19" fmla="*/ 0 h 257"/>
                <a:gd name="T20" fmla="*/ 32 w 32"/>
                <a:gd name="T21" fmla="*/ 257 h 2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2" h="257">
                  <a:moveTo>
                    <a:pt x="0" y="0"/>
                  </a:moveTo>
                  <a:lnTo>
                    <a:pt x="0" y="26"/>
                  </a:lnTo>
                  <a:lnTo>
                    <a:pt x="3" y="66"/>
                  </a:lnTo>
                  <a:lnTo>
                    <a:pt x="8" y="112"/>
                  </a:lnTo>
                  <a:lnTo>
                    <a:pt x="20" y="181"/>
                  </a:lnTo>
                  <a:lnTo>
                    <a:pt x="32" y="25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992"/>
            <p:cNvSpPr>
              <a:spLocks/>
            </p:cNvSpPr>
            <p:nvPr/>
          </p:nvSpPr>
          <p:spPr bwMode="auto">
            <a:xfrm>
              <a:off x="7218" y="1479"/>
              <a:ext cx="7" cy="9"/>
            </a:xfrm>
            <a:custGeom>
              <a:avLst/>
              <a:gdLst>
                <a:gd name="T0" fmla="*/ 12 w 12"/>
                <a:gd name="T1" fmla="*/ 6 h 19"/>
                <a:gd name="T2" fmla="*/ 12 w 12"/>
                <a:gd name="T3" fmla="*/ 6 h 19"/>
                <a:gd name="T4" fmla="*/ 12 w 12"/>
                <a:gd name="T5" fmla="*/ 4 h 19"/>
                <a:gd name="T6" fmla="*/ 12 w 12"/>
                <a:gd name="T7" fmla="*/ 1 h 19"/>
                <a:gd name="T8" fmla="*/ 10 w 12"/>
                <a:gd name="T9" fmla="*/ 1 h 19"/>
                <a:gd name="T10" fmla="*/ 10 w 12"/>
                <a:gd name="T11" fmla="*/ 0 h 19"/>
                <a:gd name="T12" fmla="*/ 10 w 12"/>
                <a:gd name="T13" fmla="*/ 0 h 19"/>
                <a:gd name="T14" fmla="*/ 7 w 12"/>
                <a:gd name="T15" fmla="*/ 0 h 19"/>
                <a:gd name="T16" fmla="*/ 5 w 12"/>
                <a:gd name="T17" fmla="*/ 0 h 19"/>
                <a:gd name="T18" fmla="*/ 5 w 12"/>
                <a:gd name="T19" fmla="*/ 0 h 19"/>
                <a:gd name="T20" fmla="*/ 2 w 12"/>
                <a:gd name="T21" fmla="*/ 0 h 19"/>
                <a:gd name="T22" fmla="*/ 2 w 12"/>
                <a:gd name="T23" fmla="*/ 1 h 19"/>
                <a:gd name="T24" fmla="*/ 0 w 12"/>
                <a:gd name="T25" fmla="*/ 1 h 19"/>
                <a:gd name="T26" fmla="*/ 0 w 12"/>
                <a:gd name="T27" fmla="*/ 4 h 19"/>
                <a:gd name="T28" fmla="*/ 0 w 12"/>
                <a:gd name="T29" fmla="*/ 4 h 19"/>
                <a:gd name="T30" fmla="*/ 0 w 12"/>
                <a:gd name="T31" fmla="*/ 6 h 19"/>
                <a:gd name="T32" fmla="*/ 0 w 12"/>
                <a:gd name="T33" fmla="*/ 9 h 19"/>
                <a:gd name="T34" fmla="*/ 0 w 12"/>
                <a:gd name="T35" fmla="*/ 9 h 19"/>
                <a:gd name="T36" fmla="*/ 0 w 12"/>
                <a:gd name="T37" fmla="*/ 11 h 19"/>
                <a:gd name="T38" fmla="*/ 0 w 12"/>
                <a:gd name="T39" fmla="*/ 14 h 19"/>
                <a:gd name="T40" fmla="*/ 0 w 12"/>
                <a:gd name="T41" fmla="*/ 14 h 19"/>
                <a:gd name="T42" fmla="*/ 2 w 12"/>
                <a:gd name="T43" fmla="*/ 16 h 19"/>
                <a:gd name="T44" fmla="*/ 2 w 12"/>
                <a:gd name="T45" fmla="*/ 16 h 19"/>
                <a:gd name="T46" fmla="*/ 5 w 12"/>
                <a:gd name="T47" fmla="*/ 19 h 19"/>
                <a:gd name="T48" fmla="*/ 5 w 12"/>
                <a:gd name="T49" fmla="*/ 19 h 19"/>
                <a:gd name="T50" fmla="*/ 7 w 12"/>
                <a:gd name="T51" fmla="*/ 19 h 19"/>
                <a:gd name="T52" fmla="*/ 10 w 12"/>
                <a:gd name="T53" fmla="*/ 19 h 19"/>
                <a:gd name="T54" fmla="*/ 10 w 12"/>
                <a:gd name="T55" fmla="*/ 16 h 19"/>
                <a:gd name="T56" fmla="*/ 10 w 12"/>
                <a:gd name="T57" fmla="*/ 16 h 19"/>
                <a:gd name="T58" fmla="*/ 12 w 12"/>
                <a:gd name="T59" fmla="*/ 14 h 19"/>
                <a:gd name="T60" fmla="*/ 12 w 12"/>
                <a:gd name="T61" fmla="*/ 11 h 19"/>
                <a:gd name="T62" fmla="*/ 12 w 12"/>
                <a:gd name="T63" fmla="*/ 11 h 19"/>
                <a:gd name="T64" fmla="*/ 12 w 12"/>
                <a:gd name="T65" fmla="*/ 9 h 19"/>
                <a:gd name="T66" fmla="*/ 12 w 12"/>
                <a:gd name="T67" fmla="*/ 9 h 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"/>
                <a:gd name="T103" fmla="*/ 0 h 19"/>
                <a:gd name="T104" fmla="*/ 12 w 12"/>
                <a:gd name="T105" fmla="*/ 19 h 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" h="19">
                  <a:moveTo>
                    <a:pt x="12" y="6"/>
                  </a:moveTo>
                  <a:lnTo>
                    <a:pt x="12" y="6"/>
                  </a:lnTo>
                  <a:lnTo>
                    <a:pt x="12" y="4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2" y="14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993"/>
            <p:cNvSpPr>
              <a:spLocks/>
            </p:cNvSpPr>
            <p:nvPr/>
          </p:nvSpPr>
          <p:spPr bwMode="auto">
            <a:xfrm>
              <a:off x="7218" y="1479"/>
              <a:ext cx="7" cy="9"/>
            </a:xfrm>
            <a:custGeom>
              <a:avLst/>
              <a:gdLst>
                <a:gd name="T0" fmla="*/ 12 w 12"/>
                <a:gd name="T1" fmla="*/ 6 h 19"/>
                <a:gd name="T2" fmla="*/ 12 w 12"/>
                <a:gd name="T3" fmla="*/ 6 h 19"/>
                <a:gd name="T4" fmla="*/ 12 w 12"/>
                <a:gd name="T5" fmla="*/ 4 h 19"/>
                <a:gd name="T6" fmla="*/ 12 w 12"/>
                <a:gd name="T7" fmla="*/ 1 h 19"/>
                <a:gd name="T8" fmla="*/ 10 w 12"/>
                <a:gd name="T9" fmla="*/ 1 h 19"/>
                <a:gd name="T10" fmla="*/ 10 w 12"/>
                <a:gd name="T11" fmla="*/ 0 h 19"/>
                <a:gd name="T12" fmla="*/ 10 w 12"/>
                <a:gd name="T13" fmla="*/ 0 h 19"/>
                <a:gd name="T14" fmla="*/ 7 w 12"/>
                <a:gd name="T15" fmla="*/ 0 h 19"/>
                <a:gd name="T16" fmla="*/ 5 w 12"/>
                <a:gd name="T17" fmla="*/ 0 h 19"/>
                <a:gd name="T18" fmla="*/ 5 w 12"/>
                <a:gd name="T19" fmla="*/ 0 h 19"/>
                <a:gd name="T20" fmla="*/ 2 w 12"/>
                <a:gd name="T21" fmla="*/ 0 h 19"/>
                <a:gd name="T22" fmla="*/ 2 w 12"/>
                <a:gd name="T23" fmla="*/ 1 h 19"/>
                <a:gd name="T24" fmla="*/ 0 w 12"/>
                <a:gd name="T25" fmla="*/ 1 h 19"/>
                <a:gd name="T26" fmla="*/ 0 w 12"/>
                <a:gd name="T27" fmla="*/ 4 h 19"/>
                <a:gd name="T28" fmla="*/ 0 w 12"/>
                <a:gd name="T29" fmla="*/ 4 h 19"/>
                <a:gd name="T30" fmla="*/ 0 w 12"/>
                <a:gd name="T31" fmla="*/ 6 h 19"/>
                <a:gd name="T32" fmla="*/ 0 w 12"/>
                <a:gd name="T33" fmla="*/ 9 h 19"/>
                <a:gd name="T34" fmla="*/ 0 w 12"/>
                <a:gd name="T35" fmla="*/ 9 h 19"/>
                <a:gd name="T36" fmla="*/ 0 w 12"/>
                <a:gd name="T37" fmla="*/ 11 h 19"/>
                <a:gd name="T38" fmla="*/ 0 w 12"/>
                <a:gd name="T39" fmla="*/ 14 h 19"/>
                <a:gd name="T40" fmla="*/ 0 w 12"/>
                <a:gd name="T41" fmla="*/ 14 h 19"/>
                <a:gd name="T42" fmla="*/ 2 w 12"/>
                <a:gd name="T43" fmla="*/ 16 h 19"/>
                <a:gd name="T44" fmla="*/ 2 w 12"/>
                <a:gd name="T45" fmla="*/ 16 h 19"/>
                <a:gd name="T46" fmla="*/ 5 w 12"/>
                <a:gd name="T47" fmla="*/ 19 h 19"/>
                <a:gd name="T48" fmla="*/ 5 w 12"/>
                <a:gd name="T49" fmla="*/ 19 h 19"/>
                <a:gd name="T50" fmla="*/ 7 w 12"/>
                <a:gd name="T51" fmla="*/ 19 h 19"/>
                <a:gd name="T52" fmla="*/ 10 w 12"/>
                <a:gd name="T53" fmla="*/ 19 h 19"/>
                <a:gd name="T54" fmla="*/ 10 w 12"/>
                <a:gd name="T55" fmla="*/ 16 h 19"/>
                <a:gd name="T56" fmla="*/ 10 w 12"/>
                <a:gd name="T57" fmla="*/ 16 h 19"/>
                <a:gd name="T58" fmla="*/ 12 w 12"/>
                <a:gd name="T59" fmla="*/ 14 h 19"/>
                <a:gd name="T60" fmla="*/ 12 w 12"/>
                <a:gd name="T61" fmla="*/ 11 h 19"/>
                <a:gd name="T62" fmla="*/ 12 w 12"/>
                <a:gd name="T63" fmla="*/ 11 h 19"/>
                <a:gd name="T64" fmla="*/ 12 w 12"/>
                <a:gd name="T65" fmla="*/ 9 h 19"/>
                <a:gd name="T66" fmla="*/ 12 w 12"/>
                <a:gd name="T67" fmla="*/ 9 h 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"/>
                <a:gd name="T103" fmla="*/ 0 h 19"/>
                <a:gd name="T104" fmla="*/ 12 w 12"/>
                <a:gd name="T105" fmla="*/ 19 h 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" h="19">
                  <a:moveTo>
                    <a:pt x="12" y="6"/>
                  </a:moveTo>
                  <a:lnTo>
                    <a:pt x="12" y="6"/>
                  </a:lnTo>
                  <a:lnTo>
                    <a:pt x="12" y="4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2" y="14"/>
                  </a:lnTo>
                  <a:lnTo>
                    <a:pt x="12" y="11"/>
                  </a:lnTo>
                  <a:lnTo>
                    <a:pt x="12" y="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994"/>
            <p:cNvSpPr>
              <a:spLocks/>
            </p:cNvSpPr>
            <p:nvPr/>
          </p:nvSpPr>
          <p:spPr bwMode="auto">
            <a:xfrm>
              <a:off x="7055" y="1329"/>
              <a:ext cx="93" cy="114"/>
            </a:xfrm>
            <a:custGeom>
              <a:avLst/>
              <a:gdLst>
                <a:gd name="T0" fmla="*/ 93 w 186"/>
                <a:gd name="T1" fmla="*/ 5 h 229"/>
                <a:gd name="T2" fmla="*/ 83 w 186"/>
                <a:gd name="T3" fmla="*/ 20 h 229"/>
                <a:gd name="T4" fmla="*/ 78 w 186"/>
                <a:gd name="T5" fmla="*/ 40 h 229"/>
                <a:gd name="T6" fmla="*/ 73 w 186"/>
                <a:gd name="T7" fmla="*/ 59 h 229"/>
                <a:gd name="T8" fmla="*/ 81 w 186"/>
                <a:gd name="T9" fmla="*/ 81 h 229"/>
                <a:gd name="T10" fmla="*/ 88 w 186"/>
                <a:gd name="T11" fmla="*/ 94 h 229"/>
                <a:gd name="T12" fmla="*/ 98 w 186"/>
                <a:gd name="T13" fmla="*/ 106 h 229"/>
                <a:gd name="T14" fmla="*/ 110 w 186"/>
                <a:gd name="T15" fmla="*/ 118 h 229"/>
                <a:gd name="T16" fmla="*/ 122 w 186"/>
                <a:gd name="T17" fmla="*/ 130 h 229"/>
                <a:gd name="T18" fmla="*/ 135 w 186"/>
                <a:gd name="T19" fmla="*/ 140 h 229"/>
                <a:gd name="T20" fmla="*/ 150 w 186"/>
                <a:gd name="T21" fmla="*/ 153 h 229"/>
                <a:gd name="T22" fmla="*/ 166 w 186"/>
                <a:gd name="T23" fmla="*/ 163 h 229"/>
                <a:gd name="T24" fmla="*/ 186 w 186"/>
                <a:gd name="T25" fmla="*/ 173 h 229"/>
                <a:gd name="T26" fmla="*/ 168 w 186"/>
                <a:gd name="T27" fmla="*/ 173 h 229"/>
                <a:gd name="T28" fmla="*/ 157 w 186"/>
                <a:gd name="T29" fmla="*/ 176 h 229"/>
                <a:gd name="T30" fmla="*/ 147 w 186"/>
                <a:gd name="T31" fmla="*/ 184 h 229"/>
                <a:gd name="T32" fmla="*/ 140 w 186"/>
                <a:gd name="T33" fmla="*/ 191 h 229"/>
                <a:gd name="T34" fmla="*/ 135 w 186"/>
                <a:gd name="T35" fmla="*/ 201 h 229"/>
                <a:gd name="T36" fmla="*/ 127 w 186"/>
                <a:gd name="T37" fmla="*/ 211 h 229"/>
                <a:gd name="T38" fmla="*/ 115 w 186"/>
                <a:gd name="T39" fmla="*/ 221 h 229"/>
                <a:gd name="T40" fmla="*/ 100 w 186"/>
                <a:gd name="T41" fmla="*/ 229 h 229"/>
                <a:gd name="T42" fmla="*/ 96 w 186"/>
                <a:gd name="T43" fmla="*/ 201 h 229"/>
                <a:gd name="T44" fmla="*/ 83 w 186"/>
                <a:gd name="T45" fmla="*/ 179 h 229"/>
                <a:gd name="T46" fmla="*/ 71 w 186"/>
                <a:gd name="T47" fmla="*/ 160 h 229"/>
                <a:gd name="T48" fmla="*/ 53 w 186"/>
                <a:gd name="T49" fmla="*/ 140 h 229"/>
                <a:gd name="T50" fmla="*/ 38 w 186"/>
                <a:gd name="T51" fmla="*/ 125 h 229"/>
                <a:gd name="T52" fmla="*/ 22 w 186"/>
                <a:gd name="T53" fmla="*/ 109 h 229"/>
                <a:gd name="T54" fmla="*/ 10 w 186"/>
                <a:gd name="T55" fmla="*/ 91 h 229"/>
                <a:gd name="T56" fmla="*/ 0 w 186"/>
                <a:gd name="T57" fmla="*/ 74 h 229"/>
                <a:gd name="T58" fmla="*/ 7 w 186"/>
                <a:gd name="T59" fmla="*/ 69 h 229"/>
                <a:gd name="T60" fmla="*/ 17 w 186"/>
                <a:gd name="T61" fmla="*/ 59 h 229"/>
                <a:gd name="T62" fmla="*/ 22 w 186"/>
                <a:gd name="T63" fmla="*/ 51 h 229"/>
                <a:gd name="T64" fmla="*/ 30 w 186"/>
                <a:gd name="T65" fmla="*/ 38 h 229"/>
                <a:gd name="T66" fmla="*/ 32 w 186"/>
                <a:gd name="T67" fmla="*/ 30 h 229"/>
                <a:gd name="T68" fmla="*/ 37 w 186"/>
                <a:gd name="T69" fmla="*/ 20 h 229"/>
                <a:gd name="T70" fmla="*/ 41 w 186"/>
                <a:gd name="T71" fmla="*/ 13 h 229"/>
                <a:gd name="T72" fmla="*/ 51 w 186"/>
                <a:gd name="T73" fmla="*/ 8 h 229"/>
                <a:gd name="T74" fmla="*/ 61 w 186"/>
                <a:gd name="T75" fmla="*/ 3 h 229"/>
                <a:gd name="T76" fmla="*/ 71 w 186"/>
                <a:gd name="T77" fmla="*/ 3 h 229"/>
                <a:gd name="T78" fmla="*/ 81 w 186"/>
                <a:gd name="T79" fmla="*/ 0 h 229"/>
                <a:gd name="T80" fmla="*/ 88 w 186"/>
                <a:gd name="T81" fmla="*/ 3 h 229"/>
                <a:gd name="T82" fmla="*/ 93 w 186"/>
                <a:gd name="T83" fmla="*/ 5 h 229"/>
                <a:gd name="T84" fmla="*/ 93 w 186"/>
                <a:gd name="T85" fmla="*/ 5 h 2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86"/>
                <a:gd name="T130" fmla="*/ 0 h 229"/>
                <a:gd name="T131" fmla="*/ 186 w 186"/>
                <a:gd name="T132" fmla="*/ 229 h 22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86" h="229">
                  <a:moveTo>
                    <a:pt x="93" y="5"/>
                  </a:moveTo>
                  <a:lnTo>
                    <a:pt x="83" y="20"/>
                  </a:lnTo>
                  <a:lnTo>
                    <a:pt x="78" y="40"/>
                  </a:lnTo>
                  <a:lnTo>
                    <a:pt x="73" y="59"/>
                  </a:lnTo>
                  <a:lnTo>
                    <a:pt x="81" y="81"/>
                  </a:lnTo>
                  <a:lnTo>
                    <a:pt x="88" y="94"/>
                  </a:lnTo>
                  <a:lnTo>
                    <a:pt x="98" y="106"/>
                  </a:lnTo>
                  <a:lnTo>
                    <a:pt x="110" y="118"/>
                  </a:lnTo>
                  <a:lnTo>
                    <a:pt x="122" y="130"/>
                  </a:lnTo>
                  <a:lnTo>
                    <a:pt x="135" y="140"/>
                  </a:lnTo>
                  <a:lnTo>
                    <a:pt x="150" y="153"/>
                  </a:lnTo>
                  <a:lnTo>
                    <a:pt x="166" y="163"/>
                  </a:lnTo>
                  <a:lnTo>
                    <a:pt x="186" y="173"/>
                  </a:lnTo>
                  <a:lnTo>
                    <a:pt x="168" y="173"/>
                  </a:lnTo>
                  <a:lnTo>
                    <a:pt x="157" y="176"/>
                  </a:lnTo>
                  <a:lnTo>
                    <a:pt x="147" y="184"/>
                  </a:lnTo>
                  <a:lnTo>
                    <a:pt x="140" y="191"/>
                  </a:lnTo>
                  <a:lnTo>
                    <a:pt x="135" y="201"/>
                  </a:lnTo>
                  <a:lnTo>
                    <a:pt x="127" y="211"/>
                  </a:lnTo>
                  <a:lnTo>
                    <a:pt x="115" y="221"/>
                  </a:lnTo>
                  <a:lnTo>
                    <a:pt x="100" y="229"/>
                  </a:lnTo>
                  <a:lnTo>
                    <a:pt x="96" y="201"/>
                  </a:lnTo>
                  <a:lnTo>
                    <a:pt x="83" y="179"/>
                  </a:lnTo>
                  <a:lnTo>
                    <a:pt x="71" y="160"/>
                  </a:lnTo>
                  <a:lnTo>
                    <a:pt x="53" y="140"/>
                  </a:lnTo>
                  <a:lnTo>
                    <a:pt x="38" y="125"/>
                  </a:lnTo>
                  <a:lnTo>
                    <a:pt x="22" y="109"/>
                  </a:lnTo>
                  <a:lnTo>
                    <a:pt x="10" y="91"/>
                  </a:lnTo>
                  <a:lnTo>
                    <a:pt x="0" y="74"/>
                  </a:lnTo>
                  <a:lnTo>
                    <a:pt x="7" y="69"/>
                  </a:lnTo>
                  <a:lnTo>
                    <a:pt x="17" y="59"/>
                  </a:lnTo>
                  <a:lnTo>
                    <a:pt x="22" y="51"/>
                  </a:lnTo>
                  <a:lnTo>
                    <a:pt x="30" y="38"/>
                  </a:lnTo>
                  <a:lnTo>
                    <a:pt x="32" y="30"/>
                  </a:lnTo>
                  <a:lnTo>
                    <a:pt x="37" y="20"/>
                  </a:lnTo>
                  <a:lnTo>
                    <a:pt x="41" y="13"/>
                  </a:lnTo>
                  <a:lnTo>
                    <a:pt x="51" y="8"/>
                  </a:lnTo>
                  <a:lnTo>
                    <a:pt x="61" y="3"/>
                  </a:lnTo>
                  <a:lnTo>
                    <a:pt x="71" y="3"/>
                  </a:lnTo>
                  <a:lnTo>
                    <a:pt x="81" y="0"/>
                  </a:lnTo>
                  <a:lnTo>
                    <a:pt x="88" y="3"/>
                  </a:lnTo>
                  <a:lnTo>
                    <a:pt x="93" y="5"/>
                  </a:lnTo>
                  <a:close/>
                </a:path>
              </a:pathLst>
            </a:custGeom>
            <a:solidFill>
              <a:srgbClr val="ABAB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995"/>
            <p:cNvSpPr>
              <a:spLocks/>
            </p:cNvSpPr>
            <p:nvPr/>
          </p:nvSpPr>
          <p:spPr bwMode="auto">
            <a:xfrm>
              <a:off x="7055" y="1329"/>
              <a:ext cx="93" cy="114"/>
            </a:xfrm>
            <a:custGeom>
              <a:avLst/>
              <a:gdLst>
                <a:gd name="T0" fmla="*/ 93 w 186"/>
                <a:gd name="T1" fmla="*/ 5 h 229"/>
                <a:gd name="T2" fmla="*/ 83 w 186"/>
                <a:gd name="T3" fmla="*/ 20 h 229"/>
                <a:gd name="T4" fmla="*/ 78 w 186"/>
                <a:gd name="T5" fmla="*/ 40 h 229"/>
                <a:gd name="T6" fmla="*/ 73 w 186"/>
                <a:gd name="T7" fmla="*/ 59 h 229"/>
                <a:gd name="T8" fmla="*/ 81 w 186"/>
                <a:gd name="T9" fmla="*/ 81 h 229"/>
                <a:gd name="T10" fmla="*/ 88 w 186"/>
                <a:gd name="T11" fmla="*/ 94 h 229"/>
                <a:gd name="T12" fmla="*/ 98 w 186"/>
                <a:gd name="T13" fmla="*/ 106 h 229"/>
                <a:gd name="T14" fmla="*/ 110 w 186"/>
                <a:gd name="T15" fmla="*/ 118 h 229"/>
                <a:gd name="T16" fmla="*/ 122 w 186"/>
                <a:gd name="T17" fmla="*/ 130 h 229"/>
                <a:gd name="T18" fmla="*/ 135 w 186"/>
                <a:gd name="T19" fmla="*/ 140 h 229"/>
                <a:gd name="T20" fmla="*/ 150 w 186"/>
                <a:gd name="T21" fmla="*/ 153 h 229"/>
                <a:gd name="T22" fmla="*/ 166 w 186"/>
                <a:gd name="T23" fmla="*/ 163 h 229"/>
                <a:gd name="T24" fmla="*/ 186 w 186"/>
                <a:gd name="T25" fmla="*/ 173 h 229"/>
                <a:gd name="T26" fmla="*/ 168 w 186"/>
                <a:gd name="T27" fmla="*/ 173 h 229"/>
                <a:gd name="T28" fmla="*/ 157 w 186"/>
                <a:gd name="T29" fmla="*/ 176 h 229"/>
                <a:gd name="T30" fmla="*/ 147 w 186"/>
                <a:gd name="T31" fmla="*/ 184 h 229"/>
                <a:gd name="T32" fmla="*/ 140 w 186"/>
                <a:gd name="T33" fmla="*/ 191 h 229"/>
                <a:gd name="T34" fmla="*/ 135 w 186"/>
                <a:gd name="T35" fmla="*/ 201 h 229"/>
                <a:gd name="T36" fmla="*/ 127 w 186"/>
                <a:gd name="T37" fmla="*/ 211 h 229"/>
                <a:gd name="T38" fmla="*/ 115 w 186"/>
                <a:gd name="T39" fmla="*/ 221 h 229"/>
                <a:gd name="T40" fmla="*/ 100 w 186"/>
                <a:gd name="T41" fmla="*/ 229 h 229"/>
                <a:gd name="T42" fmla="*/ 96 w 186"/>
                <a:gd name="T43" fmla="*/ 201 h 229"/>
                <a:gd name="T44" fmla="*/ 83 w 186"/>
                <a:gd name="T45" fmla="*/ 179 h 229"/>
                <a:gd name="T46" fmla="*/ 71 w 186"/>
                <a:gd name="T47" fmla="*/ 160 h 229"/>
                <a:gd name="T48" fmla="*/ 53 w 186"/>
                <a:gd name="T49" fmla="*/ 140 h 229"/>
                <a:gd name="T50" fmla="*/ 38 w 186"/>
                <a:gd name="T51" fmla="*/ 125 h 229"/>
                <a:gd name="T52" fmla="*/ 22 w 186"/>
                <a:gd name="T53" fmla="*/ 109 h 229"/>
                <a:gd name="T54" fmla="*/ 10 w 186"/>
                <a:gd name="T55" fmla="*/ 91 h 229"/>
                <a:gd name="T56" fmla="*/ 0 w 186"/>
                <a:gd name="T57" fmla="*/ 74 h 229"/>
                <a:gd name="T58" fmla="*/ 7 w 186"/>
                <a:gd name="T59" fmla="*/ 69 h 229"/>
                <a:gd name="T60" fmla="*/ 17 w 186"/>
                <a:gd name="T61" fmla="*/ 59 h 229"/>
                <a:gd name="T62" fmla="*/ 22 w 186"/>
                <a:gd name="T63" fmla="*/ 51 h 229"/>
                <a:gd name="T64" fmla="*/ 30 w 186"/>
                <a:gd name="T65" fmla="*/ 38 h 229"/>
                <a:gd name="T66" fmla="*/ 32 w 186"/>
                <a:gd name="T67" fmla="*/ 30 h 229"/>
                <a:gd name="T68" fmla="*/ 37 w 186"/>
                <a:gd name="T69" fmla="*/ 20 h 229"/>
                <a:gd name="T70" fmla="*/ 41 w 186"/>
                <a:gd name="T71" fmla="*/ 13 h 229"/>
                <a:gd name="T72" fmla="*/ 51 w 186"/>
                <a:gd name="T73" fmla="*/ 8 h 229"/>
                <a:gd name="T74" fmla="*/ 61 w 186"/>
                <a:gd name="T75" fmla="*/ 3 h 229"/>
                <a:gd name="T76" fmla="*/ 71 w 186"/>
                <a:gd name="T77" fmla="*/ 3 h 229"/>
                <a:gd name="T78" fmla="*/ 81 w 186"/>
                <a:gd name="T79" fmla="*/ 0 h 229"/>
                <a:gd name="T80" fmla="*/ 88 w 186"/>
                <a:gd name="T81" fmla="*/ 3 h 229"/>
                <a:gd name="T82" fmla="*/ 93 w 186"/>
                <a:gd name="T83" fmla="*/ 5 h 229"/>
                <a:gd name="T84" fmla="*/ 93 w 186"/>
                <a:gd name="T85" fmla="*/ 5 h 2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86"/>
                <a:gd name="T130" fmla="*/ 0 h 229"/>
                <a:gd name="T131" fmla="*/ 186 w 186"/>
                <a:gd name="T132" fmla="*/ 229 h 22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86" h="229">
                  <a:moveTo>
                    <a:pt x="93" y="5"/>
                  </a:moveTo>
                  <a:lnTo>
                    <a:pt x="83" y="20"/>
                  </a:lnTo>
                  <a:lnTo>
                    <a:pt x="78" y="40"/>
                  </a:lnTo>
                  <a:lnTo>
                    <a:pt x="73" y="59"/>
                  </a:lnTo>
                  <a:lnTo>
                    <a:pt x="81" y="81"/>
                  </a:lnTo>
                  <a:lnTo>
                    <a:pt x="88" y="94"/>
                  </a:lnTo>
                  <a:lnTo>
                    <a:pt x="98" y="106"/>
                  </a:lnTo>
                  <a:lnTo>
                    <a:pt x="110" y="118"/>
                  </a:lnTo>
                  <a:lnTo>
                    <a:pt x="122" y="130"/>
                  </a:lnTo>
                  <a:lnTo>
                    <a:pt x="135" y="140"/>
                  </a:lnTo>
                  <a:lnTo>
                    <a:pt x="150" y="153"/>
                  </a:lnTo>
                  <a:lnTo>
                    <a:pt x="166" y="163"/>
                  </a:lnTo>
                  <a:lnTo>
                    <a:pt x="186" y="173"/>
                  </a:lnTo>
                  <a:lnTo>
                    <a:pt x="168" y="173"/>
                  </a:lnTo>
                  <a:lnTo>
                    <a:pt x="157" y="176"/>
                  </a:lnTo>
                  <a:lnTo>
                    <a:pt x="147" y="184"/>
                  </a:lnTo>
                  <a:lnTo>
                    <a:pt x="140" y="191"/>
                  </a:lnTo>
                  <a:lnTo>
                    <a:pt x="135" y="201"/>
                  </a:lnTo>
                  <a:lnTo>
                    <a:pt x="127" y="211"/>
                  </a:lnTo>
                  <a:lnTo>
                    <a:pt x="115" y="221"/>
                  </a:lnTo>
                  <a:lnTo>
                    <a:pt x="100" y="229"/>
                  </a:lnTo>
                  <a:lnTo>
                    <a:pt x="96" y="201"/>
                  </a:lnTo>
                  <a:lnTo>
                    <a:pt x="83" y="179"/>
                  </a:lnTo>
                  <a:lnTo>
                    <a:pt x="71" y="160"/>
                  </a:lnTo>
                  <a:lnTo>
                    <a:pt x="53" y="140"/>
                  </a:lnTo>
                  <a:lnTo>
                    <a:pt x="38" y="125"/>
                  </a:lnTo>
                  <a:lnTo>
                    <a:pt x="22" y="109"/>
                  </a:lnTo>
                  <a:lnTo>
                    <a:pt x="10" y="91"/>
                  </a:lnTo>
                  <a:lnTo>
                    <a:pt x="0" y="74"/>
                  </a:lnTo>
                  <a:lnTo>
                    <a:pt x="7" y="69"/>
                  </a:lnTo>
                  <a:lnTo>
                    <a:pt x="17" y="59"/>
                  </a:lnTo>
                  <a:lnTo>
                    <a:pt x="22" y="51"/>
                  </a:lnTo>
                  <a:lnTo>
                    <a:pt x="30" y="38"/>
                  </a:lnTo>
                  <a:lnTo>
                    <a:pt x="32" y="30"/>
                  </a:lnTo>
                  <a:lnTo>
                    <a:pt x="37" y="20"/>
                  </a:lnTo>
                  <a:lnTo>
                    <a:pt x="41" y="13"/>
                  </a:lnTo>
                  <a:lnTo>
                    <a:pt x="51" y="8"/>
                  </a:lnTo>
                  <a:lnTo>
                    <a:pt x="61" y="3"/>
                  </a:lnTo>
                  <a:lnTo>
                    <a:pt x="71" y="3"/>
                  </a:lnTo>
                  <a:lnTo>
                    <a:pt x="81" y="0"/>
                  </a:lnTo>
                  <a:lnTo>
                    <a:pt x="88" y="3"/>
                  </a:lnTo>
                  <a:lnTo>
                    <a:pt x="93" y="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996"/>
            <p:cNvSpPr>
              <a:spLocks/>
            </p:cNvSpPr>
            <p:nvPr/>
          </p:nvSpPr>
          <p:spPr bwMode="auto">
            <a:xfrm>
              <a:off x="7083" y="1036"/>
              <a:ext cx="243" cy="141"/>
            </a:xfrm>
            <a:custGeom>
              <a:avLst/>
              <a:gdLst>
                <a:gd name="T0" fmla="*/ 0 w 485"/>
                <a:gd name="T1" fmla="*/ 235 h 281"/>
                <a:gd name="T2" fmla="*/ 104 w 485"/>
                <a:gd name="T3" fmla="*/ 69 h 281"/>
                <a:gd name="T4" fmla="*/ 122 w 485"/>
                <a:gd name="T5" fmla="*/ 54 h 281"/>
                <a:gd name="T6" fmla="*/ 137 w 485"/>
                <a:gd name="T7" fmla="*/ 44 h 281"/>
                <a:gd name="T8" fmla="*/ 152 w 485"/>
                <a:gd name="T9" fmla="*/ 34 h 281"/>
                <a:gd name="T10" fmla="*/ 167 w 485"/>
                <a:gd name="T11" fmla="*/ 24 h 281"/>
                <a:gd name="T12" fmla="*/ 184 w 485"/>
                <a:gd name="T13" fmla="*/ 16 h 281"/>
                <a:gd name="T14" fmla="*/ 199 w 485"/>
                <a:gd name="T15" fmla="*/ 11 h 281"/>
                <a:gd name="T16" fmla="*/ 214 w 485"/>
                <a:gd name="T17" fmla="*/ 5 h 281"/>
                <a:gd name="T18" fmla="*/ 235 w 485"/>
                <a:gd name="T19" fmla="*/ 3 h 281"/>
                <a:gd name="T20" fmla="*/ 255 w 485"/>
                <a:gd name="T21" fmla="*/ 0 h 281"/>
                <a:gd name="T22" fmla="*/ 275 w 485"/>
                <a:gd name="T23" fmla="*/ 0 h 281"/>
                <a:gd name="T24" fmla="*/ 292 w 485"/>
                <a:gd name="T25" fmla="*/ 0 h 281"/>
                <a:gd name="T26" fmla="*/ 309 w 485"/>
                <a:gd name="T27" fmla="*/ 3 h 281"/>
                <a:gd name="T28" fmla="*/ 324 w 485"/>
                <a:gd name="T29" fmla="*/ 5 h 281"/>
                <a:gd name="T30" fmla="*/ 336 w 485"/>
                <a:gd name="T31" fmla="*/ 6 h 281"/>
                <a:gd name="T32" fmla="*/ 351 w 485"/>
                <a:gd name="T33" fmla="*/ 11 h 281"/>
                <a:gd name="T34" fmla="*/ 362 w 485"/>
                <a:gd name="T35" fmla="*/ 16 h 281"/>
                <a:gd name="T36" fmla="*/ 375 w 485"/>
                <a:gd name="T37" fmla="*/ 21 h 281"/>
                <a:gd name="T38" fmla="*/ 387 w 485"/>
                <a:gd name="T39" fmla="*/ 29 h 281"/>
                <a:gd name="T40" fmla="*/ 400 w 485"/>
                <a:gd name="T41" fmla="*/ 36 h 281"/>
                <a:gd name="T42" fmla="*/ 410 w 485"/>
                <a:gd name="T43" fmla="*/ 44 h 281"/>
                <a:gd name="T44" fmla="*/ 420 w 485"/>
                <a:gd name="T45" fmla="*/ 49 h 281"/>
                <a:gd name="T46" fmla="*/ 431 w 485"/>
                <a:gd name="T47" fmla="*/ 56 h 281"/>
                <a:gd name="T48" fmla="*/ 444 w 485"/>
                <a:gd name="T49" fmla="*/ 64 h 281"/>
                <a:gd name="T50" fmla="*/ 451 w 485"/>
                <a:gd name="T51" fmla="*/ 75 h 281"/>
                <a:gd name="T52" fmla="*/ 459 w 485"/>
                <a:gd name="T53" fmla="*/ 88 h 281"/>
                <a:gd name="T54" fmla="*/ 466 w 485"/>
                <a:gd name="T55" fmla="*/ 103 h 281"/>
                <a:gd name="T56" fmla="*/ 471 w 485"/>
                <a:gd name="T57" fmla="*/ 115 h 281"/>
                <a:gd name="T58" fmla="*/ 476 w 485"/>
                <a:gd name="T59" fmla="*/ 130 h 281"/>
                <a:gd name="T60" fmla="*/ 479 w 485"/>
                <a:gd name="T61" fmla="*/ 141 h 281"/>
                <a:gd name="T62" fmla="*/ 481 w 485"/>
                <a:gd name="T63" fmla="*/ 156 h 281"/>
                <a:gd name="T64" fmla="*/ 484 w 485"/>
                <a:gd name="T65" fmla="*/ 169 h 281"/>
                <a:gd name="T66" fmla="*/ 484 w 485"/>
                <a:gd name="T67" fmla="*/ 184 h 281"/>
                <a:gd name="T68" fmla="*/ 485 w 485"/>
                <a:gd name="T69" fmla="*/ 198 h 281"/>
                <a:gd name="T70" fmla="*/ 485 w 485"/>
                <a:gd name="T71" fmla="*/ 213 h 281"/>
                <a:gd name="T72" fmla="*/ 485 w 485"/>
                <a:gd name="T73" fmla="*/ 228 h 281"/>
                <a:gd name="T74" fmla="*/ 485 w 485"/>
                <a:gd name="T75" fmla="*/ 243 h 281"/>
                <a:gd name="T76" fmla="*/ 485 w 485"/>
                <a:gd name="T77" fmla="*/ 255 h 281"/>
                <a:gd name="T78" fmla="*/ 485 w 485"/>
                <a:gd name="T79" fmla="*/ 269 h 281"/>
                <a:gd name="T80" fmla="*/ 485 w 485"/>
                <a:gd name="T81" fmla="*/ 281 h 281"/>
                <a:gd name="T82" fmla="*/ 265 w 485"/>
                <a:gd name="T83" fmla="*/ 210 h 281"/>
                <a:gd name="T84" fmla="*/ 0 w 485"/>
                <a:gd name="T85" fmla="*/ 235 h 281"/>
                <a:gd name="T86" fmla="*/ 0 w 485"/>
                <a:gd name="T87" fmla="*/ 235 h 2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85"/>
                <a:gd name="T133" fmla="*/ 0 h 281"/>
                <a:gd name="T134" fmla="*/ 485 w 485"/>
                <a:gd name="T135" fmla="*/ 281 h 28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85" h="281">
                  <a:moveTo>
                    <a:pt x="0" y="235"/>
                  </a:moveTo>
                  <a:lnTo>
                    <a:pt x="104" y="69"/>
                  </a:lnTo>
                  <a:lnTo>
                    <a:pt x="122" y="54"/>
                  </a:lnTo>
                  <a:lnTo>
                    <a:pt x="137" y="44"/>
                  </a:lnTo>
                  <a:lnTo>
                    <a:pt x="152" y="34"/>
                  </a:lnTo>
                  <a:lnTo>
                    <a:pt x="167" y="24"/>
                  </a:lnTo>
                  <a:lnTo>
                    <a:pt x="184" y="16"/>
                  </a:lnTo>
                  <a:lnTo>
                    <a:pt x="199" y="11"/>
                  </a:lnTo>
                  <a:lnTo>
                    <a:pt x="214" y="5"/>
                  </a:lnTo>
                  <a:lnTo>
                    <a:pt x="235" y="3"/>
                  </a:lnTo>
                  <a:lnTo>
                    <a:pt x="255" y="0"/>
                  </a:lnTo>
                  <a:lnTo>
                    <a:pt x="275" y="0"/>
                  </a:lnTo>
                  <a:lnTo>
                    <a:pt x="292" y="0"/>
                  </a:lnTo>
                  <a:lnTo>
                    <a:pt x="309" y="3"/>
                  </a:lnTo>
                  <a:lnTo>
                    <a:pt x="324" y="5"/>
                  </a:lnTo>
                  <a:lnTo>
                    <a:pt x="336" y="6"/>
                  </a:lnTo>
                  <a:lnTo>
                    <a:pt x="351" y="11"/>
                  </a:lnTo>
                  <a:lnTo>
                    <a:pt x="362" y="16"/>
                  </a:lnTo>
                  <a:lnTo>
                    <a:pt x="375" y="21"/>
                  </a:lnTo>
                  <a:lnTo>
                    <a:pt x="387" y="29"/>
                  </a:lnTo>
                  <a:lnTo>
                    <a:pt x="400" y="36"/>
                  </a:lnTo>
                  <a:lnTo>
                    <a:pt x="410" y="44"/>
                  </a:lnTo>
                  <a:lnTo>
                    <a:pt x="420" y="49"/>
                  </a:lnTo>
                  <a:lnTo>
                    <a:pt x="431" y="56"/>
                  </a:lnTo>
                  <a:lnTo>
                    <a:pt x="444" y="64"/>
                  </a:lnTo>
                  <a:lnTo>
                    <a:pt x="451" y="75"/>
                  </a:lnTo>
                  <a:lnTo>
                    <a:pt x="459" y="88"/>
                  </a:lnTo>
                  <a:lnTo>
                    <a:pt x="466" y="103"/>
                  </a:lnTo>
                  <a:lnTo>
                    <a:pt x="471" y="115"/>
                  </a:lnTo>
                  <a:lnTo>
                    <a:pt x="476" y="130"/>
                  </a:lnTo>
                  <a:lnTo>
                    <a:pt x="479" y="141"/>
                  </a:lnTo>
                  <a:lnTo>
                    <a:pt x="481" y="156"/>
                  </a:lnTo>
                  <a:lnTo>
                    <a:pt x="484" y="169"/>
                  </a:lnTo>
                  <a:lnTo>
                    <a:pt x="484" y="184"/>
                  </a:lnTo>
                  <a:lnTo>
                    <a:pt x="485" y="198"/>
                  </a:lnTo>
                  <a:lnTo>
                    <a:pt x="485" y="213"/>
                  </a:lnTo>
                  <a:lnTo>
                    <a:pt x="485" y="228"/>
                  </a:lnTo>
                  <a:lnTo>
                    <a:pt x="485" y="243"/>
                  </a:lnTo>
                  <a:lnTo>
                    <a:pt x="485" y="255"/>
                  </a:lnTo>
                  <a:lnTo>
                    <a:pt x="485" y="269"/>
                  </a:lnTo>
                  <a:lnTo>
                    <a:pt x="485" y="281"/>
                  </a:lnTo>
                  <a:lnTo>
                    <a:pt x="265" y="210"/>
                  </a:lnTo>
                  <a:lnTo>
                    <a:pt x="0" y="235"/>
                  </a:lnTo>
                  <a:close/>
                </a:path>
              </a:pathLst>
            </a:custGeom>
            <a:solidFill>
              <a:srgbClr val="FFFF1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997"/>
            <p:cNvSpPr>
              <a:spLocks/>
            </p:cNvSpPr>
            <p:nvPr/>
          </p:nvSpPr>
          <p:spPr bwMode="auto">
            <a:xfrm>
              <a:off x="7083" y="1036"/>
              <a:ext cx="243" cy="141"/>
            </a:xfrm>
            <a:custGeom>
              <a:avLst/>
              <a:gdLst>
                <a:gd name="T0" fmla="*/ 0 w 485"/>
                <a:gd name="T1" fmla="*/ 235 h 281"/>
                <a:gd name="T2" fmla="*/ 104 w 485"/>
                <a:gd name="T3" fmla="*/ 69 h 281"/>
                <a:gd name="T4" fmla="*/ 122 w 485"/>
                <a:gd name="T5" fmla="*/ 54 h 281"/>
                <a:gd name="T6" fmla="*/ 137 w 485"/>
                <a:gd name="T7" fmla="*/ 44 h 281"/>
                <a:gd name="T8" fmla="*/ 152 w 485"/>
                <a:gd name="T9" fmla="*/ 34 h 281"/>
                <a:gd name="T10" fmla="*/ 167 w 485"/>
                <a:gd name="T11" fmla="*/ 24 h 281"/>
                <a:gd name="T12" fmla="*/ 184 w 485"/>
                <a:gd name="T13" fmla="*/ 16 h 281"/>
                <a:gd name="T14" fmla="*/ 199 w 485"/>
                <a:gd name="T15" fmla="*/ 11 h 281"/>
                <a:gd name="T16" fmla="*/ 214 w 485"/>
                <a:gd name="T17" fmla="*/ 5 h 281"/>
                <a:gd name="T18" fmla="*/ 235 w 485"/>
                <a:gd name="T19" fmla="*/ 3 h 281"/>
                <a:gd name="T20" fmla="*/ 255 w 485"/>
                <a:gd name="T21" fmla="*/ 0 h 281"/>
                <a:gd name="T22" fmla="*/ 275 w 485"/>
                <a:gd name="T23" fmla="*/ 0 h 281"/>
                <a:gd name="T24" fmla="*/ 292 w 485"/>
                <a:gd name="T25" fmla="*/ 0 h 281"/>
                <a:gd name="T26" fmla="*/ 309 w 485"/>
                <a:gd name="T27" fmla="*/ 3 h 281"/>
                <a:gd name="T28" fmla="*/ 324 w 485"/>
                <a:gd name="T29" fmla="*/ 5 h 281"/>
                <a:gd name="T30" fmla="*/ 336 w 485"/>
                <a:gd name="T31" fmla="*/ 6 h 281"/>
                <a:gd name="T32" fmla="*/ 351 w 485"/>
                <a:gd name="T33" fmla="*/ 11 h 281"/>
                <a:gd name="T34" fmla="*/ 362 w 485"/>
                <a:gd name="T35" fmla="*/ 16 h 281"/>
                <a:gd name="T36" fmla="*/ 375 w 485"/>
                <a:gd name="T37" fmla="*/ 21 h 281"/>
                <a:gd name="T38" fmla="*/ 387 w 485"/>
                <a:gd name="T39" fmla="*/ 29 h 281"/>
                <a:gd name="T40" fmla="*/ 400 w 485"/>
                <a:gd name="T41" fmla="*/ 36 h 281"/>
                <a:gd name="T42" fmla="*/ 410 w 485"/>
                <a:gd name="T43" fmla="*/ 44 h 281"/>
                <a:gd name="T44" fmla="*/ 420 w 485"/>
                <a:gd name="T45" fmla="*/ 49 h 281"/>
                <a:gd name="T46" fmla="*/ 431 w 485"/>
                <a:gd name="T47" fmla="*/ 56 h 281"/>
                <a:gd name="T48" fmla="*/ 444 w 485"/>
                <a:gd name="T49" fmla="*/ 64 h 281"/>
                <a:gd name="T50" fmla="*/ 451 w 485"/>
                <a:gd name="T51" fmla="*/ 75 h 281"/>
                <a:gd name="T52" fmla="*/ 459 w 485"/>
                <a:gd name="T53" fmla="*/ 88 h 281"/>
                <a:gd name="T54" fmla="*/ 466 w 485"/>
                <a:gd name="T55" fmla="*/ 103 h 281"/>
                <a:gd name="T56" fmla="*/ 471 w 485"/>
                <a:gd name="T57" fmla="*/ 115 h 281"/>
                <a:gd name="T58" fmla="*/ 476 w 485"/>
                <a:gd name="T59" fmla="*/ 130 h 281"/>
                <a:gd name="T60" fmla="*/ 479 w 485"/>
                <a:gd name="T61" fmla="*/ 141 h 281"/>
                <a:gd name="T62" fmla="*/ 481 w 485"/>
                <a:gd name="T63" fmla="*/ 156 h 281"/>
                <a:gd name="T64" fmla="*/ 484 w 485"/>
                <a:gd name="T65" fmla="*/ 169 h 281"/>
                <a:gd name="T66" fmla="*/ 484 w 485"/>
                <a:gd name="T67" fmla="*/ 184 h 281"/>
                <a:gd name="T68" fmla="*/ 485 w 485"/>
                <a:gd name="T69" fmla="*/ 198 h 281"/>
                <a:gd name="T70" fmla="*/ 485 w 485"/>
                <a:gd name="T71" fmla="*/ 213 h 281"/>
                <a:gd name="T72" fmla="*/ 485 w 485"/>
                <a:gd name="T73" fmla="*/ 228 h 281"/>
                <a:gd name="T74" fmla="*/ 485 w 485"/>
                <a:gd name="T75" fmla="*/ 243 h 281"/>
                <a:gd name="T76" fmla="*/ 485 w 485"/>
                <a:gd name="T77" fmla="*/ 255 h 281"/>
                <a:gd name="T78" fmla="*/ 485 w 485"/>
                <a:gd name="T79" fmla="*/ 269 h 281"/>
                <a:gd name="T80" fmla="*/ 485 w 485"/>
                <a:gd name="T81" fmla="*/ 281 h 281"/>
                <a:gd name="T82" fmla="*/ 265 w 485"/>
                <a:gd name="T83" fmla="*/ 210 h 281"/>
                <a:gd name="T84" fmla="*/ 0 w 485"/>
                <a:gd name="T85" fmla="*/ 235 h 281"/>
                <a:gd name="T86" fmla="*/ 0 w 485"/>
                <a:gd name="T87" fmla="*/ 235 h 2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85"/>
                <a:gd name="T133" fmla="*/ 0 h 281"/>
                <a:gd name="T134" fmla="*/ 485 w 485"/>
                <a:gd name="T135" fmla="*/ 281 h 28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85" h="281">
                  <a:moveTo>
                    <a:pt x="0" y="235"/>
                  </a:moveTo>
                  <a:lnTo>
                    <a:pt x="104" y="69"/>
                  </a:lnTo>
                  <a:lnTo>
                    <a:pt x="122" y="54"/>
                  </a:lnTo>
                  <a:lnTo>
                    <a:pt x="137" y="44"/>
                  </a:lnTo>
                  <a:lnTo>
                    <a:pt x="152" y="34"/>
                  </a:lnTo>
                  <a:lnTo>
                    <a:pt x="167" y="24"/>
                  </a:lnTo>
                  <a:lnTo>
                    <a:pt x="184" y="16"/>
                  </a:lnTo>
                  <a:lnTo>
                    <a:pt x="199" y="11"/>
                  </a:lnTo>
                  <a:lnTo>
                    <a:pt x="214" y="5"/>
                  </a:lnTo>
                  <a:lnTo>
                    <a:pt x="235" y="3"/>
                  </a:lnTo>
                  <a:lnTo>
                    <a:pt x="255" y="0"/>
                  </a:lnTo>
                  <a:lnTo>
                    <a:pt x="275" y="0"/>
                  </a:lnTo>
                  <a:lnTo>
                    <a:pt x="292" y="0"/>
                  </a:lnTo>
                  <a:lnTo>
                    <a:pt x="309" y="3"/>
                  </a:lnTo>
                  <a:lnTo>
                    <a:pt x="324" y="5"/>
                  </a:lnTo>
                  <a:lnTo>
                    <a:pt x="336" y="6"/>
                  </a:lnTo>
                  <a:lnTo>
                    <a:pt x="351" y="11"/>
                  </a:lnTo>
                  <a:lnTo>
                    <a:pt x="362" y="16"/>
                  </a:lnTo>
                  <a:lnTo>
                    <a:pt x="375" y="21"/>
                  </a:lnTo>
                  <a:lnTo>
                    <a:pt x="387" y="29"/>
                  </a:lnTo>
                  <a:lnTo>
                    <a:pt x="400" y="36"/>
                  </a:lnTo>
                  <a:lnTo>
                    <a:pt x="410" y="44"/>
                  </a:lnTo>
                  <a:lnTo>
                    <a:pt x="420" y="49"/>
                  </a:lnTo>
                  <a:lnTo>
                    <a:pt x="431" y="56"/>
                  </a:lnTo>
                  <a:lnTo>
                    <a:pt x="444" y="64"/>
                  </a:lnTo>
                  <a:lnTo>
                    <a:pt x="451" y="75"/>
                  </a:lnTo>
                  <a:lnTo>
                    <a:pt x="459" y="88"/>
                  </a:lnTo>
                  <a:lnTo>
                    <a:pt x="466" y="103"/>
                  </a:lnTo>
                  <a:lnTo>
                    <a:pt x="471" y="115"/>
                  </a:lnTo>
                  <a:lnTo>
                    <a:pt x="476" y="130"/>
                  </a:lnTo>
                  <a:lnTo>
                    <a:pt x="479" y="141"/>
                  </a:lnTo>
                  <a:lnTo>
                    <a:pt x="481" y="156"/>
                  </a:lnTo>
                  <a:lnTo>
                    <a:pt x="484" y="169"/>
                  </a:lnTo>
                  <a:lnTo>
                    <a:pt x="484" y="184"/>
                  </a:lnTo>
                  <a:lnTo>
                    <a:pt x="485" y="198"/>
                  </a:lnTo>
                  <a:lnTo>
                    <a:pt x="485" y="213"/>
                  </a:lnTo>
                  <a:lnTo>
                    <a:pt x="485" y="228"/>
                  </a:lnTo>
                  <a:lnTo>
                    <a:pt x="485" y="243"/>
                  </a:lnTo>
                  <a:lnTo>
                    <a:pt x="485" y="255"/>
                  </a:lnTo>
                  <a:lnTo>
                    <a:pt x="485" y="269"/>
                  </a:lnTo>
                  <a:lnTo>
                    <a:pt x="485" y="281"/>
                  </a:lnTo>
                  <a:lnTo>
                    <a:pt x="265" y="210"/>
                  </a:lnTo>
                  <a:lnTo>
                    <a:pt x="0" y="23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998"/>
            <p:cNvSpPr>
              <a:spLocks/>
            </p:cNvSpPr>
            <p:nvPr/>
          </p:nvSpPr>
          <p:spPr bwMode="auto">
            <a:xfrm>
              <a:off x="7081" y="1060"/>
              <a:ext cx="108" cy="100"/>
            </a:xfrm>
            <a:custGeom>
              <a:avLst/>
              <a:gdLst>
                <a:gd name="T0" fmla="*/ 109 w 216"/>
                <a:gd name="T1" fmla="*/ 20 h 199"/>
                <a:gd name="T2" fmla="*/ 115 w 216"/>
                <a:gd name="T3" fmla="*/ 29 h 199"/>
                <a:gd name="T4" fmla="*/ 122 w 216"/>
                <a:gd name="T5" fmla="*/ 34 h 199"/>
                <a:gd name="T6" fmla="*/ 127 w 216"/>
                <a:gd name="T7" fmla="*/ 39 h 199"/>
                <a:gd name="T8" fmla="*/ 137 w 216"/>
                <a:gd name="T9" fmla="*/ 41 h 199"/>
                <a:gd name="T10" fmla="*/ 142 w 216"/>
                <a:gd name="T11" fmla="*/ 41 h 199"/>
                <a:gd name="T12" fmla="*/ 150 w 216"/>
                <a:gd name="T13" fmla="*/ 39 h 199"/>
                <a:gd name="T14" fmla="*/ 155 w 216"/>
                <a:gd name="T15" fmla="*/ 36 h 199"/>
                <a:gd name="T16" fmla="*/ 162 w 216"/>
                <a:gd name="T17" fmla="*/ 34 h 199"/>
                <a:gd name="T18" fmla="*/ 170 w 216"/>
                <a:gd name="T19" fmla="*/ 29 h 199"/>
                <a:gd name="T20" fmla="*/ 175 w 216"/>
                <a:gd name="T21" fmla="*/ 24 h 199"/>
                <a:gd name="T22" fmla="*/ 181 w 216"/>
                <a:gd name="T23" fmla="*/ 20 h 199"/>
                <a:gd name="T24" fmla="*/ 189 w 216"/>
                <a:gd name="T25" fmla="*/ 15 h 199"/>
                <a:gd name="T26" fmla="*/ 194 w 216"/>
                <a:gd name="T27" fmla="*/ 10 h 199"/>
                <a:gd name="T28" fmla="*/ 201 w 216"/>
                <a:gd name="T29" fmla="*/ 7 h 199"/>
                <a:gd name="T30" fmla="*/ 209 w 216"/>
                <a:gd name="T31" fmla="*/ 2 h 199"/>
                <a:gd name="T32" fmla="*/ 216 w 216"/>
                <a:gd name="T33" fmla="*/ 0 h 199"/>
                <a:gd name="T34" fmla="*/ 196 w 216"/>
                <a:gd name="T35" fmla="*/ 17 h 199"/>
                <a:gd name="T36" fmla="*/ 186 w 216"/>
                <a:gd name="T37" fmla="*/ 29 h 199"/>
                <a:gd name="T38" fmla="*/ 179 w 216"/>
                <a:gd name="T39" fmla="*/ 39 h 199"/>
                <a:gd name="T40" fmla="*/ 175 w 216"/>
                <a:gd name="T41" fmla="*/ 46 h 199"/>
                <a:gd name="T42" fmla="*/ 172 w 216"/>
                <a:gd name="T43" fmla="*/ 54 h 199"/>
                <a:gd name="T44" fmla="*/ 175 w 216"/>
                <a:gd name="T45" fmla="*/ 64 h 199"/>
                <a:gd name="T46" fmla="*/ 186 w 216"/>
                <a:gd name="T47" fmla="*/ 71 h 199"/>
                <a:gd name="T48" fmla="*/ 191 w 216"/>
                <a:gd name="T49" fmla="*/ 76 h 199"/>
                <a:gd name="T50" fmla="*/ 196 w 216"/>
                <a:gd name="T51" fmla="*/ 81 h 199"/>
                <a:gd name="T52" fmla="*/ 204 w 216"/>
                <a:gd name="T53" fmla="*/ 87 h 199"/>
                <a:gd name="T54" fmla="*/ 206 w 216"/>
                <a:gd name="T55" fmla="*/ 97 h 199"/>
                <a:gd name="T56" fmla="*/ 211 w 216"/>
                <a:gd name="T57" fmla="*/ 107 h 199"/>
                <a:gd name="T58" fmla="*/ 211 w 216"/>
                <a:gd name="T59" fmla="*/ 122 h 199"/>
                <a:gd name="T60" fmla="*/ 211 w 216"/>
                <a:gd name="T61" fmla="*/ 140 h 199"/>
                <a:gd name="T62" fmla="*/ 0 w 216"/>
                <a:gd name="T63" fmla="*/ 199 h 199"/>
                <a:gd name="T64" fmla="*/ 5 w 216"/>
                <a:gd name="T65" fmla="*/ 184 h 199"/>
                <a:gd name="T66" fmla="*/ 10 w 216"/>
                <a:gd name="T67" fmla="*/ 171 h 199"/>
                <a:gd name="T68" fmla="*/ 17 w 216"/>
                <a:gd name="T69" fmla="*/ 159 h 199"/>
                <a:gd name="T70" fmla="*/ 22 w 216"/>
                <a:gd name="T71" fmla="*/ 146 h 199"/>
                <a:gd name="T72" fmla="*/ 27 w 216"/>
                <a:gd name="T73" fmla="*/ 132 h 199"/>
                <a:gd name="T74" fmla="*/ 35 w 216"/>
                <a:gd name="T75" fmla="*/ 120 h 199"/>
                <a:gd name="T76" fmla="*/ 40 w 216"/>
                <a:gd name="T77" fmla="*/ 107 h 199"/>
                <a:gd name="T78" fmla="*/ 47 w 216"/>
                <a:gd name="T79" fmla="*/ 97 h 199"/>
                <a:gd name="T80" fmla="*/ 54 w 216"/>
                <a:gd name="T81" fmla="*/ 85 h 199"/>
                <a:gd name="T82" fmla="*/ 61 w 216"/>
                <a:gd name="T83" fmla="*/ 74 h 199"/>
                <a:gd name="T84" fmla="*/ 69 w 216"/>
                <a:gd name="T85" fmla="*/ 64 h 199"/>
                <a:gd name="T86" fmla="*/ 76 w 216"/>
                <a:gd name="T87" fmla="*/ 54 h 199"/>
                <a:gd name="T88" fmla="*/ 84 w 216"/>
                <a:gd name="T89" fmla="*/ 44 h 199"/>
                <a:gd name="T90" fmla="*/ 91 w 216"/>
                <a:gd name="T91" fmla="*/ 36 h 199"/>
                <a:gd name="T92" fmla="*/ 101 w 216"/>
                <a:gd name="T93" fmla="*/ 26 h 199"/>
                <a:gd name="T94" fmla="*/ 109 w 216"/>
                <a:gd name="T95" fmla="*/ 20 h 199"/>
                <a:gd name="T96" fmla="*/ 109 w 216"/>
                <a:gd name="T97" fmla="*/ 20 h 19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6"/>
                <a:gd name="T148" fmla="*/ 0 h 199"/>
                <a:gd name="T149" fmla="*/ 216 w 216"/>
                <a:gd name="T150" fmla="*/ 199 h 19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6" h="199">
                  <a:moveTo>
                    <a:pt x="109" y="20"/>
                  </a:moveTo>
                  <a:lnTo>
                    <a:pt x="115" y="29"/>
                  </a:lnTo>
                  <a:lnTo>
                    <a:pt x="122" y="34"/>
                  </a:lnTo>
                  <a:lnTo>
                    <a:pt x="127" y="39"/>
                  </a:lnTo>
                  <a:lnTo>
                    <a:pt x="137" y="41"/>
                  </a:lnTo>
                  <a:lnTo>
                    <a:pt x="142" y="41"/>
                  </a:lnTo>
                  <a:lnTo>
                    <a:pt x="150" y="39"/>
                  </a:lnTo>
                  <a:lnTo>
                    <a:pt x="155" y="36"/>
                  </a:lnTo>
                  <a:lnTo>
                    <a:pt x="162" y="34"/>
                  </a:lnTo>
                  <a:lnTo>
                    <a:pt x="170" y="29"/>
                  </a:lnTo>
                  <a:lnTo>
                    <a:pt x="175" y="24"/>
                  </a:lnTo>
                  <a:lnTo>
                    <a:pt x="181" y="20"/>
                  </a:lnTo>
                  <a:lnTo>
                    <a:pt x="189" y="15"/>
                  </a:lnTo>
                  <a:lnTo>
                    <a:pt x="194" y="10"/>
                  </a:lnTo>
                  <a:lnTo>
                    <a:pt x="201" y="7"/>
                  </a:lnTo>
                  <a:lnTo>
                    <a:pt x="209" y="2"/>
                  </a:lnTo>
                  <a:lnTo>
                    <a:pt x="216" y="0"/>
                  </a:lnTo>
                  <a:lnTo>
                    <a:pt x="196" y="17"/>
                  </a:lnTo>
                  <a:lnTo>
                    <a:pt x="186" y="29"/>
                  </a:lnTo>
                  <a:lnTo>
                    <a:pt x="179" y="39"/>
                  </a:lnTo>
                  <a:lnTo>
                    <a:pt x="175" y="46"/>
                  </a:lnTo>
                  <a:lnTo>
                    <a:pt x="172" y="54"/>
                  </a:lnTo>
                  <a:lnTo>
                    <a:pt x="175" y="64"/>
                  </a:lnTo>
                  <a:lnTo>
                    <a:pt x="186" y="71"/>
                  </a:lnTo>
                  <a:lnTo>
                    <a:pt x="191" y="76"/>
                  </a:lnTo>
                  <a:lnTo>
                    <a:pt x="196" y="81"/>
                  </a:lnTo>
                  <a:lnTo>
                    <a:pt x="204" y="87"/>
                  </a:lnTo>
                  <a:lnTo>
                    <a:pt x="206" y="97"/>
                  </a:lnTo>
                  <a:lnTo>
                    <a:pt x="211" y="107"/>
                  </a:lnTo>
                  <a:lnTo>
                    <a:pt x="211" y="122"/>
                  </a:lnTo>
                  <a:lnTo>
                    <a:pt x="211" y="140"/>
                  </a:lnTo>
                  <a:lnTo>
                    <a:pt x="0" y="199"/>
                  </a:lnTo>
                  <a:lnTo>
                    <a:pt x="5" y="184"/>
                  </a:lnTo>
                  <a:lnTo>
                    <a:pt x="10" y="171"/>
                  </a:lnTo>
                  <a:lnTo>
                    <a:pt x="17" y="159"/>
                  </a:lnTo>
                  <a:lnTo>
                    <a:pt x="22" y="146"/>
                  </a:lnTo>
                  <a:lnTo>
                    <a:pt x="27" y="132"/>
                  </a:lnTo>
                  <a:lnTo>
                    <a:pt x="35" y="120"/>
                  </a:lnTo>
                  <a:lnTo>
                    <a:pt x="40" y="107"/>
                  </a:lnTo>
                  <a:lnTo>
                    <a:pt x="47" y="97"/>
                  </a:lnTo>
                  <a:lnTo>
                    <a:pt x="54" y="85"/>
                  </a:lnTo>
                  <a:lnTo>
                    <a:pt x="61" y="74"/>
                  </a:lnTo>
                  <a:lnTo>
                    <a:pt x="69" y="64"/>
                  </a:lnTo>
                  <a:lnTo>
                    <a:pt x="76" y="54"/>
                  </a:lnTo>
                  <a:lnTo>
                    <a:pt x="84" y="44"/>
                  </a:lnTo>
                  <a:lnTo>
                    <a:pt x="91" y="36"/>
                  </a:lnTo>
                  <a:lnTo>
                    <a:pt x="101" y="26"/>
                  </a:lnTo>
                  <a:lnTo>
                    <a:pt x="109" y="20"/>
                  </a:lnTo>
                  <a:close/>
                </a:path>
              </a:pathLst>
            </a:custGeom>
            <a:solidFill>
              <a:srgbClr val="C2C2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999"/>
            <p:cNvSpPr>
              <a:spLocks/>
            </p:cNvSpPr>
            <p:nvPr/>
          </p:nvSpPr>
          <p:spPr bwMode="auto">
            <a:xfrm>
              <a:off x="7081" y="1060"/>
              <a:ext cx="108" cy="100"/>
            </a:xfrm>
            <a:custGeom>
              <a:avLst/>
              <a:gdLst>
                <a:gd name="T0" fmla="*/ 109 w 216"/>
                <a:gd name="T1" fmla="*/ 20 h 199"/>
                <a:gd name="T2" fmla="*/ 115 w 216"/>
                <a:gd name="T3" fmla="*/ 29 h 199"/>
                <a:gd name="T4" fmla="*/ 122 w 216"/>
                <a:gd name="T5" fmla="*/ 34 h 199"/>
                <a:gd name="T6" fmla="*/ 127 w 216"/>
                <a:gd name="T7" fmla="*/ 39 h 199"/>
                <a:gd name="T8" fmla="*/ 137 w 216"/>
                <a:gd name="T9" fmla="*/ 41 h 199"/>
                <a:gd name="T10" fmla="*/ 142 w 216"/>
                <a:gd name="T11" fmla="*/ 41 h 199"/>
                <a:gd name="T12" fmla="*/ 150 w 216"/>
                <a:gd name="T13" fmla="*/ 39 h 199"/>
                <a:gd name="T14" fmla="*/ 155 w 216"/>
                <a:gd name="T15" fmla="*/ 36 h 199"/>
                <a:gd name="T16" fmla="*/ 162 w 216"/>
                <a:gd name="T17" fmla="*/ 34 h 199"/>
                <a:gd name="T18" fmla="*/ 170 w 216"/>
                <a:gd name="T19" fmla="*/ 29 h 199"/>
                <a:gd name="T20" fmla="*/ 175 w 216"/>
                <a:gd name="T21" fmla="*/ 24 h 199"/>
                <a:gd name="T22" fmla="*/ 181 w 216"/>
                <a:gd name="T23" fmla="*/ 20 h 199"/>
                <a:gd name="T24" fmla="*/ 189 w 216"/>
                <a:gd name="T25" fmla="*/ 15 h 199"/>
                <a:gd name="T26" fmla="*/ 194 w 216"/>
                <a:gd name="T27" fmla="*/ 10 h 199"/>
                <a:gd name="T28" fmla="*/ 201 w 216"/>
                <a:gd name="T29" fmla="*/ 7 h 199"/>
                <a:gd name="T30" fmla="*/ 209 w 216"/>
                <a:gd name="T31" fmla="*/ 2 h 199"/>
                <a:gd name="T32" fmla="*/ 216 w 216"/>
                <a:gd name="T33" fmla="*/ 0 h 199"/>
                <a:gd name="T34" fmla="*/ 196 w 216"/>
                <a:gd name="T35" fmla="*/ 17 h 199"/>
                <a:gd name="T36" fmla="*/ 186 w 216"/>
                <a:gd name="T37" fmla="*/ 29 h 199"/>
                <a:gd name="T38" fmla="*/ 179 w 216"/>
                <a:gd name="T39" fmla="*/ 39 h 199"/>
                <a:gd name="T40" fmla="*/ 175 w 216"/>
                <a:gd name="T41" fmla="*/ 46 h 199"/>
                <a:gd name="T42" fmla="*/ 172 w 216"/>
                <a:gd name="T43" fmla="*/ 54 h 199"/>
                <a:gd name="T44" fmla="*/ 175 w 216"/>
                <a:gd name="T45" fmla="*/ 64 h 199"/>
                <a:gd name="T46" fmla="*/ 186 w 216"/>
                <a:gd name="T47" fmla="*/ 71 h 199"/>
                <a:gd name="T48" fmla="*/ 191 w 216"/>
                <a:gd name="T49" fmla="*/ 76 h 199"/>
                <a:gd name="T50" fmla="*/ 196 w 216"/>
                <a:gd name="T51" fmla="*/ 81 h 199"/>
                <a:gd name="T52" fmla="*/ 204 w 216"/>
                <a:gd name="T53" fmla="*/ 87 h 199"/>
                <a:gd name="T54" fmla="*/ 206 w 216"/>
                <a:gd name="T55" fmla="*/ 97 h 199"/>
                <a:gd name="T56" fmla="*/ 211 w 216"/>
                <a:gd name="T57" fmla="*/ 107 h 199"/>
                <a:gd name="T58" fmla="*/ 211 w 216"/>
                <a:gd name="T59" fmla="*/ 122 h 199"/>
                <a:gd name="T60" fmla="*/ 211 w 216"/>
                <a:gd name="T61" fmla="*/ 140 h 199"/>
                <a:gd name="T62" fmla="*/ 0 w 216"/>
                <a:gd name="T63" fmla="*/ 199 h 199"/>
                <a:gd name="T64" fmla="*/ 5 w 216"/>
                <a:gd name="T65" fmla="*/ 184 h 199"/>
                <a:gd name="T66" fmla="*/ 10 w 216"/>
                <a:gd name="T67" fmla="*/ 171 h 199"/>
                <a:gd name="T68" fmla="*/ 17 w 216"/>
                <a:gd name="T69" fmla="*/ 159 h 199"/>
                <a:gd name="T70" fmla="*/ 22 w 216"/>
                <a:gd name="T71" fmla="*/ 146 h 199"/>
                <a:gd name="T72" fmla="*/ 27 w 216"/>
                <a:gd name="T73" fmla="*/ 132 h 199"/>
                <a:gd name="T74" fmla="*/ 35 w 216"/>
                <a:gd name="T75" fmla="*/ 120 h 199"/>
                <a:gd name="T76" fmla="*/ 40 w 216"/>
                <a:gd name="T77" fmla="*/ 107 h 199"/>
                <a:gd name="T78" fmla="*/ 47 w 216"/>
                <a:gd name="T79" fmla="*/ 97 h 199"/>
                <a:gd name="T80" fmla="*/ 54 w 216"/>
                <a:gd name="T81" fmla="*/ 85 h 199"/>
                <a:gd name="T82" fmla="*/ 61 w 216"/>
                <a:gd name="T83" fmla="*/ 74 h 199"/>
                <a:gd name="T84" fmla="*/ 69 w 216"/>
                <a:gd name="T85" fmla="*/ 64 h 199"/>
                <a:gd name="T86" fmla="*/ 76 w 216"/>
                <a:gd name="T87" fmla="*/ 54 h 199"/>
                <a:gd name="T88" fmla="*/ 84 w 216"/>
                <a:gd name="T89" fmla="*/ 44 h 199"/>
                <a:gd name="T90" fmla="*/ 91 w 216"/>
                <a:gd name="T91" fmla="*/ 36 h 199"/>
                <a:gd name="T92" fmla="*/ 101 w 216"/>
                <a:gd name="T93" fmla="*/ 26 h 199"/>
                <a:gd name="T94" fmla="*/ 109 w 216"/>
                <a:gd name="T95" fmla="*/ 20 h 199"/>
                <a:gd name="T96" fmla="*/ 109 w 216"/>
                <a:gd name="T97" fmla="*/ 20 h 19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6"/>
                <a:gd name="T148" fmla="*/ 0 h 199"/>
                <a:gd name="T149" fmla="*/ 216 w 216"/>
                <a:gd name="T150" fmla="*/ 199 h 19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6" h="199">
                  <a:moveTo>
                    <a:pt x="109" y="20"/>
                  </a:moveTo>
                  <a:lnTo>
                    <a:pt x="115" y="29"/>
                  </a:lnTo>
                  <a:lnTo>
                    <a:pt x="122" y="34"/>
                  </a:lnTo>
                  <a:lnTo>
                    <a:pt x="127" y="39"/>
                  </a:lnTo>
                  <a:lnTo>
                    <a:pt x="137" y="41"/>
                  </a:lnTo>
                  <a:lnTo>
                    <a:pt x="142" y="41"/>
                  </a:lnTo>
                  <a:lnTo>
                    <a:pt x="150" y="39"/>
                  </a:lnTo>
                  <a:lnTo>
                    <a:pt x="155" y="36"/>
                  </a:lnTo>
                  <a:lnTo>
                    <a:pt x="162" y="34"/>
                  </a:lnTo>
                  <a:lnTo>
                    <a:pt x="170" y="29"/>
                  </a:lnTo>
                  <a:lnTo>
                    <a:pt x="175" y="24"/>
                  </a:lnTo>
                  <a:lnTo>
                    <a:pt x="181" y="20"/>
                  </a:lnTo>
                  <a:lnTo>
                    <a:pt x="189" y="15"/>
                  </a:lnTo>
                  <a:lnTo>
                    <a:pt x="194" y="10"/>
                  </a:lnTo>
                  <a:lnTo>
                    <a:pt x="201" y="7"/>
                  </a:lnTo>
                  <a:lnTo>
                    <a:pt x="209" y="2"/>
                  </a:lnTo>
                  <a:lnTo>
                    <a:pt x="216" y="0"/>
                  </a:lnTo>
                  <a:lnTo>
                    <a:pt x="196" y="17"/>
                  </a:lnTo>
                  <a:lnTo>
                    <a:pt x="186" y="29"/>
                  </a:lnTo>
                  <a:lnTo>
                    <a:pt x="179" y="39"/>
                  </a:lnTo>
                  <a:lnTo>
                    <a:pt x="175" y="46"/>
                  </a:lnTo>
                  <a:lnTo>
                    <a:pt x="172" y="54"/>
                  </a:lnTo>
                  <a:lnTo>
                    <a:pt x="175" y="64"/>
                  </a:lnTo>
                  <a:lnTo>
                    <a:pt x="186" y="71"/>
                  </a:lnTo>
                  <a:lnTo>
                    <a:pt x="191" y="76"/>
                  </a:lnTo>
                  <a:lnTo>
                    <a:pt x="196" y="81"/>
                  </a:lnTo>
                  <a:lnTo>
                    <a:pt x="204" y="87"/>
                  </a:lnTo>
                  <a:lnTo>
                    <a:pt x="206" y="97"/>
                  </a:lnTo>
                  <a:lnTo>
                    <a:pt x="211" y="107"/>
                  </a:lnTo>
                  <a:lnTo>
                    <a:pt x="211" y="122"/>
                  </a:lnTo>
                  <a:lnTo>
                    <a:pt x="211" y="140"/>
                  </a:lnTo>
                  <a:lnTo>
                    <a:pt x="0" y="199"/>
                  </a:lnTo>
                  <a:lnTo>
                    <a:pt x="5" y="184"/>
                  </a:lnTo>
                  <a:lnTo>
                    <a:pt x="10" y="171"/>
                  </a:lnTo>
                  <a:lnTo>
                    <a:pt x="17" y="159"/>
                  </a:lnTo>
                  <a:lnTo>
                    <a:pt x="22" y="146"/>
                  </a:lnTo>
                  <a:lnTo>
                    <a:pt x="27" y="132"/>
                  </a:lnTo>
                  <a:lnTo>
                    <a:pt x="35" y="120"/>
                  </a:lnTo>
                  <a:lnTo>
                    <a:pt x="40" y="107"/>
                  </a:lnTo>
                  <a:lnTo>
                    <a:pt x="47" y="97"/>
                  </a:lnTo>
                  <a:lnTo>
                    <a:pt x="54" y="85"/>
                  </a:lnTo>
                  <a:lnTo>
                    <a:pt x="61" y="74"/>
                  </a:lnTo>
                  <a:lnTo>
                    <a:pt x="69" y="64"/>
                  </a:lnTo>
                  <a:lnTo>
                    <a:pt x="76" y="54"/>
                  </a:lnTo>
                  <a:lnTo>
                    <a:pt x="84" y="44"/>
                  </a:lnTo>
                  <a:lnTo>
                    <a:pt x="91" y="36"/>
                  </a:lnTo>
                  <a:lnTo>
                    <a:pt x="101" y="26"/>
                  </a:lnTo>
                  <a:lnTo>
                    <a:pt x="109" y="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1000"/>
            <p:cNvSpPr>
              <a:spLocks/>
            </p:cNvSpPr>
            <p:nvPr/>
          </p:nvSpPr>
          <p:spPr bwMode="auto">
            <a:xfrm>
              <a:off x="7088" y="1146"/>
              <a:ext cx="79" cy="87"/>
            </a:xfrm>
            <a:custGeom>
              <a:avLst/>
              <a:gdLst>
                <a:gd name="T0" fmla="*/ 155 w 157"/>
                <a:gd name="T1" fmla="*/ 0 h 174"/>
                <a:gd name="T2" fmla="*/ 142 w 157"/>
                <a:gd name="T3" fmla="*/ 25 h 174"/>
                <a:gd name="T4" fmla="*/ 127 w 157"/>
                <a:gd name="T5" fmla="*/ 41 h 174"/>
                <a:gd name="T6" fmla="*/ 107 w 157"/>
                <a:gd name="T7" fmla="*/ 56 h 174"/>
                <a:gd name="T8" fmla="*/ 94 w 157"/>
                <a:gd name="T9" fmla="*/ 71 h 174"/>
                <a:gd name="T10" fmla="*/ 81 w 157"/>
                <a:gd name="T11" fmla="*/ 89 h 174"/>
                <a:gd name="T12" fmla="*/ 74 w 157"/>
                <a:gd name="T13" fmla="*/ 110 h 174"/>
                <a:gd name="T14" fmla="*/ 69 w 157"/>
                <a:gd name="T15" fmla="*/ 140 h 174"/>
                <a:gd name="T16" fmla="*/ 66 w 157"/>
                <a:gd name="T17" fmla="*/ 174 h 174"/>
                <a:gd name="T18" fmla="*/ 34 w 157"/>
                <a:gd name="T19" fmla="*/ 164 h 174"/>
                <a:gd name="T20" fmla="*/ 39 w 157"/>
                <a:gd name="T21" fmla="*/ 153 h 174"/>
                <a:gd name="T22" fmla="*/ 36 w 157"/>
                <a:gd name="T23" fmla="*/ 140 h 174"/>
                <a:gd name="T24" fmla="*/ 32 w 157"/>
                <a:gd name="T25" fmla="*/ 133 h 174"/>
                <a:gd name="T26" fmla="*/ 17 w 157"/>
                <a:gd name="T27" fmla="*/ 133 h 174"/>
                <a:gd name="T28" fmla="*/ 0 w 157"/>
                <a:gd name="T29" fmla="*/ 38 h 174"/>
                <a:gd name="T30" fmla="*/ 157 w 157"/>
                <a:gd name="T31" fmla="*/ 0 h 174"/>
                <a:gd name="T32" fmla="*/ 157 w 157"/>
                <a:gd name="T33" fmla="*/ 0 h 174"/>
                <a:gd name="T34" fmla="*/ 155 w 157"/>
                <a:gd name="T35" fmla="*/ 0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57"/>
                <a:gd name="T55" fmla="*/ 0 h 174"/>
                <a:gd name="T56" fmla="*/ 157 w 157"/>
                <a:gd name="T57" fmla="*/ 174 h 17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57" h="174">
                  <a:moveTo>
                    <a:pt x="155" y="0"/>
                  </a:moveTo>
                  <a:lnTo>
                    <a:pt x="142" y="25"/>
                  </a:lnTo>
                  <a:lnTo>
                    <a:pt x="127" y="41"/>
                  </a:lnTo>
                  <a:lnTo>
                    <a:pt x="107" y="56"/>
                  </a:lnTo>
                  <a:lnTo>
                    <a:pt x="94" y="71"/>
                  </a:lnTo>
                  <a:lnTo>
                    <a:pt x="81" y="89"/>
                  </a:lnTo>
                  <a:lnTo>
                    <a:pt x="74" y="110"/>
                  </a:lnTo>
                  <a:lnTo>
                    <a:pt x="69" y="140"/>
                  </a:lnTo>
                  <a:lnTo>
                    <a:pt x="66" y="174"/>
                  </a:lnTo>
                  <a:lnTo>
                    <a:pt x="34" y="164"/>
                  </a:lnTo>
                  <a:lnTo>
                    <a:pt x="39" y="153"/>
                  </a:lnTo>
                  <a:lnTo>
                    <a:pt x="36" y="140"/>
                  </a:lnTo>
                  <a:lnTo>
                    <a:pt x="32" y="133"/>
                  </a:lnTo>
                  <a:lnTo>
                    <a:pt x="17" y="133"/>
                  </a:lnTo>
                  <a:lnTo>
                    <a:pt x="0" y="38"/>
                  </a:lnTo>
                  <a:lnTo>
                    <a:pt x="157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1001"/>
            <p:cNvSpPr>
              <a:spLocks/>
            </p:cNvSpPr>
            <p:nvPr/>
          </p:nvSpPr>
          <p:spPr bwMode="auto">
            <a:xfrm>
              <a:off x="7088" y="1146"/>
              <a:ext cx="79" cy="87"/>
            </a:xfrm>
            <a:custGeom>
              <a:avLst/>
              <a:gdLst>
                <a:gd name="T0" fmla="*/ 155 w 157"/>
                <a:gd name="T1" fmla="*/ 0 h 174"/>
                <a:gd name="T2" fmla="*/ 142 w 157"/>
                <a:gd name="T3" fmla="*/ 25 h 174"/>
                <a:gd name="T4" fmla="*/ 127 w 157"/>
                <a:gd name="T5" fmla="*/ 41 h 174"/>
                <a:gd name="T6" fmla="*/ 107 w 157"/>
                <a:gd name="T7" fmla="*/ 56 h 174"/>
                <a:gd name="T8" fmla="*/ 94 w 157"/>
                <a:gd name="T9" fmla="*/ 71 h 174"/>
                <a:gd name="T10" fmla="*/ 81 w 157"/>
                <a:gd name="T11" fmla="*/ 89 h 174"/>
                <a:gd name="T12" fmla="*/ 74 w 157"/>
                <a:gd name="T13" fmla="*/ 110 h 174"/>
                <a:gd name="T14" fmla="*/ 69 w 157"/>
                <a:gd name="T15" fmla="*/ 140 h 174"/>
                <a:gd name="T16" fmla="*/ 66 w 157"/>
                <a:gd name="T17" fmla="*/ 174 h 174"/>
                <a:gd name="T18" fmla="*/ 34 w 157"/>
                <a:gd name="T19" fmla="*/ 164 h 174"/>
                <a:gd name="T20" fmla="*/ 39 w 157"/>
                <a:gd name="T21" fmla="*/ 153 h 174"/>
                <a:gd name="T22" fmla="*/ 36 w 157"/>
                <a:gd name="T23" fmla="*/ 140 h 174"/>
                <a:gd name="T24" fmla="*/ 32 w 157"/>
                <a:gd name="T25" fmla="*/ 133 h 174"/>
                <a:gd name="T26" fmla="*/ 17 w 157"/>
                <a:gd name="T27" fmla="*/ 133 h 174"/>
                <a:gd name="T28" fmla="*/ 0 w 157"/>
                <a:gd name="T29" fmla="*/ 38 h 174"/>
                <a:gd name="T30" fmla="*/ 157 w 157"/>
                <a:gd name="T31" fmla="*/ 0 h 174"/>
                <a:gd name="T32" fmla="*/ 157 w 157"/>
                <a:gd name="T33" fmla="*/ 0 h 1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7"/>
                <a:gd name="T52" fmla="*/ 0 h 174"/>
                <a:gd name="T53" fmla="*/ 157 w 157"/>
                <a:gd name="T54" fmla="*/ 174 h 17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7" h="174">
                  <a:moveTo>
                    <a:pt x="155" y="0"/>
                  </a:moveTo>
                  <a:lnTo>
                    <a:pt x="142" y="25"/>
                  </a:lnTo>
                  <a:lnTo>
                    <a:pt x="127" y="41"/>
                  </a:lnTo>
                  <a:lnTo>
                    <a:pt x="107" y="56"/>
                  </a:lnTo>
                  <a:lnTo>
                    <a:pt x="94" y="71"/>
                  </a:lnTo>
                  <a:lnTo>
                    <a:pt x="81" y="89"/>
                  </a:lnTo>
                  <a:lnTo>
                    <a:pt x="74" y="110"/>
                  </a:lnTo>
                  <a:lnTo>
                    <a:pt x="69" y="140"/>
                  </a:lnTo>
                  <a:lnTo>
                    <a:pt x="66" y="174"/>
                  </a:lnTo>
                  <a:lnTo>
                    <a:pt x="34" y="164"/>
                  </a:lnTo>
                  <a:lnTo>
                    <a:pt x="39" y="153"/>
                  </a:lnTo>
                  <a:lnTo>
                    <a:pt x="36" y="140"/>
                  </a:lnTo>
                  <a:lnTo>
                    <a:pt x="32" y="133"/>
                  </a:lnTo>
                  <a:lnTo>
                    <a:pt x="17" y="133"/>
                  </a:lnTo>
                  <a:lnTo>
                    <a:pt x="0" y="38"/>
                  </a:lnTo>
                  <a:lnTo>
                    <a:pt x="157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1002"/>
            <p:cNvSpPr>
              <a:spLocks/>
            </p:cNvSpPr>
            <p:nvPr/>
          </p:nvSpPr>
          <p:spPr bwMode="auto">
            <a:xfrm>
              <a:off x="7045" y="1127"/>
              <a:ext cx="306" cy="128"/>
            </a:xfrm>
            <a:custGeom>
              <a:avLst/>
              <a:gdLst>
                <a:gd name="T0" fmla="*/ 81 w 611"/>
                <a:gd name="T1" fmla="*/ 49 h 258"/>
                <a:gd name="T2" fmla="*/ 98 w 611"/>
                <a:gd name="T3" fmla="*/ 42 h 258"/>
                <a:gd name="T4" fmla="*/ 120 w 611"/>
                <a:gd name="T5" fmla="*/ 32 h 258"/>
                <a:gd name="T6" fmla="*/ 142 w 611"/>
                <a:gd name="T7" fmla="*/ 24 h 258"/>
                <a:gd name="T8" fmla="*/ 167 w 611"/>
                <a:gd name="T9" fmla="*/ 17 h 258"/>
                <a:gd name="T10" fmla="*/ 196 w 611"/>
                <a:gd name="T11" fmla="*/ 10 h 258"/>
                <a:gd name="T12" fmla="*/ 226 w 611"/>
                <a:gd name="T13" fmla="*/ 5 h 258"/>
                <a:gd name="T14" fmla="*/ 257 w 611"/>
                <a:gd name="T15" fmla="*/ 0 h 258"/>
                <a:gd name="T16" fmla="*/ 290 w 611"/>
                <a:gd name="T17" fmla="*/ 0 h 258"/>
                <a:gd name="T18" fmla="*/ 323 w 611"/>
                <a:gd name="T19" fmla="*/ 0 h 258"/>
                <a:gd name="T20" fmla="*/ 358 w 611"/>
                <a:gd name="T21" fmla="*/ 3 h 258"/>
                <a:gd name="T22" fmla="*/ 392 w 611"/>
                <a:gd name="T23" fmla="*/ 10 h 258"/>
                <a:gd name="T24" fmla="*/ 430 w 611"/>
                <a:gd name="T25" fmla="*/ 19 h 258"/>
                <a:gd name="T26" fmla="*/ 463 w 611"/>
                <a:gd name="T27" fmla="*/ 32 h 258"/>
                <a:gd name="T28" fmla="*/ 496 w 611"/>
                <a:gd name="T29" fmla="*/ 49 h 258"/>
                <a:gd name="T30" fmla="*/ 530 w 611"/>
                <a:gd name="T31" fmla="*/ 72 h 258"/>
                <a:gd name="T32" fmla="*/ 561 w 611"/>
                <a:gd name="T33" fmla="*/ 100 h 258"/>
                <a:gd name="T34" fmla="*/ 596 w 611"/>
                <a:gd name="T35" fmla="*/ 130 h 258"/>
                <a:gd name="T36" fmla="*/ 611 w 611"/>
                <a:gd name="T37" fmla="*/ 157 h 258"/>
                <a:gd name="T38" fmla="*/ 611 w 611"/>
                <a:gd name="T39" fmla="*/ 184 h 258"/>
                <a:gd name="T40" fmla="*/ 603 w 611"/>
                <a:gd name="T41" fmla="*/ 205 h 258"/>
                <a:gd name="T42" fmla="*/ 583 w 611"/>
                <a:gd name="T43" fmla="*/ 225 h 258"/>
                <a:gd name="T44" fmla="*/ 560 w 611"/>
                <a:gd name="T45" fmla="*/ 240 h 258"/>
                <a:gd name="T46" fmla="*/ 535 w 611"/>
                <a:gd name="T47" fmla="*/ 250 h 258"/>
                <a:gd name="T48" fmla="*/ 510 w 611"/>
                <a:gd name="T49" fmla="*/ 258 h 258"/>
                <a:gd name="T50" fmla="*/ 507 w 611"/>
                <a:gd name="T51" fmla="*/ 240 h 258"/>
                <a:gd name="T52" fmla="*/ 510 w 611"/>
                <a:gd name="T53" fmla="*/ 228 h 258"/>
                <a:gd name="T54" fmla="*/ 512 w 611"/>
                <a:gd name="T55" fmla="*/ 215 h 258"/>
                <a:gd name="T56" fmla="*/ 515 w 611"/>
                <a:gd name="T57" fmla="*/ 203 h 258"/>
                <a:gd name="T58" fmla="*/ 515 w 611"/>
                <a:gd name="T59" fmla="*/ 125 h 258"/>
                <a:gd name="T60" fmla="*/ 491 w 611"/>
                <a:gd name="T61" fmla="*/ 110 h 258"/>
                <a:gd name="T62" fmla="*/ 463 w 611"/>
                <a:gd name="T63" fmla="*/ 100 h 258"/>
                <a:gd name="T64" fmla="*/ 436 w 611"/>
                <a:gd name="T65" fmla="*/ 90 h 258"/>
                <a:gd name="T66" fmla="*/ 407 w 611"/>
                <a:gd name="T67" fmla="*/ 80 h 258"/>
                <a:gd name="T68" fmla="*/ 377 w 611"/>
                <a:gd name="T69" fmla="*/ 72 h 258"/>
                <a:gd name="T70" fmla="*/ 351 w 611"/>
                <a:gd name="T71" fmla="*/ 64 h 258"/>
                <a:gd name="T72" fmla="*/ 321 w 611"/>
                <a:gd name="T73" fmla="*/ 59 h 258"/>
                <a:gd name="T74" fmla="*/ 292 w 611"/>
                <a:gd name="T75" fmla="*/ 57 h 258"/>
                <a:gd name="T76" fmla="*/ 265 w 611"/>
                <a:gd name="T77" fmla="*/ 52 h 258"/>
                <a:gd name="T78" fmla="*/ 238 w 611"/>
                <a:gd name="T79" fmla="*/ 52 h 258"/>
                <a:gd name="T80" fmla="*/ 213 w 611"/>
                <a:gd name="T81" fmla="*/ 54 h 258"/>
                <a:gd name="T82" fmla="*/ 188 w 611"/>
                <a:gd name="T83" fmla="*/ 57 h 258"/>
                <a:gd name="T84" fmla="*/ 167 w 611"/>
                <a:gd name="T85" fmla="*/ 62 h 258"/>
                <a:gd name="T86" fmla="*/ 145 w 611"/>
                <a:gd name="T87" fmla="*/ 72 h 258"/>
                <a:gd name="T88" fmla="*/ 127 w 611"/>
                <a:gd name="T89" fmla="*/ 80 h 258"/>
                <a:gd name="T90" fmla="*/ 113 w 611"/>
                <a:gd name="T91" fmla="*/ 93 h 258"/>
                <a:gd name="T92" fmla="*/ 106 w 611"/>
                <a:gd name="T93" fmla="*/ 174 h 258"/>
                <a:gd name="T94" fmla="*/ 91 w 611"/>
                <a:gd name="T95" fmla="*/ 179 h 258"/>
                <a:gd name="T96" fmla="*/ 78 w 611"/>
                <a:gd name="T97" fmla="*/ 189 h 258"/>
                <a:gd name="T98" fmla="*/ 68 w 611"/>
                <a:gd name="T99" fmla="*/ 208 h 258"/>
                <a:gd name="T100" fmla="*/ 66 w 611"/>
                <a:gd name="T101" fmla="*/ 243 h 258"/>
                <a:gd name="T102" fmla="*/ 35 w 611"/>
                <a:gd name="T103" fmla="*/ 210 h 258"/>
                <a:gd name="T104" fmla="*/ 12 w 611"/>
                <a:gd name="T105" fmla="*/ 182 h 258"/>
                <a:gd name="T106" fmla="*/ 0 w 611"/>
                <a:gd name="T107" fmla="*/ 154 h 258"/>
                <a:gd name="T108" fmla="*/ 0 w 611"/>
                <a:gd name="T109" fmla="*/ 133 h 258"/>
                <a:gd name="T110" fmla="*/ 7 w 611"/>
                <a:gd name="T111" fmla="*/ 110 h 258"/>
                <a:gd name="T112" fmla="*/ 25 w 611"/>
                <a:gd name="T113" fmla="*/ 90 h 258"/>
                <a:gd name="T114" fmla="*/ 50 w 611"/>
                <a:gd name="T115" fmla="*/ 72 h 258"/>
                <a:gd name="T116" fmla="*/ 81 w 611"/>
                <a:gd name="T117" fmla="*/ 49 h 258"/>
                <a:gd name="T118" fmla="*/ 81 w 611"/>
                <a:gd name="T119" fmla="*/ 49 h 2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11"/>
                <a:gd name="T181" fmla="*/ 0 h 258"/>
                <a:gd name="T182" fmla="*/ 611 w 611"/>
                <a:gd name="T183" fmla="*/ 258 h 2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11" h="258">
                  <a:moveTo>
                    <a:pt x="81" y="49"/>
                  </a:moveTo>
                  <a:lnTo>
                    <a:pt x="98" y="42"/>
                  </a:lnTo>
                  <a:lnTo>
                    <a:pt x="120" y="32"/>
                  </a:lnTo>
                  <a:lnTo>
                    <a:pt x="142" y="24"/>
                  </a:lnTo>
                  <a:lnTo>
                    <a:pt x="167" y="17"/>
                  </a:lnTo>
                  <a:lnTo>
                    <a:pt x="196" y="10"/>
                  </a:lnTo>
                  <a:lnTo>
                    <a:pt x="226" y="5"/>
                  </a:lnTo>
                  <a:lnTo>
                    <a:pt x="257" y="0"/>
                  </a:lnTo>
                  <a:lnTo>
                    <a:pt x="290" y="0"/>
                  </a:lnTo>
                  <a:lnTo>
                    <a:pt x="323" y="0"/>
                  </a:lnTo>
                  <a:lnTo>
                    <a:pt x="358" y="3"/>
                  </a:lnTo>
                  <a:lnTo>
                    <a:pt x="392" y="10"/>
                  </a:lnTo>
                  <a:lnTo>
                    <a:pt x="430" y="19"/>
                  </a:lnTo>
                  <a:lnTo>
                    <a:pt x="463" y="32"/>
                  </a:lnTo>
                  <a:lnTo>
                    <a:pt x="496" y="49"/>
                  </a:lnTo>
                  <a:lnTo>
                    <a:pt x="530" y="72"/>
                  </a:lnTo>
                  <a:lnTo>
                    <a:pt x="561" y="100"/>
                  </a:lnTo>
                  <a:lnTo>
                    <a:pt x="596" y="130"/>
                  </a:lnTo>
                  <a:lnTo>
                    <a:pt x="611" y="157"/>
                  </a:lnTo>
                  <a:lnTo>
                    <a:pt x="611" y="184"/>
                  </a:lnTo>
                  <a:lnTo>
                    <a:pt x="603" y="205"/>
                  </a:lnTo>
                  <a:lnTo>
                    <a:pt x="583" y="225"/>
                  </a:lnTo>
                  <a:lnTo>
                    <a:pt x="560" y="240"/>
                  </a:lnTo>
                  <a:lnTo>
                    <a:pt x="535" y="250"/>
                  </a:lnTo>
                  <a:lnTo>
                    <a:pt x="510" y="258"/>
                  </a:lnTo>
                  <a:lnTo>
                    <a:pt x="507" y="240"/>
                  </a:lnTo>
                  <a:lnTo>
                    <a:pt x="510" y="228"/>
                  </a:lnTo>
                  <a:lnTo>
                    <a:pt x="512" y="215"/>
                  </a:lnTo>
                  <a:lnTo>
                    <a:pt x="515" y="203"/>
                  </a:lnTo>
                  <a:lnTo>
                    <a:pt x="515" y="125"/>
                  </a:lnTo>
                  <a:lnTo>
                    <a:pt x="491" y="110"/>
                  </a:lnTo>
                  <a:lnTo>
                    <a:pt x="463" y="100"/>
                  </a:lnTo>
                  <a:lnTo>
                    <a:pt x="436" y="90"/>
                  </a:lnTo>
                  <a:lnTo>
                    <a:pt x="407" y="80"/>
                  </a:lnTo>
                  <a:lnTo>
                    <a:pt x="377" y="72"/>
                  </a:lnTo>
                  <a:lnTo>
                    <a:pt x="351" y="64"/>
                  </a:lnTo>
                  <a:lnTo>
                    <a:pt x="321" y="59"/>
                  </a:lnTo>
                  <a:lnTo>
                    <a:pt x="292" y="57"/>
                  </a:lnTo>
                  <a:lnTo>
                    <a:pt x="265" y="52"/>
                  </a:lnTo>
                  <a:lnTo>
                    <a:pt x="238" y="52"/>
                  </a:lnTo>
                  <a:lnTo>
                    <a:pt x="213" y="54"/>
                  </a:lnTo>
                  <a:lnTo>
                    <a:pt x="188" y="57"/>
                  </a:lnTo>
                  <a:lnTo>
                    <a:pt x="167" y="62"/>
                  </a:lnTo>
                  <a:lnTo>
                    <a:pt x="145" y="72"/>
                  </a:lnTo>
                  <a:lnTo>
                    <a:pt x="127" y="80"/>
                  </a:lnTo>
                  <a:lnTo>
                    <a:pt x="113" y="93"/>
                  </a:lnTo>
                  <a:lnTo>
                    <a:pt x="106" y="174"/>
                  </a:lnTo>
                  <a:lnTo>
                    <a:pt x="91" y="179"/>
                  </a:lnTo>
                  <a:lnTo>
                    <a:pt x="78" y="189"/>
                  </a:lnTo>
                  <a:lnTo>
                    <a:pt x="68" y="208"/>
                  </a:lnTo>
                  <a:lnTo>
                    <a:pt x="66" y="243"/>
                  </a:lnTo>
                  <a:lnTo>
                    <a:pt x="35" y="210"/>
                  </a:lnTo>
                  <a:lnTo>
                    <a:pt x="12" y="182"/>
                  </a:lnTo>
                  <a:lnTo>
                    <a:pt x="0" y="154"/>
                  </a:lnTo>
                  <a:lnTo>
                    <a:pt x="0" y="133"/>
                  </a:lnTo>
                  <a:lnTo>
                    <a:pt x="7" y="110"/>
                  </a:lnTo>
                  <a:lnTo>
                    <a:pt x="25" y="90"/>
                  </a:lnTo>
                  <a:lnTo>
                    <a:pt x="50" y="72"/>
                  </a:lnTo>
                  <a:lnTo>
                    <a:pt x="81" y="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1003"/>
            <p:cNvSpPr>
              <a:spLocks/>
            </p:cNvSpPr>
            <p:nvPr/>
          </p:nvSpPr>
          <p:spPr bwMode="auto">
            <a:xfrm>
              <a:off x="7045" y="1127"/>
              <a:ext cx="306" cy="128"/>
            </a:xfrm>
            <a:custGeom>
              <a:avLst/>
              <a:gdLst>
                <a:gd name="T0" fmla="*/ 81 w 611"/>
                <a:gd name="T1" fmla="*/ 49 h 258"/>
                <a:gd name="T2" fmla="*/ 98 w 611"/>
                <a:gd name="T3" fmla="*/ 42 h 258"/>
                <a:gd name="T4" fmla="*/ 120 w 611"/>
                <a:gd name="T5" fmla="*/ 32 h 258"/>
                <a:gd name="T6" fmla="*/ 142 w 611"/>
                <a:gd name="T7" fmla="*/ 24 h 258"/>
                <a:gd name="T8" fmla="*/ 167 w 611"/>
                <a:gd name="T9" fmla="*/ 17 h 258"/>
                <a:gd name="T10" fmla="*/ 196 w 611"/>
                <a:gd name="T11" fmla="*/ 10 h 258"/>
                <a:gd name="T12" fmla="*/ 226 w 611"/>
                <a:gd name="T13" fmla="*/ 5 h 258"/>
                <a:gd name="T14" fmla="*/ 257 w 611"/>
                <a:gd name="T15" fmla="*/ 0 h 258"/>
                <a:gd name="T16" fmla="*/ 290 w 611"/>
                <a:gd name="T17" fmla="*/ 0 h 258"/>
                <a:gd name="T18" fmla="*/ 323 w 611"/>
                <a:gd name="T19" fmla="*/ 0 h 258"/>
                <a:gd name="T20" fmla="*/ 358 w 611"/>
                <a:gd name="T21" fmla="*/ 3 h 258"/>
                <a:gd name="T22" fmla="*/ 392 w 611"/>
                <a:gd name="T23" fmla="*/ 10 h 258"/>
                <a:gd name="T24" fmla="*/ 430 w 611"/>
                <a:gd name="T25" fmla="*/ 19 h 258"/>
                <a:gd name="T26" fmla="*/ 463 w 611"/>
                <a:gd name="T27" fmla="*/ 32 h 258"/>
                <a:gd name="T28" fmla="*/ 496 w 611"/>
                <a:gd name="T29" fmla="*/ 49 h 258"/>
                <a:gd name="T30" fmla="*/ 530 w 611"/>
                <a:gd name="T31" fmla="*/ 72 h 258"/>
                <a:gd name="T32" fmla="*/ 561 w 611"/>
                <a:gd name="T33" fmla="*/ 100 h 258"/>
                <a:gd name="T34" fmla="*/ 596 w 611"/>
                <a:gd name="T35" fmla="*/ 130 h 258"/>
                <a:gd name="T36" fmla="*/ 611 w 611"/>
                <a:gd name="T37" fmla="*/ 157 h 258"/>
                <a:gd name="T38" fmla="*/ 611 w 611"/>
                <a:gd name="T39" fmla="*/ 184 h 258"/>
                <a:gd name="T40" fmla="*/ 603 w 611"/>
                <a:gd name="T41" fmla="*/ 205 h 258"/>
                <a:gd name="T42" fmla="*/ 583 w 611"/>
                <a:gd name="T43" fmla="*/ 225 h 258"/>
                <a:gd name="T44" fmla="*/ 560 w 611"/>
                <a:gd name="T45" fmla="*/ 240 h 258"/>
                <a:gd name="T46" fmla="*/ 535 w 611"/>
                <a:gd name="T47" fmla="*/ 250 h 258"/>
                <a:gd name="T48" fmla="*/ 510 w 611"/>
                <a:gd name="T49" fmla="*/ 258 h 258"/>
                <a:gd name="T50" fmla="*/ 507 w 611"/>
                <a:gd name="T51" fmla="*/ 240 h 258"/>
                <a:gd name="T52" fmla="*/ 510 w 611"/>
                <a:gd name="T53" fmla="*/ 228 h 258"/>
                <a:gd name="T54" fmla="*/ 512 w 611"/>
                <a:gd name="T55" fmla="*/ 215 h 258"/>
                <a:gd name="T56" fmla="*/ 515 w 611"/>
                <a:gd name="T57" fmla="*/ 203 h 258"/>
                <a:gd name="T58" fmla="*/ 515 w 611"/>
                <a:gd name="T59" fmla="*/ 125 h 258"/>
                <a:gd name="T60" fmla="*/ 491 w 611"/>
                <a:gd name="T61" fmla="*/ 110 h 258"/>
                <a:gd name="T62" fmla="*/ 463 w 611"/>
                <a:gd name="T63" fmla="*/ 100 h 258"/>
                <a:gd name="T64" fmla="*/ 436 w 611"/>
                <a:gd name="T65" fmla="*/ 90 h 258"/>
                <a:gd name="T66" fmla="*/ 407 w 611"/>
                <a:gd name="T67" fmla="*/ 80 h 258"/>
                <a:gd name="T68" fmla="*/ 377 w 611"/>
                <a:gd name="T69" fmla="*/ 72 h 258"/>
                <a:gd name="T70" fmla="*/ 351 w 611"/>
                <a:gd name="T71" fmla="*/ 64 h 258"/>
                <a:gd name="T72" fmla="*/ 321 w 611"/>
                <a:gd name="T73" fmla="*/ 59 h 258"/>
                <a:gd name="T74" fmla="*/ 292 w 611"/>
                <a:gd name="T75" fmla="*/ 57 h 258"/>
                <a:gd name="T76" fmla="*/ 265 w 611"/>
                <a:gd name="T77" fmla="*/ 52 h 258"/>
                <a:gd name="T78" fmla="*/ 238 w 611"/>
                <a:gd name="T79" fmla="*/ 52 h 258"/>
                <a:gd name="T80" fmla="*/ 213 w 611"/>
                <a:gd name="T81" fmla="*/ 54 h 258"/>
                <a:gd name="T82" fmla="*/ 188 w 611"/>
                <a:gd name="T83" fmla="*/ 57 h 258"/>
                <a:gd name="T84" fmla="*/ 167 w 611"/>
                <a:gd name="T85" fmla="*/ 62 h 258"/>
                <a:gd name="T86" fmla="*/ 145 w 611"/>
                <a:gd name="T87" fmla="*/ 72 h 258"/>
                <a:gd name="T88" fmla="*/ 127 w 611"/>
                <a:gd name="T89" fmla="*/ 80 h 258"/>
                <a:gd name="T90" fmla="*/ 113 w 611"/>
                <a:gd name="T91" fmla="*/ 93 h 258"/>
                <a:gd name="T92" fmla="*/ 106 w 611"/>
                <a:gd name="T93" fmla="*/ 174 h 258"/>
                <a:gd name="T94" fmla="*/ 91 w 611"/>
                <a:gd name="T95" fmla="*/ 179 h 258"/>
                <a:gd name="T96" fmla="*/ 78 w 611"/>
                <a:gd name="T97" fmla="*/ 189 h 258"/>
                <a:gd name="T98" fmla="*/ 68 w 611"/>
                <a:gd name="T99" fmla="*/ 208 h 258"/>
                <a:gd name="T100" fmla="*/ 66 w 611"/>
                <a:gd name="T101" fmla="*/ 243 h 258"/>
                <a:gd name="T102" fmla="*/ 35 w 611"/>
                <a:gd name="T103" fmla="*/ 210 h 258"/>
                <a:gd name="T104" fmla="*/ 12 w 611"/>
                <a:gd name="T105" fmla="*/ 182 h 258"/>
                <a:gd name="T106" fmla="*/ 0 w 611"/>
                <a:gd name="T107" fmla="*/ 154 h 258"/>
                <a:gd name="T108" fmla="*/ 0 w 611"/>
                <a:gd name="T109" fmla="*/ 133 h 258"/>
                <a:gd name="T110" fmla="*/ 7 w 611"/>
                <a:gd name="T111" fmla="*/ 110 h 258"/>
                <a:gd name="T112" fmla="*/ 25 w 611"/>
                <a:gd name="T113" fmla="*/ 90 h 258"/>
                <a:gd name="T114" fmla="*/ 50 w 611"/>
                <a:gd name="T115" fmla="*/ 72 h 258"/>
                <a:gd name="T116" fmla="*/ 81 w 611"/>
                <a:gd name="T117" fmla="*/ 49 h 258"/>
                <a:gd name="T118" fmla="*/ 81 w 611"/>
                <a:gd name="T119" fmla="*/ 49 h 2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11"/>
                <a:gd name="T181" fmla="*/ 0 h 258"/>
                <a:gd name="T182" fmla="*/ 611 w 611"/>
                <a:gd name="T183" fmla="*/ 258 h 2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11" h="258">
                  <a:moveTo>
                    <a:pt x="81" y="49"/>
                  </a:moveTo>
                  <a:lnTo>
                    <a:pt x="98" y="42"/>
                  </a:lnTo>
                  <a:lnTo>
                    <a:pt x="120" y="32"/>
                  </a:lnTo>
                  <a:lnTo>
                    <a:pt x="142" y="24"/>
                  </a:lnTo>
                  <a:lnTo>
                    <a:pt x="167" y="17"/>
                  </a:lnTo>
                  <a:lnTo>
                    <a:pt x="196" y="10"/>
                  </a:lnTo>
                  <a:lnTo>
                    <a:pt x="226" y="5"/>
                  </a:lnTo>
                  <a:lnTo>
                    <a:pt x="257" y="0"/>
                  </a:lnTo>
                  <a:lnTo>
                    <a:pt x="290" y="0"/>
                  </a:lnTo>
                  <a:lnTo>
                    <a:pt x="323" y="0"/>
                  </a:lnTo>
                  <a:lnTo>
                    <a:pt x="358" y="3"/>
                  </a:lnTo>
                  <a:lnTo>
                    <a:pt x="392" y="10"/>
                  </a:lnTo>
                  <a:lnTo>
                    <a:pt x="430" y="19"/>
                  </a:lnTo>
                  <a:lnTo>
                    <a:pt x="463" y="32"/>
                  </a:lnTo>
                  <a:lnTo>
                    <a:pt x="496" y="49"/>
                  </a:lnTo>
                  <a:lnTo>
                    <a:pt x="530" y="72"/>
                  </a:lnTo>
                  <a:lnTo>
                    <a:pt x="561" y="100"/>
                  </a:lnTo>
                  <a:lnTo>
                    <a:pt x="596" y="130"/>
                  </a:lnTo>
                  <a:lnTo>
                    <a:pt x="611" y="157"/>
                  </a:lnTo>
                  <a:lnTo>
                    <a:pt x="611" y="184"/>
                  </a:lnTo>
                  <a:lnTo>
                    <a:pt x="603" y="205"/>
                  </a:lnTo>
                  <a:lnTo>
                    <a:pt x="583" y="225"/>
                  </a:lnTo>
                  <a:lnTo>
                    <a:pt x="560" y="240"/>
                  </a:lnTo>
                  <a:lnTo>
                    <a:pt x="535" y="250"/>
                  </a:lnTo>
                  <a:lnTo>
                    <a:pt x="510" y="258"/>
                  </a:lnTo>
                  <a:lnTo>
                    <a:pt x="507" y="240"/>
                  </a:lnTo>
                  <a:lnTo>
                    <a:pt x="510" y="228"/>
                  </a:lnTo>
                  <a:lnTo>
                    <a:pt x="512" y="215"/>
                  </a:lnTo>
                  <a:lnTo>
                    <a:pt x="515" y="203"/>
                  </a:lnTo>
                  <a:lnTo>
                    <a:pt x="515" y="125"/>
                  </a:lnTo>
                  <a:lnTo>
                    <a:pt x="491" y="110"/>
                  </a:lnTo>
                  <a:lnTo>
                    <a:pt x="463" y="100"/>
                  </a:lnTo>
                  <a:lnTo>
                    <a:pt x="436" y="90"/>
                  </a:lnTo>
                  <a:lnTo>
                    <a:pt x="407" y="80"/>
                  </a:lnTo>
                  <a:lnTo>
                    <a:pt x="377" y="72"/>
                  </a:lnTo>
                  <a:lnTo>
                    <a:pt x="351" y="64"/>
                  </a:lnTo>
                  <a:lnTo>
                    <a:pt x="321" y="59"/>
                  </a:lnTo>
                  <a:lnTo>
                    <a:pt x="292" y="57"/>
                  </a:lnTo>
                  <a:lnTo>
                    <a:pt x="265" y="52"/>
                  </a:lnTo>
                  <a:lnTo>
                    <a:pt x="238" y="52"/>
                  </a:lnTo>
                  <a:lnTo>
                    <a:pt x="213" y="54"/>
                  </a:lnTo>
                  <a:lnTo>
                    <a:pt x="188" y="57"/>
                  </a:lnTo>
                  <a:lnTo>
                    <a:pt x="167" y="62"/>
                  </a:lnTo>
                  <a:lnTo>
                    <a:pt x="145" y="72"/>
                  </a:lnTo>
                  <a:lnTo>
                    <a:pt x="127" y="80"/>
                  </a:lnTo>
                  <a:lnTo>
                    <a:pt x="113" y="93"/>
                  </a:lnTo>
                  <a:lnTo>
                    <a:pt x="106" y="174"/>
                  </a:lnTo>
                  <a:lnTo>
                    <a:pt x="91" y="179"/>
                  </a:lnTo>
                  <a:lnTo>
                    <a:pt x="78" y="189"/>
                  </a:lnTo>
                  <a:lnTo>
                    <a:pt x="68" y="208"/>
                  </a:lnTo>
                  <a:lnTo>
                    <a:pt x="66" y="243"/>
                  </a:lnTo>
                  <a:lnTo>
                    <a:pt x="35" y="210"/>
                  </a:lnTo>
                  <a:lnTo>
                    <a:pt x="12" y="182"/>
                  </a:lnTo>
                  <a:lnTo>
                    <a:pt x="0" y="154"/>
                  </a:lnTo>
                  <a:lnTo>
                    <a:pt x="0" y="133"/>
                  </a:lnTo>
                  <a:lnTo>
                    <a:pt x="7" y="110"/>
                  </a:lnTo>
                  <a:lnTo>
                    <a:pt x="25" y="90"/>
                  </a:lnTo>
                  <a:lnTo>
                    <a:pt x="50" y="72"/>
                  </a:lnTo>
                  <a:lnTo>
                    <a:pt x="81" y="4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1004"/>
            <p:cNvSpPr>
              <a:spLocks/>
            </p:cNvSpPr>
            <p:nvPr/>
          </p:nvSpPr>
          <p:spPr bwMode="auto">
            <a:xfrm>
              <a:off x="7195" y="1228"/>
              <a:ext cx="44" cy="14"/>
            </a:xfrm>
            <a:custGeom>
              <a:avLst/>
              <a:gdLst>
                <a:gd name="T0" fmla="*/ 28 w 87"/>
                <a:gd name="T1" fmla="*/ 0 h 27"/>
                <a:gd name="T2" fmla="*/ 38 w 87"/>
                <a:gd name="T3" fmla="*/ 0 h 27"/>
                <a:gd name="T4" fmla="*/ 46 w 87"/>
                <a:gd name="T5" fmla="*/ 2 h 27"/>
                <a:gd name="T6" fmla="*/ 53 w 87"/>
                <a:gd name="T7" fmla="*/ 2 h 27"/>
                <a:gd name="T8" fmla="*/ 61 w 87"/>
                <a:gd name="T9" fmla="*/ 7 h 27"/>
                <a:gd name="T10" fmla="*/ 66 w 87"/>
                <a:gd name="T11" fmla="*/ 10 h 27"/>
                <a:gd name="T12" fmla="*/ 72 w 87"/>
                <a:gd name="T13" fmla="*/ 12 h 27"/>
                <a:gd name="T14" fmla="*/ 77 w 87"/>
                <a:gd name="T15" fmla="*/ 15 h 27"/>
                <a:gd name="T16" fmla="*/ 87 w 87"/>
                <a:gd name="T17" fmla="*/ 20 h 27"/>
                <a:gd name="T18" fmla="*/ 80 w 87"/>
                <a:gd name="T19" fmla="*/ 22 h 27"/>
                <a:gd name="T20" fmla="*/ 72 w 87"/>
                <a:gd name="T21" fmla="*/ 25 h 27"/>
                <a:gd name="T22" fmla="*/ 66 w 87"/>
                <a:gd name="T23" fmla="*/ 25 h 27"/>
                <a:gd name="T24" fmla="*/ 58 w 87"/>
                <a:gd name="T25" fmla="*/ 27 h 27"/>
                <a:gd name="T26" fmla="*/ 51 w 87"/>
                <a:gd name="T27" fmla="*/ 27 h 27"/>
                <a:gd name="T28" fmla="*/ 43 w 87"/>
                <a:gd name="T29" fmla="*/ 27 h 27"/>
                <a:gd name="T30" fmla="*/ 36 w 87"/>
                <a:gd name="T31" fmla="*/ 27 h 27"/>
                <a:gd name="T32" fmla="*/ 23 w 87"/>
                <a:gd name="T33" fmla="*/ 20 h 27"/>
                <a:gd name="T34" fmla="*/ 16 w 87"/>
                <a:gd name="T35" fmla="*/ 15 h 27"/>
                <a:gd name="T36" fmla="*/ 8 w 87"/>
                <a:gd name="T37" fmla="*/ 15 h 27"/>
                <a:gd name="T38" fmla="*/ 0 w 87"/>
                <a:gd name="T39" fmla="*/ 12 h 27"/>
                <a:gd name="T40" fmla="*/ 8 w 87"/>
                <a:gd name="T41" fmla="*/ 7 h 27"/>
                <a:gd name="T42" fmla="*/ 16 w 87"/>
                <a:gd name="T43" fmla="*/ 2 h 27"/>
                <a:gd name="T44" fmla="*/ 28 w 87"/>
                <a:gd name="T45" fmla="*/ 0 h 27"/>
                <a:gd name="T46" fmla="*/ 28 w 87"/>
                <a:gd name="T47" fmla="*/ 0 h 2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7"/>
                <a:gd name="T73" fmla="*/ 0 h 27"/>
                <a:gd name="T74" fmla="*/ 87 w 87"/>
                <a:gd name="T75" fmla="*/ 27 h 2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7" h="27">
                  <a:moveTo>
                    <a:pt x="28" y="0"/>
                  </a:moveTo>
                  <a:lnTo>
                    <a:pt x="38" y="0"/>
                  </a:lnTo>
                  <a:lnTo>
                    <a:pt x="46" y="2"/>
                  </a:lnTo>
                  <a:lnTo>
                    <a:pt x="53" y="2"/>
                  </a:lnTo>
                  <a:lnTo>
                    <a:pt x="61" y="7"/>
                  </a:lnTo>
                  <a:lnTo>
                    <a:pt x="66" y="10"/>
                  </a:lnTo>
                  <a:lnTo>
                    <a:pt x="72" y="12"/>
                  </a:lnTo>
                  <a:lnTo>
                    <a:pt x="77" y="15"/>
                  </a:lnTo>
                  <a:lnTo>
                    <a:pt x="87" y="20"/>
                  </a:lnTo>
                  <a:lnTo>
                    <a:pt x="80" y="22"/>
                  </a:lnTo>
                  <a:lnTo>
                    <a:pt x="72" y="25"/>
                  </a:lnTo>
                  <a:lnTo>
                    <a:pt x="66" y="25"/>
                  </a:lnTo>
                  <a:lnTo>
                    <a:pt x="58" y="27"/>
                  </a:lnTo>
                  <a:lnTo>
                    <a:pt x="51" y="27"/>
                  </a:lnTo>
                  <a:lnTo>
                    <a:pt x="43" y="27"/>
                  </a:lnTo>
                  <a:lnTo>
                    <a:pt x="36" y="27"/>
                  </a:lnTo>
                  <a:lnTo>
                    <a:pt x="23" y="20"/>
                  </a:lnTo>
                  <a:lnTo>
                    <a:pt x="16" y="15"/>
                  </a:lnTo>
                  <a:lnTo>
                    <a:pt x="8" y="15"/>
                  </a:lnTo>
                  <a:lnTo>
                    <a:pt x="0" y="12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1005"/>
            <p:cNvSpPr>
              <a:spLocks/>
            </p:cNvSpPr>
            <p:nvPr/>
          </p:nvSpPr>
          <p:spPr bwMode="auto">
            <a:xfrm>
              <a:off x="7195" y="1228"/>
              <a:ext cx="44" cy="14"/>
            </a:xfrm>
            <a:custGeom>
              <a:avLst/>
              <a:gdLst>
                <a:gd name="T0" fmla="*/ 28 w 87"/>
                <a:gd name="T1" fmla="*/ 0 h 27"/>
                <a:gd name="T2" fmla="*/ 38 w 87"/>
                <a:gd name="T3" fmla="*/ 0 h 27"/>
                <a:gd name="T4" fmla="*/ 46 w 87"/>
                <a:gd name="T5" fmla="*/ 2 h 27"/>
                <a:gd name="T6" fmla="*/ 53 w 87"/>
                <a:gd name="T7" fmla="*/ 2 h 27"/>
                <a:gd name="T8" fmla="*/ 61 w 87"/>
                <a:gd name="T9" fmla="*/ 7 h 27"/>
                <a:gd name="T10" fmla="*/ 66 w 87"/>
                <a:gd name="T11" fmla="*/ 10 h 27"/>
                <a:gd name="T12" fmla="*/ 72 w 87"/>
                <a:gd name="T13" fmla="*/ 12 h 27"/>
                <a:gd name="T14" fmla="*/ 77 w 87"/>
                <a:gd name="T15" fmla="*/ 15 h 27"/>
                <a:gd name="T16" fmla="*/ 87 w 87"/>
                <a:gd name="T17" fmla="*/ 20 h 27"/>
                <a:gd name="T18" fmla="*/ 80 w 87"/>
                <a:gd name="T19" fmla="*/ 22 h 27"/>
                <a:gd name="T20" fmla="*/ 72 w 87"/>
                <a:gd name="T21" fmla="*/ 25 h 27"/>
                <a:gd name="T22" fmla="*/ 66 w 87"/>
                <a:gd name="T23" fmla="*/ 25 h 27"/>
                <a:gd name="T24" fmla="*/ 58 w 87"/>
                <a:gd name="T25" fmla="*/ 27 h 27"/>
                <a:gd name="T26" fmla="*/ 51 w 87"/>
                <a:gd name="T27" fmla="*/ 27 h 27"/>
                <a:gd name="T28" fmla="*/ 43 w 87"/>
                <a:gd name="T29" fmla="*/ 27 h 27"/>
                <a:gd name="T30" fmla="*/ 36 w 87"/>
                <a:gd name="T31" fmla="*/ 27 h 27"/>
                <a:gd name="T32" fmla="*/ 23 w 87"/>
                <a:gd name="T33" fmla="*/ 20 h 27"/>
                <a:gd name="T34" fmla="*/ 16 w 87"/>
                <a:gd name="T35" fmla="*/ 15 h 27"/>
                <a:gd name="T36" fmla="*/ 8 w 87"/>
                <a:gd name="T37" fmla="*/ 15 h 27"/>
                <a:gd name="T38" fmla="*/ 0 w 87"/>
                <a:gd name="T39" fmla="*/ 12 h 27"/>
                <a:gd name="T40" fmla="*/ 8 w 87"/>
                <a:gd name="T41" fmla="*/ 7 h 27"/>
                <a:gd name="T42" fmla="*/ 16 w 87"/>
                <a:gd name="T43" fmla="*/ 2 h 27"/>
                <a:gd name="T44" fmla="*/ 28 w 87"/>
                <a:gd name="T45" fmla="*/ 0 h 27"/>
                <a:gd name="T46" fmla="*/ 28 w 87"/>
                <a:gd name="T47" fmla="*/ 0 h 2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7"/>
                <a:gd name="T73" fmla="*/ 0 h 27"/>
                <a:gd name="T74" fmla="*/ 87 w 87"/>
                <a:gd name="T75" fmla="*/ 27 h 2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7" h="27">
                  <a:moveTo>
                    <a:pt x="28" y="0"/>
                  </a:moveTo>
                  <a:lnTo>
                    <a:pt x="38" y="0"/>
                  </a:lnTo>
                  <a:lnTo>
                    <a:pt x="46" y="2"/>
                  </a:lnTo>
                  <a:lnTo>
                    <a:pt x="53" y="2"/>
                  </a:lnTo>
                  <a:lnTo>
                    <a:pt x="61" y="7"/>
                  </a:lnTo>
                  <a:lnTo>
                    <a:pt x="66" y="10"/>
                  </a:lnTo>
                  <a:lnTo>
                    <a:pt x="72" y="12"/>
                  </a:lnTo>
                  <a:lnTo>
                    <a:pt x="77" y="15"/>
                  </a:lnTo>
                  <a:lnTo>
                    <a:pt x="87" y="20"/>
                  </a:lnTo>
                  <a:lnTo>
                    <a:pt x="80" y="22"/>
                  </a:lnTo>
                  <a:lnTo>
                    <a:pt x="72" y="25"/>
                  </a:lnTo>
                  <a:lnTo>
                    <a:pt x="66" y="25"/>
                  </a:lnTo>
                  <a:lnTo>
                    <a:pt x="58" y="27"/>
                  </a:lnTo>
                  <a:lnTo>
                    <a:pt x="51" y="27"/>
                  </a:lnTo>
                  <a:lnTo>
                    <a:pt x="43" y="27"/>
                  </a:lnTo>
                  <a:lnTo>
                    <a:pt x="36" y="27"/>
                  </a:lnTo>
                  <a:lnTo>
                    <a:pt x="23" y="20"/>
                  </a:lnTo>
                  <a:lnTo>
                    <a:pt x="16" y="15"/>
                  </a:lnTo>
                  <a:lnTo>
                    <a:pt x="8" y="15"/>
                  </a:lnTo>
                  <a:lnTo>
                    <a:pt x="0" y="12"/>
                  </a:lnTo>
                  <a:lnTo>
                    <a:pt x="8" y="7"/>
                  </a:lnTo>
                  <a:lnTo>
                    <a:pt x="16" y="2"/>
                  </a:lnTo>
                  <a:lnTo>
                    <a:pt x="28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1006"/>
            <p:cNvSpPr>
              <a:spLocks/>
            </p:cNvSpPr>
            <p:nvPr/>
          </p:nvSpPr>
          <p:spPr bwMode="auto">
            <a:xfrm>
              <a:off x="7265" y="1234"/>
              <a:ext cx="29" cy="14"/>
            </a:xfrm>
            <a:custGeom>
              <a:avLst/>
              <a:gdLst>
                <a:gd name="T0" fmla="*/ 0 w 59"/>
                <a:gd name="T1" fmla="*/ 10 h 28"/>
                <a:gd name="T2" fmla="*/ 8 w 59"/>
                <a:gd name="T3" fmla="*/ 8 h 28"/>
                <a:gd name="T4" fmla="*/ 15 w 59"/>
                <a:gd name="T5" fmla="*/ 3 h 28"/>
                <a:gd name="T6" fmla="*/ 28 w 59"/>
                <a:gd name="T7" fmla="*/ 0 h 28"/>
                <a:gd name="T8" fmla="*/ 33 w 59"/>
                <a:gd name="T9" fmla="*/ 0 h 28"/>
                <a:gd name="T10" fmla="*/ 43 w 59"/>
                <a:gd name="T11" fmla="*/ 5 h 28"/>
                <a:gd name="T12" fmla="*/ 53 w 59"/>
                <a:gd name="T13" fmla="*/ 10 h 28"/>
                <a:gd name="T14" fmla="*/ 59 w 59"/>
                <a:gd name="T15" fmla="*/ 13 h 28"/>
                <a:gd name="T16" fmla="*/ 58 w 59"/>
                <a:gd name="T17" fmla="*/ 23 h 28"/>
                <a:gd name="T18" fmla="*/ 45 w 59"/>
                <a:gd name="T19" fmla="*/ 28 h 28"/>
                <a:gd name="T20" fmla="*/ 35 w 59"/>
                <a:gd name="T21" fmla="*/ 28 h 28"/>
                <a:gd name="T22" fmla="*/ 28 w 59"/>
                <a:gd name="T23" fmla="*/ 25 h 28"/>
                <a:gd name="T24" fmla="*/ 23 w 59"/>
                <a:gd name="T25" fmla="*/ 25 h 28"/>
                <a:gd name="T26" fmla="*/ 15 w 59"/>
                <a:gd name="T27" fmla="*/ 23 h 28"/>
                <a:gd name="T28" fmla="*/ 5 w 59"/>
                <a:gd name="T29" fmla="*/ 15 h 28"/>
                <a:gd name="T30" fmla="*/ 0 w 59"/>
                <a:gd name="T31" fmla="*/ 13 h 28"/>
                <a:gd name="T32" fmla="*/ 0 w 59"/>
                <a:gd name="T33" fmla="*/ 13 h 28"/>
                <a:gd name="T34" fmla="*/ 0 w 59"/>
                <a:gd name="T35" fmla="*/ 10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8"/>
                <a:gd name="T56" fmla="*/ 59 w 59"/>
                <a:gd name="T57" fmla="*/ 28 h 2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8">
                  <a:moveTo>
                    <a:pt x="0" y="10"/>
                  </a:moveTo>
                  <a:lnTo>
                    <a:pt x="8" y="8"/>
                  </a:lnTo>
                  <a:lnTo>
                    <a:pt x="15" y="3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43" y="5"/>
                  </a:lnTo>
                  <a:lnTo>
                    <a:pt x="53" y="10"/>
                  </a:lnTo>
                  <a:lnTo>
                    <a:pt x="59" y="13"/>
                  </a:lnTo>
                  <a:lnTo>
                    <a:pt x="58" y="23"/>
                  </a:lnTo>
                  <a:lnTo>
                    <a:pt x="45" y="28"/>
                  </a:lnTo>
                  <a:lnTo>
                    <a:pt x="35" y="28"/>
                  </a:lnTo>
                  <a:lnTo>
                    <a:pt x="28" y="25"/>
                  </a:lnTo>
                  <a:lnTo>
                    <a:pt x="23" y="25"/>
                  </a:lnTo>
                  <a:lnTo>
                    <a:pt x="15" y="23"/>
                  </a:lnTo>
                  <a:lnTo>
                    <a:pt x="5" y="15"/>
                  </a:lnTo>
                  <a:lnTo>
                    <a:pt x="0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1007"/>
            <p:cNvSpPr>
              <a:spLocks/>
            </p:cNvSpPr>
            <p:nvPr/>
          </p:nvSpPr>
          <p:spPr bwMode="auto">
            <a:xfrm>
              <a:off x="7265" y="1234"/>
              <a:ext cx="29" cy="14"/>
            </a:xfrm>
            <a:custGeom>
              <a:avLst/>
              <a:gdLst>
                <a:gd name="T0" fmla="*/ 0 w 59"/>
                <a:gd name="T1" fmla="*/ 10 h 28"/>
                <a:gd name="T2" fmla="*/ 8 w 59"/>
                <a:gd name="T3" fmla="*/ 8 h 28"/>
                <a:gd name="T4" fmla="*/ 15 w 59"/>
                <a:gd name="T5" fmla="*/ 3 h 28"/>
                <a:gd name="T6" fmla="*/ 28 w 59"/>
                <a:gd name="T7" fmla="*/ 0 h 28"/>
                <a:gd name="T8" fmla="*/ 33 w 59"/>
                <a:gd name="T9" fmla="*/ 0 h 28"/>
                <a:gd name="T10" fmla="*/ 43 w 59"/>
                <a:gd name="T11" fmla="*/ 5 h 28"/>
                <a:gd name="T12" fmla="*/ 53 w 59"/>
                <a:gd name="T13" fmla="*/ 10 h 28"/>
                <a:gd name="T14" fmla="*/ 59 w 59"/>
                <a:gd name="T15" fmla="*/ 13 h 28"/>
                <a:gd name="T16" fmla="*/ 58 w 59"/>
                <a:gd name="T17" fmla="*/ 23 h 28"/>
                <a:gd name="T18" fmla="*/ 45 w 59"/>
                <a:gd name="T19" fmla="*/ 28 h 28"/>
                <a:gd name="T20" fmla="*/ 35 w 59"/>
                <a:gd name="T21" fmla="*/ 28 h 28"/>
                <a:gd name="T22" fmla="*/ 28 w 59"/>
                <a:gd name="T23" fmla="*/ 25 h 28"/>
                <a:gd name="T24" fmla="*/ 23 w 59"/>
                <a:gd name="T25" fmla="*/ 25 h 28"/>
                <a:gd name="T26" fmla="*/ 15 w 59"/>
                <a:gd name="T27" fmla="*/ 23 h 28"/>
                <a:gd name="T28" fmla="*/ 5 w 59"/>
                <a:gd name="T29" fmla="*/ 15 h 28"/>
                <a:gd name="T30" fmla="*/ 0 w 59"/>
                <a:gd name="T31" fmla="*/ 13 h 28"/>
                <a:gd name="T32" fmla="*/ 0 w 59"/>
                <a:gd name="T33" fmla="*/ 1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28"/>
                <a:gd name="T53" fmla="*/ 59 w 59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28">
                  <a:moveTo>
                    <a:pt x="0" y="10"/>
                  </a:moveTo>
                  <a:lnTo>
                    <a:pt x="8" y="8"/>
                  </a:lnTo>
                  <a:lnTo>
                    <a:pt x="15" y="3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43" y="5"/>
                  </a:lnTo>
                  <a:lnTo>
                    <a:pt x="53" y="10"/>
                  </a:lnTo>
                  <a:lnTo>
                    <a:pt x="59" y="13"/>
                  </a:lnTo>
                  <a:lnTo>
                    <a:pt x="58" y="23"/>
                  </a:lnTo>
                  <a:lnTo>
                    <a:pt x="45" y="28"/>
                  </a:lnTo>
                  <a:lnTo>
                    <a:pt x="35" y="28"/>
                  </a:lnTo>
                  <a:lnTo>
                    <a:pt x="28" y="25"/>
                  </a:lnTo>
                  <a:lnTo>
                    <a:pt x="23" y="25"/>
                  </a:lnTo>
                  <a:lnTo>
                    <a:pt x="15" y="23"/>
                  </a:lnTo>
                  <a:lnTo>
                    <a:pt x="5" y="15"/>
                  </a:lnTo>
                  <a:lnTo>
                    <a:pt x="0" y="1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1008"/>
            <p:cNvSpPr>
              <a:spLocks/>
            </p:cNvSpPr>
            <p:nvPr/>
          </p:nvSpPr>
          <p:spPr bwMode="auto">
            <a:xfrm>
              <a:off x="7210" y="1229"/>
              <a:ext cx="18" cy="13"/>
            </a:xfrm>
            <a:custGeom>
              <a:avLst/>
              <a:gdLst>
                <a:gd name="T0" fmla="*/ 18 w 38"/>
                <a:gd name="T1" fmla="*/ 0 h 25"/>
                <a:gd name="T2" fmla="*/ 28 w 38"/>
                <a:gd name="T3" fmla="*/ 3 h 25"/>
                <a:gd name="T4" fmla="*/ 33 w 38"/>
                <a:gd name="T5" fmla="*/ 5 h 25"/>
                <a:gd name="T6" fmla="*/ 38 w 38"/>
                <a:gd name="T7" fmla="*/ 13 h 25"/>
                <a:gd name="T8" fmla="*/ 33 w 38"/>
                <a:gd name="T9" fmla="*/ 23 h 25"/>
                <a:gd name="T10" fmla="*/ 28 w 38"/>
                <a:gd name="T11" fmla="*/ 25 h 25"/>
                <a:gd name="T12" fmla="*/ 20 w 38"/>
                <a:gd name="T13" fmla="*/ 25 h 25"/>
                <a:gd name="T14" fmla="*/ 13 w 38"/>
                <a:gd name="T15" fmla="*/ 25 h 25"/>
                <a:gd name="T16" fmla="*/ 8 w 38"/>
                <a:gd name="T17" fmla="*/ 23 h 25"/>
                <a:gd name="T18" fmla="*/ 0 w 38"/>
                <a:gd name="T19" fmla="*/ 13 h 25"/>
                <a:gd name="T20" fmla="*/ 3 w 38"/>
                <a:gd name="T21" fmla="*/ 8 h 25"/>
                <a:gd name="T22" fmla="*/ 13 w 38"/>
                <a:gd name="T23" fmla="*/ 0 h 25"/>
                <a:gd name="T24" fmla="*/ 20 w 38"/>
                <a:gd name="T25" fmla="*/ 0 h 25"/>
                <a:gd name="T26" fmla="*/ 20 w 38"/>
                <a:gd name="T27" fmla="*/ 0 h 25"/>
                <a:gd name="T28" fmla="*/ 18 w 38"/>
                <a:gd name="T29" fmla="*/ 0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8"/>
                <a:gd name="T46" fmla="*/ 0 h 25"/>
                <a:gd name="T47" fmla="*/ 38 w 38"/>
                <a:gd name="T48" fmla="*/ 25 h 2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8" h="25">
                  <a:moveTo>
                    <a:pt x="18" y="0"/>
                  </a:moveTo>
                  <a:lnTo>
                    <a:pt x="28" y="3"/>
                  </a:lnTo>
                  <a:lnTo>
                    <a:pt x="33" y="5"/>
                  </a:lnTo>
                  <a:lnTo>
                    <a:pt x="38" y="13"/>
                  </a:lnTo>
                  <a:lnTo>
                    <a:pt x="33" y="23"/>
                  </a:lnTo>
                  <a:lnTo>
                    <a:pt x="28" y="25"/>
                  </a:lnTo>
                  <a:lnTo>
                    <a:pt x="20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0" y="13"/>
                  </a:lnTo>
                  <a:lnTo>
                    <a:pt x="3" y="8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1009"/>
            <p:cNvSpPr>
              <a:spLocks/>
            </p:cNvSpPr>
            <p:nvPr/>
          </p:nvSpPr>
          <p:spPr bwMode="auto">
            <a:xfrm>
              <a:off x="7210" y="1229"/>
              <a:ext cx="18" cy="13"/>
            </a:xfrm>
            <a:custGeom>
              <a:avLst/>
              <a:gdLst>
                <a:gd name="T0" fmla="*/ 18 w 38"/>
                <a:gd name="T1" fmla="*/ 0 h 25"/>
                <a:gd name="T2" fmla="*/ 28 w 38"/>
                <a:gd name="T3" fmla="*/ 3 h 25"/>
                <a:gd name="T4" fmla="*/ 33 w 38"/>
                <a:gd name="T5" fmla="*/ 5 h 25"/>
                <a:gd name="T6" fmla="*/ 38 w 38"/>
                <a:gd name="T7" fmla="*/ 13 h 25"/>
                <a:gd name="T8" fmla="*/ 33 w 38"/>
                <a:gd name="T9" fmla="*/ 23 h 25"/>
                <a:gd name="T10" fmla="*/ 28 w 38"/>
                <a:gd name="T11" fmla="*/ 25 h 25"/>
                <a:gd name="T12" fmla="*/ 20 w 38"/>
                <a:gd name="T13" fmla="*/ 25 h 25"/>
                <a:gd name="T14" fmla="*/ 13 w 38"/>
                <a:gd name="T15" fmla="*/ 25 h 25"/>
                <a:gd name="T16" fmla="*/ 8 w 38"/>
                <a:gd name="T17" fmla="*/ 23 h 25"/>
                <a:gd name="T18" fmla="*/ 0 w 38"/>
                <a:gd name="T19" fmla="*/ 13 h 25"/>
                <a:gd name="T20" fmla="*/ 3 w 38"/>
                <a:gd name="T21" fmla="*/ 8 h 25"/>
                <a:gd name="T22" fmla="*/ 13 w 38"/>
                <a:gd name="T23" fmla="*/ 0 h 25"/>
                <a:gd name="T24" fmla="*/ 20 w 38"/>
                <a:gd name="T25" fmla="*/ 0 h 25"/>
                <a:gd name="T26" fmla="*/ 20 w 38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"/>
                <a:gd name="T43" fmla="*/ 0 h 25"/>
                <a:gd name="T44" fmla="*/ 38 w 38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" h="25">
                  <a:moveTo>
                    <a:pt x="18" y="0"/>
                  </a:moveTo>
                  <a:lnTo>
                    <a:pt x="28" y="3"/>
                  </a:lnTo>
                  <a:lnTo>
                    <a:pt x="33" y="5"/>
                  </a:lnTo>
                  <a:lnTo>
                    <a:pt x="38" y="13"/>
                  </a:lnTo>
                  <a:lnTo>
                    <a:pt x="33" y="23"/>
                  </a:lnTo>
                  <a:lnTo>
                    <a:pt x="28" y="25"/>
                  </a:lnTo>
                  <a:lnTo>
                    <a:pt x="20" y="25"/>
                  </a:lnTo>
                  <a:lnTo>
                    <a:pt x="13" y="25"/>
                  </a:lnTo>
                  <a:lnTo>
                    <a:pt x="8" y="23"/>
                  </a:lnTo>
                  <a:lnTo>
                    <a:pt x="0" y="13"/>
                  </a:lnTo>
                  <a:lnTo>
                    <a:pt x="3" y="8"/>
                  </a:lnTo>
                  <a:lnTo>
                    <a:pt x="13" y="0"/>
                  </a:lnTo>
                  <a:lnTo>
                    <a:pt x="2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1010"/>
            <p:cNvSpPr>
              <a:spLocks/>
            </p:cNvSpPr>
            <p:nvPr/>
          </p:nvSpPr>
          <p:spPr bwMode="auto">
            <a:xfrm>
              <a:off x="7273" y="1234"/>
              <a:ext cx="18" cy="14"/>
            </a:xfrm>
            <a:custGeom>
              <a:avLst/>
              <a:gdLst>
                <a:gd name="T0" fmla="*/ 17 w 35"/>
                <a:gd name="T1" fmla="*/ 0 h 28"/>
                <a:gd name="T2" fmla="*/ 27 w 35"/>
                <a:gd name="T3" fmla="*/ 5 h 28"/>
                <a:gd name="T4" fmla="*/ 35 w 35"/>
                <a:gd name="T5" fmla="*/ 10 h 28"/>
                <a:gd name="T6" fmla="*/ 35 w 35"/>
                <a:gd name="T7" fmla="*/ 20 h 28"/>
                <a:gd name="T8" fmla="*/ 25 w 35"/>
                <a:gd name="T9" fmla="*/ 25 h 28"/>
                <a:gd name="T10" fmla="*/ 20 w 35"/>
                <a:gd name="T11" fmla="*/ 28 h 28"/>
                <a:gd name="T12" fmla="*/ 10 w 35"/>
                <a:gd name="T13" fmla="*/ 25 h 28"/>
                <a:gd name="T14" fmla="*/ 0 w 35"/>
                <a:gd name="T15" fmla="*/ 18 h 28"/>
                <a:gd name="T16" fmla="*/ 2 w 35"/>
                <a:gd name="T17" fmla="*/ 8 h 28"/>
                <a:gd name="T18" fmla="*/ 12 w 35"/>
                <a:gd name="T19" fmla="*/ 3 h 28"/>
                <a:gd name="T20" fmla="*/ 20 w 35"/>
                <a:gd name="T21" fmla="*/ 0 h 28"/>
                <a:gd name="T22" fmla="*/ 20 w 35"/>
                <a:gd name="T23" fmla="*/ 0 h 28"/>
                <a:gd name="T24" fmla="*/ 17 w 35"/>
                <a:gd name="T25" fmla="*/ 0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5"/>
                <a:gd name="T40" fmla="*/ 0 h 28"/>
                <a:gd name="T41" fmla="*/ 35 w 35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5" h="28">
                  <a:moveTo>
                    <a:pt x="17" y="0"/>
                  </a:moveTo>
                  <a:lnTo>
                    <a:pt x="27" y="5"/>
                  </a:lnTo>
                  <a:lnTo>
                    <a:pt x="35" y="10"/>
                  </a:lnTo>
                  <a:lnTo>
                    <a:pt x="35" y="20"/>
                  </a:lnTo>
                  <a:lnTo>
                    <a:pt x="25" y="25"/>
                  </a:lnTo>
                  <a:lnTo>
                    <a:pt x="20" y="28"/>
                  </a:lnTo>
                  <a:lnTo>
                    <a:pt x="10" y="25"/>
                  </a:lnTo>
                  <a:lnTo>
                    <a:pt x="0" y="18"/>
                  </a:lnTo>
                  <a:lnTo>
                    <a:pt x="2" y="8"/>
                  </a:lnTo>
                  <a:lnTo>
                    <a:pt x="12" y="3"/>
                  </a:lnTo>
                  <a:lnTo>
                    <a:pt x="2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1011"/>
            <p:cNvSpPr>
              <a:spLocks/>
            </p:cNvSpPr>
            <p:nvPr/>
          </p:nvSpPr>
          <p:spPr bwMode="auto">
            <a:xfrm>
              <a:off x="7273" y="1234"/>
              <a:ext cx="18" cy="14"/>
            </a:xfrm>
            <a:custGeom>
              <a:avLst/>
              <a:gdLst>
                <a:gd name="T0" fmla="*/ 17 w 35"/>
                <a:gd name="T1" fmla="*/ 0 h 28"/>
                <a:gd name="T2" fmla="*/ 27 w 35"/>
                <a:gd name="T3" fmla="*/ 5 h 28"/>
                <a:gd name="T4" fmla="*/ 35 w 35"/>
                <a:gd name="T5" fmla="*/ 10 h 28"/>
                <a:gd name="T6" fmla="*/ 35 w 35"/>
                <a:gd name="T7" fmla="*/ 20 h 28"/>
                <a:gd name="T8" fmla="*/ 25 w 35"/>
                <a:gd name="T9" fmla="*/ 25 h 28"/>
                <a:gd name="T10" fmla="*/ 20 w 35"/>
                <a:gd name="T11" fmla="*/ 28 h 28"/>
                <a:gd name="T12" fmla="*/ 10 w 35"/>
                <a:gd name="T13" fmla="*/ 25 h 28"/>
                <a:gd name="T14" fmla="*/ 0 w 35"/>
                <a:gd name="T15" fmla="*/ 18 h 28"/>
                <a:gd name="T16" fmla="*/ 2 w 35"/>
                <a:gd name="T17" fmla="*/ 8 h 28"/>
                <a:gd name="T18" fmla="*/ 12 w 35"/>
                <a:gd name="T19" fmla="*/ 3 h 28"/>
                <a:gd name="T20" fmla="*/ 20 w 35"/>
                <a:gd name="T21" fmla="*/ 0 h 28"/>
                <a:gd name="T22" fmla="*/ 20 w 35"/>
                <a:gd name="T23" fmla="*/ 0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"/>
                <a:gd name="T37" fmla="*/ 0 h 28"/>
                <a:gd name="T38" fmla="*/ 35 w 35"/>
                <a:gd name="T39" fmla="*/ 28 h 2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" h="28">
                  <a:moveTo>
                    <a:pt x="17" y="0"/>
                  </a:moveTo>
                  <a:lnTo>
                    <a:pt x="27" y="5"/>
                  </a:lnTo>
                  <a:lnTo>
                    <a:pt x="35" y="10"/>
                  </a:lnTo>
                  <a:lnTo>
                    <a:pt x="35" y="20"/>
                  </a:lnTo>
                  <a:lnTo>
                    <a:pt x="25" y="25"/>
                  </a:lnTo>
                  <a:lnTo>
                    <a:pt x="20" y="28"/>
                  </a:lnTo>
                  <a:lnTo>
                    <a:pt x="10" y="25"/>
                  </a:lnTo>
                  <a:lnTo>
                    <a:pt x="0" y="18"/>
                  </a:lnTo>
                  <a:lnTo>
                    <a:pt x="2" y="8"/>
                  </a:lnTo>
                  <a:lnTo>
                    <a:pt x="12" y="3"/>
                  </a:lnTo>
                  <a:lnTo>
                    <a:pt x="2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1012"/>
            <p:cNvSpPr>
              <a:spLocks/>
            </p:cNvSpPr>
            <p:nvPr/>
          </p:nvSpPr>
          <p:spPr bwMode="auto">
            <a:xfrm>
              <a:off x="7215" y="1232"/>
              <a:ext cx="11" cy="7"/>
            </a:xfrm>
            <a:custGeom>
              <a:avLst/>
              <a:gdLst>
                <a:gd name="T0" fmla="*/ 10 w 23"/>
                <a:gd name="T1" fmla="*/ 0 h 15"/>
                <a:gd name="T2" fmla="*/ 20 w 23"/>
                <a:gd name="T3" fmla="*/ 3 h 15"/>
                <a:gd name="T4" fmla="*/ 23 w 23"/>
                <a:gd name="T5" fmla="*/ 10 h 15"/>
                <a:gd name="T6" fmla="*/ 15 w 23"/>
                <a:gd name="T7" fmla="*/ 15 h 15"/>
                <a:gd name="T8" fmla="*/ 8 w 23"/>
                <a:gd name="T9" fmla="*/ 15 h 15"/>
                <a:gd name="T10" fmla="*/ 0 w 23"/>
                <a:gd name="T11" fmla="*/ 10 h 15"/>
                <a:gd name="T12" fmla="*/ 0 w 23"/>
                <a:gd name="T13" fmla="*/ 5 h 15"/>
                <a:gd name="T14" fmla="*/ 8 w 23"/>
                <a:gd name="T15" fmla="*/ 0 h 15"/>
                <a:gd name="T16" fmla="*/ 13 w 23"/>
                <a:gd name="T17" fmla="*/ 0 h 15"/>
                <a:gd name="T18" fmla="*/ 13 w 23"/>
                <a:gd name="T19" fmla="*/ 0 h 15"/>
                <a:gd name="T20" fmla="*/ 10 w 23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"/>
                <a:gd name="T34" fmla="*/ 0 h 15"/>
                <a:gd name="T35" fmla="*/ 23 w 23"/>
                <a:gd name="T36" fmla="*/ 15 h 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" h="15">
                  <a:moveTo>
                    <a:pt x="10" y="0"/>
                  </a:moveTo>
                  <a:lnTo>
                    <a:pt x="20" y="3"/>
                  </a:lnTo>
                  <a:lnTo>
                    <a:pt x="23" y="10"/>
                  </a:lnTo>
                  <a:lnTo>
                    <a:pt x="15" y="15"/>
                  </a:lnTo>
                  <a:lnTo>
                    <a:pt x="8" y="15"/>
                  </a:lnTo>
                  <a:lnTo>
                    <a:pt x="0" y="10"/>
                  </a:lnTo>
                  <a:lnTo>
                    <a:pt x="0" y="5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1013"/>
            <p:cNvSpPr>
              <a:spLocks/>
            </p:cNvSpPr>
            <p:nvPr/>
          </p:nvSpPr>
          <p:spPr bwMode="auto">
            <a:xfrm>
              <a:off x="7215" y="1232"/>
              <a:ext cx="11" cy="7"/>
            </a:xfrm>
            <a:custGeom>
              <a:avLst/>
              <a:gdLst>
                <a:gd name="T0" fmla="*/ 10 w 23"/>
                <a:gd name="T1" fmla="*/ 0 h 15"/>
                <a:gd name="T2" fmla="*/ 20 w 23"/>
                <a:gd name="T3" fmla="*/ 3 h 15"/>
                <a:gd name="T4" fmla="*/ 23 w 23"/>
                <a:gd name="T5" fmla="*/ 10 h 15"/>
                <a:gd name="T6" fmla="*/ 15 w 23"/>
                <a:gd name="T7" fmla="*/ 15 h 15"/>
                <a:gd name="T8" fmla="*/ 8 w 23"/>
                <a:gd name="T9" fmla="*/ 15 h 15"/>
                <a:gd name="T10" fmla="*/ 0 w 23"/>
                <a:gd name="T11" fmla="*/ 10 h 15"/>
                <a:gd name="T12" fmla="*/ 0 w 23"/>
                <a:gd name="T13" fmla="*/ 5 h 15"/>
                <a:gd name="T14" fmla="*/ 8 w 23"/>
                <a:gd name="T15" fmla="*/ 0 h 15"/>
                <a:gd name="T16" fmla="*/ 13 w 23"/>
                <a:gd name="T17" fmla="*/ 0 h 15"/>
                <a:gd name="T18" fmla="*/ 13 w 2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15"/>
                <a:gd name="T32" fmla="*/ 23 w 23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15">
                  <a:moveTo>
                    <a:pt x="10" y="0"/>
                  </a:moveTo>
                  <a:lnTo>
                    <a:pt x="20" y="3"/>
                  </a:lnTo>
                  <a:lnTo>
                    <a:pt x="23" y="10"/>
                  </a:lnTo>
                  <a:lnTo>
                    <a:pt x="15" y="15"/>
                  </a:lnTo>
                  <a:lnTo>
                    <a:pt x="8" y="15"/>
                  </a:lnTo>
                  <a:lnTo>
                    <a:pt x="0" y="10"/>
                  </a:lnTo>
                  <a:lnTo>
                    <a:pt x="0" y="5"/>
                  </a:lnTo>
                  <a:lnTo>
                    <a:pt x="8" y="0"/>
                  </a:lnTo>
                  <a:lnTo>
                    <a:pt x="1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1014"/>
            <p:cNvSpPr>
              <a:spLocks/>
            </p:cNvSpPr>
            <p:nvPr/>
          </p:nvSpPr>
          <p:spPr bwMode="auto">
            <a:xfrm>
              <a:off x="7278" y="1237"/>
              <a:ext cx="9" cy="8"/>
            </a:xfrm>
            <a:custGeom>
              <a:avLst/>
              <a:gdLst>
                <a:gd name="T0" fmla="*/ 7 w 17"/>
                <a:gd name="T1" fmla="*/ 0 h 18"/>
                <a:gd name="T2" fmla="*/ 17 w 17"/>
                <a:gd name="T3" fmla="*/ 5 h 18"/>
                <a:gd name="T4" fmla="*/ 17 w 17"/>
                <a:gd name="T5" fmla="*/ 13 h 18"/>
                <a:gd name="T6" fmla="*/ 10 w 17"/>
                <a:gd name="T7" fmla="*/ 18 h 18"/>
                <a:gd name="T8" fmla="*/ 2 w 17"/>
                <a:gd name="T9" fmla="*/ 15 h 18"/>
                <a:gd name="T10" fmla="*/ 0 w 17"/>
                <a:gd name="T11" fmla="*/ 5 h 18"/>
                <a:gd name="T12" fmla="*/ 10 w 17"/>
                <a:gd name="T13" fmla="*/ 3 h 18"/>
                <a:gd name="T14" fmla="*/ 10 w 17"/>
                <a:gd name="T15" fmla="*/ 3 h 18"/>
                <a:gd name="T16" fmla="*/ 7 w 17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18"/>
                <a:gd name="T29" fmla="*/ 17 w 17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18">
                  <a:moveTo>
                    <a:pt x="7" y="0"/>
                  </a:moveTo>
                  <a:lnTo>
                    <a:pt x="17" y="5"/>
                  </a:lnTo>
                  <a:lnTo>
                    <a:pt x="17" y="13"/>
                  </a:lnTo>
                  <a:lnTo>
                    <a:pt x="10" y="18"/>
                  </a:lnTo>
                  <a:lnTo>
                    <a:pt x="2" y="15"/>
                  </a:lnTo>
                  <a:lnTo>
                    <a:pt x="0" y="5"/>
                  </a:lnTo>
                  <a:lnTo>
                    <a:pt x="1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1015"/>
            <p:cNvSpPr>
              <a:spLocks/>
            </p:cNvSpPr>
            <p:nvPr/>
          </p:nvSpPr>
          <p:spPr bwMode="auto">
            <a:xfrm>
              <a:off x="7278" y="1237"/>
              <a:ext cx="9" cy="8"/>
            </a:xfrm>
            <a:custGeom>
              <a:avLst/>
              <a:gdLst>
                <a:gd name="T0" fmla="*/ 7 w 17"/>
                <a:gd name="T1" fmla="*/ 0 h 18"/>
                <a:gd name="T2" fmla="*/ 17 w 17"/>
                <a:gd name="T3" fmla="*/ 5 h 18"/>
                <a:gd name="T4" fmla="*/ 17 w 17"/>
                <a:gd name="T5" fmla="*/ 13 h 18"/>
                <a:gd name="T6" fmla="*/ 10 w 17"/>
                <a:gd name="T7" fmla="*/ 18 h 18"/>
                <a:gd name="T8" fmla="*/ 2 w 17"/>
                <a:gd name="T9" fmla="*/ 15 h 18"/>
                <a:gd name="T10" fmla="*/ 0 w 17"/>
                <a:gd name="T11" fmla="*/ 5 h 18"/>
                <a:gd name="T12" fmla="*/ 10 w 17"/>
                <a:gd name="T13" fmla="*/ 3 h 18"/>
                <a:gd name="T14" fmla="*/ 10 w 17"/>
                <a:gd name="T15" fmla="*/ 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18"/>
                <a:gd name="T26" fmla="*/ 17 w 17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18">
                  <a:moveTo>
                    <a:pt x="7" y="0"/>
                  </a:moveTo>
                  <a:lnTo>
                    <a:pt x="17" y="5"/>
                  </a:lnTo>
                  <a:lnTo>
                    <a:pt x="17" y="13"/>
                  </a:lnTo>
                  <a:lnTo>
                    <a:pt x="10" y="18"/>
                  </a:lnTo>
                  <a:lnTo>
                    <a:pt x="2" y="15"/>
                  </a:lnTo>
                  <a:lnTo>
                    <a:pt x="0" y="5"/>
                  </a:lnTo>
                  <a:lnTo>
                    <a:pt x="1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1016"/>
            <p:cNvSpPr>
              <a:spLocks/>
            </p:cNvSpPr>
            <p:nvPr/>
          </p:nvSpPr>
          <p:spPr bwMode="auto">
            <a:xfrm>
              <a:off x="7223" y="1234"/>
              <a:ext cx="4" cy="4"/>
            </a:xfrm>
            <a:custGeom>
              <a:avLst/>
              <a:gdLst>
                <a:gd name="T0" fmla="*/ 2 w 7"/>
                <a:gd name="T1" fmla="*/ 0 h 8"/>
                <a:gd name="T2" fmla="*/ 7 w 7"/>
                <a:gd name="T3" fmla="*/ 8 h 8"/>
                <a:gd name="T4" fmla="*/ 0 w 7"/>
                <a:gd name="T5" fmla="*/ 8 h 8"/>
                <a:gd name="T6" fmla="*/ 0 w 7"/>
                <a:gd name="T7" fmla="*/ 0 h 8"/>
                <a:gd name="T8" fmla="*/ 5 w 7"/>
                <a:gd name="T9" fmla="*/ 0 h 8"/>
                <a:gd name="T10" fmla="*/ 5 w 7"/>
                <a:gd name="T11" fmla="*/ 0 h 8"/>
                <a:gd name="T12" fmla="*/ 2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2" y="0"/>
                  </a:moveTo>
                  <a:lnTo>
                    <a:pt x="7" y="8"/>
                  </a:lnTo>
                  <a:lnTo>
                    <a:pt x="0" y="8"/>
                  </a:lnTo>
                  <a:lnTo>
                    <a:pt x="0" y="0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1017"/>
            <p:cNvSpPr>
              <a:spLocks/>
            </p:cNvSpPr>
            <p:nvPr/>
          </p:nvSpPr>
          <p:spPr bwMode="auto">
            <a:xfrm>
              <a:off x="7223" y="1234"/>
              <a:ext cx="4" cy="4"/>
            </a:xfrm>
            <a:custGeom>
              <a:avLst/>
              <a:gdLst>
                <a:gd name="T0" fmla="*/ 2 w 7"/>
                <a:gd name="T1" fmla="*/ 0 h 8"/>
                <a:gd name="T2" fmla="*/ 7 w 7"/>
                <a:gd name="T3" fmla="*/ 8 h 8"/>
                <a:gd name="T4" fmla="*/ 0 w 7"/>
                <a:gd name="T5" fmla="*/ 8 h 8"/>
                <a:gd name="T6" fmla="*/ 0 w 7"/>
                <a:gd name="T7" fmla="*/ 0 h 8"/>
                <a:gd name="T8" fmla="*/ 5 w 7"/>
                <a:gd name="T9" fmla="*/ 0 h 8"/>
                <a:gd name="T10" fmla="*/ 5 w 7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8"/>
                <a:gd name="T20" fmla="*/ 7 w 7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8">
                  <a:moveTo>
                    <a:pt x="2" y="0"/>
                  </a:moveTo>
                  <a:lnTo>
                    <a:pt x="7" y="8"/>
                  </a:lnTo>
                  <a:lnTo>
                    <a:pt x="0" y="8"/>
                  </a:lnTo>
                  <a:lnTo>
                    <a:pt x="0" y="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1018"/>
            <p:cNvSpPr>
              <a:spLocks/>
            </p:cNvSpPr>
            <p:nvPr/>
          </p:nvSpPr>
          <p:spPr bwMode="auto">
            <a:xfrm>
              <a:off x="7285" y="1238"/>
              <a:ext cx="3" cy="6"/>
            </a:xfrm>
            <a:custGeom>
              <a:avLst/>
              <a:gdLst>
                <a:gd name="T0" fmla="*/ 3 w 8"/>
                <a:gd name="T1" fmla="*/ 0 h 12"/>
                <a:gd name="T2" fmla="*/ 8 w 8"/>
                <a:gd name="T3" fmla="*/ 12 h 12"/>
                <a:gd name="T4" fmla="*/ 0 w 8"/>
                <a:gd name="T5" fmla="*/ 12 h 12"/>
                <a:gd name="T6" fmla="*/ 0 w 8"/>
                <a:gd name="T7" fmla="*/ 5 h 12"/>
                <a:gd name="T8" fmla="*/ 5 w 8"/>
                <a:gd name="T9" fmla="*/ 2 h 12"/>
                <a:gd name="T10" fmla="*/ 5 w 8"/>
                <a:gd name="T11" fmla="*/ 2 h 12"/>
                <a:gd name="T12" fmla="*/ 3 w 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2"/>
                <a:gd name="T23" fmla="*/ 8 w 8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2">
                  <a:moveTo>
                    <a:pt x="3" y="0"/>
                  </a:moveTo>
                  <a:lnTo>
                    <a:pt x="8" y="1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1019"/>
            <p:cNvSpPr>
              <a:spLocks/>
            </p:cNvSpPr>
            <p:nvPr/>
          </p:nvSpPr>
          <p:spPr bwMode="auto">
            <a:xfrm>
              <a:off x="7285" y="1238"/>
              <a:ext cx="3" cy="6"/>
            </a:xfrm>
            <a:custGeom>
              <a:avLst/>
              <a:gdLst>
                <a:gd name="T0" fmla="*/ 3 w 8"/>
                <a:gd name="T1" fmla="*/ 0 h 12"/>
                <a:gd name="T2" fmla="*/ 8 w 8"/>
                <a:gd name="T3" fmla="*/ 12 h 12"/>
                <a:gd name="T4" fmla="*/ 0 w 8"/>
                <a:gd name="T5" fmla="*/ 12 h 12"/>
                <a:gd name="T6" fmla="*/ 0 w 8"/>
                <a:gd name="T7" fmla="*/ 5 h 12"/>
                <a:gd name="T8" fmla="*/ 5 w 8"/>
                <a:gd name="T9" fmla="*/ 2 h 12"/>
                <a:gd name="T10" fmla="*/ 5 w 8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12"/>
                <a:gd name="T20" fmla="*/ 8 w 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12">
                  <a:moveTo>
                    <a:pt x="3" y="0"/>
                  </a:moveTo>
                  <a:lnTo>
                    <a:pt x="8" y="1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1020"/>
            <p:cNvSpPr>
              <a:spLocks/>
            </p:cNvSpPr>
            <p:nvPr/>
          </p:nvSpPr>
          <p:spPr bwMode="auto">
            <a:xfrm>
              <a:off x="7208" y="1180"/>
              <a:ext cx="75" cy="13"/>
            </a:xfrm>
            <a:custGeom>
              <a:avLst/>
              <a:gdLst>
                <a:gd name="T0" fmla="*/ 0 w 150"/>
                <a:gd name="T1" fmla="*/ 0 h 25"/>
                <a:gd name="T2" fmla="*/ 27 w 150"/>
                <a:gd name="T3" fmla="*/ 2 h 25"/>
                <a:gd name="T4" fmla="*/ 45 w 150"/>
                <a:gd name="T5" fmla="*/ 5 h 25"/>
                <a:gd name="T6" fmla="*/ 59 w 150"/>
                <a:gd name="T7" fmla="*/ 7 h 25"/>
                <a:gd name="T8" fmla="*/ 74 w 150"/>
                <a:gd name="T9" fmla="*/ 15 h 25"/>
                <a:gd name="T10" fmla="*/ 96 w 150"/>
                <a:gd name="T11" fmla="*/ 22 h 25"/>
                <a:gd name="T12" fmla="*/ 115 w 150"/>
                <a:gd name="T13" fmla="*/ 25 h 25"/>
                <a:gd name="T14" fmla="*/ 137 w 150"/>
                <a:gd name="T15" fmla="*/ 25 h 25"/>
                <a:gd name="T16" fmla="*/ 150 w 150"/>
                <a:gd name="T17" fmla="*/ 2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0"/>
                <a:gd name="T28" fmla="*/ 0 h 25"/>
                <a:gd name="T29" fmla="*/ 150 w 150"/>
                <a:gd name="T30" fmla="*/ 25 h 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0" h="25">
                  <a:moveTo>
                    <a:pt x="0" y="0"/>
                  </a:moveTo>
                  <a:lnTo>
                    <a:pt x="27" y="2"/>
                  </a:lnTo>
                  <a:lnTo>
                    <a:pt x="45" y="5"/>
                  </a:lnTo>
                  <a:lnTo>
                    <a:pt x="59" y="7"/>
                  </a:lnTo>
                  <a:lnTo>
                    <a:pt x="74" y="15"/>
                  </a:lnTo>
                  <a:lnTo>
                    <a:pt x="96" y="22"/>
                  </a:lnTo>
                  <a:lnTo>
                    <a:pt x="115" y="25"/>
                  </a:lnTo>
                  <a:lnTo>
                    <a:pt x="137" y="25"/>
                  </a:lnTo>
                  <a:lnTo>
                    <a:pt x="150" y="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1021"/>
            <p:cNvSpPr>
              <a:spLocks/>
            </p:cNvSpPr>
            <p:nvPr/>
          </p:nvSpPr>
          <p:spPr bwMode="auto">
            <a:xfrm>
              <a:off x="7238" y="1193"/>
              <a:ext cx="53" cy="11"/>
            </a:xfrm>
            <a:custGeom>
              <a:avLst/>
              <a:gdLst>
                <a:gd name="T0" fmla="*/ 0 w 106"/>
                <a:gd name="T1" fmla="*/ 0 h 21"/>
                <a:gd name="T2" fmla="*/ 27 w 106"/>
                <a:gd name="T3" fmla="*/ 5 h 21"/>
                <a:gd name="T4" fmla="*/ 40 w 106"/>
                <a:gd name="T5" fmla="*/ 9 h 21"/>
                <a:gd name="T6" fmla="*/ 58 w 106"/>
                <a:gd name="T7" fmla="*/ 14 h 21"/>
                <a:gd name="T8" fmla="*/ 76 w 106"/>
                <a:gd name="T9" fmla="*/ 14 h 21"/>
                <a:gd name="T10" fmla="*/ 88 w 106"/>
                <a:gd name="T11" fmla="*/ 14 h 21"/>
                <a:gd name="T12" fmla="*/ 106 w 106"/>
                <a:gd name="T13" fmla="*/ 2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6"/>
                <a:gd name="T22" fmla="*/ 0 h 21"/>
                <a:gd name="T23" fmla="*/ 106 w 106"/>
                <a:gd name="T24" fmla="*/ 21 h 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6" h="21">
                  <a:moveTo>
                    <a:pt x="0" y="0"/>
                  </a:moveTo>
                  <a:lnTo>
                    <a:pt x="27" y="5"/>
                  </a:lnTo>
                  <a:lnTo>
                    <a:pt x="40" y="9"/>
                  </a:lnTo>
                  <a:lnTo>
                    <a:pt x="58" y="14"/>
                  </a:lnTo>
                  <a:lnTo>
                    <a:pt x="76" y="14"/>
                  </a:lnTo>
                  <a:lnTo>
                    <a:pt x="88" y="14"/>
                  </a:lnTo>
                  <a:lnTo>
                    <a:pt x="106" y="2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Line 1022"/>
            <p:cNvSpPr>
              <a:spLocks noChangeShapeType="1"/>
            </p:cNvSpPr>
            <p:nvPr/>
          </p:nvSpPr>
          <p:spPr bwMode="auto">
            <a:xfrm>
              <a:off x="7183" y="1165"/>
              <a:ext cx="6" cy="3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1023"/>
            <p:cNvSpPr>
              <a:spLocks/>
            </p:cNvSpPr>
            <p:nvPr/>
          </p:nvSpPr>
          <p:spPr bwMode="auto">
            <a:xfrm>
              <a:off x="7109" y="1289"/>
              <a:ext cx="75" cy="78"/>
            </a:xfrm>
            <a:custGeom>
              <a:avLst/>
              <a:gdLst>
                <a:gd name="T0" fmla="*/ 0 w 150"/>
                <a:gd name="T1" fmla="*/ 0 h 156"/>
                <a:gd name="T2" fmla="*/ 3 w 150"/>
                <a:gd name="T3" fmla="*/ 24 h 156"/>
                <a:gd name="T4" fmla="*/ 0 w 150"/>
                <a:gd name="T5" fmla="*/ 44 h 156"/>
                <a:gd name="T6" fmla="*/ 3 w 150"/>
                <a:gd name="T7" fmla="*/ 64 h 156"/>
                <a:gd name="T8" fmla="*/ 18 w 150"/>
                <a:gd name="T9" fmla="*/ 80 h 156"/>
                <a:gd name="T10" fmla="*/ 30 w 150"/>
                <a:gd name="T11" fmla="*/ 98 h 156"/>
                <a:gd name="T12" fmla="*/ 76 w 150"/>
                <a:gd name="T13" fmla="*/ 123 h 156"/>
                <a:gd name="T14" fmla="*/ 150 w 150"/>
                <a:gd name="T15" fmla="*/ 156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0"/>
                <a:gd name="T25" fmla="*/ 0 h 156"/>
                <a:gd name="T26" fmla="*/ 150 w 150"/>
                <a:gd name="T27" fmla="*/ 156 h 1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0" h="156">
                  <a:moveTo>
                    <a:pt x="0" y="0"/>
                  </a:moveTo>
                  <a:lnTo>
                    <a:pt x="3" y="24"/>
                  </a:lnTo>
                  <a:lnTo>
                    <a:pt x="0" y="44"/>
                  </a:lnTo>
                  <a:lnTo>
                    <a:pt x="3" y="64"/>
                  </a:lnTo>
                  <a:lnTo>
                    <a:pt x="18" y="80"/>
                  </a:lnTo>
                  <a:lnTo>
                    <a:pt x="30" y="98"/>
                  </a:lnTo>
                  <a:lnTo>
                    <a:pt x="76" y="123"/>
                  </a:lnTo>
                  <a:lnTo>
                    <a:pt x="150" y="15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Line 1024"/>
            <p:cNvSpPr>
              <a:spLocks noChangeShapeType="1"/>
            </p:cNvSpPr>
            <p:nvPr/>
          </p:nvSpPr>
          <p:spPr bwMode="auto">
            <a:xfrm>
              <a:off x="7130" y="1270"/>
              <a:ext cx="40" cy="4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1025"/>
            <p:cNvSpPr>
              <a:spLocks/>
            </p:cNvSpPr>
            <p:nvPr/>
          </p:nvSpPr>
          <p:spPr bwMode="auto">
            <a:xfrm>
              <a:off x="7179" y="1225"/>
              <a:ext cx="14" cy="5"/>
            </a:xfrm>
            <a:custGeom>
              <a:avLst/>
              <a:gdLst>
                <a:gd name="T0" fmla="*/ 28 w 28"/>
                <a:gd name="T1" fmla="*/ 11 h 11"/>
                <a:gd name="T2" fmla="*/ 13 w 28"/>
                <a:gd name="T3" fmla="*/ 5 h 11"/>
                <a:gd name="T4" fmla="*/ 0 w 28"/>
                <a:gd name="T5" fmla="*/ 0 h 11"/>
                <a:gd name="T6" fmla="*/ 0 60000 65536"/>
                <a:gd name="T7" fmla="*/ 0 60000 65536"/>
                <a:gd name="T8" fmla="*/ 0 60000 65536"/>
                <a:gd name="T9" fmla="*/ 0 w 28"/>
                <a:gd name="T10" fmla="*/ 0 h 11"/>
                <a:gd name="T11" fmla="*/ 28 w 28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1">
                  <a:moveTo>
                    <a:pt x="28" y="11"/>
                  </a:moveTo>
                  <a:lnTo>
                    <a:pt x="13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1026"/>
            <p:cNvSpPr>
              <a:spLocks/>
            </p:cNvSpPr>
            <p:nvPr/>
          </p:nvSpPr>
          <p:spPr bwMode="auto">
            <a:xfrm>
              <a:off x="7178" y="1229"/>
              <a:ext cx="12" cy="5"/>
            </a:xfrm>
            <a:custGeom>
              <a:avLst/>
              <a:gdLst>
                <a:gd name="T0" fmla="*/ 25 w 25"/>
                <a:gd name="T1" fmla="*/ 10 h 10"/>
                <a:gd name="T2" fmla="*/ 12 w 25"/>
                <a:gd name="T3" fmla="*/ 5 h 10"/>
                <a:gd name="T4" fmla="*/ 0 w 25"/>
                <a:gd name="T5" fmla="*/ 0 h 10"/>
                <a:gd name="T6" fmla="*/ 0 60000 65536"/>
                <a:gd name="T7" fmla="*/ 0 60000 65536"/>
                <a:gd name="T8" fmla="*/ 0 60000 65536"/>
                <a:gd name="T9" fmla="*/ 0 w 25"/>
                <a:gd name="T10" fmla="*/ 0 h 10"/>
                <a:gd name="T11" fmla="*/ 25 w 25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0">
                  <a:moveTo>
                    <a:pt x="25" y="10"/>
                  </a:moveTo>
                  <a:lnTo>
                    <a:pt x="12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1027"/>
            <p:cNvSpPr>
              <a:spLocks/>
            </p:cNvSpPr>
            <p:nvPr/>
          </p:nvSpPr>
          <p:spPr bwMode="auto">
            <a:xfrm>
              <a:off x="7175" y="1235"/>
              <a:ext cx="14" cy="3"/>
            </a:xfrm>
            <a:custGeom>
              <a:avLst/>
              <a:gdLst>
                <a:gd name="T0" fmla="*/ 27 w 27"/>
                <a:gd name="T1" fmla="*/ 0 h 5"/>
                <a:gd name="T2" fmla="*/ 12 w 27"/>
                <a:gd name="T3" fmla="*/ 2 h 5"/>
                <a:gd name="T4" fmla="*/ 0 w 27"/>
                <a:gd name="T5" fmla="*/ 5 h 5"/>
                <a:gd name="T6" fmla="*/ 0 60000 65536"/>
                <a:gd name="T7" fmla="*/ 0 60000 65536"/>
                <a:gd name="T8" fmla="*/ 0 60000 65536"/>
                <a:gd name="T9" fmla="*/ 0 w 27"/>
                <a:gd name="T10" fmla="*/ 0 h 5"/>
                <a:gd name="T11" fmla="*/ 27 w 27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5">
                  <a:moveTo>
                    <a:pt x="27" y="0"/>
                  </a:moveTo>
                  <a:lnTo>
                    <a:pt x="12" y="2"/>
                  </a:lnTo>
                  <a:lnTo>
                    <a:pt x="0" y="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1028"/>
            <p:cNvSpPr>
              <a:spLocks/>
            </p:cNvSpPr>
            <p:nvPr/>
          </p:nvSpPr>
          <p:spPr bwMode="auto">
            <a:xfrm>
              <a:off x="7087" y="1225"/>
              <a:ext cx="13" cy="51"/>
            </a:xfrm>
            <a:custGeom>
              <a:avLst/>
              <a:gdLst>
                <a:gd name="T0" fmla="*/ 25 w 25"/>
                <a:gd name="T1" fmla="*/ 5 h 102"/>
                <a:gd name="T2" fmla="*/ 15 w 25"/>
                <a:gd name="T3" fmla="*/ 0 h 102"/>
                <a:gd name="T4" fmla="*/ 3 w 25"/>
                <a:gd name="T5" fmla="*/ 2 h 102"/>
                <a:gd name="T6" fmla="*/ 0 w 25"/>
                <a:gd name="T7" fmla="*/ 13 h 102"/>
                <a:gd name="T8" fmla="*/ 0 w 25"/>
                <a:gd name="T9" fmla="*/ 38 h 102"/>
                <a:gd name="T10" fmla="*/ 3 w 25"/>
                <a:gd name="T11" fmla="*/ 70 h 102"/>
                <a:gd name="T12" fmla="*/ 15 w 25"/>
                <a:gd name="T13" fmla="*/ 92 h 102"/>
                <a:gd name="T14" fmla="*/ 25 w 25"/>
                <a:gd name="T15" fmla="*/ 102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102"/>
                <a:gd name="T26" fmla="*/ 25 w 25"/>
                <a:gd name="T27" fmla="*/ 102 h 1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102">
                  <a:moveTo>
                    <a:pt x="25" y="5"/>
                  </a:moveTo>
                  <a:lnTo>
                    <a:pt x="15" y="0"/>
                  </a:lnTo>
                  <a:lnTo>
                    <a:pt x="3" y="2"/>
                  </a:lnTo>
                  <a:lnTo>
                    <a:pt x="0" y="13"/>
                  </a:lnTo>
                  <a:lnTo>
                    <a:pt x="0" y="38"/>
                  </a:lnTo>
                  <a:lnTo>
                    <a:pt x="3" y="70"/>
                  </a:lnTo>
                  <a:lnTo>
                    <a:pt x="15" y="92"/>
                  </a:lnTo>
                  <a:lnTo>
                    <a:pt x="25" y="10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1029"/>
            <p:cNvSpPr>
              <a:spLocks/>
            </p:cNvSpPr>
            <p:nvPr/>
          </p:nvSpPr>
          <p:spPr bwMode="auto">
            <a:xfrm>
              <a:off x="7105" y="1238"/>
              <a:ext cx="3" cy="29"/>
            </a:xfrm>
            <a:custGeom>
              <a:avLst/>
              <a:gdLst>
                <a:gd name="T0" fmla="*/ 4 w 7"/>
                <a:gd name="T1" fmla="*/ 0 h 59"/>
                <a:gd name="T2" fmla="*/ 7 w 7"/>
                <a:gd name="T3" fmla="*/ 20 h 59"/>
                <a:gd name="T4" fmla="*/ 2 w 7"/>
                <a:gd name="T5" fmla="*/ 30 h 59"/>
                <a:gd name="T6" fmla="*/ 0 w 7"/>
                <a:gd name="T7" fmla="*/ 37 h 59"/>
                <a:gd name="T8" fmla="*/ 0 w 7"/>
                <a:gd name="T9" fmla="*/ 44 h 59"/>
                <a:gd name="T10" fmla="*/ 4 w 7"/>
                <a:gd name="T11" fmla="*/ 49 h 59"/>
                <a:gd name="T12" fmla="*/ 4 w 7"/>
                <a:gd name="T13" fmla="*/ 59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59"/>
                <a:gd name="T23" fmla="*/ 7 w 7"/>
                <a:gd name="T24" fmla="*/ 59 h 5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59">
                  <a:moveTo>
                    <a:pt x="4" y="0"/>
                  </a:moveTo>
                  <a:lnTo>
                    <a:pt x="7" y="20"/>
                  </a:lnTo>
                  <a:lnTo>
                    <a:pt x="2" y="30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4" y="49"/>
                  </a:lnTo>
                  <a:lnTo>
                    <a:pt x="4" y="5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1030"/>
            <p:cNvSpPr>
              <a:spLocks/>
            </p:cNvSpPr>
            <p:nvPr/>
          </p:nvSpPr>
          <p:spPr bwMode="auto">
            <a:xfrm>
              <a:off x="7092" y="1234"/>
              <a:ext cx="11" cy="31"/>
            </a:xfrm>
            <a:custGeom>
              <a:avLst/>
              <a:gdLst>
                <a:gd name="T0" fmla="*/ 23 w 23"/>
                <a:gd name="T1" fmla="*/ 13 h 62"/>
                <a:gd name="T2" fmla="*/ 18 w 23"/>
                <a:gd name="T3" fmla="*/ 5 h 62"/>
                <a:gd name="T4" fmla="*/ 10 w 23"/>
                <a:gd name="T5" fmla="*/ 0 h 62"/>
                <a:gd name="T6" fmla="*/ 0 w 23"/>
                <a:gd name="T7" fmla="*/ 3 h 62"/>
                <a:gd name="T8" fmla="*/ 3 w 23"/>
                <a:gd name="T9" fmla="*/ 18 h 62"/>
                <a:gd name="T10" fmla="*/ 5 w 23"/>
                <a:gd name="T11" fmla="*/ 35 h 62"/>
                <a:gd name="T12" fmla="*/ 13 w 23"/>
                <a:gd name="T13" fmla="*/ 54 h 62"/>
                <a:gd name="T14" fmla="*/ 18 w 23"/>
                <a:gd name="T15" fmla="*/ 62 h 62"/>
                <a:gd name="T16" fmla="*/ 20 w 23"/>
                <a:gd name="T17" fmla="*/ 52 h 62"/>
                <a:gd name="T18" fmla="*/ 20 w 23"/>
                <a:gd name="T19" fmla="*/ 3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62"/>
                <a:gd name="T32" fmla="*/ 23 w 23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62">
                  <a:moveTo>
                    <a:pt x="23" y="13"/>
                  </a:moveTo>
                  <a:lnTo>
                    <a:pt x="18" y="5"/>
                  </a:lnTo>
                  <a:lnTo>
                    <a:pt x="10" y="0"/>
                  </a:lnTo>
                  <a:lnTo>
                    <a:pt x="0" y="3"/>
                  </a:lnTo>
                  <a:lnTo>
                    <a:pt x="3" y="18"/>
                  </a:lnTo>
                  <a:lnTo>
                    <a:pt x="5" y="35"/>
                  </a:lnTo>
                  <a:lnTo>
                    <a:pt x="13" y="54"/>
                  </a:lnTo>
                  <a:lnTo>
                    <a:pt x="18" y="62"/>
                  </a:lnTo>
                  <a:lnTo>
                    <a:pt x="20" y="52"/>
                  </a:lnTo>
                  <a:lnTo>
                    <a:pt x="20" y="3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1031"/>
            <p:cNvSpPr>
              <a:spLocks/>
            </p:cNvSpPr>
            <p:nvPr/>
          </p:nvSpPr>
          <p:spPr bwMode="auto">
            <a:xfrm>
              <a:off x="7200" y="1226"/>
              <a:ext cx="34" cy="6"/>
            </a:xfrm>
            <a:custGeom>
              <a:avLst/>
              <a:gdLst>
                <a:gd name="T0" fmla="*/ 69 w 69"/>
                <a:gd name="T1" fmla="*/ 11 h 11"/>
                <a:gd name="T2" fmla="*/ 45 w 69"/>
                <a:gd name="T3" fmla="*/ 4 h 11"/>
                <a:gd name="T4" fmla="*/ 23 w 69"/>
                <a:gd name="T5" fmla="*/ 0 h 11"/>
                <a:gd name="T6" fmla="*/ 0 w 69"/>
                <a:gd name="T7" fmla="*/ 3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"/>
                <a:gd name="T13" fmla="*/ 0 h 11"/>
                <a:gd name="T14" fmla="*/ 69 w 69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" h="11">
                  <a:moveTo>
                    <a:pt x="69" y="11"/>
                  </a:moveTo>
                  <a:lnTo>
                    <a:pt x="45" y="4"/>
                  </a:lnTo>
                  <a:lnTo>
                    <a:pt x="23" y="0"/>
                  </a:lnTo>
                  <a:lnTo>
                    <a:pt x="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1032"/>
            <p:cNvSpPr>
              <a:spLocks/>
            </p:cNvSpPr>
            <p:nvPr/>
          </p:nvSpPr>
          <p:spPr bwMode="auto">
            <a:xfrm>
              <a:off x="7270" y="1232"/>
              <a:ext cx="25" cy="5"/>
            </a:xfrm>
            <a:custGeom>
              <a:avLst/>
              <a:gdLst>
                <a:gd name="T0" fmla="*/ 0 w 52"/>
                <a:gd name="T1" fmla="*/ 5 h 10"/>
                <a:gd name="T2" fmla="*/ 18 w 52"/>
                <a:gd name="T3" fmla="*/ 0 h 10"/>
                <a:gd name="T4" fmla="*/ 35 w 52"/>
                <a:gd name="T5" fmla="*/ 0 h 10"/>
                <a:gd name="T6" fmla="*/ 48 w 52"/>
                <a:gd name="T7" fmla="*/ 10 h 10"/>
                <a:gd name="T8" fmla="*/ 52 w 52"/>
                <a:gd name="T9" fmla="*/ 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"/>
                <a:gd name="T16" fmla="*/ 0 h 10"/>
                <a:gd name="T17" fmla="*/ 52 w 52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" h="10">
                  <a:moveTo>
                    <a:pt x="0" y="5"/>
                  </a:moveTo>
                  <a:lnTo>
                    <a:pt x="18" y="0"/>
                  </a:lnTo>
                  <a:lnTo>
                    <a:pt x="35" y="0"/>
                  </a:lnTo>
                  <a:lnTo>
                    <a:pt x="48" y="10"/>
                  </a:lnTo>
                  <a:lnTo>
                    <a:pt x="52" y="1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1033"/>
            <p:cNvSpPr>
              <a:spLocks/>
            </p:cNvSpPr>
            <p:nvPr/>
          </p:nvSpPr>
          <p:spPr bwMode="auto">
            <a:xfrm>
              <a:off x="7248" y="1233"/>
              <a:ext cx="20" cy="62"/>
            </a:xfrm>
            <a:custGeom>
              <a:avLst/>
              <a:gdLst>
                <a:gd name="T0" fmla="*/ 27 w 41"/>
                <a:gd name="T1" fmla="*/ 0 h 125"/>
                <a:gd name="T2" fmla="*/ 25 w 41"/>
                <a:gd name="T3" fmla="*/ 15 h 125"/>
                <a:gd name="T4" fmla="*/ 25 w 41"/>
                <a:gd name="T5" fmla="*/ 27 h 125"/>
                <a:gd name="T6" fmla="*/ 27 w 41"/>
                <a:gd name="T7" fmla="*/ 42 h 125"/>
                <a:gd name="T8" fmla="*/ 27 w 41"/>
                <a:gd name="T9" fmla="*/ 56 h 125"/>
                <a:gd name="T10" fmla="*/ 31 w 41"/>
                <a:gd name="T11" fmla="*/ 69 h 125"/>
                <a:gd name="T12" fmla="*/ 33 w 41"/>
                <a:gd name="T13" fmla="*/ 84 h 125"/>
                <a:gd name="T14" fmla="*/ 38 w 41"/>
                <a:gd name="T15" fmla="*/ 96 h 125"/>
                <a:gd name="T16" fmla="*/ 41 w 41"/>
                <a:gd name="T17" fmla="*/ 106 h 125"/>
                <a:gd name="T18" fmla="*/ 41 w 41"/>
                <a:gd name="T19" fmla="*/ 114 h 125"/>
                <a:gd name="T20" fmla="*/ 38 w 41"/>
                <a:gd name="T21" fmla="*/ 120 h 125"/>
                <a:gd name="T22" fmla="*/ 31 w 41"/>
                <a:gd name="T23" fmla="*/ 122 h 125"/>
                <a:gd name="T24" fmla="*/ 25 w 41"/>
                <a:gd name="T25" fmla="*/ 125 h 125"/>
                <a:gd name="T26" fmla="*/ 17 w 41"/>
                <a:gd name="T27" fmla="*/ 125 h 125"/>
                <a:gd name="T28" fmla="*/ 10 w 41"/>
                <a:gd name="T29" fmla="*/ 125 h 125"/>
                <a:gd name="T30" fmla="*/ 0 w 41"/>
                <a:gd name="T31" fmla="*/ 122 h 1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1"/>
                <a:gd name="T49" fmla="*/ 0 h 125"/>
                <a:gd name="T50" fmla="*/ 41 w 41"/>
                <a:gd name="T51" fmla="*/ 125 h 12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1" h="125">
                  <a:moveTo>
                    <a:pt x="27" y="0"/>
                  </a:moveTo>
                  <a:lnTo>
                    <a:pt x="25" y="15"/>
                  </a:lnTo>
                  <a:lnTo>
                    <a:pt x="25" y="27"/>
                  </a:lnTo>
                  <a:lnTo>
                    <a:pt x="27" y="42"/>
                  </a:lnTo>
                  <a:lnTo>
                    <a:pt x="27" y="56"/>
                  </a:lnTo>
                  <a:lnTo>
                    <a:pt x="31" y="69"/>
                  </a:lnTo>
                  <a:lnTo>
                    <a:pt x="33" y="84"/>
                  </a:lnTo>
                  <a:lnTo>
                    <a:pt x="38" y="96"/>
                  </a:lnTo>
                  <a:lnTo>
                    <a:pt x="41" y="106"/>
                  </a:lnTo>
                  <a:lnTo>
                    <a:pt x="41" y="114"/>
                  </a:lnTo>
                  <a:lnTo>
                    <a:pt x="38" y="120"/>
                  </a:lnTo>
                  <a:lnTo>
                    <a:pt x="31" y="122"/>
                  </a:lnTo>
                  <a:lnTo>
                    <a:pt x="25" y="125"/>
                  </a:lnTo>
                  <a:lnTo>
                    <a:pt x="17" y="125"/>
                  </a:lnTo>
                  <a:lnTo>
                    <a:pt x="10" y="125"/>
                  </a:lnTo>
                  <a:lnTo>
                    <a:pt x="0" y="1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Line 1034"/>
            <p:cNvSpPr>
              <a:spLocks noChangeShapeType="1"/>
            </p:cNvSpPr>
            <p:nvPr/>
          </p:nvSpPr>
          <p:spPr bwMode="auto">
            <a:xfrm>
              <a:off x="7247" y="1274"/>
              <a:ext cx="6" cy="1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1035"/>
            <p:cNvSpPr>
              <a:spLocks/>
            </p:cNvSpPr>
            <p:nvPr/>
          </p:nvSpPr>
          <p:spPr bwMode="auto">
            <a:xfrm>
              <a:off x="7201" y="1248"/>
              <a:ext cx="26" cy="5"/>
            </a:xfrm>
            <a:custGeom>
              <a:avLst/>
              <a:gdLst>
                <a:gd name="T0" fmla="*/ 0 w 52"/>
                <a:gd name="T1" fmla="*/ 0 h 10"/>
                <a:gd name="T2" fmla="*/ 7 w 52"/>
                <a:gd name="T3" fmla="*/ 2 h 10"/>
                <a:gd name="T4" fmla="*/ 12 w 52"/>
                <a:gd name="T5" fmla="*/ 5 h 10"/>
                <a:gd name="T6" fmla="*/ 20 w 52"/>
                <a:gd name="T7" fmla="*/ 5 h 10"/>
                <a:gd name="T8" fmla="*/ 27 w 52"/>
                <a:gd name="T9" fmla="*/ 5 h 10"/>
                <a:gd name="T10" fmla="*/ 32 w 52"/>
                <a:gd name="T11" fmla="*/ 5 h 10"/>
                <a:gd name="T12" fmla="*/ 37 w 52"/>
                <a:gd name="T13" fmla="*/ 2 h 10"/>
                <a:gd name="T14" fmla="*/ 45 w 52"/>
                <a:gd name="T15" fmla="*/ 2 h 10"/>
                <a:gd name="T16" fmla="*/ 52 w 52"/>
                <a:gd name="T17" fmla="*/ 2 h 10"/>
                <a:gd name="T18" fmla="*/ 40 w 52"/>
                <a:gd name="T19" fmla="*/ 5 h 10"/>
                <a:gd name="T20" fmla="*/ 30 w 52"/>
                <a:gd name="T21" fmla="*/ 7 h 10"/>
                <a:gd name="T22" fmla="*/ 22 w 52"/>
                <a:gd name="T23" fmla="*/ 10 h 10"/>
                <a:gd name="T24" fmla="*/ 15 w 52"/>
                <a:gd name="T25" fmla="*/ 10 h 10"/>
                <a:gd name="T26" fmla="*/ 5 w 52"/>
                <a:gd name="T27" fmla="*/ 5 h 10"/>
                <a:gd name="T28" fmla="*/ 0 w 52"/>
                <a:gd name="T29" fmla="*/ 0 h 10"/>
                <a:gd name="T30" fmla="*/ 0 w 52"/>
                <a:gd name="T31" fmla="*/ 0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2"/>
                <a:gd name="T49" fmla="*/ 0 h 10"/>
                <a:gd name="T50" fmla="*/ 52 w 52"/>
                <a:gd name="T51" fmla="*/ 10 h 1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2" h="10">
                  <a:moveTo>
                    <a:pt x="0" y="0"/>
                  </a:moveTo>
                  <a:lnTo>
                    <a:pt x="7" y="2"/>
                  </a:lnTo>
                  <a:lnTo>
                    <a:pt x="12" y="5"/>
                  </a:lnTo>
                  <a:lnTo>
                    <a:pt x="20" y="5"/>
                  </a:lnTo>
                  <a:lnTo>
                    <a:pt x="27" y="5"/>
                  </a:lnTo>
                  <a:lnTo>
                    <a:pt x="32" y="5"/>
                  </a:lnTo>
                  <a:lnTo>
                    <a:pt x="37" y="2"/>
                  </a:lnTo>
                  <a:lnTo>
                    <a:pt x="45" y="2"/>
                  </a:lnTo>
                  <a:lnTo>
                    <a:pt x="52" y="2"/>
                  </a:lnTo>
                  <a:lnTo>
                    <a:pt x="40" y="5"/>
                  </a:lnTo>
                  <a:lnTo>
                    <a:pt x="30" y="7"/>
                  </a:lnTo>
                  <a:lnTo>
                    <a:pt x="22" y="10"/>
                  </a:lnTo>
                  <a:lnTo>
                    <a:pt x="15" y="10"/>
                  </a:lnTo>
                  <a:lnTo>
                    <a:pt x="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1036"/>
            <p:cNvSpPr>
              <a:spLocks/>
            </p:cNvSpPr>
            <p:nvPr/>
          </p:nvSpPr>
          <p:spPr bwMode="auto">
            <a:xfrm>
              <a:off x="7201" y="1248"/>
              <a:ext cx="26" cy="5"/>
            </a:xfrm>
            <a:custGeom>
              <a:avLst/>
              <a:gdLst>
                <a:gd name="T0" fmla="*/ 0 w 52"/>
                <a:gd name="T1" fmla="*/ 0 h 10"/>
                <a:gd name="T2" fmla="*/ 7 w 52"/>
                <a:gd name="T3" fmla="*/ 2 h 10"/>
                <a:gd name="T4" fmla="*/ 12 w 52"/>
                <a:gd name="T5" fmla="*/ 5 h 10"/>
                <a:gd name="T6" fmla="*/ 20 w 52"/>
                <a:gd name="T7" fmla="*/ 5 h 10"/>
                <a:gd name="T8" fmla="*/ 27 w 52"/>
                <a:gd name="T9" fmla="*/ 5 h 10"/>
                <a:gd name="T10" fmla="*/ 32 w 52"/>
                <a:gd name="T11" fmla="*/ 5 h 10"/>
                <a:gd name="T12" fmla="*/ 37 w 52"/>
                <a:gd name="T13" fmla="*/ 2 h 10"/>
                <a:gd name="T14" fmla="*/ 45 w 52"/>
                <a:gd name="T15" fmla="*/ 2 h 10"/>
                <a:gd name="T16" fmla="*/ 52 w 52"/>
                <a:gd name="T17" fmla="*/ 2 h 10"/>
                <a:gd name="T18" fmla="*/ 40 w 52"/>
                <a:gd name="T19" fmla="*/ 5 h 10"/>
                <a:gd name="T20" fmla="*/ 30 w 52"/>
                <a:gd name="T21" fmla="*/ 7 h 10"/>
                <a:gd name="T22" fmla="*/ 22 w 52"/>
                <a:gd name="T23" fmla="*/ 10 h 10"/>
                <a:gd name="T24" fmla="*/ 15 w 52"/>
                <a:gd name="T25" fmla="*/ 10 h 10"/>
                <a:gd name="T26" fmla="*/ 5 w 52"/>
                <a:gd name="T27" fmla="*/ 5 h 10"/>
                <a:gd name="T28" fmla="*/ 0 w 52"/>
                <a:gd name="T29" fmla="*/ 0 h 10"/>
                <a:gd name="T30" fmla="*/ 0 w 52"/>
                <a:gd name="T31" fmla="*/ 0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2"/>
                <a:gd name="T49" fmla="*/ 0 h 10"/>
                <a:gd name="T50" fmla="*/ 52 w 52"/>
                <a:gd name="T51" fmla="*/ 10 h 1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2" h="10">
                  <a:moveTo>
                    <a:pt x="0" y="0"/>
                  </a:moveTo>
                  <a:lnTo>
                    <a:pt x="7" y="2"/>
                  </a:lnTo>
                  <a:lnTo>
                    <a:pt x="12" y="5"/>
                  </a:lnTo>
                  <a:lnTo>
                    <a:pt x="20" y="5"/>
                  </a:lnTo>
                  <a:lnTo>
                    <a:pt x="27" y="5"/>
                  </a:lnTo>
                  <a:lnTo>
                    <a:pt x="32" y="5"/>
                  </a:lnTo>
                  <a:lnTo>
                    <a:pt x="37" y="2"/>
                  </a:lnTo>
                  <a:lnTo>
                    <a:pt x="45" y="2"/>
                  </a:lnTo>
                  <a:lnTo>
                    <a:pt x="52" y="2"/>
                  </a:lnTo>
                  <a:lnTo>
                    <a:pt x="40" y="5"/>
                  </a:lnTo>
                  <a:lnTo>
                    <a:pt x="30" y="7"/>
                  </a:lnTo>
                  <a:lnTo>
                    <a:pt x="22" y="10"/>
                  </a:lnTo>
                  <a:lnTo>
                    <a:pt x="15" y="1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1037"/>
            <p:cNvSpPr>
              <a:spLocks/>
            </p:cNvSpPr>
            <p:nvPr/>
          </p:nvSpPr>
          <p:spPr bwMode="auto">
            <a:xfrm>
              <a:off x="7270" y="1250"/>
              <a:ext cx="21" cy="4"/>
            </a:xfrm>
            <a:custGeom>
              <a:avLst/>
              <a:gdLst>
                <a:gd name="T0" fmla="*/ 0 w 43"/>
                <a:gd name="T1" fmla="*/ 0 h 7"/>
                <a:gd name="T2" fmla="*/ 13 w 43"/>
                <a:gd name="T3" fmla="*/ 2 h 7"/>
                <a:gd name="T4" fmla="*/ 23 w 43"/>
                <a:gd name="T5" fmla="*/ 2 h 7"/>
                <a:gd name="T6" fmla="*/ 33 w 43"/>
                <a:gd name="T7" fmla="*/ 2 h 7"/>
                <a:gd name="T8" fmla="*/ 43 w 43"/>
                <a:gd name="T9" fmla="*/ 0 h 7"/>
                <a:gd name="T10" fmla="*/ 25 w 43"/>
                <a:gd name="T11" fmla="*/ 7 h 7"/>
                <a:gd name="T12" fmla="*/ 13 w 43"/>
                <a:gd name="T13" fmla="*/ 7 h 7"/>
                <a:gd name="T14" fmla="*/ 5 w 43"/>
                <a:gd name="T15" fmla="*/ 5 h 7"/>
                <a:gd name="T16" fmla="*/ 0 w 43"/>
                <a:gd name="T17" fmla="*/ 0 h 7"/>
                <a:gd name="T18" fmla="*/ 0 w 43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7"/>
                <a:gd name="T32" fmla="*/ 43 w 43"/>
                <a:gd name="T33" fmla="*/ 7 h 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7">
                  <a:moveTo>
                    <a:pt x="0" y="0"/>
                  </a:moveTo>
                  <a:lnTo>
                    <a:pt x="13" y="2"/>
                  </a:lnTo>
                  <a:lnTo>
                    <a:pt x="23" y="2"/>
                  </a:lnTo>
                  <a:lnTo>
                    <a:pt x="33" y="2"/>
                  </a:lnTo>
                  <a:lnTo>
                    <a:pt x="43" y="0"/>
                  </a:lnTo>
                  <a:lnTo>
                    <a:pt x="25" y="7"/>
                  </a:lnTo>
                  <a:lnTo>
                    <a:pt x="13" y="7"/>
                  </a:lnTo>
                  <a:lnTo>
                    <a:pt x="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1038"/>
            <p:cNvSpPr>
              <a:spLocks/>
            </p:cNvSpPr>
            <p:nvPr/>
          </p:nvSpPr>
          <p:spPr bwMode="auto">
            <a:xfrm>
              <a:off x="7270" y="1250"/>
              <a:ext cx="21" cy="4"/>
            </a:xfrm>
            <a:custGeom>
              <a:avLst/>
              <a:gdLst>
                <a:gd name="T0" fmla="*/ 0 w 43"/>
                <a:gd name="T1" fmla="*/ 0 h 7"/>
                <a:gd name="T2" fmla="*/ 13 w 43"/>
                <a:gd name="T3" fmla="*/ 2 h 7"/>
                <a:gd name="T4" fmla="*/ 23 w 43"/>
                <a:gd name="T5" fmla="*/ 2 h 7"/>
                <a:gd name="T6" fmla="*/ 33 w 43"/>
                <a:gd name="T7" fmla="*/ 2 h 7"/>
                <a:gd name="T8" fmla="*/ 43 w 43"/>
                <a:gd name="T9" fmla="*/ 0 h 7"/>
                <a:gd name="T10" fmla="*/ 25 w 43"/>
                <a:gd name="T11" fmla="*/ 7 h 7"/>
                <a:gd name="T12" fmla="*/ 13 w 43"/>
                <a:gd name="T13" fmla="*/ 7 h 7"/>
                <a:gd name="T14" fmla="*/ 5 w 43"/>
                <a:gd name="T15" fmla="*/ 5 h 7"/>
                <a:gd name="T16" fmla="*/ 0 w 43"/>
                <a:gd name="T17" fmla="*/ 0 h 7"/>
                <a:gd name="T18" fmla="*/ 0 w 43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7"/>
                <a:gd name="T32" fmla="*/ 43 w 43"/>
                <a:gd name="T33" fmla="*/ 7 h 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7">
                  <a:moveTo>
                    <a:pt x="0" y="0"/>
                  </a:moveTo>
                  <a:lnTo>
                    <a:pt x="13" y="2"/>
                  </a:lnTo>
                  <a:lnTo>
                    <a:pt x="23" y="2"/>
                  </a:lnTo>
                  <a:lnTo>
                    <a:pt x="33" y="2"/>
                  </a:lnTo>
                  <a:lnTo>
                    <a:pt x="43" y="0"/>
                  </a:lnTo>
                  <a:lnTo>
                    <a:pt x="25" y="7"/>
                  </a:lnTo>
                  <a:lnTo>
                    <a:pt x="13" y="7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1039"/>
            <p:cNvSpPr>
              <a:spLocks/>
            </p:cNvSpPr>
            <p:nvPr/>
          </p:nvSpPr>
          <p:spPr bwMode="auto">
            <a:xfrm>
              <a:off x="7197" y="1276"/>
              <a:ext cx="65" cy="36"/>
            </a:xfrm>
            <a:custGeom>
              <a:avLst/>
              <a:gdLst>
                <a:gd name="T0" fmla="*/ 0 w 130"/>
                <a:gd name="T1" fmla="*/ 69 h 71"/>
                <a:gd name="T2" fmla="*/ 19 w 130"/>
                <a:gd name="T3" fmla="*/ 59 h 71"/>
                <a:gd name="T4" fmla="*/ 34 w 130"/>
                <a:gd name="T5" fmla="*/ 51 h 71"/>
                <a:gd name="T6" fmla="*/ 44 w 130"/>
                <a:gd name="T7" fmla="*/ 44 h 71"/>
                <a:gd name="T8" fmla="*/ 54 w 130"/>
                <a:gd name="T9" fmla="*/ 36 h 71"/>
                <a:gd name="T10" fmla="*/ 59 w 130"/>
                <a:gd name="T11" fmla="*/ 31 h 71"/>
                <a:gd name="T12" fmla="*/ 64 w 130"/>
                <a:gd name="T13" fmla="*/ 23 h 71"/>
                <a:gd name="T14" fmla="*/ 70 w 130"/>
                <a:gd name="T15" fmla="*/ 13 h 71"/>
                <a:gd name="T16" fmla="*/ 78 w 130"/>
                <a:gd name="T17" fmla="*/ 0 h 71"/>
                <a:gd name="T18" fmla="*/ 73 w 130"/>
                <a:gd name="T19" fmla="*/ 18 h 71"/>
                <a:gd name="T20" fmla="*/ 70 w 130"/>
                <a:gd name="T21" fmla="*/ 28 h 71"/>
                <a:gd name="T22" fmla="*/ 73 w 130"/>
                <a:gd name="T23" fmla="*/ 34 h 71"/>
                <a:gd name="T24" fmla="*/ 78 w 130"/>
                <a:gd name="T25" fmla="*/ 36 h 71"/>
                <a:gd name="T26" fmla="*/ 88 w 130"/>
                <a:gd name="T27" fmla="*/ 36 h 71"/>
                <a:gd name="T28" fmla="*/ 100 w 130"/>
                <a:gd name="T29" fmla="*/ 39 h 71"/>
                <a:gd name="T30" fmla="*/ 113 w 130"/>
                <a:gd name="T31" fmla="*/ 39 h 71"/>
                <a:gd name="T32" fmla="*/ 130 w 130"/>
                <a:gd name="T33" fmla="*/ 39 h 71"/>
                <a:gd name="T34" fmla="*/ 108 w 130"/>
                <a:gd name="T35" fmla="*/ 39 h 71"/>
                <a:gd name="T36" fmla="*/ 90 w 130"/>
                <a:gd name="T37" fmla="*/ 39 h 71"/>
                <a:gd name="T38" fmla="*/ 78 w 130"/>
                <a:gd name="T39" fmla="*/ 39 h 71"/>
                <a:gd name="T40" fmla="*/ 66 w 130"/>
                <a:gd name="T41" fmla="*/ 41 h 71"/>
                <a:gd name="T42" fmla="*/ 54 w 130"/>
                <a:gd name="T43" fmla="*/ 44 h 71"/>
                <a:gd name="T44" fmla="*/ 39 w 130"/>
                <a:gd name="T45" fmla="*/ 49 h 71"/>
                <a:gd name="T46" fmla="*/ 21 w 130"/>
                <a:gd name="T47" fmla="*/ 59 h 71"/>
                <a:gd name="T48" fmla="*/ 3 w 130"/>
                <a:gd name="T49" fmla="*/ 71 h 71"/>
                <a:gd name="T50" fmla="*/ 3 w 130"/>
                <a:gd name="T51" fmla="*/ 71 h 71"/>
                <a:gd name="T52" fmla="*/ 0 w 130"/>
                <a:gd name="T53" fmla="*/ 69 h 7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30"/>
                <a:gd name="T82" fmla="*/ 0 h 71"/>
                <a:gd name="T83" fmla="*/ 130 w 130"/>
                <a:gd name="T84" fmla="*/ 71 h 7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30" h="71">
                  <a:moveTo>
                    <a:pt x="0" y="69"/>
                  </a:moveTo>
                  <a:lnTo>
                    <a:pt x="19" y="59"/>
                  </a:lnTo>
                  <a:lnTo>
                    <a:pt x="34" y="51"/>
                  </a:lnTo>
                  <a:lnTo>
                    <a:pt x="44" y="44"/>
                  </a:lnTo>
                  <a:lnTo>
                    <a:pt x="54" y="36"/>
                  </a:lnTo>
                  <a:lnTo>
                    <a:pt x="59" y="31"/>
                  </a:lnTo>
                  <a:lnTo>
                    <a:pt x="64" y="23"/>
                  </a:lnTo>
                  <a:lnTo>
                    <a:pt x="70" y="13"/>
                  </a:lnTo>
                  <a:lnTo>
                    <a:pt x="78" y="0"/>
                  </a:lnTo>
                  <a:lnTo>
                    <a:pt x="73" y="18"/>
                  </a:lnTo>
                  <a:lnTo>
                    <a:pt x="70" y="28"/>
                  </a:lnTo>
                  <a:lnTo>
                    <a:pt x="73" y="34"/>
                  </a:lnTo>
                  <a:lnTo>
                    <a:pt x="78" y="36"/>
                  </a:lnTo>
                  <a:lnTo>
                    <a:pt x="88" y="36"/>
                  </a:lnTo>
                  <a:lnTo>
                    <a:pt x="100" y="39"/>
                  </a:lnTo>
                  <a:lnTo>
                    <a:pt x="113" y="39"/>
                  </a:lnTo>
                  <a:lnTo>
                    <a:pt x="130" y="39"/>
                  </a:lnTo>
                  <a:lnTo>
                    <a:pt x="108" y="39"/>
                  </a:lnTo>
                  <a:lnTo>
                    <a:pt x="90" y="39"/>
                  </a:lnTo>
                  <a:lnTo>
                    <a:pt x="78" y="39"/>
                  </a:lnTo>
                  <a:lnTo>
                    <a:pt x="66" y="41"/>
                  </a:lnTo>
                  <a:lnTo>
                    <a:pt x="54" y="44"/>
                  </a:lnTo>
                  <a:lnTo>
                    <a:pt x="39" y="49"/>
                  </a:lnTo>
                  <a:lnTo>
                    <a:pt x="21" y="59"/>
                  </a:lnTo>
                  <a:lnTo>
                    <a:pt x="3" y="71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1040"/>
            <p:cNvSpPr>
              <a:spLocks/>
            </p:cNvSpPr>
            <p:nvPr/>
          </p:nvSpPr>
          <p:spPr bwMode="auto">
            <a:xfrm>
              <a:off x="7197" y="1276"/>
              <a:ext cx="65" cy="36"/>
            </a:xfrm>
            <a:custGeom>
              <a:avLst/>
              <a:gdLst>
                <a:gd name="T0" fmla="*/ 0 w 130"/>
                <a:gd name="T1" fmla="*/ 69 h 71"/>
                <a:gd name="T2" fmla="*/ 19 w 130"/>
                <a:gd name="T3" fmla="*/ 59 h 71"/>
                <a:gd name="T4" fmla="*/ 34 w 130"/>
                <a:gd name="T5" fmla="*/ 51 h 71"/>
                <a:gd name="T6" fmla="*/ 44 w 130"/>
                <a:gd name="T7" fmla="*/ 44 h 71"/>
                <a:gd name="T8" fmla="*/ 54 w 130"/>
                <a:gd name="T9" fmla="*/ 36 h 71"/>
                <a:gd name="T10" fmla="*/ 59 w 130"/>
                <a:gd name="T11" fmla="*/ 31 h 71"/>
                <a:gd name="T12" fmla="*/ 64 w 130"/>
                <a:gd name="T13" fmla="*/ 23 h 71"/>
                <a:gd name="T14" fmla="*/ 70 w 130"/>
                <a:gd name="T15" fmla="*/ 13 h 71"/>
                <a:gd name="T16" fmla="*/ 78 w 130"/>
                <a:gd name="T17" fmla="*/ 0 h 71"/>
                <a:gd name="T18" fmla="*/ 73 w 130"/>
                <a:gd name="T19" fmla="*/ 18 h 71"/>
                <a:gd name="T20" fmla="*/ 70 w 130"/>
                <a:gd name="T21" fmla="*/ 28 h 71"/>
                <a:gd name="T22" fmla="*/ 73 w 130"/>
                <a:gd name="T23" fmla="*/ 34 h 71"/>
                <a:gd name="T24" fmla="*/ 78 w 130"/>
                <a:gd name="T25" fmla="*/ 36 h 71"/>
                <a:gd name="T26" fmla="*/ 88 w 130"/>
                <a:gd name="T27" fmla="*/ 36 h 71"/>
                <a:gd name="T28" fmla="*/ 100 w 130"/>
                <a:gd name="T29" fmla="*/ 39 h 71"/>
                <a:gd name="T30" fmla="*/ 113 w 130"/>
                <a:gd name="T31" fmla="*/ 39 h 71"/>
                <a:gd name="T32" fmla="*/ 130 w 130"/>
                <a:gd name="T33" fmla="*/ 39 h 71"/>
                <a:gd name="T34" fmla="*/ 108 w 130"/>
                <a:gd name="T35" fmla="*/ 39 h 71"/>
                <a:gd name="T36" fmla="*/ 90 w 130"/>
                <a:gd name="T37" fmla="*/ 39 h 71"/>
                <a:gd name="T38" fmla="*/ 78 w 130"/>
                <a:gd name="T39" fmla="*/ 39 h 71"/>
                <a:gd name="T40" fmla="*/ 66 w 130"/>
                <a:gd name="T41" fmla="*/ 41 h 71"/>
                <a:gd name="T42" fmla="*/ 54 w 130"/>
                <a:gd name="T43" fmla="*/ 44 h 71"/>
                <a:gd name="T44" fmla="*/ 39 w 130"/>
                <a:gd name="T45" fmla="*/ 49 h 71"/>
                <a:gd name="T46" fmla="*/ 21 w 130"/>
                <a:gd name="T47" fmla="*/ 59 h 71"/>
                <a:gd name="T48" fmla="*/ 3 w 130"/>
                <a:gd name="T49" fmla="*/ 71 h 71"/>
                <a:gd name="T50" fmla="*/ 3 w 130"/>
                <a:gd name="T51" fmla="*/ 71 h 7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71"/>
                <a:gd name="T80" fmla="*/ 130 w 130"/>
                <a:gd name="T81" fmla="*/ 71 h 7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71">
                  <a:moveTo>
                    <a:pt x="0" y="69"/>
                  </a:moveTo>
                  <a:lnTo>
                    <a:pt x="19" y="59"/>
                  </a:lnTo>
                  <a:lnTo>
                    <a:pt x="34" y="51"/>
                  </a:lnTo>
                  <a:lnTo>
                    <a:pt x="44" y="44"/>
                  </a:lnTo>
                  <a:lnTo>
                    <a:pt x="54" y="36"/>
                  </a:lnTo>
                  <a:lnTo>
                    <a:pt x="59" y="31"/>
                  </a:lnTo>
                  <a:lnTo>
                    <a:pt x="64" y="23"/>
                  </a:lnTo>
                  <a:lnTo>
                    <a:pt x="70" y="13"/>
                  </a:lnTo>
                  <a:lnTo>
                    <a:pt x="78" y="0"/>
                  </a:lnTo>
                  <a:lnTo>
                    <a:pt x="73" y="18"/>
                  </a:lnTo>
                  <a:lnTo>
                    <a:pt x="70" y="28"/>
                  </a:lnTo>
                  <a:lnTo>
                    <a:pt x="73" y="34"/>
                  </a:lnTo>
                  <a:lnTo>
                    <a:pt x="78" y="36"/>
                  </a:lnTo>
                  <a:lnTo>
                    <a:pt x="88" y="36"/>
                  </a:lnTo>
                  <a:lnTo>
                    <a:pt x="100" y="39"/>
                  </a:lnTo>
                  <a:lnTo>
                    <a:pt x="113" y="39"/>
                  </a:lnTo>
                  <a:lnTo>
                    <a:pt x="130" y="39"/>
                  </a:lnTo>
                  <a:lnTo>
                    <a:pt x="108" y="39"/>
                  </a:lnTo>
                  <a:lnTo>
                    <a:pt x="90" y="39"/>
                  </a:lnTo>
                  <a:lnTo>
                    <a:pt x="78" y="39"/>
                  </a:lnTo>
                  <a:lnTo>
                    <a:pt x="66" y="41"/>
                  </a:lnTo>
                  <a:lnTo>
                    <a:pt x="54" y="44"/>
                  </a:lnTo>
                  <a:lnTo>
                    <a:pt x="39" y="49"/>
                  </a:lnTo>
                  <a:lnTo>
                    <a:pt x="21" y="59"/>
                  </a:lnTo>
                  <a:lnTo>
                    <a:pt x="3" y="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Line 1041"/>
            <p:cNvSpPr>
              <a:spLocks noChangeShapeType="1"/>
            </p:cNvSpPr>
            <p:nvPr/>
          </p:nvSpPr>
          <p:spPr bwMode="auto">
            <a:xfrm>
              <a:off x="7252" y="1303"/>
              <a:ext cx="2" cy="15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1042"/>
            <p:cNvSpPr>
              <a:spLocks/>
            </p:cNvSpPr>
            <p:nvPr/>
          </p:nvSpPr>
          <p:spPr bwMode="auto">
            <a:xfrm>
              <a:off x="7207" y="1320"/>
              <a:ext cx="70" cy="9"/>
            </a:xfrm>
            <a:custGeom>
              <a:avLst/>
              <a:gdLst>
                <a:gd name="T0" fmla="*/ 0 w 140"/>
                <a:gd name="T1" fmla="*/ 9 h 16"/>
                <a:gd name="T2" fmla="*/ 13 w 140"/>
                <a:gd name="T3" fmla="*/ 11 h 16"/>
                <a:gd name="T4" fmla="*/ 23 w 140"/>
                <a:gd name="T5" fmla="*/ 11 h 16"/>
                <a:gd name="T6" fmla="*/ 33 w 140"/>
                <a:gd name="T7" fmla="*/ 9 h 16"/>
                <a:gd name="T8" fmla="*/ 43 w 140"/>
                <a:gd name="T9" fmla="*/ 6 h 16"/>
                <a:gd name="T10" fmla="*/ 49 w 140"/>
                <a:gd name="T11" fmla="*/ 6 h 16"/>
                <a:gd name="T12" fmla="*/ 57 w 140"/>
                <a:gd name="T13" fmla="*/ 4 h 16"/>
                <a:gd name="T14" fmla="*/ 64 w 140"/>
                <a:gd name="T15" fmla="*/ 2 h 16"/>
                <a:gd name="T16" fmla="*/ 72 w 140"/>
                <a:gd name="T17" fmla="*/ 0 h 16"/>
                <a:gd name="T18" fmla="*/ 82 w 140"/>
                <a:gd name="T19" fmla="*/ 2 h 16"/>
                <a:gd name="T20" fmla="*/ 89 w 140"/>
                <a:gd name="T21" fmla="*/ 2 h 16"/>
                <a:gd name="T22" fmla="*/ 99 w 140"/>
                <a:gd name="T23" fmla="*/ 2 h 16"/>
                <a:gd name="T24" fmla="*/ 107 w 140"/>
                <a:gd name="T25" fmla="*/ 0 h 16"/>
                <a:gd name="T26" fmla="*/ 113 w 140"/>
                <a:gd name="T27" fmla="*/ 6 h 16"/>
                <a:gd name="T28" fmla="*/ 123 w 140"/>
                <a:gd name="T29" fmla="*/ 9 h 16"/>
                <a:gd name="T30" fmla="*/ 130 w 140"/>
                <a:gd name="T31" fmla="*/ 14 h 16"/>
                <a:gd name="T32" fmla="*/ 140 w 140"/>
                <a:gd name="T33" fmla="*/ 16 h 16"/>
                <a:gd name="T34" fmla="*/ 133 w 140"/>
                <a:gd name="T35" fmla="*/ 16 h 16"/>
                <a:gd name="T36" fmla="*/ 125 w 140"/>
                <a:gd name="T37" fmla="*/ 16 h 16"/>
                <a:gd name="T38" fmla="*/ 120 w 140"/>
                <a:gd name="T39" fmla="*/ 14 h 16"/>
                <a:gd name="T40" fmla="*/ 113 w 140"/>
                <a:gd name="T41" fmla="*/ 14 h 16"/>
                <a:gd name="T42" fmla="*/ 109 w 140"/>
                <a:gd name="T43" fmla="*/ 11 h 16"/>
                <a:gd name="T44" fmla="*/ 102 w 140"/>
                <a:gd name="T45" fmla="*/ 11 h 16"/>
                <a:gd name="T46" fmla="*/ 97 w 140"/>
                <a:gd name="T47" fmla="*/ 9 h 16"/>
                <a:gd name="T48" fmla="*/ 89 w 140"/>
                <a:gd name="T49" fmla="*/ 9 h 16"/>
                <a:gd name="T50" fmla="*/ 79 w 140"/>
                <a:gd name="T51" fmla="*/ 9 h 16"/>
                <a:gd name="T52" fmla="*/ 67 w 140"/>
                <a:gd name="T53" fmla="*/ 9 h 16"/>
                <a:gd name="T54" fmla="*/ 54 w 140"/>
                <a:gd name="T55" fmla="*/ 11 h 16"/>
                <a:gd name="T56" fmla="*/ 43 w 140"/>
                <a:gd name="T57" fmla="*/ 11 h 16"/>
                <a:gd name="T58" fmla="*/ 33 w 140"/>
                <a:gd name="T59" fmla="*/ 14 h 16"/>
                <a:gd name="T60" fmla="*/ 20 w 140"/>
                <a:gd name="T61" fmla="*/ 14 h 16"/>
                <a:gd name="T62" fmla="*/ 10 w 140"/>
                <a:gd name="T63" fmla="*/ 14 h 16"/>
                <a:gd name="T64" fmla="*/ 3 w 140"/>
                <a:gd name="T65" fmla="*/ 11 h 16"/>
                <a:gd name="T66" fmla="*/ 3 w 140"/>
                <a:gd name="T67" fmla="*/ 11 h 16"/>
                <a:gd name="T68" fmla="*/ 0 w 140"/>
                <a:gd name="T69" fmla="*/ 9 h 1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40"/>
                <a:gd name="T106" fmla="*/ 0 h 16"/>
                <a:gd name="T107" fmla="*/ 140 w 140"/>
                <a:gd name="T108" fmla="*/ 16 h 1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40" h="16">
                  <a:moveTo>
                    <a:pt x="0" y="9"/>
                  </a:moveTo>
                  <a:lnTo>
                    <a:pt x="13" y="11"/>
                  </a:lnTo>
                  <a:lnTo>
                    <a:pt x="23" y="11"/>
                  </a:lnTo>
                  <a:lnTo>
                    <a:pt x="33" y="9"/>
                  </a:lnTo>
                  <a:lnTo>
                    <a:pt x="43" y="6"/>
                  </a:lnTo>
                  <a:lnTo>
                    <a:pt x="49" y="6"/>
                  </a:lnTo>
                  <a:lnTo>
                    <a:pt x="57" y="4"/>
                  </a:lnTo>
                  <a:lnTo>
                    <a:pt x="64" y="2"/>
                  </a:lnTo>
                  <a:lnTo>
                    <a:pt x="72" y="0"/>
                  </a:lnTo>
                  <a:lnTo>
                    <a:pt x="82" y="2"/>
                  </a:lnTo>
                  <a:lnTo>
                    <a:pt x="89" y="2"/>
                  </a:lnTo>
                  <a:lnTo>
                    <a:pt x="99" y="2"/>
                  </a:lnTo>
                  <a:lnTo>
                    <a:pt x="107" y="0"/>
                  </a:lnTo>
                  <a:lnTo>
                    <a:pt x="113" y="6"/>
                  </a:lnTo>
                  <a:lnTo>
                    <a:pt x="123" y="9"/>
                  </a:lnTo>
                  <a:lnTo>
                    <a:pt x="130" y="14"/>
                  </a:lnTo>
                  <a:lnTo>
                    <a:pt x="140" y="16"/>
                  </a:lnTo>
                  <a:lnTo>
                    <a:pt x="133" y="16"/>
                  </a:lnTo>
                  <a:lnTo>
                    <a:pt x="125" y="16"/>
                  </a:lnTo>
                  <a:lnTo>
                    <a:pt x="120" y="14"/>
                  </a:lnTo>
                  <a:lnTo>
                    <a:pt x="113" y="14"/>
                  </a:lnTo>
                  <a:lnTo>
                    <a:pt x="109" y="11"/>
                  </a:lnTo>
                  <a:lnTo>
                    <a:pt x="102" y="11"/>
                  </a:lnTo>
                  <a:lnTo>
                    <a:pt x="97" y="9"/>
                  </a:lnTo>
                  <a:lnTo>
                    <a:pt x="89" y="9"/>
                  </a:lnTo>
                  <a:lnTo>
                    <a:pt x="79" y="9"/>
                  </a:lnTo>
                  <a:lnTo>
                    <a:pt x="67" y="9"/>
                  </a:lnTo>
                  <a:lnTo>
                    <a:pt x="54" y="11"/>
                  </a:lnTo>
                  <a:lnTo>
                    <a:pt x="43" y="11"/>
                  </a:lnTo>
                  <a:lnTo>
                    <a:pt x="33" y="14"/>
                  </a:lnTo>
                  <a:lnTo>
                    <a:pt x="20" y="14"/>
                  </a:lnTo>
                  <a:lnTo>
                    <a:pt x="10" y="14"/>
                  </a:lnTo>
                  <a:lnTo>
                    <a:pt x="3" y="11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1043"/>
            <p:cNvSpPr>
              <a:spLocks/>
            </p:cNvSpPr>
            <p:nvPr/>
          </p:nvSpPr>
          <p:spPr bwMode="auto">
            <a:xfrm>
              <a:off x="7207" y="1320"/>
              <a:ext cx="70" cy="9"/>
            </a:xfrm>
            <a:custGeom>
              <a:avLst/>
              <a:gdLst>
                <a:gd name="T0" fmla="*/ 0 w 140"/>
                <a:gd name="T1" fmla="*/ 9 h 16"/>
                <a:gd name="T2" fmla="*/ 13 w 140"/>
                <a:gd name="T3" fmla="*/ 11 h 16"/>
                <a:gd name="T4" fmla="*/ 23 w 140"/>
                <a:gd name="T5" fmla="*/ 11 h 16"/>
                <a:gd name="T6" fmla="*/ 33 w 140"/>
                <a:gd name="T7" fmla="*/ 9 h 16"/>
                <a:gd name="T8" fmla="*/ 43 w 140"/>
                <a:gd name="T9" fmla="*/ 6 h 16"/>
                <a:gd name="T10" fmla="*/ 49 w 140"/>
                <a:gd name="T11" fmla="*/ 6 h 16"/>
                <a:gd name="T12" fmla="*/ 57 w 140"/>
                <a:gd name="T13" fmla="*/ 4 h 16"/>
                <a:gd name="T14" fmla="*/ 64 w 140"/>
                <a:gd name="T15" fmla="*/ 2 h 16"/>
                <a:gd name="T16" fmla="*/ 72 w 140"/>
                <a:gd name="T17" fmla="*/ 0 h 16"/>
                <a:gd name="T18" fmla="*/ 82 w 140"/>
                <a:gd name="T19" fmla="*/ 2 h 16"/>
                <a:gd name="T20" fmla="*/ 89 w 140"/>
                <a:gd name="T21" fmla="*/ 2 h 16"/>
                <a:gd name="T22" fmla="*/ 99 w 140"/>
                <a:gd name="T23" fmla="*/ 2 h 16"/>
                <a:gd name="T24" fmla="*/ 107 w 140"/>
                <a:gd name="T25" fmla="*/ 0 h 16"/>
                <a:gd name="T26" fmla="*/ 113 w 140"/>
                <a:gd name="T27" fmla="*/ 6 h 16"/>
                <a:gd name="T28" fmla="*/ 123 w 140"/>
                <a:gd name="T29" fmla="*/ 9 h 16"/>
                <a:gd name="T30" fmla="*/ 130 w 140"/>
                <a:gd name="T31" fmla="*/ 14 h 16"/>
                <a:gd name="T32" fmla="*/ 140 w 140"/>
                <a:gd name="T33" fmla="*/ 16 h 16"/>
                <a:gd name="T34" fmla="*/ 133 w 140"/>
                <a:gd name="T35" fmla="*/ 16 h 16"/>
                <a:gd name="T36" fmla="*/ 125 w 140"/>
                <a:gd name="T37" fmla="*/ 16 h 16"/>
                <a:gd name="T38" fmla="*/ 120 w 140"/>
                <a:gd name="T39" fmla="*/ 14 h 16"/>
                <a:gd name="T40" fmla="*/ 113 w 140"/>
                <a:gd name="T41" fmla="*/ 14 h 16"/>
                <a:gd name="T42" fmla="*/ 109 w 140"/>
                <a:gd name="T43" fmla="*/ 11 h 16"/>
                <a:gd name="T44" fmla="*/ 102 w 140"/>
                <a:gd name="T45" fmla="*/ 11 h 16"/>
                <a:gd name="T46" fmla="*/ 97 w 140"/>
                <a:gd name="T47" fmla="*/ 9 h 16"/>
                <a:gd name="T48" fmla="*/ 89 w 140"/>
                <a:gd name="T49" fmla="*/ 9 h 16"/>
                <a:gd name="T50" fmla="*/ 79 w 140"/>
                <a:gd name="T51" fmla="*/ 9 h 16"/>
                <a:gd name="T52" fmla="*/ 67 w 140"/>
                <a:gd name="T53" fmla="*/ 9 h 16"/>
                <a:gd name="T54" fmla="*/ 54 w 140"/>
                <a:gd name="T55" fmla="*/ 11 h 16"/>
                <a:gd name="T56" fmla="*/ 43 w 140"/>
                <a:gd name="T57" fmla="*/ 11 h 16"/>
                <a:gd name="T58" fmla="*/ 33 w 140"/>
                <a:gd name="T59" fmla="*/ 14 h 16"/>
                <a:gd name="T60" fmla="*/ 20 w 140"/>
                <a:gd name="T61" fmla="*/ 14 h 16"/>
                <a:gd name="T62" fmla="*/ 10 w 140"/>
                <a:gd name="T63" fmla="*/ 14 h 16"/>
                <a:gd name="T64" fmla="*/ 3 w 140"/>
                <a:gd name="T65" fmla="*/ 11 h 16"/>
                <a:gd name="T66" fmla="*/ 3 w 140"/>
                <a:gd name="T67" fmla="*/ 11 h 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40"/>
                <a:gd name="T103" fmla="*/ 0 h 16"/>
                <a:gd name="T104" fmla="*/ 140 w 140"/>
                <a:gd name="T105" fmla="*/ 16 h 1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40" h="16">
                  <a:moveTo>
                    <a:pt x="0" y="9"/>
                  </a:moveTo>
                  <a:lnTo>
                    <a:pt x="13" y="11"/>
                  </a:lnTo>
                  <a:lnTo>
                    <a:pt x="23" y="11"/>
                  </a:lnTo>
                  <a:lnTo>
                    <a:pt x="33" y="9"/>
                  </a:lnTo>
                  <a:lnTo>
                    <a:pt x="43" y="6"/>
                  </a:lnTo>
                  <a:lnTo>
                    <a:pt x="49" y="6"/>
                  </a:lnTo>
                  <a:lnTo>
                    <a:pt x="57" y="4"/>
                  </a:lnTo>
                  <a:lnTo>
                    <a:pt x="64" y="2"/>
                  </a:lnTo>
                  <a:lnTo>
                    <a:pt x="72" y="0"/>
                  </a:lnTo>
                  <a:lnTo>
                    <a:pt x="82" y="2"/>
                  </a:lnTo>
                  <a:lnTo>
                    <a:pt x="89" y="2"/>
                  </a:lnTo>
                  <a:lnTo>
                    <a:pt x="99" y="2"/>
                  </a:lnTo>
                  <a:lnTo>
                    <a:pt x="107" y="0"/>
                  </a:lnTo>
                  <a:lnTo>
                    <a:pt x="113" y="6"/>
                  </a:lnTo>
                  <a:lnTo>
                    <a:pt x="123" y="9"/>
                  </a:lnTo>
                  <a:lnTo>
                    <a:pt x="130" y="14"/>
                  </a:lnTo>
                  <a:lnTo>
                    <a:pt x="140" y="16"/>
                  </a:lnTo>
                  <a:lnTo>
                    <a:pt x="133" y="16"/>
                  </a:lnTo>
                  <a:lnTo>
                    <a:pt x="125" y="16"/>
                  </a:lnTo>
                  <a:lnTo>
                    <a:pt x="120" y="14"/>
                  </a:lnTo>
                  <a:lnTo>
                    <a:pt x="113" y="14"/>
                  </a:lnTo>
                  <a:lnTo>
                    <a:pt x="109" y="11"/>
                  </a:lnTo>
                  <a:lnTo>
                    <a:pt x="102" y="11"/>
                  </a:lnTo>
                  <a:lnTo>
                    <a:pt x="97" y="9"/>
                  </a:lnTo>
                  <a:lnTo>
                    <a:pt x="89" y="9"/>
                  </a:lnTo>
                  <a:lnTo>
                    <a:pt x="79" y="9"/>
                  </a:lnTo>
                  <a:lnTo>
                    <a:pt x="67" y="9"/>
                  </a:lnTo>
                  <a:lnTo>
                    <a:pt x="54" y="11"/>
                  </a:lnTo>
                  <a:lnTo>
                    <a:pt x="43" y="11"/>
                  </a:lnTo>
                  <a:lnTo>
                    <a:pt x="33" y="14"/>
                  </a:lnTo>
                  <a:lnTo>
                    <a:pt x="20" y="14"/>
                  </a:lnTo>
                  <a:lnTo>
                    <a:pt x="10" y="14"/>
                  </a:lnTo>
                  <a:lnTo>
                    <a:pt x="3" y="1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1044"/>
            <p:cNvSpPr>
              <a:spLocks/>
            </p:cNvSpPr>
            <p:nvPr/>
          </p:nvSpPr>
          <p:spPr bwMode="auto">
            <a:xfrm>
              <a:off x="7233" y="1335"/>
              <a:ext cx="34" cy="9"/>
            </a:xfrm>
            <a:custGeom>
              <a:avLst/>
              <a:gdLst>
                <a:gd name="T0" fmla="*/ 0 w 68"/>
                <a:gd name="T1" fmla="*/ 0 h 17"/>
                <a:gd name="T2" fmla="*/ 10 w 68"/>
                <a:gd name="T3" fmla="*/ 2 h 17"/>
                <a:gd name="T4" fmla="*/ 20 w 68"/>
                <a:gd name="T5" fmla="*/ 5 h 17"/>
                <a:gd name="T6" fmla="*/ 27 w 68"/>
                <a:gd name="T7" fmla="*/ 5 h 17"/>
                <a:gd name="T8" fmla="*/ 37 w 68"/>
                <a:gd name="T9" fmla="*/ 5 h 17"/>
                <a:gd name="T10" fmla="*/ 45 w 68"/>
                <a:gd name="T11" fmla="*/ 5 h 17"/>
                <a:gd name="T12" fmla="*/ 52 w 68"/>
                <a:gd name="T13" fmla="*/ 5 h 17"/>
                <a:gd name="T14" fmla="*/ 61 w 68"/>
                <a:gd name="T15" fmla="*/ 2 h 17"/>
                <a:gd name="T16" fmla="*/ 68 w 68"/>
                <a:gd name="T17" fmla="*/ 0 h 17"/>
                <a:gd name="T18" fmla="*/ 58 w 68"/>
                <a:gd name="T19" fmla="*/ 5 h 17"/>
                <a:gd name="T20" fmla="*/ 52 w 68"/>
                <a:gd name="T21" fmla="*/ 5 h 17"/>
                <a:gd name="T22" fmla="*/ 45 w 68"/>
                <a:gd name="T23" fmla="*/ 7 h 17"/>
                <a:gd name="T24" fmla="*/ 37 w 68"/>
                <a:gd name="T25" fmla="*/ 10 h 17"/>
                <a:gd name="T26" fmla="*/ 32 w 68"/>
                <a:gd name="T27" fmla="*/ 15 h 17"/>
                <a:gd name="T28" fmla="*/ 27 w 68"/>
                <a:gd name="T29" fmla="*/ 17 h 17"/>
                <a:gd name="T30" fmla="*/ 20 w 68"/>
                <a:gd name="T31" fmla="*/ 10 h 17"/>
                <a:gd name="T32" fmla="*/ 15 w 68"/>
                <a:gd name="T33" fmla="*/ 5 h 17"/>
                <a:gd name="T34" fmla="*/ 5 w 68"/>
                <a:gd name="T35" fmla="*/ 2 h 17"/>
                <a:gd name="T36" fmla="*/ 0 w 68"/>
                <a:gd name="T37" fmla="*/ 0 h 17"/>
                <a:gd name="T38" fmla="*/ 0 w 68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8"/>
                <a:gd name="T61" fmla="*/ 0 h 17"/>
                <a:gd name="T62" fmla="*/ 68 w 68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8" h="17">
                  <a:moveTo>
                    <a:pt x="0" y="0"/>
                  </a:moveTo>
                  <a:lnTo>
                    <a:pt x="10" y="2"/>
                  </a:lnTo>
                  <a:lnTo>
                    <a:pt x="20" y="5"/>
                  </a:lnTo>
                  <a:lnTo>
                    <a:pt x="27" y="5"/>
                  </a:lnTo>
                  <a:lnTo>
                    <a:pt x="37" y="5"/>
                  </a:lnTo>
                  <a:lnTo>
                    <a:pt x="45" y="5"/>
                  </a:lnTo>
                  <a:lnTo>
                    <a:pt x="52" y="5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58" y="5"/>
                  </a:lnTo>
                  <a:lnTo>
                    <a:pt x="52" y="5"/>
                  </a:lnTo>
                  <a:lnTo>
                    <a:pt x="45" y="7"/>
                  </a:lnTo>
                  <a:lnTo>
                    <a:pt x="37" y="10"/>
                  </a:lnTo>
                  <a:lnTo>
                    <a:pt x="32" y="15"/>
                  </a:lnTo>
                  <a:lnTo>
                    <a:pt x="27" y="17"/>
                  </a:lnTo>
                  <a:lnTo>
                    <a:pt x="20" y="10"/>
                  </a:lnTo>
                  <a:lnTo>
                    <a:pt x="15" y="5"/>
                  </a:lnTo>
                  <a:lnTo>
                    <a:pt x="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030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1045"/>
            <p:cNvSpPr>
              <a:spLocks/>
            </p:cNvSpPr>
            <p:nvPr/>
          </p:nvSpPr>
          <p:spPr bwMode="auto">
            <a:xfrm>
              <a:off x="7233" y="1335"/>
              <a:ext cx="34" cy="9"/>
            </a:xfrm>
            <a:custGeom>
              <a:avLst/>
              <a:gdLst>
                <a:gd name="T0" fmla="*/ 0 w 68"/>
                <a:gd name="T1" fmla="*/ 0 h 17"/>
                <a:gd name="T2" fmla="*/ 10 w 68"/>
                <a:gd name="T3" fmla="*/ 2 h 17"/>
                <a:gd name="T4" fmla="*/ 20 w 68"/>
                <a:gd name="T5" fmla="*/ 5 h 17"/>
                <a:gd name="T6" fmla="*/ 27 w 68"/>
                <a:gd name="T7" fmla="*/ 5 h 17"/>
                <a:gd name="T8" fmla="*/ 37 w 68"/>
                <a:gd name="T9" fmla="*/ 5 h 17"/>
                <a:gd name="T10" fmla="*/ 45 w 68"/>
                <a:gd name="T11" fmla="*/ 5 h 17"/>
                <a:gd name="T12" fmla="*/ 52 w 68"/>
                <a:gd name="T13" fmla="*/ 5 h 17"/>
                <a:gd name="T14" fmla="*/ 61 w 68"/>
                <a:gd name="T15" fmla="*/ 2 h 17"/>
                <a:gd name="T16" fmla="*/ 68 w 68"/>
                <a:gd name="T17" fmla="*/ 0 h 17"/>
                <a:gd name="T18" fmla="*/ 58 w 68"/>
                <a:gd name="T19" fmla="*/ 5 h 17"/>
                <a:gd name="T20" fmla="*/ 52 w 68"/>
                <a:gd name="T21" fmla="*/ 5 h 17"/>
                <a:gd name="T22" fmla="*/ 45 w 68"/>
                <a:gd name="T23" fmla="*/ 7 h 17"/>
                <a:gd name="T24" fmla="*/ 37 w 68"/>
                <a:gd name="T25" fmla="*/ 10 h 17"/>
                <a:gd name="T26" fmla="*/ 32 w 68"/>
                <a:gd name="T27" fmla="*/ 15 h 17"/>
                <a:gd name="T28" fmla="*/ 27 w 68"/>
                <a:gd name="T29" fmla="*/ 17 h 17"/>
                <a:gd name="T30" fmla="*/ 20 w 68"/>
                <a:gd name="T31" fmla="*/ 10 h 17"/>
                <a:gd name="T32" fmla="*/ 15 w 68"/>
                <a:gd name="T33" fmla="*/ 5 h 17"/>
                <a:gd name="T34" fmla="*/ 5 w 68"/>
                <a:gd name="T35" fmla="*/ 2 h 17"/>
                <a:gd name="T36" fmla="*/ 0 w 68"/>
                <a:gd name="T37" fmla="*/ 0 h 17"/>
                <a:gd name="T38" fmla="*/ 0 w 68"/>
                <a:gd name="T39" fmla="*/ 0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8"/>
                <a:gd name="T61" fmla="*/ 0 h 17"/>
                <a:gd name="T62" fmla="*/ 68 w 68"/>
                <a:gd name="T63" fmla="*/ 17 h 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8" h="17">
                  <a:moveTo>
                    <a:pt x="0" y="0"/>
                  </a:moveTo>
                  <a:lnTo>
                    <a:pt x="10" y="2"/>
                  </a:lnTo>
                  <a:lnTo>
                    <a:pt x="20" y="5"/>
                  </a:lnTo>
                  <a:lnTo>
                    <a:pt x="27" y="5"/>
                  </a:lnTo>
                  <a:lnTo>
                    <a:pt x="37" y="5"/>
                  </a:lnTo>
                  <a:lnTo>
                    <a:pt x="45" y="5"/>
                  </a:lnTo>
                  <a:lnTo>
                    <a:pt x="52" y="5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58" y="5"/>
                  </a:lnTo>
                  <a:lnTo>
                    <a:pt x="52" y="5"/>
                  </a:lnTo>
                  <a:lnTo>
                    <a:pt x="45" y="7"/>
                  </a:lnTo>
                  <a:lnTo>
                    <a:pt x="37" y="10"/>
                  </a:lnTo>
                  <a:lnTo>
                    <a:pt x="32" y="15"/>
                  </a:lnTo>
                  <a:lnTo>
                    <a:pt x="27" y="17"/>
                  </a:lnTo>
                  <a:lnTo>
                    <a:pt x="20" y="10"/>
                  </a:lnTo>
                  <a:lnTo>
                    <a:pt x="15" y="5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1046"/>
            <p:cNvSpPr>
              <a:spLocks/>
            </p:cNvSpPr>
            <p:nvPr/>
          </p:nvSpPr>
          <p:spPr bwMode="auto">
            <a:xfrm>
              <a:off x="7226" y="1345"/>
              <a:ext cx="40" cy="4"/>
            </a:xfrm>
            <a:custGeom>
              <a:avLst/>
              <a:gdLst>
                <a:gd name="T0" fmla="*/ 0 w 80"/>
                <a:gd name="T1" fmla="*/ 2 h 7"/>
                <a:gd name="T2" fmla="*/ 26 w 80"/>
                <a:gd name="T3" fmla="*/ 0 h 7"/>
                <a:gd name="T4" fmla="*/ 44 w 80"/>
                <a:gd name="T5" fmla="*/ 0 h 7"/>
                <a:gd name="T6" fmla="*/ 72 w 80"/>
                <a:gd name="T7" fmla="*/ 2 h 7"/>
                <a:gd name="T8" fmla="*/ 80 w 80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7"/>
                <a:gd name="T17" fmla="*/ 80 w 80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7">
                  <a:moveTo>
                    <a:pt x="0" y="2"/>
                  </a:moveTo>
                  <a:lnTo>
                    <a:pt x="26" y="0"/>
                  </a:lnTo>
                  <a:lnTo>
                    <a:pt x="44" y="0"/>
                  </a:lnTo>
                  <a:lnTo>
                    <a:pt x="72" y="2"/>
                  </a:lnTo>
                  <a:lnTo>
                    <a:pt x="80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1047"/>
            <p:cNvSpPr>
              <a:spLocks/>
            </p:cNvSpPr>
            <p:nvPr/>
          </p:nvSpPr>
          <p:spPr bwMode="auto">
            <a:xfrm>
              <a:off x="7203" y="1317"/>
              <a:ext cx="5" cy="17"/>
            </a:xfrm>
            <a:custGeom>
              <a:avLst/>
              <a:gdLst>
                <a:gd name="T0" fmla="*/ 10 w 10"/>
                <a:gd name="T1" fmla="*/ 0 h 34"/>
                <a:gd name="T2" fmla="*/ 2 w 10"/>
                <a:gd name="T3" fmla="*/ 10 h 34"/>
                <a:gd name="T4" fmla="*/ 0 w 10"/>
                <a:gd name="T5" fmla="*/ 22 h 34"/>
                <a:gd name="T6" fmla="*/ 5 w 10"/>
                <a:gd name="T7" fmla="*/ 34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34"/>
                <a:gd name="T14" fmla="*/ 10 w 10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34">
                  <a:moveTo>
                    <a:pt x="10" y="0"/>
                  </a:moveTo>
                  <a:lnTo>
                    <a:pt x="2" y="10"/>
                  </a:lnTo>
                  <a:lnTo>
                    <a:pt x="0" y="22"/>
                  </a:lnTo>
                  <a:lnTo>
                    <a:pt x="5" y="3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1048"/>
            <p:cNvSpPr>
              <a:spLocks/>
            </p:cNvSpPr>
            <p:nvPr/>
          </p:nvSpPr>
          <p:spPr bwMode="auto">
            <a:xfrm>
              <a:off x="7276" y="1324"/>
              <a:ext cx="1" cy="8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8 h 18"/>
                <a:gd name="T4" fmla="*/ 0 w 2"/>
                <a:gd name="T5" fmla="*/ 18 h 18"/>
                <a:gd name="T6" fmla="*/ 0 60000 65536"/>
                <a:gd name="T7" fmla="*/ 0 60000 65536"/>
                <a:gd name="T8" fmla="*/ 0 60000 65536"/>
                <a:gd name="T9" fmla="*/ 0 w 2"/>
                <a:gd name="T10" fmla="*/ 0 h 18"/>
                <a:gd name="T11" fmla="*/ 2 w 2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18">
                  <a:moveTo>
                    <a:pt x="0" y="0"/>
                  </a:moveTo>
                  <a:lnTo>
                    <a:pt x="2" y="8"/>
                  </a:lnTo>
                  <a:lnTo>
                    <a:pt x="0" y="1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1049"/>
            <p:cNvSpPr>
              <a:spLocks/>
            </p:cNvSpPr>
            <p:nvPr/>
          </p:nvSpPr>
          <p:spPr bwMode="auto">
            <a:xfrm>
              <a:off x="7188" y="1039"/>
              <a:ext cx="40" cy="88"/>
            </a:xfrm>
            <a:custGeom>
              <a:avLst/>
              <a:gdLst>
                <a:gd name="T0" fmla="*/ 0 w 81"/>
                <a:gd name="T1" fmla="*/ 0 h 175"/>
                <a:gd name="T2" fmla="*/ 31 w 81"/>
                <a:gd name="T3" fmla="*/ 5 h 175"/>
                <a:gd name="T4" fmla="*/ 58 w 81"/>
                <a:gd name="T5" fmla="*/ 18 h 175"/>
                <a:gd name="T6" fmla="*/ 76 w 81"/>
                <a:gd name="T7" fmla="*/ 40 h 175"/>
                <a:gd name="T8" fmla="*/ 81 w 81"/>
                <a:gd name="T9" fmla="*/ 63 h 175"/>
                <a:gd name="T10" fmla="*/ 81 w 81"/>
                <a:gd name="T11" fmla="*/ 97 h 175"/>
                <a:gd name="T12" fmla="*/ 76 w 81"/>
                <a:gd name="T13" fmla="*/ 133 h 175"/>
                <a:gd name="T14" fmla="*/ 61 w 81"/>
                <a:gd name="T15" fmla="*/ 160 h 175"/>
                <a:gd name="T16" fmla="*/ 51 w 81"/>
                <a:gd name="T17" fmla="*/ 175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1"/>
                <a:gd name="T28" fmla="*/ 0 h 175"/>
                <a:gd name="T29" fmla="*/ 81 w 81"/>
                <a:gd name="T30" fmla="*/ 175 h 1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1" h="175">
                  <a:moveTo>
                    <a:pt x="0" y="0"/>
                  </a:moveTo>
                  <a:lnTo>
                    <a:pt x="31" y="5"/>
                  </a:lnTo>
                  <a:lnTo>
                    <a:pt x="58" y="18"/>
                  </a:lnTo>
                  <a:lnTo>
                    <a:pt x="76" y="40"/>
                  </a:lnTo>
                  <a:lnTo>
                    <a:pt x="81" y="63"/>
                  </a:lnTo>
                  <a:lnTo>
                    <a:pt x="81" y="97"/>
                  </a:lnTo>
                  <a:lnTo>
                    <a:pt x="76" y="133"/>
                  </a:lnTo>
                  <a:lnTo>
                    <a:pt x="61" y="160"/>
                  </a:lnTo>
                  <a:lnTo>
                    <a:pt x="51" y="17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1050"/>
            <p:cNvSpPr>
              <a:spLocks/>
            </p:cNvSpPr>
            <p:nvPr/>
          </p:nvSpPr>
          <p:spPr bwMode="auto">
            <a:xfrm>
              <a:off x="7281" y="1052"/>
              <a:ext cx="17" cy="70"/>
            </a:xfrm>
            <a:custGeom>
              <a:avLst/>
              <a:gdLst>
                <a:gd name="T0" fmla="*/ 0 w 34"/>
                <a:gd name="T1" fmla="*/ 0 h 140"/>
                <a:gd name="T2" fmla="*/ 25 w 34"/>
                <a:gd name="T3" fmla="*/ 33 h 140"/>
                <a:gd name="T4" fmla="*/ 31 w 34"/>
                <a:gd name="T5" fmla="*/ 57 h 140"/>
                <a:gd name="T6" fmla="*/ 34 w 34"/>
                <a:gd name="T7" fmla="*/ 87 h 140"/>
                <a:gd name="T8" fmla="*/ 29 w 34"/>
                <a:gd name="T9" fmla="*/ 118 h 140"/>
                <a:gd name="T10" fmla="*/ 25 w 34"/>
                <a:gd name="T11" fmla="*/ 14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40"/>
                <a:gd name="T20" fmla="*/ 34 w 34"/>
                <a:gd name="T21" fmla="*/ 140 h 1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40">
                  <a:moveTo>
                    <a:pt x="0" y="0"/>
                  </a:moveTo>
                  <a:lnTo>
                    <a:pt x="25" y="33"/>
                  </a:lnTo>
                  <a:lnTo>
                    <a:pt x="31" y="57"/>
                  </a:lnTo>
                  <a:lnTo>
                    <a:pt x="34" y="87"/>
                  </a:lnTo>
                  <a:lnTo>
                    <a:pt x="29" y="118"/>
                  </a:lnTo>
                  <a:lnTo>
                    <a:pt x="25" y="14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1051"/>
            <p:cNvSpPr>
              <a:spLocks/>
            </p:cNvSpPr>
            <p:nvPr/>
          </p:nvSpPr>
          <p:spPr bwMode="auto">
            <a:xfrm>
              <a:off x="7183" y="1202"/>
              <a:ext cx="66" cy="15"/>
            </a:xfrm>
            <a:custGeom>
              <a:avLst/>
              <a:gdLst>
                <a:gd name="T0" fmla="*/ 127 w 132"/>
                <a:gd name="T1" fmla="*/ 12 h 30"/>
                <a:gd name="T2" fmla="*/ 132 w 132"/>
                <a:gd name="T3" fmla="*/ 20 h 30"/>
                <a:gd name="T4" fmla="*/ 122 w 132"/>
                <a:gd name="T5" fmla="*/ 27 h 30"/>
                <a:gd name="T6" fmla="*/ 117 w 132"/>
                <a:gd name="T7" fmla="*/ 30 h 30"/>
                <a:gd name="T8" fmla="*/ 105 w 132"/>
                <a:gd name="T9" fmla="*/ 25 h 30"/>
                <a:gd name="T10" fmla="*/ 91 w 132"/>
                <a:gd name="T11" fmla="*/ 22 h 30"/>
                <a:gd name="T12" fmla="*/ 76 w 132"/>
                <a:gd name="T13" fmla="*/ 20 h 30"/>
                <a:gd name="T14" fmla="*/ 63 w 132"/>
                <a:gd name="T15" fmla="*/ 17 h 30"/>
                <a:gd name="T16" fmla="*/ 48 w 132"/>
                <a:gd name="T17" fmla="*/ 17 h 30"/>
                <a:gd name="T18" fmla="*/ 32 w 132"/>
                <a:gd name="T19" fmla="*/ 20 h 30"/>
                <a:gd name="T20" fmla="*/ 17 w 132"/>
                <a:gd name="T21" fmla="*/ 22 h 30"/>
                <a:gd name="T22" fmla="*/ 0 w 132"/>
                <a:gd name="T23" fmla="*/ 27 h 30"/>
                <a:gd name="T24" fmla="*/ 10 w 132"/>
                <a:gd name="T25" fmla="*/ 17 h 30"/>
                <a:gd name="T26" fmla="*/ 22 w 132"/>
                <a:gd name="T27" fmla="*/ 10 h 30"/>
                <a:gd name="T28" fmla="*/ 36 w 132"/>
                <a:gd name="T29" fmla="*/ 2 h 30"/>
                <a:gd name="T30" fmla="*/ 51 w 132"/>
                <a:gd name="T31" fmla="*/ 0 h 30"/>
                <a:gd name="T32" fmla="*/ 93 w 132"/>
                <a:gd name="T33" fmla="*/ 10 h 30"/>
                <a:gd name="T34" fmla="*/ 130 w 132"/>
                <a:gd name="T35" fmla="*/ 15 h 30"/>
                <a:gd name="T36" fmla="*/ 130 w 132"/>
                <a:gd name="T37" fmla="*/ 15 h 30"/>
                <a:gd name="T38" fmla="*/ 127 w 132"/>
                <a:gd name="T39" fmla="*/ 12 h 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2"/>
                <a:gd name="T61" fmla="*/ 0 h 30"/>
                <a:gd name="T62" fmla="*/ 132 w 132"/>
                <a:gd name="T63" fmla="*/ 30 h 3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2" h="30">
                  <a:moveTo>
                    <a:pt x="127" y="12"/>
                  </a:moveTo>
                  <a:lnTo>
                    <a:pt x="132" y="20"/>
                  </a:lnTo>
                  <a:lnTo>
                    <a:pt x="122" y="27"/>
                  </a:lnTo>
                  <a:lnTo>
                    <a:pt x="117" y="30"/>
                  </a:lnTo>
                  <a:lnTo>
                    <a:pt x="105" y="25"/>
                  </a:lnTo>
                  <a:lnTo>
                    <a:pt x="91" y="22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48" y="17"/>
                  </a:lnTo>
                  <a:lnTo>
                    <a:pt x="32" y="20"/>
                  </a:lnTo>
                  <a:lnTo>
                    <a:pt x="17" y="22"/>
                  </a:lnTo>
                  <a:lnTo>
                    <a:pt x="0" y="27"/>
                  </a:lnTo>
                  <a:lnTo>
                    <a:pt x="10" y="17"/>
                  </a:lnTo>
                  <a:lnTo>
                    <a:pt x="22" y="10"/>
                  </a:lnTo>
                  <a:lnTo>
                    <a:pt x="36" y="2"/>
                  </a:lnTo>
                  <a:lnTo>
                    <a:pt x="51" y="0"/>
                  </a:lnTo>
                  <a:lnTo>
                    <a:pt x="93" y="10"/>
                  </a:lnTo>
                  <a:lnTo>
                    <a:pt x="130" y="15"/>
                  </a:lnTo>
                  <a:lnTo>
                    <a:pt x="127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1052"/>
            <p:cNvSpPr>
              <a:spLocks/>
            </p:cNvSpPr>
            <p:nvPr/>
          </p:nvSpPr>
          <p:spPr bwMode="auto">
            <a:xfrm>
              <a:off x="7183" y="1202"/>
              <a:ext cx="66" cy="15"/>
            </a:xfrm>
            <a:custGeom>
              <a:avLst/>
              <a:gdLst>
                <a:gd name="T0" fmla="*/ 127 w 132"/>
                <a:gd name="T1" fmla="*/ 12 h 30"/>
                <a:gd name="T2" fmla="*/ 132 w 132"/>
                <a:gd name="T3" fmla="*/ 20 h 30"/>
                <a:gd name="T4" fmla="*/ 122 w 132"/>
                <a:gd name="T5" fmla="*/ 27 h 30"/>
                <a:gd name="T6" fmla="*/ 117 w 132"/>
                <a:gd name="T7" fmla="*/ 30 h 30"/>
                <a:gd name="T8" fmla="*/ 105 w 132"/>
                <a:gd name="T9" fmla="*/ 25 h 30"/>
                <a:gd name="T10" fmla="*/ 91 w 132"/>
                <a:gd name="T11" fmla="*/ 22 h 30"/>
                <a:gd name="T12" fmla="*/ 76 w 132"/>
                <a:gd name="T13" fmla="*/ 20 h 30"/>
                <a:gd name="T14" fmla="*/ 63 w 132"/>
                <a:gd name="T15" fmla="*/ 17 h 30"/>
                <a:gd name="T16" fmla="*/ 48 w 132"/>
                <a:gd name="T17" fmla="*/ 17 h 30"/>
                <a:gd name="T18" fmla="*/ 32 w 132"/>
                <a:gd name="T19" fmla="*/ 20 h 30"/>
                <a:gd name="T20" fmla="*/ 17 w 132"/>
                <a:gd name="T21" fmla="*/ 22 h 30"/>
                <a:gd name="T22" fmla="*/ 0 w 132"/>
                <a:gd name="T23" fmla="*/ 27 h 30"/>
                <a:gd name="T24" fmla="*/ 10 w 132"/>
                <a:gd name="T25" fmla="*/ 17 h 30"/>
                <a:gd name="T26" fmla="*/ 22 w 132"/>
                <a:gd name="T27" fmla="*/ 10 h 30"/>
                <a:gd name="T28" fmla="*/ 36 w 132"/>
                <a:gd name="T29" fmla="*/ 2 h 30"/>
                <a:gd name="T30" fmla="*/ 51 w 132"/>
                <a:gd name="T31" fmla="*/ 0 h 30"/>
                <a:gd name="T32" fmla="*/ 93 w 132"/>
                <a:gd name="T33" fmla="*/ 10 h 30"/>
                <a:gd name="T34" fmla="*/ 130 w 132"/>
                <a:gd name="T35" fmla="*/ 15 h 30"/>
                <a:gd name="T36" fmla="*/ 130 w 132"/>
                <a:gd name="T37" fmla="*/ 15 h 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2"/>
                <a:gd name="T58" fmla="*/ 0 h 30"/>
                <a:gd name="T59" fmla="*/ 132 w 132"/>
                <a:gd name="T60" fmla="*/ 30 h 3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2" h="30">
                  <a:moveTo>
                    <a:pt x="127" y="12"/>
                  </a:moveTo>
                  <a:lnTo>
                    <a:pt x="132" y="20"/>
                  </a:lnTo>
                  <a:lnTo>
                    <a:pt x="122" y="27"/>
                  </a:lnTo>
                  <a:lnTo>
                    <a:pt x="117" y="30"/>
                  </a:lnTo>
                  <a:lnTo>
                    <a:pt x="105" y="25"/>
                  </a:lnTo>
                  <a:lnTo>
                    <a:pt x="91" y="22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48" y="17"/>
                  </a:lnTo>
                  <a:lnTo>
                    <a:pt x="32" y="20"/>
                  </a:lnTo>
                  <a:lnTo>
                    <a:pt x="17" y="22"/>
                  </a:lnTo>
                  <a:lnTo>
                    <a:pt x="0" y="27"/>
                  </a:lnTo>
                  <a:lnTo>
                    <a:pt x="10" y="17"/>
                  </a:lnTo>
                  <a:lnTo>
                    <a:pt x="22" y="10"/>
                  </a:lnTo>
                  <a:lnTo>
                    <a:pt x="36" y="2"/>
                  </a:lnTo>
                  <a:lnTo>
                    <a:pt x="51" y="0"/>
                  </a:lnTo>
                  <a:lnTo>
                    <a:pt x="93" y="10"/>
                  </a:lnTo>
                  <a:lnTo>
                    <a:pt x="130" y="1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1053"/>
            <p:cNvSpPr>
              <a:spLocks/>
            </p:cNvSpPr>
            <p:nvPr/>
          </p:nvSpPr>
          <p:spPr bwMode="auto">
            <a:xfrm>
              <a:off x="7266" y="1212"/>
              <a:ext cx="37" cy="16"/>
            </a:xfrm>
            <a:custGeom>
              <a:avLst/>
              <a:gdLst>
                <a:gd name="T0" fmla="*/ 10 w 74"/>
                <a:gd name="T1" fmla="*/ 0 h 31"/>
                <a:gd name="T2" fmla="*/ 27 w 74"/>
                <a:gd name="T3" fmla="*/ 0 h 31"/>
                <a:gd name="T4" fmla="*/ 42 w 74"/>
                <a:gd name="T5" fmla="*/ 0 h 31"/>
                <a:gd name="T6" fmla="*/ 50 w 74"/>
                <a:gd name="T7" fmla="*/ 2 h 31"/>
                <a:gd name="T8" fmla="*/ 56 w 74"/>
                <a:gd name="T9" fmla="*/ 7 h 31"/>
                <a:gd name="T10" fmla="*/ 66 w 74"/>
                <a:gd name="T11" fmla="*/ 15 h 31"/>
                <a:gd name="T12" fmla="*/ 71 w 74"/>
                <a:gd name="T13" fmla="*/ 22 h 31"/>
                <a:gd name="T14" fmla="*/ 74 w 74"/>
                <a:gd name="T15" fmla="*/ 31 h 31"/>
                <a:gd name="T16" fmla="*/ 64 w 74"/>
                <a:gd name="T17" fmla="*/ 25 h 31"/>
                <a:gd name="T18" fmla="*/ 56 w 74"/>
                <a:gd name="T19" fmla="*/ 20 h 31"/>
                <a:gd name="T20" fmla="*/ 47 w 74"/>
                <a:gd name="T21" fmla="*/ 15 h 31"/>
                <a:gd name="T22" fmla="*/ 35 w 74"/>
                <a:gd name="T23" fmla="*/ 15 h 31"/>
                <a:gd name="T24" fmla="*/ 25 w 74"/>
                <a:gd name="T25" fmla="*/ 12 h 31"/>
                <a:gd name="T26" fmla="*/ 15 w 74"/>
                <a:gd name="T27" fmla="*/ 12 h 31"/>
                <a:gd name="T28" fmla="*/ 7 w 74"/>
                <a:gd name="T29" fmla="*/ 15 h 31"/>
                <a:gd name="T30" fmla="*/ 0 w 74"/>
                <a:gd name="T31" fmla="*/ 15 h 31"/>
                <a:gd name="T32" fmla="*/ 2 w 74"/>
                <a:gd name="T33" fmla="*/ 5 h 31"/>
                <a:gd name="T34" fmla="*/ 10 w 74"/>
                <a:gd name="T35" fmla="*/ 2 h 31"/>
                <a:gd name="T36" fmla="*/ 10 w 74"/>
                <a:gd name="T37" fmla="*/ 2 h 31"/>
                <a:gd name="T38" fmla="*/ 10 w 74"/>
                <a:gd name="T39" fmla="*/ 0 h 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74"/>
                <a:gd name="T61" fmla="*/ 0 h 31"/>
                <a:gd name="T62" fmla="*/ 74 w 74"/>
                <a:gd name="T63" fmla="*/ 31 h 3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74" h="31">
                  <a:moveTo>
                    <a:pt x="10" y="0"/>
                  </a:moveTo>
                  <a:lnTo>
                    <a:pt x="27" y="0"/>
                  </a:lnTo>
                  <a:lnTo>
                    <a:pt x="42" y="0"/>
                  </a:lnTo>
                  <a:lnTo>
                    <a:pt x="50" y="2"/>
                  </a:lnTo>
                  <a:lnTo>
                    <a:pt x="56" y="7"/>
                  </a:lnTo>
                  <a:lnTo>
                    <a:pt x="66" y="15"/>
                  </a:lnTo>
                  <a:lnTo>
                    <a:pt x="71" y="22"/>
                  </a:lnTo>
                  <a:lnTo>
                    <a:pt x="74" y="31"/>
                  </a:lnTo>
                  <a:lnTo>
                    <a:pt x="64" y="25"/>
                  </a:lnTo>
                  <a:lnTo>
                    <a:pt x="56" y="20"/>
                  </a:lnTo>
                  <a:lnTo>
                    <a:pt x="47" y="15"/>
                  </a:lnTo>
                  <a:lnTo>
                    <a:pt x="35" y="15"/>
                  </a:lnTo>
                  <a:lnTo>
                    <a:pt x="25" y="12"/>
                  </a:lnTo>
                  <a:lnTo>
                    <a:pt x="15" y="12"/>
                  </a:lnTo>
                  <a:lnTo>
                    <a:pt x="7" y="15"/>
                  </a:lnTo>
                  <a:lnTo>
                    <a:pt x="0" y="15"/>
                  </a:lnTo>
                  <a:lnTo>
                    <a:pt x="2" y="5"/>
                  </a:lnTo>
                  <a:lnTo>
                    <a:pt x="1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1054"/>
            <p:cNvSpPr>
              <a:spLocks/>
            </p:cNvSpPr>
            <p:nvPr/>
          </p:nvSpPr>
          <p:spPr bwMode="auto">
            <a:xfrm>
              <a:off x="7266" y="1212"/>
              <a:ext cx="37" cy="16"/>
            </a:xfrm>
            <a:custGeom>
              <a:avLst/>
              <a:gdLst>
                <a:gd name="T0" fmla="*/ 10 w 74"/>
                <a:gd name="T1" fmla="*/ 0 h 31"/>
                <a:gd name="T2" fmla="*/ 27 w 74"/>
                <a:gd name="T3" fmla="*/ 0 h 31"/>
                <a:gd name="T4" fmla="*/ 42 w 74"/>
                <a:gd name="T5" fmla="*/ 0 h 31"/>
                <a:gd name="T6" fmla="*/ 50 w 74"/>
                <a:gd name="T7" fmla="*/ 2 h 31"/>
                <a:gd name="T8" fmla="*/ 56 w 74"/>
                <a:gd name="T9" fmla="*/ 7 h 31"/>
                <a:gd name="T10" fmla="*/ 66 w 74"/>
                <a:gd name="T11" fmla="*/ 15 h 31"/>
                <a:gd name="T12" fmla="*/ 71 w 74"/>
                <a:gd name="T13" fmla="*/ 22 h 31"/>
                <a:gd name="T14" fmla="*/ 74 w 74"/>
                <a:gd name="T15" fmla="*/ 31 h 31"/>
                <a:gd name="T16" fmla="*/ 64 w 74"/>
                <a:gd name="T17" fmla="*/ 25 h 31"/>
                <a:gd name="T18" fmla="*/ 56 w 74"/>
                <a:gd name="T19" fmla="*/ 20 h 31"/>
                <a:gd name="T20" fmla="*/ 47 w 74"/>
                <a:gd name="T21" fmla="*/ 15 h 31"/>
                <a:gd name="T22" fmla="*/ 35 w 74"/>
                <a:gd name="T23" fmla="*/ 15 h 31"/>
                <a:gd name="T24" fmla="*/ 25 w 74"/>
                <a:gd name="T25" fmla="*/ 12 h 31"/>
                <a:gd name="T26" fmla="*/ 15 w 74"/>
                <a:gd name="T27" fmla="*/ 12 h 31"/>
                <a:gd name="T28" fmla="*/ 7 w 74"/>
                <a:gd name="T29" fmla="*/ 15 h 31"/>
                <a:gd name="T30" fmla="*/ 0 w 74"/>
                <a:gd name="T31" fmla="*/ 15 h 31"/>
                <a:gd name="T32" fmla="*/ 2 w 74"/>
                <a:gd name="T33" fmla="*/ 5 h 31"/>
                <a:gd name="T34" fmla="*/ 10 w 74"/>
                <a:gd name="T35" fmla="*/ 2 h 31"/>
                <a:gd name="T36" fmla="*/ 10 w 74"/>
                <a:gd name="T37" fmla="*/ 2 h 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4"/>
                <a:gd name="T58" fmla="*/ 0 h 31"/>
                <a:gd name="T59" fmla="*/ 74 w 74"/>
                <a:gd name="T60" fmla="*/ 31 h 3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4" h="31">
                  <a:moveTo>
                    <a:pt x="10" y="0"/>
                  </a:moveTo>
                  <a:lnTo>
                    <a:pt x="27" y="0"/>
                  </a:lnTo>
                  <a:lnTo>
                    <a:pt x="42" y="0"/>
                  </a:lnTo>
                  <a:lnTo>
                    <a:pt x="50" y="2"/>
                  </a:lnTo>
                  <a:lnTo>
                    <a:pt x="56" y="7"/>
                  </a:lnTo>
                  <a:lnTo>
                    <a:pt x="66" y="15"/>
                  </a:lnTo>
                  <a:lnTo>
                    <a:pt x="71" y="22"/>
                  </a:lnTo>
                  <a:lnTo>
                    <a:pt x="74" y="31"/>
                  </a:lnTo>
                  <a:lnTo>
                    <a:pt x="64" y="25"/>
                  </a:lnTo>
                  <a:lnTo>
                    <a:pt x="56" y="20"/>
                  </a:lnTo>
                  <a:lnTo>
                    <a:pt x="47" y="15"/>
                  </a:lnTo>
                  <a:lnTo>
                    <a:pt x="35" y="15"/>
                  </a:lnTo>
                  <a:lnTo>
                    <a:pt x="25" y="12"/>
                  </a:lnTo>
                  <a:lnTo>
                    <a:pt x="15" y="12"/>
                  </a:lnTo>
                  <a:lnTo>
                    <a:pt x="7" y="15"/>
                  </a:lnTo>
                  <a:lnTo>
                    <a:pt x="0" y="15"/>
                  </a:lnTo>
                  <a:lnTo>
                    <a:pt x="2" y="5"/>
                  </a:lnTo>
                  <a:lnTo>
                    <a:pt x="10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1055"/>
            <p:cNvSpPr>
              <a:spLocks/>
            </p:cNvSpPr>
            <p:nvPr/>
          </p:nvSpPr>
          <p:spPr bwMode="auto">
            <a:xfrm>
              <a:off x="7410" y="1583"/>
              <a:ext cx="2" cy="39"/>
            </a:xfrm>
            <a:custGeom>
              <a:avLst/>
              <a:gdLst>
                <a:gd name="T0" fmla="*/ 0 w 5"/>
                <a:gd name="T1" fmla="*/ 0 h 76"/>
                <a:gd name="T2" fmla="*/ 3 w 5"/>
                <a:gd name="T3" fmla="*/ 27 h 76"/>
                <a:gd name="T4" fmla="*/ 5 w 5"/>
                <a:gd name="T5" fmla="*/ 49 h 76"/>
                <a:gd name="T6" fmla="*/ 3 w 5"/>
                <a:gd name="T7" fmla="*/ 76 h 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76"/>
                <a:gd name="T14" fmla="*/ 5 w 5"/>
                <a:gd name="T15" fmla="*/ 76 h 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76">
                  <a:moveTo>
                    <a:pt x="0" y="0"/>
                  </a:moveTo>
                  <a:lnTo>
                    <a:pt x="3" y="27"/>
                  </a:lnTo>
                  <a:lnTo>
                    <a:pt x="5" y="49"/>
                  </a:lnTo>
                  <a:lnTo>
                    <a:pt x="3" y="7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Line 1056"/>
            <p:cNvSpPr>
              <a:spLocks noChangeShapeType="1"/>
            </p:cNvSpPr>
            <p:nvPr/>
          </p:nvSpPr>
          <p:spPr bwMode="auto">
            <a:xfrm flipH="1">
              <a:off x="7379" y="1813"/>
              <a:ext cx="1" cy="4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1057"/>
            <p:cNvSpPr>
              <a:spLocks/>
            </p:cNvSpPr>
            <p:nvPr/>
          </p:nvSpPr>
          <p:spPr bwMode="auto">
            <a:xfrm>
              <a:off x="7374" y="1939"/>
              <a:ext cx="16" cy="18"/>
            </a:xfrm>
            <a:custGeom>
              <a:avLst/>
              <a:gdLst>
                <a:gd name="T0" fmla="*/ 0 w 31"/>
                <a:gd name="T1" fmla="*/ 0 h 36"/>
                <a:gd name="T2" fmla="*/ 20 w 31"/>
                <a:gd name="T3" fmla="*/ 29 h 36"/>
                <a:gd name="T4" fmla="*/ 31 w 31"/>
                <a:gd name="T5" fmla="*/ 36 h 36"/>
                <a:gd name="T6" fmla="*/ 0 60000 65536"/>
                <a:gd name="T7" fmla="*/ 0 60000 65536"/>
                <a:gd name="T8" fmla="*/ 0 60000 65536"/>
                <a:gd name="T9" fmla="*/ 0 w 31"/>
                <a:gd name="T10" fmla="*/ 0 h 36"/>
                <a:gd name="T11" fmla="*/ 31 w 31"/>
                <a:gd name="T12" fmla="*/ 36 h 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1" h="36">
                  <a:moveTo>
                    <a:pt x="0" y="0"/>
                  </a:moveTo>
                  <a:lnTo>
                    <a:pt x="20" y="29"/>
                  </a:lnTo>
                  <a:lnTo>
                    <a:pt x="31" y="3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4290" name="Text Box 1058"/>
          <p:cNvSpPr txBox="1">
            <a:spLocks noChangeArrowheads="1"/>
          </p:cNvSpPr>
          <p:nvPr/>
        </p:nvSpPr>
        <p:spPr bwMode="auto">
          <a:xfrm>
            <a:off x="1276350" y="1987550"/>
            <a:ext cx="7277100" cy="1069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lIns="93695" tIns="46848" rIns="93695" bIns="46848">
            <a:spAutoFit/>
          </a:bodyPr>
          <a:lstStyle/>
          <a:p>
            <a:pPr algn="ctr" defTabSz="938213" eaLnBrk="0" hangingPunct="0">
              <a:defRPr/>
            </a:pPr>
            <a:r>
              <a:rPr lang="en-US" sz="3200">
                <a:solidFill>
                  <a:srgbClr val="FF0000"/>
                </a:solidFill>
                <a:latin typeface="Arial Narrow" pitchFamily="34" charset="0"/>
              </a:rPr>
              <a:t>To open First Communication between </a:t>
            </a:r>
          </a:p>
          <a:p>
            <a:pPr algn="ctr" defTabSz="938213" eaLnBrk="0" hangingPunct="0">
              <a:defRPr/>
            </a:pPr>
            <a:r>
              <a:rPr lang="en-US" sz="3200">
                <a:solidFill>
                  <a:srgbClr val="FF0000"/>
                </a:solidFill>
                <a:latin typeface="Arial Narrow" pitchFamily="34" charset="0"/>
              </a:rPr>
              <a:t>Client and Contractor among </a:t>
            </a:r>
            <a:r>
              <a:rPr lang="en-US" sz="3200" u="sng">
                <a:solidFill>
                  <a:srgbClr val="FF0000"/>
                </a:solidFill>
                <a:latin typeface="Arial Narrow" pitchFamily="34" charset="0"/>
              </a:rPr>
              <a:t>fieldwork level</a:t>
            </a:r>
            <a:endParaRPr lang="en-US" sz="3200">
              <a:solidFill>
                <a:srgbClr val="FF0000"/>
              </a:solidFill>
              <a:latin typeface="Arial Narrow" pitchFamily="34" charset="0"/>
            </a:endParaRPr>
          </a:p>
        </p:txBody>
      </p:sp>
      <p:sp>
        <p:nvSpPr>
          <p:cNvPr id="224291" name="Text Box 1059"/>
          <p:cNvSpPr txBox="1">
            <a:spLocks noChangeArrowheads="1"/>
          </p:cNvSpPr>
          <p:nvPr/>
        </p:nvSpPr>
        <p:spPr bwMode="auto">
          <a:xfrm>
            <a:off x="1058863" y="5589588"/>
            <a:ext cx="7639050" cy="48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17961" dir="2700000" algn="ctr" rotWithShape="0">
              <a:schemeClr val="bg1"/>
            </a:outerShdw>
          </a:effectLst>
        </p:spPr>
        <p:txBody>
          <a:bodyPr lIns="86320" tIns="43159" rIns="86320" bIns="43159">
            <a:spAutoFit/>
          </a:bodyPr>
          <a:lstStyle/>
          <a:p>
            <a:pPr algn="ctr" defTabSz="862013" eaLnBrk="0" hangingPunct="0">
              <a:spcBef>
                <a:spcPct val="50000"/>
              </a:spcBef>
              <a:defRPr/>
            </a:pPr>
            <a:r>
              <a:rPr lang="en-US" sz="2600">
                <a:solidFill>
                  <a:srgbClr val="FF3300"/>
                </a:solidFill>
                <a:latin typeface="Arial Narrow" pitchFamily="34" charset="0"/>
              </a:rPr>
              <a:t>Pre-Job Activity </a:t>
            </a:r>
            <a:r>
              <a:rPr lang="en-US" sz="2600" u="sng">
                <a:solidFill>
                  <a:srgbClr val="FF3300"/>
                </a:solidFill>
                <a:latin typeface="Arial Narrow" pitchFamily="34" charset="0"/>
              </a:rPr>
              <a:t>is not equal</a:t>
            </a:r>
            <a:r>
              <a:rPr lang="en-US" sz="2600">
                <a:solidFill>
                  <a:srgbClr val="FF3300"/>
                </a:solidFill>
                <a:latin typeface="Arial Narrow" pitchFamily="34" charset="0"/>
              </a:rPr>
              <a:t> to Pre-Job Safety Meeting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2242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2242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7" dur="500"/>
                                        <p:tgtEl>
                                          <p:spTgt spid="224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290" grpId="0" build="p" autoUpdateAnimBg="0"/>
      <p:bldP spid="224291" grpId="0" build="p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sz="3600" smtClean="0">
                <a:solidFill>
                  <a:srgbClr val="339933"/>
                </a:solidFill>
                <a:latin typeface="Agency FB" pitchFamily="34" charset="0"/>
              </a:rPr>
              <a:t>Pre – Job Activity</a:t>
            </a:r>
          </a:p>
        </p:txBody>
      </p:sp>
      <p:sp>
        <p:nvSpPr>
          <p:cNvPr id="2191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en-US" sz="1600" b="1" smtClean="0"/>
              <a:t>Pre – job Activity (Aktifitas Awal Pekerjaan) :</a:t>
            </a:r>
          </a:p>
          <a:p>
            <a:pPr eaLnBrk="1" hangingPunct="1"/>
            <a:r>
              <a:rPr lang="en-US" b="1" smtClean="0"/>
              <a:t>Tujuan</a:t>
            </a:r>
          </a:p>
          <a:p>
            <a:pPr eaLnBrk="1" hangingPunct="1">
              <a:buFontTx/>
              <a:buNone/>
            </a:pPr>
            <a:r>
              <a:rPr lang="en-US" smtClean="0"/>
              <a:t>	Memastikan aspek risk assessment &amp; K3LL yang relevan dengan pekerjaan dikomunikasikan dan dipahami oleh semua pihak sebelum pelaksanaan kontrak/pekerjaan</a:t>
            </a:r>
          </a:p>
          <a:p>
            <a:pPr eaLnBrk="1" hangingPunct="1">
              <a:buFontTx/>
              <a:buNone/>
            </a:pPr>
            <a:endParaRPr lang="en-US" smtClean="0"/>
          </a:p>
          <a:p>
            <a:pPr eaLnBrk="1" hangingPunct="1"/>
            <a:r>
              <a:rPr lang="en-US" b="1" smtClean="0"/>
              <a:t>Terdiri – dari :</a:t>
            </a:r>
          </a:p>
          <a:p>
            <a:pPr lvl="1" eaLnBrk="1" hangingPunct="1"/>
            <a:r>
              <a:rPr lang="en-US" b="1" smtClean="0"/>
              <a:t>Pra – mobilisasi </a:t>
            </a:r>
          </a:p>
          <a:p>
            <a:pPr lvl="2" eaLnBrk="1" hangingPunct="1"/>
            <a:r>
              <a:rPr lang="en-US" smtClean="0"/>
              <a:t>Rapat awal/Kick off meeting (potential hazards, HSE plan, personal competence, HSE objective &amp; target, Hse general requirements, ERP, Incident Report Procedures etc)</a:t>
            </a:r>
          </a:p>
          <a:p>
            <a:pPr lvl="2" eaLnBrk="1" hangingPunct="1"/>
            <a:r>
              <a:rPr lang="en-US" smtClean="0"/>
              <a:t>Inspeksi &amp; audit lokasi Contractor (see form VIII)</a:t>
            </a:r>
          </a:p>
          <a:p>
            <a:pPr lvl="2" eaLnBrk="1" hangingPunct="1"/>
            <a:r>
              <a:rPr lang="en-US" smtClean="0"/>
              <a:t>Orientasi lokasi kerja (follow up of kick off meeting)</a:t>
            </a:r>
          </a:p>
          <a:p>
            <a:pPr lvl="2" eaLnBrk="1" hangingPunct="1"/>
            <a:r>
              <a:rPr lang="en-US" smtClean="0"/>
              <a:t>Peatihan K3LL (job planning, potential hazards review, HSE matters, inspection of PPE, equipments and ERP alertness)</a:t>
            </a:r>
          </a:p>
          <a:p>
            <a:pPr lvl="1" eaLnBrk="1" hangingPunct="1"/>
            <a:r>
              <a:rPr lang="en-US" b="1" smtClean="0"/>
              <a:t>Mobilisasi (implementation of HSE Planning)</a:t>
            </a:r>
          </a:p>
          <a:p>
            <a:pPr lvl="2" eaLnBrk="1" hangingPunct="1"/>
            <a:r>
              <a:rPr lang="en-US" smtClean="0"/>
              <a:t>Rapat awal lokal (all key persons must be attending in this meeting)</a:t>
            </a:r>
          </a:p>
          <a:p>
            <a:pPr lvl="2" eaLnBrk="1" hangingPunct="1"/>
            <a:r>
              <a:rPr lang="en-US" smtClean="0"/>
              <a:t>Mobilisasi staf &amp; perlengkapan Contractor</a:t>
            </a:r>
          </a:p>
          <a:p>
            <a:pPr lvl="2" eaLnBrk="1" hangingPunct="1"/>
            <a:r>
              <a:rPr lang="en-US" smtClean="0"/>
              <a:t>Finalisasi rencana K3LL</a:t>
            </a:r>
          </a:p>
          <a:p>
            <a:pPr lvl="2" eaLnBrk="1" hangingPunct="1"/>
            <a:r>
              <a:rPr lang="en-US" smtClean="0"/>
              <a:t>Audit mobilisasi</a:t>
            </a:r>
          </a:p>
          <a:p>
            <a:pPr lvl="1" eaLnBrk="1" hangingPunct="1"/>
            <a:endParaRPr lang="en-US" smtClean="0"/>
          </a:p>
          <a:p>
            <a:pPr lvl="1" eaLnBrk="1" hangingPunct="1"/>
            <a:endParaRPr lang="en-US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9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9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91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91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91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191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91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91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9" dur="500"/>
                                        <p:tgtEl>
                                          <p:spTgt spid="2191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4" dur="500"/>
                                        <p:tgtEl>
                                          <p:spTgt spid="21913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9" dur="500"/>
                                        <p:tgtEl>
                                          <p:spTgt spid="2191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4" dur="500"/>
                                        <p:tgtEl>
                                          <p:spTgt spid="2191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9" dur="500"/>
                                        <p:tgtEl>
                                          <p:spTgt spid="2191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4" dur="500"/>
                                        <p:tgtEl>
                                          <p:spTgt spid="21913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9" dur="500"/>
                                        <p:tgtEl>
                                          <p:spTgt spid="21913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64" dur="500"/>
                                        <p:tgtEl>
                                          <p:spTgt spid="21913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69" dur="500"/>
                                        <p:tgtEl>
                                          <p:spTgt spid="219139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4" dur="2000"/>
                                        <p:tgtEl>
                                          <p:spTgt spid="219139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4" descr="CSMS_HIperkes UNS_Page_3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23850" y="188913"/>
            <a:ext cx="9382125" cy="5927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4"/>
          <p:cNvSpPr>
            <a:spLocks noChangeArrowheads="1"/>
          </p:cNvSpPr>
          <p:nvPr/>
        </p:nvSpPr>
        <p:spPr bwMode="auto">
          <a:xfrm>
            <a:off x="1258888" y="546100"/>
            <a:ext cx="7294562" cy="5576888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93685" tIns="46843" rIns="93685" bIns="4684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43011" name="Rectangle 5"/>
          <p:cNvSpPr>
            <a:spLocks noChangeArrowheads="1"/>
          </p:cNvSpPr>
          <p:nvPr/>
        </p:nvSpPr>
        <p:spPr bwMode="auto">
          <a:xfrm>
            <a:off x="1258888" y="5434013"/>
            <a:ext cx="7294562" cy="731837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3012" name="Rectangle 6"/>
          <p:cNvSpPr>
            <a:spLocks noChangeArrowheads="1"/>
          </p:cNvSpPr>
          <p:nvPr/>
        </p:nvSpPr>
        <p:spPr bwMode="auto">
          <a:xfrm>
            <a:off x="1258888" y="546100"/>
            <a:ext cx="7294562" cy="1654175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3372" tIns="51687" rIns="103372" bIns="51687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225287" name="Text Box 7"/>
          <p:cNvSpPr txBox="1">
            <a:spLocks noChangeArrowheads="1"/>
          </p:cNvSpPr>
          <p:nvPr/>
        </p:nvSpPr>
        <p:spPr bwMode="auto">
          <a:xfrm>
            <a:off x="1454150" y="912813"/>
            <a:ext cx="5632450" cy="920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none" lIns="103372" tIns="51687" rIns="103372" bIns="51687" anchor="ctr"/>
          <a:lstStyle/>
          <a:p>
            <a:pPr defTabSz="819150" eaLnBrk="0" hangingPunct="0">
              <a:defRPr/>
            </a:pPr>
            <a:r>
              <a:rPr lang="en-US" sz="4200">
                <a:latin typeface="Arial Narrow" pitchFamily="34" charset="0"/>
              </a:rPr>
              <a:t>Work In Progress in CSMS</a:t>
            </a:r>
          </a:p>
        </p:txBody>
      </p:sp>
      <p:sp>
        <p:nvSpPr>
          <p:cNvPr id="43014" name="Rectangle 8"/>
          <p:cNvSpPr>
            <a:spLocks noChangeArrowheads="1"/>
          </p:cNvSpPr>
          <p:nvPr/>
        </p:nvSpPr>
        <p:spPr bwMode="auto">
          <a:xfrm>
            <a:off x="5713413" y="3384550"/>
            <a:ext cx="930275" cy="506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3015" name="Rectangle 9"/>
          <p:cNvSpPr>
            <a:spLocks noChangeArrowheads="1"/>
          </p:cNvSpPr>
          <p:nvPr/>
        </p:nvSpPr>
        <p:spPr bwMode="auto">
          <a:xfrm>
            <a:off x="5807075" y="3454400"/>
            <a:ext cx="7270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5290" name="AutoShape 10"/>
          <p:cNvSpPr>
            <a:spLocks noChangeArrowheads="1"/>
          </p:cNvSpPr>
          <p:nvPr/>
        </p:nvSpPr>
        <p:spPr bwMode="auto">
          <a:xfrm>
            <a:off x="2011363" y="1236663"/>
            <a:ext cx="2476500" cy="2420937"/>
          </a:xfrm>
          <a:prstGeom prst="irregularSeal1">
            <a:avLst/>
          </a:prstGeom>
          <a:gradFill rotWithShape="0">
            <a:gsLst>
              <a:gs pos="0">
                <a:srgbClr val="FF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3017" name="Group 11"/>
          <p:cNvGrpSpPr>
            <a:grpSpLocks/>
          </p:cNvGrpSpPr>
          <p:nvPr/>
        </p:nvGrpSpPr>
        <p:grpSpPr bwMode="auto">
          <a:xfrm>
            <a:off x="3613150" y="2209800"/>
            <a:ext cx="3295650" cy="3694113"/>
            <a:chOff x="2356" y="1581"/>
            <a:chExt cx="2566" cy="2482"/>
          </a:xfrm>
        </p:grpSpPr>
        <p:grpSp>
          <p:nvGrpSpPr>
            <p:cNvPr id="43586" name="Group 12"/>
            <p:cNvGrpSpPr>
              <a:grpSpLocks/>
            </p:cNvGrpSpPr>
            <p:nvPr/>
          </p:nvGrpSpPr>
          <p:grpSpPr bwMode="auto">
            <a:xfrm>
              <a:off x="2356" y="1581"/>
              <a:ext cx="2566" cy="2482"/>
              <a:chOff x="1991" y="1131"/>
              <a:chExt cx="2362" cy="2307"/>
            </a:xfrm>
          </p:grpSpPr>
          <p:sp>
            <p:nvSpPr>
              <p:cNvPr id="43819" name="Freeform 13"/>
              <p:cNvSpPr>
                <a:spLocks/>
              </p:cNvSpPr>
              <p:nvPr/>
            </p:nvSpPr>
            <p:spPr bwMode="auto">
              <a:xfrm>
                <a:off x="1991" y="1131"/>
                <a:ext cx="2362" cy="2307"/>
              </a:xfrm>
              <a:custGeom>
                <a:avLst/>
                <a:gdLst>
                  <a:gd name="T0" fmla="*/ 1708 w 2362"/>
                  <a:gd name="T1" fmla="*/ 129 h 2307"/>
                  <a:gd name="T2" fmla="*/ 1860 w 2362"/>
                  <a:gd name="T3" fmla="*/ 221 h 2307"/>
                  <a:gd name="T4" fmla="*/ 1994 w 2362"/>
                  <a:gd name="T5" fmla="*/ 330 h 2307"/>
                  <a:gd name="T6" fmla="*/ 2110 w 2362"/>
                  <a:gd name="T7" fmla="*/ 456 h 2307"/>
                  <a:gd name="T8" fmla="*/ 2205 w 2362"/>
                  <a:gd name="T9" fmla="*/ 596 h 2307"/>
                  <a:gd name="T10" fmla="*/ 2278 w 2362"/>
                  <a:gd name="T11" fmla="*/ 747 h 2307"/>
                  <a:gd name="T12" fmla="*/ 2329 w 2362"/>
                  <a:gd name="T13" fmla="*/ 905 h 2307"/>
                  <a:gd name="T14" fmla="*/ 2358 w 2362"/>
                  <a:gd name="T15" fmla="*/ 1072 h 2307"/>
                  <a:gd name="T16" fmla="*/ 2360 w 2362"/>
                  <a:gd name="T17" fmla="*/ 1239 h 2307"/>
                  <a:gd name="T18" fmla="*/ 2337 w 2362"/>
                  <a:gd name="T19" fmla="*/ 1409 h 2307"/>
                  <a:gd name="T20" fmla="*/ 2286 w 2362"/>
                  <a:gd name="T21" fmla="*/ 1577 h 2307"/>
                  <a:gd name="T22" fmla="*/ 2210 w 2362"/>
                  <a:gd name="T23" fmla="*/ 1735 h 2307"/>
                  <a:gd name="T24" fmla="*/ 2113 w 2362"/>
                  <a:gd name="T25" fmla="*/ 1877 h 2307"/>
                  <a:gd name="T26" fmla="*/ 1997 w 2362"/>
                  <a:gd name="T27" fmla="*/ 2000 h 2307"/>
                  <a:gd name="T28" fmla="*/ 1865 w 2362"/>
                  <a:gd name="T29" fmla="*/ 2105 h 2307"/>
                  <a:gd name="T30" fmla="*/ 1720 w 2362"/>
                  <a:gd name="T31" fmla="*/ 2188 h 2307"/>
                  <a:gd name="T32" fmla="*/ 1564 w 2362"/>
                  <a:gd name="T33" fmla="*/ 2250 h 2307"/>
                  <a:gd name="T34" fmla="*/ 1398 w 2362"/>
                  <a:gd name="T35" fmla="*/ 2290 h 2307"/>
                  <a:gd name="T36" fmla="*/ 1229 w 2362"/>
                  <a:gd name="T37" fmla="*/ 2307 h 2307"/>
                  <a:gd name="T38" fmla="*/ 1054 w 2362"/>
                  <a:gd name="T39" fmla="*/ 2297 h 2307"/>
                  <a:gd name="T40" fmla="*/ 881 w 2362"/>
                  <a:gd name="T41" fmla="*/ 2264 h 2307"/>
                  <a:gd name="T42" fmla="*/ 709 w 2362"/>
                  <a:gd name="T43" fmla="*/ 2202 h 2307"/>
                  <a:gd name="T44" fmla="*/ 552 w 2362"/>
                  <a:gd name="T45" fmla="*/ 2119 h 2307"/>
                  <a:gd name="T46" fmla="*/ 411 w 2362"/>
                  <a:gd name="T47" fmla="*/ 2014 h 2307"/>
                  <a:gd name="T48" fmla="*/ 289 w 2362"/>
                  <a:gd name="T49" fmla="*/ 1894 h 2307"/>
                  <a:gd name="T50" fmla="*/ 187 w 2362"/>
                  <a:gd name="T51" fmla="*/ 1759 h 2307"/>
                  <a:gd name="T52" fmla="*/ 107 w 2362"/>
                  <a:gd name="T53" fmla="*/ 1611 h 2307"/>
                  <a:gd name="T54" fmla="*/ 47 w 2362"/>
                  <a:gd name="T55" fmla="*/ 1455 h 2307"/>
                  <a:gd name="T56" fmla="*/ 11 w 2362"/>
                  <a:gd name="T57" fmla="*/ 1292 h 2307"/>
                  <a:gd name="T58" fmla="*/ 0 w 2362"/>
                  <a:gd name="T59" fmla="*/ 1124 h 2307"/>
                  <a:gd name="T60" fmla="*/ 15 w 2362"/>
                  <a:gd name="T61" fmla="*/ 954 h 2307"/>
                  <a:gd name="T62" fmla="*/ 56 w 2362"/>
                  <a:gd name="T63" fmla="*/ 785 h 2307"/>
                  <a:gd name="T64" fmla="*/ 124 w 2362"/>
                  <a:gd name="T65" fmla="*/ 623 h 2307"/>
                  <a:gd name="T66" fmla="*/ 215 w 2362"/>
                  <a:gd name="T67" fmla="*/ 475 h 2307"/>
                  <a:gd name="T68" fmla="*/ 325 w 2362"/>
                  <a:gd name="T69" fmla="*/ 345 h 2307"/>
                  <a:gd name="T70" fmla="*/ 452 w 2362"/>
                  <a:gd name="T71" fmla="*/ 235 h 2307"/>
                  <a:gd name="T72" fmla="*/ 592 w 2362"/>
                  <a:gd name="T73" fmla="*/ 144 h 2307"/>
                  <a:gd name="T74" fmla="*/ 746 w 2362"/>
                  <a:gd name="T75" fmla="*/ 75 h 2307"/>
                  <a:gd name="T76" fmla="*/ 908 w 2362"/>
                  <a:gd name="T77" fmla="*/ 27 h 2307"/>
                  <a:gd name="T78" fmla="*/ 1077 w 2362"/>
                  <a:gd name="T79" fmla="*/ 3 h 2307"/>
                  <a:gd name="T80" fmla="*/ 1248 w 2362"/>
                  <a:gd name="T81" fmla="*/ 3 h 2307"/>
                  <a:gd name="T82" fmla="*/ 1424 w 2362"/>
                  <a:gd name="T83" fmla="*/ 30 h 2307"/>
                  <a:gd name="T84" fmla="*/ 1597 w 2362"/>
                  <a:gd name="T85" fmla="*/ 81 h 23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62"/>
                  <a:gd name="T130" fmla="*/ 0 h 2307"/>
                  <a:gd name="T131" fmla="*/ 2362 w 2362"/>
                  <a:gd name="T132" fmla="*/ 2307 h 23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62" h="2307">
                    <a:moveTo>
                      <a:pt x="1597" y="81"/>
                    </a:moveTo>
                    <a:lnTo>
                      <a:pt x="1653" y="105"/>
                    </a:lnTo>
                    <a:lnTo>
                      <a:pt x="1708" y="129"/>
                    </a:lnTo>
                    <a:lnTo>
                      <a:pt x="1759" y="158"/>
                    </a:lnTo>
                    <a:lnTo>
                      <a:pt x="1810" y="188"/>
                    </a:lnTo>
                    <a:lnTo>
                      <a:pt x="1860" y="221"/>
                    </a:lnTo>
                    <a:lnTo>
                      <a:pt x="1907" y="257"/>
                    </a:lnTo>
                    <a:lnTo>
                      <a:pt x="1950" y="292"/>
                    </a:lnTo>
                    <a:lnTo>
                      <a:pt x="1994" y="330"/>
                    </a:lnTo>
                    <a:lnTo>
                      <a:pt x="2035" y="371"/>
                    </a:lnTo>
                    <a:lnTo>
                      <a:pt x="2073" y="413"/>
                    </a:lnTo>
                    <a:lnTo>
                      <a:pt x="2110" y="456"/>
                    </a:lnTo>
                    <a:lnTo>
                      <a:pt x="2144" y="501"/>
                    </a:lnTo>
                    <a:lnTo>
                      <a:pt x="2175" y="548"/>
                    </a:lnTo>
                    <a:lnTo>
                      <a:pt x="2205" y="596"/>
                    </a:lnTo>
                    <a:lnTo>
                      <a:pt x="2231" y="644"/>
                    </a:lnTo>
                    <a:lnTo>
                      <a:pt x="2255" y="696"/>
                    </a:lnTo>
                    <a:lnTo>
                      <a:pt x="2278" y="747"/>
                    </a:lnTo>
                    <a:lnTo>
                      <a:pt x="2298" y="798"/>
                    </a:lnTo>
                    <a:lnTo>
                      <a:pt x="2315" y="853"/>
                    </a:lnTo>
                    <a:lnTo>
                      <a:pt x="2329" y="905"/>
                    </a:lnTo>
                    <a:lnTo>
                      <a:pt x="2341" y="961"/>
                    </a:lnTo>
                    <a:lnTo>
                      <a:pt x="2350" y="1016"/>
                    </a:lnTo>
                    <a:lnTo>
                      <a:pt x="2358" y="1072"/>
                    </a:lnTo>
                    <a:lnTo>
                      <a:pt x="2361" y="1126"/>
                    </a:lnTo>
                    <a:lnTo>
                      <a:pt x="2362" y="1183"/>
                    </a:lnTo>
                    <a:lnTo>
                      <a:pt x="2360" y="1239"/>
                    </a:lnTo>
                    <a:lnTo>
                      <a:pt x="2355" y="1296"/>
                    </a:lnTo>
                    <a:lnTo>
                      <a:pt x="2347" y="1353"/>
                    </a:lnTo>
                    <a:lnTo>
                      <a:pt x="2337" y="1409"/>
                    </a:lnTo>
                    <a:lnTo>
                      <a:pt x="2322" y="1466"/>
                    </a:lnTo>
                    <a:lnTo>
                      <a:pt x="2306" y="1521"/>
                    </a:lnTo>
                    <a:lnTo>
                      <a:pt x="2286" y="1577"/>
                    </a:lnTo>
                    <a:lnTo>
                      <a:pt x="2263" y="1632"/>
                    </a:lnTo>
                    <a:lnTo>
                      <a:pt x="2237" y="1684"/>
                    </a:lnTo>
                    <a:lnTo>
                      <a:pt x="2210" y="1735"/>
                    </a:lnTo>
                    <a:lnTo>
                      <a:pt x="2179" y="1784"/>
                    </a:lnTo>
                    <a:lnTo>
                      <a:pt x="2147" y="1832"/>
                    </a:lnTo>
                    <a:lnTo>
                      <a:pt x="2113" y="1877"/>
                    </a:lnTo>
                    <a:lnTo>
                      <a:pt x="2075" y="1920"/>
                    </a:lnTo>
                    <a:lnTo>
                      <a:pt x="2037" y="1962"/>
                    </a:lnTo>
                    <a:lnTo>
                      <a:pt x="1997" y="2000"/>
                    </a:lnTo>
                    <a:lnTo>
                      <a:pt x="1954" y="2037"/>
                    </a:lnTo>
                    <a:lnTo>
                      <a:pt x="1910" y="2072"/>
                    </a:lnTo>
                    <a:lnTo>
                      <a:pt x="1865" y="2105"/>
                    </a:lnTo>
                    <a:lnTo>
                      <a:pt x="1817" y="2134"/>
                    </a:lnTo>
                    <a:lnTo>
                      <a:pt x="1770" y="2162"/>
                    </a:lnTo>
                    <a:lnTo>
                      <a:pt x="1720" y="2188"/>
                    </a:lnTo>
                    <a:lnTo>
                      <a:pt x="1669" y="2211"/>
                    </a:lnTo>
                    <a:lnTo>
                      <a:pt x="1616" y="2232"/>
                    </a:lnTo>
                    <a:lnTo>
                      <a:pt x="1564" y="2250"/>
                    </a:lnTo>
                    <a:lnTo>
                      <a:pt x="1509" y="2266"/>
                    </a:lnTo>
                    <a:lnTo>
                      <a:pt x="1453" y="2279"/>
                    </a:lnTo>
                    <a:lnTo>
                      <a:pt x="1398" y="2290"/>
                    </a:lnTo>
                    <a:lnTo>
                      <a:pt x="1341" y="2298"/>
                    </a:lnTo>
                    <a:lnTo>
                      <a:pt x="1285" y="2303"/>
                    </a:lnTo>
                    <a:lnTo>
                      <a:pt x="1229" y="2307"/>
                    </a:lnTo>
                    <a:lnTo>
                      <a:pt x="1170" y="2307"/>
                    </a:lnTo>
                    <a:lnTo>
                      <a:pt x="1113" y="2303"/>
                    </a:lnTo>
                    <a:lnTo>
                      <a:pt x="1054" y="2297"/>
                    </a:lnTo>
                    <a:lnTo>
                      <a:pt x="996" y="2290"/>
                    </a:lnTo>
                    <a:lnTo>
                      <a:pt x="938" y="2277"/>
                    </a:lnTo>
                    <a:lnTo>
                      <a:pt x="881" y="2264"/>
                    </a:lnTo>
                    <a:lnTo>
                      <a:pt x="823" y="2246"/>
                    </a:lnTo>
                    <a:lnTo>
                      <a:pt x="765" y="2225"/>
                    </a:lnTo>
                    <a:lnTo>
                      <a:pt x="709" y="2202"/>
                    </a:lnTo>
                    <a:lnTo>
                      <a:pt x="654" y="2176"/>
                    </a:lnTo>
                    <a:lnTo>
                      <a:pt x="603" y="2149"/>
                    </a:lnTo>
                    <a:lnTo>
                      <a:pt x="552" y="2119"/>
                    </a:lnTo>
                    <a:lnTo>
                      <a:pt x="502" y="2086"/>
                    </a:lnTo>
                    <a:lnTo>
                      <a:pt x="455" y="2050"/>
                    </a:lnTo>
                    <a:lnTo>
                      <a:pt x="411" y="2014"/>
                    </a:lnTo>
                    <a:lnTo>
                      <a:pt x="368" y="1976"/>
                    </a:lnTo>
                    <a:lnTo>
                      <a:pt x="327" y="1935"/>
                    </a:lnTo>
                    <a:lnTo>
                      <a:pt x="289" y="1894"/>
                    </a:lnTo>
                    <a:lnTo>
                      <a:pt x="252" y="1851"/>
                    </a:lnTo>
                    <a:lnTo>
                      <a:pt x="218" y="1805"/>
                    </a:lnTo>
                    <a:lnTo>
                      <a:pt x="187" y="1759"/>
                    </a:lnTo>
                    <a:lnTo>
                      <a:pt x="157" y="1711"/>
                    </a:lnTo>
                    <a:lnTo>
                      <a:pt x="131" y="1661"/>
                    </a:lnTo>
                    <a:lnTo>
                      <a:pt x="107" y="1611"/>
                    </a:lnTo>
                    <a:lnTo>
                      <a:pt x="84" y="1560"/>
                    </a:lnTo>
                    <a:lnTo>
                      <a:pt x="64" y="1509"/>
                    </a:lnTo>
                    <a:lnTo>
                      <a:pt x="47" y="1455"/>
                    </a:lnTo>
                    <a:lnTo>
                      <a:pt x="33" y="1402"/>
                    </a:lnTo>
                    <a:lnTo>
                      <a:pt x="20" y="1346"/>
                    </a:lnTo>
                    <a:lnTo>
                      <a:pt x="11" y="1292"/>
                    </a:lnTo>
                    <a:lnTo>
                      <a:pt x="4" y="1235"/>
                    </a:lnTo>
                    <a:lnTo>
                      <a:pt x="1" y="1181"/>
                    </a:lnTo>
                    <a:lnTo>
                      <a:pt x="0" y="1124"/>
                    </a:lnTo>
                    <a:lnTo>
                      <a:pt x="2" y="1067"/>
                    </a:lnTo>
                    <a:lnTo>
                      <a:pt x="7" y="1010"/>
                    </a:lnTo>
                    <a:lnTo>
                      <a:pt x="15" y="954"/>
                    </a:lnTo>
                    <a:lnTo>
                      <a:pt x="26" y="898"/>
                    </a:lnTo>
                    <a:lnTo>
                      <a:pt x="40" y="841"/>
                    </a:lnTo>
                    <a:lnTo>
                      <a:pt x="56" y="785"/>
                    </a:lnTo>
                    <a:lnTo>
                      <a:pt x="76" y="730"/>
                    </a:lnTo>
                    <a:lnTo>
                      <a:pt x="98" y="675"/>
                    </a:lnTo>
                    <a:lnTo>
                      <a:pt x="124" y="623"/>
                    </a:lnTo>
                    <a:lnTo>
                      <a:pt x="152" y="572"/>
                    </a:lnTo>
                    <a:lnTo>
                      <a:pt x="182" y="523"/>
                    </a:lnTo>
                    <a:lnTo>
                      <a:pt x="215" y="475"/>
                    </a:lnTo>
                    <a:lnTo>
                      <a:pt x="249" y="430"/>
                    </a:lnTo>
                    <a:lnTo>
                      <a:pt x="287" y="387"/>
                    </a:lnTo>
                    <a:lnTo>
                      <a:pt x="325" y="345"/>
                    </a:lnTo>
                    <a:lnTo>
                      <a:pt x="366" y="307"/>
                    </a:lnTo>
                    <a:lnTo>
                      <a:pt x="407" y="269"/>
                    </a:lnTo>
                    <a:lnTo>
                      <a:pt x="452" y="235"/>
                    </a:lnTo>
                    <a:lnTo>
                      <a:pt x="497" y="203"/>
                    </a:lnTo>
                    <a:lnTo>
                      <a:pt x="545" y="173"/>
                    </a:lnTo>
                    <a:lnTo>
                      <a:pt x="592" y="144"/>
                    </a:lnTo>
                    <a:lnTo>
                      <a:pt x="642" y="119"/>
                    </a:lnTo>
                    <a:lnTo>
                      <a:pt x="694" y="96"/>
                    </a:lnTo>
                    <a:lnTo>
                      <a:pt x="746" y="75"/>
                    </a:lnTo>
                    <a:lnTo>
                      <a:pt x="799" y="57"/>
                    </a:lnTo>
                    <a:lnTo>
                      <a:pt x="853" y="41"/>
                    </a:lnTo>
                    <a:lnTo>
                      <a:pt x="908" y="27"/>
                    </a:lnTo>
                    <a:lnTo>
                      <a:pt x="964" y="17"/>
                    </a:lnTo>
                    <a:lnTo>
                      <a:pt x="1020" y="9"/>
                    </a:lnTo>
                    <a:lnTo>
                      <a:pt x="1077" y="3"/>
                    </a:lnTo>
                    <a:lnTo>
                      <a:pt x="1133" y="0"/>
                    </a:lnTo>
                    <a:lnTo>
                      <a:pt x="1191" y="0"/>
                    </a:lnTo>
                    <a:lnTo>
                      <a:pt x="1248" y="3"/>
                    </a:lnTo>
                    <a:lnTo>
                      <a:pt x="1308" y="9"/>
                    </a:lnTo>
                    <a:lnTo>
                      <a:pt x="1366" y="17"/>
                    </a:lnTo>
                    <a:lnTo>
                      <a:pt x="1424" y="30"/>
                    </a:lnTo>
                    <a:lnTo>
                      <a:pt x="1481" y="43"/>
                    </a:lnTo>
                    <a:lnTo>
                      <a:pt x="1539" y="61"/>
                    </a:lnTo>
                    <a:lnTo>
                      <a:pt x="1597" y="81"/>
                    </a:lnTo>
                    <a:close/>
                  </a:path>
                </a:pathLst>
              </a:custGeom>
              <a:solidFill>
                <a:srgbClr val="CCCC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0" name="Freeform 14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1" name="Freeform 15"/>
              <p:cNvSpPr>
                <a:spLocks/>
              </p:cNvSpPr>
              <p:nvPr/>
            </p:nvSpPr>
            <p:spPr bwMode="auto">
              <a:xfrm>
                <a:off x="3707" y="3010"/>
                <a:ext cx="176" cy="83"/>
              </a:xfrm>
              <a:custGeom>
                <a:avLst/>
                <a:gdLst>
                  <a:gd name="T0" fmla="*/ 146 w 176"/>
                  <a:gd name="T1" fmla="*/ 15 h 83"/>
                  <a:gd name="T2" fmla="*/ 155 w 176"/>
                  <a:gd name="T3" fmla="*/ 24 h 83"/>
                  <a:gd name="T4" fmla="*/ 2 w 176"/>
                  <a:gd name="T5" fmla="*/ 83 h 83"/>
                  <a:gd name="T6" fmla="*/ 0 w 176"/>
                  <a:gd name="T7" fmla="*/ 68 h 83"/>
                  <a:gd name="T8" fmla="*/ 153 w 176"/>
                  <a:gd name="T9" fmla="*/ 9 h 83"/>
                  <a:gd name="T10" fmla="*/ 161 w 176"/>
                  <a:gd name="T11" fmla="*/ 20 h 83"/>
                  <a:gd name="T12" fmla="*/ 153 w 176"/>
                  <a:gd name="T13" fmla="*/ 9 h 83"/>
                  <a:gd name="T14" fmla="*/ 176 w 176"/>
                  <a:gd name="T15" fmla="*/ 0 h 83"/>
                  <a:gd name="T16" fmla="*/ 161 w 176"/>
                  <a:gd name="T17" fmla="*/ 20 h 83"/>
                  <a:gd name="T18" fmla="*/ 146 w 176"/>
                  <a:gd name="T19" fmla="*/ 15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6"/>
                  <a:gd name="T31" fmla="*/ 0 h 83"/>
                  <a:gd name="T32" fmla="*/ 176 w 176"/>
                  <a:gd name="T33" fmla="*/ 83 h 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6" h="83">
                    <a:moveTo>
                      <a:pt x="146" y="15"/>
                    </a:moveTo>
                    <a:lnTo>
                      <a:pt x="155" y="24"/>
                    </a:lnTo>
                    <a:lnTo>
                      <a:pt x="2" y="83"/>
                    </a:lnTo>
                    <a:lnTo>
                      <a:pt x="0" y="68"/>
                    </a:lnTo>
                    <a:lnTo>
                      <a:pt x="153" y="9"/>
                    </a:lnTo>
                    <a:lnTo>
                      <a:pt x="161" y="20"/>
                    </a:lnTo>
                    <a:lnTo>
                      <a:pt x="153" y="9"/>
                    </a:lnTo>
                    <a:lnTo>
                      <a:pt x="176" y="0"/>
                    </a:lnTo>
                    <a:lnTo>
                      <a:pt x="161" y="20"/>
                    </a:lnTo>
                    <a:lnTo>
                      <a:pt x="146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2" name="Freeform 16"/>
              <p:cNvSpPr>
                <a:spLocks/>
              </p:cNvSpPr>
              <p:nvPr/>
            </p:nvSpPr>
            <p:spPr bwMode="auto">
              <a:xfrm>
                <a:off x="3760" y="3024"/>
                <a:ext cx="108" cy="142"/>
              </a:xfrm>
              <a:custGeom>
                <a:avLst/>
                <a:gdLst>
                  <a:gd name="T0" fmla="*/ 17 w 108"/>
                  <a:gd name="T1" fmla="*/ 122 h 142"/>
                  <a:gd name="T2" fmla="*/ 1 w 108"/>
                  <a:gd name="T3" fmla="*/ 126 h 142"/>
                  <a:gd name="T4" fmla="*/ 92 w 108"/>
                  <a:gd name="T5" fmla="*/ 0 h 142"/>
                  <a:gd name="T6" fmla="*/ 108 w 108"/>
                  <a:gd name="T7" fmla="*/ 6 h 142"/>
                  <a:gd name="T8" fmla="*/ 16 w 108"/>
                  <a:gd name="T9" fmla="*/ 132 h 142"/>
                  <a:gd name="T10" fmla="*/ 0 w 108"/>
                  <a:gd name="T11" fmla="*/ 134 h 142"/>
                  <a:gd name="T12" fmla="*/ 16 w 108"/>
                  <a:gd name="T13" fmla="*/ 132 h 142"/>
                  <a:gd name="T14" fmla="*/ 7 w 108"/>
                  <a:gd name="T15" fmla="*/ 142 h 142"/>
                  <a:gd name="T16" fmla="*/ 0 w 108"/>
                  <a:gd name="T17" fmla="*/ 134 h 142"/>
                  <a:gd name="T18" fmla="*/ 17 w 108"/>
                  <a:gd name="T19" fmla="*/ 122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8"/>
                  <a:gd name="T31" fmla="*/ 0 h 142"/>
                  <a:gd name="T32" fmla="*/ 108 w 108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8" h="142">
                    <a:moveTo>
                      <a:pt x="17" y="122"/>
                    </a:moveTo>
                    <a:lnTo>
                      <a:pt x="1" y="126"/>
                    </a:lnTo>
                    <a:lnTo>
                      <a:pt x="92" y="0"/>
                    </a:lnTo>
                    <a:lnTo>
                      <a:pt x="108" y="6"/>
                    </a:lnTo>
                    <a:lnTo>
                      <a:pt x="16" y="132"/>
                    </a:lnTo>
                    <a:lnTo>
                      <a:pt x="0" y="134"/>
                    </a:lnTo>
                    <a:lnTo>
                      <a:pt x="16" y="132"/>
                    </a:lnTo>
                    <a:lnTo>
                      <a:pt x="7" y="142"/>
                    </a:lnTo>
                    <a:lnTo>
                      <a:pt x="0" y="134"/>
                    </a:lnTo>
                    <a:lnTo>
                      <a:pt x="17" y="1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3" name="Freeform 17"/>
              <p:cNvSpPr>
                <a:spLocks/>
              </p:cNvSpPr>
              <p:nvPr/>
            </p:nvSpPr>
            <p:spPr bwMode="auto">
              <a:xfrm>
                <a:off x="3691" y="3077"/>
                <a:ext cx="86" cy="81"/>
              </a:xfrm>
              <a:custGeom>
                <a:avLst/>
                <a:gdLst>
                  <a:gd name="T0" fmla="*/ 17 w 86"/>
                  <a:gd name="T1" fmla="*/ 16 h 81"/>
                  <a:gd name="T2" fmla="*/ 25 w 86"/>
                  <a:gd name="T3" fmla="*/ 1 h 81"/>
                  <a:gd name="T4" fmla="*/ 86 w 86"/>
                  <a:gd name="T5" fmla="*/ 68 h 81"/>
                  <a:gd name="T6" fmla="*/ 69 w 86"/>
                  <a:gd name="T7" fmla="*/ 81 h 81"/>
                  <a:gd name="T8" fmla="*/ 7 w 86"/>
                  <a:gd name="T9" fmla="*/ 13 h 81"/>
                  <a:gd name="T10" fmla="*/ 15 w 86"/>
                  <a:gd name="T11" fmla="*/ 0 h 81"/>
                  <a:gd name="T12" fmla="*/ 7 w 86"/>
                  <a:gd name="T13" fmla="*/ 13 h 81"/>
                  <a:gd name="T14" fmla="*/ 0 w 86"/>
                  <a:gd name="T15" fmla="*/ 5 h 81"/>
                  <a:gd name="T16" fmla="*/ 15 w 86"/>
                  <a:gd name="T17" fmla="*/ 0 h 81"/>
                  <a:gd name="T18" fmla="*/ 17 w 86"/>
                  <a:gd name="T19" fmla="*/ 16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1"/>
                  <a:gd name="T32" fmla="*/ 86 w 86"/>
                  <a:gd name="T33" fmla="*/ 81 h 8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1">
                    <a:moveTo>
                      <a:pt x="17" y="16"/>
                    </a:moveTo>
                    <a:lnTo>
                      <a:pt x="25" y="1"/>
                    </a:lnTo>
                    <a:lnTo>
                      <a:pt x="86" y="68"/>
                    </a:lnTo>
                    <a:lnTo>
                      <a:pt x="69" y="81"/>
                    </a:lnTo>
                    <a:lnTo>
                      <a:pt x="7" y="13"/>
                    </a:lnTo>
                    <a:lnTo>
                      <a:pt x="15" y="0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15" y="0"/>
                    </a:lnTo>
                    <a:lnTo>
                      <a:pt x="17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4" name="Freeform 18"/>
              <p:cNvSpPr>
                <a:spLocks/>
              </p:cNvSpPr>
              <p:nvPr/>
            </p:nvSpPr>
            <p:spPr bwMode="auto">
              <a:xfrm>
                <a:off x="3807" y="3037"/>
                <a:ext cx="39" cy="37"/>
              </a:xfrm>
              <a:custGeom>
                <a:avLst/>
                <a:gdLst>
                  <a:gd name="T0" fmla="*/ 0 w 39"/>
                  <a:gd name="T1" fmla="*/ 14 h 37"/>
                  <a:gd name="T2" fmla="*/ 17 w 39"/>
                  <a:gd name="T3" fmla="*/ 0 h 37"/>
                  <a:gd name="T4" fmla="*/ 39 w 39"/>
                  <a:gd name="T5" fmla="*/ 24 h 37"/>
                  <a:gd name="T6" fmla="*/ 22 w 39"/>
                  <a:gd name="T7" fmla="*/ 37 h 37"/>
                  <a:gd name="T8" fmla="*/ 0 w 39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0" y="14"/>
                    </a:moveTo>
                    <a:lnTo>
                      <a:pt x="17" y="0"/>
                    </a:lnTo>
                    <a:lnTo>
                      <a:pt x="39" y="24"/>
                    </a:lnTo>
                    <a:lnTo>
                      <a:pt x="22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5" name="Freeform 19"/>
              <p:cNvSpPr>
                <a:spLocks/>
              </p:cNvSpPr>
              <p:nvPr/>
            </p:nvSpPr>
            <p:spPr bwMode="auto">
              <a:xfrm>
                <a:off x="3611" y="3052"/>
                <a:ext cx="215" cy="153"/>
              </a:xfrm>
              <a:custGeom>
                <a:avLst/>
                <a:gdLst>
                  <a:gd name="T0" fmla="*/ 0 w 215"/>
                  <a:gd name="T1" fmla="*/ 124 h 153"/>
                  <a:gd name="T2" fmla="*/ 0 w 215"/>
                  <a:gd name="T3" fmla="*/ 124 h 153"/>
                  <a:gd name="T4" fmla="*/ 53 w 215"/>
                  <a:gd name="T5" fmla="*/ 95 h 153"/>
                  <a:gd name="T6" fmla="*/ 101 w 215"/>
                  <a:gd name="T7" fmla="*/ 66 h 153"/>
                  <a:gd name="T8" fmla="*/ 149 w 215"/>
                  <a:gd name="T9" fmla="*/ 33 h 153"/>
                  <a:gd name="T10" fmla="*/ 193 w 215"/>
                  <a:gd name="T11" fmla="*/ 0 h 153"/>
                  <a:gd name="T12" fmla="*/ 215 w 215"/>
                  <a:gd name="T13" fmla="*/ 22 h 153"/>
                  <a:gd name="T14" fmla="*/ 168 w 215"/>
                  <a:gd name="T15" fmla="*/ 59 h 153"/>
                  <a:gd name="T16" fmla="*/ 119 w 215"/>
                  <a:gd name="T17" fmla="*/ 92 h 153"/>
                  <a:gd name="T18" fmla="*/ 66 w 215"/>
                  <a:gd name="T19" fmla="*/ 124 h 153"/>
                  <a:gd name="T20" fmla="*/ 11 w 215"/>
                  <a:gd name="T21" fmla="*/ 153 h 153"/>
                  <a:gd name="T22" fmla="*/ 0 w 215"/>
                  <a:gd name="T23" fmla="*/ 124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5"/>
                  <a:gd name="T37" fmla="*/ 0 h 153"/>
                  <a:gd name="T38" fmla="*/ 215 w 215"/>
                  <a:gd name="T39" fmla="*/ 153 h 15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5" h="153">
                    <a:moveTo>
                      <a:pt x="0" y="124"/>
                    </a:moveTo>
                    <a:lnTo>
                      <a:pt x="0" y="124"/>
                    </a:lnTo>
                    <a:lnTo>
                      <a:pt x="53" y="95"/>
                    </a:lnTo>
                    <a:lnTo>
                      <a:pt x="101" y="66"/>
                    </a:lnTo>
                    <a:lnTo>
                      <a:pt x="149" y="33"/>
                    </a:lnTo>
                    <a:lnTo>
                      <a:pt x="193" y="0"/>
                    </a:lnTo>
                    <a:lnTo>
                      <a:pt x="215" y="22"/>
                    </a:lnTo>
                    <a:lnTo>
                      <a:pt x="168" y="59"/>
                    </a:lnTo>
                    <a:lnTo>
                      <a:pt x="119" y="92"/>
                    </a:lnTo>
                    <a:lnTo>
                      <a:pt x="66" y="124"/>
                    </a:lnTo>
                    <a:lnTo>
                      <a:pt x="11" y="153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6" name="Freeform 20"/>
              <p:cNvSpPr>
                <a:spLocks/>
              </p:cNvSpPr>
              <p:nvPr/>
            </p:nvSpPr>
            <p:spPr bwMode="auto">
              <a:xfrm>
                <a:off x="3423" y="3174"/>
                <a:ext cx="197" cy="103"/>
              </a:xfrm>
              <a:custGeom>
                <a:avLst/>
                <a:gdLst>
                  <a:gd name="T0" fmla="*/ 1 w 197"/>
                  <a:gd name="T1" fmla="*/ 68 h 103"/>
                  <a:gd name="T2" fmla="*/ 24 w 197"/>
                  <a:gd name="T3" fmla="*/ 62 h 103"/>
                  <a:gd name="T4" fmla="*/ 47 w 197"/>
                  <a:gd name="T5" fmla="*/ 56 h 103"/>
                  <a:gd name="T6" fmla="*/ 70 w 197"/>
                  <a:gd name="T7" fmla="*/ 49 h 103"/>
                  <a:gd name="T8" fmla="*/ 93 w 197"/>
                  <a:gd name="T9" fmla="*/ 39 h 103"/>
                  <a:gd name="T10" fmla="*/ 116 w 197"/>
                  <a:gd name="T11" fmla="*/ 30 h 103"/>
                  <a:gd name="T12" fmla="*/ 140 w 197"/>
                  <a:gd name="T13" fmla="*/ 21 h 103"/>
                  <a:gd name="T14" fmla="*/ 163 w 197"/>
                  <a:gd name="T15" fmla="*/ 12 h 103"/>
                  <a:gd name="T16" fmla="*/ 185 w 197"/>
                  <a:gd name="T17" fmla="*/ 0 h 103"/>
                  <a:gd name="T18" fmla="*/ 197 w 197"/>
                  <a:gd name="T19" fmla="*/ 30 h 103"/>
                  <a:gd name="T20" fmla="*/ 173 w 197"/>
                  <a:gd name="T21" fmla="*/ 41 h 103"/>
                  <a:gd name="T22" fmla="*/ 148 w 197"/>
                  <a:gd name="T23" fmla="*/ 52 h 103"/>
                  <a:gd name="T24" fmla="*/ 123 w 197"/>
                  <a:gd name="T25" fmla="*/ 63 h 103"/>
                  <a:gd name="T26" fmla="*/ 99 w 197"/>
                  <a:gd name="T27" fmla="*/ 74 h 103"/>
                  <a:gd name="T28" fmla="*/ 74 w 197"/>
                  <a:gd name="T29" fmla="*/ 81 h 103"/>
                  <a:gd name="T30" fmla="*/ 50 w 197"/>
                  <a:gd name="T31" fmla="*/ 90 h 103"/>
                  <a:gd name="T32" fmla="*/ 26 w 197"/>
                  <a:gd name="T33" fmla="*/ 97 h 103"/>
                  <a:gd name="T34" fmla="*/ 0 w 197"/>
                  <a:gd name="T35" fmla="*/ 103 h 103"/>
                  <a:gd name="T36" fmla="*/ 1 w 197"/>
                  <a:gd name="T37" fmla="*/ 68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3"/>
                  <a:gd name="T59" fmla="*/ 197 w 197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3">
                    <a:moveTo>
                      <a:pt x="1" y="68"/>
                    </a:moveTo>
                    <a:lnTo>
                      <a:pt x="24" y="62"/>
                    </a:lnTo>
                    <a:lnTo>
                      <a:pt x="47" y="56"/>
                    </a:lnTo>
                    <a:lnTo>
                      <a:pt x="70" y="49"/>
                    </a:lnTo>
                    <a:lnTo>
                      <a:pt x="93" y="39"/>
                    </a:lnTo>
                    <a:lnTo>
                      <a:pt x="116" y="30"/>
                    </a:lnTo>
                    <a:lnTo>
                      <a:pt x="140" y="21"/>
                    </a:lnTo>
                    <a:lnTo>
                      <a:pt x="163" y="12"/>
                    </a:lnTo>
                    <a:lnTo>
                      <a:pt x="185" y="0"/>
                    </a:lnTo>
                    <a:lnTo>
                      <a:pt x="197" y="30"/>
                    </a:lnTo>
                    <a:lnTo>
                      <a:pt x="173" y="41"/>
                    </a:lnTo>
                    <a:lnTo>
                      <a:pt x="148" y="52"/>
                    </a:lnTo>
                    <a:lnTo>
                      <a:pt x="123" y="63"/>
                    </a:lnTo>
                    <a:lnTo>
                      <a:pt x="99" y="74"/>
                    </a:lnTo>
                    <a:lnTo>
                      <a:pt x="74" y="81"/>
                    </a:lnTo>
                    <a:lnTo>
                      <a:pt x="50" y="90"/>
                    </a:lnTo>
                    <a:lnTo>
                      <a:pt x="26" y="97"/>
                    </a:lnTo>
                    <a:lnTo>
                      <a:pt x="0" y="103"/>
                    </a:lnTo>
                    <a:lnTo>
                      <a:pt x="1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7" name="Freeform 21"/>
              <p:cNvSpPr>
                <a:spLocks/>
              </p:cNvSpPr>
              <p:nvPr/>
            </p:nvSpPr>
            <p:spPr bwMode="auto">
              <a:xfrm>
                <a:off x="3402" y="3241"/>
                <a:ext cx="22" cy="40"/>
              </a:xfrm>
              <a:custGeom>
                <a:avLst/>
                <a:gdLst>
                  <a:gd name="T0" fmla="*/ 21 w 22"/>
                  <a:gd name="T1" fmla="*/ 34 h 40"/>
                  <a:gd name="T2" fmla="*/ 0 w 22"/>
                  <a:gd name="T3" fmla="*/ 40 h 40"/>
                  <a:gd name="T4" fmla="*/ 1 w 22"/>
                  <a:gd name="T5" fmla="*/ 7 h 40"/>
                  <a:gd name="T6" fmla="*/ 22 w 22"/>
                  <a:gd name="T7" fmla="*/ 0 h 40"/>
                  <a:gd name="T8" fmla="*/ 21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1" y="34"/>
                    </a:moveTo>
                    <a:lnTo>
                      <a:pt x="0" y="40"/>
                    </a:lnTo>
                    <a:lnTo>
                      <a:pt x="1" y="7"/>
                    </a:lnTo>
                    <a:lnTo>
                      <a:pt x="22" y="0"/>
                    </a:lnTo>
                    <a:lnTo>
                      <a:pt x="21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8" name="Freeform 22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29" name="Freeform 23"/>
              <p:cNvSpPr>
                <a:spLocks/>
              </p:cNvSpPr>
              <p:nvPr/>
            </p:nvSpPr>
            <p:spPr bwMode="auto">
              <a:xfrm>
                <a:off x="3706" y="3018"/>
                <a:ext cx="167" cy="72"/>
              </a:xfrm>
              <a:custGeom>
                <a:avLst/>
                <a:gdLst>
                  <a:gd name="T0" fmla="*/ 150 w 167"/>
                  <a:gd name="T1" fmla="*/ 8 h 72"/>
                  <a:gd name="T2" fmla="*/ 154 w 167"/>
                  <a:gd name="T3" fmla="*/ 15 h 72"/>
                  <a:gd name="T4" fmla="*/ 1 w 167"/>
                  <a:gd name="T5" fmla="*/ 72 h 72"/>
                  <a:gd name="T6" fmla="*/ 0 w 167"/>
                  <a:gd name="T7" fmla="*/ 64 h 72"/>
                  <a:gd name="T8" fmla="*/ 153 w 167"/>
                  <a:gd name="T9" fmla="*/ 5 h 72"/>
                  <a:gd name="T10" fmla="*/ 158 w 167"/>
                  <a:gd name="T11" fmla="*/ 11 h 72"/>
                  <a:gd name="T12" fmla="*/ 153 w 167"/>
                  <a:gd name="T13" fmla="*/ 5 h 72"/>
                  <a:gd name="T14" fmla="*/ 167 w 167"/>
                  <a:gd name="T15" fmla="*/ 0 h 72"/>
                  <a:gd name="T16" fmla="*/ 158 w 167"/>
                  <a:gd name="T17" fmla="*/ 11 h 72"/>
                  <a:gd name="T18" fmla="*/ 150 w 167"/>
                  <a:gd name="T19" fmla="*/ 8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72"/>
                  <a:gd name="T32" fmla="*/ 167 w 167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72">
                    <a:moveTo>
                      <a:pt x="150" y="8"/>
                    </a:moveTo>
                    <a:lnTo>
                      <a:pt x="154" y="15"/>
                    </a:lnTo>
                    <a:lnTo>
                      <a:pt x="1" y="72"/>
                    </a:lnTo>
                    <a:lnTo>
                      <a:pt x="0" y="64"/>
                    </a:lnTo>
                    <a:lnTo>
                      <a:pt x="153" y="5"/>
                    </a:lnTo>
                    <a:lnTo>
                      <a:pt x="158" y="11"/>
                    </a:lnTo>
                    <a:lnTo>
                      <a:pt x="153" y="5"/>
                    </a:lnTo>
                    <a:lnTo>
                      <a:pt x="167" y="0"/>
                    </a:lnTo>
                    <a:lnTo>
                      <a:pt x="158" y="11"/>
                    </a:lnTo>
                    <a:lnTo>
                      <a:pt x="150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0" name="Freeform 24"/>
              <p:cNvSpPr>
                <a:spLocks/>
              </p:cNvSpPr>
              <p:nvPr/>
            </p:nvSpPr>
            <p:spPr bwMode="auto">
              <a:xfrm>
                <a:off x="3764" y="3024"/>
                <a:ext cx="102" cy="136"/>
              </a:xfrm>
              <a:custGeom>
                <a:avLst/>
                <a:gdLst>
                  <a:gd name="T0" fmla="*/ 10 w 102"/>
                  <a:gd name="T1" fmla="*/ 123 h 136"/>
                  <a:gd name="T2" fmla="*/ 1 w 102"/>
                  <a:gd name="T3" fmla="*/ 125 h 136"/>
                  <a:gd name="T4" fmla="*/ 93 w 102"/>
                  <a:gd name="T5" fmla="*/ 0 h 136"/>
                  <a:gd name="T6" fmla="*/ 102 w 102"/>
                  <a:gd name="T7" fmla="*/ 3 h 136"/>
                  <a:gd name="T8" fmla="*/ 9 w 102"/>
                  <a:gd name="T9" fmla="*/ 130 h 136"/>
                  <a:gd name="T10" fmla="*/ 0 w 102"/>
                  <a:gd name="T11" fmla="*/ 132 h 136"/>
                  <a:gd name="T12" fmla="*/ 9 w 102"/>
                  <a:gd name="T13" fmla="*/ 130 h 136"/>
                  <a:gd name="T14" fmla="*/ 4 w 102"/>
                  <a:gd name="T15" fmla="*/ 136 h 136"/>
                  <a:gd name="T16" fmla="*/ 0 w 102"/>
                  <a:gd name="T17" fmla="*/ 132 h 136"/>
                  <a:gd name="T18" fmla="*/ 10 w 102"/>
                  <a:gd name="T19" fmla="*/ 123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6"/>
                  <a:gd name="T32" fmla="*/ 102 w 102"/>
                  <a:gd name="T33" fmla="*/ 136 h 1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6">
                    <a:moveTo>
                      <a:pt x="10" y="123"/>
                    </a:moveTo>
                    <a:lnTo>
                      <a:pt x="1" y="125"/>
                    </a:lnTo>
                    <a:lnTo>
                      <a:pt x="93" y="0"/>
                    </a:lnTo>
                    <a:lnTo>
                      <a:pt x="102" y="3"/>
                    </a:lnTo>
                    <a:lnTo>
                      <a:pt x="9" y="130"/>
                    </a:lnTo>
                    <a:lnTo>
                      <a:pt x="0" y="132"/>
                    </a:lnTo>
                    <a:lnTo>
                      <a:pt x="9" y="130"/>
                    </a:lnTo>
                    <a:lnTo>
                      <a:pt x="4" y="136"/>
                    </a:lnTo>
                    <a:lnTo>
                      <a:pt x="0" y="132"/>
                    </a:lnTo>
                    <a:lnTo>
                      <a:pt x="10" y="12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1" name="Freeform 25"/>
              <p:cNvSpPr>
                <a:spLocks/>
              </p:cNvSpPr>
              <p:nvPr/>
            </p:nvSpPr>
            <p:spPr bwMode="auto">
              <a:xfrm>
                <a:off x="3700" y="3080"/>
                <a:ext cx="71" cy="77"/>
              </a:xfrm>
              <a:custGeom>
                <a:avLst/>
                <a:gdLst>
                  <a:gd name="T0" fmla="*/ 8 w 71"/>
                  <a:gd name="T1" fmla="*/ 8 h 77"/>
                  <a:gd name="T2" fmla="*/ 13 w 71"/>
                  <a:gd name="T3" fmla="*/ 1 h 77"/>
                  <a:gd name="T4" fmla="*/ 71 w 71"/>
                  <a:gd name="T5" fmla="*/ 70 h 77"/>
                  <a:gd name="T6" fmla="*/ 63 w 71"/>
                  <a:gd name="T7" fmla="*/ 77 h 77"/>
                  <a:gd name="T8" fmla="*/ 3 w 71"/>
                  <a:gd name="T9" fmla="*/ 8 h 77"/>
                  <a:gd name="T10" fmla="*/ 6 w 71"/>
                  <a:gd name="T11" fmla="*/ 0 h 77"/>
                  <a:gd name="T12" fmla="*/ 3 w 71"/>
                  <a:gd name="T13" fmla="*/ 8 h 77"/>
                  <a:gd name="T14" fmla="*/ 0 w 71"/>
                  <a:gd name="T15" fmla="*/ 3 h 77"/>
                  <a:gd name="T16" fmla="*/ 6 w 71"/>
                  <a:gd name="T17" fmla="*/ 0 h 77"/>
                  <a:gd name="T18" fmla="*/ 8 w 71"/>
                  <a:gd name="T19" fmla="*/ 8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1"/>
                  <a:gd name="T31" fmla="*/ 0 h 77"/>
                  <a:gd name="T32" fmla="*/ 71 w 7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1" h="77">
                    <a:moveTo>
                      <a:pt x="8" y="8"/>
                    </a:moveTo>
                    <a:lnTo>
                      <a:pt x="13" y="1"/>
                    </a:lnTo>
                    <a:lnTo>
                      <a:pt x="71" y="70"/>
                    </a:lnTo>
                    <a:lnTo>
                      <a:pt x="63" y="77"/>
                    </a:lnTo>
                    <a:lnTo>
                      <a:pt x="3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2" name="Freeform 26"/>
              <p:cNvSpPr>
                <a:spLocks/>
              </p:cNvSpPr>
              <p:nvPr/>
            </p:nvSpPr>
            <p:spPr bwMode="auto">
              <a:xfrm>
                <a:off x="3808" y="3039"/>
                <a:ext cx="34" cy="32"/>
              </a:xfrm>
              <a:custGeom>
                <a:avLst/>
                <a:gdLst>
                  <a:gd name="T0" fmla="*/ 0 w 34"/>
                  <a:gd name="T1" fmla="*/ 13 h 32"/>
                  <a:gd name="T2" fmla="*/ 16 w 34"/>
                  <a:gd name="T3" fmla="*/ 0 h 32"/>
                  <a:gd name="T4" fmla="*/ 34 w 34"/>
                  <a:gd name="T5" fmla="*/ 21 h 32"/>
                  <a:gd name="T6" fmla="*/ 18 w 34"/>
                  <a:gd name="T7" fmla="*/ 32 h 32"/>
                  <a:gd name="T8" fmla="*/ 0 w 34"/>
                  <a:gd name="T9" fmla="*/ 1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2"/>
                  <a:gd name="T17" fmla="*/ 34 w 34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2">
                    <a:moveTo>
                      <a:pt x="0" y="13"/>
                    </a:moveTo>
                    <a:lnTo>
                      <a:pt x="16" y="0"/>
                    </a:lnTo>
                    <a:lnTo>
                      <a:pt x="34" y="21"/>
                    </a:lnTo>
                    <a:lnTo>
                      <a:pt x="18" y="32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3" name="Freeform 27"/>
              <p:cNvSpPr>
                <a:spLocks/>
              </p:cNvSpPr>
              <p:nvPr/>
            </p:nvSpPr>
            <p:spPr bwMode="auto">
              <a:xfrm>
                <a:off x="3612" y="3053"/>
                <a:ext cx="213" cy="151"/>
              </a:xfrm>
              <a:custGeom>
                <a:avLst/>
                <a:gdLst>
                  <a:gd name="T0" fmla="*/ 0 w 213"/>
                  <a:gd name="T1" fmla="*/ 125 h 151"/>
                  <a:gd name="T2" fmla="*/ 0 w 213"/>
                  <a:gd name="T3" fmla="*/ 125 h 151"/>
                  <a:gd name="T4" fmla="*/ 52 w 213"/>
                  <a:gd name="T5" fmla="*/ 97 h 151"/>
                  <a:gd name="T6" fmla="*/ 102 w 213"/>
                  <a:gd name="T7" fmla="*/ 67 h 151"/>
                  <a:gd name="T8" fmla="*/ 149 w 213"/>
                  <a:gd name="T9" fmla="*/ 35 h 151"/>
                  <a:gd name="T10" fmla="*/ 194 w 213"/>
                  <a:gd name="T11" fmla="*/ 0 h 151"/>
                  <a:gd name="T12" fmla="*/ 213 w 213"/>
                  <a:gd name="T13" fmla="*/ 19 h 151"/>
                  <a:gd name="T14" fmla="*/ 165 w 213"/>
                  <a:gd name="T15" fmla="*/ 57 h 151"/>
                  <a:gd name="T16" fmla="*/ 117 w 213"/>
                  <a:gd name="T17" fmla="*/ 90 h 151"/>
                  <a:gd name="T18" fmla="*/ 64 w 213"/>
                  <a:gd name="T19" fmla="*/ 121 h 151"/>
                  <a:gd name="T20" fmla="*/ 9 w 213"/>
                  <a:gd name="T21" fmla="*/ 151 h 151"/>
                  <a:gd name="T22" fmla="*/ 0 w 213"/>
                  <a:gd name="T23" fmla="*/ 125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3"/>
                  <a:gd name="T37" fmla="*/ 0 h 151"/>
                  <a:gd name="T38" fmla="*/ 213 w 213"/>
                  <a:gd name="T39" fmla="*/ 151 h 1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3" h="151">
                    <a:moveTo>
                      <a:pt x="0" y="125"/>
                    </a:moveTo>
                    <a:lnTo>
                      <a:pt x="0" y="125"/>
                    </a:lnTo>
                    <a:lnTo>
                      <a:pt x="52" y="97"/>
                    </a:lnTo>
                    <a:lnTo>
                      <a:pt x="102" y="67"/>
                    </a:lnTo>
                    <a:lnTo>
                      <a:pt x="149" y="35"/>
                    </a:lnTo>
                    <a:lnTo>
                      <a:pt x="194" y="0"/>
                    </a:lnTo>
                    <a:lnTo>
                      <a:pt x="213" y="19"/>
                    </a:lnTo>
                    <a:lnTo>
                      <a:pt x="165" y="57"/>
                    </a:lnTo>
                    <a:lnTo>
                      <a:pt x="117" y="90"/>
                    </a:lnTo>
                    <a:lnTo>
                      <a:pt x="64" y="121"/>
                    </a:lnTo>
                    <a:lnTo>
                      <a:pt x="9" y="15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4" name="Freeform 28"/>
              <p:cNvSpPr>
                <a:spLocks/>
              </p:cNvSpPr>
              <p:nvPr/>
            </p:nvSpPr>
            <p:spPr bwMode="auto">
              <a:xfrm>
                <a:off x="3424" y="3175"/>
                <a:ext cx="194" cy="98"/>
              </a:xfrm>
              <a:custGeom>
                <a:avLst/>
                <a:gdLst>
                  <a:gd name="T0" fmla="*/ 0 w 194"/>
                  <a:gd name="T1" fmla="*/ 69 h 98"/>
                  <a:gd name="T2" fmla="*/ 23 w 194"/>
                  <a:gd name="T3" fmla="*/ 63 h 98"/>
                  <a:gd name="T4" fmla="*/ 47 w 194"/>
                  <a:gd name="T5" fmla="*/ 57 h 98"/>
                  <a:gd name="T6" fmla="*/ 70 w 194"/>
                  <a:gd name="T7" fmla="*/ 48 h 98"/>
                  <a:gd name="T8" fmla="*/ 93 w 194"/>
                  <a:gd name="T9" fmla="*/ 40 h 98"/>
                  <a:gd name="T10" fmla="*/ 116 w 194"/>
                  <a:gd name="T11" fmla="*/ 32 h 98"/>
                  <a:gd name="T12" fmla="*/ 139 w 194"/>
                  <a:gd name="T13" fmla="*/ 21 h 98"/>
                  <a:gd name="T14" fmla="*/ 162 w 194"/>
                  <a:gd name="T15" fmla="*/ 11 h 98"/>
                  <a:gd name="T16" fmla="*/ 185 w 194"/>
                  <a:gd name="T17" fmla="*/ 0 h 98"/>
                  <a:gd name="T18" fmla="*/ 194 w 194"/>
                  <a:gd name="T19" fmla="*/ 26 h 98"/>
                  <a:gd name="T20" fmla="*/ 170 w 194"/>
                  <a:gd name="T21" fmla="*/ 37 h 98"/>
                  <a:gd name="T22" fmla="*/ 147 w 194"/>
                  <a:gd name="T23" fmla="*/ 48 h 98"/>
                  <a:gd name="T24" fmla="*/ 121 w 194"/>
                  <a:gd name="T25" fmla="*/ 59 h 98"/>
                  <a:gd name="T26" fmla="*/ 96 w 194"/>
                  <a:gd name="T27" fmla="*/ 67 h 98"/>
                  <a:gd name="T28" fmla="*/ 73 w 194"/>
                  <a:gd name="T29" fmla="*/ 76 h 98"/>
                  <a:gd name="T30" fmla="*/ 47 w 194"/>
                  <a:gd name="T31" fmla="*/ 85 h 98"/>
                  <a:gd name="T32" fmla="*/ 24 w 194"/>
                  <a:gd name="T33" fmla="*/ 92 h 98"/>
                  <a:gd name="T34" fmla="*/ 0 w 194"/>
                  <a:gd name="T35" fmla="*/ 98 h 98"/>
                  <a:gd name="T36" fmla="*/ 0 w 194"/>
                  <a:gd name="T37" fmla="*/ 69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4"/>
                  <a:gd name="T58" fmla="*/ 0 h 98"/>
                  <a:gd name="T59" fmla="*/ 194 w 194"/>
                  <a:gd name="T60" fmla="*/ 98 h 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4" h="98">
                    <a:moveTo>
                      <a:pt x="0" y="69"/>
                    </a:moveTo>
                    <a:lnTo>
                      <a:pt x="23" y="63"/>
                    </a:lnTo>
                    <a:lnTo>
                      <a:pt x="47" y="57"/>
                    </a:lnTo>
                    <a:lnTo>
                      <a:pt x="70" y="48"/>
                    </a:lnTo>
                    <a:lnTo>
                      <a:pt x="93" y="40"/>
                    </a:lnTo>
                    <a:lnTo>
                      <a:pt x="116" y="32"/>
                    </a:lnTo>
                    <a:lnTo>
                      <a:pt x="139" y="21"/>
                    </a:lnTo>
                    <a:lnTo>
                      <a:pt x="162" y="11"/>
                    </a:lnTo>
                    <a:lnTo>
                      <a:pt x="185" y="0"/>
                    </a:lnTo>
                    <a:lnTo>
                      <a:pt x="194" y="26"/>
                    </a:lnTo>
                    <a:lnTo>
                      <a:pt x="170" y="37"/>
                    </a:lnTo>
                    <a:lnTo>
                      <a:pt x="147" y="48"/>
                    </a:lnTo>
                    <a:lnTo>
                      <a:pt x="121" y="59"/>
                    </a:lnTo>
                    <a:lnTo>
                      <a:pt x="96" y="67"/>
                    </a:lnTo>
                    <a:lnTo>
                      <a:pt x="73" y="76"/>
                    </a:lnTo>
                    <a:lnTo>
                      <a:pt x="47" y="85"/>
                    </a:lnTo>
                    <a:lnTo>
                      <a:pt x="24" y="92"/>
                    </a:lnTo>
                    <a:lnTo>
                      <a:pt x="0" y="98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5" name="Freeform 29"/>
              <p:cNvSpPr>
                <a:spLocks/>
              </p:cNvSpPr>
              <p:nvPr/>
            </p:nvSpPr>
            <p:spPr bwMode="auto">
              <a:xfrm>
                <a:off x="3404" y="3242"/>
                <a:ext cx="18" cy="35"/>
              </a:xfrm>
              <a:custGeom>
                <a:avLst/>
                <a:gdLst>
                  <a:gd name="T0" fmla="*/ 18 w 18"/>
                  <a:gd name="T1" fmla="*/ 31 h 35"/>
                  <a:gd name="T2" fmla="*/ 0 w 18"/>
                  <a:gd name="T3" fmla="*/ 35 h 35"/>
                  <a:gd name="T4" fmla="*/ 0 w 18"/>
                  <a:gd name="T5" fmla="*/ 4 h 35"/>
                  <a:gd name="T6" fmla="*/ 18 w 18"/>
                  <a:gd name="T7" fmla="*/ 0 h 35"/>
                  <a:gd name="T8" fmla="*/ 18 w 18"/>
                  <a:gd name="T9" fmla="*/ 3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35"/>
                  <a:gd name="T17" fmla="*/ 18 w 18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35">
                    <a:moveTo>
                      <a:pt x="18" y="31"/>
                    </a:moveTo>
                    <a:lnTo>
                      <a:pt x="0" y="35"/>
                    </a:lnTo>
                    <a:lnTo>
                      <a:pt x="0" y="4"/>
                    </a:lnTo>
                    <a:lnTo>
                      <a:pt x="18" y="0"/>
                    </a:lnTo>
                    <a:lnTo>
                      <a:pt x="1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6" name="Freeform 30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7" name="Freeform 31"/>
              <p:cNvSpPr>
                <a:spLocks/>
              </p:cNvSpPr>
              <p:nvPr/>
            </p:nvSpPr>
            <p:spPr bwMode="auto">
              <a:xfrm>
                <a:off x="3737" y="2985"/>
                <a:ext cx="174" cy="87"/>
              </a:xfrm>
              <a:custGeom>
                <a:avLst/>
                <a:gdLst>
                  <a:gd name="T0" fmla="*/ 145 w 174"/>
                  <a:gd name="T1" fmla="*/ 15 h 87"/>
                  <a:gd name="T2" fmla="*/ 155 w 174"/>
                  <a:gd name="T3" fmla="*/ 23 h 87"/>
                  <a:gd name="T4" fmla="*/ 3 w 174"/>
                  <a:gd name="T5" fmla="*/ 87 h 87"/>
                  <a:gd name="T6" fmla="*/ 0 w 174"/>
                  <a:gd name="T7" fmla="*/ 73 h 87"/>
                  <a:gd name="T8" fmla="*/ 151 w 174"/>
                  <a:gd name="T9" fmla="*/ 10 h 87"/>
                  <a:gd name="T10" fmla="*/ 161 w 174"/>
                  <a:gd name="T11" fmla="*/ 18 h 87"/>
                  <a:gd name="T12" fmla="*/ 151 w 174"/>
                  <a:gd name="T13" fmla="*/ 10 h 87"/>
                  <a:gd name="T14" fmla="*/ 174 w 174"/>
                  <a:gd name="T15" fmla="*/ 0 h 87"/>
                  <a:gd name="T16" fmla="*/ 161 w 174"/>
                  <a:gd name="T17" fmla="*/ 18 h 87"/>
                  <a:gd name="T18" fmla="*/ 145 w 174"/>
                  <a:gd name="T19" fmla="*/ 15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87"/>
                  <a:gd name="T32" fmla="*/ 174 w 174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87">
                    <a:moveTo>
                      <a:pt x="145" y="15"/>
                    </a:moveTo>
                    <a:lnTo>
                      <a:pt x="155" y="23"/>
                    </a:lnTo>
                    <a:lnTo>
                      <a:pt x="3" y="87"/>
                    </a:lnTo>
                    <a:lnTo>
                      <a:pt x="0" y="73"/>
                    </a:lnTo>
                    <a:lnTo>
                      <a:pt x="151" y="10"/>
                    </a:lnTo>
                    <a:lnTo>
                      <a:pt x="161" y="18"/>
                    </a:lnTo>
                    <a:lnTo>
                      <a:pt x="151" y="10"/>
                    </a:lnTo>
                    <a:lnTo>
                      <a:pt x="174" y="0"/>
                    </a:lnTo>
                    <a:lnTo>
                      <a:pt x="161" y="18"/>
                    </a:lnTo>
                    <a:lnTo>
                      <a:pt x="145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8" name="Freeform 32"/>
              <p:cNvSpPr>
                <a:spLocks/>
              </p:cNvSpPr>
              <p:nvPr/>
            </p:nvSpPr>
            <p:spPr bwMode="auto">
              <a:xfrm>
                <a:off x="3796" y="2999"/>
                <a:ext cx="102" cy="144"/>
              </a:xfrm>
              <a:custGeom>
                <a:avLst/>
                <a:gdLst>
                  <a:gd name="T0" fmla="*/ 17 w 102"/>
                  <a:gd name="T1" fmla="*/ 124 h 144"/>
                  <a:gd name="T2" fmla="*/ 0 w 102"/>
                  <a:gd name="T3" fmla="*/ 128 h 144"/>
                  <a:gd name="T4" fmla="*/ 86 w 102"/>
                  <a:gd name="T5" fmla="*/ 0 h 144"/>
                  <a:gd name="T6" fmla="*/ 102 w 102"/>
                  <a:gd name="T7" fmla="*/ 3 h 144"/>
                  <a:gd name="T8" fmla="*/ 16 w 102"/>
                  <a:gd name="T9" fmla="*/ 131 h 144"/>
                  <a:gd name="T10" fmla="*/ 0 w 102"/>
                  <a:gd name="T11" fmla="*/ 135 h 144"/>
                  <a:gd name="T12" fmla="*/ 16 w 102"/>
                  <a:gd name="T13" fmla="*/ 131 h 144"/>
                  <a:gd name="T14" fmla="*/ 8 w 102"/>
                  <a:gd name="T15" fmla="*/ 144 h 144"/>
                  <a:gd name="T16" fmla="*/ 0 w 102"/>
                  <a:gd name="T17" fmla="*/ 135 h 144"/>
                  <a:gd name="T18" fmla="*/ 17 w 102"/>
                  <a:gd name="T19" fmla="*/ 124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4"/>
                  <a:gd name="T32" fmla="*/ 102 w 102"/>
                  <a:gd name="T33" fmla="*/ 144 h 1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4">
                    <a:moveTo>
                      <a:pt x="17" y="124"/>
                    </a:moveTo>
                    <a:lnTo>
                      <a:pt x="0" y="128"/>
                    </a:lnTo>
                    <a:lnTo>
                      <a:pt x="86" y="0"/>
                    </a:lnTo>
                    <a:lnTo>
                      <a:pt x="102" y="3"/>
                    </a:lnTo>
                    <a:lnTo>
                      <a:pt x="16" y="131"/>
                    </a:lnTo>
                    <a:lnTo>
                      <a:pt x="0" y="135"/>
                    </a:lnTo>
                    <a:lnTo>
                      <a:pt x="16" y="131"/>
                    </a:lnTo>
                    <a:lnTo>
                      <a:pt x="8" y="144"/>
                    </a:lnTo>
                    <a:lnTo>
                      <a:pt x="0" y="135"/>
                    </a:lnTo>
                    <a:lnTo>
                      <a:pt x="17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39" name="Freeform 33"/>
              <p:cNvSpPr>
                <a:spLocks/>
              </p:cNvSpPr>
              <p:nvPr/>
            </p:nvSpPr>
            <p:spPr bwMode="auto">
              <a:xfrm>
                <a:off x="3721" y="3055"/>
                <a:ext cx="89" cy="77"/>
              </a:xfrm>
              <a:custGeom>
                <a:avLst/>
                <a:gdLst>
                  <a:gd name="T0" fmla="*/ 18 w 89"/>
                  <a:gd name="T1" fmla="*/ 15 h 77"/>
                  <a:gd name="T2" fmla="*/ 25 w 89"/>
                  <a:gd name="T3" fmla="*/ 1 h 77"/>
                  <a:gd name="T4" fmla="*/ 89 w 89"/>
                  <a:gd name="T5" fmla="*/ 63 h 77"/>
                  <a:gd name="T6" fmla="*/ 72 w 89"/>
                  <a:gd name="T7" fmla="*/ 77 h 77"/>
                  <a:gd name="T8" fmla="*/ 8 w 89"/>
                  <a:gd name="T9" fmla="*/ 14 h 77"/>
                  <a:gd name="T10" fmla="*/ 15 w 89"/>
                  <a:gd name="T11" fmla="*/ 0 h 77"/>
                  <a:gd name="T12" fmla="*/ 8 w 89"/>
                  <a:gd name="T13" fmla="*/ 14 h 77"/>
                  <a:gd name="T14" fmla="*/ 0 w 89"/>
                  <a:gd name="T15" fmla="*/ 6 h 77"/>
                  <a:gd name="T16" fmla="*/ 15 w 89"/>
                  <a:gd name="T17" fmla="*/ 0 h 77"/>
                  <a:gd name="T18" fmla="*/ 18 w 89"/>
                  <a:gd name="T19" fmla="*/ 15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7"/>
                  <a:gd name="T32" fmla="*/ 89 w 89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7">
                    <a:moveTo>
                      <a:pt x="18" y="15"/>
                    </a:moveTo>
                    <a:lnTo>
                      <a:pt x="25" y="1"/>
                    </a:lnTo>
                    <a:lnTo>
                      <a:pt x="89" y="63"/>
                    </a:lnTo>
                    <a:lnTo>
                      <a:pt x="72" y="77"/>
                    </a:lnTo>
                    <a:lnTo>
                      <a:pt x="8" y="14"/>
                    </a:lnTo>
                    <a:lnTo>
                      <a:pt x="15" y="0"/>
                    </a:lnTo>
                    <a:lnTo>
                      <a:pt x="8" y="1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8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0" name="Freeform 34"/>
              <p:cNvSpPr>
                <a:spLocks/>
              </p:cNvSpPr>
              <p:nvPr/>
            </p:nvSpPr>
            <p:spPr bwMode="auto">
              <a:xfrm>
                <a:off x="3835" y="3013"/>
                <a:ext cx="42" cy="37"/>
              </a:xfrm>
              <a:custGeom>
                <a:avLst/>
                <a:gdLst>
                  <a:gd name="T0" fmla="*/ 0 w 42"/>
                  <a:gd name="T1" fmla="*/ 14 h 37"/>
                  <a:gd name="T2" fmla="*/ 18 w 42"/>
                  <a:gd name="T3" fmla="*/ 0 h 37"/>
                  <a:gd name="T4" fmla="*/ 42 w 42"/>
                  <a:gd name="T5" fmla="*/ 22 h 37"/>
                  <a:gd name="T6" fmla="*/ 24 w 42"/>
                  <a:gd name="T7" fmla="*/ 37 h 37"/>
                  <a:gd name="T8" fmla="*/ 0 w 42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7"/>
                  <a:gd name="T17" fmla="*/ 42 w 42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7">
                    <a:moveTo>
                      <a:pt x="0" y="14"/>
                    </a:moveTo>
                    <a:lnTo>
                      <a:pt x="18" y="0"/>
                    </a:lnTo>
                    <a:lnTo>
                      <a:pt x="42" y="22"/>
                    </a:lnTo>
                    <a:lnTo>
                      <a:pt x="24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1" name="Freeform 35"/>
              <p:cNvSpPr>
                <a:spLocks/>
              </p:cNvSpPr>
              <p:nvPr/>
            </p:nvSpPr>
            <p:spPr bwMode="auto">
              <a:xfrm>
                <a:off x="3645" y="3027"/>
                <a:ext cx="212" cy="159"/>
              </a:xfrm>
              <a:custGeom>
                <a:avLst/>
                <a:gdLst>
                  <a:gd name="T0" fmla="*/ 0 w 212"/>
                  <a:gd name="T1" fmla="*/ 131 h 159"/>
                  <a:gd name="T2" fmla="*/ 0 w 212"/>
                  <a:gd name="T3" fmla="*/ 131 h 159"/>
                  <a:gd name="T4" fmla="*/ 26 w 212"/>
                  <a:gd name="T5" fmla="*/ 116 h 159"/>
                  <a:gd name="T6" fmla="*/ 52 w 212"/>
                  <a:gd name="T7" fmla="*/ 102 h 159"/>
                  <a:gd name="T8" fmla="*/ 76 w 212"/>
                  <a:gd name="T9" fmla="*/ 86 h 159"/>
                  <a:gd name="T10" fmla="*/ 100 w 212"/>
                  <a:gd name="T11" fmla="*/ 70 h 159"/>
                  <a:gd name="T12" fmla="*/ 122 w 212"/>
                  <a:gd name="T13" fmla="*/ 53 h 159"/>
                  <a:gd name="T14" fmla="*/ 145 w 212"/>
                  <a:gd name="T15" fmla="*/ 36 h 159"/>
                  <a:gd name="T16" fmla="*/ 167 w 212"/>
                  <a:gd name="T17" fmla="*/ 19 h 159"/>
                  <a:gd name="T18" fmla="*/ 188 w 212"/>
                  <a:gd name="T19" fmla="*/ 0 h 159"/>
                  <a:gd name="T20" fmla="*/ 212 w 212"/>
                  <a:gd name="T21" fmla="*/ 22 h 159"/>
                  <a:gd name="T22" fmla="*/ 191 w 212"/>
                  <a:gd name="T23" fmla="*/ 41 h 159"/>
                  <a:gd name="T24" fmla="*/ 167 w 212"/>
                  <a:gd name="T25" fmla="*/ 59 h 159"/>
                  <a:gd name="T26" fmla="*/ 143 w 212"/>
                  <a:gd name="T27" fmla="*/ 77 h 159"/>
                  <a:gd name="T28" fmla="*/ 118 w 212"/>
                  <a:gd name="T29" fmla="*/ 94 h 159"/>
                  <a:gd name="T30" fmla="*/ 93 w 212"/>
                  <a:gd name="T31" fmla="*/ 113 h 159"/>
                  <a:gd name="T32" fmla="*/ 68 w 212"/>
                  <a:gd name="T33" fmla="*/ 129 h 159"/>
                  <a:gd name="T34" fmla="*/ 41 w 212"/>
                  <a:gd name="T35" fmla="*/ 144 h 159"/>
                  <a:gd name="T36" fmla="*/ 14 w 212"/>
                  <a:gd name="T37" fmla="*/ 159 h 159"/>
                  <a:gd name="T38" fmla="*/ 0 w 212"/>
                  <a:gd name="T39" fmla="*/ 131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9"/>
                  <a:gd name="T62" fmla="*/ 212 w 212"/>
                  <a:gd name="T63" fmla="*/ 159 h 1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9">
                    <a:moveTo>
                      <a:pt x="0" y="131"/>
                    </a:moveTo>
                    <a:lnTo>
                      <a:pt x="0" y="131"/>
                    </a:lnTo>
                    <a:lnTo>
                      <a:pt x="26" y="116"/>
                    </a:lnTo>
                    <a:lnTo>
                      <a:pt x="52" y="102"/>
                    </a:lnTo>
                    <a:lnTo>
                      <a:pt x="76" y="86"/>
                    </a:lnTo>
                    <a:lnTo>
                      <a:pt x="100" y="70"/>
                    </a:lnTo>
                    <a:lnTo>
                      <a:pt x="122" y="53"/>
                    </a:lnTo>
                    <a:lnTo>
                      <a:pt x="145" y="36"/>
                    </a:lnTo>
                    <a:lnTo>
                      <a:pt x="167" y="19"/>
                    </a:lnTo>
                    <a:lnTo>
                      <a:pt x="188" y="0"/>
                    </a:lnTo>
                    <a:lnTo>
                      <a:pt x="212" y="22"/>
                    </a:lnTo>
                    <a:lnTo>
                      <a:pt x="191" y="41"/>
                    </a:lnTo>
                    <a:lnTo>
                      <a:pt x="167" y="59"/>
                    </a:lnTo>
                    <a:lnTo>
                      <a:pt x="143" y="77"/>
                    </a:lnTo>
                    <a:lnTo>
                      <a:pt x="118" y="94"/>
                    </a:lnTo>
                    <a:lnTo>
                      <a:pt x="93" y="113"/>
                    </a:lnTo>
                    <a:lnTo>
                      <a:pt x="68" y="129"/>
                    </a:lnTo>
                    <a:lnTo>
                      <a:pt x="41" y="144"/>
                    </a:lnTo>
                    <a:lnTo>
                      <a:pt x="14" y="159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2" name="Freeform 36"/>
              <p:cNvSpPr>
                <a:spLocks/>
              </p:cNvSpPr>
              <p:nvPr/>
            </p:nvSpPr>
            <p:spPr bwMode="auto">
              <a:xfrm>
                <a:off x="3459" y="3156"/>
                <a:ext cx="196" cy="111"/>
              </a:xfrm>
              <a:custGeom>
                <a:avLst/>
                <a:gdLst>
                  <a:gd name="T0" fmla="*/ 0 w 196"/>
                  <a:gd name="T1" fmla="*/ 77 h 111"/>
                  <a:gd name="T2" fmla="*/ 23 w 196"/>
                  <a:gd name="T3" fmla="*/ 69 h 111"/>
                  <a:gd name="T4" fmla="*/ 47 w 196"/>
                  <a:gd name="T5" fmla="*/ 61 h 111"/>
                  <a:gd name="T6" fmla="*/ 70 w 196"/>
                  <a:gd name="T7" fmla="*/ 53 h 111"/>
                  <a:gd name="T8" fmla="*/ 92 w 196"/>
                  <a:gd name="T9" fmla="*/ 42 h 111"/>
                  <a:gd name="T10" fmla="*/ 115 w 196"/>
                  <a:gd name="T11" fmla="*/ 33 h 111"/>
                  <a:gd name="T12" fmla="*/ 137 w 196"/>
                  <a:gd name="T13" fmla="*/ 22 h 111"/>
                  <a:gd name="T14" fmla="*/ 160 w 196"/>
                  <a:gd name="T15" fmla="*/ 10 h 111"/>
                  <a:gd name="T16" fmla="*/ 183 w 196"/>
                  <a:gd name="T17" fmla="*/ 0 h 111"/>
                  <a:gd name="T18" fmla="*/ 196 w 196"/>
                  <a:gd name="T19" fmla="*/ 28 h 111"/>
                  <a:gd name="T20" fmla="*/ 172 w 196"/>
                  <a:gd name="T21" fmla="*/ 40 h 111"/>
                  <a:gd name="T22" fmla="*/ 149 w 196"/>
                  <a:gd name="T23" fmla="*/ 53 h 111"/>
                  <a:gd name="T24" fmla="*/ 123 w 196"/>
                  <a:gd name="T25" fmla="*/ 64 h 111"/>
                  <a:gd name="T26" fmla="*/ 100 w 196"/>
                  <a:gd name="T27" fmla="*/ 74 h 111"/>
                  <a:gd name="T28" fmla="*/ 75 w 196"/>
                  <a:gd name="T29" fmla="*/ 85 h 111"/>
                  <a:gd name="T30" fmla="*/ 51 w 196"/>
                  <a:gd name="T31" fmla="*/ 94 h 111"/>
                  <a:gd name="T32" fmla="*/ 26 w 196"/>
                  <a:gd name="T33" fmla="*/ 102 h 111"/>
                  <a:gd name="T34" fmla="*/ 2 w 196"/>
                  <a:gd name="T35" fmla="*/ 111 h 111"/>
                  <a:gd name="T36" fmla="*/ 0 w 196"/>
                  <a:gd name="T37" fmla="*/ 77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1"/>
                  <a:gd name="T59" fmla="*/ 196 w 196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1">
                    <a:moveTo>
                      <a:pt x="0" y="77"/>
                    </a:moveTo>
                    <a:lnTo>
                      <a:pt x="23" y="69"/>
                    </a:lnTo>
                    <a:lnTo>
                      <a:pt x="47" y="61"/>
                    </a:lnTo>
                    <a:lnTo>
                      <a:pt x="70" y="53"/>
                    </a:lnTo>
                    <a:lnTo>
                      <a:pt x="92" y="42"/>
                    </a:lnTo>
                    <a:lnTo>
                      <a:pt x="115" y="33"/>
                    </a:lnTo>
                    <a:lnTo>
                      <a:pt x="137" y="22"/>
                    </a:lnTo>
                    <a:lnTo>
                      <a:pt x="160" y="10"/>
                    </a:lnTo>
                    <a:lnTo>
                      <a:pt x="183" y="0"/>
                    </a:lnTo>
                    <a:lnTo>
                      <a:pt x="196" y="28"/>
                    </a:lnTo>
                    <a:lnTo>
                      <a:pt x="172" y="40"/>
                    </a:lnTo>
                    <a:lnTo>
                      <a:pt x="149" y="53"/>
                    </a:lnTo>
                    <a:lnTo>
                      <a:pt x="123" y="64"/>
                    </a:lnTo>
                    <a:lnTo>
                      <a:pt x="100" y="74"/>
                    </a:lnTo>
                    <a:lnTo>
                      <a:pt x="75" y="85"/>
                    </a:lnTo>
                    <a:lnTo>
                      <a:pt x="51" y="94"/>
                    </a:lnTo>
                    <a:lnTo>
                      <a:pt x="26" y="102"/>
                    </a:lnTo>
                    <a:lnTo>
                      <a:pt x="2" y="11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3" name="Freeform 37"/>
              <p:cNvSpPr>
                <a:spLocks/>
              </p:cNvSpPr>
              <p:nvPr/>
            </p:nvSpPr>
            <p:spPr bwMode="auto">
              <a:xfrm>
                <a:off x="3437" y="3233"/>
                <a:ext cx="22" cy="40"/>
              </a:xfrm>
              <a:custGeom>
                <a:avLst/>
                <a:gdLst>
                  <a:gd name="T0" fmla="*/ 22 w 22"/>
                  <a:gd name="T1" fmla="*/ 34 h 40"/>
                  <a:gd name="T2" fmla="*/ 2 w 22"/>
                  <a:gd name="T3" fmla="*/ 40 h 40"/>
                  <a:gd name="T4" fmla="*/ 0 w 22"/>
                  <a:gd name="T5" fmla="*/ 6 h 40"/>
                  <a:gd name="T6" fmla="*/ 20 w 22"/>
                  <a:gd name="T7" fmla="*/ 0 h 40"/>
                  <a:gd name="T8" fmla="*/ 22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2" y="34"/>
                    </a:moveTo>
                    <a:lnTo>
                      <a:pt x="2" y="40"/>
                    </a:lnTo>
                    <a:lnTo>
                      <a:pt x="0" y="6"/>
                    </a:lnTo>
                    <a:lnTo>
                      <a:pt x="20" y="0"/>
                    </a:lnTo>
                    <a:lnTo>
                      <a:pt x="22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4" name="Freeform 38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5" name="Freeform 39"/>
              <p:cNvSpPr>
                <a:spLocks/>
              </p:cNvSpPr>
              <p:nvPr/>
            </p:nvSpPr>
            <p:spPr bwMode="auto">
              <a:xfrm>
                <a:off x="3735" y="2992"/>
                <a:ext cx="166" cy="79"/>
              </a:xfrm>
              <a:custGeom>
                <a:avLst/>
                <a:gdLst>
                  <a:gd name="T0" fmla="*/ 149 w 166"/>
                  <a:gd name="T1" fmla="*/ 9 h 79"/>
                  <a:gd name="T2" fmla="*/ 155 w 166"/>
                  <a:gd name="T3" fmla="*/ 14 h 79"/>
                  <a:gd name="T4" fmla="*/ 2 w 166"/>
                  <a:gd name="T5" fmla="*/ 79 h 79"/>
                  <a:gd name="T6" fmla="*/ 0 w 166"/>
                  <a:gd name="T7" fmla="*/ 72 h 79"/>
                  <a:gd name="T8" fmla="*/ 152 w 166"/>
                  <a:gd name="T9" fmla="*/ 7 h 79"/>
                  <a:gd name="T10" fmla="*/ 157 w 166"/>
                  <a:gd name="T11" fmla="*/ 12 h 79"/>
                  <a:gd name="T12" fmla="*/ 152 w 166"/>
                  <a:gd name="T13" fmla="*/ 7 h 79"/>
                  <a:gd name="T14" fmla="*/ 166 w 166"/>
                  <a:gd name="T15" fmla="*/ 0 h 79"/>
                  <a:gd name="T16" fmla="*/ 157 w 166"/>
                  <a:gd name="T17" fmla="*/ 12 h 79"/>
                  <a:gd name="T18" fmla="*/ 149 w 166"/>
                  <a:gd name="T19" fmla="*/ 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79"/>
                  <a:gd name="T32" fmla="*/ 166 w 166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79">
                    <a:moveTo>
                      <a:pt x="149" y="9"/>
                    </a:moveTo>
                    <a:lnTo>
                      <a:pt x="155" y="14"/>
                    </a:lnTo>
                    <a:lnTo>
                      <a:pt x="2" y="79"/>
                    </a:lnTo>
                    <a:lnTo>
                      <a:pt x="0" y="72"/>
                    </a:lnTo>
                    <a:lnTo>
                      <a:pt x="152" y="7"/>
                    </a:lnTo>
                    <a:lnTo>
                      <a:pt x="157" y="12"/>
                    </a:lnTo>
                    <a:lnTo>
                      <a:pt x="152" y="7"/>
                    </a:lnTo>
                    <a:lnTo>
                      <a:pt x="166" y="0"/>
                    </a:lnTo>
                    <a:lnTo>
                      <a:pt x="157" y="12"/>
                    </a:lnTo>
                    <a:lnTo>
                      <a:pt x="149" y="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6" name="Freeform 40"/>
              <p:cNvSpPr>
                <a:spLocks/>
              </p:cNvSpPr>
              <p:nvPr/>
            </p:nvSpPr>
            <p:spPr bwMode="auto">
              <a:xfrm>
                <a:off x="3799" y="2996"/>
                <a:ext cx="95" cy="139"/>
              </a:xfrm>
              <a:custGeom>
                <a:avLst/>
                <a:gdLst>
                  <a:gd name="T0" fmla="*/ 10 w 95"/>
                  <a:gd name="T1" fmla="*/ 127 h 139"/>
                  <a:gd name="T2" fmla="*/ 0 w 95"/>
                  <a:gd name="T3" fmla="*/ 130 h 139"/>
                  <a:gd name="T4" fmla="*/ 87 w 95"/>
                  <a:gd name="T5" fmla="*/ 0 h 139"/>
                  <a:gd name="T6" fmla="*/ 95 w 95"/>
                  <a:gd name="T7" fmla="*/ 4 h 139"/>
                  <a:gd name="T8" fmla="*/ 9 w 95"/>
                  <a:gd name="T9" fmla="*/ 132 h 139"/>
                  <a:gd name="T10" fmla="*/ 0 w 95"/>
                  <a:gd name="T11" fmla="*/ 135 h 139"/>
                  <a:gd name="T12" fmla="*/ 9 w 95"/>
                  <a:gd name="T13" fmla="*/ 132 h 139"/>
                  <a:gd name="T14" fmla="*/ 5 w 95"/>
                  <a:gd name="T15" fmla="*/ 139 h 139"/>
                  <a:gd name="T16" fmla="*/ 0 w 95"/>
                  <a:gd name="T17" fmla="*/ 135 h 139"/>
                  <a:gd name="T18" fmla="*/ 10 w 95"/>
                  <a:gd name="T19" fmla="*/ 127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9"/>
                  <a:gd name="T32" fmla="*/ 95 w 95"/>
                  <a:gd name="T33" fmla="*/ 139 h 1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9">
                    <a:moveTo>
                      <a:pt x="10" y="127"/>
                    </a:moveTo>
                    <a:lnTo>
                      <a:pt x="0" y="130"/>
                    </a:lnTo>
                    <a:lnTo>
                      <a:pt x="87" y="0"/>
                    </a:lnTo>
                    <a:lnTo>
                      <a:pt x="95" y="4"/>
                    </a:lnTo>
                    <a:lnTo>
                      <a:pt x="9" y="132"/>
                    </a:lnTo>
                    <a:lnTo>
                      <a:pt x="0" y="135"/>
                    </a:lnTo>
                    <a:lnTo>
                      <a:pt x="9" y="132"/>
                    </a:lnTo>
                    <a:lnTo>
                      <a:pt x="5" y="139"/>
                    </a:lnTo>
                    <a:lnTo>
                      <a:pt x="0" y="135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7" name="Freeform 41"/>
              <p:cNvSpPr>
                <a:spLocks/>
              </p:cNvSpPr>
              <p:nvPr/>
            </p:nvSpPr>
            <p:spPr bwMode="auto">
              <a:xfrm>
                <a:off x="3726" y="3062"/>
                <a:ext cx="79" cy="71"/>
              </a:xfrm>
              <a:custGeom>
                <a:avLst/>
                <a:gdLst>
                  <a:gd name="T0" fmla="*/ 11 w 79"/>
                  <a:gd name="T1" fmla="*/ 7 h 71"/>
                  <a:gd name="T2" fmla="*/ 14 w 79"/>
                  <a:gd name="T3" fmla="*/ 0 h 71"/>
                  <a:gd name="T4" fmla="*/ 79 w 79"/>
                  <a:gd name="T5" fmla="*/ 65 h 71"/>
                  <a:gd name="T6" fmla="*/ 70 w 79"/>
                  <a:gd name="T7" fmla="*/ 71 h 71"/>
                  <a:gd name="T8" fmla="*/ 4 w 79"/>
                  <a:gd name="T9" fmla="*/ 7 h 71"/>
                  <a:gd name="T10" fmla="*/ 8 w 79"/>
                  <a:gd name="T11" fmla="*/ 0 h 71"/>
                  <a:gd name="T12" fmla="*/ 4 w 79"/>
                  <a:gd name="T13" fmla="*/ 7 h 71"/>
                  <a:gd name="T14" fmla="*/ 0 w 79"/>
                  <a:gd name="T15" fmla="*/ 3 h 71"/>
                  <a:gd name="T16" fmla="*/ 8 w 79"/>
                  <a:gd name="T17" fmla="*/ 0 h 71"/>
                  <a:gd name="T18" fmla="*/ 11 w 79"/>
                  <a:gd name="T19" fmla="*/ 7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9"/>
                  <a:gd name="T31" fmla="*/ 0 h 71"/>
                  <a:gd name="T32" fmla="*/ 79 w 7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9" h="71">
                    <a:moveTo>
                      <a:pt x="11" y="7"/>
                    </a:moveTo>
                    <a:lnTo>
                      <a:pt x="14" y="0"/>
                    </a:lnTo>
                    <a:lnTo>
                      <a:pt x="79" y="65"/>
                    </a:lnTo>
                    <a:lnTo>
                      <a:pt x="70" y="71"/>
                    </a:lnTo>
                    <a:lnTo>
                      <a:pt x="4" y="7"/>
                    </a:lnTo>
                    <a:lnTo>
                      <a:pt x="8" y="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8" name="Freeform 42"/>
              <p:cNvSpPr>
                <a:spLocks/>
              </p:cNvSpPr>
              <p:nvPr/>
            </p:nvSpPr>
            <p:spPr bwMode="auto">
              <a:xfrm>
                <a:off x="3838" y="3018"/>
                <a:ext cx="35" cy="31"/>
              </a:xfrm>
              <a:custGeom>
                <a:avLst/>
                <a:gdLst>
                  <a:gd name="T0" fmla="*/ 0 w 35"/>
                  <a:gd name="T1" fmla="*/ 12 h 31"/>
                  <a:gd name="T2" fmla="*/ 13 w 35"/>
                  <a:gd name="T3" fmla="*/ 0 h 31"/>
                  <a:gd name="T4" fmla="*/ 35 w 35"/>
                  <a:gd name="T5" fmla="*/ 18 h 31"/>
                  <a:gd name="T6" fmla="*/ 20 w 35"/>
                  <a:gd name="T7" fmla="*/ 31 h 31"/>
                  <a:gd name="T8" fmla="*/ 0 w 35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0" y="12"/>
                    </a:moveTo>
                    <a:lnTo>
                      <a:pt x="13" y="0"/>
                    </a:lnTo>
                    <a:lnTo>
                      <a:pt x="35" y="18"/>
                    </a:lnTo>
                    <a:lnTo>
                      <a:pt x="20" y="31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49" name="Freeform 43"/>
              <p:cNvSpPr>
                <a:spLocks/>
              </p:cNvSpPr>
              <p:nvPr/>
            </p:nvSpPr>
            <p:spPr bwMode="auto">
              <a:xfrm>
                <a:off x="3646" y="3030"/>
                <a:ext cx="209" cy="153"/>
              </a:xfrm>
              <a:custGeom>
                <a:avLst/>
                <a:gdLst>
                  <a:gd name="T0" fmla="*/ 0 w 209"/>
                  <a:gd name="T1" fmla="*/ 130 h 153"/>
                  <a:gd name="T2" fmla="*/ 0 w 209"/>
                  <a:gd name="T3" fmla="*/ 130 h 153"/>
                  <a:gd name="T4" fmla="*/ 26 w 209"/>
                  <a:gd name="T5" fmla="*/ 115 h 153"/>
                  <a:gd name="T6" fmla="*/ 52 w 209"/>
                  <a:gd name="T7" fmla="*/ 101 h 153"/>
                  <a:gd name="T8" fmla="*/ 76 w 209"/>
                  <a:gd name="T9" fmla="*/ 85 h 153"/>
                  <a:gd name="T10" fmla="*/ 100 w 209"/>
                  <a:gd name="T11" fmla="*/ 69 h 153"/>
                  <a:gd name="T12" fmla="*/ 124 w 209"/>
                  <a:gd name="T13" fmla="*/ 52 h 153"/>
                  <a:gd name="T14" fmla="*/ 147 w 209"/>
                  <a:gd name="T15" fmla="*/ 36 h 153"/>
                  <a:gd name="T16" fmla="*/ 168 w 209"/>
                  <a:gd name="T17" fmla="*/ 18 h 153"/>
                  <a:gd name="T18" fmla="*/ 190 w 209"/>
                  <a:gd name="T19" fmla="*/ 0 h 153"/>
                  <a:gd name="T20" fmla="*/ 209 w 209"/>
                  <a:gd name="T21" fmla="*/ 17 h 153"/>
                  <a:gd name="T22" fmla="*/ 187 w 209"/>
                  <a:gd name="T23" fmla="*/ 36 h 153"/>
                  <a:gd name="T24" fmla="*/ 164 w 209"/>
                  <a:gd name="T25" fmla="*/ 55 h 153"/>
                  <a:gd name="T26" fmla="*/ 140 w 209"/>
                  <a:gd name="T27" fmla="*/ 72 h 153"/>
                  <a:gd name="T28" fmla="*/ 116 w 209"/>
                  <a:gd name="T29" fmla="*/ 89 h 153"/>
                  <a:gd name="T30" fmla="*/ 91 w 209"/>
                  <a:gd name="T31" fmla="*/ 106 h 153"/>
                  <a:gd name="T32" fmla="*/ 65 w 209"/>
                  <a:gd name="T33" fmla="*/ 122 h 153"/>
                  <a:gd name="T34" fmla="*/ 39 w 209"/>
                  <a:gd name="T35" fmla="*/ 138 h 153"/>
                  <a:gd name="T36" fmla="*/ 12 w 209"/>
                  <a:gd name="T37" fmla="*/ 153 h 153"/>
                  <a:gd name="T38" fmla="*/ 0 w 209"/>
                  <a:gd name="T39" fmla="*/ 130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53"/>
                  <a:gd name="T62" fmla="*/ 209 w 209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53">
                    <a:moveTo>
                      <a:pt x="0" y="130"/>
                    </a:moveTo>
                    <a:lnTo>
                      <a:pt x="0" y="130"/>
                    </a:lnTo>
                    <a:lnTo>
                      <a:pt x="26" y="115"/>
                    </a:lnTo>
                    <a:lnTo>
                      <a:pt x="52" y="101"/>
                    </a:lnTo>
                    <a:lnTo>
                      <a:pt x="76" y="85"/>
                    </a:lnTo>
                    <a:lnTo>
                      <a:pt x="100" y="69"/>
                    </a:lnTo>
                    <a:lnTo>
                      <a:pt x="124" y="52"/>
                    </a:lnTo>
                    <a:lnTo>
                      <a:pt x="147" y="36"/>
                    </a:lnTo>
                    <a:lnTo>
                      <a:pt x="168" y="18"/>
                    </a:lnTo>
                    <a:lnTo>
                      <a:pt x="190" y="0"/>
                    </a:lnTo>
                    <a:lnTo>
                      <a:pt x="209" y="17"/>
                    </a:lnTo>
                    <a:lnTo>
                      <a:pt x="187" y="36"/>
                    </a:lnTo>
                    <a:lnTo>
                      <a:pt x="164" y="55"/>
                    </a:lnTo>
                    <a:lnTo>
                      <a:pt x="140" y="72"/>
                    </a:lnTo>
                    <a:lnTo>
                      <a:pt x="116" y="89"/>
                    </a:lnTo>
                    <a:lnTo>
                      <a:pt x="91" y="106"/>
                    </a:lnTo>
                    <a:lnTo>
                      <a:pt x="65" y="122"/>
                    </a:lnTo>
                    <a:lnTo>
                      <a:pt x="39" y="138"/>
                    </a:lnTo>
                    <a:lnTo>
                      <a:pt x="12" y="153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0" name="Freeform 44"/>
              <p:cNvSpPr>
                <a:spLocks/>
              </p:cNvSpPr>
              <p:nvPr/>
            </p:nvSpPr>
            <p:spPr bwMode="auto">
              <a:xfrm>
                <a:off x="3458" y="3159"/>
                <a:ext cx="195" cy="106"/>
              </a:xfrm>
              <a:custGeom>
                <a:avLst/>
                <a:gdLst>
                  <a:gd name="T0" fmla="*/ 0 w 195"/>
                  <a:gd name="T1" fmla="*/ 78 h 106"/>
                  <a:gd name="T2" fmla="*/ 23 w 195"/>
                  <a:gd name="T3" fmla="*/ 69 h 106"/>
                  <a:gd name="T4" fmla="*/ 47 w 195"/>
                  <a:gd name="T5" fmla="*/ 62 h 106"/>
                  <a:gd name="T6" fmla="*/ 70 w 195"/>
                  <a:gd name="T7" fmla="*/ 52 h 106"/>
                  <a:gd name="T8" fmla="*/ 93 w 195"/>
                  <a:gd name="T9" fmla="*/ 44 h 106"/>
                  <a:gd name="T10" fmla="*/ 116 w 195"/>
                  <a:gd name="T11" fmla="*/ 34 h 106"/>
                  <a:gd name="T12" fmla="*/ 138 w 195"/>
                  <a:gd name="T13" fmla="*/ 23 h 106"/>
                  <a:gd name="T14" fmla="*/ 161 w 195"/>
                  <a:gd name="T15" fmla="*/ 13 h 106"/>
                  <a:gd name="T16" fmla="*/ 183 w 195"/>
                  <a:gd name="T17" fmla="*/ 0 h 106"/>
                  <a:gd name="T18" fmla="*/ 195 w 195"/>
                  <a:gd name="T19" fmla="*/ 24 h 106"/>
                  <a:gd name="T20" fmla="*/ 171 w 195"/>
                  <a:gd name="T21" fmla="*/ 37 h 106"/>
                  <a:gd name="T22" fmla="*/ 148 w 195"/>
                  <a:gd name="T23" fmla="*/ 48 h 106"/>
                  <a:gd name="T24" fmla="*/ 122 w 195"/>
                  <a:gd name="T25" fmla="*/ 60 h 106"/>
                  <a:gd name="T26" fmla="*/ 99 w 195"/>
                  <a:gd name="T27" fmla="*/ 69 h 106"/>
                  <a:gd name="T28" fmla="*/ 75 w 195"/>
                  <a:gd name="T29" fmla="*/ 80 h 106"/>
                  <a:gd name="T30" fmla="*/ 52 w 195"/>
                  <a:gd name="T31" fmla="*/ 89 h 106"/>
                  <a:gd name="T32" fmla="*/ 26 w 195"/>
                  <a:gd name="T33" fmla="*/ 97 h 106"/>
                  <a:gd name="T34" fmla="*/ 3 w 195"/>
                  <a:gd name="T35" fmla="*/ 106 h 106"/>
                  <a:gd name="T36" fmla="*/ 0 w 195"/>
                  <a:gd name="T37" fmla="*/ 78 h 1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06"/>
                  <a:gd name="T59" fmla="*/ 195 w 195"/>
                  <a:gd name="T60" fmla="*/ 106 h 1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06">
                    <a:moveTo>
                      <a:pt x="0" y="78"/>
                    </a:moveTo>
                    <a:lnTo>
                      <a:pt x="23" y="69"/>
                    </a:lnTo>
                    <a:lnTo>
                      <a:pt x="47" y="62"/>
                    </a:lnTo>
                    <a:lnTo>
                      <a:pt x="70" y="52"/>
                    </a:lnTo>
                    <a:lnTo>
                      <a:pt x="93" y="44"/>
                    </a:lnTo>
                    <a:lnTo>
                      <a:pt x="116" y="34"/>
                    </a:lnTo>
                    <a:lnTo>
                      <a:pt x="138" y="23"/>
                    </a:lnTo>
                    <a:lnTo>
                      <a:pt x="161" y="13"/>
                    </a:lnTo>
                    <a:lnTo>
                      <a:pt x="183" y="0"/>
                    </a:lnTo>
                    <a:lnTo>
                      <a:pt x="195" y="24"/>
                    </a:lnTo>
                    <a:lnTo>
                      <a:pt x="171" y="37"/>
                    </a:lnTo>
                    <a:lnTo>
                      <a:pt x="148" y="48"/>
                    </a:lnTo>
                    <a:lnTo>
                      <a:pt x="122" y="60"/>
                    </a:lnTo>
                    <a:lnTo>
                      <a:pt x="99" y="69"/>
                    </a:lnTo>
                    <a:lnTo>
                      <a:pt x="75" y="80"/>
                    </a:lnTo>
                    <a:lnTo>
                      <a:pt x="52" y="89"/>
                    </a:lnTo>
                    <a:lnTo>
                      <a:pt x="26" y="97"/>
                    </a:lnTo>
                    <a:lnTo>
                      <a:pt x="3" y="106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1" name="Freeform 45"/>
              <p:cNvSpPr>
                <a:spLocks/>
              </p:cNvSpPr>
              <p:nvPr/>
            </p:nvSpPr>
            <p:spPr bwMode="auto">
              <a:xfrm>
                <a:off x="3439" y="3235"/>
                <a:ext cx="20" cy="34"/>
              </a:xfrm>
              <a:custGeom>
                <a:avLst/>
                <a:gdLst>
                  <a:gd name="T0" fmla="*/ 20 w 20"/>
                  <a:gd name="T1" fmla="*/ 29 h 34"/>
                  <a:gd name="T2" fmla="*/ 2 w 20"/>
                  <a:gd name="T3" fmla="*/ 34 h 34"/>
                  <a:gd name="T4" fmla="*/ 0 w 20"/>
                  <a:gd name="T5" fmla="*/ 5 h 34"/>
                  <a:gd name="T6" fmla="*/ 18 w 20"/>
                  <a:gd name="T7" fmla="*/ 0 h 34"/>
                  <a:gd name="T8" fmla="*/ 20 w 20"/>
                  <a:gd name="T9" fmla="*/ 2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20" y="29"/>
                    </a:moveTo>
                    <a:lnTo>
                      <a:pt x="2" y="34"/>
                    </a:lnTo>
                    <a:lnTo>
                      <a:pt x="0" y="5"/>
                    </a:lnTo>
                    <a:lnTo>
                      <a:pt x="18" y="0"/>
                    </a:lnTo>
                    <a:lnTo>
                      <a:pt x="20" y="2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2" name="Freeform 46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3" name="Freeform 47"/>
              <p:cNvSpPr>
                <a:spLocks/>
              </p:cNvSpPr>
              <p:nvPr/>
            </p:nvSpPr>
            <p:spPr bwMode="auto">
              <a:xfrm>
                <a:off x="3764" y="2956"/>
                <a:ext cx="174" cy="96"/>
              </a:xfrm>
              <a:custGeom>
                <a:avLst/>
                <a:gdLst>
                  <a:gd name="T0" fmla="*/ 146 w 174"/>
                  <a:gd name="T1" fmla="*/ 16 h 96"/>
                  <a:gd name="T2" fmla="*/ 156 w 174"/>
                  <a:gd name="T3" fmla="*/ 27 h 96"/>
                  <a:gd name="T4" fmla="*/ 5 w 174"/>
                  <a:gd name="T5" fmla="*/ 96 h 96"/>
                  <a:gd name="T6" fmla="*/ 0 w 174"/>
                  <a:gd name="T7" fmla="*/ 83 h 96"/>
                  <a:gd name="T8" fmla="*/ 151 w 174"/>
                  <a:gd name="T9" fmla="*/ 11 h 96"/>
                  <a:gd name="T10" fmla="*/ 161 w 174"/>
                  <a:gd name="T11" fmla="*/ 20 h 96"/>
                  <a:gd name="T12" fmla="*/ 151 w 174"/>
                  <a:gd name="T13" fmla="*/ 11 h 96"/>
                  <a:gd name="T14" fmla="*/ 174 w 174"/>
                  <a:gd name="T15" fmla="*/ 0 h 96"/>
                  <a:gd name="T16" fmla="*/ 161 w 174"/>
                  <a:gd name="T17" fmla="*/ 20 h 96"/>
                  <a:gd name="T18" fmla="*/ 146 w 174"/>
                  <a:gd name="T19" fmla="*/ 16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6"/>
                  <a:gd name="T32" fmla="*/ 174 w 174"/>
                  <a:gd name="T33" fmla="*/ 96 h 9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6">
                    <a:moveTo>
                      <a:pt x="146" y="16"/>
                    </a:moveTo>
                    <a:lnTo>
                      <a:pt x="156" y="27"/>
                    </a:lnTo>
                    <a:lnTo>
                      <a:pt x="5" y="96"/>
                    </a:lnTo>
                    <a:lnTo>
                      <a:pt x="0" y="83"/>
                    </a:lnTo>
                    <a:lnTo>
                      <a:pt x="151" y="11"/>
                    </a:lnTo>
                    <a:lnTo>
                      <a:pt x="161" y="20"/>
                    </a:lnTo>
                    <a:lnTo>
                      <a:pt x="151" y="11"/>
                    </a:lnTo>
                    <a:lnTo>
                      <a:pt x="174" y="0"/>
                    </a:lnTo>
                    <a:lnTo>
                      <a:pt x="161" y="20"/>
                    </a:lnTo>
                    <a:lnTo>
                      <a:pt x="146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4" name="Freeform 48"/>
              <p:cNvSpPr>
                <a:spLocks/>
              </p:cNvSpPr>
              <p:nvPr/>
            </p:nvSpPr>
            <p:spPr bwMode="auto">
              <a:xfrm>
                <a:off x="3831" y="2971"/>
                <a:ext cx="94" cy="146"/>
              </a:xfrm>
              <a:custGeom>
                <a:avLst/>
                <a:gdLst>
                  <a:gd name="T0" fmla="*/ 16 w 94"/>
                  <a:gd name="T1" fmla="*/ 126 h 146"/>
                  <a:gd name="T2" fmla="*/ 0 w 94"/>
                  <a:gd name="T3" fmla="*/ 130 h 146"/>
                  <a:gd name="T4" fmla="*/ 78 w 94"/>
                  <a:gd name="T5" fmla="*/ 0 h 146"/>
                  <a:gd name="T6" fmla="*/ 94 w 94"/>
                  <a:gd name="T7" fmla="*/ 4 h 146"/>
                  <a:gd name="T8" fmla="*/ 16 w 94"/>
                  <a:gd name="T9" fmla="*/ 133 h 146"/>
                  <a:gd name="T10" fmla="*/ 0 w 94"/>
                  <a:gd name="T11" fmla="*/ 140 h 146"/>
                  <a:gd name="T12" fmla="*/ 16 w 94"/>
                  <a:gd name="T13" fmla="*/ 133 h 146"/>
                  <a:gd name="T14" fmla="*/ 9 w 94"/>
                  <a:gd name="T15" fmla="*/ 146 h 146"/>
                  <a:gd name="T16" fmla="*/ 0 w 94"/>
                  <a:gd name="T17" fmla="*/ 140 h 146"/>
                  <a:gd name="T18" fmla="*/ 16 w 94"/>
                  <a:gd name="T19" fmla="*/ 12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146"/>
                  <a:gd name="T32" fmla="*/ 94 w 94"/>
                  <a:gd name="T33" fmla="*/ 146 h 1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146">
                    <a:moveTo>
                      <a:pt x="16" y="126"/>
                    </a:moveTo>
                    <a:lnTo>
                      <a:pt x="0" y="130"/>
                    </a:lnTo>
                    <a:lnTo>
                      <a:pt x="78" y="0"/>
                    </a:lnTo>
                    <a:lnTo>
                      <a:pt x="94" y="4"/>
                    </a:lnTo>
                    <a:lnTo>
                      <a:pt x="16" y="133"/>
                    </a:lnTo>
                    <a:lnTo>
                      <a:pt x="0" y="140"/>
                    </a:lnTo>
                    <a:lnTo>
                      <a:pt x="16" y="133"/>
                    </a:lnTo>
                    <a:lnTo>
                      <a:pt x="9" y="146"/>
                    </a:lnTo>
                    <a:lnTo>
                      <a:pt x="0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5" name="Freeform 49"/>
              <p:cNvSpPr>
                <a:spLocks/>
              </p:cNvSpPr>
              <p:nvPr/>
            </p:nvSpPr>
            <p:spPr bwMode="auto">
              <a:xfrm>
                <a:off x="3749" y="3036"/>
                <a:ext cx="94" cy="74"/>
              </a:xfrm>
              <a:custGeom>
                <a:avLst/>
                <a:gdLst>
                  <a:gd name="T0" fmla="*/ 19 w 94"/>
                  <a:gd name="T1" fmla="*/ 15 h 74"/>
                  <a:gd name="T2" fmla="*/ 24 w 94"/>
                  <a:gd name="T3" fmla="*/ 0 h 74"/>
                  <a:gd name="T4" fmla="*/ 94 w 94"/>
                  <a:gd name="T5" fmla="*/ 60 h 74"/>
                  <a:gd name="T6" fmla="*/ 78 w 94"/>
                  <a:gd name="T7" fmla="*/ 74 h 74"/>
                  <a:gd name="T8" fmla="*/ 9 w 94"/>
                  <a:gd name="T9" fmla="*/ 14 h 74"/>
                  <a:gd name="T10" fmla="*/ 14 w 94"/>
                  <a:gd name="T11" fmla="*/ 0 h 74"/>
                  <a:gd name="T12" fmla="*/ 9 w 94"/>
                  <a:gd name="T13" fmla="*/ 14 h 74"/>
                  <a:gd name="T14" fmla="*/ 0 w 94"/>
                  <a:gd name="T15" fmla="*/ 6 h 74"/>
                  <a:gd name="T16" fmla="*/ 14 w 94"/>
                  <a:gd name="T17" fmla="*/ 0 h 74"/>
                  <a:gd name="T18" fmla="*/ 19 w 94"/>
                  <a:gd name="T19" fmla="*/ 15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74"/>
                  <a:gd name="T32" fmla="*/ 94 w 94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74">
                    <a:moveTo>
                      <a:pt x="19" y="15"/>
                    </a:moveTo>
                    <a:lnTo>
                      <a:pt x="24" y="0"/>
                    </a:lnTo>
                    <a:lnTo>
                      <a:pt x="94" y="60"/>
                    </a:lnTo>
                    <a:lnTo>
                      <a:pt x="78" y="74"/>
                    </a:lnTo>
                    <a:lnTo>
                      <a:pt x="9" y="14"/>
                    </a:lnTo>
                    <a:lnTo>
                      <a:pt x="14" y="0"/>
                    </a:lnTo>
                    <a:lnTo>
                      <a:pt x="9" y="14"/>
                    </a:lnTo>
                    <a:lnTo>
                      <a:pt x="0" y="6"/>
                    </a:lnTo>
                    <a:lnTo>
                      <a:pt x="14" y="0"/>
                    </a:lnTo>
                    <a:lnTo>
                      <a:pt x="19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6" name="Freeform 50"/>
              <p:cNvSpPr>
                <a:spLocks/>
              </p:cNvSpPr>
              <p:nvPr/>
            </p:nvSpPr>
            <p:spPr bwMode="auto">
              <a:xfrm>
                <a:off x="3862" y="2989"/>
                <a:ext cx="42" cy="34"/>
              </a:xfrm>
              <a:custGeom>
                <a:avLst/>
                <a:gdLst>
                  <a:gd name="T0" fmla="*/ 0 w 42"/>
                  <a:gd name="T1" fmla="*/ 15 h 34"/>
                  <a:gd name="T2" fmla="*/ 16 w 42"/>
                  <a:gd name="T3" fmla="*/ 0 h 34"/>
                  <a:gd name="T4" fmla="*/ 42 w 42"/>
                  <a:gd name="T5" fmla="*/ 19 h 34"/>
                  <a:gd name="T6" fmla="*/ 26 w 42"/>
                  <a:gd name="T7" fmla="*/ 34 h 34"/>
                  <a:gd name="T8" fmla="*/ 0 w 42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4"/>
                  <a:gd name="T17" fmla="*/ 42 w 4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4">
                    <a:moveTo>
                      <a:pt x="0" y="15"/>
                    </a:moveTo>
                    <a:lnTo>
                      <a:pt x="16" y="0"/>
                    </a:lnTo>
                    <a:lnTo>
                      <a:pt x="42" y="19"/>
                    </a:lnTo>
                    <a:lnTo>
                      <a:pt x="26" y="3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7" name="Freeform 51"/>
              <p:cNvSpPr>
                <a:spLocks/>
              </p:cNvSpPr>
              <p:nvPr/>
            </p:nvSpPr>
            <p:spPr bwMode="auto">
              <a:xfrm>
                <a:off x="3680" y="3004"/>
                <a:ext cx="209" cy="166"/>
              </a:xfrm>
              <a:custGeom>
                <a:avLst/>
                <a:gdLst>
                  <a:gd name="T0" fmla="*/ 0 w 209"/>
                  <a:gd name="T1" fmla="*/ 138 h 166"/>
                  <a:gd name="T2" fmla="*/ 0 w 209"/>
                  <a:gd name="T3" fmla="*/ 138 h 166"/>
                  <a:gd name="T4" fmla="*/ 24 w 209"/>
                  <a:gd name="T5" fmla="*/ 122 h 166"/>
                  <a:gd name="T6" fmla="*/ 49 w 209"/>
                  <a:gd name="T7" fmla="*/ 106 h 166"/>
                  <a:gd name="T8" fmla="*/ 73 w 209"/>
                  <a:gd name="T9" fmla="*/ 90 h 166"/>
                  <a:gd name="T10" fmla="*/ 97 w 209"/>
                  <a:gd name="T11" fmla="*/ 73 h 166"/>
                  <a:gd name="T12" fmla="*/ 119 w 209"/>
                  <a:gd name="T13" fmla="*/ 57 h 166"/>
                  <a:gd name="T14" fmla="*/ 141 w 209"/>
                  <a:gd name="T15" fmla="*/ 38 h 166"/>
                  <a:gd name="T16" fmla="*/ 162 w 209"/>
                  <a:gd name="T17" fmla="*/ 19 h 166"/>
                  <a:gd name="T18" fmla="*/ 183 w 209"/>
                  <a:gd name="T19" fmla="*/ 0 h 166"/>
                  <a:gd name="T20" fmla="*/ 209 w 209"/>
                  <a:gd name="T21" fmla="*/ 20 h 166"/>
                  <a:gd name="T22" fmla="*/ 188 w 209"/>
                  <a:gd name="T23" fmla="*/ 39 h 166"/>
                  <a:gd name="T24" fmla="*/ 165 w 209"/>
                  <a:gd name="T25" fmla="*/ 60 h 166"/>
                  <a:gd name="T26" fmla="*/ 141 w 209"/>
                  <a:gd name="T27" fmla="*/ 79 h 166"/>
                  <a:gd name="T28" fmla="*/ 117 w 209"/>
                  <a:gd name="T29" fmla="*/ 97 h 166"/>
                  <a:gd name="T30" fmla="*/ 93 w 209"/>
                  <a:gd name="T31" fmla="*/ 114 h 166"/>
                  <a:gd name="T32" fmla="*/ 68 w 209"/>
                  <a:gd name="T33" fmla="*/ 132 h 166"/>
                  <a:gd name="T34" fmla="*/ 42 w 209"/>
                  <a:gd name="T35" fmla="*/ 148 h 166"/>
                  <a:gd name="T36" fmla="*/ 15 w 209"/>
                  <a:gd name="T37" fmla="*/ 166 h 166"/>
                  <a:gd name="T38" fmla="*/ 0 w 209"/>
                  <a:gd name="T39" fmla="*/ 138 h 1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66"/>
                  <a:gd name="T62" fmla="*/ 209 w 209"/>
                  <a:gd name="T63" fmla="*/ 166 h 16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2"/>
                    </a:lnTo>
                    <a:lnTo>
                      <a:pt x="49" y="106"/>
                    </a:lnTo>
                    <a:lnTo>
                      <a:pt x="73" y="90"/>
                    </a:lnTo>
                    <a:lnTo>
                      <a:pt x="97" y="73"/>
                    </a:lnTo>
                    <a:lnTo>
                      <a:pt x="119" y="57"/>
                    </a:lnTo>
                    <a:lnTo>
                      <a:pt x="141" y="38"/>
                    </a:lnTo>
                    <a:lnTo>
                      <a:pt x="162" y="19"/>
                    </a:lnTo>
                    <a:lnTo>
                      <a:pt x="183" y="0"/>
                    </a:lnTo>
                    <a:lnTo>
                      <a:pt x="209" y="20"/>
                    </a:lnTo>
                    <a:lnTo>
                      <a:pt x="188" y="39"/>
                    </a:lnTo>
                    <a:lnTo>
                      <a:pt x="165" y="60"/>
                    </a:lnTo>
                    <a:lnTo>
                      <a:pt x="141" y="79"/>
                    </a:lnTo>
                    <a:lnTo>
                      <a:pt x="117" y="97"/>
                    </a:lnTo>
                    <a:lnTo>
                      <a:pt x="93" y="114"/>
                    </a:lnTo>
                    <a:lnTo>
                      <a:pt x="68" y="132"/>
                    </a:lnTo>
                    <a:lnTo>
                      <a:pt x="42" y="148"/>
                    </a:lnTo>
                    <a:lnTo>
                      <a:pt x="15" y="166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8" name="Freeform 52"/>
              <p:cNvSpPr>
                <a:spLocks/>
              </p:cNvSpPr>
              <p:nvPr/>
            </p:nvSpPr>
            <p:spPr bwMode="auto">
              <a:xfrm>
                <a:off x="3495" y="3137"/>
                <a:ext cx="195" cy="117"/>
              </a:xfrm>
              <a:custGeom>
                <a:avLst/>
                <a:gdLst>
                  <a:gd name="T0" fmla="*/ 0 w 195"/>
                  <a:gd name="T1" fmla="*/ 84 h 117"/>
                  <a:gd name="T2" fmla="*/ 22 w 195"/>
                  <a:gd name="T3" fmla="*/ 76 h 117"/>
                  <a:gd name="T4" fmla="*/ 45 w 195"/>
                  <a:gd name="T5" fmla="*/ 67 h 117"/>
                  <a:gd name="T6" fmla="*/ 68 w 195"/>
                  <a:gd name="T7" fmla="*/ 58 h 117"/>
                  <a:gd name="T8" fmla="*/ 91 w 195"/>
                  <a:gd name="T9" fmla="*/ 47 h 117"/>
                  <a:gd name="T10" fmla="*/ 113 w 195"/>
                  <a:gd name="T11" fmla="*/ 37 h 117"/>
                  <a:gd name="T12" fmla="*/ 135 w 195"/>
                  <a:gd name="T13" fmla="*/ 25 h 117"/>
                  <a:gd name="T14" fmla="*/ 157 w 195"/>
                  <a:gd name="T15" fmla="*/ 13 h 117"/>
                  <a:gd name="T16" fmla="*/ 179 w 195"/>
                  <a:gd name="T17" fmla="*/ 0 h 117"/>
                  <a:gd name="T18" fmla="*/ 195 w 195"/>
                  <a:gd name="T19" fmla="*/ 28 h 117"/>
                  <a:gd name="T20" fmla="*/ 172 w 195"/>
                  <a:gd name="T21" fmla="*/ 42 h 117"/>
                  <a:gd name="T22" fmla="*/ 148 w 195"/>
                  <a:gd name="T23" fmla="*/ 54 h 117"/>
                  <a:gd name="T24" fmla="*/ 125 w 195"/>
                  <a:gd name="T25" fmla="*/ 67 h 117"/>
                  <a:gd name="T26" fmla="*/ 100 w 195"/>
                  <a:gd name="T27" fmla="*/ 80 h 117"/>
                  <a:gd name="T28" fmla="*/ 77 w 195"/>
                  <a:gd name="T29" fmla="*/ 89 h 117"/>
                  <a:gd name="T30" fmla="*/ 52 w 195"/>
                  <a:gd name="T31" fmla="*/ 100 h 117"/>
                  <a:gd name="T32" fmla="*/ 27 w 195"/>
                  <a:gd name="T33" fmla="*/ 108 h 117"/>
                  <a:gd name="T34" fmla="*/ 4 w 195"/>
                  <a:gd name="T35" fmla="*/ 117 h 117"/>
                  <a:gd name="T36" fmla="*/ 0 w 195"/>
                  <a:gd name="T37" fmla="*/ 84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17"/>
                  <a:gd name="T59" fmla="*/ 195 w 195"/>
                  <a:gd name="T60" fmla="*/ 117 h 11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17">
                    <a:moveTo>
                      <a:pt x="0" y="84"/>
                    </a:moveTo>
                    <a:lnTo>
                      <a:pt x="22" y="76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5" y="25"/>
                    </a:lnTo>
                    <a:lnTo>
                      <a:pt x="157" y="13"/>
                    </a:lnTo>
                    <a:lnTo>
                      <a:pt x="179" y="0"/>
                    </a:lnTo>
                    <a:lnTo>
                      <a:pt x="195" y="28"/>
                    </a:lnTo>
                    <a:lnTo>
                      <a:pt x="172" y="42"/>
                    </a:lnTo>
                    <a:lnTo>
                      <a:pt x="148" y="54"/>
                    </a:lnTo>
                    <a:lnTo>
                      <a:pt x="125" y="67"/>
                    </a:lnTo>
                    <a:lnTo>
                      <a:pt x="100" y="80"/>
                    </a:lnTo>
                    <a:lnTo>
                      <a:pt x="77" y="89"/>
                    </a:lnTo>
                    <a:lnTo>
                      <a:pt x="52" y="100"/>
                    </a:lnTo>
                    <a:lnTo>
                      <a:pt x="27" y="108"/>
                    </a:lnTo>
                    <a:lnTo>
                      <a:pt x="4" y="11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59" name="Freeform 53"/>
              <p:cNvSpPr>
                <a:spLocks/>
              </p:cNvSpPr>
              <p:nvPr/>
            </p:nvSpPr>
            <p:spPr bwMode="auto">
              <a:xfrm>
                <a:off x="3472" y="3221"/>
                <a:ext cx="25" cy="40"/>
              </a:xfrm>
              <a:custGeom>
                <a:avLst/>
                <a:gdLst>
                  <a:gd name="T0" fmla="*/ 25 w 25"/>
                  <a:gd name="T1" fmla="*/ 34 h 40"/>
                  <a:gd name="T2" fmla="*/ 5 w 25"/>
                  <a:gd name="T3" fmla="*/ 40 h 40"/>
                  <a:gd name="T4" fmla="*/ 0 w 25"/>
                  <a:gd name="T5" fmla="*/ 6 h 40"/>
                  <a:gd name="T6" fmla="*/ 21 w 25"/>
                  <a:gd name="T7" fmla="*/ 0 h 40"/>
                  <a:gd name="T8" fmla="*/ 25 w 25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25" y="34"/>
                    </a:moveTo>
                    <a:lnTo>
                      <a:pt x="5" y="40"/>
                    </a:lnTo>
                    <a:lnTo>
                      <a:pt x="0" y="6"/>
                    </a:lnTo>
                    <a:lnTo>
                      <a:pt x="21" y="0"/>
                    </a:lnTo>
                    <a:lnTo>
                      <a:pt x="25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0" name="Freeform 54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1" name="Freeform 55"/>
              <p:cNvSpPr>
                <a:spLocks/>
              </p:cNvSpPr>
              <p:nvPr/>
            </p:nvSpPr>
            <p:spPr bwMode="auto">
              <a:xfrm>
                <a:off x="3766" y="2964"/>
                <a:ext cx="165" cy="85"/>
              </a:xfrm>
              <a:custGeom>
                <a:avLst/>
                <a:gdLst>
                  <a:gd name="T0" fmla="*/ 148 w 165"/>
                  <a:gd name="T1" fmla="*/ 11 h 85"/>
                  <a:gd name="T2" fmla="*/ 153 w 165"/>
                  <a:gd name="T3" fmla="*/ 15 h 85"/>
                  <a:gd name="T4" fmla="*/ 3 w 165"/>
                  <a:gd name="T5" fmla="*/ 85 h 85"/>
                  <a:gd name="T6" fmla="*/ 0 w 165"/>
                  <a:gd name="T7" fmla="*/ 77 h 85"/>
                  <a:gd name="T8" fmla="*/ 151 w 165"/>
                  <a:gd name="T9" fmla="*/ 7 h 85"/>
                  <a:gd name="T10" fmla="*/ 156 w 165"/>
                  <a:gd name="T11" fmla="*/ 13 h 85"/>
                  <a:gd name="T12" fmla="*/ 151 w 165"/>
                  <a:gd name="T13" fmla="*/ 7 h 85"/>
                  <a:gd name="T14" fmla="*/ 165 w 165"/>
                  <a:gd name="T15" fmla="*/ 0 h 85"/>
                  <a:gd name="T16" fmla="*/ 156 w 165"/>
                  <a:gd name="T17" fmla="*/ 13 h 85"/>
                  <a:gd name="T18" fmla="*/ 148 w 165"/>
                  <a:gd name="T19" fmla="*/ 1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85"/>
                  <a:gd name="T32" fmla="*/ 165 w 165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85">
                    <a:moveTo>
                      <a:pt x="148" y="11"/>
                    </a:moveTo>
                    <a:lnTo>
                      <a:pt x="153" y="15"/>
                    </a:lnTo>
                    <a:lnTo>
                      <a:pt x="3" y="85"/>
                    </a:lnTo>
                    <a:lnTo>
                      <a:pt x="0" y="77"/>
                    </a:lnTo>
                    <a:lnTo>
                      <a:pt x="151" y="7"/>
                    </a:lnTo>
                    <a:lnTo>
                      <a:pt x="156" y="13"/>
                    </a:lnTo>
                    <a:lnTo>
                      <a:pt x="151" y="7"/>
                    </a:lnTo>
                    <a:lnTo>
                      <a:pt x="165" y="0"/>
                    </a:lnTo>
                    <a:lnTo>
                      <a:pt x="156" y="13"/>
                    </a:lnTo>
                    <a:lnTo>
                      <a:pt x="148" y="11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2" name="Freeform 56"/>
              <p:cNvSpPr>
                <a:spLocks/>
              </p:cNvSpPr>
              <p:nvPr/>
            </p:nvSpPr>
            <p:spPr bwMode="auto">
              <a:xfrm>
                <a:off x="3833" y="2973"/>
                <a:ext cx="88" cy="140"/>
              </a:xfrm>
              <a:custGeom>
                <a:avLst/>
                <a:gdLst>
                  <a:gd name="T0" fmla="*/ 11 w 88"/>
                  <a:gd name="T1" fmla="*/ 127 h 140"/>
                  <a:gd name="T2" fmla="*/ 0 w 88"/>
                  <a:gd name="T3" fmla="*/ 131 h 140"/>
                  <a:gd name="T4" fmla="*/ 78 w 88"/>
                  <a:gd name="T5" fmla="*/ 0 h 140"/>
                  <a:gd name="T6" fmla="*/ 88 w 88"/>
                  <a:gd name="T7" fmla="*/ 2 h 140"/>
                  <a:gd name="T8" fmla="*/ 9 w 88"/>
                  <a:gd name="T9" fmla="*/ 134 h 140"/>
                  <a:gd name="T10" fmla="*/ 0 w 88"/>
                  <a:gd name="T11" fmla="*/ 136 h 140"/>
                  <a:gd name="T12" fmla="*/ 9 w 88"/>
                  <a:gd name="T13" fmla="*/ 134 h 140"/>
                  <a:gd name="T14" fmla="*/ 5 w 88"/>
                  <a:gd name="T15" fmla="*/ 140 h 140"/>
                  <a:gd name="T16" fmla="*/ 0 w 88"/>
                  <a:gd name="T17" fmla="*/ 136 h 140"/>
                  <a:gd name="T18" fmla="*/ 11 w 88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140"/>
                  <a:gd name="T32" fmla="*/ 88 w 88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140">
                    <a:moveTo>
                      <a:pt x="11" y="127"/>
                    </a:moveTo>
                    <a:lnTo>
                      <a:pt x="0" y="131"/>
                    </a:lnTo>
                    <a:lnTo>
                      <a:pt x="78" y="0"/>
                    </a:lnTo>
                    <a:lnTo>
                      <a:pt x="88" y="2"/>
                    </a:lnTo>
                    <a:lnTo>
                      <a:pt x="9" y="134"/>
                    </a:lnTo>
                    <a:lnTo>
                      <a:pt x="0" y="136"/>
                    </a:lnTo>
                    <a:lnTo>
                      <a:pt x="9" y="134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11" y="1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3" name="Freeform 57"/>
              <p:cNvSpPr>
                <a:spLocks/>
              </p:cNvSpPr>
              <p:nvPr/>
            </p:nvSpPr>
            <p:spPr bwMode="auto">
              <a:xfrm>
                <a:off x="3754" y="3039"/>
                <a:ext cx="86" cy="68"/>
              </a:xfrm>
              <a:custGeom>
                <a:avLst/>
                <a:gdLst>
                  <a:gd name="T0" fmla="*/ 12 w 86"/>
                  <a:gd name="T1" fmla="*/ 9 h 68"/>
                  <a:gd name="T2" fmla="*/ 15 w 86"/>
                  <a:gd name="T3" fmla="*/ 0 h 68"/>
                  <a:gd name="T4" fmla="*/ 86 w 86"/>
                  <a:gd name="T5" fmla="*/ 59 h 68"/>
                  <a:gd name="T6" fmla="*/ 77 w 86"/>
                  <a:gd name="T7" fmla="*/ 68 h 68"/>
                  <a:gd name="T8" fmla="*/ 5 w 86"/>
                  <a:gd name="T9" fmla="*/ 8 h 68"/>
                  <a:gd name="T10" fmla="*/ 10 w 86"/>
                  <a:gd name="T11" fmla="*/ 0 h 68"/>
                  <a:gd name="T12" fmla="*/ 5 w 86"/>
                  <a:gd name="T13" fmla="*/ 8 h 68"/>
                  <a:gd name="T14" fmla="*/ 0 w 86"/>
                  <a:gd name="T15" fmla="*/ 4 h 68"/>
                  <a:gd name="T16" fmla="*/ 10 w 86"/>
                  <a:gd name="T17" fmla="*/ 0 h 68"/>
                  <a:gd name="T18" fmla="*/ 12 w 86"/>
                  <a:gd name="T19" fmla="*/ 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8"/>
                  <a:gd name="T32" fmla="*/ 86 w 86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8">
                    <a:moveTo>
                      <a:pt x="12" y="9"/>
                    </a:moveTo>
                    <a:lnTo>
                      <a:pt x="15" y="0"/>
                    </a:lnTo>
                    <a:lnTo>
                      <a:pt x="86" y="59"/>
                    </a:lnTo>
                    <a:lnTo>
                      <a:pt x="77" y="68"/>
                    </a:lnTo>
                    <a:lnTo>
                      <a:pt x="5" y="8"/>
                    </a:lnTo>
                    <a:lnTo>
                      <a:pt x="10" y="0"/>
                    </a:lnTo>
                    <a:lnTo>
                      <a:pt x="5" y="8"/>
                    </a:lnTo>
                    <a:lnTo>
                      <a:pt x="0" y="4"/>
                    </a:lnTo>
                    <a:lnTo>
                      <a:pt x="10" y="0"/>
                    </a:ln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4" name="Freeform 58"/>
              <p:cNvSpPr>
                <a:spLocks/>
              </p:cNvSpPr>
              <p:nvPr/>
            </p:nvSpPr>
            <p:spPr bwMode="auto">
              <a:xfrm>
                <a:off x="3856" y="3003"/>
                <a:ext cx="35" cy="28"/>
              </a:xfrm>
              <a:custGeom>
                <a:avLst/>
                <a:gdLst>
                  <a:gd name="T0" fmla="*/ 0 w 35"/>
                  <a:gd name="T1" fmla="*/ 12 h 28"/>
                  <a:gd name="T2" fmla="*/ 14 w 35"/>
                  <a:gd name="T3" fmla="*/ 0 h 28"/>
                  <a:gd name="T4" fmla="*/ 35 w 35"/>
                  <a:gd name="T5" fmla="*/ 16 h 28"/>
                  <a:gd name="T6" fmla="*/ 21 w 35"/>
                  <a:gd name="T7" fmla="*/ 28 h 28"/>
                  <a:gd name="T8" fmla="*/ 0 w 35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0" y="12"/>
                    </a:moveTo>
                    <a:lnTo>
                      <a:pt x="14" y="0"/>
                    </a:lnTo>
                    <a:lnTo>
                      <a:pt x="35" y="16"/>
                    </a:lnTo>
                    <a:lnTo>
                      <a:pt x="21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5" name="Freeform 59"/>
              <p:cNvSpPr>
                <a:spLocks/>
              </p:cNvSpPr>
              <p:nvPr/>
            </p:nvSpPr>
            <p:spPr bwMode="auto">
              <a:xfrm>
                <a:off x="3669" y="3015"/>
                <a:ext cx="206" cy="160"/>
              </a:xfrm>
              <a:custGeom>
                <a:avLst/>
                <a:gdLst>
                  <a:gd name="T0" fmla="*/ 0 w 206"/>
                  <a:gd name="T1" fmla="*/ 137 h 160"/>
                  <a:gd name="T2" fmla="*/ 0 w 206"/>
                  <a:gd name="T3" fmla="*/ 137 h 160"/>
                  <a:gd name="T4" fmla="*/ 26 w 206"/>
                  <a:gd name="T5" fmla="*/ 121 h 160"/>
                  <a:gd name="T6" fmla="*/ 51 w 206"/>
                  <a:gd name="T7" fmla="*/ 105 h 160"/>
                  <a:gd name="T8" fmla="*/ 75 w 206"/>
                  <a:gd name="T9" fmla="*/ 89 h 160"/>
                  <a:gd name="T10" fmla="*/ 98 w 206"/>
                  <a:gd name="T11" fmla="*/ 72 h 160"/>
                  <a:gd name="T12" fmla="*/ 121 w 206"/>
                  <a:gd name="T13" fmla="*/ 55 h 160"/>
                  <a:gd name="T14" fmla="*/ 143 w 206"/>
                  <a:gd name="T15" fmla="*/ 37 h 160"/>
                  <a:gd name="T16" fmla="*/ 164 w 206"/>
                  <a:gd name="T17" fmla="*/ 18 h 160"/>
                  <a:gd name="T18" fmla="*/ 184 w 206"/>
                  <a:gd name="T19" fmla="*/ 0 h 160"/>
                  <a:gd name="T20" fmla="*/ 206 w 206"/>
                  <a:gd name="T21" fmla="*/ 16 h 160"/>
                  <a:gd name="T22" fmla="*/ 184 w 206"/>
                  <a:gd name="T23" fmla="*/ 36 h 160"/>
                  <a:gd name="T24" fmla="*/ 162 w 206"/>
                  <a:gd name="T25" fmla="*/ 55 h 160"/>
                  <a:gd name="T26" fmla="*/ 140 w 206"/>
                  <a:gd name="T27" fmla="*/ 74 h 160"/>
                  <a:gd name="T28" fmla="*/ 114 w 206"/>
                  <a:gd name="T29" fmla="*/ 92 h 160"/>
                  <a:gd name="T30" fmla="*/ 91 w 206"/>
                  <a:gd name="T31" fmla="*/ 111 h 160"/>
                  <a:gd name="T32" fmla="*/ 66 w 206"/>
                  <a:gd name="T33" fmla="*/ 127 h 160"/>
                  <a:gd name="T34" fmla="*/ 40 w 206"/>
                  <a:gd name="T35" fmla="*/ 144 h 160"/>
                  <a:gd name="T36" fmla="*/ 14 w 206"/>
                  <a:gd name="T37" fmla="*/ 160 h 160"/>
                  <a:gd name="T38" fmla="*/ 0 w 206"/>
                  <a:gd name="T39" fmla="*/ 137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6"/>
                  <a:gd name="T61" fmla="*/ 0 h 160"/>
                  <a:gd name="T62" fmla="*/ 206 w 206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6" h="160">
                    <a:moveTo>
                      <a:pt x="0" y="137"/>
                    </a:moveTo>
                    <a:lnTo>
                      <a:pt x="0" y="137"/>
                    </a:lnTo>
                    <a:lnTo>
                      <a:pt x="26" y="121"/>
                    </a:lnTo>
                    <a:lnTo>
                      <a:pt x="51" y="105"/>
                    </a:lnTo>
                    <a:lnTo>
                      <a:pt x="75" y="89"/>
                    </a:lnTo>
                    <a:lnTo>
                      <a:pt x="98" y="72"/>
                    </a:lnTo>
                    <a:lnTo>
                      <a:pt x="121" y="55"/>
                    </a:lnTo>
                    <a:lnTo>
                      <a:pt x="143" y="37"/>
                    </a:lnTo>
                    <a:lnTo>
                      <a:pt x="164" y="18"/>
                    </a:lnTo>
                    <a:lnTo>
                      <a:pt x="184" y="0"/>
                    </a:lnTo>
                    <a:lnTo>
                      <a:pt x="206" y="16"/>
                    </a:lnTo>
                    <a:lnTo>
                      <a:pt x="184" y="36"/>
                    </a:lnTo>
                    <a:lnTo>
                      <a:pt x="162" y="55"/>
                    </a:lnTo>
                    <a:lnTo>
                      <a:pt x="140" y="74"/>
                    </a:lnTo>
                    <a:lnTo>
                      <a:pt x="114" y="92"/>
                    </a:lnTo>
                    <a:lnTo>
                      <a:pt x="91" y="111"/>
                    </a:lnTo>
                    <a:lnTo>
                      <a:pt x="66" y="127"/>
                    </a:lnTo>
                    <a:lnTo>
                      <a:pt x="40" y="144"/>
                    </a:lnTo>
                    <a:lnTo>
                      <a:pt x="14" y="16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6" name="Freeform 60"/>
              <p:cNvSpPr>
                <a:spLocks/>
              </p:cNvSpPr>
              <p:nvPr/>
            </p:nvSpPr>
            <p:spPr bwMode="auto">
              <a:xfrm>
                <a:off x="3484" y="3151"/>
                <a:ext cx="193" cy="111"/>
              </a:xfrm>
              <a:custGeom>
                <a:avLst/>
                <a:gdLst>
                  <a:gd name="T0" fmla="*/ 0 w 193"/>
                  <a:gd name="T1" fmla="*/ 84 h 111"/>
                  <a:gd name="T2" fmla="*/ 22 w 193"/>
                  <a:gd name="T3" fmla="*/ 75 h 111"/>
                  <a:gd name="T4" fmla="*/ 45 w 193"/>
                  <a:gd name="T5" fmla="*/ 67 h 111"/>
                  <a:gd name="T6" fmla="*/ 68 w 193"/>
                  <a:gd name="T7" fmla="*/ 58 h 111"/>
                  <a:gd name="T8" fmla="*/ 91 w 193"/>
                  <a:gd name="T9" fmla="*/ 47 h 111"/>
                  <a:gd name="T10" fmla="*/ 113 w 193"/>
                  <a:gd name="T11" fmla="*/ 37 h 111"/>
                  <a:gd name="T12" fmla="*/ 136 w 193"/>
                  <a:gd name="T13" fmla="*/ 25 h 111"/>
                  <a:gd name="T14" fmla="*/ 157 w 193"/>
                  <a:gd name="T15" fmla="*/ 13 h 111"/>
                  <a:gd name="T16" fmla="*/ 180 w 193"/>
                  <a:gd name="T17" fmla="*/ 0 h 111"/>
                  <a:gd name="T18" fmla="*/ 193 w 193"/>
                  <a:gd name="T19" fmla="*/ 23 h 111"/>
                  <a:gd name="T20" fmla="*/ 171 w 193"/>
                  <a:gd name="T21" fmla="*/ 37 h 111"/>
                  <a:gd name="T22" fmla="*/ 146 w 193"/>
                  <a:gd name="T23" fmla="*/ 50 h 111"/>
                  <a:gd name="T24" fmla="*/ 122 w 193"/>
                  <a:gd name="T25" fmla="*/ 62 h 111"/>
                  <a:gd name="T26" fmla="*/ 98 w 193"/>
                  <a:gd name="T27" fmla="*/ 72 h 111"/>
                  <a:gd name="T28" fmla="*/ 75 w 193"/>
                  <a:gd name="T29" fmla="*/ 84 h 111"/>
                  <a:gd name="T30" fmla="*/ 51 w 193"/>
                  <a:gd name="T31" fmla="*/ 93 h 111"/>
                  <a:gd name="T32" fmla="*/ 28 w 193"/>
                  <a:gd name="T33" fmla="*/ 103 h 111"/>
                  <a:gd name="T34" fmla="*/ 3 w 193"/>
                  <a:gd name="T35" fmla="*/ 111 h 111"/>
                  <a:gd name="T36" fmla="*/ 0 w 193"/>
                  <a:gd name="T37" fmla="*/ 84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11"/>
                  <a:gd name="T59" fmla="*/ 193 w 193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11">
                    <a:moveTo>
                      <a:pt x="0" y="84"/>
                    </a:moveTo>
                    <a:lnTo>
                      <a:pt x="22" y="75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6" y="25"/>
                    </a:lnTo>
                    <a:lnTo>
                      <a:pt x="157" y="13"/>
                    </a:lnTo>
                    <a:lnTo>
                      <a:pt x="180" y="0"/>
                    </a:lnTo>
                    <a:lnTo>
                      <a:pt x="193" y="23"/>
                    </a:lnTo>
                    <a:lnTo>
                      <a:pt x="171" y="37"/>
                    </a:lnTo>
                    <a:lnTo>
                      <a:pt x="146" y="50"/>
                    </a:lnTo>
                    <a:lnTo>
                      <a:pt x="122" y="62"/>
                    </a:lnTo>
                    <a:lnTo>
                      <a:pt x="98" y="72"/>
                    </a:lnTo>
                    <a:lnTo>
                      <a:pt x="75" y="84"/>
                    </a:lnTo>
                    <a:lnTo>
                      <a:pt x="51" y="93"/>
                    </a:lnTo>
                    <a:lnTo>
                      <a:pt x="28" y="103"/>
                    </a:lnTo>
                    <a:lnTo>
                      <a:pt x="3" y="111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7" name="Freeform 61"/>
              <p:cNvSpPr>
                <a:spLocks/>
              </p:cNvSpPr>
              <p:nvPr/>
            </p:nvSpPr>
            <p:spPr bwMode="auto">
              <a:xfrm>
                <a:off x="3466" y="3235"/>
                <a:ext cx="21" cy="34"/>
              </a:xfrm>
              <a:custGeom>
                <a:avLst/>
                <a:gdLst>
                  <a:gd name="T0" fmla="*/ 21 w 21"/>
                  <a:gd name="T1" fmla="*/ 27 h 34"/>
                  <a:gd name="T2" fmla="*/ 3 w 21"/>
                  <a:gd name="T3" fmla="*/ 34 h 34"/>
                  <a:gd name="T4" fmla="*/ 0 w 21"/>
                  <a:gd name="T5" fmla="*/ 6 h 34"/>
                  <a:gd name="T6" fmla="*/ 18 w 21"/>
                  <a:gd name="T7" fmla="*/ 0 h 34"/>
                  <a:gd name="T8" fmla="*/ 21 w 21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4"/>
                  <a:gd name="T17" fmla="*/ 21 w 21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4">
                    <a:moveTo>
                      <a:pt x="21" y="27"/>
                    </a:moveTo>
                    <a:lnTo>
                      <a:pt x="3" y="34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21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8" name="Freeform 62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69" name="Freeform 63"/>
              <p:cNvSpPr>
                <a:spLocks/>
              </p:cNvSpPr>
              <p:nvPr/>
            </p:nvSpPr>
            <p:spPr bwMode="auto">
              <a:xfrm>
                <a:off x="3789" y="2929"/>
                <a:ext cx="169" cy="101"/>
              </a:xfrm>
              <a:custGeom>
                <a:avLst/>
                <a:gdLst>
                  <a:gd name="T0" fmla="*/ 143 w 169"/>
                  <a:gd name="T1" fmla="*/ 17 h 101"/>
                  <a:gd name="T2" fmla="*/ 155 w 169"/>
                  <a:gd name="T3" fmla="*/ 25 h 101"/>
                  <a:gd name="T4" fmla="*/ 6 w 169"/>
                  <a:gd name="T5" fmla="*/ 101 h 101"/>
                  <a:gd name="T6" fmla="*/ 0 w 169"/>
                  <a:gd name="T7" fmla="*/ 86 h 101"/>
                  <a:gd name="T8" fmla="*/ 148 w 169"/>
                  <a:gd name="T9" fmla="*/ 11 h 101"/>
                  <a:gd name="T10" fmla="*/ 159 w 169"/>
                  <a:gd name="T11" fmla="*/ 19 h 101"/>
                  <a:gd name="T12" fmla="*/ 148 w 169"/>
                  <a:gd name="T13" fmla="*/ 11 h 101"/>
                  <a:gd name="T14" fmla="*/ 169 w 169"/>
                  <a:gd name="T15" fmla="*/ 0 h 101"/>
                  <a:gd name="T16" fmla="*/ 159 w 169"/>
                  <a:gd name="T17" fmla="*/ 19 h 101"/>
                  <a:gd name="T18" fmla="*/ 143 w 169"/>
                  <a:gd name="T19" fmla="*/ 17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101"/>
                  <a:gd name="T32" fmla="*/ 169 w 169"/>
                  <a:gd name="T33" fmla="*/ 101 h 10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101">
                    <a:moveTo>
                      <a:pt x="143" y="17"/>
                    </a:moveTo>
                    <a:lnTo>
                      <a:pt x="155" y="25"/>
                    </a:lnTo>
                    <a:lnTo>
                      <a:pt x="6" y="101"/>
                    </a:lnTo>
                    <a:lnTo>
                      <a:pt x="0" y="86"/>
                    </a:lnTo>
                    <a:lnTo>
                      <a:pt x="148" y="11"/>
                    </a:lnTo>
                    <a:lnTo>
                      <a:pt x="159" y="19"/>
                    </a:lnTo>
                    <a:lnTo>
                      <a:pt x="148" y="11"/>
                    </a:lnTo>
                    <a:lnTo>
                      <a:pt x="169" y="0"/>
                    </a:lnTo>
                    <a:lnTo>
                      <a:pt x="159" y="19"/>
                    </a:lnTo>
                    <a:lnTo>
                      <a:pt x="14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0" name="Freeform 64"/>
              <p:cNvSpPr>
                <a:spLocks/>
              </p:cNvSpPr>
              <p:nvPr/>
            </p:nvSpPr>
            <p:spPr bwMode="auto">
              <a:xfrm>
                <a:off x="3861" y="2946"/>
                <a:ext cx="89" cy="147"/>
              </a:xfrm>
              <a:custGeom>
                <a:avLst/>
                <a:gdLst>
                  <a:gd name="T0" fmla="*/ 16 w 89"/>
                  <a:gd name="T1" fmla="*/ 126 h 147"/>
                  <a:gd name="T2" fmla="*/ 0 w 89"/>
                  <a:gd name="T3" fmla="*/ 131 h 147"/>
                  <a:gd name="T4" fmla="*/ 73 w 89"/>
                  <a:gd name="T5" fmla="*/ 0 h 147"/>
                  <a:gd name="T6" fmla="*/ 89 w 89"/>
                  <a:gd name="T7" fmla="*/ 3 h 147"/>
                  <a:gd name="T8" fmla="*/ 16 w 89"/>
                  <a:gd name="T9" fmla="*/ 134 h 147"/>
                  <a:gd name="T10" fmla="*/ 1 w 89"/>
                  <a:gd name="T11" fmla="*/ 140 h 147"/>
                  <a:gd name="T12" fmla="*/ 16 w 89"/>
                  <a:gd name="T13" fmla="*/ 134 h 147"/>
                  <a:gd name="T14" fmla="*/ 11 w 89"/>
                  <a:gd name="T15" fmla="*/ 147 h 147"/>
                  <a:gd name="T16" fmla="*/ 1 w 89"/>
                  <a:gd name="T17" fmla="*/ 140 h 147"/>
                  <a:gd name="T18" fmla="*/ 16 w 89"/>
                  <a:gd name="T19" fmla="*/ 126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147"/>
                  <a:gd name="T32" fmla="*/ 89 w 89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147">
                    <a:moveTo>
                      <a:pt x="16" y="126"/>
                    </a:moveTo>
                    <a:lnTo>
                      <a:pt x="0" y="131"/>
                    </a:lnTo>
                    <a:lnTo>
                      <a:pt x="73" y="0"/>
                    </a:lnTo>
                    <a:lnTo>
                      <a:pt x="89" y="3"/>
                    </a:lnTo>
                    <a:lnTo>
                      <a:pt x="16" y="134"/>
                    </a:lnTo>
                    <a:lnTo>
                      <a:pt x="1" y="140"/>
                    </a:lnTo>
                    <a:lnTo>
                      <a:pt x="16" y="134"/>
                    </a:lnTo>
                    <a:lnTo>
                      <a:pt x="11" y="147"/>
                    </a:lnTo>
                    <a:lnTo>
                      <a:pt x="1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1" name="Freeform 65"/>
              <p:cNvSpPr>
                <a:spLocks/>
              </p:cNvSpPr>
              <p:nvPr/>
            </p:nvSpPr>
            <p:spPr bwMode="auto">
              <a:xfrm>
                <a:off x="3778" y="3015"/>
                <a:ext cx="99" cy="70"/>
              </a:xfrm>
              <a:custGeom>
                <a:avLst/>
                <a:gdLst>
                  <a:gd name="T0" fmla="*/ 19 w 99"/>
                  <a:gd name="T1" fmla="*/ 14 h 70"/>
                  <a:gd name="T2" fmla="*/ 23 w 99"/>
                  <a:gd name="T3" fmla="*/ 0 h 70"/>
                  <a:gd name="T4" fmla="*/ 99 w 99"/>
                  <a:gd name="T5" fmla="*/ 56 h 70"/>
                  <a:gd name="T6" fmla="*/ 84 w 99"/>
                  <a:gd name="T7" fmla="*/ 70 h 70"/>
                  <a:gd name="T8" fmla="*/ 8 w 99"/>
                  <a:gd name="T9" fmla="*/ 14 h 70"/>
                  <a:gd name="T10" fmla="*/ 14 w 99"/>
                  <a:gd name="T11" fmla="*/ 0 h 70"/>
                  <a:gd name="T12" fmla="*/ 8 w 99"/>
                  <a:gd name="T13" fmla="*/ 14 h 70"/>
                  <a:gd name="T14" fmla="*/ 0 w 99"/>
                  <a:gd name="T15" fmla="*/ 8 h 70"/>
                  <a:gd name="T16" fmla="*/ 14 w 99"/>
                  <a:gd name="T17" fmla="*/ 0 h 70"/>
                  <a:gd name="T18" fmla="*/ 19 w 99"/>
                  <a:gd name="T19" fmla="*/ 14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"/>
                  <a:gd name="T31" fmla="*/ 0 h 70"/>
                  <a:gd name="T32" fmla="*/ 99 w 99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" h="70">
                    <a:moveTo>
                      <a:pt x="19" y="14"/>
                    </a:moveTo>
                    <a:lnTo>
                      <a:pt x="23" y="0"/>
                    </a:lnTo>
                    <a:lnTo>
                      <a:pt x="99" y="56"/>
                    </a:lnTo>
                    <a:lnTo>
                      <a:pt x="84" y="70"/>
                    </a:lnTo>
                    <a:lnTo>
                      <a:pt x="8" y="14"/>
                    </a:lnTo>
                    <a:lnTo>
                      <a:pt x="14" y="0"/>
                    </a:lnTo>
                    <a:lnTo>
                      <a:pt x="8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2" name="Freeform 66"/>
              <p:cNvSpPr>
                <a:spLocks/>
              </p:cNvSpPr>
              <p:nvPr/>
            </p:nvSpPr>
            <p:spPr bwMode="auto">
              <a:xfrm>
                <a:off x="3891" y="2963"/>
                <a:ext cx="44" cy="36"/>
              </a:xfrm>
              <a:custGeom>
                <a:avLst/>
                <a:gdLst>
                  <a:gd name="T0" fmla="*/ 0 w 44"/>
                  <a:gd name="T1" fmla="*/ 16 h 36"/>
                  <a:gd name="T2" fmla="*/ 16 w 44"/>
                  <a:gd name="T3" fmla="*/ 0 h 36"/>
                  <a:gd name="T4" fmla="*/ 44 w 44"/>
                  <a:gd name="T5" fmla="*/ 20 h 36"/>
                  <a:gd name="T6" fmla="*/ 28 w 44"/>
                  <a:gd name="T7" fmla="*/ 36 h 36"/>
                  <a:gd name="T8" fmla="*/ 0 w 44"/>
                  <a:gd name="T9" fmla="*/ 1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6"/>
                  <a:gd name="T17" fmla="*/ 44 w 44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6">
                    <a:moveTo>
                      <a:pt x="0" y="16"/>
                    </a:moveTo>
                    <a:lnTo>
                      <a:pt x="16" y="0"/>
                    </a:lnTo>
                    <a:lnTo>
                      <a:pt x="44" y="20"/>
                    </a:lnTo>
                    <a:lnTo>
                      <a:pt x="28" y="3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3" name="Freeform 67"/>
              <p:cNvSpPr>
                <a:spLocks/>
              </p:cNvSpPr>
              <p:nvPr/>
            </p:nvSpPr>
            <p:spPr bwMode="auto">
              <a:xfrm>
                <a:off x="3709" y="2976"/>
                <a:ext cx="207" cy="171"/>
              </a:xfrm>
              <a:custGeom>
                <a:avLst/>
                <a:gdLst>
                  <a:gd name="T0" fmla="*/ 0 w 207"/>
                  <a:gd name="T1" fmla="*/ 144 h 171"/>
                  <a:gd name="T2" fmla="*/ 0 w 207"/>
                  <a:gd name="T3" fmla="*/ 144 h 171"/>
                  <a:gd name="T4" fmla="*/ 26 w 207"/>
                  <a:gd name="T5" fmla="*/ 127 h 171"/>
                  <a:gd name="T6" fmla="*/ 51 w 207"/>
                  <a:gd name="T7" fmla="*/ 110 h 171"/>
                  <a:gd name="T8" fmla="*/ 73 w 207"/>
                  <a:gd name="T9" fmla="*/ 93 h 171"/>
                  <a:gd name="T10" fmla="*/ 96 w 207"/>
                  <a:gd name="T11" fmla="*/ 76 h 171"/>
                  <a:gd name="T12" fmla="*/ 119 w 207"/>
                  <a:gd name="T13" fmla="*/ 58 h 171"/>
                  <a:gd name="T14" fmla="*/ 139 w 207"/>
                  <a:gd name="T15" fmla="*/ 40 h 171"/>
                  <a:gd name="T16" fmla="*/ 160 w 207"/>
                  <a:gd name="T17" fmla="*/ 19 h 171"/>
                  <a:gd name="T18" fmla="*/ 179 w 207"/>
                  <a:gd name="T19" fmla="*/ 0 h 171"/>
                  <a:gd name="T20" fmla="*/ 207 w 207"/>
                  <a:gd name="T21" fmla="*/ 19 h 171"/>
                  <a:gd name="T22" fmla="*/ 186 w 207"/>
                  <a:gd name="T23" fmla="*/ 40 h 171"/>
                  <a:gd name="T24" fmla="*/ 164 w 207"/>
                  <a:gd name="T25" fmla="*/ 60 h 171"/>
                  <a:gd name="T26" fmla="*/ 142 w 207"/>
                  <a:gd name="T27" fmla="*/ 80 h 171"/>
                  <a:gd name="T28" fmla="*/ 119 w 207"/>
                  <a:gd name="T29" fmla="*/ 100 h 171"/>
                  <a:gd name="T30" fmla="*/ 95 w 207"/>
                  <a:gd name="T31" fmla="*/ 118 h 171"/>
                  <a:gd name="T32" fmla="*/ 70 w 207"/>
                  <a:gd name="T33" fmla="*/ 137 h 171"/>
                  <a:gd name="T34" fmla="*/ 45 w 207"/>
                  <a:gd name="T35" fmla="*/ 153 h 171"/>
                  <a:gd name="T36" fmla="*/ 19 w 207"/>
                  <a:gd name="T37" fmla="*/ 171 h 171"/>
                  <a:gd name="T38" fmla="*/ 0 w 207"/>
                  <a:gd name="T39" fmla="*/ 144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71"/>
                  <a:gd name="T62" fmla="*/ 207 w 207"/>
                  <a:gd name="T63" fmla="*/ 171 h 1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71">
                    <a:moveTo>
                      <a:pt x="0" y="144"/>
                    </a:moveTo>
                    <a:lnTo>
                      <a:pt x="0" y="144"/>
                    </a:lnTo>
                    <a:lnTo>
                      <a:pt x="26" y="127"/>
                    </a:lnTo>
                    <a:lnTo>
                      <a:pt x="51" y="110"/>
                    </a:lnTo>
                    <a:lnTo>
                      <a:pt x="73" y="93"/>
                    </a:lnTo>
                    <a:lnTo>
                      <a:pt x="96" y="76"/>
                    </a:lnTo>
                    <a:lnTo>
                      <a:pt x="119" y="58"/>
                    </a:lnTo>
                    <a:lnTo>
                      <a:pt x="139" y="40"/>
                    </a:lnTo>
                    <a:lnTo>
                      <a:pt x="160" y="19"/>
                    </a:lnTo>
                    <a:lnTo>
                      <a:pt x="179" y="0"/>
                    </a:lnTo>
                    <a:lnTo>
                      <a:pt x="207" y="19"/>
                    </a:lnTo>
                    <a:lnTo>
                      <a:pt x="186" y="40"/>
                    </a:lnTo>
                    <a:lnTo>
                      <a:pt x="164" y="60"/>
                    </a:lnTo>
                    <a:lnTo>
                      <a:pt x="142" y="80"/>
                    </a:lnTo>
                    <a:lnTo>
                      <a:pt x="119" y="100"/>
                    </a:lnTo>
                    <a:lnTo>
                      <a:pt x="95" y="118"/>
                    </a:lnTo>
                    <a:lnTo>
                      <a:pt x="70" y="137"/>
                    </a:lnTo>
                    <a:lnTo>
                      <a:pt x="45" y="153"/>
                    </a:lnTo>
                    <a:lnTo>
                      <a:pt x="19" y="171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4" name="Freeform 68"/>
              <p:cNvSpPr>
                <a:spLocks/>
              </p:cNvSpPr>
              <p:nvPr/>
            </p:nvSpPr>
            <p:spPr bwMode="auto">
              <a:xfrm>
                <a:off x="3531" y="3118"/>
                <a:ext cx="196" cy="123"/>
              </a:xfrm>
              <a:custGeom>
                <a:avLst/>
                <a:gdLst>
                  <a:gd name="T0" fmla="*/ 0 w 196"/>
                  <a:gd name="T1" fmla="*/ 92 h 123"/>
                  <a:gd name="T2" fmla="*/ 22 w 196"/>
                  <a:gd name="T3" fmla="*/ 81 h 123"/>
                  <a:gd name="T4" fmla="*/ 45 w 196"/>
                  <a:gd name="T5" fmla="*/ 73 h 123"/>
                  <a:gd name="T6" fmla="*/ 68 w 196"/>
                  <a:gd name="T7" fmla="*/ 62 h 123"/>
                  <a:gd name="T8" fmla="*/ 90 w 196"/>
                  <a:gd name="T9" fmla="*/ 52 h 123"/>
                  <a:gd name="T10" fmla="*/ 112 w 196"/>
                  <a:gd name="T11" fmla="*/ 40 h 123"/>
                  <a:gd name="T12" fmla="*/ 134 w 196"/>
                  <a:gd name="T13" fmla="*/ 27 h 123"/>
                  <a:gd name="T14" fmla="*/ 156 w 196"/>
                  <a:gd name="T15" fmla="*/ 15 h 123"/>
                  <a:gd name="T16" fmla="*/ 177 w 196"/>
                  <a:gd name="T17" fmla="*/ 0 h 123"/>
                  <a:gd name="T18" fmla="*/ 196 w 196"/>
                  <a:gd name="T19" fmla="*/ 27 h 123"/>
                  <a:gd name="T20" fmla="*/ 172 w 196"/>
                  <a:gd name="T21" fmla="*/ 42 h 123"/>
                  <a:gd name="T22" fmla="*/ 150 w 196"/>
                  <a:gd name="T23" fmla="*/ 56 h 123"/>
                  <a:gd name="T24" fmla="*/ 125 w 196"/>
                  <a:gd name="T25" fmla="*/ 68 h 123"/>
                  <a:gd name="T26" fmla="*/ 102 w 196"/>
                  <a:gd name="T27" fmla="*/ 81 h 123"/>
                  <a:gd name="T28" fmla="*/ 78 w 196"/>
                  <a:gd name="T29" fmla="*/ 93 h 123"/>
                  <a:gd name="T30" fmla="*/ 55 w 196"/>
                  <a:gd name="T31" fmla="*/ 103 h 123"/>
                  <a:gd name="T32" fmla="*/ 30 w 196"/>
                  <a:gd name="T33" fmla="*/ 115 h 123"/>
                  <a:gd name="T34" fmla="*/ 6 w 196"/>
                  <a:gd name="T35" fmla="*/ 123 h 123"/>
                  <a:gd name="T36" fmla="*/ 0 w 196"/>
                  <a:gd name="T37" fmla="*/ 92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3"/>
                  <a:gd name="T59" fmla="*/ 196 w 196"/>
                  <a:gd name="T60" fmla="*/ 123 h 12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3">
                    <a:moveTo>
                      <a:pt x="0" y="92"/>
                    </a:moveTo>
                    <a:lnTo>
                      <a:pt x="22" y="81"/>
                    </a:lnTo>
                    <a:lnTo>
                      <a:pt x="45" y="73"/>
                    </a:lnTo>
                    <a:lnTo>
                      <a:pt x="68" y="62"/>
                    </a:lnTo>
                    <a:lnTo>
                      <a:pt x="90" y="52"/>
                    </a:lnTo>
                    <a:lnTo>
                      <a:pt x="112" y="40"/>
                    </a:lnTo>
                    <a:lnTo>
                      <a:pt x="134" y="27"/>
                    </a:lnTo>
                    <a:lnTo>
                      <a:pt x="156" y="15"/>
                    </a:lnTo>
                    <a:lnTo>
                      <a:pt x="177" y="0"/>
                    </a:lnTo>
                    <a:lnTo>
                      <a:pt x="196" y="27"/>
                    </a:lnTo>
                    <a:lnTo>
                      <a:pt x="172" y="42"/>
                    </a:lnTo>
                    <a:lnTo>
                      <a:pt x="150" y="56"/>
                    </a:lnTo>
                    <a:lnTo>
                      <a:pt x="125" y="68"/>
                    </a:lnTo>
                    <a:lnTo>
                      <a:pt x="102" y="81"/>
                    </a:lnTo>
                    <a:lnTo>
                      <a:pt x="78" y="93"/>
                    </a:lnTo>
                    <a:lnTo>
                      <a:pt x="55" y="103"/>
                    </a:lnTo>
                    <a:lnTo>
                      <a:pt x="30" y="115"/>
                    </a:lnTo>
                    <a:lnTo>
                      <a:pt x="6" y="123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5" name="Freeform 69"/>
              <p:cNvSpPr>
                <a:spLocks/>
              </p:cNvSpPr>
              <p:nvPr/>
            </p:nvSpPr>
            <p:spPr bwMode="auto">
              <a:xfrm>
                <a:off x="3506" y="3207"/>
                <a:ext cx="28" cy="41"/>
              </a:xfrm>
              <a:custGeom>
                <a:avLst/>
                <a:gdLst>
                  <a:gd name="T0" fmla="*/ 28 w 28"/>
                  <a:gd name="T1" fmla="*/ 32 h 41"/>
                  <a:gd name="T2" fmla="*/ 7 w 28"/>
                  <a:gd name="T3" fmla="*/ 41 h 41"/>
                  <a:gd name="T4" fmla="*/ 0 w 28"/>
                  <a:gd name="T5" fmla="*/ 8 h 41"/>
                  <a:gd name="T6" fmla="*/ 21 w 28"/>
                  <a:gd name="T7" fmla="*/ 0 h 41"/>
                  <a:gd name="T8" fmla="*/ 28 w 28"/>
                  <a:gd name="T9" fmla="*/ 3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1"/>
                  <a:gd name="T17" fmla="*/ 28 w 2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1">
                    <a:moveTo>
                      <a:pt x="28" y="32"/>
                    </a:moveTo>
                    <a:lnTo>
                      <a:pt x="7" y="41"/>
                    </a:lnTo>
                    <a:lnTo>
                      <a:pt x="0" y="8"/>
                    </a:lnTo>
                    <a:lnTo>
                      <a:pt x="21" y="0"/>
                    </a:lnTo>
                    <a:lnTo>
                      <a:pt x="2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6" name="Freeform 70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7" name="Freeform 71"/>
              <p:cNvSpPr>
                <a:spLocks/>
              </p:cNvSpPr>
              <p:nvPr/>
            </p:nvSpPr>
            <p:spPr bwMode="auto">
              <a:xfrm>
                <a:off x="3793" y="2936"/>
                <a:ext cx="160" cy="89"/>
              </a:xfrm>
              <a:custGeom>
                <a:avLst/>
                <a:gdLst>
                  <a:gd name="T0" fmla="*/ 144 w 160"/>
                  <a:gd name="T1" fmla="*/ 9 h 89"/>
                  <a:gd name="T2" fmla="*/ 152 w 160"/>
                  <a:gd name="T3" fmla="*/ 13 h 89"/>
                  <a:gd name="T4" fmla="*/ 3 w 160"/>
                  <a:gd name="T5" fmla="*/ 89 h 89"/>
                  <a:gd name="T6" fmla="*/ 0 w 160"/>
                  <a:gd name="T7" fmla="*/ 81 h 89"/>
                  <a:gd name="T8" fmla="*/ 146 w 160"/>
                  <a:gd name="T9" fmla="*/ 6 h 89"/>
                  <a:gd name="T10" fmla="*/ 155 w 160"/>
                  <a:gd name="T11" fmla="*/ 11 h 89"/>
                  <a:gd name="T12" fmla="*/ 146 w 160"/>
                  <a:gd name="T13" fmla="*/ 6 h 89"/>
                  <a:gd name="T14" fmla="*/ 160 w 160"/>
                  <a:gd name="T15" fmla="*/ 0 h 89"/>
                  <a:gd name="T16" fmla="*/ 155 w 160"/>
                  <a:gd name="T17" fmla="*/ 11 h 89"/>
                  <a:gd name="T18" fmla="*/ 144 w 160"/>
                  <a:gd name="T19" fmla="*/ 9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0"/>
                  <a:gd name="T31" fmla="*/ 0 h 89"/>
                  <a:gd name="T32" fmla="*/ 160 w 160"/>
                  <a:gd name="T33" fmla="*/ 89 h 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0" h="89">
                    <a:moveTo>
                      <a:pt x="144" y="9"/>
                    </a:moveTo>
                    <a:lnTo>
                      <a:pt x="152" y="13"/>
                    </a:lnTo>
                    <a:lnTo>
                      <a:pt x="3" y="89"/>
                    </a:lnTo>
                    <a:lnTo>
                      <a:pt x="0" y="81"/>
                    </a:lnTo>
                    <a:lnTo>
                      <a:pt x="146" y="6"/>
                    </a:lnTo>
                    <a:lnTo>
                      <a:pt x="155" y="11"/>
                    </a:lnTo>
                    <a:lnTo>
                      <a:pt x="146" y="6"/>
                    </a:lnTo>
                    <a:lnTo>
                      <a:pt x="160" y="0"/>
                    </a:lnTo>
                    <a:lnTo>
                      <a:pt x="155" y="11"/>
                    </a:lnTo>
                    <a:lnTo>
                      <a:pt x="144" y="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8" name="Freeform 72"/>
              <p:cNvSpPr>
                <a:spLocks/>
              </p:cNvSpPr>
              <p:nvPr/>
            </p:nvSpPr>
            <p:spPr bwMode="auto">
              <a:xfrm>
                <a:off x="3868" y="2945"/>
                <a:ext cx="83" cy="140"/>
              </a:xfrm>
              <a:custGeom>
                <a:avLst/>
                <a:gdLst>
                  <a:gd name="T0" fmla="*/ 9 w 83"/>
                  <a:gd name="T1" fmla="*/ 127 h 140"/>
                  <a:gd name="T2" fmla="*/ 0 w 83"/>
                  <a:gd name="T3" fmla="*/ 132 h 140"/>
                  <a:gd name="T4" fmla="*/ 72 w 83"/>
                  <a:gd name="T5" fmla="*/ 0 h 140"/>
                  <a:gd name="T6" fmla="*/ 83 w 83"/>
                  <a:gd name="T7" fmla="*/ 1 h 140"/>
                  <a:gd name="T8" fmla="*/ 9 w 83"/>
                  <a:gd name="T9" fmla="*/ 132 h 140"/>
                  <a:gd name="T10" fmla="*/ 0 w 83"/>
                  <a:gd name="T11" fmla="*/ 136 h 140"/>
                  <a:gd name="T12" fmla="*/ 9 w 83"/>
                  <a:gd name="T13" fmla="*/ 132 h 140"/>
                  <a:gd name="T14" fmla="*/ 5 w 83"/>
                  <a:gd name="T15" fmla="*/ 140 h 140"/>
                  <a:gd name="T16" fmla="*/ 0 w 83"/>
                  <a:gd name="T17" fmla="*/ 136 h 140"/>
                  <a:gd name="T18" fmla="*/ 9 w 83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0"/>
                  <a:gd name="T32" fmla="*/ 83 w 83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0">
                    <a:moveTo>
                      <a:pt x="9" y="127"/>
                    </a:moveTo>
                    <a:lnTo>
                      <a:pt x="0" y="132"/>
                    </a:lnTo>
                    <a:lnTo>
                      <a:pt x="72" y="0"/>
                    </a:lnTo>
                    <a:lnTo>
                      <a:pt x="83" y="1"/>
                    </a:lnTo>
                    <a:lnTo>
                      <a:pt x="9" y="132"/>
                    </a:lnTo>
                    <a:lnTo>
                      <a:pt x="0" y="136"/>
                    </a:lnTo>
                    <a:lnTo>
                      <a:pt x="9" y="132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9" y="1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79" name="Freeform 73"/>
              <p:cNvSpPr>
                <a:spLocks/>
              </p:cNvSpPr>
              <p:nvPr/>
            </p:nvSpPr>
            <p:spPr bwMode="auto">
              <a:xfrm>
                <a:off x="3784" y="3017"/>
                <a:ext cx="90" cy="64"/>
              </a:xfrm>
              <a:custGeom>
                <a:avLst/>
                <a:gdLst>
                  <a:gd name="T0" fmla="*/ 12 w 90"/>
                  <a:gd name="T1" fmla="*/ 8 h 64"/>
                  <a:gd name="T2" fmla="*/ 15 w 90"/>
                  <a:gd name="T3" fmla="*/ 0 h 64"/>
                  <a:gd name="T4" fmla="*/ 90 w 90"/>
                  <a:gd name="T5" fmla="*/ 55 h 64"/>
                  <a:gd name="T6" fmla="*/ 82 w 90"/>
                  <a:gd name="T7" fmla="*/ 64 h 64"/>
                  <a:gd name="T8" fmla="*/ 6 w 90"/>
                  <a:gd name="T9" fmla="*/ 8 h 64"/>
                  <a:gd name="T10" fmla="*/ 9 w 90"/>
                  <a:gd name="T11" fmla="*/ 0 h 64"/>
                  <a:gd name="T12" fmla="*/ 6 w 90"/>
                  <a:gd name="T13" fmla="*/ 8 h 64"/>
                  <a:gd name="T14" fmla="*/ 0 w 90"/>
                  <a:gd name="T15" fmla="*/ 4 h 64"/>
                  <a:gd name="T16" fmla="*/ 9 w 90"/>
                  <a:gd name="T17" fmla="*/ 0 h 64"/>
                  <a:gd name="T18" fmla="*/ 12 w 90"/>
                  <a:gd name="T19" fmla="*/ 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0"/>
                  <a:gd name="T31" fmla="*/ 0 h 64"/>
                  <a:gd name="T32" fmla="*/ 90 w 90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0" h="64">
                    <a:moveTo>
                      <a:pt x="12" y="8"/>
                    </a:moveTo>
                    <a:lnTo>
                      <a:pt x="15" y="0"/>
                    </a:lnTo>
                    <a:lnTo>
                      <a:pt x="90" y="55"/>
                    </a:lnTo>
                    <a:lnTo>
                      <a:pt x="82" y="64"/>
                    </a:lnTo>
                    <a:lnTo>
                      <a:pt x="6" y="8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0" name="Freeform 74"/>
              <p:cNvSpPr>
                <a:spLocks/>
              </p:cNvSpPr>
              <p:nvPr/>
            </p:nvSpPr>
            <p:spPr bwMode="auto">
              <a:xfrm>
                <a:off x="3894" y="2967"/>
                <a:ext cx="37" cy="28"/>
              </a:xfrm>
              <a:custGeom>
                <a:avLst/>
                <a:gdLst>
                  <a:gd name="T0" fmla="*/ 0 w 37"/>
                  <a:gd name="T1" fmla="*/ 12 h 28"/>
                  <a:gd name="T2" fmla="*/ 14 w 37"/>
                  <a:gd name="T3" fmla="*/ 0 h 28"/>
                  <a:gd name="T4" fmla="*/ 37 w 37"/>
                  <a:gd name="T5" fmla="*/ 16 h 28"/>
                  <a:gd name="T6" fmla="*/ 23 w 37"/>
                  <a:gd name="T7" fmla="*/ 28 h 28"/>
                  <a:gd name="T8" fmla="*/ 0 w 37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8"/>
                  <a:gd name="T17" fmla="*/ 37 w 37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8">
                    <a:moveTo>
                      <a:pt x="0" y="12"/>
                    </a:moveTo>
                    <a:lnTo>
                      <a:pt x="14" y="0"/>
                    </a:lnTo>
                    <a:lnTo>
                      <a:pt x="37" y="16"/>
                    </a:lnTo>
                    <a:lnTo>
                      <a:pt x="23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1" name="Freeform 75"/>
              <p:cNvSpPr>
                <a:spLocks/>
              </p:cNvSpPr>
              <p:nvPr/>
            </p:nvSpPr>
            <p:spPr bwMode="auto">
              <a:xfrm>
                <a:off x="3713" y="2977"/>
                <a:ext cx="202" cy="168"/>
              </a:xfrm>
              <a:custGeom>
                <a:avLst/>
                <a:gdLst>
                  <a:gd name="T0" fmla="*/ 0 w 202"/>
                  <a:gd name="T1" fmla="*/ 146 h 168"/>
                  <a:gd name="T2" fmla="*/ 0 w 202"/>
                  <a:gd name="T3" fmla="*/ 146 h 168"/>
                  <a:gd name="T4" fmla="*/ 25 w 202"/>
                  <a:gd name="T5" fmla="*/ 128 h 168"/>
                  <a:gd name="T6" fmla="*/ 50 w 202"/>
                  <a:gd name="T7" fmla="*/ 111 h 168"/>
                  <a:gd name="T8" fmla="*/ 72 w 202"/>
                  <a:gd name="T9" fmla="*/ 94 h 168"/>
                  <a:gd name="T10" fmla="*/ 95 w 202"/>
                  <a:gd name="T11" fmla="*/ 76 h 168"/>
                  <a:gd name="T12" fmla="*/ 118 w 202"/>
                  <a:gd name="T13" fmla="*/ 58 h 168"/>
                  <a:gd name="T14" fmla="*/ 138 w 202"/>
                  <a:gd name="T15" fmla="*/ 40 h 168"/>
                  <a:gd name="T16" fmla="*/ 159 w 202"/>
                  <a:gd name="T17" fmla="*/ 21 h 168"/>
                  <a:gd name="T18" fmla="*/ 178 w 202"/>
                  <a:gd name="T19" fmla="*/ 0 h 168"/>
                  <a:gd name="T20" fmla="*/ 202 w 202"/>
                  <a:gd name="T21" fmla="*/ 16 h 168"/>
                  <a:gd name="T22" fmla="*/ 181 w 202"/>
                  <a:gd name="T23" fmla="*/ 37 h 168"/>
                  <a:gd name="T24" fmla="*/ 160 w 202"/>
                  <a:gd name="T25" fmla="*/ 57 h 168"/>
                  <a:gd name="T26" fmla="*/ 138 w 202"/>
                  <a:gd name="T27" fmla="*/ 76 h 168"/>
                  <a:gd name="T28" fmla="*/ 114 w 202"/>
                  <a:gd name="T29" fmla="*/ 96 h 168"/>
                  <a:gd name="T30" fmla="*/ 91 w 202"/>
                  <a:gd name="T31" fmla="*/ 115 h 168"/>
                  <a:gd name="T32" fmla="*/ 66 w 202"/>
                  <a:gd name="T33" fmla="*/ 133 h 168"/>
                  <a:gd name="T34" fmla="*/ 40 w 202"/>
                  <a:gd name="T35" fmla="*/ 151 h 168"/>
                  <a:gd name="T36" fmla="*/ 15 w 202"/>
                  <a:gd name="T37" fmla="*/ 168 h 168"/>
                  <a:gd name="T38" fmla="*/ 0 w 202"/>
                  <a:gd name="T39" fmla="*/ 146 h 1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2"/>
                  <a:gd name="T61" fmla="*/ 0 h 168"/>
                  <a:gd name="T62" fmla="*/ 202 w 202"/>
                  <a:gd name="T63" fmla="*/ 168 h 16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2" h="168">
                    <a:moveTo>
                      <a:pt x="0" y="146"/>
                    </a:moveTo>
                    <a:lnTo>
                      <a:pt x="0" y="146"/>
                    </a:lnTo>
                    <a:lnTo>
                      <a:pt x="25" y="128"/>
                    </a:lnTo>
                    <a:lnTo>
                      <a:pt x="50" y="111"/>
                    </a:lnTo>
                    <a:lnTo>
                      <a:pt x="72" y="94"/>
                    </a:lnTo>
                    <a:lnTo>
                      <a:pt x="95" y="76"/>
                    </a:lnTo>
                    <a:lnTo>
                      <a:pt x="118" y="58"/>
                    </a:lnTo>
                    <a:lnTo>
                      <a:pt x="138" y="40"/>
                    </a:lnTo>
                    <a:lnTo>
                      <a:pt x="159" y="21"/>
                    </a:lnTo>
                    <a:lnTo>
                      <a:pt x="178" y="0"/>
                    </a:lnTo>
                    <a:lnTo>
                      <a:pt x="202" y="16"/>
                    </a:lnTo>
                    <a:lnTo>
                      <a:pt x="181" y="37"/>
                    </a:lnTo>
                    <a:lnTo>
                      <a:pt x="160" y="57"/>
                    </a:lnTo>
                    <a:lnTo>
                      <a:pt x="138" y="76"/>
                    </a:lnTo>
                    <a:lnTo>
                      <a:pt x="114" y="96"/>
                    </a:lnTo>
                    <a:lnTo>
                      <a:pt x="91" y="115"/>
                    </a:lnTo>
                    <a:lnTo>
                      <a:pt x="66" y="133"/>
                    </a:lnTo>
                    <a:lnTo>
                      <a:pt x="40" y="151"/>
                    </a:lnTo>
                    <a:lnTo>
                      <a:pt x="15" y="168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2" name="Freeform 76"/>
              <p:cNvSpPr>
                <a:spLocks/>
              </p:cNvSpPr>
              <p:nvPr/>
            </p:nvSpPr>
            <p:spPr bwMode="auto">
              <a:xfrm>
                <a:off x="3530" y="3120"/>
                <a:ext cx="192" cy="119"/>
              </a:xfrm>
              <a:custGeom>
                <a:avLst/>
                <a:gdLst>
                  <a:gd name="T0" fmla="*/ 0 w 192"/>
                  <a:gd name="T1" fmla="*/ 92 h 119"/>
                  <a:gd name="T2" fmla="*/ 22 w 192"/>
                  <a:gd name="T3" fmla="*/ 83 h 119"/>
                  <a:gd name="T4" fmla="*/ 47 w 192"/>
                  <a:gd name="T5" fmla="*/ 73 h 119"/>
                  <a:gd name="T6" fmla="*/ 69 w 192"/>
                  <a:gd name="T7" fmla="*/ 62 h 119"/>
                  <a:gd name="T8" fmla="*/ 90 w 192"/>
                  <a:gd name="T9" fmla="*/ 53 h 119"/>
                  <a:gd name="T10" fmla="*/ 112 w 192"/>
                  <a:gd name="T11" fmla="*/ 40 h 119"/>
                  <a:gd name="T12" fmla="*/ 135 w 192"/>
                  <a:gd name="T13" fmla="*/ 27 h 119"/>
                  <a:gd name="T14" fmla="*/ 157 w 192"/>
                  <a:gd name="T15" fmla="*/ 14 h 119"/>
                  <a:gd name="T16" fmla="*/ 178 w 192"/>
                  <a:gd name="T17" fmla="*/ 0 h 119"/>
                  <a:gd name="T18" fmla="*/ 192 w 192"/>
                  <a:gd name="T19" fmla="*/ 23 h 119"/>
                  <a:gd name="T20" fmla="*/ 170 w 192"/>
                  <a:gd name="T21" fmla="*/ 38 h 119"/>
                  <a:gd name="T22" fmla="*/ 147 w 192"/>
                  <a:gd name="T23" fmla="*/ 52 h 119"/>
                  <a:gd name="T24" fmla="*/ 123 w 192"/>
                  <a:gd name="T25" fmla="*/ 63 h 119"/>
                  <a:gd name="T26" fmla="*/ 100 w 192"/>
                  <a:gd name="T27" fmla="*/ 77 h 119"/>
                  <a:gd name="T28" fmla="*/ 76 w 192"/>
                  <a:gd name="T29" fmla="*/ 89 h 119"/>
                  <a:gd name="T30" fmla="*/ 52 w 192"/>
                  <a:gd name="T31" fmla="*/ 99 h 119"/>
                  <a:gd name="T32" fmla="*/ 30 w 192"/>
                  <a:gd name="T33" fmla="*/ 108 h 119"/>
                  <a:gd name="T34" fmla="*/ 6 w 192"/>
                  <a:gd name="T35" fmla="*/ 119 h 119"/>
                  <a:gd name="T36" fmla="*/ 0 w 192"/>
                  <a:gd name="T37" fmla="*/ 92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2"/>
                  <a:gd name="T58" fmla="*/ 0 h 119"/>
                  <a:gd name="T59" fmla="*/ 192 w 192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2" h="119">
                    <a:moveTo>
                      <a:pt x="0" y="92"/>
                    </a:moveTo>
                    <a:lnTo>
                      <a:pt x="22" y="83"/>
                    </a:lnTo>
                    <a:lnTo>
                      <a:pt x="47" y="73"/>
                    </a:lnTo>
                    <a:lnTo>
                      <a:pt x="69" y="62"/>
                    </a:lnTo>
                    <a:lnTo>
                      <a:pt x="90" y="53"/>
                    </a:lnTo>
                    <a:lnTo>
                      <a:pt x="112" y="40"/>
                    </a:lnTo>
                    <a:lnTo>
                      <a:pt x="135" y="27"/>
                    </a:lnTo>
                    <a:lnTo>
                      <a:pt x="157" y="14"/>
                    </a:lnTo>
                    <a:lnTo>
                      <a:pt x="178" y="0"/>
                    </a:lnTo>
                    <a:lnTo>
                      <a:pt x="192" y="23"/>
                    </a:lnTo>
                    <a:lnTo>
                      <a:pt x="170" y="38"/>
                    </a:lnTo>
                    <a:lnTo>
                      <a:pt x="147" y="52"/>
                    </a:lnTo>
                    <a:lnTo>
                      <a:pt x="123" y="63"/>
                    </a:lnTo>
                    <a:lnTo>
                      <a:pt x="100" y="77"/>
                    </a:lnTo>
                    <a:lnTo>
                      <a:pt x="76" y="89"/>
                    </a:lnTo>
                    <a:lnTo>
                      <a:pt x="52" y="99"/>
                    </a:lnTo>
                    <a:lnTo>
                      <a:pt x="30" y="108"/>
                    </a:lnTo>
                    <a:lnTo>
                      <a:pt x="6" y="119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3" name="Freeform 77"/>
              <p:cNvSpPr>
                <a:spLocks/>
              </p:cNvSpPr>
              <p:nvPr/>
            </p:nvSpPr>
            <p:spPr bwMode="auto">
              <a:xfrm>
                <a:off x="3513" y="3212"/>
                <a:ext cx="22" cy="32"/>
              </a:xfrm>
              <a:custGeom>
                <a:avLst/>
                <a:gdLst>
                  <a:gd name="T0" fmla="*/ 22 w 22"/>
                  <a:gd name="T1" fmla="*/ 26 h 32"/>
                  <a:gd name="T2" fmla="*/ 5 w 22"/>
                  <a:gd name="T3" fmla="*/ 32 h 32"/>
                  <a:gd name="T4" fmla="*/ 0 w 22"/>
                  <a:gd name="T5" fmla="*/ 7 h 32"/>
                  <a:gd name="T6" fmla="*/ 16 w 22"/>
                  <a:gd name="T7" fmla="*/ 0 h 32"/>
                  <a:gd name="T8" fmla="*/ 22 w 22"/>
                  <a:gd name="T9" fmla="*/ 2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2"/>
                  <a:gd name="T17" fmla="*/ 22 w 2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2">
                    <a:moveTo>
                      <a:pt x="22" y="26"/>
                    </a:moveTo>
                    <a:lnTo>
                      <a:pt x="5" y="32"/>
                    </a:lnTo>
                    <a:lnTo>
                      <a:pt x="0" y="7"/>
                    </a:lnTo>
                    <a:lnTo>
                      <a:pt x="16" y="0"/>
                    </a:lnTo>
                    <a:lnTo>
                      <a:pt x="22" y="2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4" name="Freeform 78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5" name="Freeform 79"/>
              <p:cNvSpPr>
                <a:spLocks/>
              </p:cNvSpPr>
              <p:nvPr/>
            </p:nvSpPr>
            <p:spPr bwMode="auto">
              <a:xfrm>
                <a:off x="3816" y="2905"/>
                <a:ext cx="167" cy="105"/>
              </a:xfrm>
              <a:custGeom>
                <a:avLst/>
                <a:gdLst>
                  <a:gd name="T0" fmla="*/ 139 w 167"/>
                  <a:gd name="T1" fmla="*/ 17 h 105"/>
                  <a:gd name="T2" fmla="*/ 152 w 167"/>
                  <a:gd name="T3" fmla="*/ 24 h 105"/>
                  <a:gd name="T4" fmla="*/ 7 w 167"/>
                  <a:gd name="T5" fmla="*/ 105 h 105"/>
                  <a:gd name="T6" fmla="*/ 0 w 167"/>
                  <a:gd name="T7" fmla="*/ 91 h 105"/>
                  <a:gd name="T8" fmla="*/ 146 w 167"/>
                  <a:gd name="T9" fmla="*/ 10 h 105"/>
                  <a:gd name="T10" fmla="*/ 156 w 167"/>
                  <a:gd name="T11" fmla="*/ 19 h 105"/>
                  <a:gd name="T12" fmla="*/ 146 w 167"/>
                  <a:gd name="T13" fmla="*/ 10 h 105"/>
                  <a:gd name="T14" fmla="*/ 167 w 167"/>
                  <a:gd name="T15" fmla="*/ 0 h 105"/>
                  <a:gd name="T16" fmla="*/ 156 w 167"/>
                  <a:gd name="T17" fmla="*/ 19 h 105"/>
                  <a:gd name="T18" fmla="*/ 139 w 167"/>
                  <a:gd name="T19" fmla="*/ 1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105"/>
                  <a:gd name="T32" fmla="*/ 167 w 167"/>
                  <a:gd name="T33" fmla="*/ 105 h 10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105">
                    <a:moveTo>
                      <a:pt x="139" y="17"/>
                    </a:moveTo>
                    <a:lnTo>
                      <a:pt x="152" y="24"/>
                    </a:lnTo>
                    <a:lnTo>
                      <a:pt x="7" y="105"/>
                    </a:lnTo>
                    <a:lnTo>
                      <a:pt x="0" y="91"/>
                    </a:lnTo>
                    <a:lnTo>
                      <a:pt x="146" y="10"/>
                    </a:lnTo>
                    <a:lnTo>
                      <a:pt x="156" y="19"/>
                    </a:lnTo>
                    <a:lnTo>
                      <a:pt x="146" y="10"/>
                    </a:lnTo>
                    <a:lnTo>
                      <a:pt x="167" y="0"/>
                    </a:lnTo>
                    <a:lnTo>
                      <a:pt x="156" y="19"/>
                    </a:lnTo>
                    <a:lnTo>
                      <a:pt x="13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6" name="Freeform 80"/>
              <p:cNvSpPr>
                <a:spLocks/>
              </p:cNvSpPr>
              <p:nvPr/>
            </p:nvSpPr>
            <p:spPr bwMode="auto">
              <a:xfrm>
                <a:off x="3890" y="2917"/>
                <a:ext cx="83" cy="149"/>
              </a:xfrm>
              <a:custGeom>
                <a:avLst/>
                <a:gdLst>
                  <a:gd name="T0" fmla="*/ 17 w 83"/>
                  <a:gd name="T1" fmla="*/ 129 h 149"/>
                  <a:gd name="T2" fmla="*/ 0 w 83"/>
                  <a:gd name="T3" fmla="*/ 134 h 149"/>
                  <a:gd name="T4" fmla="*/ 66 w 83"/>
                  <a:gd name="T5" fmla="*/ 0 h 149"/>
                  <a:gd name="T6" fmla="*/ 83 w 83"/>
                  <a:gd name="T7" fmla="*/ 3 h 149"/>
                  <a:gd name="T8" fmla="*/ 18 w 83"/>
                  <a:gd name="T9" fmla="*/ 136 h 149"/>
                  <a:gd name="T10" fmla="*/ 2 w 83"/>
                  <a:gd name="T11" fmla="*/ 143 h 149"/>
                  <a:gd name="T12" fmla="*/ 18 w 83"/>
                  <a:gd name="T13" fmla="*/ 136 h 149"/>
                  <a:gd name="T14" fmla="*/ 13 w 83"/>
                  <a:gd name="T15" fmla="*/ 149 h 149"/>
                  <a:gd name="T16" fmla="*/ 2 w 83"/>
                  <a:gd name="T17" fmla="*/ 143 h 149"/>
                  <a:gd name="T18" fmla="*/ 17 w 83"/>
                  <a:gd name="T19" fmla="*/ 129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9"/>
                  <a:gd name="T32" fmla="*/ 83 w 83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9">
                    <a:moveTo>
                      <a:pt x="17" y="129"/>
                    </a:moveTo>
                    <a:lnTo>
                      <a:pt x="0" y="134"/>
                    </a:lnTo>
                    <a:lnTo>
                      <a:pt x="66" y="0"/>
                    </a:lnTo>
                    <a:lnTo>
                      <a:pt x="83" y="3"/>
                    </a:lnTo>
                    <a:lnTo>
                      <a:pt x="18" y="136"/>
                    </a:lnTo>
                    <a:lnTo>
                      <a:pt x="2" y="143"/>
                    </a:lnTo>
                    <a:lnTo>
                      <a:pt x="18" y="136"/>
                    </a:lnTo>
                    <a:lnTo>
                      <a:pt x="13" y="149"/>
                    </a:lnTo>
                    <a:lnTo>
                      <a:pt x="2" y="143"/>
                    </a:lnTo>
                    <a:lnTo>
                      <a:pt x="17" y="1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7" name="Freeform 81"/>
              <p:cNvSpPr>
                <a:spLocks/>
              </p:cNvSpPr>
              <p:nvPr/>
            </p:nvSpPr>
            <p:spPr bwMode="auto">
              <a:xfrm>
                <a:off x="3800" y="2993"/>
                <a:ext cx="104" cy="65"/>
              </a:xfrm>
              <a:custGeom>
                <a:avLst/>
                <a:gdLst>
                  <a:gd name="T0" fmla="*/ 21 w 104"/>
                  <a:gd name="T1" fmla="*/ 14 h 65"/>
                  <a:gd name="T2" fmla="*/ 24 w 104"/>
                  <a:gd name="T3" fmla="*/ 0 h 65"/>
                  <a:gd name="T4" fmla="*/ 104 w 104"/>
                  <a:gd name="T5" fmla="*/ 52 h 65"/>
                  <a:gd name="T6" fmla="*/ 89 w 104"/>
                  <a:gd name="T7" fmla="*/ 65 h 65"/>
                  <a:gd name="T8" fmla="*/ 11 w 104"/>
                  <a:gd name="T9" fmla="*/ 14 h 65"/>
                  <a:gd name="T10" fmla="*/ 14 w 104"/>
                  <a:gd name="T11" fmla="*/ 0 h 65"/>
                  <a:gd name="T12" fmla="*/ 11 w 104"/>
                  <a:gd name="T13" fmla="*/ 14 h 65"/>
                  <a:gd name="T14" fmla="*/ 0 w 104"/>
                  <a:gd name="T15" fmla="*/ 8 h 65"/>
                  <a:gd name="T16" fmla="*/ 14 w 104"/>
                  <a:gd name="T17" fmla="*/ 0 h 65"/>
                  <a:gd name="T18" fmla="*/ 21 w 104"/>
                  <a:gd name="T19" fmla="*/ 1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4"/>
                  <a:gd name="T31" fmla="*/ 0 h 65"/>
                  <a:gd name="T32" fmla="*/ 104 w 104"/>
                  <a:gd name="T33" fmla="*/ 65 h 6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4" h="65">
                    <a:moveTo>
                      <a:pt x="21" y="14"/>
                    </a:moveTo>
                    <a:lnTo>
                      <a:pt x="24" y="0"/>
                    </a:lnTo>
                    <a:lnTo>
                      <a:pt x="104" y="52"/>
                    </a:lnTo>
                    <a:lnTo>
                      <a:pt x="89" y="65"/>
                    </a:lnTo>
                    <a:lnTo>
                      <a:pt x="11" y="14"/>
                    </a:lnTo>
                    <a:lnTo>
                      <a:pt x="14" y="0"/>
                    </a:lnTo>
                    <a:lnTo>
                      <a:pt x="11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8" name="Freeform 82"/>
              <p:cNvSpPr>
                <a:spLocks/>
              </p:cNvSpPr>
              <p:nvPr/>
            </p:nvSpPr>
            <p:spPr bwMode="auto">
              <a:xfrm>
                <a:off x="3902" y="2948"/>
                <a:ext cx="45" cy="31"/>
              </a:xfrm>
              <a:custGeom>
                <a:avLst/>
                <a:gdLst>
                  <a:gd name="T0" fmla="*/ 0 w 45"/>
                  <a:gd name="T1" fmla="*/ 15 h 31"/>
                  <a:gd name="T2" fmla="*/ 15 w 45"/>
                  <a:gd name="T3" fmla="*/ 0 h 31"/>
                  <a:gd name="T4" fmla="*/ 45 w 45"/>
                  <a:gd name="T5" fmla="*/ 15 h 31"/>
                  <a:gd name="T6" fmla="*/ 30 w 45"/>
                  <a:gd name="T7" fmla="*/ 31 h 31"/>
                  <a:gd name="T8" fmla="*/ 0 w 45"/>
                  <a:gd name="T9" fmla="*/ 1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1"/>
                  <a:gd name="T17" fmla="*/ 45 w 4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1">
                    <a:moveTo>
                      <a:pt x="0" y="15"/>
                    </a:moveTo>
                    <a:lnTo>
                      <a:pt x="15" y="0"/>
                    </a:lnTo>
                    <a:lnTo>
                      <a:pt x="45" y="15"/>
                    </a:lnTo>
                    <a:lnTo>
                      <a:pt x="30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89" name="Freeform 83"/>
              <p:cNvSpPr>
                <a:spLocks/>
              </p:cNvSpPr>
              <p:nvPr/>
            </p:nvSpPr>
            <p:spPr bwMode="auto">
              <a:xfrm>
                <a:off x="3739" y="2962"/>
                <a:ext cx="192" cy="164"/>
              </a:xfrm>
              <a:custGeom>
                <a:avLst/>
                <a:gdLst>
                  <a:gd name="T0" fmla="*/ 0 w 192"/>
                  <a:gd name="T1" fmla="*/ 138 h 164"/>
                  <a:gd name="T2" fmla="*/ 0 w 192"/>
                  <a:gd name="T3" fmla="*/ 138 h 164"/>
                  <a:gd name="T4" fmla="*/ 24 w 192"/>
                  <a:gd name="T5" fmla="*/ 121 h 164"/>
                  <a:gd name="T6" fmla="*/ 45 w 192"/>
                  <a:gd name="T7" fmla="*/ 106 h 164"/>
                  <a:gd name="T8" fmla="*/ 68 w 192"/>
                  <a:gd name="T9" fmla="*/ 89 h 164"/>
                  <a:gd name="T10" fmla="*/ 88 w 192"/>
                  <a:gd name="T11" fmla="*/ 72 h 164"/>
                  <a:gd name="T12" fmla="*/ 106 w 192"/>
                  <a:gd name="T13" fmla="*/ 55 h 164"/>
                  <a:gd name="T14" fmla="*/ 125 w 192"/>
                  <a:gd name="T15" fmla="*/ 39 h 164"/>
                  <a:gd name="T16" fmla="*/ 145 w 192"/>
                  <a:gd name="T17" fmla="*/ 21 h 164"/>
                  <a:gd name="T18" fmla="*/ 161 w 192"/>
                  <a:gd name="T19" fmla="*/ 0 h 164"/>
                  <a:gd name="T20" fmla="*/ 192 w 192"/>
                  <a:gd name="T21" fmla="*/ 17 h 164"/>
                  <a:gd name="T22" fmla="*/ 171 w 192"/>
                  <a:gd name="T23" fmla="*/ 38 h 164"/>
                  <a:gd name="T24" fmla="*/ 152 w 192"/>
                  <a:gd name="T25" fmla="*/ 58 h 164"/>
                  <a:gd name="T26" fmla="*/ 132 w 192"/>
                  <a:gd name="T27" fmla="*/ 75 h 164"/>
                  <a:gd name="T28" fmla="*/ 112 w 192"/>
                  <a:gd name="T29" fmla="*/ 94 h 164"/>
                  <a:gd name="T30" fmla="*/ 90 w 192"/>
                  <a:gd name="T31" fmla="*/ 111 h 164"/>
                  <a:gd name="T32" fmla="*/ 68 w 192"/>
                  <a:gd name="T33" fmla="*/ 130 h 164"/>
                  <a:gd name="T34" fmla="*/ 43 w 192"/>
                  <a:gd name="T35" fmla="*/ 146 h 164"/>
                  <a:gd name="T36" fmla="*/ 19 w 192"/>
                  <a:gd name="T37" fmla="*/ 164 h 164"/>
                  <a:gd name="T38" fmla="*/ 0 w 192"/>
                  <a:gd name="T39" fmla="*/ 138 h 1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2"/>
                  <a:gd name="T61" fmla="*/ 0 h 164"/>
                  <a:gd name="T62" fmla="*/ 192 w 192"/>
                  <a:gd name="T63" fmla="*/ 164 h 16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2" h="164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1"/>
                    </a:lnTo>
                    <a:lnTo>
                      <a:pt x="45" y="106"/>
                    </a:lnTo>
                    <a:lnTo>
                      <a:pt x="68" y="89"/>
                    </a:lnTo>
                    <a:lnTo>
                      <a:pt x="88" y="72"/>
                    </a:lnTo>
                    <a:lnTo>
                      <a:pt x="106" y="55"/>
                    </a:lnTo>
                    <a:lnTo>
                      <a:pt x="125" y="39"/>
                    </a:lnTo>
                    <a:lnTo>
                      <a:pt x="145" y="21"/>
                    </a:lnTo>
                    <a:lnTo>
                      <a:pt x="161" y="0"/>
                    </a:lnTo>
                    <a:lnTo>
                      <a:pt x="192" y="17"/>
                    </a:lnTo>
                    <a:lnTo>
                      <a:pt x="171" y="38"/>
                    </a:lnTo>
                    <a:lnTo>
                      <a:pt x="152" y="58"/>
                    </a:lnTo>
                    <a:lnTo>
                      <a:pt x="132" y="75"/>
                    </a:lnTo>
                    <a:lnTo>
                      <a:pt x="112" y="94"/>
                    </a:lnTo>
                    <a:lnTo>
                      <a:pt x="90" y="111"/>
                    </a:lnTo>
                    <a:lnTo>
                      <a:pt x="68" y="130"/>
                    </a:lnTo>
                    <a:lnTo>
                      <a:pt x="43" y="146"/>
                    </a:lnTo>
                    <a:lnTo>
                      <a:pt x="19" y="164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0" name="Freeform 84"/>
              <p:cNvSpPr>
                <a:spLocks/>
              </p:cNvSpPr>
              <p:nvPr/>
            </p:nvSpPr>
            <p:spPr bwMode="auto">
              <a:xfrm>
                <a:off x="3559" y="3100"/>
                <a:ext cx="193" cy="128"/>
              </a:xfrm>
              <a:custGeom>
                <a:avLst/>
                <a:gdLst>
                  <a:gd name="T0" fmla="*/ 0 w 193"/>
                  <a:gd name="T1" fmla="*/ 98 h 128"/>
                  <a:gd name="T2" fmla="*/ 22 w 193"/>
                  <a:gd name="T3" fmla="*/ 87 h 128"/>
                  <a:gd name="T4" fmla="*/ 45 w 193"/>
                  <a:gd name="T5" fmla="*/ 77 h 128"/>
                  <a:gd name="T6" fmla="*/ 66 w 193"/>
                  <a:gd name="T7" fmla="*/ 65 h 128"/>
                  <a:gd name="T8" fmla="*/ 90 w 193"/>
                  <a:gd name="T9" fmla="*/ 54 h 128"/>
                  <a:gd name="T10" fmla="*/ 111 w 193"/>
                  <a:gd name="T11" fmla="*/ 42 h 128"/>
                  <a:gd name="T12" fmla="*/ 132 w 193"/>
                  <a:gd name="T13" fmla="*/ 28 h 128"/>
                  <a:gd name="T14" fmla="*/ 154 w 193"/>
                  <a:gd name="T15" fmla="*/ 13 h 128"/>
                  <a:gd name="T16" fmla="*/ 175 w 193"/>
                  <a:gd name="T17" fmla="*/ 0 h 128"/>
                  <a:gd name="T18" fmla="*/ 193 w 193"/>
                  <a:gd name="T19" fmla="*/ 25 h 128"/>
                  <a:gd name="T20" fmla="*/ 172 w 193"/>
                  <a:gd name="T21" fmla="*/ 41 h 128"/>
                  <a:gd name="T22" fmla="*/ 149 w 193"/>
                  <a:gd name="T23" fmla="*/ 56 h 128"/>
                  <a:gd name="T24" fmla="*/ 125 w 193"/>
                  <a:gd name="T25" fmla="*/ 68 h 128"/>
                  <a:gd name="T26" fmla="*/ 102 w 193"/>
                  <a:gd name="T27" fmla="*/ 82 h 128"/>
                  <a:gd name="T28" fmla="*/ 80 w 193"/>
                  <a:gd name="T29" fmla="*/ 94 h 128"/>
                  <a:gd name="T30" fmla="*/ 56 w 193"/>
                  <a:gd name="T31" fmla="*/ 107 h 128"/>
                  <a:gd name="T32" fmla="*/ 33 w 193"/>
                  <a:gd name="T33" fmla="*/ 119 h 128"/>
                  <a:gd name="T34" fmla="*/ 8 w 193"/>
                  <a:gd name="T35" fmla="*/ 128 h 128"/>
                  <a:gd name="T36" fmla="*/ 0 w 193"/>
                  <a:gd name="T37" fmla="*/ 98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28"/>
                  <a:gd name="T59" fmla="*/ 193 w 193"/>
                  <a:gd name="T60" fmla="*/ 128 h 1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28">
                    <a:moveTo>
                      <a:pt x="0" y="98"/>
                    </a:moveTo>
                    <a:lnTo>
                      <a:pt x="22" y="87"/>
                    </a:lnTo>
                    <a:lnTo>
                      <a:pt x="45" y="77"/>
                    </a:lnTo>
                    <a:lnTo>
                      <a:pt x="66" y="65"/>
                    </a:lnTo>
                    <a:lnTo>
                      <a:pt x="90" y="54"/>
                    </a:lnTo>
                    <a:lnTo>
                      <a:pt x="111" y="42"/>
                    </a:lnTo>
                    <a:lnTo>
                      <a:pt x="132" y="28"/>
                    </a:lnTo>
                    <a:lnTo>
                      <a:pt x="154" y="13"/>
                    </a:lnTo>
                    <a:lnTo>
                      <a:pt x="175" y="0"/>
                    </a:lnTo>
                    <a:lnTo>
                      <a:pt x="193" y="25"/>
                    </a:lnTo>
                    <a:lnTo>
                      <a:pt x="172" y="41"/>
                    </a:lnTo>
                    <a:lnTo>
                      <a:pt x="149" y="56"/>
                    </a:lnTo>
                    <a:lnTo>
                      <a:pt x="125" y="68"/>
                    </a:lnTo>
                    <a:lnTo>
                      <a:pt x="102" y="82"/>
                    </a:lnTo>
                    <a:lnTo>
                      <a:pt x="80" y="94"/>
                    </a:lnTo>
                    <a:lnTo>
                      <a:pt x="56" y="107"/>
                    </a:lnTo>
                    <a:lnTo>
                      <a:pt x="33" y="119"/>
                    </a:lnTo>
                    <a:lnTo>
                      <a:pt x="8" y="12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1" name="Freeform 85"/>
              <p:cNvSpPr>
                <a:spLocks/>
              </p:cNvSpPr>
              <p:nvPr/>
            </p:nvSpPr>
            <p:spPr bwMode="auto">
              <a:xfrm>
                <a:off x="3540" y="3196"/>
                <a:ext cx="28" cy="40"/>
              </a:xfrm>
              <a:custGeom>
                <a:avLst/>
                <a:gdLst>
                  <a:gd name="T0" fmla="*/ 28 w 28"/>
                  <a:gd name="T1" fmla="*/ 31 h 40"/>
                  <a:gd name="T2" fmla="*/ 8 w 28"/>
                  <a:gd name="T3" fmla="*/ 40 h 40"/>
                  <a:gd name="T4" fmla="*/ 0 w 28"/>
                  <a:gd name="T5" fmla="*/ 9 h 40"/>
                  <a:gd name="T6" fmla="*/ 19 w 28"/>
                  <a:gd name="T7" fmla="*/ 0 h 40"/>
                  <a:gd name="T8" fmla="*/ 28 w 28"/>
                  <a:gd name="T9" fmla="*/ 3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0"/>
                  <a:gd name="T17" fmla="*/ 28 w 2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0">
                    <a:moveTo>
                      <a:pt x="28" y="31"/>
                    </a:moveTo>
                    <a:lnTo>
                      <a:pt x="8" y="40"/>
                    </a:lnTo>
                    <a:lnTo>
                      <a:pt x="0" y="9"/>
                    </a:lnTo>
                    <a:lnTo>
                      <a:pt x="19" y="0"/>
                    </a:lnTo>
                    <a:lnTo>
                      <a:pt x="28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2" name="Freeform 86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3" name="Freeform 87"/>
              <p:cNvSpPr>
                <a:spLocks/>
              </p:cNvSpPr>
              <p:nvPr/>
            </p:nvSpPr>
            <p:spPr bwMode="auto">
              <a:xfrm>
                <a:off x="3814" y="2909"/>
                <a:ext cx="159" cy="97"/>
              </a:xfrm>
              <a:custGeom>
                <a:avLst/>
                <a:gdLst>
                  <a:gd name="T0" fmla="*/ 143 w 159"/>
                  <a:gd name="T1" fmla="*/ 11 h 97"/>
                  <a:gd name="T2" fmla="*/ 150 w 159"/>
                  <a:gd name="T3" fmla="*/ 15 h 97"/>
                  <a:gd name="T4" fmla="*/ 6 w 159"/>
                  <a:gd name="T5" fmla="*/ 97 h 97"/>
                  <a:gd name="T6" fmla="*/ 0 w 159"/>
                  <a:gd name="T7" fmla="*/ 90 h 97"/>
                  <a:gd name="T8" fmla="*/ 146 w 159"/>
                  <a:gd name="T9" fmla="*/ 8 h 97"/>
                  <a:gd name="T10" fmla="*/ 153 w 159"/>
                  <a:gd name="T11" fmla="*/ 11 h 97"/>
                  <a:gd name="T12" fmla="*/ 146 w 159"/>
                  <a:gd name="T13" fmla="*/ 8 h 97"/>
                  <a:gd name="T14" fmla="*/ 159 w 159"/>
                  <a:gd name="T15" fmla="*/ 0 h 97"/>
                  <a:gd name="T16" fmla="*/ 153 w 159"/>
                  <a:gd name="T17" fmla="*/ 11 h 97"/>
                  <a:gd name="T18" fmla="*/ 143 w 159"/>
                  <a:gd name="T19" fmla="*/ 11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9"/>
                  <a:gd name="T31" fmla="*/ 0 h 97"/>
                  <a:gd name="T32" fmla="*/ 159 w 159"/>
                  <a:gd name="T33" fmla="*/ 97 h 9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9" h="97">
                    <a:moveTo>
                      <a:pt x="143" y="11"/>
                    </a:moveTo>
                    <a:lnTo>
                      <a:pt x="150" y="15"/>
                    </a:lnTo>
                    <a:lnTo>
                      <a:pt x="6" y="97"/>
                    </a:lnTo>
                    <a:lnTo>
                      <a:pt x="0" y="90"/>
                    </a:lnTo>
                    <a:lnTo>
                      <a:pt x="146" y="8"/>
                    </a:lnTo>
                    <a:lnTo>
                      <a:pt x="153" y="11"/>
                    </a:lnTo>
                    <a:lnTo>
                      <a:pt x="146" y="8"/>
                    </a:lnTo>
                    <a:lnTo>
                      <a:pt x="159" y="0"/>
                    </a:lnTo>
                    <a:lnTo>
                      <a:pt x="153" y="11"/>
                    </a:lnTo>
                    <a:lnTo>
                      <a:pt x="143" y="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4" name="Freeform 88"/>
              <p:cNvSpPr>
                <a:spLocks/>
              </p:cNvSpPr>
              <p:nvPr/>
            </p:nvSpPr>
            <p:spPr bwMode="auto">
              <a:xfrm>
                <a:off x="3893" y="2920"/>
                <a:ext cx="75" cy="140"/>
              </a:xfrm>
              <a:custGeom>
                <a:avLst/>
                <a:gdLst>
                  <a:gd name="T0" fmla="*/ 10 w 75"/>
                  <a:gd name="T1" fmla="*/ 127 h 140"/>
                  <a:gd name="T2" fmla="*/ 0 w 75"/>
                  <a:gd name="T3" fmla="*/ 131 h 140"/>
                  <a:gd name="T4" fmla="*/ 67 w 75"/>
                  <a:gd name="T5" fmla="*/ 0 h 140"/>
                  <a:gd name="T6" fmla="*/ 75 w 75"/>
                  <a:gd name="T7" fmla="*/ 1 h 140"/>
                  <a:gd name="T8" fmla="*/ 11 w 75"/>
                  <a:gd name="T9" fmla="*/ 133 h 140"/>
                  <a:gd name="T10" fmla="*/ 1 w 75"/>
                  <a:gd name="T11" fmla="*/ 136 h 140"/>
                  <a:gd name="T12" fmla="*/ 11 w 75"/>
                  <a:gd name="T13" fmla="*/ 133 h 140"/>
                  <a:gd name="T14" fmla="*/ 7 w 75"/>
                  <a:gd name="T15" fmla="*/ 140 h 140"/>
                  <a:gd name="T16" fmla="*/ 1 w 75"/>
                  <a:gd name="T17" fmla="*/ 136 h 140"/>
                  <a:gd name="T18" fmla="*/ 10 w 75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140"/>
                  <a:gd name="T32" fmla="*/ 75 w 75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140">
                    <a:moveTo>
                      <a:pt x="10" y="127"/>
                    </a:moveTo>
                    <a:lnTo>
                      <a:pt x="0" y="131"/>
                    </a:lnTo>
                    <a:lnTo>
                      <a:pt x="67" y="0"/>
                    </a:lnTo>
                    <a:lnTo>
                      <a:pt x="75" y="1"/>
                    </a:lnTo>
                    <a:lnTo>
                      <a:pt x="11" y="133"/>
                    </a:lnTo>
                    <a:lnTo>
                      <a:pt x="1" y="136"/>
                    </a:lnTo>
                    <a:lnTo>
                      <a:pt x="11" y="133"/>
                    </a:lnTo>
                    <a:lnTo>
                      <a:pt x="7" y="140"/>
                    </a:lnTo>
                    <a:lnTo>
                      <a:pt x="1" y="136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5" name="Freeform 89"/>
              <p:cNvSpPr>
                <a:spLocks/>
              </p:cNvSpPr>
              <p:nvPr/>
            </p:nvSpPr>
            <p:spPr bwMode="auto">
              <a:xfrm>
                <a:off x="3807" y="2996"/>
                <a:ext cx="94" cy="60"/>
              </a:xfrm>
              <a:custGeom>
                <a:avLst/>
                <a:gdLst>
                  <a:gd name="T0" fmla="*/ 11 w 94"/>
                  <a:gd name="T1" fmla="*/ 8 h 60"/>
                  <a:gd name="T2" fmla="*/ 14 w 94"/>
                  <a:gd name="T3" fmla="*/ 0 h 60"/>
                  <a:gd name="T4" fmla="*/ 94 w 94"/>
                  <a:gd name="T5" fmla="*/ 52 h 60"/>
                  <a:gd name="T6" fmla="*/ 85 w 94"/>
                  <a:gd name="T7" fmla="*/ 60 h 60"/>
                  <a:gd name="T8" fmla="*/ 4 w 94"/>
                  <a:gd name="T9" fmla="*/ 9 h 60"/>
                  <a:gd name="T10" fmla="*/ 6 w 94"/>
                  <a:gd name="T11" fmla="*/ 2 h 60"/>
                  <a:gd name="T12" fmla="*/ 4 w 94"/>
                  <a:gd name="T13" fmla="*/ 9 h 60"/>
                  <a:gd name="T14" fmla="*/ 0 w 94"/>
                  <a:gd name="T15" fmla="*/ 6 h 60"/>
                  <a:gd name="T16" fmla="*/ 6 w 94"/>
                  <a:gd name="T17" fmla="*/ 2 h 60"/>
                  <a:gd name="T18" fmla="*/ 11 w 94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0"/>
                  <a:gd name="T32" fmla="*/ 94 w 94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0">
                    <a:moveTo>
                      <a:pt x="11" y="8"/>
                    </a:moveTo>
                    <a:lnTo>
                      <a:pt x="14" y="0"/>
                    </a:lnTo>
                    <a:lnTo>
                      <a:pt x="94" y="52"/>
                    </a:lnTo>
                    <a:lnTo>
                      <a:pt x="85" y="60"/>
                    </a:lnTo>
                    <a:lnTo>
                      <a:pt x="4" y="9"/>
                    </a:lnTo>
                    <a:lnTo>
                      <a:pt x="6" y="2"/>
                    </a:lnTo>
                    <a:lnTo>
                      <a:pt x="4" y="9"/>
                    </a:lnTo>
                    <a:lnTo>
                      <a:pt x="0" y="6"/>
                    </a:lnTo>
                    <a:lnTo>
                      <a:pt x="6" y="2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6" name="Freeform 90"/>
              <p:cNvSpPr>
                <a:spLocks/>
              </p:cNvSpPr>
              <p:nvPr/>
            </p:nvSpPr>
            <p:spPr bwMode="auto">
              <a:xfrm>
                <a:off x="3904" y="2952"/>
                <a:ext cx="37" cy="27"/>
              </a:xfrm>
              <a:custGeom>
                <a:avLst/>
                <a:gdLst>
                  <a:gd name="T0" fmla="*/ 0 w 37"/>
                  <a:gd name="T1" fmla="*/ 13 h 27"/>
                  <a:gd name="T2" fmla="*/ 13 w 37"/>
                  <a:gd name="T3" fmla="*/ 0 h 27"/>
                  <a:gd name="T4" fmla="*/ 37 w 37"/>
                  <a:gd name="T5" fmla="*/ 13 h 27"/>
                  <a:gd name="T6" fmla="*/ 25 w 37"/>
                  <a:gd name="T7" fmla="*/ 27 h 27"/>
                  <a:gd name="T8" fmla="*/ 0 w 37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7"/>
                  <a:gd name="T17" fmla="*/ 37 w 37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7">
                    <a:moveTo>
                      <a:pt x="0" y="13"/>
                    </a:moveTo>
                    <a:lnTo>
                      <a:pt x="13" y="0"/>
                    </a:lnTo>
                    <a:lnTo>
                      <a:pt x="37" y="13"/>
                    </a:lnTo>
                    <a:lnTo>
                      <a:pt x="25" y="2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7" name="Freeform 91"/>
              <p:cNvSpPr>
                <a:spLocks/>
              </p:cNvSpPr>
              <p:nvPr/>
            </p:nvSpPr>
            <p:spPr bwMode="auto">
              <a:xfrm>
                <a:off x="3743" y="2964"/>
                <a:ext cx="187" cy="160"/>
              </a:xfrm>
              <a:custGeom>
                <a:avLst/>
                <a:gdLst>
                  <a:gd name="T0" fmla="*/ 0 w 187"/>
                  <a:gd name="T1" fmla="*/ 138 h 160"/>
                  <a:gd name="T2" fmla="*/ 0 w 187"/>
                  <a:gd name="T3" fmla="*/ 138 h 160"/>
                  <a:gd name="T4" fmla="*/ 23 w 187"/>
                  <a:gd name="T5" fmla="*/ 121 h 160"/>
                  <a:gd name="T6" fmla="*/ 47 w 187"/>
                  <a:gd name="T7" fmla="*/ 106 h 160"/>
                  <a:gd name="T8" fmla="*/ 66 w 187"/>
                  <a:gd name="T9" fmla="*/ 89 h 160"/>
                  <a:gd name="T10" fmla="*/ 88 w 187"/>
                  <a:gd name="T11" fmla="*/ 72 h 160"/>
                  <a:gd name="T12" fmla="*/ 108 w 187"/>
                  <a:gd name="T13" fmla="*/ 56 h 160"/>
                  <a:gd name="T14" fmla="*/ 126 w 187"/>
                  <a:gd name="T15" fmla="*/ 39 h 160"/>
                  <a:gd name="T16" fmla="*/ 145 w 187"/>
                  <a:gd name="T17" fmla="*/ 20 h 160"/>
                  <a:gd name="T18" fmla="*/ 163 w 187"/>
                  <a:gd name="T19" fmla="*/ 0 h 160"/>
                  <a:gd name="T20" fmla="*/ 187 w 187"/>
                  <a:gd name="T21" fmla="*/ 13 h 160"/>
                  <a:gd name="T22" fmla="*/ 167 w 187"/>
                  <a:gd name="T23" fmla="*/ 35 h 160"/>
                  <a:gd name="T24" fmla="*/ 148 w 187"/>
                  <a:gd name="T25" fmla="*/ 54 h 160"/>
                  <a:gd name="T26" fmla="*/ 128 w 187"/>
                  <a:gd name="T27" fmla="*/ 72 h 160"/>
                  <a:gd name="T28" fmla="*/ 106 w 187"/>
                  <a:gd name="T29" fmla="*/ 90 h 160"/>
                  <a:gd name="T30" fmla="*/ 85 w 187"/>
                  <a:gd name="T31" fmla="*/ 108 h 160"/>
                  <a:gd name="T32" fmla="*/ 64 w 187"/>
                  <a:gd name="T33" fmla="*/ 124 h 160"/>
                  <a:gd name="T34" fmla="*/ 40 w 187"/>
                  <a:gd name="T35" fmla="*/ 141 h 160"/>
                  <a:gd name="T36" fmla="*/ 15 w 187"/>
                  <a:gd name="T37" fmla="*/ 160 h 160"/>
                  <a:gd name="T38" fmla="*/ 0 w 187"/>
                  <a:gd name="T39" fmla="*/ 138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7"/>
                  <a:gd name="T61" fmla="*/ 0 h 160"/>
                  <a:gd name="T62" fmla="*/ 187 w 187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7" h="160">
                    <a:moveTo>
                      <a:pt x="0" y="138"/>
                    </a:moveTo>
                    <a:lnTo>
                      <a:pt x="0" y="138"/>
                    </a:lnTo>
                    <a:lnTo>
                      <a:pt x="23" y="121"/>
                    </a:lnTo>
                    <a:lnTo>
                      <a:pt x="47" y="106"/>
                    </a:lnTo>
                    <a:lnTo>
                      <a:pt x="66" y="89"/>
                    </a:lnTo>
                    <a:lnTo>
                      <a:pt x="88" y="72"/>
                    </a:lnTo>
                    <a:lnTo>
                      <a:pt x="108" y="56"/>
                    </a:lnTo>
                    <a:lnTo>
                      <a:pt x="126" y="39"/>
                    </a:lnTo>
                    <a:lnTo>
                      <a:pt x="145" y="20"/>
                    </a:lnTo>
                    <a:lnTo>
                      <a:pt x="163" y="0"/>
                    </a:lnTo>
                    <a:lnTo>
                      <a:pt x="187" y="13"/>
                    </a:lnTo>
                    <a:lnTo>
                      <a:pt x="167" y="35"/>
                    </a:lnTo>
                    <a:lnTo>
                      <a:pt x="148" y="54"/>
                    </a:lnTo>
                    <a:lnTo>
                      <a:pt x="128" y="72"/>
                    </a:lnTo>
                    <a:lnTo>
                      <a:pt x="106" y="90"/>
                    </a:lnTo>
                    <a:lnTo>
                      <a:pt x="85" y="108"/>
                    </a:lnTo>
                    <a:lnTo>
                      <a:pt x="64" y="124"/>
                    </a:lnTo>
                    <a:lnTo>
                      <a:pt x="40" y="141"/>
                    </a:lnTo>
                    <a:lnTo>
                      <a:pt x="15" y="16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8" name="Freeform 92"/>
              <p:cNvSpPr>
                <a:spLocks/>
              </p:cNvSpPr>
              <p:nvPr/>
            </p:nvSpPr>
            <p:spPr bwMode="auto">
              <a:xfrm>
                <a:off x="3561" y="3101"/>
                <a:ext cx="191" cy="125"/>
              </a:xfrm>
              <a:custGeom>
                <a:avLst/>
                <a:gdLst>
                  <a:gd name="T0" fmla="*/ 0 w 191"/>
                  <a:gd name="T1" fmla="*/ 100 h 125"/>
                  <a:gd name="T2" fmla="*/ 22 w 191"/>
                  <a:gd name="T3" fmla="*/ 89 h 125"/>
                  <a:gd name="T4" fmla="*/ 45 w 191"/>
                  <a:gd name="T5" fmla="*/ 78 h 125"/>
                  <a:gd name="T6" fmla="*/ 67 w 191"/>
                  <a:gd name="T7" fmla="*/ 66 h 125"/>
                  <a:gd name="T8" fmla="*/ 89 w 191"/>
                  <a:gd name="T9" fmla="*/ 56 h 125"/>
                  <a:gd name="T10" fmla="*/ 111 w 191"/>
                  <a:gd name="T11" fmla="*/ 42 h 125"/>
                  <a:gd name="T12" fmla="*/ 132 w 191"/>
                  <a:gd name="T13" fmla="*/ 30 h 125"/>
                  <a:gd name="T14" fmla="*/ 155 w 191"/>
                  <a:gd name="T15" fmla="*/ 15 h 125"/>
                  <a:gd name="T16" fmla="*/ 176 w 191"/>
                  <a:gd name="T17" fmla="*/ 0 h 125"/>
                  <a:gd name="T18" fmla="*/ 191 w 191"/>
                  <a:gd name="T19" fmla="*/ 22 h 125"/>
                  <a:gd name="T20" fmla="*/ 170 w 191"/>
                  <a:gd name="T21" fmla="*/ 36 h 125"/>
                  <a:gd name="T22" fmla="*/ 147 w 191"/>
                  <a:gd name="T23" fmla="*/ 51 h 125"/>
                  <a:gd name="T24" fmla="*/ 125 w 191"/>
                  <a:gd name="T25" fmla="*/ 64 h 125"/>
                  <a:gd name="T26" fmla="*/ 100 w 191"/>
                  <a:gd name="T27" fmla="*/ 78 h 125"/>
                  <a:gd name="T28" fmla="*/ 77 w 191"/>
                  <a:gd name="T29" fmla="*/ 91 h 125"/>
                  <a:gd name="T30" fmla="*/ 54 w 191"/>
                  <a:gd name="T31" fmla="*/ 103 h 125"/>
                  <a:gd name="T32" fmla="*/ 31 w 191"/>
                  <a:gd name="T33" fmla="*/ 114 h 125"/>
                  <a:gd name="T34" fmla="*/ 6 w 191"/>
                  <a:gd name="T35" fmla="*/ 125 h 125"/>
                  <a:gd name="T36" fmla="*/ 0 w 191"/>
                  <a:gd name="T37" fmla="*/ 10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1"/>
                  <a:gd name="T58" fmla="*/ 0 h 125"/>
                  <a:gd name="T59" fmla="*/ 191 w 191"/>
                  <a:gd name="T60" fmla="*/ 125 h 1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1" h="125">
                    <a:moveTo>
                      <a:pt x="0" y="100"/>
                    </a:moveTo>
                    <a:lnTo>
                      <a:pt x="22" y="89"/>
                    </a:lnTo>
                    <a:lnTo>
                      <a:pt x="45" y="78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11" y="42"/>
                    </a:lnTo>
                    <a:lnTo>
                      <a:pt x="132" y="30"/>
                    </a:lnTo>
                    <a:lnTo>
                      <a:pt x="155" y="15"/>
                    </a:lnTo>
                    <a:lnTo>
                      <a:pt x="176" y="0"/>
                    </a:lnTo>
                    <a:lnTo>
                      <a:pt x="191" y="22"/>
                    </a:lnTo>
                    <a:lnTo>
                      <a:pt x="170" y="36"/>
                    </a:lnTo>
                    <a:lnTo>
                      <a:pt x="147" y="51"/>
                    </a:lnTo>
                    <a:lnTo>
                      <a:pt x="125" y="64"/>
                    </a:lnTo>
                    <a:lnTo>
                      <a:pt x="100" y="78"/>
                    </a:lnTo>
                    <a:lnTo>
                      <a:pt x="77" y="91"/>
                    </a:lnTo>
                    <a:lnTo>
                      <a:pt x="54" y="103"/>
                    </a:lnTo>
                    <a:lnTo>
                      <a:pt x="31" y="114"/>
                    </a:lnTo>
                    <a:lnTo>
                      <a:pt x="6" y="125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899" name="Freeform 93"/>
              <p:cNvSpPr>
                <a:spLocks/>
              </p:cNvSpPr>
              <p:nvPr/>
            </p:nvSpPr>
            <p:spPr bwMode="auto">
              <a:xfrm>
                <a:off x="3545" y="3199"/>
                <a:ext cx="22" cy="34"/>
              </a:xfrm>
              <a:custGeom>
                <a:avLst/>
                <a:gdLst>
                  <a:gd name="T0" fmla="*/ 22 w 22"/>
                  <a:gd name="T1" fmla="*/ 27 h 34"/>
                  <a:gd name="T2" fmla="*/ 5 w 22"/>
                  <a:gd name="T3" fmla="*/ 34 h 34"/>
                  <a:gd name="T4" fmla="*/ 0 w 22"/>
                  <a:gd name="T5" fmla="*/ 8 h 34"/>
                  <a:gd name="T6" fmla="*/ 16 w 22"/>
                  <a:gd name="T7" fmla="*/ 0 h 34"/>
                  <a:gd name="T8" fmla="*/ 22 w 22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22" y="27"/>
                    </a:moveTo>
                    <a:lnTo>
                      <a:pt x="5" y="34"/>
                    </a:lnTo>
                    <a:lnTo>
                      <a:pt x="0" y="8"/>
                    </a:lnTo>
                    <a:lnTo>
                      <a:pt x="16" y="0"/>
                    </a:ln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0" name="Freeform 94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1" name="Freeform 95"/>
              <p:cNvSpPr>
                <a:spLocks/>
              </p:cNvSpPr>
              <p:nvPr/>
            </p:nvSpPr>
            <p:spPr bwMode="auto">
              <a:xfrm>
                <a:off x="4022" y="1801"/>
                <a:ext cx="40" cy="186"/>
              </a:xfrm>
              <a:custGeom>
                <a:avLst/>
                <a:gdLst>
                  <a:gd name="T0" fmla="*/ 6 w 40"/>
                  <a:gd name="T1" fmla="*/ 32 h 186"/>
                  <a:gd name="T2" fmla="*/ 19 w 40"/>
                  <a:gd name="T3" fmla="*/ 26 h 186"/>
                  <a:gd name="T4" fmla="*/ 40 w 40"/>
                  <a:gd name="T5" fmla="*/ 186 h 186"/>
                  <a:gd name="T6" fmla="*/ 24 w 40"/>
                  <a:gd name="T7" fmla="*/ 185 h 186"/>
                  <a:gd name="T8" fmla="*/ 3 w 40"/>
                  <a:gd name="T9" fmla="*/ 25 h 186"/>
                  <a:gd name="T10" fmla="*/ 14 w 40"/>
                  <a:gd name="T11" fmla="*/ 18 h 186"/>
                  <a:gd name="T12" fmla="*/ 3 w 40"/>
                  <a:gd name="T13" fmla="*/ 25 h 186"/>
                  <a:gd name="T14" fmla="*/ 0 w 40"/>
                  <a:gd name="T15" fmla="*/ 0 h 186"/>
                  <a:gd name="T16" fmla="*/ 14 w 40"/>
                  <a:gd name="T17" fmla="*/ 18 h 186"/>
                  <a:gd name="T18" fmla="*/ 6 w 40"/>
                  <a:gd name="T19" fmla="*/ 32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86"/>
                  <a:gd name="T32" fmla="*/ 40 w 40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86">
                    <a:moveTo>
                      <a:pt x="6" y="32"/>
                    </a:moveTo>
                    <a:lnTo>
                      <a:pt x="19" y="26"/>
                    </a:lnTo>
                    <a:lnTo>
                      <a:pt x="40" y="186"/>
                    </a:lnTo>
                    <a:lnTo>
                      <a:pt x="24" y="185"/>
                    </a:lnTo>
                    <a:lnTo>
                      <a:pt x="3" y="25"/>
                    </a:lnTo>
                    <a:lnTo>
                      <a:pt x="14" y="18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14" y="18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2" name="Freeform 96"/>
              <p:cNvSpPr>
                <a:spLocks/>
              </p:cNvSpPr>
              <p:nvPr/>
            </p:nvSpPr>
            <p:spPr bwMode="auto">
              <a:xfrm>
                <a:off x="4029" y="1818"/>
                <a:ext cx="120" cy="135"/>
              </a:xfrm>
              <a:custGeom>
                <a:avLst/>
                <a:gdLst>
                  <a:gd name="T0" fmla="*/ 102 w 120"/>
                  <a:gd name="T1" fmla="*/ 116 h 135"/>
                  <a:gd name="T2" fmla="*/ 102 w 120"/>
                  <a:gd name="T3" fmla="*/ 133 h 135"/>
                  <a:gd name="T4" fmla="*/ 0 w 120"/>
                  <a:gd name="T5" fmla="*/ 14 h 135"/>
                  <a:gd name="T6" fmla="*/ 9 w 120"/>
                  <a:gd name="T7" fmla="*/ 0 h 135"/>
                  <a:gd name="T8" fmla="*/ 109 w 120"/>
                  <a:gd name="T9" fmla="*/ 119 h 135"/>
                  <a:gd name="T10" fmla="*/ 109 w 120"/>
                  <a:gd name="T11" fmla="*/ 135 h 135"/>
                  <a:gd name="T12" fmla="*/ 109 w 120"/>
                  <a:gd name="T13" fmla="*/ 119 h 135"/>
                  <a:gd name="T14" fmla="*/ 120 w 120"/>
                  <a:gd name="T15" fmla="*/ 128 h 135"/>
                  <a:gd name="T16" fmla="*/ 109 w 120"/>
                  <a:gd name="T17" fmla="*/ 135 h 135"/>
                  <a:gd name="T18" fmla="*/ 102 w 120"/>
                  <a:gd name="T19" fmla="*/ 116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35"/>
                  <a:gd name="T32" fmla="*/ 120 w 120"/>
                  <a:gd name="T33" fmla="*/ 135 h 1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35">
                    <a:moveTo>
                      <a:pt x="102" y="116"/>
                    </a:moveTo>
                    <a:lnTo>
                      <a:pt x="102" y="133"/>
                    </a:lnTo>
                    <a:lnTo>
                      <a:pt x="0" y="14"/>
                    </a:lnTo>
                    <a:lnTo>
                      <a:pt x="9" y="0"/>
                    </a:lnTo>
                    <a:lnTo>
                      <a:pt x="109" y="119"/>
                    </a:lnTo>
                    <a:lnTo>
                      <a:pt x="109" y="135"/>
                    </a:lnTo>
                    <a:lnTo>
                      <a:pt x="109" y="119"/>
                    </a:lnTo>
                    <a:lnTo>
                      <a:pt x="120" y="128"/>
                    </a:lnTo>
                    <a:lnTo>
                      <a:pt x="109" y="135"/>
                    </a:lnTo>
                    <a:lnTo>
                      <a:pt x="102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3" name="Freeform 97"/>
              <p:cNvSpPr>
                <a:spLocks/>
              </p:cNvSpPr>
              <p:nvPr/>
            </p:nvSpPr>
            <p:spPr bwMode="auto">
              <a:xfrm>
                <a:off x="4047" y="1935"/>
                <a:ext cx="93" cy="67"/>
              </a:xfrm>
              <a:custGeom>
                <a:avLst/>
                <a:gdLst>
                  <a:gd name="T0" fmla="*/ 16 w 93"/>
                  <a:gd name="T1" fmla="*/ 53 h 67"/>
                  <a:gd name="T2" fmla="*/ 4 w 93"/>
                  <a:gd name="T3" fmla="*/ 43 h 67"/>
                  <a:gd name="T4" fmla="*/ 85 w 93"/>
                  <a:gd name="T5" fmla="*/ 0 h 67"/>
                  <a:gd name="T6" fmla="*/ 93 w 93"/>
                  <a:gd name="T7" fmla="*/ 19 h 67"/>
                  <a:gd name="T8" fmla="*/ 13 w 93"/>
                  <a:gd name="T9" fmla="*/ 63 h 67"/>
                  <a:gd name="T10" fmla="*/ 0 w 93"/>
                  <a:gd name="T11" fmla="*/ 52 h 67"/>
                  <a:gd name="T12" fmla="*/ 13 w 93"/>
                  <a:gd name="T13" fmla="*/ 63 h 67"/>
                  <a:gd name="T14" fmla="*/ 2 w 93"/>
                  <a:gd name="T15" fmla="*/ 67 h 67"/>
                  <a:gd name="T16" fmla="*/ 0 w 93"/>
                  <a:gd name="T17" fmla="*/ 52 h 67"/>
                  <a:gd name="T18" fmla="*/ 16 w 93"/>
                  <a:gd name="T19" fmla="*/ 53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3"/>
                  <a:gd name="T31" fmla="*/ 0 h 67"/>
                  <a:gd name="T32" fmla="*/ 93 w 93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3" h="67">
                    <a:moveTo>
                      <a:pt x="16" y="53"/>
                    </a:moveTo>
                    <a:lnTo>
                      <a:pt x="4" y="43"/>
                    </a:lnTo>
                    <a:lnTo>
                      <a:pt x="85" y="0"/>
                    </a:lnTo>
                    <a:lnTo>
                      <a:pt x="93" y="19"/>
                    </a:lnTo>
                    <a:lnTo>
                      <a:pt x="13" y="63"/>
                    </a:lnTo>
                    <a:lnTo>
                      <a:pt x="0" y="52"/>
                    </a:lnTo>
                    <a:lnTo>
                      <a:pt x="13" y="63"/>
                    </a:lnTo>
                    <a:lnTo>
                      <a:pt x="2" y="67"/>
                    </a:lnTo>
                    <a:lnTo>
                      <a:pt x="0" y="52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4" name="Freeform 98"/>
              <p:cNvSpPr>
                <a:spLocks/>
              </p:cNvSpPr>
              <p:nvPr/>
            </p:nvSpPr>
            <p:spPr bwMode="auto">
              <a:xfrm>
                <a:off x="4032" y="1845"/>
                <a:ext cx="39" cy="37"/>
              </a:xfrm>
              <a:custGeom>
                <a:avLst/>
                <a:gdLst>
                  <a:gd name="T0" fmla="*/ 11 w 39"/>
                  <a:gd name="T1" fmla="*/ 37 h 37"/>
                  <a:gd name="T2" fmla="*/ 0 w 39"/>
                  <a:gd name="T3" fmla="*/ 17 h 37"/>
                  <a:gd name="T4" fmla="*/ 28 w 39"/>
                  <a:gd name="T5" fmla="*/ 0 h 37"/>
                  <a:gd name="T6" fmla="*/ 39 w 39"/>
                  <a:gd name="T7" fmla="*/ 20 h 37"/>
                  <a:gd name="T8" fmla="*/ 11 w 39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11" y="37"/>
                    </a:moveTo>
                    <a:lnTo>
                      <a:pt x="0" y="17"/>
                    </a:lnTo>
                    <a:lnTo>
                      <a:pt x="28" y="0"/>
                    </a:lnTo>
                    <a:lnTo>
                      <a:pt x="39" y="20"/>
                    </a:lnTo>
                    <a:lnTo>
                      <a:pt x="11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5" name="Freeform 99"/>
              <p:cNvSpPr>
                <a:spLocks/>
              </p:cNvSpPr>
              <p:nvPr/>
            </p:nvSpPr>
            <p:spPr bwMode="auto">
              <a:xfrm>
                <a:off x="4046" y="1869"/>
                <a:ext cx="108" cy="231"/>
              </a:xfrm>
              <a:custGeom>
                <a:avLst/>
                <a:gdLst>
                  <a:gd name="T0" fmla="*/ 77 w 108"/>
                  <a:gd name="T1" fmla="*/ 231 h 231"/>
                  <a:gd name="T2" fmla="*/ 77 w 108"/>
                  <a:gd name="T3" fmla="*/ 231 h 231"/>
                  <a:gd name="T4" fmla="*/ 62 w 108"/>
                  <a:gd name="T5" fmla="*/ 176 h 231"/>
                  <a:gd name="T6" fmla="*/ 44 w 108"/>
                  <a:gd name="T7" fmla="*/ 120 h 231"/>
                  <a:gd name="T8" fmla="*/ 24 w 108"/>
                  <a:gd name="T9" fmla="*/ 68 h 231"/>
                  <a:gd name="T10" fmla="*/ 0 w 108"/>
                  <a:gd name="T11" fmla="*/ 16 h 231"/>
                  <a:gd name="T12" fmla="*/ 27 w 108"/>
                  <a:gd name="T13" fmla="*/ 0 h 231"/>
                  <a:gd name="T14" fmla="*/ 52 w 108"/>
                  <a:gd name="T15" fmla="*/ 55 h 231"/>
                  <a:gd name="T16" fmla="*/ 73 w 108"/>
                  <a:gd name="T17" fmla="*/ 110 h 231"/>
                  <a:gd name="T18" fmla="*/ 92 w 108"/>
                  <a:gd name="T19" fmla="*/ 168 h 231"/>
                  <a:gd name="T20" fmla="*/ 108 w 108"/>
                  <a:gd name="T21" fmla="*/ 228 h 231"/>
                  <a:gd name="T22" fmla="*/ 77 w 108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8"/>
                  <a:gd name="T37" fmla="*/ 0 h 231"/>
                  <a:gd name="T38" fmla="*/ 108 w 108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8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6"/>
                    </a:lnTo>
                    <a:lnTo>
                      <a:pt x="44" y="120"/>
                    </a:lnTo>
                    <a:lnTo>
                      <a:pt x="24" y="68"/>
                    </a:lnTo>
                    <a:lnTo>
                      <a:pt x="0" y="16"/>
                    </a:lnTo>
                    <a:lnTo>
                      <a:pt x="27" y="0"/>
                    </a:lnTo>
                    <a:lnTo>
                      <a:pt x="52" y="55"/>
                    </a:lnTo>
                    <a:lnTo>
                      <a:pt x="73" y="110"/>
                    </a:lnTo>
                    <a:lnTo>
                      <a:pt x="92" y="168"/>
                    </a:lnTo>
                    <a:lnTo>
                      <a:pt x="108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6" name="Freeform 100"/>
              <p:cNvSpPr>
                <a:spLocks/>
              </p:cNvSpPr>
              <p:nvPr/>
            </p:nvSpPr>
            <p:spPr bwMode="auto">
              <a:xfrm>
                <a:off x="4127" y="2097"/>
                <a:ext cx="59" cy="206"/>
              </a:xfrm>
              <a:custGeom>
                <a:avLst/>
                <a:gdLst>
                  <a:gd name="T0" fmla="*/ 24 w 59"/>
                  <a:gd name="T1" fmla="*/ 199 h 206"/>
                  <a:gd name="T2" fmla="*/ 24 w 59"/>
                  <a:gd name="T3" fmla="*/ 174 h 206"/>
                  <a:gd name="T4" fmla="*/ 23 w 59"/>
                  <a:gd name="T5" fmla="*/ 151 h 206"/>
                  <a:gd name="T6" fmla="*/ 21 w 59"/>
                  <a:gd name="T7" fmla="*/ 127 h 206"/>
                  <a:gd name="T8" fmla="*/ 17 w 59"/>
                  <a:gd name="T9" fmla="*/ 103 h 206"/>
                  <a:gd name="T10" fmla="*/ 15 w 59"/>
                  <a:gd name="T11" fmla="*/ 78 h 206"/>
                  <a:gd name="T12" fmla="*/ 11 w 59"/>
                  <a:gd name="T13" fmla="*/ 54 h 206"/>
                  <a:gd name="T14" fmla="*/ 6 w 59"/>
                  <a:gd name="T15" fmla="*/ 30 h 206"/>
                  <a:gd name="T16" fmla="*/ 0 w 59"/>
                  <a:gd name="T17" fmla="*/ 4 h 206"/>
                  <a:gd name="T18" fmla="*/ 33 w 59"/>
                  <a:gd name="T19" fmla="*/ 0 h 206"/>
                  <a:gd name="T20" fmla="*/ 39 w 59"/>
                  <a:gd name="T21" fmla="*/ 26 h 206"/>
                  <a:gd name="T22" fmla="*/ 43 w 59"/>
                  <a:gd name="T23" fmla="*/ 53 h 206"/>
                  <a:gd name="T24" fmla="*/ 48 w 59"/>
                  <a:gd name="T25" fmla="*/ 79 h 206"/>
                  <a:gd name="T26" fmla="*/ 52 w 59"/>
                  <a:gd name="T27" fmla="*/ 105 h 206"/>
                  <a:gd name="T28" fmla="*/ 54 w 59"/>
                  <a:gd name="T29" fmla="*/ 130 h 206"/>
                  <a:gd name="T30" fmla="*/ 57 w 59"/>
                  <a:gd name="T31" fmla="*/ 155 h 206"/>
                  <a:gd name="T32" fmla="*/ 58 w 59"/>
                  <a:gd name="T33" fmla="*/ 182 h 206"/>
                  <a:gd name="T34" fmla="*/ 59 w 59"/>
                  <a:gd name="T35" fmla="*/ 206 h 206"/>
                  <a:gd name="T36" fmla="*/ 24 w 59"/>
                  <a:gd name="T37" fmla="*/ 19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9"/>
                  <a:gd name="T58" fmla="*/ 0 h 206"/>
                  <a:gd name="T59" fmla="*/ 59 w 59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9" h="206">
                    <a:moveTo>
                      <a:pt x="24" y="199"/>
                    </a:moveTo>
                    <a:lnTo>
                      <a:pt x="24" y="174"/>
                    </a:lnTo>
                    <a:lnTo>
                      <a:pt x="23" y="151"/>
                    </a:lnTo>
                    <a:lnTo>
                      <a:pt x="21" y="127"/>
                    </a:lnTo>
                    <a:lnTo>
                      <a:pt x="17" y="103"/>
                    </a:lnTo>
                    <a:lnTo>
                      <a:pt x="15" y="78"/>
                    </a:lnTo>
                    <a:lnTo>
                      <a:pt x="11" y="54"/>
                    </a:lnTo>
                    <a:lnTo>
                      <a:pt x="6" y="30"/>
                    </a:lnTo>
                    <a:lnTo>
                      <a:pt x="0" y="4"/>
                    </a:lnTo>
                    <a:lnTo>
                      <a:pt x="33" y="0"/>
                    </a:lnTo>
                    <a:lnTo>
                      <a:pt x="39" y="26"/>
                    </a:lnTo>
                    <a:lnTo>
                      <a:pt x="43" y="53"/>
                    </a:lnTo>
                    <a:lnTo>
                      <a:pt x="48" y="79"/>
                    </a:lnTo>
                    <a:lnTo>
                      <a:pt x="52" y="105"/>
                    </a:lnTo>
                    <a:lnTo>
                      <a:pt x="54" y="130"/>
                    </a:lnTo>
                    <a:lnTo>
                      <a:pt x="57" y="155"/>
                    </a:lnTo>
                    <a:lnTo>
                      <a:pt x="58" y="182"/>
                    </a:lnTo>
                    <a:lnTo>
                      <a:pt x="59" y="206"/>
                    </a:lnTo>
                    <a:lnTo>
                      <a:pt x="24" y="19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7" name="Freeform 101"/>
              <p:cNvSpPr>
                <a:spLocks/>
              </p:cNvSpPr>
              <p:nvPr/>
            </p:nvSpPr>
            <p:spPr bwMode="auto">
              <a:xfrm>
                <a:off x="4154" y="2295"/>
                <a:ext cx="34" cy="31"/>
              </a:xfrm>
              <a:custGeom>
                <a:avLst/>
                <a:gdLst>
                  <a:gd name="T0" fmla="*/ 34 w 34"/>
                  <a:gd name="T1" fmla="*/ 8 h 31"/>
                  <a:gd name="T2" fmla="*/ 34 w 34"/>
                  <a:gd name="T3" fmla="*/ 31 h 31"/>
                  <a:gd name="T4" fmla="*/ 0 w 34"/>
                  <a:gd name="T5" fmla="*/ 22 h 31"/>
                  <a:gd name="T6" fmla="*/ 0 w 34"/>
                  <a:gd name="T7" fmla="*/ 0 h 31"/>
                  <a:gd name="T8" fmla="*/ 34 w 34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1"/>
                  <a:gd name="T17" fmla="*/ 34 w 34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1">
                    <a:moveTo>
                      <a:pt x="34" y="8"/>
                    </a:moveTo>
                    <a:lnTo>
                      <a:pt x="34" y="31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8" name="Freeform 102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09" name="Freeform 103"/>
              <p:cNvSpPr>
                <a:spLocks/>
              </p:cNvSpPr>
              <p:nvPr/>
            </p:nvSpPr>
            <p:spPr bwMode="auto">
              <a:xfrm>
                <a:off x="4026" y="1811"/>
                <a:ext cx="32" cy="176"/>
              </a:xfrm>
              <a:custGeom>
                <a:avLst/>
                <a:gdLst>
                  <a:gd name="T0" fmla="*/ 3 w 32"/>
                  <a:gd name="T1" fmla="*/ 18 h 176"/>
                  <a:gd name="T2" fmla="*/ 12 w 32"/>
                  <a:gd name="T3" fmla="*/ 15 h 176"/>
                  <a:gd name="T4" fmla="*/ 32 w 32"/>
                  <a:gd name="T5" fmla="*/ 176 h 176"/>
                  <a:gd name="T6" fmla="*/ 23 w 32"/>
                  <a:gd name="T7" fmla="*/ 176 h 176"/>
                  <a:gd name="T8" fmla="*/ 2 w 32"/>
                  <a:gd name="T9" fmla="*/ 14 h 176"/>
                  <a:gd name="T10" fmla="*/ 9 w 32"/>
                  <a:gd name="T11" fmla="*/ 10 h 176"/>
                  <a:gd name="T12" fmla="*/ 2 w 32"/>
                  <a:gd name="T13" fmla="*/ 14 h 176"/>
                  <a:gd name="T14" fmla="*/ 0 w 32"/>
                  <a:gd name="T15" fmla="*/ 0 h 176"/>
                  <a:gd name="T16" fmla="*/ 9 w 32"/>
                  <a:gd name="T17" fmla="*/ 10 h 176"/>
                  <a:gd name="T18" fmla="*/ 3 w 32"/>
                  <a:gd name="T19" fmla="*/ 1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"/>
                  <a:gd name="T31" fmla="*/ 0 h 176"/>
                  <a:gd name="T32" fmla="*/ 32 w 32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" h="176">
                    <a:moveTo>
                      <a:pt x="3" y="18"/>
                    </a:moveTo>
                    <a:lnTo>
                      <a:pt x="12" y="15"/>
                    </a:lnTo>
                    <a:lnTo>
                      <a:pt x="32" y="176"/>
                    </a:lnTo>
                    <a:lnTo>
                      <a:pt x="23" y="176"/>
                    </a:lnTo>
                    <a:lnTo>
                      <a:pt x="2" y="14"/>
                    </a:lnTo>
                    <a:lnTo>
                      <a:pt x="9" y="10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9" y="10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0" name="Freeform 104"/>
              <p:cNvSpPr>
                <a:spLocks/>
              </p:cNvSpPr>
              <p:nvPr/>
            </p:nvSpPr>
            <p:spPr bwMode="auto">
              <a:xfrm>
                <a:off x="4030" y="1822"/>
                <a:ext cx="113" cy="129"/>
              </a:xfrm>
              <a:custGeom>
                <a:avLst/>
                <a:gdLst>
                  <a:gd name="T0" fmla="*/ 103 w 113"/>
                  <a:gd name="T1" fmla="*/ 118 h 129"/>
                  <a:gd name="T2" fmla="*/ 102 w 113"/>
                  <a:gd name="T3" fmla="*/ 126 h 129"/>
                  <a:gd name="T4" fmla="*/ 0 w 113"/>
                  <a:gd name="T5" fmla="*/ 7 h 129"/>
                  <a:gd name="T6" fmla="*/ 5 w 113"/>
                  <a:gd name="T7" fmla="*/ 0 h 129"/>
                  <a:gd name="T8" fmla="*/ 108 w 113"/>
                  <a:gd name="T9" fmla="*/ 120 h 129"/>
                  <a:gd name="T10" fmla="*/ 108 w 113"/>
                  <a:gd name="T11" fmla="*/ 129 h 129"/>
                  <a:gd name="T12" fmla="*/ 108 w 113"/>
                  <a:gd name="T13" fmla="*/ 120 h 129"/>
                  <a:gd name="T14" fmla="*/ 113 w 113"/>
                  <a:gd name="T15" fmla="*/ 125 h 129"/>
                  <a:gd name="T16" fmla="*/ 108 w 113"/>
                  <a:gd name="T17" fmla="*/ 129 h 129"/>
                  <a:gd name="T18" fmla="*/ 103 w 113"/>
                  <a:gd name="T19" fmla="*/ 118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3"/>
                  <a:gd name="T31" fmla="*/ 0 h 129"/>
                  <a:gd name="T32" fmla="*/ 113 w 11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3" h="129">
                    <a:moveTo>
                      <a:pt x="103" y="118"/>
                    </a:moveTo>
                    <a:lnTo>
                      <a:pt x="102" y="126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08" y="120"/>
                    </a:lnTo>
                    <a:lnTo>
                      <a:pt x="108" y="129"/>
                    </a:lnTo>
                    <a:lnTo>
                      <a:pt x="108" y="120"/>
                    </a:lnTo>
                    <a:lnTo>
                      <a:pt x="113" y="125"/>
                    </a:lnTo>
                    <a:lnTo>
                      <a:pt x="108" y="129"/>
                    </a:lnTo>
                    <a:lnTo>
                      <a:pt x="103" y="1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1" name="Freeform 105"/>
              <p:cNvSpPr>
                <a:spLocks/>
              </p:cNvSpPr>
              <p:nvPr/>
            </p:nvSpPr>
            <p:spPr bwMode="auto">
              <a:xfrm>
                <a:off x="4053" y="1941"/>
                <a:ext cx="87" cy="54"/>
              </a:xfrm>
              <a:custGeom>
                <a:avLst/>
                <a:gdLst>
                  <a:gd name="T0" fmla="*/ 8 w 87"/>
                  <a:gd name="T1" fmla="*/ 46 h 54"/>
                  <a:gd name="T2" fmla="*/ 2 w 87"/>
                  <a:gd name="T3" fmla="*/ 41 h 54"/>
                  <a:gd name="T4" fmla="*/ 83 w 87"/>
                  <a:gd name="T5" fmla="*/ 0 h 54"/>
                  <a:gd name="T6" fmla="*/ 87 w 87"/>
                  <a:gd name="T7" fmla="*/ 10 h 54"/>
                  <a:gd name="T8" fmla="*/ 6 w 87"/>
                  <a:gd name="T9" fmla="*/ 51 h 54"/>
                  <a:gd name="T10" fmla="*/ 0 w 87"/>
                  <a:gd name="T11" fmla="*/ 46 h 54"/>
                  <a:gd name="T12" fmla="*/ 6 w 87"/>
                  <a:gd name="T13" fmla="*/ 51 h 54"/>
                  <a:gd name="T14" fmla="*/ 1 w 87"/>
                  <a:gd name="T15" fmla="*/ 54 h 54"/>
                  <a:gd name="T16" fmla="*/ 0 w 87"/>
                  <a:gd name="T17" fmla="*/ 46 h 54"/>
                  <a:gd name="T18" fmla="*/ 8 w 87"/>
                  <a:gd name="T19" fmla="*/ 46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54"/>
                  <a:gd name="T32" fmla="*/ 87 w 87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54">
                    <a:moveTo>
                      <a:pt x="8" y="46"/>
                    </a:moveTo>
                    <a:lnTo>
                      <a:pt x="2" y="41"/>
                    </a:lnTo>
                    <a:lnTo>
                      <a:pt x="83" y="0"/>
                    </a:lnTo>
                    <a:lnTo>
                      <a:pt x="87" y="10"/>
                    </a:lnTo>
                    <a:lnTo>
                      <a:pt x="6" y="51"/>
                    </a:lnTo>
                    <a:lnTo>
                      <a:pt x="0" y="46"/>
                    </a:lnTo>
                    <a:lnTo>
                      <a:pt x="6" y="51"/>
                    </a:lnTo>
                    <a:lnTo>
                      <a:pt x="1" y="54"/>
                    </a:lnTo>
                    <a:lnTo>
                      <a:pt x="0" y="46"/>
                    </a:lnTo>
                    <a:lnTo>
                      <a:pt x="8" y="4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2" name="Freeform 106"/>
              <p:cNvSpPr>
                <a:spLocks/>
              </p:cNvSpPr>
              <p:nvPr/>
            </p:nvSpPr>
            <p:spPr bwMode="auto">
              <a:xfrm>
                <a:off x="4036" y="1851"/>
                <a:ext cx="31" cy="31"/>
              </a:xfrm>
              <a:custGeom>
                <a:avLst/>
                <a:gdLst>
                  <a:gd name="T0" fmla="*/ 8 w 31"/>
                  <a:gd name="T1" fmla="*/ 31 h 31"/>
                  <a:gd name="T2" fmla="*/ 0 w 31"/>
                  <a:gd name="T3" fmla="*/ 14 h 31"/>
                  <a:gd name="T4" fmla="*/ 24 w 31"/>
                  <a:gd name="T5" fmla="*/ 0 h 31"/>
                  <a:gd name="T6" fmla="*/ 31 w 31"/>
                  <a:gd name="T7" fmla="*/ 17 h 31"/>
                  <a:gd name="T8" fmla="*/ 8 w 31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8" y="31"/>
                    </a:moveTo>
                    <a:lnTo>
                      <a:pt x="0" y="14"/>
                    </a:lnTo>
                    <a:lnTo>
                      <a:pt x="24" y="0"/>
                    </a:lnTo>
                    <a:lnTo>
                      <a:pt x="31" y="17"/>
                    </a:ln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3" name="Freeform 107"/>
              <p:cNvSpPr>
                <a:spLocks/>
              </p:cNvSpPr>
              <p:nvPr/>
            </p:nvSpPr>
            <p:spPr bwMode="auto">
              <a:xfrm>
                <a:off x="4049" y="1869"/>
                <a:ext cx="103" cy="231"/>
              </a:xfrm>
              <a:custGeom>
                <a:avLst/>
                <a:gdLst>
                  <a:gd name="T0" fmla="*/ 77 w 103"/>
                  <a:gd name="T1" fmla="*/ 231 h 231"/>
                  <a:gd name="T2" fmla="*/ 77 w 103"/>
                  <a:gd name="T3" fmla="*/ 231 h 231"/>
                  <a:gd name="T4" fmla="*/ 62 w 103"/>
                  <a:gd name="T5" fmla="*/ 173 h 231"/>
                  <a:gd name="T6" fmla="*/ 44 w 103"/>
                  <a:gd name="T7" fmla="*/ 119 h 231"/>
                  <a:gd name="T8" fmla="*/ 24 w 103"/>
                  <a:gd name="T9" fmla="*/ 66 h 231"/>
                  <a:gd name="T10" fmla="*/ 0 w 103"/>
                  <a:gd name="T11" fmla="*/ 14 h 231"/>
                  <a:gd name="T12" fmla="*/ 23 w 103"/>
                  <a:gd name="T13" fmla="*/ 0 h 231"/>
                  <a:gd name="T14" fmla="*/ 46 w 103"/>
                  <a:gd name="T15" fmla="*/ 55 h 231"/>
                  <a:gd name="T16" fmla="*/ 70 w 103"/>
                  <a:gd name="T17" fmla="*/ 110 h 231"/>
                  <a:gd name="T18" fmla="*/ 87 w 103"/>
                  <a:gd name="T19" fmla="*/ 168 h 231"/>
                  <a:gd name="T20" fmla="*/ 103 w 103"/>
                  <a:gd name="T21" fmla="*/ 228 h 231"/>
                  <a:gd name="T22" fmla="*/ 77 w 103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231"/>
                  <a:gd name="T38" fmla="*/ 103 w 103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3"/>
                    </a:lnTo>
                    <a:lnTo>
                      <a:pt x="44" y="119"/>
                    </a:lnTo>
                    <a:lnTo>
                      <a:pt x="24" y="66"/>
                    </a:lnTo>
                    <a:lnTo>
                      <a:pt x="0" y="14"/>
                    </a:lnTo>
                    <a:lnTo>
                      <a:pt x="23" y="0"/>
                    </a:lnTo>
                    <a:lnTo>
                      <a:pt x="46" y="55"/>
                    </a:lnTo>
                    <a:lnTo>
                      <a:pt x="70" y="110"/>
                    </a:lnTo>
                    <a:lnTo>
                      <a:pt x="87" y="168"/>
                    </a:lnTo>
                    <a:lnTo>
                      <a:pt x="103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4" name="Freeform 108"/>
              <p:cNvSpPr>
                <a:spLocks/>
              </p:cNvSpPr>
              <p:nvPr/>
            </p:nvSpPr>
            <p:spPr bwMode="auto">
              <a:xfrm>
                <a:off x="4129" y="2097"/>
                <a:ext cx="54" cy="205"/>
              </a:xfrm>
              <a:custGeom>
                <a:avLst/>
                <a:gdLst>
                  <a:gd name="T0" fmla="*/ 25 w 54"/>
                  <a:gd name="T1" fmla="*/ 199 h 205"/>
                  <a:gd name="T2" fmla="*/ 25 w 54"/>
                  <a:gd name="T3" fmla="*/ 174 h 205"/>
                  <a:gd name="T4" fmla="*/ 23 w 54"/>
                  <a:gd name="T5" fmla="*/ 151 h 205"/>
                  <a:gd name="T6" fmla="*/ 21 w 54"/>
                  <a:gd name="T7" fmla="*/ 126 h 205"/>
                  <a:gd name="T8" fmla="*/ 19 w 54"/>
                  <a:gd name="T9" fmla="*/ 101 h 205"/>
                  <a:gd name="T10" fmla="*/ 15 w 54"/>
                  <a:gd name="T11" fmla="*/ 78 h 205"/>
                  <a:gd name="T12" fmla="*/ 11 w 54"/>
                  <a:gd name="T13" fmla="*/ 52 h 205"/>
                  <a:gd name="T14" fmla="*/ 6 w 54"/>
                  <a:gd name="T15" fmla="*/ 28 h 205"/>
                  <a:gd name="T16" fmla="*/ 0 w 54"/>
                  <a:gd name="T17" fmla="*/ 3 h 205"/>
                  <a:gd name="T18" fmla="*/ 28 w 54"/>
                  <a:gd name="T19" fmla="*/ 0 h 205"/>
                  <a:gd name="T20" fmla="*/ 34 w 54"/>
                  <a:gd name="T21" fmla="*/ 26 h 205"/>
                  <a:gd name="T22" fmla="*/ 38 w 54"/>
                  <a:gd name="T23" fmla="*/ 52 h 205"/>
                  <a:gd name="T24" fmla="*/ 43 w 54"/>
                  <a:gd name="T25" fmla="*/ 79 h 205"/>
                  <a:gd name="T26" fmla="*/ 46 w 54"/>
                  <a:gd name="T27" fmla="*/ 104 h 205"/>
                  <a:gd name="T28" fmla="*/ 50 w 54"/>
                  <a:gd name="T29" fmla="*/ 129 h 205"/>
                  <a:gd name="T30" fmla="*/ 52 w 54"/>
                  <a:gd name="T31" fmla="*/ 155 h 205"/>
                  <a:gd name="T32" fmla="*/ 53 w 54"/>
                  <a:gd name="T33" fmla="*/ 179 h 205"/>
                  <a:gd name="T34" fmla="*/ 54 w 54"/>
                  <a:gd name="T35" fmla="*/ 205 h 205"/>
                  <a:gd name="T36" fmla="*/ 25 w 54"/>
                  <a:gd name="T37" fmla="*/ 199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"/>
                  <a:gd name="T58" fmla="*/ 0 h 205"/>
                  <a:gd name="T59" fmla="*/ 54 w 54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" h="205">
                    <a:moveTo>
                      <a:pt x="25" y="199"/>
                    </a:moveTo>
                    <a:lnTo>
                      <a:pt x="25" y="174"/>
                    </a:lnTo>
                    <a:lnTo>
                      <a:pt x="23" y="151"/>
                    </a:lnTo>
                    <a:lnTo>
                      <a:pt x="21" y="126"/>
                    </a:lnTo>
                    <a:lnTo>
                      <a:pt x="19" y="101"/>
                    </a:lnTo>
                    <a:lnTo>
                      <a:pt x="15" y="78"/>
                    </a:lnTo>
                    <a:lnTo>
                      <a:pt x="11" y="52"/>
                    </a:lnTo>
                    <a:lnTo>
                      <a:pt x="6" y="28"/>
                    </a:lnTo>
                    <a:lnTo>
                      <a:pt x="0" y="3"/>
                    </a:lnTo>
                    <a:lnTo>
                      <a:pt x="28" y="0"/>
                    </a:lnTo>
                    <a:lnTo>
                      <a:pt x="34" y="26"/>
                    </a:lnTo>
                    <a:lnTo>
                      <a:pt x="38" y="52"/>
                    </a:lnTo>
                    <a:lnTo>
                      <a:pt x="43" y="79"/>
                    </a:lnTo>
                    <a:lnTo>
                      <a:pt x="46" y="104"/>
                    </a:lnTo>
                    <a:lnTo>
                      <a:pt x="50" y="129"/>
                    </a:lnTo>
                    <a:lnTo>
                      <a:pt x="52" y="155"/>
                    </a:lnTo>
                    <a:lnTo>
                      <a:pt x="53" y="179"/>
                    </a:lnTo>
                    <a:lnTo>
                      <a:pt x="54" y="205"/>
                    </a:lnTo>
                    <a:lnTo>
                      <a:pt x="25" y="19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5" name="Freeform 109"/>
              <p:cNvSpPr>
                <a:spLocks/>
              </p:cNvSpPr>
              <p:nvPr/>
            </p:nvSpPr>
            <p:spPr bwMode="auto">
              <a:xfrm>
                <a:off x="4157" y="2297"/>
                <a:ext cx="28" cy="24"/>
              </a:xfrm>
              <a:custGeom>
                <a:avLst/>
                <a:gdLst>
                  <a:gd name="T0" fmla="*/ 28 w 28"/>
                  <a:gd name="T1" fmla="*/ 6 h 24"/>
                  <a:gd name="T2" fmla="*/ 28 w 28"/>
                  <a:gd name="T3" fmla="*/ 24 h 24"/>
                  <a:gd name="T4" fmla="*/ 0 w 28"/>
                  <a:gd name="T5" fmla="*/ 18 h 24"/>
                  <a:gd name="T6" fmla="*/ 0 w 28"/>
                  <a:gd name="T7" fmla="*/ 0 h 24"/>
                  <a:gd name="T8" fmla="*/ 28 w 28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4"/>
                  <a:gd name="T17" fmla="*/ 28 w 28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4">
                    <a:moveTo>
                      <a:pt x="28" y="6"/>
                    </a:moveTo>
                    <a:lnTo>
                      <a:pt x="28" y="24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6" name="Freeform 110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7" name="Freeform 111"/>
              <p:cNvSpPr>
                <a:spLocks/>
              </p:cNvSpPr>
              <p:nvPr/>
            </p:nvSpPr>
            <p:spPr bwMode="auto">
              <a:xfrm>
                <a:off x="4002" y="1766"/>
                <a:ext cx="46" cy="185"/>
              </a:xfrm>
              <a:custGeom>
                <a:avLst/>
                <a:gdLst>
                  <a:gd name="T0" fmla="*/ 7 w 46"/>
                  <a:gd name="T1" fmla="*/ 31 h 185"/>
                  <a:gd name="T2" fmla="*/ 18 w 46"/>
                  <a:gd name="T3" fmla="*/ 24 h 185"/>
                  <a:gd name="T4" fmla="*/ 46 w 46"/>
                  <a:gd name="T5" fmla="*/ 185 h 185"/>
                  <a:gd name="T6" fmla="*/ 31 w 46"/>
                  <a:gd name="T7" fmla="*/ 185 h 185"/>
                  <a:gd name="T8" fmla="*/ 5 w 46"/>
                  <a:gd name="T9" fmla="*/ 24 h 185"/>
                  <a:gd name="T10" fmla="*/ 15 w 46"/>
                  <a:gd name="T11" fmla="*/ 18 h 185"/>
                  <a:gd name="T12" fmla="*/ 5 w 46"/>
                  <a:gd name="T13" fmla="*/ 24 h 185"/>
                  <a:gd name="T14" fmla="*/ 0 w 46"/>
                  <a:gd name="T15" fmla="*/ 0 h 185"/>
                  <a:gd name="T16" fmla="*/ 15 w 46"/>
                  <a:gd name="T17" fmla="*/ 18 h 185"/>
                  <a:gd name="T18" fmla="*/ 7 w 46"/>
                  <a:gd name="T19" fmla="*/ 31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185"/>
                  <a:gd name="T32" fmla="*/ 46 w 46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185">
                    <a:moveTo>
                      <a:pt x="7" y="31"/>
                    </a:moveTo>
                    <a:lnTo>
                      <a:pt x="18" y="24"/>
                    </a:lnTo>
                    <a:lnTo>
                      <a:pt x="46" y="185"/>
                    </a:lnTo>
                    <a:lnTo>
                      <a:pt x="31" y="185"/>
                    </a:lnTo>
                    <a:lnTo>
                      <a:pt x="5" y="24"/>
                    </a:lnTo>
                    <a:lnTo>
                      <a:pt x="15" y="18"/>
                    </a:lnTo>
                    <a:lnTo>
                      <a:pt x="5" y="24"/>
                    </a:lnTo>
                    <a:lnTo>
                      <a:pt x="0" y="0"/>
                    </a:lnTo>
                    <a:lnTo>
                      <a:pt x="15" y="18"/>
                    </a:lnTo>
                    <a:lnTo>
                      <a:pt x="7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8" name="Freeform 112"/>
              <p:cNvSpPr>
                <a:spLocks/>
              </p:cNvSpPr>
              <p:nvPr/>
            </p:nvSpPr>
            <p:spPr bwMode="auto">
              <a:xfrm>
                <a:off x="4010" y="1784"/>
                <a:ext cx="123" cy="129"/>
              </a:xfrm>
              <a:custGeom>
                <a:avLst/>
                <a:gdLst>
                  <a:gd name="T0" fmla="*/ 104 w 123"/>
                  <a:gd name="T1" fmla="*/ 111 h 129"/>
                  <a:gd name="T2" fmla="*/ 104 w 123"/>
                  <a:gd name="T3" fmla="*/ 127 h 129"/>
                  <a:gd name="T4" fmla="*/ 0 w 123"/>
                  <a:gd name="T5" fmla="*/ 15 h 129"/>
                  <a:gd name="T6" fmla="*/ 6 w 123"/>
                  <a:gd name="T7" fmla="*/ 0 h 129"/>
                  <a:gd name="T8" fmla="*/ 112 w 123"/>
                  <a:gd name="T9" fmla="*/ 113 h 129"/>
                  <a:gd name="T10" fmla="*/ 112 w 123"/>
                  <a:gd name="T11" fmla="*/ 129 h 129"/>
                  <a:gd name="T12" fmla="*/ 112 w 123"/>
                  <a:gd name="T13" fmla="*/ 113 h 129"/>
                  <a:gd name="T14" fmla="*/ 123 w 123"/>
                  <a:gd name="T15" fmla="*/ 124 h 129"/>
                  <a:gd name="T16" fmla="*/ 112 w 123"/>
                  <a:gd name="T17" fmla="*/ 129 h 129"/>
                  <a:gd name="T18" fmla="*/ 104 w 123"/>
                  <a:gd name="T19" fmla="*/ 111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9"/>
                  <a:gd name="T32" fmla="*/ 123 w 12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9">
                    <a:moveTo>
                      <a:pt x="104" y="111"/>
                    </a:moveTo>
                    <a:lnTo>
                      <a:pt x="104" y="127"/>
                    </a:lnTo>
                    <a:lnTo>
                      <a:pt x="0" y="15"/>
                    </a:lnTo>
                    <a:lnTo>
                      <a:pt x="6" y="0"/>
                    </a:lnTo>
                    <a:lnTo>
                      <a:pt x="112" y="113"/>
                    </a:lnTo>
                    <a:lnTo>
                      <a:pt x="112" y="129"/>
                    </a:lnTo>
                    <a:lnTo>
                      <a:pt x="112" y="113"/>
                    </a:lnTo>
                    <a:lnTo>
                      <a:pt x="123" y="124"/>
                    </a:lnTo>
                    <a:lnTo>
                      <a:pt x="112" y="129"/>
                    </a:lnTo>
                    <a:lnTo>
                      <a:pt x="104" y="11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19" name="Freeform 113"/>
              <p:cNvSpPr>
                <a:spLocks/>
              </p:cNvSpPr>
              <p:nvPr/>
            </p:nvSpPr>
            <p:spPr bwMode="auto">
              <a:xfrm>
                <a:off x="4034" y="1895"/>
                <a:ext cx="89" cy="74"/>
              </a:xfrm>
              <a:custGeom>
                <a:avLst/>
                <a:gdLst>
                  <a:gd name="T0" fmla="*/ 15 w 89"/>
                  <a:gd name="T1" fmla="*/ 58 h 74"/>
                  <a:gd name="T2" fmla="*/ 2 w 89"/>
                  <a:gd name="T3" fmla="*/ 48 h 74"/>
                  <a:gd name="T4" fmla="*/ 82 w 89"/>
                  <a:gd name="T5" fmla="*/ 0 h 74"/>
                  <a:gd name="T6" fmla="*/ 89 w 89"/>
                  <a:gd name="T7" fmla="*/ 19 h 74"/>
                  <a:gd name="T8" fmla="*/ 11 w 89"/>
                  <a:gd name="T9" fmla="*/ 67 h 74"/>
                  <a:gd name="T10" fmla="*/ 0 w 89"/>
                  <a:gd name="T11" fmla="*/ 58 h 74"/>
                  <a:gd name="T12" fmla="*/ 11 w 89"/>
                  <a:gd name="T13" fmla="*/ 67 h 74"/>
                  <a:gd name="T14" fmla="*/ 2 w 89"/>
                  <a:gd name="T15" fmla="*/ 74 h 74"/>
                  <a:gd name="T16" fmla="*/ 0 w 89"/>
                  <a:gd name="T17" fmla="*/ 58 h 74"/>
                  <a:gd name="T18" fmla="*/ 15 w 89"/>
                  <a:gd name="T19" fmla="*/ 58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4"/>
                  <a:gd name="T32" fmla="*/ 89 w 89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4">
                    <a:moveTo>
                      <a:pt x="15" y="58"/>
                    </a:moveTo>
                    <a:lnTo>
                      <a:pt x="2" y="48"/>
                    </a:lnTo>
                    <a:lnTo>
                      <a:pt x="82" y="0"/>
                    </a:lnTo>
                    <a:lnTo>
                      <a:pt x="89" y="19"/>
                    </a:lnTo>
                    <a:lnTo>
                      <a:pt x="11" y="67"/>
                    </a:lnTo>
                    <a:lnTo>
                      <a:pt x="0" y="58"/>
                    </a:lnTo>
                    <a:lnTo>
                      <a:pt x="11" y="67"/>
                    </a:lnTo>
                    <a:lnTo>
                      <a:pt x="2" y="74"/>
                    </a:lnTo>
                    <a:lnTo>
                      <a:pt x="0" y="58"/>
                    </a:lnTo>
                    <a:lnTo>
                      <a:pt x="15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0" name="Freeform 114"/>
              <p:cNvSpPr>
                <a:spLocks/>
              </p:cNvSpPr>
              <p:nvPr/>
            </p:nvSpPr>
            <p:spPr bwMode="auto">
              <a:xfrm>
                <a:off x="4015" y="1812"/>
                <a:ext cx="36" cy="38"/>
              </a:xfrm>
              <a:custGeom>
                <a:avLst/>
                <a:gdLst>
                  <a:gd name="T0" fmla="*/ 10 w 36"/>
                  <a:gd name="T1" fmla="*/ 38 h 38"/>
                  <a:gd name="T2" fmla="*/ 0 w 36"/>
                  <a:gd name="T3" fmla="*/ 18 h 38"/>
                  <a:gd name="T4" fmla="*/ 26 w 36"/>
                  <a:gd name="T5" fmla="*/ 0 h 38"/>
                  <a:gd name="T6" fmla="*/ 36 w 36"/>
                  <a:gd name="T7" fmla="*/ 20 h 38"/>
                  <a:gd name="T8" fmla="*/ 10 w 36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8"/>
                  <a:gd name="T17" fmla="*/ 36 w 36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8">
                    <a:moveTo>
                      <a:pt x="10" y="38"/>
                    </a:moveTo>
                    <a:lnTo>
                      <a:pt x="0" y="18"/>
                    </a:lnTo>
                    <a:lnTo>
                      <a:pt x="26" y="0"/>
                    </a:lnTo>
                    <a:lnTo>
                      <a:pt x="36" y="20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1" name="Freeform 115"/>
              <p:cNvSpPr>
                <a:spLocks/>
              </p:cNvSpPr>
              <p:nvPr/>
            </p:nvSpPr>
            <p:spPr bwMode="auto">
              <a:xfrm>
                <a:off x="4028" y="1832"/>
                <a:ext cx="115" cy="232"/>
              </a:xfrm>
              <a:custGeom>
                <a:avLst/>
                <a:gdLst>
                  <a:gd name="T0" fmla="*/ 83 w 115"/>
                  <a:gd name="T1" fmla="*/ 232 h 232"/>
                  <a:gd name="T2" fmla="*/ 83 w 115"/>
                  <a:gd name="T3" fmla="*/ 232 h 232"/>
                  <a:gd name="T4" fmla="*/ 76 w 115"/>
                  <a:gd name="T5" fmla="*/ 204 h 232"/>
                  <a:gd name="T6" fmla="*/ 66 w 115"/>
                  <a:gd name="T7" fmla="*/ 175 h 232"/>
                  <a:gd name="T8" fmla="*/ 57 w 115"/>
                  <a:gd name="T9" fmla="*/ 149 h 232"/>
                  <a:gd name="T10" fmla="*/ 47 w 115"/>
                  <a:gd name="T11" fmla="*/ 122 h 232"/>
                  <a:gd name="T12" fmla="*/ 36 w 115"/>
                  <a:gd name="T13" fmla="*/ 95 h 232"/>
                  <a:gd name="T14" fmla="*/ 25 w 115"/>
                  <a:gd name="T15" fmla="*/ 69 h 232"/>
                  <a:gd name="T16" fmla="*/ 13 w 115"/>
                  <a:gd name="T17" fmla="*/ 44 h 232"/>
                  <a:gd name="T18" fmla="*/ 0 w 115"/>
                  <a:gd name="T19" fmla="*/ 19 h 232"/>
                  <a:gd name="T20" fmla="*/ 26 w 115"/>
                  <a:gd name="T21" fmla="*/ 0 h 232"/>
                  <a:gd name="T22" fmla="*/ 39 w 115"/>
                  <a:gd name="T23" fmla="*/ 26 h 232"/>
                  <a:gd name="T24" fmla="*/ 51 w 115"/>
                  <a:gd name="T25" fmla="*/ 53 h 232"/>
                  <a:gd name="T26" fmla="*/ 64 w 115"/>
                  <a:gd name="T27" fmla="*/ 81 h 232"/>
                  <a:gd name="T28" fmla="*/ 76 w 115"/>
                  <a:gd name="T29" fmla="*/ 110 h 232"/>
                  <a:gd name="T30" fmla="*/ 88 w 115"/>
                  <a:gd name="T31" fmla="*/ 137 h 232"/>
                  <a:gd name="T32" fmla="*/ 97 w 115"/>
                  <a:gd name="T33" fmla="*/ 167 h 232"/>
                  <a:gd name="T34" fmla="*/ 107 w 115"/>
                  <a:gd name="T35" fmla="*/ 196 h 232"/>
                  <a:gd name="T36" fmla="*/ 115 w 115"/>
                  <a:gd name="T37" fmla="*/ 227 h 232"/>
                  <a:gd name="T38" fmla="*/ 83 w 115"/>
                  <a:gd name="T39" fmla="*/ 232 h 2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5"/>
                  <a:gd name="T61" fmla="*/ 0 h 232"/>
                  <a:gd name="T62" fmla="*/ 115 w 115"/>
                  <a:gd name="T63" fmla="*/ 232 h 2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5" h="232">
                    <a:moveTo>
                      <a:pt x="83" y="232"/>
                    </a:moveTo>
                    <a:lnTo>
                      <a:pt x="83" y="232"/>
                    </a:lnTo>
                    <a:lnTo>
                      <a:pt x="76" y="204"/>
                    </a:lnTo>
                    <a:lnTo>
                      <a:pt x="66" y="175"/>
                    </a:lnTo>
                    <a:lnTo>
                      <a:pt x="57" y="149"/>
                    </a:lnTo>
                    <a:lnTo>
                      <a:pt x="47" y="122"/>
                    </a:lnTo>
                    <a:lnTo>
                      <a:pt x="36" y="95"/>
                    </a:lnTo>
                    <a:lnTo>
                      <a:pt x="25" y="69"/>
                    </a:lnTo>
                    <a:lnTo>
                      <a:pt x="13" y="44"/>
                    </a:lnTo>
                    <a:lnTo>
                      <a:pt x="0" y="19"/>
                    </a:lnTo>
                    <a:lnTo>
                      <a:pt x="26" y="0"/>
                    </a:lnTo>
                    <a:lnTo>
                      <a:pt x="39" y="26"/>
                    </a:lnTo>
                    <a:lnTo>
                      <a:pt x="51" y="53"/>
                    </a:lnTo>
                    <a:lnTo>
                      <a:pt x="64" y="81"/>
                    </a:lnTo>
                    <a:lnTo>
                      <a:pt x="76" y="110"/>
                    </a:lnTo>
                    <a:lnTo>
                      <a:pt x="88" y="137"/>
                    </a:lnTo>
                    <a:lnTo>
                      <a:pt x="97" y="167"/>
                    </a:lnTo>
                    <a:lnTo>
                      <a:pt x="107" y="196"/>
                    </a:lnTo>
                    <a:lnTo>
                      <a:pt x="115" y="227"/>
                    </a:lnTo>
                    <a:lnTo>
                      <a:pt x="83" y="2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2" name="Freeform 116"/>
              <p:cNvSpPr>
                <a:spLocks/>
              </p:cNvSpPr>
              <p:nvPr/>
            </p:nvSpPr>
            <p:spPr bwMode="auto">
              <a:xfrm>
                <a:off x="4118" y="2060"/>
                <a:ext cx="65" cy="205"/>
              </a:xfrm>
              <a:custGeom>
                <a:avLst/>
                <a:gdLst>
                  <a:gd name="T0" fmla="*/ 32 w 65"/>
                  <a:gd name="T1" fmla="*/ 198 h 205"/>
                  <a:gd name="T2" fmla="*/ 30 w 65"/>
                  <a:gd name="T3" fmla="*/ 175 h 205"/>
                  <a:gd name="T4" fmla="*/ 26 w 65"/>
                  <a:gd name="T5" fmla="*/ 150 h 205"/>
                  <a:gd name="T6" fmla="*/ 24 w 65"/>
                  <a:gd name="T7" fmla="*/ 127 h 205"/>
                  <a:gd name="T8" fmla="*/ 20 w 65"/>
                  <a:gd name="T9" fmla="*/ 102 h 205"/>
                  <a:gd name="T10" fmla="*/ 16 w 65"/>
                  <a:gd name="T11" fmla="*/ 78 h 205"/>
                  <a:gd name="T12" fmla="*/ 10 w 65"/>
                  <a:gd name="T13" fmla="*/ 54 h 205"/>
                  <a:gd name="T14" fmla="*/ 5 w 65"/>
                  <a:gd name="T15" fmla="*/ 29 h 205"/>
                  <a:gd name="T16" fmla="*/ 0 w 65"/>
                  <a:gd name="T17" fmla="*/ 5 h 205"/>
                  <a:gd name="T18" fmla="*/ 30 w 65"/>
                  <a:gd name="T19" fmla="*/ 0 h 205"/>
                  <a:gd name="T20" fmla="*/ 37 w 65"/>
                  <a:gd name="T21" fmla="*/ 25 h 205"/>
                  <a:gd name="T22" fmla="*/ 42 w 65"/>
                  <a:gd name="T23" fmla="*/ 51 h 205"/>
                  <a:gd name="T24" fmla="*/ 48 w 65"/>
                  <a:gd name="T25" fmla="*/ 76 h 205"/>
                  <a:gd name="T26" fmla="*/ 52 w 65"/>
                  <a:gd name="T27" fmla="*/ 102 h 205"/>
                  <a:gd name="T28" fmla="*/ 57 w 65"/>
                  <a:gd name="T29" fmla="*/ 128 h 205"/>
                  <a:gd name="T30" fmla="*/ 61 w 65"/>
                  <a:gd name="T31" fmla="*/ 154 h 205"/>
                  <a:gd name="T32" fmla="*/ 63 w 65"/>
                  <a:gd name="T33" fmla="*/ 179 h 205"/>
                  <a:gd name="T34" fmla="*/ 65 w 65"/>
                  <a:gd name="T35" fmla="*/ 205 h 205"/>
                  <a:gd name="T36" fmla="*/ 32 w 65"/>
                  <a:gd name="T37" fmla="*/ 198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5"/>
                  <a:gd name="T58" fmla="*/ 0 h 205"/>
                  <a:gd name="T59" fmla="*/ 65 w 6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5" h="205">
                    <a:moveTo>
                      <a:pt x="32" y="198"/>
                    </a:moveTo>
                    <a:lnTo>
                      <a:pt x="30" y="175"/>
                    </a:lnTo>
                    <a:lnTo>
                      <a:pt x="26" y="150"/>
                    </a:lnTo>
                    <a:lnTo>
                      <a:pt x="24" y="127"/>
                    </a:lnTo>
                    <a:lnTo>
                      <a:pt x="20" y="102"/>
                    </a:lnTo>
                    <a:lnTo>
                      <a:pt x="16" y="78"/>
                    </a:lnTo>
                    <a:lnTo>
                      <a:pt x="10" y="54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30" y="0"/>
                    </a:lnTo>
                    <a:lnTo>
                      <a:pt x="37" y="25"/>
                    </a:lnTo>
                    <a:lnTo>
                      <a:pt x="42" y="51"/>
                    </a:lnTo>
                    <a:lnTo>
                      <a:pt x="48" y="76"/>
                    </a:lnTo>
                    <a:lnTo>
                      <a:pt x="52" y="102"/>
                    </a:lnTo>
                    <a:lnTo>
                      <a:pt x="57" y="128"/>
                    </a:lnTo>
                    <a:lnTo>
                      <a:pt x="61" y="154"/>
                    </a:lnTo>
                    <a:lnTo>
                      <a:pt x="63" y="179"/>
                    </a:lnTo>
                    <a:lnTo>
                      <a:pt x="65" y="205"/>
                    </a:lnTo>
                    <a:lnTo>
                      <a:pt x="32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3" name="Freeform 117"/>
              <p:cNvSpPr>
                <a:spLocks/>
              </p:cNvSpPr>
              <p:nvPr/>
            </p:nvSpPr>
            <p:spPr bwMode="auto">
              <a:xfrm>
                <a:off x="4154" y="2259"/>
                <a:ext cx="34" cy="28"/>
              </a:xfrm>
              <a:custGeom>
                <a:avLst/>
                <a:gdLst>
                  <a:gd name="T0" fmla="*/ 32 w 34"/>
                  <a:gd name="T1" fmla="*/ 7 h 28"/>
                  <a:gd name="T2" fmla="*/ 34 w 34"/>
                  <a:gd name="T3" fmla="*/ 28 h 28"/>
                  <a:gd name="T4" fmla="*/ 2 w 34"/>
                  <a:gd name="T5" fmla="*/ 23 h 28"/>
                  <a:gd name="T6" fmla="*/ 0 w 34"/>
                  <a:gd name="T7" fmla="*/ 0 h 28"/>
                  <a:gd name="T8" fmla="*/ 32 w 34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8"/>
                  <a:gd name="T17" fmla="*/ 34 w 34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8">
                    <a:moveTo>
                      <a:pt x="32" y="7"/>
                    </a:moveTo>
                    <a:lnTo>
                      <a:pt x="34" y="28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4" name="Freeform 118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5" name="Freeform 119"/>
              <p:cNvSpPr>
                <a:spLocks/>
              </p:cNvSpPr>
              <p:nvPr/>
            </p:nvSpPr>
            <p:spPr bwMode="auto">
              <a:xfrm>
                <a:off x="4005" y="1779"/>
                <a:ext cx="39" cy="175"/>
              </a:xfrm>
              <a:custGeom>
                <a:avLst/>
                <a:gdLst>
                  <a:gd name="T0" fmla="*/ 5 w 39"/>
                  <a:gd name="T1" fmla="*/ 18 h 175"/>
                  <a:gd name="T2" fmla="*/ 11 w 39"/>
                  <a:gd name="T3" fmla="*/ 12 h 175"/>
                  <a:gd name="T4" fmla="*/ 39 w 39"/>
                  <a:gd name="T5" fmla="*/ 174 h 175"/>
                  <a:gd name="T6" fmla="*/ 30 w 39"/>
                  <a:gd name="T7" fmla="*/ 175 h 175"/>
                  <a:gd name="T8" fmla="*/ 3 w 39"/>
                  <a:gd name="T9" fmla="*/ 15 h 175"/>
                  <a:gd name="T10" fmla="*/ 9 w 39"/>
                  <a:gd name="T11" fmla="*/ 9 h 175"/>
                  <a:gd name="T12" fmla="*/ 3 w 39"/>
                  <a:gd name="T13" fmla="*/ 15 h 175"/>
                  <a:gd name="T14" fmla="*/ 0 w 39"/>
                  <a:gd name="T15" fmla="*/ 0 h 175"/>
                  <a:gd name="T16" fmla="*/ 9 w 39"/>
                  <a:gd name="T17" fmla="*/ 9 h 175"/>
                  <a:gd name="T18" fmla="*/ 5 w 39"/>
                  <a:gd name="T19" fmla="*/ 18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175"/>
                  <a:gd name="T32" fmla="*/ 39 w 39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175">
                    <a:moveTo>
                      <a:pt x="5" y="18"/>
                    </a:moveTo>
                    <a:lnTo>
                      <a:pt x="11" y="12"/>
                    </a:lnTo>
                    <a:lnTo>
                      <a:pt x="39" y="174"/>
                    </a:lnTo>
                    <a:lnTo>
                      <a:pt x="30" y="175"/>
                    </a:lnTo>
                    <a:lnTo>
                      <a:pt x="3" y="15"/>
                    </a:lnTo>
                    <a:lnTo>
                      <a:pt x="9" y="9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9" y="9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6" name="Freeform 120"/>
              <p:cNvSpPr>
                <a:spLocks/>
              </p:cNvSpPr>
              <p:nvPr/>
            </p:nvSpPr>
            <p:spPr bwMode="auto">
              <a:xfrm>
                <a:off x="4010" y="1787"/>
                <a:ext cx="115" cy="123"/>
              </a:xfrm>
              <a:custGeom>
                <a:avLst/>
                <a:gdLst>
                  <a:gd name="T0" fmla="*/ 106 w 115"/>
                  <a:gd name="T1" fmla="*/ 113 h 123"/>
                  <a:gd name="T2" fmla="*/ 106 w 115"/>
                  <a:gd name="T3" fmla="*/ 122 h 123"/>
                  <a:gd name="T4" fmla="*/ 0 w 115"/>
                  <a:gd name="T5" fmla="*/ 9 h 123"/>
                  <a:gd name="T6" fmla="*/ 4 w 115"/>
                  <a:gd name="T7" fmla="*/ 0 h 123"/>
                  <a:gd name="T8" fmla="*/ 110 w 115"/>
                  <a:gd name="T9" fmla="*/ 114 h 123"/>
                  <a:gd name="T10" fmla="*/ 110 w 115"/>
                  <a:gd name="T11" fmla="*/ 123 h 123"/>
                  <a:gd name="T12" fmla="*/ 110 w 115"/>
                  <a:gd name="T13" fmla="*/ 114 h 123"/>
                  <a:gd name="T14" fmla="*/ 115 w 115"/>
                  <a:gd name="T15" fmla="*/ 120 h 123"/>
                  <a:gd name="T16" fmla="*/ 110 w 115"/>
                  <a:gd name="T17" fmla="*/ 123 h 123"/>
                  <a:gd name="T18" fmla="*/ 106 w 115"/>
                  <a:gd name="T19" fmla="*/ 113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3"/>
                  <a:gd name="T32" fmla="*/ 115 w 115"/>
                  <a:gd name="T33" fmla="*/ 123 h 1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3">
                    <a:moveTo>
                      <a:pt x="106" y="113"/>
                    </a:moveTo>
                    <a:lnTo>
                      <a:pt x="106" y="122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110" y="114"/>
                    </a:lnTo>
                    <a:lnTo>
                      <a:pt x="110" y="123"/>
                    </a:lnTo>
                    <a:lnTo>
                      <a:pt x="110" y="114"/>
                    </a:lnTo>
                    <a:lnTo>
                      <a:pt x="115" y="120"/>
                    </a:lnTo>
                    <a:lnTo>
                      <a:pt x="110" y="123"/>
                    </a:lnTo>
                    <a:lnTo>
                      <a:pt x="106" y="11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7" name="Freeform 121"/>
              <p:cNvSpPr>
                <a:spLocks/>
              </p:cNvSpPr>
              <p:nvPr/>
            </p:nvSpPr>
            <p:spPr bwMode="auto">
              <a:xfrm>
                <a:off x="4038" y="1900"/>
                <a:ext cx="84" cy="63"/>
              </a:xfrm>
              <a:custGeom>
                <a:avLst/>
                <a:gdLst>
                  <a:gd name="T0" fmla="*/ 9 w 84"/>
                  <a:gd name="T1" fmla="*/ 55 h 63"/>
                  <a:gd name="T2" fmla="*/ 2 w 84"/>
                  <a:gd name="T3" fmla="*/ 48 h 63"/>
                  <a:gd name="T4" fmla="*/ 80 w 84"/>
                  <a:gd name="T5" fmla="*/ 0 h 63"/>
                  <a:gd name="T6" fmla="*/ 84 w 84"/>
                  <a:gd name="T7" fmla="*/ 11 h 63"/>
                  <a:gd name="T8" fmla="*/ 6 w 84"/>
                  <a:gd name="T9" fmla="*/ 60 h 63"/>
                  <a:gd name="T10" fmla="*/ 0 w 84"/>
                  <a:gd name="T11" fmla="*/ 55 h 63"/>
                  <a:gd name="T12" fmla="*/ 6 w 84"/>
                  <a:gd name="T13" fmla="*/ 60 h 63"/>
                  <a:gd name="T14" fmla="*/ 2 w 84"/>
                  <a:gd name="T15" fmla="*/ 63 h 63"/>
                  <a:gd name="T16" fmla="*/ 0 w 84"/>
                  <a:gd name="T17" fmla="*/ 55 h 63"/>
                  <a:gd name="T18" fmla="*/ 9 w 84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3"/>
                  <a:gd name="T32" fmla="*/ 84 w 84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3">
                    <a:moveTo>
                      <a:pt x="9" y="55"/>
                    </a:moveTo>
                    <a:lnTo>
                      <a:pt x="2" y="48"/>
                    </a:lnTo>
                    <a:lnTo>
                      <a:pt x="80" y="0"/>
                    </a:lnTo>
                    <a:lnTo>
                      <a:pt x="84" y="11"/>
                    </a:lnTo>
                    <a:lnTo>
                      <a:pt x="6" y="60"/>
                    </a:lnTo>
                    <a:lnTo>
                      <a:pt x="0" y="55"/>
                    </a:lnTo>
                    <a:lnTo>
                      <a:pt x="6" y="60"/>
                    </a:lnTo>
                    <a:lnTo>
                      <a:pt x="2" y="63"/>
                    </a:lnTo>
                    <a:lnTo>
                      <a:pt x="0" y="55"/>
                    </a:lnTo>
                    <a:lnTo>
                      <a:pt x="9" y="5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8" name="Freeform 122"/>
              <p:cNvSpPr>
                <a:spLocks/>
              </p:cNvSpPr>
              <p:nvPr/>
            </p:nvSpPr>
            <p:spPr bwMode="auto">
              <a:xfrm>
                <a:off x="4022" y="1816"/>
                <a:ext cx="29" cy="33"/>
              </a:xfrm>
              <a:custGeom>
                <a:avLst/>
                <a:gdLst>
                  <a:gd name="T0" fmla="*/ 8 w 29"/>
                  <a:gd name="T1" fmla="*/ 33 h 33"/>
                  <a:gd name="T2" fmla="*/ 0 w 29"/>
                  <a:gd name="T3" fmla="*/ 16 h 33"/>
                  <a:gd name="T4" fmla="*/ 21 w 29"/>
                  <a:gd name="T5" fmla="*/ 0 h 33"/>
                  <a:gd name="T6" fmla="*/ 29 w 29"/>
                  <a:gd name="T7" fmla="*/ 17 h 33"/>
                  <a:gd name="T8" fmla="*/ 8 w 29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3"/>
                  <a:gd name="T17" fmla="*/ 29 w 2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3">
                    <a:moveTo>
                      <a:pt x="8" y="33"/>
                    </a:moveTo>
                    <a:lnTo>
                      <a:pt x="0" y="16"/>
                    </a:lnTo>
                    <a:lnTo>
                      <a:pt x="21" y="0"/>
                    </a:lnTo>
                    <a:lnTo>
                      <a:pt x="29" y="17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29" name="Freeform 123"/>
              <p:cNvSpPr>
                <a:spLocks/>
              </p:cNvSpPr>
              <p:nvPr/>
            </p:nvSpPr>
            <p:spPr bwMode="auto">
              <a:xfrm>
                <a:off x="4030" y="1835"/>
                <a:ext cx="110" cy="228"/>
              </a:xfrm>
              <a:custGeom>
                <a:avLst/>
                <a:gdLst>
                  <a:gd name="T0" fmla="*/ 86 w 110"/>
                  <a:gd name="T1" fmla="*/ 228 h 228"/>
                  <a:gd name="T2" fmla="*/ 86 w 110"/>
                  <a:gd name="T3" fmla="*/ 228 h 228"/>
                  <a:gd name="T4" fmla="*/ 77 w 110"/>
                  <a:gd name="T5" fmla="*/ 200 h 228"/>
                  <a:gd name="T6" fmla="*/ 68 w 110"/>
                  <a:gd name="T7" fmla="*/ 172 h 228"/>
                  <a:gd name="T8" fmla="*/ 58 w 110"/>
                  <a:gd name="T9" fmla="*/ 144 h 228"/>
                  <a:gd name="T10" fmla="*/ 47 w 110"/>
                  <a:gd name="T11" fmla="*/ 117 h 228"/>
                  <a:gd name="T12" fmla="*/ 36 w 110"/>
                  <a:gd name="T13" fmla="*/ 91 h 228"/>
                  <a:gd name="T14" fmla="*/ 25 w 110"/>
                  <a:gd name="T15" fmla="*/ 65 h 228"/>
                  <a:gd name="T16" fmla="*/ 13 w 110"/>
                  <a:gd name="T17" fmla="*/ 40 h 228"/>
                  <a:gd name="T18" fmla="*/ 0 w 110"/>
                  <a:gd name="T19" fmla="*/ 15 h 228"/>
                  <a:gd name="T20" fmla="*/ 21 w 110"/>
                  <a:gd name="T21" fmla="*/ 0 h 228"/>
                  <a:gd name="T22" fmla="*/ 35 w 110"/>
                  <a:gd name="T23" fmla="*/ 26 h 228"/>
                  <a:gd name="T24" fmla="*/ 47 w 110"/>
                  <a:gd name="T25" fmla="*/ 54 h 228"/>
                  <a:gd name="T26" fmla="*/ 60 w 110"/>
                  <a:gd name="T27" fmla="*/ 80 h 228"/>
                  <a:gd name="T28" fmla="*/ 72 w 110"/>
                  <a:gd name="T29" fmla="*/ 107 h 228"/>
                  <a:gd name="T30" fmla="*/ 82 w 110"/>
                  <a:gd name="T31" fmla="*/ 135 h 228"/>
                  <a:gd name="T32" fmla="*/ 92 w 110"/>
                  <a:gd name="T33" fmla="*/ 164 h 228"/>
                  <a:gd name="T34" fmla="*/ 102 w 110"/>
                  <a:gd name="T35" fmla="*/ 193 h 228"/>
                  <a:gd name="T36" fmla="*/ 110 w 110"/>
                  <a:gd name="T37" fmla="*/ 221 h 228"/>
                  <a:gd name="T38" fmla="*/ 86 w 110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0"/>
                  <a:gd name="T61" fmla="*/ 0 h 228"/>
                  <a:gd name="T62" fmla="*/ 110 w 110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0" h="228">
                    <a:moveTo>
                      <a:pt x="86" y="228"/>
                    </a:moveTo>
                    <a:lnTo>
                      <a:pt x="86" y="228"/>
                    </a:lnTo>
                    <a:lnTo>
                      <a:pt x="77" y="200"/>
                    </a:lnTo>
                    <a:lnTo>
                      <a:pt x="68" y="172"/>
                    </a:lnTo>
                    <a:lnTo>
                      <a:pt x="58" y="144"/>
                    </a:lnTo>
                    <a:lnTo>
                      <a:pt x="47" y="117"/>
                    </a:lnTo>
                    <a:lnTo>
                      <a:pt x="36" y="91"/>
                    </a:lnTo>
                    <a:lnTo>
                      <a:pt x="25" y="65"/>
                    </a:lnTo>
                    <a:lnTo>
                      <a:pt x="13" y="40"/>
                    </a:lnTo>
                    <a:lnTo>
                      <a:pt x="0" y="15"/>
                    </a:lnTo>
                    <a:lnTo>
                      <a:pt x="21" y="0"/>
                    </a:lnTo>
                    <a:lnTo>
                      <a:pt x="35" y="26"/>
                    </a:lnTo>
                    <a:lnTo>
                      <a:pt x="47" y="54"/>
                    </a:lnTo>
                    <a:lnTo>
                      <a:pt x="60" y="80"/>
                    </a:lnTo>
                    <a:lnTo>
                      <a:pt x="72" y="107"/>
                    </a:lnTo>
                    <a:lnTo>
                      <a:pt x="82" y="135"/>
                    </a:lnTo>
                    <a:lnTo>
                      <a:pt x="92" y="164"/>
                    </a:lnTo>
                    <a:lnTo>
                      <a:pt x="102" y="193"/>
                    </a:lnTo>
                    <a:lnTo>
                      <a:pt x="110" y="221"/>
                    </a:lnTo>
                    <a:lnTo>
                      <a:pt x="86" y="22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0" name="Freeform 124"/>
              <p:cNvSpPr>
                <a:spLocks/>
              </p:cNvSpPr>
              <p:nvPr/>
            </p:nvSpPr>
            <p:spPr bwMode="auto">
              <a:xfrm>
                <a:off x="4121" y="2060"/>
                <a:ext cx="60" cy="205"/>
              </a:xfrm>
              <a:custGeom>
                <a:avLst/>
                <a:gdLst>
                  <a:gd name="T0" fmla="*/ 33 w 60"/>
                  <a:gd name="T1" fmla="*/ 201 h 205"/>
                  <a:gd name="T2" fmla="*/ 30 w 60"/>
                  <a:gd name="T3" fmla="*/ 177 h 205"/>
                  <a:gd name="T4" fmla="*/ 28 w 60"/>
                  <a:gd name="T5" fmla="*/ 152 h 205"/>
                  <a:gd name="T6" fmla="*/ 24 w 60"/>
                  <a:gd name="T7" fmla="*/ 128 h 205"/>
                  <a:gd name="T8" fmla="*/ 21 w 60"/>
                  <a:gd name="T9" fmla="*/ 103 h 205"/>
                  <a:gd name="T10" fmla="*/ 17 w 60"/>
                  <a:gd name="T11" fmla="*/ 79 h 205"/>
                  <a:gd name="T12" fmla="*/ 13 w 60"/>
                  <a:gd name="T13" fmla="*/ 55 h 205"/>
                  <a:gd name="T14" fmla="*/ 5 w 60"/>
                  <a:gd name="T15" fmla="*/ 29 h 205"/>
                  <a:gd name="T16" fmla="*/ 0 w 60"/>
                  <a:gd name="T17" fmla="*/ 5 h 205"/>
                  <a:gd name="T18" fmla="*/ 24 w 60"/>
                  <a:gd name="T19" fmla="*/ 0 h 205"/>
                  <a:gd name="T20" fmla="*/ 32 w 60"/>
                  <a:gd name="T21" fmla="*/ 25 h 205"/>
                  <a:gd name="T22" fmla="*/ 37 w 60"/>
                  <a:gd name="T23" fmla="*/ 51 h 205"/>
                  <a:gd name="T24" fmla="*/ 43 w 60"/>
                  <a:gd name="T25" fmla="*/ 79 h 205"/>
                  <a:gd name="T26" fmla="*/ 47 w 60"/>
                  <a:gd name="T27" fmla="*/ 103 h 205"/>
                  <a:gd name="T28" fmla="*/ 52 w 60"/>
                  <a:gd name="T29" fmla="*/ 129 h 205"/>
                  <a:gd name="T30" fmla="*/ 55 w 60"/>
                  <a:gd name="T31" fmla="*/ 156 h 205"/>
                  <a:gd name="T32" fmla="*/ 58 w 60"/>
                  <a:gd name="T33" fmla="*/ 180 h 205"/>
                  <a:gd name="T34" fmla="*/ 60 w 60"/>
                  <a:gd name="T35" fmla="*/ 205 h 205"/>
                  <a:gd name="T36" fmla="*/ 33 w 60"/>
                  <a:gd name="T37" fmla="*/ 201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0"/>
                  <a:gd name="T58" fmla="*/ 0 h 205"/>
                  <a:gd name="T59" fmla="*/ 60 w 6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0" h="205">
                    <a:moveTo>
                      <a:pt x="33" y="201"/>
                    </a:moveTo>
                    <a:lnTo>
                      <a:pt x="30" y="177"/>
                    </a:lnTo>
                    <a:lnTo>
                      <a:pt x="28" y="152"/>
                    </a:lnTo>
                    <a:lnTo>
                      <a:pt x="24" y="128"/>
                    </a:lnTo>
                    <a:lnTo>
                      <a:pt x="21" y="103"/>
                    </a:lnTo>
                    <a:lnTo>
                      <a:pt x="17" y="79"/>
                    </a:lnTo>
                    <a:lnTo>
                      <a:pt x="13" y="55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24" y="0"/>
                    </a:lnTo>
                    <a:lnTo>
                      <a:pt x="32" y="25"/>
                    </a:lnTo>
                    <a:lnTo>
                      <a:pt x="37" y="51"/>
                    </a:lnTo>
                    <a:lnTo>
                      <a:pt x="43" y="79"/>
                    </a:lnTo>
                    <a:lnTo>
                      <a:pt x="47" y="103"/>
                    </a:lnTo>
                    <a:lnTo>
                      <a:pt x="52" y="129"/>
                    </a:lnTo>
                    <a:lnTo>
                      <a:pt x="55" y="156"/>
                    </a:lnTo>
                    <a:lnTo>
                      <a:pt x="58" y="180"/>
                    </a:lnTo>
                    <a:lnTo>
                      <a:pt x="60" y="205"/>
                    </a:lnTo>
                    <a:lnTo>
                      <a:pt x="33" y="20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1" name="Freeform 125"/>
              <p:cNvSpPr>
                <a:spLocks/>
              </p:cNvSpPr>
              <p:nvPr/>
            </p:nvSpPr>
            <p:spPr bwMode="auto">
              <a:xfrm>
                <a:off x="4154" y="2263"/>
                <a:ext cx="30" cy="21"/>
              </a:xfrm>
              <a:custGeom>
                <a:avLst/>
                <a:gdLst>
                  <a:gd name="T0" fmla="*/ 29 w 30"/>
                  <a:gd name="T1" fmla="*/ 3 h 21"/>
                  <a:gd name="T2" fmla="*/ 30 w 30"/>
                  <a:gd name="T3" fmla="*/ 21 h 21"/>
                  <a:gd name="T4" fmla="*/ 1 w 30"/>
                  <a:gd name="T5" fmla="*/ 18 h 21"/>
                  <a:gd name="T6" fmla="*/ 0 w 30"/>
                  <a:gd name="T7" fmla="*/ 0 h 21"/>
                  <a:gd name="T8" fmla="*/ 29 w 30"/>
                  <a:gd name="T9" fmla="*/ 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29" y="3"/>
                    </a:moveTo>
                    <a:lnTo>
                      <a:pt x="30" y="21"/>
                    </a:lnTo>
                    <a:lnTo>
                      <a:pt x="1" y="18"/>
                    </a:lnTo>
                    <a:lnTo>
                      <a:pt x="0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2" name="Freeform 126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3" name="Freeform 127"/>
              <p:cNvSpPr>
                <a:spLocks/>
              </p:cNvSpPr>
              <p:nvPr/>
            </p:nvSpPr>
            <p:spPr bwMode="auto">
              <a:xfrm>
                <a:off x="3981" y="1735"/>
                <a:ext cx="53" cy="187"/>
              </a:xfrm>
              <a:custGeom>
                <a:avLst/>
                <a:gdLst>
                  <a:gd name="T0" fmla="*/ 8 w 53"/>
                  <a:gd name="T1" fmla="*/ 30 h 187"/>
                  <a:gd name="T2" fmla="*/ 20 w 53"/>
                  <a:gd name="T3" fmla="*/ 22 h 187"/>
                  <a:gd name="T4" fmla="*/ 53 w 53"/>
                  <a:gd name="T5" fmla="*/ 185 h 187"/>
                  <a:gd name="T6" fmla="*/ 38 w 53"/>
                  <a:gd name="T7" fmla="*/ 187 h 187"/>
                  <a:gd name="T8" fmla="*/ 4 w 53"/>
                  <a:gd name="T9" fmla="*/ 24 h 187"/>
                  <a:gd name="T10" fmla="*/ 16 w 53"/>
                  <a:gd name="T11" fmla="*/ 16 h 187"/>
                  <a:gd name="T12" fmla="*/ 4 w 53"/>
                  <a:gd name="T13" fmla="*/ 24 h 187"/>
                  <a:gd name="T14" fmla="*/ 0 w 53"/>
                  <a:gd name="T15" fmla="*/ 0 h 187"/>
                  <a:gd name="T16" fmla="*/ 16 w 53"/>
                  <a:gd name="T17" fmla="*/ 16 h 187"/>
                  <a:gd name="T18" fmla="*/ 8 w 53"/>
                  <a:gd name="T19" fmla="*/ 3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187"/>
                  <a:gd name="T32" fmla="*/ 53 w 53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187">
                    <a:moveTo>
                      <a:pt x="8" y="30"/>
                    </a:moveTo>
                    <a:lnTo>
                      <a:pt x="20" y="22"/>
                    </a:lnTo>
                    <a:lnTo>
                      <a:pt x="53" y="185"/>
                    </a:lnTo>
                    <a:lnTo>
                      <a:pt x="38" y="187"/>
                    </a:lnTo>
                    <a:lnTo>
                      <a:pt x="4" y="24"/>
                    </a:lnTo>
                    <a:lnTo>
                      <a:pt x="16" y="16"/>
                    </a:lnTo>
                    <a:lnTo>
                      <a:pt x="4" y="24"/>
                    </a:lnTo>
                    <a:lnTo>
                      <a:pt x="0" y="0"/>
                    </a:lnTo>
                    <a:lnTo>
                      <a:pt x="16" y="16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4" name="Freeform 128"/>
              <p:cNvSpPr>
                <a:spLocks/>
              </p:cNvSpPr>
              <p:nvPr/>
            </p:nvSpPr>
            <p:spPr bwMode="auto">
              <a:xfrm>
                <a:off x="3987" y="1752"/>
                <a:ext cx="129" cy="126"/>
              </a:xfrm>
              <a:custGeom>
                <a:avLst/>
                <a:gdLst>
                  <a:gd name="T0" fmla="*/ 109 w 129"/>
                  <a:gd name="T1" fmla="*/ 107 h 126"/>
                  <a:gd name="T2" fmla="*/ 110 w 129"/>
                  <a:gd name="T3" fmla="*/ 124 h 126"/>
                  <a:gd name="T4" fmla="*/ 0 w 129"/>
                  <a:gd name="T5" fmla="*/ 15 h 126"/>
                  <a:gd name="T6" fmla="*/ 9 w 129"/>
                  <a:gd name="T7" fmla="*/ 0 h 126"/>
                  <a:gd name="T8" fmla="*/ 118 w 129"/>
                  <a:gd name="T9" fmla="*/ 109 h 126"/>
                  <a:gd name="T10" fmla="*/ 119 w 129"/>
                  <a:gd name="T11" fmla="*/ 126 h 126"/>
                  <a:gd name="T12" fmla="*/ 118 w 129"/>
                  <a:gd name="T13" fmla="*/ 109 h 126"/>
                  <a:gd name="T14" fmla="*/ 129 w 129"/>
                  <a:gd name="T15" fmla="*/ 117 h 126"/>
                  <a:gd name="T16" fmla="*/ 119 w 129"/>
                  <a:gd name="T17" fmla="*/ 126 h 126"/>
                  <a:gd name="T18" fmla="*/ 109 w 129"/>
                  <a:gd name="T19" fmla="*/ 107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26"/>
                  <a:gd name="T32" fmla="*/ 129 w 129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26">
                    <a:moveTo>
                      <a:pt x="109" y="107"/>
                    </a:moveTo>
                    <a:lnTo>
                      <a:pt x="110" y="124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18" y="109"/>
                    </a:lnTo>
                    <a:lnTo>
                      <a:pt x="119" y="126"/>
                    </a:lnTo>
                    <a:lnTo>
                      <a:pt x="118" y="109"/>
                    </a:lnTo>
                    <a:lnTo>
                      <a:pt x="129" y="117"/>
                    </a:lnTo>
                    <a:lnTo>
                      <a:pt x="119" y="126"/>
                    </a:lnTo>
                    <a:lnTo>
                      <a:pt x="109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5" name="Freeform 129"/>
              <p:cNvSpPr>
                <a:spLocks/>
              </p:cNvSpPr>
              <p:nvPr/>
            </p:nvSpPr>
            <p:spPr bwMode="auto">
              <a:xfrm>
                <a:off x="4018" y="1859"/>
                <a:ext cx="88" cy="79"/>
              </a:xfrm>
              <a:custGeom>
                <a:avLst/>
                <a:gdLst>
                  <a:gd name="T0" fmla="*/ 15 w 88"/>
                  <a:gd name="T1" fmla="*/ 63 h 79"/>
                  <a:gd name="T2" fmla="*/ 4 w 88"/>
                  <a:gd name="T3" fmla="*/ 53 h 79"/>
                  <a:gd name="T4" fmla="*/ 79 w 88"/>
                  <a:gd name="T5" fmla="*/ 0 h 79"/>
                  <a:gd name="T6" fmla="*/ 88 w 88"/>
                  <a:gd name="T7" fmla="*/ 19 h 79"/>
                  <a:gd name="T8" fmla="*/ 13 w 88"/>
                  <a:gd name="T9" fmla="*/ 72 h 79"/>
                  <a:gd name="T10" fmla="*/ 0 w 88"/>
                  <a:gd name="T11" fmla="*/ 63 h 79"/>
                  <a:gd name="T12" fmla="*/ 13 w 88"/>
                  <a:gd name="T13" fmla="*/ 72 h 79"/>
                  <a:gd name="T14" fmla="*/ 4 w 88"/>
                  <a:gd name="T15" fmla="*/ 79 h 79"/>
                  <a:gd name="T16" fmla="*/ 0 w 88"/>
                  <a:gd name="T17" fmla="*/ 63 h 79"/>
                  <a:gd name="T18" fmla="*/ 15 w 88"/>
                  <a:gd name="T19" fmla="*/ 63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15" y="63"/>
                    </a:moveTo>
                    <a:lnTo>
                      <a:pt x="4" y="53"/>
                    </a:lnTo>
                    <a:lnTo>
                      <a:pt x="79" y="0"/>
                    </a:lnTo>
                    <a:lnTo>
                      <a:pt x="88" y="19"/>
                    </a:lnTo>
                    <a:lnTo>
                      <a:pt x="13" y="72"/>
                    </a:lnTo>
                    <a:lnTo>
                      <a:pt x="0" y="63"/>
                    </a:lnTo>
                    <a:lnTo>
                      <a:pt x="13" y="72"/>
                    </a:lnTo>
                    <a:lnTo>
                      <a:pt x="4" y="79"/>
                    </a:lnTo>
                    <a:lnTo>
                      <a:pt x="0" y="63"/>
                    </a:lnTo>
                    <a:lnTo>
                      <a:pt x="15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6" name="Freeform 130"/>
              <p:cNvSpPr>
                <a:spLocks/>
              </p:cNvSpPr>
              <p:nvPr/>
            </p:nvSpPr>
            <p:spPr bwMode="auto">
              <a:xfrm>
                <a:off x="3995" y="1779"/>
                <a:ext cx="37" cy="39"/>
              </a:xfrm>
              <a:custGeom>
                <a:avLst/>
                <a:gdLst>
                  <a:gd name="T0" fmla="*/ 10 w 37"/>
                  <a:gd name="T1" fmla="*/ 39 h 39"/>
                  <a:gd name="T2" fmla="*/ 0 w 37"/>
                  <a:gd name="T3" fmla="*/ 20 h 39"/>
                  <a:gd name="T4" fmla="*/ 27 w 37"/>
                  <a:gd name="T5" fmla="*/ 0 h 39"/>
                  <a:gd name="T6" fmla="*/ 37 w 37"/>
                  <a:gd name="T7" fmla="*/ 19 h 39"/>
                  <a:gd name="T8" fmla="*/ 10 w 37"/>
                  <a:gd name="T9" fmla="*/ 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9"/>
                  <a:gd name="T17" fmla="*/ 37 w 37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9">
                    <a:moveTo>
                      <a:pt x="10" y="39"/>
                    </a:moveTo>
                    <a:lnTo>
                      <a:pt x="0" y="20"/>
                    </a:lnTo>
                    <a:lnTo>
                      <a:pt x="27" y="0"/>
                    </a:lnTo>
                    <a:lnTo>
                      <a:pt x="37" y="19"/>
                    </a:lnTo>
                    <a:lnTo>
                      <a:pt x="10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7" name="Freeform 131"/>
              <p:cNvSpPr>
                <a:spLocks/>
              </p:cNvSpPr>
              <p:nvPr/>
            </p:nvSpPr>
            <p:spPr bwMode="auto">
              <a:xfrm>
                <a:off x="4011" y="1797"/>
                <a:ext cx="122" cy="231"/>
              </a:xfrm>
              <a:custGeom>
                <a:avLst/>
                <a:gdLst>
                  <a:gd name="T0" fmla="*/ 91 w 122"/>
                  <a:gd name="T1" fmla="*/ 231 h 231"/>
                  <a:gd name="T2" fmla="*/ 91 w 122"/>
                  <a:gd name="T3" fmla="*/ 231 h 231"/>
                  <a:gd name="T4" fmla="*/ 81 w 122"/>
                  <a:gd name="T5" fmla="*/ 203 h 231"/>
                  <a:gd name="T6" fmla="*/ 71 w 122"/>
                  <a:gd name="T7" fmla="*/ 175 h 231"/>
                  <a:gd name="T8" fmla="*/ 61 w 122"/>
                  <a:gd name="T9" fmla="*/ 148 h 231"/>
                  <a:gd name="T10" fmla="*/ 49 w 122"/>
                  <a:gd name="T11" fmla="*/ 120 h 231"/>
                  <a:gd name="T12" fmla="*/ 38 w 122"/>
                  <a:gd name="T13" fmla="*/ 96 h 231"/>
                  <a:gd name="T14" fmla="*/ 25 w 122"/>
                  <a:gd name="T15" fmla="*/ 70 h 231"/>
                  <a:gd name="T16" fmla="*/ 13 w 122"/>
                  <a:gd name="T17" fmla="*/ 45 h 231"/>
                  <a:gd name="T18" fmla="*/ 0 w 122"/>
                  <a:gd name="T19" fmla="*/ 21 h 231"/>
                  <a:gd name="T20" fmla="*/ 24 w 122"/>
                  <a:gd name="T21" fmla="*/ 0 h 231"/>
                  <a:gd name="T22" fmla="*/ 38 w 122"/>
                  <a:gd name="T23" fmla="*/ 25 h 231"/>
                  <a:gd name="T24" fmla="*/ 52 w 122"/>
                  <a:gd name="T25" fmla="*/ 52 h 231"/>
                  <a:gd name="T26" fmla="*/ 66 w 122"/>
                  <a:gd name="T27" fmla="*/ 79 h 231"/>
                  <a:gd name="T28" fmla="*/ 79 w 122"/>
                  <a:gd name="T29" fmla="*/ 108 h 231"/>
                  <a:gd name="T30" fmla="*/ 91 w 122"/>
                  <a:gd name="T31" fmla="*/ 134 h 231"/>
                  <a:gd name="T32" fmla="*/ 101 w 122"/>
                  <a:gd name="T33" fmla="*/ 163 h 231"/>
                  <a:gd name="T34" fmla="*/ 111 w 122"/>
                  <a:gd name="T35" fmla="*/ 192 h 231"/>
                  <a:gd name="T36" fmla="*/ 122 w 122"/>
                  <a:gd name="T37" fmla="*/ 222 h 231"/>
                  <a:gd name="T38" fmla="*/ 91 w 122"/>
                  <a:gd name="T39" fmla="*/ 231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2"/>
                  <a:gd name="T61" fmla="*/ 0 h 231"/>
                  <a:gd name="T62" fmla="*/ 122 w 122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2" h="231">
                    <a:moveTo>
                      <a:pt x="91" y="231"/>
                    </a:moveTo>
                    <a:lnTo>
                      <a:pt x="91" y="231"/>
                    </a:lnTo>
                    <a:lnTo>
                      <a:pt x="81" y="203"/>
                    </a:lnTo>
                    <a:lnTo>
                      <a:pt x="71" y="175"/>
                    </a:lnTo>
                    <a:lnTo>
                      <a:pt x="61" y="148"/>
                    </a:lnTo>
                    <a:lnTo>
                      <a:pt x="49" y="120"/>
                    </a:lnTo>
                    <a:lnTo>
                      <a:pt x="38" y="96"/>
                    </a:lnTo>
                    <a:lnTo>
                      <a:pt x="25" y="70"/>
                    </a:lnTo>
                    <a:lnTo>
                      <a:pt x="13" y="45"/>
                    </a:lnTo>
                    <a:lnTo>
                      <a:pt x="0" y="21"/>
                    </a:lnTo>
                    <a:lnTo>
                      <a:pt x="24" y="0"/>
                    </a:lnTo>
                    <a:lnTo>
                      <a:pt x="38" y="25"/>
                    </a:lnTo>
                    <a:lnTo>
                      <a:pt x="52" y="52"/>
                    </a:lnTo>
                    <a:lnTo>
                      <a:pt x="66" y="79"/>
                    </a:lnTo>
                    <a:lnTo>
                      <a:pt x="79" y="108"/>
                    </a:lnTo>
                    <a:lnTo>
                      <a:pt x="91" y="134"/>
                    </a:lnTo>
                    <a:lnTo>
                      <a:pt x="101" y="163"/>
                    </a:lnTo>
                    <a:lnTo>
                      <a:pt x="111" y="192"/>
                    </a:lnTo>
                    <a:lnTo>
                      <a:pt x="122" y="222"/>
                    </a:lnTo>
                    <a:lnTo>
                      <a:pt x="91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8" name="Freeform 132"/>
              <p:cNvSpPr>
                <a:spLocks/>
              </p:cNvSpPr>
              <p:nvPr/>
            </p:nvSpPr>
            <p:spPr bwMode="auto">
              <a:xfrm>
                <a:off x="4107" y="2021"/>
                <a:ext cx="73" cy="206"/>
              </a:xfrm>
              <a:custGeom>
                <a:avLst/>
                <a:gdLst>
                  <a:gd name="T0" fmla="*/ 40 w 73"/>
                  <a:gd name="T1" fmla="*/ 202 h 206"/>
                  <a:gd name="T2" fmla="*/ 36 w 73"/>
                  <a:gd name="T3" fmla="*/ 179 h 206"/>
                  <a:gd name="T4" fmla="*/ 33 w 73"/>
                  <a:gd name="T5" fmla="*/ 154 h 206"/>
                  <a:gd name="T6" fmla="*/ 30 w 73"/>
                  <a:gd name="T7" fmla="*/ 130 h 206"/>
                  <a:gd name="T8" fmla="*/ 25 w 73"/>
                  <a:gd name="T9" fmla="*/ 106 h 206"/>
                  <a:gd name="T10" fmla="*/ 19 w 73"/>
                  <a:gd name="T11" fmla="*/ 82 h 206"/>
                  <a:gd name="T12" fmla="*/ 13 w 73"/>
                  <a:gd name="T13" fmla="*/ 58 h 206"/>
                  <a:gd name="T14" fmla="*/ 6 w 73"/>
                  <a:gd name="T15" fmla="*/ 34 h 206"/>
                  <a:gd name="T16" fmla="*/ 0 w 73"/>
                  <a:gd name="T17" fmla="*/ 9 h 206"/>
                  <a:gd name="T18" fmla="*/ 31 w 73"/>
                  <a:gd name="T19" fmla="*/ 0 h 206"/>
                  <a:gd name="T20" fmla="*/ 38 w 73"/>
                  <a:gd name="T21" fmla="*/ 26 h 206"/>
                  <a:gd name="T22" fmla="*/ 45 w 73"/>
                  <a:gd name="T23" fmla="*/ 51 h 206"/>
                  <a:gd name="T24" fmla="*/ 51 w 73"/>
                  <a:gd name="T25" fmla="*/ 79 h 206"/>
                  <a:gd name="T26" fmla="*/ 58 w 73"/>
                  <a:gd name="T27" fmla="*/ 104 h 206"/>
                  <a:gd name="T28" fmla="*/ 62 w 73"/>
                  <a:gd name="T29" fmla="*/ 129 h 206"/>
                  <a:gd name="T30" fmla="*/ 66 w 73"/>
                  <a:gd name="T31" fmla="*/ 155 h 206"/>
                  <a:gd name="T32" fmla="*/ 71 w 73"/>
                  <a:gd name="T33" fmla="*/ 181 h 206"/>
                  <a:gd name="T34" fmla="*/ 73 w 73"/>
                  <a:gd name="T35" fmla="*/ 206 h 206"/>
                  <a:gd name="T36" fmla="*/ 40 w 73"/>
                  <a:gd name="T37" fmla="*/ 20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3"/>
                  <a:gd name="T58" fmla="*/ 0 h 206"/>
                  <a:gd name="T59" fmla="*/ 73 w 7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3" h="206">
                    <a:moveTo>
                      <a:pt x="40" y="202"/>
                    </a:moveTo>
                    <a:lnTo>
                      <a:pt x="36" y="179"/>
                    </a:lnTo>
                    <a:lnTo>
                      <a:pt x="33" y="154"/>
                    </a:lnTo>
                    <a:lnTo>
                      <a:pt x="30" y="130"/>
                    </a:lnTo>
                    <a:lnTo>
                      <a:pt x="25" y="106"/>
                    </a:lnTo>
                    <a:lnTo>
                      <a:pt x="19" y="82"/>
                    </a:lnTo>
                    <a:lnTo>
                      <a:pt x="13" y="58"/>
                    </a:lnTo>
                    <a:lnTo>
                      <a:pt x="6" y="34"/>
                    </a:lnTo>
                    <a:lnTo>
                      <a:pt x="0" y="9"/>
                    </a:lnTo>
                    <a:lnTo>
                      <a:pt x="31" y="0"/>
                    </a:lnTo>
                    <a:lnTo>
                      <a:pt x="38" y="26"/>
                    </a:lnTo>
                    <a:lnTo>
                      <a:pt x="45" y="51"/>
                    </a:lnTo>
                    <a:lnTo>
                      <a:pt x="51" y="79"/>
                    </a:lnTo>
                    <a:lnTo>
                      <a:pt x="58" y="104"/>
                    </a:lnTo>
                    <a:lnTo>
                      <a:pt x="62" y="129"/>
                    </a:lnTo>
                    <a:lnTo>
                      <a:pt x="66" y="155"/>
                    </a:lnTo>
                    <a:lnTo>
                      <a:pt x="71" y="181"/>
                    </a:lnTo>
                    <a:lnTo>
                      <a:pt x="73" y="206"/>
                    </a:lnTo>
                    <a:lnTo>
                      <a:pt x="40" y="20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39" name="Freeform 133"/>
              <p:cNvSpPr>
                <a:spLocks/>
              </p:cNvSpPr>
              <p:nvPr/>
            </p:nvSpPr>
            <p:spPr bwMode="auto">
              <a:xfrm>
                <a:off x="4149" y="2222"/>
                <a:ext cx="36" cy="27"/>
              </a:xfrm>
              <a:custGeom>
                <a:avLst/>
                <a:gdLst>
                  <a:gd name="T0" fmla="*/ 34 w 36"/>
                  <a:gd name="T1" fmla="*/ 3 h 27"/>
                  <a:gd name="T2" fmla="*/ 36 w 36"/>
                  <a:gd name="T3" fmla="*/ 27 h 27"/>
                  <a:gd name="T4" fmla="*/ 2 w 36"/>
                  <a:gd name="T5" fmla="*/ 23 h 27"/>
                  <a:gd name="T6" fmla="*/ 0 w 36"/>
                  <a:gd name="T7" fmla="*/ 0 h 27"/>
                  <a:gd name="T8" fmla="*/ 34 w 36"/>
                  <a:gd name="T9" fmla="*/ 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34" y="3"/>
                    </a:moveTo>
                    <a:lnTo>
                      <a:pt x="36" y="27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0" name="Freeform 134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1" name="Freeform 135"/>
              <p:cNvSpPr>
                <a:spLocks/>
              </p:cNvSpPr>
              <p:nvPr/>
            </p:nvSpPr>
            <p:spPr bwMode="auto">
              <a:xfrm>
                <a:off x="3986" y="1744"/>
                <a:ext cx="45" cy="175"/>
              </a:xfrm>
              <a:custGeom>
                <a:avLst/>
                <a:gdLst>
                  <a:gd name="T0" fmla="*/ 6 w 45"/>
                  <a:gd name="T1" fmla="*/ 19 h 175"/>
                  <a:gd name="T2" fmla="*/ 11 w 45"/>
                  <a:gd name="T3" fmla="*/ 14 h 175"/>
                  <a:gd name="T4" fmla="*/ 45 w 45"/>
                  <a:gd name="T5" fmla="*/ 173 h 175"/>
                  <a:gd name="T6" fmla="*/ 36 w 45"/>
                  <a:gd name="T7" fmla="*/ 175 h 175"/>
                  <a:gd name="T8" fmla="*/ 3 w 45"/>
                  <a:gd name="T9" fmla="*/ 15 h 175"/>
                  <a:gd name="T10" fmla="*/ 10 w 45"/>
                  <a:gd name="T11" fmla="*/ 11 h 175"/>
                  <a:gd name="T12" fmla="*/ 3 w 45"/>
                  <a:gd name="T13" fmla="*/ 15 h 175"/>
                  <a:gd name="T14" fmla="*/ 0 w 45"/>
                  <a:gd name="T15" fmla="*/ 0 h 175"/>
                  <a:gd name="T16" fmla="*/ 10 w 45"/>
                  <a:gd name="T17" fmla="*/ 11 h 175"/>
                  <a:gd name="T18" fmla="*/ 6 w 45"/>
                  <a:gd name="T19" fmla="*/ 19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175"/>
                  <a:gd name="T32" fmla="*/ 45 w 45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175">
                    <a:moveTo>
                      <a:pt x="6" y="19"/>
                    </a:moveTo>
                    <a:lnTo>
                      <a:pt x="11" y="14"/>
                    </a:lnTo>
                    <a:lnTo>
                      <a:pt x="45" y="173"/>
                    </a:lnTo>
                    <a:lnTo>
                      <a:pt x="36" y="175"/>
                    </a:lnTo>
                    <a:lnTo>
                      <a:pt x="3" y="15"/>
                    </a:lnTo>
                    <a:lnTo>
                      <a:pt x="10" y="11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11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2" name="Freeform 136"/>
              <p:cNvSpPr>
                <a:spLocks/>
              </p:cNvSpPr>
              <p:nvPr/>
            </p:nvSpPr>
            <p:spPr bwMode="auto">
              <a:xfrm>
                <a:off x="3989" y="1754"/>
                <a:ext cx="119" cy="118"/>
              </a:xfrm>
              <a:custGeom>
                <a:avLst/>
                <a:gdLst>
                  <a:gd name="T0" fmla="*/ 107 w 119"/>
                  <a:gd name="T1" fmla="*/ 106 h 118"/>
                  <a:gd name="T2" fmla="*/ 108 w 119"/>
                  <a:gd name="T3" fmla="*/ 115 h 118"/>
                  <a:gd name="T4" fmla="*/ 0 w 119"/>
                  <a:gd name="T5" fmla="*/ 9 h 118"/>
                  <a:gd name="T6" fmla="*/ 5 w 119"/>
                  <a:gd name="T7" fmla="*/ 0 h 118"/>
                  <a:gd name="T8" fmla="*/ 113 w 119"/>
                  <a:gd name="T9" fmla="*/ 107 h 118"/>
                  <a:gd name="T10" fmla="*/ 115 w 119"/>
                  <a:gd name="T11" fmla="*/ 118 h 118"/>
                  <a:gd name="T12" fmla="*/ 113 w 119"/>
                  <a:gd name="T13" fmla="*/ 107 h 118"/>
                  <a:gd name="T14" fmla="*/ 119 w 119"/>
                  <a:gd name="T15" fmla="*/ 113 h 118"/>
                  <a:gd name="T16" fmla="*/ 115 w 119"/>
                  <a:gd name="T17" fmla="*/ 118 h 118"/>
                  <a:gd name="T18" fmla="*/ 107 w 119"/>
                  <a:gd name="T19" fmla="*/ 10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9"/>
                  <a:gd name="T31" fmla="*/ 0 h 118"/>
                  <a:gd name="T32" fmla="*/ 119 w 119"/>
                  <a:gd name="T33" fmla="*/ 118 h 1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9" h="118">
                    <a:moveTo>
                      <a:pt x="107" y="106"/>
                    </a:moveTo>
                    <a:lnTo>
                      <a:pt x="108" y="115"/>
                    </a:lnTo>
                    <a:lnTo>
                      <a:pt x="0" y="9"/>
                    </a:lnTo>
                    <a:lnTo>
                      <a:pt x="5" y="0"/>
                    </a:lnTo>
                    <a:lnTo>
                      <a:pt x="113" y="107"/>
                    </a:lnTo>
                    <a:lnTo>
                      <a:pt x="115" y="118"/>
                    </a:lnTo>
                    <a:lnTo>
                      <a:pt x="113" y="107"/>
                    </a:lnTo>
                    <a:lnTo>
                      <a:pt x="119" y="113"/>
                    </a:lnTo>
                    <a:lnTo>
                      <a:pt x="115" y="118"/>
                    </a:lnTo>
                    <a:lnTo>
                      <a:pt x="107" y="10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3" name="Freeform 137"/>
              <p:cNvSpPr>
                <a:spLocks/>
              </p:cNvSpPr>
              <p:nvPr/>
            </p:nvSpPr>
            <p:spPr bwMode="auto">
              <a:xfrm>
                <a:off x="4022" y="1861"/>
                <a:ext cx="82" cy="68"/>
              </a:xfrm>
              <a:custGeom>
                <a:avLst/>
                <a:gdLst>
                  <a:gd name="T0" fmla="*/ 9 w 82"/>
                  <a:gd name="T1" fmla="*/ 60 h 68"/>
                  <a:gd name="T2" fmla="*/ 1 w 82"/>
                  <a:gd name="T3" fmla="*/ 53 h 68"/>
                  <a:gd name="T4" fmla="*/ 76 w 82"/>
                  <a:gd name="T5" fmla="*/ 0 h 68"/>
                  <a:gd name="T6" fmla="*/ 82 w 82"/>
                  <a:gd name="T7" fmla="*/ 12 h 68"/>
                  <a:gd name="T8" fmla="*/ 6 w 82"/>
                  <a:gd name="T9" fmla="*/ 65 h 68"/>
                  <a:gd name="T10" fmla="*/ 0 w 82"/>
                  <a:gd name="T11" fmla="*/ 60 h 68"/>
                  <a:gd name="T12" fmla="*/ 6 w 82"/>
                  <a:gd name="T13" fmla="*/ 65 h 68"/>
                  <a:gd name="T14" fmla="*/ 1 w 82"/>
                  <a:gd name="T15" fmla="*/ 68 h 68"/>
                  <a:gd name="T16" fmla="*/ 0 w 82"/>
                  <a:gd name="T17" fmla="*/ 60 h 68"/>
                  <a:gd name="T18" fmla="*/ 9 w 82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68"/>
                  <a:gd name="T32" fmla="*/ 82 w 82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68">
                    <a:moveTo>
                      <a:pt x="9" y="60"/>
                    </a:moveTo>
                    <a:lnTo>
                      <a:pt x="1" y="53"/>
                    </a:lnTo>
                    <a:lnTo>
                      <a:pt x="76" y="0"/>
                    </a:lnTo>
                    <a:lnTo>
                      <a:pt x="82" y="12"/>
                    </a:lnTo>
                    <a:lnTo>
                      <a:pt x="6" y="65"/>
                    </a:lnTo>
                    <a:lnTo>
                      <a:pt x="0" y="60"/>
                    </a:lnTo>
                    <a:lnTo>
                      <a:pt x="6" y="6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9" y="6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4" name="Freeform 138"/>
              <p:cNvSpPr>
                <a:spLocks/>
              </p:cNvSpPr>
              <p:nvPr/>
            </p:nvSpPr>
            <p:spPr bwMode="auto">
              <a:xfrm>
                <a:off x="4009" y="1795"/>
                <a:ext cx="29" cy="32"/>
              </a:xfrm>
              <a:custGeom>
                <a:avLst/>
                <a:gdLst>
                  <a:gd name="T0" fmla="*/ 9 w 29"/>
                  <a:gd name="T1" fmla="*/ 32 h 32"/>
                  <a:gd name="T2" fmla="*/ 0 w 29"/>
                  <a:gd name="T3" fmla="*/ 16 h 32"/>
                  <a:gd name="T4" fmla="*/ 19 w 29"/>
                  <a:gd name="T5" fmla="*/ 0 h 32"/>
                  <a:gd name="T6" fmla="*/ 29 w 29"/>
                  <a:gd name="T7" fmla="*/ 15 h 32"/>
                  <a:gd name="T8" fmla="*/ 9 w 2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2"/>
                  <a:gd name="T17" fmla="*/ 29 w 2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2">
                    <a:moveTo>
                      <a:pt x="9" y="32"/>
                    </a:moveTo>
                    <a:lnTo>
                      <a:pt x="0" y="16"/>
                    </a:lnTo>
                    <a:lnTo>
                      <a:pt x="19" y="0"/>
                    </a:lnTo>
                    <a:lnTo>
                      <a:pt x="29" y="15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5" name="Freeform 139"/>
              <p:cNvSpPr>
                <a:spLocks/>
              </p:cNvSpPr>
              <p:nvPr/>
            </p:nvSpPr>
            <p:spPr bwMode="auto">
              <a:xfrm>
                <a:off x="4019" y="1812"/>
                <a:ext cx="119" cy="228"/>
              </a:xfrm>
              <a:custGeom>
                <a:avLst/>
                <a:gdLst>
                  <a:gd name="T0" fmla="*/ 93 w 119"/>
                  <a:gd name="T1" fmla="*/ 228 h 228"/>
                  <a:gd name="T2" fmla="*/ 93 w 119"/>
                  <a:gd name="T3" fmla="*/ 228 h 228"/>
                  <a:gd name="T4" fmla="*/ 84 w 119"/>
                  <a:gd name="T5" fmla="*/ 198 h 228"/>
                  <a:gd name="T6" fmla="*/ 73 w 119"/>
                  <a:gd name="T7" fmla="*/ 172 h 228"/>
                  <a:gd name="T8" fmla="*/ 63 w 119"/>
                  <a:gd name="T9" fmla="*/ 144 h 228"/>
                  <a:gd name="T10" fmla="*/ 52 w 119"/>
                  <a:gd name="T11" fmla="*/ 117 h 228"/>
                  <a:gd name="T12" fmla="*/ 40 w 119"/>
                  <a:gd name="T13" fmla="*/ 92 h 228"/>
                  <a:gd name="T14" fmla="*/ 28 w 119"/>
                  <a:gd name="T15" fmla="*/ 66 h 228"/>
                  <a:gd name="T16" fmla="*/ 14 w 119"/>
                  <a:gd name="T17" fmla="*/ 41 h 228"/>
                  <a:gd name="T18" fmla="*/ 0 w 119"/>
                  <a:gd name="T19" fmla="*/ 18 h 228"/>
                  <a:gd name="T20" fmla="*/ 22 w 119"/>
                  <a:gd name="T21" fmla="*/ 0 h 228"/>
                  <a:gd name="T22" fmla="*/ 36 w 119"/>
                  <a:gd name="T23" fmla="*/ 25 h 228"/>
                  <a:gd name="T24" fmla="*/ 51 w 119"/>
                  <a:gd name="T25" fmla="*/ 52 h 228"/>
                  <a:gd name="T26" fmla="*/ 63 w 119"/>
                  <a:gd name="T27" fmla="*/ 78 h 228"/>
                  <a:gd name="T28" fmla="*/ 75 w 119"/>
                  <a:gd name="T29" fmla="*/ 107 h 228"/>
                  <a:gd name="T30" fmla="*/ 88 w 119"/>
                  <a:gd name="T31" fmla="*/ 133 h 228"/>
                  <a:gd name="T32" fmla="*/ 99 w 119"/>
                  <a:gd name="T33" fmla="*/ 163 h 228"/>
                  <a:gd name="T34" fmla="*/ 108 w 119"/>
                  <a:gd name="T35" fmla="*/ 190 h 228"/>
                  <a:gd name="T36" fmla="*/ 119 w 119"/>
                  <a:gd name="T37" fmla="*/ 220 h 228"/>
                  <a:gd name="T38" fmla="*/ 93 w 11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9"/>
                  <a:gd name="T61" fmla="*/ 0 h 228"/>
                  <a:gd name="T62" fmla="*/ 119 w 11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9" h="228">
                    <a:moveTo>
                      <a:pt x="93" y="228"/>
                    </a:moveTo>
                    <a:lnTo>
                      <a:pt x="93" y="228"/>
                    </a:lnTo>
                    <a:lnTo>
                      <a:pt x="84" y="198"/>
                    </a:lnTo>
                    <a:lnTo>
                      <a:pt x="73" y="172"/>
                    </a:lnTo>
                    <a:lnTo>
                      <a:pt x="63" y="144"/>
                    </a:lnTo>
                    <a:lnTo>
                      <a:pt x="52" y="117"/>
                    </a:lnTo>
                    <a:lnTo>
                      <a:pt x="40" y="92"/>
                    </a:lnTo>
                    <a:lnTo>
                      <a:pt x="28" y="66"/>
                    </a:lnTo>
                    <a:lnTo>
                      <a:pt x="14" y="41"/>
                    </a:lnTo>
                    <a:lnTo>
                      <a:pt x="0" y="18"/>
                    </a:lnTo>
                    <a:lnTo>
                      <a:pt x="22" y="0"/>
                    </a:lnTo>
                    <a:lnTo>
                      <a:pt x="36" y="25"/>
                    </a:lnTo>
                    <a:lnTo>
                      <a:pt x="51" y="52"/>
                    </a:lnTo>
                    <a:lnTo>
                      <a:pt x="63" y="78"/>
                    </a:lnTo>
                    <a:lnTo>
                      <a:pt x="75" y="107"/>
                    </a:lnTo>
                    <a:lnTo>
                      <a:pt x="88" y="133"/>
                    </a:lnTo>
                    <a:lnTo>
                      <a:pt x="99" y="163"/>
                    </a:lnTo>
                    <a:lnTo>
                      <a:pt x="108" y="190"/>
                    </a:lnTo>
                    <a:lnTo>
                      <a:pt x="119" y="220"/>
                    </a:lnTo>
                    <a:lnTo>
                      <a:pt x="93" y="22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6" name="Freeform 140"/>
              <p:cNvSpPr>
                <a:spLocks/>
              </p:cNvSpPr>
              <p:nvPr/>
            </p:nvSpPr>
            <p:spPr bwMode="auto">
              <a:xfrm>
                <a:off x="4116" y="2033"/>
                <a:ext cx="68" cy="205"/>
              </a:xfrm>
              <a:custGeom>
                <a:avLst/>
                <a:gdLst>
                  <a:gd name="T0" fmla="*/ 41 w 68"/>
                  <a:gd name="T1" fmla="*/ 203 h 205"/>
                  <a:gd name="T2" fmla="*/ 37 w 68"/>
                  <a:gd name="T3" fmla="*/ 179 h 205"/>
                  <a:gd name="T4" fmla="*/ 34 w 68"/>
                  <a:gd name="T5" fmla="*/ 154 h 205"/>
                  <a:gd name="T6" fmla="*/ 31 w 68"/>
                  <a:gd name="T7" fmla="*/ 129 h 205"/>
                  <a:gd name="T8" fmla="*/ 26 w 68"/>
                  <a:gd name="T9" fmla="*/ 106 h 205"/>
                  <a:gd name="T10" fmla="*/ 20 w 68"/>
                  <a:gd name="T11" fmla="*/ 81 h 205"/>
                  <a:gd name="T12" fmla="*/ 13 w 68"/>
                  <a:gd name="T13" fmla="*/ 56 h 205"/>
                  <a:gd name="T14" fmla="*/ 8 w 68"/>
                  <a:gd name="T15" fmla="*/ 32 h 205"/>
                  <a:gd name="T16" fmla="*/ 0 w 68"/>
                  <a:gd name="T17" fmla="*/ 7 h 205"/>
                  <a:gd name="T18" fmla="*/ 26 w 68"/>
                  <a:gd name="T19" fmla="*/ 0 h 205"/>
                  <a:gd name="T20" fmla="*/ 34 w 68"/>
                  <a:gd name="T21" fmla="*/ 26 h 205"/>
                  <a:gd name="T22" fmla="*/ 41 w 68"/>
                  <a:gd name="T23" fmla="*/ 51 h 205"/>
                  <a:gd name="T24" fmla="*/ 48 w 68"/>
                  <a:gd name="T25" fmla="*/ 79 h 205"/>
                  <a:gd name="T26" fmla="*/ 52 w 68"/>
                  <a:gd name="T27" fmla="*/ 103 h 205"/>
                  <a:gd name="T28" fmla="*/ 57 w 68"/>
                  <a:gd name="T29" fmla="*/ 129 h 205"/>
                  <a:gd name="T30" fmla="*/ 63 w 68"/>
                  <a:gd name="T31" fmla="*/ 156 h 205"/>
                  <a:gd name="T32" fmla="*/ 66 w 68"/>
                  <a:gd name="T33" fmla="*/ 180 h 205"/>
                  <a:gd name="T34" fmla="*/ 68 w 68"/>
                  <a:gd name="T35" fmla="*/ 205 h 205"/>
                  <a:gd name="T36" fmla="*/ 41 w 68"/>
                  <a:gd name="T37" fmla="*/ 20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8"/>
                  <a:gd name="T58" fmla="*/ 0 h 205"/>
                  <a:gd name="T59" fmla="*/ 68 w 68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8" h="205">
                    <a:moveTo>
                      <a:pt x="41" y="203"/>
                    </a:moveTo>
                    <a:lnTo>
                      <a:pt x="37" y="179"/>
                    </a:lnTo>
                    <a:lnTo>
                      <a:pt x="34" y="154"/>
                    </a:lnTo>
                    <a:lnTo>
                      <a:pt x="31" y="129"/>
                    </a:lnTo>
                    <a:lnTo>
                      <a:pt x="26" y="106"/>
                    </a:lnTo>
                    <a:lnTo>
                      <a:pt x="20" y="81"/>
                    </a:lnTo>
                    <a:lnTo>
                      <a:pt x="13" y="56"/>
                    </a:lnTo>
                    <a:lnTo>
                      <a:pt x="8" y="32"/>
                    </a:lnTo>
                    <a:lnTo>
                      <a:pt x="0" y="7"/>
                    </a:lnTo>
                    <a:lnTo>
                      <a:pt x="26" y="0"/>
                    </a:lnTo>
                    <a:lnTo>
                      <a:pt x="34" y="26"/>
                    </a:lnTo>
                    <a:lnTo>
                      <a:pt x="41" y="51"/>
                    </a:lnTo>
                    <a:lnTo>
                      <a:pt x="48" y="79"/>
                    </a:lnTo>
                    <a:lnTo>
                      <a:pt x="52" y="103"/>
                    </a:lnTo>
                    <a:lnTo>
                      <a:pt x="57" y="129"/>
                    </a:lnTo>
                    <a:lnTo>
                      <a:pt x="63" y="156"/>
                    </a:lnTo>
                    <a:lnTo>
                      <a:pt x="66" y="180"/>
                    </a:lnTo>
                    <a:lnTo>
                      <a:pt x="68" y="205"/>
                    </a:lnTo>
                    <a:lnTo>
                      <a:pt x="41" y="20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7" name="Freeform 141"/>
              <p:cNvSpPr>
                <a:spLocks/>
              </p:cNvSpPr>
              <p:nvPr/>
            </p:nvSpPr>
            <p:spPr bwMode="auto">
              <a:xfrm>
                <a:off x="4160" y="2235"/>
                <a:ext cx="29" cy="20"/>
              </a:xfrm>
              <a:custGeom>
                <a:avLst/>
                <a:gdLst>
                  <a:gd name="T0" fmla="*/ 27 w 29"/>
                  <a:gd name="T1" fmla="*/ 2 h 20"/>
                  <a:gd name="T2" fmla="*/ 29 w 29"/>
                  <a:gd name="T3" fmla="*/ 20 h 20"/>
                  <a:gd name="T4" fmla="*/ 3 w 29"/>
                  <a:gd name="T5" fmla="*/ 18 h 20"/>
                  <a:gd name="T6" fmla="*/ 0 w 29"/>
                  <a:gd name="T7" fmla="*/ 0 h 20"/>
                  <a:gd name="T8" fmla="*/ 27 w 29"/>
                  <a:gd name="T9" fmla="*/ 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20"/>
                  <a:gd name="T17" fmla="*/ 29 w 2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20">
                    <a:moveTo>
                      <a:pt x="27" y="2"/>
                    </a:moveTo>
                    <a:lnTo>
                      <a:pt x="29" y="20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8" name="Freeform 142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49" name="Freeform 143"/>
              <p:cNvSpPr>
                <a:spLocks/>
              </p:cNvSpPr>
              <p:nvPr/>
            </p:nvSpPr>
            <p:spPr bwMode="auto">
              <a:xfrm>
                <a:off x="3956" y="1706"/>
                <a:ext cx="60" cy="185"/>
              </a:xfrm>
              <a:custGeom>
                <a:avLst/>
                <a:gdLst>
                  <a:gd name="T0" fmla="*/ 11 w 60"/>
                  <a:gd name="T1" fmla="*/ 29 h 185"/>
                  <a:gd name="T2" fmla="*/ 21 w 60"/>
                  <a:gd name="T3" fmla="*/ 20 h 185"/>
                  <a:gd name="T4" fmla="*/ 60 w 60"/>
                  <a:gd name="T5" fmla="*/ 182 h 185"/>
                  <a:gd name="T6" fmla="*/ 45 w 60"/>
                  <a:gd name="T7" fmla="*/ 185 h 185"/>
                  <a:gd name="T8" fmla="*/ 6 w 60"/>
                  <a:gd name="T9" fmla="*/ 23 h 185"/>
                  <a:gd name="T10" fmla="*/ 17 w 60"/>
                  <a:gd name="T11" fmla="*/ 15 h 185"/>
                  <a:gd name="T12" fmla="*/ 6 w 60"/>
                  <a:gd name="T13" fmla="*/ 23 h 185"/>
                  <a:gd name="T14" fmla="*/ 0 w 60"/>
                  <a:gd name="T15" fmla="*/ 0 h 185"/>
                  <a:gd name="T16" fmla="*/ 17 w 60"/>
                  <a:gd name="T17" fmla="*/ 15 h 185"/>
                  <a:gd name="T18" fmla="*/ 11 w 60"/>
                  <a:gd name="T19" fmla="*/ 29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0"/>
                  <a:gd name="T31" fmla="*/ 0 h 185"/>
                  <a:gd name="T32" fmla="*/ 60 w 60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0" h="185">
                    <a:moveTo>
                      <a:pt x="11" y="29"/>
                    </a:moveTo>
                    <a:lnTo>
                      <a:pt x="21" y="20"/>
                    </a:lnTo>
                    <a:lnTo>
                      <a:pt x="60" y="182"/>
                    </a:lnTo>
                    <a:lnTo>
                      <a:pt x="45" y="185"/>
                    </a:lnTo>
                    <a:lnTo>
                      <a:pt x="6" y="23"/>
                    </a:lnTo>
                    <a:lnTo>
                      <a:pt x="17" y="15"/>
                    </a:lnTo>
                    <a:lnTo>
                      <a:pt x="6" y="23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0" name="Freeform 144"/>
              <p:cNvSpPr>
                <a:spLocks/>
              </p:cNvSpPr>
              <p:nvPr/>
            </p:nvSpPr>
            <p:spPr bwMode="auto">
              <a:xfrm>
                <a:off x="3966" y="1722"/>
                <a:ext cx="127" cy="115"/>
              </a:xfrm>
              <a:custGeom>
                <a:avLst/>
                <a:gdLst>
                  <a:gd name="T0" fmla="*/ 108 w 127"/>
                  <a:gd name="T1" fmla="*/ 98 h 115"/>
                  <a:gd name="T2" fmla="*/ 110 w 127"/>
                  <a:gd name="T3" fmla="*/ 114 h 115"/>
                  <a:gd name="T4" fmla="*/ 0 w 127"/>
                  <a:gd name="T5" fmla="*/ 15 h 115"/>
                  <a:gd name="T6" fmla="*/ 5 w 127"/>
                  <a:gd name="T7" fmla="*/ 0 h 115"/>
                  <a:gd name="T8" fmla="*/ 116 w 127"/>
                  <a:gd name="T9" fmla="*/ 99 h 115"/>
                  <a:gd name="T10" fmla="*/ 119 w 127"/>
                  <a:gd name="T11" fmla="*/ 115 h 115"/>
                  <a:gd name="T12" fmla="*/ 116 w 127"/>
                  <a:gd name="T13" fmla="*/ 99 h 115"/>
                  <a:gd name="T14" fmla="*/ 127 w 127"/>
                  <a:gd name="T15" fmla="*/ 109 h 115"/>
                  <a:gd name="T16" fmla="*/ 119 w 127"/>
                  <a:gd name="T17" fmla="*/ 115 h 115"/>
                  <a:gd name="T18" fmla="*/ 108 w 127"/>
                  <a:gd name="T19" fmla="*/ 9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5"/>
                  <a:gd name="T32" fmla="*/ 127 w 127"/>
                  <a:gd name="T33" fmla="*/ 115 h 1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5">
                    <a:moveTo>
                      <a:pt x="108" y="98"/>
                    </a:moveTo>
                    <a:lnTo>
                      <a:pt x="110" y="114"/>
                    </a:lnTo>
                    <a:lnTo>
                      <a:pt x="0" y="15"/>
                    </a:lnTo>
                    <a:lnTo>
                      <a:pt x="5" y="0"/>
                    </a:lnTo>
                    <a:lnTo>
                      <a:pt x="116" y="99"/>
                    </a:lnTo>
                    <a:lnTo>
                      <a:pt x="119" y="115"/>
                    </a:lnTo>
                    <a:lnTo>
                      <a:pt x="116" y="99"/>
                    </a:lnTo>
                    <a:lnTo>
                      <a:pt x="127" y="109"/>
                    </a:lnTo>
                    <a:lnTo>
                      <a:pt x="119" y="115"/>
                    </a:lnTo>
                    <a:lnTo>
                      <a:pt x="108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1" name="Freeform 145"/>
              <p:cNvSpPr>
                <a:spLocks/>
              </p:cNvSpPr>
              <p:nvPr/>
            </p:nvSpPr>
            <p:spPr bwMode="auto">
              <a:xfrm>
                <a:off x="4002" y="1821"/>
                <a:ext cx="86" cy="85"/>
              </a:xfrm>
              <a:custGeom>
                <a:avLst/>
                <a:gdLst>
                  <a:gd name="T0" fmla="*/ 15 w 86"/>
                  <a:gd name="T1" fmla="*/ 68 h 85"/>
                  <a:gd name="T2" fmla="*/ 2 w 86"/>
                  <a:gd name="T3" fmla="*/ 60 h 85"/>
                  <a:gd name="T4" fmla="*/ 75 w 86"/>
                  <a:gd name="T5" fmla="*/ 0 h 85"/>
                  <a:gd name="T6" fmla="*/ 86 w 86"/>
                  <a:gd name="T7" fmla="*/ 17 h 85"/>
                  <a:gd name="T8" fmla="*/ 13 w 86"/>
                  <a:gd name="T9" fmla="*/ 78 h 85"/>
                  <a:gd name="T10" fmla="*/ 0 w 86"/>
                  <a:gd name="T11" fmla="*/ 70 h 85"/>
                  <a:gd name="T12" fmla="*/ 13 w 86"/>
                  <a:gd name="T13" fmla="*/ 78 h 85"/>
                  <a:gd name="T14" fmla="*/ 5 w 86"/>
                  <a:gd name="T15" fmla="*/ 85 h 85"/>
                  <a:gd name="T16" fmla="*/ 0 w 86"/>
                  <a:gd name="T17" fmla="*/ 70 h 85"/>
                  <a:gd name="T18" fmla="*/ 15 w 86"/>
                  <a:gd name="T19" fmla="*/ 68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5"/>
                  <a:gd name="T32" fmla="*/ 86 w 86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5">
                    <a:moveTo>
                      <a:pt x="15" y="68"/>
                    </a:moveTo>
                    <a:lnTo>
                      <a:pt x="2" y="60"/>
                    </a:lnTo>
                    <a:lnTo>
                      <a:pt x="75" y="0"/>
                    </a:lnTo>
                    <a:lnTo>
                      <a:pt x="86" y="17"/>
                    </a:lnTo>
                    <a:lnTo>
                      <a:pt x="13" y="78"/>
                    </a:lnTo>
                    <a:lnTo>
                      <a:pt x="0" y="70"/>
                    </a:lnTo>
                    <a:lnTo>
                      <a:pt x="13" y="78"/>
                    </a:lnTo>
                    <a:lnTo>
                      <a:pt x="5" y="85"/>
                    </a:lnTo>
                    <a:lnTo>
                      <a:pt x="0" y="70"/>
                    </a:lnTo>
                    <a:lnTo>
                      <a:pt x="15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2" name="Freeform 146"/>
              <p:cNvSpPr>
                <a:spLocks/>
              </p:cNvSpPr>
              <p:nvPr/>
            </p:nvSpPr>
            <p:spPr bwMode="auto">
              <a:xfrm>
                <a:off x="3977" y="1743"/>
                <a:ext cx="35" cy="42"/>
              </a:xfrm>
              <a:custGeom>
                <a:avLst/>
                <a:gdLst>
                  <a:gd name="T0" fmla="*/ 11 w 35"/>
                  <a:gd name="T1" fmla="*/ 42 h 42"/>
                  <a:gd name="T2" fmla="*/ 0 w 35"/>
                  <a:gd name="T3" fmla="*/ 23 h 42"/>
                  <a:gd name="T4" fmla="*/ 23 w 35"/>
                  <a:gd name="T5" fmla="*/ 0 h 42"/>
                  <a:gd name="T6" fmla="*/ 35 w 35"/>
                  <a:gd name="T7" fmla="*/ 20 h 42"/>
                  <a:gd name="T8" fmla="*/ 11 w 35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11" y="42"/>
                    </a:moveTo>
                    <a:lnTo>
                      <a:pt x="0" y="23"/>
                    </a:lnTo>
                    <a:lnTo>
                      <a:pt x="23" y="0"/>
                    </a:lnTo>
                    <a:lnTo>
                      <a:pt x="35" y="20"/>
                    </a:lnTo>
                    <a:lnTo>
                      <a:pt x="11" y="4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3" name="Freeform 147"/>
              <p:cNvSpPr>
                <a:spLocks/>
              </p:cNvSpPr>
              <p:nvPr/>
            </p:nvSpPr>
            <p:spPr bwMode="auto">
              <a:xfrm>
                <a:off x="3991" y="1762"/>
                <a:ext cx="129" cy="228"/>
              </a:xfrm>
              <a:custGeom>
                <a:avLst/>
                <a:gdLst>
                  <a:gd name="T0" fmla="*/ 99 w 129"/>
                  <a:gd name="T1" fmla="*/ 228 h 228"/>
                  <a:gd name="T2" fmla="*/ 99 w 129"/>
                  <a:gd name="T3" fmla="*/ 228 h 228"/>
                  <a:gd name="T4" fmla="*/ 88 w 129"/>
                  <a:gd name="T5" fmla="*/ 200 h 228"/>
                  <a:gd name="T6" fmla="*/ 78 w 129"/>
                  <a:gd name="T7" fmla="*/ 173 h 228"/>
                  <a:gd name="T8" fmla="*/ 67 w 129"/>
                  <a:gd name="T9" fmla="*/ 147 h 228"/>
                  <a:gd name="T10" fmla="*/ 54 w 129"/>
                  <a:gd name="T11" fmla="*/ 121 h 228"/>
                  <a:gd name="T12" fmla="*/ 40 w 129"/>
                  <a:gd name="T13" fmla="*/ 95 h 228"/>
                  <a:gd name="T14" fmla="*/ 27 w 129"/>
                  <a:gd name="T15" fmla="*/ 70 h 228"/>
                  <a:gd name="T16" fmla="*/ 13 w 129"/>
                  <a:gd name="T17" fmla="*/ 45 h 228"/>
                  <a:gd name="T18" fmla="*/ 0 w 129"/>
                  <a:gd name="T19" fmla="*/ 23 h 228"/>
                  <a:gd name="T20" fmla="*/ 23 w 129"/>
                  <a:gd name="T21" fmla="*/ 0 h 228"/>
                  <a:gd name="T22" fmla="*/ 39 w 129"/>
                  <a:gd name="T23" fmla="*/ 25 h 228"/>
                  <a:gd name="T24" fmla="*/ 54 w 129"/>
                  <a:gd name="T25" fmla="*/ 51 h 228"/>
                  <a:gd name="T26" fmla="*/ 69 w 129"/>
                  <a:gd name="T27" fmla="*/ 78 h 228"/>
                  <a:gd name="T28" fmla="*/ 82 w 129"/>
                  <a:gd name="T29" fmla="*/ 104 h 228"/>
                  <a:gd name="T30" fmla="*/ 94 w 129"/>
                  <a:gd name="T31" fmla="*/ 131 h 228"/>
                  <a:gd name="T32" fmla="*/ 107 w 129"/>
                  <a:gd name="T33" fmla="*/ 160 h 228"/>
                  <a:gd name="T34" fmla="*/ 118 w 129"/>
                  <a:gd name="T35" fmla="*/ 188 h 228"/>
                  <a:gd name="T36" fmla="*/ 129 w 129"/>
                  <a:gd name="T37" fmla="*/ 216 h 228"/>
                  <a:gd name="T38" fmla="*/ 99 w 12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9"/>
                  <a:gd name="T61" fmla="*/ 0 h 228"/>
                  <a:gd name="T62" fmla="*/ 129 w 12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9" h="228">
                    <a:moveTo>
                      <a:pt x="99" y="228"/>
                    </a:moveTo>
                    <a:lnTo>
                      <a:pt x="99" y="228"/>
                    </a:lnTo>
                    <a:lnTo>
                      <a:pt x="88" y="200"/>
                    </a:lnTo>
                    <a:lnTo>
                      <a:pt x="78" y="173"/>
                    </a:lnTo>
                    <a:lnTo>
                      <a:pt x="67" y="147"/>
                    </a:lnTo>
                    <a:lnTo>
                      <a:pt x="54" y="121"/>
                    </a:lnTo>
                    <a:lnTo>
                      <a:pt x="40" y="95"/>
                    </a:lnTo>
                    <a:lnTo>
                      <a:pt x="27" y="70"/>
                    </a:lnTo>
                    <a:lnTo>
                      <a:pt x="13" y="45"/>
                    </a:lnTo>
                    <a:lnTo>
                      <a:pt x="0" y="23"/>
                    </a:lnTo>
                    <a:lnTo>
                      <a:pt x="23" y="0"/>
                    </a:lnTo>
                    <a:lnTo>
                      <a:pt x="39" y="25"/>
                    </a:lnTo>
                    <a:lnTo>
                      <a:pt x="54" y="51"/>
                    </a:lnTo>
                    <a:lnTo>
                      <a:pt x="69" y="78"/>
                    </a:lnTo>
                    <a:lnTo>
                      <a:pt x="82" y="104"/>
                    </a:lnTo>
                    <a:lnTo>
                      <a:pt x="94" y="131"/>
                    </a:lnTo>
                    <a:lnTo>
                      <a:pt x="107" y="160"/>
                    </a:lnTo>
                    <a:lnTo>
                      <a:pt x="118" y="188"/>
                    </a:lnTo>
                    <a:lnTo>
                      <a:pt x="129" y="216"/>
                    </a:lnTo>
                    <a:lnTo>
                      <a:pt x="99" y="2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4" name="Freeform 148"/>
              <p:cNvSpPr>
                <a:spLocks/>
              </p:cNvSpPr>
              <p:nvPr/>
            </p:nvSpPr>
            <p:spPr bwMode="auto">
              <a:xfrm>
                <a:off x="4093" y="1983"/>
                <a:ext cx="80" cy="205"/>
              </a:xfrm>
              <a:custGeom>
                <a:avLst/>
                <a:gdLst>
                  <a:gd name="T0" fmla="*/ 47 w 80"/>
                  <a:gd name="T1" fmla="*/ 204 h 205"/>
                  <a:gd name="T2" fmla="*/ 44 w 80"/>
                  <a:gd name="T3" fmla="*/ 180 h 205"/>
                  <a:gd name="T4" fmla="*/ 40 w 80"/>
                  <a:gd name="T5" fmla="*/ 156 h 205"/>
                  <a:gd name="T6" fmla="*/ 35 w 80"/>
                  <a:gd name="T7" fmla="*/ 130 h 205"/>
                  <a:gd name="T8" fmla="*/ 30 w 80"/>
                  <a:gd name="T9" fmla="*/ 108 h 205"/>
                  <a:gd name="T10" fmla="*/ 24 w 80"/>
                  <a:gd name="T11" fmla="*/ 83 h 205"/>
                  <a:gd name="T12" fmla="*/ 16 w 80"/>
                  <a:gd name="T13" fmla="*/ 59 h 205"/>
                  <a:gd name="T14" fmla="*/ 9 w 80"/>
                  <a:gd name="T15" fmla="*/ 35 h 205"/>
                  <a:gd name="T16" fmla="*/ 0 w 80"/>
                  <a:gd name="T17" fmla="*/ 10 h 205"/>
                  <a:gd name="T18" fmla="*/ 31 w 80"/>
                  <a:gd name="T19" fmla="*/ 0 h 205"/>
                  <a:gd name="T20" fmla="*/ 40 w 80"/>
                  <a:gd name="T21" fmla="*/ 24 h 205"/>
                  <a:gd name="T22" fmla="*/ 46 w 80"/>
                  <a:gd name="T23" fmla="*/ 51 h 205"/>
                  <a:gd name="T24" fmla="*/ 55 w 80"/>
                  <a:gd name="T25" fmla="*/ 77 h 205"/>
                  <a:gd name="T26" fmla="*/ 61 w 80"/>
                  <a:gd name="T27" fmla="*/ 102 h 205"/>
                  <a:gd name="T28" fmla="*/ 67 w 80"/>
                  <a:gd name="T29" fmla="*/ 128 h 205"/>
                  <a:gd name="T30" fmla="*/ 73 w 80"/>
                  <a:gd name="T31" fmla="*/ 155 h 205"/>
                  <a:gd name="T32" fmla="*/ 77 w 80"/>
                  <a:gd name="T33" fmla="*/ 180 h 205"/>
                  <a:gd name="T34" fmla="*/ 80 w 80"/>
                  <a:gd name="T35" fmla="*/ 205 h 205"/>
                  <a:gd name="T36" fmla="*/ 47 w 80"/>
                  <a:gd name="T37" fmla="*/ 204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0"/>
                  <a:gd name="T58" fmla="*/ 0 h 205"/>
                  <a:gd name="T59" fmla="*/ 80 w 8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0" h="205">
                    <a:moveTo>
                      <a:pt x="47" y="204"/>
                    </a:moveTo>
                    <a:lnTo>
                      <a:pt x="44" y="180"/>
                    </a:lnTo>
                    <a:lnTo>
                      <a:pt x="40" y="156"/>
                    </a:lnTo>
                    <a:lnTo>
                      <a:pt x="35" y="130"/>
                    </a:lnTo>
                    <a:lnTo>
                      <a:pt x="30" y="108"/>
                    </a:lnTo>
                    <a:lnTo>
                      <a:pt x="24" y="83"/>
                    </a:lnTo>
                    <a:lnTo>
                      <a:pt x="16" y="59"/>
                    </a:lnTo>
                    <a:lnTo>
                      <a:pt x="9" y="35"/>
                    </a:lnTo>
                    <a:lnTo>
                      <a:pt x="0" y="10"/>
                    </a:lnTo>
                    <a:lnTo>
                      <a:pt x="31" y="0"/>
                    </a:lnTo>
                    <a:lnTo>
                      <a:pt x="40" y="24"/>
                    </a:lnTo>
                    <a:lnTo>
                      <a:pt x="46" y="51"/>
                    </a:lnTo>
                    <a:lnTo>
                      <a:pt x="55" y="77"/>
                    </a:lnTo>
                    <a:lnTo>
                      <a:pt x="61" y="102"/>
                    </a:lnTo>
                    <a:lnTo>
                      <a:pt x="67" y="128"/>
                    </a:lnTo>
                    <a:lnTo>
                      <a:pt x="73" y="155"/>
                    </a:lnTo>
                    <a:lnTo>
                      <a:pt x="77" y="180"/>
                    </a:lnTo>
                    <a:lnTo>
                      <a:pt x="80" y="205"/>
                    </a:lnTo>
                    <a:lnTo>
                      <a:pt x="47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5" name="Freeform 149"/>
              <p:cNvSpPr>
                <a:spLocks/>
              </p:cNvSpPr>
              <p:nvPr/>
            </p:nvSpPr>
            <p:spPr bwMode="auto">
              <a:xfrm>
                <a:off x="4143" y="2187"/>
                <a:ext cx="38" cy="22"/>
              </a:xfrm>
              <a:custGeom>
                <a:avLst/>
                <a:gdLst>
                  <a:gd name="T0" fmla="*/ 35 w 38"/>
                  <a:gd name="T1" fmla="*/ 1 h 22"/>
                  <a:gd name="T2" fmla="*/ 38 w 38"/>
                  <a:gd name="T3" fmla="*/ 22 h 22"/>
                  <a:gd name="T4" fmla="*/ 4 w 38"/>
                  <a:gd name="T5" fmla="*/ 21 h 22"/>
                  <a:gd name="T6" fmla="*/ 0 w 38"/>
                  <a:gd name="T7" fmla="*/ 0 h 22"/>
                  <a:gd name="T8" fmla="*/ 35 w 38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2"/>
                  <a:gd name="T17" fmla="*/ 38 w 3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2">
                    <a:moveTo>
                      <a:pt x="35" y="1"/>
                    </a:moveTo>
                    <a:lnTo>
                      <a:pt x="38" y="22"/>
                    </a:lnTo>
                    <a:lnTo>
                      <a:pt x="4" y="21"/>
                    </a:lnTo>
                    <a:lnTo>
                      <a:pt x="0" y="0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6" name="Freeform 150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7" name="Freeform 151"/>
              <p:cNvSpPr>
                <a:spLocks/>
              </p:cNvSpPr>
              <p:nvPr/>
            </p:nvSpPr>
            <p:spPr bwMode="auto">
              <a:xfrm>
                <a:off x="3962" y="1713"/>
                <a:ext cx="51" cy="176"/>
              </a:xfrm>
              <a:custGeom>
                <a:avLst/>
                <a:gdLst>
                  <a:gd name="T0" fmla="*/ 5 w 51"/>
                  <a:gd name="T1" fmla="*/ 19 h 176"/>
                  <a:gd name="T2" fmla="*/ 11 w 51"/>
                  <a:gd name="T3" fmla="*/ 13 h 176"/>
                  <a:gd name="T4" fmla="*/ 51 w 51"/>
                  <a:gd name="T5" fmla="*/ 175 h 176"/>
                  <a:gd name="T6" fmla="*/ 42 w 51"/>
                  <a:gd name="T7" fmla="*/ 176 h 176"/>
                  <a:gd name="T8" fmla="*/ 2 w 51"/>
                  <a:gd name="T9" fmla="*/ 14 h 176"/>
                  <a:gd name="T10" fmla="*/ 8 w 51"/>
                  <a:gd name="T11" fmla="*/ 9 h 176"/>
                  <a:gd name="T12" fmla="*/ 2 w 51"/>
                  <a:gd name="T13" fmla="*/ 14 h 176"/>
                  <a:gd name="T14" fmla="*/ 0 w 51"/>
                  <a:gd name="T15" fmla="*/ 0 h 176"/>
                  <a:gd name="T16" fmla="*/ 8 w 51"/>
                  <a:gd name="T17" fmla="*/ 9 h 176"/>
                  <a:gd name="T18" fmla="*/ 5 w 51"/>
                  <a:gd name="T19" fmla="*/ 19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176"/>
                  <a:gd name="T32" fmla="*/ 51 w 51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176">
                    <a:moveTo>
                      <a:pt x="5" y="19"/>
                    </a:moveTo>
                    <a:lnTo>
                      <a:pt x="11" y="13"/>
                    </a:lnTo>
                    <a:lnTo>
                      <a:pt x="51" y="175"/>
                    </a:lnTo>
                    <a:lnTo>
                      <a:pt x="42" y="176"/>
                    </a:lnTo>
                    <a:lnTo>
                      <a:pt x="2" y="14"/>
                    </a:lnTo>
                    <a:lnTo>
                      <a:pt x="8" y="9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8" y="9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8" name="Freeform 152"/>
              <p:cNvSpPr>
                <a:spLocks/>
              </p:cNvSpPr>
              <p:nvPr/>
            </p:nvSpPr>
            <p:spPr bwMode="auto">
              <a:xfrm>
                <a:off x="3969" y="1723"/>
                <a:ext cx="120" cy="110"/>
              </a:xfrm>
              <a:custGeom>
                <a:avLst/>
                <a:gdLst>
                  <a:gd name="T0" fmla="*/ 109 w 120"/>
                  <a:gd name="T1" fmla="*/ 99 h 110"/>
                  <a:gd name="T2" fmla="*/ 110 w 120"/>
                  <a:gd name="T3" fmla="*/ 110 h 110"/>
                  <a:gd name="T4" fmla="*/ 0 w 120"/>
                  <a:gd name="T5" fmla="*/ 9 h 110"/>
                  <a:gd name="T6" fmla="*/ 3 w 120"/>
                  <a:gd name="T7" fmla="*/ 0 h 110"/>
                  <a:gd name="T8" fmla="*/ 113 w 120"/>
                  <a:gd name="T9" fmla="*/ 102 h 110"/>
                  <a:gd name="T10" fmla="*/ 116 w 120"/>
                  <a:gd name="T11" fmla="*/ 110 h 110"/>
                  <a:gd name="T12" fmla="*/ 113 w 120"/>
                  <a:gd name="T13" fmla="*/ 102 h 110"/>
                  <a:gd name="T14" fmla="*/ 120 w 120"/>
                  <a:gd name="T15" fmla="*/ 106 h 110"/>
                  <a:gd name="T16" fmla="*/ 116 w 120"/>
                  <a:gd name="T17" fmla="*/ 110 h 110"/>
                  <a:gd name="T18" fmla="*/ 109 w 120"/>
                  <a:gd name="T19" fmla="*/ 99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10"/>
                  <a:gd name="T32" fmla="*/ 120 w 120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10">
                    <a:moveTo>
                      <a:pt x="109" y="99"/>
                    </a:moveTo>
                    <a:lnTo>
                      <a:pt x="110" y="110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3" y="102"/>
                    </a:lnTo>
                    <a:lnTo>
                      <a:pt x="116" y="110"/>
                    </a:lnTo>
                    <a:lnTo>
                      <a:pt x="113" y="102"/>
                    </a:lnTo>
                    <a:lnTo>
                      <a:pt x="120" y="106"/>
                    </a:lnTo>
                    <a:lnTo>
                      <a:pt x="116" y="110"/>
                    </a:lnTo>
                    <a:lnTo>
                      <a:pt x="109" y="9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59" name="Freeform 153"/>
              <p:cNvSpPr>
                <a:spLocks/>
              </p:cNvSpPr>
              <p:nvPr/>
            </p:nvSpPr>
            <p:spPr bwMode="auto">
              <a:xfrm>
                <a:off x="4008" y="1825"/>
                <a:ext cx="78" cy="75"/>
              </a:xfrm>
              <a:custGeom>
                <a:avLst/>
                <a:gdLst>
                  <a:gd name="T0" fmla="*/ 8 w 78"/>
                  <a:gd name="T1" fmla="*/ 64 h 75"/>
                  <a:gd name="T2" fmla="*/ 1 w 78"/>
                  <a:gd name="T3" fmla="*/ 59 h 75"/>
                  <a:gd name="T4" fmla="*/ 71 w 78"/>
                  <a:gd name="T5" fmla="*/ 0 h 75"/>
                  <a:gd name="T6" fmla="*/ 78 w 78"/>
                  <a:gd name="T7" fmla="*/ 10 h 75"/>
                  <a:gd name="T8" fmla="*/ 6 w 78"/>
                  <a:gd name="T9" fmla="*/ 71 h 75"/>
                  <a:gd name="T10" fmla="*/ 0 w 78"/>
                  <a:gd name="T11" fmla="*/ 66 h 75"/>
                  <a:gd name="T12" fmla="*/ 6 w 78"/>
                  <a:gd name="T13" fmla="*/ 71 h 75"/>
                  <a:gd name="T14" fmla="*/ 1 w 78"/>
                  <a:gd name="T15" fmla="*/ 75 h 75"/>
                  <a:gd name="T16" fmla="*/ 0 w 78"/>
                  <a:gd name="T17" fmla="*/ 66 h 75"/>
                  <a:gd name="T18" fmla="*/ 8 w 78"/>
                  <a:gd name="T19" fmla="*/ 64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5"/>
                  <a:gd name="T32" fmla="*/ 78 w 78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5">
                    <a:moveTo>
                      <a:pt x="8" y="64"/>
                    </a:moveTo>
                    <a:lnTo>
                      <a:pt x="1" y="59"/>
                    </a:lnTo>
                    <a:lnTo>
                      <a:pt x="71" y="0"/>
                    </a:lnTo>
                    <a:lnTo>
                      <a:pt x="78" y="10"/>
                    </a:lnTo>
                    <a:lnTo>
                      <a:pt x="6" y="71"/>
                    </a:lnTo>
                    <a:lnTo>
                      <a:pt x="0" y="66"/>
                    </a:lnTo>
                    <a:lnTo>
                      <a:pt x="6" y="71"/>
                    </a:lnTo>
                    <a:lnTo>
                      <a:pt x="1" y="75"/>
                    </a:lnTo>
                    <a:lnTo>
                      <a:pt x="0" y="66"/>
                    </a:lnTo>
                    <a:lnTo>
                      <a:pt x="8" y="6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0" name="Freeform 154"/>
              <p:cNvSpPr>
                <a:spLocks/>
              </p:cNvSpPr>
              <p:nvPr/>
            </p:nvSpPr>
            <p:spPr bwMode="auto">
              <a:xfrm>
                <a:off x="3981" y="1748"/>
                <a:ext cx="30" cy="36"/>
              </a:xfrm>
              <a:custGeom>
                <a:avLst/>
                <a:gdLst>
                  <a:gd name="T0" fmla="*/ 10 w 30"/>
                  <a:gd name="T1" fmla="*/ 36 h 36"/>
                  <a:gd name="T2" fmla="*/ 0 w 30"/>
                  <a:gd name="T3" fmla="*/ 19 h 36"/>
                  <a:gd name="T4" fmla="*/ 20 w 30"/>
                  <a:gd name="T5" fmla="*/ 0 h 36"/>
                  <a:gd name="T6" fmla="*/ 30 w 30"/>
                  <a:gd name="T7" fmla="*/ 17 h 36"/>
                  <a:gd name="T8" fmla="*/ 10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0" y="36"/>
                    </a:moveTo>
                    <a:lnTo>
                      <a:pt x="0" y="19"/>
                    </a:lnTo>
                    <a:lnTo>
                      <a:pt x="20" y="0"/>
                    </a:lnTo>
                    <a:lnTo>
                      <a:pt x="30" y="17"/>
                    </a:lnTo>
                    <a:lnTo>
                      <a:pt x="10" y="3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1" name="Freeform 155"/>
              <p:cNvSpPr>
                <a:spLocks/>
              </p:cNvSpPr>
              <p:nvPr/>
            </p:nvSpPr>
            <p:spPr bwMode="auto">
              <a:xfrm>
                <a:off x="3993" y="1766"/>
                <a:ext cx="125" cy="224"/>
              </a:xfrm>
              <a:custGeom>
                <a:avLst/>
                <a:gdLst>
                  <a:gd name="T0" fmla="*/ 100 w 125"/>
                  <a:gd name="T1" fmla="*/ 224 h 224"/>
                  <a:gd name="T2" fmla="*/ 100 w 125"/>
                  <a:gd name="T3" fmla="*/ 224 h 224"/>
                  <a:gd name="T4" fmla="*/ 88 w 125"/>
                  <a:gd name="T5" fmla="*/ 196 h 224"/>
                  <a:gd name="T6" fmla="*/ 78 w 125"/>
                  <a:gd name="T7" fmla="*/ 169 h 224"/>
                  <a:gd name="T8" fmla="*/ 67 w 125"/>
                  <a:gd name="T9" fmla="*/ 143 h 224"/>
                  <a:gd name="T10" fmla="*/ 54 w 125"/>
                  <a:gd name="T11" fmla="*/ 117 h 224"/>
                  <a:gd name="T12" fmla="*/ 41 w 125"/>
                  <a:gd name="T13" fmla="*/ 91 h 224"/>
                  <a:gd name="T14" fmla="*/ 29 w 125"/>
                  <a:gd name="T15" fmla="*/ 66 h 224"/>
                  <a:gd name="T16" fmla="*/ 15 w 125"/>
                  <a:gd name="T17" fmla="*/ 43 h 224"/>
                  <a:gd name="T18" fmla="*/ 0 w 125"/>
                  <a:gd name="T19" fmla="*/ 19 h 224"/>
                  <a:gd name="T20" fmla="*/ 20 w 125"/>
                  <a:gd name="T21" fmla="*/ 0 h 224"/>
                  <a:gd name="T22" fmla="*/ 35 w 125"/>
                  <a:gd name="T23" fmla="*/ 24 h 224"/>
                  <a:gd name="T24" fmla="*/ 50 w 125"/>
                  <a:gd name="T25" fmla="*/ 49 h 224"/>
                  <a:gd name="T26" fmla="*/ 65 w 125"/>
                  <a:gd name="T27" fmla="*/ 77 h 224"/>
                  <a:gd name="T28" fmla="*/ 78 w 125"/>
                  <a:gd name="T29" fmla="*/ 103 h 224"/>
                  <a:gd name="T30" fmla="*/ 91 w 125"/>
                  <a:gd name="T31" fmla="*/ 130 h 224"/>
                  <a:gd name="T32" fmla="*/ 103 w 125"/>
                  <a:gd name="T33" fmla="*/ 158 h 224"/>
                  <a:gd name="T34" fmla="*/ 114 w 125"/>
                  <a:gd name="T35" fmla="*/ 187 h 224"/>
                  <a:gd name="T36" fmla="*/ 125 w 125"/>
                  <a:gd name="T37" fmla="*/ 216 h 224"/>
                  <a:gd name="T38" fmla="*/ 100 w 125"/>
                  <a:gd name="T39" fmla="*/ 224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4"/>
                  <a:gd name="T62" fmla="*/ 125 w 125"/>
                  <a:gd name="T63" fmla="*/ 224 h 2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4">
                    <a:moveTo>
                      <a:pt x="100" y="224"/>
                    </a:moveTo>
                    <a:lnTo>
                      <a:pt x="100" y="224"/>
                    </a:lnTo>
                    <a:lnTo>
                      <a:pt x="88" y="196"/>
                    </a:lnTo>
                    <a:lnTo>
                      <a:pt x="78" y="169"/>
                    </a:lnTo>
                    <a:lnTo>
                      <a:pt x="67" y="143"/>
                    </a:lnTo>
                    <a:lnTo>
                      <a:pt x="54" y="117"/>
                    </a:lnTo>
                    <a:lnTo>
                      <a:pt x="41" y="91"/>
                    </a:lnTo>
                    <a:lnTo>
                      <a:pt x="29" y="66"/>
                    </a:lnTo>
                    <a:lnTo>
                      <a:pt x="15" y="43"/>
                    </a:lnTo>
                    <a:lnTo>
                      <a:pt x="0" y="19"/>
                    </a:lnTo>
                    <a:lnTo>
                      <a:pt x="20" y="0"/>
                    </a:lnTo>
                    <a:lnTo>
                      <a:pt x="35" y="24"/>
                    </a:lnTo>
                    <a:lnTo>
                      <a:pt x="50" y="49"/>
                    </a:lnTo>
                    <a:lnTo>
                      <a:pt x="65" y="77"/>
                    </a:lnTo>
                    <a:lnTo>
                      <a:pt x="78" y="103"/>
                    </a:lnTo>
                    <a:lnTo>
                      <a:pt x="91" y="130"/>
                    </a:lnTo>
                    <a:lnTo>
                      <a:pt x="103" y="158"/>
                    </a:lnTo>
                    <a:lnTo>
                      <a:pt x="114" y="187"/>
                    </a:lnTo>
                    <a:lnTo>
                      <a:pt x="125" y="216"/>
                    </a:lnTo>
                    <a:lnTo>
                      <a:pt x="100" y="2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2" name="Freeform 156"/>
              <p:cNvSpPr>
                <a:spLocks/>
              </p:cNvSpPr>
              <p:nvPr/>
            </p:nvSpPr>
            <p:spPr bwMode="auto">
              <a:xfrm>
                <a:off x="4096" y="1984"/>
                <a:ext cx="74" cy="204"/>
              </a:xfrm>
              <a:custGeom>
                <a:avLst/>
                <a:gdLst>
                  <a:gd name="T0" fmla="*/ 46 w 74"/>
                  <a:gd name="T1" fmla="*/ 203 h 204"/>
                  <a:gd name="T2" fmla="*/ 43 w 74"/>
                  <a:gd name="T3" fmla="*/ 179 h 204"/>
                  <a:gd name="T4" fmla="*/ 39 w 74"/>
                  <a:gd name="T5" fmla="*/ 155 h 204"/>
                  <a:gd name="T6" fmla="*/ 33 w 74"/>
                  <a:gd name="T7" fmla="*/ 129 h 204"/>
                  <a:gd name="T8" fmla="*/ 28 w 74"/>
                  <a:gd name="T9" fmla="*/ 107 h 204"/>
                  <a:gd name="T10" fmla="*/ 23 w 74"/>
                  <a:gd name="T11" fmla="*/ 82 h 204"/>
                  <a:gd name="T12" fmla="*/ 14 w 74"/>
                  <a:gd name="T13" fmla="*/ 57 h 204"/>
                  <a:gd name="T14" fmla="*/ 8 w 74"/>
                  <a:gd name="T15" fmla="*/ 34 h 204"/>
                  <a:gd name="T16" fmla="*/ 0 w 74"/>
                  <a:gd name="T17" fmla="*/ 8 h 204"/>
                  <a:gd name="T18" fmla="*/ 25 w 74"/>
                  <a:gd name="T19" fmla="*/ 0 h 204"/>
                  <a:gd name="T20" fmla="*/ 32 w 74"/>
                  <a:gd name="T21" fmla="*/ 25 h 204"/>
                  <a:gd name="T22" fmla="*/ 41 w 74"/>
                  <a:gd name="T23" fmla="*/ 51 h 204"/>
                  <a:gd name="T24" fmla="*/ 48 w 74"/>
                  <a:gd name="T25" fmla="*/ 78 h 204"/>
                  <a:gd name="T26" fmla="*/ 55 w 74"/>
                  <a:gd name="T27" fmla="*/ 102 h 204"/>
                  <a:gd name="T28" fmla="*/ 61 w 74"/>
                  <a:gd name="T29" fmla="*/ 129 h 204"/>
                  <a:gd name="T30" fmla="*/ 66 w 74"/>
                  <a:gd name="T31" fmla="*/ 155 h 204"/>
                  <a:gd name="T32" fmla="*/ 70 w 74"/>
                  <a:gd name="T33" fmla="*/ 179 h 204"/>
                  <a:gd name="T34" fmla="*/ 74 w 74"/>
                  <a:gd name="T35" fmla="*/ 204 h 204"/>
                  <a:gd name="T36" fmla="*/ 46 w 74"/>
                  <a:gd name="T37" fmla="*/ 203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4"/>
                  <a:gd name="T58" fmla="*/ 0 h 204"/>
                  <a:gd name="T59" fmla="*/ 74 w 74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4" h="204">
                    <a:moveTo>
                      <a:pt x="46" y="203"/>
                    </a:moveTo>
                    <a:lnTo>
                      <a:pt x="43" y="179"/>
                    </a:lnTo>
                    <a:lnTo>
                      <a:pt x="39" y="155"/>
                    </a:lnTo>
                    <a:lnTo>
                      <a:pt x="33" y="129"/>
                    </a:lnTo>
                    <a:lnTo>
                      <a:pt x="28" y="107"/>
                    </a:lnTo>
                    <a:lnTo>
                      <a:pt x="23" y="82"/>
                    </a:lnTo>
                    <a:lnTo>
                      <a:pt x="14" y="57"/>
                    </a:lnTo>
                    <a:lnTo>
                      <a:pt x="8" y="34"/>
                    </a:lnTo>
                    <a:lnTo>
                      <a:pt x="0" y="8"/>
                    </a:lnTo>
                    <a:lnTo>
                      <a:pt x="25" y="0"/>
                    </a:lnTo>
                    <a:lnTo>
                      <a:pt x="32" y="25"/>
                    </a:lnTo>
                    <a:lnTo>
                      <a:pt x="41" y="51"/>
                    </a:lnTo>
                    <a:lnTo>
                      <a:pt x="48" y="78"/>
                    </a:lnTo>
                    <a:lnTo>
                      <a:pt x="55" y="102"/>
                    </a:lnTo>
                    <a:lnTo>
                      <a:pt x="61" y="129"/>
                    </a:lnTo>
                    <a:lnTo>
                      <a:pt x="66" y="155"/>
                    </a:lnTo>
                    <a:lnTo>
                      <a:pt x="70" y="179"/>
                    </a:lnTo>
                    <a:lnTo>
                      <a:pt x="74" y="204"/>
                    </a:lnTo>
                    <a:lnTo>
                      <a:pt x="46" y="20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3" name="Freeform 157"/>
              <p:cNvSpPr>
                <a:spLocks/>
              </p:cNvSpPr>
              <p:nvPr/>
            </p:nvSpPr>
            <p:spPr bwMode="auto">
              <a:xfrm>
                <a:off x="4147" y="2187"/>
                <a:ext cx="32" cy="19"/>
              </a:xfrm>
              <a:custGeom>
                <a:avLst/>
                <a:gdLst>
                  <a:gd name="T0" fmla="*/ 28 w 32"/>
                  <a:gd name="T1" fmla="*/ 1 h 19"/>
                  <a:gd name="T2" fmla="*/ 32 w 32"/>
                  <a:gd name="T3" fmla="*/ 19 h 19"/>
                  <a:gd name="T4" fmla="*/ 3 w 32"/>
                  <a:gd name="T5" fmla="*/ 18 h 19"/>
                  <a:gd name="T6" fmla="*/ 0 w 32"/>
                  <a:gd name="T7" fmla="*/ 0 h 19"/>
                  <a:gd name="T8" fmla="*/ 28 w 32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19"/>
                  <a:gd name="T17" fmla="*/ 32 w 3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19">
                    <a:moveTo>
                      <a:pt x="28" y="1"/>
                    </a:moveTo>
                    <a:lnTo>
                      <a:pt x="32" y="19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4" name="Freeform 158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5" name="Freeform 159"/>
              <p:cNvSpPr>
                <a:spLocks/>
              </p:cNvSpPr>
              <p:nvPr/>
            </p:nvSpPr>
            <p:spPr bwMode="auto">
              <a:xfrm>
                <a:off x="3934" y="1679"/>
                <a:ext cx="66" cy="183"/>
              </a:xfrm>
              <a:custGeom>
                <a:avLst/>
                <a:gdLst>
                  <a:gd name="T0" fmla="*/ 11 w 66"/>
                  <a:gd name="T1" fmla="*/ 31 h 183"/>
                  <a:gd name="T2" fmla="*/ 21 w 66"/>
                  <a:gd name="T3" fmla="*/ 21 h 183"/>
                  <a:gd name="T4" fmla="*/ 66 w 66"/>
                  <a:gd name="T5" fmla="*/ 180 h 183"/>
                  <a:gd name="T6" fmla="*/ 52 w 66"/>
                  <a:gd name="T7" fmla="*/ 183 h 183"/>
                  <a:gd name="T8" fmla="*/ 6 w 66"/>
                  <a:gd name="T9" fmla="*/ 24 h 183"/>
                  <a:gd name="T10" fmla="*/ 17 w 66"/>
                  <a:gd name="T11" fmla="*/ 15 h 183"/>
                  <a:gd name="T12" fmla="*/ 6 w 66"/>
                  <a:gd name="T13" fmla="*/ 24 h 183"/>
                  <a:gd name="T14" fmla="*/ 0 w 66"/>
                  <a:gd name="T15" fmla="*/ 0 h 183"/>
                  <a:gd name="T16" fmla="*/ 17 w 66"/>
                  <a:gd name="T17" fmla="*/ 15 h 183"/>
                  <a:gd name="T18" fmla="*/ 11 w 66"/>
                  <a:gd name="T19" fmla="*/ 31 h 1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183"/>
                  <a:gd name="T32" fmla="*/ 66 w 66"/>
                  <a:gd name="T33" fmla="*/ 183 h 1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183">
                    <a:moveTo>
                      <a:pt x="11" y="31"/>
                    </a:moveTo>
                    <a:lnTo>
                      <a:pt x="21" y="21"/>
                    </a:lnTo>
                    <a:lnTo>
                      <a:pt x="66" y="180"/>
                    </a:lnTo>
                    <a:lnTo>
                      <a:pt x="52" y="183"/>
                    </a:lnTo>
                    <a:lnTo>
                      <a:pt x="6" y="24"/>
                    </a:lnTo>
                    <a:lnTo>
                      <a:pt x="17" y="15"/>
                    </a:lnTo>
                    <a:lnTo>
                      <a:pt x="6" y="24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6" name="Freeform 160"/>
              <p:cNvSpPr>
                <a:spLocks/>
              </p:cNvSpPr>
              <p:nvPr/>
            </p:nvSpPr>
            <p:spPr bwMode="auto">
              <a:xfrm>
                <a:off x="3945" y="1694"/>
                <a:ext cx="129" cy="110"/>
              </a:xfrm>
              <a:custGeom>
                <a:avLst/>
                <a:gdLst>
                  <a:gd name="T0" fmla="*/ 111 w 129"/>
                  <a:gd name="T1" fmla="*/ 93 h 110"/>
                  <a:gd name="T2" fmla="*/ 113 w 129"/>
                  <a:gd name="T3" fmla="*/ 110 h 110"/>
                  <a:gd name="T4" fmla="*/ 0 w 129"/>
                  <a:gd name="T5" fmla="*/ 17 h 110"/>
                  <a:gd name="T6" fmla="*/ 5 w 129"/>
                  <a:gd name="T7" fmla="*/ 0 h 110"/>
                  <a:gd name="T8" fmla="*/ 118 w 129"/>
                  <a:gd name="T9" fmla="*/ 94 h 110"/>
                  <a:gd name="T10" fmla="*/ 121 w 129"/>
                  <a:gd name="T11" fmla="*/ 110 h 110"/>
                  <a:gd name="T12" fmla="*/ 118 w 129"/>
                  <a:gd name="T13" fmla="*/ 94 h 110"/>
                  <a:gd name="T14" fmla="*/ 129 w 129"/>
                  <a:gd name="T15" fmla="*/ 103 h 110"/>
                  <a:gd name="T16" fmla="*/ 121 w 129"/>
                  <a:gd name="T17" fmla="*/ 110 h 110"/>
                  <a:gd name="T18" fmla="*/ 111 w 129"/>
                  <a:gd name="T19" fmla="*/ 9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10"/>
                  <a:gd name="T32" fmla="*/ 129 w 129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10">
                    <a:moveTo>
                      <a:pt x="111" y="93"/>
                    </a:moveTo>
                    <a:lnTo>
                      <a:pt x="113" y="110"/>
                    </a:lnTo>
                    <a:lnTo>
                      <a:pt x="0" y="17"/>
                    </a:lnTo>
                    <a:lnTo>
                      <a:pt x="5" y="0"/>
                    </a:lnTo>
                    <a:lnTo>
                      <a:pt x="118" y="94"/>
                    </a:lnTo>
                    <a:lnTo>
                      <a:pt x="121" y="110"/>
                    </a:lnTo>
                    <a:lnTo>
                      <a:pt x="118" y="94"/>
                    </a:lnTo>
                    <a:lnTo>
                      <a:pt x="129" y="103"/>
                    </a:lnTo>
                    <a:lnTo>
                      <a:pt x="121" y="110"/>
                    </a:lnTo>
                    <a:lnTo>
                      <a:pt x="111" y="9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7" name="Freeform 161"/>
              <p:cNvSpPr>
                <a:spLocks/>
              </p:cNvSpPr>
              <p:nvPr/>
            </p:nvSpPr>
            <p:spPr bwMode="auto">
              <a:xfrm>
                <a:off x="3987" y="1788"/>
                <a:ext cx="80" cy="90"/>
              </a:xfrm>
              <a:custGeom>
                <a:avLst/>
                <a:gdLst>
                  <a:gd name="T0" fmla="*/ 15 w 80"/>
                  <a:gd name="T1" fmla="*/ 71 h 90"/>
                  <a:gd name="T2" fmla="*/ 1 w 80"/>
                  <a:gd name="T3" fmla="*/ 65 h 90"/>
                  <a:gd name="T4" fmla="*/ 71 w 80"/>
                  <a:gd name="T5" fmla="*/ 0 h 90"/>
                  <a:gd name="T6" fmla="*/ 80 w 80"/>
                  <a:gd name="T7" fmla="*/ 17 h 90"/>
                  <a:gd name="T8" fmla="*/ 13 w 80"/>
                  <a:gd name="T9" fmla="*/ 82 h 90"/>
                  <a:gd name="T10" fmla="*/ 0 w 80"/>
                  <a:gd name="T11" fmla="*/ 75 h 90"/>
                  <a:gd name="T12" fmla="*/ 13 w 80"/>
                  <a:gd name="T13" fmla="*/ 82 h 90"/>
                  <a:gd name="T14" fmla="*/ 5 w 80"/>
                  <a:gd name="T15" fmla="*/ 90 h 90"/>
                  <a:gd name="T16" fmla="*/ 0 w 80"/>
                  <a:gd name="T17" fmla="*/ 75 h 90"/>
                  <a:gd name="T18" fmla="*/ 15 w 80"/>
                  <a:gd name="T19" fmla="*/ 71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90"/>
                  <a:gd name="T32" fmla="*/ 80 w 80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90">
                    <a:moveTo>
                      <a:pt x="15" y="71"/>
                    </a:moveTo>
                    <a:lnTo>
                      <a:pt x="1" y="65"/>
                    </a:lnTo>
                    <a:lnTo>
                      <a:pt x="71" y="0"/>
                    </a:lnTo>
                    <a:lnTo>
                      <a:pt x="80" y="17"/>
                    </a:lnTo>
                    <a:lnTo>
                      <a:pt x="13" y="82"/>
                    </a:lnTo>
                    <a:lnTo>
                      <a:pt x="0" y="75"/>
                    </a:lnTo>
                    <a:lnTo>
                      <a:pt x="13" y="82"/>
                    </a:lnTo>
                    <a:lnTo>
                      <a:pt x="5" y="90"/>
                    </a:lnTo>
                    <a:lnTo>
                      <a:pt x="0" y="75"/>
                    </a:lnTo>
                    <a:lnTo>
                      <a:pt x="15" y="7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8" name="Freeform 162"/>
              <p:cNvSpPr>
                <a:spLocks/>
              </p:cNvSpPr>
              <p:nvPr/>
            </p:nvSpPr>
            <p:spPr bwMode="auto">
              <a:xfrm>
                <a:off x="3964" y="1726"/>
                <a:ext cx="34" cy="45"/>
              </a:xfrm>
              <a:custGeom>
                <a:avLst/>
                <a:gdLst>
                  <a:gd name="T0" fmla="*/ 12 w 34"/>
                  <a:gd name="T1" fmla="*/ 45 h 45"/>
                  <a:gd name="T2" fmla="*/ 0 w 34"/>
                  <a:gd name="T3" fmla="*/ 26 h 45"/>
                  <a:gd name="T4" fmla="*/ 22 w 34"/>
                  <a:gd name="T5" fmla="*/ 0 h 45"/>
                  <a:gd name="T6" fmla="*/ 34 w 34"/>
                  <a:gd name="T7" fmla="*/ 20 h 45"/>
                  <a:gd name="T8" fmla="*/ 12 w 34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45"/>
                  <a:gd name="T17" fmla="*/ 34 w 34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45">
                    <a:moveTo>
                      <a:pt x="12" y="45"/>
                    </a:moveTo>
                    <a:lnTo>
                      <a:pt x="0" y="26"/>
                    </a:lnTo>
                    <a:lnTo>
                      <a:pt x="22" y="0"/>
                    </a:lnTo>
                    <a:lnTo>
                      <a:pt x="34" y="20"/>
                    </a:lnTo>
                    <a:lnTo>
                      <a:pt x="12" y="4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69" name="Freeform 163"/>
              <p:cNvSpPr>
                <a:spLocks/>
              </p:cNvSpPr>
              <p:nvPr/>
            </p:nvSpPr>
            <p:spPr bwMode="auto">
              <a:xfrm>
                <a:off x="3976" y="1746"/>
                <a:ext cx="128" cy="213"/>
              </a:xfrm>
              <a:custGeom>
                <a:avLst/>
                <a:gdLst>
                  <a:gd name="T0" fmla="*/ 98 w 128"/>
                  <a:gd name="T1" fmla="*/ 213 h 213"/>
                  <a:gd name="T2" fmla="*/ 98 w 128"/>
                  <a:gd name="T3" fmla="*/ 213 h 213"/>
                  <a:gd name="T4" fmla="*/ 87 w 128"/>
                  <a:gd name="T5" fmla="*/ 185 h 213"/>
                  <a:gd name="T6" fmla="*/ 77 w 128"/>
                  <a:gd name="T7" fmla="*/ 160 h 213"/>
                  <a:gd name="T8" fmla="*/ 65 w 128"/>
                  <a:gd name="T9" fmla="*/ 137 h 213"/>
                  <a:gd name="T10" fmla="*/ 53 w 128"/>
                  <a:gd name="T11" fmla="*/ 112 h 213"/>
                  <a:gd name="T12" fmla="*/ 41 w 128"/>
                  <a:gd name="T13" fmla="*/ 89 h 213"/>
                  <a:gd name="T14" fmla="*/ 29 w 128"/>
                  <a:gd name="T15" fmla="*/ 69 h 213"/>
                  <a:gd name="T16" fmla="*/ 16 w 128"/>
                  <a:gd name="T17" fmla="*/ 45 h 213"/>
                  <a:gd name="T18" fmla="*/ 0 w 128"/>
                  <a:gd name="T19" fmla="*/ 24 h 213"/>
                  <a:gd name="T20" fmla="*/ 23 w 128"/>
                  <a:gd name="T21" fmla="*/ 0 h 213"/>
                  <a:gd name="T22" fmla="*/ 39 w 128"/>
                  <a:gd name="T23" fmla="*/ 23 h 213"/>
                  <a:gd name="T24" fmla="*/ 54 w 128"/>
                  <a:gd name="T25" fmla="*/ 47 h 213"/>
                  <a:gd name="T26" fmla="*/ 68 w 128"/>
                  <a:gd name="T27" fmla="*/ 70 h 213"/>
                  <a:gd name="T28" fmla="*/ 80 w 128"/>
                  <a:gd name="T29" fmla="*/ 95 h 213"/>
                  <a:gd name="T30" fmla="*/ 93 w 128"/>
                  <a:gd name="T31" fmla="*/ 120 h 213"/>
                  <a:gd name="T32" fmla="*/ 105 w 128"/>
                  <a:gd name="T33" fmla="*/ 146 h 213"/>
                  <a:gd name="T34" fmla="*/ 117 w 128"/>
                  <a:gd name="T35" fmla="*/ 173 h 213"/>
                  <a:gd name="T36" fmla="*/ 128 w 128"/>
                  <a:gd name="T37" fmla="*/ 200 h 213"/>
                  <a:gd name="T38" fmla="*/ 98 w 128"/>
                  <a:gd name="T39" fmla="*/ 213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8"/>
                  <a:gd name="T61" fmla="*/ 0 h 213"/>
                  <a:gd name="T62" fmla="*/ 128 w 128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8" h="213">
                    <a:moveTo>
                      <a:pt x="98" y="213"/>
                    </a:moveTo>
                    <a:lnTo>
                      <a:pt x="98" y="213"/>
                    </a:lnTo>
                    <a:lnTo>
                      <a:pt x="87" y="185"/>
                    </a:lnTo>
                    <a:lnTo>
                      <a:pt x="77" y="160"/>
                    </a:lnTo>
                    <a:lnTo>
                      <a:pt x="65" y="137"/>
                    </a:lnTo>
                    <a:lnTo>
                      <a:pt x="53" y="112"/>
                    </a:lnTo>
                    <a:lnTo>
                      <a:pt x="41" y="89"/>
                    </a:lnTo>
                    <a:lnTo>
                      <a:pt x="29" y="69"/>
                    </a:lnTo>
                    <a:lnTo>
                      <a:pt x="16" y="45"/>
                    </a:lnTo>
                    <a:lnTo>
                      <a:pt x="0" y="24"/>
                    </a:lnTo>
                    <a:lnTo>
                      <a:pt x="23" y="0"/>
                    </a:lnTo>
                    <a:lnTo>
                      <a:pt x="39" y="23"/>
                    </a:lnTo>
                    <a:lnTo>
                      <a:pt x="54" y="47"/>
                    </a:lnTo>
                    <a:lnTo>
                      <a:pt x="68" y="70"/>
                    </a:lnTo>
                    <a:lnTo>
                      <a:pt x="80" y="95"/>
                    </a:lnTo>
                    <a:lnTo>
                      <a:pt x="93" y="120"/>
                    </a:lnTo>
                    <a:lnTo>
                      <a:pt x="105" y="146"/>
                    </a:lnTo>
                    <a:lnTo>
                      <a:pt x="117" y="173"/>
                    </a:lnTo>
                    <a:lnTo>
                      <a:pt x="128" y="200"/>
                    </a:lnTo>
                    <a:lnTo>
                      <a:pt x="98" y="2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0" name="Freeform 164"/>
              <p:cNvSpPr>
                <a:spLocks/>
              </p:cNvSpPr>
              <p:nvPr/>
            </p:nvSpPr>
            <p:spPr bwMode="auto">
              <a:xfrm>
                <a:off x="4079" y="1950"/>
                <a:ext cx="88" cy="204"/>
              </a:xfrm>
              <a:custGeom>
                <a:avLst/>
                <a:gdLst>
                  <a:gd name="T0" fmla="*/ 56 w 88"/>
                  <a:gd name="T1" fmla="*/ 204 h 204"/>
                  <a:gd name="T2" fmla="*/ 50 w 88"/>
                  <a:gd name="T3" fmla="*/ 180 h 204"/>
                  <a:gd name="T4" fmla="*/ 46 w 88"/>
                  <a:gd name="T5" fmla="*/ 156 h 204"/>
                  <a:gd name="T6" fmla="*/ 40 w 88"/>
                  <a:gd name="T7" fmla="*/ 131 h 204"/>
                  <a:gd name="T8" fmla="*/ 33 w 88"/>
                  <a:gd name="T9" fmla="*/ 107 h 204"/>
                  <a:gd name="T10" fmla="*/ 27 w 88"/>
                  <a:gd name="T11" fmla="*/ 84 h 204"/>
                  <a:gd name="T12" fmla="*/ 18 w 88"/>
                  <a:gd name="T13" fmla="*/ 60 h 204"/>
                  <a:gd name="T14" fmla="*/ 10 w 88"/>
                  <a:gd name="T15" fmla="*/ 36 h 204"/>
                  <a:gd name="T16" fmla="*/ 0 w 88"/>
                  <a:gd name="T17" fmla="*/ 10 h 204"/>
                  <a:gd name="T18" fmla="*/ 30 w 88"/>
                  <a:gd name="T19" fmla="*/ 0 h 204"/>
                  <a:gd name="T20" fmla="*/ 40 w 88"/>
                  <a:gd name="T21" fmla="*/ 24 h 204"/>
                  <a:gd name="T22" fmla="*/ 48 w 88"/>
                  <a:gd name="T23" fmla="*/ 49 h 204"/>
                  <a:gd name="T24" fmla="*/ 57 w 88"/>
                  <a:gd name="T25" fmla="*/ 74 h 204"/>
                  <a:gd name="T26" fmla="*/ 64 w 88"/>
                  <a:gd name="T27" fmla="*/ 101 h 204"/>
                  <a:gd name="T28" fmla="*/ 71 w 88"/>
                  <a:gd name="T29" fmla="*/ 126 h 204"/>
                  <a:gd name="T30" fmla="*/ 78 w 88"/>
                  <a:gd name="T31" fmla="*/ 152 h 204"/>
                  <a:gd name="T32" fmla="*/ 84 w 88"/>
                  <a:gd name="T33" fmla="*/ 178 h 204"/>
                  <a:gd name="T34" fmla="*/ 88 w 88"/>
                  <a:gd name="T35" fmla="*/ 203 h 204"/>
                  <a:gd name="T36" fmla="*/ 56 w 88"/>
                  <a:gd name="T37" fmla="*/ 204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8"/>
                  <a:gd name="T58" fmla="*/ 0 h 204"/>
                  <a:gd name="T59" fmla="*/ 88 w 88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8" h="204">
                    <a:moveTo>
                      <a:pt x="56" y="204"/>
                    </a:moveTo>
                    <a:lnTo>
                      <a:pt x="50" y="180"/>
                    </a:lnTo>
                    <a:lnTo>
                      <a:pt x="46" y="156"/>
                    </a:lnTo>
                    <a:lnTo>
                      <a:pt x="40" y="131"/>
                    </a:lnTo>
                    <a:lnTo>
                      <a:pt x="33" y="107"/>
                    </a:lnTo>
                    <a:lnTo>
                      <a:pt x="27" y="84"/>
                    </a:lnTo>
                    <a:lnTo>
                      <a:pt x="18" y="60"/>
                    </a:lnTo>
                    <a:lnTo>
                      <a:pt x="10" y="36"/>
                    </a:lnTo>
                    <a:lnTo>
                      <a:pt x="0" y="10"/>
                    </a:lnTo>
                    <a:lnTo>
                      <a:pt x="30" y="0"/>
                    </a:lnTo>
                    <a:lnTo>
                      <a:pt x="40" y="24"/>
                    </a:lnTo>
                    <a:lnTo>
                      <a:pt x="48" y="49"/>
                    </a:lnTo>
                    <a:lnTo>
                      <a:pt x="57" y="74"/>
                    </a:lnTo>
                    <a:lnTo>
                      <a:pt x="64" y="101"/>
                    </a:lnTo>
                    <a:lnTo>
                      <a:pt x="71" y="126"/>
                    </a:lnTo>
                    <a:lnTo>
                      <a:pt x="78" y="152"/>
                    </a:lnTo>
                    <a:lnTo>
                      <a:pt x="84" y="178"/>
                    </a:lnTo>
                    <a:lnTo>
                      <a:pt x="88" y="203"/>
                    </a:lnTo>
                    <a:lnTo>
                      <a:pt x="56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1" name="Freeform 165"/>
              <p:cNvSpPr>
                <a:spLocks/>
              </p:cNvSpPr>
              <p:nvPr/>
            </p:nvSpPr>
            <p:spPr bwMode="auto">
              <a:xfrm>
                <a:off x="4139" y="2154"/>
                <a:ext cx="34" cy="22"/>
              </a:xfrm>
              <a:custGeom>
                <a:avLst/>
                <a:gdLst>
                  <a:gd name="T0" fmla="*/ 30 w 34"/>
                  <a:gd name="T1" fmla="*/ 0 h 22"/>
                  <a:gd name="T2" fmla="*/ 34 w 34"/>
                  <a:gd name="T3" fmla="*/ 21 h 22"/>
                  <a:gd name="T4" fmla="*/ 4 w 34"/>
                  <a:gd name="T5" fmla="*/ 22 h 22"/>
                  <a:gd name="T6" fmla="*/ 0 w 34"/>
                  <a:gd name="T7" fmla="*/ 1 h 22"/>
                  <a:gd name="T8" fmla="*/ 30 w 3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2"/>
                  <a:gd name="T17" fmla="*/ 34 w 34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2">
                    <a:moveTo>
                      <a:pt x="30" y="0"/>
                    </a:moveTo>
                    <a:lnTo>
                      <a:pt x="34" y="21"/>
                    </a:lnTo>
                    <a:lnTo>
                      <a:pt x="4" y="22"/>
                    </a:lnTo>
                    <a:lnTo>
                      <a:pt x="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2" name="Freeform 166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3" name="Freeform 167"/>
              <p:cNvSpPr>
                <a:spLocks/>
              </p:cNvSpPr>
              <p:nvPr/>
            </p:nvSpPr>
            <p:spPr bwMode="auto">
              <a:xfrm>
                <a:off x="3938" y="1688"/>
                <a:ext cx="59" cy="174"/>
              </a:xfrm>
              <a:custGeom>
                <a:avLst/>
                <a:gdLst>
                  <a:gd name="T0" fmla="*/ 7 w 59"/>
                  <a:gd name="T1" fmla="*/ 18 h 174"/>
                  <a:gd name="T2" fmla="*/ 13 w 59"/>
                  <a:gd name="T3" fmla="*/ 10 h 174"/>
                  <a:gd name="T4" fmla="*/ 59 w 59"/>
                  <a:gd name="T5" fmla="*/ 172 h 174"/>
                  <a:gd name="T6" fmla="*/ 50 w 59"/>
                  <a:gd name="T7" fmla="*/ 174 h 174"/>
                  <a:gd name="T8" fmla="*/ 4 w 59"/>
                  <a:gd name="T9" fmla="*/ 15 h 174"/>
                  <a:gd name="T10" fmla="*/ 11 w 59"/>
                  <a:gd name="T11" fmla="*/ 8 h 174"/>
                  <a:gd name="T12" fmla="*/ 4 w 59"/>
                  <a:gd name="T13" fmla="*/ 15 h 174"/>
                  <a:gd name="T14" fmla="*/ 0 w 59"/>
                  <a:gd name="T15" fmla="*/ 0 h 174"/>
                  <a:gd name="T16" fmla="*/ 11 w 59"/>
                  <a:gd name="T17" fmla="*/ 8 h 174"/>
                  <a:gd name="T18" fmla="*/ 7 w 59"/>
                  <a:gd name="T19" fmla="*/ 18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9"/>
                  <a:gd name="T31" fmla="*/ 0 h 174"/>
                  <a:gd name="T32" fmla="*/ 59 w 59"/>
                  <a:gd name="T33" fmla="*/ 174 h 1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9" h="174">
                    <a:moveTo>
                      <a:pt x="7" y="18"/>
                    </a:moveTo>
                    <a:lnTo>
                      <a:pt x="13" y="10"/>
                    </a:lnTo>
                    <a:lnTo>
                      <a:pt x="59" y="172"/>
                    </a:lnTo>
                    <a:lnTo>
                      <a:pt x="50" y="174"/>
                    </a:lnTo>
                    <a:lnTo>
                      <a:pt x="4" y="15"/>
                    </a:lnTo>
                    <a:lnTo>
                      <a:pt x="11" y="8"/>
                    </a:lnTo>
                    <a:lnTo>
                      <a:pt x="4" y="15"/>
                    </a:lnTo>
                    <a:lnTo>
                      <a:pt x="0" y="0"/>
                    </a:lnTo>
                    <a:lnTo>
                      <a:pt x="11" y="8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4" name="Freeform 168"/>
              <p:cNvSpPr>
                <a:spLocks/>
              </p:cNvSpPr>
              <p:nvPr/>
            </p:nvSpPr>
            <p:spPr bwMode="auto">
              <a:xfrm>
                <a:off x="3945" y="1697"/>
                <a:ext cx="125" cy="103"/>
              </a:xfrm>
              <a:custGeom>
                <a:avLst/>
                <a:gdLst>
                  <a:gd name="T0" fmla="*/ 113 w 125"/>
                  <a:gd name="T1" fmla="*/ 92 h 103"/>
                  <a:gd name="T2" fmla="*/ 115 w 125"/>
                  <a:gd name="T3" fmla="*/ 103 h 103"/>
                  <a:gd name="T4" fmla="*/ 0 w 125"/>
                  <a:gd name="T5" fmla="*/ 9 h 103"/>
                  <a:gd name="T6" fmla="*/ 3 w 125"/>
                  <a:gd name="T7" fmla="*/ 0 h 103"/>
                  <a:gd name="T8" fmla="*/ 118 w 125"/>
                  <a:gd name="T9" fmla="*/ 94 h 103"/>
                  <a:gd name="T10" fmla="*/ 120 w 125"/>
                  <a:gd name="T11" fmla="*/ 103 h 103"/>
                  <a:gd name="T12" fmla="*/ 118 w 125"/>
                  <a:gd name="T13" fmla="*/ 94 h 103"/>
                  <a:gd name="T14" fmla="*/ 125 w 125"/>
                  <a:gd name="T15" fmla="*/ 99 h 103"/>
                  <a:gd name="T16" fmla="*/ 120 w 125"/>
                  <a:gd name="T17" fmla="*/ 103 h 103"/>
                  <a:gd name="T18" fmla="*/ 113 w 125"/>
                  <a:gd name="T19" fmla="*/ 92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5"/>
                  <a:gd name="T31" fmla="*/ 0 h 103"/>
                  <a:gd name="T32" fmla="*/ 125 w 125"/>
                  <a:gd name="T33" fmla="*/ 103 h 10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5" h="103">
                    <a:moveTo>
                      <a:pt x="113" y="92"/>
                    </a:moveTo>
                    <a:lnTo>
                      <a:pt x="115" y="103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8" y="94"/>
                    </a:lnTo>
                    <a:lnTo>
                      <a:pt x="120" y="103"/>
                    </a:lnTo>
                    <a:lnTo>
                      <a:pt x="118" y="94"/>
                    </a:lnTo>
                    <a:lnTo>
                      <a:pt x="125" y="99"/>
                    </a:lnTo>
                    <a:lnTo>
                      <a:pt x="120" y="103"/>
                    </a:lnTo>
                    <a:lnTo>
                      <a:pt x="113" y="9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5" name="Freeform 169"/>
              <p:cNvSpPr>
                <a:spLocks/>
              </p:cNvSpPr>
              <p:nvPr/>
            </p:nvSpPr>
            <p:spPr bwMode="auto">
              <a:xfrm>
                <a:off x="3991" y="1790"/>
                <a:ext cx="75" cy="82"/>
              </a:xfrm>
              <a:custGeom>
                <a:avLst/>
                <a:gdLst>
                  <a:gd name="T0" fmla="*/ 8 w 75"/>
                  <a:gd name="T1" fmla="*/ 70 h 82"/>
                  <a:gd name="T2" fmla="*/ 1 w 75"/>
                  <a:gd name="T3" fmla="*/ 67 h 82"/>
                  <a:gd name="T4" fmla="*/ 69 w 75"/>
                  <a:gd name="T5" fmla="*/ 0 h 82"/>
                  <a:gd name="T6" fmla="*/ 75 w 75"/>
                  <a:gd name="T7" fmla="*/ 11 h 82"/>
                  <a:gd name="T8" fmla="*/ 8 w 75"/>
                  <a:gd name="T9" fmla="*/ 77 h 82"/>
                  <a:gd name="T10" fmla="*/ 0 w 75"/>
                  <a:gd name="T11" fmla="*/ 73 h 82"/>
                  <a:gd name="T12" fmla="*/ 8 w 75"/>
                  <a:gd name="T13" fmla="*/ 77 h 82"/>
                  <a:gd name="T14" fmla="*/ 2 w 75"/>
                  <a:gd name="T15" fmla="*/ 82 h 82"/>
                  <a:gd name="T16" fmla="*/ 0 w 75"/>
                  <a:gd name="T17" fmla="*/ 73 h 82"/>
                  <a:gd name="T18" fmla="*/ 8 w 75"/>
                  <a:gd name="T19" fmla="*/ 7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82"/>
                  <a:gd name="T32" fmla="*/ 75 w 75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82">
                    <a:moveTo>
                      <a:pt x="8" y="70"/>
                    </a:moveTo>
                    <a:lnTo>
                      <a:pt x="1" y="67"/>
                    </a:lnTo>
                    <a:lnTo>
                      <a:pt x="69" y="0"/>
                    </a:lnTo>
                    <a:lnTo>
                      <a:pt x="75" y="11"/>
                    </a:lnTo>
                    <a:lnTo>
                      <a:pt x="8" y="77"/>
                    </a:lnTo>
                    <a:lnTo>
                      <a:pt x="0" y="73"/>
                    </a:lnTo>
                    <a:lnTo>
                      <a:pt x="8" y="77"/>
                    </a:lnTo>
                    <a:lnTo>
                      <a:pt x="2" y="82"/>
                    </a:lnTo>
                    <a:lnTo>
                      <a:pt x="0" y="73"/>
                    </a:lnTo>
                    <a:lnTo>
                      <a:pt x="8" y="7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6" name="Freeform 170"/>
              <p:cNvSpPr>
                <a:spLocks/>
              </p:cNvSpPr>
              <p:nvPr/>
            </p:nvSpPr>
            <p:spPr bwMode="auto">
              <a:xfrm>
                <a:off x="3967" y="1732"/>
                <a:ext cx="30" cy="36"/>
              </a:xfrm>
              <a:custGeom>
                <a:avLst/>
                <a:gdLst>
                  <a:gd name="T0" fmla="*/ 11 w 30"/>
                  <a:gd name="T1" fmla="*/ 36 h 36"/>
                  <a:gd name="T2" fmla="*/ 0 w 30"/>
                  <a:gd name="T3" fmla="*/ 21 h 36"/>
                  <a:gd name="T4" fmla="*/ 20 w 30"/>
                  <a:gd name="T5" fmla="*/ 0 h 36"/>
                  <a:gd name="T6" fmla="*/ 30 w 30"/>
                  <a:gd name="T7" fmla="*/ 15 h 36"/>
                  <a:gd name="T8" fmla="*/ 11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1" y="36"/>
                    </a:moveTo>
                    <a:lnTo>
                      <a:pt x="0" y="21"/>
                    </a:lnTo>
                    <a:lnTo>
                      <a:pt x="20" y="0"/>
                    </a:lnTo>
                    <a:lnTo>
                      <a:pt x="30" y="15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7" name="Freeform 171"/>
              <p:cNvSpPr>
                <a:spLocks/>
              </p:cNvSpPr>
              <p:nvPr/>
            </p:nvSpPr>
            <p:spPr bwMode="auto">
              <a:xfrm>
                <a:off x="3981" y="1748"/>
                <a:ext cx="123" cy="211"/>
              </a:xfrm>
              <a:custGeom>
                <a:avLst/>
                <a:gdLst>
                  <a:gd name="T0" fmla="*/ 98 w 123"/>
                  <a:gd name="T1" fmla="*/ 211 h 211"/>
                  <a:gd name="T2" fmla="*/ 98 w 123"/>
                  <a:gd name="T3" fmla="*/ 211 h 211"/>
                  <a:gd name="T4" fmla="*/ 88 w 123"/>
                  <a:gd name="T5" fmla="*/ 183 h 211"/>
                  <a:gd name="T6" fmla="*/ 77 w 123"/>
                  <a:gd name="T7" fmla="*/ 158 h 211"/>
                  <a:gd name="T8" fmla="*/ 65 w 123"/>
                  <a:gd name="T9" fmla="*/ 133 h 211"/>
                  <a:gd name="T10" fmla="*/ 53 w 123"/>
                  <a:gd name="T11" fmla="*/ 110 h 211"/>
                  <a:gd name="T12" fmla="*/ 41 w 123"/>
                  <a:gd name="T13" fmla="*/ 87 h 211"/>
                  <a:gd name="T14" fmla="*/ 29 w 123"/>
                  <a:gd name="T15" fmla="*/ 65 h 211"/>
                  <a:gd name="T16" fmla="*/ 15 w 123"/>
                  <a:gd name="T17" fmla="*/ 42 h 211"/>
                  <a:gd name="T18" fmla="*/ 0 w 123"/>
                  <a:gd name="T19" fmla="*/ 20 h 211"/>
                  <a:gd name="T20" fmla="*/ 18 w 123"/>
                  <a:gd name="T21" fmla="*/ 0 h 211"/>
                  <a:gd name="T22" fmla="*/ 34 w 123"/>
                  <a:gd name="T23" fmla="*/ 23 h 211"/>
                  <a:gd name="T24" fmla="*/ 49 w 123"/>
                  <a:gd name="T25" fmla="*/ 47 h 211"/>
                  <a:gd name="T26" fmla="*/ 63 w 123"/>
                  <a:gd name="T27" fmla="*/ 71 h 211"/>
                  <a:gd name="T28" fmla="*/ 75 w 123"/>
                  <a:gd name="T29" fmla="*/ 96 h 211"/>
                  <a:gd name="T30" fmla="*/ 88 w 123"/>
                  <a:gd name="T31" fmla="*/ 120 h 211"/>
                  <a:gd name="T32" fmla="*/ 100 w 123"/>
                  <a:gd name="T33" fmla="*/ 146 h 211"/>
                  <a:gd name="T34" fmla="*/ 112 w 123"/>
                  <a:gd name="T35" fmla="*/ 173 h 211"/>
                  <a:gd name="T36" fmla="*/ 123 w 123"/>
                  <a:gd name="T37" fmla="*/ 200 h 211"/>
                  <a:gd name="T38" fmla="*/ 98 w 123"/>
                  <a:gd name="T39" fmla="*/ 211 h 2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211"/>
                  <a:gd name="T62" fmla="*/ 123 w 123"/>
                  <a:gd name="T63" fmla="*/ 211 h 2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211">
                    <a:moveTo>
                      <a:pt x="98" y="211"/>
                    </a:moveTo>
                    <a:lnTo>
                      <a:pt x="98" y="211"/>
                    </a:lnTo>
                    <a:lnTo>
                      <a:pt x="88" y="183"/>
                    </a:lnTo>
                    <a:lnTo>
                      <a:pt x="77" y="158"/>
                    </a:lnTo>
                    <a:lnTo>
                      <a:pt x="65" y="133"/>
                    </a:lnTo>
                    <a:lnTo>
                      <a:pt x="53" y="110"/>
                    </a:lnTo>
                    <a:lnTo>
                      <a:pt x="41" y="87"/>
                    </a:lnTo>
                    <a:lnTo>
                      <a:pt x="29" y="65"/>
                    </a:lnTo>
                    <a:lnTo>
                      <a:pt x="15" y="42"/>
                    </a:lnTo>
                    <a:lnTo>
                      <a:pt x="0" y="20"/>
                    </a:lnTo>
                    <a:lnTo>
                      <a:pt x="18" y="0"/>
                    </a:lnTo>
                    <a:lnTo>
                      <a:pt x="34" y="23"/>
                    </a:lnTo>
                    <a:lnTo>
                      <a:pt x="49" y="47"/>
                    </a:lnTo>
                    <a:lnTo>
                      <a:pt x="63" y="71"/>
                    </a:lnTo>
                    <a:lnTo>
                      <a:pt x="75" y="96"/>
                    </a:lnTo>
                    <a:lnTo>
                      <a:pt x="88" y="120"/>
                    </a:lnTo>
                    <a:lnTo>
                      <a:pt x="100" y="146"/>
                    </a:lnTo>
                    <a:lnTo>
                      <a:pt x="112" y="173"/>
                    </a:lnTo>
                    <a:lnTo>
                      <a:pt x="123" y="200"/>
                    </a:lnTo>
                    <a:lnTo>
                      <a:pt x="98" y="2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8" name="Freeform 172"/>
              <p:cNvSpPr>
                <a:spLocks/>
              </p:cNvSpPr>
              <p:nvPr/>
            </p:nvSpPr>
            <p:spPr bwMode="auto">
              <a:xfrm>
                <a:off x="4084" y="1951"/>
                <a:ext cx="81" cy="203"/>
              </a:xfrm>
              <a:custGeom>
                <a:avLst/>
                <a:gdLst>
                  <a:gd name="T0" fmla="*/ 55 w 81"/>
                  <a:gd name="T1" fmla="*/ 203 h 203"/>
                  <a:gd name="T2" fmla="*/ 51 w 81"/>
                  <a:gd name="T3" fmla="*/ 179 h 203"/>
                  <a:gd name="T4" fmla="*/ 44 w 81"/>
                  <a:gd name="T5" fmla="*/ 155 h 203"/>
                  <a:gd name="T6" fmla="*/ 39 w 81"/>
                  <a:gd name="T7" fmla="*/ 130 h 203"/>
                  <a:gd name="T8" fmla="*/ 33 w 81"/>
                  <a:gd name="T9" fmla="*/ 106 h 203"/>
                  <a:gd name="T10" fmla="*/ 25 w 81"/>
                  <a:gd name="T11" fmla="*/ 83 h 203"/>
                  <a:gd name="T12" fmla="*/ 18 w 81"/>
                  <a:gd name="T13" fmla="*/ 58 h 203"/>
                  <a:gd name="T14" fmla="*/ 9 w 81"/>
                  <a:gd name="T15" fmla="*/ 34 h 203"/>
                  <a:gd name="T16" fmla="*/ 0 w 81"/>
                  <a:gd name="T17" fmla="*/ 8 h 203"/>
                  <a:gd name="T18" fmla="*/ 23 w 81"/>
                  <a:gd name="T19" fmla="*/ 0 h 203"/>
                  <a:gd name="T20" fmla="*/ 33 w 81"/>
                  <a:gd name="T21" fmla="*/ 24 h 203"/>
                  <a:gd name="T22" fmla="*/ 41 w 81"/>
                  <a:gd name="T23" fmla="*/ 49 h 203"/>
                  <a:gd name="T24" fmla="*/ 51 w 81"/>
                  <a:gd name="T25" fmla="*/ 75 h 203"/>
                  <a:gd name="T26" fmla="*/ 58 w 81"/>
                  <a:gd name="T27" fmla="*/ 100 h 203"/>
                  <a:gd name="T28" fmla="*/ 65 w 81"/>
                  <a:gd name="T29" fmla="*/ 126 h 203"/>
                  <a:gd name="T30" fmla="*/ 70 w 81"/>
                  <a:gd name="T31" fmla="*/ 152 h 203"/>
                  <a:gd name="T32" fmla="*/ 76 w 81"/>
                  <a:gd name="T33" fmla="*/ 177 h 203"/>
                  <a:gd name="T34" fmla="*/ 81 w 81"/>
                  <a:gd name="T35" fmla="*/ 203 h 203"/>
                  <a:gd name="T36" fmla="*/ 55 w 81"/>
                  <a:gd name="T37" fmla="*/ 203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1"/>
                  <a:gd name="T58" fmla="*/ 0 h 203"/>
                  <a:gd name="T59" fmla="*/ 81 w 81"/>
                  <a:gd name="T60" fmla="*/ 203 h 2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1" h="203">
                    <a:moveTo>
                      <a:pt x="55" y="203"/>
                    </a:moveTo>
                    <a:lnTo>
                      <a:pt x="51" y="179"/>
                    </a:lnTo>
                    <a:lnTo>
                      <a:pt x="44" y="155"/>
                    </a:lnTo>
                    <a:lnTo>
                      <a:pt x="39" y="130"/>
                    </a:lnTo>
                    <a:lnTo>
                      <a:pt x="33" y="106"/>
                    </a:lnTo>
                    <a:lnTo>
                      <a:pt x="25" y="83"/>
                    </a:lnTo>
                    <a:lnTo>
                      <a:pt x="18" y="58"/>
                    </a:lnTo>
                    <a:lnTo>
                      <a:pt x="9" y="34"/>
                    </a:lnTo>
                    <a:lnTo>
                      <a:pt x="0" y="8"/>
                    </a:lnTo>
                    <a:lnTo>
                      <a:pt x="23" y="0"/>
                    </a:lnTo>
                    <a:lnTo>
                      <a:pt x="33" y="24"/>
                    </a:lnTo>
                    <a:lnTo>
                      <a:pt x="41" y="49"/>
                    </a:lnTo>
                    <a:lnTo>
                      <a:pt x="51" y="75"/>
                    </a:lnTo>
                    <a:lnTo>
                      <a:pt x="58" y="100"/>
                    </a:lnTo>
                    <a:lnTo>
                      <a:pt x="65" y="126"/>
                    </a:lnTo>
                    <a:lnTo>
                      <a:pt x="70" y="152"/>
                    </a:lnTo>
                    <a:lnTo>
                      <a:pt x="76" y="177"/>
                    </a:lnTo>
                    <a:lnTo>
                      <a:pt x="81" y="203"/>
                    </a:lnTo>
                    <a:lnTo>
                      <a:pt x="55" y="20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79" name="Freeform 173"/>
              <p:cNvSpPr>
                <a:spLocks/>
              </p:cNvSpPr>
              <p:nvPr/>
            </p:nvSpPr>
            <p:spPr bwMode="auto">
              <a:xfrm>
                <a:off x="4140" y="2154"/>
                <a:ext cx="30" cy="18"/>
              </a:xfrm>
              <a:custGeom>
                <a:avLst/>
                <a:gdLst>
                  <a:gd name="T0" fmla="*/ 27 w 30"/>
                  <a:gd name="T1" fmla="*/ 0 h 18"/>
                  <a:gd name="T2" fmla="*/ 30 w 30"/>
                  <a:gd name="T3" fmla="*/ 18 h 18"/>
                  <a:gd name="T4" fmla="*/ 3 w 30"/>
                  <a:gd name="T5" fmla="*/ 18 h 18"/>
                  <a:gd name="T6" fmla="*/ 0 w 30"/>
                  <a:gd name="T7" fmla="*/ 0 h 18"/>
                  <a:gd name="T8" fmla="*/ 27 w 3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18"/>
                  <a:gd name="T17" fmla="*/ 30 w 30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18">
                    <a:moveTo>
                      <a:pt x="27" y="0"/>
                    </a:moveTo>
                    <a:lnTo>
                      <a:pt x="30" y="18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0" name="Freeform 174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1" name="Freeform 175"/>
              <p:cNvSpPr>
                <a:spLocks/>
              </p:cNvSpPr>
              <p:nvPr/>
            </p:nvSpPr>
            <p:spPr bwMode="auto">
              <a:xfrm>
                <a:off x="2472" y="1465"/>
                <a:ext cx="180" cy="72"/>
              </a:xfrm>
              <a:custGeom>
                <a:avLst/>
                <a:gdLst>
                  <a:gd name="T0" fmla="*/ 31 w 180"/>
                  <a:gd name="T1" fmla="*/ 62 h 72"/>
                  <a:gd name="T2" fmla="*/ 22 w 180"/>
                  <a:gd name="T3" fmla="*/ 51 h 72"/>
                  <a:gd name="T4" fmla="*/ 179 w 180"/>
                  <a:gd name="T5" fmla="*/ 0 h 72"/>
                  <a:gd name="T6" fmla="*/ 180 w 180"/>
                  <a:gd name="T7" fmla="*/ 14 h 72"/>
                  <a:gd name="T8" fmla="*/ 24 w 180"/>
                  <a:gd name="T9" fmla="*/ 66 h 72"/>
                  <a:gd name="T10" fmla="*/ 16 w 180"/>
                  <a:gd name="T11" fmla="*/ 54 h 72"/>
                  <a:gd name="T12" fmla="*/ 24 w 180"/>
                  <a:gd name="T13" fmla="*/ 66 h 72"/>
                  <a:gd name="T14" fmla="*/ 0 w 180"/>
                  <a:gd name="T15" fmla="*/ 72 h 72"/>
                  <a:gd name="T16" fmla="*/ 16 w 180"/>
                  <a:gd name="T17" fmla="*/ 54 h 72"/>
                  <a:gd name="T18" fmla="*/ 31 w 180"/>
                  <a:gd name="T19" fmla="*/ 6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0"/>
                  <a:gd name="T31" fmla="*/ 0 h 72"/>
                  <a:gd name="T32" fmla="*/ 180 w 180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0" h="72">
                    <a:moveTo>
                      <a:pt x="31" y="62"/>
                    </a:moveTo>
                    <a:lnTo>
                      <a:pt x="22" y="51"/>
                    </a:lnTo>
                    <a:lnTo>
                      <a:pt x="179" y="0"/>
                    </a:lnTo>
                    <a:lnTo>
                      <a:pt x="180" y="14"/>
                    </a:lnTo>
                    <a:lnTo>
                      <a:pt x="24" y="66"/>
                    </a:lnTo>
                    <a:lnTo>
                      <a:pt x="16" y="54"/>
                    </a:lnTo>
                    <a:lnTo>
                      <a:pt x="24" y="66"/>
                    </a:lnTo>
                    <a:lnTo>
                      <a:pt x="0" y="72"/>
                    </a:lnTo>
                    <a:lnTo>
                      <a:pt x="16" y="54"/>
                    </a:lnTo>
                    <a:lnTo>
                      <a:pt x="31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2" name="Freeform 176"/>
              <p:cNvSpPr>
                <a:spLocks/>
              </p:cNvSpPr>
              <p:nvPr/>
            </p:nvSpPr>
            <p:spPr bwMode="auto">
              <a:xfrm>
                <a:off x="2487" y="1388"/>
                <a:ext cx="115" cy="137"/>
              </a:xfrm>
              <a:custGeom>
                <a:avLst/>
                <a:gdLst>
                  <a:gd name="T0" fmla="*/ 97 w 115"/>
                  <a:gd name="T1" fmla="*/ 20 h 137"/>
                  <a:gd name="T2" fmla="*/ 114 w 115"/>
                  <a:gd name="T3" fmla="*/ 18 h 137"/>
                  <a:gd name="T4" fmla="*/ 15 w 115"/>
                  <a:gd name="T5" fmla="*/ 137 h 137"/>
                  <a:gd name="T6" fmla="*/ 0 w 115"/>
                  <a:gd name="T7" fmla="*/ 131 h 137"/>
                  <a:gd name="T8" fmla="*/ 99 w 115"/>
                  <a:gd name="T9" fmla="*/ 10 h 137"/>
                  <a:gd name="T10" fmla="*/ 115 w 115"/>
                  <a:gd name="T11" fmla="*/ 8 h 137"/>
                  <a:gd name="T12" fmla="*/ 99 w 115"/>
                  <a:gd name="T13" fmla="*/ 10 h 137"/>
                  <a:gd name="T14" fmla="*/ 109 w 115"/>
                  <a:gd name="T15" fmla="*/ 0 h 137"/>
                  <a:gd name="T16" fmla="*/ 115 w 115"/>
                  <a:gd name="T17" fmla="*/ 8 h 137"/>
                  <a:gd name="T18" fmla="*/ 97 w 115"/>
                  <a:gd name="T19" fmla="*/ 20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37"/>
                  <a:gd name="T32" fmla="*/ 115 w 115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37">
                    <a:moveTo>
                      <a:pt x="97" y="20"/>
                    </a:moveTo>
                    <a:lnTo>
                      <a:pt x="114" y="18"/>
                    </a:lnTo>
                    <a:lnTo>
                      <a:pt x="15" y="137"/>
                    </a:lnTo>
                    <a:lnTo>
                      <a:pt x="0" y="131"/>
                    </a:lnTo>
                    <a:lnTo>
                      <a:pt x="99" y="10"/>
                    </a:lnTo>
                    <a:lnTo>
                      <a:pt x="115" y="8"/>
                    </a:lnTo>
                    <a:lnTo>
                      <a:pt x="99" y="10"/>
                    </a:lnTo>
                    <a:lnTo>
                      <a:pt x="109" y="0"/>
                    </a:lnTo>
                    <a:lnTo>
                      <a:pt x="115" y="8"/>
                    </a:lnTo>
                    <a:lnTo>
                      <a:pt x="97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3" name="Freeform 177"/>
              <p:cNvSpPr>
                <a:spLocks/>
              </p:cNvSpPr>
              <p:nvPr/>
            </p:nvSpPr>
            <p:spPr bwMode="auto">
              <a:xfrm>
                <a:off x="2585" y="1397"/>
                <a:ext cx="80" cy="85"/>
              </a:xfrm>
              <a:custGeom>
                <a:avLst/>
                <a:gdLst>
                  <a:gd name="T0" fmla="*/ 64 w 80"/>
                  <a:gd name="T1" fmla="*/ 70 h 85"/>
                  <a:gd name="T2" fmla="*/ 57 w 80"/>
                  <a:gd name="T3" fmla="*/ 82 h 85"/>
                  <a:gd name="T4" fmla="*/ 0 w 80"/>
                  <a:gd name="T5" fmla="*/ 10 h 85"/>
                  <a:gd name="T6" fmla="*/ 18 w 80"/>
                  <a:gd name="T7" fmla="*/ 0 h 85"/>
                  <a:gd name="T8" fmla="*/ 75 w 80"/>
                  <a:gd name="T9" fmla="*/ 71 h 85"/>
                  <a:gd name="T10" fmla="*/ 66 w 80"/>
                  <a:gd name="T11" fmla="*/ 85 h 85"/>
                  <a:gd name="T12" fmla="*/ 75 w 80"/>
                  <a:gd name="T13" fmla="*/ 71 h 85"/>
                  <a:gd name="T14" fmla="*/ 80 w 80"/>
                  <a:gd name="T15" fmla="*/ 80 h 85"/>
                  <a:gd name="T16" fmla="*/ 66 w 80"/>
                  <a:gd name="T17" fmla="*/ 85 h 85"/>
                  <a:gd name="T18" fmla="*/ 64 w 80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85"/>
                  <a:gd name="T32" fmla="*/ 80 w 80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85">
                    <a:moveTo>
                      <a:pt x="64" y="70"/>
                    </a:moveTo>
                    <a:lnTo>
                      <a:pt x="57" y="82"/>
                    </a:lnTo>
                    <a:lnTo>
                      <a:pt x="0" y="10"/>
                    </a:lnTo>
                    <a:lnTo>
                      <a:pt x="18" y="0"/>
                    </a:lnTo>
                    <a:lnTo>
                      <a:pt x="75" y="71"/>
                    </a:lnTo>
                    <a:lnTo>
                      <a:pt x="66" y="85"/>
                    </a:lnTo>
                    <a:lnTo>
                      <a:pt x="75" y="71"/>
                    </a:lnTo>
                    <a:lnTo>
                      <a:pt x="80" y="80"/>
                    </a:lnTo>
                    <a:lnTo>
                      <a:pt x="66" y="85"/>
                    </a:lnTo>
                    <a:lnTo>
                      <a:pt x="64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4" name="Freeform 178"/>
              <p:cNvSpPr>
                <a:spLocks/>
              </p:cNvSpPr>
              <p:nvPr/>
            </p:nvSpPr>
            <p:spPr bwMode="auto">
              <a:xfrm>
                <a:off x="2509" y="1475"/>
                <a:ext cx="40" cy="39"/>
              </a:xfrm>
              <a:custGeom>
                <a:avLst/>
                <a:gdLst>
                  <a:gd name="T0" fmla="*/ 40 w 40"/>
                  <a:gd name="T1" fmla="*/ 25 h 39"/>
                  <a:gd name="T2" fmla="*/ 22 w 40"/>
                  <a:gd name="T3" fmla="*/ 39 h 39"/>
                  <a:gd name="T4" fmla="*/ 0 w 40"/>
                  <a:gd name="T5" fmla="*/ 13 h 39"/>
                  <a:gd name="T6" fmla="*/ 19 w 40"/>
                  <a:gd name="T7" fmla="*/ 0 h 39"/>
                  <a:gd name="T8" fmla="*/ 40 w 40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39"/>
                  <a:gd name="T17" fmla="*/ 40 w 40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39">
                    <a:moveTo>
                      <a:pt x="40" y="25"/>
                    </a:moveTo>
                    <a:lnTo>
                      <a:pt x="22" y="39"/>
                    </a:lnTo>
                    <a:lnTo>
                      <a:pt x="0" y="13"/>
                    </a:lnTo>
                    <a:lnTo>
                      <a:pt x="19" y="0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5" name="Freeform 179"/>
              <p:cNvSpPr>
                <a:spLocks/>
              </p:cNvSpPr>
              <p:nvPr/>
            </p:nvSpPr>
            <p:spPr bwMode="auto">
              <a:xfrm>
                <a:off x="2531" y="1359"/>
                <a:ext cx="220" cy="143"/>
              </a:xfrm>
              <a:custGeom>
                <a:avLst/>
                <a:gdLst>
                  <a:gd name="T0" fmla="*/ 220 w 220"/>
                  <a:gd name="T1" fmla="*/ 30 h 143"/>
                  <a:gd name="T2" fmla="*/ 220 w 220"/>
                  <a:gd name="T3" fmla="*/ 30 h 143"/>
                  <a:gd name="T4" fmla="*/ 167 w 220"/>
                  <a:gd name="T5" fmla="*/ 54 h 143"/>
                  <a:gd name="T6" fmla="*/ 115 w 220"/>
                  <a:gd name="T7" fmla="*/ 82 h 143"/>
                  <a:gd name="T8" fmla="*/ 67 w 220"/>
                  <a:gd name="T9" fmla="*/ 111 h 143"/>
                  <a:gd name="T10" fmla="*/ 20 w 220"/>
                  <a:gd name="T11" fmla="*/ 143 h 143"/>
                  <a:gd name="T12" fmla="*/ 0 w 220"/>
                  <a:gd name="T13" fmla="*/ 119 h 143"/>
                  <a:gd name="T14" fmla="*/ 49 w 220"/>
                  <a:gd name="T15" fmla="*/ 85 h 143"/>
                  <a:gd name="T16" fmla="*/ 99 w 220"/>
                  <a:gd name="T17" fmla="*/ 54 h 143"/>
                  <a:gd name="T18" fmla="*/ 154 w 220"/>
                  <a:gd name="T19" fmla="*/ 25 h 143"/>
                  <a:gd name="T20" fmla="*/ 211 w 220"/>
                  <a:gd name="T21" fmla="*/ 0 h 143"/>
                  <a:gd name="T22" fmla="*/ 220 w 220"/>
                  <a:gd name="T23" fmla="*/ 3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0"/>
                  <a:gd name="T37" fmla="*/ 0 h 143"/>
                  <a:gd name="T38" fmla="*/ 220 w 220"/>
                  <a:gd name="T39" fmla="*/ 143 h 1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0" h="143">
                    <a:moveTo>
                      <a:pt x="220" y="30"/>
                    </a:moveTo>
                    <a:lnTo>
                      <a:pt x="220" y="30"/>
                    </a:lnTo>
                    <a:lnTo>
                      <a:pt x="167" y="54"/>
                    </a:lnTo>
                    <a:lnTo>
                      <a:pt x="115" y="82"/>
                    </a:lnTo>
                    <a:lnTo>
                      <a:pt x="67" y="111"/>
                    </a:lnTo>
                    <a:lnTo>
                      <a:pt x="20" y="143"/>
                    </a:lnTo>
                    <a:lnTo>
                      <a:pt x="0" y="119"/>
                    </a:lnTo>
                    <a:lnTo>
                      <a:pt x="49" y="85"/>
                    </a:lnTo>
                    <a:lnTo>
                      <a:pt x="99" y="54"/>
                    </a:lnTo>
                    <a:lnTo>
                      <a:pt x="154" y="25"/>
                    </a:lnTo>
                    <a:lnTo>
                      <a:pt x="211" y="0"/>
                    </a:lnTo>
                    <a:lnTo>
                      <a:pt x="220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6" name="Freeform 180"/>
              <p:cNvSpPr>
                <a:spLocks/>
              </p:cNvSpPr>
              <p:nvPr/>
            </p:nvSpPr>
            <p:spPr bwMode="auto">
              <a:xfrm>
                <a:off x="2746" y="1297"/>
                <a:ext cx="199" cy="93"/>
              </a:xfrm>
              <a:custGeom>
                <a:avLst/>
                <a:gdLst>
                  <a:gd name="T0" fmla="*/ 197 w 199"/>
                  <a:gd name="T1" fmla="*/ 35 h 93"/>
                  <a:gd name="T2" fmla="*/ 174 w 199"/>
                  <a:gd name="T3" fmla="*/ 39 h 93"/>
                  <a:gd name="T4" fmla="*/ 151 w 199"/>
                  <a:gd name="T5" fmla="*/ 45 h 93"/>
                  <a:gd name="T6" fmla="*/ 128 w 199"/>
                  <a:gd name="T7" fmla="*/ 52 h 93"/>
                  <a:gd name="T8" fmla="*/ 104 w 199"/>
                  <a:gd name="T9" fmla="*/ 59 h 93"/>
                  <a:gd name="T10" fmla="*/ 81 w 199"/>
                  <a:gd name="T11" fmla="*/ 66 h 93"/>
                  <a:gd name="T12" fmla="*/ 57 w 199"/>
                  <a:gd name="T13" fmla="*/ 75 h 93"/>
                  <a:gd name="T14" fmla="*/ 34 w 199"/>
                  <a:gd name="T15" fmla="*/ 84 h 93"/>
                  <a:gd name="T16" fmla="*/ 10 w 199"/>
                  <a:gd name="T17" fmla="*/ 93 h 93"/>
                  <a:gd name="T18" fmla="*/ 0 w 199"/>
                  <a:gd name="T19" fmla="*/ 62 h 93"/>
                  <a:gd name="T20" fmla="*/ 25 w 199"/>
                  <a:gd name="T21" fmla="*/ 52 h 93"/>
                  <a:gd name="T22" fmla="*/ 50 w 199"/>
                  <a:gd name="T23" fmla="*/ 41 h 93"/>
                  <a:gd name="T24" fmla="*/ 75 w 199"/>
                  <a:gd name="T25" fmla="*/ 33 h 93"/>
                  <a:gd name="T26" fmla="*/ 100 w 199"/>
                  <a:gd name="T27" fmla="*/ 24 h 93"/>
                  <a:gd name="T28" fmla="*/ 126 w 199"/>
                  <a:gd name="T29" fmla="*/ 18 h 93"/>
                  <a:gd name="T30" fmla="*/ 149 w 199"/>
                  <a:gd name="T31" fmla="*/ 10 h 93"/>
                  <a:gd name="T32" fmla="*/ 176 w 199"/>
                  <a:gd name="T33" fmla="*/ 5 h 93"/>
                  <a:gd name="T34" fmla="*/ 199 w 199"/>
                  <a:gd name="T35" fmla="*/ 0 h 93"/>
                  <a:gd name="T36" fmla="*/ 197 w 199"/>
                  <a:gd name="T37" fmla="*/ 35 h 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9"/>
                  <a:gd name="T58" fmla="*/ 0 h 93"/>
                  <a:gd name="T59" fmla="*/ 199 w 199"/>
                  <a:gd name="T60" fmla="*/ 93 h 9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9" h="93">
                    <a:moveTo>
                      <a:pt x="197" y="35"/>
                    </a:moveTo>
                    <a:lnTo>
                      <a:pt x="174" y="39"/>
                    </a:lnTo>
                    <a:lnTo>
                      <a:pt x="151" y="45"/>
                    </a:lnTo>
                    <a:lnTo>
                      <a:pt x="128" y="52"/>
                    </a:lnTo>
                    <a:lnTo>
                      <a:pt x="104" y="59"/>
                    </a:lnTo>
                    <a:lnTo>
                      <a:pt x="81" y="66"/>
                    </a:lnTo>
                    <a:lnTo>
                      <a:pt x="57" y="75"/>
                    </a:lnTo>
                    <a:lnTo>
                      <a:pt x="34" y="84"/>
                    </a:lnTo>
                    <a:lnTo>
                      <a:pt x="10" y="93"/>
                    </a:lnTo>
                    <a:lnTo>
                      <a:pt x="0" y="62"/>
                    </a:lnTo>
                    <a:lnTo>
                      <a:pt x="25" y="52"/>
                    </a:lnTo>
                    <a:lnTo>
                      <a:pt x="50" y="41"/>
                    </a:lnTo>
                    <a:lnTo>
                      <a:pt x="75" y="33"/>
                    </a:lnTo>
                    <a:lnTo>
                      <a:pt x="100" y="24"/>
                    </a:lnTo>
                    <a:lnTo>
                      <a:pt x="126" y="18"/>
                    </a:lnTo>
                    <a:lnTo>
                      <a:pt x="149" y="10"/>
                    </a:lnTo>
                    <a:lnTo>
                      <a:pt x="176" y="5"/>
                    </a:lnTo>
                    <a:lnTo>
                      <a:pt x="199" y="0"/>
                    </a:lnTo>
                    <a:lnTo>
                      <a:pt x="197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7" name="Freeform 181"/>
              <p:cNvSpPr>
                <a:spLocks/>
              </p:cNvSpPr>
              <p:nvPr/>
            </p:nvSpPr>
            <p:spPr bwMode="auto">
              <a:xfrm>
                <a:off x="2947" y="1291"/>
                <a:ext cx="25" cy="40"/>
              </a:xfrm>
              <a:custGeom>
                <a:avLst/>
                <a:gdLst>
                  <a:gd name="T0" fmla="*/ 3 w 25"/>
                  <a:gd name="T1" fmla="*/ 5 h 40"/>
                  <a:gd name="T2" fmla="*/ 25 w 25"/>
                  <a:gd name="T3" fmla="*/ 0 h 40"/>
                  <a:gd name="T4" fmla="*/ 22 w 25"/>
                  <a:gd name="T5" fmla="*/ 36 h 40"/>
                  <a:gd name="T6" fmla="*/ 0 w 25"/>
                  <a:gd name="T7" fmla="*/ 40 h 40"/>
                  <a:gd name="T8" fmla="*/ 3 w 25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3" y="5"/>
                    </a:moveTo>
                    <a:lnTo>
                      <a:pt x="25" y="0"/>
                    </a:lnTo>
                    <a:lnTo>
                      <a:pt x="22" y="36"/>
                    </a:lnTo>
                    <a:lnTo>
                      <a:pt x="0" y="4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8" name="Freeform 182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89" name="Freeform 183"/>
              <p:cNvSpPr>
                <a:spLocks/>
              </p:cNvSpPr>
              <p:nvPr/>
            </p:nvSpPr>
            <p:spPr bwMode="auto">
              <a:xfrm>
                <a:off x="2481" y="1469"/>
                <a:ext cx="168" cy="63"/>
              </a:xfrm>
              <a:custGeom>
                <a:avLst/>
                <a:gdLst>
                  <a:gd name="T0" fmla="*/ 18 w 168"/>
                  <a:gd name="T1" fmla="*/ 56 h 63"/>
                  <a:gd name="T2" fmla="*/ 13 w 168"/>
                  <a:gd name="T3" fmla="*/ 49 h 63"/>
                  <a:gd name="T4" fmla="*/ 167 w 168"/>
                  <a:gd name="T5" fmla="*/ 0 h 63"/>
                  <a:gd name="T6" fmla="*/ 168 w 168"/>
                  <a:gd name="T7" fmla="*/ 8 h 63"/>
                  <a:gd name="T8" fmla="*/ 15 w 168"/>
                  <a:gd name="T9" fmla="*/ 59 h 63"/>
                  <a:gd name="T10" fmla="*/ 10 w 168"/>
                  <a:gd name="T11" fmla="*/ 51 h 63"/>
                  <a:gd name="T12" fmla="*/ 15 w 168"/>
                  <a:gd name="T13" fmla="*/ 59 h 63"/>
                  <a:gd name="T14" fmla="*/ 0 w 168"/>
                  <a:gd name="T15" fmla="*/ 63 h 63"/>
                  <a:gd name="T16" fmla="*/ 10 w 168"/>
                  <a:gd name="T17" fmla="*/ 51 h 63"/>
                  <a:gd name="T18" fmla="*/ 18 w 168"/>
                  <a:gd name="T19" fmla="*/ 56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8"/>
                  <a:gd name="T31" fmla="*/ 0 h 63"/>
                  <a:gd name="T32" fmla="*/ 168 w 168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8" h="63">
                    <a:moveTo>
                      <a:pt x="18" y="56"/>
                    </a:moveTo>
                    <a:lnTo>
                      <a:pt x="13" y="49"/>
                    </a:lnTo>
                    <a:lnTo>
                      <a:pt x="167" y="0"/>
                    </a:lnTo>
                    <a:lnTo>
                      <a:pt x="168" y="8"/>
                    </a:lnTo>
                    <a:lnTo>
                      <a:pt x="15" y="59"/>
                    </a:lnTo>
                    <a:lnTo>
                      <a:pt x="10" y="51"/>
                    </a:lnTo>
                    <a:lnTo>
                      <a:pt x="15" y="59"/>
                    </a:lnTo>
                    <a:lnTo>
                      <a:pt x="0" y="63"/>
                    </a:lnTo>
                    <a:lnTo>
                      <a:pt x="10" y="51"/>
                    </a:lnTo>
                    <a:lnTo>
                      <a:pt x="18" y="5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0" name="Freeform 184"/>
              <p:cNvSpPr>
                <a:spLocks/>
              </p:cNvSpPr>
              <p:nvPr/>
            </p:nvSpPr>
            <p:spPr bwMode="auto">
              <a:xfrm>
                <a:off x="2490" y="1393"/>
                <a:ext cx="109" cy="131"/>
              </a:xfrm>
              <a:custGeom>
                <a:avLst/>
                <a:gdLst>
                  <a:gd name="T0" fmla="*/ 99 w 109"/>
                  <a:gd name="T1" fmla="*/ 13 h 131"/>
                  <a:gd name="T2" fmla="*/ 108 w 109"/>
                  <a:gd name="T3" fmla="*/ 12 h 131"/>
                  <a:gd name="T4" fmla="*/ 8 w 109"/>
                  <a:gd name="T5" fmla="*/ 131 h 131"/>
                  <a:gd name="T6" fmla="*/ 0 w 109"/>
                  <a:gd name="T7" fmla="*/ 127 h 131"/>
                  <a:gd name="T8" fmla="*/ 101 w 109"/>
                  <a:gd name="T9" fmla="*/ 6 h 131"/>
                  <a:gd name="T10" fmla="*/ 109 w 109"/>
                  <a:gd name="T11" fmla="*/ 5 h 131"/>
                  <a:gd name="T12" fmla="*/ 101 w 109"/>
                  <a:gd name="T13" fmla="*/ 6 h 131"/>
                  <a:gd name="T14" fmla="*/ 105 w 109"/>
                  <a:gd name="T15" fmla="*/ 0 h 131"/>
                  <a:gd name="T16" fmla="*/ 109 w 109"/>
                  <a:gd name="T17" fmla="*/ 5 h 131"/>
                  <a:gd name="T18" fmla="*/ 99 w 109"/>
                  <a:gd name="T19" fmla="*/ 13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9"/>
                  <a:gd name="T31" fmla="*/ 0 h 131"/>
                  <a:gd name="T32" fmla="*/ 109 w 109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9" h="131">
                    <a:moveTo>
                      <a:pt x="99" y="13"/>
                    </a:moveTo>
                    <a:lnTo>
                      <a:pt x="108" y="12"/>
                    </a:lnTo>
                    <a:lnTo>
                      <a:pt x="8" y="131"/>
                    </a:lnTo>
                    <a:lnTo>
                      <a:pt x="0" y="127"/>
                    </a:lnTo>
                    <a:lnTo>
                      <a:pt x="101" y="6"/>
                    </a:lnTo>
                    <a:lnTo>
                      <a:pt x="109" y="5"/>
                    </a:lnTo>
                    <a:lnTo>
                      <a:pt x="101" y="6"/>
                    </a:lnTo>
                    <a:lnTo>
                      <a:pt x="105" y="0"/>
                    </a:lnTo>
                    <a:lnTo>
                      <a:pt x="109" y="5"/>
                    </a:lnTo>
                    <a:lnTo>
                      <a:pt x="99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1" name="Freeform 185"/>
              <p:cNvSpPr>
                <a:spLocks/>
              </p:cNvSpPr>
              <p:nvPr/>
            </p:nvSpPr>
            <p:spPr bwMode="auto">
              <a:xfrm>
                <a:off x="2592" y="1397"/>
                <a:ext cx="69" cy="79"/>
              </a:xfrm>
              <a:custGeom>
                <a:avLst/>
                <a:gdLst>
                  <a:gd name="T0" fmla="*/ 61 w 69"/>
                  <a:gd name="T1" fmla="*/ 71 h 79"/>
                  <a:gd name="T2" fmla="*/ 55 w 69"/>
                  <a:gd name="T3" fmla="*/ 78 h 79"/>
                  <a:gd name="T4" fmla="*/ 0 w 69"/>
                  <a:gd name="T5" fmla="*/ 7 h 79"/>
                  <a:gd name="T6" fmla="*/ 8 w 69"/>
                  <a:gd name="T7" fmla="*/ 0 h 79"/>
                  <a:gd name="T8" fmla="*/ 66 w 69"/>
                  <a:gd name="T9" fmla="*/ 72 h 79"/>
                  <a:gd name="T10" fmla="*/ 61 w 69"/>
                  <a:gd name="T11" fmla="*/ 79 h 79"/>
                  <a:gd name="T12" fmla="*/ 66 w 69"/>
                  <a:gd name="T13" fmla="*/ 72 h 79"/>
                  <a:gd name="T14" fmla="*/ 69 w 69"/>
                  <a:gd name="T15" fmla="*/ 77 h 79"/>
                  <a:gd name="T16" fmla="*/ 61 w 69"/>
                  <a:gd name="T17" fmla="*/ 79 h 79"/>
                  <a:gd name="T18" fmla="*/ 61 w 69"/>
                  <a:gd name="T19" fmla="*/ 71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79"/>
                  <a:gd name="T32" fmla="*/ 69 w 69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79">
                    <a:moveTo>
                      <a:pt x="61" y="71"/>
                    </a:moveTo>
                    <a:lnTo>
                      <a:pt x="55" y="78"/>
                    </a:lnTo>
                    <a:lnTo>
                      <a:pt x="0" y="7"/>
                    </a:lnTo>
                    <a:lnTo>
                      <a:pt x="8" y="0"/>
                    </a:lnTo>
                    <a:lnTo>
                      <a:pt x="66" y="72"/>
                    </a:lnTo>
                    <a:lnTo>
                      <a:pt x="61" y="79"/>
                    </a:lnTo>
                    <a:lnTo>
                      <a:pt x="66" y="72"/>
                    </a:lnTo>
                    <a:lnTo>
                      <a:pt x="69" y="77"/>
                    </a:lnTo>
                    <a:lnTo>
                      <a:pt x="61" y="79"/>
                    </a:lnTo>
                    <a:lnTo>
                      <a:pt x="61" y="7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2" name="Freeform 186"/>
              <p:cNvSpPr>
                <a:spLocks/>
              </p:cNvSpPr>
              <p:nvPr/>
            </p:nvSpPr>
            <p:spPr bwMode="auto">
              <a:xfrm>
                <a:off x="2517" y="1478"/>
                <a:ext cx="32" cy="32"/>
              </a:xfrm>
              <a:custGeom>
                <a:avLst/>
                <a:gdLst>
                  <a:gd name="T0" fmla="*/ 32 w 32"/>
                  <a:gd name="T1" fmla="*/ 21 h 32"/>
                  <a:gd name="T2" fmla="*/ 17 w 32"/>
                  <a:gd name="T3" fmla="*/ 32 h 32"/>
                  <a:gd name="T4" fmla="*/ 0 w 32"/>
                  <a:gd name="T5" fmla="*/ 10 h 32"/>
                  <a:gd name="T6" fmla="*/ 15 w 32"/>
                  <a:gd name="T7" fmla="*/ 0 h 32"/>
                  <a:gd name="T8" fmla="*/ 32 w 32"/>
                  <a:gd name="T9" fmla="*/ 2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32" y="21"/>
                    </a:moveTo>
                    <a:lnTo>
                      <a:pt x="17" y="32"/>
                    </a:lnTo>
                    <a:lnTo>
                      <a:pt x="0" y="10"/>
                    </a:lnTo>
                    <a:lnTo>
                      <a:pt x="15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3" name="Freeform 187"/>
              <p:cNvSpPr>
                <a:spLocks/>
              </p:cNvSpPr>
              <p:nvPr/>
            </p:nvSpPr>
            <p:spPr bwMode="auto">
              <a:xfrm>
                <a:off x="2534" y="1360"/>
                <a:ext cx="217" cy="140"/>
              </a:xfrm>
              <a:custGeom>
                <a:avLst/>
                <a:gdLst>
                  <a:gd name="T0" fmla="*/ 217 w 217"/>
                  <a:gd name="T1" fmla="*/ 25 h 140"/>
                  <a:gd name="T2" fmla="*/ 217 w 217"/>
                  <a:gd name="T3" fmla="*/ 25 h 140"/>
                  <a:gd name="T4" fmla="*/ 164 w 217"/>
                  <a:gd name="T5" fmla="*/ 50 h 140"/>
                  <a:gd name="T6" fmla="*/ 112 w 217"/>
                  <a:gd name="T7" fmla="*/ 78 h 140"/>
                  <a:gd name="T8" fmla="*/ 63 w 217"/>
                  <a:gd name="T9" fmla="*/ 108 h 140"/>
                  <a:gd name="T10" fmla="*/ 17 w 217"/>
                  <a:gd name="T11" fmla="*/ 140 h 140"/>
                  <a:gd name="T12" fmla="*/ 0 w 217"/>
                  <a:gd name="T13" fmla="*/ 119 h 140"/>
                  <a:gd name="T14" fmla="*/ 48 w 217"/>
                  <a:gd name="T15" fmla="*/ 86 h 140"/>
                  <a:gd name="T16" fmla="*/ 99 w 217"/>
                  <a:gd name="T17" fmla="*/ 55 h 140"/>
                  <a:gd name="T18" fmla="*/ 153 w 217"/>
                  <a:gd name="T19" fmla="*/ 27 h 140"/>
                  <a:gd name="T20" fmla="*/ 209 w 217"/>
                  <a:gd name="T21" fmla="*/ 0 h 140"/>
                  <a:gd name="T22" fmla="*/ 217 w 217"/>
                  <a:gd name="T23" fmla="*/ 25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7"/>
                  <a:gd name="T37" fmla="*/ 0 h 140"/>
                  <a:gd name="T38" fmla="*/ 217 w 217"/>
                  <a:gd name="T39" fmla="*/ 140 h 1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7" h="140">
                    <a:moveTo>
                      <a:pt x="217" y="25"/>
                    </a:moveTo>
                    <a:lnTo>
                      <a:pt x="217" y="25"/>
                    </a:lnTo>
                    <a:lnTo>
                      <a:pt x="164" y="50"/>
                    </a:lnTo>
                    <a:lnTo>
                      <a:pt x="112" y="78"/>
                    </a:lnTo>
                    <a:lnTo>
                      <a:pt x="63" y="108"/>
                    </a:lnTo>
                    <a:lnTo>
                      <a:pt x="17" y="140"/>
                    </a:lnTo>
                    <a:lnTo>
                      <a:pt x="0" y="119"/>
                    </a:lnTo>
                    <a:lnTo>
                      <a:pt x="48" y="86"/>
                    </a:lnTo>
                    <a:lnTo>
                      <a:pt x="99" y="55"/>
                    </a:lnTo>
                    <a:lnTo>
                      <a:pt x="153" y="27"/>
                    </a:lnTo>
                    <a:lnTo>
                      <a:pt x="209" y="0"/>
                    </a:lnTo>
                    <a:lnTo>
                      <a:pt x="217" y="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4" name="Freeform 188"/>
              <p:cNvSpPr>
                <a:spLocks/>
              </p:cNvSpPr>
              <p:nvPr/>
            </p:nvSpPr>
            <p:spPr bwMode="auto">
              <a:xfrm>
                <a:off x="2748" y="1298"/>
                <a:ext cx="195" cy="87"/>
              </a:xfrm>
              <a:custGeom>
                <a:avLst/>
                <a:gdLst>
                  <a:gd name="T0" fmla="*/ 194 w 195"/>
                  <a:gd name="T1" fmla="*/ 29 h 87"/>
                  <a:gd name="T2" fmla="*/ 171 w 195"/>
                  <a:gd name="T3" fmla="*/ 33 h 87"/>
                  <a:gd name="T4" fmla="*/ 148 w 195"/>
                  <a:gd name="T5" fmla="*/ 38 h 87"/>
                  <a:gd name="T6" fmla="*/ 124 w 195"/>
                  <a:gd name="T7" fmla="*/ 45 h 87"/>
                  <a:gd name="T8" fmla="*/ 100 w 195"/>
                  <a:gd name="T9" fmla="*/ 52 h 87"/>
                  <a:gd name="T10" fmla="*/ 78 w 195"/>
                  <a:gd name="T11" fmla="*/ 60 h 87"/>
                  <a:gd name="T12" fmla="*/ 54 w 195"/>
                  <a:gd name="T13" fmla="*/ 68 h 87"/>
                  <a:gd name="T14" fmla="*/ 31 w 195"/>
                  <a:gd name="T15" fmla="*/ 77 h 87"/>
                  <a:gd name="T16" fmla="*/ 8 w 195"/>
                  <a:gd name="T17" fmla="*/ 87 h 87"/>
                  <a:gd name="T18" fmla="*/ 0 w 195"/>
                  <a:gd name="T19" fmla="*/ 61 h 87"/>
                  <a:gd name="T20" fmla="*/ 23 w 195"/>
                  <a:gd name="T21" fmla="*/ 51 h 87"/>
                  <a:gd name="T22" fmla="*/ 49 w 195"/>
                  <a:gd name="T23" fmla="*/ 42 h 87"/>
                  <a:gd name="T24" fmla="*/ 73 w 195"/>
                  <a:gd name="T25" fmla="*/ 33 h 87"/>
                  <a:gd name="T26" fmla="*/ 98 w 195"/>
                  <a:gd name="T27" fmla="*/ 24 h 87"/>
                  <a:gd name="T28" fmla="*/ 123 w 195"/>
                  <a:gd name="T29" fmla="*/ 18 h 87"/>
                  <a:gd name="T30" fmla="*/ 148 w 195"/>
                  <a:gd name="T31" fmla="*/ 9 h 87"/>
                  <a:gd name="T32" fmla="*/ 172 w 195"/>
                  <a:gd name="T33" fmla="*/ 5 h 87"/>
                  <a:gd name="T34" fmla="*/ 195 w 195"/>
                  <a:gd name="T35" fmla="*/ 0 h 87"/>
                  <a:gd name="T36" fmla="*/ 194 w 195"/>
                  <a:gd name="T37" fmla="*/ 29 h 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87"/>
                  <a:gd name="T59" fmla="*/ 195 w 195"/>
                  <a:gd name="T60" fmla="*/ 87 h 8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87">
                    <a:moveTo>
                      <a:pt x="194" y="29"/>
                    </a:moveTo>
                    <a:lnTo>
                      <a:pt x="171" y="33"/>
                    </a:lnTo>
                    <a:lnTo>
                      <a:pt x="148" y="38"/>
                    </a:lnTo>
                    <a:lnTo>
                      <a:pt x="124" y="45"/>
                    </a:lnTo>
                    <a:lnTo>
                      <a:pt x="100" y="52"/>
                    </a:lnTo>
                    <a:lnTo>
                      <a:pt x="78" y="60"/>
                    </a:lnTo>
                    <a:lnTo>
                      <a:pt x="54" y="68"/>
                    </a:lnTo>
                    <a:lnTo>
                      <a:pt x="31" y="77"/>
                    </a:lnTo>
                    <a:lnTo>
                      <a:pt x="8" y="87"/>
                    </a:lnTo>
                    <a:lnTo>
                      <a:pt x="0" y="61"/>
                    </a:lnTo>
                    <a:lnTo>
                      <a:pt x="23" y="51"/>
                    </a:lnTo>
                    <a:lnTo>
                      <a:pt x="49" y="42"/>
                    </a:lnTo>
                    <a:lnTo>
                      <a:pt x="73" y="33"/>
                    </a:lnTo>
                    <a:lnTo>
                      <a:pt x="98" y="24"/>
                    </a:lnTo>
                    <a:lnTo>
                      <a:pt x="123" y="18"/>
                    </a:lnTo>
                    <a:lnTo>
                      <a:pt x="148" y="9"/>
                    </a:lnTo>
                    <a:lnTo>
                      <a:pt x="172" y="5"/>
                    </a:lnTo>
                    <a:lnTo>
                      <a:pt x="195" y="0"/>
                    </a:lnTo>
                    <a:lnTo>
                      <a:pt x="194" y="2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5" name="Freeform 189"/>
              <p:cNvSpPr>
                <a:spLocks/>
              </p:cNvSpPr>
              <p:nvPr/>
            </p:nvSpPr>
            <p:spPr bwMode="auto">
              <a:xfrm>
                <a:off x="2945" y="1296"/>
                <a:ext cx="21" cy="32"/>
              </a:xfrm>
              <a:custGeom>
                <a:avLst/>
                <a:gdLst>
                  <a:gd name="T0" fmla="*/ 3 w 21"/>
                  <a:gd name="T1" fmla="*/ 3 h 32"/>
                  <a:gd name="T2" fmla="*/ 21 w 21"/>
                  <a:gd name="T3" fmla="*/ 0 h 32"/>
                  <a:gd name="T4" fmla="*/ 19 w 21"/>
                  <a:gd name="T5" fmla="*/ 29 h 32"/>
                  <a:gd name="T6" fmla="*/ 0 w 21"/>
                  <a:gd name="T7" fmla="*/ 32 h 32"/>
                  <a:gd name="T8" fmla="*/ 3 w 21"/>
                  <a:gd name="T9" fmla="*/ 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2"/>
                  <a:gd name="T17" fmla="*/ 21 w 21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2">
                    <a:moveTo>
                      <a:pt x="3" y="3"/>
                    </a:moveTo>
                    <a:lnTo>
                      <a:pt x="21" y="0"/>
                    </a:lnTo>
                    <a:lnTo>
                      <a:pt x="19" y="29"/>
                    </a:lnTo>
                    <a:lnTo>
                      <a:pt x="0" y="3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6" name="Freeform 190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7" name="Freeform 191"/>
              <p:cNvSpPr>
                <a:spLocks/>
              </p:cNvSpPr>
              <p:nvPr/>
            </p:nvSpPr>
            <p:spPr bwMode="auto">
              <a:xfrm>
                <a:off x="2444" y="1483"/>
                <a:ext cx="178" cy="79"/>
              </a:xfrm>
              <a:custGeom>
                <a:avLst/>
                <a:gdLst>
                  <a:gd name="T0" fmla="*/ 31 w 178"/>
                  <a:gd name="T1" fmla="*/ 65 h 79"/>
                  <a:gd name="T2" fmla="*/ 22 w 178"/>
                  <a:gd name="T3" fmla="*/ 56 h 79"/>
                  <a:gd name="T4" fmla="*/ 176 w 178"/>
                  <a:gd name="T5" fmla="*/ 0 h 79"/>
                  <a:gd name="T6" fmla="*/ 178 w 178"/>
                  <a:gd name="T7" fmla="*/ 14 h 79"/>
                  <a:gd name="T8" fmla="*/ 24 w 178"/>
                  <a:gd name="T9" fmla="*/ 70 h 79"/>
                  <a:gd name="T10" fmla="*/ 15 w 178"/>
                  <a:gd name="T11" fmla="*/ 61 h 79"/>
                  <a:gd name="T12" fmla="*/ 24 w 178"/>
                  <a:gd name="T13" fmla="*/ 70 h 79"/>
                  <a:gd name="T14" fmla="*/ 0 w 178"/>
                  <a:gd name="T15" fmla="*/ 79 h 79"/>
                  <a:gd name="T16" fmla="*/ 15 w 178"/>
                  <a:gd name="T17" fmla="*/ 61 h 79"/>
                  <a:gd name="T18" fmla="*/ 31 w 178"/>
                  <a:gd name="T19" fmla="*/ 6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8"/>
                  <a:gd name="T31" fmla="*/ 0 h 79"/>
                  <a:gd name="T32" fmla="*/ 178 w 1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8" h="79">
                    <a:moveTo>
                      <a:pt x="31" y="65"/>
                    </a:moveTo>
                    <a:lnTo>
                      <a:pt x="22" y="56"/>
                    </a:lnTo>
                    <a:lnTo>
                      <a:pt x="176" y="0"/>
                    </a:lnTo>
                    <a:lnTo>
                      <a:pt x="178" y="14"/>
                    </a:lnTo>
                    <a:lnTo>
                      <a:pt x="24" y="70"/>
                    </a:lnTo>
                    <a:lnTo>
                      <a:pt x="15" y="61"/>
                    </a:lnTo>
                    <a:lnTo>
                      <a:pt x="24" y="70"/>
                    </a:lnTo>
                    <a:lnTo>
                      <a:pt x="0" y="79"/>
                    </a:lnTo>
                    <a:lnTo>
                      <a:pt x="15" y="61"/>
                    </a:lnTo>
                    <a:lnTo>
                      <a:pt x="31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8" name="Freeform 192"/>
              <p:cNvSpPr>
                <a:spLocks/>
              </p:cNvSpPr>
              <p:nvPr/>
            </p:nvSpPr>
            <p:spPr bwMode="auto">
              <a:xfrm>
                <a:off x="2456" y="1410"/>
                <a:ext cx="110" cy="138"/>
              </a:xfrm>
              <a:custGeom>
                <a:avLst/>
                <a:gdLst>
                  <a:gd name="T0" fmla="*/ 93 w 110"/>
                  <a:gd name="T1" fmla="*/ 19 h 138"/>
                  <a:gd name="T2" fmla="*/ 109 w 110"/>
                  <a:gd name="T3" fmla="*/ 16 h 138"/>
                  <a:gd name="T4" fmla="*/ 16 w 110"/>
                  <a:gd name="T5" fmla="*/ 138 h 138"/>
                  <a:gd name="T6" fmla="*/ 0 w 110"/>
                  <a:gd name="T7" fmla="*/ 134 h 138"/>
                  <a:gd name="T8" fmla="*/ 94 w 110"/>
                  <a:gd name="T9" fmla="*/ 11 h 138"/>
                  <a:gd name="T10" fmla="*/ 110 w 110"/>
                  <a:gd name="T11" fmla="*/ 8 h 138"/>
                  <a:gd name="T12" fmla="*/ 94 w 110"/>
                  <a:gd name="T13" fmla="*/ 11 h 138"/>
                  <a:gd name="T14" fmla="*/ 104 w 110"/>
                  <a:gd name="T15" fmla="*/ 0 h 138"/>
                  <a:gd name="T16" fmla="*/ 110 w 110"/>
                  <a:gd name="T17" fmla="*/ 8 h 138"/>
                  <a:gd name="T18" fmla="*/ 93 w 110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0"/>
                  <a:gd name="T31" fmla="*/ 0 h 138"/>
                  <a:gd name="T32" fmla="*/ 110 w 110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0" h="138">
                    <a:moveTo>
                      <a:pt x="93" y="19"/>
                    </a:moveTo>
                    <a:lnTo>
                      <a:pt x="109" y="16"/>
                    </a:lnTo>
                    <a:lnTo>
                      <a:pt x="16" y="138"/>
                    </a:lnTo>
                    <a:lnTo>
                      <a:pt x="0" y="134"/>
                    </a:lnTo>
                    <a:lnTo>
                      <a:pt x="94" y="11"/>
                    </a:lnTo>
                    <a:lnTo>
                      <a:pt x="110" y="8"/>
                    </a:lnTo>
                    <a:lnTo>
                      <a:pt x="94" y="11"/>
                    </a:lnTo>
                    <a:lnTo>
                      <a:pt x="104" y="0"/>
                    </a:lnTo>
                    <a:lnTo>
                      <a:pt x="110" y="8"/>
                    </a:lnTo>
                    <a:lnTo>
                      <a:pt x="93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999" name="Freeform 193"/>
              <p:cNvSpPr>
                <a:spLocks/>
              </p:cNvSpPr>
              <p:nvPr/>
            </p:nvSpPr>
            <p:spPr bwMode="auto">
              <a:xfrm>
                <a:off x="2550" y="1418"/>
                <a:ext cx="87" cy="80"/>
              </a:xfrm>
              <a:custGeom>
                <a:avLst/>
                <a:gdLst>
                  <a:gd name="T0" fmla="*/ 68 w 87"/>
                  <a:gd name="T1" fmla="*/ 66 h 80"/>
                  <a:gd name="T2" fmla="*/ 61 w 87"/>
                  <a:gd name="T3" fmla="*/ 79 h 80"/>
                  <a:gd name="T4" fmla="*/ 0 w 87"/>
                  <a:gd name="T5" fmla="*/ 11 h 80"/>
                  <a:gd name="T6" fmla="*/ 17 w 87"/>
                  <a:gd name="T7" fmla="*/ 0 h 80"/>
                  <a:gd name="T8" fmla="*/ 78 w 87"/>
                  <a:gd name="T9" fmla="*/ 67 h 80"/>
                  <a:gd name="T10" fmla="*/ 72 w 87"/>
                  <a:gd name="T11" fmla="*/ 80 h 80"/>
                  <a:gd name="T12" fmla="*/ 78 w 87"/>
                  <a:gd name="T13" fmla="*/ 67 h 80"/>
                  <a:gd name="T14" fmla="*/ 87 w 87"/>
                  <a:gd name="T15" fmla="*/ 75 h 80"/>
                  <a:gd name="T16" fmla="*/ 72 w 87"/>
                  <a:gd name="T17" fmla="*/ 80 h 80"/>
                  <a:gd name="T18" fmla="*/ 68 w 87"/>
                  <a:gd name="T19" fmla="*/ 66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80"/>
                  <a:gd name="T32" fmla="*/ 87 w 87"/>
                  <a:gd name="T33" fmla="*/ 80 h 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80">
                    <a:moveTo>
                      <a:pt x="68" y="66"/>
                    </a:moveTo>
                    <a:lnTo>
                      <a:pt x="61" y="79"/>
                    </a:lnTo>
                    <a:lnTo>
                      <a:pt x="0" y="11"/>
                    </a:lnTo>
                    <a:lnTo>
                      <a:pt x="17" y="0"/>
                    </a:lnTo>
                    <a:lnTo>
                      <a:pt x="78" y="67"/>
                    </a:lnTo>
                    <a:lnTo>
                      <a:pt x="72" y="80"/>
                    </a:lnTo>
                    <a:lnTo>
                      <a:pt x="78" y="67"/>
                    </a:lnTo>
                    <a:lnTo>
                      <a:pt x="87" y="75"/>
                    </a:lnTo>
                    <a:lnTo>
                      <a:pt x="72" y="80"/>
                    </a:lnTo>
                    <a:lnTo>
                      <a:pt x="68" y="6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0" name="Freeform 194"/>
              <p:cNvSpPr>
                <a:spLocks/>
              </p:cNvSpPr>
              <p:nvPr/>
            </p:nvSpPr>
            <p:spPr bwMode="auto">
              <a:xfrm>
                <a:off x="2478" y="1500"/>
                <a:ext cx="39" cy="36"/>
              </a:xfrm>
              <a:custGeom>
                <a:avLst/>
                <a:gdLst>
                  <a:gd name="T0" fmla="*/ 39 w 39"/>
                  <a:gd name="T1" fmla="*/ 22 h 36"/>
                  <a:gd name="T2" fmla="*/ 23 w 39"/>
                  <a:gd name="T3" fmla="*/ 36 h 36"/>
                  <a:gd name="T4" fmla="*/ 0 w 39"/>
                  <a:gd name="T5" fmla="*/ 14 h 36"/>
                  <a:gd name="T6" fmla="*/ 16 w 39"/>
                  <a:gd name="T7" fmla="*/ 0 h 36"/>
                  <a:gd name="T8" fmla="*/ 39 w 39"/>
                  <a:gd name="T9" fmla="*/ 2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6"/>
                  <a:gd name="T17" fmla="*/ 39 w 39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6">
                    <a:moveTo>
                      <a:pt x="39" y="22"/>
                    </a:moveTo>
                    <a:lnTo>
                      <a:pt x="23" y="36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39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1" name="Freeform 195"/>
              <p:cNvSpPr>
                <a:spLocks/>
              </p:cNvSpPr>
              <p:nvPr/>
            </p:nvSpPr>
            <p:spPr bwMode="auto">
              <a:xfrm>
                <a:off x="2500" y="1373"/>
                <a:ext cx="217" cy="149"/>
              </a:xfrm>
              <a:custGeom>
                <a:avLst/>
                <a:gdLst>
                  <a:gd name="T0" fmla="*/ 217 w 217"/>
                  <a:gd name="T1" fmla="*/ 29 h 149"/>
                  <a:gd name="T2" fmla="*/ 217 w 217"/>
                  <a:gd name="T3" fmla="*/ 29 h 149"/>
                  <a:gd name="T4" fmla="*/ 191 w 217"/>
                  <a:gd name="T5" fmla="*/ 41 h 149"/>
                  <a:gd name="T6" fmla="*/ 164 w 217"/>
                  <a:gd name="T7" fmla="*/ 56 h 149"/>
                  <a:gd name="T8" fmla="*/ 140 w 217"/>
                  <a:gd name="T9" fmla="*/ 70 h 149"/>
                  <a:gd name="T10" fmla="*/ 115 w 217"/>
                  <a:gd name="T11" fmla="*/ 85 h 149"/>
                  <a:gd name="T12" fmla="*/ 92 w 217"/>
                  <a:gd name="T13" fmla="*/ 100 h 149"/>
                  <a:gd name="T14" fmla="*/ 67 w 217"/>
                  <a:gd name="T15" fmla="*/ 116 h 149"/>
                  <a:gd name="T16" fmla="*/ 45 w 217"/>
                  <a:gd name="T17" fmla="*/ 132 h 149"/>
                  <a:gd name="T18" fmla="*/ 22 w 217"/>
                  <a:gd name="T19" fmla="*/ 149 h 149"/>
                  <a:gd name="T20" fmla="*/ 0 w 217"/>
                  <a:gd name="T21" fmla="*/ 127 h 149"/>
                  <a:gd name="T22" fmla="*/ 22 w 217"/>
                  <a:gd name="T23" fmla="*/ 109 h 149"/>
                  <a:gd name="T24" fmla="*/ 47 w 217"/>
                  <a:gd name="T25" fmla="*/ 92 h 149"/>
                  <a:gd name="T26" fmla="*/ 73 w 217"/>
                  <a:gd name="T27" fmla="*/ 74 h 149"/>
                  <a:gd name="T28" fmla="*/ 98 w 217"/>
                  <a:gd name="T29" fmla="*/ 58 h 149"/>
                  <a:gd name="T30" fmla="*/ 123 w 217"/>
                  <a:gd name="T31" fmla="*/ 42 h 149"/>
                  <a:gd name="T32" fmla="*/ 149 w 217"/>
                  <a:gd name="T33" fmla="*/ 27 h 149"/>
                  <a:gd name="T34" fmla="*/ 177 w 217"/>
                  <a:gd name="T35" fmla="*/ 12 h 149"/>
                  <a:gd name="T36" fmla="*/ 205 w 217"/>
                  <a:gd name="T37" fmla="*/ 0 h 149"/>
                  <a:gd name="T38" fmla="*/ 217 w 217"/>
                  <a:gd name="T39" fmla="*/ 29 h 1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7"/>
                  <a:gd name="T61" fmla="*/ 0 h 149"/>
                  <a:gd name="T62" fmla="*/ 217 w 217"/>
                  <a:gd name="T63" fmla="*/ 149 h 14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7" h="149">
                    <a:moveTo>
                      <a:pt x="217" y="29"/>
                    </a:moveTo>
                    <a:lnTo>
                      <a:pt x="217" y="29"/>
                    </a:lnTo>
                    <a:lnTo>
                      <a:pt x="191" y="41"/>
                    </a:lnTo>
                    <a:lnTo>
                      <a:pt x="164" y="56"/>
                    </a:lnTo>
                    <a:lnTo>
                      <a:pt x="140" y="70"/>
                    </a:lnTo>
                    <a:lnTo>
                      <a:pt x="115" y="85"/>
                    </a:lnTo>
                    <a:lnTo>
                      <a:pt x="92" y="100"/>
                    </a:lnTo>
                    <a:lnTo>
                      <a:pt x="67" y="116"/>
                    </a:lnTo>
                    <a:lnTo>
                      <a:pt x="45" y="132"/>
                    </a:lnTo>
                    <a:lnTo>
                      <a:pt x="22" y="149"/>
                    </a:lnTo>
                    <a:lnTo>
                      <a:pt x="0" y="127"/>
                    </a:lnTo>
                    <a:lnTo>
                      <a:pt x="22" y="109"/>
                    </a:lnTo>
                    <a:lnTo>
                      <a:pt x="47" y="92"/>
                    </a:lnTo>
                    <a:lnTo>
                      <a:pt x="73" y="74"/>
                    </a:lnTo>
                    <a:lnTo>
                      <a:pt x="98" y="58"/>
                    </a:lnTo>
                    <a:lnTo>
                      <a:pt x="123" y="42"/>
                    </a:lnTo>
                    <a:lnTo>
                      <a:pt x="149" y="27"/>
                    </a:lnTo>
                    <a:lnTo>
                      <a:pt x="177" y="12"/>
                    </a:lnTo>
                    <a:lnTo>
                      <a:pt x="205" y="0"/>
                    </a:lnTo>
                    <a:lnTo>
                      <a:pt x="217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2" name="Freeform 196"/>
              <p:cNvSpPr>
                <a:spLocks/>
              </p:cNvSpPr>
              <p:nvPr/>
            </p:nvSpPr>
            <p:spPr bwMode="auto">
              <a:xfrm>
                <a:off x="2710" y="1302"/>
                <a:ext cx="198" cy="103"/>
              </a:xfrm>
              <a:custGeom>
                <a:avLst/>
                <a:gdLst>
                  <a:gd name="T0" fmla="*/ 198 w 198"/>
                  <a:gd name="T1" fmla="*/ 35 h 103"/>
                  <a:gd name="T2" fmla="*/ 175 w 198"/>
                  <a:gd name="T3" fmla="*/ 41 h 103"/>
                  <a:gd name="T4" fmla="*/ 151 w 198"/>
                  <a:gd name="T5" fmla="*/ 48 h 103"/>
                  <a:gd name="T6" fmla="*/ 128 w 198"/>
                  <a:gd name="T7" fmla="*/ 56 h 103"/>
                  <a:gd name="T8" fmla="*/ 104 w 198"/>
                  <a:gd name="T9" fmla="*/ 64 h 103"/>
                  <a:gd name="T10" fmla="*/ 82 w 198"/>
                  <a:gd name="T11" fmla="*/ 72 h 103"/>
                  <a:gd name="T12" fmla="*/ 58 w 198"/>
                  <a:gd name="T13" fmla="*/ 82 h 103"/>
                  <a:gd name="T14" fmla="*/ 36 w 198"/>
                  <a:gd name="T15" fmla="*/ 91 h 103"/>
                  <a:gd name="T16" fmla="*/ 11 w 198"/>
                  <a:gd name="T17" fmla="*/ 103 h 103"/>
                  <a:gd name="T18" fmla="*/ 0 w 198"/>
                  <a:gd name="T19" fmla="*/ 73 h 103"/>
                  <a:gd name="T20" fmla="*/ 25 w 198"/>
                  <a:gd name="T21" fmla="*/ 62 h 103"/>
                  <a:gd name="T22" fmla="*/ 50 w 198"/>
                  <a:gd name="T23" fmla="*/ 50 h 103"/>
                  <a:gd name="T24" fmla="*/ 74 w 198"/>
                  <a:gd name="T25" fmla="*/ 41 h 103"/>
                  <a:gd name="T26" fmla="*/ 99 w 198"/>
                  <a:gd name="T27" fmla="*/ 32 h 103"/>
                  <a:gd name="T28" fmla="*/ 123 w 198"/>
                  <a:gd name="T29" fmla="*/ 23 h 103"/>
                  <a:gd name="T30" fmla="*/ 149 w 198"/>
                  <a:gd name="T31" fmla="*/ 15 h 103"/>
                  <a:gd name="T32" fmla="*/ 173 w 198"/>
                  <a:gd name="T33" fmla="*/ 7 h 103"/>
                  <a:gd name="T34" fmla="*/ 198 w 198"/>
                  <a:gd name="T35" fmla="*/ 0 h 103"/>
                  <a:gd name="T36" fmla="*/ 198 w 198"/>
                  <a:gd name="T37" fmla="*/ 35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3"/>
                  <a:gd name="T59" fmla="*/ 198 w 198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3">
                    <a:moveTo>
                      <a:pt x="198" y="35"/>
                    </a:moveTo>
                    <a:lnTo>
                      <a:pt x="175" y="41"/>
                    </a:lnTo>
                    <a:lnTo>
                      <a:pt x="151" y="48"/>
                    </a:lnTo>
                    <a:lnTo>
                      <a:pt x="128" y="56"/>
                    </a:lnTo>
                    <a:lnTo>
                      <a:pt x="104" y="64"/>
                    </a:lnTo>
                    <a:lnTo>
                      <a:pt x="82" y="72"/>
                    </a:lnTo>
                    <a:lnTo>
                      <a:pt x="58" y="82"/>
                    </a:lnTo>
                    <a:lnTo>
                      <a:pt x="36" y="91"/>
                    </a:lnTo>
                    <a:lnTo>
                      <a:pt x="11" y="103"/>
                    </a:lnTo>
                    <a:lnTo>
                      <a:pt x="0" y="73"/>
                    </a:lnTo>
                    <a:lnTo>
                      <a:pt x="25" y="62"/>
                    </a:lnTo>
                    <a:lnTo>
                      <a:pt x="50" y="50"/>
                    </a:lnTo>
                    <a:lnTo>
                      <a:pt x="74" y="41"/>
                    </a:lnTo>
                    <a:lnTo>
                      <a:pt x="99" y="32"/>
                    </a:lnTo>
                    <a:lnTo>
                      <a:pt x="123" y="23"/>
                    </a:lnTo>
                    <a:lnTo>
                      <a:pt x="149" y="15"/>
                    </a:lnTo>
                    <a:lnTo>
                      <a:pt x="173" y="7"/>
                    </a:lnTo>
                    <a:lnTo>
                      <a:pt x="198" y="0"/>
                    </a:lnTo>
                    <a:lnTo>
                      <a:pt x="198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3" name="Freeform 197"/>
              <p:cNvSpPr>
                <a:spLocks/>
              </p:cNvSpPr>
              <p:nvPr/>
            </p:nvSpPr>
            <p:spPr bwMode="auto">
              <a:xfrm>
                <a:off x="2910" y="1298"/>
                <a:ext cx="23" cy="40"/>
              </a:xfrm>
              <a:custGeom>
                <a:avLst/>
                <a:gdLst>
                  <a:gd name="T0" fmla="*/ 0 w 23"/>
                  <a:gd name="T1" fmla="*/ 5 h 40"/>
                  <a:gd name="T2" fmla="*/ 22 w 23"/>
                  <a:gd name="T3" fmla="*/ 0 h 40"/>
                  <a:gd name="T4" fmla="*/ 23 w 23"/>
                  <a:gd name="T5" fmla="*/ 34 h 40"/>
                  <a:gd name="T6" fmla="*/ 1 w 23"/>
                  <a:gd name="T7" fmla="*/ 40 h 40"/>
                  <a:gd name="T8" fmla="*/ 0 w 23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0"/>
                  <a:gd name="T17" fmla="*/ 23 w 23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0">
                    <a:moveTo>
                      <a:pt x="0" y="5"/>
                    </a:moveTo>
                    <a:lnTo>
                      <a:pt x="22" y="0"/>
                    </a:lnTo>
                    <a:lnTo>
                      <a:pt x="23" y="34"/>
                    </a:lnTo>
                    <a:lnTo>
                      <a:pt x="1" y="4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4" name="Freeform 198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5" name="Freeform 199"/>
              <p:cNvSpPr>
                <a:spLocks/>
              </p:cNvSpPr>
              <p:nvPr/>
            </p:nvSpPr>
            <p:spPr bwMode="auto">
              <a:xfrm>
                <a:off x="2452" y="1486"/>
                <a:ext cx="169" cy="68"/>
              </a:xfrm>
              <a:custGeom>
                <a:avLst/>
                <a:gdLst>
                  <a:gd name="T0" fmla="*/ 17 w 169"/>
                  <a:gd name="T1" fmla="*/ 60 h 68"/>
                  <a:gd name="T2" fmla="*/ 10 w 169"/>
                  <a:gd name="T3" fmla="*/ 54 h 68"/>
                  <a:gd name="T4" fmla="*/ 166 w 169"/>
                  <a:gd name="T5" fmla="*/ 0 h 68"/>
                  <a:gd name="T6" fmla="*/ 169 w 169"/>
                  <a:gd name="T7" fmla="*/ 7 h 68"/>
                  <a:gd name="T8" fmla="*/ 14 w 169"/>
                  <a:gd name="T9" fmla="*/ 64 h 68"/>
                  <a:gd name="T10" fmla="*/ 8 w 169"/>
                  <a:gd name="T11" fmla="*/ 58 h 68"/>
                  <a:gd name="T12" fmla="*/ 14 w 169"/>
                  <a:gd name="T13" fmla="*/ 64 h 68"/>
                  <a:gd name="T14" fmla="*/ 0 w 169"/>
                  <a:gd name="T15" fmla="*/ 68 h 68"/>
                  <a:gd name="T16" fmla="*/ 8 w 169"/>
                  <a:gd name="T17" fmla="*/ 58 h 68"/>
                  <a:gd name="T18" fmla="*/ 17 w 169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68"/>
                  <a:gd name="T32" fmla="*/ 169 w 169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68">
                    <a:moveTo>
                      <a:pt x="17" y="60"/>
                    </a:moveTo>
                    <a:lnTo>
                      <a:pt x="10" y="54"/>
                    </a:lnTo>
                    <a:lnTo>
                      <a:pt x="166" y="0"/>
                    </a:lnTo>
                    <a:lnTo>
                      <a:pt x="169" y="7"/>
                    </a:lnTo>
                    <a:lnTo>
                      <a:pt x="14" y="64"/>
                    </a:lnTo>
                    <a:lnTo>
                      <a:pt x="8" y="58"/>
                    </a:lnTo>
                    <a:lnTo>
                      <a:pt x="14" y="64"/>
                    </a:lnTo>
                    <a:lnTo>
                      <a:pt x="0" y="68"/>
                    </a:lnTo>
                    <a:lnTo>
                      <a:pt x="8" y="58"/>
                    </a:lnTo>
                    <a:lnTo>
                      <a:pt x="17" y="6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6" name="Freeform 200"/>
              <p:cNvSpPr>
                <a:spLocks/>
              </p:cNvSpPr>
              <p:nvPr/>
            </p:nvSpPr>
            <p:spPr bwMode="auto">
              <a:xfrm>
                <a:off x="2462" y="1415"/>
                <a:ext cx="102" cy="133"/>
              </a:xfrm>
              <a:custGeom>
                <a:avLst/>
                <a:gdLst>
                  <a:gd name="T0" fmla="*/ 91 w 102"/>
                  <a:gd name="T1" fmla="*/ 11 h 133"/>
                  <a:gd name="T2" fmla="*/ 102 w 102"/>
                  <a:gd name="T3" fmla="*/ 9 h 133"/>
                  <a:gd name="T4" fmla="*/ 8 w 102"/>
                  <a:gd name="T5" fmla="*/ 133 h 133"/>
                  <a:gd name="T6" fmla="*/ 0 w 102"/>
                  <a:gd name="T7" fmla="*/ 130 h 133"/>
                  <a:gd name="T8" fmla="*/ 93 w 102"/>
                  <a:gd name="T9" fmla="*/ 7 h 133"/>
                  <a:gd name="T10" fmla="*/ 102 w 102"/>
                  <a:gd name="T11" fmla="*/ 5 h 133"/>
                  <a:gd name="T12" fmla="*/ 93 w 102"/>
                  <a:gd name="T13" fmla="*/ 7 h 133"/>
                  <a:gd name="T14" fmla="*/ 98 w 102"/>
                  <a:gd name="T15" fmla="*/ 0 h 133"/>
                  <a:gd name="T16" fmla="*/ 102 w 102"/>
                  <a:gd name="T17" fmla="*/ 5 h 133"/>
                  <a:gd name="T18" fmla="*/ 91 w 102"/>
                  <a:gd name="T19" fmla="*/ 11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3"/>
                  <a:gd name="T32" fmla="*/ 102 w 102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3">
                    <a:moveTo>
                      <a:pt x="91" y="11"/>
                    </a:moveTo>
                    <a:lnTo>
                      <a:pt x="102" y="9"/>
                    </a:lnTo>
                    <a:lnTo>
                      <a:pt x="8" y="133"/>
                    </a:lnTo>
                    <a:lnTo>
                      <a:pt x="0" y="130"/>
                    </a:lnTo>
                    <a:lnTo>
                      <a:pt x="93" y="7"/>
                    </a:lnTo>
                    <a:lnTo>
                      <a:pt x="102" y="5"/>
                    </a:lnTo>
                    <a:lnTo>
                      <a:pt x="93" y="7"/>
                    </a:lnTo>
                    <a:lnTo>
                      <a:pt x="98" y="0"/>
                    </a:lnTo>
                    <a:lnTo>
                      <a:pt x="102" y="5"/>
                    </a:lnTo>
                    <a:lnTo>
                      <a:pt x="9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7" name="Freeform 201"/>
              <p:cNvSpPr>
                <a:spLocks/>
              </p:cNvSpPr>
              <p:nvPr/>
            </p:nvSpPr>
            <p:spPr bwMode="auto">
              <a:xfrm>
                <a:off x="2553" y="1421"/>
                <a:ext cx="77" cy="75"/>
              </a:xfrm>
              <a:custGeom>
                <a:avLst/>
                <a:gdLst>
                  <a:gd name="T0" fmla="*/ 67 w 77"/>
                  <a:gd name="T1" fmla="*/ 66 h 75"/>
                  <a:gd name="T2" fmla="*/ 62 w 77"/>
                  <a:gd name="T3" fmla="*/ 73 h 75"/>
                  <a:gd name="T4" fmla="*/ 0 w 77"/>
                  <a:gd name="T5" fmla="*/ 6 h 75"/>
                  <a:gd name="T6" fmla="*/ 11 w 77"/>
                  <a:gd name="T7" fmla="*/ 0 h 75"/>
                  <a:gd name="T8" fmla="*/ 73 w 77"/>
                  <a:gd name="T9" fmla="*/ 67 h 75"/>
                  <a:gd name="T10" fmla="*/ 69 w 77"/>
                  <a:gd name="T11" fmla="*/ 75 h 75"/>
                  <a:gd name="T12" fmla="*/ 73 w 77"/>
                  <a:gd name="T13" fmla="*/ 67 h 75"/>
                  <a:gd name="T14" fmla="*/ 77 w 77"/>
                  <a:gd name="T15" fmla="*/ 71 h 75"/>
                  <a:gd name="T16" fmla="*/ 69 w 77"/>
                  <a:gd name="T17" fmla="*/ 75 h 75"/>
                  <a:gd name="T18" fmla="*/ 67 w 77"/>
                  <a:gd name="T19" fmla="*/ 66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7"/>
                  <a:gd name="T31" fmla="*/ 0 h 75"/>
                  <a:gd name="T32" fmla="*/ 77 w 77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7" h="75">
                    <a:moveTo>
                      <a:pt x="67" y="66"/>
                    </a:moveTo>
                    <a:lnTo>
                      <a:pt x="62" y="73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73" y="67"/>
                    </a:lnTo>
                    <a:lnTo>
                      <a:pt x="69" y="75"/>
                    </a:lnTo>
                    <a:lnTo>
                      <a:pt x="73" y="67"/>
                    </a:lnTo>
                    <a:lnTo>
                      <a:pt x="77" y="71"/>
                    </a:lnTo>
                    <a:lnTo>
                      <a:pt x="69" y="75"/>
                    </a:lnTo>
                    <a:lnTo>
                      <a:pt x="67" y="66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8" name="Freeform 202"/>
              <p:cNvSpPr>
                <a:spLocks/>
              </p:cNvSpPr>
              <p:nvPr/>
            </p:nvSpPr>
            <p:spPr bwMode="auto">
              <a:xfrm>
                <a:off x="2485" y="1501"/>
                <a:ext cx="35" cy="31"/>
              </a:xfrm>
              <a:custGeom>
                <a:avLst/>
                <a:gdLst>
                  <a:gd name="T0" fmla="*/ 35 w 35"/>
                  <a:gd name="T1" fmla="*/ 19 h 31"/>
                  <a:gd name="T2" fmla="*/ 20 w 35"/>
                  <a:gd name="T3" fmla="*/ 31 h 31"/>
                  <a:gd name="T4" fmla="*/ 0 w 35"/>
                  <a:gd name="T5" fmla="*/ 12 h 31"/>
                  <a:gd name="T6" fmla="*/ 16 w 35"/>
                  <a:gd name="T7" fmla="*/ 0 h 31"/>
                  <a:gd name="T8" fmla="*/ 35 w 35"/>
                  <a:gd name="T9" fmla="*/ 1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35" y="19"/>
                    </a:moveTo>
                    <a:lnTo>
                      <a:pt x="20" y="31"/>
                    </a:lnTo>
                    <a:lnTo>
                      <a:pt x="0" y="12"/>
                    </a:lnTo>
                    <a:lnTo>
                      <a:pt x="16" y="0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09" name="Freeform 203"/>
              <p:cNvSpPr>
                <a:spLocks/>
              </p:cNvSpPr>
              <p:nvPr/>
            </p:nvSpPr>
            <p:spPr bwMode="auto">
              <a:xfrm>
                <a:off x="2502" y="1376"/>
                <a:ext cx="214" cy="144"/>
              </a:xfrm>
              <a:custGeom>
                <a:avLst/>
                <a:gdLst>
                  <a:gd name="T0" fmla="*/ 214 w 214"/>
                  <a:gd name="T1" fmla="*/ 23 h 144"/>
                  <a:gd name="T2" fmla="*/ 214 w 214"/>
                  <a:gd name="T3" fmla="*/ 23 h 144"/>
                  <a:gd name="T4" fmla="*/ 186 w 214"/>
                  <a:gd name="T5" fmla="*/ 36 h 144"/>
                  <a:gd name="T6" fmla="*/ 161 w 214"/>
                  <a:gd name="T7" fmla="*/ 49 h 144"/>
                  <a:gd name="T8" fmla="*/ 136 w 214"/>
                  <a:gd name="T9" fmla="*/ 64 h 144"/>
                  <a:gd name="T10" fmla="*/ 112 w 214"/>
                  <a:gd name="T11" fmla="*/ 80 h 144"/>
                  <a:gd name="T12" fmla="*/ 87 w 214"/>
                  <a:gd name="T13" fmla="*/ 95 h 144"/>
                  <a:gd name="T14" fmla="*/ 63 w 214"/>
                  <a:gd name="T15" fmla="*/ 110 h 144"/>
                  <a:gd name="T16" fmla="*/ 41 w 214"/>
                  <a:gd name="T17" fmla="*/ 127 h 144"/>
                  <a:gd name="T18" fmla="*/ 19 w 214"/>
                  <a:gd name="T19" fmla="*/ 144 h 144"/>
                  <a:gd name="T20" fmla="*/ 0 w 214"/>
                  <a:gd name="T21" fmla="*/ 126 h 144"/>
                  <a:gd name="T22" fmla="*/ 22 w 214"/>
                  <a:gd name="T23" fmla="*/ 108 h 144"/>
                  <a:gd name="T24" fmla="*/ 48 w 214"/>
                  <a:gd name="T25" fmla="*/ 91 h 144"/>
                  <a:gd name="T26" fmla="*/ 73 w 214"/>
                  <a:gd name="T27" fmla="*/ 75 h 144"/>
                  <a:gd name="T28" fmla="*/ 97 w 214"/>
                  <a:gd name="T29" fmla="*/ 58 h 144"/>
                  <a:gd name="T30" fmla="*/ 123 w 214"/>
                  <a:gd name="T31" fmla="*/ 43 h 144"/>
                  <a:gd name="T32" fmla="*/ 150 w 214"/>
                  <a:gd name="T33" fmla="*/ 28 h 144"/>
                  <a:gd name="T34" fmla="*/ 176 w 214"/>
                  <a:gd name="T35" fmla="*/ 13 h 144"/>
                  <a:gd name="T36" fmla="*/ 203 w 214"/>
                  <a:gd name="T37" fmla="*/ 0 h 144"/>
                  <a:gd name="T38" fmla="*/ 214 w 214"/>
                  <a:gd name="T39" fmla="*/ 23 h 1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4"/>
                  <a:gd name="T61" fmla="*/ 0 h 144"/>
                  <a:gd name="T62" fmla="*/ 214 w 214"/>
                  <a:gd name="T63" fmla="*/ 144 h 14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4" h="144">
                    <a:moveTo>
                      <a:pt x="214" y="23"/>
                    </a:moveTo>
                    <a:lnTo>
                      <a:pt x="214" y="23"/>
                    </a:lnTo>
                    <a:lnTo>
                      <a:pt x="186" y="36"/>
                    </a:lnTo>
                    <a:lnTo>
                      <a:pt x="161" y="49"/>
                    </a:lnTo>
                    <a:lnTo>
                      <a:pt x="136" y="64"/>
                    </a:lnTo>
                    <a:lnTo>
                      <a:pt x="112" y="80"/>
                    </a:lnTo>
                    <a:lnTo>
                      <a:pt x="87" y="95"/>
                    </a:lnTo>
                    <a:lnTo>
                      <a:pt x="63" y="110"/>
                    </a:lnTo>
                    <a:lnTo>
                      <a:pt x="41" y="127"/>
                    </a:lnTo>
                    <a:lnTo>
                      <a:pt x="19" y="144"/>
                    </a:lnTo>
                    <a:lnTo>
                      <a:pt x="0" y="126"/>
                    </a:lnTo>
                    <a:lnTo>
                      <a:pt x="22" y="108"/>
                    </a:lnTo>
                    <a:lnTo>
                      <a:pt x="48" y="91"/>
                    </a:lnTo>
                    <a:lnTo>
                      <a:pt x="73" y="75"/>
                    </a:lnTo>
                    <a:lnTo>
                      <a:pt x="97" y="58"/>
                    </a:lnTo>
                    <a:lnTo>
                      <a:pt x="123" y="43"/>
                    </a:lnTo>
                    <a:lnTo>
                      <a:pt x="150" y="28"/>
                    </a:lnTo>
                    <a:lnTo>
                      <a:pt x="176" y="13"/>
                    </a:lnTo>
                    <a:lnTo>
                      <a:pt x="203" y="0"/>
                    </a:lnTo>
                    <a:lnTo>
                      <a:pt x="214" y="2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0" name="Freeform 204"/>
              <p:cNvSpPr>
                <a:spLocks/>
              </p:cNvSpPr>
              <p:nvPr/>
            </p:nvSpPr>
            <p:spPr bwMode="auto">
              <a:xfrm>
                <a:off x="2710" y="1309"/>
                <a:ext cx="198" cy="94"/>
              </a:xfrm>
              <a:custGeom>
                <a:avLst/>
                <a:gdLst>
                  <a:gd name="T0" fmla="*/ 198 w 198"/>
                  <a:gd name="T1" fmla="*/ 27 h 94"/>
                  <a:gd name="T2" fmla="*/ 176 w 198"/>
                  <a:gd name="T3" fmla="*/ 33 h 94"/>
                  <a:gd name="T4" fmla="*/ 151 w 198"/>
                  <a:gd name="T5" fmla="*/ 40 h 94"/>
                  <a:gd name="T6" fmla="*/ 128 w 198"/>
                  <a:gd name="T7" fmla="*/ 48 h 94"/>
                  <a:gd name="T8" fmla="*/ 104 w 198"/>
                  <a:gd name="T9" fmla="*/ 55 h 94"/>
                  <a:gd name="T10" fmla="*/ 80 w 198"/>
                  <a:gd name="T11" fmla="*/ 65 h 94"/>
                  <a:gd name="T12" fmla="*/ 57 w 198"/>
                  <a:gd name="T13" fmla="*/ 73 h 94"/>
                  <a:gd name="T14" fmla="*/ 35 w 198"/>
                  <a:gd name="T15" fmla="*/ 83 h 94"/>
                  <a:gd name="T16" fmla="*/ 11 w 198"/>
                  <a:gd name="T17" fmla="*/ 94 h 94"/>
                  <a:gd name="T18" fmla="*/ 0 w 198"/>
                  <a:gd name="T19" fmla="*/ 69 h 94"/>
                  <a:gd name="T20" fmla="*/ 25 w 198"/>
                  <a:gd name="T21" fmla="*/ 58 h 94"/>
                  <a:gd name="T22" fmla="*/ 50 w 198"/>
                  <a:gd name="T23" fmla="*/ 48 h 94"/>
                  <a:gd name="T24" fmla="*/ 75 w 198"/>
                  <a:gd name="T25" fmla="*/ 38 h 94"/>
                  <a:gd name="T26" fmla="*/ 99 w 198"/>
                  <a:gd name="T27" fmla="*/ 31 h 94"/>
                  <a:gd name="T28" fmla="*/ 123 w 198"/>
                  <a:gd name="T29" fmla="*/ 21 h 94"/>
                  <a:gd name="T30" fmla="*/ 149 w 198"/>
                  <a:gd name="T31" fmla="*/ 13 h 94"/>
                  <a:gd name="T32" fmla="*/ 173 w 198"/>
                  <a:gd name="T33" fmla="*/ 6 h 94"/>
                  <a:gd name="T34" fmla="*/ 197 w 198"/>
                  <a:gd name="T35" fmla="*/ 0 h 94"/>
                  <a:gd name="T36" fmla="*/ 198 w 198"/>
                  <a:gd name="T37" fmla="*/ 27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94"/>
                  <a:gd name="T59" fmla="*/ 198 w 198"/>
                  <a:gd name="T60" fmla="*/ 94 h 9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94">
                    <a:moveTo>
                      <a:pt x="198" y="27"/>
                    </a:moveTo>
                    <a:lnTo>
                      <a:pt x="176" y="33"/>
                    </a:lnTo>
                    <a:lnTo>
                      <a:pt x="151" y="40"/>
                    </a:lnTo>
                    <a:lnTo>
                      <a:pt x="128" y="48"/>
                    </a:lnTo>
                    <a:lnTo>
                      <a:pt x="104" y="55"/>
                    </a:lnTo>
                    <a:lnTo>
                      <a:pt x="80" y="65"/>
                    </a:lnTo>
                    <a:lnTo>
                      <a:pt x="57" y="73"/>
                    </a:lnTo>
                    <a:lnTo>
                      <a:pt x="35" y="83"/>
                    </a:lnTo>
                    <a:lnTo>
                      <a:pt x="11" y="94"/>
                    </a:lnTo>
                    <a:lnTo>
                      <a:pt x="0" y="69"/>
                    </a:lnTo>
                    <a:lnTo>
                      <a:pt x="25" y="58"/>
                    </a:lnTo>
                    <a:lnTo>
                      <a:pt x="50" y="48"/>
                    </a:lnTo>
                    <a:lnTo>
                      <a:pt x="75" y="38"/>
                    </a:lnTo>
                    <a:lnTo>
                      <a:pt x="99" y="31"/>
                    </a:lnTo>
                    <a:lnTo>
                      <a:pt x="123" y="21"/>
                    </a:lnTo>
                    <a:lnTo>
                      <a:pt x="149" y="13"/>
                    </a:lnTo>
                    <a:lnTo>
                      <a:pt x="173" y="6"/>
                    </a:lnTo>
                    <a:lnTo>
                      <a:pt x="197" y="0"/>
                    </a:lnTo>
                    <a:lnTo>
                      <a:pt x="198" y="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1" name="Freeform 205"/>
              <p:cNvSpPr>
                <a:spLocks/>
              </p:cNvSpPr>
              <p:nvPr/>
            </p:nvSpPr>
            <p:spPr bwMode="auto">
              <a:xfrm>
                <a:off x="2908" y="1302"/>
                <a:ext cx="19" cy="33"/>
              </a:xfrm>
              <a:custGeom>
                <a:avLst/>
                <a:gdLst>
                  <a:gd name="T0" fmla="*/ 0 w 19"/>
                  <a:gd name="T1" fmla="*/ 4 h 33"/>
                  <a:gd name="T2" fmla="*/ 18 w 19"/>
                  <a:gd name="T3" fmla="*/ 0 h 33"/>
                  <a:gd name="T4" fmla="*/ 19 w 19"/>
                  <a:gd name="T5" fmla="*/ 29 h 33"/>
                  <a:gd name="T6" fmla="*/ 1 w 19"/>
                  <a:gd name="T7" fmla="*/ 33 h 33"/>
                  <a:gd name="T8" fmla="*/ 0 w 19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3"/>
                  <a:gd name="T17" fmla="*/ 19 w 1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3">
                    <a:moveTo>
                      <a:pt x="0" y="4"/>
                    </a:moveTo>
                    <a:lnTo>
                      <a:pt x="18" y="0"/>
                    </a:lnTo>
                    <a:lnTo>
                      <a:pt x="19" y="29"/>
                    </a:lnTo>
                    <a:lnTo>
                      <a:pt x="1" y="3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2" name="Freeform 206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3" name="Freeform 207"/>
              <p:cNvSpPr>
                <a:spLocks/>
              </p:cNvSpPr>
              <p:nvPr/>
            </p:nvSpPr>
            <p:spPr bwMode="auto">
              <a:xfrm>
                <a:off x="2415" y="1502"/>
                <a:ext cx="177" cy="85"/>
              </a:xfrm>
              <a:custGeom>
                <a:avLst/>
                <a:gdLst>
                  <a:gd name="T0" fmla="*/ 30 w 177"/>
                  <a:gd name="T1" fmla="*/ 70 h 85"/>
                  <a:gd name="T2" fmla="*/ 20 w 177"/>
                  <a:gd name="T3" fmla="*/ 61 h 85"/>
                  <a:gd name="T4" fmla="*/ 172 w 177"/>
                  <a:gd name="T5" fmla="*/ 0 h 85"/>
                  <a:gd name="T6" fmla="*/ 177 w 177"/>
                  <a:gd name="T7" fmla="*/ 15 h 85"/>
                  <a:gd name="T8" fmla="*/ 24 w 177"/>
                  <a:gd name="T9" fmla="*/ 75 h 85"/>
                  <a:gd name="T10" fmla="*/ 14 w 177"/>
                  <a:gd name="T11" fmla="*/ 65 h 85"/>
                  <a:gd name="T12" fmla="*/ 24 w 177"/>
                  <a:gd name="T13" fmla="*/ 75 h 85"/>
                  <a:gd name="T14" fmla="*/ 0 w 177"/>
                  <a:gd name="T15" fmla="*/ 85 h 85"/>
                  <a:gd name="T16" fmla="*/ 14 w 177"/>
                  <a:gd name="T17" fmla="*/ 65 h 85"/>
                  <a:gd name="T18" fmla="*/ 30 w 177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7"/>
                  <a:gd name="T31" fmla="*/ 0 h 85"/>
                  <a:gd name="T32" fmla="*/ 177 w 177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7" h="85">
                    <a:moveTo>
                      <a:pt x="30" y="70"/>
                    </a:moveTo>
                    <a:lnTo>
                      <a:pt x="20" y="61"/>
                    </a:lnTo>
                    <a:lnTo>
                      <a:pt x="172" y="0"/>
                    </a:lnTo>
                    <a:lnTo>
                      <a:pt x="177" y="15"/>
                    </a:lnTo>
                    <a:lnTo>
                      <a:pt x="24" y="75"/>
                    </a:lnTo>
                    <a:lnTo>
                      <a:pt x="14" y="65"/>
                    </a:lnTo>
                    <a:lnTo>
                      <a:pt x="24" y="75"/>
                    </a:lnTo>
                    <a:lnTo>
                      <a:pt x="0" y="85"/>
                    </a:lnTo>
                    <a:lnTo>
                      <a:pt x="14" y="65"/>
                    </a:lnTo>
                    <a:lnTo>
                      <a:pt x="30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4" name="Freeform 208"/>
              <p:cNvSpPr>
                <a:spLocks/>
              </p:cNvSpPr>
              <p:nvPr/>
            </p:nvSpPr>
            <p:spPr bwMode="auto">
              <a:xfrm>
                <a:off x="2429" y="1434"/>
                <a:ext cx="102" cy="142"/>
              </a:xfrm>
              <a:custGeom>
                <a:avLst/>
                <a:gdLst>
                  <a:gd name="T0" fmla="*/ 85 w 102"/>
                  <a:gd name="T1" fmla="*/ 20 h 142"/>
                  <a:gd name="T2" fmla="*/ 102 w 102"/>
                  <a:gd name="T3" fmla="*/ 17 h 142"/>
                  <a:gd name="T4" fmla="*/ 15 w 102"/>
                  <a:gd name="T5" fmla="*/ 142 h 142"/>
                  <a:gd name="T6" fmla="*/ 0 w 102"/>
                  <a:gd name="T7" fmla="*/ 137 h 142"/>
                  <a:gd name="T8" fmla="*/ 86 w 102"/>
                  <a:gd name="T9" fmla="*/ 11 h 142"/>
                  <a:gd name="T10" fmla="*/ 102 w 102"/>
                  <a:gd name="T11" fmla="*/ 8 h 142"/>
                  <a:gd name="T12" fmla="*/ 86 w 102"/>
                  <a:gd name="T13" fmla="*/ 11 h 142"/>
                  <a:gd name="T14" fmla="*/ 93 w 102"/>
                  <a:gd name="T15" fmla="*/ 0 h 142"/>
                  <a:gd name="T16" fmla="*/ 102 w 102"/>
                  <a:gd name="T17" fmla="*/ 8 h 142"/>
                  <a:gd name="T18" fmla="*/ 85 w 102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2"/>
                  <a:gd name="T32" fmla="*/ 102 w 102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2">
                    <a:moveTo>
                      <a:pt x="85" y="20"/>
                    </a:moveTo>
                    <a:lnTo>
                      <a:pt x="102" y="17"/>
                    </a:lnTo>
                    <a:lnTo>
                      <a:pt x="15" y="142"/>
                    </a:lnTo>
                    <a:lnTo>
                      <a:pt x="0" y="137"/>
                    </a:lnTo>
                    <a:lnTo>
                      <a:pt x="86" y="11"/>
                    </a:lnTo>
                    <a:lnTo>
                      <a:pt x="102" y="8"/>
                    </a:lnTo>
                    <a:lnTo>
                      <a:pt x="86" y="11"/>
                    </a:lnTo>
                    <a:lnTo>
                      <a:pt x="93" y="0"/>
                    </a:lnTo>
                    <a:lnTo>
                      <a:pt x="102" y="8"/>
                    </a:lnTo>
                    <a:lnTo>
                      <a:pt x="85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5" name="Freeform 209"/>
              <p:cNvSpPr>
                <a:spLocks/>
              </p:cNvSpPr>
              <p:nvPr/>
            </p:nvSpPr>
            <p:spPr bwMode="auto">
              <a:xfrm>
                <a:off x="2515" y="1441"/>
                <a:ext cx="91" cy="77"/>
              </a:xfrm>
              <a:custGeom>
                <a:avLst/>
                <a:gdLst>
                  <a:gd name="T0" fmla="*/ 72 w 91"/>
                  <a:gd name="T1" fmla="*/ 62 h 77"/>
                  <a:gd name="T2" fmla="*/ 66 w 91"/>
                  <a:gd name="T3" fmla="*/ 76 h 77"/>
                  <a:gd name="T4" fmla="*/ 0 w 91"/>
                  <a:gd name="T5" fmla="*/ 13 h 77"/>
                  <a:gd name="T6" fmla="*/ 16 w 91"/>
                  <a:gd name="T7" fmla="*/ 0 h 77"/>
                  <a:gd name="T8" fmla="*/ 83 w 91"/>
                  <a:gd name="T9" fmla="*/ 63 h 77"/>
                  <a:gd name="T10" fmla="*/ 77 w 91"/>
                  <a:gd name="T11" fmla="*/ 77 h 77"/>
                  <a:gd name="T12" fmla="*/ 83 w 91"/>
                  <a:gd name="T13" fmla="*/ 63 h 77"/>
                  <a:gd name="T14" fmla="*/ 91 w 91"/>
                  <a:gd name="T15" fmla="*/ 72 h 77"/>
                  <a:gd name="T16" fmla="*/ 77 w 91"/>
                  <a:gd name="T17" fmla="*/ 77 h 77"/>
                  <a:gd name="T18" fmla="*/ 72 w 91"/>
                  <a:gd name="T19" fmla="*/ 6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77"/>
                  <a:gd name="T32" fmla="*/ 91 w 9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77">
                    <a:moveTo>
                      <a:pt x="72" y="62"/>
                    </a:moveTo>
                    <a:lnTo>
                      <a:pt x="66" y="76"/>
                    </a:lnTo>
                    <a:lnTo>
                      <a:pt x="0" y="13"/>
                    </a:lnTo>
                    <a:lnTo>
                      <a:pt x="16" y="0"/>
                    </a:lnTo>
                    <a:lnTo>
                      <a:pt x="83" y="63"/>
                    </a:lnTo>
                    <a:lnTo>
                      <a:pt x="77" y="77"/>
                    </a:lnTo>
                    <a:lnTo>
                      <a:pt x="83" y="63"/>
                    </a:lnTo>
                    <a:lnTo>
                      <a:pt x="91" y="72"/>
                    </a:lnTo>
                    <a:lnTo>
                      <a:pt x="77" y="77"/>
                    </a:lnTo>
                    <a:lnTo>
                      <a:pt x="7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6" name="Freeform 210"/>
              <p:cNvSpPr>
                <a:spLocks/>
              </p:cNvSpPr>
              <p:nvPr/>
            </p:nvSpPr>
            <p:spPr bwMode="auto">
              <a:xfrm>
                <a:off x="2447" y="1524"/>
                <a:ext cx="43" cy="35"/>
              </a:xfrm>
              <a:custGeom>
                <a:avLst/>
                <a:gdLst>
                  <a:gd name="T0" fmla="*/ 43 w 43"/>
                  <a:gd name="T1" fmla="*/ 20 h 35"/>
                  <a:gd name="T2" fmla="*/ 25 w 43"/>
                  <a:gd name="T3" fmla="*/ 35 h 35"/>
                  <a:gd name="T4" fmla="*/ 0 w 43"/>
                  <a:gd name="T5" fmla="*/ 14 h 35"/>
                  <a:gd name="T6" fmla="*/ 19 w 43"/>
                  <a:gd name="T7" fmla="*/ 0 h 35"/>
                  <a:gd name="T8" fmla="*/ 43 w 43"/>
                  <a:gd name="T9" fmla="*/ 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35"/>
                  <a:gd name="T17" fmla="*/ 43 w 43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35">
                    <a:moveTo>
                      <a:pt x="43" y="20"/>
                    </a:moveTo>
                    <a:lnTo>
                      <a:pt x="25" y="35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43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7" name="Freeform 211"/>
              <p:cNvSpPr>
                <a:spLocks/>
              </p:cNvSpPr>
              <p:nvPr/>
            </p:nvSpPr>
            <p:spPr bwMode="auto">
              <a:xfrm>
                <a:off x="2468" y="1391"/>
                <a:ext cx="215" cy="156"/>
              </a:xfrm>
              <a:custGeom>
                <a:avLst/>
                <a:gdLst>
                  <a:gd name="T0" fmla="*/ 215 w 215"/>
                  <a:gd name="T1" fmla="*/ 29 h 156"/>
                  <a:gd name="T2" fmla="*/ 215 w 215"/>
                  <a:gd name="T3" fmla="*/ 29 h 156"/>
                  <a:gd name="T4" fmla="*/ 189 w 215"/>
                  <a:gd name="T5" fmla="*/ 43 h 156"/>
                  <a:gd name="T6" fmla="*/ 162 w 215"/>
                  <a:gd name="T7" fmla="*/ 59 h 156"/>
                  <a:gd name="T8" fmla="*/ 138 w 215"/>
                  <a:gd name="T9" fmla="*/ 72 h 156"/>
                  <a:gd name="T10" fmla="*/ 114 w 215"/>
                  <a:gd name="T11" fmla="*/ 88 h 156"/>
                  <a:gd name="T12" fmla="*/ 91 w 215"/>
                  <a:gd name="T13" fmla="*/ 103 h 156"/>
                  <a:gd name="T14" fmla="*/ 68 w 215"/>
                  <a:gd name="T15" fmla="*/ 121 h 156"/>
                  <a:gd name="T16" fmla="*/ 47 w 215"/>
                  <a:gd name="T17" fmla="*/ 138 h 156"/>
                  <a:gd name="T18" fmla="*/ 24 w 215"/>
                  <a:gd name="T19" fmla="*/ 156 h 156"/>
                  <a:gd name="T20" fmla="*/ 0 w 215"/>
                  <a:gd name="T21" fmla="*/ 134 h 156"/>
                  <a:gd name="T22" fmla="*/ 22 w 215"/>
                  <a:gd name="T23" fmla="*/ 116 h 156"/>
                  <a:gd name="T24" fmla="*/ 45 w 215"/>
                  <a:gd name="T25" fmla="*/ 97 h 156"/>
                  <a:gd name="T26" fmla="*/ 70 w 215"/>
                  <a:gd name="T27" fmla="*/ 79 h 156"/>
                  <a:gd name="T28" fmla="*/ 95 w 215"/>
                  <a:gd name="T29" fmla="*/ 63 h 156"/>
                  <a:gd name="T30" fmla="*/ 119 w 215"/>
                  <a:gd name="T31" fmla="*/ 47 h 156"/>
                  <a:gd name="T32" fmla="*/ 146 w 215"/>
                  <a:gd name="T33" fmla="*/ 30 h 156"/>
                  <a:gd name="T34" fmla="*/ 172 w 215"/>
                  <a:gd name="T35" fmla="*/ 16 h 156"/>
                  <a:gd name="T36" fmla="*/ 201 w 215"/>
                  <a:gd name="T37" fmla="*/ 0 h 156"/>
                  <a:gd name="T38" fmla="*/ 215 w 215"/>
                  <a:gd name="T39" fmla="*/ 29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5"/>
                  <a:gd name="T61" fmla="*/ 0 h 156"/>
                  <a:gd name="T62" fmla="*/ 215 w 215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5" h="156">
                    <a:moveTo>
                      <a:pt x="215" y="29"/>
                    </a:moveTo>
                    <a:lnTo>
                      <a:pt x="215" y="29"/>
                    </a:lnTo>
                    <a:lnTo>
                      <a:pt x="189" y="43"/>
                    </a:lnTo>
                    <a:lnTo>
                      <a:pt x="162" y="59"/>
                    </a:lnTo>
                    <a:lnTo>
                      <a:pt x="138" y="72"/>
                    </a:lnTo>
                    <a:lnTo>
                      <a:pt x="114" y="88"/>
                    </a:lnTo>
                    <a:lnTo>
                      <a:pt x="91" y="103"/>
                    </a:lnTo>
                    <a:lnTo>
                      <a:pt x="68" y="121"/>
                    </a:lnTo>
                    <a:lnTo>
                      <a:pt x="47" y="138"/>
                    </a:lnTo>
                    <a:lnTo>
                      <a:pt x="24" y="156"/>
                    </a:lnTo>
                    <a:lnTo>
                      <a:pt x="0" y="134"/>
                    </a:lnTo>
                    <a:lnTo>
                      <a:pt x="22" y="116"/>
                    </a:lnTo>
                    <a:lnTo>
                      <a:pt x="45" y="97"/>
                    </a:lnTo>
                    <a:lnTo>
                      <a:pt x="70" y="79"/>
                    </a:lnTo>
                    <a:lnTo>
                      <a:pt x="95" y="63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6"/>
                    </a:lnTo>
                    <a:lnTo>
                      <a:pt x="201" y="0"/>
                    </a:lnTo>
                    <a:lnTo>
                      <a:pt x="215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8" name="Freeform 212"/>
              <p:cNvSpPr>
                <a:spLocks/>
              </p:cNvSpPr>
              <p:nvPr/>
            </p:nvSpPr>
            <p:spPr bwMode="auto">
              <a:xfrm>
                <a:off x="2673" y="1315"/>
                <a:ext cx="198" cy="107"/>
              </a:xfrm>
              <a:custGeom>
                <a:avLst/>
                <a:gdLst>
                  <a:gd name="T0" fmla="*/ 198 w 198"/>
                  <a:gd name="T1" fmla="*/ 33 h 107"/>
                  <a:gd name="T2" fmla="*/ 175 w 198"/>
                  <a:gd name="T3" fmla="*/ 41 h 107"/>
                  <a:gd name="T4" fmla="*/ 153 w 198"/>
                  <a:gd name="T5" fmla="*/ 48 h 107"/>
                  <a:gd name="T6" fmla="*/ 128 w 198"/>
                  <a:gd name="T7" fmla="*/ 57 h 107"/>
                  <a:gd name="T8" fmla="*/ 106 w 198"/>
                  <a:gd name="T9" fmla="*/ 65 h 107"/>
                  <a:gd name="T10" fmla="*/ 83 w 198"/>
                  <a:gd name="T11" fmla="*/ 74 h 107"/>
                  <a:gd name="T12" fmla="*/ 59 w 198"/>
                  <a:gd name="T13" fmla="*/ 85 h 107"/>
                  <a:gd name="T14" fmla="*/ 37 w 198"/>
                  <a:gd name="T15" fmla="*/ 95 h 107"/>
                  <a:gd name="T16" fmla="*/ 14 w 198"/>
                  <a:gd name="T17" fmla="*/ 107 h 107"/>
                  <a:gd name="T18" fmla="*/ 0 w 198"/>
                  <a:gd name="T19" fmla="*/ 79 h 107"/>
                  <a:gd name="T20" fmla="*/ 26 w 198"/>
                  <a:gd name="T21" fmla="*/ 66 h 107"/>
                  <a:gd name="T22" fmla="*/ 48 w 198"/>
                  <a:gd name="T23" fmla="*/ 54 h 107"/>
                  <a:gd name="T24" fmla="*/ 74 w 198"/>
                  <a:gd name="T25" fmla="*/ 44 h 107"/>
                  <a:gd name="T26" fmla="*/ 98 w 198"/>
                  <a:gd name="T27" fmla="*/ 33 h 107"/>
                  <a:gd name="T28" fmla="*/ 122 w 198"/>
                  <a:gd name="T29" fmla="*/ 25 h 107"/>
                  <a:gd name="T30" fmla="*/ 147 w 198"/>
                  <a:gd name="T31" fmla="*/ 16 h 107"/>
                  <a:gd name="T32" fmla="*/ 172 w 198"/>
                  <a:gd name="T33" fmla="*/ 6 h 107"/>
                  <a:gd name="T34" fmla="*/ 196 w 198"/>
                  <a:gd name="T35" fmla="*/ 0 h 107"/>
                  <a:gd name="T36" fmla="*/ 198 w 198"/>
                  <a:gd name="T37" fmla="*/ 33 h 1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7"/>
                  <a:gd name="T59" fmla="*/ 198 w 198"/>
                  <a:gd name="T60" fmla="*/ 107 h 1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7">
                    <a:moveTo>
                      <a:pt x="198" y="33"/>
                    </a:moveTo>
                    <a:lnTo>
                      <a:pt x="175" y="41"/>
                    </a:lnTo>
                    <a:lnTo>
                      <a:pt x="153" y="48"/>
                    </a:lnTo>
                    <a:lnTo>
                      <a:pt x="128" y="57"/>
                    </a:lnTo>
                    <a:lnTo>
                      <a:pt x="106" y="65"/>
                    </a:lnTo>
                    <a:lnTo>
                      <a:pt x="83" y="74"/>
                    </a:lnTo>
                    <a:lnTo>
                      <a:pt x="59" y="85"/>
                    </a:lnTo>
                    <a:lnTo>
                      <a:pt x="37" y="95"/>
                    </a:lnTo>
                    <a:lnTo>
                      <a:pt x="14" y="107"/>
                    </a:lnTo>
                    <a:lnTo>
                      <a:pt x="0" y="79"/>
                    </a:lnTo>
                    <a:lnTo>
                      <a:pt x="26" y="66"/>
                    </a:lnTo>
                    <a:lnTo>
                      <a:pt x="48" y="54"/>
                    </a:lnTo>
                    <a:lnTo>
                      <a:pt x="74" y="44"/>
                    </a:lnTo>
                    <a:lnTo>
                      <a:pt x="98" y="33"/>
                    </a:lnTo>
                    <a:lnTo>
                      <a:pt x="122" y="25"/>
                    </a:lnTo>
                    <a:lnTo>
                      <a:pt x="147" y="16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8" y="3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19" name="Freeform 213"/>
              <p:cNvSpPr>
                <a:spLocks/>
              </p:cNvSpPr>
              <p:nvPr/>
            </p:nvSpPr>
            <p:spPr bwMode="auto">
              <a:xfrm>
                <a:off x="2872" y="1307"/>
                <a:ext cx="23" cy="41"/>
              </a:xfrm>
              <a:custGeom>
                <a:avLst/>
                <a:gdLst>
                  <a:gd name="T0" fmla="*/ 0 w 23"/>
                  <a:gd name="T1" fmla="*/ 7 h 41"/>
                  <a:gd name="T2" fmla="*/ 21 w 23"/>
                  <a:gd name="T3" fmla="*/ 0 h 41"/>
                  <a:gd name="T4" fmla="*/ 23 w 23"/>
                  <a:gd name="T5" fmla="*/ 35 h 41"/>
                  <a:gd name="T6" fmla="*/ 2 w 23"/>
                  <a:gd name="T7" fmla="*/ 41 h 41"/>
                  <a:gd name="T8" fmla="*/ 0 w 23"/>
                  <a:gd name="T9" fmla="*/ 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1"/>
                  <a:gd name="T17" fmla="*/ 23 w 23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1">
                    <a:moveTo>
                      <a:pt x="0" y="7"/>
                    </a:moveTo>
                    <a:lnTo>
                      <a:pt x="21" y="0"/>
                    </a:lnTo>
                    <a:lnTo>
                      <a:pt x="23" y="35"/>
                    </a:lnTo>
                    <a:lnTo>
                      <a:pt x="2" y="4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0" name="Freeform 214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1" name="Freeform 215"/>
              <p:cNvSpPr>
                <a:spLocks/>
              </p:cNvSpPr>
              <p:nvPr/>
            </p:nvSpPr>
            <p:spPr bwMode="auto">
              <a:xfrm>
                <a:off x="2425" y="1507"/>
                <a:ext cx="165" cy="75"/>
              </a:xfrm>
              <a:custGeom>
                <a:avLst/>
                <a:gdLst>
                  <a:gd name="T0" fmla="*/ 16 w 165"/>
                  <a:gd name="T1" fmla="*/ 67 h 75"/>
                  <a:gd name="T2" fmla="*/ 12 w 165"/>
                  <a:gd name="T3" fmla="*/ 60 h 75"/>
                  <a:gd name="T4" fmla="*/ 164 w 165"/>
                  <a:gd name="T5" fmla="*/ 0 h 75"/>
                  <a:gd name="T6" fmla="*/ 165 w 165"/>
                  <a:gd name="T7" fmla="*/ 9 h 75"/>
                  <a:gd name="T8" fmla="*/ 14 w 165"/>
                  <a:gd name="T9" fmla="*/ 70 h 75"/>
                  <a:gd name="T10" fmla="*/ 9 w 165"/>
                  <a:gd name="T11" fmla="*/ 64 h 75"/>
                  <a:gd name="T12" fmla="*/ 14 w 165"/>
                  <a:gd name="T13" fmla="*/ 70 h 75"/>
                  <a:gd name="T14" fmla="*/ 0 w 165"/>
                  <a:gd name="T15" fmla="*/ 75 h 75"/>
                  <a:gd name="T16" fmla="*/ 9 w 165"/>
                  <a:gd name="T17" fmla="*/ 64 h 75"/>
                  <a:gd name="T18" fmla="*/ 16 w 165"/>
                  <a:gd name="T19" fmla="*/ 67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75"/>
                  <a:gd name="T32" fmla="*/ 165 w 165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75">
                    <a:moveTo>
                      <a:pt x="16" y="67"/>
                    </a:moveTo>
                    <a:lnTo>
                      <a:pt x="12" y="60"/>
                    </a:lnTo>
                    <a:lnTo>
                      <a:pt x="164" y="0"/>
                    </a:lnTo>
                    <a:lnTo>
                      <a:pt x="165" y="9"/>
                    </a:lnTo>
                    <a:lnTo>
                      <a:pt x="14" y="70"/>
                    </a:lnTo>
                    <a:lnTo>
                      <a:pt x="9" y="64"/>
                    </a:lnTo>
                    <a:lnTo>
                      <a:pt x="14" y="70"/>
                    </a:lnTo>
                    <a:lnTo>
                      <a:pt x="0" y="75"/>
                    </a:lnTo>
                    <a:lnTo>
                      <a:pt x="9" y="64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2" name="Freeform 216"/>
              <p:cNvSpPr>
                <a:spLocks/>
              </p:cNvSpPr>
              <p:nvPr/>
            </p:nvSpPr>
            <p:spPr bwMode="auto">
              <a:xfrm>
                <a:off x="2434" y="1438"/>
                <a:ext cx="95" cy="134"/>
              </a:xfrm>
              <a:custGeom>
                <a:avLst/>
                <a:gdLst>
                  <a:gd name="T0" fmla="*/ 84 w 95"/>
                  <a:gd name="T1" fmla="*/ 13 h 134"/>
                  <a:gd name="T2" fmla="*/ 95 w 95"/>
                  <a:gd name="T3" fmla="*/ 8 h 134"/>
                  <a:gd name="T4" fmla="*/ 8 w 95"/>
                  <a:gd name="T5" fmla="*/ 134 h 134"/>
                  <a:gd name="T6" fmla="*/ 0 w 95"/>
                  <a:gd name="T7" fmla="*/ 132 h 134"/>
                  <a:gd name="T8" fmla="*/ 86 w 95"/>
                  <a:gd name="T9" fmla="*/ 6 h 134"/>
                  <a:gd name="T10" fmla="*/ 95 w 95"/>
                  <a:gd name="T11" fmla="*/ 4 h 134"/>
                  <a:gd name="T12" fmla="*/ 86 w 95"/>
                  <a:gd name="T13" fmla="*/ 6 h 134"/>
                  <a:gd name="T14" fmla="*/ 90 w 95"/>
                  <a:gd name="T15" fmla="*/ 0 h 134"/>
                  <a:gd name="T16" fmla="*/ 95 w 95"/>
                  <a:gd name="T17" fmla="*/ 4 h 134"/>
                  <a:gd name="T18" fmla="*/ 84 w 95"/>
                  <a:gd name="T19" fmla="*/ 13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4"/>
                  <a:gd name="T32" fmla="*/ 95 w 95"/>
                  <a:gd name="T33" fmla="*/ 134 h 1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4">
                    <a:moveTo>
                      <a:pt x="84" y="13"/>
                    </a:moveTo>
                    <a:lnTo>
                      <a:pt x="95" y="8"/>
                    </a:lnTo>
                    <a:lnTo>
                      <a:pt x="8" y="134"/>
                    </a:lnTo>
                    <a:lnTo>
                      <a:pt x="0" y="132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86" y="6"/>
                    </a:lnTo>
                    <a:lnTo>
                      <a:pt x="90" y="0"/>
                    </a:lnTo>
                    <a:lnTo>
                      <a:pt x="95" y="4"/>
                    </a:lnTo>
                    <a:lnTo>
                      <a:pt x="84" y="1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3" name="Freeform 217"/>
              <p:cNvSpPr>
                <a:spLocks/>
              </p:cNvSpPr>
              <p:nvPr/>
            </p:nvSpPr>
            <p:spPr bwMode="auto">
              <a:xfrm>
                <a:off x="2519" y="1441"/>
                <a:ext cx="82" cy="73"/>
              </a:xfrm>
              <a:custGeom>
                <a:avLst/>
                <a:gdLst>
                  <a:gd name="T0" fmla="*/ 72 w 82"/>
                  <a:gd name="T1" fmla="*/ 63 h 73"/>
                  <a:gd name="T2" fmla="*/ 67 w 82"/>
                  <a:gd name="T3" fmla="*/ 72 h 73"/>
                  <a:gd name="T4" fmla="*/ 0 w 82"/>
                  <a:gd name="T5" fmla="*/ 8 h 73"/>
                  <a:gd name="T6" fmla="*/ 11 w 82"/>
                  <a:gd name="T7" fmla="*/ 0 h 73"/>
                  <a:gd name="T8" fmla="*/ 77 w 82"/>
                  <a:gd name="T9" fmla="*/ 63 h 73"/>
                  <a:gd name="T10" fmla="*/ 74 w 82"/>
                  <a:gd name="T11" fmla="*/ 73 h 73"/>
                  <a:gd name="T12" fmla="*/ 77 w 82"/>
                  <a:gd name="T13" fmla="*/ 63 h 73"/>
                  <a:gd name="T14" fmla="*/ 82 w 82"/>
                  <a:gd name="T15" fmla="*/ 68 h 73"/>
                  <a:gd name="T16" fmla="*/ 74 w 82"/>
                  <a:gd name="T17" fmla="*/ 73 h 73"/>
                  <a:gd name="T18" fmla="*/ 72 w 82"/>
                  <a:gd name="T19" fmla="*/ 63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73"/>
                  <a:gd name="T32" fmla="*/ 82 w 82"/>
                  <a:gd name="T33" fmla="*/ 73 h 7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73">
                    <a:moveTo>
                      <a:pt x="72" y="63"/>
                    </a:moveTo>
                    <a:lnTo>
                      <a:pt x="67" y="72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77" y="63"/>
                    </a:lnTo>
                    <a:lnTo>
                      <a:pt x="74" y="73"/>
                    </a:lnTo>
                    <a:lnTo>
                      <a:pt x="77" y="63"/>
                    </a:lnTo>
                    <a:lnTo>
                      <a:pt x="82" y="68"/>
                    </a:lnTo>
                    <a:lnTo>
                      <a:pt x="74" y="73"/>
                    </a:lnTo>
                    <a:lnTo>
                      <a:pt x="72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4" name="Freeform 218"/>
              <p:cNvSpPr>
                <a:spLocks/>
              </p:cNvSpPr>
              <p:nvPr/>
            </p:nvSpPr>
            <p:spPr bwMode="auto">
              <a:xfrm>
                <a:off x="2465" y="1517"/>
                <a:ext cx="35" cy="28"/>
              </a:xfrm>
              <a:custGeom>
                <a:avLst/>
                <a:gdLst>
                  <a:gd name="T0" fmla="*/ 35 w 35"/>
                  <a:gd name="T1" fmla="*/ 16 h 28"/>
                  <a:gd name="T2" fmla="*/ 21 w 35"/>
                  <a:gd name="T3" fmla="*/ 28 h 28"/>
                  <a:gd name="T4" fmla="*/ 0 w 35"/>
                  <a:gd name="T5" fmla="*/ 12 h 28"/>
                  <a:gd name="T6" fmla="*/ 15 w 35"/>
                  <a:gd name="T7" fmla="*/ 0 h 28"/>
                  <a:gd name="T8" fmla="*/ 35 w 35"/>
                  <a:gd name="T9" fmla="*/ 1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35" y="16"/>
                    </a:moveTo>
                    <a:lnTo>
                      <a:pt x="21" y="28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5" name="Freeform 219"/>
              <p:cNvSpPr>
                <a:spLocks/>
              </p:cNvSpPr>
              <p:nvPr/>
            </p:nvSpPr>
            <p:spPr bwMode="auto">
              <a:xfrm>
                <a:off x="2481" y="1382"/>
                <a:ext cx="212" cy="153"/>
              </a:xfrm>
              <a:custGeom>
                <a:avLst/>
                <a:gdLst>
                  <a:gd name="T0" fmla="*/ 212 w 212"/>
                  <a:gd name="T1" fmla="*/ 25 h 153"/>
                  <a:gd name="T2" fmla="*/ 212 w 212"/>
                  <a:gd name="T3" fmla="*/ 25 h 153"/>
                  <a:gd name="T4" fmla="*/ 184 w 212"/>
                  <a:gd name="T5" fmla="*/ 39 h 153"/>
                  <a:gd name="T6" fmla="*/ 160 w 212"/>
                  <a:gd name="T7" fmla="*/ 54 h 153"/>
                  <a:gd name="T8" fmla="*/ 134 w 212"/>
                  <a:gd name="T9" fmla="*/ 69 h 153"/>
                  <a:gd name="T10" fmla="*/ 111 w 212"/>
                  <a:gd name="T11" fmla="*/ 85 h 153"/>
                  <a:gd name="T12" fmla="*/ 88 w 212"/>
                  <a:gd name="T13" fmla="*/ 101 h 153"/>
                  <a:gd name="T14" fmla="*/ 64 w 212"/>
                  <a:gd name="T15" fmla="*/ 118 h 153"/>
                  <a:gd name="T16" fmla="*/ 42 w 212"/>
                  <a:gd name="T17" fmla="*/ 136 h 153"/>
                  <a:gd name="T18" fmla="*/ 21 w 212"/>
                  <a:gd name="T19" fmla="*/ 153 h 153"/>
                  <a:gd name="T20" fmla="*/ 0 w 212"/>
                  <a:gd name="T21" fmla="*/ 135 h 153"/>
                  <a:gd name="T22" fmla="*/ 23 w 212"/>
                  <a:gd name="T23" fmla="*/ 117 h 153"/>
                  <a:gd name="T24" fmla="*/ 47 w 212"/>
                  <a:gd name="T25" fmla="*/ 97 h 153"/>
                  <a:gd name="T26" fmla="*/ 70 w 212"/>
                  <a:gd name="T27" fmla="*/ 80 h 153"/>
                  <a:gd name="T28" fmla="*/ 95 w 212"/>
                  <a:gd name="T29" fmla="*/ 62 h 153"/>
                  <a:gd name="T30" fmla="*/ 119 w 212"/>
                  <a:gd name="T31" fmla="*/ 47 h 153"/>
                  <a:gd name="T32" fmla="*/ 146 w 212"/>
                  <a:gd name="T33" fmla="*/ 30 h 153"/>
                  <a:gd name="T34" fmla="*/ 172 w 212"/>
                  <a:gd name="T35" fmla="*/ 15 h 153"/>
                  <a:gd name="T36" fmla="*/ 198 w 212"/>
                  <a:gd name="T37" fmla="*/ 0 h 153"/>
                  <a:gd name="T38" fmla="*/ 212 w 212"/>
                  <a:gd name="T39" fmla="*/ 25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3"/>
                  <a:gd name="T62" fmla="*/ 212 w 212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3">
                    <a:moveTo>
                      <a:pt x="212" y="25"/>
                    </a:moveTo>
                    <a:lnTo>
                      <a:pt x="212" y="25"/>
                    </a:lnTo>
                    <a:lnTo>
                      <a:pt x="184" y="39"/>
                    </a:lnTo>
                    <a:lnTo>
                      <a:pt x="160" y="54"/>
                    </a:lnTo>
                    <a:lnTo>
                      <a:pt x="134" y="69"/>
                    </a:lnTo>
                    <a:lnTo>
                      <a:pt x="111" y="85"/>
                    </a:lnTo>
                    <a:lnTo>
                      <a:pt x="88" y="101"/>
                    </a:lnTo>
                    <a:lnTo>
                      <a:pt x="64" y="118"/>
                    </a:lnTo>
                    <a:lnTo>
                      <a:pt x="42" y="136"/>
                    </a:lnTo>
                    <a:lnTo>
                      <a:pt x="21" y="153"/>
                    </a:lnTo>
                    <a:lnTo>
                      <a:pt x="0" y="135"/>
                    </a:lnTo>
                    <a:lnTo>
                      <a:pt x="23" y="117"/>
                    </a:lnTo>
                    <a:lnTo>
                      <a:pt x="47" y="97"/>
                    </a:lnTo>
                    <a:lnTo>
                      <a:pt x="70" y="80"/>
                    </a:lnTo>
                    <a:lnTo>
                      <a:pt x="95" y="62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5"/>
                    </a:lnTo>
                    <a:lnTo>
                      <a:pt x="198" y="0"/>
                    </a:lnTo>
                    <a:lnTo>
                      <a:pt x="212" y="25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6" name="Freeform 220"/>
              <p:cNvSpPr>
                <a:spLocks/>
              </p:cNvSpPr>
              <p:nvPr/>
            </p:nvSpPr>
            <p:spPr bwMode="auto">
              <a:xfrm>
                <a:off x="2684" y="1309"/>
                <a:ext cx="197" cy="101"/>
              </a:xfrm>
              <a:custGeom>
                <a:avLst/>
                <a:gdLst>
                  <a:gd name="T0" fmla="*/ 197 w 197"/>
                  <a:gd name="T1" fmla="*/ 27 h 101"/>
                  <a:gd name="T2" fmla="*/ 175 w 197"/>
                  <a:gd name="T3" fmla="*/ 34 h 101"/>
                  <a:gd name="T4" fmla="*/ 151 w 197"/>
                  <a:gd name="T5" fmla="*/ 41 h 101"/>
                  <a:gd name="T6" fmla="*/ 128 w 197"/>
                  <a:gd name="T7" fmla="*/ 49 h 101"/>
                  <a:gd name="T8" fmla="*/ 104 w 197"/>
                  <a:gd name="T9" fmla="*/ 58 h 101"/>
                  <a:gd name="T10" fmla="*/ 81 w 197"/>
                  <a:gd name="T11" fmla="*/ 68 h 101"/>
                  <a:gd name="T12" fmla="*/ 57 w 197"/>
                  <a:gd name="T13" fmla="*/ 79 h 101"/>
                  <a:gd name="T14" fmla="*/ 36 w 197"/>
                  <a:gd name="T15" fmla="*/ 88 h 101"/>
                  <a:gd name="T16" fmla="*/ 12 w 197"/>
                  <a:gd name="T17" fmla="*/ 101 h 101"/>
                  <a:gd name="T18" fmla="*/ 0 w 197"/>
                  <a:gd name="T19" fmla="*/ 78 h 101"/>
                  <a:gd name="T20" fmla="*/ 24 w 197"/>
                  <a:gd name="T21" fmla="*/ 65 h 101"/>
                  <a:gd name="T22" fmla="*/ 49 w 197"/>
                  <a:gd name="T23" fmla="*/ 54 h 101"/>
                  <a:gd name="T24" fmla="*/ 73 w 197"/>
                  <a:gd name="T25" fmla="*/ 42 h 101"/>
                  <a:gd name="T26" fmla="*/ 97 w 197"/>
                  <a:gd name="T27" fmla="*/ 33 h 101"/>
                  <a:gd name="T28" fmla="*/ 123 w 197"/>
                  <a:gd name="T29" fmla="*/ 23 h 101"/>
                  <a:gd name="T30" fmla="*/ 147 w 197"/>
                  <a:gd name="T31" fmla="*/ 15 h 101"/>
                  <a:gd name="T32" fmla="*/ 172 w 197"/>
                  <a:gd name="T33" fmla="*/ 6 h 101"/>
                  <a:gd name="T34" fmla="*/ 196 w 197"/>
                  <a:gd name="T35" fmla="*/ 0 h 101"/>
                  <a:gd name="T36" fmla="*/ 197 w 197"/>
                  <a:gd name="T37" fmla="*/ 2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1"/>
                  <a:gd name="T59" fmla="*/ 197 w 197"/>
                  <a:gd name="T60" fmla="*/ 101 h 10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1">
                    <a:moveTo>
                      <a:pt x="197" y="27"/>
                    </a:moveTo>
                    <a:lnTo>
                      <a:pt x="175" y="34"/>
                    </a:lnTo>
                    <a:lnTo>
                      <a:pt x="151" y="41"/>
                    </a:lnTo>
                    <a:lnTo>
                      <a:pt x="128" y="49"/>
                    </a:lnTo>
                    <a:lnTo>
                      <a:pt x="104" y="58"/>
                    </a:lnTo>
                    <a:lnTo>
                      <a:pt x="81" y="68"/>
                    </a:lnTo>
                    <a:lnTo>
                      <a:pt x="57" y="79"/>
                    </a:lnTo>
                    <a:lnTo>
                      <a:pt x="36" y="88"/>
                    </a:lnTo>
                    <a:lnTo>
                      <a:pt x="12" y="101"/>
                    </a:lnTo>
                    <a:lnTo>
                      <a:pt x="0" y="78"/>
                    </a:lnTo>
                    <a:lnTo>
                      <a:pt x="24" y="65"/>
                    </a:lnTo>
                    <a:lnTo>
                      <a:pt x="49" y="54"/>
                    </a:lnTo>
                    <a:lnTo>
                      <a:pt x="73" y="42"/>
                    </a:lnTo>
                    <a:lnTo>
                      <a:pt x="97" y="33"/>
                    </a:lnTo>
                    <a:lnTo>
                      <a:pt x="123" y="23"/>
                    </a:lnTo>
                    <a:lnTo>
                      <a:pt x="147" y="15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7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7" name="Freeform 221"/>
              <p:cNvSpPr>
                <a:spLocks/>
              </p:cNvSpPr>
              <p:nvPr/>
            </p:nvSpPr>
            <p:spPr bwMode="auto">
              <a:xfrm>
                <a:off x="2882" y="1301"/>
                <a:ext cx="20" cy="34"/>
              </a:xfrm>
              <a:custGeom>
                <a:avLst/>
                <a:gdLst>
                  <a:gd name="T0" fmla="*/ 0 w 20"/>
                  <a:gd name="T1" fmla="*/ 6 h 34"/>
                  <a:gd name="T2" fmla="*/ 19 w 20"/>
                  <a:gd name="T3" fmla="*/ 0 h 34"/>
                  <a:gd name="T4" fmla="*/ 20 w 20"/>
                  <a:gd name="T5" fmla="*/ 28 h 34"/>
                  <a:gd name="T6" fmla="*/ 1 w 20"/>
                  <a:gd name="T7" fmla="*/ 34 h 34"/>
                  <a:gd name="T8" fmla="*/ 0 w 20"/>
                  <a:gd name="T9" fmla="*/ 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0" y="6"/>
                    </a:moveTo>
                    <a:lnTo>
                      <a:pt x="19" y="0"/>
                    </a:lnTo>
                    <a:lnTo>
                      <a:pt x="20" y="28"/>
                    </a:lnTo>
                    <a:lnTo>
                      <a:pt x="1" y="3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8" name="Freeform 222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29" name="Freeform 223"/>
              <p:cNvSpPr>
                <a:spLocks/>
              </p:cNvSpPr>
              <p:nvPr/>
            </p:nvSpPr>
            <p:spPr bwMode="auto">
              <a:xfrm>
                <a:off x="2390" y="1522"/>
                <a:ext cx="174" cy="91"/>
              </a:xfrm>
              <a:custGeom>
                <a:avLst/>
                <a:gdLst>
                  <a:gd name="T0" fmla="*/ 28 w 174"/>
                  <a:gd name="T1" fmla="*/ 76 h 91"/>
                  <a:gd name="T2" fmla="*/ 17 w 174"/>
                  <a:gd name="T3" fmla="*/ 68 h 91"/>
                  <a:gd name="T4" fmla="*/ 169 w 174"/>
                  <a:gd name="T5" fmla="*/ 0 h 91"/>
                  <a:gd name="T6" fmla="*/ 174 w 174"/>
                  <a:gd name="T7" fmla="*/ 15 h 91"/>
                  <a:gd name="T8" fmla="*/ 22 w 174"/>
                  <a:gd name="T9" fmla="*/ 81 h 91"/>
                  <a:gd name="T10" fmla="*/ 12 w 174"/>
                  <a:gd name="T11" fmla="*/ 72 h 91"/>
                  <a:gd name="T12" fmla="*/ 22 w 174"/>
                  <a:gd name="T13" fmla="*/ 81 h 91"/>
                  <a:gd name="T14" fmla="*/ 0 w 174"/>
                  <a:gd name="T15" fmla="*/ 91 h 91"/>
                  <a:gd name="T16" fmla="*/ 12 w 174"/>
                  <a:gd name="T17" fmla="*/ 72 h 91"/>
                  <a:gd name="T18" fmla="*/ 28 w 174"/>
                  <a:gd name="T19" fmla="*/ 7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1"/>
                  <a:gd name="T32" fmla="*/ 174 w 174"/>
                  <a:gd name="T33" fmla="*/ 91 h 9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1">
                    <a:moveTo>
                      <a:pt x="28" y="76"/>
                    </a:moveTo>
                    <a:lnTo>
                      <a:pt x="17" y="68"/>
                    </a:lnTo>
                    <a:lnTo>
                      <a:pt x="169" y="0"/>
                    </a:lnTo>
                    <a:lnTo>
                      <a:pt x="174" y="15"/>
                    </a:lnTo>
                    <a:lnTo>
                      <a:pt x="22" y="81"/>
                    </a:lnTo>
                    <a:lnTo>
                      <a:pt x="12" y="72"/>
                    </a:lnTo>
                    <a:lnTo>
                      <a:pt x="22" y="81"/>
                    </a:lnTo>
                    <a:lnTo>
                      <a:pt x="0" y="91"/>
                    </a:lnTo>
                    <a:lnTo>
                      <a:pt x="12" y="72"/>
                    </a:lnTo>
                    <a:lnTo>
                      <a:pt x="28" y="7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0" name="Freeform 224"/>
              <p:cNvSpPr>
                <a:spLocks/>
              </p:cNvSpPr>
              <p:nvPr/>
            </p:nvSpPr>
            <p:spPr bwMode="auto">
              <a:xfrm>
                <a:off x="2398" y="1459"/>
                <a:ext cx="96" cy="142"/>
              </a:xfrm>
              <a:custGeom>
                <a:avLst/>
                <a:gdLst>
                  <a:gd name="T0" fmla="*/ 80 w 96"/>
                  <a:gd name="T1" fmla="*/ 20 h 142"/>
                  <a:gd name="T2" fmla="*/ 96 w 96"/>
                  <a:gd name="T3" fmla="*/ 16 h 142"/>
                  <a:gd name="T4" fmla="*/ 17 w 96"/>
                  <a:gd name="T5" fmla="*/ 142 h 142"/>
                  <a:gd name="T6" fmla="*/ 0 w 96"/>
                  <a:gd name="T7" fmla="*/ 139 h 142"/>
                  <a:gd name="T8" fmla="*/ 80 w 96"/>
                  <a:gd name="T9" fmla="*/ 13 h 142"/>
                  <a:gd name="T10" fmla="*/ 95 w 96"/>
                  <a:gd name="T11" fmla="*/ 8 h 142"/>
                  <a:gd name="T12" fmla="*/ 80 w 96"/>
                  <a:gd name="T13" fmla="*/ 13 h 142"/>
                  <a:gd name="T14" fmla="*/ 88 w 96"/>
                  <a:gd name="T15" fmla="*/ 0 h 142"/>
                  <a:gd name="T16" fmla="*/ 95 w 96"/>
                  <a:gd name="T17" fmla="*/ 8 h 142"/>
                  <a:gd name="T18" fmla="*/ 80 w 96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142"/>
                  <a:gd name="T32" fmla="*/ 96 w 96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142">
                    <a:moveTo>
                      <a:pt x="80" y="20"/>
                    </a:moveTo>
                    <a:lnTo>
                      <a:pt x="96" y="16"/>
                    </a:lnTo>
                    <a:lnTo>
                      <a:pt x="17" y="142"/>
                    </a:lnTo>
                    <a:lnTo>
                      <a:pt x="0" y="139"/>
                    </a:lnTo>
                    <a:lnTo>
                      <a:pt x="80" y="13"/>
                    </a:lnTo>
                    <a:lnTo>
                      <a:pt x="95" y="8"/>
                    </a:lnTo>
                    <a:lnTo>
                      <a:pt x="80" y="13"/>
                    </a:lnTo>
                    <a:lnTo>
                      <a:pt x="88" y="0"/>
                    </a:lnTo>
                    <a:lnTo>
                      <a:pt x="95" y="8"/>
                    </a:lnTo>
                    <a:lnTo>
                      <a:pt x="80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1" name="Freeform 225"/>
              <p:cNvSpPr>
                <a:spLocks/>
              </p:cNvSpPr>
              <p:nvPr/>
            </p:nvSpPr>
            <p:spPr bwMode="auto">
              <a:xfrm>
                <a:off x="2484" y="1467"/>
                <a:ext cx="96" cy="72"/>
              </a:xfrm>
              <a:custGeom>
                <a:avLst/>
                <a:gdLst>
                  <a:gd name="T0" fmla="*/ 78 w 96"/>
                  <a:gd name="T1" fmla="*/ 57 h 72"/>
                  <a:gd name="T2" fmla="*/ 72 w 96"/>
                  <a:gd name="T3" fmla="*/ 71 h 72"/>
                  <a:gd name="T4" fmla="*/ 0 w 96"/>
                  <a:gd name="T5" fmla="*/ 12 h 72"/>
                  <a:gd name="T6" fmla="*/ 15 w 96"/>
                  <a:gd name="T7" fmla="*/ 0 h 72"/>
                  <a:gd name="T8" fmla="*/ 89 w 96"/>
                  <a:gd name="T9" fmla="*/ 60 h 72"/>
                  <a:gd name="T10" fmla="*/ 82 w 96"/>
                  <a:gd name="T11" fmla="*/ 72 h 72"/>
                  <a:gd name="T12" fmla="*/ 89 w 96"/>
                  <a:gd name="T13" fmla="*/ 60 h 72"/>
                  <a:gd name="T14" fmla="*/ 96 w 96"/>
                  <a:gd name="T15" fmla="*/ 66 h 72"/>
                  <a:gd name="T16" fmla="*/ 82 w 96"/>
                  <a:gd name="T17" fmla="*/ 72 h 72"/>
                  <a:gd name="T18" fmla="*/ 78 w 96"/>
                  <a:gd name="T19" fmla="*/ 57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72"/>
                  <a:gd name="T32" fmla="*/ 96 w 96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72">
                    <a:moveTo>
                      <a:pt x="78" y="57"/>
                    </a:moveTo>
                    <a:lnTo>
                      <a:pt x="72" y="71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89" y="60"/>
                    </a:lnTo>
                    <a:lnTo>
                      <a:pt x="82" y="72"/>
                    </a:lnTo>
                    <a:lnTo>
                      <a:pt x="89" y="60"/>
                    </a:lnTo>
                    <a:lnTo>
                      <a:pt x="96" y="66"/>
                    </a:lnTo>
                    <a:lnTo>
                      <a:pt x="82" y="72"/>
                    </a:lnTo>
                    <a:lnTo>
                      <a:pt x="78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2" name="Freeform 226"/>
              <p:cNvSpPr>
                <a:spLocks/>
              </p:cNvSpPr>
              <p:nvPr/>
            </p:nvSpPr>
            <p:spPr bwMode="auto">
              <a:xfrm>
                <a:off x="2418" y="1551"/>
                <a:ext cx="44" cy="35"/>
              </a:xfrm>
              <a:custGeom>
                <a:avLst/>
                <a:gdLst>
                  <a:gd name="T0" fmla="*/ 44 w 44"/>
                  <a:gd name="T1" fmla="*/ 21 h 35"/>
                  <a:gd name="T2" fmla="*/ 27 w 44"/>
                  <a:gd name="T3" fmla="*/ 35 h 35"/>
                  <a:gd name="T4" fmla="*/ 0 w 44"/>
                  <a:gd name="T5" fmla="*/ 16 h 35"/>
                  <a:gd name="T6" fmla="*/ 17 w 44"/>
                  <a:gd name="T7" fmla="*/ 0 h 35"/>
                  <a:gd name="T8" fmla="*/ 44 w 44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5"/>
                  <a:gd name="T17" fmla="*/ 44 w 44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5">
                    <a:moveTo>
                      <a:pt x="44" y="21"/>
                    </a:moveTo>
                    <a:lnTo>
                      <a:pt x="27" y="35"/>
                    </a:lnTo>
                    <a:lnTo>
                      <a:pt x="0" y="16"/>
                    </a:lnTo>
                    <a:lnTo>
                      <a:pt x="17" y="0"/>
                    </a:lnTo>
                    <a:lnTo>
                      <a:pt x="44" y="2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3" name="Freeform 227"/>
              <p:cNvSpPr>
                <a:spLocks/>
              </p:cNvSpPr>
              <p:nvPr/>
            </p:nvSpPr>
            <p:spPr bwMode="auto">
              <a:xfrm>
                <a:off x="2436" y="1407"/>
                <a:ext cx="213" cy="162"/>
              </a:xfrm>
              <a:custGeom>
                <a:avLst/>
                <a:gdLst>
                  <a:gd name="T0" fmla="*/ 213 w 213"/>
                  <a:gd name="T1" fmla="*/ 28 h 162"/>
                  <a:gd name="T2" fmla="*/ 213 w 213"/>
                  <a:gd name="T3" fmla="*/ 28 h 162"/>
                  <a:gd name="T4" fmla="*/ 188 w 213"/>
                  <a:gd name="T5" fmla="*/ 43 h 162"/>
                  <a:gd name="T6" fmla="*/ 161 w 213"/>
                  <a:gd name="T7" fmla="*/ 59 h 162"/>
                  <a:gd name="T8" fmla="*/ 139 w 213"/>
                  <a:gd name="T9" fmla="*/ 75 h 162"/>
                  <a:gd name="T10" fmla="*/ 114 w 213"/>
                  <a:gd name="T11" fmla="*/ 92 h 162"/>
                  <a:gd name="T12" fmla="*/ 91 w 213"/>
                  <a:gd name="T13" fmla="*/ 109 h 162"/>
                  <a:gd name="T14" fmla="*/ 69 w 213"/>
                  <a:gd name="T15" fmla="*/ 126 h 162"/>
                  <a:gd name="T16" fmla="*/ 48 w 213"/>
                  <a:gd name="T17" fmla="*/ 144 h 162"/>
                  <a:gd name="T18" fmla="*/ 26 w 213"/>
                  <a:gd name="T19" fmla="*/ 162 h 162"/>
                  <a:gd name="T20" fmla="*/ 0 w 213"/>
                  <a:gd name="T21" fmla="*/ 142 h 162"/>
                  <a:gd name="T22" fmla="*/ 21 w 213"/>
                  <a:gd name="T23" fmla="*/ 123 h 162"/>
                  <a:gd name="T24" fmla="*/ 44 w 213"/>
                  <a:gd name="T25" fmla="*/ 103 h 162"/>
                  <a:gd name="T26" fmla="*/ 68 w 213"/>
                  <a:gd name="T27" fmla="*/ 84 h 162"/>
                  <a:gd name="T28" fmla="*/ 93 w 213"/>
                  <a:gd name="T29" fmla="*/ 66 h 162"/>
                  <a:gd name="T30" fmla="*/ 117 w 213"/>
                  <a:gd name="T31" fmla="*/ 50 h 162"/>
                  <a:gd name="T32" fmla="*/ 144 w 213"/>
                  <a:gd name="T33" fmla="*/ 33 h 162"/>
                  <a:gd name="T34" fmla="*/ 170 w 213"/>
                  <a:gd name="T35" fmla="*/ 17 h 162"/>
                  <a:gd name="T36" fmla="*/ 196 w 213"/>
                  <a:gd name="T37" fmla="*/ 0 h 162"/>
                  <a:gd name="T38" fmla="*/ 213 w 213"/>
                  <a:gd name="T39" fmla="*/ 28 h 1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3"/>
                  <a:gd name="T61" fmla="*/ 0 h 162"/>
                  <a:gd name="T62" fmla="*/ 213 w 213"/>
                  <a:gd name="T63" fmla="*/ 162 h 1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3" h="162">
                    <a:moveTo>
                      <a:pt x="213" y="28"/>
                    </a:moveTo>
                    <a:lnTo>
                      <a:pt x="213" y="28"/>
                    </a:lnTo>
                    <a:lnTo>
                      <a:pt x="188" y="43"/>
                    </a:lnTo>
                    <a:lnTo>
                      <a:pt x="161" y="59"/>
                    </a:lnTo>
                    <a:lnTo>
                      <a:pt x="139" y="75"/>
                    </a:lnTo>
                    <a:lnTo>
                      <a:pt x="114" y="92"/>
                    </a:lnTo>
                    <a:lnTo>
                      <a:pt x="91" y="109"/>
                    </a:lnTo>
                    <a:lnTo>
                      <a:pt x="69" y="126"/>
                    </a:lnTo>
                    <a:lnTo>
                      <a:pt x="48" y="144"/>
                    </a:lnTo>
                    <a:lnTo>
                      <a:pt x="26" y="162"/>
                    </a:lnTo>
                    <a:lnTo>
                      <a:pt x="0" y="142"/>
                    </a:lnTo>
                    <a:lnTo>
                      <a:pt x="21" y="123"/>
                    </a:lnTo>
                    <a:lnTo>
                      <a:pt x="44" y="103"/>
                    </a:lnTo>
                    <a:lnTo>
                      <a:pt x="68" y="84"/>
                    </a:lnTo>
                    <a:lnTo>
                      <a:pt x="93" y="66"/>
                    </a:lnTo>
                    <a:lnTo>
                      <a:pt x="117" y="50"/>
                    </a:lnTo>
                    <a:lnTo>
                      <a:pt x="144" y="33"/>
                    </a:lnTo>
                    <a:lnTo>
                      <a:pt x="170" y="17"/>
                    </a:lnTo>
                    <a:lnTo>
                      <a:pt x="196" y="0"/>
                    </a:lnTo>
                    <a:lnTo>
                      <a:pt x="213" y="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4" name="Freeform 228"/>
              <p:cNvSpPr>
                <a:spLocks/>
              </p:cNvSpPr>
              <p:nvPr/>
            </p:nvSpPr>
            <p:spPr bwMode="auto">
              <a:xfrm>
                <a:off x="2637" y="1326"/>
                <a:ext cx="198" cy="113"/>
              </a:xfrm>
              <a:custGeom>
                <a:avLst/>
                <a:gdLst>
                  <a:gd name="T0" fmla="*/ 198 w 198"/>
                  <a:gd name="T1" fmla="*/ 32 h 113"/>
                  <a:gd name="T2" fmla="*/ 175 w 198"/>
                  <a:gd name="T3" fmla="*/ 40 h 113"/>
                  <a:gd name="T4" fmla="*/ 151 w 198"/>
                  <a:gd name="T5" fmla="*/ 48 h 113"/>
                  <a:gd name="T6" fmla="*/ 128 w 198"/>
                  <a:gd name="T7" fmla="*/ 58 h 113"/>
                  <a:gd name="T8" fmla="*/ 106 w 198"/>
                  <a:gd name="T9" fmla="*/ 67 h 113"/>
                  <a:gd name="T10" fmla="*/ 84 w 198"/>
                  <a:gd name="T11" fmla="*/ 78 h 113"/>
                  <a:gd name="T12" fmla="*/ 61 w 198"/>
                  <a:gd name="T13" fmla="*/ 88 h 113"/>
                  <a:gd name="T14" fmla="*/ 38 w 198"/>
                  <a:gd name="T15" fmla="*/ 100 h 113"/>
                  <a:gd name="T16" fmla="*/ 16 w 198"/>
                  <a:gd name="T17" fmla="*/ 113 h 113"/>
                  <a:gd name="T18" fmla="*/ 0 w 198"/>
                  <a:gd name="T19" fmla="*/ 86 h 113"/>
                  <a:gd name="T20" fmla="*/ 23 w 198"/>
                  <a:gd name="T21" fmla="*/ 72 h 113"/>
                  <a:gd name="T22" fmla="*/ 47 w 198"/>
                  <a:gd name="T23" fmla="*/ 62 h 113"/>
                  <a:gd name="T24" fmla="*/ 71 w 198"/>
                  <a:gd name="T25" fmla="*/ 49 h 113"/>
                  <a:gd name="T26" fmla="*/ 97 w 198"/>
                  <a:gd name="T27" fmla="*/ 38 h 113"/>
                  <a:gd name="T28" fmla="*/ 120 w 198"/>
                  <a:gd name="T29" fmla="*/ 26 h 113"/>
                  <a:gd name="T30" fmla="*/ 145 w 198"/>
                  <a:gd name="T31" fmla="*/ 18 h 113"/>
                  <a:gd name="T32" fmla="*/ 168 w 198"/>
                  <a:gd name="T33" fmla="*/ 8 h 113"/>
                  <a:gd name="T34" fmla="*/ 194 w 198"/>
                  <a:gd name="T35" fmla="*/ 0 h 113"/>
                  <a:gd name="T36" fmla="*/ 198 w 198"/>
                  <a:gd name="T37" fmla="*/ 32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13"/>
                  <a:gd name="T59" fmla="*/ 198 w 198"/>
                  <a:gd name="T60" fmla="*/ 113 h 1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13">
                    <a:moveTo>
                      <a:pt x="198" y="32"/>
                    </a:moveTo>
                    <a:lnTo>
                      <a:pt x="175" y="40"/>
                    </a:lnTo>
                    <a:lnTo>
                      <a:pt x="151" y="48"/>
                    </a:lnTo>
                    <a:lnTo>
                      <a:pt x="128" y="58"/>
                    </a:lnTo>
                    <a:lnTo>
                      <a:pt x="106" y="67"/>
                    </a:lnTo>
                    <a:lnTo>
                      <a:pt x="84" y="78"/>
                    </a:lnTo>
                    <a:lnTo>
                      <a:pt x="61" y="88"/>
                    </a:lnTo>
                    <a:lnTo>
                      <a:pt x="38" y="100"/>
                    </a:lnTo>
                    <a:lnTo>
                      <a:pt x="16" y="113"/>
                    </a:lnTo>
                    <a:lnTo>
                      <a:pt x="0" y="86"/>
                    </a:lnTo>
                    <a:lnTo>
                      <a:pt x="23" y="72"/>
                    </a:lnTo>
                    <a:lnTo>
                      <a:pt x="47" y="62"/>
                    </a:lnTo>
                    <a:lnTo>
                      <a:pt x="71" y="49"/>
                    </a:lnTo>
                    <a:lnTo>
                      <a:pt x="97" y="38"/>
                    </a:lnTo>
                    <a:lnTo>
                      <a:pt x="120" y="26"/>
                    </a:lnTo>
                    <a:lnTo>
                      <a:pt x="145" y="18"/>
                    </a:lnTo>
                    <a:lnTo>
                      <a:pt x="168" y="8"/>
                    </a:lnTo>
                    <a:lnTo>
                      <a:pt x="194" y="0"/>
                    </a:lnTo>
                    <a:lnTo>
                      <a:pt x="19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5" name="Freeform 229"/>
              <p:cNvSpPr>
                <a:spLocks/>
              </p:cNvSpPr>
              <p:nvPr/>
            </p:nvSpPr>
            <p:spPr bwMode="auto">
              <a:xfrm>
                <a:off x="2833" y="1318"/>
                <a:ext cx="26" cy="39"/>
              </a:xfrm>
              <a:custGeom>
                <a:avLst/>
                <a:gdLst>
                  <a:gd name="T0" fmla="*/ 0 w 26"/>
                  <a:gd name="T1" fmla="*/ 7 h 39"/>
                  <a:gd name="T2" fmla="*/ 22 w 26"/>
                  <a:gd name="T3" fmla="*/ 0 h 39"/>
                  <a:gd name="T4" fmla="*/ 26 w 26"/>
                  <a:gd name="T5" fmla="*/ 32 h 39"/>
                  <a:gd name="T6" fmla="*/ 5 w 26"/>
                  <a:gd name="T7" fmla="*/ 39 h 39"/>
                  <a:gd name="T8" fmla="*/ 0 w 2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9"/>
                  <a:gd name="T17" fmla="*/ 26 w 26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9">
                    <a:moveTo>
                      <a:pt x="0" y="7"/>
                    </a:moveTo>
                    <a:lnTo>
                      <a:pt x="22" y="0"/>
                    </a:lnTo>
                    <a:lnTo>
                      <a:pt x="26" y="32"/>
                    </a:lnTo>
                    <a:lnTo>
                      <a:pt x="5" y="3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6" name="Freeform 230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7" name="Freeform 231"/>
              <p:cNvSpPr>
                <a:spLocks/>
              </p:cNvSpPr>
              <p:nvPr/>
            </p:nvSpPr>
            <p:spPr bwMode="auto">
              <a:xfrm>
                <a:off x="2398" y="1524"/>
                <a:ext cx="166" cy="82"/>
              </a:xfrm>
              <a:custGeom>
                <a:avLst/>
                <a:gdLst>
                  <a:gd name="T0" fmla="*/ 17 w 166"/>
                  <a:gd name="T1" fmla="*/ 73 h 82"/>
                  <a:gd name="T2" fmla="*/ 11 w 166"/>
                  <a:gd name="T3" fmla="*/ 67 h 82"/>
                  <a:gd name="T4" fmla="*/ 163 w 166"/>
                  <a:gd name="T5" fmla="*/ 0 h 82"/>
                  <a:gd name="T6" fmla="*/ 166 w 166"/>
                  <a:gd name="T7" fmla="*/ 8 h 82"/>
                  <a:gd name="T8" fmla="*/ 14 w 166"/>
                  <a:gd name="T9" fmla="*/ 76 h 82"/>
                  <a:gd name="T10" fmla="*/ 7 w 166"/>
                  <a:gd name="T11" fmla="*/ 71 h 82"/>
                  <a:gd name="T12" fmla="*/ 14 w 166"/>
                  <a:gd name="T13" fmla="*/ 76 h 82"/>
                  <a:gd name="T14" fmla="*/ 0 w 166"/>
                  <a:gd name="T15" fmla="*/ 82 h 82"/>
                  <a:gd name="T16" fmla="*/ 7 w 166"/>
                  <a:gd name="T17" fmla="*/ 71 h 82"/>
                  <a:gd name="T18" fmla="*/ 17 w 166"/>
                  <a:gd name="T19" fmla="*/ 73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82"/>
                  <a:gd name="T32" fmla="*/ 166 w 166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82">
                    <a:moveTo>
                      <a:pt x="17" y="73"/>
                    </a:moveTo>
                    <a:lnTo>
                      <a:pt x="11" y="67"/>
                    </a:lnTo>
                    <a:lnTo>
                      <a:pt x="163" y="0"/>
                    </a:lnTo>
                    <a:lnTo>
                      <a:pt x="166" y="8"/>
                    </a:lnTo>
                    <a:lnTo>
                      <a:pt x="14" y="76"/>
                    </a:lnTo>
                    <a:lnTo>
                      <a:pt x="7" y="71"/>
                    </a:lnTo>
                    <a:lnTo>
                      <a:pt x="14" y="76"/>
                    </a:lnTo>
                    <a:lnTo>
                      <a:pt x="0" y="82"/>
                    </a:lnTo>
                    <a:lnTo>
                      <a:pt x="7" y="71"/>
                    </a:lnTo>
                    <a:lnTo>
                      <a:pt x="17" y="7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8" name="Freeform 232"/>
              <p:cNvSpPr>
                <a:spLocks/>
              </p:cNvSpPr>
              <p:nvPr/>
            </p:nvSpPr>
            <p:spPr bwMode="auto">
              <a:xfrm>
                <a:off x="2402" y="1462"/>
                <a:ext cx="91" cy="137"/>
              </a:xfrm>
              <a:custGeom>
                <a:avLst/>
                <a:gdLst>
                  <a:gd name="T0" fmla="*/ 81 w 91"/>
                  <a:gd name="T1" fmla="*/ 13 h 137"/>
                  <a:gd name="T2" fmla="*/ 91 w 91"/>
                  <a:gd name="T3" fmla="*/ 9 h 137"/>
                  <a:gd name="T4" fmla="*/ 10 w 91"/>
                  <a:gd name="T5" fmla="*/ 137 h 137"/>
                  <a:gd name="T6" fmla="*/ 0 w 91"/>
                  <a:gd name="T7" fmla="*/ 135 h 137"/>
                  <a:gd name="T8" fmla="*/ 81 w 91"/>
                  <a:gd name="T9" fmla="*/ 7 h 137"/>
                  <a:gd name="T10" fmla="*/ 91 w 91"/>
                  <a:gd name="T11" fmla="*/ 5 h 137"/>
                  <a:gd name="T12" fmla="*/ 81 w 91"/>
                  <a:gd name="T13" fmla="*/ 7 h 137"/>
                  <a:gd name="T14" fmla="*/ 86 w 91"/>
                  <a:gd name="T15" fmla="*/ 0 h 137"/>
                  <a:gd name="T16" fmla="*/ 91 w 91"/>
                  <a:gd name="T17" fmla="*/ 5 h 137"/>
                  <a:gd name="T18" fmla="*/ 81 w 91"/>
                  <a:gd name="T19" fmla="*/ 1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37"/>
                  <a:gd name="T32" fmla="*/ 91 w 91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37">
                    <a:moveTo>
                      <a:pt x="81" y="13"/>
                    </a:moveTo>
                    <a:lnTo>
                      <a:pt x="91" y="9"/>
                    </a:lnTo>
                    <a:lnTo>
                      <a:pt x="10" y="137"/>
                    </a:lnTo>
                    <a:lnTo>
                      <a:pt x="0" y="135"/>
                    </a:lnTo>
                    <a:lnTo>
                      <a:pt x="81" y="7"/>
                    </a:lnTo>
                    <a:lnTo>
                      <a:pt x="91" y="5"/>
                    </a:lnTo>
                    <a:lnTo>
                      <a:pt x="81" y="7"/>
                    </a:lnTo>
                    <a:lnTo>
                      <a:pt x="86" y="0"/>
                    </a:lnTo>
                    <a:lnTo>
                      <a:pt x="91" y="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39" name="Freeform 233"/>
              <p:cNvSpPr>
                <a:spLocks/>
              </p:cNvSpPr>
              <p:nvPr/>
            </p:nvSpPr>
            <p:spPr bwMode="auto">
              <a:xfrm>
                <a:off x="2486" y="1469"/>
                <a:ext cx="87" cy="66"/>
              </a:xfrm>
              <a:custGeom>
                <a:avLst/>
                <a:gdLst>
                  <a:gd name="T0" fmla="*/ 76 w 87"/>
                  <a:gd name="T1" fmla="*/ 58 h 66"/>
                  <a:gd name="T2" fmla="*/ 72 w 87"/>
                  <a:gd name="T3" fmla="*/ 66 h 66"/>
                  <a:gd name="T4" fmla="*/ 0 w 87"/>
                  <a:gd name="T5" fmla="*/ 6 h 66"/>
                  <a:gd name="T6" fmla="*/ 8 w 87"/>
                  <a:gd name="T7" fmla="*/ 0 h 66"/>
                  <a:gd name="T8" fmla="*/ 81 w 87"/>
                  <a:gd name="T9" fmla="*/ 58 h 66"/>
                  <a:gd name="T10" fmla="*/ 78 w 87"/>
                  <a:gd name="T11" fmla="*/ 66 h 66"/>
                  <a:gd name="T12" fmla="*/ 81 w 87"/>
                  <a:gd name="T13" fmla="*/ 58 h 66"/>
                  <a:gd name="T14" fmla="*/ 87 w 87"/>
                  <a:gd name="T15" fmla="*/ 63 h 66"/>
                  <a:gd name="T16" fmla="*/ 78 w 87"/>
                  <a:gd name="T17" fmla="*/ 66 h 66"/>
                  <a:gd name="T18" fmla="*/ 76 w 87"/>
                  <a:gd name="T19" fmla="*/ 58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66"/>
                  <a:gd name="T32" fmla="*/ 87 w 87"/>
                  <a:gd name="T33" fmla="*/ 66 h 6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66">
                    <a:moveTo>
                      <a:pt x="76" y="58"/>
                    </a:moveTo>
                    <a:lnTo>
                      <a:pt x="72" y="66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81" y="58"/>
                    </a:lnTo>
                    <a:lnTo>
                      <a:pt x="78" y="66"/>
                    </a:lnTo>
                    <a:lnTo>
                      <a:pt x="81" y="58"/>
                    </a:lnTo>
                    <a:lnTo>
                      <a:pt x="87" y="63"/>
                    </a:lnTo>
                    <a:lnTo>
                      <a:pt x="78" y="66"/>
                    </a:lnTo>
                    <a:lnTo>
                      <a:pt x="76" y="5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0" name="Freeform 234"/>
              <p:cNvSpPr>
                <a:spLocks/>
              </p:cNvSpPr>
              <p:nvPr/>
            </p:nvSpPr>
            <p:spPr bwMode="auto">
              <a:xfrm>
                <a:off x="2423" y="1551"/>
                <a:ext cx="34" cy="30"/>
              </a:xfrm>
              <a:custGeom>
                <a:avLst/>
                <a:gdLst>
                  <a:gd name="T0" fmla="*/ 34 w 34"/>
                  <a:gd name="T1" fmla="*/ 17 h 30"/>
                  <a:gd name="T2" fmla="*/ 21 w 34"/>
                  <a:gd name="T3" fmla="*/ 30 h 30"/>
                  <a:gd name="T4" fmla="*/ 0 w 34"/>
                  <a:gd name="T5" fmla="*/ 13 h 30"/>
                  <a:gd name="T6" fmla="*/ 13 w 34"/>
                  <a:gd name="T7" fmla="*/ 0 h 30"/>
                  <a:gd name="T8" fmla="*/ 34 w 34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34" y="17"/>
                    </a:moveTo>
                    <a:lnTo>
                      <a:pt x="21" y="30"/>
                    </a:lnTo>
                    <a:lnTo>
                      <a:pt x="0" y="13"/>
                    </a:lnTo>
                    <a:lnTo>
                      <a:pt x="13" y="0"/>
                    </a:lnTo>
                    <a:lnTo>
                      <a:pt x="34" y="1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1" name="Freeform 235"/>
              <p:cNvSpPr>
                <a:spLocks/>
              </p:cNvSpPr>
              <p:nvPr/>
            </p:nvSpPr>
            <p:spPr bwMode="auto">
              <a:xfrm>
                <a:off x="2442" y="1411"/>
                <a:ext cx="207" cy="157"/>
              </a:xfrm>
              <a:custGeom>
                <a:avLst/>
                <a:gdLst>
                  <a:gd name="T0" fmla="*/ 207 w 207"/>
                  <a:gd name="T1" fmla="*/ 24 h 157"/>
                  <a:gd name="T2" fmla="*/ 207 w 207"/>
                  <a:gd name="T3" fmla="*/ 24 h 157"/>
                  <a:gd name="T4" fmla="*/ 182 w 207"/>
                  <a:gd name="T5" fmla="*/ 39 h 157"/>
                  <a:gd name="T6" fmla="*/ 157 w 207"/>
                  <a:gd name="T7" fmla="*/ 54 h 157"/>
                  <a:gd name="T8" fmla="*/ 134 w 207"/>
                  <a:gd name="T9" fmla="*/ 70 h 157"/>
                  <a:gd name="T10" fmla="*/ 109 w 207"/>
                  <a:gd name="T11" fmla="*/ 87 h 157"/>
                  <a:gd name="T12" fmla="*/ 86 w 207"/>
                  <a:gd name="T13" fmla="*/ 104 h 157"/>
                  <a:gd name="T14" fmla="*/ 64 w 207"/>
                  <a:gd name="T15" fmla="*/ 121 h 157"/>
                  <a:gd name="T16" fmla="*/ 43 w 207"/>
                  <a:gd name="T17" fmla="*/ 139 h 157"/>
                  <a:gd name="T18" fmla="*/ 23 w 207"/>
                  <a:gd name="T19" fmla="*/ 157 h 157"/>
                  <a:gd name="T20" fmla="*/ 0 w 207"/>
                  <a:gd name="T21" fmla="*/ 140 h 157"/>
                  <a:gd name="T22" fmla="*/ 22 w 207"/>
                  <a:gd name="T23" fmla="*/ 121 h 157"/>
                  <a:gd name="T24" fmla="*/ 44 w 207"/>
                  <a:gd name="T25" fmla="*/ 104 h 157"/>
                  <a:gd name="T26" fmla="*/ 67 w 207"/>
                  <a:gd name="T27" fmla="*/ 85 h 157"/>
                  <a:gd name="T28" fmla="*/ 92 w 207"/>
                  <a:gd name="T29" fmla="*/ 66 h 157"/>
                  <a:gd name="T30" fmla="*/ 118 w 207"/>
                  <a:gd name="T31" fmla="*/ 48 h 157"/>
                  <a:gd name="T32" fmla="*/ 142 w 207"/>
                  <a:gd name="T33" fmla="*/ 31 h 157"/>
                  <a:gd name="T34" fmla="*/ 168 w 207"/>
                  <a:gd name="T35" fmla="*/ 16 h 157"/>
                  <a:gd name="T36" fmla="*/ 195 w 207"/>
                  <a:gd name="T37" fmla="*/ 0 h 157"/>
                  <a:gd name="T38" fmla="*/ 207 w 207"/>
                  <a:gd name="T39" fmla="*/ 24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57"/>
                  <a:gd name="T62" fmla="*/ 207 w 207"/>
                  <a:gd name="T63" fmla="*/ 157 h 15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57">
                    <a:moveTo>
                      <a:pt x="207" y="24"/>
                    </a:moveTo>
                    <a:lnTo>
                      <a:pt x="207" y="24"/>
                    </a:lnTo>
                    <a:lnTo>
                      <a:pt x="182" y="39"/>
                    </a:lnTo>
                    <a:lnTo>
                      <a:pt x="157" y="54"/>
                    </a:lnTo>
                    <a:lnTo>
                      <a:pt x="134" y="70"/>
                    </a:lnTo>
                    <a:lnTo>
                      <a:pt x="109" y="87"/>
                    </a:lnTo>
                    <a:lnTo>
                      <a:pt x="86" y="104"/>
                    </a:lnTo>
                    <a:lnTo>
                      <a:pt x="64" y="121"/>
                    </a:lnTo>
                    <a:lnTo>
                      <a:pt x="43" y="139"/>
                    </a:lnTo>
                    <a:lnTo>
                      <a:pt x="23" y="157"/>
                    </a:lnTo>
                    <a:lnTo>
                      <a:pt x="0" y="140"/>
                    </a:lnTo>
                    <a:lnTo>
                      <a:pt x="22" y="121"/>
                    </a:lnTo>
                    <a:lnTo>
                      <a:pt x="44" y="104"/>
                    </a:lnTo>
                    <a:lnTo>
                      <a:pt x="67" y="85"/>
                    </a:lnTo>
                    <a:lnTo>
                      <a:pt x="92" y="66"/>
                    </a:lnTo>
                    <a:lnTo>
                      <a:pt x="118" y="48"/>
                    </a:lnTo>
                    <a:lnTo>
                      <a:pt x="142" y="31"/>
                    </a:lnTo>
                    <a:lnTo>
                      <a:pt x="168" y="16"/>
                    </a:lnTo>
                    <a:lnTo>
                      <a:pt x="195" y="0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2" name="Freeform 236"/>
              <p:cNvSpPr>
                <a:spLocks/>
              </p:cNvSpPr>
              <p:nvPr/>
            </p:nvSpPr>
            <p:spPr bwMode="auto">
              <a:xfrm>
                <a:off x="2639" y="1329"/>
                <a:ext cx="196" cy="108"/>
              </a:xfrm>
              <a:custGeom>
                <a:avLst/>
                <a:gdLst>
                  <a:gd name="T0" fmla="*/ 196 w 196"/>
                  <a:gd name="T1" fmla="*/ 27 h 108"/>
                  <a:gd name="T2" fmla="*/ 173 w 196"/>
                  <a:gd name="T3" fmla="*/ 35 h 108"/>
                  <a:gd name="T4" fmla="*/ 148 w 196"/>
                  <a:gd name="T5" fmla="*/ 44 h 108"/>
                  <a:gd name="T6" fmla="*/ 126 w 196"/>
                  <a:gd name="T7" fmla="*/ 53 h 108"/>
                  <a:gd name="T8" fmla="*/ 103 w 196"/>
                  <a:gd name="T9" fmla="*/ 63 h 108"/>
                  <a:gd name="T10" fmla="*/ 81 w 196"/>
                  <a:gd name="T11" fmla="*/ 73 h 108"/>
                  <a:gd name="T12" fmla="*/ 59 w 196"/>
                  <a:gd name="T13" fmla="*/ 84 h 108"/>
                  <a:gd name="T14" fmla="*/ 35 w 196"/>
                  <a:gd name="T15" fmla="*/ 97 h 108"/>
                  <a:gd name="T16" fmla="*/ 14 w 196"/>
                  <a:gd name="T17" fmla="*/ 108 h 108"/>
                  <a:gd name="T18" fmla="*/ 0 w 196"/>
                  <a:gd name="T19" fmla="*/ 85 h 108"/>
                  <a:gd name="T20" fmla="*/ 23 w 196"/>
                  <a:gd name="T21" fmla="*/ 73 h 108"/>
                  <a:gd name="T22" fmla="*/ 47 w 196"/>
                  <a:gd name="T23" fmla="*/ 61 h 108"/>
                  <a:gd name="T24" fmla="*/ 71 w 196"/>
                  <a:gd name="T25" fmla="*/ 48 h 108"/>
                  <a:gd name="T26" fmla="*/ 95 w 196"/>
                  <a:gd name="T27" fmla="*/ 37 h 108"/>
                  <a:gd name="T28" fmla="*/ 119 w 196"/>
                  <a:gd name="T29" fmla="*/ 27 h 108"/>
                  <a:gd name="T30" fmla="*/ 143 w 196"/>
                  <a:gd name="T31" fmla="*/ 18 h 108"/>
                  <a:gd name="T32" fmla="*/ 168 w 196"/>
                  <a:gd name="T33" fmla="*/ 8 h 108"/>
                  <a:gd name="T34" fmla="*/ 192 w 196"/>
                  <a:gd name="T35" fmla="*/ 0 h 108"/>
                  <a:gd name="T36" fmla="*/ 196 w 196"/>
                  <a:gd name="T37" fmla="*/ 27 h 10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08"/>
                  <a:gd name="T59" fmla="*/ 196 w 196"/>
                  <a:gd name="T60" fmla="*/ 108 h 10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08">
                    <a:moveTo>
                      <a:pt x="196" y="27"/>
                    </a:moveTo>
                    <a:lnTo>
                      <a:pt x="173" y="35"/>
                    </a:lnTo>
                    <a:lnTo>
                      <a:pt x="148" y="44"/>
                    </a:lnTo>
                    <a:lnTo>
                      <a:pt x="126" y="53"/>
                    </a:lnTo>
                    <a:lnTo>
                      <a:pt x="103" y="63"/>
                    </a:lnTo>
                    <a:lnTo>
                      <a:pt x="81" y="73"/>
                    </a:lnTo>
                    <a:lnTo>
                      <a:pt x="59" y="84"/>
                    </a:lnTo>
                    <a:lnTo>
                      <a:pt x="35" y="97"/>
                    </a:lnTo>
                    <a:lnTo>
                      <a:pt x="14" y="108"/>
                    </a:lnTo>
                    <a:lnTo>
                      <a:pt x="0" y="85"/>
                    </a:lnTo>
                    <a:lnTo>
                      <a:pt x="23" y="73"/>
                    </a:lnTo>
                    <a:lnTo>
                      <a:pt x="47" y="61"/>
                    </a:lnTo>
                    <a:lnTo>
                      <a:pt x="71" y="48"/>
                    </a:lnTo>
                    <a:lnTo>
                      <a:pt x="95" y="37"/>
                    </a:lnTo>
                    <a:lnTo>
                      <a:pt x="119" y="27"/>
                    </a:lnTo>
                    <a:lnTo>
                      <a:pt x="143" y="18"/>
                    </a:lnTo>
                    <a:lnTo>
                      <a:pt x="168" y="8"/>
                    </a:lnTo>
                    <a:lnTo>
                      <a:pt x="192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3" name="Freeform 237"/>
              <p:cNvSpPr>
                <a:spLocks/>
              </p:cNvSpPr>
              <p:nvPr/>
            </p:nvSpPr>
            <p:spPr bwMode="auto">
              <a:xfrm>
                <a:off x="2834" y="1321"/>
                <a:ext cx="22" cy="34"/>
              </a:xfrm>
              <a:custGeom>
                <a:avLst/>
                <a:gdLst>
                  <a:gd name="T0" fmla="*/ 0 w 22"/>
                  <a:gd name="T1" fmla="*/ 8 h 34"/>
                  <a:gd name="T2" fmla="*/ 18 w 22"/>
                  <a:gd name="T3" fmla="*/ 0 h 34"/>
                  <a:gd name="T4" fmla="*/ 22 w 22"/>
                  <a:gd name="T5" fmla="*/ 27 h 34"/>
                  <a:gd name="T6" fmla="*/ 4 w 22"/>
                  <a:gd name="T7" fmla="*/ 34 h 34"/>
                  <a:gd name="T8" fmla="*/ 0 w 22"/>
                  <a:gd name="T9" fmla="*/ 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0" y="8"/>
                    </a:moveTo>
                    <a:lnTo>
                      <a:pt x="18" y="0"/>
                    </a:lnTo>
                    <a:lnTo>
                      <a:pt x="22" y="27"/>
                    </a:lnTo>
                    <a:lnTo>
                      <a:pt x="4" y="3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4" name="Freeform 238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5" name="Freeform 239"/>
              <p:cNvSpPr>
                <a:spLocks/>
              </p:cNvSpPr>
              <p:nvPr/>
            </p:nvSpPr>
            <p:spPr bwMode="auto">
              <a:xfrm>
                <a:off x="2366" y="1543"/>
                <a:ext cx="172" cy="98"/>
              </a:xfrm>
              <a:custGeom>
                <a:avLst/>
                <a:gdLst>
                  <a:gd name="T0" fmla="*/ 28 w 172"/>
                  <a:gd name="T1" fmla="*/ 81 h 98"/>
                  <a:gd name="T2" fmla="*/ 17 w 172"/>
                  <a:gd name="T3" fmla="*/ 73 h 98"/>
                  <a:gd name="T4" fmla="*/ 167 w 172"/>
                  <a:gd name="T5" fmla="*/ 0 h 98"/>
                  <a:gd name="T6" fmla="*/ 172 w 172"/>
                  <a:gd name="T7" fmla="*/ 13 h 98"/>
                  <a:gd name="T8" fmla="*/ 23 w 172"/>
                  <a:gd name="T9" fmla="*/ 86 h 98"/>
                  <a:gd name="T10" fmla="*/ 11 w 172"/>
                  <a:gd name="T11" fmla="*/ 79 h 98"/>
                  <a:gd name="T12" fmla="*/ 23 w 172"/>
                  <a:gd name="T13" fmla="*/ 86 h 98"/>
                  <a:gd name="T14" fmla="*/ 0 w 172"/>
                  <a:gd name="T15" fmla="*/ 98 h 98"/>
                  <a:gd name="T16" fmla="*/ 11 w 172"/>
                  <a:gd name="T17" fmla="*/ 79 h 98"/>
                  <a:gd name="T18" fmla="*/ 28 w 172"/>
                  <a:gd name="T19" fmla="*/ 8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98"/>
                  <a:gd name="T32" fmla="*/ 172 w 172"/>
                  <a:gd name="T33" fmla="*/ 98 h 9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98">
                    <a:moveTo>
                      <a:pt x="28" y="81"/>
                    </a:moveTo>
                    <a:lnTo>
                      <a:pt x="17" y="73"/>
                    </a:lnTo>
                    <a:lnTo>
                      <a:pt x="167" y="0"/>
                    </a:lnTo>
                    <a:lnTo>
                      <a:pt x="172" y="13"/>
                    </a:lnTo>
                    <a:lnTo>
                      <a:pt x="23" y="86"/>
                    </a:lnTo>
                    <a:lnTo>
                      <a:pt x="11" y="79"/>
                    </a:lnTo>
                    <a:lnTo>
                      <a:pt x="23" y="86"/>
                    </a:lnTo>
                    <a:lnTo>
                      <a:pt x="0" y="98"/>
                    </a:lnTo>
                    <a:lnTo>
                      <a:pt x="11" y="79"/>
                    </a:lnTo>
                    <a:lnTo>
                      <a:pt x="28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6" name="Freeform 240"/>
              <p:cNvSpPr>
                <a:spLocks/>
              </p:cNvSpPr>
              <p:nvPr/>
            </p:nvSpPr>
            <p:spPr bwMode="auto">
              <a:xfrm>
                <a:off x="2377" y="1482"/>
                <a:ext cx="91" cy="143"/>
              </a:xfrm>
              <a:custGeom>
                <a:avLst/>
                <a:gdLst>
                  <a:gd name="T0" fmla="*/ 74 w 91"/>
                  <a:gd name="T1" fmla="*/ 20 h 143"/>
                  <a:gd name="T2" fmla="*/ 91 w 91"/>
                  <a:gd name="T3" fmla="*/ 15 h 143"/>
                  <a:gd name="T4" fmla="*/ 17 w 91"/>
                  <a:gd name="T5" fmla="*/ 143 h 143"/>
                  <a:gd name="T6" fmla="*/ 0 w 91"/>
                  <a:gd name="T7" fmla="*/ 141 h 143"/>
                  <a:gd name="T8" fmla="*/ 73 w 91"/>
                  <a:gd name="T9" fmla="*/ 12 h 143"/>
                  <a:gd name="T10" fmla="*/ 89 w 91"/>
                  <a:gd name="T11" fmla="*/ 6 h 143"/>
                  <a:gd name="T12" fmla="*/ 73 w 91"/>
                  <a:gd name="T13" fmla="*/ 12 h 143"/>
                  <a:gd name="T14" fmla="*/ 79 w 91"/>
                  <a:gd name="T15" fmla="*/ 0 h 143"/>
                  <a:gd name="T16" fmla="*/ 89 w 91"/>
                  <a:gd name="T17" fmla="*/ 6 h 143"/>
                  <a:gd name="T18" fmla="*/ 74 w 91"/>
                  <a:gd name="T19" fmla="*/ 2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43"/>
                  <a:gd name="T32" fmla="*/ 91 w 91"/>
                  <a:gd name="T33" fmla="*/ 143 h 1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43">
                    <a:moveTo>
                      <a:pt x="74" y="20"/>
                    </a:moveTo>
                    <a:lnTo>
                      <a:pt x="91" y="15"/>
                    </a:lnTo>
                    <a:lnTo>
                      <a:pt x="17" y="143"/>
                    </a:lnTo>
                    <a:lnTo>
                      <a:pt x="0" y="141"/>
                    </a:lnTo>
                    <a:lnTo>
                      <a:pt x="73" y="12"/>
                    </a:lnTo>
                    <a:lnTo>
                      <a:pt x="89" y="6"/>
                    </a:lnTo>
                    <a:lnTo>
                      <a:pt x="73" y="12"/>
                    </a:lnTo>
                    <a:lnTo>
                      <a:pt x="79" y="0"/>
                    </a:lnTo>
                    <a:lnTo>
                      <a:pt x="89" y="6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7" name="Freeform 241"/>
              <p:cNvSpPr>
                <a:spLocks/>
              </p:cNvSpPr>
              <p:nvPr/>
            </p:nvSpPr>
            <p:spPr bwMode="auto">
              <a:xfrm>
                <a:off x="2453" y="1488"/>
                <a:ext cx="102" cy="69"/>
              </a:xfrm>
              <a:custGeom>
                <a:avLst/>
                <a:gdLst>
                  <a:gd name="T0" fmla="*/ 82 w 102"/>
                  <a:gd name="T1" fmla="*/ 57 h 69"/>
                  <a:gd name="T2" fmla="*/ 78 w 102"/>
                  <a:gd name="T3" fmla="*/ 69 h 69"/>
                  <a:gd name="T4" fmla="*/ 0 w 102"/>
                  <a:gd name="T5" fmla="*/ 14 h 69"/>
                  <a:gd name="T6" fmla="*/ 15 w 102"/>
                  <a:gd name="T7" fmla="*/ 0 h 69"/>
                  <a:gd name="T8" fmla="*/ 92 w 102"/>
                  <a:gd name="T9" fmla="*/ 57 h 69"/>
                  <a:gd name="T10" fmla="*/ 89 w 102"/>
                  <a:gd name="T11" fmla="*/ 68 h 69"/>
                  <a:gd name="T12" fmla="*/ 92 w 102"/>
                  <a:gd name="T13" fmla="*/ 57 h 69"/>
                  <a:gd name="T14" fmla="*/ 102 w 102"/>
                  <a:gd name="T15" fmla="*/ 62 h 69"/>
                  <a:gd name="T16" fmla="*/ 89 w 102"/>
                  <a:gd name="T17" fmla="*/ 68 h 69"/>
                  <a:gd name="T18" fmla="*/ 82 w 102"/>
                  <a:gd name="T19" fmla="*/ 57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69"/>
                  <a:gd name="T32" fmla="*/ 102 w 102"/>
                  <a:gd name="T33" fmla="*/ 69 h 6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69">
                    <a:moveTo>
                      <a:pt x="82" y="57"/>
                    </a:moveTo>
                    <a:lnTo>
                      <a:pt x="78" y="69"/>
                    </a:lnTo>
                    <a:lnTo>
                      <a:pt x="0" y="14"/>
                    </a:lnTo>
                    <a:lnTo>
                      <a:pt x="15" y="0"/>
                    </a:lnTo>
                    <a:lnTo>
                      <a:pt x="92" y="57"/>
                    </a:lnTo>
                    <a:lnTo>
                      <a:pt x="89" y="68"/>
                    </a:lnTo>
                    <a:lnTo>
                      <a:pt x="92" y="57"/>
                    </a:lnTo>
                    <a:lnTo>
                      <a:pt x="102" y="62"/>
                    </a:lnTo>
                    <a:lnTo>
                      <a:pt x="89" y="68"/>
                    </a:lnTo>
                    <a:lnTo>
                      <a:pt x="82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8" name="Freeform 242"/>
              <p:cNvSpPr>
                <a:spLocks/>
              </p:cNvSpPr>
              <p:nvPr/>
            </p:nvSpPr>
            <p:spPr bwMode="auto">
              <a:xfrm>
                <a:off x="2405" y="1565"/>
                <a:ext cx="45" cy="33"/>
              </a:xfrm>
              <a:custGeom>
                <a:avLst/>
                <a:gdLst>
                  <a:gd name="T0" fmla="*/ 45 w 45"/>
                  <a:gd name="T1" fmla="*/ 17 h 33"/>
                  <a:gd name="T2" fmla="*/ 29 w 45"/>
                  <a:gd name="T3" fmla="*/ 33 h 33"/>
                  <a:gd name="T4" fmla="*/ 0 w 45"/>
                  <a:gd name="T5" fmla="*/ 16 h 33"/>
                  <a:gd name="T6" fmla="*/ 16 w 45"/>
                  <a:gd name="T7" fmla="*/ 0 h 33"/>
                  <a:gd name="T8" fmla="*/ 45 w 45"/>
                  <a:gd name="T9" fmla="*/ 1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3"/>
                  <a:gd name="T17" fmla="*/ 45 w 45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3">
                    <a:moveTo>
                      <a:pt x="45" y="17"/>
                    </a:moveTo>
                    <a:lnTo>
                      <a:pt x="29" y="33"/>
                    </a:lnTo>
                    <a:lnTo>
                      <a:pt x="0" y="16"/>
                    </a:lnTo>
                    <a:lnTo>
                      <a:pt x="16" y="0"/>
                    </a:lnTo>
                    <a:lnTo>
                      <a:pt x="45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49" name="Freeform 243"/>
              <p:cNvSpPr>
                <a:spLocks/>
              </p:cNvSpPr>
              <p:nvPr/>
            </p:nvSpPr>
            <p:spPr bwMode="auto">
              <a:xfrm>
                <a:off x="2423" y="1429"/>
                <a:ext cx="197" cy="156"/>
              </a:xfrm>
              <a:custGeom>
                <a:avLst/>
                <a:gdLst>
                  <a:gd name="T0" fmla="*/ 197 w 197"/>
                  <a:gd name="T1" fmla="*/ 26 h 156"/>
                  <a:gd name="T2" fmla="*/ 197 w 197"/>
                  <a:gd name="T3" fmla="*/ 26 h 156"/>
                  <a:gd name="T4" fmla="*/ 172 w 197"/>
                  <a:gd name="T5" fmla="*/ 42 h 156"/>
                  <a:gd name="T6" fmla="*/ 150 w 197"/>
                  <a:gd name="T7" fmla="*/ 57 h 156"/>
                  <a:gd name="T8" fmla="*/ 127 w 197"/>
                  <a:gd name="T9" fmla="*/ 73 h 156"/>
                  <a:gd name="T10" fmla="*/ 106 w 197"/>
                  <a:gd name="T11" fmla="*/ 88 h 156"/>
                  <a:gd name="T12" fmla="*/ 85 w 197"/>
                  <a:gd name="T13" fmla="*/ 104 h 156"/>
                  <a:gd name="T14" fmla="*/ 66 w 197"/>
                  <a:gd name="T15" fmla="*/ 120 h 156"/>
                  <a:gd name="T16" fmla="*/ 47 w 197"/>
                  <a:gd name="T17" fmla="*/ 137 h 156"/>
                  <a:gd name="T18" fmla="*/ 28 w 197"/>
                  <a:gd name="T19" fmla="*/ 156 h 156"/>
                  <a:gd name="T20" fmla="*/ 0 w 197"/>
                  <a:gd name="T21" fmla="*/ 138 h 156"/>
                  <a:gd name="T22" fmla="*/ 20 w 197"/>
                  <a:gd name="T23" fmla="*/ 118 h 156"/>
                  <a:gd name="T24" fmla="*/ 41 w 197"/>
                  <a:gd name="T25" fmla="*/ 100 h 156"/>
                  <a:gd name="T26" fmla="*/ 62 w 197"/>
                  <a:gd name="T27" fmla="*/ 83 h 156"/>
                  <a:gd name="T28" fmla="*/ 83 w 197"/>
                  <a:gd name="T29" fmla="*/ 65 h 156"/>
                  <a:gd name="T30" fmla="*/ 106 w 197"/>
                  <a:gd name="T31" fmla="*/ 48 h 156"/>
                  <a:gd name="T32" fmla="*/ 129 w 197"/>
                  <a:gd name="T33" fmla="*/ 32 h 156"/>
                  <a:gd name="T34" fmla="*/ 154 w 197"/>
                  <a:gd name="T35" fmla="*/ 17 h 156"/>
                  <a:gd name="T36" fmla="*/ 179 w 197"/>
                  <a:gd name="T37" fmla="*/ 0 h 156"/>
                  <a:gd name="T38" fmla="*/ 197 w 197"/>
                  <a:gd name="T39" fmla="*/ 26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7"/>
                  <a:gd name="T61" fmla="*/ 0 h 156"/>
                  <a:gd name="T62" fmla="*/ 197 w 197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7" h="156">
                    <a:moveTo>
                      <a:pt x="197" y="26"/>
                    </a:moveTo>
                    <a:lnTo>
                      <a:pt x="197" y="26"/>
                    </a:lnTo>
                    <a:lnTo>
                      <a:pt x="172" y="42"/>
                    </a:lnTo>
                    <a:lnTo>
                      <a:pt x="150" y="57"/>
                    </a:lnTo>
                    <a:lnTo>
                      <a:pt x="127" y="73"/>
                    </a:lnTo>
                    <a:lnTo>
                      <a:pt x="106" y="88"/>
                    </a:lnTo>
                    <a:lnTo>
                      <a:pt x="85" y="104"/>
                    </a:lnTo>
                    <a:lnTo>
                      <a:pt x="66" y="120"/>
                    </a:lnTo>
                    <a:lnTo>
                      <a:pt x="47" y="137"/>
                    </a:lnTo>
                    <a:lnTo>
                      <a:pt x="28" y="156"/>
                    </a:lnTo>
                    <a:lnTo>
                      <a:pt x="0" y="138"/>
                    </a:lnTo>
                    <a:lnTo>
                      <a:pt x="20" y="118"/>
                    </a:lnTo>
                    <a:lnTo>
                      <a:pt x="41" y="100"/>
                    </a:lnTo>
                    <a:lnTo>
                      <a:pt x="62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4" y="17"/>
                    </a:lnTo>
                    <a:lnTo>
                      <a:pt x="179" y="0"/>
                    </a:lnTo>
                    <a:lnTo>
                      <a:pt x="197" y="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0" name="Freeform 244"/>
              <p:cNvSpPr>
                <a:spLocks/>
              </p:cNvSpPr>
              <p:nvPr/>
            </p:nvSpPr>
            <p:spPr bwMode="auto">
              <a:xfrm>
                <a:off x="2608" y="1336"/>
                <a:ext cx="196" cy="120"/>
              </a:xfrm>
              <a:custGeom>
                <a:avLst/>
                <a:gdLst>
                  <a:gd name="T0" fmla="*/ 196 w 196"/>
                  <a:gd name="T1" fmla="*/ 32 h 120"/>
                  <a:gd name="T2" fmla="*/ 174 w 196"/>
                  <a:gd name="T3" fmla="*/ 41 h 120"/>
                  <a:gd name="T4" fmla="*/ 152 w 196"/>
                  <a:gd name="T5" fmla="*/ 49 h 120"/>
                  <a:gd name="T6" fmla="*/ 128 w 196"/>
                  <a:gd name="T7" fmla="*/ 60 h 120"/>
                  <a:gd name="T8" fmla="*/ 106 w 196"/>
                  <a:gd name="T9" fmla="*/ 71 h 120"/>
                  <a:gd name="T10" fmla="*/ 83 w 196"/>
                  <a:gd name="T11" fmla="*/ 83 h 120"/>
                  <a:gd name="T12" fmla="*/ 61 w 196"/>
                  <a:gd name="T13" fmla="*/ 94 h 120"/>
                  <a:gd name="T14" fmla="*/ 38 w 196"/>
                  <a:gd name="T15" fmla="*/ 107 h 120"/>
                  <a:gd name="T16" fmla="*/ 17 w 196"/>
                  <a:gd name="T17" fmla="*/ 120 h 120"/>
                  <a:gd name="T18" fmla="*/ 0 w 196"/>
                  <a:gd name="T19" fmla="*/ 94 h 120"/>
                  <a:gd name="T20" fmla="*/ 22 w 196"/>
                  <a:gd name="T21" fmla="*/ 79 h 120"/>
                  <a:gd name="T22" fmla="*/ 45 w 196"/>
                  <a:gd name="T23" fmla="*/ 67 h 120"/>
                  <a:gd name="T24" fmla="*/ 70 w 196"/>
                  <a:gd name="T25" fmla="*/ 54 h 120"/>
                  <a:gd name="T26" fmla="*/ 93 w 196"/>
                  <a:gd name="T27" fmla="*/ 42 h 120"/>
                  <a:gd name="T28" fmla="*/ 116 w 196"/>
                  <a:gd name="T29" fmla="*/ 31 h 120"/>
                  <a:gd name="T30" fmla="*/ 141 w 196"/>
                  <a:gd name="T31" fmla="*/ 20 h 120"/>
                  <a:gd name="T32" fmla="*/ 165 w 196"/>
                  <a:gd name="T33" fmla="*/ 9 h 120"/>
                  <a:gd name="T34" fmla="*/ 190 w 196"/>
                  <a:gd name="T35" fmla="*/ 0 h 120"/>
                  <a:gd name="T36" fmla="*/ 196 w 196"/>
                  <a:gd name="T37" fmla="*/ 32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0"/>
                  <a:gd name="T59" fmla="*/ 196 w 196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0">
                    <a:moveTo>
                      <a:pt x="196" y="32"/>
                    </a:moveTo>
                    <a:lnTo>
                      <a:pt x="174" y="41"/>
                    </a:lnTo>
                    <a:lnTo>
                      <a:pt x="152" y="49"/>
                    </a:lnTo>
                    <a:lnTo>
                      <a:pt x="128" y="60"/>
                    </a:lnTo>
                    <a:lnTo>
                      <a:pt x="106" y="71"/>
                    </a:lnTo>
                    <a:lnTo>
                      <a:pt x="83" y="83"/>
                    </a:lnTo>
                    <a:lnTo>
                      <a:pt x="61" y="94"/>
                    </a:lnTo>
                    <a:lnTo>
                      <a:pt x="38" y="107"/>
                    </a:lnTo>
                    <a:lnTo>
                      <a:pt x="17" y="120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5" y="67"/>
                    </a:lnTo>
                    <a:lnTo>
                      <a:pt x="70" y="54"/>
                    </a:lnTo>
                    <a:lnTo>
                      <a:pt x="93" y="42"/>
                    </a:lnTo>
                    <a:lnTo>
                      <a:pt x="116" y="31"/>
                    </a:lnTo>
                    <a:lnTo>
                      <a:pt x="141" y="20"/>
                    </a:lnTo>
                    <a:lnTo>
                      <a:pt x="165" y="9"/>
                    </a:lnTo>
                    <a:lnTo>
                      <a:pt x="190" y="0"/>
                    </a:lnTo>
                    <a:lnTo>
                      <a:pt x="19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1" name="Freeform 245"/>
              <p:cNvSpPr>
                <a:spLocks/>
              </p:cNvSpPr>
              <p:nvPr/>
            </p:nvSpPr>
            <p:spPr bwMode="auto">
              <a:xfrm>
                <a:off x="2799" y="1331"/>
                <a:ext cx="27" cy="37"/>
              </a:xfrm>
              <a:custGeom>
                <a:avLst/>
                <a:gdLst>
                  <a:gd name="T0" fmla="*/ 0 w 27"/>
                  <a:gd name="T1" fmla="*/ 9 h 37"/>
                  <a:gd name="T2" fmla="*/ 19 w 27"/>
                  <a:gd name="T3" fmla="*/ 0 h 37"/>
                  <a:gd name="T4" fmla="*/ 27 w 27"/>
                  <a:gd name="T5" fmla="*/ 31 h 37"/>
                  <a:gd name="T6" fmla="*/ 8 w 27"/>
                  <a:gd name="T7" fmla="*/ 37 h 37"/>
                  <a:gd name="T8" fmla="*/ 0 w 27"/>
                  <a:gd name="T9" fmla="*/ 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0" y="9"/>
                    </a:moveTo>
                    <a:lnTo>
                      <a:pt x="19" y="0"/>
                    </a:lnTo>
                    <a:lnTo>
                      <a:pt x="27" y="31"/>
                    </a:lnTo>
                    <a:lnTo>
                      <a:pt x="8" y="3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2" name="Freeform 246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3" name="Freeform 247"/>
              <p:cNvSpPr>
                <a:spLocks/>
              </p:cNvSpPr>
              <p:nvPr/>
            </p:nvSpPr>
            <p:spPr bwMode="auto">
              <a:xfrm>
                <a:off x="2376" y="1545"/>
                <a:ext cx="163" cy="87"/>
              </a:xfrm>
              <a:custGeom>
                <a:avLst/>
                <a:gdLst>
                  <a:gd name="T0" fmla="*/ 16 w 163"/>
                  <a:gd name="T1" fmla="*/ 77 h 87"/>
                  <a:gd name="T2" fmla="*/ 9 w 163"/>
                  <a:gd name="T3" fmla="*/ 72 h 87"/>
                  <a:gd name="T4" fmla="*/ 159 w 163"/>
                  <a:gd name="T5" fmla="*/ 0 h 87"/>
                  <a:gd name="T6" fmla="*/ 163 w 163"/>
                  <a:gd name="T7" fmla="*/ 8 h 87"/>
                  <a:gd name="T8" fmla="*/ 14 w 163"/>
                  <a:gd name="T9" fmla="*/ 81 h 87"/>
                  <a:gd name="T10" fmla="*/ 6 w 163"/>
                  <a:gd name="T11" fmla="*/ 77 h 87"/>
                  <a:gd name="T12" fmla="*/ 14 w 163"/>
                  <a:gd name="T13" fmla="*/ 81 h 87"/>
                  <a:gd name="T14" fmla="*/ 0 w 163"/>
                  <a:gd name="T15" fmla="*/ 87 h 87"/>
                  <a:gd name="T16" fmla="*/ 6 w 163"/>
                  <a:gd name="T17" fmla="*/ 77 h 87"/>
                  <a:gd name="T18" fmla="*/ 16 w 163"/>
                  <a:gd name="T19" fmla="*/ 7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3"/>
                  <a:gd name="T31" fmla="*/ 0 h 87"/>
                  <a:gd name="T32" fmla="*/ 163 w 163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3" h="87">
                    <a:moveTo>
                      <a:pt x="16" y="77"/>
                    </a:moveTo>
                    <a:lnTo>
                      <a:pt x="9" y="72"/>
                    </a:lnTo>
                    <a:lnTo>
                      <a:pt x="159" y="0"/>
                    </a:lnTo>
                    <a:lnTo>
                      <a:pt x="163" y="8"/>
                    </a:lnTo>
                    <a:lnTo>
                      <a:pt x="14" y="81"/>
                    </a:lnTo>
                    <a:lnTo>
                      <a:pt x="6" y="77"/>
                    </a:lnTo>
                    <a:lnTo>
                      <a:pt x="14" y="81"/>
                    </a:lnTo>
                    <a:lnTo>
                      <a:pt x="0" y="87"/>
                    </a:lnTo>
                    <a:lnTo>
                      <a:pt x="6" y="77"/>
                    </a:lnTo>
                    <a:lnTo>
                      <a:pt x="16" y="7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4" name="Freeform 248"/>
              <p:cNvSpPr>
                <a:spLocks/>
              </p:cNvSpPr>
              <p:nvPr/>
            </p:nvSpPr>
            <p:spPr bwMode="auto">
              <a:xfrm>
                <a:off x="2380" y="1486"/>
                <a:ext cx="82" cy="138"/>
              </a:xfrm>
              <a:custGeom>
                <a:avLst/>
                <a:gdLst>
                  <a:gd name="T0" fmla="*/ 72 w 82"/>
                  <a:gd name="T1" fmla="*/ 13 h 138"/>
                  <a:gd name="T2" fmla="*/ 82 w 82"/>
                  <a:gd name="T3" fmla="*/ 8 h 138"/>
                  <a:gd name="T4" fmla="*/ 9 w 82"/>
                  <a:gd name="T5" fmla="*/ 138 h 138"/>
                  <a:gd name="T6" fmla="*/ 0 w 82"/>
                  <a:gd name="T7" fmla="*/ 136 h 138"/>
                  <a:gd name="T8" fmla="*/ 72 w 82"/>
                  <a:gd name="T9" fmla="*/ 7 h 138"/>
                  <a:gd name="T10" fmla="*/ 81 w 82"/>
                  <a:gd name="T11" fmla="*/ 4 h 138"/>
                  <a:gd name="T12" fmla="*/ 72 w 82"/>
                  <a:gd name="T13" fmla="*/ 7 h 138"/>
                  <a:gd name="T14" fmla="*/ 76 w 82"/>
                  <a:gd name="T15" fmla="*/ 0 h 138"/>
                  <a:gd name="T16" fmla="*/ 81 w 82"/>
                  <a:gd name="T17" fmla="*/ 4 h 138"/>
                  <a:gd name="T18" fmla="*/ 72 w 82"/>
                  <a:gd name="T19" fmla="*/ 13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138"/>
                  <a:gd name="T32" fmla="*/ 82 w 82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138">
                    <a:moveTo>
                      <a:pt x="72" y="13"/>
                    </a:moveTo>
                    <a:lnTo>
                      <a:pt x="82" y="8"/>
                    </a:lnTo>
                    <a:lnTo>
                      <a:pt x="9" y="138"/>
                    </a:lnTo>
                    <a:lnTo>
                      <a:pt x="0" y="136"/>
                    </a:lnTo>
                    <a:lnTo>
                      <a:pt x="72" y="7"/>
                    </a:lnTo>
                    <a:lnTo>
                      <a:pt x="81" y="4"/>
                    </a:lnTo>
                    <a:lnTo>
                      <a:pt x="72" y="7"/>
                    </a:lnTo>
                    <a:lnTo>
                      <a:pt x="76" y="0"/>
                    </a:lnTo>
                    <a:lnTo>
                      <a:pt x="81" y="4"/>
                    </a:lnTo>
                    <a:lnTo>
                      <a:pt x="72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5" name="Freeform 249"/>
              <p:cNvSpPr>
                <a:spLocks/>
              </p:cNvSpPr>
              <p:nvPr/>
            </p:nvSpPr>
            <p:spPr bwMode="auto">
              <a:xfrm>
                <a:off x="2454" y="1491"/>
                <a:ext cx="92" cy="63"/>
              </a:xfrm>
              <a:custGeom>
                <a:avLst/>
                <a:gdLst>
                  <a:gd name="T0" fmla="*/ 80 w 92"/>
                  <a:gd name="T1" fmla="*/ 55 h 63"/>
                  <a:gd name="T2" fmla="*/ 77 w 92"/>
                  <a:gd name="T3" fmla="*/ 63 h 63"/>
                  <a:gd name="T4" fmla="*/ 0 w 92"/>
                  <a:gd name="T5" fmla="*/ 9 h 63"/>
                  <a:gd name="T6" fmla="*/ 8 w 92"/>
                  <a:gd name="T7" fmla="*/ 0 h 63"/>
                  <a:gd name="T8" fmla="*/ 88 w 92"/>
                  <a:gd name="T9" fmla="*/ 55 h 63"/>
                  <a:gd name="T10" fmla="*/ 83 w 92"/>
                  <a:gd name="T11" fmla="*/ 63 h 63"/>
                  <a:gd name="T12" fmla="*/ 88 w 92"/>
                  <a:gd name="T13" fmla="*/ 55 h 63"/>
                  <a:gd name="T14" fmla="*/ 92 w 92"/>
                  <a:gd name="T15" fmla="*/ 60 h 63"/>
                  <a:gd name="T16" fmla="*/ 83 w 92"/>
                  <a:gd name="T17" fmla="*/ 63 h 63"/>
                  <a:gd name="T18" fmla="*/ 80 w 92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3"/>
                  <a:gd name="T32" fmla="*/ 92 w 92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3">
                    <a:moveTo>
                      <a:pt x="80" y="55"/>
                    </a:moveTo>
                    <a:lnTo>
                      <a:pt x="77" y="63"/>
                    </a:lnTo>
                    <a:lnTo>
                      <a:pt x="0" y="9"/>
                    </a:lnTo>
                    <a:lnTo>
                      <a:pt x="8" y="0"/>
                    </a:lnTo>
                    <a:lnTo>
                      <a:pt x="88" y="55"/>
                    </a:lnTo>
                    <a:lnTo>
                      <a:pt x="83" y="63"/>
                    </a:lnTo>
                    <a:lnTo>
                      <a:pt x="88" y="55"/>
                    </a:lnTo>
                    <a:lnTo>
                      <a:pt x="92" y="60"/>
                    </a:lnTo>
                    <a:lnTo>
                      <a:pt x="83" y="63"/>
                    </a:lnTo>
                    <a:lnTo>
                      <a:pt x="80" y="5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6" name="Freeform 250"/>
              <p:cNvSpPr>
                <a:spLocks/>
              </p:cNvSpPr>
              <p:nvPr/>
            </p:nvSpPr>
            <p:spPr bwMode="auto">
              <a:xfrm>
                <a:off x="2409" y="1567"/>
                <a:ext cx="38" cy="28"/>
              </a:xfrm>
              <a:custGeom>
                <a:avLst/>
                <a:gdLst>
                  <a:gd name="T0" fmla="*/ 38 w 38"/>
                  <a:gd name="T1" fmla="*/ 15 h 28"/>
                  <a:gd name="T2" fmla="*/ 25 w 38"/>
                  <a:gd name="T3" fmla="*/ 28 h 28"/>
                  <a:gd name="T4" fmla="*/ 0 w 38"/>
                  <a:gd name="T5" fmla="*/ 13 h 28"/>
                  <a:gd name="T6" fmla="*/ 14 w 38"/>
                  <a:gd name="T7" fmla="*/ 0 h 28"/>
                  <a:gd name="T8" fmla="*/ 38 w 38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8"/>
                  <a:gd name="T17" fmla="*/ 38 w 38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8">
                    <a:moveTo>
                      <a:pt x="38" y="15"/>
                    </a:moveTo>
                    <a:lnTo>
                      <a:pt x="25" y="28"/>
                    </a:lnTo>
                    <a:lnTo>
                      <a:pt x="0" y="13"/>
                    </a:lnTo>
                    <a:lnTo>
                      <a:pt x="14" y="0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7" name="Freeform 251"/>
              <p:cNvSpPr>
                <a:spLocks/>
              </p:cNvSpPr>
              <p:nvPr/>
            </p:nvSpPr>
            <p:spPr bwMode="auto">
              <a:xfrm>
                <a:off x="2425" y="1429"/>
                <a:ext cx="193" cy="153"/>
              </a:xfrm>
              <a:custGeom>
                <a:avLst/>
                <a:gdLst>
                  <a:gd name="T0" fmla="*/ 193 w 193"/>
                  <a:gd name="T1" fmla="*/ 23 h 153"/>
                  <a:gd name="T2" fmla="*/ 193 w 193"/>
                  <a:gd name="T3" fmla="*/ 23 h 153"/>
                  <a:gd name="T4" fmla="*/ 169 w 193"/>
                  <a:gd name="T5" fmla="*/ 39 h 153"/>
                  <a:gd name="T6" fmla="*/ 144 w 193"/>
                  <a:gd name="T7" fmla="*/ 54 h 153"/>
                  <a:gd name="T8" fmla="*/ 123 w 193"/>
                  <a:gd name="T9" fmla="*/ 69 h 153"/>
                  <a:gd name="T10" fmla="*/ 102 w 193"/>
                  <a:gd name="T11" fmla="*/ 85 h 153"/>
                  <a:gd name="T12" fmla="*/ 83 w 193"/>
                  <a:gd name="T13" fmla="*/ 100 h 153"/>
                  <a:gd name="T14" fmla="*/ 62 w 193"/>
                  <a:gd name="T15" fmla="*/ 117 h 153"/>
                  <a:gd name="T16" fmla="*/ 43 w 193"/>
                  <a:gd name="T17" fmla="*/ 134 h 153"/>
                  <a:gd name="T18" fmla="*/ 24 w 193"/>
                  <a:gd name="T19" fmla="*/ 153 h 153"/>
                  <a:gd name="T20" fmla="*/ 0 w 193"/>
                  <a:gd name="T21" fmla="*/ 138 h 153"/>
                  <a:gd name="T22" fmla="*/ 20 w 193"/>
                  <a:gd name="T23" fmla="*/ 119 h 153"/>
                  <a:gd name="T24" fmla="*/ 41 w 193"/>
                  <a:gd name="T25" fmla="*/ 100 h 153"/>
                  <a:gd name="T26" fmla="*/ 61 w 193"/>
                  <a:gd name="T27" fmla="*/ 83 h 153"/>
                  <a:gd name="T28" fmla="*/ 83 w 193"/>
                  <a:gd name="T29" fmla="*/ 65 h 153"/>
                  <a:gd name="T30" fmla="*/ 106 w 193"/>
                  <a:gd name="T31" fmla="*/ 48 h 153"/>
                  <a:gd name="T32" fmla="*/ 129 w 193"/>
                  <a:gd name="T33" fmla="*/ 32 h 153"/>
                  <a:gd name="T34" fmla="*/ 153 w 193"/>
                  <a:gd name="T35" fmla="*/ 16 h 153"/>
                  <a:gd name="T36" fmla="*/ 178 w 193"/>
                  <a:gd name="T37" fmla="*/ 0 h 153"/>
                  <a:gd name="T38" fmla="*/ 193 w 193"/>
                  <a:gd name="T39" fmla="*/ 23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3"/>
                  <a:gd name="T61" fmla="*/ 0 h 153"/>
                  <a:gd name="T62" fmla="*/ 193 w 193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3" h="153">
                    <a:moveTo>
                      <a:pt x="193" y="23"/>
                    </a:moveTo>
                    <a:lnTo>
                      <a:pt x="193" y="23"/>
                    </a:lnTo>
                    <a:lnTo>
                      <a:pt x="169" y="39"/>
                    </a:lnTo>
                    <a:lnTo>
                      <a:pt x="144" y="54"/>
                    </a:lnTo>
                    <a:lnTo>
                      <a:pt x="123" y="69"/>
                    </a:lnTo>
                    <a:lnTo>
                      <a:pt x="102" y="85"/>
                    </a:lnTo>
                    <a:lnTo>
                      <a:pt x="83" y="100"/>
                    </a:lnTo>
                    <a:lnTo>
                      <a:pt x="62" y="117"/>
                    </a:lnTo>
                    <a:lnTo>
                      <a:pt x="43" y="134"/>
                    </a:lnTo>
                    <a:lnTo>
                      <a:pt x="24" y="153"/>
                    </a:lnTo>
                    <a:lnTo>
                      <a:pt x="0" y="138"/>
                    </a:lnTo>
                    <a:lnTo>
                      <a:pt x="20" y="119"/>
                    </a:lnTo>
                    <a:lnTo>
                      <a:pt x="41" y="100"/>
                    </a:lnTo>
                    <a:lnTo>
                      <a:pt x="61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3" y="16"/>
                    </a:lnTo>
                    <a:lnTo>
                      <a:pt x="178" y="0"/>
                    </a:lnTo>
                    <a:lnTo>
                      <a:pt x="193" y="2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8" name="Freeform 252"/>
              <p:cNvSpPr>
                <a:spLocks/>
              </p:cNvSpPr>
              <p:nvPr/>
            </p:nvSpPr>
            <p:spPr bwMode="auto">
              <a:xfrm>
                <a:off x="2607" y="1340"/>
                <a:ext cx="196" cy="115"/>
              </a:xfrm>
              <a:custGeom>
                <a:avLst/>
                <a:gdLst>
                  <a:gd name="T0" fmla="*/ 196 w 196"/>
                  <a:gd name="T1" fmla="*/ 27 h 115"/>
                  <a:gd name="T2" fmla="*/ 173 w 196"/>
                  <a:gd name="T3" fmla="*/ 36 h 115"/>
                  <a:gd name="T4" fmla="*/ 149 w 196"/>
                  <a:gd name="T5" fmla="*/ 45 h 115"/>
                  <a:gd name="T6" fmla="*/ 127 w 196"/>
                  <a:gd name="T7" fmla="*/ 55 h 115"/>
                  <a:gd name="T8" fmla="*/ 104 w 196"/>
                  <a:gd name="T9" fmla="*/ 65 h 115"/>
                  <a:gd name="T10" fmla="*/ 81 w 196"/>
                  <a:gd name="T11" fmla="*/ 76 h 115"/>
                  <a:gd name="T12" fmla="*/ 58 w 196"/>
                  <a:gd name="T13" fmla="*/ 89 h 115"/>
                  <a:gd name="T14" fmla="*/ 36 w 196"/>
                  <a:gd name="T15" fmla="*/ 102 h 115"/>
                  <a:gd name="T16" fmla="*/ 13 w 196"/>
                  <a:gd name="T17" fmla="*/ 115 h 115"/>
                  <a:gd name="T18" fmla="*/ 0 w 196"/>
                  <a:gd name="T19" fmla="*/ 94 h 115"/>
                  <a:gd name="T20" fmla="*/ 22 w 196"/>
                  <a:gd name="T21" fmla="*/ 79 h 115"/>
                  <a:gd name="T22" fmla="*/ 46 w 196"/>
                  <a:gd name="T23" fmla="*/ 65 h 115"/>
                  <a:gd name="T24" fmla="*/ 69 w 196"/>
                  <a:gd name="T25" fmla="*/ 53 h 115"/>
                  <a:gd name="T26" fmla="*/ 93 w 196"/>
                  <a:gd name="T27" fmla="*/ 41 h 115"/>
                  <a:gd name="T28" fmla="*/ 117 w 196"/>
                  <a:gd name="T29" fmla="*/ 29 h 115"/>
                  <a:gd name="T30" fmla="*/ 142 w 196"/>
                  <a:gd name="T31" fmla="*/ 19 h 115"/>
                  <a:gd name="T32" fmla="*/ 165 w 196"/>
                  <a:gd name="T33" fmla="*/ 8 h 115"/>
                  <a:gd name="T34" fmla="*/ 191 w 196"/>
                  <a:gd name="T35" fmla="*/ 0 h 115"/>
                  <a:gd name="T36" fmla="*/ 196 w 196"/>
                  <a:gd name="T37" fmla="*/ 27 h 1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5"/>
                  <a:gd name="T59" fmla="*/ 196 w 196"/>
                  <a:gd name="T60" fmla="*/ 115 h 11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5">
                    <a:moveTo>
                      <a:pt x="196" y="27"/>
                    </a:moveTo>
                    <a:lnTo>
                      <a:pt x="173" y="36"/>
                    </a:lnTo>
                    <a:lnTo>
                      <a:pt x="149" y="45"/>
                    </a:lnTo>
                    <a:lnTo>
                      <a:pt x="127" y="55"/>
                    </a:lnTo>
                    <a:lnTo>
                      <a:pt x="104" y="65"/>
                    </a:lnTo>
                    <a:lnTo>
                      <a:pt x="81" y="76"/>
                    </a:lnTo>
                    <a:lnTo>
                      <a:pt x="58" y="89"/>
                    </a:lnTo>
                    <a:lnTo>
                      <a:pt x="36" y="102"/>
                    </a:lnTo>
                    <a:lnTo>
                      <a:pt x="13" y="115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6" y="65"/>
                    </a:lnTo>
                    <a:lnTo>
                      <a:pt x="69" y="53"/>
                    </a:lnTo>
                    <a:lnTo>
                      <a:pt x="93" y="41"/>
                    </a:lnTo>
                    <a:lnTo>
                      <a:pt x="117" y="29"/>
                    </a:lnTo>
                    <a:lnTo>
                      <a:pt x="142" y="19"/>
                    </a:lnTo>
                    <a:lnTo>
                      <a:pt x="165" y="8"/>
                    </a:lnTo>
                    <a:lnTo>
                      <a:pt x="191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59" name="Freeform 253"/>
              <p:cNvSpPr>
                <a:spLocks/>
              </p:cNvSpPr>
              <p:nvPr/>
            </p:nvSpPr>
            <p:spPr bwMode="auto">
              <a:xfrm>
                <a:off x="2799" y="1333"/>
                <a:ext cx="24" cy="33"/>
              </a:xfrm>
              <a:custGeom>
                <a:avLst/>
                <a:gdLst>
                  <a:gd name="T0" fmla="*/ 0 w 24"/>
                  <a:gd name="T1" fmla="*/ 7 h 33"/>
                  <a:gd name="T2" fmla="*/ 18 w 24"/>
                  <a:gd name="T3" fmla="*/ 0 h 33"/>
                  <a:gd name="T4" fmla="*/ 24 w 24"/>
                  <a:gd name="T5" fmla="*/ 27 h 33"/>
                  <a:gd name="T6" fmla="*/ 5 w 24"/>
                  <a:gd name="T7" fmla="*/ 33 h 33"/>
                  <a:gd name="T8" fmla="*/ 0 w 24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33"/>
                  <a:gd name="T17" fmla="*/ 24 w 2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33">
                    <a:moveTo>
                      <a:pt x="0" y="7"/>
                    </a:moveTo>
                    <a:lnTo>
                      <a:pt x="18" y="0"/>
                    </a:lnTo>
                    <a:lnTo>
                      <a:pt x="24" y="27"/>
                    </a:lnTo>
                    <a:lnTo>
                      <a:pt x="5" y="33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0" name="Freeform 254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1" name="Freeform 255"/>
              <p:cNvSpPr>
                <a:spLocks/>
              </p:cNvSpPr>
              <p:nvPr/>
            </p:nvSpPr>
            <p:spPr bwMode="auto">
              <a:xfrm>
                <a:off x="2231" y="2599"/>
                <a:ext cx="35" cy="188"/>
              </a:xfrm>
              <a:custGeom>
                <a:avLst/>
                <a:gdLst>
                  <a:gd name="T0" fmla="*/ 29 w 35"/>
                  <a:gd name="T1" fmla="*/ 156 h 188"/>
                  <a:gd name="T2" fmla="*/ 18 w 35"/>
                  <a:gd name="T3" fmla="*/ 162 h 188"/>
                  <a:gd name="T4" fmla="*/ 0 w 35"/>
                  <a:gd name="T5" fmla="*/ 0 h 188"/>
                  <a:gd name="T6" fmla="*/ 15 w 35"/>
                  <a:gd name="T7" fmla="*/ 2 h 188"/>
                  <a:gd name="T8" fmla="*/ 33 w 35"/>
                  <a:gd name="T9" fmla="*/ 164 h 188"/>
                  <a:gd name="T10" fmla="*/ 20 w 35"/>
                  <a:gd name="T11" fmla="*/ 170 h 188"/>
                  <a:gd name="T12" fmla="*/ 33 w 35"/>
                  <a:gd name="T13" fmla="*/ 164 h 188"/>
                  <a:gd name="T14" fmla="*/ 35 w 35"/>
                  <a:gd name="T15" fmla="*/ 188 h 188"/>
                  <a:gd name="T16" fmla="*/ 20 w 35"/>
                  <a:gd name="T17" fmla="*/ 170 h 188"/>
                  <a:gd name="T18" fmla="*/ 29 w 35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88"/>
                  <a:gd name="T32" fmla="*/ 35 w 35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88">
                    <a:moveTo>
                      <a:pt x="29" y="156"/>
                    </a:moveTo>
                    <a:lnTo>
                      <a:pt x="18" y="16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33" y="164"/>
                    </a:lnTo>
                    <a:lnTo>
                      <a:pt x="20" y="170"/>
                    </a:lnTo>
                    <a:lnTo>
                      <a:pt x="33" y="164"/>
                    </a:lnTo>
                    <a:lnTo>
                      <a:pt x="35" y="188"/>
                    </a:lnTo>
                    <a:lnTo>
                      <a:pt x="20" y="170"/>
                    </a:lnTo>
                    <a:lnTo>
                      <a:pt x="29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2" name="Freeform 256"/>
              <p:cNvSpPr>
                <a:spLocks/>
              </p:cNvSpPr>
              <p:nvPr/>
            </p:nvSpPr>
            <p:spPr bwMode="auto">
              <a:xfrm>
                <a:off x="2144" y="2630"/>
                <a:ext cx="116" cy="138"/>
              </a:xfrm>
              <a:custGeom>
                <a:avLst/>
                <a:gdLst>
                  <a:gd name="T0" fmla="*/ 17 w 116"/>
                  <a:gd name="T1" fmla="*/ 19 h 138"/>
                  <a:gd name="T2" fmla="*/ 18 w 116"/>
                  <a:gd name="T3" fmla="*/ 2 h 138"/>
                  <a:gd name="T4" fmla="*/ 116 w 116"/>
                  <a:gd name="T5" fmla="*/ 125 h 138"/>
                  <a:gd name="T6" fmla="*/ 108 w 116"/>
                  <a:gd name="T7" fmla="*/ 138 h 138"/>
                  <a:gd name="T8" fmla="*/ 10 w 116"/>
                  <a:gd name="T9" fmla="*/ 16 h 138"/>
                  <a:gd name="T10" fmla="*/ 11 w 116"/>
                  <a:gd name="T11" fmla="*/ 0 h 138"/>
                  <a:gd name="T12" fmla="*/ 10 w 116"/>
                  <a:gd name="T13" fmla="*/ 16 h 138"/>
                  <a:gd name="T14" fmla="*/ 0 w 116"/>
                  <a:gd name="T15" fmla="*/ 4 h 138"/>
                  <a:gd name="T16" fmla="*/ 11 w 116"/>
                  <a:gd name="T17" fmla="*/ 0 h 138"/>
                  <a:gd name="T18" fmla="*/ 17 w 116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6"/>
                  <a:gd name="T31" fmla="*/ 0 h 138"/>
                  <a:gd name="T32" fmla="*/ 116 w 116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6" h="138">
                    <a:moveTo>
                      <a:pt x="17" y="19"/>
                    </a:moveTo>
                    <a:lnTo>
                      <a:pt x="18" y="2"/>
                    </a:lnTo>
                    <a:lnTo>
                      <a:pt x="116" y="125"/>
                    </a:lnTo>
                    <a:lnTo>
                      <a:pt x="108" y="138"/>
                    </a:lnTo>
                    <a:lnTo>
                      <a:pt x="10" y="16"/>
                    </a:lnTo>
                    <a:lnTo>
                      <a:pt x="11" y="0"/>
                    </a:lnTo>
                    <a:lnTo>
                      <a:pt x="10" y="16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3" name="Freeform 257"/>
              <p:cNvSpPr>
                <a:spLocks/>
              </p:cNvSpPr>
              <p:nvPr/>
            </p:nvSpPr>
            <p:spPr bwMode="auto">
              <a:xfrm>
                <a:off x="2150" y="2585"/>
                <a:ext cx="94" cy="64"/>
              </a:xfrm>
              <a:custGeom>
                <a:avLst/>
                <a:gdLst>
                  <a:gd name="T0" fmla="*/ 79 w 94"/>
                  <a:gd name="T1" fmla="*/ 13 h 64"/>
                  <a:gd name="T2" fmla="*/ 91 w 94"/>
                  <a:gd name="T3" fmla="*/ 24 h 64"/>
                  <a:gd name="T4" fmla="*/ 9 w 94"/>
                  <a:gd name="T5" fmla="*/ 64 h 64"/>
                  <a:gd name="T6" fmla="*/ 0 w 94"/>
                  <a:gd name="T7" fmla="*/ 45 h 64"/>
                  <a:gd name="T8" fmla="*/ 84 w 94"/>
                  <a:gd name="T9" fmla="*/ 4 h 64"/>
                  <a:gd name="T10" fmla="*/ 94 w 94"/>
                  <a:gd name="T11" fmla="*/ 15 h 64"/>
                  <a:gd name="T12" fmla="*/ 84 w 94"/>
                  <a:gd name="T13" fmla="*/ 4 h 64"/>
                  <a:gd name="T14" fmla="*/ 93 w 94"/>
                  <a:gd name="T15" fmla="*/ 0 h 64"/>
                  <a:gd name="T16" fmla="*/ 94 w 94"/>
                  <a:gd name="T17" fmla="*/ 15 h 64"/>
                  <a:gd name="T18" fmla="*/ 79 w 94"/>
                  <a:gd name="T19" fmla="*/ 1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4"/>
                  <a:gd name="T32" fmla="*/ 94 w 94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4">
                    <a:moveTo>
                      <a:pt x="79" y="13"/>
                    </a:moveTo>
                    <a:lnTo>
                      <a:pt x="91" y="24"/>
                    </a:lnTo>
                    <a:lnTo>
                      <a:pt x="9" y="64"/>
                    </a:lnTo>
                    <a:lnTo>
                      <a:pt x="0" y="45"/>
                    </a:lnTo>
                    <a:lnTo>
                      <a:pt x="84" y="4"/>
                    </a:lnTo>
                    <a:lnTo>
                      <a:pt x="94" y="15"/>
                    </a:lnTo>
                    <a:lnTo>
                      <a:pt x="84" y="4"/>
                    </a:lnTo>
                    <a:lnTo>
                      <a:pt x="93" y="0"/>
                    </a:lnTo>
                    <a:lnTo>
                      <a:pt x="94" y="15"/>
                    </a:lnTo>
                    <a:lnTo>
                      <a:pt x="79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4" name="Freeform 258"/>
              <p:cNvSpPr>
                <a:spLocks/>
              </p:cNvSpPr>
              <p:nvPr/>
            </p:nvSpPr>
            <p:spPr bwMode="auto">
              <a:xfrm>
                <a:off x="2220" y="2704"/>
                <a:ext cx="36" cy="34"/>
              </a:xfrm>
              <a:custGeom>
                <a:avLst/>
                <a:gdLst>
                  <a:gd name="T0" fmla="*/ 28 w 36"/>
                  <a:gd name="T1" fmla="*/ 0 h 34"/>
                  <a:gd name="T2" fmla="*/ 36 w 36"/>
                  <a:gd name="T3" fmla="*/ 19 h 34"/>
                  <a:gd name="T4" fmla="*/ 7 w 36"/>
                  <a:gd name="T5" fmla="*/ 34 h 34"/>
                  <a:gd name="T6" fmla="*/ 0 w 36"/>
                  <a:gd name="T7" fmla="*/ 15 h 34"/>
                  <a:gd name="T8" fmla="*/ 28 w 36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4"/>
                  <a:gd name="T17" fmla="*/ 36 w 3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4">
                    <a:moveTo>
                      <a:pt x="28" y="0"/>
                    </a:moveTo>
                    <a:lnTo>
                      <a:pt x="36" y="19"/>
                    </a:lnTo>
                    <a:lnTo>
                      <a:pt x="7" y="34"/>
                    </a:lnTo>
                    <a:lnTo>
                      <a:pt x="0" y="1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5" name="Freeform 259"/>
              <p:cNvSpPr>
                <a:spLocks/>
              </p:cNvSpPr>
              <p:nvPr/>
            </p:nvSpPr>
            <p:spPr bwMode="auto">
              <a:xfrm>
                <a:off x="2142" y="2485"/>
                <a:ext cx="101" cy="233"/>
              </a:xfrm>
              <a:custGeom>
                <a:avLst/>
                <a:gdLst>
                  <a:gd name="T0" fmla="*/ 32 w 101"/>
                  <a:gd name="T1" fmla="*/ 0 h 233"/>
                  <a:gd name="T2" fmla="*/ 32 w 101"/>
                  <a:gd name="T3" fmla="*/ 0 h 233"/>
                  <a:gd name="T4" fmla="*/ 45 w 101"/>
                  <a:gd name="T5" fmla="*/ 56 h 233"/>
                  <a:gd name="T6" fmla="*/ 61 w 101"/>
                  <a:gd name="T7" fmla="*/ 112 h 233"/>
                  <a:gd name="T8" fmla="*/ 80 w 101"/>
                  <a:gd name="T9" fmla="*/ 165 h 233"/>
                  <a:gd name="T10" fmla="*/ 101 w 101"/>
                  <a:gd name="T11" fmla="*/ 217 h 233"/>
                  <a:gd name="T12" fmla="*/ 75 w 101"/>
                  <a:gd name="T13" fmla="*/ 233 h 233"/>
                  <a:gd name="T14" fmla="*/ 52 w 101"/>
                  <a:gd name="T15" fmla="*/ 178 h 233"/>
                  <a:gd name="T16" fmla="*/ 31 w 101"/>
                  <a:gd name="T17" fmla="*/ 122 h 233"/>
                  <a:gd name="T18" fmla="*/ 15 w 101"/>
                  <a:gd name="T19" fmla="*/ 63 h 233"/>
                  <a:gd name="T20" fmla="*/ 0 w 101"/>
                  <a:gd name="T21" fmla="*/ 3 h 233"/>
                  <a:gd name="T22" fmla="*/ 32 w 101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233"/>
                  <a:gd name="T38" fmla="*/ 101 w 101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233">
                    <a:moveTo>
                      <a:pt x="32" y="0"/>
                    </a:moveTo>
                    <a:lnTo>
                      <a:pt x="32" y="0"/>
                    </a:lnTo>
                    <a:lnTo>
                      <a:pt x="45" y="56"/>
                    </a:lnTo>
                    <a:lnTo>
                      <a:pt x="61" y="112"/>
                    </a:lnTo>
                    <a:lnTo>
                      <a:pt x="80" y="165"/>
                    </a:lnTo>
                    <a:lnTo>
                      <a:pt x="101" y="217"/>
                    </a:lnTo>
                    <a:lnTo>
                      <a:pt x="75" y="233"/>
                    </a:lnTo>
                    <a:lnTo>
                      <a:pt x="52" y="178"/>
                    </a:lnTo>
                    <a:lnTo>
                      <a:pt x="31" y="122"/>
                    </a:lnTo>
                    <a:lnTo>
                      <a:pt x="15" y="63"/>
                    </a:lnTo>
                    <a:lnTo>
                      <a:pt x="0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6" name="Freeform 260"/>
              <p:cNvSpPr>
                <a:spLocks/>
              </p:cNvSpPr>
              <p:nvPr/>
            </p:nvSpPr>
            <p:spPr bwMode="auto">
              <a:xfrm>
                <a:off x="2117" y="2281"/>
                <a:ext cx="53" cy="206"/>
              </a:xfrm>
              <a:custGeom>
                <a:avLst/>
                <a:gdLst>
                  <a:gd name="T0" fmla="*/ 33 w 53"/>
                  <a:gd name="T1" fmla="*/ 9 h 206"/>
                  <a:gd name="T2" fmla="*/ 33 w 53"/>
                  <a:gd name="T3" fmla="*/ 33 h 206"/>
                  <a:gd name="T4" fmla="*/ 33 w 53"/>
                  <a:gd name="T5" fmla="*/ 56 h 206"/>
                  <a:gd name="T6" fmla="*/ 37 w 53"/>
                  <a:gd name="T7" fmla="*/ 80 h 206"/>
                  <a:gd name="T8" fmla="*/ 39 w 53"/>
                  <a:gd name="T9" fmla="*/ 104 h 206"/>
                  <a:gd name="T10" fmla="*/ 41 w 53"/>
                  <a:gd name="T11" fmla="*/ 129 h 206"/>
                  <a:gd name="T12" fmla="*/ 44 w 53"/>
                  <a:gd name="T13" fmla="*/ 152 h 206"/>
                  <a:gd name="T14" fmla="*/ 48 w 53"/>
                  <a:gd name="T15" fmla="*/ 179 h 206"/>
                  <a:gd name="T16" fmla="*/ 53 w 53"/>
                  <a:gd name="T17" fmla="*/ 204 h 206"/>
                  <a:gd name="T18" fmla="*/ 22 w 53"/>
                  <a:gd name="T19" fmla="*/ 206 h 206"/>
                  <a:gd name="T20" fmla="*/ 16 w 53"/>
                  <a:gd name="T21" fmla="*/ 180 h 206"/>
                  <a:gd name="T22" fmla="*/ 12 w 53"/>
                  <a:gd name="T23" fmla="*/ 155 h 206"/>
                  <a:gd name="T24" fmla="*/ 8 w 53"/>
                  <a:gd name="T25" fmla="*/ 127 h 206"/>
                  <a:gd name="T26" fmla="*/ 5 w 53"/>
                  <a:gd name="T27" fmla="*/ 101 h 206"/>
                  <a:gd name="T28" fmla="*/ 3 w 53"/>
                  <a:gd name="T29" fmla="*/ 76 h 206"/>
                  <a:gd name="T30" fmla="*/ 1 w 53"/>
                  <a:gd name="T31" fmla="*/ 50 h 206"/>
                  <a:gd name="T32" fmla="*/ 1 w 53"/>
                  <a:gd name="T33" fmla="*/ 24 h 206"/>
                  <a:gd name="T34" fmla="*/ 0 w 53"/>
                  <a:gd name="T35" fmla="*/ 0 h 206"/>
                  <a:gd name="T36" fmla="*/ 33 w 53"/>
                  <a:gd name="T37" fmla="*/ 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3"/>
                  <a:gd name="T58" fmla="*/ 0 h 206"/>
                  <a:gd name="T59" fmla="*/ 53 w 5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3" h="206">
                    <a:moveTo>
                      <a:pt x="33" y="9"/>
                    </a:moveTo>
                    <a:lnTo>
                      <a:pt x="33" y="33"/>
                    </a:lnTo>
                    <a:lnTo>
                      <a:pt x="33" y="56"/>
                    </a:lnTo>
                    <a:lnTo>
                      <a:pt x="37" y="80"/>
                    </a:lnTo>
                    <a:lnTo>
                      <a:pt x="39" y="104"/>
                    </a:lnTo>
                    <a:lnTo>
                      <a:pt x="41" y="129"/>
                    </a:lnTo>
                    <a:lnTo>
                      <a:pt x="44" y="152"/>
                    </a:lnTo>
                    <a:lnTo>
                      <a:pt x="48" y="179"/>
                    </a:lnTo>
                    <a:lnTo>
                      <a:pt x="53" y="204"/>
                    </a:lnTo>
                    <a:lnTo>
                      <a:pt x="22" y="206"/>
                    </a:lnTo>
                    <a:lnTo>
                      <a:pt x="16" y="180"/>
                    </a:lnTo>
                    <a:lnTo>
                      <a:pt x="12" y="155"/>
                    </a:lnTo>
                    <a:lnTo>
                      <a:pt x="8" y="127"/>
                    </a:lnTo>
                    <a:lnTo>
                      <a:pt x="5" y="101"/>
                    </a:lnTo>
                    <a:lnTo>
                      <a:pt x="3" y="76"/>
                    </a:lnTo>
                    <a:lnTo>
                      <a:pt x="1" y="50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3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7" name="Freeform 261"/>
              <p:cNvSpPr>
                <a:spLocks/>
              </p:cNvSpPr>
              <p:nvPr/>
            </p:nvSpPr>
            <p:spPr bwMode="auto">
              <a:xfrm>
                <a:off x="2115" y="2257"/>
                <a:ext cx="33" cy="32"/>
              </a:xfrm>
              <a:custGeom>
                <a:avLst/>
                <a:gdLst>
                  <a:gd name="T0" fmla="*/ 0 w 33"/>
                  <a:gd name="T1" fmla="*/ 22 h 32"/>
                  <a:gd name="T2" fmla="*/ 0 w 33"/>
                  <a:gd name="T3" fmla="*/ 0 h 32"/>
                  <a:gd name="T4" fmla="*/ 33 w 33"/>
                  <a:gd name="T5" fmla="*/ 11 h 32"/>
                  <a:gd name="T6" fmla="*/ 33 w 33"/>
                  <a:gd name="T7" fmla="*/ 32 h 32"/>
                  <a:gd name="T8" fmla="*/ 0 w 33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22"/>
                    </a:moveTo>
                    <a:lnTo>
                      <a:pt x="0" y="0"/>
                    </a:lnTo>
                    <a:lnTo>
                      <a:pt x="33" y="11"/>
                    </a:lnTo>
                    <a:lnTo>
                      <a:pt x="33" y="3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8" name="Freeform 262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69" name="Freeform 263"/>
              <p:cNvSpPr>
                <a:spLocks/>
              </p:cNvSpPr>
              <p:nvPr/>
            </p:nvSpPr>
            <p:spPr bwMode="auto">
              <a:xfrm>
                <a:off x="2235" y="2601"/>
                <a:ext cx="28" cy="178"/>
              </a:xfrm>
              <a:custGeom>
                <a:avLst/>
                <a:gdLst>
                  <a:gd name="T0" fmla="*/ 24 w 28"/>
                  <a:gd name="T1" fmla="*/ 158 h 178"/>
                  <a:gd name="T2" fmla="*/ 17 w 28"/>
                  <a:gd name="T3" fmla="*/ 162 h 178"/>
                  <a:gd name="T4" fmla="*/ 0 w 28"/>
                  <a:gd name="T5" fmla="*/ 0 h 178"/>
                  <a:gd name="T6" fmla="*/ 9 w 28"/>
                  <a:gd name="T7" fmla="*/ 1 h 178"/>
                  <a:gd name="T8" fmla="*/ 27 w 28"/>
                  <a:gd name="T9" fmla="*/ 163 h 178"/>
                  <a:gd name="T10" fmla="*/ 18 w 28"/>
                  <a:gd name="T11" fmla="*/ 165 h 178"/>
                  <a:gd name="T12" fmla="*/ 27 w 28"/>
                  <a:gd name="T13" fmla="*/ 163 h 178"/>
                  <a:gd name="T14" fmla="*/ 28 w 28"/>
                  <a:gd name="T15" fmla="*/ 178 h 178"/>
                  <a:gd name="T16" fmla="*/ 18 w 28"/>
                  <a:gd name="T17" fmla="*/ 165 h 178"/>
                  <a:gd name="T18" fmla="*/ 24 w 28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8"/>
                  <a:gd name="T31" fmla="*/ 0 h 178"/>
                  <a:gd name="T32" fmla="*/ 28 w 28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8" h="178">
                    <a:moveTo>
                      <a:pt x="24" y="158"/>
                    </a:moveTo>
                    <a:lnTo>
                      <a:pt x="17" y="162"/>
                    </a:lnTo>
                    <a:lnTo>
                      <a:pt x="0" y="0"/>
                    </a:lnTo>
                    <a:lnTo>
                      <a:pt x="9" y="1"/>
                    </a:lnTo>
                    <a:lnTo>
                      <a:pt x="27" y="163"/>
                    </a:lnTo>
                    <a:lnTo>
                      <a:pt x="18" y="165"/>
                    </a:lnTo>
                    <a:lnTo>
                      <a:pt x="27" y="163"/>
                    </a:lnTo>
                    <a:lnTo>
                      <a:pt x="28" y="178"/>
                    </a:lnTo>
                    <a:lnTo>
                      <a:pt x="18" y="165"/>
                    </a:lnTo>
                    <a:lnTo>
                      <a:pt x="24" y="15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0" name="Freeform 264"/>
              <p:cNvSpPr>
                <a:spLocks/>
              </p:cNvSpPr>
              <p:nvPr/>
            </p:nvSpPr>
            <p:spPr bwMode="auto">
              <a:xfrm>
                <a:off x="2149" y="2633"/>
                <a:ext cx="111" cy="131"/>
              </a:xfrm>
              <a:custGeom>
                <a:avLst/>
                <a:gdLst>
                  <a:gd name="T0" fmla="*/ 11 w 111"/>
                  <a:gd name="T1" fmla="*/ 12 h 131"/>
                  <a:gd name="T2" fmla="*/ 11 w 111"/>
                  <a:gd name="T3" fmla="*/ 2 h 131"/>
                  <a:gd name="T4" fmla="*/ 111 w 111"/>
                  <a:gd name="T5" fmla="*/ 125 h 131"/>
                  <a:gd name="T6" fmla="*/ 105 w 111"/>
                  <a:gd name="T7" fmla="*/ 131 h 131"/>
                  <a:gd name="T8" fmla="*/ 6 w 111"/>
                  <a:gd name="T9" fmla="*/ 9 h 131"/>
                  <a:gd name="T10" fmla="*/ 6 w 111"/>
                  <a:gd name="T11" fmla="*/ 0 h 131"/>
                  <a:gd name="T12" fmla="*/ 6 w 111"/>
                  <a:gd name="T13" fmla="*/ 9 h 131"/>
                  <a:gd name="T14" fmla="*/ 0 w 111"/>
                  <a:gd name="T15" fmla="*/ 3 h 131"/>
                  <a:gd name="T16" fmla="*/ 6 w 111"/>
                  <a:gd name="T17" fmla="*/ 0 h 131"/>
                  <a:gd name="T18" fmla="*/ 11 w 111"/>
                  <a:gd name="T19" fmla="*/ 12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"/>
                  <a:gd name="T31" fmla="*/ 0 h 131"/>
                  <a:gd name="T32" fmla="*/ 111 w 111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" h="131">
                    <a:moveTo>
                      <a:pt x="11" y="12"/>
                    </a:moveTo>
                    <a:lnTo>
                      <a:pt x="11" y="2"/>
                    </a:lnTo>
                    <a:lnTo>
                      <a:pt x="111" y="125"/>
                    </a:lnTo>
                    <a:lnTo>
                      <a:pt x="105" y="131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1" name="Freeform 265"/>
              <p:cNvSpPr>
                <a:spLocks/>
              </p:cNvSpPr>
              <p:nvPr/>
            </p:nvSpPr>
            <p:spPr bwMode="auto">
              <a:xfrm>
                <a:off x="2154" y="2593"/>
                <a:ext cx="88" cy="53"/>
              </a:xfrm>
              <a:custGeom>
                <a:avLst/>
                <a:gdLst>
                  <a:gd name="T0" fmla="*/ 80 w 88"/>
                  <a:gd name="T1" fmla="*/ 7 h 53"/>
                  <a:gd name="T2" fmla="*/ 86 w 88"/>
                  <a:gd name="T3" fmla="*/ 12 h 53"/>
                  <a:gd name="T4" fmla="*/ 4 w 88"/>
                  <a:gd name="T5" fmla="*/ 53 h 53"/>
                  <a:gd name="T6" fmla="*/ 0 w 88"/>
                  <a:gd name="T7" fmla="*/ 42 h 53"/>
                  <a:gd name="T8" fmla="*/ 82 w 88"/>
                  <a:gd name="T9" fmla="*/ 2 h 53"/>
                  <a:gd name="T10" fmla="*/ 88 w 88"/>
                  <a:gd name="T11" fmla="*/ 8 h 53"/>
                  <a:gd name="T12" fmla="*/ 82 w 88"/>
                  <a:gd name="T13" fmla="*/ 2 h 53"/>
                  <a:gd name="T14" fmla="*/ 87 w 88"/>
                  <a:gd name="T15" fmla="*/ 0 h 53"/>
                  <a:gd name="T16" fmla="*/ 88 w 88"/>
                  <a:gd name="T17" fmla="*/ 8 h 53"/>
                  <a:gd name="T18" fmla="*/ 80 w 88"/>
                  <a:gd name="T19" fmla="*/ 7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53"/>
                  <a:gd name="T32" fmla="*/ 88 w 88"/>
                  <a:gd name="T33" fmla="*/ 53 h 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53">
                    <a:moveTo>
                      <a:pt x="80" y="7"/>
                    </a:moveTo>
                    <a:lnTo>
                      <a:pt x="86" y="12"/>
                    </a:lnTo>
                    <a:lnTo>
                      <a:pt x="4" y="53"/>
                    </a:lnTo>
                    <a:lnTo>
                      <a:pt x="0" y="42"/>
                    </a:lnTo>
                    <a:lnTo>
                      <a:pt x="82" y="2"/>
                    </a:lnTo>
                    <a:lnTo>
                      <a:pt x="88" y="8"/>
                    </a:lnTo>
                    <a:lnTo>
                      <a:pt x="82" y="2"/>
                    </a:lnTo>
                    <a:lnTo>
                      <a:pt x="87" y="0"/>
                    </a:lnTo>
                    <a:lnTo>
                      <a:pt x="88" y="8"/>
                    </a:lnTo>
                    <a:lnTo>
                      <a:pt x="80" y="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2" name="Freeform 266"/>
              <p:cNvSpPr>
                <a:spLocks/>
              </p:cNvSpPr>
              <p:nvPr/>
            </p:nvSpPr>
            <p:spPr bwMode="auto">
              <a:xfrm>
                <a:off x="2222" y="2703"/>
                <a:ext cx="31" cy="31"/>
              </a:xfrm>
              <a:custGeom>
                <a:avLst/>
                <a:gdLst>
                  <a:gd name="T0" fmla="*/ 21 w 31"/>
                  <a:gd name="T1" fmla="*/ 0 h 31"/>
                  <a:gd name="T2" fmla="*/ 31 w 31"/>
                  <a:gd name="T3" fmla="*/ 19 h 31"/>
                  <a:gd name="T4" fmla="*/ 6 w 31"/>
                  <a:gd name="T5" fmla="*/ 31 h 31"/>
                  <a:gd name="T6" fmla="*/ 0 w 31"/>
                  <a:gd name="T7" fmla="*/ 14 h 31"/>
                  <a:gd name="T8" fmla="*/ 21 w 31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21" y="0"/>
                    </a:moveTo>
                    <a:lnTo>
                      <a:pt x="31" y="19"/>
                    </a:lnTo>
                    <a:lnTo>
                      <a:pt x="6" y="31"/>
                    </a:lnTo>
                    <a:lnTo>
                      <a:pt x="0" y="1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3" name="Freeform 267"/>
              <p:cNvSpPr>
                <a:spLocks/>
              </p:cNvSpPr>
              <p:nvPr/>
            </p:nvSpPr>
            <p:spPr bwMode="auto">
              <a:xfrm>
                <a:off x="2144" y="2485"/>
                <a:ext cx="98" cy="233"/>
              </a:xfrm>
              <a:custGeom>
                <a:avLst/>
                <a:gdLst>
                  <a:gd name="T0" fmla="*/ 27 w 98"/>
                  <a:gd name="T1" fmla="*/ 0 h 233"/>
                  <a:gd name="T2" fmla="*/ 27 w 98"/>
                  <a:gd name="T3" fmla="*/ 0 h 233"/>
                  <a:gd name="T4" fmla="*/ 41 w 98"/>
                  <a:gd name="T5" fmla="*/ 56 h 233"/>
                  <a:gd name="T6" fmla="*/ 57 w 98"/>
                  <a:gd name="T7" fmla="*/ 113 h 233"/>
                  <a:gd name="T8" fmla="*/ 77 w 98"/>
                  <a:gd name="T9" fmla="*/ 166 h 233"/>
                  <a:gd name="T10" fmla="*/ 98 w 98"/>
                  <a:gd name="T11" fmla="*/ 219 h 233"/>
                  <a:gd name="T12" fmla="*/ 76 w 98"/>
                  <a:gd name="T13" fmla="*/ 233 h 233"/>
                  <a:gd name="T14" fmla="*/ 52 w 98"/>
                  <a:gd name="T15" fmla="*/ 177 h 233"/>
                  <a:gd name="T16" fmla="*/ 32 w 98"/>
                  <a:gd name="T17" fmla="*/ 120 h 233"/>
                  <a:gd name="T18" fmla="*/ 15 w 98"/>
                  <a:gd name="T19" fmla="*/ 63 h 233"/>
                  <a:gd name="T20" fmla="*/ 0 w 98"/>
                  <a:gd name="T21" fmla="*/ 2 h 233"/>
                  <a:gd name="T22" fmla="*/ 27 w 98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8"/>
                  <a:gd name="T37" fmla="*/ 0 h 233"/>
                  <a:gd name="T38" fmla="*/ 98 w 98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8" h="233">
                    <a:moveTo>
                      <a:pt x="27" y="0"/>
                    </a:moveTo>
                    <a:lnTo>
                      <a:pt x="27" y="0"/>
                    </a:lnTo>
                    <a:lnTo>
                      <a:pt x="41" y="56"/>
                    </a:lnTo>
                    <a:lnTo>
                      <a:pt x="57" y="113"/>
                    </a:lnTo>
                    <a:lnTo>
                      <a:pt x="77" y="166"/>
                    </a:lnTo>
                    <a:lnTo>
                      <a:pt x="98" y="219"/>
                    </a:lnTo>
                    <a:lnTo>
                      <a:pt x="76" y="233"/>
                    </a:lnTo>
                    <a:lnTo>
                      <a:pt x="52" y="177"/>
                    </a:lnTo>
                    <a:lnTo>
                      <a:pt x="32" y="120"/>
                    </a:lnTo>
                    <a:lnTo>
                      <a:pt x="15" y="63"/>
                    </a:lnTo>
                    <a:lnTo>
                      <a:pt x="0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4" name="Freeform 268"/>
              <p:cNvSpPr>
                <a:spLocks/>
              </p:cNvSpPr>
              <p:nvPr/>
            </p:nvSpPr>
            <p:spPr bwMode="auto">
              <a:xfrm>
                <a:off x="2118" y="2281"/>
                <a:ext cx="47" cy="205"/>
              </a:xfrm>
              <a:custGeom>
                <a:avLst/>
                <a:gdLst>
                  <a:gd name="T0" fmla="*/ 28 w 47"/>
                  <a:gd name="T1" fmla="*/ 6 h 205"/>
                  <a:gd name="T2" fmla="*/ 28 w 47"/>
                  <a:gd name="T3" fmla="*/ 31 h 205"/>
                  <a:gd name="T4" fmla="*/ 29 w 47"/>
                  <a:gd name="T5" fmla="*/ 54 h 205"/>
                  <a:gd name="T6" fmla="*/ 30 w 47"/>
                  <a:gd name="T7" fmla="*/ 79 h 205"/>
                  <a:gd name="T8" fmla="*/ 32 w 47"/>
                  <a:gd name="T9" fmla="*/ 103 h 205"/>
                  <a:gd name="T10" fmla="*/ 36 w 47"/>
                  <a:gd name="T11" fmla="*/ 127 h 205"/>
                  <a:gd name="T12" fmla="*/ 39 w 47"/>
                  <a:gd name="T13" fmla="*/ 152 h 205"/>
                  <a:gd name="T14" fmla="*/ 43 w 47"/>
                  <a:gd name="T15" fmla="*/ 177 h 205"/>
                  <a:gd name="T16" fmla="*/ 47 w 47"/>
                  <a:gd name="T17" fmla="*/ 203 h 205"/>
                  <a:gd name="T18" fmla="*/ 21 w 47"/>
                  <a:gd name="T19" fmla="*/ 205 h 205"/>
                  <a:gd name="T20" fmla="*/ 16 w 47"/>
                  <a:gd name="T21" fmla="*/ 179 h 205"/>
                  <a:gd name="T22" fmla="*/ 11 w 47"/>
                  <a:gd name="T23" fmla="*/ 152 h 205"/>
                  <a:gd name="T24" fmla="*/ 8 w 47"/>
                  <a:gd name="T25" fmla="*/ 126 h 205"/>
                  <a:gd name="T26" fmla="*/ 5 w 47"/>
                  <a:gd name="T27" fmla="*/ 100 h 205"/>
                  <a:gd name="T28" fmla="*/ 2 w 47"/>
                  <a:gd name="T29" fmla="*/ 76 h 205"/>
                  <a:gd name="T30" fmla="*/ 1 w 47"/>
                  <a:gd name="T31" fmla="*/ 50 h 205"/>
                  <a:gd name="T32" fmla="*/ 0 w 47"/>
                  <a:gd name="T33" fmla="*/ 24 h 205"/>
                  <a:gd name="T34" fmla="*/ 0 w 47"/>
                  <a:gd name="T35" fmla="*/ 0 h 205"/>
                  <a:gd name="T36" fmla="*/ 28 w 47"/>
                  <a:gd name="T37" fmla="*/ 6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7"/>
                  <a:gd name="T58" fmla="*/ 0 h 205"/>
                  <a:gd name="T59" fmla="*/ 47 w 47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7" h="205">
                    <a:moveTo>
                      <a:pt x="28" y="6"/>
                    </a:moveTo>
                    <a:lnTo>
                      <a:pt x="28" y="31"/>
                    </a:lnTo>
                    <a:lnTo>
                      <a:pt x="29" y="54"/>
                    </a:lnTo>
                    <a:lnTo>
                      <a:pt x="30" y="79"/>
                    </a:lnTo>
                    <a:lnTo>
                      <a:pt x="32" y="103"/>
                    </a:lnTo>
                    <a:lnTo>
                      <a:pt x="36" y="127"/>
                    </a:lnTo>
                    <a:lnTo>
                      <a:pt x="39" y="152"/>
                    </a:lnTo>
                    <a:lnTo>
                      <a:pt x="43" y="177"/>
                    </a:lnTo>
                    <a:lnTo>
                      <a:pt x="47" y="203"/>
                    </a:lnTo>
                    <a:lnTo>
                      <a:pt x="21" y="205"/>
                    </a:lnTo>
                    <a:lnTo>
                      <a:pt x="16" y="179"/>
                    </a:lnTo>
                    <a:lnTo>
                      <a:pt x="11" y="152"/>
                    </a:lnTo>
                    <a:lnTo>
                      <a:pt x="8" y="126"/>
                    </a:lnTo>
                    <a:lnTo>
                      <a:pt x="5" y="100"/>
                    </a:lnTo>
                    <a:lnTo>
                      <a:pt x="2" y="76"/>
                    </a:lnTo>
                    <a:lnTo>
                      <a:pt x="1" y="50"/>
                    </a:lnTo>
                    <a:lnTo>
                      <a:pt x="0" y="24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5" name="Freeform 269"/>
              <p:cNvSpPr>
                <a:spLocks/>
              </p:cNvSpPr>
              <p:nvPr/>
            </p:nvSpPr>
            <p:spPr bwMode="auto">
              <a:xfrm>
                <a:off x="2117" y="2263"/>
                <a:ext cx="27" cy="24"/>
              </a:xfrm>
              <a:custGeom>
                <a:avLst/>
                <a:gdLst>
                  <a:gd name="T0" fmla="*/ 0 w 27"/>
                  <a:gd name="T1" fmla="*/ 17 h 24"/>
                  <a:gd name="T2" fmla="*/ 0 w 27"/>
                  <a:gd name="T3" fmla="*/ 0 h 24"/>
                  <a:gd name="T4" fmla="*/ 27 w 27"/>
                  <a:gd name="T5" fmla="*/ 7 h 24"/>
                  <a:gd name="T6" fmla="*/ 27 w 27"/>
                  <a:gd name="T7" fmla="*/ 24 h 24"/>
                  <a:gd name="T8" fmla="*/ 0 w 27"/>
                  <a:gd name="T9" fmla="*/ 1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4"/>
                  <a:gd name="T17" fmla="*/ 27 w 27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4">
                    <a:moveTo>
                      <a:pt x="0" y="17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27" y="2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6" name="Freeform 270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7" name="Freeform 271"/>
              <p:cNvSpPr>
                <a:spLocks/>
              </p:cNvSpPr>
              <p:nvPr/>
            </p:nvSpPr>
            <p:spPr bwMode="auto">
              <a:xfrm>
                <a:off x="2246" y="2633"/>
                <a:ext cx="42" cy="188"/>
              </a:xfrm>
              <a:custGeom>
                <a:avLst/>
                <a:gdLst>
                  <a:gd name="T0" fmla="*/ 35 w 42"/>
                  <a:gd name="T1" fmla="*/ 156 h 188"/>
                  <a:gd name="T2" fmla="*/ 23 w 42"/>
                  <a:gd name="T3" fmla="*/ 164 h 188"/>
                  <a:gd name="T4" fmla="*/ 0 w 42"/>
                  <a:gd name="T5" fmla="*/ 0 h 188"/>
                  <a:gd name="T6" fmla="*/ 14 w 42"/>
                  <a:gd name="T7" fmla="*/ 1 h 188"/>
                  <a:gd name="T8" fmla="*/ 39 w 42"/>
                  <a:gd name="T9" fmla="*/ 164 h 188"/>
                  <a:gd name="T10" fmla="*/ 27 w 42"/>
                  <a:gd name="T11" fmla="*/ 170 h 188"/>
                  <a:gd name="T12" fmla="*/ 39 w 42"/>
                  <a:gd name="T13" fmla="*/ 164 h 188"/>
                  <a:gd name="T14" fmla="*/ 42 w 42"/>
                  <a:gd name="T15" fmla="*/ 188 h 188"/>
                  <a:gd name="T16" fmla="*/ 27 w 42"/>
                  <a:gd name="T17" fmla="*/ 170 h 188"/>
                  <a:gd name="T18" fmla="*/ 35 w 42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2"/>
                  <a:gd name="T31" fmla="*/ 0 h 188"/>
                  <a:gd name="T32" fmla="*/ 42 w 42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2" h="188">
                    <a:moveTo>
                      <a:pt x="35" y="156"/>
                    </a:moveTo>
                    <a:lnTo>
                      <a:pt x="23" y="164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39" y="164"/>
                    </a:lnTo>
                    <a:lnTo>
                      <a:pt x="27" y="170"/>
                    </a:lnTo>
                    <a:lnTo>
                      <a:pt x="39" y="164"/>
                    </a:lnTo>
                    <a:lnTo>
                      <a:pt x="42" y="188"/>
                    </a:lnTo>
                    <a:lnTo>
                      <a:pt x="27" y="170"/>
                    </a:lnTo>
                    <a:lnTo>
                      <a:pt x="35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8" name="Freeform 272"/>
              <p:cNvSpPr>
                <a:spLocks/>
              </p:cNvSpPr>
              <p:nvPr/>
            </p:nvSpPr>
            <p:spPr bwMode="auto">
              <a:xfrm>
                <a:off x="2160" y="2670"/>
                <a:ext cx="121" cy="133"/>
              </a:xfrm>
              <a:custGeom>
                <a:avLst/>
                <a:gdLst>
                  <a:gd name="T0" fmla="*/ 18 w 121"/>
                  <a:gd name="T1" fmla="*/ 19 h 133"/>
                  <a:gd name="T2" fmla="*/ 18 w 121"/>
                  <a:gd name="T3" fmla="*/ 3 h 133"/>
                  <a:gd name="T4" fmla="*/ 121 w 121"/>
                  <a:gd name="T5" fmla="*/ 118 h 133"/>
                  <a:gd name="T6" fmla="*/ 112 w 121"/>
                  <a:gd name="T7" fmla="*/ 133 h 133"/>
                  <a:gd name="T8" fmla="*/ 10 w 121"/>
                  <a:gd name="T9" fmla="*/ 17 h 133"/>
                  <a:gd name="T10" fmla="*/ 10 w 121"/>
                  <a:gd name="T11" fmla="*/ 0 h 133"/>
                  <a:gd name="T12" fmla="*/ 10 w 121"/>
                  <a:gd name="T13" fmla="*/ 17 h 133"/>
                  <a:gd name="T14" fmla="*/ 0 w 121"/>
                  <a:gd name="T15" fmla="*/ 5 h 133"/>
                  <a:gd name="T16" fmla="*/ 10 w 121"/>
                  <a:gd name="T17" fmla="*/ 0 h 133"/>
                  <a:gd name="T18" fmla="*/ 18 w 121"/>
                  <a:gd name="T19" fmla="*/ 19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1"/>
                  <a:gd name="T31" fmla="*/ 0 h 133"/>
                  <a:gd name="T32" fmla="*/ 121 w 121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1" h="133">
                    <a:moveTo>
                      <a:pt x="18" y="19"/>
                    </a:moveTo>
                    <a:lnTo>
                      <a:pt x="18" y="3"/>
                    </a:lnTo>
                    <a:lnTo>
                      <a:pt x="121" y="118"/>
                    </a:lnTo>
                    <a:lnTo>
                      <a:pt x="112" y="133"/>
                    </a:lnTo>
                    <a:lnTo>
                      <a:pt x="10" y="17"/>
                    </a:lnTo>
                    <a:lnTo>
                      <a:pt x="10" y="0"/>
                    </a:lnTo>
                    <a:lnTo>
                      <a:pt x="10" y="17"/>
                    </a:lnTo>
                    <a:lnTo>
                      <a:pt x="0" y="5"/>
                    </a:lnTo>
                    <a:lnTo>
                      <a:pt x="10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79" name="Freeform 273"/>
              <p:cNvSpPr>
                <a:spLocks/>
              </p:cNvSpPr>
              <p:nvPr/>
            </p:nvSpPr>
            <p:spPr bwMode="auto">
              <a:xfrm>
                <a:off x="2168" y="2617"/>
                <a:ext cx="89" cy="71"/>
              </a:xfrm>
              <a:custGeom>
                <a:avLst/>
                <a:gdLst>
                  <a:gd name="T0" fmla="*/ 75 w 89"/>
                  <a:gd name="T1" fmla="*/ 16 h 71"/>
                  <a:gd name="T2" fmla="*/ 87 w 89"/>
                  <a:gd name="T3" fmla="*/ 25 h 71"/>
                  <a:gd name="T4" fmla="*/ 8 w 89"/>
                  <a:gd name="T5" fmla="*/ 71 h 71"/>
                  <a:gd name="T6" fmla="*/ 0 w 89"/>
                  <a:gd name="T7" fmla="*/ 52 h 71"/>
                  <a:gd name="T8" fmla="*/ 79 w 89"/>
                  <a:gd name="T9" fmla="*/ 6 h 71"/>
                  <a:gd name="T10" fmla="*/ 89 w 89"/>
                  <a:gd name="T11" fmla="*/ 16 h 71"/>
                  <a:gd name="T12" fmla="*/ 79 w 89"/>
                  <a:gd name="T13" fmla="*/ 6 h 71"/>
                  <a:gd name="T14" fmla="*/ 88 w 89"/>
                  <a:gd name="T15" fmla="*/ 0 h 71"/>
                  <a:gd name="T16" fmla="*/ 89 w 89"/>
                  <a:gd name="T17" fmla="*/ 16 h 71"/>
                  <a:gd name="T18" fmla="*/ 75 w 89"/>
                  <a:gd name="T19" fmla="*/ 16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1"/>
                  <a:gd name="T32" fmla="*/ 89 w 8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1">
                    <a:moveTo>
                      <a:pt x="75" y="16"/>
                    </a:moveTo>
                    <a:lnTo>
                      <a:pt x="87" y="25"/>
                    </a:lnTo>
                    <a:lnTo>
                      <a:pt x="8" y="71"/>
                    </a:lnTo>
                    <a:lnTo>
                      <a:pt x="0" y="52"/>
                    </a:lnTo>
                    <a:lnTo>
                      <a:pt x="79" y="6"/>
                    </a:lnTo>
                    <a:lnTo>
                      <a:pt x="89" y="16"/>
                    </a:lnTo>
                    <a:lnTo>
                      <a:pt x="79" y="6"/>
                    </a:lnTo>
                    <a:lnTo>
                      <a:pt x="88" y="0"/>
                    </a:lnTo>
                    <a:lnTo>
                      <a:pt x="89" y="16"/>
                    </a:lnTo>
                    <a:lnTo>
                      <a:pt x="75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0" name="Freeform 274"/>
              <p:cNvSpPr>
                <a:spLocks/>
              </p:cNvSpPr>
              <p:nvPr/>
            </p:nvSpPr>
            <p:spPr bwMode="auto">
              <a:xfrm>
                <a:off x="2236" y="2738"/>
                <a:ext cx="37" cy="36"/>
              </a:xfrm>
              <a:custGeom>
                <a:avLst/>
                <a:gdLst>
                  <a:gd name="T0" fmla="*/ 29 w 37"/>
                  <a:gd name="T1" fmla="*/ 0 h 36"/>
                  <a:gd name="T2" fmla="*/ 37 w 37"/>
                  <a:gd name="T3" fmla="*/ 19 h 36"/>
                  <a:gd name="T4" fmla="*/ 8 w 37"/>
                  <a:gd name="T5" fmla="*/ 36 h 36"/>
                  <a:gd name="T6" fmla="*/ 0 w 37"/>
                  <a:gd name="T7" fmla="*/ 17 h 36"/>
                  <a:gd name="T8" fmla="*/ 29 w 37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6"/>
                  <a:gd name="T17" fmla="*/ 37 w 37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6">
                    <a:moveTo>
                      <a:pt x="29" y="0"/>
                    </a:moveTo>
                    <a:lnTo>
                      <a:pt x="37" y="19"/>
                    </a:lnTo>
                    <a:lnTo>
                      <a:pt x="8" y="36"/>
                    </a:lnTo>
                    <a:lnTo>
                      <a:pt x="0" y="1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1" name="Freeform 275"/>
              <p:cNvSpPr>
                <a:spLocks/>
              </p:cNvSpPr>
              <p:nvPr/>
            </p:nvSpPr>
            <p:spPr bwMode="auto">
              <a:xfrm>
                <a:off x="2150" y="2523"/>
                <a:ext cx="112" cy="230"/>
              </a:xfrm>
              <a:custGeom>
                <a:avLst/>
                <a:gdLst>
                  <a:gd name="T0" fmla="*/ 32 w 112"/>
                  <a:gd name="T1" fmla="*/ 0 h 230"/>
                  <a:gd name="T2" fmla="*/ 32 w 112"/>
                  <a:gd name="T3" fmla="*/ 0 h 230"/>
                  <a:gd name="T4" fmla="*/ 40 w 112"/>
                  <a:gd name="T5" fmla="*/ 27 h 230"/>
                  <a:gd name="T6" fmla="*/ 48 w 112"/>
                  <a:gd name="T7" fmla="*/ 56 h 230"/>
                  <a:gd name="T8" fmla="*/ 57 w 112"/>
                  <a:gd name="T9" fmla="*/ 84 h 230"/>
                  <a:gd name="T10" fmla="*/ 67 w 112"/>
                  <a:gd name="T11" fmla="*/ 109 h 230"/>
                  <a:gd name="T12" fmla="*/ 76 w 112"/>
                  <a:gd name="T13" fmla="*/ 136 h 230"/>
                  <a:gd name="T14" fmla="*/ 88 w 112"/>
                  <a:gd name="T15" fmla="*/ 163 h 230"/>
                  <a:gd name="T16" fmla="*/ 99 w 112"/>
                  <a:gd name="T17" fmla="*/ 187 h 230"/>
                  <a:gd name="T18" fmla="*/ 112 w 112"/>
                  <a:gd name="T19" fmla="*/ 213 h 230"/>
                  <a:gd name="T20" fmla="*/ 84 w 112"/>
                  <a:gd name="T21" fmla="*/ 230 h 230"/>
                  <a:gd name="T22" fmla="*/ 71 w 112"/>
                  <a:gd name="T23" fmla="*/ 204 h 230"/>
                  <a:gd name="T24" fmla="*/ 58 w 112"/>
                  <a:gd name="T25" fmla="*/ 176 h 230"/>
                  <a:gd name="T26" fmla="*/ 47 w 112"/>
                  <a:gd name="T27" fmla="*/ 150 h 230"/>
                  <a:gd name="T28" fmla="*/ 37 w 112"/>
                  <a:gd name="T29" fmla="*/ 122 h 230"/>
                  <a:gd name="T30" fmla="*/ 26 w 112"/>
                  <a:gd name="T31" fmla="*/ 94 h 230"/>
                  <a:gd name="T32" fmla="*/ 18 w 112"/>
                  <a:gd name="T33" fmla="*/ 64 h 230"/>
                  <a:gd name="T34" fmla="*/ 9 w 112"/>
                  <a:gd name="T35" fmla="*/ 34 h 230"/>
                  <a:gd name="T36" fmla="*/ 0 w 112"/>
                  <a:gd name="T37" fmla="*/ 4 h 230"/>
                  <a:gd name="T38" fmla="*/ 32 w 112"/>
                  <a:gd name="T39" fmla="*/ 0 h 2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30"/>
                  <a:gd name="T62" fmla="*/ 112 w 112"/>
                  <a:gd name="T63" fmla="*/ 230 h 23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30">
                    <a:moveTo>
                      <a:pt x="32" y="0"/>
                    </a:moveTo>
                    <a:lnTo>
                      <a:pt x="32" y="0"/>
                    </a:lnTo>
                    <a:lnTo>
                      <a:pt x="40" y="27"/>
                    </a:lnTo>
                    <a:lnTo>
                      <a:pt x="48" y="56"/>
                    </a:lnTo>
                    <a:lnTo>
                      <a:pt x="57" y="84"/>
                    </a:lnTo>
                    <a:lnTo>
                      <a:pt x="67" y="109"/>
                    </a:lnTo>
                    <a:lnTo>
                      <a:pt x="76" y="136"/>
                    </a:lnTo>
                    <a:lnTo>
                      <a:pt x="88" y="163"/>
                    </a:lnTo>
                    <a:lnTo>
                      <a:pt x="99" y="187"/>
                    </a:lnTo>
                    <a:lnTo>
                      <a:pt x="112" y="213"/>
                    </a:lnTo>
                    <a:lnTo>
                      <a:pt x="84" y="230"/>
                    </a:lnTo>
                    <a:lnTo>
                      <a:pt x="71" y="204"/>
                    </a:lnTo>
                    <a:lnTo>
                      <a:pt x="58" y="176"/>
                    </a:lnTo>
                    <a:lnTo>
                      <a:pt x="47" y="150"/>
                    </a:lnTo>
                    <a:lnTo>
                      <a:pt x="37" y="122"/>
                    </a:lnTo>
                    <a:lnTo>
                      <a:pt x="26" y="94"/>
                    </a:lnTo>
                    <a:lnTo>
                      <a:pt x="18" y="64"/>
                    </a:lnTo>
                    <a:lnTo>
                      <a:pt x="9" y="34"/>
                    </a:lnTo>
                    <a:lnTo>
                      <a:pt x="0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2" name="Freeform 276"/>
              <p:cNvSpPr>
                <a:spLocks/>
              </p:cNvSpPr>
              <p:nvPr/>
            </p:nvSpPr>
            <p:spPr bwMode="auto">
              <a:xfrm>
                <a:off x="2117" y="2318"/>
                <a:ext cx="61" cy="206"/>
              </a:xfrm>
              <a:custGeom>
                <a:avLst/>
                <a:gdLst>
                  <a:gd name="T0" fmla="*/ 33 w 61"/>
                  <a:gd name="T1" fmla="*/ 7 h 206"/>
                  <a:gd name="T2" fmla="*/ 36 w 61"/>
                  <a:gd name="T3" fmla="*/ 31 h 206"/>
                  <a:gd name="T4" fmla="*/ 38 w 61"/>
                  <a:gd name="T5" fmla="*/ 56 h 206"/>
                  <a:gd name="T6" fmla="*/ 40 w 61"/>
                  <a:gd name="T7" fmla="*/ 79 h 206"/>
                  <a:gd name="T8" fmla="*/ 43 w 61"/>
                  <a:gd name="T9" fmla="*/ 103 h 206"/>
                  <a:gd name="T10" fmla="*/ 46 w 61"/>
                  <a:gd name="T11" fmla="*/ 127 h 206"/>
                  <a:gd name="T12" fmla="*/ 51 w 61"/>
                  <a:gd name="T13" fmla="*/ 153 h 206"/>
                  <a:gd name="T14" fmla="*/ 56 w 61"/>
                  <a:gd name="T15" fmla="*/ 176 h 206"/>
                  <a:gd name="T16" fmla="*/ 61 w 61"/>
                  <a:gd name="T17" fmla="*/ 202 h 206"/>
                  <a:gd name="T18" fmla="*/ 30 w 61"/>
                  <a:gd name="T19" fmla="*/ 206 h 206"/>
                  <a:gd name="T20" fmla="*/ 24 w 61"/>
                  <a:gd name="T21" fmla="*/ 181 h 206"/>
                  <a:gd name="T22" fmla="*/ 18 w 61"/>
                  <a:gd name="T23" fmla="*/ 155 h 206"/>
                  <a:gd name="T24" fmla="*/ 14 w 61"/>
                  <a:gd name="T25" fmla="*/ 128 h 206"/>
                  <a:gd name="T26" fmla="*/ 11 w 61"/>
                  <a:gd name="T27" fmla="*/ 103 h 206"/>
                  <a:gd name="T28" fmla="*/ 7 w 61"/>
                  <a:gd name="T29" fmla="*/ 77 h 206"/>
                  <a:gd name="T30" fmla="*/ 5 w 61"/>
                  <a:gd name="T31" fmla="*/ 51 h 206"/>
                  <a:gd name="T32" fmla="*/ 2 w 61"/>
                  <a:gd name="T33" fmla="*/ 26 h 206"/>
                  <a:gd name="T34" fmla="*/ 0 w 61"/>
                  <a:gd name="T35" fmla="*/ 0 h 206"/>
                  <a:gd name="T36" fmla="*/ 33 w 61"/>
                  <a:gd name="T37" fmla="*/ 7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1"/>
                  <a:gd name="T58" fmla="*/ 0 h 206"/>
                  <a:gd name="T59" fmla="*/ 61 w 61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1" h="206">
                    <a:moveTo>
                      <a:pt x="33" y="7"/>
                    </a:moveTo>
                    <a:lnTo>
                      <a:pt x="36" y="31"/>
                    </a:lnTo>
                    <a:lnTo>
                      <a:pt x="38" y="56"/>
                    </a:lnTo>
                    <a:lnTo>
                      <a:pt x="40" y="79"/>
                    </a:lnTo>
                    <a:lnTo>
                      <a:pt x="43" y="103"/>
                    </a:lnTo>
                    <a:lnTo>
                      <a:pt x="46" y="127"/>
                    </a:lnTo>
                    <a:lnTo>
                      <a:pt x="51" y="153"/>
                    </a:lnTo>
                    <a:lnTo>
                      <a:pt x="56" y="176"/>
                    </a:lnTo>
                    <a:lnTo>
                      <a:pt x="61" y="202"/>
                    </a:lnTo>
                    <a:lnTo>
                      <a:pt x="30" y="206"/>
                    </a:lnTo>
                    <a:lnTo>
                      <a:pt x="24" y="181"/>
                    </a:lnTo>
                    <a:lnTo>
                      <a:pt x="18" y="155"/>
                    </a:lnTo>
                    <a:lnTo>
                      <a:pt x="14" y="128"/>
                    </a:lnTo>
                    <a:lnTo>
                      <a:pt x="11" y="103"/>
                    </a:lnTo>
                    <a:lnTo>
                      <a:pt x="7" y="77"/>
                    </a:lnTo>
                    <a:lnTo>
                      <a:pt x="5" y="51"/>
                    </a:lnTo>
                    <a:lnTo>
                      <a:pt x="2" y="26"/>
                    </a:lnTo>
                    <a:lnTo>
                      <a:pt x="0" y="0"/>
                    </a:lnTo>
                    <a:lnTo>
                      <a:pt x="33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3" name="Freeform 277"/>
              <p:cNvSpPr>
                <a:spLocks/>
              </p:cNvSpPr>
              <p:nvPr/>
            </p:nvSpPr>
            <p:spPr bwMode="auto">
              <a:xfrm>
                <a:off x="2113" y="2295"/>
                <a:ext cx="35" cy="28"/>
              </a:xfrm>
              <a:custGeom>
                <a:avLst/>
                <a:gdLst>
                  <a:gd name="T0" fmla="*/ 1 w 35"/>
                  <a:gd name="T1" fmla="*/ 22 h 28"/>
                  <a:gd name="T2" fmla="*/ 0 w 35"/>
                  <a:gd name="T3" fmla="*/ 0 h 28"/>
                  <a:gd name="T4" fmla="*/ 35 w 35"/>
                  <a:gd name="T5" fmla="*/ 6 h 28"/>
                  <a:gd name="T6" fmla="*/ 35 w 35"/>
                  <a:gd name="T7" fmla="*/ 28 h 28"/>
                  <a:gd name="T8" fmla="*/ 1 w 35"/>
                  <a:gd name="T9" fmla="*/ 2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1" y="22"/>
                    </a:moveTo>
                    <a:lnTo>
                      <a:pt x="0" y="0"/>
                    </a:lnTo>
                    <a:lnTo>
                      <a:pt x="35" y="6"/>
                    </a:lnTo>
                    <a:lnTo>
                      <a:pt x="35" y="28"/>
                    </a:lnTo>
                    <a:lnTo>
                      <a:pt x="1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4" name="Freeform 278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5" name="Freeform 279"/>
              <p:cNvSpPr>
                <a:spLocks/>
              </p:cNvSpPr>
              <p:nvPr/>
            </p:nvSpPr>
            <p:spPr bwMode="auto">
              <a:xfrm>
                <a:off x="2248" y="2635"/>
                <a:ext cx="34" cy="176"/>
              </a:xfrm>
              <a:custGeom>
                <a:avLst/>
                <a:gdLst>
                  <a:gd name="T0" fmla="*/ 31 w 34"/>
                  <a:gd name="T1" fmla="*/ 157 h 176"/>
                  <a:gd name="T2" fmla="*/ 23 w 34"/>
                  <a:gd name="T3" fmla="*/ 162 h 176"/>
                  <a:gd name="T4" fmla="*/ 0 w 34"/>
                  <a:gd name="T5" fmla="*/ 0 h 176"/>
                  <a:gd name="T6" fmla="*/ 8 w 34"/>
                  <a:gd name="T7" fmla="*/ 0 h 176"/>
                  <a:gd name="T8" fmla="*/ 32 w 34"/>
                  <a:gd name="T9" fmla="*/ 161 h 176"/>
                  <a:gd name="T10" fmla="*/ 25 w 34"/>
                  <a:gd name="T11" fmla="*/ 165 h 176"/>
                  <a:gd name="T12" fmla="*/ 32 w 34"/>
                  <a:gd name="T13" fmla="*/ 161 h 176"/>
                  <a:gd name="T14" fmla="*/ 34 w 34"/>
                  <a:gd name="T15" fmla="*/ 176 h 176"/>
                  <a:gd name="T16" fmla="*/ 25 w 34"/>
                  <a:gd name="T17" fmla="*/ 165 h 176"/>
                  <a:gd name="T18" fmla="*/ 31 w 34"/>
                  <a:gd name="T19" fmla="*/ 157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"/>
                  <a:gd name="T31" fmla="*/ 0 h 176"/>
                  <a:gd name="T32" fmla="*/ 34 w 3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" h="176">
                    <a:moveTo>
                      <a:pt x="31" y="157"/>
                    </a:moveTo>
                    <a:lnTo>
                      <a:pt x="23" y="16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2" y="161"/>
                    </a:lnTo>
                    <a:lnTo>
                      <a:pt x="25" y="165"/>
                    </a:lnTo>
                    <a:lnTo>
                      <a:pt x="32" y="161"/>
                    </a:lnTo>
                    <a:lnTo>
                      <a:pt x="34" y="176"/>
                    </a:lnTo>
                    <a:lnTo>
                      <a:pt x="25" y="165"/>
                    </a:lnTo>
                    <a:lnTo>
                      <a:pt x="31" y="15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6" name="Freeform 280"/>
              <p:cNvSpPr>
                <a:spLocks/>
              </p:cNvSpPr>
              <p:nvPr/>
            </p:nvSpPr>
            <p:spPr bwMode="auto">
              <a:xfrm>
                <a:off x="2165" y="2674"/>
                <a:ext cx="114" cy="125"/>
              </a:xfrm>
              <a:custGeom>
                <a:avLst/>
                <a:gdLst>
                  <a:gd name="T0" fmla="*/ 11 w 114"/>
                  <a:gd name="T1" fmla="*/ 11 h 125"/>
                  <a:gd name="T2" fmla="*/ 11 w 114"/>
                  <a:gd name="T3" fmla="*/ 2 h 125"/>
                  <a:gd name="T4" fmla="*/ 114 w 114"/>
                  <a:gd name="T5" fmla="*/ 116 h 125"/>
                  <a:gd name="T6" fmla="*/ 107 w 114"/>
                  <a:gd name="T7" fmla="*/ 125 h 125"/>
                  <a:gd name="T8" fmla="*/ 6 w 114"/>
                  <a:gd name="T9" fmla="*/ 9 h 125"/>
                  <a:gd name="T10" fmla="*/ 6 w 114"/>
                  <a:gd name="T11" fmla="*/ 0 h 125"/>
                  <a:gd name="T12" fmla="*/ 6 w 114"/>
                  <a:gd name="T13" fmla="*/ 9 h 125"/>
                  <a:gd name="T14" fmla="*/ 0 w 114"/>
                  <a:gd name="T15" fmla="*/ 4 h 125"/>
                  <a:gd name="T16" fmla="*/ 6 w 114"/>
                  <a:gd name="T17" fmla="*/ 0 h 125"/>
                  <a:gd name="T18" fmla="*/ 11 w 114"/>
                  <a:gd name="T19" fmla="*/ 11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4"/>
                  <a:gd name="T31" fmla="*/ 0 h 125"/>
                  <a:gd name="T32" fmla="*/ 114 w 114"/>
                  <a:gd name="T33" fmla="*/ 125 h 1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4" h="125">
                    <a:moveTo>
                      <a:pt x="11" y="11"/>
                    </a:moveTo>
                    <a:lnTo>
                      <a:pt x="11" y="2"/>
                    </a:lnTo>
                    <a:lnTo>
                      <a:pt x="114" y="116"/>
                    </a:lnTo>
                    <a:lnTo>
                      <a:pt x="107" y="125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7" name="Freeform 281"/>
              <p:cNvSpPr>
                <a:spLocks/>
              </p:cNvSpPr>
              <p:nvPr/>
            </p:nvSpPr>
            <p:spPr bwMode="auto">
              <a:xfrm>
                <a:off x="2169" y="2625"/>
                <a:ext cx="86" cy="60"/>
              </a:xfrm>
              <a:custGeom>
                <a:avLst/>
                <a:gdLst>
                  <a:gd name="T0" fmla="*/ 78 w 86"/>
                  <a:gd name="T1" fmla="*/ 8 h 60"/>
                  <a:gd name="T2" fmla="*/ 84 w 86"/>
                  <a:gd name="T3" fmla="*/ 14 h 60"/>
                  <a:gd name="T4" fmla="*/ 4 w 86"/>
                  <a:gd name="T5" fmla="*/ 60 h 60"/>
                  <a:gd name="T6" fmla="*/ 0 w 86"/>
                  <a:gd name="T7" fmla="*/ 49 h 60"/>
                  <a:gd name="T8" fmla="*/ 80 w 86"/>
                  <a:gd name="T9" fmla="*/ 3 h 60"/>
                  <a:gd name="T10" fmla="*/ 86 w 86"/>
                  <a:gd name="T11" fmla="*/ 8 h 60"/>
                  <a:gd name="T12" fmla="*/ 80 w 86"/>
                  <a:gd name="T13" fmla="*/ 3 h 60"/>
                  <a:gd name="T14" fmla="*/ 84 w 86"/>
                  <a:gd name="T15" fmla="*/ 0 h 60"/>
                  <a:gd name="T16" fmla="*/ 86 w 86"/>
                  <a:gd name="T17" fmla="*/ 8 h 60"/>
                  <a:gd name="T18" fmla="*/ 78 w 86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0"/>
                  <a:gd name="T32" fmla="*/ 86 w 86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0">
                    <a:moveTo>
                      <a:pt x="78" y="8"/>
                    </a:moveTo>
                    <a:lnTo>
                      <a:pt x="84" y="14"/>
                    </a:lnTo>
                    <a:lnTo>
                      <a:pt x="4" y="60"/>
                    </a:lnTo>
                    <a:lnTo>
                      <a:pt x="0" y="49"/>
                    </a:lnTo>
                    <a:lnTo>
                      <a:pt x="80" y="3"/>
                    </a:lnTo>
                    <a:lnTo>
                      <a:pt x="86" y="8"/>
                    </a:lnTo>
                    <a:lnTo>
                      <a:pt x="80" y="3"/>
                    </a:lnTo>
                    <a:lnTo>
                      <a:pt x="84" y="0"/>
                    </a:lnTo>
                    <a:lnTo>
                      <a:pt x="86" y="8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8" name="Freeform 282"/>
              <p:cNvSpPr>
                <a:spLocks/>
              </p:cNvSpPr>
              <p:nvPr/>
            </p:nvSpPr>
            <p:spPr bwMode="auto">
              <a:xfrm>
                <a:off x="2239" y="2738"/>
                <a:ext cx="32" cy="32"/>
              </a:xfrm>
              <a:custGeom>
                <a:avLst/>
                <a:gdLst>
                  <a:gd name="T0" fmla="*/ 25 w 32"/>
                  <a:gd name="T1" fmla="*/ 0 h 32"/>
                  <a:gd name="T2" fmla="*/ 32 w 32"/>
                  <a:gd name="T3" fmla="*/ 17 h 32"/>
                  <a:gd name="T4" fmla="*/ 10 w 32"/>
                  <a:gd name="T5" fmla="*/ 32 h 32"/>
                  <a:gd name="T6" fmla="*/ 0 w 32"/>
                  <a:gd name="T7" fmla="*/ 15 h 32"/>
                  <a:gd name="T8" fmla="*/ 25 w 3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25" y="0"/>
                    </a:moveTo>
                    <a:lnTo>
                      <a:pt x="32" y="17"/>
                    </a:lnTo>
                    <a:lnTo>
                      <a:pt x="10" y="32"/>
                    </a:lnTo>
                    <a:lnTo>
                      <a:pt x="0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89" name="Freeform 283"/>
              <p:cNvSpPr>
                <a:spLocks/>
              </p:cNvSpPr>
              <p:nvPr/>
            </p:nvSpPr>
            <p:spPr bwMode="auto">
              <a:xfrm>
                <a:off x="2154" y="2522"/>
                <a:ext cx="104" cy="231"/>
              </a:xfrm>
              <a:custGeom>
                <a:avLst/>
                <a:gdLst>
                  <a:gd name="T0" fmla="*/ 26 w 104"/>
                  <a:gd name="T1" fmla="*/ 0 h 231"/>
                  <a:gd name="T2" fmla="*/ 26 w 104"/>
                  <a:gd name="T3" fmla="*/ 0 h 231"/>
                  <a:gd name="T4" fmla="*/ 33 w 104"/>
                  <a:gd name="T5" fmla="*/ 30 h 231"/>
                  <a:gd name="T6" fmla="*/ 41 w 104"/>
                  <a:gd name="T7" fmla="*/ 57 h 231"/>
                  <a:gd name="T8" fmla="*/ 50 w 104"/>
                  <a:gd name="T9" fmla="*/ 85 h 231"/>
                  <a:gd name="T10" fmla="*/ 61 w 104"/>
                  <a:gd name="T11" fmla="*/ 111 h 231"/>
                  <a:gd name="T12" fmla="*/ 70 w 104"/>
                  <a:gd name="T13" fmla="*/ 139 h 231"/>
                  <a:gd name="T14" fmla="*/ 82 w 104"/>
                  <a:gd name="T15" fmla="*/ 166 h 231"/>
                  <a:gd name="T16" fmla="*/ 93 w 104"/>
                  <a:gd name="T17" fmla="*/ 190 h 231"/>
                  <a:gd name="T18" fmla="*/ 104 w 104"/>
                  <a:gd name="T19" fmla="*/ 215 h 231"/>
                  <a:gd name="T20" fmla="*/ 83 w 104"/>
                  <a:gd name="T21" fmla="*/ 231 h 231"/>
                  <a:gd name="T22" fmla="*/ 69 w 104"/>
                  <a:gd name="T23" fmla="*/ 205 h 231"/>
                  <a:gd name="T24" fmla="*/ 57 w 104"/>
                  <a:gd name="T25" fmla="*/ 176 h 231"/>
                  <a:gd name="T26" fmla="*/ 46 w 104"/>
                  <a:gd name="T27" fmla="*/ 150 h 231"/>
                  <a:gd name="T28" fmla="*/ 35 w 104"/>
                  <a:gd name="T29" fmla="*/ 122 h 231"/>
                  <a:gd name="T30" fmla="*/ 25 w 104"/>
                  <a:gd name="T31" fmla="*/ 93 h 231"/>
                  <a:gd name="T32" fmla="*/ 17 w 104"/>
                  <a:gd name="T33" fmla="*/ 64 h 231"/>
                  <a:gd name="T34" fmla="*/ 7 w 104"/>
                  <a:gd name="T35" fmla="*/ 35 h 231"/>
                  <a:gd name="T36" fmla="*/ 0 w 104"/>
                  <a:gd name="T37" fmla="*/ 5 h 231"/>
                  <a:gd name="T38" fmla="*/ 26 w 104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4"/>
                  <a:gd name="T61" fmla="*/ 0 h 231"/>
                  <a:gd name="T62" fmla="*/ 104 w 104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4" h="231">
                    <a:moveTo>
                      <a:pt x="26" y="0"/>
                    </a:moveTo>
                    <a:lnTo>
                      <a:pt x="26" y="0"/>
                    </a:lnTo>
                    <a:lnTo>
                      <a:pt x="33" y="30"/>
                    </a:lnTo>
                    <a:lnTo>
                      <a:pt x="41" y="57"/>
                    </a:lnTo>
                    <a:lnTo>
                      <a:pt x="50" y="85"/>
                    </a:lnTo>
                    <a:lnTo>
                      <a:pt x="61" y="111"/>
                    </a:lnTo>
                    <a:lnTo>
                      <a:pt x="70" y="139"/>
                    </a:lnTo>
                    <a:lnTo>
                      <a:pt x="82" y="166"/>
                    </a:lnTo>
                    <a:lnTo>
                      <a:pt x="93" y="190"/>
                    </a:lnTo>
                    <a:lnTo>
                      <a:pt x="104" y="215"/>
                    </a:lnTo>
                    <a:lnTo>
                      <a:pt x="83" y="231"/>
                    </a:lnTo>
                    <a:lnTo>
                      <a:pt x="69" y="205"/>
                    </a:lnTo>
                    <a:lnTo>
                      <a:pt x="57" y="176"/>
                    </a:lnTo>
                    <a:lnTo>
                      <a:pt x="46" y="150"/>
                    </a:lnTo>
                    <a:lnTo>
                      <a:pt x="35" y="122"/>
                    </a:lnTo>
                    <a:lnTo>
                      <a:pt x="25" y="93"/>
                    </a:lnTo>
                    <a:lnTo>
                      <a:pt x="17" y="64"/>
                    </a:lnTo>
                    <a:lnTo>
                      <a:pt x="7" y="35"/>
                    </a:lnTo>
                    <a:lnTo>
                      <a:pt x="0" y="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0" name="Freeform 284"/>
              <p:cNvSpPr>
                <a:spLocks/>
              </p:cNvSpPr>
              <p:nvPr/>
            </p:nvSpPr>
            <p:spPr bwMode="auto">
              <a:xfrm>
                <a:off x="2120" y="2320"/>
                <a:ext cx="55" cy="205"/>
              </a:xfrm>
              <a:custGeom>
                <a:avLst/>
                <a:gdLst>
                  <a:gd name="T0" fmla="*/ 29 w 55"/>
                  <a:gd name="T1" fmla="*/ 5 h 205"/>
                  <a:gd name="T2" fmla="*/ 30 w 55"/>
                  <a:gd name="T3" fmla="*/ 28 h 205"/>
                  <a:gd name="T4" fmla="*/ 31 w 55"/>
                  <a:gd name="T5" fmla="*/ 54 h 205"/>
                  <a:gd name="T6" fmla="*/ 34 w 55"/>
                  <a:gd name="T7" fmla="*/ 77 h 205"/>
                  <a:gd name="T8" fmla="*/ 37 w 55"/>
                  <a:gd name="T9" fmla="*/ 102 h 205"/>
                  <a:gd name="T10" fmla="*/ 40 w 55"/>
                  <a:gd name="T11" fmla="*/ 126 h 205"/>
                  <a:gd name="T12" fmla="*/ 44 w 55"/>
                  <a:gd name="T13" fmla="*/ 151 h 205"/>
                  <a:gd name="T14" fmla="*/ 51 w 55"/>
                  <a:gd name="T15" fmla="*/ 175 h 205"/>
                  <a:gd name="T16" fmla="*/ 55 w 55"/>
                  <a:gd name="T17" fmla="*/ 201 h 205"/>
                  <a:gd name="T18" fmla="*/ 29 w 55"/>
                  <a:gd name="T19" fmla="*/ 205 h 205"/>
                  <a:gd name="T20" fmla="*/ 23 w 55"/>
                  <a:gd name="T21" fmla="*/ 180 h 205"/>
                  <a:gd name="T22" fmla="*/ 18 w 55"/>
                  <a:gd name="T23" fmla="*/ 154 h 205"/>
                  <a:gd name="T24" fmla="*/ 13 w 55"/>
                  <a:gd name="T25" fmla="*/ 126 h 205"/>
                  <a:gd name="T26" fmla="*/ 9 w 55"/>
                  <a:gd name="T27" fmla="*/ 102 h 205"/>
                  <a:gd name="T28" fmla="*/ 6 w 55"/>
                  <a:gd name="T29" fmla="*/ 76 h 205"/>
                  <a:gd name="T30" fmla="*/ 4 w 55"/>
                  <a:gd name="T31" fmla="*/ 50 h 205"/>
                  <a:gd name="T32" fmla="*/ 2 w 55"/>
                  <a:gd name="T33" fmla="*/ 25 h 205"/>
                  <a:gd name="T34" fmla="*/ 0 w 55"/>
                  <a:gd name="T35" fmla="*/ 0 h 205"/>
                  <a:gd name="T36" fmla="*/ 29 w 55"/>
                  <a:gd name="T37" fmla="*/ 5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5"/>
                  <a:gd name="T58" fmla="*/ 0 h 205"/>
                  <a:gd name="T59" fmla="*/ 55 w 5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5" h="205">
                    <a:moveTo>
                      <a:pt x="29" y="5"/>
                    </a:moveTo>
                    <a:lnTo>
                      <a:pt x="30" y="28"/>
                    </a:lnTo>
                    <a:lnTo>
                      <a:pt x="31" y="54"/>
                    </a:lnTo>
                    <a:lnTo>
                      <a:pt x="34" y="77"/>
                    </a:lnTo>
                    <a:lnTo>
                      <a:pt x="37" y="102"/>
                    </a:lnTo>
                    <a:lnTo>
                      <a:pt x="40" y="126"/>
                    </a:lnTo>
                    <a:lnTo>
                      <a:pt x="44" y="151"/>
                    </a:lnTo>
                    <a:lnTo>
                      <a:pt x="51" y="175"/>
                    </a:lnTo>
                    <a:lnTo>
                      <a:pt x="55" y="201"/>
                    </a:lnTo>
                    <a:lnTo>
                      <a:pt x="29" y="205"/>
                    </a:lnTo>
                    <a:lnTo>
                      <a:pt x="23" y="180"/>
                    </a:lnTo>
                    <a:lnTo>
                      <a:pt x="18" y="154"/>
                    </a:lnTo>
                    <a:lnTo>
                      <a:pt x="13" y="126"/>
                    </a:lnTo>
                    <a:lnTo>
                      <a:pt x="9" y="102"/>
                    </a:lnTo>
                    <a:lnTo>
                      <a:pt x="6" y="76"/>
                    </a:lnTo>
                    <a:lnTo>
                      <a:pt x="4" y="50"/>
                    </a:lnTo>
                    <a:lnTo>
                      <a:pt x="2" y="25"/>
                    </a:lnTo>
                    <a:lnTo>
                      <a:pt x="0" y="0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1" name="Freeform 285"/>
              <p:cNvSpPr>
                <a:spLocks/>
              </p:cNvSpPr>
              <p:nvPr/>
            </p:nvSpPr>
            <p:spPr bwMode="auto">
              <a:xfrm>
                <a:off x="2115" y="2301"/>
                <a:ext cx="31" cy="22"/>
              </a:xfrm>
              <a:custGeom>
                <a:avLst/>
                <a:gdLst>
                  <a:gd name="T0" fmla="*/ 1 w 31"/>
                  <a:gd name="T1" fmla="*/ 18 h 22"/>
                  <a:gd name="T2" fmla="*/ 0 w 31"/>
                  <a:gd name="T3" fmla="*/ 0 h 22"/>
                  <a:gd name="T4" fmla="*/ 30 w 31"/>
                  <a:gd name="T5" fmla="*/ 4 h 22"/>
                  <a:gd name="T6" fmla="*/ 31 w 31"/>
                  <a:gd name="T7" fmla="*/ 22 h 22"/>
                  <a:gd name="T8" fmla="*/ 1 w 31"/>
                  <a:gd name="T9" fmla="*/ 1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2"/>
                  <a:gd name="T17" fmla="*/ 31 w 31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2">
                    <a:moveTo>
                      <a:pt x="1" y="18"/>
                    </a:moveTo>
                    <a:lnTo>
                      <a:pt x="0" y="0"/>
                    </a:lnTo>
                    <a:lnTo>
                      <a:pt x="30" y="4"/>
                    </a:lnTo>
                    <a:lnTo>
                      <a:pt x="31" y="22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2" name="Freeform 286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3" name="Freeform 287"/>
              <p:cNvSpPr>
                <a:spLocks/>
              </p:cNvSpPr>
              <p:nvPr/>
            </p:nvSpPr>
            <p:spPr bwMode="auto">
              <a:xfrm>
                <a:off x="2259" y="2665"/>
                <a:ext cx="48" cy="188"/>
              </a:xfrm>
              <a:custGeom>
                <a:avLst/>
                <a:gdLst>
                  <a:gd name="T0" fmla="*/ 41 w 48"/>
                  <a:gd name="T1" fmla="*/ 156 h 188"/>
                  <a:gd name="T2" fmla="*/ 29 w 48"/>
                  <a:gd name="T3" fmla="*/ 165 h 188"/>
                  <a:gd name="T4" fmla="*/ 0 w 48"/>
                  <a:gd name="T5" fmla="*/ 1 h 188"/>
                  <a:gd name="T6" fmla="*/ 15 w 48"/>
                  <a:gd name="T7" fmla="*/ 0 h 188"/>
                  <a:gd name="T8" fmla="*/ 44 w 48"/>
                  <a:gd name="T9" fmla="*/ 164 h 188"/>
                  <a:gd name="T10" fmla="*/ 32 w 48"/>
                  <a:gd name="T11" fmla="*/ 171 h 188"/>
                  <a:gd name="T12" fmla="*/ 44 w 48"/>
                  <a:gd name="T13" fmla="*/ 164 h 188"/>
                  <a:gd name="T14" fmla="*/ 48 w 48"/>
                  <a:gd name="T15" fmla="*/ 188 h 188"/>
                  <a:gd name="T16" fmla="*/ 32 w 48"/>
                  <a:gd name="T17" fmla="*/ 171 h 188"/>
                  <a:gd name="T18" fmla="*/ 41 w 48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8"/>
                  <a:gd name="T31" fmla="*/ 0 h 188"/>
                  <a:gd name="T32" fmla="*/ 48 w 48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8" h="188">
                    <a:moveTo>
                      <a:pt x="41" y="156"/>
                    </a:moveTo>
                    <a:lnTo>
                      <a:pt x="29" y="165"/>
                    </a:lnTo>
                    <a:lnTo>
                      <a:pt x="0" y="1"/>
                    </a:lnTo>
                    <a:lnTo>
                      <a:pt x="15" y="0"/>
                    </a:lnTo>
                    <a:lnTo>
                      <a:pt x="44" y="164"/>
                    </a:lnTo>
                    <a:lnTo>
                      <a:pt x="32" y="171"/>
                    </a:lnTo>
                    <a:lnTo>
                      <a:pt x="44" y="164"/>
                    </a:lnTo>
                    <a:lnTo>
                      <a:pt x="48" y="188"/>
                    </a:lnTo>
                    <a:lnTo>
                      <a:pt x="32" y="171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4" name="Freeform 288"/>
              <p:cNvSpPr>
                <a:spLocks/>
              </p:cNvSpPr>
              <p:nvPr/>
            </p:nvSpPr>
            <p:spPr bwMode="auto">
              <a:xfrm>
                <a:off x="2177" y="2710"/>
                <a:ext cx="123" cy="126"/>
              </a:xfrm>
              <a:custGeom>
                <a:avLst/>
                <a:gdLst>
                  <a:gd name="T0" fmla="*/ 18 w 123"/>
                  <a:gd name="T1" fmla="*/ 19 h 126"/>
                  <a:gd name="T2" fmla="*/ 18 w 123"/>
                  <a:gd name="T3" fmla="*/ 2 h 126"/>
                  <a:gd name="T4" fmla="*/ 123 w 123"/>
                  <a:gd name="T5" fmla="*/ 113 h 126"/>
                  <a:gd name="T6" fmla="*/ 114 w 123"/>
                  <a:gd name="T7" fmla="*/ 126 h 126"/>
                  <a:gd name="T8" fmla="*/ 11 w 123"/>
                  <a:gd name="T9" fmla="*/ 17 h 126"/>
                  <a:gd name="T10" fmla="*/ 9 w 123"/>
                  <a:gd name="T11" fmla="*/ 0 h 126"/>
                  <a:gd name="T12" fmla="*/ 11 w 123"/>
                  <a:gd name="T13" fmla="*/ 17 h 126"/>
                  <a:gd name="T14" fmla="*/ 0 w 123"/>
                  <a:gd name="T15" fmla="*/ 7 h 126"/>
                  <a:gd name="T16" fmla="*/ 9 w 123"/>
                  <a:gd name="T17" fmla="*/ 0 h 126"/>
                  <a:gd name="T18" fmla="*/ 18 w 123"/>
                  <a:gd name="T19" fmla="*/ 19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6"/>
                  <a:gd name="T32" fmla="*/ 123 w 123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6">
                    <a:moveTo>
                      <a:pt x="18" y="19"/>
                    </a:moveTo>
                    <a:lnTo>
                      <a:pt x="18" y="2"/>
                    </a:lnTo>
                    <a:lnTo>
                      <a:pt x="123" y="113"/>
                    </a:lnTo>
                    <a:lnTo>
                      <a:pt x="114" y="126"/>
                    </a:lnTo>
                    <a:lnTo>
                      <a:pt x="11" y="17"/>
                    </a:lnTo>
                    <a:lnTo>
                      <a:pt x="9" y="0"/>
                    </a:lnTo>
                    <a:lnTo>
                      <a:pt x="11" y="17"/>
                    </a:lnTo>
                    <a:lnTo>
                      <a:pt x="0" y="7"/>
                    </a:lnTo>
                    <a:lnTo>
                      <a:pt x="9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5" name="Freeform 289"/>
              <p:cNvSpPr>
                <a:spLocks/>
              </p:cNvSpPr>
              <p:nvPr/>
            </p:nvSpPr>
            <p:spPr bwMode="auto">
              <a:xfrm>
                <a:off x="2184" y="2649"/>
                <a:ext cx="88" cy="79"/>
              </a:xfrm>
              <a:custGeom>
                <a:avLst/>
                <a:gdLst>
                  <a:gd name="T0" fmla="*/ 73 w 88"/>
                  <a:gd name="T1" fmla="*/ 17 h 79"/>
                  <a:gd name="T2" fmla="*/ 86 w 88"/>
                  <a:gd name="T3" fmla="*/ 26 h 79"/>
                  <a:gd name="T4" fmla="*/ 8 w 88"/>
                  <a:gd name="T5" fmla="*/ 79 h 79"/>
                  <a:gd name="T6" fmla="*/ 0 w 88"/>
                  <a:gd name="T7" fmla="*/ 60 h 79"/>
                  <a:gd name="T8" fmla="*/ 76 w 88"/>
                  <a:gd name="T9" fmla="*/ 7 h 79"/>
                  <a:gd name="T10" fmla="*/ 88 w 88"/>
                  <a:gd name="T11" fmla="*/ 16 h 79"/>
                  <a:gd name="T12" fmla="*/ 76 w 88"/>
                  <a:gd name="T13" fmla="*/ 7 h 79"/>
                  <a:gd name="T14" fmla="*/ 86 w 88"/>
                  <a:gd name="T15" fmla="*/ 0 h 79"/>
                  <a:gd name="T16" fmla="*/ 88 w 88"/>
                  <a:gd name="T17" fmla="*/ 16 h 79"/>
                  <a:gd name="T18" fmla="*/ 73 w 88"/>
                  <a:gd name="T19" fmla="*/ 17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73" y="17"/>
                    </a:moveTo>
                    <a:lnTo>
                      <a:pt x="86" y="26"/>
                    </a:lnTo>
                    <a:lnTo>
                      <a:pt x="8" y="79"/>
                    </a:lnTo>
                    <a:lnTo>
                      <a:pt x="0" y="60"/>
                    </a:lnTo>
                    <a:lnTo>
                      <a:pt x="76" y="7"/>
                    </a:lnTo>
                    <a:lnTo>
                      <a:pt x="88" y="16"/>
                    </a:lnTo>
                    <a:lnTo>
                      <a:pt x="76" y="7"/>
                    </a:lnTo>
                    <a:lnTo>
                      <a:pt x="86" y="0"/>
                    </a:lnTo>
                    <a:lnTo>
                      <a:pt x="88" y="16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6" name="Freeform 290"/>
              <p:cNvSpPr>
                <a:spLocks/>
              </p:cNvSpPr>
              <p:nvPr/>
            </p:nvSpPr>
            <p:spPr bwMode="auto">
              <a:xfrm>
                <a:off x="2255" y="2771"/>
                <a:ext cx="38" cy="40"/>
              </a:xfrm>
              <a:custGeom>
                <a:avLst/>
                <a:gdLst>
                  <a:gd name="T0" fmla="*/ 27 w 38"/>
                  <a:gd name="T1" fmla="*/ 0 h 40"/>
                  <a:gd name="T2" fmla="*/ 38 w 38"/>
                  <a:gd name="T3" fmla="*/ 19 h 40"/>
                  <a:gd name="T4" fmla="*/ 11 w 38"/>
                  <a:gd name="T5" fmla="*/ 40 h 40"/>
                  <a:gd name="T6" fmla="*/ 0 w 38"/>
                  <a:gd name="T7" fmla="*/ 20 h 40"/>
                  <a:gd name="T8" fmla="*/ 27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0"/>
                  <a:gd name="T17" fmla="*/ 38 w 3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0">
                    <a:moveTo>
                      <a:pt x="27" y="0"/>
                    </a:moveTo>
                    <a:lnTo>
                      <a:pt x="38" y="19"/>
                    </a:lnTo>
                    <a:lnTo>
                      <a:pt x="11" y="40"/>
                    </a:lnTo>
                    <a:lnTo>
                      <a:pt x="0" y="2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7" name="Freeform 291"/>
              <p:cNvSpPr>
                <a:spLocks/>
              </p:cNvSpPr>
              <p:nvPr/>
            </p:nvSpPr>
            <p:spPr bwMode="auto">
              <a:xfrm>
                <a:off x="2163" y="2558"/>
                <a:ext cx="117" cy="231"/>
              </a:xfrm>
              <a:custGeom>
                <a:avLst/>
                <a:gdLst>
                  <a:gd name="T0" fmla="*/ 31 w 117"/>
                  <a:gd name="T1" fmla="*/ 0 h 231"/>
                  <a:gd name="T2" fmla="*/ 31 w 117"/>
                  <a:gd name="T3" fmla="*/ 0 h 231"/>
                  <a:gd name="T4" fmla="*/ 40 w 117"/>
                  <a:gd name="T5" fmla="*/ 28 h 231"/>
                  <a:gd name="T6" fmla="*/ 49 w 117"/>
                  <a:gd name="T7" fmla="*/ 57 h 231"/>
                  <a:gd name="T8" fmla="*/ 58 w 117"/>
                  <a:gd name="T9" fmla="*/ 84 h 231"/>
                  <a:gd name="T10" fmla="*/ 70 w 117"/>
                  <a:gd name="T11" fmla="*/ 111 h 231"/>
                  <a:gd name="T12" fmla="*/ 79 w 117"/>
                  <a:gd name="T13" fmla="*/ 137 h 231"/>
                  <a:gd name="T14" fmla="*/ 92 w 117"/>
                  <a:gd name="T15" fmla="*/ 162 h 231"/>
                  <a:gd name="T16" fmla="*/ 104 w 117"/>
                  <a:gd name="T17" fmla="*/ 187 h 231"/>
                  <a:gd name="T18" fmla="*/ 117 w 117"/>
                  <a:gd name="T19" fmla="*/ 212 h 231"/>
                  <a:gd name="T20" fmla="*/ 92 w 117"/>
                  <a:gd name="T21" fmla="*/ 231 h 231"/>
                  <a:gd name="T22" fmla="*/ 78 w 117"/>
                  <a:gd name="T23" fmla="*/ 206 h 231"/>
                  <a:gd name="T24" fmla="*/ 64 w 117"/>
                  <a:gd name="T25" fmla="*/ 180 h 231"/>
                  <a:gd name="T26" fmla="*/ 52 w 117"/>
                  <a:gd name="T27" fmla="*/ 153 h 231"/>
                  <a:gd name="T28" fmla="*/ 40 w 117"/>
                  <a:gd name="T29" fmla="*/ 124 h 231"/>
                  <a:gd name="T30" fmla="*/ 29 w 117"/>
                  <a:gd name="T31" fmla="*/ 97 h 231"/>
                  <a:gd name="T32" fmla="*/ 18 w 117"/>
                  <a:gd name="T33" fmla="*/ 67 h 231"/>
                  <a:gd name="T34" fmla="*/ 9 w 117"/>
                  <a:gd name="T35" fmla="*/ 39 h 231"/>
                  <a:gd name="T36" fmla="*/ 0 w 117"/>
                  <a:gd name="T37" fmla="*/ 9 h 231"/>
                  <a:gd name="T38" fmla="*/ 31 w 117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7"/>
                  <a:gd name="T61" fmla="*/ 0 h 231"/>
                  <a:gd name="T62" fmla="*/ 117 w 117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7" h="231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49" y="57"/>
                    </a:lnTo>
                    <a:lnTo>
                      <a:pt x="58" y="84"/>
                    </a:lnTo>
                    <a:lnTo>
                      <a:pt x="70" y="111"/>
                    </a:lnTo>
                    <a:lnTo>
                      <a:pt x="79" y="137"/>
                    </a:lnTo>
                    <a:lnTo>
                      <a:pt x="92" y="162"/>
                    </a:lnTo>
                    <a:lnTo>
                      <a:pt x="104" y="187"/>
                    </a:lnTo>
                    <a:lnTo>
                      <a:pt x="117" y="212"/>
                    </a:lnTo>
                    <a:lnTo>
                      <a:pt x="92" y="231"/>
                    </a:lnTo>
                    <a:lnTo>
                      <a:pt x="78" y="206"/>
                    </a:lnTo>
                    <a:lnTo>
                      <a:pt x="64" y="180"/>
                    </a:lnTo>
                    <a:lnTo>
                      <a:pt x="52" y="153"/>
                    </a:lnTo>
                    <a:lnTo>
                      <a:pt x="40" y="124"/>
                    </a:lnTo>
                    <a:lnTo>
                      <a:pt x="29" y="97"/>
                    </a:lnTo>
                    <a:lnTo>
                      <a:pt x="18" y="67"/>
                    </a:lnTo>
                    <a:lnTo>
                      <a:pt x="9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8" name="Freeform 292"/>
              <p:cNvSpPr>
                <a:spLocks/>
              </p:cNvSpPr>
              <p:nvPr/>
            </p:nvSpPr>
            <p:spPr bwMode="auto">
              <a:xfrm>
                <a:off x="2123" y="2358"/>
                <a:ext cx="67" cy="207"/>
              </a:xfrm>
              <a:custGeom>
                <a:avLst/>
                <a:gdLst>
                  <a:gd name="T0" fmla="*/ 31 w 67"/>
                  <a:gd name="T1" fmla="*/ 4 h 207"/>
                  <a:gd name="T2" fmla="*/ 34 w 67"/>
                  <a:gd name="T3" fmla="*/ 27 h 207"/>
                  <a:gd name="T4" fmla="*/ 37 w 67"/>
                  <a:gd name="T5" fmla="*/ 51 h 207"/>
                  <a:gd name="T6" fmla="*/ 40 w 67"/>
                  <a:gd name="T7" fmla="*/ 77 h 207"/>
                  <a:gd name="T8" fmla="*/ 45 w 67"/>
                  <a:gd name="T9" fmla="*/ 101 h 207"/>
                  <a:gd name="T10" fmla="*/ 49 w 67"/>
                  <a:gd name="T11" fmla="*/ 125 h 207"/>
                  <a:gd name="T12" fmla="*/ 55 w 67"/>
                  <a:gd name="T13" fmla="*/ 150 h 207"/>
                  <a:gd name="T14" fmla="*/ 61 w 67"/>
                  <a:gd name="T15" fmla="*/ 175 h 207"/>
                  <a:gd name="T16" fmla="*/ 67 w 67"/>
                  <a:gd name="T17" fmla="*/ 199 h 207"/>
                  <a:gd name="T18" fmla="*/ 37 w 67"/>
                  <a:gd name="T19" fmla="*/ 207 h 207"/>
                  <a:gd name="T20" fmla="*/ 31 w 67"/>
                  <a:gd name="T21" fmla="*/ 180 h 207"/>
                  <a:gd name="T22" fmla="*/ 23 w 67"/>
                  <a:gd name="T23" fmla="*/ 153 h 207"/>
                  <a:gd name="T24" fmla="*/ 18 w 67"/>
                  <a:gd name="T25" fmla="*/ 128 h 207"/>
                  <a:gd name="T26" fmla="*/ 11 w 67"/>
                  <a:gd name="T27" fmla="*/ 102 h 207"/>
                  <a:gd name="T28" fmla="*/ 8 w 67"/>
                  <a:gd name="T29" fmla="*/ 77 h 207"/>
                  <a:gd name="T30" fmla="*/ 4 w 67"/>
                  <a:gd name="T31" fmla="*/ 51 h 207"/>
                  <a:gd name="T32" fmla="*/ 1 w 67"/>
                  <a:gd name="T33" fmla="*/ 24 h 207"/>
                  <a:gd name="T34" fmla="*/ 0 w 67"/>
                  <a:gd name="T35" fmla="*/ 0 h 207"/>
                  <a:gd name="T36" fmla="*/ 31 w 67"/>
                  <a:gd name="T37" fmla="*/ 4 h 2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7"/>
                  <a:gd name="T58" fmla="*/ 0 h 207"/>
                  <a:gd name="T59" fmla="*/ 67 w 67"/>
                  <a:gd name="T60" fmla="*/ 207 h 2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7" h="207">
                    <a:moveTo>
                      <a:pt x="31" y="4"/>
                    </a:moveTo>
                    <a:lnTo>
                      <a:pt x="34" y="27"/>
                    </a:lnTo>
                    <a:lnTo>
                      <a:pt x="37" y="51"/>
                    </a:lnTo>
                    <a:lnTo>
                      <a:pt x="40" y="77"/>
                    </a:lnTo>
                    <a:lnTo>
                      <a:pt x="45" y="101"/>
                    </a:lnTo>
                    <a:lnTo>
                      <a:pt x="49" y="125"/>
                    </a:lnTo>
                    <a:lnTo>
                      <a:pt x="55" y="150"/>
                    </a:lnTo>
                    <a:lnTo>
                      <a:pt x="61" y="175"/>
                    </a:lnTo>
                    <a:lnTo>
                      <a:pt x="67" y="199"/>
                    </a:lnTo>
                    <a:lnTo>
                      <a:pt x="37" y="207"/>
                    </a:lnTo>
                    <a:lnTo>
                      <a:pt x="31" y="180"/>
                    </a:lnTo>
                    <a:lnTo>
                      <a:pt x="23" y="153"/>
                    </a:lnTo>
                    <a:lnTo>
                      <a:pt x="18" y="128"/>
                    </a:lnTo>
                    <a:lnTo>
                      <a:pt x="11" y="102"/>
                    </a:lnTo>
                    <a:lnTo>
                      <a:pt x="8" y="77"/>
                    </a:lnTo>
                    <a:lnTo>
                      <a:pt x="4" y="51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099" name="Freeform 293"/>
              <p:cNvSpPr>
                <a:spLocks/>
              </p:cNvSpPr>
              <p:nvPr/>
            </p:nvSpPr>
            <p:spPr bwMode="auto">
              <a:xfrm>
                <a:off x="2118" y="2334"/>
                <a:ext cx="36" cy="27"/>
              </a:xfrm>
              <a:custGeom>
                <a:avLst/>
                <a:gdLst>
                  <a:gd name="T0" fmla="*/ 2 w 36"/>
                  <a:gd name="T1" fmla="*/ 23 h 27"/>
                  <a:gd name="T2" fmla="*/ 0 w 36"/>
                  <a:gd name="T3" fmla="*/ 0 h 27"/>
                  <a:gd name="T4" fmla="*/ 33 w 36"/>
                  <a:gd name="T5" fmla="*/ 4 h 27"/>
                  <a:gd name="T6" fmla="*/ 36 w 36"/>
                  <a:gd name="T7" fmla="*/ 27 h 27"/>
                  <a:gd name="T8" fmla="*/ 2 w 36"/>
                  <a:gd name="T9" fmla="*/ 2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2" y="23"/>
                    </a:moveTo>
                    <a:lnTo>
                      <a:pt x="0" y="0"/>
                    </a:lnTo>
                    <a:lnTo>
                      <a:pt x="33" y="4"/>
                    </a:lnTo>
                    <a:lnTo>
                      <a:pt x="36" y="27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0" name="Freeform 294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1" name="Freeform 295"/>
              <p:cNvSpPr>
                <a:spLocks/>
              </p:cNvSpPr>
              <p:nvPr/>
            </p:nvSpPr>
            <p:spPr bwMode="auto">
              <a:xfrm>
                <a:off x="2263" y="2666"/>
                <a:ext cx="40" cy="178"/>
              </a:xfrm>
              <a:custGeom>
                <a:avLst/>
                <a:gdLst>
                  <a:gd name="T0" fmla="*/ 36 w 40"/>
                  <a:gd name="T1" fmla="*/ 158 h 178"/>
                  <a:gd name="T2" fmla="*/ 28 w 40"/>
                  <a:gd name="T3" fmla="*/ 163 h 178"/>
                  <a:gd name="T4" fmla="*/ 0 w 40"/>
                  <a:gd name="T5" fmla="*/ 0 h 178"/>
                  <a:gd name="T6" fmla="*/ 8 w 40"/>
                  <a:gd name="T7" fmla="*/ 0 h 178"/>
                  <a:gd name="T8" fmla="*/ 38 w 40"/>
                  <a:gd name="T9" fmla="*/ 163 h 178"/>
                  <a:gd name="T10" fmla="*/ 32 w 40"/>
                  <a:gd name="T11" fmla="*/ 167 h 178"/>
                  <a:gd name="T12" fmla="*/ 38 w 40"/>
                  <a:gd name="T13" fmla="*/ 163 h 178"/>
                  <a:gd name="T14" fmla="*/ 40 w 40"/>
                  <a:gd name="T15" fmla="*/ 178 h 178"/>
                  <a:gd name="T16" fmla="*/ 32 w 40"/>
                  <a:gd name="T17" fmla="*/ 167 h 178"/>
                  <a:gd name="T18" fmla="*/ 36 w 40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78"/>
                  <a:gd name="T32" fmla="*/ 40 w 40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78">
                    <a:moveTo>
                      <a:pt x="36" y="158"/>
                    </a:moveTo>
                    <a:lnTo>
                      <a:pt x="28" y="163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8" y="163"/>
                    </a:lnTo>
                    <a:lnTo>
                      <a:pt x="32" y="167"/>
                    </a:lnTo>
                    <a:lnTo>
                      <a:pt x="38" y="163"/>
                    </a:lnTo>
                    <a:lnTo>
                      <a:pt x="40" y="178"/>
                    </a:lnTo>
                    <a:lnTo>
                      <a:pt x="32" y="167"/>
                    </a:lnTo>
                    <a:lnTo>
                      <a:pt x="36" y="15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2" name="Freeform 296"/>
              <p:cNvSpPr>
                <a:spLocks/>
              </p:cNvSpPr>
              <p:nvPr/>
            </p:nvSpPr>
            <p:spPr bwMode="auto">
              <a:xfrm>
                <a:off x="2184" y="2711"/>
                <a:ext cx="115" cy="120"/>
              </a:xfrm>
              <a:custGeom>
                <a:avLst/>
                <a:gdLst>
                  <a:gd name="T0" fmla="*/ 10 w 115"/>
                  <a:gd name="T1" fmla="*/ 12 h 120"/>
                  <a:gd name="T2" fmla="*/ 10 w 115"/>
                  <a:gd name="T3" fmla="*/ 1 h 120"/>
                  <a:gd name="T4" fmla="*/ 115 w 115"/>
                  <a:gd name="T5" fmla="*/ 112 h 120"/>
                  <a:gd name="T6" fmla="*/ 111 w 115"/>
                  <a:gd name="T7" fmla="*/ 120 h 120"/>
                  <a:gd name="T8" fmla="*/ 5 w 115"/>
                  <a:gd name="T9" fmla="*/ 9 h 120"/>
                  <a:gd name="T10" fmla="*/ 5 w 115"/>
                  <a:gd name="T11" fmla="*/ 0 h 120"/>
                  <a:gd name="T12" fmla="*/ 5 w 115"/>
                  <a:gd name="T13" fmla="*/ 9 h 120"/>
                  <a:gd name="T14" fmla="*/ 0 w 115"/>
                  <a:gd name="T15" fmla="*/ 3 h 120"/>
                  <a:gd name="T16" fmla="*/ 5 w 115"/>
                  <a:gd name="T17" fmla="*/ 0 h 120"/>
                  <a:gd name="T18" fmla="*/ 10 w 115"/>
                  <a:gd name="T19" fmla="*/ 1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0"/>
                  <a:gd name="T32" fmla="*/ 115 w 115"/>
                  <a:gd name="T33" fmla="*/ 120 h 1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0">
                    <a:moveTo>
                      <a:pt x="10" y="12"/>
                    </a:moveTo>
                    <a:lnTo>
                      <a:pt x="10" y="1"/>
                    </a:lnTo>
                    <a:lnTo>
                      <a:pt x="115" y="112"/>
                    </a:lnTo>
                    <a:lnTo>
                      <a:pt x="111" y="12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5" y="9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3" name="Freeform 297"/>
              <p:cNvSpPr>
                <a:spLocks/>
              </p:cNvSpPr>
              <p:nvPr/>
            </p:nvSpPr>
            <p:spPr bwMode="auto">
              <a:xfrm>
                <a:off x="2185" y="2657"/>
                <a:ext cx="84" cy="67"/>
              </a:xfrm>
              <a:custGeom>
                <a:avLst/>
                <a:gdLst>
                  <a:gd name="T0" fmla="*/ 75 w 84"/>
                  <a:gd name="T1" fmla="*/ 8 h 67"/>
                  <a:gd name="T2" fmla="*/ 82 w 84"/>
                  <a:gd name="T3" fmla="*/ 15 h 67"/>
                  <a:gd name="T4" fmla="*/ 5 w 84"/>
                  <a:gd name="T5" fmla="*/ 67 h 67"/>
                  <a:gd name="T6" fmla="*/ 0 w 84"/>
                  <a:gd name="T7" fmla="*/ 56 h 67"/>
                  <a:gd name="T8" fmla="*/ 75 w 84"/>
                  <a:gd name="T9" fmla="*/ 3 h 67"/>
                  <a:gd name="T10" fmla="*/ 84 w 84"/>
                  <a:gd name="T11" fmla="*/ 8 h 67"/>
                  <a:gd name="T12" fmla="*/ 75 w 84"/>
                  <a:gd name="T13" fmla="*/ 3 h 67"/>
                  <a:gd name="T14" fmla="*/ 82 w 84"/>
                  <a:gd name="T15" fmla="*/ 0 h 67"/>
                  <a:gd name="T16" fmla="*/ 84 w 84"/>
                  <a:gd name="T17" fmla="*/ 8 h 67"/>
                  <a:gd name="T18" fmla="*/ 75 w 84"/>
                  <a:gd name="T19" fmla="*/ 8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7"/>
                  <a:gd name="T32" fmla="*/ 84 w 84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7">
                    <a:moveTo>
                      <a:pt x="75" y="8"/>
                    </a:moveTo>
                    <a:lnTo>
                      <a:pt x="82" y="15"/>
                    </a:lnTo>
                    <a:lnTo>
                      <a:pt x="5" y="67"/>
                    </a:lnTo>
                    <a:lnTo>
                      <a:pt x="0" y="56"/>
                    </a:lnTo>
                    <a:lnTo>
                      <a:pt x="75" y="3"/>
                    </a:lnTo>
                    <a:lnTo>
                      <a:pt x="84" y="8"/>
                    </a:lnTo>
                    <a:lnTo>
                      <a:pt x="75" y="3"/>
                    </a:lnTo>
                    <a:lnTo>
                      <a:pt x="82" y="0"/>
                    </a:lnTo>
                    <a:lnTo>
                      <a:pt x="84" y="8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4" name="Freeform 298"/>
              <p:cNvSpPr>
                <a:spLocks/>
              </p:cNvSpPr>
              <p:nvPr/>
            </p:nvSpPr>
            <p:spPr bwMode="auto">
              <a:xfrm>
                <a:off x="2250" y="2758"/>
                <a:ext cx="30" cy="32"/>
              </a:xfrm>
              <a:custGeom>
                <a:avLst/>
                <a:gdLst>
                  <a:gd name="T0" fmla="*/ 20 w 30"/>
                  <a:gd name="T1" fmla="*/ 0 h 32"/>
                  <a:gd name="T2" fmla="*/ 30 w 30"/>
                  <a:gd name="T3" fmla="*/ 15 h 32"/>
                  <a:gd name="T4" fmla="*/ 9 w 30"/>
                  <a:gd name="T5" fmla="*/ 32 h 32"/>
                  <a:gd name="T6" fmla="*/ 0 w 30"/>
                  <a:gd name="T7" fmla="*/ 15 h 32"/>
                  <a:gd name="T8" fmla="*/ 20 w 30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2"/>
                  <a:gd name="T17" fmla="*/ 30 w 30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2">
                    <a:moveTo>
                      <a:pt x="20" y="0"/>
                    </a:moveTo>
                    <a:lnTo>
                      <a:pt x="30" y="15"/>
                    </a:lnTo>
                    <a:lnTo>
                      <a:pt x="9" y="32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5" name="Freeform 299"/>
              <p:cNvSpPr>
                <a:spLocks/>
              </p:cNvSpPr>
              <p:nvPr/>
            </p:nvSpPr>
            <p:spPr bwMode="auto">
              <a:xfrm>
                <a:off x="2157" y="2547"/>
                <a:ext cx="112" cy="229"/>
              </a:xfrm>
              <a:custGeom>
                <a:avLst/>
                <a:gdLst>
                  <a:gd name="T0" fmla="*/ 25 w 112"/>
                  <a:gd name="T1" fmla="*/ 0 h 229"/>
                  <a:gd name="T2" fmla="*/ 25 w 112"/>
                  <a:gd name="T3" fmla="*/ 0 h 229"/>
                  <a:gd name="T4" fmla="*/ 35 w 112"/>
                  <a:gd name="T5" fmla="*/ 27 h 229"/>
                  <a:gd name="T6" fmla="*/ 44 w 112"/>
                  <a:gd name="T7" fmla="*/ 56 h 229"/>
                  <a:gd name="T8" fmla="*/ 54 w 112"/>
                  <a:gd name="T9" fmla="*/ 84 h 229"/>
                  <a:gd name="T10" fmla="*/ 64 w 112"/>
                  <a:gd name="T11" fmla="*/ 111 h 229"/>
                  <a:gd name="T12" fmla="*/ 75 w 112"/>
                  <a:gd name="T13" fmla="*/ 136 h 229"/>
                  <a:gd name="T14" fmla="*/ 86 w 112"/>
                  <a:gd name="T15" fmla="*/ 162 h 229"/>
                  <a:gd name="T16" fmla="*/ 99 w 112"/>
                  <a:gd name="T17" fmla="*/ 188 h 229"/>
                  <a:gd name="T18" fmla="*/ 112 w 112"/>
                  <a:gd name="T19" fmla="*/ 212 h 229"/>
                  <a:gd name="T20" fmla="*/ 91 w 112"/>
                  <a:gd name="T21" fmla="*/ 229 h 229"/>
                  <a:gd name="T22" fmla="*/ 77 w 112"/>
                  <a:gd name="T23" fmla="*/ 204 h 229"/>
                  <a:gd name="T24" fmla="*/ 64 w 112"/>
                  <a:gd name="T25" fmla="*/ 176 h 229"/>
                  <a:gd name="T26" fmla="*/ 51 w 112"/>
                  <a:gd name="T27" fmla="*/ 150 h 229"/>
                  <a:gd name="T28" fmla="*/ 40 w 112"/>
                  <a:gd name="T29" fmla="*/ 120 h 229"/>
                  <a:gd name="T30" fmla="*/ 29 w 112"/>
                  <a:gd name="T31" fmla="*/ 94 h 229"/>
                  <a:gd name="T32" fmla="*/ 19 w 112"/>
                  <a:gd name="T33" fmla="*/ 65 h 229"/>
                  <a:gd name="T34" fmla="*/ 8 w 112"/>
                  <a:gd name="T35" fmla="*/ 36 h 229"/>
                  <a:gd name="T36" fmla="*/ 0 w 112"/>
                  <a:gd name="T37" fmla="*/ 6 h 229"/>
                  <a:gd name="T38" fmla="*/ 25 w 112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29"/>
                  <a:gd name="T62" fmla="*/ 112 w 112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29">
                    <a:moveTo>
                      <a:pt x="25" y="0"/>
                    </a:moveTo>
                    <a:lnTo>
                      <a:pt x="25" y="0"/>
                    </a:lnTo>
                    <a:lnTo>
                      <a:pt x="35" y="27"/>
                    </a:lnTo>
                    <a:lnTo>
                      <a:pt x="44" y="56"/>
                    </a:lnTo>
                    <a:lnTo>
                      <a:pt x="54" y="84"/>
                    </a:lnTo>
                    <a:lnTo>
                      <a:pt x="64" y="111"/>
                    </a:lnTo>
                    <a:lnTo>
                      <a:pt x="75" y="136"/>
                    </a:lnTo>
                    <a:lnTo>
                      <a:pt x="86" y="162"/>
                    </a:lnTo>
                    <a:lnTo>
                      <a:pt x="99" y="188"/>
                    </a:lnTo>
                    <a:lnTo>
                      <a:pt x="112" y="212"/>
                    </a:lnTo>
                    <a:lnTo>
                      <a:pt x="91" y="229"/>
                    </a:lnTo>
                    <a:lnTo>
                      <a:pt x="77" y="204"/>
                    </a:lnTo>
                    <a:lnTo>
                      <a:pt x="64" y="176"/>
                    </a:lnTo>
                    <a:lnTo>
                      <a:pt x="51" y="150"/>
                    </a:lnTo>
                    <a:lnTo>
                      <a:pt x="40" y="120"/>
                    </a:lnTo>
                    <a:lnTo>
                      <a:pt x="29" y="94"/>
                    </a:lnTo>
                    <a:lnTo>
                      <a:pt x="19" y="65"/>
                    </a:lnTo>
                    <a:lnTo>
                      <a:pt x="8" y="36"/>
                    </a:lnTo>
                    <a:lnTo>
                      <a:pt x="0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6" name="Freeform 300"/>
              <p:cNvSpPr>
                <a:spLocks/>
              </p:cNvSpPr>
              <p:nvPr/>
            </p:nvSpPr>
            <p:spPr bwMode="auto">
              <a:xfrm>
                <a:off x="2115" y="2345"/>
                <a:ext cx="63" cy="205"/>
              </a:xfrm>
              <a:custGeom>
                <a:avLst/>
                <a:gdLst>
                  <a:gd name="T0" fmla="*/ 28 w 63"/>
                  <a:gd name="T1" fmla="*/ 3 h 205"/>
                  <a:gd name="T2" fmla="*/ 31 w 63"/>
                  <a:gd name="T3" fmla="*/ 27 h 205"/>
                  <a:gd name="T4" fmla="*/ 33 w 63"/>
                  <a:gd name="T5" fmla="*/ 51 h 205"/>
                  <a:gd name="T6" fmla="*/ 36 w 63"/>
                  <a:gd name="T7" fmla="*/ 76 h 205"/>
                  <a:gd name="T8" fmla="*/ 41 w 63"/>
                  <a:gd name="T9" fmla="*/ 100 h 205"/>
                  <a:gd name="T10" fmla="*/ 46 w 63"/>
                  <a:gd name="T11" fmla="*/ 124 h 205"/>
                  <a:gd name="T12" fmla="*/ 50 w 63"/>
                  <a:gd name="T13" fmla="*/ 148 h 205"/>
                  <a:gd name="T14" fmla="*/ 57 w 63"/>
                  <a:gd name="T15" fmla="*/ 173 h 205"/>
                  <a:gd name="T16" fmla="*/ 63 w 63"/>
                  <a:gd name="T17" fmla="*/ 199 h 205"/>
                  <a:gd name="T18" fmla="*/ 39 w 63"/>
                  <a:gd name="T19" fmla="*/ 205 h 205"/>
                  <a:gd name="T20" fmla="*/ 30 w 63"/>
                  <a:gd name="T21" fmla="*/ 179 h 205"/>
                  <a:gd name="T22" fmla="*/ 25 w 63"/>
                  <a:gd name="T23" fmla="*/ 154 h 205"/>
                  <a:gd name="T24" fmla="*/ 18 w 63"/>
                  <a:gd name="T25" fmla="*/ 126 h 205"/>
                  <a:gd name="T26" fmla="*/ 14 w 63"/>
                  <a:gd name="T27" fmla="*/ 101 h 205"/>
                  <a:gd name="T28" fmla="*/ 9 w 63"/>
                  <a:gd name="T29" fmla="*/ 76 h 205"/>
                  <a:gd name="T30" fmla="*/ 4 w 63"/>
                  <a:gd name="T31" fmla="*/ 51 h 205"/>
                  <a:gd name="T32" fmla="*/ 2 w 63"/>
                  <a:gd name="T33" fmla="*/ 24 h 205"/>
                  <a:gd name="T34" fmla="*/ 0 w 63"/>
                  <a:gd name="T35" fmla="*/ 0 h 205"/>
                  <a:gd name="T36" fmla="*/ 28 w 63"/>
                  <a:gd name="T37" fmla="*/ 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3"/>
                  <a:gd name="T58" fmla="*/ 0 h 205"/>
                  <a:gd name="T59" fmla="*/ 63 w 6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3" h="205">
                    <a:moveTo>
                      <a:pt x="28" y="3"/>
                    </a:moveTo>
                    <a:lnTo>
                      <a:pt x="31" y="27"/>
                    </a:lnTo>
                    <a:lnTo>
                      <a:pt x="33" y="51"/>
                    </a:lnTo>
                    <a:lnTo>
                      <a:pt x="36" y="76"/>
                    </a:lnTo>
                    <a:lnTo>
                      <a:pt x="41" y="100"/>
                    </a:lnTo>
                    <a:lnTo>
                      <a:pt x="46" y="124"/>
                    </a:lnTo>
                    <a:lnTo>
                      <a:pt x="50" y="148"/>
                    </a:lnTo>
                    <a:lnTo>
                      <a:pt x="57" y="173"/>
                    </a:lnTo>
                    <a:lnTo>
                      <a:pt x="63" y="199"/>
                    </a:lnTo>
                    <a:lnTo>
                      <a:pt x="39" y="205"/>
                    </a:lnTo>
                    <a:lnTo>
                      <a:pt x="30" y="179"/>
                    </a:lnTo>
                    <a:lnTo>
                      <a:pt x="25" y="154"/>
                    </a:lnTo>
                    <a:lnTo>
                      <a:pt x="18" y="126"/>
                    </a:lnTo>
                    <a:lnTo>
                      <a:pt x="14" y="101"/>
                    </a:lnTo>
                    <a:lnTo>
                      <a:pt x="9" y="76"/>
                    </a:lnTo>
                    <a:lnTo>
                      <a:pt x="4" y="51"/>
                    </a:lnTo>
                    <a:lnTo>
                      <a:pt x="2" y="24"/>
                    </a:lnTo>
                    <a:lnTo>
                      <a:pt x="0" y="0"/>
                    </a:lnTo>
                    <a:lnTo>
                      <a:pt x="28" y="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7" name="Freeform 301"/>
              <p:cNvSpPr>
                <a:spLocks/>
              </p:cNvSpPr>
              <p:nvPr/>
            </p:nvSpPr>
            <p:spPr bwMode="auto">
              <a:xfrm>
                <a:off x="2111" y="2328"/>
                <a:ext cx="30" cy="21"/>
              </a:xfrm>
              <a:custGeom>
                <a:avLst/>
                <a:gdLst>
                  <a:gd name="T0" fmla="*/ 1 w 30"/>
                  <a:gd name="T1" fmla="*/ 18 h 21"/>
                  <a:gd name="T2" fmla="*/ 0 w 30"/>
                  <a:gd name="T3" fmla="*/ 0 h 21"/>
                  <a:gd name="T4" fmla="*/ 29 w 30"/>
                  <a:gd name="T5" fmla="*/ 3 h 21"/>
                  <a:gd name="T6" fmla="*/ 30 w 30"/>
                  <a:gd name="T7" fmla="*/ 21 h 21"/>
                  <a:gd name="T8" fmla="*/ 1 w 30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1" y="18"/>
                    </a:moveTo>
                    <a:lnTo>
                      <a:pt x="0" y="0"/>
                    </a:lnTo>
                    <a:lnTo>
                      <a:pt x="29" y="3"/>
                    </a:lnTo>
                    <a:lnTo>
                      <a:pt x="30" y="21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8" name="Freeform 302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09" name="Freeform 303"/>
              <p:cNvSpPr>
                <a:spLocks/>
              </p:cNvSpPr>
              <p:nvPr/>
            </p:nvSpPr>
            <p:spPr bwMode="auto">
              <a:xfrm>
                <a:off x="2274" y="2698"/>
                <a:ext cx="56" cy="186"/>
              </a:xfrm>
              <a:custGeom>
                <a:avLst/>
                <a:gdLst>
                  <a:gd name="T0" fmla="*/ 47 w 56"/>
                  <a:gd name="T1" fmla="*/ 156 h 186"/>
                  <a:gd name="T2" fmla="*/ 36 w 56"/>
                  <a:gd name="T3" fmla="*/ 165 h 186"/>
                  <a:gd name="T4" fmla="*/ 0 w 56"/>
                  <a:gd name="T5" fmla="*/ 3 h 186"/>
                  <a:gd name="T6" fmla="*/ 15 w 56"/>
                  <a:gd name="T7" fmla="*/ 0 h 186"/>
                  <a:gd name="T8" fmla="*/ 51 w 56"/>
                  <a:gd name="T9" fmla="*/ 163 h 186"/>
                  <a:gd name="T10" fmla="*/ 40 w 56"/>
                  <a:gd name="T11" fmla="*/ 170 h 186"/>
                  <a:gd name="T12" fmla="*/ 51 w 56"/>
                  <a:gd name="T13" fmla="*/ 163 h 186"/>
                  <a:gd name="T14" fmla="*/ 56 w 56"/>
                  <a:gd name="T15" fmla="*/ 186 h 186"/>
                  <a:gd name="T16" fmla="*/ 40 w 56"/>
                  <a:gd name="T17" fmla="*/ 170 h 186"/>
                  <a:gd name="T18" fmla="*/ 47 w 56"/>
                  <a:gd name="T19" fmla="*/ 156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6"/>
                  <a:gd name="T31" fmla="*/ 0 h 186"/>
                  <a:gd name="T32" fmla="*/ 56 w 56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6" h="186">
                    <a:moveTo>
                      <a:pt x="47" y="156"/>
                    </a:moveTo>
                    <a:lnTo>
                      <a:pt x="36" y="165"/>
                    </a:lnTo>
                    <a:lnTo>
                      <a:pt x="0" y="3"/>
                    </a:lnTo>
                    <a:lnTo>
                      <a:pt x="15" y="0"/>
                    </a:lnTo>
                    <a:lnTo>
                      <a:pt x="51" y="163"/>
                    </a:lnTo>
                    <a:lnTo>
                      <a:pt x="40" y="170"/>
                    </a:lnTo>
                    <a:lnTo>
                      <a:pt x="51" y="163"/>
                    </a:lnTo>
                    <a:lnTo>
                      <a:pt x="56" y="186"/>
                    </a:lnTo>
                    <a:lnTo>
                      <a:pt x="40" y="170"/>
                    </a:lnTo>
                    <a:lnTo>
                      <a:pt x="47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0" name="Freeform 304"/>
              <p:cNvSpPr>
                <a:spLocks/>
              </p:cNvSpPr>
              <p:nvPr/>
            </p:nvSpPr>
            <p:spPr bwMode="auto">
              <a:xfrm>
                <a:off x="2196" y="2749"/>
                <a:ext cx="124" cy="119"/>
              </a:xfrm>
              <a:custGeom>
                <a:avLst/>
                <a:gdLst>
                  <a:gd name="T0" fmla="*/ 19 w 124"/>
                  <a:gd name="T1" fmla="*/ 17 h 119"/>
                  <a:gd name="T2" fmla="*/ 17 w 124"/>
                  <a:gd name="T3" fmla="*/ 1 h 119"/>
                  <a:gd name="T4" fmla="*/ 124 w 124"/>
                  <a:gd name="T5" fmla="*/ 103 h 119"/>
                  <a:gd name="T6" fmla="*/ 118 w 124"/>
                  <a:gd name="T7" fmla="*/ 119 h 119"/>
                  <a:gd name="T8" fmla="*/ 11 w 124"/>
                  <a:gd name="T9" fmla="*/ 16 h 119"/>
                  <a:gd name="T10" fmla="*/ 9 w 124"/>
                  <a:gd name="T11" fmla="*/ 0 h 119"/>
                  <a:gd name="T12" fmla="*/ 11 w 124"/>
                  <a:gd name="T13" fmla="*/ 16 h 119"/>
                  <a:gd name="T14" fmla="*/ 0 w 124"/>
                  <a:gd name="T15" fmla="*/ 6 h 119"/>
                  <a:gd name="T16" fmla="*/ 9 w 124"/>
                  <a:gd name="T17" fmla="*/ 0 h 119"/>
                  <a:gd name="T18" fmla="*/ 19 w 124"/>
                  <a:gd name="T19" fmla="*/ 17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119"/>
                  <a:gd name="T32" fmla="*/ 124 w 124"/>
                  <a:gd name="T33" fmla="*/ 119 h 1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119">
                    <a:moveTo>
                      <a:pt x="19" y="17"/>
                    </a:moveTo>
                    <a:lnTo>
                      <a:pt x="17" y="1"/>
                    </a:lnTo>
                    <a:lnTo>
                      <a:pt x="124" y="103"/>
                    </a:lnTo>
                    <a:lnTo>
                      <a:pt x="118" y="119"/>
                    </a:lnTo>
                    <a:lnTo>
                      <a:pt x="11" y="16"/>
                    </a:lnTo>
                    <a:lnTo>
                      <a:pt x="9" y="0"/>
                    </a:lnTo>
                    <a:lnTo>
                      <a:pt x="11" y="16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1" name="Freeform 305"/>
              <p:cNvSpPr>
                <a:spLocks/>
              </p:cNvSpPr>
              <p:nvPr/>
            </p:nvSpPr>
            <p:spPr bwMode="auto">
              <a:xfrm>
                <a:off x="2204" y="2683"/>
                <a:ext cx="84" cy="82"/>
              </a:xfrm>
              <a:custGeom>
                <a:avLst/>
                <a:gdLst>
                  <a:gd name="T0" fmla="*/ 70 w 84"/>
                  <a:gd name="T1" fmla="*/ 18 h 82"/>
                  <a:gd name="T2" fmla="*/ 82 w 84"/>
                  <a:gd name="T3" fmla="*/ 24 h 82"/>
                  <a:gd name="T4" fmla="*/ 8 w 84"/>
                  <a:gd name="T5" fmla="*/ 82 h 82"/>
                  <a:gd name="T6" fmla="*/ 0 w 84"/>
                  <a:gd name="T7" fmla="*/ 65 h 82"/>
                  <a:gd name="T8" fmla="*/ 72 w 84"/>
                  <a:gd name="T9" fmla="*/ 7 h 82"/>
                  <a:gd name="T10" fmla="*/ 84 w 84"/>
                  <a:gd name="T11" fmla="*/ 15 h 82"/>
                  <a:gd name="T12" fmla="*/ 72 w 84"/>
                  <a:gd name="T13" fmla="*/ 7 h 82"/>
                  <a:gd name="T14" fmla="*/ 81 w 84"/>
                  <a:gd name="T15" fmla="*/ 0 h 82"/>
                  <a:gd name="T16" fmla="*/ 84 w 84"/>
                  <a:gd name="T17" fmla="*/ 15 h 82"/>
                  <a:gd name="T18" fmla="*/ 70 w 84"/>
                  <a:gd name="T19" fmla="*/ 18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82"/>
                  <a:gd name="T32" fmla="*/ 84 w 84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82">
                    <a:moveTo>
                      <a:pt x="70" y="18"/>
                    </a:moveTo>
                    <a:lnTo>
                      <a:pt x="82" y="24"/>
                    </a:lnTo>
                    <a:lnTo>
                      <a:pt x="8" y="82"/>
                    </a:lnTo>
                    <a:lnTo>
                      <a:pt x="0" y="65"/>
                    </a:lnTo>
                    <a:lnTo>
                      <a:pt x="72" y="7"/>
                    </a:lnTo>
                    <a:lnTo>
                      <a:pt x="84" y="15"/>
                    </a:lnTo>
                    <a:lnTo>
                      <a:pt x="72" y="7"/>
                    </a:lnTo>
                    <a:lnTo>
                      <a:pt x="81" y="0"/>
                    </a:lnTo>
                    <a:lnTo>
                      <a:pt x="84" y="15"/>
                    </a:lnTo>
                    <a:lnTo>
                      <a:pt x="70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2" name="Freeform 306"/>
              <p:cNvSpPr>
                <a:spLocks/>
              </p:cNvSpPr>
              <p:nvPr/>
            </p:nvSpPr>
            <p:spPr bwMode="auto">
              <a:xfrm>
                <a:off x="2278" y="2803"/>
                <a:ext cx="35" cy="42"/>
              </a:xfrm>
              <a:custGeom>
                <a:avLst/>
                <a:gdLst>
                  <a:gd name="T0" fmla="*/ 24 w 35"/>
                  <a:gd name="T1" fmla="*/ 0 h 42"/>
                  <a:gd name="T2" fmla="*/ 35 w 35"/>
                  <a:gd name="T3" fmla="*/ 19 h 42"/>
                  <a:gd name="T4" fmla="*/ 10 w 35"/>
                  <a:gd name="T5" fmla="*/ 42 h 42"/>
                  <a:gd name="T6" fmla="*/ 0 w 35"/>
                  <a:gd name="T7" fmla="*/ 23 h 42"/>
                  <a:gd name="T8" fmla="*/ 24 w 35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24" y="0"/>
                    </a:moveTo>
                    <a:lnTo>
                      <a:pt x="35" y="19"/>
                    </a:lnTo>
                    <a:lnTo>
                      <a:pt x="10" y="42"/>
                    </a:lnTo>
                    <a:lnTo>
                      <a:pt x="0" y="2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3" name="Freeform 307"/>
              <p:cNvSpPr>
                <a:spLocks/>
              </p:cNvSpPr>
              <p:nvPr/>
            </p:nvSpPr>
            <p:spPr bwMode="auto">
              <a:xfrm>
                <a:off x="2173" y="2593"/>
                <a:ext cx="125" cy="229"/>
              </a:xfrm>
              <a:custGeom>
                <a:avLst/>
                <a:gdLst>
                  <a:gd name="T0" fmla="*/ 31 w 125"/>
                  <a:gd name="T1" fmla="*/ 0 h 229"/>
                  <a:gd name="T2" fmla="*/ 31 w 125"/>
                  <a:gd name="T3" fmla="*/ 0 h 229"/>
                  <a:gd name="T4" fmla="*/ 40 w 125"/>
                  <a:gd name="T5" fmla="*/ 27 h 229"/>
                  <a:gd name="T6" fmla="*/ 51 w 125"/>
                  <a:gd name="T7" fmla="*/ 56 h 229"/>
                  <a:gd name="T8" fmla="*/ 61 w 125"/>
                  <a:gd name="T9" fmla="*/ 82 h 229"/>
                  <a:gd name="T10" fmla="*/ 73 w 125"/>
                  <a:gd name="T11" fmla="*/ 109 h 229"/>
                  <a:gd name="T12" fmla="*/ 85 w 125"/>
                  <a:gd name="T13" fmla="*/ 134 h 229"/>
                  <a:gd name="T14" fmla="*/ 97 w 125"/>
                  <a:gd name="T15" fmla="*/ 159 h 229"/>
                  <a:gd name="T16" fmla="*/ 111 w 125"/>
                  <a:gd name="T17" fmla="*/ 184 h 229"/>
                  <a:gd name="T18" fmla="*/ 125 w 125"/>
                  <a:gd name="T19" fmla="*/ 208 h 229"/>
                  <a:gd name="T20" fmla="*/ 99 w 125"/>
                  <a:gd name="T21" fmla="*/ 229 h 229"/>
                  <a:gd name="T22" fmla="*/ 85 w 125"/>
                  <a:gd name="T23" fmla="*/ 205 h 229"/>
                  <a:gd name="T24" fmla="*/ 71 w 125"/>
                  <a:gd name="T25" fmla="*/ 178 h 229"/>
                  <a:gd name="T26" fmla="*/ 58 w 125"/>
                  <a:gd name="T27" fmla="*/ 151 h 229"/>
                  <a:gd name="T28" fmla="*/ 45 w 125"/>
                  <a:gd name="T29" fmla="*/ 125 h 229"/>
                  <a:gd name="T30" fmla="*/ 33 w 125"/>
                  <a:gd name="T31" fmla="*/ 97 h 229"/>
                  <a:gd name="T32" fmla="*/ 20 w 125"/>
                  <a:gd name="T33" fmla="*/ 68 h 229"/>
                  <a:gd name="T34" fmla="*/ 11 w 125"/>
                  <a:gd name="T35" fmla="*/ 39 h 229"/>
                  <a:gd name="T36" fmla="*/ 0 w 125"/>
                  <a:gd name="T37" fmla="*/ 9 h 229"/>
                  <a:gd name="T38" fmla="*/ 31 w 125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9"/>
                  <a:gd name="T62" fmla="*/ 125 w 125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9">
                    <a:moveTo>
                      <a:pt x="31" y="0"/>
                    </a:moveTo>
                    <a:lnTo>
                      <a:pt x="31" y="0"/>
                    </a:lnTo>
                    <a:lnTo>
                      <a:pt x="40" y="27"/>
                    </a:lnTo>
                    <a:lnTo>
                      <a:pt x="51" y="56"/>
                    </a:lnTo>
                    <a:lnTo>
                      <a:pt x="61" y="82"/>
                    </a:lnTo>
                    <a:lnTo>
                      <a:pt x="73" y="109"/>
                    </a:lnTo>
                    <a:lnTo>
                      <a:pt x="85" y="134"/>
                    </a:lnTo>
                    <a:lnTo>
                      <a:pt x="97" y="159"/>
                    </a:lnTo>
                    <a:lnTo>
                      <a:pt x="111" y="184"/>
                    </a:lnTo>
                    <a:lnTo>
                      <a:pt x="125" y="208"/>
                    </a:lnTo>
                    <a:lnTo>
                      <a:pt x="99" y="229"/>
                    </a:lnTo>
                    <a:lnTo>
                      <a:pt x="85" y="205"/>
                    </a:lnTo>
                    <a:lnTo>
                      <a:pt x="71" y="178"/>
                    </a:lnTo>
                    <a:lnTo>
                      <a:pt x="58" y="151"/>
                    </a:lnTo>
                    <a:lnTo>
                      <a:pt x="45" y="125"/>
                    </a:lnTo>
                    <a:lnTo>
                      <a:pt x="33" y="97"/>
                    </a:lnTo>
                    <a:lnTo>
                      <a:pt x="20" y="68"/>
                    </a:lnTo>
                    <a:lnTo>
                      <a:pt x="11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4" name="Freeform 308"/>
              <p:cNvSpPr>
                <a:spLocks/>
              </p:cNvSpPr>
              <p:nvPr/>
            </p:nvSpPr>
            <p:spPr bwMode="auto">
              <a:xfrm>
                <a:off x="2126" y="2396"/>
                <a:ext cx="76" cy="206"/>
              </a:xfrm>
              <a:custGeom>
                <a:avLst/>
                <a:gdLst>
                  <a:gd name="T0" fmla="*/ 33 w 76"/>
                  <a:gd name="T1" fmla="*/ 2 h 206"/>
                  <a:gd name="T2" fmla="*/ 36 w 76"/>
                  <a:gd name="T3" fmla="*/ 26 h 206"/>
                  <a:gd name="T4" fmla="*/ 39 w 76"/>
                  <a:gd name="T5" fmla="*/ 50 h 206"/>
                  <a:gd name="T6" fmla="*/ 44 w 76"/>
                  <a:gd name="T7" fmla="*/ 75 h 206"/>
                  <a:gd name="T8" fmla="*/ 48 w 76"/>
                  <a:gd name="T9" fmla="*/ 98 h 206"/>
                  <a:gd name="T10" fmla="*/ 54 w 76"/>
                  <a:gd name="T11" fmla="*/ 122 h 206"/>
                  <a:gd name="T12" fmla="*/ 61 w 76"/>
                  <a:gd name="T13" fmla="*/ 146 h 206"/>
                  <a:gd name="T14" fmla="*/ 67 w 76"/>
                  <a:gd name="T15" fmla="*/ 172 h 206"/>
                  <a:gd name="T16" fmla="*/ 76 w 76"/>
                  <a:gd name="T17" fmla="*/ 197 h 206"/>
                  <a:gd name="T18" fmla="*/ 45 w 76"/>
                  <a:gd name="T19" fmla="*/ 206 h 206"/>
                  <a:gd name="T20" fmla="*/ 37 w 76"/>
                  <a:gd name="T21" fmla="*/ 181 h 206"/>
                  <a:gd name="T22" fmla="*/ 31 w 76"/>
                  <a:gd name="T23" fmla="*/ 155 h 206"/>
                  <a:gd name="T24" fmla="*/ 23 w 76"/>
                  <a:gd name="T25" fmla="*/ 128 h 206"/>
                  <a:gd name="T26" fmla="*/ 18 w 76"/>
                  <a:gd name="T27" fmla="*/ 102 h 206"/>
                  <a:gd name="T28" fmla="*/ 13 w 76"/>
                  <a:gd name="T29" fmla="*/ 77 h 206"/>
                  <a:gd name="T30" fmla="*/ 8 w 76"/>
                  <a:gd name="T31" fmla="*/ 50 h 206"/>
                  <a:gd name="T32" fmla="*/ 3 w 76"/>
                  <a:gd name="T33" fmla="*/ 25 h 206"/>
                  <a:gd name="T34" fmla="*/ 0 w 76"/>
                  <a:gd name="T35" fmla="*/ 0 h 206"/>
                  <a:gd name="T36" fmla="*/ 33 w 76"/>
                  <a:gd name="T37" fmla="*/ 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206"/>
                  <a:gd name="T59" fmla="*/ 76 w 76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206">
                    <a:moveTo>
                      <a:pt x="33" y="2"/>
                    </a:moveTo>
                    <a:lnTo>
                      <a:pt x="36" y="26"/>
                    </a:lnTo>
                    <a:lnTo>
                      <a:pt x="39" y="50"/>
                    </a:lnTo>
                    <a:lnTo>
                      <a:pt x="44" y="75"/>
                    </a:lnTo>
                    <a:lnTo>
                      <a:pt x="48" y="98"/>
                    </a:lnTo>
                    <a:lnTo>
                      <a:pt x="54" y="122"/>
                    </a:lnTo>
                    <a:lnTo>
                      <a:pt x="61" y="146"/>
                    </a:lnTo>
                    <a:lnTo>
                      <a:pt x="67" y="172"/>
                    </a:lnTo>
                    <a:lnTo>
                      <a:pt x="76" y="197"/>
                    </a:lnTo>
                    <a:lnTo>
                      <a:pt x="45" y="206"/>
                    </a:lnTo>
                    <a:lnTo>
                      <a:pt x="37" y="181"/>
                    </a:lnTo>
                    <a:lnTo>
                      <a:pt x="31" y="155"/>
                    </a:lnTo>
                    <a:lnTo>
                      <a:pt x="23" y="128"/>
                    </a:lnTo>
                    <a:lnTo>
                      <a:pt x="18" y="102"/>
                    </a:lnTo>
                    <a:lnTo>
                      <a:pt x="13" y="77"/>
                    </a:lnTo>
                    <a:lnTo>
                      <a:pt x="8" y="50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5" name="Freeform 309"/>
              <p:cNvSpPr>
                <a:spLocks/>
              </p:cNvSpPr>
              <p:nvPr/>
            </p:nvSpPr>
            <p:spPr bwMode="auto">
              <a:xfrm>
                <a:off x="2120" y="2373"/>
                <a:ext cx="34" cy="24"/>
              </a:xfrm>
              <a:custGeom>
                <a:avLst/>
                <a:gdLst>
                  <a:gd name="T0" fmla="*/ 3 w 34"/>
                  <a:gd name="T1" fmla="*/ 22 h 24"/>
                  <a:gd name="T2" fmla="*/ 0 w 34"/>
                  <a:gd name="T3" fmla="*/ 0 h 24"/>
                  <a:gd name="T4" fmla="*/ 31 w 34"/>
                  <a:gd name="T5" fmla="*/ 2 h 24"/>
                  <a:gd name="T6" fmla="*/ 34 w 34"/>
                  <a:gd name="T7" fmla="*/ 24 h 24"/>
                  <a:gd name="T8" fmla="*/ 3 w 34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4"/>
                  <a:gd name="T17" fmla="*/ 34 w 34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4">
                    <a:moveTo>
                      <a:pt x="3" y="22"/>
                    </a:moveTo>
                    <a:lnTo>
                      <a:pt x="0" y="0"/>
                    </a:lnTo>
                    <a:lnTo>
                      <a:pt x="31" y="2"/>
                    </a:lnTo>
                    <a:lnTo>
                      <a:pt x="34" y="24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6" name="Freeform 310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7" name="Freeform 311"/>
              <p:cNvSpPr>
                <a:spLocks/>
              </p:cNvSpPr>
              <p:nvPr/>
            </p:nvSpPr>
            <p:spPr bwMode="auto">
              <a:xfrm>
                <a:off x="2278" y="2698"/>
                <a:ext cx="47" cy="176"/>
              </a:xfrm>
              <a:custGeom>
                <a:avLst/>
                <a:gdLst>
                  <a:gd name="T0" fmla="*/ 42 w 47"/>
                  <a:gd name="T1" fmla="*/ 156 h 176"/>
                  <a:gd name="T2" fmla="*/ 35 w 47"/>
                  <a:gd name="T3" fmla="*/ 163 h 176"/>
                  <a:gd name="T4" fmla="*/ 0 w 47"/>
                  <a:gd name="T5" fmla="*/ 1 h 176"/>
                  <a:gd name="T6" fmla="*/ 8 w 47"/>
                  <a:gd name="T7" fmla="*/ 0 h 176"/>
                  <a:gd name="T8" fmla="*/ 44 w 47"/>
                  <a:gd name="T9" fmla="*/ 161 h 176"/>
                  <a:gd name="T10" fmla="*/ 37 w 47"/>
                  <a:gd name="T11" fmla="*/ 167 h 176"/>
                  <a:gd name="T12" fmla="*/ 44 w 47"/>
                  <a:gd name="T13" fmla="*/ 161 h 176"/>
                  <a:gd name="T14" fmla="*/ 47 w 47"/>
                  <a:gd name="T15" fmla="*/ 176 h 176"/>
                  <a:gd name="T16" fmla="*/ 37 w 47"/>
                  <a:gd name="T17" fmla="*/ 167 h 176"/>
                  <a:gd name="T18" fmla="*/ 42 w 47"/>
                  <a:gd name="T19" fmla="*/ 156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176"/>
                  <a:gd name="T32" fmla="*/ 47 w 47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176">
                    <a:moveTo>
                      <a:pt x="42" y="156"/>
                    </a:moveTo>
                    <a:lnTo>
                      <a:pt x="35" y="163"/>
                    </a:lnTo>
                    <a:lnTo>
                      <a:pt x="0" y="1"/>
                    </a:lnTo>
                    <a:lnTo>
                      <a:pt x="8" y="0"/>
                    </a:lnTo>
                    <a:lnTo>
                      <a:pt x="44" y="161"/>
                    </a:lnTo>
                    <a:lnTo>
                      <a:pt x="37" y="167"/>
                    </a:lnTo>
                    <a:lnTo>
                      <a:pt x="44" y="161"/>
                    </a:lnTo>
                    <a:lnTo>
                      <a:pt x="47" y="176"/>
                    </a:lnTo>
                    <a:lnTo>
                      <a:pt x="37" y="167"/>
                    </a:lnTo>
                    <a:lnTo>
                      <a:pt x="42" y="15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8" name="Freeform 312"/>
              <p:cNvSpPr>
                <a:spLocks/>
              </p:cNvSpPr>
              <p:nvPr/>
            </p:nvSpPr>
            <p:spPr bwMode="auto">
              <a:xfrm>
                <a:off x="2201" y="2750"/>
                <a:ext cx="118" cy="114"/>
              </a:xfrm>
              <a:custGeom>
                <a:avLst/>
                <a:gdLst>
                  <a:gd name="T0" fmla="*/ 10 w 118"/>
                  <a:gd name="T1" fmla="*/ 10 h 114"/>
                  <a:gd name="T2" fmla="*/ 10 w 118"/>
                  <a:gd name="T3" fmla="*/ 0 h 114"/>
                  <a:gd name="T4" fmla="*/ 118 w 118"/>
                  <a:gd name="T5" fmla="*/ 104 h 114"/>
                  <a:gd name="T6" fmla="*/ 114 w 118"/>
                  <a:gd name="T7" fmla="*/ 114 h 114"/>
                  <a:gd name="T8" fmla="*/ 5 w 118"/>
                  <a:gd name="T9" fmla="*/ 8 h 114"/>
                  <a:gd name="T10" fmla="*/ 5 w 118"/>
                  <a:gd name="T11" fmla="*/ 0 h 114"/>
                  <a:gd name="T12" fmla="*/ 5 w 118"/>
                  <a:gd name="T13" fmla="*/ 8 h 114"/>
                  <a:gd name="T14" fmla="*/ 0 w 118"/>
                  <a:gd name="T15" fmla="*/ 3 h 114"/>
                  <a:gd name="T16" fmla="*/ 5 w 118"/>
                  <a:gd name="T17" fmla="*/ 0 h 114"/>
                  <a:gd name="T18" fmla="*/ 10 w 118"/>
                  <a:gd name="T19" fmla="*/ 10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"/>
                  <a:gd name="T31" fmla="*/ 0 h 114"/>
                  <a:gd name="T32" fmla="*/ 118 w 118"/>
                  <a:gd name="T33" fmla="*/ 114 h 1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" h="114">
                    <a:moveTo>
                      <a:pt x="10" y="10"/>
                    </a:moveTo>
                    <a:lnTo>
                      <a:pt x="10" y="0"/>
                    </a:lnTo>
                    <a:lnTo>
                      <a:pt x="118" y="104"/>
                    </a:lnTo>
                    <a:lnTo>
                      <a:pt x="114" y="114"/>
                    </a:lnTo>
                    <a:lnTo>
                      <a:pt x="5" y="8"/>
                    </a:lnTo>
                    <a:lnTo>
                      <a:pt x="5" y="0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19" name="Freeform 313"/>
              <p:cNvSpPr>
                <a:spLocks/>
              </p:cNvSpPr>
              <p:nvPr/>
            </p:nvSpPr>
            <p:spPr bwMode="auto">
              <a:xfrm>
                <a:off x="2205" y="2688"/>
                <a:ext cx="80" cy="75"/>
              </a:xfrm>
              <a:custGeom>
                <a:avLst/>
                <a:gdLst>
                  <a:gd name="T0" fmla="*/ 71 w 80"/>
                  <a:gd name="T1" fmla="*/ 10 h 75"/>
                  <a:gd name="T2" fmla="*/ 79 w 80"/>
                  <a:gd name="T3" fmla="*/ 16 h 75"/>
                  <a:gd name="T4" fmla="*/ 6 w 80"/>
                  <a:gd name="T5" fmla="*/ 75 h 75"/>
                  <a:gd name="T6" fmla="*/ 0 w 80"/>
                  <a:gd name="T7" fmla="*/ 64 h 75"/>
                  <a:gd name="T8" fmla="*/ 74 w 80"/>
                  <a:gd name="T9" fmla="*/ 4 h 75"/>
                  <a:gd name="T10" fmla="*/ 80 w 80"/>
                  <a:gd name="T11" fmla="*/ 8 h 75"/>
                  <a:gd name="T12" fmla="*/ 74 w 80"/>
                  <a:gd name="T13" fmla="*/ 4 h 75"/>
                  <a:gd name="T14" fmla="*/ 78 w 80"/>
                  <a:gd name="T15" fmla="*/ 0 h 75"/>
                  <a:gd name="T16" fmla="*/ 80 w 80"/>
                  <a:gd name="T17" fmla="*/ 8 h 75"/>
                  <a:gd name="T18" fmla="*/ 71 w 80"/>
                  <a:gd name="T19" fmla="*/ 1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75"/>
                  <a:gd name="T32" fmla="*/ 80 w 80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75">
                    <a:moveTo>
                      <a:pt x="71" y="10"/>
                    </a:moveTo>
                    <a:lnTo>
                      <a:pt x="79" y="16"/>
                    </a:lnTo>
                    <a:lnTo>
                      <a:pt x="6" y="75"/>
                    </a:lnTo>
                    <a:lnTo>
                      <a:pt x="0" y="64"/>
                    </a:lnTo>
                    <a:lnTo>
                      <a:pt x="74" y="4"/>
                    </a:lnTo>
                    <a:lnTo>
                      <a:pt x="80" y="8"/>
                    </a:lnTo>
                    <a:lnTo>
                      <a:pt x="74" y="4"/>
                    </a:lnTo>
                    <a:lnTo>
                      <a:pt x="78" y="0"/>
                    </a:lnTo>
                    <a:lnTo>
                      <a:pt x="80" y="8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0" name="Freeform 314"/>
              <p:cNvSpPr>
                <a:spLocks/>
              </p:cNvSpPr>
              <p:nvPr/>
            </p:nvSpPr>
            <p:spPr bwMode="auto">
              <a:xfrm>
                <a:off x="2280" y="2806"/>
                <a:ext cx="27" cy="35"/>
              </a:xfrm>
              <a:custGeom>
                <a:avLst/>
                <a:gdLst>
                  <a:gd name="T0" fmla="*/ 19 w 27"/>
                  <a:gd name="T1" fmla="*/ 0 h 35"/>
                  <a:gd name="T2" fmla="*/ 27 w 27"/>
                  <a:gd name="T3" fmla="*/ 16 h 35"/>
                  <a:gd name="T4" fmla="*/ 8 w 27"/>
                  <a:gd name="T5" fmla="*/ 35 h 35"/>
                  <a:gd name="T6" fmla="*/ 0 w 27"/>
                  <a:gd name="T7" fmla="*/ 18 h 35"/>
                  <a:gd name="T8" fmla="*/ 19 w 2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5"/>
                  <a:gd name="T17" fmla="*/ 27 w 27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5">
                    <a:moveTo>
                      <a:pt x="19" y="0"/>
                    </a:moveTo>
                    <a:lnTo>
                      <a:pt x="27" y="16"/>
                    </a:lnTo>
                    <a:lnTo>
                      <a:pt x="8" y="35"/>
                    </a:lnTo>
                    <a:lnTo>
                      <a:pt x="0" y="1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1" name="Freeform 315"/>
              <p:cNvSpPr>
                <a:spLocks/>
              </p:cNvSpPr>
              <p:nvPr/>
            </p:nvSpPr>
            <p:spPr bwMode="auto">
              <a:xfrm>
                <a:off x="2177" y="2593"/>
                <a:ext cx="120" cy="227"/>
              </a:xfrm>
              <a:custGeom>
                <a:avLst/>
                <a:gdLst>
                  <a:gd name="T0" fmla="*/ 26 w 120"/>
                  <a:gd name="T1" fmla="*/ 0 h 227"/>
                  <a:gd name="T2" fmla="*/ 26 w 120"/>
                  <a:gd name="T3" fmla="*/ 0 h 227"/>
                  <a:gd name="T4" fmla="*/ 35 w 120"/>
                  <a:gd name="T5" fmla="*/ 27 h 227"/>
                  <a:gd name="T6" fmla="*/ 45 w 120"/>
                  <a:gd name="T7" fmla="*/ 55 h 227"/>
                  <a:gd name="T8" fmla="*/ 57 w 120"/>
                  <a:gd name="T9" fmla="*/ 82 h 227"/>
                  <a:gd name="T10" fmla="*/ 67 w 120"/>
                  <a:gd name="T11" fmla="*/ 109 h 227"/>
                  <a:gd name="T12" fmla="*/ 80 w 120"/>
                  <a:gd name="T13" fmla="*/ 135 h 227"/>
                  <a:gd name="T14" fmla="*/ 92 w 120"/>
                  <a:gd name="T15" fmla="*/ 160 h 227"/>
                  <a:gd name="T16" fmla="*/ 106 w 120"/>
                  <a:gd name="T17" fmla="*/ 183 h 227"/>
                  <a:gd name="T18" fmla="*/ 120 w 120"/>
                  <a:gd name="T19" fmla="*/ 208 h 227"/>
                  <a:gd name="T20" fmla="*/ 98 w 120"/>
                  <a:gd name="T21" fmla="*/ 227 h 227"/>
                  <a:gd name="T22" fmla="*/ 85 w 120"/>
                  <a:gd name="T23" fmla="*/ 203 h 227"/>
                  <a:gd name="T24" fmla="*/ 70 w 120"/>
                  <a:gd name="T25" fmla="*/ 176 h 227"/>
                  <a:gd name="T26" fmla="*/ 57 w 120"/>
                  <a:gd name="T27" fmla="*/ 149 h 227"/>
                  <a:gd name="T28" fmla="*/ 44 w 120"/>
                  <a:gd name="T29" fmla="*/ 121 h 227"/>
                  <a:gd name="T30" fmla="*/ 31 w 120"/>
                  <a:gd name="T31" fmla="*/ 94 h 227"/>
                  <a:gd name="T32" fmla="*/ 20 w 120"/>
                  <a:gd name="T33" fmla="*/ 67 h 227"/>
                  <a:gd name="T34" fmla="*/ 11 w 120"/>
                  <a:gd name="T35" fmla="*/ 37 h 227"/>
                  <a:gd name="T36" fmla="*/ 0 w 120"/>
                  <a:gd name="T37" fmla="*/ 8 h 227"/>
                  <a:gd name="T38" fmla="*/ 26 w 120"/>
                  <a:gd name="T39" fmla="*/ 0 h 2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27"/>
                  <a:gd name="T62" fmla="*/ 120 w 120"/>
                  <a:gd name="T63" fmla="*/ 227 h 2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27">
                    <a:moveTo>
                      <a:pt x="26" y="0"/>
                    </a:moveTo>
                    <a:lnTo>
                      <a:pt x="26" y="0"/>
                    </a:lnTo>
                    <a:lnTo>
                      <a:pt x="35" y="27"/>
                    </a:lnTo>
                    <a:lnTo>
                      <a:pt x="45" y="55"/>
                    </a:lnTo>
                    <a:lnTo>
                      <a:pt x="57" y="82"/>
                    </a:lnTo>
                    <a:lnTo>
                      <a:pt x="67" y="109"/>
                    </a:lnTo>
                    <a:lnTo>
                      <a:pt x="80" y="135"/>
                    </a:lnTo>
                    <a:lnTo>
                      <a:pt x="92" y="160"/>
                    </a:lnTo>
                    <a:lnTo>
                      <a:pt x="106" y="183"/>
                    </a:lnTo>
                    <a:lnTo>
                      <a:pt x="120" y="208"/>
                    </a:lnTo>
                    <a:lnTo>
                      <a:pt x="98" y="227"/>
                    </a:lnTo>
                    <a:lnTo>
                      <a:pt x="85" y="203"/>
                    </a:lnTo>
                    <a:lnTo>
                      <a:pt x="70" y="176"/>
                    </a:lnTo>
                    <a:lnTo>
                      <a:pt x="57" y="149"/>
                    </a:lnTo>
                    <a:lnTo>
                      <a:pt x="44" y="121"/>
                    </a:lnTo>
                    <a:lnTo>
                      <a:pt x="31" y="94"/>
                    </a:lnTo>
                    <a:lnTo>
                      <a:pt x="20" y="67"/>
                    </a:lnTo>
                    <a:lnTo>
                      <a:pt x="11" y="37"/>
                    </a:lnTo>
                    <a:lnTo>
                      <a:pt x="0" y="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2" name="Freeform 316"/>
              <p:cNvSpPr>
                <a:spLocks/>
              </p:cNvSpPr>
              <p:nvPr/>
            </p:nvSpPr>
            <p:spPr bwMode="auto">
              <a:xfrm>
                <a:off x="2127" y="2397"/>
                <a:ext cx="69" cy="204"/>
              </a:xfrm>
              <a:custGeom>
                <a:avLst/>
                <a:gdLst>
                  <a:gd name="T0" fmla="*/ 27 w 69"/>
                  <a:gd name="T1" fmla="*/ 1 h 204"/>
                  <a:gd name="T2" fmla="*/ 30 w 69"/>
                  <a:gd name="T3" fmla="*/ 26 h 204"/>
                  <a:gd name="T4" fmla="*/ 34 w 69"/>
                  <a:gd name="T5" fmla="*/ 51 h 204"/>
                  <a:gd name="T6" fmla="*/ 37 w 69"/>
                  <a:gd name="T7" fmla="*/ 75 h 204"/>
                  <a:gd name="T8" fmla="*/ 43 w 69"/>
                  <a:gd name="T9" fmla="*/ 98 h 204"/>
                  <a:gd name="T10" fmla="*/ 49 w 69"/>
                  <a:gd name="T11" fmla="*/ 122 h 204"/>
                  <a:gd name="T12" fmla="*/ 54 w 69"/>
                  <a:gd name="T13" fmla="*/ 147 h 204"/>
                  <a:gd name="T14" fmla="*/ 63 w 69"/>
                  <a:gd name="T15" fmla="*/ 171 h 204"/>
                  <a:gd name="T16" fmla="*/ 69 w 69"/>
                  <a:gd name="T17" fmla="*/ 196 h 204"/>
                  <a:gd name="T18" fmla="*/ 45 w 69"/>
                  <a:gd name="T19" fmla="*/ 204 h 204"/>
                  <a:gd name="T20" fmla="*/ 36 w 69"/>
                  <a:gd name="T21" fmla="*/ 179 h 204"/>
                  <a:gd name="T22" fmla="*/ 30 w 69"/>
                  <a:gd name="T23" fmla="*/ 153 h 204"/>
                  <a:gd name="T24" fmla="*/ 22 w 69"/>
                  <a:gd name="T25" fmla="*/ 127 h 204"/>
                  <a:gd name="T26" fmla="*/ 16 w 69"/>
                  <a:gd name="T27" fmla="*/ 102 h 204"/>
                  <a:gd name="T28" fmla="*/ 11 w 69"/>
                  <a:gd name="T29" fmla="*/ 76 h 204"/>
                  <a:gd name="T30" fmla="*/ 6 w 69"/>
                  <a:gd name="T31" fmla="*/ 51 h 204"/>
                  <a:gd name="T32" fmla="*/ 3 w 69"/>
                  <a:gd name="T33" fmla="*/ 25 h 204"/>
                  <a:gd name="T34" fmla="*/ 0 w 69"/>
                  <a:gd name="T35" fmla="*/ 0 h 204"/>
                  <a:gd name="T36" fmla="*/ 27 w 69"/>
                  <a:gd name="T37" fmla="*/ 1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9"/>
                  <a:gd name="T58" fmla="*/ 0 h 204"/>
                  <a:gd name="T59" fmla="*/ 69 w 69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9" h="204">
                    <a:moveTo>
                      <a:pt x="27" y="1"/>
                    </a:moveTo>
                    <a:lnTo>
                      <a:pt x="30" y="26"/>
                    </a:lnTo>
                    <a:lnTo>
                      <a:pt x="34" y="51"/>
                    </a:lnTo>
                    <a:lnTo>
                      <a:pt x="37" y="75"/>
                    </a:lnTo>
                    <a:lnTo>
                      <a:pt x="43" y="98"/>
                    </a:lnTo>
                    <a:lnTo>
                      <a:pt x="49" y="122"/>
                    </a:lnTo>
                    <a:lnTo>
                      <a:pt x="54" y="147"/>
                    </a:lnTo>
                    <a:lnTo>
                      <a:pt x="63" y="171"/>
                    </a:lnTo>
                    <a:lnTo>
                      <a:pt x="69" y="196"/>
                    </a:lnTo>
                    <a:lnTo>
                      <a:pt x="45" y="204"/>
                    </a:lnTo>
                    <a:lnTo>
                      <a:pt x="36" y="179"/>
                    </a:lnTo>
                    <a:lnTo>
                      <a:pt x="30" y="153"/>
                    </a:lnTo>
                    <a:lnTo>
                      <a:pt x="22" y="127"/>
                    </a:lnTo>
                    <a:lnTo>
                      <a:pt x="16" y="102"/>
                    </a:lnTo>
                    <a:lnTo>
                      <a:pt x="11" y="76"/>
                    </a:lnTo>
                    <a:lnTo>
                      <a:pt x="6" y="51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3" name="Freeform 317"/>
              <p:cNvSpPr>
                <a:spLocks/>
              </p:cNvSpPr>
              <p:nvPr/>
            </p:nvSpPr>
            <p:spPr bwMode="auto">
              <a:xfrm>
                <a:off x="2124" y="2377"/>
                <a:ext cx="27" cy="19"/>
              </a:xfrm>
              <a:custGeom>
                <a:avLst/>
                <a:gdLst>
                  <a:gd name="T0" fmla="*/ 2 w 27"/>
                  <a:gd name="T1" fmla="*/ 18 h 19"/>
                  <a:gd name="T2" fmla="*/ 0 w 27"/>
                  <a:gd name="T3" fmla="*/ 0 h 19"/>
                  <a:gd name="T4" fmla="*/ 25 w 27"/>
                  <a:gd name="T5" fmla="*/ 1 h 19"/>
                  <a:gd name="T6" fmla="*/ 27 w 27"/>
                  <a:gd name="T7" fmla="*/ 19 h 19"/>
                  <a:gd name="T8" fmla="*/ 2 w 27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9"/>
                  <a:gd name="T17" fmla="*/ 27 w 27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9">
                    <a:moveTo>
                      <a:pt x="2" y="18"/>
                    </a:moveTo>
                    <a:lnTo>
                      <a:pt x="0" y="0"/>
                    </a:lnTo>
                    <a:lnTo>
                      <a:pt x="25" y="1"/>
                    </a:lnTo>
                    <a:lnTo>
                      <a:pt x="27" y="1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4" name="Freeform 318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5" name="Freeform 319"/>
              <p:cNvSpPr>
                <a:spLocks/>
              </p:cNvSpPr>
              <p:nvPr/>
            </p:nvSpPr>
            <p:spPr bwMode="auto">
              <a:xfrm>
                <a:off x="2290" y="2727"/>
                <a:ext cx="62" cy="185"/>
              </a:xfrm>
              <a:custGeom>
                <a:avLst/>
                <a:gdLst>
                  <a:gd name="T0" fmla="*/ 52 w 62"/>
                  <a:gd name="T1" fmla="*/ 155 h 185"/>
                  <a:gd name="T2" fmla="*/ 43 w 62"/>
                  <a:gd name="T3" fmla="*/ 164 h 185"/>
                  <a:gd name="T4" fmla="*/ 0 w 62"/>
                  <a:gd name="T5" fmla="*/ 3 h 185"/>
                  <a:gd name="T6" fmla="*/ 14 w 62"/>
                  <a:gd name="T7" fmla="*/ 0 h 185"/>
                  <a:gd name="T8" fmla="*/ 57 w 62"/>
                  <a:gd name="T9" fmla="*/ 161 h 185"/>
                  <a:gd name="T10" fmla="*/ 46 w 62"/>
                  <a:gd name="T11" fmla="*/ 170 h 185"/>
                  <a:gd name="T12" fmla="*/ 57 w 62"/>
                  <a:gd name="T13" fmla="*/ 161 h 185"/>
                  <a:gd name="T14" fmla="*/ 62 w 62"/>
                  <a:gd name="T15" fmla="*/ 185 h 185"/>
                  <a:gd name="T16" fmla="*/ 46 w 62"/>
                  <a:gd name="T17" fmla="*/ 170 h 185"/>
                  <a:gd name="T18" fmla="*/ 52 w 62"/>
                  <a:gd name="T19" fmla="*/ 155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2"/>
                  <a:gd name="T31" fmla="*/ 0 h 185"/>
                  <a:gd name="T32" fmla="*/ 62 w 62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2" h="185">
                    <a:moveTo>
                      <a:pt x="52" y="155"/>
                    </a:moveTo>
                    <a:lnTo>
                      <a:pt x="43" y="164"/>
                    </a:lnTo>
                    <a:lnTo>
                      <a:pt x="0" y="3"/>
                    </a:lnTo>
                    <a:lnTo>
                      <a:pt x="14" y="0"/>
                    </a:lnTo>
                    <a:lnTo>
                      <a:pt x="57" y="161"/>
                    </a:lnTo>
                    <a:lnTo>
                      <a:pt x="46" y="170"/>
                    </a:lnTo>
                    <a:lnTo>
                      <a:pt x="57" y="161"/>
                    </a:lnTo>
                    <a:lnTo>
                      <a:pt x="62" y="185"/>
                    </a:lnTo>
                    <a:lnTo>
                      <a:pt x="46" y="170"/>
                    </a:lnTo>
                    <a:lnTo>
                      <a:pt x="52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6" name="Freeform 320"/>
              <p:cNvSpPr>
                <a:spLocks/>
              </p:cNvSpPr>
              <p:nvPr/>
            </p:nvSpPr>
            <p:spPr bwMode="auto">
              <a:xfrm>
                <a:off x="2215" y="2782"/>
                <a:ext cx="127" cy="113"/>
              </a:xfrm>
              <a:custGeom>
                <a:avLst/>
                <a:gdLst>
                  <a:gd name="T0" fmla="*/ 18 w 127"/>
                  <a:gd name="T1" fmla="*/ 18 h 113"/>
                  <a:gd name="T2" fmla="*/ 16 w 127"/>
                  <a:gd name="T3" fmla="*/ 1 h 113"/>
                  <a:gd name="T4" fmla="*/ 127 w 127"/>
                  <a:gd name="T5" fmla="*/ 97 h 113"/>
                  <a:gd name="T6" fmla="*/ 120 w 127"/>
                  <a:gd name="T7" fmla="*/ 113 h 113"/>
                  <a:gd name="T8" fmla="*/ 9 w 127"/>
                  <a:gd name="T9" fmla="*/ 17 h 113"/>
                  <a:gd name="T10" fmla="*/ 7 w 127"/>
                  <a:gd name="T11" fmla="*/ 0 h 113"/>
                  <a:gd name="T12" fmla="*/ 9 w 127"/>
                  <a:gd name="T13" fmla="*/ 17 h 113"/>
                  <a:gd name="T14" fmla="*/ 0 w 127"/>
                  <a:gd name="T15" fmla="*/ 7 h 113"/>
                  <a:gd name="T16" fmla="*/ 7 w 127"/>
                  <a:gd name="T17" fmla="*/ 0 h 113"/>
                  <a:gd name="T18" fmla="*/ 18 w 127"/>
                  <a:gd name="T19" fmla="*/ 18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3"/>
                  <a:gd name="T32" fmla="*/ 127 w 127"/>
                  <a:gd name="T33" fmla="*/ 113 h 1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3">
                    <a:moveTo>
                      <a:pt x="18" y="18"/>
                    </a:moveTo>
                    <a:lnTo>
                      <a:pt x="16" y="1"/>
                    </a:lnTo>
                    <a:lnTo>
                      <a:pt x="127" y="97"/>
                    </a:lnTo>
                    <a:lnTo>
                      <a:pt x="120" y="113"/>
                    </a:lnTo>
                    <a:lnTo>
                      <a:pt x="9" y="17"/>
                    </a:lnTo>
                    <a:lnTo>
                      <a:pt x="7" y="0"/>
                    </a:lnTo>
                    <a:lnTo>
                      <a:pt x="9" y="17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7" name="Freeform 321"/>
              <p:cNvSpPr>
                <a:spLocks/>
              </p:cNvSpPr>
              <p:nvPr/>
            </p:nvSpPr>
            <p:spPr bwMode="auto">
              <a:xfrm>
                <a:off x="2220" y="2709"/>
                <a:ext cx="82" cy="90"/>
              </a:xfrm>
              <a:custGeom>
                <a:avLst/>
                <a:gdLst>
                  <a:gd name="T0" fmla="*/ 67 w 82"/>
                  <a:gd name="T1" fmla="*/ 18 h 90"/>
                  <a:gd name="T2" fmla="*/ 80 w 82"/>
                  <a:gd name="T3" fmla="*/ 25 h 90"/>
                  <a:gd name="T4" fmla="*/ 11 w 82"/>
                  <a:gd name="T5" fmla="*/ 90 h 90"/>
                  <a:gd name="T6" fmla="*/ 0 w 82"/>
                  <a:gd name="T7" fmla="*/ 72 h 90"/>
                  <a:gd name="T8" fmla="*/ 69 w 82"/>
                  <a:gd name="T9" fmla="*/ 9 h 90"/>
                  <a:gd name="T10" fmla="*/ 82 w 82"/>
                  <a:gd name="T11" fmla="*/ 15 h 90"/>
                  <a:gd name="T12" fmla="*/ 69 w 82"/>
                  <a:gd name="T13" fmla="*/ 9 h 90"/>
                  <a:gd name="T14" fmla="*/ 78 w 82"/>
                  <a:gd name="T15" fmla="*/ 0 h 90"/>
                  <a:gd name="T16" fmla="*/ 82 w 82"/>
                  <a:gd name="T17" fmla="*/ 15 h 90"/>
                  <a:gd name="T18" fmla="*/ 67 w 82"/>
                  <a:gd name="T19" fmla="*/ 18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90"/>
                  <a:gd name="T32" fmla="*/ 82 w 82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90">
                    <a:moveTo>
                      <a:pt x="67" y="18"/>
                    </a:moveTo>
                    <a:lnTo>
                      <a:pt x="80" y="25"/>
                    </a:lnTo>
                    <a:lnTo>
                      <a:pt x="11" y="90"/>
                    </a:lnTo>
                    <a:lnTo>
                      <a:pt x="0" y="72"/>
                    </a:lnTo>
                    <a:lnTo>
                      <a:pt x="69" y="9"/>
                    </a:lnTo>
                    <a:lnTo>
                      <a:pt x="82" y="15"/>
                    </a:lnTo>
                    <a:lnTo>
                      <a:pt x="69" y="9"/>
                    </a:lnTo>
                    <a:lnTo>
                      <a:pt x="78" y="0"/>
                    </a:lnTo>
                    <a:lnTo>
                      <a:pt x="82" y="15"/>
                    </a:lnTo>
                    <a:lnTo>
                      <a:pt x="67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8" name="Freeform 322"/>
              <p:cNvSpPr>
                <a:spLocks/>
              </p:cNvSpPr>
              <p:nvPr/>
            </p:nvSpPr>
            <p:spPr bwMode="auto">
              <a:xfrm>
                <a:off x="2290" y="2817"/>
                <a:ext cx="37" cy="46"/>
              </a:xfrm>
              <a:custGeom>
                <a:avLst/>
                <a:gdLst>
                  <a:gd name="T0" fmla="*/ 24 w 37"/>
                  <a:gd name="T1" fmla="*/ 0 h 46"/>
                  <a:gd name="T2" fmla="*/ 37 w 37"/>
                  <a:gd name="T3" fmla="*/ 19 h 46"/>
                  <a:gd name="T4" fmla="*/ 13 w 37"/>
                  <a:gd name="T5" fmla="*/ 46 h 46"/>
                  <a:gd name="T6" fmla="*/ 0 w 37"/>
                  <a:gd name="T7" fmla="*/ 27 h 46"/>
                  <a:gd name="T8" fmla="*/ 24 w 3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46"/>
                  <a:gd name="T17" fmla="*/ 37 w 37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46">
                    <a:moveTo>
                      <a:pt x="24" y="0"/>
                    </a:moveTo>
                    <a:lnTo>
                      <a:pt x="37" y="19"/>
                    </a:lnTo>
                    <a:lnTo>
                      <a:pt x="13" y="46"/>
                    </a:lnTo>
                    <a:lnTo>
                      <a:pt x="0" y="2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29" name="Freeform 323"/>
              <p:cNvSpPr>
                <a:spLocks/>
              </p:cNvSpPr>
              <p:nvPr/>
            </p:nvSpPr>
            <p:spPr bwMode="auto">
              <a:xfrm>
                <a:off x="2186" y="2627"/>
                <a:ext cx="125" cy="216"/>
              </a:xfrm>
              <a:custGeom>
                <a:avLst/>
                <a:gdLst>
                  <a:gd name="T0" fmla="*/ 31 w 125"/>
                  <a:gd name="T1" fmla="*/ 0 h 216"/>
                  <a:gd name="T2" fmla="*/ 31 w 125"/>
                  <a:gd name="T3" fmla="*/ 0 h 216"/>
                  <a:gd name="T4" fmla="*/ 40 w 125"/>
                  <a:gd name="T5" fmla="*/ 28 h 216"/>
                  <a:gd name="T6" fmla="*/ 51 w 125"/>
                  <a:gd name="T7" fmla="*/ 52 h 216"/>
                  <a:gd name="T8" fmla="*/ 62 w 125"/>
                  <a:gd name="T9" fmla="*/ 77 h 216"/>
                  <a:gd name="T10" fmla="*/ 72 w 125"/>
                  <a:gd name="T11" fmla="*/ 101 h 216"/>
                  <a:gd name="T12" fmla="*/ 84 w 125"/>
                  <a:gd name="T13" fmla="*/ 125 h 216"/>
                  <a:gd name="T14" fmla="*/ 97 w 125"/>
                  <a:gd name="T15" fmla="*/ 146 h 216"/>
                  <a:gd name="T16" fmla="*/ 110 w 125"/>
                  <a:gd name="T17" fmla="*/ 169 h 216"/>
                  <a:gd name="T18" fmla="*/ 125 w 125"/>
                  <a:gd name="T19" fmla="*/ 191 h 216"/>
                  <a:gd name="T20" fmla="*/ 101 w 125"/>
                  <a:gd name="T21" fmla="*/ 216 h 216"/>
                  <a:gd name="T22" fmla="*/ 85 w 125"/>
                  <a:gd name="T23" fmla="*/ 191 h 216"/>
                  <a:gd name="T24" fmla="*/ 70 w 125"/>
                  <a:gd name="T25" fmla="*/ 168 h 216"/>
                  <a:gd name="T26" fmla="*/ 57 w 125"/>
                  <a:gd name="T27" fmla="*/ 144 h 216"/>
                  <a:gd name="T28" fmla="*/ 45 w 125"/>
                  <a:gd name="T29" fmla="*/ 118 h 216"/>
                  <a:gd name="T30" fmla="*/ 33 w 125"/>
                  <a:gd name="T31" fmla="*/ 93 h 216"/>
                  <a:gd name="T32" fmla="*/ 21 w 125"/>
                  <a:gd name="T33" fmla="*/ 67 h 216"/>
                  <a:gd name="T34" fmla="*/ 11 w 125"/>
                  <a:gd name="T35" fmla="*/ 39 h 216"/>
                  <a:gd name="T36" fmla="*/ 0 w 125"/>
                  <a:gd name="T37" fmla="*/ 11 h 216"/>
                  <a:gd name="T38" fmla="*/ 31 w 125"/>
                  <a:gd name="T39" fmla="*/ 0 h 2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16"/>
                  <a:gd name="T62" fmla="*/ 125 w 125"/>
                  <a:gd name="T63" fmla="*/ 216 h 2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16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51" y="52"/>
                    </a:lnTo>
                    <a:lnTo>
                      <a:pt x="62" y="77"/>
                    </a:lnTo>
                    <a:lnTo>
                      <a:pt x="72" y="101"/>
                    </a:lnTo>
                    <a:lnTo>
                      <a:pt x="84" y="125"/>
                    </a:lnTo>
                    <a:lnTo>
                      <a:pt x="97" y="146"/>
                    </a:lnTo>
                    <a:lnTo>
                      <a:pt x="110" y="169"/>
                    </a:lnTo>
                    <a:lnTo>
                      <a:pt x="125" y="191"/>
                    </a:lnTo>
                    <a:lnTo>
                      <a:pt x="101" y="216"/>
                    </a:lnTo>
                    <a:lnTo>
                      <a:pt x="85" y="191"/>
                    </a:lnTo>
                    <a:lnTo>
                      <a:pt x="70" y="168"/>
                    </a:lnTo>
                    <a:lnTo>
                      <a:pt x="57" y="144"/>
                    </a:lnTo>
                    <a:lnTo>
                      <a:pt x="45" y="118"/>
                    </a:lnTo>
                    <a:lnTo>
                      <a:pt x="33" y="93"/>
                    </a:lnTo>
                    <a:lnTo>
                      <a:pt x="21" y="67"/>
                    </a:lnTo>
                    <a:lnTo>
                      <a:pt x="11" y="39"/>
                    </a:lnTo>
                    <a:lnTo>
                      <a:pt x="0" y="1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0" name="Freeform 324"/>
              <p:cNvSpPr>
                <a:spLocks/>
              </p:cNvSpPr>
              <p:nvPr/>
            </p:nvSpPr>
            <p:spPr bwMode="auto">
              <a:xfrm>
                <a:off x="2130" y="2430"/>
                <a:ext cx="83" cy="205"/>
              </a:xfrm>
              <a:custGeom>
                <a:avLst/>
                <a:gdLst>
                  <a:gd name="T0" fmla="*/ 33 w 83"/>
                  <a:gd name="T1" fmla="*/ 0 h 205"/>
                  <a:gd name="T2" fmla="*/ 36 w 83"/>
                  <a:gd name="T3" fmla="*/ 25 h 205"/>
                  <a:gd name="T4" fmla="*/ 41 w 83"/>
                  <a:gd name="T5" fmla="*/ 49 h 205"/>
                  <a:gd name="T6" fmla="*/ 47 w 83"/>
                  <a:gd name="T7" fmla="*/ 73 h 205"/>
                  <a:gd name="T8" fmla="*/ 52 w 83"/>
                  <a:gd name="T9" fmla="*/ 97 h 205"/>
                  <a:gd name="T10" fmla="*/ 59 w 83"/>
                  <a:gd name="T11" fmla="*/ 122 h 205"/>
                  <a:gd name="T12" fmla="*/ 66 w 83"/>
                  <a:gd name="T13" fmla="*/ 146 h 205"/>
                  <a:gd name="T14" fmla="*/ 75 w 83"/>
                  <a:gd name="T15" fmla="*/ 170 h 205"/>
                  <a:gd name="T16" fmla="*/ 83 w 83"/>
                  <a:gd name="T17" fmla="*/ 195 h 205"/>
                  <a:gd name="T18" fmla="*/ 54 w 83"/>
                  <a:gd name="T19" fmla="*/ 205 h 205"/>
                  <a:gd name="T20" fmla="*/ 45 w 83"/>
                  <a:gd name="T21" fmla="*/ 181 h 205"/>
                  <a:gd name="T22" fmla="*/ 35 w 83"/>
                  <a:gd name="T23" fmla="*/ 155 h 205"/>
                  <a:gd name="T24" fmla="*/ 29 w 83"/>
                  <a:gd name="T25" fmla="*/ 130 h 205"/>
                  <a:gd name="T26" fmla="*/ 21 w 83"/>
                  <a:gd name="T27" fmla="*/ 103 h 205"/>
                  <a:gd name="T28" fmla="*/ 15 w 83"/>
                  <a:gd name="T29" fmla="*/ 78 h 205"/>
                  <a:gd name="T30" fmla="*/ 9 w 83"/>
                  <a:gd name="T31" fmla="*/ 53 h 205"/>
                  <a:gd name="T32" fmla="*/ 4 w 83"/>
                  <a:gd name="T33" fmla="*/ 27 h 205"/>
                  <a:gd name="T34" fmla="*/ 0 w 83"/>
                  <a:gd name="T35" fmla="*/ 1 h 205"/>
                  <a:gd name="T36" fmla="*/ 33 w 83"/>
                  <a:gd name="T37" fmla="*/ 0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3"/>
                  <a:gd name="T58" fmla="*/ 0 h 205"/>
                  <a:gd name="T59" fmla="*/ 83 w 8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3" h="205">
                    <a:moveTo>
                      <a:pt x="33" y="0"/>
                    </a:moveTo>
                    <a:lnTo>
                      <a:pt x="36" y="25"/>
                    </a:lnTo>
                    <a:lnTo>
                      <a:pt x="41" y="49"/>
                    </a:lnTo>
                    <a:lnTo>
                      <a:pt x="47" y="73"/>
                    </a:lnTo>
                    <a:lnTo>
                      <a:pt x="52" y="97"/>
                    </a:lnTo>
                    <a:lnTo>
                      <a:pt x="59" y="122"/>
                    </a:lnTo>
                    <a:lnTo>
                      <a:pt x="66" y="146"/>
                    </a:lnTo>
                    <a:lnTo>
                      <a:pt x="75" y="170"/>
                    </a:lnTo>
                    <a:lnTo>
                      <a:pt x="83" y="195"/>
                    </a:lnTo>
                    <a:lnTo>
                      <a:pt x="54" y="205"/>
                    </a:lnTo>
                    <a:lnTo>
                      <a:pt x="45" y="181"/>
                    </a:lnTo>
                    <a:lnTo>
                      <a:pt x="35" y="155"/>
                    </a:lnTo>
                    <a:lnTo>
                      <a:pt x="29" y="130"/>
                    </a:lnTo>
                    <a:lnTo>
                      <a:pt x="21" y="103"/>
                    </a:lnTo>
                    <a:lnTo>
                      <a:pt x="15" y="78"/>
                    </a:lnTo>
                    <a:lnTo>
                      <a:pt x="9" y="53"/>
                    </a:lnTo>
                    <a:lnTo>
                      <a:pt x="4" y="27"/>
                    </a:lnTo>
                    <a:lnTo>
                      <a:pt x="0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1" name="Freeform 325"/>
              <p:cNvSpPr>
                <a:spLocks/>
              </p:cNvSpPr>
              <p:nvPr/>
            </p:nvSpPr>
            <p:spPr bwMode="auto">
              <a:xfrm>
                <a:off x="2125" y="2409"/>
                <a:ext cx="36" cy="23"/>
              </a:xfrm>
              <a:custGeom>
                <a:avLst/>
                <a:gdLst>
                  <a:gd name="T0" fmla="*/ 3 w 36"/>
                  <a:gd name="T1" fmla="*/ 23 h 23"/>
                  <a:gd name="T2" fmla="*/ 0 w 36"/>
                  <a:gd name="T3" fmla="*/ 0 h 23"/>
                  <a:gd name="T4" fmla="*/ 33 w 36"/>
                  <a:gd name="T5" fmla="*/ 0 h 23"/>
                  <a:gd name="T6" fmla="*/ 36 w 36"/>
                  <a:gd name="T7" fmla="*/ 23 h 23"/>
                  <a:gd name="T8" fmla="*/ 3 w 36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3"/>
                  <a:gd name="T17" fmla="*/ 36 w 3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3">
                    <a:moveTo>
                      <a:pt x="3" y="23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6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2" name="Freeform 326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3" name="Freeform 327"/>
              <p:cNvSpPr>
                <a:spLocks/>
              </p:cNvSpPr>
              <p:nvPr/>
            </p:nvSpPr>
            <p:spPr bwMode="auto">
              <a:xfrm>
                <a:off x="2294" y="2726"/>
                <a:ext cx="54" cy="176"/>
              </a:xfrm>
              <a:custGeom>
                <a:avLst/>
                <a:gdLst>
                  <a:gd name="T0" fmla="*/ 48 w 54"/>
                  <a:gd name="T1" fmla="*/ 158 h 176"/>
                  <a:gd name="T2" fmla="*/ 41 w 54"/>
                  <a:gd name="T3" fmla="*/ 164 h 176"/>
                  <a:gd name="T4" fmla="*/ 0 w 54"/>
                  <a:gd name="T5" fmla="*/ 3 h 176"/>
                  <a:gd name="T6" fmla="*/ 8 w 54"/>
                  <a:gd name="T7" fmla="*/ 0 h 176"/>
                  <a:gd name="T8" fmla="*/ 50 w 54"/>
                  <a:gd name="T9" fmla="*/ 162 h 176"/>
                  <a:gd name="T10" fmla="*/ 43 w 54"/>
                  <a:gd name="T11" fmla="*/ 167 h 176"/>
                  <a:gd name="T12" fmla="*/ 50 w 54"/>
                  <a:gd name="T13" fmla="*/ 162 h 176"/>
                  <a:gd name="T14" fmla="*/ 54 w 54"/>
                  <a:gd name="T15" fmla="*/ 176 h 176"/>
                  <a:gd name="T16" fmla="*/ 43 w 54"/>
                  <a:gd name="T17" fmla="*/ 167 h 176"/>
                  <a:gd name="T18" fmla="*/ 48 w 54"/>
                  <a:gd name="T19" fmla="*/ 15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"/>
                  <a:gd name="T31" fmla="*/ 0 h 176"/>
                  <a:gd name="T32" fmla="*/ 54 w 5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" h="176">
                    <a:moveTo>
                      <a:pt x="48" y="158"/>
                    </a:moveTo>
                    <a:lnTo>
                      <a:pt x="41" y="164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50" y="162"/>
                    </a:lnTo>
                    <a:lnTo>
                      <a:pt x="43" y="167"/>
                    </a:lnTo>
                    <a:lnTo>
                      <a:pt x="50" y="162"/>
                    </a:lnTo>
                    <a:lnTo>
                      <a:pt x="54" y="176"/>
                    </a:lnTo>
                    <a:lnTo>
                      <a:pt x="43" y="167"/>
                    </a:lnTo>
                    <a:lnTo>
                      <a:pt x="48" y="15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4" name="Freeform 328"/>
              <p:cNvSpPr>
                <a:spLocks/>
              </p:cNvSpPr>
              <p:nvPr/>
            </p:nvSpPr>
            <p:spPr bwMode="auto">
              <a:xfrm>
                <a:off x="2219" y="2784"/>
                <a:ext cx="122" cy="107"/>
              </a:xfrm>
              <a:custGeom>
                <a:avLst/>
                <a:gdLst>
                  <a:gd name="T0" fmla="*/ 12 w 122"/>
                  <a:gd name="T1" fmla="*/ 12 h 107"/>
                  <a:gd name="T2" fmla="*/ 10 w 122"/>
                  <a:gd name="T3" fmla="*/ 1 h 107"/>
                  <a:gd name="T4" fmla="*/ 122 w 122"/>
                  <a:gd name="T5" fmla="*/ 98 h 107"/>
                  <a:gd name="T6" fmla="*/ 118 w 122"/>
                  <a:gd name="T7" fmla="*/ 107 h 107"/>
                  <a:gd name="T8" fmla="*/ 6 w 122"/>
                  <a:gd name="T9" fmla="*/ 11 h 107"/>
                  <a:gd name="T10" fmla="*/ 4 w 122"/>
                  <a:gd name="T11" fmla="*/ 0 h 107"/>
                  <a:gd name="T12" fmla="*/ 6 w 122"/>
                  <a:gd name="T13" fmla="*/ 11 h 107"/>
                  <a:gd name="T14" fmla="*/ 0 w 122"/>
                  <a:gd name="T15" fmla="*/ 5 h 107"/>
                  <a:gd name="T16" fmla="*/ 4 w 122"/>
                  <a:gd name="T17" fmla="*/ 0 h 107"/>
                  <a:gd name="T18" fmla="*/ 12 w 122"/>
                  <a:gd name="T19" fmla="*/ 1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2"/>
                  <a:gd name="T31" fmla="*/ 0 h 107"/>
                  <a:gd name="T32" fmla="*/ 122 w 122"/>
                  <a:gd name="T33" fmla="*/ 107 h 10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2" h="107">
                    <a:moveTo>
                      <a:pt x="12" y="12"/>
                    </a:moveTo>
                    <a:lnTo>
                      <a:pt x="10" y="1"/>
                    </a:lnTo>
                    <a:lnTo>
                      <a:pt x="122" y="98"/>
                    </a:lnTo>
                    <a:lnTo>
                      <a:pt x="118" y="107"/>
                    </a:lnTo>
                    <a:lnTo>
                      <a:pt x="6" y="11"/>
                    </a:lnTo>
                    <a:lnTo>
                      <a:pt x="4" y="0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5" name="Freeform 329"/>
              <p:cNvSpPr>
                <a:spLocks/>
              </p:cNvSpPr>
              <p:nvPr/>
            </p:nvSpPr>
            <p:spPr bwMode="auto">
              <a:xfrm>
                <a:off x="2222" y="2717"/>
                <a:ext cx="78" cy="79"/>
              </a:xfrm>
              <a:custGeom>
                <a:avLst/>
                <a:gdLst>
                  <a:gd name="T0" fmla="*/ 69 w 78"/>
                  <a:gd name="T1" fmla="*/ 10 h 79"/>
                  <a:gd name="T2" fmla="*/ 77 w 78"/>
                  <a:gd name="T3" fmla="*/ 16 h 79"/>
                  <a:gd name="T4" fmla="*/ 6 w 78"/>
                  <a:gd name="T5" fmla="*/ 79 h 79"/>
                  <a:gd name="T6" fmla="*/ 0 w 78"/>
                  <a:gd name="T7" fmla="*/ 68 h 79"/>
                  <a:gd name="T8" fmla="*/ 69 w 78"/>
                  <a:gd name="T9" fmla="*/ 4 h 79"/>
                  <a:gd name="T10" fmla="*/ 78 w 78"/>
                  <a:gd name="T11" fmla="*/ 8 h 79"/>
                  <a:gd name="T12" fmla="*/ 69 w 78"/>
                  <a:gd name="T13" fmla="*/ 4 h 79"/>
                  <a:gd name="T14" fmla="*/ 75 w 78"/>
                  <a:gd name="T15" fmla="*/ 0 h 79"/>
                  <a:gd name="T16" fmla="*/ 78 w 78"/>
                  <a:gd name="T17" fmla="*/ 8 h 79"/>
                  <a:gd name="T18" fmla="*/ 69 w 78"/>
                  <a:gd name="T19" fmla="*/ 1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9"/>
                  <a:gd name="T32" fmla="*/ 78 w 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9">
                    <a:moveTo>
                      <a:pt x="69" y="10"/>
                    </a:moveTo>
                    <a:lnTo>
                      <a:pt x="77" y="16"/>
                    </a:lnTo>
                    <a:lnTo>
                      <a:pt x="6" y="79"/>
                    </a:lnTo>
                    <a:lnTo>
                      <a:pt x="0" y="68"/>
                    </a:lnTo>
                    <a:lnTo>
                      <a:pt x="69" y="4"/>
                    </a:lnTo>
                    <a:lnTo>
                      <a:pt x="78" y="8"/>
                    </a:lnTo>
                    <a:lnTo>
                      <a:pt x="69" y="4"/>
                    </a:lnTo>
                    <a:lnTo>
                      <a:pt x="75" y="0"/>
                    </a:lnTo>
                    <a:lnTo>
                      <a:pt x="78" y="8"/>
                    </a:lnTo>
                    <a:lnTo>
                      <a:pt x="69" y="1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6" name="Freeform 330"/>
              <p:cNvSpPr>
                <a:spLocks/>
              </p:cNvSpPr>
              <p:nvPr/>
            </p:nvSpPr>
            <p:spPr bwMode="auto">
              <a:xfrm>
                <a:off x="2290" y="2821"/>
                <a:ext cx="30" cy="37"/>
              </a:xfrm>
              <a:custGeom>
                <a:avLst/>
                <a:gdLst>
                  <a:gd name="T0" fmla="*/ 21 w 30"/>
                  <a:gd name="T1" fmla="*/ 0 h 37"/>
                  <a:gd name="T2" fmla="*/ 30 w 30"/>
                  <a:gd name="T3" fmla="*/ 16 h 37"/>
                  <a:gd name="T4" fmla="*/ 10 w 30"/>
                  <a:gd name="T5" fmla="*/ 37 h 37"/>
                  <a:gd name="T6" fmla="*/ 0 w 30"/>
                  <a:gd name="T7" fmla="*/ 22 h 37"/>
                  <a:gd name="T8" fmla="*/ 21 w 3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7"/>
                  <a:gd name="T17" fmla="*/ 30 w 30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7">
                    <a:moveTo>
                      <a:pt x="21" y="0"/>
                    </a:moveTo>
                    <a:lnTo>
                      <a:pt x="30" y="16"/>
                    </a:lnTo>
                    <a:lnTo>
                      <a:pt x="10" y="37"/>
                    </a:ln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7" name="Freeform 331"/>
              <p:cNvSpPr>
                <a:spLocks/>
              </p:cNvSpPr>
              <p:nvPr/>
            </p:nvSpPr>
            <p:spPr bwMode="auto">
              <a:xfrm>
                <a:off x="2190" y="2626"/>
                <a:ext cx="120" cy="213"/>
              </a:xfrm>
              <a:custGeom>
                <a:avLst/>
                <a:gdLst>
                  <a:gd name="T0" fmla="*/ 25 w 120"/>
                  <a:gd name="T1" fmla="*/ 0 h 213"/>
                  <a:gd name="T2" fmla="*/ 25 w 120"/>
                  <a:gd name="T3" fmla="*/ 0 h 213"/>
                  <a:gd name="T4" fmla="*/ 35 w 120"/>
                  <a:gd name="T5" fmla="*/ 28 h 213"/>
                  <a:gd name="T6" fmla="*/ 47 w 120"/>
                  <a:gd name="T7" fmla="*/ 54 h 213"/>
                  <a:gd name="T8" fmla="*/ 57 w 120"/>
                  <a:gd name="T9" fmla="*/ 78 h 213"/>
                  <a:gd name="T10" fmla="*/ 68 w 120"/>
                  <a:gd name="T11" fmla="*/ 102 h 213"/>
                  <a:gd name="T12" fmla="*/ 80 w 120"/>
                  <a:gd name="T13" fmla="*/ 125 h 213"/>
                  <a:gd name="T14" fmla="*/ 93 w 120"/>
                  <a:gd name="T15" fmla="*/ 147 h 213"/>
                  <a:gd name="T16" fmla="*/ 105 w 120"/>
                  <a:gd name="T17" fmla="*/ 171 h 213"/>
                  <a:gd name="T18" fmla="*/ 120 w 120"/>
                  <a:gd name="T19" fmla="*/ 193 h 213"/>
                  <a:gd name="T20" fmla="*/ 100 w 120"/>
                  <a:gd name="T21" fmla="*/ 213 h 213"/>
                  <a:gd name="T22" fmla="*/ 84 w 120"/>
                  <a:gd name="T23" fmla="*/ 188 h 213"/>
                  <a:gd name="T24" fmla="*/ 70 w 120"/>
                  <a:gd name="T25" fmla="*/ 164 h 213"/>
                  <a:gd name="T26" fmla="*/ 58 w 120"/>
                  <a:gd name="T27" fmla="*/ 141 h 213"/>
                  <a:gd name="T28" fmla="*/ 46 w 120"/>
                  <a:gd name="T29" fmla="*/ 116 h 213"/>
                  <a:gd name="T30" fmla="*/ 33 w 120"/>
                  <a:gd name="T31" fmla="*/ 92 h 213"/>
                  <a:gd name="T32" fmla="*/ 21 w 120"/>
                  <a:gd name="T33" fmla="*/ 65 h 213"/>
                  <a:gd name="T34" fmla="*/ 12 w 120"/>
                  <a:gd name="T35" fmla="*/ 38 h 213"/>
                  <a:gd name="T36" fmla="*/ 0 w 120"/>
                  <a:gd name="T37" fmla="*/ 10 h 213"/>
                  <a:gd name="T38" fmla="*/ 25 w 120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13"/>
                  <a:gd name="T62" fmla="*/ 120 w 120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13">
                    <a:moveTo>
                      <a:pt x="25" y="0"/>
                    </a:moveTo>
                    <a:lnTo>
                      <a:pt x="25" y="0"/>
                    </a:lnTo>
                    <a:lnTo>
                      <a:pt x="35" y="28"/>
                    </a:lnTo>
                    <a:lnTo>
                      <a:pt x="47" y="54"/>
                    </a:lnTo>
                    <a:lnTo>
                      <a:pt x="57" y="78"/>
                    </a:lnTo>
                    <a:lnTo>
                      <a:pt x="68" y="102"/>
                    </a:lnTo>
                    <a:lnTo>
                      <a:pt x="80" y="125"/>
                    </a:lnTo>
                    <a:lnTo>
                      <a:pt x="93" y="147"/>
                    </a:lnTo>
                    <a:lnTo>
                      <a:pt x="105" y="171"/>
                    </a:lnTo>
                    <a:lnTo>
                      <a:pt x="120" y="193"/>
                    </a:lnTo>
                    <a:lnTo>
                      <a:pt x="100" y="213"/>
                    </a:lnTo>
                    <a:lnTo>
                      <a:pt x="84" y="188"/>
                    </a:lnTo>
                    <a:lnTo>
                      <a:pt x="70" y="164"/>
                    </a:lnTo>
                    <a:lnTo>
                      <a:pt x="58" y="141"/>
                    </a:lnTo>
                    <a:lnTo>
                      <a:pt x="46" y="116"/>
                    </a:lnTo>
                    <a:lnTo>
                      <a:pt x="33" y="92"/>
                    </a:lnTo>
                    <a:lnTo>
                      <a:pt x="21" y="65"/>
                    </a:lnTo>
                    <a:lnTo>
                      <a:pt x="12" y="38"/>
                    </a:lnTo>
                    <a:lnTo>
                      <a:pt x="0" y="1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8" name="Freeform 332"/>
              <p:cNvSpPr>
                <a:spLocks/>
              </p:cNvSpPr>
              <p:nvPr/>
            </p:nvSpPr>
            <p:spPr bwMode="auto">
              <a:xfrm>
                <a:off x="2134" y="2432"/>
                <a:ext cx="77" cy="204"/>
              </a:xfrm>
              <a:custGeom>
                <a:avLst/>
                <a:gdLst>
                  <a:gd name="T0" fmla="*/ 27 w 77"/>
                  <a:gd name="T1" fmla="*/ 0 h 204"/>
                  <a:gd name="T2" fmla="*/ 31 w 77"/>
                  <a:gd name="T3" fmla="*/ 25 h 204"/>
                  <a:gd name="T4" fmla="*/ 36 w 77"/>
                  <a:gd name="T5" fmla="*/ 48 h 204"/>
                  <a:gd name="T6" fmla="*/ 42 w 77"/>
                  <a:gd name="T7" fmla="*/ 73 h 204"/>
                  <a:gd name="T8" fmla="*/ 47 w 77"/>
                  <a:gd name="T9" fmla="*/ 98 h 204"/>
                  <a:gd name="T10" fmla="*/ 54 w 77"/>
                  <a:gd name="T11" fmla="*/ 121 h 204"/>
                  <a:gd name="T12" fmla="*/ 61 w 77"/>
                  <a:gd name="T13" fmla="*/ 146 h 204"/>
                  <a:gd name="T14" fmla="*/ 69 w 77"/>
                  <a:gd name="T15" fmla="*/ 170 h 204"/>
                  <a:gd name="T16" fmla="*/ 77 w 77"/>
                  <a:gd name="T17" fmla="*/ 194 h 204"/>
                  <a:gd name="T18" fmla="*/ 52 w 77"/>
                  <a:gd name="T19" fmla="*/ 204 h 204"/>
                  <a:gd name="T20" fmla="*/ 44 w 77"/>
                  <a:gd name="T21" fmla="*/ 180 h 204"/>
                  <a:gd name="T22" fmla="*/ 35 w 77"/>
                  <a:gd name="T23" fmla="*/ 153 h 204"/>
                  <a:gd name="T24" fmla="*/ 28 w 77"/>
                  <a:gd name="T25" fmla="*/ 129 h 204"/>
                  <a:gd name="T26" fmla="*/ 21 w 77"/>
                  <a:gd name="T27" fmla="*/ 103 h 204"/>
                  <a:gd name="T28" fmla="*/ 14 w 77"/>
                  <a:gd name="T29" fmla="*/ 77 h 204"/>
                  <a:gd name="T30" fmla="*/ 9 w 77"/>
                  <a:gd name="T31" fmla="*/ 52 h 204"/>
                  <a:gd name="T32" fmla="*/ 5 w 77"/>
                  <a:gd name="T33" fmla="*/ 26 h 204"/>
                  <a:gd name="T34" fmla="*/ 0 w 77"/>
                  <a:gd name="T35" fmla="*/ 0 h 204"/>
                  <a:gd name="T36" fmla="*/ 27 w 77"/>
                  <a:gd name="T37" fmla="*/ 0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7"/>
                  <a:gd name="T58" fmla="*/ 0 h 204"/>
                  <a:gd name="T59" fmla="*/ 77 w 77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7" h="204">
                    <a:moveTo>
                      <a:pt x="27" y="0"/>
                    </a:moveTo>
                    <a:lnTo>
                      <a:pt x="31" y="25"/>
                    </a:lnTo>
                    <a:lnTo>
                      <a:pt x="36" y="48"/>
                    </a:lnTo>
                    <a:lnTo>
                      <a:pt x="42" y="73"/>
                    </a:lnTo>
                    <a:lnTo>
                      <a:pt x="47" y="98"/>
                    </a:lnTo>
                    <a:lnTo>
                      <a:pt x="54" y="121"/>
                    </a:lnTo>
                    <a:lnTo>
                      <a:pt x="61" y="146"/>
                    </a:lnTo>
                    <a:lnTo>
                      <a:pt x="69" y="170"/>
                    </a:lnTo>
                    <a:lnTo>
                      <a:pt x="77" y="194"/>
                    </a:lnTo>
                    <a:lnTo>
                      <a:pt x="52" y="204"/>
                    </a:lnTo>
                    <a:lnTo>
                      <a:pt x="44" y="180"/>
                    </a:lnTo>
                    <a:lnTo>
                      <a:pt x="35" y="153"/>
                    </a:lnTo>
                    <a:lnTo>
                      <a:pt x="28" y="129"/>
                    </a:lnTo>
                    <a:lnTo>
                      <a:pt x="21" y="103"/>
                    </a:lnTo>
                    <a:lnTo>
                      <a:pt x="14" y="77"/>
                    </a:lnTo>
                    <a:lnTo>
                      <a:pt x="9" y="52"/>
                    </a:lnTo>
                    <a:lnTo>
                      <a:pt x="5" y="26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4139" name="Freeform 333"/>
              <p:cNvSpPr>
                <a:spLocks/>
              </p:cNvSpPr>
              <p:nvPr/>
            </p:nvSpPr>
            <p:spPr bwMode="auto">
              <a:xfrm>
                <a:off x="2127" y="2414"/>
                <a:ext cx="31" cy="18"/>
              </a:xfrm>
              <a:custGeom>
                <a:avLst/>
                <a:gdLst>
                  <a:gd name="T0" fmla="*/ 3 w 31"/>
                  <a:gd name="T1" fmla="*/ 18 h 18"/>
                  <a:gd name="T2" fmla="*/ 0 w 31"/>
                  <a:gd name="T3" fmla="*/ 0 h 18"/>
                  <a:gd name="T4" fmla="*/ 28 w 31"/>
                  <a:gd name="T5" fmla="*/ 0 h 18"/>
                  <a:gd name="T6" fmla="*/ 31 w 31"/>
                  <a:gd name="T7" fmla="*/ 18 h 18"/>
                  <a:gd name="T8" fmla="*/ 3 w 31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18"/>
                  <a:gd name="T17" fmla="*/ 31 w 3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18">
                    <a:moveTo>
                      <a:pt x="3" y="18"/>
                    </a:moveTo>
                    <a:lnTo>
                      <a:pt x="0" y="0"/>
                    </a:lnTo>
                    <a:lnTo>
                      <a:pt x="28" y="0"/>
                    </a:lnTo>
                    <a:lnTo>
                      <a:pt x="31" y="18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3587" name="Oval 334"/>
            <p:cNvSpPr>
              <a:spLocks noChangeArrowheads="1"/>
            </p:cNvSpPr>
            <p:nvPr/>
          </p:nvSpPr>
          <p:spPr bwMode="auto">
            <a:xfrm>
              <a:off x="2669" y="1927"/>
              <a:ext cx="1873" cy="184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588" name="Oval 335"/>
            <p:cNvSpPr>
              <a:spLocks noChangeArrowheads="1"/>
            </p:cNvSpPr>
            <p:nvPr/>
          </p:nvSpPr>
          <p:spPr bwMode="auto">
            <a:xfrm>
              <a:off x="2741" y="1930"/>
              <a:ext cx="1823" cy="1763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589" name="Rectangle 336"/>
            <p:cNvSpPr>
              <a:spLocks noChangeArrowheads="1"/>
            </p:cNvSpPr>
            <p:nvPr/>
          </p:nvSpPr>
          <p:spPr bwMode="auto">
            <a:xfrm>
              <a:off x="3952" y="2395"/>
              <a:ext cx="706" cy="3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590" name="Rectangle 337"/>
            <p:cNvSpPr>
              <a:spLocks noChangeArrowheads="1"/>
            </p:cNvSpPr>
            <p:nvPr/>
          </p:nvSpPr>
          <p:spPr bwMode="auto">
            <a:xfrm>
              <a:off x="4022" y="2444"/>
              <a:ext cx="552" cy="2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591" name="Rectangle 338"/>
            <p:cNvSpPr>
              <a:spLocks noChangeArrowheads="1"/>
            </p:cNvSpPr>
            <p:nvPr/>
          </p:nvSpPr>
          <p:spPr bwMode="auto">
            <a:xfrm>
              <a:off x="4002" y="2549"/>
              <a:ext cx="541" cy="2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2300" u="sng">
                  <a:solidFill>
                    <a:srgbClr val="000000"/>
                  </a:solidFill>
                  <a:latin typeface="Arial Narrow" pitchFamily="34" charset="0"/>
                </a:rPr>
                <a:t>CSMS</a:t>
              </a:r>
              <a:endParaRPr lang="en-US" sz="2600" b="0">
                <a:latin typeface="Times New Roman" pitchFamily="18" charset="0"/>
              </a:endParaRPr>
            </a:p>
          </p:txBody>
        </p:sp>
        <p:grpSp>
          <p:nvGrpSpPr>
            <p:cNvPr id="43592" name="Group 339"/>
            <p:cNvGrpSpPr>
              <a:grpSpLocks/>
            </p:cNvGrpSpPr>
            <p:nvPr/>
          </p:nvGrpSpPr>
          <p:grpSpPr bwMode="auto">
            <a:xfrm>
              <a:off x="3336" y="1604"/>
              <a:ext cx="668" cy="527"/>
              <a:chOff x="1254" y="3284"/>
              <a:chExt cx="541" cy="444"/>
            </a:xfrm>
          </p:grpSpPr>
          <p:grpSp>
            <p:nvGrpSpPr>
              <p:cNvPr id="43810" name="Group 340"/>
              <p:cNvGrpSpPr>
                <a:grpSpLocks/>
              </p:cNvGrpSpPr>
              <p:nvPr/>
            </p:nvGrpSpPr>
            <p:grpSpPr bwMode="auto">
              <a:xfrm>
                <a:off x="1428" y="3284"/>
                <a:ext cx="244" cy="332"/>
                <a:chOff x="3080" y="1174"/>
                <a:chExt cx="276" cy="366"/>
              </a:xfrm>
            </p:grpSpPr>
            <p:sp>
              <p:nvSpPr>
                <p:cNvPr id="43812" name="Rectangle 341"/>
                <p:cNvSpPr>
                  <a:spLocks noChangeArrowheads="1"/>
                </p:cNvSpPr>
                <p:nvPr/>
              </p:nvSpPr>
              <p:spPr bwMode="auto">
                <a:xfrm>
                  <a:off x="3129" y="1174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813" name="Rectangle 342"/>
                <p:cNvSpPr>
                  <a:spLocks noChangeArrowheads="1"/>
                </p:cNvSpPr>
                <p:nvPr/>
              </p:nvSpPr>
              <p:spPr bwMode="auto">
                <a:xfrm>
                  <a:off x="3101" y="1212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43814" name="Group 343"/>
                <p:cNvGrpSpPr>
                  <a:grpSpLocks/>
                </p:cNvGrpSpPr>
                <p:nvPr/>
              </p:nvGrpSpPr>
              <p:grpSpPr bwMode="auto">
                <a:xfrm>
                  <a:off x="3080" y="1247"/>
                  <a:ext cx="223" cy="293"/>
                  <a:chOff x="3080" y="1247"/>
                  <a:chExt cx="223" cy="293"/>
                </a:xfrm>
              </p:grpSpPr>
              <p:sp>
                <p:nvSpPr>
                  <p:cNvPr id="43815" name="Freeform 344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16" name="Freeform 345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w 91"/>
                      <a:gd name="T21" fmla="*/ 121 h 12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91"/>
                      <a:gd name="T34" fmla="*/ 0 h 121"/>
                      <a:gd name="T35" fmla="*/ 91 w 91"/>
                      <a:gd name="T36" fmla="*/ 121 h 12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17" name="Freeform 346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18" name="Freeform 347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91"/>
                      <a:gd name="T31" fmla="*/ 0 h 121"/>
                      <a:gd name="T32" fmla="*/ 91 w 91"/>
                      <a:gd name="T33" fmla="*/ 121 h 12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3811" name="Rectangle 348"/>
              <p:cNvSpPr>
                <a:spLocks noChangeArrowheads="1"/>
              </p:cNvSpPr>
              <p:nvPr/>
            </p:nvSpPr>
            <p:spPr bwMode="auto">
              <a:xfrm>
                <a:off x="1254" y="3633"/>
                <a:ext cx="541" cy="9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1100" b="0">
                    <a:latin typeface="Arial Narrow" pitchFamily="34" charset="0"/>
                  </a:rPr>
                  <a:t>Contracted Work</a:t>
                </a:r>
              </a:p>
            </p:txBody>
          </p:sp>
        </p:grpSp>
        <p:grpSp>
          <p:nvGrpSpPr>
            <p:cNvPr id="43593" name="Group 349"/>
            <p:cNvGrpSpPr>
              <a:grpSpLocks/>
            </p:cNvGrpSpPr>
            <p:nvPr/>
          </p:nvGrpSpPr>
          <p:grpSpPr bwMode="auto">
            <a:xfrm>
              <a:off x="4018" y="2903"/>
              <a:ext cx="417" cy="570"/>
              <a:chOff x="3543" y="2349"/>
              <a:chExt cx="383" cy="529"/>
            </a:xfrm>
          </p:grpSpPr>
          <p:grpSp>
            <p:nvGrpSpPr>
              <p:cNvPr id="43595" name="Group 350"/>
              <p:cNvGrpSpPr>
                <a:grpSpLocks/>
              </p:cNvGrpSpPr>
              <p:nvPr/>
            </p:nvGrpSpPr>
            <p:grpSpPr bwMode="auto">
              <a:xfrm>
                <a:off x="3551" y="2349"/>
                <a:ext cx="355" cy="388"/>
                <a:chOff x="3563" y="2349"/>
                <a:chExt cx="355" cy="388"/>
              </a:xfrm>
            </p:grpSpPr>
            <p:grpSp>
              <p:nvGrpSpPr>
                <p:cNvPr id="43597" name="Group 351"/>
                <p:cNvGrpSpPr>
                  <a:grpSpLocks/>
                </p:cNvGrpSpPr>
                <p:nvPr/>
              </p:nvGrpSpPr>
              <p:grpSpPr bwMode="auto">
                <a:xfrm>
                  <a:off x="3563" y="2349"/>
                  <a:ext cx="355" cy="388"/>
                  <a:chOff x="3563" y="2349"/>
                  <a:chExt cx="355" cy="388"/>
                </a:xfrm>
              </p:grpSpPr>
              <p:sp>
                <p:nvSpPr>
                  <p:cNvPr id="43610" name="Freeform 352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78 w 85"/>
                      <a:gd name="T121" fmla="*/ 65 h 75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85"/>
                      <a:gd name="T184" fmla="*/ 0 h 75"/>
                      <a:gd name="T185" fmla="*/ 85 w 85"/>
                      <a:gd name="T186" fmla="*/ 75 h 75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  <a:close/>
                      </a:path>
                    </a:pathLst>
                  </a:custGeom>
                  <a:solidFill>
                    <a:srgbClr val="FF27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1" name="Freeform 353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85"/>
                      <a:gd name="T181" fmla="*/ 0 h 75"/>
                      <a:gd name="T182" fmla="*/ 85 w 85"/>
                      <a:gd name="T183" fmla="*/ 75 h 75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2" name="Freeform 354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  <a:close/>
                      </a:path>
                    </a:pathLst>
                  </a:custGeom>
                  <a:solidFill>
                    <a:srgbClr val="FFC28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3" name="Freeform 355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4" name="Freeform 356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5" name="Freeform 357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6" name="Freeform 358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7" name="Freeform 359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8" name="Freeform 360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9" name="Freeform 361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0" name="Freeform 362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1" name="Freeform 363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2" name="Freeform 364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w 346"/>
                      <a:gd name="T65" fmla="*/ 105 h 10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346"/>
                      <a:gd name="T100" fmla="*/ 0 h 105"/>
                      <a:gd name="T101" fmla="*/ 346 w 346"/>
                      <a:gd name="T102" fmla="*/ 105 h 10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3" name="Freeform 365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346"/>
                      <a:gd name="T97" fmla="*/ 0 h 105"/>
                      <a:gd name="T98" fmla="*/ 346 w 346"/>
                      <a:gd name="T99" fmla="*/ 105 h 10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4" name="Freeform 366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5" name="Freeform 367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6" name="Freeform 368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7" name="Freeform 369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8" name="Freeform 370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9" name="Freeform 371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0" name="Freeform 372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1" name="Freeform 373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2" name="Rectangle 374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3" name="Rectangle 375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4" name="Rectangle 376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5" name="Rectangle 377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6" name="Freeform 378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7" name="Freeform 379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8" name="Rectangle 380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9" name="Rectangle 381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0" name="Freeform 382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1" name="Freeform 383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2" name="Freeform 384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3" name="Freeform 385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4" name="Rectangle 386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5" name="Rectangle 387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6" name="Freeform 388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7" name="Freeform 389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8" name="Freeform 390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9" name="Freeform 391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0" name="Freeform 392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1" name="Freeform 393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2" name="Freeform 394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3" name="Freeform 395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4" name="Freeform 396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5" name="Freeform 397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6" name="Freeform 398"/>
                  <p:cNvSpPr>
                    <a:spLocks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custGeom>
                    <a:avLst/>
                    <a:gdLst>
                      <a:gd name="T0" fmla="*/ 0 w 25"/>
                      <a:gd name="T1" fmla="*/ 0 h 3"/>
                      <a:gd name="T2" fmla="*/ 0 w 25"/>
                      <a:gd name="T3" fmla="*/ 3 h 3"/>
                      <a:gd name="T4" fmla="*/ 25 w 25"/>
                      <a:gd name="T5" fmla="*/ 3 h 3"/>
                      <a:gd name="T6" fmla="*/ 25 w 25"/>
                      <a:gd name="T7" fmla="*/ 0 h 3"/>
                      <a:gd name="T8" fmla="*/ 0 w 25"/>
                      <a:gd name="T9" fmla="*/ 0 h 3"/>
                      <a:gd name="T10" fmla="*/ 0 w 25"/>
                      <a:gd name="T11" fmla="*/ 0 h 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"/>
                      <a:gd name="T19" fmla="*/ 0 h 3"/>
                      <a:gd name="T20" fmla="*/ 25 w 25"/>
                      <a:gd name="T21" fmla="*/ 3 h 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25" y="3"/>
                        </a:lnTo>
                        <a:lnTo>
                          <a:pt x="2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7" name="Rectangle 399"/>
                  <p:cNvSpPr>
                    <a:spLocks noChangeArrowheads="1"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8" name="Freeform 400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9" name="Freeform 401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0" name="Freeform 402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1" name="Freeform 403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2" name="Freeform 404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3" name="Freeform 405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4" name="Freeform 406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27 w 27"/>
                      <a:gd name="T47" fmla="*/ 125 h 12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27"/>
                      <a:gd name="T73" fmla="*/ 0 h 128"/>
                      <a:gd name="T74" fmla="*/ 27 w 27"/>
                      <a:gd name="T75" fmla="*/ 128 h 128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5" name="Freeform 407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6" name="Freeform 408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w 27"/>
                      <a:gd name="T51" fmla="*/ 0 h 7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27"/>
                      <a:gd name="T79" fmla="*/ 0 h 7"/>
                      <a:gd name="T80" fmla="*/ 27 w 27"/>
                      <a:gd name="T81" fmla="*/ 7 h 7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7" name="Freeform 409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8" name="Freeform 410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9" name="Freeform 411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0" name="Rectangle 412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1" name="Rectangle 413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2" name="Freeform 414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3" name="Freeform 415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4" name="Freeform 416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5" name="Freeform 417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6" name="Freeform 418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7" name="Freeform 419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8" name="Freeform 420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9" name="Freeform 421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0" name="Freeform 422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1" name="Freeform 423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2" name="Freeform 424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w 6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3"/>
                      <a:gd name="T17" fmla="*/ 6 w 6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3" name="Freeform 425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4" name="Rectangle 426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5" name="Rectangle 427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6" name="Freeform 428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7" name="Freeform 429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8" name="Freeform 430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9" name="Freeform 431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0" name="Freeform 432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1" name="Freeform 433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2" name="Freeform 434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3" name="Freeform 435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4" name="Freeform 436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5" name="Freeform 437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6" name="Freeform 438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7" name="Freeform 439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8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9" name="Rectangle 441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0" name="Freeform 442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1" name="Freeform 443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2" name="Freeform 444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3" name="Freeform 445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4" name="Freeform 446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5" name="Freeform 447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6" name="Freeform 448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7" name="Freeform 449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8" name="Freeform 450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9" name="Freeform 451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0" name="Freeform 452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1" name="Freeform 453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2" name="Freeform 454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3" name="Freeform 455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4" name="Freeform 456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5" name="Freeform 457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6" name="Freeform 458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7" name="Freeform 459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8" name="Freeform 460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9" name="Freeform 461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0" name="Freeform 462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25 w 37"/>
                      <a:gd name="T35" fmla="*/ 2 h 3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7"/>
                      <a:gd name="T55" fmla="*/ 0 h 31"/>
                      <a:gd name="T56" fmla="*/ 37 w 37"/>
                      <a:gd name="T57" fmla="*/ 31 h 3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1" name="Freeform 463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37"/>
                      <a:gd name="T52" fmla="*/ 0 h 31"/>
                      <a:gd name="T53" fmla="*/ 37 w 37"/>
                      <a:gd name="T54" fmla="*/ 31 h 3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2" name="Freeform 464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3" name="Freeform 465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4" name="Freeform 466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w 11"/>
                      <a:gd name="T9" fmla="*/ 9 h 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"/>
                      <a:gd name="T16" fmla="*/ 0 h 9"/>
                      <a:gd name="T17" fmla="*/ 11 w 11"/>
                      <a:gd name="T18" fmla="*/ 9 h 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5" name="Freeform 467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1"/>
                      <a:gd name="T13" fmla="*/ 0 h 9"/>
                      <a:gd name="T14" fmla="*/ 11 w 11"/>
                      <a:gd name="T15" fmla="*/ 9 h 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6" name="Freeform 468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7" name="Freeform 469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8" name="Freeform 470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28 w 30"/>
                      <a:gd name="T37" fmla="*/ 0 h 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0"/>
                      <a:gd name="T58" fmla="*/ 0 h 6"/>
                      <a:gd name="T59" fmla="*/ 30 w 30"/>
                      <a:gd name="T60" fmla="*/ 6 h 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9" name="Freeform 471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0" name="Freeform 472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1" name="Freeform 473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2" name="Freeform 474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3" name="Freeform 475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4" name="Freeform 476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5 w 31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1"/>
                      <a:gd name="T25" fmla="*/ 0 h 6"/>
                      <a:gd name="T26" fmla="*/ 31 w 3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5" name="Freeform 477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1"/>
                      <a:gd name="T22" fmla="*/ 0 h 6"/>
                      <a:gd name="T23" fmla="*/ 31 w 3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6" name="Freeform 478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7" name="Freeform 479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8" name="Freeform 480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9" name="Freeform 481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0" name="Freeform 482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1" name="Freeform 483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2" name="Freeform 484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3" name="Freeform 485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4" name="Freeform 486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5" name="Freeform 487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6" name="Freeform 488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7" name="Freeform 489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8" name="Freeform 490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9" name="Freeform 491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0" name="Freeform 492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1" name="Freeform 493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2" name="Freeform 494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3" name="Freeform 495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4" name="Freeform 496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5" name="Freeform 497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6" name="Freeform 498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7" name="Freeform 499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8" name="Freeform 500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9" name="Freeform 501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0" name="Freeform 502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1" name="Freeform 503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2" name="Freeform 504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3" name="Freeform 505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4" name="Freeform 506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5" name="Freeform 507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6" name="Line 50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7" name="Line 50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8" name="Line 51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9" name="Line 5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0" name="Line 51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1" name="Line 51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2" name="Line 5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3" name="Line 5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4" name="Line 51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5" name="Line 51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6" name="Line 51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7" name="Line 5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8" name="Line 5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9" name="Line 52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0" name="Line 5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1" name="Line 5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2" name="Line 5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3" name="Line 5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4" name="Line 5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5" name="Line 5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6" name="Line 5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7" name="Line 5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8" name="Line 53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9" name="Line 53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0" name="Line 5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1" name="Line 5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2" name="Line 53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3" name="Line 53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4" name="Line 53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5" name="Line 53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6" name="Line 53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7" name="Line 5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8" name="Freeform 540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9" name="Freeform 541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0" name="Line 54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1" name="Line 5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2" name="Line 54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3" name="Line 54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4" name="Line 5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5" name="Line 5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6" name="Line 5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7" name="Line 5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8" name="Line 55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9" name="Line 55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43598" name="Line 552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99" name="Line 553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0" name="Line 554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1" name="Line 555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2" name="Line 556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3" name="Line 557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4" name="Line 558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5" name="Line 559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6" name="Line 560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7" name="Line 561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8" name="Line 562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609" name="Line 563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43596" name="Rectangle 564"/>
              <p:cNvSpPr>
                <a:spLocks noChangeArrowheads="1"/>
              </p:cNvSpPr>
              <p:nvPr/>
            </p:nvSpPr>
            <p:spPr bwMode="auto">
              <a:xfrm>
                <a:off x="3543" y="2773"/>
                <a:ext cx="383" cy="10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1100" b="0">
                    <a:solidFill>
                      <a:srgbClr val="000000"/>
                    </a:solidFill>
                    <a:latin typeface="Arial Narrow" pitchFamily="34" charset="0"/>
                  </a:rPr>
                  <a:t>Data Bank</a:t>
                </a:r>
                <a:endParaRPr lang="en-US" sz="1100" b="0">
                  <a:latin typeface="Times New Roman" pitchFamily="18" charset="0"/>
                </a:endParaRPr>
              </a:p>
            </p:txBody>
          </p:sp>
        </p:grpSp>
        <p:sp>
          <p:nvSpPr>
            <p:cNvPr id="43594" name="Rectangle 565"/>
            <p:cNvSpPr>
              <a:spLocks noChangeArrowheads="1"/>
            </p:cNvSpPr>
            <p:nvPr/>
          </p:nvSpPr>
          <p:spPr bwMode="auto">
            <a:xfrm>
              <a:off x="2944" y="2195"/>
              <a:ext cx="1025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43018" name="Group 566"/>
          <p:cNvGrpSpPr>
            <a:grpSpLocks/>
          </p:cNvGrpSpPr>
          <p:nvPr/>
        </p:nvGrpSpPr>
        <p:grpSpPr bwMode="auto">
          <a:xfrm>
            <a:off x="3405188" y="3124200"/>
            <a:ext cx="2405062" cy="2881313"/>
            <a:chOff x="2199" y="2195"/>
            <a:chExt cx="1817" cy="1936"/>
          </a:xfrm>
        </p:grpSpPr>
        <p:sp>
          <p:nvSpPr>
            <p:cNvPr id="43030" name="Rectangle 567"/>
            <p:cNvSpPr>
              <a:spLocks noChangeArrowheads="1"/>
            </p:cNvSpPr>
            <p:nvPr/>
          </p:nvSpPr>
          <p:spPr bwMode="auto">
            <a:xfrm>
              <a:off x="2199" y="2846"/>
              <a:ext cx="1720" cy="643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31" name="Oval 568"/>
            <p:cNvSpPr>
              <a:spLocks noChangeArrowheads="1"/>
            </p:cNvSpPr>
            <p:nvPr/>
          </p:nvSpPr>
          <p:spPr bwMode="auto">
            <a:xfrm>
              <a:off x="2954" y="3389"/>
              <a:ext cx="210" cy="94"/>
            </a:xfrm>
            <a:prstGeom prst="ellipse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32" name="Rectangle 569"/>
            <p:cNvSpPr>
              <a:spLocks noChangeArrowheads="1"/>
            </p:cNvSpPr>
            <p:nvPr/>
          </p:nvSpPr>
          <p:spPr bwMode="auto">
            <a:xfrm>
              <a:off x="3014" y="2820"/>
              <a:ext cx="90" cy="57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33" name="Rectangle 570"/>
            <p:cNvSpPr>
              <a:spLocks noChangeArrowheads="1"/>
            </p:cNvSpPr>
            <p:nvPr/>
          </p:nvSpPr>
          <p:spPr bwMode="auto">
            <a:xfrm>
              <a:off x="2199" y="2200"/>
              <a:ext cx="1720" cy="644"/>
            </a:xfrm>
            <a:prstGeom prst="rect">
              <a:avLst/>
            </a:prstGeom>
            <a:solidFill>
              <a:srgbClr val="99FFCC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43034" name="Group 571"/>
            <p:cNvGrpSpPr>
              <a:grpSpLocks/>
            </p:cNvGrpSpPr>
            <p:nvPr/>
          </p:nvGrpSpPr>
          <p:grpSpPr bwMode="auto">
            <a:xfrm>
              <a:off x="2911" y="2322"/>
              <a:ext cx="298" cy="272"/>
              <a:chOff x="2528" y="1791"/>
              <a:chExt cx="326" cy="334"/>
            </a:xfrm>
          </p:grpSpPr>
          <p:grpSp>
            <p:nvGrpSpPr>
              <p:cNvPr id="43250" name="Group 572"/>
              <p:cNvGrpSpPr>
                <a:grpSpLocks/>
              </p:cNvGrpSpPr>
              <p:nvPr/>
            </p:nvGrpSpPr>
            <p:grpSpPr bwMode="auto">
              <a:xfrm>
                <a:off x="2616" y="1878"/>
                <a:ext cx="150" cy="247"/>
                <a:chOff x="2616" y="1878"/>
                <a:chExt cx="150" cy="247"/>
              </a:xfrm>
            </p:grpSpPr>
            <p:sp>
              <p:nvSpPr>
                <p:cNvPr id="43386" name="Freeform 573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87" name="Freeform 574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21" cy="23"/>
                </a:xfrm>
                <a:custGeom>
                  <a:avLst/>
                  <a:gdLst>
                    <a:gd name="T0" fmla="*/ 0 w 21"/>
                    <a:gd name="T1" fmla="*/ 8 h 23"/>
                    <a:gd name="T2" fmla="*/ 0 w 21"/>
                    <a:gd name="T3" fmla="*/ 8 h 23"/>
                    <a:gd name="T4" fmla="*/ 0 w 21"/>
                    <a:gd name="T5" fmla="*/ 6 h 23"/>
                    <a:gd name="T6" fmla="*/ 2 w 21"/>
                    <a:gd name="T7" fmla="*/ 2 h 23"/>
                    <a:gd name="T8" fmla="*/ 5 w 21"/>
                    <a:gd name="T9" fmla="*/ 0 h 23"/>
                    <a:gd name="T10" fmla="*/ 7 w 21"/>
                    <a:gd name="T11" fmla="*/ 0 h 23"/>
                    <a:gd name="T12" fmla="*/ 7 w 21"/>
                    <a:gd name="T13" fmla="*/ 23 h 23"/>
                    <a:gd name="T14" fmla="*/ 11 w 21"/>
                    <a:gd name="T15" fmla="*/ 22 h 23"/>
                    <a:gd name="T16" fmla="*/ 17 w 21"/>
                    <a:gd name="T17" fmla="*/ 18 h 23"/>
                    <a:gd name="T18" fmla="*/ 20 w 21"/>
                    <a:gd name="T19" fmla="*/ 13 h 23"/>
                    <a:gd name="T20" fmla="*/ 21 w 21"/>
                    <a:gd name="T21" fmla="*/ 8 h 23"/>
                    <a:gd name="T22" fmla="*/ 0 w 21"/>
                    <a:gd name="T23" fmla="*/ 8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3"/>
                    <a:gd name="T38" fmla="*/ 21 w 21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3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3"/>
                      </a:lnTo>
                      <a:lnTo>
                        <a:pt x="11" y="22"/>
                      </a:lnTo>
                      <a:lnTo>
                        <a:pt x="17" y="18"/>
                      </a:lnTo>
                      <a:lnTo>
                        <a:pt x="20" y="13"/>
                      </a:lnTo>
                      <a:lnTo>
                        <a:pt x="21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88" name="Freeform 575"/>
                <p:cNvSpPr>
                  <a:spLocks/>
                </p:cNvSpPr>
                <p:nvPr/>
              </p:nvSpPr>
              <p:spPr bwMode="auto">
                <a:xfrm>
                  <a:off x="2685" y="2095"/>
                  <a:ext cx="21" cy="22"/>
                </a:xfrm>
                <a:custGeom>
                  <a:avLst/>
                  <a:gdLst>
                    <a:gd name="T0" fmla="*/ 7 w 21"/>
                    <a:gd name="T1" fmla="*/ 22 h 22"/>
                    <a:gd name="T2" fmla="*/ 7 w 21"/>
                    <a:gd name="T3" fmla="*/ 22 h 22"/>
                    <a:gd name="T4" fmla="*/ 5 w 21"/>
                    <a:gd name="T5" fmla="*/ 22 h 22"/>
                    <a:gd name="T6" fmla="*/ 2 w 21"/>
                    <a:gd name="T7" fmla="*/ 20 h 22"/>
                    <a:gd name="T8" fmla="*/ 0 w 21"/>
                    <a:gd name="T9" fmla="*/ 17 h 22"/>
                    <a:gd name="T10" fmla="*/ 0 w 21"/>
                    <a:gd name="T11" fmla="*/ 15 h 22"/>
                    <a:gd name="T12" fmla="*/ 21 w 21"/>
                    <a:gd name="T13" fmla="*/ 15 h 22"/>
                    <a:gd name="T14" fmla="*/ 20 w 21"/>
                    <a:gd name="T15" fmla="*/ 9 h 22"/>
                    <a:gd name="T16" fmla="*/ 17 w 21"/>
                    <a:gd name="T17" fmla="*/ 4 h 22"/>
                    <a:gd name="T18" fmla="*/ 11 w 21"/>
                    <a:gd name="T19" fmla="*/ 1 h 22"/>
                    <a:gd name="T20" fmla="*/ 7 w 21"/>
                    <a:gd name="T21" fmla="*/ 0 h 22"/>
                    <a:gd name="T22" fmla="*/ 7 w 21"/>
                    <a:gd name="T23" fmla="*/ 22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2"/>
                    <a:gd name="T38" fmla="*/ 21 w 21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2">
                      <a:moveTo>
                        <a:pt x="7" y="22"/>
                      </a:moveTo>
                      <a:lnTo>
                        <a:pt x="7" y="22"/>
                      </a:lnTo>
                      <a:lnTo>
                        <a:pt x="5" y="22"/>
                      </a:lnTo>
                      <a:lnTo>
                        <a:pt x="2" y="20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21" y="15"/>
                      </a:lnTo>
                      <a:lnTo>
                        <a:pt x="20" y="9"/>
                      </a:lnTo>
                      <a:lnTo>
                        <a:pt x="17" y="4"/>
                      </a:lnTo>
                      <a:lnTo>
                        <a:pt x="11" y="1"/>
                      </a:lnTo>
                      <a:lnTo>
                        <a:pt x="7" y="0"/>
                      </a:lnTo>
                      <a:lnTo>
                        <a:pt x="7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89" name="Freeform 576"/>
                <p:cNvSpPr>
                  <a:spLocks/>
                </p:cNvSpPr>
                <p:nvPr/>
              </p:nvSpPr>
              <p:spPr bwMode="auto">
                <a:xfrm>
                  <a:off x="2677" y="2095"/>
                  <a:ext cx="23" cy="22"/>
                </a:xfrm>
                <a:custGeom>
                  <a:avLst/>
                  <a:gdLst>
                    <a:gd name="T0" fmla="*/ 23 w 23"/>
                    <a:gd name="T1" fmla="*/ 15 h 22"/>
                    <a:gd name="T2" fmla="*/ 23 w 23"/>
                    <a:gd name="T3" fmla="*/ 15 h 22"/>
                    <a:gd name="T4" fmla="*/ 23 w 23"/>
                    <a:gd name="T5" fmla="*/ 17 h 22"/>
                    <a:gd name="T6" fmla="*/ 21 w 23"/>
                    <a:gd name="T7" fmla="*/ 19 h 22"/>
                    <a:gd name="T8" fmla="*/ 17 w 23"/>
                    <a:gd name="T9" fmla="*/ 22 h 22"/>
                    <a:gd name="T10" fmla="*/ 15 w 23"/>
                    <a:gd name="T11" fmla="*/ 22 h 22"/>
                    <a:gd name="T12" fmla="*/ 15 w 23"/>
                    <a:gd name="T13" fmla="*/ 0 h 22"/>
                    <a:gd name="T14" fmla="*/ 10 w 23"/>
                    <a:gd name="T15" fmla="*/ 1 h 22"/>
                    <a:gd name="T16" fmla="*/ 3 w 23"/>
                    <a:gd name="T17" fmla="*/ 5 h 22"/>
                    <a:gd name="T18" fmla="*/ 1 w 23"/>
                    <a:gd name="T19" fmla="*/ 9 h 22"/>
                    <a:gd name="T20" fmla="*/ 0 w 23"/>
                    <a:gd name="T21" fmla="*/ 15 h 22"/>
                    <a:gd name="T22" fmla="*/ 23 w 23"/>
                    <a:gd name="T23" fmla="*/ 15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2"/>
                    <a:gd name="T38" fmla="*/ 23 w 23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2">
                      <a:moveTo>
                        <a:pt x="23" y="15"/>
                      </a:move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1" y="19"/>
                      </a:lnTo>
                      <a:lnTo>
                        <a:pt x="17" y="22"/>
                      </a:lnTo>
                      <a:lnTo>
                        <a:pt x="15" y="22"/>
                      </a:lnTo>
                      <a:lnTo>
                        <a:pt x="15" y="0"/>
                      </a:lnTo>
                      <a:lnTo>
                        <a:pt x="10" y="1"/>
                      </a:lnTo>
                      <a:lnTo>
                        <a:pt x="3" y="5"/>
                      </a:lnTo>
                      <a:lnTo>
                        <a:pt x="1" y="9"/>
                      </a:lnTo>
                      <a:lnTo>
                        <a:pt x="0" y="15"/>
                      </a:lnTo>
                      <a:lnTo>
                        <a:pt x="23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0" name="Freeform 577"/>
                <p:cNvSpPr>
                  <a:spLocks/>
                </p:cNvSpPr>
                <p:nvPr/>
              </p:nvSpPr>
              <p:spPr bwMode="auto">
                <a:xfrm>
                  <a:off x="2677" y="2102"/>
                  <a:ext cx="23" cy="23"/>
                </a:xfrm>
                <a:custGeom>
                  <a:avLst/>
                  <a:gdLst>
                    <a:gd name="T0" fmla="*/ 15 w 23"/>
                    <a:gd name="T1" fmla="*/ 0 h 23"/>
                    <a:gd name="T2" fmla="*/ 15 w 23"/>
                    <a:gd name="T3" fmla="*/ 0 h 23"/>
                    <a:gd name="T4" fmla="*/ 17 w 23"/>
                    <a:gd name="T5" fmla="*/ 0 h 23"/>
                    <a:gd name="T6" fmla="*/ 21 w 23"/>
                    <a:gd name="T7" fmla="*/ 4 h 23"/>
                    <a:gd name="T8" fmla="*/ 23 w 23"/>
                    <a:gd name="T9" fmla="*/ 6 h 23"/>
                    <a:gd name="T10" fmla="*/ 23 w 23"/>
                    <a:gd name="T11" fmla="*/ 8 h 23"/>
                    <a:gd name="T12" fmla="*/ 0 w 23"/>
                    <a:gd name="T13" fmla="*/ 8 h 23"/>
                    <a:gd name="T14" fmla="*/ 1 w 23"/>
                    <a:gd name="T15" fmla="*/ 13 h 23"/>
                    <a:gd name="T16" fmla="*/ 3 w 23"/>
                    <a:gd name="T17" fmla="*/ 17 h 23"/>
                    <a:gd name="T18" fmla="*/ 10 w 23"/>
                    <a:gd name="T19" fmla="*/ 22 h 23"/>
                    <a:gd name="T20" fmla="*/ 15 w 23"/>
                    <a:gd name="T21" fmla="*/ 23 h 23"/>
                    <a:gd name="T22" fmla="*/ 15 w 23"/>
                    <a:gd name="T23" fmla="*/ 0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3"/>
                    <a:gd name="T38" fmla="*/ 23 w 23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3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21" y="4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0" y="8"/>
                      </a:lnTo>
                      <a:lnTo>
                        <a:pt x="1" y="13"/>
                      </a:lnTo>
                      <a:lnTo>
                        <a:pt x="3" y="17"/>
                      </a:lnTo>
                      <a:lnTo>
                        <a:pt x="10" y="22"/>
                      </a:lnTo>
                      <a:lnTo>
                        <a:pt x="15" y="2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1" name="Freeform 578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2" name="Freeform 579"/>
                <p:cNvSpPr>
                  <a:spLocks/>
                </p:cNvSpPr>
                <p:nvPr/>
              </p:nvSpPr>
              <p:spPr bwMode="auto">
                <a:xfrm>
                  <a:off x="2691" y="2110"/>
                  <a:ext cx="9" cy="7"/>
                </a:xfrm>
                <a:custGeom>
                  <a:avLst/>
                  <a:gdLst>
                    <a:gd name="T0" fmla="*/ 0 w 9"/>
                    <a:gd name="T1" fmla="*/ 0 h 7"/>
                    <a:gd name="T2" fmla="*/ 0 w 9"/>
                    <a:gd name="T3" fmla="*/ 0 h 7"/>
                    <a:gd name="T4" fmla="*/ 0 w 9"/>
                    <a:gd name="T5" fmla="*/ 0 h 7"/>
                    <a:gd name="T6" fmla="*/ 0 w 9"/>
                    <a:gd name="T7" fmla="*/ 0 h 7"/>
                    <a:gd name="T8" fmla="*/ 0 w 9"/>
                    <a:gd name="T9" fmla="*/ 7 h 7"/>
                    <a:gd name="T10" fmla="*/ 3 w 9"/>
                    <a:gd name="T11" fmla="*/ 6 h 7"/>
                    <a:gd name="T12" fmla="*/ 7 w 9"/>
                    <a:gd name="T13" fmla="*/ 5 h 7"/>
                    <a:gd name="T14" fmla="*/ 8 w 9"/>
                    <a:gd name="T15" fmla="*/ 3 h 7"/>
                    <a:gd name="T16" fmla="*/ 9 w 9"/>
                    <a:gd name="T17" fmla="*/ 0 h 7"/>
                    <a:gd name="T18" fmla="*/ 0 w 9"/>
                    <a:gd name="T19" fmla="*/ 0 h 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7"/>
                    <a:gd name="T32" fmla="*/ 9 w 9"/>
                    <a:gd name="T33" fmla="*/ 7 h 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" y="6"/>
                      </a:lnTo>
                      <a:lnTo>
                        <a:pt x="7" y="5"/>
                      </a:lnTo>
                      <a:lnTo>
                        <a:pt x="8" y="3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3" name="Freeform 580"/>
                <p:cNvSpPr>
                  <a:spLocks/>
                </p:cNvSpPr>
                <p:nvPr/>
              </p:nvSpPr>
              <p:spPr bwMode="auto">
                <a:xfrm>
                  <a:off x="2691" y="2102"/>
                  <a:ext cx="9" cy="8"/>
                </a:xfrm>
                <a:custGeom>
                  <a:avLst/>
                  <a:gdLst>
                    <a:gd name="T0" fmla="*/ 0 w 9"/>
                    <a:gd name="T1" fmla="*/ 8 h 8"/>
                    <a:gd name="T2" fmla="*/ 0 w 9"/>
                    <a:gd name="T3" fmla="*/ 8 h 8"/>
                    <a:gd name="T4" fmla="*/ 0 w 9"/>
                    <a:gd name="T5" fmla="*/ 8 h 8"/>
                    <a:gd name="T6" fmla="*/ 0 w 9"/>
                    <a:gd name="T7" fmla="*/ 8 h 8"/>
                    <a:gd name="T8" fmla="*/ 9 w 9"/>
                    <a:gd name="T9" fmla="*/ 8 h 8"/>
                    <a:gd name="T10" fmla="*/ 8 w 9"/>
                    <a:gd name="T11" fmla="*/ 5 h 8"/>
                    <a:gd name="T12" fmla="*/ 7 w 9"/>
                    <a:gd name="T13" fmla="*/ 2 h 8"/>
                    <a:gd name="T14" fmla="*/ 3 w 9"/>
                    <a:gd name="T15" fmla="*/ 1 h 8"/>
                    <a:gd name="T16" fmla="*/ 0 w 9"/>
                    <a:gd name="T17" fmla="*/ 0 h 8"/>
                    <a:gd name="T18" fmla="*/ 0 w 9"/>
                    <a:gd name="T19" fmla="*/ 8 h 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8"/>
                    <a:gd name="T32" fmla="*/ 9 w 9"/>
                    <a:gd name="T33" fmla="*/ 8 h 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9" y="8"/>
                      </a:lnTo>
                      <a:lnTo>
                        <a:pt x="8" y="5"/>
                      </a:lnTo>
                      <a:lnTo>
                        <a:pt x="7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4" name="Freeform 581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7" cy="8"/>
                </a:xfrm>
                <a:custGeom>
                  <a:avLst/>
                  <a:gdLst>
                    <a:gd name="T0" fmla="*/ 7 w 7"/>
                    <a:gd name="T1" fmla="*/ 8 h 8"/>
                    <a:gd name="T2" fmla="*/ 7 w 7"/>
                    <a:gd name="T3" fmla="*/ 8 h 8"/>
                    <a:gd name="T4" fmla="*/ 7 w 7"/>
                    <a:gd name="T5" fmla="*/ 7 h 8"/>
                    <a:gd name="T6" fmla="*/ 6 w 7"/>
                    <a:gd name="T7" fmla="*/ 8 h 8"/>
                    <a:gd name="T8" fmla="*/ 7 w 7"/>
                    <a:gd name="T9" fmla="*/ 8 h 8"/>
                    <a:gd name="T10" fmla="*/ 7 w 7"/>
                    <a:gd name="T11" fmla="*/ 0 h 8"/>
                    <a:gd name="T12" fmla="*/ 4 w 7"/>
                    <a:gd name="T13" fmla="*/ 1 h 8"/>
                    <a:gd name="T14" fmla="*/ 2 w 7"/>
                    <a:gd name="T15" fmla="*/ 2 h 8"/>
                    <a:gd name="T16" fmla="*/ 1 w 7"/>
                    <a:gd name="T17" fmla="*/ 5 h 8"/>
                    <a:gd name="T18" fmla="*/ 0 w 7"/>
                    <a:gd name="T19" fmla="*/ 8 h 8"/>
                    <a:gd name="T20" fmla="*/ 7 w 7"/>
                    <a:gd name="T21" fmla="*/ 8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8"/>
                    <a:gd name="T35" fmla="*/ 7 w 7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8">
                      <a:moveTo>
                        <a:pt x="7" y="8"/>
                      </a:moveTo>
                      <a:lnTo>
                        <a:pt x="7" y="8"/>
                      </a:lnTo>
                      <a:lnTo>
                        <a:pt x="7" y="7"/>
                      </a:lnTo>
                      <a:lnTo>
                        <a:pt x="6" y="8"/>
                      </a:lnTo>
                      <a:lnTo>
                        <a:pt x="7" y="8"/>
                      </a:lnTo>
                      <a:lnTo>
                        <a:pt x="7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5" name="Freeform 582"/>
                <p:cNvSpPr>
                  <a:spLocks/>
                </p:cNvSpPr>
                <p:nvPr/>
              </p:nvSpPr>
              <p:spPr bwMode="auto">
                <a:xfrm>
                  <a:off x="2685" y="2110"/>
                  <a:ext cx="7" cy="7"/>
                </a:xfrm>
                <a:custGeom>
                  <a:avLst/>
                  <a:gdLst>
                    <a:gd name="T0" fmla="*/ 7 w 7"/>
                    <a:gd name="T1" fmla="*/ 0 h 7"/>
                    <a:gd name="T2" fmla="*/ 7 w 7"/>
                    <a:gd name="T3" fmla="*/ 0 h 7"/>
                    <a:gd name="T4" fmla="*/ 6 w 7"/>
                    <a:gd name="T5" fmla="*/ 0 h 7"/>
                    <a:gd name="T6" fmla="*/ 7 w 7"/>
                    <a:gd name="T7" fmla="*/ 1 h 7"/>
                    <a:gd name="T8" fmla="*/ 7 w 7"/>
                    <a:gd name="T9" fmla="*/ 0 h 7"/>
                    <a:gd name="T10" fmla="*/ 0 w 7"/>
                    <a:gd name="T11" fmla="*/ 0 h 7"/>
                    <a:gd name="T12" fmla="*/ 1 w 7"/>
                    <a:gd name="T13" fmla="*/ 3 h 7"/>
                    <a:gd name="T14" fmla="*/ 2 w 7"/>
                    <a:gd name="T15" fmla="*/ 5 h 7"/>
                    <a:gd name="T16" fmla="*/ 4 w 7"/>
                    <a:gd name="T17" fmla="*/ 6 h 7"/>
                    <a:gd name="T18" fmla="*/ 7 w 7"/>
                    <a:gd name="T19" fmla="*/ 7 h 7"/>
                    <a:gd name="T20" fmla="*/ 7 w 7"/>
                    <a:gd name="T21" fmla="*/ 0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7"/>
                    <a:gd name="T35" fmla="*/ 7 w 7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7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7" y="7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6" name="Freeform 583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7" name="Freeform 584"/>
                <p:cNvSpPr>
                  <a:spLocks/>
                </p:cNvSpPr>
                <p:nvPr/>
              </p:nvSpPr>
              <p:spPr bwMode="auto">
                <a:xfrm>
                  <a:off x="2704" y="1992"/>
                  <a:ext cx="41" cy="61"/>
                </a:xfrm>
                <a:custGeom>
                  <a:avLst/>
                  <a:gdLst>
                    <a:gd name="T0" fmla="*/ 28 w 41"/>
                    <a:gd name="T1" fmla="*/ 0 h 61"/>
                    <a:gd name="T2" fmla="*/ 28 w 41"/>
                    <a:gd name="T3" fmla="*/ 0 h 61"/>
                    <a:gd name="T4" fmla="*/ 26 w 41"/>
                    <a:gd name="T5" fmla="*/ 3 h 61"/>
                    <a:gd name="T6" fmla="*/ 21 w 41"/>
                    <a:gd name="T7" fmla="*/ 7 h 61"/>
                    <a:gd name="T8" fmla="*/ 17 w 41"/>
                    <a:gd name="T9" fmla="*/ 12 h 61"/>
                    <a:gd name="T10" fmla="*/ 12 w 41"/>
                    <a:gd name="T11" fmla="*/ 18 h 61"/>
                    <a:gd name="T12" fmla="*/ 7 w 41"/>
                    <a:gd name="T13" fmla="*/ 27 h 61"/>
                    <a:gd name="T14" fmla="*/ 3 w 41"/>
                    <a:gd name="T15" fmla="*/ 37 h 61"/>
                    <a:gd name="T16" fmla="*/ 1 w 41"/>
                    <a:gd name="T17" fmla="*/ 48 h 61"/>
                    <a:gd name="T18" fmla="*/ 0 w 41"/>
                    <a:gd name="T19" fmla="*/ 61 h 61"/>
                    <a:gd name="T20" fmla="*/ 18 w 41"/>
                    <a:gd name="T21" fmla="*/ 61 h 61"/>
                    <a:gd name="T22" fmla="*/ 18 w 41"/>
                    <a:gd name="T23" fmla="*/ 50 h 61"/>
                    <a:gd name="T24" fmla="*/ 20 w 41"/>
                    <a:gd name="T25" fmla="*/ 41 h 61"/>
                    <a:gd name="T26" fmla="*/ 23 w 41"/>
                    <a:gd name="T27" fmla="*/ 34 h 61"/>
                    <a:gd name="T28" fmla="*/ 27 w 41"/>
                    <a:gd name="T29" fmla="*/ 28 h 61"/>
                    <a:gd name="T30" fmla="*/ 31 w 41"/>
                    <a:gd name="T31" fmla="*/ 23 h 61"/>
                    <a:gd name="T32" fmla="*/ 34 w 41"/>
                    <a:gd name="T33" fmla="*/ 20 h 61"/>
                    <a:gd name="T34" fmla="*/ 37 w 41"/>
                    <a:gd name="T35" fmla="*/ 15 h 61"/>
                    <a:gd name="T36" fmla="*/ 41 w 41"/>
                    <a:gd name="T37" fmla="*/ 13 h 61"/>
                    <a:gd name="T38" fmla="*/ 28 w 41"/>
                    <a:gd name="T39" fmla="*/ 0 h 6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41"/>
                    <a:gd name="T61" fmla="*/ 0 h 61"/>
                    <a:gd name="T62" fmla="*/ 41 w 41"/>
                    <a:gd name="T63" fmla="*/ 61 h 6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41" h="61">
                      <a:moveTo>
                        <a:pt x="28" y="0"/>
                      </a:moveTo>
                      <a:lnTo>
                        <a:pt x="28" y="0"/>
                      </a:lnTo>
                      <a:lnTo>
                        <a:pt x="26" y="3"/>
                      </a:lnTo>
                      <a:lnTo>
                        <a:pt x="21" y="7"/>
                      </a:lnTo>
                      <a:lnTo>
                        <a:pt x="17" y="12"/>
                      </a:lnTo>
                      <a:lnTo>
                        <a:pt x="12" y="18"/>
                      </a:lnTo>
                      <a:lnTo>
                        <a:pt x="7" y="27"/>
                      </a:lnTo>
                      <a:lnTo>
                        <a:pt x="3" y="37"/>
                      </a:lnTo>
                      <a:lnTo>
                        <a:pt x="1" y="48"/>
                      </a:lnTo>
                      <a:lnTo>
                        <a:pt x="0" y="61"/>
                      </a:lnTo>
                      <a:lnTo>
                        <a:pt x="18" y="61"/>
                      </a:lnTo>
                      <a:lnTo>
                        <a:pt x="18" y="50"/>
                      </a:lnTo>
                      <a:lnTo>
                        <a:pt x="20" y="41"/>
                      </a:lnTo>
                      <a:lnTo>
                        <a:pt x="23" y="34"/>
                      </a:lnTo>
                      <a:lnTo>
                        <a:pt x="27" y="28"/>
                      </a:lnTo>
                      <a:lnTo>
                        <a:pt x="31" y="23"/>
                      </a:lnTo>
                      <a:lnTo>
                        <a:pt x="34" y="20"/>
                      </a:lnTo>
                      <a:lnTo>
                        <a:pt x="37" y="15"/>
                      </a:lnTo>
                      <a:lnTo>
                        <a:pt x="41" y="13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8" name="Freeform 585"/>
                <p:cNvSpPr>
                  <a:spLocks/>
                </p:cNvSpPr>
                <p:nvPr/>
              </p:nvSpPr>
              <p:spPr bwMode="auto">
                <a:xfrm>
                  <a:off x="2733" y="1953"/>
                  <a:ext cx="33" cy="52"/>
                </a:xfrm>
                <a:custGeom>
                  <a:avLst/>
                  <a:gdLst>
                    <a:gd name="T0" fmla="*/ 15 w 33"/>
                    <a:gd name="T1" fmla="*/ 0 h 52"/>
                    <a:gd name="T2" fmla="*/ 15 w 33"/>
                    <a:gd name="T3" fmla="*/ 0 h 52"/>
                    <a:gd name="T4" fmla="*/ 15 w 33"/>
                    <a:gd name="T5" fmla="*/ 5 h 52"/>
                    <a:gd name="T6" fmla="*/ 14 w 33"/>
                    <a:gd name="T7" fmla="*/ 12 h 52"/>
                    <a:gd name="T8" fmla="*/ 13 w 33"/>
                    <a:gd name="T9" fmla="*/ 17 h 52"/>
                    <a:gd name="T10" fmla="*/ 10 w 33"/>
                    <a:gd name="T11" fmla="*/ 22 h 52"/>
                    <a:gd name="T12" fmla="*/ 9 w 33"/>
                    <a:gd name="T13" fmla="*/ 26 h 52"/>
                    <a:gd name="T14" fmla="*/ 6 w 33"/>
                    <a:gd name="T15" fmla="*/ 32 h 52"/>
                    <a:gd name="T16" fmla="*/ 3 w 33"/>
                    <a:gd name="T17" fmla="*/ 36 h 52"/>
                    <a:gd name="T18" fmla="*/ 0 w 33"/>
                    <a:gd name="T19" fmla="*/ 39 h 52"/>
                    <a:gd name="T20" fmla="*/ 12 w 33"/>
                    <a:gd name="T21" fmla="*/ 52 h 52"/>
                    <a:gd name="T22" fmla="*/ 17 w 33"/>
                    <a:gd name="T23" fmla="*/ 47 h 52"/>
                    <a:gd name="T24" fmla="*/ 21 w 33"/>
                    <a:gd name="T25" fmla="*/ 41 h 52"/>
                    <a:gd name="T26" fmla="*/ 24 w 33"/>
                    <a:gd name="T27" fmla="*/ 35 h 52"/>
                    <a:gd name="T28" fmla="*/ 28 w 33"/>
                    <a:gd name="T29" fmla="*/ 29 h 52"/>
                    <a:gd name="T30" fmla="*/ 30 w 33"/>
                    <a:gd name="T31" fmla="*/ 21 h 52"/>
                    <a:gd name="T32" fmla="*/ 31 w 33"/>
                    <a:gd name="T33" fmla="*/ 15 h 52"/>
                    <a:gd name="T34" fmla="*/ 32 w 33"/>
                    <a:gd name="T35" fmla="*/ 7 h 52"/>
                    <a:gd name="T36" fmla="*/ 33 w 33"/>
                    <a:gd name="T37" fmla="*/ 0 h 52"/>
                    <a:gd name="T38" fmla="*/ 15 w 33"/>
                    <a:gd name="T39" fmla="*/ 0 h 5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3"/>
                    <a:gd name="T61" fmla="*/ 0 h 52"/>
                    <a:gd name="T62" fmla="*/ 33 w 33"/>
                    <a:gd name="T63" fmla="*/ 52 h 5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3" h="52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4" y="12"/>
                      </a:lnTo>
                      <a:lnTo>
                        <a:pt x="13" y="17"/>
                      </a:lnTo>
                      <a:lnTo>
                        <a:pt x="10" y="22"/>
                      </a:lnTo>
                      <a:lnTo>
                        <a:pt x="9" y="26"/>
                      </a:lnTo>
                      <a:lnTo>
                        <a:pt x="6" y="32"/>
                      </a:lnTo>
                      <a:lnTo>
                        <a:pt x="3" y="36"/>
                      </a:lnTo>
                      <a:lnTo>
                        <a:pt x="0" y="39"/>
                      </a:lnTo>
                      <a:lnTo>
                        <a:pt x="12" y="52"/>
                      </a:lnTo>
                      <a:lnTo>
                        <a:pt x="17" y="47"/>
                      </a:lnTo>
                      <a:lnTo>
                        <a:pt x="21" y="41"/>
                      </a:lnTo>
                      <a:lnTo>
                        <a:pt x="24" y="35"/>
                      </a:lnTo>
                      <a:lnTo>
                        <a:pt x="28" y="29"/>
                      </a:lnTo>
                      <a:lnTo>
                        <a:pt x="30" y="21"/>
                      </a:lnTo>
                      <a:lnTo>
                        <a:pt x="31" y="15"/>
                      </a:lnTo>
                      <a:lnTo>
                        <a:pt x="32" y="7"/>
                      </a:lnTo>
                      <a:lnTo>
                        <a:pt x="33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399" name="Freeform 586"/>
                <p:cNvSpPr>
                  <a:spLocks/>
                </p:cNvSpPr>
                <p:nvPr/>
              </p:nvSpPr>
              <p:spPr bwMode="auto">
                <a:xfrm>
                  <a:off x="2691" y="1878"/>
                  <a:ext cx="75" cy="75"/>
                </a:xfrm>
                <a:custGeom>
                  <a:avLst/>
                  <a:gdLst>
                    <a:gd name="T0" fmla="*/ 0 w 75"/>
                    <a:gd name="T1" fmla="*/ 18 h 75"/>
                    <a:gd name="T2" fmla="*/ 0 w 75"/>
                    <a:gd name="T3" fmla="*/ 18 h 75"/>
                    <a:gd name="T4" fmla="*/ 7 w 75"/>
                    <a:gd name="T5" fmla="*/ 18 h 75"/>
                    <a:gd name="T6" fmla="*/ 12 w 75"/>
                    <a:gd name="T7" fmla="*/ 19 h 75"/>
                    <a:gd name="T8" fmla="*/ 17 w 75"/>
                    <a:gd name="T9" fmla="*/ 20 h 75"/>
                    <a:gd name="T10" fmla="*/ 21 w 75"/>
                    <a:gd name="T11" fmla="*/ 22 h 75"/>
                    <a:gd name="T12" fmla="*/ 27 w 75"/>
                    <a:gd name="T13" fmla="*/ 25 h 75"/>
                    <a:gd name="T14" fmla="*/ 32 w 75"/>
                    <a:gd name="T15" fmla="*/ 28 h 75"/>
                    <a:gd name="T16" fmla="*/ 36 w 75"/>
                    <a:gd name="T17" fmla="*/ 31 h 75"/>
                    <a:gd name="T18" fmla="*/ 41 w 75"/>
                    <a:gd name="T19" fmla="*/ 34 h 75"/>
                    <a:gd name="T20" fmla="*/ 44 w 75"/>
                    <a:gd name="T21" fmla="*/ 38 h 75"/>
                    <a:gd name="T22" fmla="*/ 47 w 75"/>
                    <a:gd name="T23" fmla="*/ 43 h 75"/>
                    <a:gd name="T24" fmla="*/ 50 w 75"/>
                    <a:gd name="T25" fmla="*/ 47 h 75"/>
                    <a:gd name="T26" fmla="*/ 52 w 75"/>
                    <a:gd name="T27" fmla="*/ 52 h 75"/>
                    <a:gd name="T28" fmla="*/ 55 w 75"/>
                    <a:gd name="T29" fmla="*/ 58 h 75"/>
                    <a:gd name="T30" fmla="*/ 56 w 75"/>
                    <a:gd name="T31" fmla="*/ 63 h 75"/>
                    <a:gd name="T32" fmla="*/ 57 w 75"/>
                    <a:gd name="T33" fmla="*/ 68 h 75"/>
                    <a:gd name="T34" fmla="*/ 57 w 75"/>
                    <a:gd name="T35" fmla="*/ 75 h 75"/>
                    <a:gd name="T36" fmla="*/ 75 w 75"/>
                    <a:gd name="T37" fmla="*/ 75 h 75"/>
                    <a:gd name="T38" fmla="*/ 74 w 75"/>
                    <a:gd name="T39" fmla="*/ 67 h 75"/>
                    <a:gd name="T40" fmla="*/ 73 w 75"/>
                    <a:gd name="T41" fmla="*/ 60 h 75"/>
                    <a:gd name="T42" fmla="*/ 72 w 75"/>
                    <a:gd name="T43" fmla="*/ 52 h 75"/>
                    <a:gd name="T44" fmla="*/ 69 w 75"/>
                    <a:gd name="T45" fmla="*/ 46 h 75"/>
                    <a:gd name="T46" fmla="*/ 65 w 75"/>
                    <a:gd name="T47" fmla="*/ 39 h 75"/>
                    <a:gd name="T48" fmla="*/ 62 w 75"/>
                    <a:gd name="T49" fmla="*/ 33 h 75"/>
                    <a:gd name="T50" fmla="*/ 58 w 75"/>
                    <a:gd name="T51" fmla="*/ 28 h 75"/>
                    <a:gd name="T52" fmla="*/ 52 w 75"/>
                    <a:gd name="T53" fmla="*/ 22 h 75"/>
                    <a:gd name="T54" fmla="*/ 47 w 75"/>
                    <a:gd name="T55" fmla="*/ 17 h 75"/>
                    <a:gd name="T56" fmla="*/ 42 w 75"/>
                    <a:gd name="T57" fmla="*/ 13 h 75"/>
                    <a:gd name="T58" fmla="*/ 35 w 75"/>
                    <a:gd name="T59" fmla="*/ 10 h 75"/>
                    <a:gd name="T60" fmla="*/ 29 w 75"/>
                    <a:gd name="T61" fmla="*/ 6 h 75"/>
                    <a:gd name="T62" fmla="*/ 23 w 75"/>
                    <a:gd name="T63" fmla="*/ 3 h 75"/>
                    <a:gd name="T64" fmla="*/ 15 w 75"/>
                    <a:gd name="T65" fmla="*/ 1 h 75"/>
                    <a:gd name="T66" fmla="*/ 8 w 75"/>
                    <a:gd name="T67" fmla="*/ 1 h 75"/>
                    <a:gd name="T68" fmla="*/ 0 w 75"/>
                    <a:gd name="T69" fmla="*/ 0 h 75"/>
                    <a:gd name="T70" fmla="*/ 0 w 75"/>
                    <a:gd name="T71" fmla="*/ 18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7" y="18"/>
                      </a:lnTo>
                      <a:lnTo>
                        <a:pt x="12" y="19"/>
                      </a:lnTo>
                      <a:lnTo>
                        <a:pt x="17" y="20"/>
                      </a:lnTo>
                      <a:lnTo>
                        <a:pt x="21" y="22"/>
                      </a:lnTo>
                      <a:lnTo>
                        <a:pt x="27" y="25"/>
                      </a:lnTo>
                      <a:lnTo>
                        <a:pt x="32" y="28"/>
                      </a:lnTo>
                      <a:lnTo>
                        <a:pt x="36" y="31"/>
                      </a:lnTo>
                      <a:lnTo>
                        <a:pt x="41" y="34"/>
                      </a:lnTo>
                      <a:lnTo>
                        <a:pt x="44" y="38"/>
                      </a:lnTo>
                      <a:lnTo>
                        <a:pt x="47" y="43"/>
                      </a:lnTo>
                      <a:lnTo>
                        <a:pt x="50" y="47"/>
                      </a:lnTo>
                      <a:lnTo>
                        <a:pt x="52" y="52"/>
                      </a:lnTo>
                      <a:lnTo>
                        <a:pt x="55" y="58"/>
                      </a:lnTo>
                      <a:lnTo>
                        <a:pt x="56" y="63"/>
                      </a:lnTo>
                      <a:lnTo>
                        <a:pt x="57" y="68"/>
                      </a:lnTo>
                      <a:lnTo>
                        <a:pt x="57" y="75"/>
                      </a:lnTo>
                      <a:lnTo>
                        <a:pt x="75" y="75"/>
                      </a:lnTo>
                      <a:lnTo>
                        <a:pt x="74" y="67"/>
                      </a:lnTo>
                      <a:lnTo>
                        <a:pt x="73" y="60"/>
                      </a:lnTo>
                      <a:lnTo>
                        <a:pt x="72" y="52"/>
                      </a:lnTo>
                      <a:lnTo>
                        <a:pt x="69" y="46"/>
                      </a:lnTo>
                      <a:lnTo>
                        <a:pt x="65" y="39"/>
                      </a:lnTo>
                      <a:lnTo>
                        <a:pt x="62" y="33"/>
                      </a:lnTo>
                      <a:lnTo>
                        <a:pt x="58" y="28"/>
                      </a:lnTo>
                      <a:lnTo>
                        <a:pt x="52" y="22"/>
                      </a:lnTo>
                      <a:lnTo>
                        <a:pt x="47" y="17"/>
                      </a:lnTo>
                      <a:lnTo>
                        <a:pt x="42" y="13"/>
                      </a:lnTo>
                      <a:lnTo>
                        <a:pt x="35" y="10"/>
                      </a:lnTo>
                      <a:lnTo>
                        <a:pt x="29" y="6"/>
                      </a:lnTo>
                      <a:lnTo>
                        <a:pt x="23" y="3"/>
                      </a:lnTo>
                      <a:lnTo>
                        <a:pt x="15" y="1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0" name="Freeform 587"/>
                <p:cNvSpPr>
                  <a:spLocks/>
                </p:cNvSpPr>
                <p:nvPr/>
              </p:nvSpPr>
              <p:spPr bwMode="auto">
                <a:xfrm>
                  <a:off x="2616" y="1878"/>
                  <a:ext cx="75" cy="75"/>
                </a:xfrm>
                <a:custGeom>
                  <a:avLst/>
                  <a:gdLst>
                    <a:gd name="T0" fmla="*/ 18 w 75"/>
                    <a:gd name="T1" fmla="*/ 75 h 75"/>
                    <a:gd name="T2" fmla="*/ 18 w 75"/>
                    <a:gd name="T3" fmla="*/ 75 h 75"/>
                    <a:gd name="T4" fmla="*/ 18 w 75"/>
                    <a:gd name="T5" fmla="*/ 68 h 75"/>
                    <a:gd name="T6" fmla="*/ 20 w 75"/>
                    <a:gd name="T7" fmla="*/ 63 h 75"/>
                    <a:gd name="T8" fmla="*/ 21 w 75"/>
                    <a:gd name="T9" fmla="*/ 58 h 75"/>
                    <a:gd name="T10" fmla="*/ 23 w 75"/>
                    <a:gd name="T11" fmla="*/ 52 h 75"/>
                    <a:gd name="T12" fmla="*/ 25 w 75"/>
                    <a:gd name="T13" fmla="*/ 47 h 75"/>
                    <a:gd name="T14" fmla="*/ 28 w 75"/>
                    <a:gd name="T15" fmla="*/ 43 h 75"/>
                    <a:gd name="T16" fmla="*/ 31 w 75"/>
                    <a:gd name="T17" fmla="*/ 38 h 75"/>
                    <a:gd name="T18" fmla="*/ 36 w 75"/>
                    <a:gd name="T19" fmla="*/ 34 h 75"/>
                    <a:gd name="T20" fmla="*/ 39 w 75"/>
                    <a:gd name="T21" fmla="*/ 31 h 75"/>
                    <a:gd name="T22" fmla="*/ 43 w 75"/>
                    <a:gd name="T23" fmla="*/ 28 h 75"/>
                    <a:gd name="T24" fmla="*/ 48 w 75"/>
                    <a:gd name="T25" fmla="*/ 25 h 75"/>
                    <a:gd name="T26" fmla="*/ 53 w 75"/>
                    <a:gd name="T27" fmla="*/ 22 h 75"/>
                    <a:gd name="T28" fmla="*/ 58 w 75"/>
                    <a:gd name="T29" fmla="*/ 20 h 75"/>
                    <a:gd name="T30" fmla="*/ 63 w 75"/>
                    <a:gd name="T31" fmla="*/ 19 h 75"/>
                    <a:gd name="T32" fmla="*/ 69 w 75"/>
                    <a:gd name="T33" fmla="*/ 18 h 75"/>
                    <a:gd name="T34" fmla="*/ 75 w 75"/>
                    <a:gd name="T35" fmla="*/ 18 h 75"/>
                    <a:gd name="T36" fmla="*/ 75 w 75"/>
                    <a:gd name="T37" fmla="*/ 0 h 75"/>
                    <a:gd name="T38" fmla="*/ 68 w 75"/>
                    <a:gd name="T39" fmla="*/ 1 h 75"/>
                    <a:gd name="T40" fmla="*/ 60 w 75"/>
                    <a:gd name="T41" fmla="*/ 1 h 75"/>
                    <a:gd name="T42" fmla="*/ 53 w 75"/>
                    <a:gd name="T43" fmla="*/ 3 h 75"/>
                    <a:gd name="T44" fmla="*/ 46 w 75"/>
                    <a:gd name="T45" fmla="*/ 6 h 75"/>
                    <a:gd name="T46" fmla="*/ 40 w 75"/>
                    <a:gd name="T47" fmla="*/ 10 h 75"/>
                    <a:gd name="T48" fmla="*/ 33 w 75"/>
                    <a:gd name="T49" fmla="*/ 13 h 75"/>
                    <a:gd name="T50" fmla="*/ 28 w 75"/>
                    <a:gd name="T51" fmla="*/ 17 h 75"/>
                    <a:gd name="T52" fmla="*/ 23 w 75"/>
                    <a:gd name="T53" fmla="*/ 22 h 75"/>
                    <a:gd name="T54" fmla="*/ 17 w 75"/>
                    <a:gd name="T55" fmla="*/ 28 h 75"/>
                    <a:gd name="T56" fmla="*/ 13 w 75"/>
                    <a:gd name="T57" fmla="*/ 33 h 75"/>
                    <a:gd name="T58" fmla="*/ 10 w 75"/>
                    <a:gd name="T59" fmla="*/ 39 h 75"/>
                    <a:gd name="T60" fmla="*/ 7 w 75"/>
                    <a:gd name="T61" fmla="*/ 46 h 75"/>
                    <a:gd name="T62" fmla="*/ 4 w 75"/>
                    <a:gd name="T63" fmla="*/ 52 h 75"/>
                    <a:gd name="T64" fmla="*/ 2 w 75"/>
                    <a:gd name="T65" fmla="*/ 60 h 75"/>
                    <a:gd name="T66" fmla="*/ 1 w 75"/>
                    <a:gd name="T67" fmla="*/ 67 h 75"/>
                    <a:gd name="T68" fmla="*/ 0 w 75"/>
                    <a:gd name="T69" fmla="*/ 75 h 75"/>
                    <a:gd name="T70" fmla="*/ 18 w 75"/>
                    <a:gd name="T71" fmla="*/ 75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18" y="75"/>
                      </a:moveTo>
                      <a:lnTo>
                        <a:pt x="18" y="75"/>
                      </a:lnTo>
                      <a:lnTo>
                        <a:pt x="18" y="68"/>
                      </a:lnTo>
                      <a:lnTo>
                        <a:pt x="20" y="63"/>
                      </a:lnTo>
                      <a:lnTo>
                        <a:pt x="21" y="58"/>
                      </a:lnTo>
                      <a:lnTo>
                        <a:pt x="23" y="52"/>
                      </a:lnTo>
                      <a:lnTo>
                        <a:pt x="25" y="47"/>
                      </a:lnTo>
                      <a:lnTo>
                        <a:pt x="28" y="43"/>
                      </a:lnTo>
                      <a:lnTo>
                        <a:pt x="31" y="38"/>
                      </a:lnTo>
                      <a:lnTo>
                        <a:pt x="36" y="34"/>
                      </a:lnTo>
                      <a:lnTo>
                        <a:pt x="39" y="31"/>
                      </a:lnTo>
                      <a:lnTo>
                        <a:pt x="43" y="28"/>
                      </a:lnTo>
                      <a:lnTo>
                        <a:pt x="48" y="25"/>
                      </a:lnTo>
                      <a:lnTo>
                        <a:pt x="53" y="22"/>
                      </a:lnTo>
                      <a:lnTo>
                        <a:pt x="58" y="20"/>
                      </a:lnTo>
                      <a:lnTo>
                        <a:pt x="63" y="19"/>
                      </a:lnTo>
                      <a:lnTo>
                        <a:pt x="69" y="18"/>
                      </a:lnTo>
                      <a:lnTo>
                        <a:pt x="75" y="18"/>
                      </a:lnTo>
                      <a:lnTo>
                        <a:pt x="75" y="0"/>
                      </a:lnTo>
                      <a:lnTo>
                        <a:pt x="68" y="1"/>
                      </a:lnTo>
                      <a:lnTo>
                        <a:pt x="60" y="1"/>
                      </a:lnTo>
                      <a:lnTo>
                        <a:pt x="53" y="3"/>
                      </a:lnTo>
                      <a:lnTo>
                        <a:pt x="46" y="6"/>
                      </a:lnTo>
                      <a:lnTo>
                        <a:pt x="40" y="10"/>
                      </a:lnTo>
                      <a:lnTo>
                        <a:pt x="33" y="13"/>
                      </a:lnTo>
                      <a:lnTo>
                        <a:pt x="28" y="17"/>
                      </a:lnTo>
                      <a:lnTo>
                        <a:pt x="23" y="22"/>
                      </a:lnTo>
                      <a:lnTo>
                        <a:pt x="17" y="28"/>
                      </a:lnTo>
                      <a:lnTo>
                        <a:pt x="13" y="33"/>
                      </a:lnTo>
                      <a:lnTo>
                        <a:pt x="10" y="39"/>
                      </a:lnTo>
                      <a:lnTo>
                        <a:pt x="7" y="46"/>
                      </a:lnTo>
                      <a:lnTo>
                        <a:pt x="4" y="52"/>
                      </a:lnTo>
                      <a:lnTo>
                        <a:pt x="2" y="60"/>
                      </a:lnTo>
                      <a:lnTo>
                        <a:pt x="1" y="67"/>
                      </a:lnTo>
                      <a:lnTo>
                        <a:pt x="0" y="75"/>
                      </a:lnTo>
                      <a:lnTo>
                        <a:pt x="18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1" name="Freeform 588"/>
                <p:cNvSpPr>
                  <a:spLocks/>
                </p:cNvSpPr>
                <p:nvPr/>
              </p:nvSpPr>
              <p:spPr bwMode="auto">
                <a:xfrm>
                  <a:off x="2616" y="1953"/>
                  <a:ext cx="35" cy="52"/>
                </a:xfrm>
                <a:custGeom>
                  <a:avLst/>
                  <a:gdLst>
                    <a:gd name="T0" fmla="*/ 35 w 35"/>
                    <a:gd name="T1" fmla="*/ 39 h 52"/>
                    <a:gd name="T2" fmla="*/ 35 w 35"/>
                    <a:gd name="T3" fmla="*/ 39 h 52"/>
                    <a:gd name="T4" fmla="*/ 31 w 35"/>
                    <a:gd name="T5" fmla="*/ 36 h 52"/>
                    <a:gd name="T6" fmla="*/ 28 w 35"/>
                    <a:gd name="T7" fmla="*/ 32 h 52"/>
                    <a:gd name="T8" fmla="*/ 25 w 35"/>
                    <a:gd name="T9" fmla="*/ 26 h 52"/>
                    <a:gd name="T10" fmla="*/ 23 w 35"/>
                    <a:gd name="T11" fmla="*/ 22 h 52"/>
                    <a:gd name="T12" fmla="*/ 21 w 35"/>
                    <a:gd name="T13" fmla="*/ 17 h 52"/>
                    <a:gd name="T14" fmla="*/ 20 w 35"/>
                    <a:gd name="T15" fmla="*/ 12 h 52"/>
                    <a:gd name="T16" fmla="*/ 18 w 35"/>
                    <a:gd name="T17" fmla="*/ 5 h 52"/>
                    <a:gd name="T18" fmla="*/ 18 w 35"/>
                    <a:gd name="T19" fmla="*/ 0 h 52"/>
                    <a:gd name="T20" fmla="*/ 0 w 35"/>
                    <a:gd name="T21" fmla="*/ 0 h 52"/>
                    <a:gd name="T22" fmla="*/ 1 w 35"/>
                    <a:gd name="T23" fmla="*/ 7 h 52"/>
                    <a:gd name="T24" fmla="*/ 2 w 35"/>
                    <a:gd name="T25" fmla="*/ 15 h 52"/>
                    <a:gd name="T26" fmla="*/ 4 w 35"/>
                    <a:gd name="T27" fmla="*/ 21 h 52"/>
                    <a:gd name="T28" fmla="*/ 7 w 35"/>
                    <a:gd name="T29" fmla="*/ 29 h 52"/>
                    <a:gd name="T30" fmla="*/ 10 w 35"/>
                    <a:gd name="T31" fmla="*/ 35 h 52"/>
                    <a:gd name="T32" fmla="*/ 13 w 35"/>
                    <a:gd name="T33" fmla="*/ 41 h 52"/>
                    <a:gd name="T34" fmla="*/ 17 w 35"/>
                    <a:gd name="T35" fmla="*/ 47 h 52"/>
                    <a:gd name="T36" fmla="*/ 22 w 35"/>
                    <a:gd name="T37" fmla="*/ 52 h 52"/>
                    <a:gd name="T38" fmla="*/ 22 w 35"/>
                    <a:gd name="T39" fmla="*/ 52 h 52"/>
                    <a:gd name="T40" fmla="*/ 35 w 35"/>
                    <a:gd name="T41" fmla="*/ 39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5"/>
                    <a:gd name="T64" fmla="*/ 0 h 52"/>
                    <a:gd name="T65" fmla="*/ 35 w 35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5" h="52">
                      <a:moveTo>
                        <a:pt x="35" y="39"/>
                      </a:moveTo>
                      <a:lnTo>
                        <a:pt x="35" y="39"/>
                      </a:lnTo>
                      <a:lnTo>
                        <a:pt x="31" y="36"/>
                      </a:lnTo>
                      <a:lnTo>
                        <a:pt x="28" y="32"/>
                      </a:lnTo>
                      <a:lnTo>
                        <a:pt x="25" y="26"/>
                      </a:lnTo>
                      <a:lnTo>
                        <a:pt x="23" y="22"/>
                      </a:lnTo>
                      <a:lnTo>
                        <a:pt x="21" y="17"/>
                      </a:lnTo>
                      <a:lnTo>
                        <a:pt x="20" y="12"/>
                      </a:lnTo>
                      <a:lnTo>
                        <a:pt x="18" y="5"/>
                      </a:lnTo>
                      <a:lnTo>
                        <a:pt x="18" y="0"/>
                      </a:lnTo>
                      <a:lnTo>
                        <a:pt x="0" y="0"/>
                      </a:lnTo>
                      <a:lnTo>
                        <a:pt x="1" y="7"/>
                      </a:lnTo>
                      <a:lnTo>
                        <a:pt x="2" y="15"/>
                      </a:lnTo>
                      <a:lnTo>
                        <a:pt x="4" y="21"/>
                      </a:lnTo>
                      <a:lnTo>
                        <a:pt x="7" y="29"/>
                      </a:lnTo>
                      <a:lnTo>
                        <a:pt x="10" y="35"/>
                      </a:lnTo>
                      <a:lnTo>
                        <a:pt x="13" y="41"/>
                      </a:lnTo>
                      <a:lnTo>
                        <a:pt x="17" y="47"/>
                      </a:lnTo>
                      <a:lnTo>
                        <a:pt x="22" y="52"/>
                      </a:lnTo>
                      <a:lnTo>
                        <a:pt x="35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2" name="Freeform 589"/>
                <p:cNvSpPr>
                  <a:spLocks/>
                </p:cNvSpPr>
                <p:nvPr/>
              </p:nvSpPr>
              <p:spPr bwMode="auto">
                <a:xfrm>
                  <a:off x="2638" y="1992"/>
                  <a:ext cx="40" cy="71"/>
                </a:xfrm>
                <a:custGeom>
                  <a:avLst/>
                  <a:gdLst>
                    <a:gd name="T0" fmla="*/ 31 w 40"/>
                    <a:gd name="T1" fmla="*/ 53 h 71"/>
                    <a:gd name="T2" fmla="*/ 40 w 40"/>
                    <a:gd name="T3" fmla="*/ 62 h 71"/>
                    <a:gd name="T4" fmla="*/ 39 w 40"/>
                    <a:gd name="T5" fmla="*/ 48 h 71"/>
                    <a:gd name="T6" fmla="*/ 37 w 40"/>
                    <a:gd name="T7" fmla="*/ 38 h 71"/>
                    <a:gd name="T8" fmla="*/ 33 w 40"/>
                    <a:gd name="T9" fmla="*/ 27 h 71"/>
                    <a:gd name="T10" fmla="*/ 29 w 40"/>
                    <a:gd name="T11" fmla="*/ 20 h 71"/>
                    <a:gd name="T12" fmla="*/ 23 w 40"/>
                    <a:gd name="T13" fmla="*/ 12 h 71"/>
                    <a:gd name="T14" fmla="*/ 19 w 40"/>
                    <a:gd name="T15" fmla="*/ 7 h 71"/>
                    <a:gd name="T16" fmla="*/ 15 w 40"/>
                    <a:gd name="T17" fmla="*/ 3 h 71"/>
                    <a:gd name="T18" fmla="*/ 13 w 40"/>
                    <a:gd name="T19" fmla="*/ 0 h 71"/>
                    <a:gd name="T20" fmla="*/ 0 w 40"/>
                    <a:gd name="T21" fmla="*/ 13 h 71"/>
                    <a:gd name="T22" fmla="*/ 3 w 40"/>
                    <a:gd name="T23" fmla="*/ 16 h 71"/>
                    <a:gd name="T24" fmla="*/ 6 w 40"/>
                    <a:gd name="T25" fmla="*/ 20 h 71"/>
                    <a:gd name="T26" fmla="*/ 9 w 40"/>
                    <a:gd name="T27" fmla="*/ 24 h 71"/>
                    <a:gd name="T28" fmla="*/ 14 w 40"/>
                    <a:gd name="T29" fmla="*/ 28 h 71"/>
                    <a:gd name="T30" fmla="*/ 17 w 40"/>
                    <a:gd name="T31" fmla="*/ 34 h 71"/>
                    <a:gd name="T32" fmla="*/ 20 w 40"/>
                    <a:gd name="T33" fmla="*/ 42 h 71"/>
                    <a:gd name="T34" fmla="*/ 22 w 40"/>
                    <a:gd name="T35" fmla="*/ 50 h 71"/>
                    <a:gd name="T36" fmla="*/ 22 w 40"/>
                    <a:gd name="T37" fmla="*/ 62 h 71"/>
                    <a:gd name="T38" fmla="*/ 31 w 40"/>
                    <a:gd name="T39" fmla="*/ 71 h 71"/>
                    <a:gd name="T40" fmla="*/ 22 w 40"/>
                    <a:gd name="T41" fmla="*/ 62 h 71"/>
                    <a:gd name="T42" fmla="*/ 22 w 40"/>
                    <a:gd name="T43" fmla="*/ 71 h 71"/>
                    <a:gd name="T44" fmla="*/ 31 w 40"/>
                    <a:gd name="T45" fmla="*/ 71 h 71"/>
                    <a:gd name="T46" fmla="*/ 31 w 40"/>
                    <a:gd name="T47" fmla="*/ 53 h 7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40"/>
                    <a:gd name="T73" fmla="*/ 0 h 71"/>
                    <a:gd name="T74" fmla="*/ 40 w 40"/>
                    <a:gd name="T75" fmla="*/ 71 h 7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40" h="71">
                      <a:moveTo>
                        <a:pt x="31" y="53"/>
                      </a:moveTo>
                      <a:lnTo>
                        <a:pt x="40" y="62"/>
                      </a:lnTo>
                      <a:lnTo>
                        <a:pt x="39" y="48"/>
                      </a:lnTo>
                      <a:lnTo>
                        <a:pt x="37" y="38"/>
                      </a:lnTo>
                      <a:lnTo>
                        <a:pt x="33" y="27"/>
                      </a:lnTo>
                      <a:lnTo>
                        <a:pt x="29" y="20"/>
                      </a:lnTo>
                      <a:lnTo>
                        <a:pt x="23" y="12"/>
                      </a:lnTo>
                      <a:lnTo>
                        <a:pt x="19" y="7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0" y="13"/>
                      </a:lnTo>
                      <a:lnTo>
                        <a:pt x="3" y="16"/>
                      </a:lnTo>
                      <a:lnTo>
                        <a:pt x="6" y="20"/>
                      </a:lnTo>
                      <a:lnTo>
                        <a:pt x="9" y="24"/>
                      </a:lnTo>
                      <a:lnTo>
                        <a:pt x="14" y="28"/>
                      </a:lnTo>
                      <a:lnTo>
                        <a:pt x="17" y="34"/>
                      </a:lnTo>
                      <a:lnTo>
                        <a:pt x="20" y="42"/>
                      </a:lnTo>
                      <a:lnTo>
                        <a:pt x="22" y="50"/>
                      </a:lnTo>
                      <a:lnTo>
                        <a:pt x="22" y="62"/>
                      </a:lnTo>
                      <a:lnTo>
                        <a:pt x="31" y="71"/>
                      </a:lnTo>
                      <a:lnTo>
                        <a:pt x="22" y="62"/>
                      </a:lnTo>
                      <a:lnTo>
                        <a:pt x="22" y="71"/>
                      </a:lnTo>
                      <a:lnTo>
                        <a:pt x="31" y="71"/>
                      </a:lnTo>
                      <a:lnTo>
                        <a:pt x="31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3" name="Freeform 590"/>
                <p:cNvSpPr>
                  <a:spLocks/>
                </p:cNvSpPr>
                <p:nvPr/>
              </p:nvSpPr>
              <p:spPr bwMode="auto">
                <a:xfrm>
                  <a:off x="2669" y="2045"/>
                  <a:ext cx="53" cy="18"/>
                </a:xfrm>
                <a:custGeom>
                  <a:avLst/>
                  <a:gdLst>
                    <a:gd name="T0" fmla="*/ 35 w 53"/>
                    <a:gd name="T1" fmla="*/ 9 h 18"/>
                    <a:gd name="T2" fmla="*/ 45 w 53"/>
                    <a:gd name="T3" fmla="*/ 0 h 18"/>
                    <a:gd name="T4" fmla="*/ 0 w 53"/>
                    <a:gd name="T5" fmla="*/ 0 h 18"/>
                    <a:gd name="T6" fmla="*/ 0 w 53"/>
                    <a:gd name="T7" fmla="*/ 18 h 18"/>
                    <a:gd name="T8" fmla="*/ 45 w 53"/>
                    <a:gd name="T9" fmla="*/ 18 h 18"/>
                    <a:gd name="T10" fmla="*/ 53 w 53"/>
                    <a:gd name="T11" fmla="*/ 9 h 18"/>
                    <a:gd name="T12" fmla="*/ 45 w 53"/>
                    <a:gd name="T13" fmla="*/ 18 h 18"/>
                    <a:gd name="T14" fmla="*/ 53 w 53"/>
                    <a:gd name="T15" fmla="*/ 18 h 18"/>
                    <a:gd name="T16" fmla="*/ 53 w 53"/>
                    <a:gd name="T17" fmla="*/ 9 h 18"/>
                    <a:gd name="T18" fmla="*/ 35 w 53"/>
                    <a:gd name="T19" fmla="*/ 9 h 1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3"/>
                    <a:gd name="T31" fmla="*/ 0 h 18"/>
                    <a:gd name="T32" fmla="*/ 53 w 53"/>
                    <a:gd name="T33" fmla="*/ 18 h 1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3" h="18">
                      <a:moveTo>
                        <a:pt x="35" y="9"/>
                      </a:moveTo>
                      <a:lnTo>
                        <a:pt x="45" y="0"/>
                      </a:lnTo>
                      <a:lnTo>
                        <a:pt x="0" y="0"/>
                      </a:lnTo>
                      <a:lnTo>
                        <a:pt x="0" y="18"/>
                      </a:lnTo>
                      <a:lnTo>
                        <a:pt x="45" y="18"/>
                      </a:lnTo>
                      <a:lnTo>
                        <a:pt x="53" y="9"/>
                      </a:lnTo>
                      <a:lnTo>
                        <a:pt x="45" y="18"/>
                      </a:lnTo>
                      <a:lnTo>
                        <a:pt x="53" y="18"/>
                      </a:lnTo>
                      <a:lnTo>
                        <a:pt x="53" y="9"/>
                      </a:lnTo>
                      <a:lnTo>
                        <a:pt x="35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4" name="Freeform 591"/>
                <p:cNvSpPr>
                  <a:spLocks/>
                </p:cNvSpPr>
                <p:nvPr/>
              </p:nvSpPr>
              <p:spPr bwMode="auto">
                <a:xfrm>
                  <a:off x="2653" y="2056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4 h 20"/>
                    <a:gd name="T6" fmla="*/ 1 w 10"/>
                    <a:gd name="T7" fmla="*/ 7 h 20"/>
                    <a:gd name="T8" fmla="*/ 0 w 10"/>
                    <a:gd name="T9" fmla="*/ 10 h 20"/>
                    <a:gd name="T10" fmla="*/ 1 w 10"/>
                    <a:gd name="T11" fmla="*/ 13 h 20"/>
                    <a:gd name="T12" fmla="*/ 3 w 10"/>
                    <a:gd name="T13" fmla="*/ 16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4"/>
                      </a:lnTo>
                      <a:lnTo>
                        <a:pt x="1" y="7"/>
                      </a:lnTo>
                      <a:lnTo>
                        <a:pt x="0" y="10"/>
                      </a:lnTo>
                      <a:lnTo>
                        <a:pt x="1" y="13"/>
                      </a:lnTo>
                      <a:lnTo>
                        <a:pt x="3" y="16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5" name="Freeform 592"/>
                <p:cNvSpPr>
                  <a:spLocks/>
                </p:cNvSpPr>
                <p:nvPr/>
              </p:nvSpPr>
              <p:spPr bwMode="auto">
                <a:xfrm>
                  <a:off x="2663" y="2056"/>
                  <a:ext cx="57" cy="20"/>
                </a:xfrm>
                <a:custGeom>
                  <a:avLst/>
                  <a:gdLst>
                    <a:gd name="T0" fmla="*/ 57 w 57"/>
                    <a:gd name="T1" fmla="*/ 10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0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0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6" name="Freeform 593"/>
                <p:cNvSpPr>
                  <a:spLocks/>
                </p:cNvSpPr>
                <p:nvPr/>
              </p:nvSpPr>
              <p:spPr bwMode="auto">
                <a:xfrm>
                  <a:off x="2720" y="2056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6 h 20"/>
                    <a:gd name="T6" fmla="*/ 9 w 10"/>
                    <a:gd name="T7" fmla="*/ 13 h 20"/>
                    <a:gd name="T8" fmla="*/ 10 w 10"/>
                    <a:gd name="T9" fmla="*/ 10 h 20"/>
                    <a:gd name="T10" fmla="*/ 9 w 10"/>
                    <a:gd name="T11" fmla="*/ 7 h 20"/>
                    <a:gd name="T12" fmla="*/ 7 w 10"/>
                    <a:gd name="T13" fmla="*/ 4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6"/>
                      </a:lnTo>
                      <a:lnTo>
                        <a:pt x="9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7" y="4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7" name="Freeform 594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8" name="Freeform 595"/>
                <p:cNvSpPr>
                  <a:spLocks/>
                </p:cNvSpPr>
                <p:nvPr/>
              </p:nvSpPr>
              <p:spPr bwMode="auto">
                <a:xfrm>
                  <a:off x="2653" y="2068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7 h 20"/>
                    <a:gd name="T8" fmla="*/ 0 w 10"/>
                    <a:gd name="T9" fmla="*/ 11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7"/>
                      </a:lnTo>
                      <a:lnTo>
                        <a:pt x="0" y="11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09" name="Freeform 596"/>
                <p:cNvSpPr>
                  <a:spLocks/>
                </p:cNvSpPr>
                <p:nvPr/>
              </p:nvSpPr>
              <p:spPr bwMode="auto">
                <a:xfrm>
                  <a:off x="2663" y="2068"/>
                  <a:ext cx="57" cy="20"/>
                </a:xfrm>
                <a:custGeom>
                  <a:avLst/>
                  <a:gdLst>
                    <a:gd name="T0" fmla="*/ 57 w 57"/>
                    <a:gd name="T1" fmla="*/ 11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1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1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0" name="Freeform 597"/>
                <p:cNvSpPr>
                  <a:spLocks/>
                </p:cNvSpPr>
                <p:nvPr/>
              </p:nvSpPr>
              <p:spPr bwMode="auto">
                <a:xfrm>
                  <a:off x="2720" y="2068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11 h 20"/>
                    <a:gd name="T10" fmla="*/ 9 w 10"/>
                    <a:gd name="T11" fmla="*/ 7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11"/>
                      </a:lnTo>
                      <a:lnTo>
                        <a:pt x="9" y="7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1" name="Freeform 598"/>
                <p:cNvSpPr>
                  <a:spLocks/>
                </p:cNvSpPr>
                <p:nvPr/>
              </p:nvSpPr>
              <p:spPr bwMode="auto">
                <a:xfrm>
                  <a:off x="2653" y="2080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2" name="Freeform 599"/>
                <p:cNvSpPr>
                  <a:spLocks/>
                </p:cNvSpPr>
                <p:nvPr/>
              </p:nvSpPr>
              <p:spPr bwMode="auto">
                <a:xfrm>
                  <a:off x="2663" y="2080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3" name="Freeform 600"/>
                <p:cNvSpPr>
                  <a:spLocks/>
                </p:cNvSpPr>
                <p:nvPr/>
              </p:nvSpPr>
              <p:spPr bwMode="auto">
                <a:xfrm>
                  <a:off x="2720" y="2080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4" name="Freeform 601"/>
                <p:cNvSpPr>
                  <a:spLocks/>
                </p:cNvSpPr>
                <p:nvPr/>
              </p:nvSpPr>
              <p:spPr bwMode="auto">
                <a:xfrm>
                  <a:off x="2653" y="2092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5" name="Freeform 602"/>
                <p:cNvSpPr>
                  <a:spLocks/>
                </p:cNvSpPr>
                <p:nvPr/>
              </p:nvSpPr>
              <p:spPr bwMode="auto">
                <a:xfrm>
                  <a:off x="2663" y="2092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6" name="Freeform 603"/>
                <p:cNvSpPr>
                  <a:spLocks/>
                </p:cNvSpPr>
                <p:nvPr/>
              </p:nvSpPr>
              <p:spPr bwMode="auto">
                <a:xfrm>
                  <a:off x="2720" y="2092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7" name="Freeform 604"/>
                <p:cNvSpPr>
                  <a:spLocks/>
                </p:cNvSpPr>
                <p:nvPr/>
              </p:nvSpPr>
              <p:spPr bwMode="auto">
                <a:xfrm>
                  <a:off x="2660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8" name="Freeform 605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19" name="Freeform 606"/>
                <p:cNvSpPr>
                  <a:spLocks/>
                </p:cNvSpPr>
                <p:nvPr/>
              </p:nvSpPr>
              <p:spPr bwMode="auto">
                <a:xfrm>
                  <a:off x="272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0" name="Freeform 607"/>
                <p:cNvSpPr>
                  <a:spLocks/>
                </p:cNvSpPr>
                <p:nvPr/>
              </p:nvSpPr>
              <p:spPr bwMode="auto">
                <a:xfrm>
                  <a:off x="266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1" name="Freeform 608"/>
                <p:cNvSpPr>
                  <a:spLocks/>
                </p:cNvSpPr>
                <p:nvPr/>
              </p:nvSpPr>
              <p:spPr bwMode="auto">
                <a:xfrm>
                  <a:off x="2663" y="2075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2" name="Freeform 609"/>
                <p:cNvSpPr>
                  <a:spLocks/>
                </p:cNvSpPr>
                <p:nvPr/>
              </p:nvSpPr>
              <p:spPr bwMode="auto">
                <a:xfrm>
                  <a:off x="272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3" name="Freeform 610"/>
                <p:cNvSpPr>
                  <a:spLocks/>
                </p:cNvSpPr>
                <p:nvPr/>
              </p:nvSpPr>
              <p:spPr bwMode="auto">
                <a:xfrm>
                  <a:off x="266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4" name="Freeform 611"/>
                <p:cNvSpPr>
                  <a:spLocks/>
                </p:cNvSpPr>
                <p:nvPr/>
              </p:nvSpPr>
              <p:spPr bwMode="auto">
                <a:xfrm>
                  <a:off x="2663" y="2087"/>
                  <a:ext cx="57" cy="6"/>
                </a:xfrm>
                <a:custGeom>
                  <a:avLst/>
                  <a:gdLst>
                    <a:gd name="T0" fmla="*/ 57 w 57"/>
                    <a:gd name="T1" fmla="*/ 2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5" name="Freeform 612"/>
                <p:cNvSpPr>
                  <a:spLocks/>
                </p:cNvSpPr>
                <p:nvPr/>
              </p:nvSpPr>
              <p:spPr bwMode="auto">
                <a:xfrm>
                  <a:off x="272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6" name="Freeform 613"/>
                <p:cNvSpPr>
                  <a:spLocks/>
                </p:cNvSpPr>
                <p:nvPr/>
              </p:nvSpPr>
              <p:spPr bwMode="auto">
                <a:xfrm>
                  <a:off x="266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7" name="Freeform 614"/>
                <p:cNvSpPr>
                  <a:spLocks/>
                </p:cNvSpPr>
                <p:nvPr/>
              </p:nvSpPr>
              <p:spPr bwMode="auto">
                <a:xfrm>
                  <a:off x="2663" y="2099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0 h 5"/>
                    <a:gd name="T4" fmla="*/ 0 w 57"/>
                    <a:gd name="T5" fmla="*/ 0 h 5"/>
                    <a:gd name="T6" fmla="*/ 0 w 57"/>
                    <a:gd name="T7" fmla="*/ 5 h 5"/>
                    <a:gd name="T8" fmla="*/ 57 w 57"/>
                    <a:gd name="T9" fmla="*/ 5 h 5"/>
                    <a:gd name="T10" fmla="*/ 57 w 5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5"/>
                    <a:gd name="T20" fmla="*/ 57 w 5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5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8" name="Freeform 615"/>
                <p:cNvSpPr>
                  <a:spLocks/>
                </p:cNvSpPr>
                <p:nvPr/>
              </p:nvSpPr>
              <p:spPr bwMode="auto">
                <a:xfrm>
                  <a:off x="2720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29" name="Freeform 616"/>
                <p:cNvSpPr>
                  <a:spLocks/>
                </p:cNvSpPr>
                <p:nvPr/>
              </p:nvSpPr>
              <p:spPr bwMode="auto">
                <a:xfrm>
                  <a:off x="2661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0" name="Freeform 617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54" cy="6"/>
                </a:xfrm>
                <a:custGeom>
                  <a:avLst/>
                  <a:gdLst>
                    <a:gd name="T0" fmla="*/ 54 w 54"/>
                    <a:gd name="T1" fmla="*/ 3 h 6"/>
                    <a:gd name="T2" fmla="*/ 54 w 54"/>
                    <a:gd name="T3" fmla="*/ 0 h 6"/>
                    <a:gd name="T4" fmla="*/ 0 w 54"/>
                    <a:gd name="T5" fmla="*/ 0 h 6"/>
                    <a:gd name="T6" fmla="*/ 0 w 54"/>
                    <a:gd name="T7" fmla="*/ 6 h 6"/>
                    <a:gd name="T8" fmla="*/ 54 w 54"/>
                    <a:gd name="T9" fmla="*/ 6 h 6"/>
                    <a:gd name="T10" fmla="*/ 54 w 5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4"/>
                    <a:gd name="T19" fmla="*/ 0 h 6"/>
                    <a:gd name="T20" fmla="*/ 54 w 5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4" h="6">
                      <a:moveTo>
                        <a:pt x="54" y="3"/>
                      </a:moveTo>
                      <a:lnTo>
                        <a:pt x="5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4" y="6"/>
                      </a:lnTo>
                      <a:lnTo>
                        <a:pt x="54" y="3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1" name="Freeform 618"/>
                <p:cNvSpPr>
                  <a:spLocks/>
                </p:cNvSpPr>
                <p:nvPr/>
              </p:nvSpPr>
              <p:spPr bwMode="auto">
                <a:xfrm>
                  <a:off x="271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2" name="Freeform 619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3" name="Freeform 620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50" cy="6"/>
                </a:xfrm>
                <a:custGeom>
                  <a:avLst/>
                  <a:gdLst>
                    <a:gd name="T0" fmla="*/ 50 w 50"/>
                    <a:gd name="T1" fmla="*/ 3 h 6"/>
                    <a:gd name="T2" fmla="*/ 50 w 50"/>
                    <a:gd name="T3" fmla="*/ 0 h 6"/>
                    <a:gd name="T4" fmla="*/ 0 w 50"/>
                    <a:gd name="T5" fmla="*/ 0 h 6"/>
                    <a:gd name="T6" fmla="*/ 0 w 50"/>
                    <a:gd name="T7" fmla="*/ 6 h 6"/>
                    <a:gd name="T8" fmla="*/ 50 w 50"/>
                    <a:gd name="T9" fmla="*/ 6 h 6"/>
                    <a:gd name="T10" fmla="*/ 50 w 50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0"/>
                    <a:gd name="T19" fmla="*/ 0 h 6"/>
                    <a:gd name="T20" fmla="*/ 50 w 50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0" h="6">
                      <a:moveTo>
                        <a:pt x="50" y="3"/>
                      </a:move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0" y="6"/>
                      </a:lnTo>
                      <a:lnTo>
                        <a:pt x="50" y="3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4" name="Freeform 621"/>
                <p:cNvSpPr>
                  <a:spLocks/>
                </p:cNvSpPr>
                <p:nvPr/>
              </p:nvSpPr>
              <p:spPr bwMode="auto">
                <a:xfrm>
                  <a:off x="2717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5" name="Freeform 622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6" name="Freeform 623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48" cy="6"/>
                </a:xfrm>
                <a:custGeom>
                  <a:avLst/>
                  <a:gdLst>
                    <a:gd name="T0" fmla="*/ 48 w 48"/>
                    <a:gd name="T1" fmla="*/ 3 h 6"/>
                    <a:gd name="T2" fmla="*/ 48 w 48"/>
                    <a:gd name="T3" fmla="*/ 0 h 6"/>
                    <a:gd name="T4" fmla="*/ 0 w 48"/>
                    <a:gd name="T5" fmla="*/ 0 h 6"/>
                    <a:gd name="T6" fmla="*/ 0 w 48"/>
                    <a:gd name="T7" fmla="*/ 6 h 6"/>
                    <a:gd name="T8" fmla="*/ 48 w 48"/>
                    <a:gd name="T9" fmla="*/ 6 h 6"/>
                    <a:gd name="T10" fmla="*/ 48 w 4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8"/>
                    <a:gd name="T19" fmla="*/ 0 h 6"/>
                    <a:gd name="T20" fmla="*/ 48 w 4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8" h="6">
                      <a:moveTo>
                        <a:pt x="48" y="3"/>
                      </a:moveTo>
                      <a:lnTo>
                        <a:pt x="4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8" y="6"/>
                      </a:lnTo>
                      <a:lnTo>
                        <a:pt x="48" y="3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7" name="Freeform 624"/>
                <p:cNvSpPr>
                  <a:spLocks/>
                </p:cNvSpPr>
                <p:nvPr/>
              </p:nvSpPr>
              <p:spPr bwMode="auto">
                <a:xfrm>
                  <a:off x="2716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8" name="Freeform 625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39" name="Freeform 626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0" name="Freeform 627"/>
                <p:cNvSpPr>
                  <a:spLocks/>
                </p:cNvSpPr>
                <p:nvPr/>
              </p:nvSpPr>
              <p:spPr bwMode="auto">
                <a:xfrm>
                  <a:off x="2715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1" name="Freeform 628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2" name="Freeform 629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3" name="Freeform 630"/>
                <p:cNvSpPr>
                  <a:spLocks/>
                </p:cNvSpPr>
                <p:nvPr/>
              </p:nvSpPr>
              <p:spPr bwMode="auto">
                <a:xfrm>
                  <a:off x="2712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4" name="Freeform 631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5" name="Freeform 632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39" cy="6"/>
                </a:xfrm>
                <a:custGeom>
                  <a:avLst/>
                  <a:gdLst>
                    <a:gd name="T0" fmla="*/ 39 w 39"/>
                    <a:gd name="T1" fmla="*/ 3 h 6"/>
                    <a:gd name="T2" fmla="*/ 39 w 39"/>
                    <a:gd name="T3" fmla="*/ 0 h 6"/>
                    <a:gd name="T4" fmla="*/ 0 w 39"/>
                    <a:gd name="T5" fmla="*/ 0 h 6"/>
                    <a:gd name="T6" fmla="*/ 0 w 39"/>
                    <a:gd name="T7" fmla="*/ 6 h 6"/>
                    <a:gd name="T8" fmla="*/ 39 w 39"/>
                    <a:gd name="T9" fmla="*/ 6 h 6"/>
                    <a:gd name="T10" fmla="*/ 39 w 3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"/>
                    <a:gd name="T19" fmla="*/ 0 h 6"/>
                    <a:gd name="T20" fmla="*/ 39 w 3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" h="6">
                      <a:moveTo>
                        <a:pt x="39" y="3"/>
                      </a:moveTo>
                      <a:lnTo>
                        <a:pt x="3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9" y="6"/>
                      </a:lnTo>
                      <a:lnTo>
                        <a:pt x="39" y="3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6" name="Freeform 633"/>
                <p:cNvSpPr>
                  <a:spLocks/>
                </p:cNvSpPr>
                <p:nvPr/>
              </p:nvSpPr>
              <p:spPr bwMode="auto">
                <a:xfrm>
                  <a:off x="2711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7" name="Freeform 634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8" name="Freeform 635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49" name="Freeform 636"/>
                <p:cNvSpPr>
                  <a:spLocks/>
                </p:cNvSpPr>
                <p:nvPr/>
              </p:nvSpPr>
              <p:spPr bwMode="auto">
                <a:xfrm>
                  <a:off x="271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0" name="Freeform 637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1" name="Freeform 638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5" cy="6"/>
                </a:xfrm>
                <a:custGeom>
                  <a:avLst/>
                  <a:gdLst>
                    <a:gd name="T0" fmla="*/ 35 w 35"/>
                    <a:gd name="T1" fmla="*/ 3 h 6"/>
                    <a:gd name="T2" fmla="*/ 35 w 35"/>
                    <a:gd name="T3" fmla="*/ 0 h 6"/>
                    <a:gd name="T4" fmla="*/ 0 w 35"/>
                    <a:gd name="T5" fmla="*/ 0 h 6"/>
                    <a:gd name="T6" fmla="*/ 0 w 35"/>
                    <a:gd name="T7" fmla="*/ 6 h 6"/>
                    <a:gd name="T8" fmla="*/ 35 w 35"/>
                    <a:gd name="T9" fmla="*/ 6 h 6"/>
                    <a:gd name="T10" fmla="*/ 35 w 3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5"/>
                    <a:gd name="T19" fmla="*/ 0 h 6"/>
                    <a:gd name="T20" fmla="*/ 35 w 3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5" h="6">
                      <a:moveTo>
                        <a:pt x="35" y="3"/>
                      </a:move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5" y="6"/>
                      </a:lnTo>
                      <a:lnTo>
                        <a:pt x="35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2" name="Freeform 639"/>
                <p:cNvSpPr>
                  <a:spLocks/>
                </p:cNvSpPr>
                <p:nvPr/>
              </p:nvSpPr>
              <p:spPr bwMode="auto">
                <a:xfrm>
                  <a:off x="2709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3" name="Freeform 640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4" name="Freeform 641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32" cy="6"/>
                </a:xfrm>
                <a:custGeom>
                  <a:avLst/>
                  <a:gdLst>
                    <a:gd name="T0" fmla="*/ 32 w 32"/>
                    <a:gd name="T1" fmla="*/ 3 h 6"/>
                    <a:gd name="T2" fmla="*/ 32 w 32"/>
                    <a:gd name="T3" fmla="*/ 0 h 6"/>
                    <a:gd name="T4" fmla="*/ 0 w 32"/>
                    <a:gd name="T5" fmla="*/ 0 h 6"/>
                    <a:gd name="T6" fmla="*/ 0 w 32"/>
                    <a:gd name="T7" fmla="*/ 6 h 6"/>
                    <a:gd name="T8" fmla="*/ 32 w 32"/>
                    <a:gd name="T9" fmla="*/ 6 h 6"/>
                    <a:gd name="T10" fmla="*/ 32 w 3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2"/>
                    <a:gd name="T19" fmla="*/ 0 h 6"/>
                    <a:gd name="T20" fmla="*/ 32 w 3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2" h="6">
                      <a:moveTo>
                        <a:pt x="32" y="3"/>
                      </a:moveTo>
                      <a:lnTo>
                        <a:pt x="3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2" y="6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5" name="Freeform 642"/>
                <p:cNvSpPr>
                  <a:spLocks/>
                </p:cNvSpPr>
                <p:nvPr/>
              </p:nvSpPr>
              <p:spPr bwMode="auto">
                <a:xfrm>
                  <a:off x="2708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6" name="Freeform 643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7" name="Freeform 644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29" cy="6"/>
                </a:xfrm>
                <a:custGeom>
                  <a:avLst/>
                  <a:gdLst>
                    <a:gd name="T0" fmla="*/ 29 w 29"/>
                    <a:gd name="T1" fmla="*/ 3 h 6"/>
                    <a:gd name="T2" fmla="*/ 29 w 29"/>
                    <a:gd name="T3" fmla="*/ 0 h 6"/>
                    <a:gd name="T4" fmla="*/ 0 w 29"/>
                    <a:gd name="T5" fmla="*/ 0 h 6"/>
                    <a:gd name="T6" fmla="*/ 0 w 29"/>
                    <a:gd name="T7" fmla="*/ 6 h 6"/>
                    <a:gd name="T8" fmla="*/ 29 w 29"/>
                    <a:gd name="T9" fmla="*/ 6 h 6"/>
                    <a:gd name="T10" fmla="*/ 29 w 2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9"/>
                    <a:gd name="T19" fmla="*/ 0 h 6"/>
                    <a:gd name="T20" fmla="*/ 29 w 2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9" h="6">
                      <a:moveTo>
                        <a:pt x="29" y="3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8" name="Freeform 645"/>
                <p:cNvSpPr>
                  <a:spLocks/>
                </p:cNvSpPr>
                <p:nvPr/>
              </p:nvSpPr>
              <p:spPr bwMode="auto">
                <a:xfrm>
                  <a:off x="2706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59" name="Freeform 646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0" name="Freeform 647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1" name="Freeform 648"/>
                <p:cNvSpPr>
                  <a:spLocks/>
                </p:cNvSpPr>
                <p:nvPr/>
              </p:nvSpPr>
              <p:spPr bwMode="auto">
                <a:xfrm>
                  <a:off x="270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2" name="Freeform 649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3" name="Freeform 650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4" name="Freeform 651"/>
                <p:cNvSpPr>
                  <a:spLocks/>
                </p:cNvSpPr>
                <p:nvPr/>
              </p:nvSpPr>
              <p:spPr bwMode="auto">
                <a:xfrm>
                  <a:off x="2704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5" name="Freeform 652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6" name="Freeform 653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21" cy="6"/>
                </a:xfrm>
                <a:custGeom>
                  <a:avLst/>
                  <a:gdLst>
                    <a:gd name="T0" fmla="*/ 21 w 21"/>
                    <a:gd name="T1" fmla="*/ 3 h 6"/>
                    <a:gd name="T2" fmla="*/ 21 w 21"/>
                    <a:gd name="T3" fmla="*/ 0 h 6"/>
                    <a:gd name="T4" fmla="*/ 0 w 21"/>
                    <a:gd name="T5" fmla="*/ 0 h 6"/>
                    <a:gd name="T6" fmla="*/ 0 w 21"/>
                    <a:gd name="T7" fmla="*/ 6 h 6"/>
                    <a:gd name="T8" fmla="*/ 21 w 21"/>
                    <a:gd name="T9" fmla="*/ 6 h 6"/>
                    <a:gd name="T10" fmla="*/ 21 w 2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6"/>
                    <a:gd name="T20" fmla="*/ 21 w 2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6">
                      <a:moveTo>
                        <a:pt x="21" y="3"/>
                      </a:move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1" y="6"/>
                      </a:lnTo>
                      <a:lnTo>
                        <a:pt x="21" y="3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7" name="Freeform 654"/>
                <p:cNvSpPr>
                  <a:spLocks/>
                </p:cNvSpPr>
                <p:nvPr/>
              </p:nvSpPr>
              <p:spPr bwMode="auto">
                <a:xfrm>
                  <a:off x="2702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8" name="Freeform 655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69" name="Freeform 656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17" cy="6"/>
                </a:xfrm>
                <a:custGeom>
                  <a:avLst/>
                  <a:gdLst>
                    <a:gd name="T0" fmla="*/ 17 w 17"/>
                    <a:gd name="T1" fmla="*/ 3 h 6"/>
                    <a:gd name="T2" fmla="*/ 17 w 17"/>
                    <a:gd name="T3" fmla="*/ 0 h 6"/>
                    <a:gd name="T4" fmla="*/ 0 w 17"/>
                    <a:gd name="T5" fmla="*/ 0 h 6"/>
                    <a:gd name="T6" fmla="*/ 0 w 17"/>
                    <a:gd name="T7" fmla="*/ 6 h 6"/>
                    <a:gd name="T8" fmla="*/ 17 w 17"/>
                    <a:gd name="T9" fmla="*/ 6 h 6"/>
                    <a:gd name="T10" fmla="*/ 17 w 1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6"/>
                    <a:gd name="T20" fmla="*/ 17 w 1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6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7" y="6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0" name="Freeform 657"/>
                <p:cNvSpPr>
                  <a:spLocks/>
                </p:cNvSpPr>
                <p:nvPr/>
              </p:nvSpPr>
              <p:spPr bwMode="auto">
                <a:xfrm>
                  <a:off x="2701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1" name="Freeform 658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2" name="Freeform 659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3" name="Freeform 660"/>
                <p:cNvSpPr>
                  <a:spLocks/>
                </p:cNvSpPr>
                <p:nvPr/>
              </p:nvSpPr>
              <p:spPr bwMode="auto">
                <a:xfrm>
                  <a:off x="270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4" name="Freeform 661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5" name="Freeform 662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6" name="Freeform 663"/>
                <p:cNvSpPr>
                  <a:spLocks/>
                </p:cNvSpPr>
                <p:nvPr/>
              </p:nvSpPr>
              <p:spPr bwMode="auto">
                <a:xfrm>
                  <a:off x="269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7" name="Freeform 664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8" name="Freeform 665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8" cy="6"/>
                </a:xfrm>
                <a:custGeom>
                  <a:avLst/>
                  <a:gdLst>
                    <a:gd name="T0" fmla="*/ 8 w 8"/>
                    <a:gd name="T1" fmla="*/ 3 h 6"/>
                    <a:gd name="T2" fmla="*/ 8 w 8"/>
                    <a:gd name="T3" fmla="*/ 0 h 6"/>
                    <a:gd name="T4" fmla="*/ 0 w 8"/>
                    <a:gd name="T5" fmla="*/ 0 h 6"/>
                    <a:gd name="T6" fmla="*/ 0 w 8"/>
                    <a:gd name="T7" fmla="*/ 6 h 6"/>
                    <a:gd name="T8" fmla="*/ 8 w 8"/>
                    <a:gd name="T9" fmla="*/ 6 h 6"/>
                    <a:gd name="T10" fmla="*/ 8 w 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6"/>
                    <a:gd name="T20" fmla="*/ 8 w 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6">
                      <a:moveTo>
                        <a:pt x="8" y="3"/>
                      </a:move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79" name="Freeform 666"/>
                <p:cNvSpPr>
                  <a:spLocks/>
                </p:cNvSpPr>
                <p:nvPr/>
              </p:nvSpPr>
              <p:spPr bwMode="auto">
                <a:xfrm>
                  <a:off x="2696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0" name="Freeform 667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1" name="Freeform 668"/>
                <p:cNvSpPr>
                  <a:spLocks/>
                </p:cNvSpPr>
                <p:nvPr/>
              </p:nvSpPr>
              <p:spPr bwMode="auto">
                <a:xfrm>
                  <a:off x="2689" y="2063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2" name="Freeform 669"/>
                <p:cNvSpPr>
                  <a:spLocks/>
                </p:cNvSpPr>
                <p:nvPr/>
              </p:nvSpPr>
              <p:spPr bwMode="auto">
                <a:xfrm>
                  <a:off x="269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3 w 3"/>
                    <a:gd name="T3" fmla="*/ 5 h 6"/>
                    <a:gd name="T4" fmla="*/ 3 w 3"/>
                    <a:gd name="T5" fmla="*/ 3 h 6"/>
                    <a:gd name="T6" fmla="*/ 3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3" name="Freeform 670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4" name="Freeform 671"/>
                <p:cNvSpPr>
                  <a:spLocks/>
                </p:cNvSpPr>
                <p:nvPr/>
              </p:nvSpPr>
              <p:spPr bwMode="auto">
                <a:xfrm>
                  <a:off x="2691" y="2063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5" name="Freeform 672"/>
                <p:cNvSpPr>
                  <a:spLocks/>
                </p:cNvSpPr>
                <p:nvPr/>
              </p:nvSpPr>
              <p:spPr bwMode="auto">
                <a:xfrm>
                  <a:off x="2693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6" name="Freeform 673"/>
                <p:cNvSpPr>
                  <a:spLocks/>
                </p:cNvSpPr>
                <p:nvPr/>
              </p:nvSpPr>
              <p:spPr bwMode="auto">
                <a:xfrm>
                  <a:off x="2662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7" name="Freeform 674"/>
                <p:cNvSpPr>
                  <a:spLocks/>
                </p:cNvSpPr>
                <p:nvPr/>
              </p:nvSpPr>
              <p:spPr bwMode="auto">
                <a:xfrm>
                  <a:off x="2665" y="2075"/>
                  <a:ext cx="53" cy="6"/>
                </a:xfrm>
                <a:custGeom>
                  <a:avLst/>
                  <a:gdLst>
                    <a:gd name="T0" fmla="*/ 53 w 53"/>
                    <a:gd name="T1" fmla="*/ 3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3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3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8" name="Freeform 675"/>
                <p:cNvSpPr>
                  <a:spLocks/>
                </p:cNvSpPr>
                <p:nvPr/>
              </p:nvSpPr>
              <p:spPr bwMode="auto">
                <a:xfrm>
                  <a:off x="271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89" name="Freeform 676"/>
                <p:cNvSpPr>
                  <a:spLocks/>
                </p:cNvSpPr>
                <p:nvPr/>
              </p:nvSpPr>
              <p:spPr bwMode="auto">
                <a:xfrm>
                  <a:off x="266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0" name="Freeform 677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49" cy="6"/>
                </a:xfrm>
                <a:custGeom>
                  <a:avLst/>
                  <a:gdLst>
                    <a:gd name="T0" fmla="*/ 49 w 49"/>
                    <a:gd name="T1" fmla="*/ 3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3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3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1" name="Freeform 678"/>
                <p:cNvSpPr>
                  <a:spLocks/>
                </p:cNvSpPr>
                <p:nvPr/>
              </p:nvSpPr>
              <p:spPr bwMode="auto">
                <a:xfrm>
                  <a:off x="2716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2" name="Freeform 679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3" name="Freeform 680"/>
                <p:cNvSpPr>
                  <a:spLocks/>
                </p:cNvSpPr>
                <p:nvPr/>
              </p:nvSpPr>
              <p:spPr bwMode="auto">
                <a:xfrm>
                  <a:off x="2669" y="2075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4" name="Freeform 681"/>
                <p:cNvSpPr>
                  <a:spLocks/>
                </p:cNvSpPr>
                <p:nvPr/>
              </p:nvSpPr>
              <p:spPr bwMode="auto">
                <a:xfrm>
                  <a:off x="2715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5" name="Freeform 682"/>
                <p:cNvSpPr>
                  <a:spLocks/>
                </p:cNvSpPr>
                <p:nvPr/>
              </p:nvSpPr>
              <p:spPr bwMode="auto">
                <a:xfrm>
                  <a:off x="266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6" name="Freeform 683"/>
                <p:cNvSpPr>
                  <a:spLocks/>
                </p:cNvSpPr>
                <p:nvPr/>
              </p:nvSpPr>
              <p:spPr bwMode="auto">
                <a:xfrm>
                  <a:off x="2671" y="2075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7" name="Freeform 684"/>
                <p:cNvSpPr>
                  <a:spLocks/>
                </p:cNvSpPr>
                <p:nvPr/>
              </p:nvSpPr>
              <p:spPr bwMode="auto">
                <a:xfrm>
                  <a:off x="2712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8" name="Freeform 685"/>
                <p:cNvSpPr>
                  <a:spLocks/>
                </p:cNvSpPr>
                <p:nvPr/>
              </p:nvSpPr>
              <p:spPr bwMode="auto">
                <a:xfrm>
                  <a:off x="267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499" name="Freeform 686"/>
                <p:cNvSpPr>
                  <a:spLocks/>
                </p:cNvSpPr>
                <p:nvPr/>
              </p:nvSpPr>
              <p:spPr bwMode="auto">
                <a:xfrm>
                  <a:off x="2673" y="2075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0" name="Freeform 687"/>
                <p:cNvSpPr>
                  <a:spLocks/>
                </p:cNvSpPr>
                <p:nvPr/>
              </p:nvSpPr>
              <p:spPr bwMode="auto">
                <a:xfrm>
                  <a:off x="2710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3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1" name="Freeform 688"/>
                <p:cNvSpPr>
                  <a:spLocks/>
                </p:cNvSpPr>
                <p:nvPr/>
              </p:nvSpPr>
              <p:spPr bwMode="auto">
                <a:xfrm>
                  <a:off x="2672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2" name="Freeform 689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34" cy="6"/>
                </a:xfrm>
                <a:custGeom>
                  <a:avLst/>
                  <a:gdLst>
                    <a:gd name="T0" fmla="*/ 34 w 34"/>
                    <a:gd name="T1" fmla="*/ 3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3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3" name="Freeform 690"/>
                <p:cNvSpPr>
                  <a:spLocks/>
                </p:cNvSpPr>
                <p:nvPr/>
              </p:nvSpPr>
              <p:spPr bwMode="auto">
                <a:xfrm>
                  <a:off x="270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4" name="Freeform 691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5" name="Freeform 692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31" cy="6"/>
                </a:xfrm>
                <a:custGeom>
                  <a:avLst/>
                  <a:gdLst>
                    <a:gd name="T0" fmla="*/ 31 w 31"/>
                    <a:gd name="T1" fmla="*/ 3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3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6" name="Freeform 693"/>
                <p:cNvSpPr>
                  <a:spLocks/>
                </p:cNvSpPr>
                <p:nvPr/>
              </p:nvSpPr>
              <p:spPr bwMode="auto">
                <a:xfrm>
                  <a:off x="2707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7" name="Freeform 694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8" name="Freeform 695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09" name="Freeform 696"/>
                <p:cNvSpPr>
                  <a:spLocks/>
                </p:cNvSpPr>
                <p:nvPr/>
              </p:nvSpPr>
              <p:spPr bwMode="auto">
                <a:xfrm>
                  <a:off x="2705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0" name="Freeform 697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1" name="Freeform 698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2" name="Freeform 699"/>
                <p:cNvSpPr>
                  <a:spLocks/>
                </p:cNvSpPr>
                <p:nvPr/>
              </p:nvSpPr>
              <p:spPr bwMode="auto">
                <a:xfrm>
                  <a:off x="2704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3" name="Freeform 700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4" name="Freeform 701"/>
                <p:cNvSpPr>
                  <a:spLocks/>
                </p:cNvSpPr>
                <p:nvPr/>
              </p:nvSpPr>
              <p:spPr bwMode="auto">
                <a:xfrm>
                  <a:off x="2683" y="2075"/>
                  <a:ext cx="19" cy="6"/>
                </a:xfrm>
                <a:custGeom>
                  <a:avLst/>
                  <a:gdLst>
                    <a:gd name="T0" fmla="*/ 19 w 19"/>
                    <a:gd name="T1" fmla="*/ 3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3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5" name="Freeform 702"/>
                <p:cNvSpPr>
                  <a:spLocks/>
                </p:cNvSpPr>
                <p:nvPr/>
              </p:nvSpPr>
              <p:spPr bwMode="auto">
                <a:xfrm>
                  <a:off x="2702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6" name="Freeform 703"/>
                <p:cNvSpPr>
                  <a:spLocks/>
                </p:cNvSpPr>
                <p:nvPr/>
              </p:nvSpPr>
              <p:spPr bwMode="auto">
                <a:xfrm>
                  <a:off x="2681" y="2075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7" name="Freeform 704"/>
                <p:cNvSpPr>
                  <a:spLocks/>
                </p:cNvSpPr>
                <p:nvPr/>
              </p:nvSpPr>
              <p:spPr bwMode="auto">
                <a:xfrm>
                  <a:off x="2685" y="2075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8" name="Freeform 705"/>
                <p:cNvSpPr>
                  <a:spLocks/>
                </p:cNvSpPr>
                <p:nvPr/>
              </p:nvSpPr>
              <p:spPr bwMode="auto">
                <a:xfrm>
                  <a:off x="270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19" name="Freeform 706"/>
                <p:cNvSpPr>
                  <a:spLocks/>
                </p:cNvSpPr>
                <p:nvPr/>
              </p:nvSpPr>
              <p:spPr bwMode="auto">
                <a:xfrm>
                  <a:off x="268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0" name="Freeform 707"/>
                <p:cNvSpPr>
                  <a:spLocks/>
                </p:cNvSpPr>
                <p:nvPr/>
              </p:nvSpPr>
              <p:spPr bwMode="auto">
                <a:xfrm>
                  <a:off x="2687" y="2075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1" name="Freeform 708"/>
                <p:cNvSpPr>
                  <a:spLocks/>
                </p:cNvSpPr>
                <p:nvPr/>
              </p:nvSpPr>
              <p:spPr bwMode="auto">
                <a:xfrm>
                  <a:off x="269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2" name="Freeform 709"/>
                <p:cNvSpPr>
                  <a:spLocks/>
                </p:cNvSpPr>
                <p:nvPr/>
              </p:nvSpPr>
              <p:spPr bwMode="auto">
                <a:xfrm>
                  <a:off x="2686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3" name="Freeform 710"/>
                <p:cNvSpPr>
                  <a:spLocks/>
                </p:cNvSpPr>
                <p:nvPr/>
              </p:nvSpPr>
              <p:spPr bwMode="auto">
                <a:xfrm>
                  <a:off x="2689" y="2075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4" name="Freeform 711"/>
                <p:cNvSpPr>
                  <a:spLocks/>
                </p:cNvSpPr>
                <p:nvPr/>
              </p:nvSpPr>
              <p:spPr bwMode="auto">
                <a:xfrm>
                  <a:off x="2695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5" name="Freeform 712"/>
                <p:cNvSpPr>
                  <a:spLocks/>
                </p:cNvSpPr>
                <p:nvPr/>
              </p:nvSpPr>
              <p:spPr bwMode="auto">
                <a:xfrm>
                  <a:off x="268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6" name="Freeform 713"/>
                <p:cNvSpPr>
                  <a:spLocks/>
                </p:cNvSpPr>
                <p:nvPr/>
              </p:nvSpPr>
              <p:spPr bwMode="auto">
                <a:xfrm>
                  <a:off x="2691" y="2075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7" name="Freeform 714"/>
                <p:cNvSpPr>
                  <a:spLocks/>
                </p:cNvSpPr>
                <p:nvPr/>
              </p:nvSpPr>
              <p:spPr bwMode="auto">
                <a:xfrm>
                  <a:off x="2693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8" name="Freeform 715"/>
                <p:cNvSpPr>
                  <a:spLocks/>
                </p:cNvSpPr>
                <p:nvPr/>
              </p:nvSpPr>
              <p:spPr bwMode="auto">
                <a:xfrm>
                  <a:off x="2662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29" name="Freeform 716"/>
                <p:cNvSpPr>
                  <a:spLocks/>
                </p:cNvSpPr>
                <p:nvPr/>
              </p:nvSpPr>
              <p:spPr bwMode="auto">
                <a:xfrm>
                  <a:off x="2665" y="2087"/>
                  <a:ext cx="53" cy="6"/>
                </a:xfrm>
                <a:custGeom>
                  <a:avLst/>
                  <a:gdLst>
                    <a:gd name="T0" fmla="*/ 53 w 53"/>
                    <a:gd name="T1" fmla="*/ 2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0" name="Freeform 717"/>
                <p:cNvSpPr>
                  <a:spLocks/>
                </p:cNvSpPr>
                <p:nvPr/>
              </p:nvSpPr>
              <p:spPr bwMode="auto">
                <a:xfrm>
                  <a:off x="271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1" name="Freeform 718"/>
                <p:cNvSpPr>
                  <a:spLocks/>
                </p:cNvSpPr>
                <p:nvPr/>
              </p:nvSpPr>
              <p:spPr bwMode="auto">
                <a:xfrm>
                  <a:off x="266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2" name="Freeform 719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49" cy="6"/>
                </a:xfrm>
                <a:custGeom>
                  <a:avLst/>
                  <a:gdLst>
                    <a:gd name="T0" fmla="*/ 49 w 49"/>
                    <a:gd name="T1" fmla="*/ 2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3" name="Freeform 720"/>
                <p:cNvSpPr>
                  <a:spLocks/>
                </p:cNvSpPr>
                <p:nvPr/>
              </p:nvSpPr>
              <p:spPr bwMode="auto">
                <a:xfrm>
                  <a:off x="2716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4" name="Freeform 721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5" name="Freeform 722"/>
                <p:cNvSpPr>
                  <a:spLocks/>
                </p:cNvSpPr>
                <p:nvPr/>
              </p:nvSpPr>
              <p:spPr bwMode="auto">
                <a:xfrm>
                  <a:off x="2669" y="2087"/>
                  <a:ext cx="46" cy="6"/>
                </a:xfrm>
                <a:custGeom>
                  <a:avLst/>
                  <a:gdLst>
                    <a:gd name="T0" fmla="*/ 46 w 46"/>
                    <a:gd name="T1" fmla="*/ 2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6" name="Freeform 723"/>
                <p:cNvSpPr>
                  <a:spLocks/>
                </p:cNvSpPr>
                <p:nvPr/>
              </p:nvSpPr>
              <p:spPr bwMode="auto">
                <a:xfrm>
                  <a:off x="2715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7" name="Freeform 724"/>
                <p:cNvSpPr>
                  <a:spLocks/>
                </p:cNvSpPr>
                <p:nvPr/>
              </p:nvSpPr>
              <p:spPr bwMode="auto">
                <a:xfrm>
                  <a:off x="266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8" name="Freeform 725"/>
                <p:cNvSpPr>
                  <a:spLocks/>
                </p:cNvSpPr>
                <p:nvPr/>
              </p:nvSpPr>
              <p:spPr bwMode="auto">
                <a:xfrm>
                  <a:off x="2671" y="2087"/>
                  <a:ext cx="41" cy="6"/>
                </a:xfrm>
                <a:custGeom>
                  <a:avLst/>
                  <a:gdLst>
                    <a:gd name="T0" fmla="*/ 41 w 41"/>
                    <a:gd name="T1" fmla="*/ 2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39" name="Freeform 726"/>
                <p:cNvSpPr>
                  <a:spLocks/>
                </p:cNvSpPr>
                <p:nvPr/>
              </p:nvSpPr>
              <p:spPr bwMode="auto">
                <a:xfrm>
                  <a:off x="2712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0" name="Freeform 727"/>
                <p:cNvSpPr>
                  <a:spLocks/>
                </p:cNvSpPr>
                <p:nvPr/>
              </p:nvSpPr>
              <p:spPr bwMode="auto">
                <a:xfrm>
                  <a:off x="267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1" name="Freeform 728"/>
                <p:cNvSpPr>
                  <a:spLocks/>
                </p:cNvSpPr>
                <p:nvPr/>
              </p:nvSpPr>
              <p:spPr bwMode="auto">
                <a:xfrm>
                  <a:off x="2673" y="2087"/>
                  <a:ext cx="37" cy="6"/>
                </a:xfrm>
                <a:custGeom>
                  <a:avLst/>
                  <a:gdLst>
                    <a:gd name="T0" fmla="*/ 37 w 37"/>
                    <a:gd name="T1" fmla="*/ 2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2" name="Freeform 729"/>
                <p:cNvSpPr>
                  <a:spLocks/>
                </p:cNvSpPr>
                <p:nvPr/>
              </p:nvSpPr>
              <p:spPr bwMode="auto">
                <a:xfrm>
                  <a:off x="2710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2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3" name="Freeform 730"/>
                <p:cNvSpPr>
                  <a:spLocks/>
                </p:cNvSpPr>
                <p:nvPr/>
              </p:nvSpPr>
              <p:spPr bwMode="auto">
                <a:xfrm>
                  <a:off x="2672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4" name="Freeform 731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34" cy="6"/>
                </a:xfrm>
                <a:custGeom>
                  <a:avLst/>
                  <a:gdLst>
                    <a:gd name="T0" fmla="*/ 34 w 34"/>
                    <a:gd name="T1" fmla="*/ 2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2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2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5" name="Freeform 732"/>
                <p:cNvSpPr>
                  <a:spLocks/>
                </p:cNvSpPr>
                <p:nvPr/>
              </p:nvSpPr>
              <p:spPr bwMode="auto">
                <a:xfrm>
                  <a:off x="270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6" name="Freeform 733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7" name="Freeform 734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31" cy="6"/>
                </a:xfrm>
                <a:custGeom>
                  <a:avLst/>
                  <a:gdLst>
                    <a:gd name="T0" fmla="*/ 31 w 31"/>
                    <a:gd name="T1" fmla="*/ 2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2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8" name="Freeform 735"/>
                <p:cNvSpPr>
                  <a:spLocks/>
                </p:cNvSpPr>
                <p:nvPr/>
              </p:nvSpPr>
              <p:spPr bwMode="auto">
                <a:xfrm>
                  <a:off x="2707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49" name="Freeform 736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0" name="Freeform 737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7" cy="6"/>
                </a:xfrm>
                <a:custGeom>
                  <a:avLst/>
                  <a:gdLst>
                    <a:gd name="T0" fmla="*/ 27 w 27"/>
                    <a:gd name="T1" fmla="*/ 2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2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2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1" name="Freeform 738"/>
                <p:cNvSpPr>
                  <a:spLocks/>
                </p:cNvSpPr>
                <p:nvPr/>
              </p:nvSpPr>
              <p:spPr bwMode="auto">
                <a:xfrm>
                  <a:off x="2705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2" name="Freeform 739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3" name="Freeform 740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24" cy="6"/>
                </a:xfrm>
                <a:custGeom>
                  <a:avLst/>
                  <a:gdLst>
                    <a:gd name="T0" fmla="*/ 24 w 24"/>
                    <a:gd name="T1" fmla="*/ 2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2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4" name="Freeform 741"/>
                <p:cNvSpPr>
                  <a:spLocks/>
                </p:cNvSpPr>
                <p:nvPr/>
              </p:nvSpPr>
              <p:spPr bwMode="auto">
                <a:xfrm>
                  <a:off x="2704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5" name="Freeform 742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6" name="Freeform 743"/>
                <p:cNvSpPr>
                  <a:spLocks/>
                </p:cNvSpPr>
                <p:nvPr/>
              </p:nvSpPr>
              <p:spPr bwMode="auto">
                <a:xfrm>
                  <a:off x="2683" y="2087"/>
                  <a:ext cx="19" cy="6"/>
                </a:xfrm>
                <a:custGeom>
                  <a:avLst/>
                  <a:gdLst>
                    <a:gd name="T0" fmla="*/ 19 w 19"/>
                    <a:gd name="T1" fmla="*/ 2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2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7" name="Freeform 744"/>
                <p:cNvSpPr>
                  <a:spLocks/>
                </p:cNvSpPr>
                <p:nvPr/>
              </p:nvSpPr>
              <p:spPr bwMode="auto">
                <a:xfrm>
                  <a:off x="2702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8" name="Freeform 745"/>
                <p:cNvSpPr>
                  <a:spLocks/>
                </p:cNvSpPr>
                <p:nvPr/>
              </p:nvSpPr>
              <p:spPr bwMode="auto">
                <a:xfrm>
                  <a:off x="2681" y="2087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2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59" name="Freeform 746"/>
                <p:cNvSpPr>
                  <a:spLocks/>
                </p:cNvSpPr>
                <p:nvPr/>
              </p:nvSpPr>
              <p:spPr bwMode="auto">
                <a:xfrm>
                  <a:off x="2685" y="2087"/>
                  <a:ext cx="15" cy="6"/>
                </a:xfrm>
                <a:custGeom>
                  <a:avLst/>
                  <a:gdLst>
                    <a:gd name="T0" fmla="*/ 15 w 15"/>
                    <a:gd name="T1" fmla="*/ 2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2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0" name="Freeform 747"/>
                <p:cNvSpPr>
                  <a:spLocks/>
                </p:cNvSpPr>
                <p:nvPr/>
              </p:nvSpPr>
              <p:spPr bwMode="auto">
                <a:xfrm>
                  <a:off x="270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1" name="Freeform 748"/>
                <p:cNvSpPr>
                  <a:spLocks/>
                </p:cNvSpPr>
                <p:nvPr/>
              </p:nvSpPr>
              <p:spPr bwMode="auto">
                <a:xfrm>
                  <a:off x="268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2" name="Freeform 749"/>
                <p:cNvSpPr>
                  <a:spLocks/>
                </p:cNvSpPr>
                <p:nvPr/>
              </p:nvSpPr>
              <p:spPr bwMode="auto">
                <a:xfrm>
                  <a:off x="2687" y="2087"/>
                  <a:ext cx="11" cy="6"/>
                </a:xfrm>
                <a:custGeom>
                  <a:avLst/>
                  <a:gdLst>
                    <a:gd name="T0" fmla="*/ 11 w 11"/>
                    <a:gd name="T1" fmla="*/ 2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2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3" name="Freeform 750"/>
                <p:cNvSpPr>
                  <a:spLocks/>
                </p:cNvSpPr>
                <p:nvPr/>
              </p:nvSpPr>
              <p:spPr bwMode="auto">
                <a:xfrm>
                  <a:off x="269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4" name="Freeform 751"/>
                <p:cNvSpPr>
                  <a:spLocks/>
                </p:cNvSpPr>
                <p:nvPr/>
              </p:nvSpPr>
              <p:spPr bwMode="auto">
                <a:xfrm>
                  <a:off x="2686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5" name="Freeform 752"/>
                <p:cNvSpPr>
                  <a:spLocks/>
                </p:cNvSpPr>
                <p:nvPr/>
              </p:nvSpPr>
              <p:spPr bwMode="auto">
                <a:xfrm>
                  <a:off x="2689" y="2087"/>
                  <a:ext cx="6" cy="6"/>
                </a:xfrm>
                <a:custGeom>
                  <a:avLst/>
                  <a:gdLst>
                    <a:gd name="T0" fmla="*/ 6 w 6"/>
                    <a:gd name="T1" fmla="*/ 2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6" name="Freeform 753"/>
                <p:cNvSpPr>
                  <a:spLocks/>
                </p:cNvSpPr>
                <p:nvPr/>
              </p:nvSpPr>
              <p:spPr bwMode="auto">
                <a:xfrm>
                  <a:off x="2695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7" name="Freeform 754"/>
                <p:cNvSpPr>
                  <a:spLocks/>
                </p:cNvSpPr>
                <p:nvPr/>
              </p:nvSpPr>
              <p:spPr bwMode="auto">
                <a:xfrm>
                  <a:off x="268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8" name="Freeform 755"/>
                <p:cNvSpPr>
                  <a:spLocks/>
                </p:cNvSpPr>
                <p:nvPr/>
              </p:nvSpPr>
              <p:spPr bwMode="auto">
                <a:xfrm>
                  <a:off x="2691" y="2087"/>
                  <a:ext cx="2" cy="6"/>
                </a:xfrm>
                <a:custGeom>
                  <a:avLst/>
                  <a:gdLst>
                    <a:gd name="T0" fmla="*/ 2 w 2"/>
                    <a:gd name="T1" fmla="*/ 2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69" name="Freeform 756"/>
                <p:cNvSpPr>
                  <a:spLocks/>
                </p:cNvSpPr>
                <p:nvPr/>
              </p:nvSpPr>
              <p:spPr bwMode="auto">
                <a:xfrm>
                  <a:off x="2693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0" name="Freeform 757"/>
                <p:cNvSpPr>
                  <a:spLocks/>
                </p:cNvSpPr>
                <p:nvPr/>
              </p:nvSpPr>
              <p:spPr bwMode="auto">
                <a:xfrm>
                  <a:off x="2662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1" name="Freeform 758"/>
                <p:cNvSpPr>
                  <a:spLocks/>
                </p:cNvSpPr>
                <p:nvPr/>
              </p:nvSpPr>
              <p:spPr bwMode="auto">
                <a:xfrm>
                  <a:off x="2665" y="2099"/>
                  <a:ext cx="53" cy="5"/>
                </a:xfrm>
                <a:custGeom>
                  <a:avLst/>
                  <a:gdLst>
                    <a:gd name="T0" fmla="*/ 53 w 53"/>
                    <a:gd name="T1" fmla="*/ 2 h 5"/>
                    <a:gd name="T2" fmla="*/ 53 w 53"/>
                    <a:gd name="T3" fmla="*/ 0 h 5"/>
                    <a:gd name="T4" fmla="*/ 0 w 53"/>
                    <a:gd name="T5" fmla="*/ 0 h 5"/>
                    <a:gd name="T6" fmla="*/ 0 w 53"/>
                    <a:gd name="T7" fmla="*/ 5 h 5"/>
                    <a:gd name="T8" fmla="*/ 53 w 53"/>
                    <a:gd name="T9" fmla="*/ 5 h 5"/>
                    <a:gd name="T10" fmla="*/ 53 w 53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5"/>
                    <a:gd name="T20" fmla="*/ 53 w 5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5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3" y="5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2" name="Freeform 759"/>
                <p:cNvSpPr>
                  <a:spLocks/>
                </p:cNvSpPr>
                <p:nvPr/>
              </p:nvSpPr>
              <p:spPr bwMode="auto">
                <a:xfrm>
                  <a:off x="2718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3" name="Freeform 760"/>
                <p:cNvSpPr>
                  <a:spLocks/>
                </p:cNvSpPr>
                <p:nvPr/>
              </p:nvSpPr>
              <p:spPr bwMode="auto">
                <a:xfrm>
                  <a:off x="2664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0 w 3"/>
                    <a:gd name="T3" fmla="*/ 1 h 5"/>
                    <a:gd name="T4" fmla="*/ 0 w 3"/>
                    <a:gd name="T5" fmla="*/ 2 h 5"/>
                    <a:gd name="T6" fmla="*/ 0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4" name="Freeform 761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49" cy="5"/>
                </a:xfrm>
                <a:custGeom>
                  <a:avLst/>
                  <a:gdLst>
                    <a:gd name="T0" fmla="*/ 49 w 49"/>
                    <a:gd name="T1" fmla="*/ 2 h 5"/>
                    <a:gd name="T2" fmla="*/ 49 w 49"/>
                    <a:gd name="T3" fmla="*/ 0 h 5"/>
                    <a:gd name="T4" fmla="*/ 0 w 49"/>
                    <a:gd name="T5" fmla="*/ 0 h 5"/>
                    <a:gd name="T6" fmla="*/ 0 w 49"/>
                    <a:gd name="T7" fmla="*/ 5 h 5"/>
                    <a:gd name="T8" fmla="*/ 49 w 49"/>
                    <a:gd name="T9" fmla="*/ 5 h 5"/>
                    <a:gd name="T10" fmla="*/ 49 w 49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5"/>
                    <a:gd name="T20" fmla="*/ 49 w 49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5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9" y="5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5" name="Freeform 762"/>
                <p:cNvSpPr>
                  <a:spLocks/>
                </p:cNvSpPr>
                <p:nvPr/>
              </p:nvSpPr>
              <p:spPr bwMode="auto">
                <a:xfrm>
                  <a:off x="2716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6" name="Freeform 763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7" name="Freeform 764"/>
                <p:cNvSpPr>
                  <a:spLocks/>
                </p:cNvSpPr>
                <p:nvPr/>
              </p:nvSpPr>
              <p:spPr bwMode="auto">
                <a:xfrm>
                  <a:off x="2669" y="2099"/>
                  <a:ext cx="46" cy="5"/>
                </a:xfrm>
                <a:custGeom>
                  <a:avLst/>
                  <a:gdLst>
                    <a:gd name="T0" fmla="*/ 46 w 46"/>
                    <a:gd name="T1" fmla="*/ 2 h 5"/>
                    <a:gd name="T2" fmla="*/ 46 w 46"/>
                    <a:gd name="T3" fmla="*/ 0 h 5"/>
                    <a:gd name="T4" fmla="*/ 0 w 46"/>
                    <a:gd name="T5" fmla="*/ 0 h 5"/>
                    <a:gd name="T6" fmla="*/ 0 w 46"/>
                    <a:gd name="T7" fmla="*/ 5 h 5"/>
                    <a:gd name="T8" fmla="*/ 46 w 46"/>
                    <a:gd name="T9" fmla="*/ 5 h 5"/>
                    <a:gd name="T10" fmla="*/ 46 w 46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5"/>
                    <a:gd name="T20" fmla="*/ 46 w 46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5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6" y="5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8" name="Freeform 765"/>
                <p:cNvSpPr>
                  <a:spLocks/>
                </p:cNvSpPr>
                <p:nvPr/>
              </p:nvSpPr>
              <p:spPr bwMode="auto">
                <a:xfrm>
                  <a:off x="2715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79" name="Freeform 766"/>
                <p:cNvSpPr>
                  <a:spLocks/>
                </p:cNvSpPr>
                <p:nvPr/>
              </p:nvSpPr>
              <p:spPr bwMode="auto">
                <a:xfrm>
                  <a:off x="2668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80" name="Freeform 767"/>
                <p:cNvSpPr>
                  <a:spLocks/>
                </p:cNvSpPr>
                <p:nvPr/>
              </p:nvSpPr>
              <p:spPr bwMode="auto">
                <a:xfrm>
                  <a:off x="2671" y="2099"/>
                  <a:ext cx="41" cy="5"/>
                </a:xfrm>
                <a:custGeom>
                  <a:avLst/>
                  <a:gdLst>
                    <a:gd name="T0" fmla="*/ 41 w 41"/>
                    <a:gd name="T1" fmla="*/ 2 h 5"/>
                    <a:gd name="T2" fmla="*/ 41 w 41"/>
                    <a:gd name="T3" fmla="*/ 0 h 5"/>
                    <a:gd name="T4" fmla="*/ 0 w 41"/>
                    <a:gd name="T5" fmla="*/ 0 h 5"/>
                    <a:gd name="T6" fmla="*/ 0 w 41"/>
                    <a:gd name="T7" fmla="*/ 5 h 5"/>
                    <a:gd name="T8" fmla="*/ 41 w 41"/>
                    <a:gd name="T9" fmla="*/ 5 h 5"/>
                    <a:gd name="T10" fmla="*/ 41 w 41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5"/>
                    <a:gd name="T20" fmla="*/ 41 w 41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5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1" y="5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81" name="Freeform 768"/>
                <p:cNvSpPr>
                  <a:spLocks/>
                </p:cNvSpPr>
                <p:nvPr/>
              </p:nvSpPr>
              <p:spPr bwMode="auto">
                <a:xfrm>
                  <a:off x="2712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3 w 4"/>
                    <a:gd name="T3" fmla="*/ 4 h 5"/>
                    <a:gd name="T4" fmla="*/ 4 w 4"/>
                    <a:gd name="T5" fmla="*/ 2 h 5"/>
                    <a:gd name="T6" fmla="*/ 3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3" y="4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82" name="Freeform 769"/>
                <p:cNvSpPr>
                  <a:spLocks/>
                </p:cNvSpPr>
                <p:nvPr/>
              </p:nvSpPr>
              <p:spPr bwMode="auto">
                <a:xfrm>
                  <a:off x="267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83" name="Freeform 770"/>
                <p:cNvSpPr>
                  <a:spLocks/>
                </p:cNvSpPr>
                <p:nvPr/>
              </p:nvSpPr>
              <p:spPr bwMode="auto">
                <a:xfrm>
                  <a:off x="2673" y="2099"/>
                  <a:ext cx="37" cy="5"/>
                </a:xfrm>
                <a:custGeom>
                  <a:avLst/>
                  <a:gdLst>
                    <a:gd name="T0" fmla="*/ 37 w 37"/>
                    <a:gd name="T1" fmla="*/ 2 h 5"/>
                    <a:gd name="T2" fmla="*/ 37 w 37"/>
                    <a:gd name="T3" fmla="*/ 0 h 5"/>
                    <a:gd name="T4" fmla="*/ 0 w 37"/>
                    <a:gd name="T5" fmla="*/ 0 h 5"/>
                    <a:gd name="T6" fmla="*/ 0 w 37"/>
                    <a:gd name="T7" fmla="*/ 5 h 5"/>
                    <a:gd name="T8" fmla="*/ 37 w 37"/>
                    <a:gd name="T9" fmla="*/ 5 h 5"/>
                    <a:gd name="T10" fmla="*/ 37 w 3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5"/>
                    <a:gd name="T20" fmla="*/ 37 w 3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5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37" y="5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84" name="Freeform 771"/>
                <p:cNvSpPr>
                  <a:spLocks/>
                </p:cNvSpPr>
                <p:nvPr/>
              </p:nvSpPr>
              <p:spPr bwMode="auto">
                <a:xfrm>
                  <a:off x="2710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2 w 4"/>
                    <a:gd name="T3" fmla="*/ 4 h 5"/>
                    <a:gd name="T4" fmla="*/ 4 w 4"/>
                    <a:gd name="T5" fmla="*/ 2 h 5"/>
                    <a:gd name="T6" fmla="*/ 2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585" name="Freeform 772"/>
                <p:cNvSpPr>
                  <a:spLocks/>
                </p:cNvSpPr>
                <p:nvPr/>
              </p:nvSpPr>
              <p:spPr bwMode="auto">
                <a:xfrm>
                  <a:off x="2672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43251" name="Freeform 773"/>
              <p:cNvSpPr>
                <a:spLocks/>
              </p:cNvSpPr>
              <p:nvPr/>
            </p:nvSpPr>
            <p:spPr bwMode="auto">
              <a:xfrm>
                <a:off x="2674" y="2099"/>
                <a:ext cx="34" cy="5"/>
              </a:xfrm>
              <a:custGeom>
                <a:avLst/>
                <a:gdLst>
                  <a:gd name="T0" fmla="*/ 34 w 34"/>
                  <a:gd name="T1" fmla="*/ 2 h 5"/>
                  <a:gd name="T2" fmla="*/ 34 w 34"/>
                  <a:gd name="T3" fmla="*/ 0 h 5"/>
                  <a:gd name="T4" fmla="*/ 0 w 34"/>
                  <a:gd name="T5" fmla="*/ 0 h 5"/>
                  <a:gd name="T6" fmla="*/ 0 w 34"/>
                  <a:gd name="T7" fmla="*/ 5 h 5"/>
                  <a:gd name="T8" fmla="*/ 34 w 34"/>
                  <a:gd name="T9" fmla="*/ 5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5"/>
                  <a:gd name="T20" fmla="*/ 34 w 3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5">
                    <a:moveTo>
                      <a:pt x="34" y="2"/>
                    </a:moveTo>
                    <a:lnTo>
                      <a:pt x="3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4" y="5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2" name="Freeform 774"/>
              <p:cNvSpPr>
                <a:spLocks/>
              </p:cNvSpPr>
              <p:nvPr/>
            </p:nvSpPr>
            <p:spPr bwMode="auto">
              <a:xfrm>
                <a:off x="270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3" name="Freeform 775"/>
              <p:cNvSpPr>
                <a:spLocks/>
              </p:cNvSpPr>
              <p:nvPr/>
            </p:nvSpPr>
            <p:spPr bwMode="auto">
              <a:xfrm>
                <a:off x="2674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4" name="Freeform 776"/>
              <p:cNvSpPr>
                <a:spLocks/>
              </p:cNvSpPr>
              <p:nvPr/>
            </p:nvSpPr>
            <p:spPr bwMode="auto">
              <a:xfrm>
                <a:off x="2676" y="2099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0 h 5"/>
                  <a:gd name="T4" fmla="*/ 0 w 31"/>
                  <a:gd name="T5" fmla="*/ 0 h 5"/>
                  <a:gd name="T6" fmla="*/ 0 w 31"/>
                  <a:gd name="T7" fmla="*/ 5 h 5"/>
                  <a:gd name="T8" fmla="*/ 31 w 31"/>
                  <a:gd name="T9" fmla="*/ 5 h 5"/>
                  <a:gd name="T10" fmla="*/ 31 w 3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5"/>
                  <a:gd name="T20" fmla="*/ 31 w 3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5">
                    <a:moveTo>
                      <a:pt x="31" y="2"/>
                    </a:moveTo>
                    <a:lnTo>
                      <a:pt x="3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5" name="Freeform 777"/>
              <p:cNvSpPr>
                <a:spLocks/>
              </p:cNvSpPr>
              <p:nvPr/>
            </p:nvSpPr>
            <p:spPr bwMode="auto">
              <a:xfrm>
                <a:off x="2707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6" name="Freeform 778"/>
              <p:cNvSpPr>
                <a:spLocks/>
              </p:cNvSpPr>
              <p:nvPr/>
            </p:nvSpPr>
            <p:spPr bwMode="auto">
              <a:xfrm>
                <a:off x="2676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7" name="Freeform 779"/>
              <p:cNvSpPr>
                <a:spLocks/>
              </p:cNvSpPr>
              <p:nvPr/>
            </p:nvSpPr>
            <p:spPr bwMode="auto">
              <a:xfrm>
                <a:off x="2678" y="2099"/>
                <a:ext cx="27" cy="5"/>
              </a:xfrm>
              <a:custGeom>
                <a:avLst/>
                <a:gdLst>
                  <a:gd name="T0" fmla="*/ 27 w 27"/>
                  <a:gd name="T1" fmla="*/ 2 h 5"/>
                  <a:gd name="T2" fmla="*/ 27 w 27"/>
                  <a:gd name="T3" fmla="*/ 0 h 5"/>
                  <a:gd name="T4" fmla="*/ 0 w 27"/>
                  <a:gd name="T5" fmla="*/ 0 h 5"/>
                  <a:gd name="T6" fmla="*/ 0 w 27"/>
                  <a:gd name="T7" fmla="*/ 5 h 5"/>
                  <a:gd name="T8" fmla="*/ 27 w 27"/>
                  <a:gd name="T9" fmla="*/ 5 h 5"/>
                  <a:gd name="T10" fmla="*/ 27 w 27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5"/>
                  <a:gd name="T20" fmla="*/ 27 w 27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5">
                    <a:moveTo>
                      <a:pt x="27" y="2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5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8" name="Freeform 780"/>
              <p:cNvSpPr>
                <a:spLocks/>
              </p:cNvSpPr>
              <p:nvPr/>
            </p:nvSpPr>
            <p:spPr bwMode="auto">
              <a:xfrm>
                <a:off x="2705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59" name="Freeform 781"/>
              <p:cNvSpPr>
                <a:spLocks/>
              </p:cNvSpPr>
              <p:nvPr/>
            </p:nvSpPr>
            <p:spPr bwMode="auto">
              <a:xfrm>
                <a:off x="2678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0" name="Freeform 782"/>
              <p:cNvSpPr>
                <a:spLocks/>
              </p:cNvSpPr>
              <p:nvPr/>
            </p:nvSpPr>
            <p:spPr bwMode="auto">
              <a:xfrm>
                <a:off x="2680" y="2099"/>
                <a:ext cx="23" cy="5"/>
              </a:xfrm>
              <a:custGeom>
                <a:avLst/>
                <a:gdLst>
                  <a:gd name="T0" fmla="*/ 23 w 23"/>
                  <a:gd name="T1" fmla="*/ 2 h 5"/>
                  <a:gd name="T2" fmla="*/ 23 w 23"/>
                  <a:gd name="T3" fmla="*/ 0 h 5"/>
                  <a:gd name="T4" fmla="*/ 0 w 23"/>
                  <a:gd name="T5" fmla="*/ 0 h 5"/>
                  <a:gd name="T6" fmla="*/ 0 w 23"/>
                  <a:gd name="T7" fmla="*/ 5 h 5"/>
                  <a:gd name="T8" fmla="*/ 23 w 23"/>
                  <a:gd name="T9" fmla="*/ 5 h 5"/>
                  <a:gd name="T10" fmla="*/ 23 w 23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"/>
                  <a:gd name="T20" fmla="*/ 23 w 2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">
                    <a:moveTo>
                      <a:pt x="23" y="2"/>
                    </a:moveTo>
                    <a:lnTo>
                      <a:pt x="23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3" y="5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1" name="Freeform 783"/>
              <p:cNvSpPr>
                <a:spLocks/>
              </p:cNvSpPr>
              <p:nvPr/>
            </p:nvSpPr>
            <p:spPr bwMode="auto">
              <a:xfrm>
                <a:off x="270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2" name="Freeform 784"/>
              <p:cNvSpPr>
                <a:spLocks/>
              </p:cNvSpPr>
              <p:nvPr/>
            </p:nvSpPr>
            <p:spPr bwMode="auto">
              <a:xfrm>
                <a:off x="2680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0 w 3"/>
                  <a:gd name="T5" fmla="*/ 2 h 5"/>
                  <a:gd name="T6" fmla="*/ 0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3" name="Freeform 785"/>
              <p:cNvSpPr>
                <a:spLocks/>
              </p:cNvSpPr>
              <p:nvPr/>
            </p:nvSpPr>
            <p:spPr bwMode="auto">
              <a:xfrm>
                <a:off x="2683" y="2099"/>
                <a:ext cx="18" cy="5"/>
              </a:xfrm>
              <a:custGeom>
                <a:avLst/>
                <a:gdLst>
                  <a:gd name="T0" fmla="*/ 18 w 18"/>
                  <a:gd name="T1" fmla="*/ 2 h 5"/>
                  <a:gd name="T2" fmla="*/ 18 w 18"/>
                  <a:gd name="T3" fmla="*/ 0 h 5"/>
                  <a:gd name="T4" fmla="*/ 0 w 18"/>
                  <a:gd name="T5" fmla="*/ 0 h 5"/>
                  <a:gd name="T6" fmla="*/ 0 w 18"/>
                  <a:gd name="T7" fmla="*/ 5 h 5"/>
                  <a:gd name="T8" fmla="*/ 18 w 18"/>
                  <a:gd name="T9" fmla="*/ 5 h 5"/>
                  <a:gd name="T10" fmla="*/ 18 w 18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5"/>
                  <a:gd name="T20" fmla="*/ 18 w 18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5">
                    <a:moveTo>
                      <a:pt x="18" y="2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8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4" name="Freeform 786"/>
              <p:cNvSpPr>
                <a:spLocks/>
              </p:cNvSpPr>
              <p:nvPr/>
            </p:nvSpPr>
            <p:spPr bwMode="auto">
              <a:xfrm>
                <a:off x="2701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5" name="Freeform 787"/>
              <p:cNvSpPr>
                <a:spLocks/>
              </p:cNvSpPr>
              <p:nvPr/>
            </p:nvSpPr>
            <p:spPr bwMode="auto">
              <a:xfrm>
                <a:off x="2681" y="2099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1 h 5"/>
                  <a:gd name="T4" fmla="*/ 0 w 4"/>
                  <a:gd name="T5" fmla="*/ 2 h 5"/>
                  <a:gd name="T6" fmla="*/ 2 w 4"/>
                  <a:gd name="T7" fmla="*/ 4 h 5"/>
                  <a:gd name="T8" fmla="*/ 4 w 4"/>
                  <a:gd name="T9" fmla="*/ 5 h 5"/>
                  <a:gd name="T10" fmla="*/ 4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4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6" name="Freeform 788"/>
              <p:cNvSpPr>
                <a:spLocks/>
              </p:cNvSpPr>
              <p:nvPr/>
            </p:nvSpPr>
            <p:spPr bwMode="auto">
              <a:xfrm>
                <a:off x="2685" y="2099"/>
                <a:ext cx="14" cy="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0 h 5"/>
                  <a:gd name="T4" fmla="*/ 0 w 14"/>
                  <a:gd name="T5" fmla="*/ 0 h 5"/>
                  <a:gd name="T6" fmla="*/ 0 w 14"/>
                  <a:gd name="T7" fmla="*/ 5 h 5"/>
                  <a:gd name="T8" fmla="*/ 14 w 14"/>
                  <a:gd name="T9" fmla="*/ 5 h 5"/>
                  <a:gd name="T10" fmla="*/ 14 w 1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"/>
                  <a:gd name="T20" fmla="*/ 14 w 1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">
                    <a:moveTo>
                      <a:pt x="14" y="2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7" name="Freeform 789"/>
              <p:cNvSpPr>
                <a:spLocks/>
              </p:cNvSpPr>
              <p:nvPr/>
            </p:nvSpPr>
            <p:spPr bwMode="auto">
              <a:xfrm>
                <a:off x="2699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8" name="Freeform 790"/>
              <p:cNvSpPr>
                <a:spLocks/>
              </p:cNvSpPr>
              <p:nvPr/>
            </p:nvSpPr>
            <p:spPr bwMode="auto">
              <a:xfrm>
                <a:off x="2684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69" name="Freeform 791"/>
              <p:cNvSpPr>
                <a:spLocks/>
              </p:cNvSpPr>
              <p:nvPr/>
            </p:nvSpPr>
            <p:spPr bwMode="auto">
              <a:xfrm>
                <a:off x="2687" y="2099"/>
                <a:ext cx="11" cy="5"/>
              </a:xfrm>
              <a:custGeom>
                <a:avLst/>
                <a:gdLst>
                  <a:gd name="T0" fmla="*/ 11 w 11"/>
                  <a:gd name="T1" fmla="*/ 2 h 5"/>
                  <a:gd name="T2" fmla="*/ 11 w 11"/>
                  <a:gd name="T3" fmla="*/ 0 h 5"/>
                  <a:gd name="T4" fmla="*/ 0 w 11"/>
                  <a:gd name="T5" fmla="*/ 0 h 5"/>
                  <a:gd name="T6" fmla="*/ 0 w 11"/>
                  <a:gd name="T7" fmla="*/ 5 h 5"/>
                  <a:gd name="T8" fmla="*/ 11 w 11"/>
                  <a:gd name="T9" fmla="*/ 5 h 5"/>
                  <a:gd name="T10" fmla="*/ 11 w 1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5"/>
                  <a:gd name="T20" fmla="*/ 11 w 1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5">
                    <a:moveTo>
                      <a:pt x="11" y="2"/>
                    </a:moveTo>
                    <a:lnTo>
                      <a:pt x="1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0" name="Freeform 792"/>
              <p:cNvSpPr>
                <a:spLocks/>
              </p:cNvSpPr>
              <p:nvPr/>
            </p:nvSpPr>
            <p:spPr bwMode="auto">
              <a:xfrm>
                <a:off x="269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1" name="Freeform 793"/>
              <p:cNvSpPr>
                <a:spLocks/>
              </p:cNvSpPr>
              <p:nvPr/>
            </p:nvSpPr>
            <p:spPr bwMode="auto">
              <a:xfrm>
                <a:off x="2686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2" name="Freeform 794"/>
              <p:cNvSpPr>
                <a:spLocks/>
              </p:cNvSpPr>
              <p:nvPr/>
            </p:nvSpPr>
            <p:spPr bwMode="auto">
              <a:xfrm>
                <a:off x="2689" y="2099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6 w 6"/>
                  <a:gd name="T3" fmla="*/ 0 h 5"/>
                  <a:gd name="T4" fmla="*/ 0 w 6"/>
                  <a:gd name="T5" fmla="*/ 0 h 5"/>
                  <a:gd name="T6" fmla="*/ 0 w 6"/>
                  <a:gd name="T7" fmla="*/ 5 h 5"/>
                  <a:gd name="T8" fmla="*/ 6 w 6"/>
                  <a:gd name="T9" fmla="*/ 5 h 5"/>
                  <a:gd name="T10" fmla="*/ 6 w 6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5"/>
                  <a:gd name="T20" fmla="*/ 6 w 6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5">
                    <a:moveTo>
                      <a:pt x="6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3" name="Freeform 795"/>
              <p:cNvSpPr>
                <a:spLocks/>
              </p:cNvSpPr>
              <p:nvPr/>
            </p:nvSpPr>
            <p:spPr bwMode="auto">
              <a:xfrm>
                <a:off x="2695" y="2099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3 w 4"/>
                  <a:gd name="T3" fmla="*/ 4 h 5"/>
                  <a:gd name="T4" fmla="*/ 4 w 4"/>
                  <a:gd name="T5" fmla="*/ 2 h 5"/>
                  <a:gd name="T6" fmla="*/ 3 w 4"/>
                  <a:gd name="T7" fmla="*/ 1 h 5"/>
                  <a:gd name="T8" fmla="*/ 0 w 4"/>
                  <a:gd name="T9" fmla="*/ 0 h 5"/>
                  <a:gd name="T10" fmla="*/ 0 w 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0" y="5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4" name="Freeform 796"/>
              <p:cNvSpPr>
                <a:spLocks/>
              </p:cNvSpPr>
              <p:nvPr/>
            </p:nvSpPr>
            <p:spPr bwMode="auto">
              <a:xfrm>
                <a:off x="2688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5" name="Freeform 797"/>
              <p:cNvSpPr>
                <a:spLocks/>
              </p:cNvSpPr>
              <p:nvPr/>
            </p:nvSpPr>
            <p:spPr bwMode="auto">
              <a:xfrm>
                <a:off x="2691" y="2099"/>
                <a:ext cx="2" cy="5"/>
              </a:xfrm>
              <a:custGeom>
                <a:avLst/>
                <a:gdLst>
                  <a:gd name="T0" fmla="*/ 2 w 2"/>
                  <a:gd name="T1" fmla="*/ 2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5 h 5"/>
                  <a:gd name="T8" fmla="*/ 2 w 2"/>
                  <a:gd name="T9" fmla="*/ 5 h 5"/>
                  <a:gd name="T10" fmla="*/ 2 w 2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6" name="Freeform 798"/>
              <p:cNvSpPr>
                <a:spLocks/>
              </p:cNvSpPr>
              <p:nvPr/>
            </p:nvSpPr>
            <p:spPr bwMode="auto">
              <a:xfrm>
                <a:off x="269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7" name="Freeform 799"/>
              <p:cNvSpPr>
                <a:spLocks/>
              </p:cNvSpPr>
              <p:nvPr/>
            </p:nvSpPr>
            <p:spPr bwMode="auto">
              <a:xfrm>
                <a:off x="2676" y="1794"/>
                <a:ext cx="29" cy="75"/>
              </a:xfrm>
              <a:custGeom>
                <a:avLst/>
                <a:gdLst>
                  <a:gd name="T0" fmla="*/ 5 w 29"/>
                  <a:gd name="T1" fmla="*/ 0 h 75"/>
                  <a:gd name="T2" fmla="*/ 16 w 29"/>
                  <a:gd name="T3" fmla="*/ 41 h 75"/>
                  <a:gd name="T4" fmla="*/ 0 w 29"/>
                  <a:gd name="T5" fmla="*/ 38 h 75"/>
                  <a:gd name="T6" fmla="*/ 17 w 29"/>
                  <a:gd name="T7" fmla="*/ 75 h 75"/>
                  <a:gd name="T8" fmla="*/ 13 w 29"/>
                  <a:gd name="T9" fmla="*/ 49 h 75"/>
                  <a:gd name="T10" fmla="*/ 29 w 29"/>
                  <a:gd name="T11" fmla="*/ 51 h 75"/>
                  <a:gd name="T12" fmla="*/ 5 w 29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75"/>
                  <a:gd name="T23" fmla="*/ 29 w 29"/>
                  <a:gd name="T24" fmla="*/ 75 h 7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75">
                    <a:moveTo>
                      <a:pt x="5" y="0"/>
                    </a:moveTo>
                    <a:lnTo>
                      <a:pt x="16" y="41"/>
                    </a:lnTo>
                    <a:lnTo>
                      <a:pt x="0" y="38"/>
                    </a:lnTo>
                    <a:lnTo>
                      <a:pt x="17" y="75"/>
                    </a:lnTo>
                    <a:lnTo>
                      <a:pt x="13" y="49"/>
                    </a:lnTo>
                    <a:lnTo>
                      <a:pt x="29" y="5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8" name="Freeform 800"/>
              <p:cNvSpPr>
                <a:spLocks/>
              </p:cNvSpPr>
              <p:nvPr/>
            </p:nvSpPr>
            <p:spPr bwMode="auto">
              <a:xfrm>
                <a:off x="2678" y="1794"/>
                <a:ext cx="16" cy="43"/>
              </a:xfrm>
              <a:custGeom>
                <a:avLst/>
                <a:gdLst>
                  <a:gd name="T0" fmla="*/ 13 w 16"/>
                  <a:gd name="T1" fmla="*/ 43 h 43"/>
                  <a:gd name="T2" fmla="*/ 16 w 16"/>
                  <a:gd name="T3" fmla="*/ 40 h 43"/>
                  <a:gd name="T4" fmla="*/ 6 w 16"/>
                  <a:gd name="T5" fmla="*/ 0 h 43"/>
                  <a:gd name="T6" fmla="*/ 0 w 16"/>
                  <a:gd name="T7" fmla="*/ 1 h 43"/>
                  <a:gd name="T8" fmla="*/ 11 w 16"/>
                  <a:gd name="T9" fmla="*/ 41 h 43"/>
                  <a:gd name="T10" fmla="*/ 14 w 16"/>
                  <a:gd name="T11" fmla="*/ 38 h 43"/>
                  <a:gd name="T12" fmla="*/ 11 w 16"/>
                  <a:gd name="T13" fmla="*/ 41 h 43"/>
                  <a:gd name="T14" fmla="*/ 12 w 16"/>
                  <a:gd name="T15" fmla="*/ 43 h 43"/>
                  <a:gd name="T16" fmla="*/ 14 w 16"/>
                  <a:gd name="T17" fmla="*/ 43 h 43"/>
                  <a:gd name="T18" fmla="*/ 16 w 16"/>
                  <a:gd name="T19" fmla="*/ 42 h 43"/>
                  <a:gd name="T20" fmla="*/ 16 w 16"/>
                  <a:gd name="T21" fmla="*/ 40 h 43"/>
                  <a:gd name="T22" fmla="*/ 13 w 16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43"/>
                  <a:gd name="T38" fmla="*/ 16 w 16"/>
                  <a:gd name="T39" fmla="*/ 43 h 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43">
                    <a:moveTo>
                      <a:pt x="13" y="43"/>
                    </a:moveTo>
                    <a:lnTo>
                      <a:pt x="16" y="40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11" y="41"/>
                    </a:lnTo>
                    <a:lnTo>
                      <a:pt x="14" y="38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3" y="4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79" name="Freeform 801"/>
              <p:cNvSpPr>
                <a:spLocks/>
              </p:cNvSpPr>
              <p:nvPr/>
            </p:nvSpPr>
            <p:spPr bwMode="auto">
              <a:xfrm>
                <a:off x="2674" y="1830"/>
                <a:ext cx="18" cy="7"/>
              </a:xfrm>
              <a:custGeom>
                <a:avLst/>
                <a:gdLst>
                  <a:gd name="T0" fmla="*/ 4 w 18"/>
                  <a:gd name="T1" fmla="*/ 2 h 7"/>
                  <a:gd name="T2" fmla="*/ 2 w 18"/>
                  <a:gd name="T3" fmla="*/ 5 h 7"/>
                  <a:gd name="T4" fmla="*/ 17 w 18"/>
                  <a:gd name="T5" fmla="*/ 7 h 7"/>
                  <a:gd name="T6" fmla="*/ 18 w 18"/>
                  <a:gd name="T7" fmla="*/ 2 h 7"/>
                  <a:gd name="T8" fmla="*/ 3 w 18"/>
                  <a:gd name="T9" fmla="*/ 0 h 7"/>
                  <a:gd name="T10" fmla="*/ 0 w 18"/>
                  <a:gd name="T11" fmla="*/ 3 h 7"/>
                  <a:gd name="T12" fmla="*/ 3 w 18"/>
                  <a:gd name="T13" fmla="*/ 0 h 7"/>
                  <a:gd name="T14" fmla="*/ 1 w 18"/>
                  <a:gd name="T15" fmla="*/ 1 h 7"/>
                  <a:gd name="T16" fmla="*/ 0 w 18"/>
                  <a:gd name="T17" fmla="*/ 2 h 7"/>
                  <a:gd name="T18" fmla="*/ 0 w 18"/>
                  <a:gd name="T19" fmla="*/ 4 h 7"/>
                  <a:gd name="T20" fmla="*/ 2 w 18"/>
                  <a:gd name="T21" fmla="*/ 5 h 7"/>
                  <a:gd name="T22" fmla="*/ 4 w 18"/>
                  <a:gd name="T23" fmla="*/ 2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4" y="2"/>
                    </a:moveTo>
                    <a:lnTo>
                      <a:pt x="2" y="5"/>
                    </a:lnTo>
                    <a:lnTo>
                      <a:pt x="17" y="7"/>
                    </a:lnTo>
                    <a:lnTo>
                      <a:pt x="18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0" name="Freeform 802"/>
              <p:cNvSpPr>
                <a:spLocks/>
              </p:cNvSpPr>
              <p:nvPr/>
            </p:nvSpPr>
            <p:spPr bwMode="auto">
              <a:xfrm>
                <a:off x="2674" y="1832"/>
                <a:ext cx="21" cy="40"/>
              </a:xfrm>
              <a:custGeom>
                <a:avLst/>
                <a:gdLst>
                  <a:gd name="T0" fmla="*/ 16 w 21"/>
                  <a:gd name="T1" fmla="*/ 37 h 40"/>
                  <a:gd name="T2" fmla="*/ 21 w 21"/>
                  <a:gd name="T3" fmla="*/ 36 h 40"/>
                  <a:gd name="T4" fmla="*/ 4 w 21"/>
                  <a:gd name="T5" fmla="*/ 0 h 40"/>
                  <a:gd name="T6" fmla="*/ 0 w 21"/>
                  <a:gd name="T7" fmla="*/ 2 h 40"/>
                  <a:gd name="T8" fmla="*/ 16 w 21"/>
                  <a:gd name="T9" fmla="*/ 38 h 40"/>
                  <a:gd name="T10" fmla="*/ 21 w 21"/>
                  <a:gd name="T11" fmla="*/ 37 h 40"/>
                  <a:gd name="T12" fmla="*/ 16 w 21"/>
                  <a:gd name="T13" fmla="*/ 38 h 40"/>
                  <a:gd name="T14" fmla="*/ 18 w 21"/>
                  <a:gd name="T15" fmla="*/ 40 h 40"/>
                  <a:gd name="T16" fmla="*/ 19 w 21"/>
                  <a:gd name="T17" fmla="*/ 40 h 40"/>
                  <a:gd name="T18" fmla="*/ 21 w 21"/>
                  <a:gd name="T19" fmla="*/ 38 h 40"/>
                  <a:gd name="T20" fmla="*/ 21 w 21"/>
                  <a:gd name="T21" fmla="*/ 36 h 40"/>
                  <a:gd name="T22" fmla="*/ 16 w 21"/>
                  <a:gd name="T23" fmla="*/ 37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40"/>
                  <a:gd name="T38" fmla="*/ 21 w 21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40">
                    <a:moveTo>
                      <a:pt x="16" y="37"/>
                    </a:moveTo>
                    <a:lnTo>
                      <a:pt x="21" y="3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6" y="38"/>
                    </a:lnTo>
                    <a:lnTo>
                      <a:pt x="21" y="37"/>
                    </a:lnTo>
                    <a:lnTo>
                      <a:pt x="16" y="38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16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1" name="Freeform 803"/>
              <p:cNvSpPr>
                <a:spLocks/>
              </p:cNvSpPr>
              <p:nvPr/>
            </p:nvSpPr>
            <p:spPr bwMode="auto">
              <a:xfrm>
                <a:off x="2687" y="1841"/>
                <a:ext cx="8" cy="28"/>
              </a:xfrm>
              <a:custGeom>
                <a:avLst/>
                <a:gdLst>
                  <a:gd name="T0" fmla="*/ 3 w 8"/>
                  <a:gd name="T1" fmla="*/ 0 h 28"/>
                  <a:gd name="T2" fmla="*/ 0 w 8"/>
                  <a:gd name="T3" fmla="*/ 3 h 28"/>
                  <a:gd name="T4" fmla="*/ 3 w 8"/>
                  <a:gd name="T5" fmla="*/ 28 h 28"/>
                  <a:gd name="T6" fmla="*/ 8 w 8"/>
                  <a:gd name="T7" fmla="*/ 27 h 28"/>
                  <a:gd name="T8" fmla="*/ 4 w 8"/>
                  <a:gd name="T9" fmla="*/ 2 h 28"/>
                  <a:gd name="T10" fmla="*/ 2 w 8"/>
                  <a:gd name="T11" fmla="*/ 5 h 28"/>
                  <a:gd name="T12" fmla="*/ 4 w 8"/>
                  <a:gd name="T13" fmla="*/ 2 h 28"/>
                  <a:gd name="T14" fmla="*/ 4 w 8"/>
                  <a:gd name="T15" fmla="*/ 1 h 28"/>
                  <a:gd name="T16" fmla="*/ 2 w 8"/>
                  <a:gd name="T17" fmla="*/ 0 h 28"/>
                  <a:gd name="T18" fmla="*/ 1 w 8"/>
                  <a:gd name="T19" fmla="*/ 1 h 28"/>
                  <a:gd name="T20" fmla="*/ 0 w 8"/>
                  <a:gd name="T21" fmla="*/ 3 h 28"/>
                  <a:gd name="T22" fmla="*/ 3 w 8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28"/>
                  <a:gd name="T38" fmla="*/ 8 w 8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28">
                    <a:moveTo>
                      <a:pt x="3" y="0"/>
                    </a:moveTo>
                    <a:lnTo>
                      <a:pt x="0" y="3"/>
                    </a:lnTo>
                    <a:lnTo>
                      <a:pt x="3" y="28"/>
                    </a:lnTo>
                    <a:lnTo>
                      <a:pt x="8" y="27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2" name="Freeform 804"/>
              <p:cNvSpPr>
                <a:spLocks/>
              </p:cNvSpPr>
              <p:nvPr/>
            </p:nvSpPr>
            <p:spPr bwMode="auto">
              <a:xfrm>
                <a:off x="2689" y="1841"/>
                <a:ext cx="18" cy="7"/>
              </a:xfrm>
              <a:custGeom>
                <a:avLst/>
                <a:gdLst>
                  <a:gd name="T0" fmla="*/ 14 w 18"/>
                  <a:gd name="T1" fmla="*/ 5 h 7"/>
                  <a:gd name="T2" fmla="*/ 16 w 18"/>
                  <a:gd name="T3" fmla="*/ 2 h 7"/>
                  <a:gd name="T4" fmla="*/ 1 w 18"/>
                  <a:gd name="T5" fmla="*/ 0 h 7"/>
                  <a:gd name="T6" fmla="*/ 0 w 18"/>
                  <a:gd name="T7" fmla="*/ 5 h 7"/>
                  <a:gd name="T8" fmla="*/ 15 w 18"/>
                  <a:gd name="T9" fmla="*/ 7 h 7"/>
                  <a:gd name="T10" fmla="*/ 18 w 18"/>
                  <a:gd name="T11" fmla="*/ 4 h 7"/>
                  <a:gd name="T12" fmla="*/ 15 w 18"/>
                  <a:gd name="T13" fmla="*/ 7 h 7"/>
                  <a:gd name="T14" fmla="*/ 17 w 18"/>
                  <a:gd name="T15" fmla="*/ 6 h 7"/>
                  <a:gd name="T16" fmla="*/ 18 w 18"/>
                  <a:gd name="T17" fmla="*/ 5 h 7"/>
                  <a:gd name="T18" fmla="*/ 17 w 18"/>
                  <a:gd name="T19" fmla="*/ 3 h 7"/>
                  <a:gd name="T20" fmla="*/ 16 w 18"/>
                  <a:gd name="T21" fmla="*/ 2 h 7"/>
                  <a:gd name="T22" fmla="*/ 14 w 18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14" y="5"/>
                    </a:moveTo>
                    <a:lnTo>
                      <a:pt x="16" y="2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5" y="7"/>
                    </a:lnTo>
                    <a:lnTo>
                      <a:pt x="18" y="4"/>
                    </a:lnTo>
                    <a:lnTo>
                      <a:pt x="15" y="7"/>
                    </a:lnTo>
                    <a:lnTo>
                      <a:pt x="17" y="6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3" name="Freeform 805"/>
              <p:cNvSpPr>
                <a:spLocks/>
              </p:cNvSpPr>
              <p:nvPr/>
            </p:nvSpPr>
            <p:spPr bwMode="auto">
              <a:xfrm>
                <a:off x="2678" y="1791"/>
                <a:ext cx="29" cy="55"/>
              </a:xfrm>
              <a:custGeom>
                <a:avLst/>
                <a:gdLst>
                  <a:gd name="T0" fmla="*/ 6 w 29"/>
                  <a:gd name="T1" fmla="*/ 2 h 55"/>
                  <a:gd name="T2" fmla="*/ 0 w 29"/>
                  <a:gd name="T3" fmla="*/ 4 h 55"/>
                  <a:gd name="T4" fmla="*/ 25 w 29"/>
                  <a:gd name="T5" fmla="*/ 55 h 55"/>
                  <a:gd name="T6" fmla="*/ 29 w 29"/>
                  <a:gd name="T7" fmla="*/ 53 h 55"/>
                  <a:gd name="T8" fmla="*/ 6 w 29"/>
                  <a:gd name="T9" fmla="*/ 2 h 55"/>
                  <a:gd name="T10" fmla="*/ 0 w 29"/>
                  <a:gd name="T11" fmla="*/ 4 h 55"/>
                  <a:gd name="T12" fmla="*/ 6 w 29"/>
                  <a:gd name="T13" fmla="*/ 2 h 55"/>
                  <a:gd name="T14" fmla="*/ 5 w 29"/>
                  <a:gd name="T15" fmla="*/ 0 h 55"/>
                  <a:gd name="T16" fmla="*/ 1 w 29"/>
                  <a:gd name="T17" fmla="*/ 0 h 55"/>
                  <a:gd name="T18" fmla="*/ 0 w 29"/>
                  <a:gd name="T19" fmla="*/ 2 h 55"/>
                  <a:gd name="T20" fmla="*/ 0 w 29"/>
                  <a:gd name="T21" fmla="*/ 4 h 55"/>
                  <a:gd name="T22" fmla="*/ 6 w 29"/>
                  <a:gd name="T23" fmla="*/ 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55"/>
                  <a:gd name="T38" fmla="*/ 29 w 29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55">
                    <a:moveTo>
                      <a:pt x="6" y="2"/>
                    </a:moveTo>
                    <a:lnTo>
                      <a:pt x="0" y="4"/>
                    </a:lnTo>
                    <a:lnTo>
                      <a:pt x="25" y="55"/>
                    </a:lnTo>
                    <a:lnTo>
                      <a:pt x="29" y="53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4" name="Freeform 806"/>
              <p:cNvSpPr>
                <a:spLocks/>
              </p:cNvSpPr>
              <p:nvPr/>
            </p:nvSpPr>
            <p:spPr bwMode="auto">
              <a:xfrm>
                <a:off x="2677" y="1797"/>
                <a:ext cx="27" cy="70"/>
              </a:xfrm>
              <a:custGeom>
                <a:avLst/>
                <a:gdLst>
                  <a:gd name="T0" fmla="*/ 6 w 27"/>
                  <a:gd name="T1" fmla="*/ 0 h 70"/>
                  <a:gd name="T2" fmla="*/ 27 w 27"/>
                  <a:gd name="T3" fmla="*/ 48 h 70"/>
                  <a:gd name="T4" fmla="*/ 11 w 27"/>
                  <a:gd name="T5" fmla="*/ 46 h 70"/>
                  <a:gd name="T6" fmla="*/ 15 w 27"/>
                  <a:gd name="T7" fmla="*/ 70 h 70"/>
                  <a:gd name="T8" fmla="*/ 0 w 27"/>
                  <a:gd name="T9" fmla="*/ 36 h 70"/>
                  <a:gd name="T10" fmla="*/ 15 w 27"/>
                  <a:gd name="T11" fmla="*/ 38 h 70"/>
                  <a:gd name="T12" fmla="*/ 6 w 27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70"/>
                  <a:gd name="T23" fmla="*/ 27 w 27"/>
                  <a:gd name="T24" fmla="*/ 70 h 7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70">
                    <a:moveTo>
                      <a:pt x="6" y="0"/>
                    </a:moveTo>
                    <a:lnTo>
                      <a:pt x="27" y="48"/>
                    </a:lnTo>
                    <a:lnTo>
                      <a:pt x="11" y="46"/>
                    </a:lnTo>
                    <a:lnTo>
                      <a:pt x="15" y="70"/>
                    </a:lnTo>
                    <a:lnTo>
                      <a:pt x="0" y="36"/>
                    </a:lnTo>
                    <a:lnTo>
                      <a:pt x="15" y="3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5" name="Freeform 807"/>
              <p:cNvSpPr>
                <a:spLocks/>
              </p:cNvSpPr>
              <p:nvPr/>
            </p:nvSpPr>
            <p:spPr bwMode="auto">
              <a:xfrm>
                <a:off x="2677" y="1800"/>
                <a:ext cx="27" cy="65"/>
              </a:xfrm>
              <a:custGeom>
                <a:avLst/>
                <a:gdLst>
                  <a:gd name="T0" fmla="*/ 7 w 27"/>
                  <a:gd name="T1" fmla="*/ 0 h 65"/>
                  <a:gd name="T2" fmla="*/ 27 w 27"/>
                  <a:gd name="T3" fmla="*/ 44 h 65"/>
                  <a:gd name="T4" fmla="*/ 11 w 27"/>
                  <a:gd name="T5" fmla="*/ 42 h 65"/>
                  <a:gd name="T6" fmla="*/ 14 w 27"/>
                  <a:gd name="T7" fmla="*/ 65 h 65"/>
                  <a:gd name="T8" fmla="*/ 0 w 27"/>
                  <a:gd name="T9" fmla="*/ 33 h 65"/>
                  <a:gd name="T10" fmla="*/ 16 w 27"/>
                  <a:gd name="T11" fmla="*/ 35 h 65"/>
                  <a:gd name="T12" fmla="*/ 7 w 27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65"/>
                  <a:gd name="T23" fmla="*/ 27 w 27"/>
                  <a:gd name="T24" fmla="*/ 65 h 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65">
                    <a:moveTo>
                      <a:pt x="7" y="0"/>
                    </a:moveTo>
                    <a:lnTo>
                      <a:pt x="27" y="44"/>
                    </a:lnTo>
                    <a:lnTo>
                      <a:pt x="11" y="42"/>
                    </a:lnTo>
                    <a:lnTo>
                      <a:pt x="14" y="65"/>
                    </a:lnTo>
                    <a:lnTo>
                      <a:pt x="0" y="33"/>
                    </a:lnTo>
                    <a:lnTo>
                      <a:pt x="16" y="3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6" name="Freeform 808"/>
              <p:cNvSpPr>
                <a:spLocks/>
              </p:cNvSpPr>
              <p:nvPr/>
            </p:nvSpPr>
            <p:spPr bwMode="auto">
              <a:xfrm>
                <a:off x="2678" y="1804"/>
                <a:ext cx="25" cy="59"/>
              </a:xfrm>
              <a:custGeom>
                <a:avLst/>
                <a:gdLst>
                  <a:gd name="T0" fmla="*/ 8 w 25"/>
                  <a:gd name="T1" fmla="*/ 0 h 59"/>
                  <a:gd name="T2" fmla="*/ 25 w 25"/>
                  <a:gd name="T3" fmla="*/ 40 h 59"/>
                  <a:gd name="T4" fmla="*/ 10 w 25"/>
                  <a:gd name="T5" fmla="*/ 38 h 59"/>
                  <a:gd name="T6" fmla="*/ 13 w 25"/>
                  <a:gd name="T7" fmla="*/ 59 h 59"/>
                  <a:gd name="T8" fmla="*/ 0 w 25"/>
                  <a:gd name="T9" fmla="*/ 30 h 59"/>
                  <a:gd name="T10" fmla="*/ 15 w 25"/>
                  <a:gd name="T11" fmla="*/ 32 h 59"/>
                  <a:gd name="T12" fmla="*/ 8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9"/>
                  <a:gd name="T23" fmla="*/ 25 w 25"/>
                  <a:gd name="T24" fmla="*/ 59 h 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9">
                    <a:moveTo>
                      <a:pt x="8" y="0"/>
                    </a:moveTo>
                    <a:lnTo>
                      <a:pt x="25" y="40"/>
                    </a:lnTo>
                    <a:lnTo>
                      <a:pt x="10" y="38"/>
                    </a:lnTo>
                    <a:lnTo>
                      <a:pt x="13" y="59"/>
                    </a:lnTo>
                    <a:lnTo>
                      <a:pt x="0" y="30"/>
                    </a:lnTo>
                    <a:lnTo>
                      <a:pt x="15" y="3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7" name="Freeform 809"/>
              <p:cNvSpPr>
                <a:spLocks/>
              </p:cNvSpPr>
              <p:nvPr/>
            </p:nvSpPr>
            <p:spPr bwMode="auto">
              <a:xfrm>
                <a:off x="2678" y="1807"/>
                <a:ext cx="25" cy="54"/>
              </a:xfrm>
              <a:custGeom>
                <a:avLst/>
                <a:gdLst>
                  <a:gd name="T0" fmla="*/ 9 w 25"/>
                  <a:gd name="T1" fmla="*/ 0 h 54"/>
                  <a:gd name="T2" fmla="*/ 25 w 25"/>
                  <a:gd name="T3" fmla="*/ 37 h 54"/>
                  <a:gd name="T4" fmla="*/ 9 w 25"/>
                  <a:gd name="T5" fmla="*/ 35 h 54"/>
                  <a:gd name="T6" fmla="*/ 12 w 25"/>
                  <a:gd name="T7" fmla="*/ 54 h 54"/>
                  <a:gd name="T8" fmla="*/ 0 w 25"/>
                  <a:gd name="T9" fmla="*/ 27 h 54"/>
                  <a:gd name="T10" fmla="*/ 16 w 25"/>
                  <a:gd name="T11" fmla="*/ 29 h 54"/>
                  <a:gd name="T12" fmla="*/ 9 w 2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4"/>
                  <a:gd name="T23" fmla="*/ 25 w 25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4">
                    <a:moveTo>
                      <a:pt x="9" y="0"/>
                    </a:moveTo>
                    <a:lnTo>
                      <a:pt x="25" y="37"/>
                    </a:lnTo>
                    <a:lnTo>
                      <a:pt x="9" y="35"/>
                    </a:lnTo>
                    <a:lnTo>
                      <a:pt x="12" y="54"/>
                    </a:lnTo>
                    <a:lnTo>
                      <a:pt x="0" y="27"/>
                    </a:lnTo>
                    <a:lnTo>
                      <a:pt x="16" y="2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8" name="Freeform 810"/>
              <p:cNvSpPr>
                <a:spLocks/>
              </p:cNvSpPr>
              <p:nvPr/>
            </p:nvSpPr>
            <p:spPr bwMode="auto">
              <a:xfrm>
                <a:off x="2678" y="1811"/>
                <a:ext cx="24" cy="48"/>
              </a:xfrm>
              <a:custGeom>
                <a:avLst/>
                <a:gdLst>
                  <a:gd name="T0" fmla="*/ 9 w 24"/>
                  <a:gd name="T1" fmla="*/ 0 h 48"/>
                  <a:gd name="T2" fmla="*/ 24 w 24"/>
                  <a:gd name="T3" fmla="*/ 32 h 48"/>
                  <a:gd name="T4" fmla="*/ 8 w 24"/>
                  <a:gd name="T5" fmla="*/ 30 h 48"/>
                  <a:gd name="T6" fmla="*/ 11 w 24"/>
                  <a:gd name="T7" fmla="*/ 48 h 48"/>
                  <a:gd name="T8" fmla="*/ 0 w 24"/>
                  <a:gd name="T9" fmla="*/ 23 h 48"/>
                  <a:gd name="T10" fmla="*/ 16 w 24"/>
                  <a:gd name="T11" fmla="*/ 26 h 48"/>
                  <a:gd name="T12" fmla="*/ 9 w 24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48"/>
                  <a:gd name="T23" fmla="*/ 24 w 24"/>
                  <a:gd name="T24" fmla="*/ 48 h 4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48">
                    <a:moveTo>
                      <a:pt x="9" y="0"/>
                    </a:moveTo>
                    <a:lnTo>
                      <a:pt x="24" y="32"/>
                    </a:lnTo>
                    <a:lnTo>
                      <a:pt x="8" y="30"/>
                    </a:lnTo>
                    <a:lnTo>
                      <a:pt x="11" y="48"/>
                    </a:lnTo>
                    <a:lnTo>
                      <a:pt x="0" y="23"/>
                    </a:lnTo>
                    <a:lnTo>
                      <a:pt x="16" y="2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89" name="Freeform 811"/>
              <p:cNvSpPr>
                <a:spLocks/>
              </p:cNvSpPr>
              <p:nvPr/>
            </p:nvSpPr>
            <p:spPr bwMode="auto">
              <a:xfrm>
                <a:off x="2679" y="1814"/>
                <a:ext cx="23" cy="44"/>
              </a:xfrm>
              <a:custGeom>
                <a:avLst/>
                <a:gdLst>
                  <a:gd name="T0" fmla="*/ 10 w 23"/>
                  <a:gd name="T1" fmla="*/ 0 h 44"/>
                  <a:gd name="T2" fmla="*/ 23 w 23"/>
                  <a:gd name="T3" fmla="*/ 30 h 44"/>
                  <a:gd name="T4" fmla="*/ 7 w 23"/>
                  <a:gd name="T5" fmla="*/ 27 h 44"/>
                  <a:gd name="T6" fmla="*/ 10 w 23"/>
                  <a:gd name="T7" fmla="*/ 44 h 44"/>
                  <a:gd name="T8" fmla="*/ 0 w 23"/>
                  <a:gd name="T9" fmla="*/ 21 h 44"/>
                  <a:gd name="T10" fmla="*/ 16 w 23"/>
                  <a:gd name="T11" fmla="*/ 24 h 44"/>
                  <a:gd name="T12" fmla="*/ 10 w 23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44"/>
                  <a:gd name="T23" fmla="*/ 23 w 23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44">
                    <a:moveTo>
                      <a:pt x="10" y="0"/>
                    </a:moveTo>
                    <a:lnTo>
                      <a:pt x="23" y="30"/>
                    </a:lnTo>
                    <a:lnTo>
                      <a:pt x="7" y="27"/>
                    </a:lnTo>
                    <a:lnTo>
                      <a:pt x="10" y="44"/>
                    </a:lnTo>
                    <a:lnTo>
                      <a:pt x="0" y="21"/>
                    </a:lnTo>
                    <a:lnTo>
                      <a:pt x="16" y="2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0" name="Freeform 812"/>
              <p:cNvSpPr>
                <a:spLocks/>
              </p:cNvSpPr>
              <p:nvPr/>
            </p:nvSpPr>
            <p:spPr bwMode="auto">
              <a:xfrm>
                <a:off x="2679" y="1817"/>
                <a:ext cx="23" cy="39"/>
              </a:xfrm>
              <a:custGeom>
                <a:avLst/>
                <a:gdLst>
                  <a:gd name="T0" fmla="*/ 11 w 23"/>
                  <a:gd name="T1" fmla="*/ 0 h 39"/>
                  <a:gd name="T2" fmla="*/ 23 w 23"/>
                  <a:gd name="T3" fmla="*/ 26 h 39"/>
                  <a:gd name="T4" fmla="*/ 7 w 23"/>
                  <a:gd name="T5" fmla="*/ 24 h 39"/>
                  <a:gd name="T6" fmla="*/ 10 w 23"/>
                  <a:gd name="T7" fmla="*/ 39 h 39"/>
                  <a:gd name="T8" fmla="*/ 0 w 23"/>
                  <a:gd name="T9" fmla="*/ 19 h 39"/>
                  <a:gd name="T10" fmla="*/ 16 w 23"/>
                  <a:gd name="T11" fmla="*/ 21 h 39"/>
                  <a:gd name="T12" fmla="*/ 11 w 2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9"/>
                  <a:gd name="T23" fmla="*/ 23 w 23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9">
                    <a:moveTo>
                      <a:pt x="11" y="0"/>
                    </a:moveTo>
                    <a:lnTo>
                      <a:pt x="23" y="26"/>
                    </a:lnTo>
                    <a:lnTo>
                      <a:pt x="7" y="24"/>
                    </a:lnTo>
                    <a:lnTo>
                      <a:pt x="10" y="39"/>
                    </a:lnTo>
                    <a:lnTo>
                      <a:pt x="0" y="19"/>
                    </a:lnTo>
                    <a:lnTo>
                      <a:pt x="16" y="2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1" name="Freeform 813"/>
              <p:cNvSpPr>
                <a:spLocks/>
              </p:cNvSpPr>
              <p:nvPr/>
            </p:nvSpPr>
            <p:spPr bwMode="auto">
              <a:xfrm>
                <a:off x="2680" y="1820"/>
                <a:ext cx="21" cy="33"/>
              </a:xfrm>
              <a:custGeom>
                <a:avLst/>
                <a:gdLst>
                  <a:gd name="T0" fmla="*/ 11 w 21"/>
                  <a:gd name="T1" fmla="*/ 0 h 33"/>
                  <a:gd name="T2" fmla="*/ 21 w 21"/>
                  <a:gd name="T3" fmla="*/ 23 h 33"/>
                  <a:gd name="T4" fmla="*/ 6 w 21"/>
                  <a:gd name="T5" fmla="*/ 21 h 33"/>
                  <a:gd name="T6" fmla="*/ 8 w 21"/>
                  <a:gd name="T7" fmla="*/ 33 h 33"/>
                  <a:gd name="T8" fmla="*/ 0 w 21"/>
                  <a:gd name="T9" fmla="*/ 16 h 33"/>
                  <a:gd name="T10" fmla="*/ 15 w 21"/>
                  <a:gd name="T11" fmla="*/ 18 h 33"/>
                  <a:gd name="T12" fmla="*/ 11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3"/>
                  <a:gd name="T23" fmla="*/ 21 w 21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3">
                    <a:moveTo>
                      <a:pt x="11" y="0"/>
                    </a:moveTo>
                    <a:lnTo>
                      <a:pt x="21" y="23"/>
                    </a:lnTo>
                    <a:lnTo>
                      <a:pt x="6" y="21"/>
                    </a:lnTo>
                    <a:lnTo>
                      <a:pt x="8" y="33"/>
                    </a:lnTo>
                    <a:lnTo>
                      <a:pt x="0" y="16"/>
                    </a:lnTo>
                    <a:lnTo>
                      <a:pt x="15" y="18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2" name="Freeform 814"/>
              <p:cNvSpPr>
                <a:spLocks/>
              </p:cNvSpPr>
              <p:nvPr/>
            </p:nvSpPr>
            <p:spPr bwMode="auto">
              <a:xfrm>
                <a:off x="2680" y="1823"/>
                <a:ext cx="21" cy="28"/>
              </a:xfrm>
              <a:custGeom>
                <a:avLst/>
                <a:gdLst>
                  <a:gd name="T0" fmla="*/ 12 w 21"/>
                  <a:gd name="T1" fmla="*/ 0 h 28"/>
                  <a:gd name="T2" fmla="*/ 21 w 21"/>
                  <a:gd name="T3" fmla="*/ 19 h 28"/>
                  <a:gd name="T4" fmla="*/ 5 w 21"/>
                  <a:gd name="T5" fmla="*/ 17 h 28"/>
                  <a:gd name="T6" fmla="*/ 7 w 21"/>
                  <a:gd name="T7" fmla="*/ 28 h 28"/>
                  <a:gd name="T8" fmla="*/ 0 w 21"/>
                  <a:gd name="T9" fmla="*/ 13 h 28"/>
                  <a:gd name="T10" fmla="*/ 16 w 21"/>
                  <a:gd name="T11" fmla="*/ 17 h 28"/>
                  <a:gd name="T12" fmla="*/ 12 w 2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28"/>
                  <a:gd name="T23" fmla="*/ 21 w 21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28">
                    <a:moveTo>
                      <a:pt x="12" y="0"/>
                    </a:moveTo>
                    <a:lnTo>
                      <a:pt x="21" y="19"/>
                    </a:lnTo>
                    <a:lnTo>
                      <a:pt x="5" y="17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16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3" name="Freeform 815"/>
              <p:cNvSpPr>
                <a:spLocks/>
              </p:cNvSpPr>
              <p:nvPr/>
            </p:nvSpPr>
            <p:spPr bwMode="auto">
              <a:xfrm>
                <a:off x="2680" y="1827"/>
                <a:ext cx="20" cy="22"/>
              </a:xfrm>
              <a:custGeom>
                <a:avLst/>
                <a:gdLst>
                  <a:gd name="T0" fmla="*/ 13 w 20"/>
                  <a:gd name="T1" fmla="*/ 0 h 22"/>
                  <a:gd name="T2" fmla="*/ 16 w 20"/>
                  <a:gd name="T3" fmla="*/ 13 h 22"/>
                  <a:gd name="T4" fmla="*/ 0 w 20"/>
                  <a:gd name="T5" fmla="*/ 10 h 22"/>
                  <a:gd name="T6" fmla="*/ 6 w 20"/>
                  <a:gd name="T7" fmla="*/ 22 h 22"/>
                  <a:gd name="T8" fmla="*/ 4 w 20"/>
                  <a:gd name="T9" fmla="*/ 13 h 22"/>
                  <a:gd name="T10" fmla="*/ 20 w 20"/>
                  <a:gd name="T11" fmla="*/ 15 h 22"/>
                  <a:gd name="T12" fmla="*/ 13 w 2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22"/>
                  <a:gd name="T23" fmla="*/ 20 w 20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22">
                    <a:moveTo>
                      <a:pt x="13" y="0"/>
                    </a:moveTo>
                    <a:lnTo>
                      <a:pt x="16" y="13"/>
                    </a:lnTo>
                    <a:lnTo>
                      <a:pt x="0" y="10"/>
                    </a:lnTo>
                    <a:lnTo>
                      <a:pt x="6" y="22"/>
                    </a:lnTo>
                    <a:lnTo>
                      <a:pt x="4" y="13"/>
                    </a:lnTo>
                    <a:lnTo>
                      <a:pt x="20" y="1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4" name="Freeform 816"/>
              <p:cNvSpPr>
                <a:spLocks/>
              </p:cNvSpPr>
              <p:nvPr/>
            </p:nvSpPr>
            <p:spPr bwMode="auto">
              <a:xfrm>
                <a:off x="2570" y="1845"/>
                <a:ext cx="61" cy="46"/>
              </a:xfrm>
              <a:custGeom>
                <a:avLst/>
                <a:gdLst>
                  <a:gd name="T0" fmla="*/ 0 w 61"/>
                  <a:gd name="T1" fmla="*/ 0 h 46"/>
                  <a:gd name="T2" fmla="*/ 37 w 61"/>
                  <a:gd name="T3" fmla="*/ 22 h 46"/>
                  <a:gd name="T4" fmla="*/ 24 w 61"/>
                  <a:gd name="T5" fmla="*/ 31 h 46"/>
                  <a:gd name="T6" fmla="*/ 61 w 61"/>
                  <a:gd name="T7" fmla="*/ 46 h 46"/>
                  <a:gd name="T8" fmla="*/ 40 w 61"/>
                  <a:gd name="T9" fmla="*/ 30 h 46"/>
                  <a:gd name="T10" fmla="*/ 53 w 61"/>
                  <a:gd name="T11" fmla="*/ 20 h 46"/>
                  <a:gd name="T12" fmla="*/ 0 w 61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1"/>
                  <a:gd name="T22" fmla="*/ 0 h 46"/>
                  <a:gd name="T23" fmla="*/ 61 w 6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1" h="46">
                    <a:moveTo>
                      <a:pt x="0" y="0"/>
                    </a:moveTo>
                    <a:lnTo>
                      <a:pt x="37" y="22"/>
                    </a:lnTo>
                    <a:lnTo>
                      <a:pt x="24" y="31"/>
                    </a:lnTo>
                    <a:lnTo>
                      <a:pt x="61" y="46"/>
                    </a:lnTo>
                    <a:lnTo>
                      <a:pt x="40" y="30"/>
                    </a:lnTo>
                    <a:lnTo>
                      <a:pt x="5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5" name="Freeform 817"/>
              <p:cNvSpPr>
                <a:spLocks/>
              </p:cNvSpPr>
              <p:nvPr/>
            </p:nvSpPr>
            <p:spPr bwMode="auto">
              <a:xfrm>
                <a:off x="2569" y="1842"/>
                <a:ext cx="41" cy="26"/>
              </a:xfrm>
              <a:custGeom>
                <a:avLst/>
                <a:gdLst>
                  <a:gd name="T0" fmla="*/ 40 w 41"/>
                  <a:gd name="T1" fmla="*/ 25 h 26"/>
                  <a:gd name="T2" fmla="*/ 40 w 41"/>
                  <a:gd name="T3" fmla="*/ 21 h 26"/>
                  <a:gd name="T4" fmla="*/ 2 w 41"/>
                  <a:gd name="T5" fmla="*/ 0 h 26"/>
                  <a:gd name="T6" fmla="*/ 0 w 41"/>
                  <a:gd name="T7" fmla="*/ 4 h 26"/>
                  <a:gd name="T8" fmla="*/ 37 w 41"/>
                  <a:gd name="T9" fmla="*/ 26 h 26"/>
                  <a:gd name="T10" fmla="*/ 37 w 41"/>
                  <a:gd name="T11" fmla="*/ 22 h 26"/>
                  <a:gd name="T12" fmla="*/ 37 w 41"/>
                  <a:gd name="T13" fmla="*/ 26 h 26"/>
                  <a:gd name="T14" fmla="*/ 39 w 41"/>
                  <a:gd name="T15" fmla="*/ 26 h 26"/>
                  <a:gd name="T16" fmla="*/ 41 w 41"/>
                  <a:gd name="T17" fmla="*/ 25 h 26"/>
                  <a:gd name="T18" fmla="*/ 41 w 41"/>
                  <a:gd name="T19" fmla="*/ 23 h 26"/>
                  <a:gd name="T20" fmla="*/ 40 w 41"/>
                  <a:gd name="T21" fmla="*/ 21 h 26"/>
                  <a:gd name="T22" fmla="*/ 40 w 41"/>
                  <a:gd name="T23" fmla="*/ 25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26"/>
                  <a:gd name="T38" fmla="*/ 41 w 4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26">
                    <a:moveTo>
                      <a:pt x="40" y="25"/>
                    </a:moveTo>
                    <a:lnTo>
                      <a:pt x="40" y="2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1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6" name="Freeform 818"/>
              <p:cNvSpPr>
                <a:spLocks/>
              </p:cNvSpPr>
              <p:nvPr/>
            </p:nvSpPr>
            <p:spPr bwMode="auto">
              <a:xfrm>
                <a:off x="2592" y="1864"/>
                <a:ext cx="16" cy="14"/>
              </a:xfrm>
              <a:custGeom>
                <a:avLst/>
                <a:gdLst>
                  <a:gd name="T0" fmla="*/ 3 w 16"/>
                  <a:gd name="T1" fmla="*/ 10 h 14"/>
                  <a:gd name="T2" fmla="*/ 3 w 16"/>
                  <a:gd name="T3" fmla="*/ 14 h 14"/>
                  <a:gd name="T4" fmla="*/ 16 w 16"/>
                  <a:gd name="T5" fmla="*/ 4 h 14"/>
                  <a:gd name="T6" fmla="*/ 13 w 16"/>
                  <a:gd name="T7" fmla="*/ 0 h 14"/>
                  <a:gd name="T8" fmla="*/ 1 w 16"/>
                  <a:gd name="T9" fmla="*/ 10 h 14"/>
                  <a:gd name="T10" fmla="*/ 1 w 16"/>
                  <a:gd name="T11" fmla="*/ 14 h 14"/>
                  <a:gd name="T12" fmla="*/ 1 w 16"/>
                  <a:gd name="T13" fmla="*/ 10 h 14"/>
                  <a:gd name="T14" fmla="*/ 0 w 16"/>
                  <a:gd name="T15" fmla="*/ 12 h 14"/>
                  <a:gd name="T16" fmla="*/ 0 w 16"/>
                  <a:gd name="T17" fmla="*/ 13 h 14"/>
                  <a:gd name="T18" fmla="*/ 1 w 16"/>
                  <a:gd name="T19" fmla="*/ 14 h 14"/>
                  <a:gd name="T20" fmla="*/ 3 w 16"/>
                  <a:gd name="T21" fmla="*/ 14 h 14"/>
                  <a:gd name="T22" fmla="*/ 3 w 16"/>
                  <a:gd name="T23" fmla="*/ 1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14"/>
                  <a:gd name="T38" fmla="*/ 16 w 16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14">
                    <a:moveTo>
                      <a:pt x="3" y="10"/>
                    </a:moveTo>
                    <a:lnTo>
                      <a:pt x="3" y="14"/>
                    </a:lnTo>
                    <a:lnTo>
                      <a:pt x="16" y="4"/>
                    </a:lnTo>
                    <a:lnTo>
                      <a:pt x="13" y="0"/>
                    </a:lnTo>
                    <a:lnTo>
                      <a:pt x="1" y="10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7" name="Freeform 819"/>
              <p:cNvSpPr>
                <a:spLocks/>
              </p:cNvSpPr>
              <p:nvPr/>
            </p:nvSpPr>
            <p:spPr bwMode="auto">
              <a:xfrm>
                <a:off x="2593" y="1874"/>
                <a:ext cx="40" cy="19"/>
              </a:xfrm>
              <a:custGeom>
                <a:avLst/>
                <a:gdLst>
                  <a:gd name="T0" fmla="*/ 36 w 40"/>
                  <a:gd name="T1" fmla="*/ 19 h 19"/>
                  <a:gd name="T2" fmla="*/ 39 w 40"/>
                  <a:gd name="T3" fmla="*/ 15 h 19"/>
                  <a:gd name="T4" fmla="*/ 2 w 40"/>
                  <a:gd name="T5" fmla="*/ 0 h 19"/>
                  <a:gd name="T6" fmla="*/ 0 w 40"/>
                  <a:gd name="T7" fmla="*/ 4 h 19"/>
                  <a:gd name="T8" fmla="*/ 37 w 40"/>
                  <a:gd name="T9" fmla="*/ 19 h 19"/>
                  <a:gd name="T10" fmla="*/ 39 w 40"/>
                  <a:gd name="T11" fmla="*/ 15 h 19"/>
                  <a:gd name="T12" fmla="*/ 37 w 40"/>
                  <a:gd name="T13" fmla="*/ 19 h 19"/>
                  <a:gd name="T14" fmla="*/ 39 w 40"/>
                  <a:gd name="T15" fmla="*/ 19 h 19"/>
                  <a:gd name="T16" fmla="*/ 40 w 40"/>
                  <a:gd name="T17" fmla="*/ 18 h 19"/>
                  <a:gd name="T18" fmla="*/ 40 w 40"/>
                  <a:gd name="T19" fmla="*/ 16 h 19"/>
                  <a:gd name="T20" fmla="*/ 39 w 40"/>
                  <a:gd name="T21" fmla="*/ 15 h 19"/>
                  <a:gd name="T22" fmla="*/ 36 w 40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19"/>
                  <a:gd name="T38" fmla="*/ 40 w 40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19">
                    <a:moveTo>
                      <a:pt x="36" y="19"/>
                    </a:moveTo>
                    <a:lnTo>
                      <a:pt x="39" y="15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19"/>
                    </a:lnTo>
                    <a:lnTo>
                      <a:pt x="39" y="15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40" y="18"/>
                    </a:lnTo>
                    <a:lnTo>
                      <a:pt x="40" y="16"/>
                    </a:lnTo>
                    <a:lnTo>
                      <a:pt x="39" y="15"/>
                    </a:lnTo>
                    <a:lnTo>
                      <a:pt x="36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8" name="Freeform 820"/>
              <p:cNvSpPr>
                <a:spLocks/>
              </p:cNvSpPr>
              <p:nvPr/>
            </p:nvSpPr>
            <p:spPr bwMode="auto">
              <a:xfrm>
                <a:off x="2608" y="1872"/>
                <a:ext cx="25" cy="21"/>
              </a:xfrm>
              <a:custGeom>
                <a:avLst/>
                <a:gdLst>
                  <a:gd name="T0" fmla="*/ 1 w 25"/>
                  <a:gd name="T1" fmla="*/ 1 h 21"/>
                  <a:gd name="T2" fmla="*/ 1 w 25"/>
                  <a:gd name="T3" fmla="*/ 5 h 21"/>
                  <a:gd name="T4" fmla="*/ 22 w 25"/>
                  <a:gd name="T5" fmla="*/ 21 h 21"/>
                  <a:gd name="T6" fmla="*/ 25 w 25"/>
                  <a:gd name="T7" fmla="*/ 17 h 21"/>
                  <a:gd name="T8" fmla="*/ 4 w 25"/>
                  <a:gd name="T9" fmla="*/ 1 h 21"/>
                  <a:gd name="T10" fmla="*/ 4 w 25"/>
                  <a:gd name="T11" fmla="*/ 5 h 21"/>
                  <a:gd name="T12" fmla="*/ 4 w 25"/>
                  <a:gd name="T13" fmla="*/ 1 h 21"/>
                  <a:gd name="T14" fmla="*/ 2 w 25"/>
                  <a:gd name="T15" fmla="*/ 0 h 21"/>
                  <a:gd name="T16" fmla="*/ 1 w 25"/>
                  <a:gd name="T17" fmla="*/ 1 h 21"/>
                  <a:gd name="T18" fmla="*/ 0 w 25"/>
                  <a:gd name="T19" fmla="*/ 3 h 21"/>
                  <a:gd name="T20" fmla="*/ 1 w 25"/>
                  <a:gd name="T21" fmla="*/ 5 h 21"/>
                  <a:gd name="T22" fmla="*/ 1 w 25"/>
                  <a:gd name="T23" fmla="*/ 1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21"/>
                  <a:gd name="T38" fmla="*/ 25 w 25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21">
                    <a:moveTo>
                      <a:pt x="1" y="1"/>
                    </a:moveTo>
                    <a:lnTo>
                      <a:pt x="1" y="5"/>
                    </a:lnTo>
                    <a:lnTo>
                      <a:pt x="22" y="21"/>
                    </a:lnTo>
                    <a:lnTo>
                      <a:pt x="25" y="17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99" name="Freeform 821"/>
              <p:cNvSpPr>
                <a:spLocks/>
              </p:cNvSpPr>
              <p:nvPr/>
            </p:nvSpPr>
            <p:spPr bwMode="auto">
              <a:xfrm>
                <a:off x="2608" y="1862"/>
                <a:ext cx="17" cy="15"/>
              </a:xfrm>
              <a:custGeom>
                <a:avLst/>
                <a:gdLst>
                  <a:gd name="T0" fmla="*/ 14 w 17"/>
                  <a:gd name="T1" fmla="*/ 5 h 15"/>
                  <a:gd name="T2" fmla="*/ 13 w 17"/>
                  <a:gd name="T3" fmla="*/ 1 h 15"/>
                  <a:gd name="T4" fmla="*/ 0 w 17"/>
                  <a:gd name="T5" fmla="*/ 11 h 15"/>
                  <a:gd name="T6" fmla="*/ 3 w 17"/>
                  <a:gd name="T7" fmla="*/ 15 h 15"/>
                  <a:gd name="T8" fmla="*/ 16 w 17"/>
                  <a:gd name="T9" fmla="*/ 4 h 15"/>
                  <a:gd name="T10" fmla="*/ 15 w 17"/>
                  <a:gd name="T11" fmla="*/ 0 h 15"/>
                  <a:gd name="T12" fmla="*/ 16 w 17"/>
                  <a:gd name="T13" fmla="*/ 4 h 15"/>
                  <a:gd name="T14" fmla="*/ 17 w 17"/>
                  <a:gd name="T15" fmla="*/ 3 h 15"/>
                  <a:gd name="T16" fmla="*/ 16 w 17"/>
                  <a:gd name="T17" fmla="*/ 1 h 15"/>
                  <a:gd name="T18" fmla="*/ 15 w 17"/>
                  <a:gd name="T19" fmla="*/ 0 h 15"/>
                  <a:gd name="T20" fmla="*/ 13 w 17"/>
                  <a:gd name="T21" fmla="*/ 1 h 15"/>
                  <a:gd name="T22" fmla="*/ 14 w 17"/>
                  <a:gd name="T23" fmla="*/ 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"/>
                  <a:gd name="T37" fmla="*/ 0 h 15"/>
                  <a:gd name="T38" fmla="*/ 17 w 1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" h="15">
                    <a:moveTo>
                      <a:pt x="14" y="5"/>
                    </a:moveTo>
                    <a:lnTo>
                      <a:pt x="13" y="1"/>
                    </a:lnTo>
                    <a:lnTo>
                      <a:pt x="0" y="11"/>
                    </a:lnTo>
                    <a:lnTo>
                      <a:pt x="3" y="15"/>
                    </a:lnTo>
                    <a:lnTo>
                      <a:pt x="16" y="4"/>
                    </a:lnTo>
                    <a:lnTo>
                      <a:pt x="15" y="0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0" name="Freeform 822"/>
              <p:cNvSpPr>
                <a:spLocks/>
              </p:cNvSpPr>
              <p:nvPr/>
            </p:nvSpPr>
            <p:spPr bwMode="auto">
              <a:xfrm>
                <a:off x="2568" y="1842"/>
                <a:ext cx="56" cy="25"/>
              </a:xfrm>
              <a:custGeom>
                <a:avLst/>
                <a:gdLst>
                  <a:gd name="T0" fmla="*/ 3 w 56"/>
                  <a:gd name="T1" fmla="*/ 0 h 25"/>
                  <a:gd name="T2" fmla="*/ 1 w 56"/>
                  <a:gd name="T3" fmla="*/ 5 h 25"/>
                  <a:gd name="T4" fmla="*/ 54 w 56"/>
                  <a:gd name="T5" fmla="*/ 25 h 25"/>
                  <a:gd name="T6" fmla="*/ 56 w 56"/>
                  <a:gd name="T7" fmla="*/ 21 h 25"/>
                  <a:gd name="T8" fmla="*/ 3 w 56"/>
                  <a:gd name="T9" fmla="*/ 0 h 25"/>
                  <a:gd name="T10" fmla="*/ 1 w 56"/>
                  <a:gd name="T11" fmla="*/ 5 h 25"/>
                  <a:gd name="T12" fmla="*/ 3 w 56"/>
                  <a:gd name="T13" fmla="*/ 0 h 25"/>
                  <a:gd name="T14" fmla="*/ 1 w 56"/>
                  <a:gd name="T15" fmla="*/ 0 h 25"/>
                  <a:gd name="T16" fmla="*/ 0 w 56"/>
                  <a:gd name="T17" fmla="*/ 1 h 25"/>
                  <a:gd name="T18" fmla="*/ 0 w 56"/>
                  <a:gd name="T19" fmla="*/ 3 h 25"/>
                  <a:gd name="T20" fmla="*/ 1 w 56"/>
                  <a:gd name="T21" fmla="*/ 5 h 25"/>
                  <a:gd name="T22" fmla="*/ 3 w 56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6"/>
                  <a:gd name="T37" fmla="*/ 0 h 25"/>
                  <a:gd name="T38" fmla="*/ 56 w 56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6" h="25">
                    <a:moveTo>
                      <a:pt x="3" y="0"/>
                    </a:moveTo>
                    <a:lnTo>
                      <a:pt x="1" y="5"/>
                    </a:lnTo>
                    <a:lnTo>
                      <a:pt x="54" y="25"/>
                    </a:lnTo>
                    <a:lnTo>
                      <a:pt x="56" y="21"/>
                    </a:lnTo>
                    <a:lnTo>
                      <a:pt x="3" y="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1" name="Freeform 823"/>
              <p:cNvSpPr>
                <a:spLocks/>
              </p:cNvSpPr>
              <p:nvPr/>
            </p:nvSpPr>
            <p:spPr bwMode="auto">
              <a:xfrm>
                <a:off x="2574" y="1846"/>
                <a:ext cx="55" cy="44"/>
              </a:xfrm>
              <a:custGeom>
                <a:avLst/>
                <a:gdLst>
                  <a:gd name="T0" fmla="*/ 0 w 55"/>
                  <a:gd name="T1" fmla="*/ 0 h 44"/>
                  <a:gd name="T2" fmla="*/ 48 w 55"/>
                  <a:gd name="T3" fmla="*/ 19 h 44"/>
                  <a:gd name="T4" fmla="*/ 36 w 55"/>
                  <a:gd name="T5" fmla="*/ 29 h 44"/>
                  <a:gd name="T6" fmla="*/ 55 w 55"/>
                  <a:gd name="T7" fmla="*/ 44 h 44"/>
                  <a:gd name="T8" fmla="*/ 21 w 55"/>
                  <a:gd name="T9" fmla="*/ 30 h 44"/>
                  <a:gd name="T10" fmla="*/ 34 w 55"/>
                  <a:gd name="T11" fmla="*/ 20 h 44"/>
                  <a:gd name="T12" fmla="*/ 0 w 55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44"/>
                  <a:gd name="T23" fmla="*/ 55 w 55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44">
                    <a:moveTo>
                      <a:pt x="0" y="0"/>
                    </a:moveTo>
                    <a:lnTo>
                      <a:pt x="48" y="19"/>
                    </a:lnTo>
                    <a:lnTo>
                      <a:pt x="36" y="29"/>
                    </a:lnTo>
                    <a:lnTo>
                      <a:pt x="55" y="44"/>
                    </a:lnTo>
                    <a:lnTo>
                      <a:pt x="21" y="30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2" name="Freeform 824"/>
              <p:cNvSpPr>
                <a:spLocks/>
              </p:cNvSpPr>
              <p:nvPr/>
            </p:nvSpPr>
            <p:spPr bwMode="auto">
              <a:xfrm>
                <a:off x="2577" y="1847"/>
                <a:ext cx="51" cy="42"/>
              </a:xfrm>
              <a:custGeom>
                <a:avLst/>
                <a:gdLst>
                  <a:gd name="T0" fmla="*/ 0 w 51"/>
                  <a:gd name="T1" fmla="*/ 0 h 42"/>
                  <a:gd name="T2" fmla="*/ 45 w 51"/>
                  <a:gd name="T3" fmla="*/ 18 h 42"/>
                  <a:gd name="T4" fmla="*/ 32 w 51"/>
                  <a:gd name="T5" fmla="*/ 28 h 42"/>
                  <a:gd name="T6" fmla="*/ 51 w 51"/>
                  <a:gd name="T7" fmla="*/ 42 h 42"/>
                  <a:gd name="T8" fmla="*/ 18 w 51"/>
                  <a:gd name="T9" fmla="*/ 29 h 42"/>
                  <a:gd name="T10" fmla="*/ 32 w 51"/>
                  <a:gd name="T11" fmla="*/ 19 h 42"/>
                  <a:gd name="T12" fmla="*/ 0 w 5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2"/>
                  <a:gd name="T23" fmla="*/ 51 w 51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2">
                    <a:moveTo>
                      <a:pt x="0" y="0"/>
                    </a:moveTo>
                    <a:lnTo>
                      <a:pt x="45" y="18"/>
                    </a:lnTo>
                    <a:lnTo>
                      <a:pt x="32" y="28"/>
                    </a:lnTo>
                    <a:lnTo>
                      <a:pt x="51" y="42"/>
                    </a:lnTo>
                    <a:lnTo>
                      <a:pt x="18" y="29"/>
                    </a:lnTo>
                    <a:lnTo>
                      <a:pt x="32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3" name="Freeform 825"/>
              <p:cNvSpPr>
                <a:spLocks/>
              </p:cNvSpPr>
              <p:nvPr/>
            </p:nvSpPr>
            <p:spPr bwMode="auto">
              <a:xfrm>
                <a:off x="2580" y="1849"/>
                <a:ext cx="46" cy="39"/>
              </a:xfrm>
              <a:custGeom>
                <a:avLst/>
                <a:gdLst>
                  <a:gd name="T0" fmla="*/ 0 w 46"/>
                  <a:gd name="T1" fmla="*/ 0 h 39"/>
                  <a:gd name="T2" fmla="*/ 42 w 46"/>
                  <a:gd name="T3" fmla="*/ 16 h 39"/>
                  <a:gd name="T4" fmla="*/ 29 w 46"/>
                  <a:gd name="T5" fmla="*/ 26 h 39"/>
                  <a:gd name="T6" fmla="*/ 46 w 46"/>
                  <a:gd name="T7" fmla="*/ 39 h 39"/>
                  <a:gd name="T8" fmla="*/ 16 w 46"/>
                  <a:gd name="T9" fmla="*/ 27 h 39"/>
                  <a:gd name="T10" fmla="*/ 29 w 46"/>
                  <a:gd name="T11" fmla="*/ 17 h 39"/>
                  <a:gd name="T12" fmla="*/ 0 w 46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"/>
                  <a:gd name="T22" fmla="*/ 0 h 39"/>
                  <a:gd name="T23" fmla="*/ 46 w 46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" h="39">
                    <a:moveTo>
                      <a:pt x="0" y="0"/>
                    </a:moveTo>
                    <a:lnTo>
                      <a:pt x="42" y="16"/>
                    </a:lnTo>
                    <a:lnTo>
                      <a:pt x="29" y="26"/>
                    </a:lnTo>
                    <a:lnTo>
                      <a:pt x="46" y="39"/>
                    </a:lnTo>
                    <a:lnTo>
                      <a:pt x="16" y="27"/>
                    </a:lnTo>
                    <a:lnTo>
                      <a:pt x="29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4" name="Freeform 826"/>
              <p:cNvSpPr>
                <a:spLocks/>
              </p:cNvSpPr>
              <p:nvPr/>
            </p:nvSpPr>
            <p:spPr bwMode="auto">
              <a:xfrm>
                <a:off x="2583" y="1850"/>
                <a:ext cx="41" cy="37"/>
              </a:xfrm>
              <a:custGeom>
                <a:avLst/>
                <a:gdLst>
                  <a:gd name="T0" fmla="*/ 0 w 41"/>
                  <a:gd name="T1" fmla="*/ 0 h 37"/>
                  <a:gd name="T2" fmla="*/ 38 w 41"/>
                  <a:gd name="T3" fmla="*/ 15 h 37"/>
                  <a:gd name="T4" fmla="*/ 25 w 41"/>
                  <a:gd name="T5" fmla="*/ 25 h 37"/>
                  <a:gd name="T6" fmla="*/ 41 w 41"/>
                  <a:gd name="T7" fmla="*/ 37 h 37"/>
                  <a:gd name="T8" fmla="*/ 14 w 41"/>
                  <a:gd name="T9" fmla="*/ 26 h 37"/>
                  <a:gd name="T10" fmla="*/ 27 w 41"/>
                  <a:gd name="T11" fmla="*/ 16 h 37"/>
                  <a:gd name="T12" fmla="*/ 0 w 4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37"/>
                  <a:gd name="T23" fmla="*/ 41 w 41"/>
                  <a:gd name="T24" fmla="*/ 37 h 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37">
                    <a:moveTo>
                      <a:pt x="0" y="0"/>
                    </a:moveTo>
                    <a:lnTo>
                      <a:pt x="38" y="15"/>
                    </a:lnTo>
                    <a:lnTo>
                      <a:pt x="25" y="25"/>
                    </a:lnTo>
                    <a:lnTo>
                      <a:pt x="41" y="37"/>
                    </a:lnTo>
                    <a:lnTo>
                      <a:pt x="14" y="26"/>
                    </a:lnTo>
                    <a:lnTo>
                      <a:pt x="27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5" name="Freeform 827"/>
              <p:cNvSpPr>
                <a:spLocks/>
              </p:cNvSpPr>
              <p:nvPr/>
            </p:nvSpPr>
            <p:spPr bwMode="auto">
              <a:xfrm>
                <a:off x="2586" y="1852"/>
                <a:ext cx="36" cy="33"/>
              </a:xfrm>
              <a:custGeom>
                <a:avLst/>
                <a:gdLst>
                  <a:gd name="T0" fmla="*/ 0 w 36"/>
                  <a:gd name="T1" fmla="*/ 0 h 33"/>
                  <a:gd name="T2" fmla="*/ 34 w 36"/>
                  <a:gd name="T3" fmla="*/ 13 h 33"/>
                  <a:gd name="T4" fmla="*/ 21 w 36"/>
                  <a:gd name="T5" fmla="*/ 23 h 33"/>
                  <a:gd name="T6" fmla="*/ 36 w 36"/>
                  <a:gd name="T7" fmla="*/ 33 h 33"/>
                  <a:gd name="T8" fmla="*/ 11 w 36"/>
                  <a:gd name="T9" fmla="*/ 24 h 33"/>
                  <a:gd name="T10" fmla="*/ 24 w 36"/>
                  <a:gd name="T11" fmla="*/ 14 h 33"/>
                  <a:gd name="T12" fmla="*/ 0 w 3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33"/>
                  <a:gd name="T23" fmla="*/ 36 w 36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33">
                    <a:moveTo>
                      <a:pt x="0" y="0"/>
                    </a:moveTo>
                    <a:lnTo>
                      <a:pt x="34" y="13"/>
                    </a:lnTo>
                    <a:lnTo>
                      <a:pt x="21" y="23"/>
                    </a:lnTo>
                    <a:lnTo>
                      <a:pt x="36" y="33"/>
                    </a:lnTo>
                    <a:lnTo>
                      <a:pt x="11" y="24"/>
                    </a:lnTo>
                    <a:lnTo>
                      <a:pt x="2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6" name="Freeform 828"/>
              <p:cNvSpPr>
                <a:spLocks/>
              </p:cNvSpPr>
              <p:nvPr/>
            </p:nvSpPr>
            <p:spPr bwMode="auto">
              <a:xfrm>
                <a:off x="2590" y="1853"/>
                <a:ext cx="31" cy="31"/>
              </a:xfrm>
              <a:custGeom>
                <a:avLst/>
                <a:gdLst>
                  <a:gd name="T0" fmla="*/ 0 w 31"/>
                  <a:gd name="T1" fmla="*/ 0 h 31"/>
                  <a:gd name="T2" fmla="*/ 30 w 31"/>
                  <a:gd name="T3" fmla="*/ 12 h 31"/>
                  <a:gd name="T4" fmla="*/ 17 w 31"/>
                  <a:gd name="T5" fmla="*/ 22 h 31"/>
                  <a:gd name="T6" fmla="*/ 31 w 31"/>
                  <a:gd name="T7" fmla="*/ 31 h 31"/>
                  <a:gd name="T8" fmla="*/ 8 w 31"/>
                  <a:gd name="T9" fmla="*/ 23 h 31"/>
                  <a:gd name="T10" fmla="*/ 21 w 31"/>
                  <a:gd name="T11" fmla="*/ 13 h 31"/>
                  <a:gd name="T12" fmla="*/ 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31"/>
                  <a:gd name="T23" fmla="*/ 31 w 3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31">
                    <a:moveTo>
                      <a:pt x="0" y="0"/>
                    </a:moveTo>
                    <a:lnTo>
                      <a:pt x="30" y="12"/>
                    </a:lnTo>
                    <a:lnTo>
                      <a:pt x="17" y="22"/>
                    </a:lnTo>
                    <a:lnTo>
                      <a:pt x="31" y="31"/>
                    </a:lnTo>
                    <a:lnTo>
                      <a:pt x="8" y="23"/>
                    </a:lnTo>
                    <a:lnTo>
                      <a:pt x="2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7" name="Freeform 829"/>
              <p:cNvSpPr>
                <a:spLocks/>
              </p:cNvSpPr>
              <p:nvPr/>
            </p:nvSpPr>
            <p:spPr bwMode="auto">
              <a:xfrm>
                <a:off x="2593" y="1856"/>
                <a:ext cx="25" cy="27"/>
              </a:xfrm>
              <a:custGeom>
                <a:avLst/>
                <a:gdLst>
                  <a:gd name="T0" fmla="*/ 0 w 25"/>
                  <a:gd name="T1" fmla="*/ 0 h 27"/>
                  <a:gd name="T2" fmla="*/ 25 w 25"/>
                  <a:gd name="T3" fmla="*/ 9 h 27"/>
                  <a:gd name="T4" fmla="*/ 13 w 25"/>
                  <a:gd name="T5" fmla="*/ 19 h 27"/>
                  <a:gd name="T6" fmla="*/ 24 w 25"/>
                  <a:gd name="T7" fmla="*/ 27 h 27"/>
                  <a:gd name="T8" fmla="*/ 5 w 25"/>
                  <a:gd name="T9" fmla="*/ 20 h 27"/>
                  <a:gd name="T10" fmla="*/ 18 w 25"/>
                  <a:gd name="T11" fmla="*/ 10 h 27"/>
                  <a:gd name="T12" fmla="*/ 0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7"/>
                  <a:gd name="T23" fmla="*/ 25 w 2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7">
                    <a:moveTo>
                      <a:pt x="0" y="0"/>
                    </a:moveTo>
                    <a:lnTo>
                      <a:pt x="25" y="9"/>
                    </a:lnTo>
                    <a:lnTo>
                      <a:pt x="13" y="19"/>
                    </a:lnTo>
                    <a:lnTo>
                      <a:pt x="24" y="27"/>
                    </a:lnTo>
                    <a:lnTo>
                      <a:pt x="5" y="20"/>
                    </a:lnTo>
                    <a:lnTo>
                      <a:pt x="18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8" name="Freeform 830"/>
              <p:cNvSpPr>
                <a:spLocks/>
              </p:cNvSpPr>
              <p:nvPr/>
            </p:nvSpPr>
            <p:spPr bwMode="auto">
              <a:xfrm>
                <a:off x="2596" y="1857"/>
                <a:ext cx="22" cy="25"/>
              </a:xfrm>
              <a:custGeom>
                <a:avLst/>
                <a:gdLst>
                  <a:gd name="T0" fmla="*/ 0 w 22"/>
                  <a:gd name="T1" fmla="*/ 0 h 25"/>
                  <a:gd name="T2" fmla="*/ 22 w 22"/>
                  <a:gd name="T3" fmla="*/ 8 h 25"/>
                  <a:gd name="T4" fmla="*/ 10 w 22"/>
                  <a:gd name="T5" fmla="*/ 18 h 25"/>
                  <a:gd name="T6" fmla="*/ 20 w 22"/>
                  <a:gd name="T7" fmla="*/ 25 h 25"/>
                  <a:gd name="T8" fmla="*/ 3 w 22"/>
                  <a:gd name="T9" fmla="*/ 19 h 25"/>
                  <a:gd name="T10" fmla="*/ 16 w 22"/>
                  <a:gd name="T11" fmla="*/ 9 h 25"/>
                  <a:gd name="T12" fmla="*/ 0 w 22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5"/>
                  <a:gd name="T23" fmla="*/ 22 w 22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5">
                    <a:moveTo>
                      <a:pt x="0" y="0"/>
                    </a:moveTo>
                    <a:lnTo>
                      <a:pt x="22" y="8"/>
                    </a:lnTo>
                    <a:lnTo>
                      <a:pt x="10" y="18"/>
                    </a:lnTo>
                    <a:lnTo>
                      <a:pt x="20" y="25"/>
                    </a:lnTo>
                    <a:lnTo>
                      <a:pt x="3" y="19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09" name="Freeform 831"/>
              <p:cNvSpPr>
                <a:spLocks/>
              </p:cNvSpPr>
              <p:nvPr/>
            </p:nvSpPr>
            <p:spPr bwMode="auto">
              <a:xfrm>
                <a:off x="2599" y="1858"/>
                <a:ext cx="18" cy="23"/>
              </a:xfrm>
              <a:custGeom>
                <a:avLst/>
                <a:gdLst>
                  <a:gd name="T0" fmla="*/ 0 w 18"/>
                  <a:gd name="T1" fmla="*/ 0 h 23"/>
                  <a:gd name="T2" fmla="*/ 18 w 18"/>
                  <a:gd name="T3" fmla="*/ 7 h 23"/>
                  <a:gd name="T4" fmla="*/ 7 w 18"/>
                  <a:gd name="T5" fmla="*/ 17 h 23"/>
                  <a:gd name="T6" fmla="*/ 15 w 18"/>
                  <a:gd name="T7" fmla="*/ 23 h 23"/>
                  <a:gd name="T8" fmla="*/ 1 w 18"/>
                  <a:gd name="T9" fmla="*/ 18 h 23"/>
                  <a:gd name="T10" fmla="*/ 13 w 18"/>
                  <a:gd name="T11" fmla="*/ 8 h 23"/>
                  <a:gd name="T12" fmla="*/ 0 w 18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23"/>
                  <a:gd name="T23" fmla="*/ 18 w 18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23">
                    <a:moveTo>
                      <a:pt x="0" y="0"/>
                    </a:moveTo>
                    <a:lnTo>
                      <a:pt x="18" y="7"/>
                    </a:lnTo>
                    <a:lnTo>
                      <a:pt x="7" y="17"/>
                    </a:lnTo>
                    <a:lnTo>
                      <a:pt x="15" y="23"/>
                    </a:lnTo>
                    <a:lnTo>
                      <a:pt x="1" y="18"/>
                    </a:lnTo>
                    <a:lnTo>
                      <a:pt x="1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0" name="Freeform 832"/>
              <p:cNvSpPr>
                <a:spLocks/>
              </p:cNvSpPr>
              <p:nvPr/>
            </p:nvSpPr>
            <p:spPr bwMode="auto">
              <a:xfrm>
                <a:off x="2600" y="1860"/>
                <a:ext cx="17" cy="20"/>
              </a:xfrm>
              <a:custGeom>
                <a:avLst/>
                <a:gdLst>
                  <a:gd name="T0" fmla="*/ 2 w 17"/>
                  <a:gd name="T1" fmla="*/ 0 h 20"/>
                  <a:gd name="T2" fmla="*/ 13 w 17"/>
                  <a:gd name="T3" fmla="*/ 6 h 20"/>
                  <a:gd name="T4" fmla="*/ 0 w 17"/>
                  <a:gd name="T5" fmla="*/ 16 h 20"/>
                  <a:gd name="T6" fmla="*/ 13 w 17"/>
                  <a:gd name="T7" fmla="*/ 20 h 20"/>
                  <a:gd name="T8" fmla="*/ 5 w 17"/>
                  <a:gd name="T9" fmla="*/ 15 h 20"/>
                  <a:gd name="T10" fmla="*/ 17 w 17"/>
                  <a:gd name="T11" fmla="*/ 5 h 20"/>
                  <a:gd name="T12" fmla="*/ 2 w 17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0"/>
                  <a:gd name="T23" fmla="*/ 17 w 1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0">
                    <a:moveTo>
                      <a:pt x="2" y="0"/>
                    </a:moveTo>
                    <a:lnTo>
                      <a:pt x="13" y="6"/>
                    </a:lnTo>
                    <a:lnTo>
                      <a:pt x="0" y="16"/>
                    </a:lnTo>
                    <a:lnTo>
                      <a:pt x="13" y="20"/>
                    </a:lnTo>
                    <a:lnTo>
                      <a:pt x="5" y="15"/>
                    </a:lnTo>
                    <a:lnTo>
                      <a:pt x="17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1" name="Freeform 833"/>
              <p:cNvSpPr>
                <a:spLocks/>
              </p:cNvSpPr>
              <p:nvPr/>
            </p:nvSpPr>
            <p:spPr bwMode="auto">
              <a:xfrm>
                <a:off x="2530" y="1939"/>
                <a:ext cx="76" cy="29"/>
              </a:xfrm>
              <a:custGeom>
                <a:avLst/>
                <a:gdLst>
                  <a:gd name="T0" fmla="*/ 0 w 76"/>
                  <a:gd name="T1" fmla="*/ 23 h 29"/>
                  <a:gd name="T2" fmla="*/ 41 w 76"/>
                  <a:gd name="T3" fmla="*/ 13 h 29"/>
                  <a:gd name="T4" fmla="*/ 39 w 76"/>
                  <a:gd name="T5" fmla="*/ 29 h 29"/>
                  <a:gd name="T6" fmla="*/ 76 w 76"/>
                  <a:gd name="T7" fmla="*/ 13 h 29"/>
                  <a:gd name="T8" fmla="*/ 49 w 76"/>
                  <a:gd name="T9" fmla="*/ 16 h 29"/>
                  <a:gd name="T10" fmla="*/ 52 w 76"/>
                  <a:gd name="T11" fmla="*/ 0 h 29"/>
                  <a:gd name="T12" fmla="*/ 0 w 76"/>
                  <a:gd name="T13" fmla="*/ 2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29"/>
                  <a:gd name="T23" fmla="*/ 76 w 76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29">
                    <a:moveTo>
                      <a:pt x="0" y="23"/>
                    </a:moveTo>
                    <a:lnTo>
                      <a:pt x="41" y="13"/>
                    </a:lnTo>
                    <a:lnTo>
                      <a:pt x="39" y="29"/>
                    </a:lnTo>
                    <a:lnTo>
                      <a:pt x="76" y="13"/>
                    </a:lnTo>
                    <a:lnTo>
                      <a:pt x="49" y="16"/>
                    </a:lnTo>
                    <a:lnTo>
                      <a:pt x="52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2" name="Freeform 834"/>
              <p:cNvSpPr>
                <a:spLocks/>
              </p:cNvSpPr>
              <p:nvPr/>
            </p:nvSpPr>
            <p:spPr bwMode="auto">
              <a:xfrm>
                <a:off x="2529" y="1948"/>
                <a:ext cx="45" cy="17"/>
              </a:xfrm>
              <a:custGeom>
                <a:avLst/>
                <a:gdLst>
                  <a:gd name="T0" fmla="*/ 45 w 45"/>
                  <a:gd name="T1" fmla="*/ 4 h 17"/>
                  <a:gd name="T2" fmla="*/ 41 w 45"/>
                  <a:gd name="T3" fmla="*/ 0 h 17"/>
                  <a:gd name="T4" fmla="*/ 0 w 45"/>
                  <a:gd name="T5" fmla="*/ 11 h 17"/>
                  <a:gd name="T6" fmla="*/ 1 w 45"/>
                  <a:gd name="T7" fmla="*/ 17 h 17"/>
                  <a:gd name="T8" fmla="*/ 42 w 45"/>
                  <a:gd name="T9" fmla="*/ 6 h 17"/>
                  <a:gd name="T10" fmla="*/ 39 w 45"/>
                  <a:gd name="T11" fmla="*/ 3 h 17"/>
                  <a:gd name="T12" fmla="*/ 42 w 45"/>
                  <a:gd name="T13" fmla="*/ 6 h 17"/>
                  <a:gd name="T14" fmla="*/ 45 w 45"/>
                  <a:gd name="T15" fmla="*/ 5 h 17"/>
                  <a:gd name="T16" fmla="*/ 45 w 45"/>
                  <a:gd name="T17" fmla="*/ 3 h 17"/>
                  <a:gd name="T18" fmla="*/ 44 w 45"/>
                  <a:gd name="T19" fmla="*/ 0 h 17"/>
                  <a:gd name="T20" fmla="*/ 41 w 45"/>
                  <a:gd name="T21" fmla="*/ 0 h 17"/>
                  <a:gd name="T22" fmla="*/ 45 w 45"/>
                  <a:gd name="T23" fmla="*/ 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17"/>
                  <a:gd name="T38" fmla="*/ 45 w 45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17">
                    <a:moveTo>
                      <a:pt x="45" y="4"/>
                    </a:moveTo>
                    <a:lnTo>
                      <a:pt x="41" y="0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42" y="6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5" y="5"/>
                    </a:lnTo>
                    <a:lnTo>
                      <a:pt x="45" y="3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3" name="Freeform 835"/>
              <p:cNvSpPr>
                <a:spLocks/>
              </p:cNvSpPr>
              <p:nvPr/>
            </p:nvSpPr>
            <p:spPr bwMode="auto">
              <a:xfrm>
                <a:off x="2566" y="1951"/>
                <a:ext cx="8" cy="19"/>
              </a:xfrm>
              <a:custGeom>
                <a:avLst/>
                <a:gdLst>
                  <a:gd name="T0" fmla="*/ 1 w 8"/>
                  <a:gd name="T1" fmla="*/ 15 h 19"/>
                  <a:gd name="T2" fmla="*/ 5 w 8"/>
                  <a:gd name="T3" fmla="*/ 17 h 19"/>
                  <a:gd name="T4" fmla="*/ 8 w 8"/>
                  <a:gd name="T5" fmla="*/ 1 h 19"/>
                  <a:gd name="T6" fmla="*/ 2 w 8"/>
                  <a:gd name="T7" fmla="*/ 0 h 19"/>
                  <a:gd name="T8" fmla="*/ 0 w 8"/>
                  <a:gd name="T9" fmla="*/ 16 h 19"/>
                  <a:gd name="T10" fmla="*/ 3 w 8"/>
                  <a:gd name="T11" fmla="*/ 19 h 19"/>
                  <a:gd name="T12" fmla="*/ 0 w 8"/>
                  <a:gd name="T13" fmla="*/ 16 h 19"/>
                  <a:gd name="T14" fmla="*/ 1 w 8"/>
                  <a:gd name="T15" fmla="*/ 18 h 19"/>
                  <a:gd name="T16" fmla="*/ 2 w 8"/>
                  <a:gd name="T17" fmla="*/ 19 h 19"/>
                  <a:gd name="T18" fmla="*/ 4 w 8"/>
                  <a:gd name="T19" fmla="*/ 19 h 19"/>
                  <a:gd name="T20" fmla="*/ 5 w 8"/>
                  <a:gd name="T21" fmla="*/ 17 h 19"/>
                  <a:gd name="T22" fmla="*/ 1 w 8"/>
                  <a:gd name="T23" fmla="*/ 1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9"/>
                  <a:gd name="T38" fmla="*/ 8 w 8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9">
                    <a:moveTo>
                      <a:pt x="1" y="15"/>
                    </a:moveTo>
                    <a:lnTo>
                      <a:pt x="5" y="17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5" y="17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4" name="Freeform 836"/>
              <p:cNvSpPr>
                <a:spLocks/>
              </p:cNvSpPr>
              <p:nvPr/>
            </p:nvSpPr>
            <p:spPr bwMode="auto">
              <a:xfrm>
                <a:off x="2568" y="1948"/>
                <a:ext cx="40" cy="22"/>
              </a:xfrm>
              <a:custGeom>
                <a:avLst/>
                <a:gdLst>
                  <a:gd name="T0" fmla="*/ 38 w 40"/>
                  <a:gd name="T1" fmla="*/ 6 h 22"/>
                  <a:gd name="T2" fmla="*/ 37 w 40"/>
                  <a:gd name="T3" fmla="*/ 0 h 22"/>
                  <a:gd name="T4" fmla="*/ 0 w 40"/>
                  <a:gd name="T5" fmla="*/ 18 h 22"/>
                  <a:gd name="T6" fmla="*/ 2 w 40"/>
                  <a:gd name="T7" fmla="*/ 22 h 22"/>
                  <a:gd name="T8" fmla="*/ 39 w 40"/>
                  <a:gd name="T9" fmla="*/ 5 h 22"/>
                  <a:gd name="T10" fmla="*/ 38 w 40"/>
                  <a:gd name="T11" fmla="*/ 0 h 22"/>
                  <a:gd name="T12" fmla="*/ 39 w 40"/>
                  <a:gd name="T13" fmla="*/ 5 h 22"/>
                  <a:gd name="T14" fmla="*/ 40 w 40"/>
                  <a:gd name="T15" fmla="*/ 4 h 22"/>
                  <a:gd name="T16" fmla="*/ 40 w 40"/>
                  <a:gd name="T17" fmla="*/ 2 h 22"/>
                  <a:gd name="T18" fmla="*/ 39 w 40"/>
                  <a:gd name="T19" fmla="*/ 0 h 22"/>
                  <a:gd name="T20" fmla="*/ 37 w 40"/>
                  <a:gd name="T21" fmla="*/ 0 h 22"/>
                  <a:gd name="T22" fmla="*/ 38 w 40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2"/>
                  <a:gd name="T38" fmla="*/ 40 w 40"/>
                  <a:gd name="T39" fmla="*/ 22 h 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2">
                    <a:moveTo>
                      <a:pt x="38" y="6"/>
                    </a:moveTo>
                    <a:lnTo>
                      <a:pt x="37" y="0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39" y="5"/>
                    </a:lnTo>
                    <a:lnTo>
                      <a:pt x="38" y="0"/>
                    </a:lnTo>
                    <a:lnTo>
                      <a:pt x="39" y="5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5" name="Freeform 837"/>
              <p:cNvSpPr>
                <a:spLocks/>
              </p:cNvSpPr>
              <p:nvPr/>
            </p:nvSpPr>
            <p:spPr bwMode="auto">
              <a:xfrm>
                <a:off x="2577" y="1948"/>
                <a:ext cx="29" cy="9"/>
              </a:xfrm>
              <a:custGeom>
                <a:avLst/>
                <a:gdLst>
                  <a:gd name="T0" fmla="*/ 0 w 29"/>
                  <a:gd name="T1" fmla="*/ 6 h 9"/>
                  <a:gd name="T2" fmla="*/ 3 w 29"/>
                  <a:gd name="T3" fmla="*/ 9 h 9"/>
                  <a:gd name="T4" fmla="*/ 29 w 29"/>
                  <a:gd name="T5" fmla="*/ 6 h 9"/>
                  <a:gd name="T6" fmla="*/ 28 w 29"/>
                  <a:gd name="T7" fmla="*/ 0 h 9"/>
                  <a:gd name="T8" fmla="*/ 2 w 29"/>
                  <a:gd name="T9" fmla="*/ 4 h 9"/>
                  <a:gd name="T10" fmla="*/ 5 w 29"/>
                  <a:gd name="T11" fmla="*/ 7 h 9"/>
                  <a:gd name="T12" fmla="*/ 2 w 29"/>
                  <a:gd name="T13" fmla="*/ 4 h 9"/>
                  <a:gd name="T14" fmla="*/ 1 w 29"/>
                  <a:gd name="T15" fmla="*/ 5 h 9"/>
                  <a:gd name="T16" fmla="*/ 0 w 29"/>
                  <a:gd name="T17" fmla="*/ 7 h 9"/>
                  <a:gd name="T18" fmla="*/ 1 w 29"/>
                  <a:gd name="T19" fmla="*/ 8 h 9"/>
                  <a:gd name="T20" fmla="*/ 3 w 29"/>
                  <a:gd name="T21" fmla="*/ 9 h 9"/>
                  <a:gd name="T22" fmla="*/ 0 w 29"/>
                  <a:gd name="T23" fmla="*/ 6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9"/>
                  <a:gd name="T38" fmla="*/ 29 w 2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9">
                    <a:moveTo>
                      <a:pt x="0" y="6"/>
                    </a:moveTo>
                    <a:lnTo>
                      <a:pt x="3" y="9"/>
                    </a:lnTo>
                    <a:lnTo>
                      <a:pt x="29" y="6"/>
                    </a:lnTo>
                    <a:lnTo>
                      <a:pt x="28" y="0"/>
                    </a:lnTo>
                    <a:lnTo>
                      <a:pt x="2" y="4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6" name="Freeform 838"/>
              <p:cNvSpPr>
                <a:spLocks/>
              </p:cNvSpPr>
              <p:nvPr/>
            </p:nvSpPr>
            <p:spPr bwMode="auto">
              <a:xfrm>
                <a:off x="2577" y="1937"/>
                <a:ext cx="7" cy="18"/>
              </a:xfrm>
              <a:custGeom>
                <a:avLst/>
                <a:gdLst>
                  <a:gd name="T0" fmla="*/ 5 w 7"/>
                  <a:gd name="T1" fmla="*/ 4 h 18"/>
                  <a:gd name="T2" fmla="*/ 2 w 7"/>
                  <a:gd name="T3" fmla="*/ 2 h 18"/>
                  <a:gd name="T4" fmla="*/ 0 w 7"/>
                  <a:gd name="T5" fmla="*/ 17 h 18"/>
                  <a:gd name="T6" fmla="*/ 5 w 7"/>
                  <a:gd name="T7" fmla="*/ 18 h 18"/>
                  <a:gd name="T8" fmla="*/ 7 w 7"/>
                  <a:gd name="T9" fmla="*/ 3 h 18"/>
                  <a:gd name="T10" fmla="*/ 4 w 7"/>
                  <a:gd name="T11" fmla="*/ 0 h 18"/>
                  <a:gd name="T12" fmla="*/ 7 w 7"/>
                  <a:gd name="T13" fmla="*/ 3 h 18"/>
                  <a:gd name="T14" fmla="*/ 6 w 7"/>
                  <a:gd name="T15" fmla="*/ 1 h 18"/>
                  <a:gd name="T16" fmla="*/ 5 w 7"/>
                  <a:gd name="T17" fmla="*/ 0 h 18"/>
                  <a:gd name="T18" fmla="*/ 3 w 7"/>
                  <a:gd name="T19" fmla="*/ 1 h 18"/>
                  <a:gd name="T20" fmla="*/ 2 w 7"/>
                  <a:gd name="T21" fmla="*/ 2 h 18"/>
                  <a:gd name="T22" fmla="*/ 5 w 7"/>
                  <a:gd name="T23" fmla="*/ 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5" y="4"/>
                    </a:moveTo>
                    <a:lnTo>
                      <a:pt x="2" y="2"/>
                    </a:lnTo>
                    <a:lnTo>
                      <a:pt x="0" y="17"/>
                    </a:lnTo>
                    <a:lnTo>
                      <a:pt x="5" y="18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7" name="Freeform 839"/>
              <p:cNvSpPr>
                <a:spLocks/>
              </p:cNvSpPr>
              <p:nvPr/>
            </p:nvSpPr>
            <p:spPr bwMode="auto">
              <a:xfrm>
                <a:off x="2528" y="1937"/>
                <a:ext cx="54" cy="28"/>
              </a:xfrm>
              <a:custGeom>
                <a:avLst/>
                <a:gdLst>
                  <a:gd name="T0" fmla="*/ 2 w 54"/>
                  <a:gd name="T1" fmla="*/ 22 h 28"/>
                  <a:gd name="T2" fmla="*/ 3 w 54"/>
                  <a:gd name="T3" fmla="*/ 28 h 28"/>
                  <a:gd name="T4" fmla="*/ 54 w 54"/>
                  <a:gd name="T5" fmla="*/ 4 h 28"/>
                  <a:gd name="T6" fmla="*/ 52 w 54"/>
                  <a:gd name="T7" fmla="*/ 0 h 28"/>
                  <a:gd name="T8" fmla="*/ 1 w 54"/>
                  <a:gd name="T9" fmla="*/ 22 h 28"/>
                  <a:gd name="T10" fmla="*/ 3 w 54"/>
                  <a:gd name="T11" fmla="*/ 28 h 28"/>
                  <a:gd name="T12" fmla="*/ 1 w 54"/>
                  <a:gd name="T13" fmla="*/ 22 h 28"/>
                  <a:gd name="T14" fmla="*/ 0 w 54"/>
                  <a:gd name="T15" fmla="*/ 24 h 28"/>
                  <a:gd name="T16" fmla="*/ 0 w 54"/>
                  <a:gd name="T17" fmla="*/ 25 h 28"/>
                  <a:gd name="T18" fmla="*/ 1 w 54"/>
                  <a:gd name="T19" fmla="*/ 28 h 28"/>
                  <a:gd name="T20" fmla="*/ 3 w 54"/>
                  <a:gd name="T21" fmla="*/ 28 h 28"/>
                  <a:gd name="T22" fmla="*/ 2 w 54"/>
                  <a:gd name="T23" fmla="*/ 22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4"/>
                  <a:gd name="T37" fmla="*/ 0 h 28"/>
                  <a:gd name="T38" fmla="*/ 54 w 54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4" h="28">
                    <a:moveTo>
                      <a:pt x="2" y="22"/>
                    </a:moveTo>
                    <a:lnTo>
                      <a:pt x="3" y="28"/>
                    </a:lnTo>
                    <a:lnTo>
                      <a:pt x="54" y="4"/>
                    </a:lnTo>
                    <a:lnTo>
                      <a:pt x="52" y="0"/>
                    </a:lnTo>
                    <a:lnTo>
                      <a:pt x="1" y="22"/>
                    </a:lnTo>
                    <a:lnTo>
                      <a:pt x="3" y="28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8" name="Freeform 840"/>
              <p:cNvSpPr>
                <a:spLocks/>
              </p:cNvSpPr>
              <p:nvPr/>
            </p:nvSpPr>
            <p:spPr bwMode="auto">
              <a:xfrm>
                <a:off x="2533" y="1940"/>
                <a:ext cx="70" cy="27"/>
              </a:xfrm>
              <a:custGeom>
                <a:avLst/>
                <a:gdLst>
                  <a:gd name="T0" fmla="*/ 0 w 70"/>
                  <a:gd name="T1" fmla="*/ 20 h 27"/>
                  <a:gd name="T2" fmla="*/ 48 w 70"/>
                  <a:gd name="T3" fmla="*/ 0 h 27"/>
                  <a:gd name="T4" fmla="*/ 46 w 70"/>
                  <a:gd name="T5" fmla="*/ 15 h 27"/>
                  <a:gd name="T6" fmla="*/ 70 w 70"/>
                  <a:gd name="T7" fmla="*/ 12 h 27"/>
                  <a:gd name="T8" fmla="*/ 36 w 70"/>
                  <a:gd name="T9" fmla="*/ 27 h 27"/>
                  <a:gd name="T10" fmla="*/ 38 w 70"/>
                  <a:gd name="T11" fmla="*/ 12 h 27"/>
                  <a:gd name="T12" fmla="*/ 0 w 70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0" y="20"/>
                    </a:moveTo>
                    <a:lnTo>
                      <a:pt x="48" y="0"/>
                    </a:lnTo>
                    <a:lnTo>
                      <a:pt x="46" y="15"/>
                    </a:lnTo>
                    <a:lnTo>
                      <a:pt x="70" y="12"/>
                    </a:lnTo>
                    <a:lnTo>
                      <a:pt x="36" y="27"/>
                    </a:lnTo>
                    <a:lnTo>
                      <a:pt x="38" y="12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19" name="Freeform 841"/>
              <p:cNvSpPr>
                <a:spLocks/>
              </p:cNvSpPr>
              <p:nvPr/>
            </p:nvSpPr>
            <p:spPr bwMode="auto">
              <a:xfrm>
                <a:off x="2536" y="1940"/>
                <a:ext cx="65" cy="27"/>
              </a:xfrm>
              <a:custGeom>
                <a:avLst/>
                <a:gdLst>
                  <a:gd name="T0" fmla="*/ 0 w 65"/>
                  <a:gd name="T1" fmla="*/ 20 h 27"/>
                  <a:gd name="T2" fmla="*/ 44 w 65"/>
                  <a:gd name="T3" fmla="*/ 0 h 27"/>
                  <a:gd name="T4" fmla="*/ 42 w 65"/>
                  <a:gd name="T5" fmla="*/ 16 h 27"/>
                  <a:gd name="T6" fmla="*/ 65 w 65"/>
                  <a:gd name="T7" fmla="*/ 13 h 27"/>
                  <a:gd name="T8" fmla="*/ 33 w 65"/>
                  <a:gd name="T9" fmla="*/ 27 h 27"/>
                  <a:gd name="T10" fmla="*/ 35 w 65"/>
                  <a:gd name="T11" fmla="*/ 11 h 27"/>
                  <a:gd name="T12" fmla="*/ 0 w 65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0" y="20"/>
                    </a:moveTo>
                    <a:lnTo>
                      <a:pt x="44" y="0"/>
                    </a:lnTo>
                    <a:lnTo>
                      <a:pt x="42" y="16"/>
                    </a:lnTo>
                    <a:lnTo>
                      <a:pt x="65" y="13"/>
                    </a:lnTo>
                    <a:lnTo>
                      <a:pt x="33" y="27"/>
                    </a:lnTo>
                    <a:lnTo>
                      <a:pt x="35" y="1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0" name="Freeform 842"/>
              <p:cNvSpPr>
                <a:spLocks/>
              </p:cNvSpPr>
              <p:nvPr/>
            </p:nvSpPr>
            <p:spPr bwMode="auto">
              <a:xfrm>
                <a:off x="2540" y="1940"/>
                <a:ext cx="59" cy="26"/>
              </a:xfrm>
              <a:custGeom>
                <a:avLst/>
                <a:gdLst>
                  <a:gd name="T0" fmla="*/ 0 w 59"/>
                  <a:gd name="T1" fmla="*/ 18 h 26"/>
                  <a:gd name="T2" fmla="*/ 40 w 59"/>
                  <a:gd name="T3" fmla="*/ 0 h 26"/>
                  <a:gd name="T4" fmla="*/ 38 w 59"/>
                  <a:gd name="T5" fmla="*/ 16 h 26"/>
                  <a:gd name="T6" fmla="*/ 59 w 59"/>
                  <a:gd name="T7" fmla="*/ 13 h 26"/>
                  <a:gd name="T8" fmla="*/ 30 w 59"/>
                  <a:gd name="T9" fmla="*/ 26 h 26"/>
                  <a:gd name="T10" fmla="*/ 33 w 59"/>
                  <a:gd name="T11" fmla="*/ 10 h 26"/>
                  <a:gd name="T12" fmla="*/ 0 w 59"/>
                  <a:gd name="T13" fmla="*/ 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0" y="18"/>
                    </a:moveTo>
                    <a:lnTo>
                      <a:pt x="40" y="0"/>
                    </a:lnTo>
                    <a:lnTo>
                      <a:pt x="38" y="16"/>
                    </a:lnTo>
                    <a:lnTo>
                      <a:pt x="59" y="13"/>
                    </a:lnTo>
                    <a:lnTo>
                      <a:pt x="30" y="26"/>
                    </a:lnTo>
                    <a:lnTo>
                      <a:pt x="33" y="1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1" name="Freeform 843"/>
              <p:cNvSpPr>
                <a:spLocks/>
              </p:cNvSpPr>
              <p:nvPr/>
            </p:nvSpPr>
            <p:spPr bwMode="auto">
              <a:xfrm>
                <a:off x="2543" y="1941"/>
                <a:ext cx="54" cy="25"/>
              </a:xfrm>
              <a:custGeom>
                <a:avLst/>
                <a:gdLst>
                  <a:gd name="T0" fmla="*/ 0 w 54"/>
                  <a:gd name="T1" fmla="*/ 16 h 25"/>
                  <a:gd name="T2" fmla="*/ 37 w 54"/>
                  <a:gd name="T3" fmla="*/ 0 h 25"/>
                  <a:gd name="T4" fmla="*/ 34 w 54"/>
                  <a:gd name="T5" fmla="*/ 16 h 25"/>
                  <a:gd name="T6" fmla="*/ 54 w 54"/>
                  <a:gd name="T7" fmla="*/ 12 h 25"/>
                  <a:gd name="T8" fmla="*/ 27 w 54"/>
                  <a:gd name="T9" fmla="*/ 25 h 25"/>
                  <a:gd name="T10" fmla="*/ 30 w 54"/>
                  <a:gd name="T11" fmla="*/ 9 h 25"/>
                  <a:gd name="T12" fmla="*/ 0 w 54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0" y="16"/>
                    </a:moveTo>
                    <a:lnTo>
                      <a:pt x="37" y="0"/>
                    </a:lnTo>
                    <a:lnTo>
                      <a:pt x="34" y="16"/>
                    </a:lnTo>
                    <a:lnTo>
                      <a:pt x="54" y="12"/>
                    </a:lnTo>
                    <a:lnTo>
                      <a:pt x="27" y="25"/>
                    </a:lnTo>
                    <a:lnTo>
                      <a:pt x="30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2" name="Freeform 844"/>
              <p:cNvSpPr>
                <a:spLocks/>
              </p:cNvSpPr>
              <p:nvPr/>
            </p:nvSpPr>
            <p:spPr bwMode="auto">
              <a:xfrm>
                <a:off x="2547" y="1941"/>
                <a:ext cx="48" cy="25"/>
              </a:xfrm>
              <a:custGeom>
                <a:avLst/>
                <a:gdLst>
                  <a:gd name="T0" fmla="*/ 0 w 48"/>
                  <a:gd name="T1" fmla="*/ 16 h 25"/>
                  <a:gd name="T2" fmla="*/ 32 w 48"/>
                  <a:gd name="T3" fmla="*/ 0 h 25"/>
                  <a:gd name="T4" fmla="*/ 30 w 48"/>
                  <a:gd name="T5" fmla="*/ 17 h 25"/>
                  <a:gd name="T6" fmla="*/ 48 w 48"/>
                  <a:gd name="T7" fmla="*/ 13 h 25"/>
                  <a:gd name="T8" fmla="*/ 24 w 48"/>
                  <a:gd name="T9" fmla="*/ 25 h 25"/>
                  <a:gd name="T10" fmla="*/ 27 w 48"/>
                  <a:gd name="T11" fmla="*/ 9 h 25"/>
                  <a:gd name="T12" fmla="*/ 0 w 48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5"/>
                  <a:gd name="T23" fmla="*/ 48 w 48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5">
                    <a:moveTo>
                      <a:pt x="0" y="16"/>
                    </a:moveTo>
                    <a:lnTo>
                      <a:pt x="32" y="0"/>
                    </a:lnTo>
                    <a:lnTo>
                      <a:pt x="30" y="17"/>
                    </a:lnTo>
                    <a:lnTo>
                      <a:pt x="48" y="13"/>
                    </a:lnTo>
                    <a:lnTo>
                      <a:pt x="24" y="25"/>
                    </a:lnTo>
                    <a:lnTo>
                      <a:pt x="27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3" name="Freeform 845"/>
              <p:cNvSpPr>
                <a:spLocks/>
              </p:cNvSpPr>
              <p:nvPr/>
            </p:nvSpPr>
            <p:spPr bwMode="auto">
              <a:xfrm>
                <a:off x="2550" y="1942"/>
                <a:ext cx="43" cy="23"/>
              </a:xfrm>
              <a:custGeom>
                <a:avLst/>
                <a:gdLst>
                  <a:gd name="T0" fmla="*/ 0 w 43"/>
                  <a:gd name="T1" fmla="*/ 13 h 23"/>
                  <a:gd name="T2" fmla="*/ 29 w 43"/>
                  <a:gd name="T3" fmla="*/ 0 h 23"/>
                  <a:gd name="T4" fmla="*/ 27 w 43"/>
                  <a:gd name="T5" fmla="*/ 15 h 23"/>
                  <a:gd name="T6" fmla="*/ 43 w 43"/>
                  <a:gd name="T7" fmla="*/ 13 h 23"/>
                  <a:gd name="T8" fmla="*/ 21 w 43"/>
                  <a:gd name="T9" fmla="*/ 23 h 23"/>
                  <a:gd name="T10" fmla="*/ 24 w 43"/>
                  <a:gd name="T11" fmla="*/ 6 h 23"/>
                  <a:gd name="T12" fmla="*/ 0 w 43"/>
                  <a:gd name="T13" fmla="*/ 1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3"/>
                  <a:gd name="T23" fmla="*/ 43 w 43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3">
                    <a:moveTo>
                      <a:pt x="0" y="13"/>
                    </a:moveTo>
                    <a:lnTo>
                      <a:pt x="29" y="0"/>
                    </a:lnTo>
                    <a:lnTo>
                      <a:pt x="27" y="15"/>
                    </a:lnTo>
                    <a:lnTo>
                      <a:pt x="43" y="13"/>
                    </a:lnTo>
                    <a:lnTo>
                      <a:pt x="21" y="23"/>
                    </a:lnTo>
                    <a:lnTo>
                      <a:pt x="24" y="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4" name="Freeform 846"/>
              <p:cNvSpPr>
                <a:spLocks/>
              </p:cNvSpPr>
              <p:nvPr/>
            </p:nvSpPr>
            <p:spPr bwMode="auto">
              <a:xfrm>
                <a:off x="2553" y="1942"/>
                <a:ext cx="38" cy="21"/>
              </a:xfrm>
              <a:custGeom>
                <a:avLst/>
                <a:gdLst>
                  <a:gd name="T0" fmla="*/ 0 w 38"/>
                  <a:gd name="T1" fmla="*/ 12 h 21"/>
                  <a:gd name="T2" fmla="*/ 26 w 38"/>
                  <a:gd name="T3" fmla="*/ 0 h 21"/>
                  <a:gd name="T4" fmla="*/ 24 w 38"/>
                  <a:gd name="T5" fmla="*/ 15 h 21"/>
                  <a:gd name="T6" fmla="*/ 38 w 38"/>
                  <a:gd name="T7" fmla="*/ 13 h 21"/>
                  <a:gd name="T8" fmla="*/ 18 w 38"/>
                  <a:gd name="T9" fmla="*/ 21 h 21"/>
                  <a:gd name="T10" fmla="*/ 21 w 38"/>
                  <a:gd name="T11" fmla="*/ 6 h 21"/>
                  <a:gd name="T12" fmla="*/ 0 w 38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0" y="12"/>
                    </a:moveTo>
                    <a:lnTo>
                      <a:pt x="26" y="0"/>
                    </a:lnTo>
                    <a:lnTo>
                      <a:pt x="24" y="15"/>
                    </a:lnTo>
                    <a:lnTo>
                      <a:pt x="38" y="13"/>
                    </a:lnTo>
                    <a:lnTo>
                      <a:pt x="18" y="21"/>
                    </a:lnTo>
                    <a:lnTo>
                      <a:pt x="21" y="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5" name="Freeform 847"/>
              <p:cNvSpPr>
                <a:spLocks/>
              </p:cNvSpPr>
              <p:nvPr/>
            </p:nvSpPr>
            <p:spPr bwMode="auto">
              <a:xfrm>
                <a:off x="2556" y="1942"/>
                <a:ext cx="34" cy="21"/>
              </a:xfrm>
              <a:custGeom>
                <a:avLst/>
                <a:gdLst>
                  <a:gd name="T0" fmla="*/ 0 w 34"/>
                  <a:gd name="T1" fmla="*/ 10 h 21"/>
                  <a:gd name="T2" fmla="*/ 23 w 34"/>
                  <a:gd name="T3" fmla="*/ 0 h 21"/>
                  <a:gd name="T4" fmla="*/ 21 w 34"/>
                  <a:gd name="T5" fmla="*/ 16 h 21"/>
                  <a:gd name="T6" fmla="*/ 34 w 34"/>
                  <a:gd name="T7" fmla="*/ 14 h 21"/>
                  <a:gd name="T8" fmla="*/ 17 w 34"/>
                  <a:gd name="T9" fmla="*/ 21 h 21"/>
                  <a:gd name="T10" fmla="*/ 19 w 34"/>
                  <a:gd name="T11" fmla="*/ 5 h 21"/>
                  <a:gd name="T12" fmla="*/ 0 w 34"/>
                  <a:gd name="T13" fmla="*/ 1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21"/>
                  <a:gd name="T23" fmla="*/ 34 w 34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21">
                    <a:moveTo>
                      <a:pt x="0" y="10"/>
                    </a:moveTo>
                    <a:lnTo>
                      <a:pt x="23" y="0"/>
                    </a:lnTo>
                    <a:lnTo>
                      <a:pt x="21" y="16"/>
                    </a:lnTo>
                    <a:lnTo>
                      <a:pt x="34" y="14"/>
                    </a:lnTo>
                    <a:lnTo>
                      <a:pt x="17" y="21"/>
                    </a:lnTo>
                    <a:lnTo>
                      <a:pt x="19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6" name="Freeform 848"/>
              <p:cNvSpPr>
                <a:spLocks/>
              </p:cNvSpPr>
              <p:nvPr/>
            </p:nvSpPr>
            <p:spPr bwMode="auto">
              <a:xfrm>
                <a:off x="2560" y="1943"/>
                <a:ext cx="27" cy="20"/>
              </a:xfrm>
              <a:custGeom>
                <a:avLst/>
                <a:gdLst>
                  <a:gd name="T0" fmla="*/ 0 w 27"/>
                  <a:gd name="T1" fmla="*/ 9 h 20"/>
                  <a:gd name="T2" fmla="*/ 18 w 27"/>
                  <a:gd name="T3" fmla="*/ 0 h 20"/>
                  <a:gd name="T4" fmla="*/ 16 w 27"/>
                  <a:gd name="T5" fmla="*/ 16 h 20"/>
                  <a:gd name="T6" fmla="*/ 27 w 27"/>
                  <a:gd name="T7" fmla="*/ 14 h 20"/>
                  <a:gd name="T8" fmla="*/ 13 w 27"/>
                  <a:gd name="T9" fmla="*/ 20 h 20"/>
                  <a:gd name="T10" fmla="*/ 16 w 27"/>
                  <a:gd name="T11" fmla="*/ 4 h 20"/>
                  <a:gd name="T12" fmla="*/ 0 w 27"/>
                  <a:gd name="T13" fmla="*/ 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0" y="9"/>
                    </a:moveTo>
                    <a:lnTo>
                      <a:pt x="18" y="0"/>
                    </a:lnTo>
                    <a:lnTo>
                      <a:pt x="16" y="16"/>
                    </a:lnTo>
                    <a:lnTo>
                      <a:pt x="27" y="14"/>
                    </a:lnTo>
                    <a:lnTo>
                      <a:pt x="13" y="20"/>
                    </a:lnTo>
                    <a:lnTo>
                      <a:pt x="16" y="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7" name="Freeform 849"/>
              <p:cNvSpPr>
                <a:spLocks/>
              </p:cNvSpPr>
              <p:nvPr/>
            </p:nvSpPr>
            <p:spPr bwMode="auto">
              <a:xfrm>
                <a:off x="2564" y="1943"/>
                <a:ext cx="21" cy="19"/>
              </a:xfrm>
              <a:custGeom>
                <a:avLst/>
                <a:gdLst>
                  <a:gd name="T0" fmla="*/ 0 w 21"/>
                  <a:gd name="T1" fmla="*/ 7 h 19"/>
                  <a:gd name="T2" fmla="*/ 12 w 21"/>
                  <a:gd name="T3" fmla="*/ 3 h 19"/>
                  <a:gd name="T4" fmla="*/ 10 w 21"/>
                  <a:gd name="T5" fmla="*/ 19 h 19"/>
                  <a:gd name="T6" fmla="*/ 21 w 21"/>
                  <a:gd name="T7" fmla="*/ 14 h 19"/>
                  <a:gd name="T8" fmla="*/ 12 w 21"/>
                  <a:gd name="T9" fmla="*/ 16 h 19"/>
                  <a:gd name="T10" fmla="*/ 14 w 21"/>
                  <a:gd name="T11" fmla="*/ 0 h 19"/>
                  <a:gd name="T12" fmla="*/ 0 w 21"/>
                  <a:gd name="T13" fmla="*/ 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0" y="7"/>
                    </a:moveTo>
                    <a:lnTo>
                      <a:pt x="12" y="3"/>
                    </a:lnTo>
                    <a:lnTo>
                      <a:pt x="10" y="19"/>
                    </a:lnTo>
                    <a:lnTo>
                      <a:pt x="21" y="14"/>
                    </a:lnTo>
                    <a:lnTo>
                      <a:pt x="12" y="16"/>
                    </a:lnTo>
                    <a:lnTo>
                      <a:pt x="1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8" name="Freeform 850"/>
              <p:cNvSpPr>
                <a:spLocks/>
              </p:cNvSpPr>
              <p:nvPr/>
            </p:nvSpPr>
            <p:spPr bwMode="auto">
              <a:xfrm>
                <a:off x="2752" y="1830"/>
                <a:ext cx="45" cy="62"/>
              </a:xfrm>
              <a:custGeom>
                <a:avLst/>
                <a:gdLst>
                  <a:gd name="T0" fmla="*/ 45 w 45"/>
                  <a:gd name="T1" fmla="*/ 0 h 62"/>
                  <a:gd name="T2" fmla="*/ 24 w 45"/>
                  <a:gd name="T3" fmla="*/ 37 h 62"/>
                  <a:gd name="T4" fmla="*/ 14 w 45"/>
                  <a:gd name="T5" fmla="*/ 24 h 62"/>
                  <a:gd name="T6" fmla="*/ 0 w 45"/>
                  <a:gd name="T7" fmla="*/ 62 h 62"/>
                  <a:gd name="T8" fmla="*/ 16 w 45"/>
                  <a:gd name="T9" fmla="*/ 40 h 62"/>
                  <a:gd name="T10" fmla="*/ 26 w 45"/>
                  <a:gd name="T11" fmla="*/ 52 h 62"/>
                  <a:gd name="T12" fmla="*/ 45 w 45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"/>
                  <a:gd name="T22" fmla="*/ 0 h 62"/>
                  <a:gd name="T23" fmla="*/ 45 w 45"/>
                  <a:gd name="T24" fmla="*/ 62 h 6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" h="62">
                    <a:moveTo>
                      <a:pt x="45" y="0"/>
                    </a:moveTo>
                    <a:lnTo>
                      <a:pt x="24" y="37"/>
                    </a:lnTo>
                    <a:lnTo>
                      <a:pt x="14" y="24"/>
                    </a:lnTo>
                    <a:lnTo>
                      <a:pt x="0" y="62"/>
                    </a:lnTo>
                    <a:lnTo>
                      <a:pt x="16" y="40"/>
                    </a:lnTo>
                    <a:lnTo>
                      <a:pt x="26" y="5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29" name="Freeform 851"/>
              <p:cNvSpPr>
                <a:spLocks/>
              </p:cNvSpPr>
              <p:nvPr/>
            </p:nvSpPr>
            <p:spPr bwMode="auto">
              <a:xfrm>
                <a:off x="2773" y="1829"/>
                <a:ext cx="26" cy="40"/>
              </a:xfrm>
              <a:custGeom>
                <a:avLst/>
                <a:gdLst>
                  <a:gd name="T0" fmla="*/ 1 w 26"/>
                  <a:gd name="T1" fmla="*/ 39 h 40"/>
                  <a:gd name="T2" fmla="*/ 5 w 26"/>
                  <a:gd name="T3" fmla="*/ 39 h 40"/>
                  <a:gd name="T4" fmla="*/ 26 w 26"/>
                  <a:gd name="T5" fmla="*/ 2 h 40"/>
                  <a:gd name="T6" fmla="*/ 22 w 26"/>
                  <a:gd name="T7" fmla="*/ 0 h 40"/>
                  <a:gd name="T8" fmla="*/ 0 w 26"/>
                  <a:gd name="T9" fmla="*/ 36 h 40"/>
                  <a:gd name="T10" fmla="*/ 5 w 26"/>
                  <a:gd name="T11" fmla="*/ 36 h 40"/>
                  <a:gd name="T12" fmla="*/ 0 w 26"/>
                  <a:gd name="T13" fmla="*/ 36 h 40"/>
                  <a:gd name="T14" fmla="*/ 0 w 26"/>
                  <a:gd name="T15" fmla="*/ 38 h 40"/>
                  <a:gd name="T16" fmla="*/ 1 w 26"/>
                  <a:gd name="T17" fmla="*/ 40 h 40"/>
                  <a:gd name="T18" fmla="*/ 4 w 26"/>
                  <a:gd name="T19" fmla="*/ 40 h 40"/>
                  <a:gd name="T20" fmla="*/ 5 w 26"/>
                  <a:gd name="T21" fmla="*/ 39 h 40"/>
                  <a:gd name="T22" fmla="*/ 1 w 26"/>
                  <a:gd name="T23" fmla="*/ 39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40"/>
                  <a:gd name="T38" fmla="*/ 26 w 26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40">
                    <a:moveTo>
                      <a:pt x="1" y="39"/>
                    </a:moveTo>
                    <a:lnTo>
                      <a:pt x="5" y="39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0" y="36"/>
                    </a:lnTo>
                    <a:lnTo>
                      <a:pt x="5" y="36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0" name="Freeform 852"/>
              <p:cNvSpPr>
                <a:spLocks/>
              </p:cNvSpPr>
              <p:nvPr/>
            </p:nvSpPr>
            <p:spPr bwMode="auto">
              <a:xfrm>
                <a:off x="2764" y="1851"/>
                <a:ext cx="14" cy="17"/>
              </a:xfrm>
              <a:custGeom>
                <a:avLst/>
                <a:gdLst>
                  <a:gd name="T0" fmla="*/ 4 w 14"/>
                  <a:gd name="T1" fmla="*/ 3 h 17"/>
                  <a:gd name="T2" fmla="*/ 0 w 14"/>
                  <a:gd name="T3" fmla="*/ 5 h 17"/>
                  <a:gd name="T4" fmla="*/ 9 w 14"/>
                  <a:gd name="T5" fmla="*/ 17 h 17"/>
                  <a:gd name="T6" fmla="*/ 14 w 14"/>
                  <a:gd name="T7" fmla="*/ 14 h 17"/>
                  <a:gd name="T8" fmla="*/ 4 w 14"/>
                  <a:gd name="T9" fmla="*/ 1 h 17"/>
                  <a:gd name="T10" fmla="*/ 0 w 14"/>
                  <a:gd name="T11" fmla="*/ 2 h 17"/>
                  <a:gd name="T12" fmla="*/ 4 w 14"/>
                  <a:gd name="T13" fmla="*/ 1 h 17"/>
                  <a:gd name="T14" fmla="*/ 2 w 14"/>
                  <a:gd name="T15" fmla="*/ 0 h 17"/>
                  <a:gd name="T16" fmla="*/ 1 w 14"/>
                  <a:gd name="T17" fmla="*/ 1 h 17"/>
                  <a:gd name="T18" fmla="*/ 0 w 14"/>
                  <a:gd name="T19" fmla="*/ 2 h 17"/>
                  <a:gd name="T20" fmla="*/ 0 w 14"/>
                  <a:gd name="T21" fmla="*/ 5 h 17"/>
                  <a:gd name="T22" fmla="*/ 4 w 14"/>
                  <a:gd name="T23" fmla="*/ 3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4" y="3"/>
                    </a:moveTo>
                    <a:lnTo>
                      <a:pt x="0" y="5"/>
                    </a:lnTo>
                    <a:lnTo>
                      <a:pt x="9" y="17"/>
                    </a:lnTo>
                    <a:lnTo>
                      <a:pt x="14" y="14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1" name="Freeform 853"/>
              <p:cNvSpPr>
                <a:spLocks/>
              </p:cNvSpPr>
              <p:nvPr/>
            </p:nvSpPr>
            <p:spPr bwMode="auto">
              <a:xfrm>
                <a:off x="2750" y="1853"/>
                <a:ext cx="18" cy="41"/>
              </a:xfrm>
              <a:custGeom>
                <a:avLst/>
                <a:gdLst>
                  <a:gd name="T0" fmla="*/ 0 w 18"/>
                  <a:gd name="T1" fmla="*/ 37 h 41"/>
                  <a:gd name="T2" fmla="*/ 4 w 18"/>
                  <a:gd name="T3" fmla="*/ 39 h 41"/>
                  <a:gd name="T4" fmla="*/ 18 w 18"/>
                  <a:gd name="T5" fmla="*/ 1 h 41"/>
                  <a:gd name="T6" fmla="*/ 14 w 18"/>
                  <a:gd name="T7" fmla="*/ 0 h 41"/>
                  <a:gd name="T8" fmla="*/ 0 w 18"/>
                  <a:gd name="T9" fmla="*/ 38 h 41"/>
                  <a:gd name="T10" fmla="*/ 4 w 18"/>
                  <a:gd name="T11" fmla="*/ 40 h 41"/>
                  <a:gd name="T12" fmla="*/ 0 w 18"/>
                  <a:gd name="T13" fmla="*/ 38 h 41"/>
                  <a:gd name="T14" fmla="*/ 0 w 18"/>
                  <a:gd name="T15" fmla="*/ 40 h 41"/>
                  <a:gd name="T16" fmla="*/ 2 w 18"/>
                  <a:gd name="T17" fmla="*/ 41 h 41"/>
                  <a:gd name="T18" fmla="*/ 3 w 18"/>
                  <a:gd name="T19" fmla="*/ 41 h 41"/>
                  <a:gd name="T20" fmla="*/ 4 w 18"/>
                  <a:gd name="T21" fmla="*/ 39 h 41"/>
                  <a:gd name="T22" fmla="*/ 0 w 18"/>
                  <a:gd name="T23" fmla="*/ 3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41"/>
                  <a:gd name="T38" fmla="*/ 18 w 18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41">
                    <a:moveTo>
                      <a:pt x="0" y="37"/>
                    </a:moveTo>
                    <a:lnTo>
                      <a:pt x="4" y="39"/>
                    </a:lnTo>
                    <a:lnTo>
                      <a:pt x="18" y="1"/>
                    </a:lnTo>
                    <a:lnTo>
                      <a:pt x="14" y="0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2" name="Freeform 854"/>
              <p:cNvSpPr>
                <a:spLocks/>
              </p:cNvSpPr>
              <p:nvPr/>
            </p:nvSpPr>
            <p:spPr bwMode="auto">
              <a:xfrm>
                <a:off x="2750" y="1867"/>
                <a:ext cx="21" cy="26"/>
              </a:xfrm>
              <a:custGeom>
                <a:avLst/>
                <a:gdLst>
                  <a:gd name="T0" fmla="*/ 20 w 21"/>
                  <a:gd name="T1" fmla="*/ 1 h 26"/>
                  <a:gd name="T2" fmla="*/ 17 w 21"/>
                  <a:gd name="T3" fmla="*/ 1 h 26"/>
                  <a:gd name="T4" fmla="*/ 0 w 21"/>
                  <a:gd name="T5" fmla="*/ 23 h 26"/>
                  <a:gd name="T6" fmla="*/ 4 w 21"/>
                  <a:gd name="T7" fmla="*/ 26 h 26"/>
                  <a:gd name="T8" fmla="*/ 20 w 21"/>
                  <a:gd name="T9" fmla="*/ 5 h 26"/>
                  <a:gd name="T10" fmla="*/ 17 w 21"/>
                  <a:gd name="T11" fmla="*/ 5 h 26"/>
                  <a:gd name="T12" fmla="*/ 20 w 21"/>
                  <a:gd name="T13" fmla="*/ 5 h 26"/>
                  <a:gd name="T14" fmla="*/ 21 w 21"/>
                  <a:gd name="T15" fmla="*/ 2 h 26"/>
                  <a:gd name="T16" fmla="*/ 20 w 21"/>
                  <a:gd name="T17" fmla="*/ 1 h 26"/>
                  <a:gd name="T18" fmla="*/ 18 w 21"/>
                  <a:gd name="T19" fmla="*/ 0 h 26"/>
                  <a:gd name="T20" fmla="*/ 17 w 21"/>
                  <a:gd name="T21" fmla="*/ 1 h 26"/>
                  <a:gd name="T22" fmla="*/ 20 w 21"/>
                  <a:gd name="T23" fmla="*/ 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26"/>
                  <a:gd name="T38" fmla="*/ 21 w 2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26">
                    <a:moveTo>
                      <a:pt x="20" y="1"/>
                    </a:moveTo>
                    <a:lnTo>
                      <a:pt x="17" y="1"/>
                    </a:lnTo>
                    <a:lnTo>
                      <a:pt x="0" y="23"/>
                    </a:lnTo>
                    <a:lnTo>
                      <a:pt x="4" y="26"/>
                    </a:lnTo>
                    <a:lnTo>
                      <a:pt x="20" y="5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3" name="Freeform 855"/>
              <p:cNvSpPr>
                <a:spLocks/>
              </p:cNvSpPr>
              <p:nvPr/>
            </p:nvSpPr>
            <p:spPr bwMode="auto">
              <a:xfrm>
                <a:off x="2766" y="1868"/>
                <a:ext cx="14" cy="17"/>
              </a:xfrm>
              <a:custGeom>
                <a:avLst/>
                <a:gdLst>
                  <a:gd name="T0" fmla="*/ 8 w 14"/>
                  <a:gd name="T1" fmla="*/ 14 h 17"/>
                  <a:gd name="T2" fmla="*/ 13 w 14"/>
                  <a:gd name="T3" fmla="*/ 13 h 17"/>
                  <a:gd name="T4" fmla="*/ 4 w 14"/>
                  <a:gd name="T5" fmla="*/ 0 h 17"/>
                  <a:gd name="T6" fmla="*/ 0 w 14"/>
                  <a:gd name="T7" fmla="*/ 4 h 17"/>
                  <a:gd name="T8" fmla="*/ 10 w 14"/>
                  <a:gd name="T9" fmla="*/ 16 h 17"/>
                  <a:gd name="T10" fmla="*/ 14 w 14"/>
                  <a:gd name="T11" fmla="*/ 15 h 17"/>
                  <a:gd name="T12" fmla="*/ 10 w 14"/>
                  <a:gd name="T13" fmla="*/ 16 h 17"/>
                  <a:gd name="T14" fmla="*/ 11 w 14"/>
                  <a:gd name="T15" fmla="*/ 17 h 17"/>
                  <a:gd name="T16" fmla="*/ 13 w 14"/>
                  <a:gd name="T17" fmla="*/ 16 h 17"/>
                  <a:gd name="T18" fmla="*/ 14 w 14"/>
                  <a:gd name="T19" fmla="*/ 15 h 17"/>
                  <a:gd name="T20" fmla="*/ 13 w 14"/>
                  <a:gd name="T21" fmla="*/ 13 h 17"/>
                  <a:gd name="T22" fmla="*/ 8 w 14"/>
                  <a:gd name="T23" fmla="*/ 1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8" y="14"/>
                    </a:moveTo>
                    <a:lnTo>
                      <a:pt x="13" y="13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10" y="16"/>
                    </a:lnTo>
                    <a:lnTo>
                      <a:pt x="14" y="15"/>
                    </a:lnTo>
                    <a:lnTo>
                      <a:pt x="10" y="16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4" name="Freeform 856"/>
              <p:cNvSpPr>
                <a:spLocks/>
              </p:cNvSpPr>
              <p:nvPr/>
            </p:nvSpPr>
            <p:spPr bwMode="auto">
              <a:xfrm>
                <a:off x="2776" y="1828"/>
                <a:ext cx="23" cy="55"/>
              </a:xfrm>
              <a:custGeom>
                <a:avLst/>
                <a:gdLst>
                  <a:gd name="T0" fmla="*/ 23 w 23"/>
                  <a:gd name="T1" fmla="*/ 3 h 55"/>
                  <a:gd name="T2" fmla="*/ 19 w 23"/>
                  <a:gd name="T3" fmla="*/ 1 h 55"/>
                  <a:gd name="T4" fmla="*/ 0 w 23"/>
                  <a:gd name="T5" fmla="*/ 54 h 55"/>
                  <a:gd name="T6" fmla="*/ 4 w 23"/>
                  <a:gd name="T7" fmla="*/ 55 h 55"/>
                  <a:gd name="T8" fmla="*/ 23 w 23"/>
                  <a:gd name="T9" fmla="*/ 3 h 55"/>
                  <a:gd name="T10" fmla="*/ 19 w 23"/>
                  <a:gd name="T11" fmla="*/ 1 h 55"/>
                  <a:gd name="T12" fmla="*/ 23 w 23"/>
                  <a:gd name="T13" fmla="*/ 3 h 55"/>
                  <a:gd name="T14" fmla="*/ 23 w 23"/>
                  <a:gd name="T15" fmla="*/ 1 h 55"/>
                  <a:gd name="T16" fmla="*/ 21 w 23"/>
                  <a:gd name="T17" fmla="*/ 0 h 55"/>
                  <a:gd name="T18" fmla="*/ 20 w 23"/>
                  <a:gd name="T19" fmla="*/ 0 h 55"/>
                  <a:gd name="T20" fmla="*/ 19 w 23"/>
                  <a:gd name="T21" fmla="*/ 1 h 55"/>
                  <a:gd name="T22" fmla="*/ 23 w 23"/>
                  <a:gd name="T23" fmla="*/ 3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5"/>
                  <a:gd name="T38" fmla="*/ 23 w 23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5">
                    <a:moveTo>
                      <a:pt x="23" y="3"/>
                    </a:moveTo>
                    <a:lnTo>
                      <a:pt x="19" y="1"/>
                    </a:lnTo>
                    <a:lnTo>
                      <a:pt x="0" y="54"/>
                    </a:lnTo>
                    <a:lnTo>
                      <a:pt x="4" y="55"/>
                    </a:lnTo>
                    <a:lnTo>
                      <a:pt x="23" y="3"/>
                    </a:lnTo>
                    <a:lnTo>
                      <a:pt x="19" y="1"/>
                    </a:lnTo>
                    <a:lnTo>
                      <a:pt x="23" y="3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19" y="1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5" name="Freeform 857"/>
              <p:cNvSpPr>
                <a:spLocks/>
              </p:cNvSpPr>
              <p:nvPr/>
            </p:nvSpPr>
            <p:spPr bwMode="auto">
              <a:xfrm>
                <a:off x="2753" y="1833"/>
                <a:ext cx="43" cy="57"/>
              </a:xfrm>
              <a:custGeom>
                <a:avLst/>
                <a:gdLst>
                  <a:gd name="T0" fmla="*/ 43 w 43"/>
                  <a:gd name="T1" fmla="*/ 0 h 57"/>
                  <a:gd name="T2" fmla="*/ 25 w 43"/>
                  <a:gd name="T3" fmla="*/ 49 h 57"/>
                  <a:gd name="T4" fmla="*/ 15 w 43"/>
                  <a:gd name="T5" fmla="*/ 36 h 57"/>
                  <a:gd name="T6" fmla="*/ 0 w 43"/>
                  <a:gd name="T7" fmla="*/ 57 h 57"/>
                  <a:gd name="T8" fmla="*/ 13 w 43"/>
                  <a:gd name="T9" fmla="*/ 21 h 57"/>
                  <a:gd name="T10" fmla="*/ 23 w 43"/>
                  <a:gd name="T11" fmla="*/ 34 h 57"/>
                  <a:gd name="T12" fmla="*/ 43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7"/>
                  <a:gd name="T23" fmla="*/ 43 w 43"/>
                  <a:gd name="T24" fmla="*/ 57 h 5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7">
                    <a:moveTo>
                      <a:pt x="43" y="0"/>
                    </a:moveTo>
                    <a:lnTo>
                      <a:pt x="25" y="49"/>
                    </a:lnTo>
                    <a:lnTo>
                      <a:pt x="15" y="36"/>
                    </a:lnTo>
                    <a:lnTo>
                      <a:pt x="0" y="57"/>
                    </a:lnTo>
                    <a:lnTo>
                      <a:pt x="13" y="21"/>
                    </a:lnTo>
                    <a:lnTo>
                      <a:pt x="23" y="34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6" name="Freeform 858"/>
              <p:cNvSpPr>
                <a:spLocks/>
              </p:cNvSpPr>
              <p:nvPr/>
            </p:nvSpPr>
            <p:spPr bwMode="auto">
              <a:xfrm>
                <a:off x="2754" y="1836"/>
                <a:ext cx="41" cy="52"/>
              </a:xfrm>
              <a:custGeom>
                <a:avLst/>
                <a:gdLst>
                  <a:gd name="T0" fmla="*/ 41 w 41"/>
                  <a:gd name="T1" fmla="*/ 0 h 52"/>
                  <a:gd name="T2" fmla="*/ 24 w 41"/>
                  <a:gd name="T3" fmla="*/ 45 h 52"/>
                  <a:gd name="T4" fmla="*/ 14 w 41"/>
                  <a:gd name="T5" fmla="*/ 32 h 52"/>
                  <a:gd name="T6" fmla="*/ 0 w 41"/>
                  <a:gd name="T7" fmla="*/ 52 h 52"/>
                  <a:gd name="T8" fmla="*/ 12 w 41"/>
                  <a:gd name="T9" fmla="*/ 20 h 52"/>
                  <a:gd name="T10" fmla="*/ 23 w 41"/>
                  <a:gd name="T11" fmla="*/ 31 h 52"/>
                  <a:gd name="T12" fmla="*/ 41 w 4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52"/>
                  <a:gd name="T23" fmla="*/ 41 w 41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52">
                    <a:moveTo>
                      <a:pt x="41" y="0"/>
                    </a:moveTo>
                    <a:lnTo>
                      <a:pt x="24" y="45"/>
                    </a:lnTo>
                    <a:lnTo>
                      <a:pt x="14" y="32"/>
                    </a:lnTo>
                    <a:lnTo>
                      <a:pt x="0" y="52"/>
                    </a:lnTo>
                    <a:lnTo>
                      <a:pt x="12" y="20"/>
                    </a:lnTo>
                    <a:lnTo>
                      <a:pt x="23" y="3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7" name="Freeform 859"/>
              <p:cNvSpPr>
                <a:spLocks/>
              </p:cNvSpPr>
              <p:nvPr/>
            </p:nvSpPr>
            <p:spPr bwMode="auto">
              <a:xfrm>
                <a:off x="2755" y="1840"/>
                <a:ext cx="38" cy="47"/>
              </a:xfrm>
              <a:custGeom>
                <a:avLst/>
                <a:gdLst>
                  <a:gd name="T0" fmla="*/ 38 w 38"/>
                  <a:gd name="T1" fmla="*/ 0 h 47"/>
                  <a:gd name="T2" fmla="*/ 23 w 38"/>
                  <a:gd name="T3" fmla="*/ 41 h 47"/>
                  <a:gd name="T4" fmla="*/ 13 w 38"/>
                  <a:gd name="T5" fmla="*/ 28 h 47"/>
                  <a:gd name="T6" fmla="*/ 0 w 38"/>
                  <a:gd name="T7" fmla="*/ 47 h 47"/>
                  <a:gd name="T8" fmla="*/ 11 w 38"/>
                  <a:gd name="T9" fmla="*/ 16 h 47"/>
                  <a:gd name="T10" fmla="*/ 21 w 38"/>
                  <a:gd name="T11" fmla="*/ 28 h 47"/>
                  <a:gd name="T12" fmla="*/ 38 w 3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47"/>
                  <a:gd name="T23" fmla="*/ 38 w 38"/>
                  <a:gd name="T24" fmla="*/ 47 h 4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47">
                    <a:moveTo>
                      <a:pt x="38" y="0"/>
                    </a:moveTo>
                    <a:lnTo>
                      <a:pt x="23" y="41"/>
                    </a:lnTo>
                    <a:lnTo>
                      <a:pt x="13" y="28"/>
                    </a:lnTo>
                    <a:lnTo>
                      <a:pt x="0" y="47"/>
                    </a:lnTo>
                    <a:lnTo>
                      <a:pt x="11" y="16"/>
                    </a:lnTo>
                    <a:lnTo>
                      <a:pt x="21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8" name="Freeform 860"/>
              <p:cNvSpPr>
                <a:spLocks/>
              </p:cNvSpPr>
              <p:nvPr/>
            </p:nvSpPr>
            <p:spPr bwMode="auto">
              <a:xfrm>
                <a:off x="2756" y="1843"/>
                <a:ext cx="36" cy="41"/>
              </a:xfrm>
              <a:custGeom>
                <a:avLst/>
                <a:gdLst>
                  <a:gd name="T0" fmla="*/ 36 w 36"/>
                  <a:gd name="T1" fmla="*/ 0 h 41"/>
                  <a:gd name="T2" fmla="*/ 22 w 36"/>
                  <a:gd name="T3" fmla="*/ 38 h 41"/>
                  <a:gd name="T4" fmla="*/ 12 w 36"/>
                  <a:gd name="T5" fmla="*/ 24 h 41"/>
                  <a:gd name="T6" fmla="*/ 0 w 36"/>
                  <a:gd name="T7" fmla="*/ 41 h 41"/>
                  <a:gd name="T8" fmla="*/ 11 w 36"/>
                  <a:gd name="T9" fmla="*/ 14 h 41"/>
                  <a:gd name="T10" fmla="*/ 21 w 36"/>
                  <a:gd name="T11" fmla="*/ 26 h 41"/>
                  <a:gd name="T12" fmla="*/ 36 w 3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1"/>
                  <a:gd name="T23" fmla="*/ 36 w 3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1">
                    <a:moveTo>
                      <a:pt x="36" y="0"/>
                    </a:moveTo>
                    <a:lnTo>
                      <a:pt x="22" y="38"/>
                    </a:lnTo>
                    <a:lnTo>
                      <a:pt x="12" y="24"/>
                    </a:lnTo>
                    <a:lnTo>
                      <a:pt x="0" y="41"/>
                    </a:lnTo>
                    <a:lnTo>
                      <a:pt x="11" y="14"/>
                    </a:lnTo>
                    <a:lnTo>
                      <a:pt x="21" y="2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39" name="Freeform 861"/>
              <p:cNvSpPr>
                <a:spLocks/>
              </p:cNvSpPr>
              <p:nvPr/>
            </p:nvSpPr>
            <p:spPr bwMode="auto">
              <a:xfrm>
                <a:off x="2756" y="1846"/>
                <a:ext cx="34" cy="36"/>
              </a:xfrm>
              <a:custGeom>
                <a:avLst/>
                <a:gdLst>
                  <a:gd name="T0" fmla="*/ 34 w 34"/>
                  <a:gd name="T1" fmla="*/ 0 h 36"/>
                  <a:gd name="T2" fmla="*/ 22 w 34"/>
                  <a:gd name="T3" fmla="*/ 34 h 36"/>
                  <a:gd name="T4" fmla="*/ 11 w 34"/>
                  <a:gd name="T5" fmla="*/ 21 h 36"/>
                  <a:gd name="T6" fmla="*/ 0 w 34"/>
                  <a:gd name="T7" fmla="*/ 36 h 36"/>
                  <a:gd name="T8" fmla="*/ 10 w 34"/>
                  <a:gd name="T9" fmla="*/ 12 h 36"/>
                  <a:gd name="T10" fmla="*/ 20 w 34"/>
                  <a:gd name="T11" fmla="*/ 23 h 36"/>
                  <a:gd name="T12" fmla="*/ 34 w 3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36"/>
                  <a:gd name="T23" fmla="*/ 34 w 3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36">
                    <a:moveTo>
                      <a:pt x="34" y="0"/>
                    </a:moveTo>
                    <a:lnTo>
                      <a:pt x="22" y="34"/>
                    </a:lnTo>
                    <a:lnTo>
                      <a:pt x="11" y="21"/>
                    </a:lnTo>
                    <a:lnTo>
                      <a:pt x="0" y="36"/>
                    </a:lnTo>
                    <a:lnTo>
                      <a:pt x="10" y="12"/>
                    </a:lnTo>
                    <a:lnTo>
                      <a:pt x="20" y="2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0" name="Freeform 862"/>
              <p:cNvSpPr>
                <a:spLocks/>
              </p:cNvSpPr>
              <p:nvPr/>
            </p:nvSpPr>
            <p:spPr bwMode="auto">
              <a:xfrm>
                <a:off x="2758" y="1849"/>
                <a:ext cx="30" cy="31"/>
              </a:xfrm>
              <a:custGeom>
                <a:avLst/>
                <a:gdLst>
                  <a:gd name="T0" fmla="*/ 30 w 30"/>
                  <a:gd name="T1" fmla="*/ 0 h 31"/>
                  <a:gd name="T2" fmla="*/ 20 w 30"/>
                  <a:gd name="T3" fmla="*/ 30 h 31"/>
                  <a:gd name="T4" fmla="*/ 10 w 30"/>
                  <a:gd name="T5" fmla="*/ 17 h 31"/>
                  <a:gd name="T6" fmla="*/ 0 w 30"/>
                  <a:gd name="T7" fmla="*/ 31 h 31"/>
                  <a:gd name="T8" fmla="*/ 9 w 30"/>
                  <a:gd name="T9" fmla="*/ 9 h 31"/>
                  <a:gd name="T10" fmla="*/ 18 w 30"/>
                  <a:gd name="T11" fmla="*/ 21 h 31"/>
                  <a:gd name="T12" fmla="*/ 30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30" y="0"/>
                    </a:moveTo>
                    <a:lnTo>
                      <a:pt x="20" y="30"/>
                    </a:lnTo>
                    <a:lnTo>
                      <a:pt x="10" y="17"/>
                    </a:lnTo>
                    <a:lnTo>
                      <a:pt x="0" y="31"/>
                    </a:lnTo>
                    <a:lnTo>
                      <a:pt x="9" y="9"/>
                    </a:lnTo>
                    <a:lnTo>
                      <a:pt x="18" y="2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1" name="Freeform 863"/>
              <p:cNvSpPr>
                <a:spLocks/>
              </p:cNvSpPr>
              <p:nvPr/>
            </p:nvSpPr>
            <p:spPr bwMode="auto">
              <a:xfrm>
                <a:off x="2758" y="1852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20 w 29"/>
                  <a:gd name="T3" fmla="*/ 27 h 27"/>
                  <a:gd name="T4" fmla="*/ 9 w 29"/>
                  <a:gd name="T5" fmla="*/ 14 h 27"/>
                  <a:gd name="T6" fmla="*/ 0 w 29"/>
                  <a:gd name="T7" fmla="*/ 27 h 27"/>
                  <a:gd name="T8" fmla="*/ 8 w 29"/>
                  <a:gd name="T9" fmla="*/ 7 h 27"/>
                  <a:gd name="T10" fmla="*/ 18 w 29"/>
                  <a:gd name="T11" fmla="*/ 20 h 27"/>
                  <a:gd name="T12" fmla="*/ 29 w 2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27"/>
                  <a:gd name="T23" fmla="*/ 29 w 2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27">
                    <a:moveTo>
                      <a:pt x="29" y="0"/>
                    </a:moveTo>
                    <a:lnTo>
                      <a:pt x="20" y="27"/>
                    </a:lnTo>
                    <a:lnTo>
                      <a:pt x="9" y="14"/>
                    </a:lnTo>
                    <a:lnTo>
                      <a:pt x="0" y="27"/>
                    </a:lnTo>
                    <a:lnTo>
                      <a:pt x="8" y="7"/>
                    </a:lnTo>
                    <a:lnTo>
                      <a:pt x="18" y="2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2" name="Freeform 864"/>
              <p:cNvSpPr>
                <a:spLocks/>
              </p:cNvSpPr>
              <p:nvPr/>
            </p:nvSpPr>
            <p:spPr bwMode="auto">
              <a:xfrm>
                <a:off x="2760" y="1856"/>
                <a:ext cx="25" cy="22"/>
              </a:xfrm>
              <a:custGeom>
                <a:avLst/>
                <a:gdLst>
                  <a:gd name="T0" fmla="*/ 25 w 25"/>
                  <a:gd name="T1" fmla="*/ 0 h 22"/>
                  <a:gd name="T2" fmla="*/ 17 w 25"/>
                  <a:gd name="T3" fmla="*/ 22 h 22"/>
                  <a:gd name="T4" fmla="*/ 7 w 25"/>
                  <a:gd name="T5" fmla="*/ 9 h 22"/>
                  <a:gd name="T6" fmla="*/ 0 w 25"/>
                  <a:gd name="T7" fmla="*/ 20 h 22"/>
                  <a:gd name="T8" fmla="*/ 6 w 25"/>
                  <a:gd name="T9" fmla="*/ 3 h 22"/>
                  <a:gd name="T10" fmla="*/ 16 w 25"/>
                  <a:gd name="T11" fmla="*/ 16 h 22"/>
                  <a:gd name="T12" fmla="*/ 25 w 2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2"/>
                  <a:gd name="T23" fmla="*/ 25 w 25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2">
                    <a:moveTo>
                      <a:pt x="25" y="0"/>
                    </a:moveTo>
                    <a:lnTo>
                      <a:pt x="17" y="22"/>
                    </a:lnTo>
                    <a:lnTo>
                      <a:pt x="7" y="9"/>
                    </a:lnTo>
                    <a:lnTo>
                      <a:pt x="0" y="20"/>
                    </a:lnTo>
                    <a:lnTo>
                      <a:pt x="6" y="3"/>
                    </a:lnTo>
                    <a:lnTo>
                      <a:pt x="16" y="1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3" name="Freeform 865"/>
              <p:cNvSpPr>
                <a:spLocks/>
              </p:cNvSpPr>
              <p:nvPr/>
            </p:nvSpPr>
            <p:spPr bwMode="auto">
              <a:xfrm>
                <a:off x="2761" y="1859"/>
                <a:ext cx="23" cy="19"/>
              </a:xfrm>
              <a:custGeom>
                <a:avLst/>
                <a:gdLst>
                  <a:gd name="T0" fmla="*/ 23 w 23"/>
                  <a:gd name="T1" fmla="*/ 0 h 19"/>
                  <a:gd name="T2" fmla="*/ 16 w 23"/>
                  <a:gd name="T3" fmla="*/ 19 h 19"/>
                  <a:gd name="T4" fmla="*/ 6 w 23"/>
                  <a:gd name="T5" fmla="*/ 6 h 19"/>
                  <a:gd name="T6" fmla="*/ 0 w 23"/>
                  <a:gd name="T7" fmla="*/ 16 h 19"/>
                  <a:gd name="T8" fmla="*/ 5 w 23"/>
                  <a:gd name="T9" fmla="*/ 1 h 19"/>
                  <a:gd name="T10" fmla="*/ 15 w 23"/>
                  <a:gd name="T11" fmla="*/ 14 h 19"/>
                  <a:gd name="T12" fmla="*/ 23 w 2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19"/>
                  <a:gd name="T23" fmla="*/ 23 w 23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19">
                    <a:moveTo>
                      <a:pt x="23" y="0"/>
                    </a:moveTo>
                    <a:lnTo>
                      <a:pt x="16" y="19"/>
                    </a:lnTo>
                    <a:lnTo>
                      <a:pt x="6" y="6"/>
                    </a:lnTo>
                    <a:lnTo>
                      <a:pt x="0" y="16"/>
                    </a:lnTo>
                    <a:lnTo>
                      <a:pt x="5" y="1"/>
                    </a:lnTo>
                    <a:lnTo>
                      <a:pt x="15" y="1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4" name="Freeform 866"/>
              <p:cNvSpPr>
                <a:spLocks/>
              </p:cNvSpPr>
              <p:nvPr/>
            </p:nvSpPr>
            <p:spPr bwMode="auto">
              <a:xfrm>
                <a:off x="2762" y="1861"/>
                <a:ext cx="20" cy="16"/>
              </a:xfrm>
              <a:custGeom>
                <a:avLst/>
                <a:gdLst>
                  <a:gd name="T0" fmla="*/ 20 w 20"/>
                  <a:gd name="T1" fmla="*/ 2 h 16"/>
                  <a:gd name="T2" fmla="*/ 14 w 20"/>
                  <a:gd name="T3" fmla="*/ 12 h 16"/>
                  <a:gd name="T4" fmla="*/ 4 w 20"/>
                  <a:gd name="T5" fmla="*/ 0 h 16"/>
                  <a:gd name="T6" fmla="*/ 0 w 20"/>
                  <a:gd name="T7" fmla="*/ 12 h 16"/>
                  <a:gd name="T8" fmla="*/ 5 w 20"/>
                  <a:gd name="T9" fmla="*/ 3 h 16"/>
                  <a:gd name="T10" fmla="*/ 15 w 20"/>
                  <a:gd name="T11" fmla="*/ 16 h 16"/>
                  <a:gd name="T12" fmla="*/ 20 w 20"/>
                  <a:gd name="T13" fmla="*/ 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20" y="2"/>
                    </a:moveTo>
                    <a:lnTo>
                      <a:pt x="14" y="12"/>
                    </a:lnTo>
                    <a:lnTo>
                      <a:pt x="4" y="0"/>
                    </a:lnTo>
                    <a:lnTo>
                      <a:pt x="0" y="12"/>
                    </a:lnTo>
                    <a:lnTo>
                      <a:pt x="5" y="3"/>
                    </a:lnTo>
                    <a:lnTo>
                      <a:pt x="15" y="16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5" name="Freeform 867"/>
              <p:cNvSpPr>
                <a:spLocks/>
              </p:cNvSpPr>
              <p:nvPr/>
            </p:nvSpPr>
            <p:spPr bwMode="auto">
              <a:xfrm>
                <a:off x="2776" y="1938"/>
                <a:ext cx="75" cy="29"/>
              </a:xfrm>
              <a:custGeom>
                <a:avLst/>
                <a:gdLst>
                  <a:gd name="T0" fmla="*/ 75 w 75"/>
                  <a:gd name="T1" fmla="*/ 5 h 29"/>
                  <a:gd name="T2" fmla="*/ 34 w 75"/>
                  <a:gd name="T3" fmla="*/ 16 h 29"/>
                  <a:gd name="T4" fmla="*/ 36 w 75"/>
                  <a:gd name="T5" fmla="*/ 0 h 29"/>
                  <a:gd name="T6" fmla="*/ 0 w 75"/>
                  <a:gd name="T7" fmla="*/ 16 h 29"/>
                  <a:gd name="T8" fmla="*/ 26 w 75"/>
                  <a:gd name="T9" fmla="*/ 13 h 29"/>
                  <a:gd name="T10" fmla="*/ 24 w 75"/>
                  <a:gd name="T11" fmla="*/ 29 h 29"/>
                  <a:gd name="T12" fmla="*/ 75 w 75"/>
                  <a:gd name="T13" fmla="*/ 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29"/>
                  <a:gd name="T23" fmla="*/ 75 w 75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29">
                    <a:moveTo>
                      <a:pt x="75" y="5"/>
                    </a:moveTo>
                    <a:lnTo>
                      <a:pt x="34" y="16"/>
                    </a:lnTo>
                    <a:lnTo>
                      <a:pt x="36" y="0"/>
                    </a:lnTo>
                    <a:lnTo>
                      <a:pt x="0" y="16"/>
                    </a:lnTo>
                    <a:lnTo>
                      <a:pt x="26" y="13"/>
                    </a:lnTo>
                    <a:lnTo>
                      <a:pt x="24" y="29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6" name="Freeform 868"/>
              <p:cNvSpPr>
                <a:spLocks/>
              </p:cNvSpPr>
              <p:nvPr/>
            </p:nvSpPr>
            <p:spPr bwMode="auto">
              <a:xfrm>
                <a:off x="2808" y="1941"/>
                <a:ext cx="43" cy="16"/>
              </a:xfrm>
              <a:custGeom>
                <a:avLst/>
                <a:gdLst>
                  <a:gd name="T0" fmla="*/ 0 w 43"/>
                  <a:gd name="T1" fmla="*/ 13 h 16"/>
                  <a:gd name="T2" fmla="*/ 3 w 43"/>
                  <a:gd name="T3" fmla="*/ 16 h 16"/>
                  <a:gd name="T4" fmla="*/ 43 w 43"/>
                  <a:gd name="T5" fmla="*/ 5 h 16"/>
                  <a:gd name="T6" fmla="*/ 42 w 43"/>
                  <a:gd name="T7" fmla="*/ 0 h 16"/>
                  <a:gd name="T8" fmla="*/ 2 w 43"/>
                  <a:gd name="T9" fmla="*/ 11 h 16"/>
                  <a:gd name="T10" fmla="*/ 5 w 43"/>
                  <a:gd name="T11" fmla="*/ 14 h 16"/>
                  <a:gd name="T12" fmla="*/ 2 w 43"/>
                  <a:gd name="T13" fmla="*/ 11 h 16"/>
                  <a:gd name="T14" fmla="*/ 0 w 43"/>
                  <a:gd name="T15" fmla="*/ 12 h 16"/>
                  <a:gd name="T16" fmla="*/ 0 w 43"/>
                  <a:gd name="T17" fmla="*/ 14 h 16"/>
                  <a:gd name="T18" fmla="*/ 1 w 43"/>
                  <a:gd name="T19" fmla="*/ 16 h 16"/>
                  <a:gd name="T20" fmla="*/ 3 w 43"/>
                  <a:gd name="T21" fmla="*/ 16 h 16"/>
                  <a:gd name="T22" fmla="*/ 0 w 43"/>
                  <a:gd name="T23" fmla="*/ 1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3"/>
                  <a:gd name="T37" fmla="*/ 0 h 16"/>
                  <a:gd name="T38" fmla="*/ 43 w 43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3" h="16">
                    <a:moveTo>
                      <a:pt x="0" y="13"/>
                    </a:moveTo>
                    <a:lnTo>
                      <a:pt x="3" y="16"/>
                    </a:lnTo>
                    <a:lnTo>
                      <a:pt x="43" y="5"/>
                    </a:lnTo>
                    <a:lnTo>
                      <a:pt x="42" y="0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7" name="Freeform 869"/>
              <p:cNvSpPr>
                <a:spLocks/>
              </p:cNvSpPr>
              <p:nvPr/>
            </p:nvSpPr>
            <p:spPr bwMode="auto">
              <a:xfrm>
                <a:off x="2808" y="1936"/>
                <a:ext cx="7" cy="19"/>
              </a:xfrm>
              <a:custGeom>
                <a:avLst/>
                <a:gdLst>
                  <a:gd name="T0" fmla="*/ 5 w 7"/>
                  <a:gd name="T1" fmla="*/ 5 h 19"/>
                  <a:gd name="T2" fmla="*/ 2 w 7"/>
                  <a:gd name="T3" fmla="*/ 2 h 19"/>
                  <a:gd name="T4" fmla="*/ 0 w 7"/>
                  <a:gd name="T5" fmla="*/ 18 h 19"/>
                  <a:gd name="T6" fmla="*/ 5 w 7"/>
                  <a:gd name="T7" fmla="*/ 19 h 19"/>
                  <a:gd name="T8" fmla="*/ 7 w 7"/>
                  <a:gd name="T9" fmla="*/ 3 h 19"/>
                  <a:gd name="T10" fmla="*/ 4 w 7"/>
                  <a:gd name="T11" fmla="*/ 0 h 19"/>
                  <a:gd name="T12" fmla="*/ 7 w 7"/>
                  <a:gd name="T13" fmla="*/ 3 h 19"/>
                  <a:gd name="T14" fmla="*/ 6 w 7"/>
                  <a:gd name="T15" fmla="*/ 1 h 19"/>
                  <a:gd name="T16" fmla="*/ 5 w 7"/>
                  <a:gd name="T17" fmla="*/ 0 h 19"/>
                  <a:gd name="T18" fmla="*/ 3 w 7"/>
                  <a:gd name="T19" fmla="*/ 1 h 19"/>
                  <a:gd name="T20" fmla="*/ 2 w 7"/>
                  <a:gd name="T21" fmla="*/ 2 h 19"/>
                  <a:gd name="T22" fmla="*/ 5 w 7"/>
                  <a:gd name="T23" fmla="*/ 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9"/>
                  <a:gd name="T38" fmla="*/ 7 w 7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9">
                    <a:moveTo>
                      <a:pt x="5" y="5"/>
                    </a:moveTo>
                    <a:lnTo>
                      <a:pt x="2" y="2"/>
                    </a:lnTo>
                    <a:lnTo>
                      <a:pt x="0" y="18"/>
                    </a:lnTo>
                    <a:lnTo>
                      <a:pt x="5" y="19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8" name="Freeform 870"/>
              <p:cNvSpPr>
                <a:spLocks/>
              </p:cNvSpPr>
              <p:nvPr/>
            </p:nvSpPr>
            <p:spPr bwMode="auto">
              <a:xfrm>
                <a:off x="2773" y="1936"/>
                <a:ext cx="40" cy="21"/>
              </a:xfrm>
              <a:custGeom>
                <a:avLst/>
                <a:gdLst>
                  <a:gd name="T0" fmla="*/ 3 w 40"/>
                  <a:gd name="T1" fmla="*/ 16 h 21"/>
                  <a:gd name="T2" fmla="*/ 4 w 40"/>
                  <a:gd name="T3" fmla="*/ 21 h 21"/>
                  <a:gd name="T4" fmla="*/ 40 w 40"/>
                  <a:gd name="T5" fmla="*/ 4 h 21"/>
                  <a:gd name="T6" fmla="*/ 38 w 40"/>
                  <a:gd name="T7" fmla="*/ 0 h 21"/>
                  <a:gd name="T8" fmla="*/ 1 w 40"/>
                  <a:gd name="T9" fmla="*/ 16 h 21"/>
                  <a:gd name="T10" fmla="*/ 3 w 40"/>
                  <a:gd name="T11" fmla="*/ 21 h 21"/>
                  <a:gd name="T12" fmla="*/ 1 w 40"/>
                  <a:gd name="T13" fmla="*/ 16 h 21"/>
                  <a:gd name="T14" fmla="*/ 0 w 40"/>
                  <a:gd name="T15" fmla="*/ 18 h 21"/>
                  <a:gd name="T16" fmla="*/ 0 w 40"/>
                  <a:gd name="T17" fmla="*/ 19 h 21"/>
                  <a:gd name="T18" fmla="*/ 1 w 40"/>
                  <a:gd name="T19" fmla="*/ 21 h 21"/>
                  <a:gd name="T20" fmla="*/ 4 w 40"/>
                  <a:gd name="T21" fmla="*/ 21 h 21"/>
                  <a:gd name="T22" fmla="*/ 3 w 40"/>
                  <a:gd name="T23" fmla="*/ 16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1"/>
                  <a:gd name="T38" fmla="*/ 40 w 40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1">
                    <a:moveTo>
                      <a:pt x="3" y="16"/>
                    </a:moveTo>
                    <a:lnTo>
                      <a:pt x="4" y="21"/>
                    </a:lnTo>
                    <a:lnTo>
                      <a:pt x="40" y="4"/>
                    </a:lnTo>
                    <a:lnTo>
                      <a:pt x="38" y="0"/>
                    </a:lnTo>
                    <a:lnTo>
                      <a:pt x="1" y="16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1" y="21"/>
                    </a:lnTo>
                    <a:lnTo>
                      <a:pt x="4" y="21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49" name="Freeform 871"/>
              <p:cNvSpPr>
                <a:spLocks/>
              </p:cNvSpPr>
              <p:nvPr/>
            </p:nvSpPr>
            <p:spPr bwMode="auto">
              <a:xfrm>
                <a:off x="2776" y="1948"/>
                <a:ext cx="28" cy="9"/>
              </a:xfrm>
              <a:custGeom>
                <a:avLst/>
                <a:gdLst>
                  <a:gd name="T0" fmla="*/ 28 w 28"/>
                  <a:gd name="T1" fmla="*/ 4 h 9"/>
                  <a:gd name="T2" fmla="*/ 25 w 28"/>
                  <a:gd name="T3" fmla="*/ 0 h 9"/>
                  <a:gd name="T4" fmla="*/ 0 w 28"/>
                  <a:gd name="T5" fmla="*/ 4 h 9"/>
                  <a:gd name="T6" fmla="*/ 1 w 28"/>
                  <a:gd name="T7" fmla="*/ 9 h 9"/>
                  <a:gd name="T8" fmla="*/ 26 w 28"/>
                  <a:gd name="T9" fmla="*/ 5 h 9"/>
                  <a:gd name="T10" fmla="*/ 23 w 28"/>
                  <a:gd name="T11" fmla="*/ 3 h 9"/>
                  <a:gd name="T12" fmla="*/ 26 w 28"/>
                  <a:gd name="T13" fmla="*/ 5 h 9"/>
                  <a:gd name="T14" fmla="*/ 27 w 28"/>
                  <a:gd name="T15" fmla="*/ 5 h 9"/>
                  <a:gd name="T16" fmla="*/ 28 w 28"/>
                  <a:gd name="T17" fmla="*/ 3 h 9"/>
                  <a:gd name="T18" fmla="*/ 27 w 28"/>
                  <a:gd name="T19" fmla="*/ 2 h 9"/>
                  <a:gd name="T20" fmla="*/ 25 w 28"/>
                  <a:gd name="T21" fmla="*/ 0 h 9"/>
                  <a:gd name="T22" fmla="*/ 28 w 28"/>
                  <a:gd name="T23" fmla="*/ 4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9"/>
                  <a:gd name="T38" fmla="*/ 28 w 28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9">
                    <a:moveTo>
                      <a:pt x="28" y="4"/>
                    </a:moveTo>
                    <a:lnTo>
                      <a:pt x="25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26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0" name="Freeform 872"/>
              <p:cNvSpPr>
                <a:spLocks/>
              </p:cNvSpPr>
              <p:nvPr/>
            </p:nvSpPr>
            <p:spPr bwMode="auto">
              <a:xfrm>
                <a:off x="2797" y="1951"/>
                <a:ext cx="7" cy="18"/>
              </a:xfrm>
              <a:custGeom>
                <a:avLst/>
                <a:gdLst>
                  <a:gd name="T0" fmla="*/ 2 w 7"/>
                  <a:gd name="T1" fmla="*/ 14 h 18"/>
                  <a:gd name="T2" fmla="*/ 5 w 7"/>
                  <a:gd name="T3" fmla="*/ 16 h 18"/>
                  <a:gd name="T4" fmla="*/ 7 w 7"/>
                  <a:gd name="T5" fmla="*/ 1 h 18"/>
                  <a:gd name="T6" fmla="*/ 2 w 7"/>
                  <a:gd name="T7" fmla="*/ 0 h 18"/>
                  <a:gd name="T8" fmla="*/ 0 w 7"/>
                  <a:gd name="T9" fmla="*/ 16 h 18"/>
                  <a:gd name="T10" fmla="*/ 3 w 7"/>
                  <a:gd name="T11" fmla="*/ 18 h 18"/>
                  <a:gd name="T12" fmla="*/ 0 w 7"/>
                  <a:gd name="T13" fmla="*/ 16 h 18"/>
                  <a:gd name="T14" fmla="*/ 1 w 7"/>
                  <a:gd name="T15" fmla="*/ 17 h 18"/>
                  <a:gd name="T16" fmla="*/ 2 w 7"/>
                  <a:gd name="T17" fmla="*/ 18 h 18"/>
                  <a:gd name="T18" fmla="*/ 4 w 7"/>
                  <a:gd name="T19" fmla="*/ 18 h 18"/>
                  <a:gd name="T20" fmla="*/ 5 w 7"/>
                  <a:gd name="T21" fmla="*/ 16 h 18"/>
                  <a:gd name="T22" fmla="*/ 2 w 7"/>
                  <a:gd name="T23" fmla="*/ 1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2" y="14"/>
                    </a:moveTo>
                    <a:lnTo>
                      <a:pt x="5" y="16"/>
                    </a:lnTo>
                    <a:lnTo>
                      <a:pt x="7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6"/>
                    </a:ln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1" name="Freeform 873"/>
              <p:cNvSpPr>
                <a:spLocks/>
              </p:cNvSpPr>
              <p:nvPr/>
            </p:nvSpPr>
            <p:spPr bwMode="auto">
              <a:xfrm>
                <a:off x="2799" y="1941"/>
                <a:ext cx="55" cy="28"/>
              </a:xfrm>
              <a:custGeom>
                <a:avLst/>
                <a:gdLst>
                  <a:gd name="T0" fmla="*/ 53 w 55"/>
                  <a:gd name="T1" fmla="*/ 5 h 28"/>
                  <a:gd name="T2" fmla="*/ 51 w 55"/>
                  <a:gd name="T3" fmla="*/ 0 h 28"/>
                  <a:gd name="T4" fmla="*/ 0 w 55"/>
                  <a:gd name="T5" fmla="*/ 24 h 28"/>
                  <a:gd name="T6" fmla="*/ 2 w 55"/>
                  <a:gd name="T7" fmla="*/ 28 h 28"/>
                  <a:gd name="T8" fmla="*/ 53 w 55"/>
                  <a:gd name="T9" fmla="*/ 4 h 28"/>
                  <a:gd name="T10" fmla="*/ 51 w 55"/>
                  <a:gd name="T11" fmla="*/ 0 h 28"/>
                  <a:gd name="T12" fmla="*/ 53 w 55"/>
                  <a:gd name="T13" fmla="*/ 4 h 28"/>
                  <a:gd name="T14" fmla="*/ 55 w 55"/>
                  <a:gd name="T15" fmla="*/ 3 h 28"/>
                  <a:gd name="T16" fmla="*/ 55 w 55"/>
                  <a:gd name="T17" fmla="*/ 1 h 28"/>
                  <a:gd name="T18" fmla="*/ 53 w 55"/>
                  <a:gd name="T19" fmla="*/ 0 h 28"/>
                  <a:gd name="T20" fmla="*/ 51 w 55"/>
                  <a:gd name="T21" fmla="*/ 0 h 28"/>
                  <a:gd name="T22" fmla="*/ 53 w 55"/>
                  <a:gd name="T23" fmla="*/ 5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"/>
                  <a:gd name="T37" fmla="*/ 0 h 28"/>
                  <a:gd name="T38" fmla="*/ 55 w 55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" h="28">
                    <a:moveTo>
                      <a:pt x="53" y="5"/>
                    </a:moveTo>
                    <a:lnTo>
                      <a:pt x="51" y="0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53" y="4"/>
                    </a:lnTo>
                    <a:lnTo>
                      <a:pt x="51" y="0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2" name="Freeform 874"/>
              <p:cNvSpPr>
                <a:spLocks/>
              </p:cNvSpPr>
              <p:nvPr/>
            </p:nvSpPr>
            <p:spPr bwMode="auto">
              <a:xfrm>
                <a:off x="2778" y="1939"/>
                <a:ext cx="70" cy="27"/>
              </a:xfrm>
              <a:custGeom>
                <a:avLst/>
                <a:gdLst>
                  <a:gd name="T0" fmla="*/ 70 w 70"/>
                  <a:gd name="T1" fmla="*/ 6 h 27"/>
                  <a:gd name="T2" fmla="*/ 22 w 70"/>
                  <a:gd name="T3" fmla="*/ 27 h 27"/>
                  <a:gd name="T4" fmla="*/ 25 w 70"/>
                  <a:gd name="T5" fmla="*/ 12 h 27"/>
                  <a:gd name="T6" fmla="*/ 0 w 70"/>
                  <a:gd name="T7" fmla="*/ 15 h 27"/>
                  <a:gd name="T8" fmla="*/ 34 w 70"/>
                  <a:gd name="T9" fmla="*/ 0 h 27"/>
                  <a:gd name="T10" fmla="*/ 32 w 70"/>
                  <a:gd name="T11" fmla="*/ 15 h 27"/>
                  <a:gd name="T12" fmla="*/ 70 w 70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70" y="6"/>
                    </a:moveTo>
                    <a:lnTo>
                      <a:pt x="22" y="27"/>
                    </a:lnTo>
                    <a:lnTo>
                      <a:pt x="25" y="12"/>
                    </a:lnTo>
                    <a:lnTo>
                      <a:pt x="0" y="15"/>
                    </a:lnTo>
                    <a:lnTo>
                      <a:pt x="34" y="0"/>
                    </a:lnTo>
                    <a:lnTo>
                      <a:pt x="32" y="15"/>
                    </a:lnTo>
                    <a:lnTo>
                      <a:pt x="70" y="6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3" name="Freeform 875"/>
              <p:cNvSpPr>
                <a:spLocks/>
              </p:cNvSpPr>
              <p:nvPr/>
            </p:nvSpPr>
            <p:spPr bwMode="auto">
              <a:xfrm>
                <a:off x="2780" y="1939"/>
                <a:ext cx="65" cy="27"/>
              </a:xfrm>
              <a:custGeom>
                <a:avLst/>
                <a:gdLst>
                  <a:gd name="T0" fmla="*/ 65 w 65"/>
                  <a:gd name="T1" fmla="*/ 7 h 27"/>
                  <a:gd name="T2" fmla="*/ 21 w 65"/>
                  <a:gd name="T3" fmla="*/ 27 h 27"/>
                  <a:gd name="T4" fmla="*/ 23 w 65"/>
                  <a:gd name="T5" fmla="*/ 11 h 27"/>
                  <a:gd name="T6" fmla="*/ 0 w 65"/>
                  <a:gd name="T7" fmla="*/ 14 h 27"/>
                  <a:gd name="T8" fmla="*/ 32 w 65"/>
                  <a:gd name="T9" fmla="*/ 0 h 27"/>
                  <a:gd name="T10" fmla="*/ 30 w 65"/>
                  <a:gd name="T11" fmla="*/ 16 h 27"/>
                  <a:gd name="T12" fmla="*/ 65 w 65"/>
                  <a:gd name="T13" fmla="*/ 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65" y="7"/>
                    </a:moveTo>
                    <a:lnTo>
                      <a:pt x="21" y="27"/>
                    </a:lnTo>
                    <a:lnTo>
                      <a:pt x="23" y="11"/>
                    </a:lnTo>
                    <a:lnTo>
                      <a:pt x="0" y="14"/>
                    </a:lnTo>
                    <a:lnTo>
                      <a:pt x="32" y="0"/>
                    </a:lnTo>
                    <a:lnTo>
                      <a:pt x="30" y="16"/>
                    </a:lnTo>
                    <a:lnTo>
                      <a:pt x="65" y="7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4" name="Freeform 876"/>
              <p:cNvSpPr>
                <a:spLocks/>
              </p:cNvSpPr>
              <p:nvPr/>
            </p:nvSpPr>
            <p:spPr bwMode="auto">
              <a:xfrm>
                <a:off x="2782" y="1940"/>
                <a:ext cx="59" cy="26"/>
              </a:xfrm>
              <a:custGeom>
                <a:avLst/>
                <a:gdLst>
                  <a:gd name="T0" fmla="*/ 59 w 59"/>
                  <a:gd name="T1" fmla="*/ 7 h 26"/>
                  <a:gd name="T2" fmla="*/ 19 w 59"/>
                  <a:gd name="T3" fmla="*/ 26 h 26"/>
                  <a:gd name="T4" fmla="*/ 21 w 59"/>
                  <a:gd name="T5" fmla="*/ 10 h 26"/>
                  <a:gd name="T6" fmla="*/ 0 w 59"/>
                  <a:gd name="T7" fmla="*/ 13 h 26"/>
                  <a:gd name="T8" fmla="*/ 29 w 59"/>
                  <a:gd name="T9" fmla="*/ 0 h 26"/>
                  <a:gd name="T10" fmla="*/ 27 w 59"/>
                  <a:gd name="T11" fmla="*/ 16 h 26"/>
                  <a:gd name="T12" fmla="*/ 59 w 59"/>
                  <a:gd name="T13" fmla="*/ 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59" y="7"/>
                    </a:moveTo>
                    <a:lnTo>
                      <a:pt x="19" y="26"/>
                    </a:lnTo>
                    <a:lnTo>
                      <a:pt x="21" y="10"/>
                    </a:lnTo>
                    <a:lnTo>
                      <a:pt x="0" y="13"/>
                    </a:lnTo>
                    <a:lnTo>
                      <a:pt x="29" y="0"/>
                    </a:lnTo>
                    <a:lnTo>
                      <a:pt x="27" y="16"/>
                    </a:lnTo>
                    <a:lnTo>
                      <a:pt x="59" y="7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5" name="Freeform 877"/>
              <p:cNvSpPr>
                <a:spLocks/>
              </p:cNvSpPr>
              <p:nvPr/>
            </p:nvSpPr>
            <p:spPr bwMode="auto">
              <a:xfrm>
                <a:off x="2784" y="1940"/>
                <a:ext cx="54" cy="25"/>
              </a:xfrm>
              <a:custGeom>
                <a:avLst/>
                <a:gdLst>
                  <a:gd name="T0" fmla="*/ 54 w 54"/>
                  <a:gd name="T1" fmla="*/ 8 h 25"/>
                  <a:gd name="T2" fmla="*/ 17 w 54"/>
                  <a:gd name="T3" fmla="*/ 25 h 25"/>
                  <a:gd name="T4" fmla="*/ 19 w 54"/>
                  <a:gd name="T5" fmla="*/ 8 h 25"/>
                  <a:gd name="T6" fmla="*/ 0 w 54"/>
                  <a:gd name="T7" fmla="*/ 12 h 25"/>
                  <a:gd name="T8" fmla="*/ 27 w 54"/>
                  <a:gd name="T9" fmla="*/ 0 h 25"/>
                  <a:gd name="T10" fmla="*/ 25 w 54"/>
                  <a:gd name="T11" fmla="*/ 16 h 25"/>
                  <a:gd name="T12" fmla="*/ 54 w 54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54" y="8"/>
                    </a:moveTo>
                    <a:lnTo>
                      <a:pt x="17" y="25"/>
                    </a:lnTo>
                    <a:lnTo>
                      <a:pt x="19" y="8"/>
                    </a:lnTo>
                    <a:lnTo>
                      <a:pt x="0" y="12"/>
                    </a:lnTo>
                    <a:lnTo>
                      <a:pt x="27" y="0"/>
                    </a:lnTo>
                    <a:lnTo>
                      <a:pt x="25" y="1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6" name="Freeform 878"/>
              <p:cNvSpPr>
                <a:spLocks/>
              </p:cNvSpPr>
              <p:nvPr/>
            </p:nvSpPr>
            <p:spPr bwMode="auto">
              <a:xfrm>
                <a:off x="2786" y="1941"/>
                <a:ext cx="48" cy="24"/>
              </a:xfrm>
              <a:custGeom>
                <a:avLst/>
                <a:gdLst>
                  <a:gd name="T0" fmla="*/ 48 w 48"/>
                  <a:gd name="T1" fmla="*/ 9 h 24"/>
                  <a:gd name="T2" fmla="*/ 16 w 48"/>
                  <a:gd name="T3" fmla="*/ 24 h 24"/>
                  <a:gd name="T4" fmla="*/ 18 w 48"/>
                  <a:gd name="T5" fmla="*/ 7 h 24"/>
                  <a:gd name="T6" fmla="*/ 0 w 48"/>
                  <a:gd name="T7" fmla="*/ 11 h 24"/>
                  <a:gd name="T8" fmla="*/ 24 w 48"/>
                  <a:gd name="T9" fmla="*/ 0 h 24"/>
                  <a:gd name="T10" fmla="*/ 22 w 48"/>
                  <a:gd name="T11" fmla="*/ 16 h 24"/>
                  <a:gd name="T12" fmla="*/ 48 w 48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4"/>
                  <a:gd name="T23" fmla="*/ 48 w 4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4">
                    <a:moveTo>
                      <a:pt x="48" y="9"/>
                    </a:moveTo>
                    <a:lnTo>
                      <a:pt x="16" y="24"/>
                    </a:lnTo>
                    <a:lnTo>
                      <a:pt x="18" y="7"/>
                    </a:lnTo>
                    <a:lnTo>
                      <a:pt x="0" y="11"/>
                    </a:lnTo>
                    <a:lnTo>
                      <a:pt x="24" y="0"/>
                    </a:lnTo>
                    <a:lnTo>
                      <a:pt x="22" y="1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7" name="Freeform 879"/>
              <p:cNvSpPr>
                <a:spLocks/>
              </p:cNvSpPr>
              <p:nvPr/>
            </p:nvSpPr>
            <p:spPr bwMode="auto">
              <a:xfrm>
                <a:off x="2788" y="1941"/>
                <a:ext cx="43" cy="22"/>
              </a:xfrm>
              <a:custGeom>
                <a:avLst/>
                <a:gdLst>
                  <a:gd name="T0" fmla="*/ 43 w 43"/>
                  <a:gd name="T1" fmla="*/ 10 h 22"/>
                  <a:gd name="T2" fmla="*/ 14 w 43"/>
                  <a:gd name="T3" fmla="*/ 22 h 22"/>
                  <a:gd name="T4" fmla="*/ 16 w 43"/>
                  <a:gd name="T5" fmla="*/ 7 h 22"/>
                  <a:gd name="T6" fmla="*/ 0 w 43"/>
                  <a:gd name="T7" fmla="*/ 10 h 22"/>
                  <a:gd name="T8" fmla="*/ 22 w 43"/>
                  <a:gd name="T9" fmla="*/ 0 h 22"/>
                  <a:gd name="T10" fmla="*/ 20 w 43"/>
                  <a:gd name="T11" fmla="*/ 16 h 22"/>
                  <a:gd name="T12" fmla="*/ 43 w 43"/>
                  <a:gd name="T13" fmla="*/ 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2"/>
                  <a:gd name="T23" fmla="*/ 43 w 43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2">
                    <a:moveTo>
                      <a:pt x="43" y="10"/>
                    </a:moveTo>
                    <a:lnTo>
                      <a:pt x="14" y="22"/>
                    </a:lnTo>
                    <a:lnTo>
                      <a:pt x="16" y="7"/>
                    </a:lnTo>
                    <a:lnTo>
                      <a:pt x="0" y="10"/>
                    </a:lnTo>
                    <a:lnTo>
                      <a:pt x="22" y="0"/>
                    </a:lnTo>
                    <a:lnTo>
                      <a:pt x="20" y="16"/>
                    </a:lnTo>
                    <a:lnTo>
                      <a:pt x="43" y="1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8" name="Freeform 880"/>
              <p:cNvSpPr>
                <a:spLocks/>
              </p:cNvSpPr>
              <p:nvPr/>
            </p:nvSpPr>
            <p:spPr bwMode="auto">
              <a:xfrm>
                <a:off x="2790" y="1942"/>
                <a:ext cx="38" cy="21"/>
              </a:xfrm>
              <a:custGeom>
                <a:avLst/>
                <a:gdLst>
                  <a:gd name="T0" fmla="*/ 38 w 38"/>
                  <a:gd name="T1" fmla="*/ 11 h 21"/>
                  <a:gd name="T2" fmla="*/ 12 w 38"/>
                  <a:gd name="T3" fmla="*/ 21 h 21"/>
                  <a:gd name="T4" fmla="*/ 14 w 38"/>
                  <a:gd name="T5" fmla="*/ 5 h 21"/>
                  <a:gd name="T6" fmla="*/ 0 w 38"/>
                  <a:gd name="T7" fmla="*/ 9 h 21"/>
                  <a:gd name="T8" fmla="*/ 20 w 38"/>
                  <a:gd name="T9" fmla="*/ 0 h 21"/>
                  <a:gd name="T10" fmla="*/ 17 w 38"/>
                  <a:gd name="T11" fmla="*/ 15 h 21"/>
                  <a:gd name="T12" fmla="*/ 38 w 38"/>
                  <a:gd name="T13" fmla="*/ 1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38" y="11"/>
                    </a:moveTo>
                    <a:lnTo>
                      <a:pt x="12" y="21"/>
                    </a:lnTo>
                    <a:lnTo>
                      <a:pt x="14" y="5"/>
                    </a:lnTo>
                    <a:lnTo>
                      <a:pt x="0" y="9"/>
                    </a:lnTo>
                    <a:lnTo>
                      <a:pt x="20" y="0"/>
                    </a:lnTo>
                    <a:lnTo>
                      <a:pt x="17" y="15"/>
                    </a:lnTo>
                    <a:lnTo>
                      <a:pt x="38" y="11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59" name="Freeform 881"/>
              <p:cNvSpPr>
                <a:spLocks/>
              </p:cNvSpPr>
              <p:nvPr/>
            </p:nvSpPr>
            <p:spPr bwMode="auto">
              <a:xfrm>
                <a:off x="2792" y="1942"/>
                <a:ext cx="33" cy="21"/>
              </a:xfrm>
              <a:custGeom>
                <a:avLst/>
                <a:gdLst>
                  <a:gd name="T0" fmla="*/ 33 w 33"/>
                  <a:gd name="T1" fmla="*/ 12 h 21"/>
                  <a:gd name="T2" fmla="*/ 10 w 33"/>
                  <a:gd name="T3" fmla="*/ 21 h 21"/>
                  <a:gd name="T4" fmla="*/ 12 w 33"/>
                  <a:gd name="T5" fmla="*/ 5 h 21"/>
                  <a:gd name="T6" fmla="*/ 0 w 33"/>
                  <a:gd name="T7" fmla="*/ 8 h 21"/>
                  <a:gd name="T8" fmla="*/ 17 w 33"/>
                  <a:gd name="T9" fmla="*/ 0 h 21"/>
                  <a:gd name="T10" fmla="*/ 15 w 33"/>
                  <a:gd name="T11" fmla="*/ 16 h 21"/>
                  <a:gd name="T12" fmla="*/ 33 w 33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21"/>
                  <a:gd name="T23" fmla="*/ 33 w 33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21">
                    <a:moveTo>
                      <a:pt x="33" y="12"/>
                    </a:moveTo>
                    <a:lnTo>
                      <a:pt x="10" y="21"/>
                    </a:lnTo>
                    <a:lnTo>
                      <a:pt x="12" y="5"/>
                    </a:lnTo>
                    <a:lnTo>
                      <a:pt x="0" y="8"/>
                    </a:lnTo>
                    <a:lnTo>
                      <a:pt x="17" y="0"/>
                    </a:lnTo>
                    <a:lnTo>
                      <a:pt x="15" y="16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0" name="Freeform 882"/>
              <p:cNvSpPr>
                <a:spLocks/>
              </p:cNvSpPr>
              <p:nvPr/>
            </p:nvSpPr>
            <p:spPr bwMode="auto">
              <a:xfrm>
                <a:off x="2794" y="1942"/>
                <a:ext cx="27" cy="20"/>
              </a:xfrm>
              <a:custGeom>
                <a:avLst/>
                <a:gdLst>
                  <a:gd name="T0" fmla="*/ 27 w 27"/>
                  <a:gd name="T1" fmla="*/ 12 h 20"/>
                  <a:gd name="T2" fmla="*/ 9 w 27"/>
                  <a:gd name="T3" fmla="*/ 20 h 20"/>
                  <a:gd name="T4" fmla="*/ 11 w 27"/>
                  <a:gd name="T5" fmla="*/ 4 h 20"/>
                  <a:gd name="T6" fmla="*/ 0 w 27"/>
                  <a:gd name="T7" fmla="*/ 6 h 20"/>
                  <a:gd name="T8" fmla="*/ 15 w 27"/>
                  <a:gd name="T9" fmla="*/ 0 h 20"/>
                  <a:gd name="T10" fmla="*/ 11 w 27"/>
                  <a:gd name="T11" fmla="*/ 16 h 20"/>
                  <a:gd name="T12" fmla="*/ 27 w 27"/>
                  <a:gd name="T13" fmla="*/ 1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27" y="12"/>
                    </a:moveTo>
                    <a:lnTo>
                      <a:pt x="9" y="20"/>
                    </a:lnTo>
                    <a:lnTo>
                      <a:pt x="11" y="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1" y="16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1" name="Freeform 883"/>
              <p:cNvSpPr>
                <a:spLocks/>
              </p:cNvSpPr>
              <p:nvPr/>
            </p:nvSpPr>
            <p:spPr bwMode="auto">
              <a:xfrm>
                <a:off x="2796" y="1943"/>
                <a:ext cx="21" cy="19"/>
              </a:xfrm>
              <a:custGeom>
                <a:avLst/>
                <a:gdLst>
                  <a:gd name="T0" fmla="*/ 21 w 21"/>
                  <a:gd name="T1" fmla="*/ 13 h 19"/>
                  <a:gd name="T2" fmla="*/ 9 w 21"/>
                  <a:gd name="T3" fmla="*/ 16 h 19"/>
                  <a:gd name="T4" fmla="*/ 12 w 21"/>
                  <a:gd name="T5" fmla="*/ 0 h 19"/>
                  <a:gd name="T6" fmla="*/ 0 w 21"/>
                  <a:gd name="T7" fmla="*/ 5 h 19"/>
                  <a:gd name="T8" fmla="*/ 9 w 21"/>
                  <a:gd name="T9" fmla="*/ 3 h 19"/>
                  <a:gd name="T10" fmla="*/ 7 w 21"/>
                  <a:gd name="T11" fmla="*/ 19 h 19"/>
                  <a:gd name="T12" fmla="*/ 21 w 21"/>
                  <a:gd name="T13" fmla="*/ 1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21" y="13"/>
                    </a:moveTo>
                    <a:lnTo>
                      <a:pt x="9" y="16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7" y="1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2" name="Freeform 884"/>
              <p:cNvSpPr>
                <a:spLocks/>
              </p:cNvSpPr>
              <p:nvPr/>
            </p:nvSpPr>
            <p:spPr bwMode="auto">
              <a:xfrm>
                <a:off x="2627" y="1888"/>
                <a:ext cx="128" cy="165"/>
              </a:xfrm>
              <a:custGeom>
                <a:avLst/>
                <a:gdLst>
                  <a:gd name="T0" fmla="*/ 71 w 128"/>
                  <a:gd name="T1" fmla="*/ 0 h 165"/>
                  <a:gd name="T2" fmla="*/ 83 w 128"/>
                  <a:gd name="T3" fmla="*/ 3 h 165"/>
                  <a:gd name="T4" fmla="*/ 95 w 128"/>
                  <a:gd name="T5" fmla="*/ 7 h 165"/>
                  <a:gd name="T6" fmla="*/ 105 w 128"/>
                  <a:gd name="T7" fmla="*/ 15 h 165"/>
                  <a:gd name="T8" fmla="*/ 113 w 128"/>
                  <a:gd name="T9" fmla="*/ 23 h 165"/>
                  <a:gd name="T10" fmla="*/ 121 w 128"/>
                  <a:gd name="T11" fmla="*/ 34 h 165"/>
                  <a:gd name="T12" fmla="*/ 125 w 128"/>
                  <a:gd name="T13" fmla="*/ 46 h 165"/>
                  <a:gd name="T14" fmla="*/ 128 w 128"/>
                  <a:gd name="T15" fmla="*/ 58 h 165"/>
                  <a:gd name="T16" fmla="*/ 128 w 128"/>
                  <a:gd name="T17" fmla="*/ 71 h 165"/>
                  <a:gd name="T18" fmla="*/ 125 w 128"/>
                  <a:gd name="T19" fmla="*/ 85 h 165"/>
                  <a:gd name="T20" fmla="*/ 121 w 128"/>
                  <a:gd name="T21" fmla="*/ 96 h 165"/>
                  <a:gd name="T22" fmla="*/ 113 w 128"/>
                  <a:gd name="T23" fmla="*/ 106 h 165"/>
                  <a:gd name="T24" fmla="*/ 107 w 128"/>
                  <a:gd name="T25" fmla="*/ 114 h 165"/>
                  <a:gd name="T26" fmla="*/ 99 w 128"/>
                  <a:gd name="T27" fmla="*/ 122 h 165"/>
                  <a:gd name="T28" fmla="*/ 92 w 128"/>
                  <a:gd name="T29" fmla="*/ 135 h 165"/>
                  <a:gd name="T30" fmla="*/ 87 w 128"/>
                  <a:gd name="T31" fmla="*/ 153 h 165"/>
                  <a:gd name="T32" fmla="*/ 43 w 128"/>
                  <a:gd name="T33" fmla="*/ 165 h 165"/>
                  <a:gd name="T34" fmla="*/ 40 w 128"/>
                  <a:gd name="T35" fmla="*/ 144 h 165"/>
                  <a:gd name="T36" fmla="*/ 33 w 128"/>
                  <a:gd name="T37" fmla="*/ 128 h 165"/>
                  <a:gd name="T38" fmla="*/ 25 w 128"/>
                  <a:gd name="T39" fmla="*/ 118 h 165"/>
                  <a:gd name="T40" fmla="*/ 18 w 128"/>
                  <a:gd name="T41" fmla="*/ 111 h 165"/>
                  <a:gd name="T42" fmla="*/ 11 w 128"/>
                  <a:gd name="T43" fmla="*/ 101 h 165"/>
                  <a:gd name="T44" fmla="*/ 5 w 128"/>
                  <a:gd name="T45" fmla="*/ 90 h 165"/>
                  <a:gd name="T46" fmla="*/ 1 w 128"/>
                  <a:gd name="T47" fmla="*/ 79 h 165"/>
                  <a:gd name="T48" fmla="*/ 0 w 128"/>
                  <a:gd name="T49" fmla="*/ 65 h 165"/>
                  <a:gd name="T50" fmla="*/ 1 w 128"/>
                  <a:gd name="T51" fmla="*/ 52 h 165"/>
                  <a:gd name="T52" fmla="*/ 5 w 128"/>
                  <a:gd name="T53" fmla="*/ 40 h 165"/>
                  <a:gd name="T54" fmla="*/ 11 w 128"/>
                  <a:gd name="T55" fmla="*/ 28 h 165"/>
                  <a:gd name="T56" fmla="*/ 19 w 128"/>
                  <a:gd name="T57" fmla="*/ 19 h 165"/>
                  <a:gd name="T58" fmla="*/ 28 w 128"/>
                  <a:gd name="T59" fmla="*/ 11 h 165"/>
                  <a:gd name="T60" fmla="*/ 40 w 128"/>
                  <a:gd name="T61" fmla="*/ 5 h 165"/>
                  <a:gd name="T62" fmla="*/ 51 w 128"/>
                  <a:gd name="T63" fmla="*/ 1 h 165"/>
                  <a:gd name="T64" fmla="*/ 64 w 128"/>
                  <a:gd name="T65" fmla="*/ 0 h 1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165"/>
                  <a:gd name="T101" fmla="*/ 128 w 128"/>
                  <a:gd name="T102" fmla="*/ 165 h 1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165">
                    <a:moveTo>
                      <a:pt x="64" y="0"/>
                    </a:moveTo>
                    <a:lnTo>
                      <a:pt x="71" y="0"/>
                    </a:lnTo>
                    <a:lnTo>
                      <a:pt x="77" y="1"/>
                    </a:lnTo>
                    <a:lnTo>
                      <a:pt x="83" y="3"/>
                    </a:lnTo>
                    <a:lnTo>
                      <a:pt x="89" y="5"/>
                    </a:lnTo>
                    <a:lnTo>
                      <a:pt x="95" y="7"/>
                    </a:lnTo>
                    <a:lnTo>
                      <a:pt x="100" y="11"/>
                    </a:lnTo>
                    <a:lnTo>
                      <a:pt x="105" y="15"/>
                    </a:lnTo>
                    <a:lnTo>
                      <a:pt x="109" y="19"/>
                    </a:lnTo>
                    <a:lnTo>
                      <a:pt x="113" y="23"/>
                    </a:lnTo>
                    <a:lnTo>
                      <a:pt x="118" y="28"/>
                    </a:lnTo>
                    <a:lnTo>
                      <a:pt x="121" y="34"/>
                    </a:lnTo>
                    <a:lnTo>
                      <a:pt x="123" y="40"/>
                    </a:lnTo>
                    <a:lnTo>
                      <a:pt x="125" y="46"/>
                    </a:lnTo>
                    <a:lnTo>
                      <a:pt x="127" y="52"/>
                    </a:lnTo>
                    <a:lnTo>
                      <a:pt x="128" y="58"/>
                    </a:lnTo>
                    <a:lnTo>
                      <a:pt x="128" y="65"/>
                    </a:lnTo>
                    <a:lnTo>
                      <a:pt x="128" y="71"/>
                    </a:lnTo>
                    <a:lnTo>
                      <a:pt x="127" y="79"/>
                    </a:lnTo>
                    <a:lnTo>
                      <a:pt x="125" y="85"/>
                    </a:lnTo>
                    <a:lnTo>
                      <a:pt x="123" y="90"/>
                    </a:lnTo>
                    <a:lnTo>
                      <a:pt x="121" y="96"/>
                    </a:lnTo>
                    <a:lnTo>
                      <a:pt x="118" y="101"/>
                    </a:lnTo>
                    <a:lnTo>
                      <a:pt x="113" y="106"/>
                    </a:lnTo>
                    <a:lnTo>
                      <a:pt x="110" y="111"/>
                    </a:lnTo>
                    <a:lnTo>
                      <a:pt x="107" y="114"/>
                    </a:lnTo>
                    <a:lnTo>
                      <a:pt x="104" y="118"/>
                    </a:lnTo>
                    <a:lnTo>
                      <a:pt x="99" y="122"/>
                    </a:lnTo>
                    <a:lnTo>
                      <a:pt x="95" y="128"/>
                    </a:lnTo>
                    <a:lnTo>
                      <a:pt x="92" y="135"/>
                    </a:lnTo>
                    <a:lnTo>
                      <a:pt x="89" y="144"/>
                    </a:lnTo>
                    <a:lnTo>
                      <a:pt x="87" y="153"/>
                    </a:lnTo>
                    <a:lnTo>
                      <a:pt x="85" y="165"/>
                    </a:lnTo>
                    <a:lnTo>
                      <a:pt x="43" y="165"/>
                    </a:lnTo>
                    <a:lnTo>
                      <a:pt x="42" y="153"/>
                    </a:lnTo>
                    <a:lnTo>
                      <a:pt x="40" y="144"/>
                    </a:lnTo>
                    <a:lnTo>
                      <a:pt x="36" y="135"/>
                    </a:lnTo>
                    <a:lnTo>
                      <a:pt x="33" y="128"/>
                    </a:lnTo>
                    <a:lnTo>
                      <a:pt x="29" y="122"/>
                    </a:lnTo>
                    <a:lnTo>
                      <a:pt x="25" y="118"/>
                    </a:lnTo>
                    <a:lnTo>
                      <a:pt x="21" y="114"/>
                    </a:lnTo>
                    <a:lnTo>
                      <a:pt x="18" y="111"/>
                    </a:lnTo>
                    <a:lnTo>
                      <a:pt x="15" y="106"/>
                    </a:lnTo>
                    <a:lnTo>
                      <a:pt x="11" y="101"/>
                    </a:lnTo>
                    <a:lnTo>
                      <a:pt x="7" y="96"/>
                    </a:lnTo>
                    <a:lnTo>
                      <a:pt x="5" y="90"/>
                    </a:lnTo>
                    <a:lnTo>
                      <a:pt x="3" y="85"/>
                    </a:lnTo>
                    <a:lnTo>
                      <a:pt x="1" y="79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33" y="7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1" y="1"/>
                    </a:lnTo>
                    <a:lnTo>
                      <a:pt x="58" y="0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3" name="Freeform 885"/>
              <p:cNvSpPr>
                <a:spLocks/>
              </p:cNvSpPr>
              <p:nvPr/>
            </p:nvSpPr>
            <p:spPr bwMode="auto">
              <a:xfrm>
                <a:off x="2628" y="1889"/>
                <a:ext cx="126" cy="164"/>
              </a:xfrm>
              <a:custGeom>
                <a:avLst/>
                <a:gdLst>
                  <a:gd name="T0" fmla="*/ 70 w 126"/>
                  <a:gd name="T1" fmla="*/ 0 h 164"/>
                  <a:gd name="T2" fmla="*/ 82 w 126"/>
                  <a:gd name="T3" fmla="*/ 3 h 164"/>
                  <a:gd name="T4" fmla="*/ 93 w 126"/>
                  <a:gd name="T5" fmla="*/ 8 h 164"/>
                  <a:gd name="T6" fmla="*/ 103 w 126"/>
                  <a:gd name="T7" fmla="*/ 15 h 164"/>
                  <a:gd name="T8" fmla="*/ 112 w 126"/>
                  <a:gd name="T9" fmla="*/ 24 h 164"/>
                  <a:gd name="T10" fmla="*/ 119 w 126"/>
                  <a:gd name="T11" fmla="*/ 34 h 164"/>
                  <a:gd name="T12" fmla="*/ 123 w 126"/>
                  <a:gd name="T13" fmla="*/ 47 h 164"/>
                  <a:gd name="T14" fmla="*/ 126 w 126"/>
                  <a:gd name="T15" fmla="*/ 58 h 164"/>
                  <a:gd name="T16" fmla="*/ 126 w 126"/>
                  <a:gd name="T17" fmla="*/ 72 h 164"/>
                  <a:gd name="T18" fmla="*/ 123 w 126"/>
                  <a:gd name="T19" fmla="*/ 84 h 164"/>
                  <a:gd name="T20" fmla="*/ 119 w 126"/>
                  <a:gd name="T21" fmla="*/ 96 h 164"/>
                  <a:gd name="T22" fmla="*/ 111 w 126"/>
                  <a:gd name="T23" fmla="*/ 105 h 164"/>
                  <a:gd name="T24" fmla="*/ 105 w 126"/>
                  <a:gd name="T25" fmla="*/ 113 h 164"/>
                  <a:gd name="T26" fmla="*/ 97 w 126"/>
                  <a:gd name="T27" fmla="*/ 121 h 164"/>
                  <a:gd name="T28" fmla="*/ 90 w 126"/>
                  <a:gd name="T29" fmla="*/ 134 h 164"/>
                  <a:gd name="T30" fmla="*/ 84 w 126"/>
                  <a:gd name="T31" fmla="*/ 152 h 164"/>
                  <a:gd name="T32" fmla="*/ 43 w 126"/>
                  <a:gd name="T33" fmla="*/ 164 h 164"/>
                  <a:gd name="T34" fmla="*/ 40 w 126"/>
                  <a:gd name="T35" fmla="*/ 143 h 164"/>
                  <a:gd name="T36" fmla="*/ 33 w 126"/>
                  <a:gd name="T37" fmla="*/ 127 h 164"/>
                  <a:gd name="T38" fmla="*/ 25 w 126"/>
                  <a:gd name="T39" fmla="*/ 117 h 164"/>
                  <a:gd name="T40" fmla="*/ 18 w 126"/>
                  <a:gd name="T41" fmla="*/ 111 h 164"/>
                  <a:gd name="T42" fmla="*/ 11 w 126"/>
                  <a:gd name="T43" fmla="*/ 101 h 164"/>
                  <a:gd name="T44" fmla="*/ 5 w 126"/>
                  <a:gd name="T45" fmla="*/ 90 h 164"/>
                  <a:gd name="T46" fmla="*/ 1 w 126"/>
                  <a:gd name="T47" fmla="*/ 78 h 164"/>
                  <a:gd name="T48" fmla="*/ 0 w 126"/>
                  <a:gd name="T49" fmla="*/ 65 h 164"/>
                  <a:gd name="T50" fmla="*/ 1 w 126"/>
                  <a:gd name="T51" fmla="*/ 52 h 164"/>
                  <a:gd name="T52" fmla="*/ 5 w 126"/>
                  <a:gd name="T53" fmla="*/ 40 h 164"/>
                  <a:gd name="T54" fmla="*/ 11 w 126"/>
                  <a:gd name="T55" fmla="*/ 28 h 164"/>
                  <a:gd name="T56" fmla="*/ 18 w 126"/>
                  <a:gd name="T57" fmla="*/ 19 h 164"/>
                  <a:gd name="T58" fmla="*/ 28 w 126"/>
                  <a:gd name="T59" fmla="*/ 11 h 164"/>
                  <a:gd name="T60" fmla="*/ 39 w 126"/>
                  <a:gd name="T61" fmla="*/ 5 h 164"/>
                  <a:gd name="T62" fmla="*/ 50 w 126"/>
                  <a:gd name="T63" fmla="*/ 1 h 164"/>
                  <a:gd name="T64" fmla="*/ 63 w 126"/>
                  <a:gd name="T65" fmla="*/ 0 h 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6"/>
                  <a:gd name="T100" fmla="*/ 0 h 164"/>
                  <a:gd name="T101" fmla="*/ 126 w 126"/>
                  <a:gd name="T102" fmla="*/ 164 h 16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6" h="164">
                    <a:moveTo>
                      <a:pt x="63" y="0"/>
                    </a:moveTo>
                    <a:lnTo>
                      <a:pt x="70" y="0"/>
                    </a:lnTo>
                    <a:lnTo>
                      <a:pt x="76" y="1"/>
                    </a:lnTo>
                    <a:lnTo>
                      <a:pt x="82" y="3"/>
                    </a:lnTo>
                    <a:lnTo>
                      <a:pt x="88" y="5"/>
                    </a:lnTo>
                    <a:lnTo>
                      <a:pt x="93" y="8"/>
                    </a:lnTo>
                    <a:lnTo>
                      <a:pt x="98" y="11"/>
                    </a:lnTo>
                    <a:lnTo>
                      <a:pt x="103" y="15"/>
                    </a:lnTo>
                    <a:lnTo>
                      <a:pt x="108" y="19"/>
                    </a:lnTo>
                    <a:lnTo>
                      <a:pt x="112" y="24"/>
                    </a:lnTo>
                    <a:lnTo>
                      <a:pt x="115" y="28"/>
                    </a:lnTo>
                    <a:lnTo>
                      <a:pt x="119" y="34"/>
                    </a:lnTo>
                    <a:lnTo>
                      <a:pt x="121" y="40"/>
                    </a:lnTo>
                    <a:lnTo>
                      <a:pt x="123" y="47"/>
                    </a:lnTo>
                    <a:lnTo>
                      <a:pt x="125" y="52"/>
                    </a:lnTo>
                    <a:lnTo>
                      <a:pt x="126" y="58"/>
                    </a:lnTo>
                    <a:lnTo>
                      <a:pt x="126" y="65"/>
                    </a:lnTo>
                    <a:lnTo>
                      <a:pt x="126" y="72"/>
                    </a:lnTo>
                    <a:lnTo>
                      <a:pt x="125" y="78"/>
                    </a:lnTo>
                    <a:lnTo>
                      <a:pt x="123" y="84"/>
                    </a:lnTo>
                    <a:lnTo>
                      <a:pt x="121" y="90"/>
                    </a:lnTo>
                    <a:lnTo>
                      <a:pt x="119" y="96"/>
                    </a:lnTo>
                    <a:lnTo>
                      <a:pt x="115" y="101"/>
                    </a:lnTo>
                    <a:lnTo>
                      <a:pt x="111" y="105"/>
                    </a:lnTo>
                    <a:lnTo>
                      <a:pt x="108" y="111"/>
                    </a:lnTo>
                    <a:lnTo>
                      <a:pt x="105" y="113"/>
                    </a:lnTo>
                    <a:lnTo>
                      <a:pt x="102" y="117"/>
                    </a:lnTo>
                    <a:lnTo>
                      <a:pt x="97" y="121"/>
                    </a:lnTo>
                    <a:lnTo>
                      <a:pt x="93" y="127"/>
                    </a:lnTo>
                    <a:lnTo>
                      <a:pt x="90" y="134"/>
                    </a:lnTo>
                    <a:lnTo>
                      <a:pt x="87" y="143"/>
                    </a:lnTo>
                    <a:lnTo>
                      <a:pt x="84" y="152"/>
                    </a:lnTo>
                    <a:lnTo>
                      <a:pt x="83" y="164"/>
                    </a:lnTo>
                    <a:lnTo>
                      <a:pt x="43" y="164"/>
                    </a:lnTo>
                    <a:lnTo>
                      <a:pt x="42" y="152"/>
                    </a:lnTo>
                    <a:lnTo>
                      <a:pt x="40" y="143"/>
                    </a:lnTo>
                    <a:lnTo>
                      <a:pt x="36" y="134"/>
                    </a:lnTo>
                    <a:lnTo>
                      <a:pt x="33" y="127"/>
                    </a:lnTo>
                    <a:lnTo>
                      <a:pt x="29" y="121"/>
                    </a:lnTo>
                    <a:lnTo>
                      <a:pt x="25" y="117"/>
                    </a:lnTo>
                    <a:lnTo>
                      <a:pt x="21" y="113"/>
                    </a:lnTo>
                    <a:lnTo>
                      <a:pt x="18" y="111"/>
                    </a:lnTo>
                    <a:lnTo>
                      <a:pt x="15" y="105"/>
                    </a:lnTo>
                    <a:lnTo>
                      <a:pt x="11" y="101"/>
                    </a:lnTo>
                    <a:lnTo>
                      <a:pt x="8" y="96"/>
                    </a:lnTo>
                    <a:lnTo>
                      <a:pt x="5" y="90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8" y="11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50" y="1"/>
                    </a:lnTo>
                    <a:lnTo>
                      <a:pt x="57" y="0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4" name="Freeform 886"/>
              <p:cNvSpPr>
                <a:spLocks/>
              </p:cNvSpPr>
              <p:nvPr/>
            </p:nvSpPr>
            <p:spPr bwMode="auto">
              <a:xfrm>
                <a:off x="2629" y="1890"/>
                <a:ext cx="124" cy="163"/>
              </a:xfrm>
              <a:custGeom>
                <a:avLst/>
                <a:gdLst>
                  <a:gd name="T0" fmla="*/ 69 w 124"/>
                  <a:gd name="T1" fmla="*/ 0 h 163"/>
                  <a:gd name="T2" fmla="*/ 81 w 124"/>
                  <a:gd name="T3" fmla="*/ 3 h 163"/>
                  <a:gd name="T4" fmla="*/ 92 w 124"/>
                  <a:gd name="T5" fmla="*/ 8 h 163"/>
                  <a:gd name="T6" fmla="*/ 102 w 124"/>
                  <a:gd name="T7" fmla="*/ 15 h 163"/>
                  <a:gd name="T8" fmla="*/ 110 w 124"/>
                  <a:gd name="T9" fmla="*/ 23 h 163"/>
                  <a:gd name="T10" fmla="*/ 117 w 124"/>
                  <a:gd name="T11" fmla="*/ 34 h 163"/>
                  <a:gd name="T12" fmla="*/ 121 w 124"/>
                  <a:gd name="T13" fmla="*/ 46 h 163"/>
                  <a:gd name="T14" fmla="*/ 124 w 124"/>
                  <a:gd name="T15" fmla="*/ 58 h 163"/>
                  <a:gd name="T16" fmla="*/ 124 w 124"/>
                  <a:gd name="T17" fmla="*/ 71 h 163"/>
                  <a:gd name="T18" fmla="*/ 121 w 124"/>
                  <a:gd name="T19" fmla="*/ 84 h 163"/>
                  <a:gd name="T20" fmla="*/ 116 w 124"/>
                  <a:gd name="T21" fmla="*/ 95 h 163"/>
                  <a:gd name="T22" fmla="*/ 109 w 124"/>
                  <a:gd name="T23" fmla="*/ 105 h 163"/>
                  <a:gd name="T24" fmla="*/ 103 w 124"/>
                  <a:gd name="T25" fmla="*/ 113 h 163"/>
                  <a:gd name="T26" fmla="*/ 95 w 124"/>
                  <a:gd name="T27" fmla="*/ 120 h 163"/>
                  <a:gd name="T28" fmla="*/ 88 w 124"/>
                  <a:gd name="T29" fmla="*/ 133 h 163"/>
                  <a:gd name="T30" fmla="*/ 83 w 124"/>
                  <a:gd name="T31" fmla="*/ 151 h 163"/>
                  <a:gd name="T32" fmla="*/ 42 w 124"/>
                  <a:gd name="T33" fmla="*/ 163 h 163"/>
                  <a:gd name="T34" fmla="*/ 39 w 124"/>
                  <a:gd name="T35" fmla="*/ 142 h 163"/>
                  <a:gd name="T36" fmla="*/ 32 w 124"/>
                  <a:gd name="T37" fmla="*/ 127 h 163"/>
                  <a:gd name="T38" fmla="*/ 25 w 124"/>
                  <a:gd name="T39" fmla="*/ 116 h 163"/>
                  <a:gd name="T40" fmla="*/ 18 w 124"/>
                  <a:gd name="T41" fmla="*/ 110 h 163"/>
                  <a:gd name="T42" fmla="*/ 12 w 124"/>
                  <a:gd name="T43" fmla="*/ 100 h 163"/>
                  <a:gd name="T44" fmla="*/ 5 w 124"/>
                  <a:gd name="T45" fmla="*/ 89 h 163"/>
                  <a:gd name="T46" fmla="*/ 1 w 124"/>
                  <a:gd name="T47" fmla="*/ 78 h 163"/>
                  <a:gd name="T48" fmla="*/ 0 w 124"/>
                  <a:gd name="T49" fmla="*/ 65 h 163"/>
                  <a:gd name="T50" fmla="*/ 1 w 124"/>
                  <a:gd name="T51" fmla="*/ 52 h 163"/>
                  <a:gd name="T52" fmla="*/ 5 w 124"/>
                  <a:gd name="T53" fmla="*/ 40 h 163"/>
                  <a:gd name="T54" fmla="*/ 11 w 124"/>
                  <a:gd name="T55" fmla="*/ 29 h 163"/>
                  <a:gd name="T56" fmla="*/ 18 w 124"/>
                  <a:gd name="T57" fmla="*/ 19 h 163"/>
                  <a:gd name="T58" fmla="*/ 27 w 124"/>
                  <a:gd name="T59" fmla="*/ 11 h 163"/>
                  <a:gd name="T60" fmla="*/ 38 w 124"/>
                  <a:gd name="T61" fmla="*/ 5 h 163"/>
                  <a:gd name="T62" fmla="*/ 49 w 124"/>
                  <a:gd name="T63" fmla="*/ 1 h 163"/>
                  <a:gd name="T64" fmla="*/ 62 w 124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4"/>
                  <a:gd name="T100" fmla="*/ 0 h 163"/>
                  <a:gd name="T101" fmla="*/ 124 w 124"/>
                  <a:gd name="T102" fmla="*/ 163 h 1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4" h="163">
                    <a:moveTo>
                      <a:pt x="62" y="0"/>
                    </a:moveTo>
                    <a:lnTo>
                      <a:pt x="69" y="0"/>
                    </a:lnTo>
                    <a:lnTo>
                      <a:pt x="75" y="1"/>
                    </a:lnTo>
                    <a:lnTo>
                      <a:pt x="81" y="3"/>
                    </a:lnTo>
                    <a:lnTo>
                      <a:pt x="87" y="5"/>
                    </a:lnTo>
                    <a:lnTo>
                      <a:pt x="92" y="8"/>
                    </a:lnTo>
                    <a:lnTo>
                      <a:pt x="96" y="11"/>
                    </a:lnTo>
                    <a:lnTo>
                      <a:pt x="102" y="15"/>
                    </a:lnTo>
                    <a:lnTo>
                      <a:pt x="106" y="19"/>
                    </a:lnTo>
                    <a:lnTo>
                      <a:pt x="110" y="23"/>
                    </a:lnTo>
                    <a:lnTo>
                      <a:pt x="113" y="29"/>
                    </a:lnTo>
                    <a:lnTo>
                      <a:pt x="117" y="34"/>
                    </a:lnTo>
                    <a:lnTo>
                      <a:pt x="119" y="40"/>
                    </a:lnTo>
                    <a:lnTo>
                      <a:pt x="121" y="46"/>
                    </a:lnTo>
                    <a:lnTo>
                      <a:pt x="123" y="52"/>
                    </a:lnTo>
                    <a:lnTo>
                      <a:pt x="124" y="58"/>
                    </a:lnTo>
                    <a:lnTo>
                      <a:pt x="124" y="65"/>
                    </a:lnTo>
                    <a:lnTo>
                      <a:pt x="124" y="71"/>
                    </a:lnTo>
                    <a:lnTo>
                      <a:pt x="123" y="78"/>
                    </a:lnTo>
                    <a:lnTo>
                      <a:pt x="121" y="84"/>
                    </a:lnTo>
                    <a:lnTo>
                      <a:pt x="119" y="89"/>
                    </a:lnTo>
                    <a:lnTo>
                      <a:pt x="116" y="95"/>
                    </a:lnTo>
                    <a:lnTo>
                      <a:pt x="112" y="100"/>
                    </a:lnTo>
                    <a:lnTo>
                      <a:pt x="109" y="105"/>
                    </a:lnTo>
                    <a:lnTo>
                      <a:pt x="106" y="110"/>
                    </a:lnTo>
                    <a:lnTo>
                      <a:pt x="103" y="113"/>
                    </a:lnTo>
                    <a:lnTo>
                      <a:pt x="100" y="116"/>
                    </a:lnTo>
                    <a:lnTo>
                      <a:pt x="95" y="120"/>
                    </a:lnTo>
                    <a:lnTo>
                      <a:pt x="92" y="127"/>
                    </a:lnTo>
                    <a:lnTo>
                      <a:pt x="88" y="133"/>
                    </a:lnTo>
                    <a:lnTo>
                      <a:pt x="86" y="142"/>
                    </a:lnTo>
                    <a:lnTo>
                      <a:pt x="83" y="151"/>
                    </a:lnTo>
                    <a:lnTo>
                      <a:pt x="82" y="163"/>
                    </a:lnTo>
                    <a:lnTo>
                      <a:pt x="42" y="163"/>
                    </a:lnTo>
                    <a:lnTo>
                      <a:pt x="41" y="151"/>
                    </a:lnTo>
                    <a:lnTo>
                      <a:pt x="39" y="142"/>
                    </a:lnTo>
                    <a:lnTo>
                      <a:pt x="36" y="133"/>
                    </a:lnTo>
                    <a:lnTo>
                      <a:pt x="32" y="127"/>
                    </a:lnTo>
                    <a:lnTo>
                      <a:pt x="29" y="120"/>
                    </a:lnTo>
                    <a:lnTo>
                      <a:pt x="25" y="116"/>
                    </a:lnTo>
                    <a:lnTo>
                      <a:pt x="22" y="113"/>
                    </a:lnTo>
                    <a:lnTo>
                      <a:pt x="18" y="110"/>
                    </a:lnTo>
                    <a:lnTo>
                      <a:pt x="15" y="105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5" y="89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7" y="11"/>
                    </a:lnTo>
                    <a:lnTo>
                      <a:pt x="32" y="8"/>
                    </a:lnTo>
                    <a:lnTo>
                      <a:pt x="38" y="5"/>
                    </a:lnTo>
                    <a:lnTo>
                      <a:pt x="43" y="3"/>
                    </a:lnTo>
                    <a:lnTo>
                      <a:pt x="49" y="1"/>
                    </a:lnTo>
                    <a:lnTo>
                      <a:pt x="56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5" name="Freeform 887"/>
              <p:cNvSpPr>
                <a:spLocks/>
              </p:cNvSpPr>
              <p:nvPr/>
            </p:nvSpPr>
            <p:spPr bwMode="auto">
              <a:xfrm>
                <a:off x="2630" y="1891"/>
                <a:ext cx="122" cy="162"/>
              </a:xfrm>
              <a:custGeom>
                <a:avLst/>
                <a:gdLst>
                  <a:gd name="T0" fmla="*/ 68 w 122"/>
                  <a:gd name="T1" fmla="*/ 0 h 162"/>
                  <a:gd name="T2" fmla="*/ 79 w 122"/>
                  <a:gd name="T3" fmla="*/ 3 h 162"/>
                  <a:gd name="T4" fmla="*/ 90 w 122"/>
                  <a:gd name="T5" fmla="*/ 8 h 162"/>
                  <a:gd name="T6" fmla="*/ 100 w 122"/>
                  <a:gd name="T7" fmla="*/ 15 h 162"/>
                  <a:gd name="T8" fmla="*/ 108 w 122"/>
                  <a:gd name="T9" fmla="*/ 23 h 162"/>
                  <a:gd name="T10" fmla="*/ 115 w 122"/>
                  <a:gd name="T11" fmla="*/ 34 h 162"/>
                  <a:gd name="T12" fmla="*/ 119 w 122"/>
                  <a:gd name="T13" fmla="*/ 46 h 162"/>
                  <a:gd name="T14" fmla="*/ 122 w 122"/>
                  <a:gd name="T15" fmla="*/ 59 h 162"/>
                  <a:gd name="T16" fmla="*/ 122 w 122"/>
                  <a:gd name="T17" fmla="*/ 71 h 162"/>
                  <a:gd name="T18" fmla="*/ 119 w 122"/>
                  <a:gd name="T19" fmla="*/ 83 h 162"/>
                  <a:gd name="T20" fmla="*/ 113 w 122"/>
                  <a:gd name="T21" fmla="*/ 95 h 162"/>
                  <a:gd name="T22" fmla="*/ 107 w 122"/>
                  <a:gd name="T23" fmla="*/ 104 h 162"/>
                  <a:gd name="T24" fmla="*/ 101 w 122"/>
                  <a:gd name="T25" fmla="*/ 112 h 162"/>
                  <a:gd name="T26" fmla="*/ 93 w 122"/>
                  <a:gd name="T27" fmla="*/ 121 h 162"/>
                  <a:gd name="T28" fmla="*/ 87 w 122"/>
                  <a:gd name="T29" fmla="*/ 132 h 162"/>
                  <a:gd name="T30" fmla="*/ 81 w 122"/>
                  <a:gd name="T31" fmla="*/ 150 h 162"/>
                  <a:gd name="T32" fmla="*/ 42 w 122"/>
                  <a:gd name="T33" fmla="*/ 162 h 162"/>
                  <a:gd name="T34" fmla="*/ 39 w 122"/>
                  <a:gd name="T35" fmla="*/ 141 h 162"/>
                  <a:gd name="T36" fmla="*/ 32 w 122"/>
                  <a:gd name="T37" fmla="*/ 126 h 162"/>
                  <a:gd name="T38" fmla="*/ 25 w 122"/>
                  <a:gd name="T39" fmla="*/ 115 h 162"/>
                  <a:gd name="T40" fmla="*/ 18 w 122"/>
                  <a:gd name="T41" fmla="*/ 110 h 162"/>
                  <a:gd name="T42" fmla="*/ 12 w 122"/>
                  <a:gd name="T43" fmla="*/ 100 h 162"/>
                  <a:gd name="T44" fmla="*/ 6 w 122"/>
                  <a:gd name="T45" fmla="*/ 90 h 162"/>
                  <a:gd name="T46" fmla="*/ 2 w 122"/>
                  <a:gd name="T47" fmla="*/ 78 h 162"/>
                  <a:gd name="T48" fmla="*/ 0 w 122"/>
                  <a:gd name="T49" fmla="*/ 65 h 162"/>
                  <a:gd name="T50" fmla="*/ 1 w 122"/>
                  <a:gd name="T51" fmla="*/ 52 h 162"/>
                  <a:gd name="T52" fmla="*/ 4 w 122"/>
                  <a:gd name="T53" fmla="*/ 39 h 162"/>
                  <a:gd name="T54" fmla="*/ 11 w 122"/>
                  <a:gd name="T55" fmla="*/ 29 h 162"/>
                  <a:gd name="T56" fmla="*/ 17 w 122"/>
                  <a:gd name="T57" fmla="*/ 19 h 162"/>
                  <a:gd name="T58" fmla="*/ 26 w 122"/>
                  <a:gd name="T59" fmla="*/ 12 h 162"/>
                  <a:gd name="T60" fmla="*/ 37 w 122"/>
                  <a:gd name="T61" fmla="*/ 5 h 162"/>
                  <a:gd name="T62" fmla="*/ 48 w 122"/>
                  <a:gd name="T63" fmla="*/ 1 h 162"/>
                  <a:gd name="T64" fmla="*/ 61 w 122"/>
                  <a:gd name="T65" fmla="*/ 0 h 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2"/>
                  <a:gd name="T100" fmla="*/ 0 h 162"/>
                  <a:gd name="T101" fmla="*/ 122 w 122"/>
                  <a:gd name="T102" fmla="*/ 162 h 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2" h="162">
                    <a:moveTo>
                      <a:pt x="61" y="0"/>
                    </a:moveTo>
                    <a:lnTo>
                      <a:pt x="68" y="0"/>
                    </a:lnTo>
                    <a:lnTo>
                      <a:pt x="74" y="1"/>
                    </a:lnTo>
                    <a:lnTo>
                      <a:pt x="79" y="3"/>
                    </a:lnTo>
                    <a:lnTo>
                      <a:pt x="85" y="5"/>
                    </a:lnTo>
                    <a:lnTo>
                      <a:pt x="90" y="8"/>
                    </a:lnTo>
                    <a:lnTo>
                      <a:pt x="95" y="12"/>
                    </a:lnTo>
                    <a:lnTo>
                      <a:pt x="100" y="15"/>
                    </a:lnTo>
                    <a:lnTo>
                      <a:pt x="104" y="19"/>
                    </a:lnTo>
                    <a:lnTo>
                      <a:pt x="108" y="23"/>
                    </a:lnTo>
                    <a:lnTo>
                      <a:pt x="111" y="29"/>
                    </a:lnTo>
                    <a:lnTo>
                      <a:pt x="115" y="34"/>
                    </a:lnTo>
                    <a:lnTo>
                      <a:pt x="117" y="39"/>
                    </a:lnTo>
                    <a:lnTo>
                      <a:pt x="119" y="46"/>
                    </a:lnTo>
                    <a:lnTo>
                      <a:pt x="121" y="52"/>
                    </a:lnTo>
                    <a:lnTo>
                      <a:pt x="122" y="59"/>
                    </a:lnTo>
                    <a:lnTo>
                      <a:pt x="122" y="65"/>
                    </a:lnTo>
                    <a:lnTo>
                      <a:pt x="122" y="71"/>
                    </a:lnTo>
                    <a:lnTo>
                      <a:pt x="120" y="78"/>
                    </a:lnTo>
                    <a:lnTo>
                      <a:pt x="119" y="83"/>
                    </a:lnTo>
                    <a:lnTo>
                      <a:pt x="117" y="90"/>
                    </a:lnTo>
                    <a:lnTo>
                      <a:pt x="113" y="95"/>
                    </a:lnTo>
                    <a:lnTo>
                      <a:pt x="110" y="100"/>
                    </a:lnTo>
                    <a:lnTo>
                      <a:pt x="107" y="104"/>
                    </a:lnTo>
                    <a:lnTo>
                      <a:pt x="104" y="110"/>
                    </a:lnTo>
                    <a:lnTo>
                      <a:pt x="101" y="112"/>
                    </a:lnTo>
                    <a:lnTo>
                      <a:pt x="97" y="115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7" y="132"/>
                    </a:lnTo>
                    <a:lnTo>
                      <a:pt x="84" y="141"/>
                    </a:lnTo>
                    <a:lnTo>
                      <a:pt x="81" y="150"/>
                    </a:lnTo>
                    <a:lnTo>
                      <a:pt x="80" y="162"/>
                    </a:lnTo>
                    <a:lnTo>
                      <a:pt x="42" y="162"/>
                    </a:lnTo>
                    <a:lnTo>
                      <a:pt x="41" y="150"/>
                    </a:lnTo>
                    <a:lnTo>
                      <a:pt x="39" y="141"/>
                    </a:lnTo>
                    <a:lnTo>
                      <a:pt x="35" y="132"/>
                    </a:lnTo>
                    <a:lnTo>
                      <a:pt x="32" y="126"/>
                    </a:lnTo>
                    <a:lnTo>
                      <a:pt x="29" y="121"/>
                    </a:lnTo>
                    <a:lnTo>
                      <a:pt x="25" y="115"/>
                    </a:lnTo>
                    <a:lnTo>
                      <a:pt x="22" y="112"/>
                    </a:lnTo>
                    <a:lnTo>
                      <a:pt x="18" y="110"/>
                    </a:lnTo>
                    <a:lnTo>
                      <a:pt x="15" y="104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6" y="90"/>
                    </a:lnTo>
                    <a:lnTo>
                      <a:pt x="3" y="83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4" y="39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22" y="15"/>
                    </a:lnTo>
                    <a:lnTo>
                      <a:pt x="26" y="12"/>
                    </a:lnTo>
                    <a:lnTo>
                      <a:pt x="31" y="8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1"/>
                    </a:lnTo>
                    <a:lnTo>
                      <a:pt x="5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6" name="Freeform 888"/>
              <p:cNvSpPr>
                <a:spLocks/>
              </p:cNvSpPr>
              <p:nvPr/>
            </p:nvSpPr>
            <p:spPr bwMode="auto">
              <a:xfrm>
                <a:off x="2631" y="1892"/>
                <a:ext cx="119" cy="161"/>
              </a:xfrm>
              <a:custGeom>
                <a:avLst/>
                <a:gdLst>
                  <a:gd name="T0" fmla="*/ 65 w 119"/>
                  <a:gd name="T1" fmla="*/ 0 h 161"/>
                  <a:gd name="T2" fmla="*/ 77 w 119"/>
                  <a:gd name="T3" fmla="*/ 3 h 161"/>
                  <a:gd name="T4" fmla="*/ 88 w 119"/>
                  <a:gd name="T5" fmla="*/ 8 h 161"/>
                  <a:gd name="T6" fmla="*/ 98 w 119"/>
                  <a:gd name="T7" fmla="*/ 15 h 161"/>
                  <a:gd name="T8" fmla="*/ 106 w 119"/>
                  <a:gd name="T9" fmla="*/ 23 h 161"/>
                  <a:gd name="T10" fmla="*/ 111 w 119"/>
                  <a:gd name="T11" fmla="*/ 34 h 161"/>
                  <a:gd name="T12" fmla="*/ 117 w 119"/>
                  <a:gd name="T13" fmla="*/ 46 h 161"/>
                  <a:gd name="T14" fmla="*/ 119 w 119"/>
                  <a:gd name="T15" fmla="*/ 59 h 161"/>
                  <a:gd name="T16" fmla="*/ 119 w 119"/>
                  <a:gd name="T17" fmla="*/ 71 h 161"/>
                  <a:gd name="T18" fmla="*/ 116 w 119"/>
                  <a:gd name="T19" fmla="*/ 83 h 161"/>
                  <a:gd name="T20" fmla="*/ 110 w 119"/>
                  <a:gd name="T21" fmla="*/ 95 h 161"/>
                  <a:gd name="T22" fmla="*/ 104 w 119"/>
                  <a:gd name="T23" fmla="*/ 105 h 161"/>
                  <a:gd name="T24" fmla="*/ 98 w 119"/>
                  <a:gd name="T25" fmla="*/ 111 h 161"/>
                  <a:gd name="T26" fmla="*/ 91 w 119"/>
                  <a:gd name="T27" fmla="*/ 120 h 161"/>
                  <a:gd name="T28" fmla="*/ 84 w 119"/>
                  <a:gd name="T29" fmla="*/ 132 h 161"/>
                  <a:gd name="T30" fmla="*/ 79 w 119"/>
                  <a:gd name="T31" fmla="*/ 149 h 161"/>
                  <a:gd name="T32" fmla="*/ 41 w 119"/>
                  <a:gd name="T33" fmla="*/ 161 h 161"/>
                  <a:gd name="T34" fmla="*/ 38 w 119"/>
                  <a:gd name="T35" fmla="*/ 140 h 161"/>
                  <a:gd name="T36" fmla="*/ 32 w 119"/>
                  <a:gd name="T37" fmla="*/ 125 h 161"/>
                  <a:gd name="T38" fmla="*/ 25 w 119"/>
                  <a:gd name="T39" fmla="*/ 115 h 161"/>
                  <a:gd name="T40" fmla="*/ 18 w 119"/>
                  <a:gd name="T41" fmla="*/ 109 h 161"/>
                  <a:gd name="T42" fmla="*/ 12 w 119"/>
                  <a:gd name="T43" fmla="*/ 99 h 161"/>
                  <a:gd name="T44" fmla="*/ 6 w 119"/>
                  <a:gd name="T45" fmla="*/ 89 h 161"/>
                  <a:gd name="T46" fmla="*/ 1 w 119"/>
                  <a:gd name="T47" fmla="*/ 78 h 161"/>
                  <a:gd name="T48" fmla="*/ 0 w 119"/>
                  <a:gd name="T49" fmla="*/ 65 h 161"/>
                  <a:gd name="T50" fmla="*/ 1 w 119"/>
                  <a:gd name="T51" fmla="*/ 52 h 161"/>
                  <a:gd name="T52" fmla="*/ 5 w 119"/>
                  <a:gd name="T53" fmla="*/ 40 h 161"/>
                  <a:gd name="T54" fmla="*/ 10 w 119"/>
                  <a:gd name="T55" fmla="*/ 29 h 161"/>
                  <a:gd name="T56" fmla="*/ 16 w 119"/>
                  <a:gd name="T57" fmla="*/ 19 h 161"/>
                  <a:gd name="T58" fmla="*/ 26 w 119"/>
                  <a:gd name="T59" fmla="*/ 12 h 161"/>
                  <a:gd name="T60" fmla="*/ 36 w 119"/>
                  <a:gd name="T61" fmla="*/ 5 h 161"/>
                  <a:gd name="T62" fmla="*/ 47 w 119"/>
                  <a:gd name="T63" fmla="*/ 1 h 161"/>
                  <a:gd name="T64" fmla="*/ 60 w 119"/>
                  <a:gd name="T65" fmla="*/ 0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9"/>
                  <a:gd name="T100" fmla="*/ 0 h 161"/>
                  <a:gd name="T101" fmla="*/ 119 w 119"/>
                  <a:gd name="T102" fmla="*/ 161 h 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9" h="161">
                    <a:moveTo>
                      <a:pt x="60" y="0"/>
                    </a:moveTo>
                    <a:lnTo>
                      <a:pt x="65" y="0"/>
                    </a:lnTo>
                    <a:lnTo>
                      <a:pt x="72" y="1"/>
                    </a:lnTo>
                    <a:lnTo>
                      <a:pt x="77" y="3"/>
                    </a:lnTo>
                    <a:lnTo>
                      <a:pt x="83" y="5"/>
                    </a:lnTo>
                    <a:lnTo>
                      <a:pt x="88" y="8"/>
                    </a:lnTo>
                    <a:lnTo>
                      <a:pt x="93" y="12"/>
                    </a:lnTo>
                    <a:lnTo>
                      <a:pt x="98" y="15"/>
                    </a:lnTo>
                    <a:lnTo>
                      <a:pt x="102" y="19"/>
                    </a:lnTo>
                    <a:lnTo>
                      <a:pt x="106" y="23"/>
                    </a:lnTo>
                    <a:lnTo>
                      <a:pt x="109" y="29"/>
                    </a:lnTo>
                    <a:lnTo>
                      <a:pt x="111" y="34"/>
                    </a:lnTo>
                    <a:lnTo>
                      <a:pt x="115" y="40"/>
                    </a:lnTo>
                    <a:lnTo>
                      <a:pt x="117" y="46"/>
                    </a:lnTo>
                    <a:lnTo>
                      <a:pt x="118" y="52"/>
                    </a:lnTo>
                    <a:lnTo>
                      <a:pt x="119" y="59"/>
                    </a:lnTo>
                    <a:lnTo>
                      <a:pt x="119" y="65"/>
                    </a:lnTo>
                    <a:lnTo>
                      <a:pt x="119" y="71"/>
                    </a:lnTo>
                    <a:lnTo>
                      <a:pt x="118" y="78"/>
                    </a:lnTo>
                    <a:lnTo>
                      <a:pt x="116" y="83"/>
                    </a:lnTo>
                    <a:lnTo>
                      <a:pt x="114" y="89"/>
                    </a:lnTo>
                    <a:lnTo>
                      <a:pt x="110" y="95"/>
                    </a:lnTo>
                    <a:lnTo>
                      <a:pt x="107" y="99"/>
                    </a:lnTo>
                    <a:lnTo>
                      <a:pt x="104" y="105"/>
                    </a:lnTo>
                    <a:lnTo>
                      <a:pt x="101" y="109"/>
                    </a:lnTo>
                    <a:lnTo>
                      <a:pt x="98" y="111"/>
                    </a:lnTo>
                    <a:lnTo>
                      <a:pt x="94" y="115"/>
                    </a:lnTo>
                    <a:lnTo>
                      <a:pt x="91" y="120"/>
                    </a:lnTo>
                    <a:lnTo>
                      <a:pt x="87" y="125"/>
                    </a:lnTo>
                    <a:lnTo>
                      <a:pt x="84" y="132"/>
                    </a:lnTo>
                    <a:lnTo>
                      <a:pt x="81" y="140"/>
                    </a:lnTo>
                    <a:lnTo>
                      <a:pt x="79" y="149"/>
                    </a:lnTo>
                    <a:lnTo>
                      <a:pt x="78" y="161"/>
                    </a:lnTo>
                    <a:lnTo>
                      <a:pt x="41" y="161"/>
                    </a:lnTo>
                    <a:lnTo>
                      <a:pt x="40" y="149"/>
                    </a:lnTo>
                    <a:lnTo>
                      <a:pt x="38" y="140"/>
                    </a:lnTo>
                    <a:lnTo>
                      <a:pt x="36" y="132"/>
                    </a:lnTo>
                    <a:lnTo>
                      <a:pt x="32" y="125"/>
                    </a:lnTo>
                    <a:lnTo>
                      <a:pt x="28" y="120"/>
                    </a:lnTo>
                    <a:lnTo>
                      <a:pt x="25" y="115"/>
                    </a:lnTo>
                    <a:lnTo>
                      <a:pt x="22" y="111"/>
                    </a:lnTo>
                    <a:lnTo>
                      <a:pt x="18" y="109"/>
                    </a:lnTo>
                    <a:lnTo>
                      <a:pt x="15" y="105"/>
                    </a:lnTo>
                    <a:lnTo>
                      <a:pt x="12" y="99"/>
                    </a:lnTo>
                    <a:lnTo>
                      <a:pt x="9" y="95"/>
                    </a:lnTo>
                    <a:lnTo>
                      <a:pt x="6" y="89"/>
                    </a:lnTo>
                    <a:lnTo>
                      <a:pt x="3" y="83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3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6" y="12"/>
                    </a:lnTo>
                    <a:lnTo>
                      <a:pt x="30" y="8"/>
                    </a:lnTo>
                    <a:lnTo>
                      <a:pt x="36" y="5"/>
                    </a:lnTo>
                    <a:lnTo>
                      <a:pt x="41" y="3"/>
                    </a:lnTo>
                    <a:lnTo>
                      <a:pt x="47" y="1"/>
                    </a:lnTo>
                    <a:lnTo>
                      <a:pt x="54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7" name="Freeform 889"/>
              <p:cNvSpPr>
                <a:spLocks/>
              </p:cNvSpPr>
              <p:nvPr/>
            </p:nvSpPr>
            <p:spPr bwMode="auto">
              <a:xfrm>
                <a:off x="2633" y="1893"/>
                <a:ext cx="116" cy="160"/>
              </a:xfrm>
              <a:custGeom>
                <a:avLst/>
                <a:gdLst>
                  <a:gd name="T0" fmla="*/ 65 w 116"/>
                  <a:gd name="T1" fmla="*/ 0 h 160"/>
                  <a:gd name="T2" fmla="*/ 75 w 116"/>
                  <a:gd name="T3" fmla="*/ 3 h 160"/>
                  <a:gd name="T4" fmla="*/ 86 w 116"/>
                  <a:gd name="T5" fmla="*/ 8 h 160"/>
                  <a:gd name="T6" fmla="*/ 96 w 116"/>
                  <a:gd name="T7" fmla="*/ 15 h 160"/>
                  <a:gd name="T8" fmla="*/ 103 w 116"/>
                  <a:gd name="T9" fmla="*/ 24 h 160"/>
                  <a:gd name="T10" fmla="*/ 109 w 116"/>
                  <a:gd name="T11" fmla="*/ 34 h 160"/>
                  <a:gd name="T12" fmla="*/ 114 w 116"/>
                  <a:gd name="T13" fmla="*/ 46 h 160"/>
                  <a:gd name="T14" fmla="*/ 116 w 116"/>
                  <a:gd name="T15" fmla="*/ 59 h 160"/>
                  <a:gd name="T16" fmla="*/ 116 w 116"/>
                  <a:gd name="T17" fmla="*/ 72 h 160"/>
                  <a:gd name="T18" fmla="*/ 113 w 116"/>
                  <a:gd name="T19" fmla="*/ 83 h 160"/>
                  <a:gd name="T20" fmla="*/ 107 w 116"/>
                  <a:gd name="T21" fmla="*/ 94 h 160"/>
                  <a:gd name="T22" fmla="*/ 101 w 116"/>
                  <a:gd name="T23" fmla="*/ 104 h 160"/>
                  <a:gd name="T24" fmla="*/ 94 w 116"/>
                  <a:gd name="T25" fmla="*/ 111 h 160"/>
                  <a:gd name="T26" fmla="*/ 88 w 116"/>
                  <a:gd name="T27" fmla="*/ 119 h 160"/>
                  <a:gd name="T28" fmla="*/ 82 w 116"/>
                  <a:gd name="T29" fmla="*/ 131 h 160"/>
                  <a:gd name="T30" fmla="*/ 77 w 116"/>
                  <a:gd name="T31" fmla="*/ 148 h 160"/>
                  <a:gd name="T32" fmla="*/ 40 w 116"/>
                  <a:gd name="T33" fmla="*/ 160 h 160"/>
                  <a:gd name="T34" fmla="*/ 38 w 116"/>
                  <a:gd name="T35" fmla="*/ 139 h 160"/>
                  <a:gd name="T36" fmla="*/ 31 w 116"/>
                  <a:gd name="T37" fmla="*/ 124 h 160"/>
                  <a:gd name="T38" fmla="*/ 24 w 116"/>
                  <a:gd name="T39" fmla="*/ 114 h 160"/>
                  <a:gd name="T40" fmla="*/ 19 w 116"/>
                  <a:gd name="T41" fmla="*/ 109 h 160"/>
                  <a:gd name="T42" fmla="*/ 12 w 116"/>
                  <a:gd name="T43" fmla="*/ 99 h 160"/>
                  <a:gd name="T44" fmla="*/ 6 w 116"/>
                  <a:gd name="T45" fmla="*/ 89 h 160"/>
                  <a:gd name="T46" fmla="*/ 1 w 116"/>
                  <a:gd name="T47" fmla="*/ 77 h 160"/>
                  <a:gd name="T48" fmla="*/ 0 w 116"/>
                  <a:gd name="T49" fmla="*/ 65 h 160"/>
                  <a:gd name="T50" fmla="*/ 1 w 116"/>
                  <a:gd name="T51" fmla="*/ 52 h 160"/>
                  <a:gd name="T52" fmla="*/ 5 w 116"/>
                  <a:gd name="T53" fmla="*/ 41 h 160"/>
                  <a:gd name="T54" fmla="*/ 10 w 116"/>
                  <a:gd name="T55" fmla="*/ 29 h 160"/>
                  <a:gd name="T56" fmla="*/ 16 w 116"/>
                  <a:gd name="T57" fmla="*/ 19 h 160"/>
                  <a:gd name="T58" fmla="*/ 25 w 116"/>
                  <a:gd name="T59" fmla="*/ 12 h 160"/>
                  <a:gd name="T60" fmla="*/ 35 w 116"/>
                  <a:gd name="T61" fmla="*/ 5 h 160"/>
                  <a:gd name="T62" fmla="*/ 46 w 116"/>
                  <a:gd name="T63" fmla="*/ 1 h 160"/>
                  <a:gd name="T64" fmla="*/ 58 w 116"/>
                  <a:gd name="T65" fmla="*/ 0 h 1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6"/>
                  <a:gd name="T100" fmla="*/ 0 h 160"/>
                  <a:gd name="T101" fmla="*/ 116 w 116"/>
                  <a:gd name="T102" fmla="*/ 160 h 1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6" h="160">
                    <a:moveTo>
                      <a:pt x="58" y="0"/>
                    </a:moveTo>
                    <a:lnTo>
                      <a:pt x="65" y="0"/>
                    </a:lnTo>
                    <a:lnTo>
                      <a:pt x="70" y="1"/>
                    </a:lnTo>
                    <a:lnTo>
                      <a:pt x="75" y="3"/>
                    </a:lnTo>
                    <a:lnTo>
                      <a:pt x="81" y="5"/>
                    </a:lnTo>
                    <a:lnTo>
                      <a:pt x="86" y="8"/>
                    </a:lnTo>
                    <a:lnTo>
                      <a:pt x="90" y="12"/>
                    </a:lnTo>
                    <a:lnTo>
                      <a:pt x="96" y="15"/>
                    </a:lnTo>
                    <a:lnTo>
                      <a:pt x="99" y="19"/>
                    </a:lnTo>
                    <a:lnTo>
                      <a:pt x="103" y="24"/>
                    </a:lnTo>
                    <a:lnTo>
                      <a:pt x="106" y="29"/>
                    </a:lnTo>
                    <a:lnTo>
                      <a:pt x="109" y="34"/>
                    </a:lnTo>
                    <a:lnTo>
                      <a:pt x="112" y="41"/>
                    </a:lnTo>
                    <a:lnTo>
                      <a:pt x="114" y="46"/>
                    </a:lnTo>
                    <a:lnTo>
                      <a:pt x="115" y="52"/>
                    </a:lnTo>
                    <a:lnTo>
                      <a:pt x="116" y="59"/>
                    </a:lnTo>
                    <a:lnTo>
                      <a:pt x="116" y="65"/>
                    </a:lnTo>
                    <a:lnTo>
                      <a:pt x="116" y="72"/>
                    </a:lnTo>
                    <a:lnTo>
                      <a:pt x="115" y="77"/>
                    </a:lnTo>
                    <a:lnTo>
                      <a:pt x="113" y="83"/>
                    </a:lnTo>
                    <a:lnTo>
                      <a:pt x="110" y="89"/>
                    </a:lnTo>
                    <a:lnTo>
                      <a:pt x="107" y="94"/>
                    </a:lnTo>
                    <a:lnTo>
                      <a:pt x="104" y="99"/>
                    </a:lnTo>
                    <a:lnTo>
                      <a:pt x="101" y="104"/>
                    </a:lnTo>
                    <a:lnTo>
                      <a:pt x="98" y="109"/>
                    </a:lnTo>
                    <a:lnTo>
                      <a:pt x="94" y="111"/>
                    </a:lnTo>
                    <a:lnTo>
                      <a:pt x="92" y="114"/>
                    </a:lnTo>
                    <a:lnTo>
                      <a:pt x="88" y="119"/>
                    </a:lnTo>
                    <a:lnTo>
                      <a:pt x="85" y="124"/>
                    </a:lnTo>
                    <a:lnTo>
                      <a:pt x="82" y="131"/>
                    </a:lnTo>
                    <a:lnTo>
                      <a:pt x="78" y="139"/>
                    </a:lnTo>
                    <a:lnTo>
                      <a:pt x="77" y="148"/>
                    </a:lnTo>
                    <a:lnTo>
                      <a:pt x="76" y="160"/>
                    </a:lnTo>
                    <a:lnTo>
                      <a:pt x="40" y="160"/>
                    </a:lnTo>
                    <a:lnTo>
                      <a:pt x="39" y="148"/>
                    </a:lnTo>
                    <a:lnTo>
                      <a:pt x="38" y="139"/>
                    </a:lnTo>
                    <a:lnTo>
                      <a:pt x="35" y="131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4" y="114"/>
                    </a:lnTo>
                    <a:lnTo>
                      <a:pt x="22" y="111"/>
                    </a:lnTo>
                    <a:lnTo>
                      <a:pt x="19" y="109"/>
                    </a:lnTo>
                    <a:lnTo>
                      <a:pt x="15" y="104"/>
                    </a:lnTo>
                    <a:lnTo>
                      <a:pt x="12" y="99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3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5" y="12"/>
                    </a:lnTo>
                    <a:lnTo>
                      <a:pt x="29" y="8"/>
                    </a:lnTo>
                    <a:lnTo>
                      <a:pt x="35" y="5"/>
                    </a:lnTo>
                    <a:lnTo>
                      <a:pt x="40" y="3"/>
                    </a:lnTo>
                    <a:lnTo>
                      <a:pt x="46" y="1"/>
                    </a:lnTo>
                    <a:lnTo>
                      <a:pt x="52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8" name="Freeform 890"/>
              <p:cNvSpPr>
                <a:spLocks/>
              </p:cNvSpPr>
              <p:nvPr/>
            </p:nvSpPr>
            <p:spPr bwMode="auto">
              <a:xfrm>
                <a:off x="2634" y="1894"/>
                <a:ext cx="114" cy="159"/>
              </a:xfrm>
              <a:custGeom>
                <a:avLst/>
                <a:gdLst>
                  <a:gd name="T0" fmla="*/ 64 w 114"/>
                  <a:gd name="T1" fmla="*/ 0 h 159"/>
                  <a:gd name="T2" fmla="*/ 74 w 114"/>
                  <a:gd name="T3" fmla="*/ 3 h 159"/>
                  <a:gd name="T4" fmla="*/ 84 w 114"/>
                  <a:gd name="T5" fmla="*/ 9 h 159"/>
                  <a:gd name="T6" fmla="*/ 93 w 114"/>
                  <a:gd name="T7" fmla="*/ 15 h 159"/>
                  <a:gd name="T8" fmla="*/ 101 w 114"/>
                  <a:gd name="T9" fmla="*/ 23 h 159"/>
                  <a:gd name="T10" fmla="*/ 107 w 114"/>
                  <a:gd name="T11" fmla="*/ 34 h 159"/>
                  <a:gd name="T12" fmla="*/ 112 w 114"/>
                  <a:gd name="T13" fmla="*/ 46 h 159"/>
                  <a:gd name="T14" fmla="*/ 114 w 114"/>
                  <a:gd name="T15" fmla="*/ 58 h 159"/>
                  <a:gd name="T16" fmla="*/ 114 w 114"/>
                  <a:gd name="T17" fmla="*/ 71 h 159"/>
                  <a:gd name="T18" fmla="*/ 111 w 114"/>
                  <a:gd name="T19" fmla="*/ 82 h 159"/>
                  <a:gd name="T20" fmla="*/ 105 w 114"/>
                  <a:gd name="T21" fmla="*/ 94 h 159"/>
                  <a:gd name="T22" fmla="*/ 99 w 114"/>
                  <a:gd name="T23" fmla="*/ 104 h 159"/>
                  <a:gd name="T24" fmla="*/ 92 w 114"/>
                  <a:gd name="T25" fmla="*/ 110 h 159"/>
                  <a:gd name="T26" fmla="*/ 86 w 114"/>
                  <a:gd name="T27" fmla="*/ 119 h 159"/>
                  <a:gd name="T28" fmla="*/ 80 w 114"/>
                  <a:gd name="T29" fmla="*/ 130 h 159"/>
                  <a:gd name="T30" fmla="*/ 75 w 114"/>
                  <a:gd name="T31" fmla="*/ 147 h 159"/>
                  <a:gd name="T32" fmla="*/ 39 w 114"/>
                  <a:gd name="T33" fmla="*/ 159 h 159"/>
                  <a:gd name="T34" fmla="*/ 37 w 114"/>
                  <a:gd name="T35" fmla="*/ 138 h 159"/>
                  <a:gd name="T36" fmla="*/ 31 w 114"/>
                  <a:gd name="T37" fmla="*/ 124 h 159"/>
                  <a:gd name="T38" fmla="*/ 25 w 114"/>
                  <a:gd name="T39" fmla="*/ 114 h 159"/>
                  <a:gd name="T40" fmla="*/ 19 w 114"/>
                  <a:gd name="T41" fmla="*/ 108 h 159"/>
                  <a:gd name="T42" fmla="*/ 12 w 114"/>
                  <a:gd name="T43" fmla="*/ 98 h 159"/>
                  <a:gd name="T44" fmla="*/ 6 w 114"/>
                  <a:gd name="T45" fmla="*/ 89 h 159"/>
                  <a:gd name="T46" fmla="*/ 2 w 114"/>
                  <a:gd name="T47" fmla="*/ 77 h 159"/>
                  <a:gd name="T48" fmla="*/ 0 w 114"/>
                  <a:gd name="T49" fmla="*/ 64 h 159"/>
                  <a:gd name="T50" fmla="*/ 2 w 114"/>
                  <a:gd name="T51" fmla="*/ 52 h 159"/>
                  <a:gd name="T52" fmla="*/ 5 w 114"/>
                  <a:gd name="T53" fmla="*/ 41 h 159"/>
                  <a:gd name="T54" fmla="*/ 9 w 114"/>
                  <a:gd name="T55" fmla="*/ 29 h 159"/>
                  <a:gd name="T56" fmla="*/ 17 w 114"/>
                  <a:gd name="T57" fmla="*/ 19 h 159"/>
                  <a:gd name="T58" fmla="*/ 24 w 114"/>
                  <a:gd name="T59" fmla="*/ 12 h 159"/>
                  <a:gd name="T60" fmla="*/ 34 w 114"/>
                  <a:gd name="T61" fmla="*/ 5 h 159"/>
                  <a:gd name="T62" fmla="*/ 45 w 114"/>
                  <a:gd name="T63" fmla="*/ 1 h 159"/>
                  <a:gd name="T64" fmla="*/ 57 w 114"/>
                  <a:gd name="T65" fmla="*/ 0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4"/>
                  <a:gd name="T100" fmla="*/ 0 h 159"/>
                  <a:gd name="T101" fmla="*/ 114 w 114"/>
                  <a:gd name="T102" fmla="*/ 159 h 1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4" h="159">
                    <a:moveTo>
                      <a:pt x="57" y="0"/>
                    </a:moveTo>
                    <a:lnTo>
                      <a:pt x="64" y="0"/>
                    </a:lnTo>
                    <a:lnTo>
                      <a:pt x="69" y="1"/>
                    </a:lnTo>
                    <a:lnTo>
                      <a:pt x="74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9" y="12"/>
                    </a:lnTo>
                    <a:lnTo>
                      <a:pt x="93" y="15"/>
                    </a:lnTo>
                    <a:lnTo>
                      <a:pt x="97" y="19"/>
                    </a:lnTo>
                    <a:lnTo>
                      <a:pt x="101" y="23"/>
                    </a:lnTo>
                    <a:lnTo>
                      <a:pt x="104" y="29"/>
                    </a:lnTo>
                    <a:lnTo>
                      <a:pt x="107" y="34"/>
                    </a:lnTo>
                    <a:lnTo>
                      <a:pt x="109" y="41"/>
                    </a:lnTo>
                    <a:lnTo>
                      <a:pt x="112" y="46"/>
                    </a:lnTo>
                    <a:lnTo>
                      <a:pt x="113" y="52"/>
                    </a:lnTo>
                    <a:lnTo>
                      <a:pt x="114" y="58"/>
                    </a:lnTo>
                    <a:lnTo>
                      <a:pt x="114" y="64"/>
                    </a:lnTo>
                    <a:lnTo>
                      <a:pt x="114" y="71"/>
                    </a:lnTo>
                    <a:lnTo>
                      <a:pt x="113" y="77"/>
                    </a:lnTo>
                    <a:lnTo>
                      <a:pt x="111" y="82"/>
                    </a:lnTo>
                    <a:lnTo>
                      <a:pt x="108" y="89"/>
                    </a:lnTo>
                    <a:lnTo>
                      <a:pt x="105" y="94"/>
                    </a:lnTo>
                    <a:lnTo>
                      <a:pt x="102" y="98"/>
                    </a:lnTo>
                    <a:lnTo>
                      <a:pt x="99" y="104"/>
                    </a:lnTo>
                    <a:lnTo>
                      <a:pt x="96" y="108"/>
                    </a:lnTo>
                    <a:lnTo>
                      <a:pt x="92" y="110"/>
                    </a:lnTo>
                    <a:lnTo>
                      <a:pt x="89" y="114"/>
                    </a:lnTo>
                    <a:lnTo>
                      <a:pt x="86" y="119"/>
                    </a:lnTo>
                    <a:lnTo>
                      <a:pt x="83" y="124"/>
                    </a:lnTo>
                    <a:lnTo>
                      <a:pt x="80" y="130"/>
                    </a:lnTo>
                    <a:lnTo>
                      <a:pt x="77" y="138"/>
                    </a:lnTo>
                    <a:lnTo>
                      <a:pt x="75" y="147"/>
                    </a:lnTo>
                    <a:lnTo>
                      <a:pt x="75" y="159"/>
                    </a:lnTo>
                    <a:lnTo>
                      <a:pt x="39" y="159"/>
                    </a:lnTo>
                    <a:lnTo>
                      <a:pt x="39" y="147"/>
                    </a:lnTo>
                    <a:lnTo>
                      <a:pt x="37" y="138"/>
                    </a:lnTo>
                    <a:lnTo>
                      <a:pt x="35" y="130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5" y="114"/>
                    </a:lnTo>
                    <a:lnTo>
                      <a:pt x="22" y="110"/>
                    </a:lnTo>
                    <a:lnTo>
                      <a:pt x="19" y="108"/>
                    </a:lnTo>
                    <a:lnTo>
                      <a:pt x="15" y="104"/>
                    </a:lnTo>
                    <a:lnTo>
                      <a:pt x="12" y="98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2"/>
                    </a:lnTo>
                    <a:lnTo>
                      <a:pt x="2" y="77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2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9" y="29"/>
                    </a:lnTo>
                    <a:lnTo>
                      <a:pt x="12" y="23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4" y="12"/>
                    </a:lnTo>
                    <a:lnTo>
                      <a:pt x="29" y="9"/>
                    </a:lnTo>
                    <a:lnTo>
                      <a:pt x="34" y="5"/>
                    </a:lnTo>
                    <a:lnTo>
                      <a:pt x="39" y="3"/>
                    </a:lnTo>
                    <a:lnTo>
                      <a:pt x="45" y="1"/>
                    </a:lnTo>
                    <a:lnTo>
                      <a:pt x="5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69" name="Freeform 891"/>
              <p:cNvSpPr>
                <a:spLocks/>
              </p:cNvSpPr>
              <p:nvPr/>
            </p:nvSpPr>
            <p:spPr bwMode="auto">
              <a:xfrm>
                <a:off x="2636" y="1895"/>
                <a:ext cx="110" cy="158"/>
              </a:xfrm>
              <a:custGeom>
                <a:avLst/>
                <a:gdLst>
                  <a:gd name="T0" fmla="*/ 60 w 110"/>
                  <a:gd name="T1" fmla="*/ 0 h 158"/>
                  <a:gd name="T2" fmla="*/ 71 w 110"/>
                  <a:gd name="T3" fmla="*/ 3 h 158"/>
                  <a:gd name="T4" fmla="*/ 81 w 110"/>
                  <a:gd name="T5" fmla="*/ 9 h 158"/>
                  <a:gd name="T6" fmla="*/ 90 w 110"/>
                  <a:gd name="T7" fmla="*/ 15 h 158"/>
                  <a:gd name="T8" fmla="*/ 97 w 110"/>
                  <a:gd name="T9" fmla="*/ 24 h 158"/>
                  <a:gd name="T10" fmla="*/ 103 w 110"/>
                  <a:gd name="T11" fmla="*/ 34 h 158"/>
                  <a:gd name="T12" fmla="*/ 107 w 110"/>
                  <a:gd name="T13" fmla="*/ 46 h 158"/>
                  <a:gd name="T14" fmla="*/ 110 w 110"/>
                  <a:gd name="T15" fmla="*/ 58 h 158"/>
                  <a:gd name="T16" fmla="*/ 110 w 110"/>
                  <a:gd name="T17" fmla="*/ 71 h 158"/>
                  <a:gd name="T18" fmla="*/ 106 w 110"/>
                  <a:gd name="T19" fmla="*/ 82 h 158"/>
                  <a:gd name="T20" fmla="*/ 101 w 110"/>
                  <a:gd name="T21" fmla="*/ 93 h 158"/>
                  <a:gd name="T22" fmla="*/ 95 w 110"/>
                  <a:gd name="T23" fmla="*/ 104 h 158"/>
                  <a:gd name="T24" fmla="*/ 89 w 110"/>
                  <a:gd name="T25" fmla="*/ 110 h 158"/>
                  <a:gd name="T26" fmla="*/ 83 w 110"/>
                  <a:gd name="T27" fmla="*/ 118 h 158"/>
                  <a:gd name="T28" fmla="*/ 76 w 110"/>
                  <a:gd name="T29" fmla="*/ 129 h 158"/>
                  <a:gd name="T30" fmla="*/ 72 w 110"/>
                  <a:gd name="T31" fmla="*/ 147 h 158"/>
                  <a:gd name="T32" fmla="*/ 37 w 110"/>
                  <a:gd name="T33" fmla="*/ 158 h 158"/>
                  <a:gd name="T34" fmla="*/ 35 w 110"/>
                  <a:gd name="T35" fmla="*/ 138 h 158"/>
                  <a:gd name="T36" fmla="*/ 29 w 110"/>
                  <a:gd name="T37" fmla="*/ 123 h 158"/>
                  <a:gd name="T38" fmla="*/ 23 w 110"/>
                  <a:gd name="T39" fmla="*/ 113 h 158"/>
                  <a:gd name="T40" fmla="*/ 18 w 110"/>
                  <a:gd name="T41" fmla="*/ 107 h 158"/>
                  <a:gd name="T42" fmla="*/ 11 w 110"/>
                  <a:gd name="T43" fmla="*/ 98 h 158"/>
                  <a:gd name="T44" fmla="*/ 5 w 110"/>
                  <a:gd name="T45" fmla="*/ 88 h 158"/>
                  <a:gd name="T46" fmla="*/ 1 w 110"/>
                  <a:gd name="T47" fmla="*/ 76 h 158"/>
                  <a:gd name="T48" fmla="*/ 0 w 110"/>
                  <a:gd name="T49" fmla="*/ 64 h 158"/>
                  <a:gd name="T50" fmla="*/ 1 w 110"/>
                  <a:gd name="T51" fmla="*/ 52 h 158"/>
                  <a:gd name="T52" fmla="*/ 4 w 110"/>
                  <a:gd name="T53" fmla="*/ 40 h 158"/>
                  <a:gd name="T54" fmla="*/ 8 w 110"/>
                  <a:gd name="T55" fmla="*/ 29 h 158"/>
                  <a:gd name="T56" fmla="*/ 15 w 110"/>
                  <a:gd name="T57" fmla="*/ 19 h 158"/>
                  <a:gd name="T58" fmla="*/ 22 w 110"/>
                  <a:gd name="T59" fmla="*/ 12 h 158"/>
                  <a:gd name="T60" fmla="*/ 32 w 110"/>
                  <a:gd name="T61" fmla="*/ 5 h 158"/>
                  <a:gd name="T62" fmla="*/ 42 w 110"/>
                  <a:gd name="T63" fmla="*/ 1 h 158"/>
                  <a:gd name="T64" fmla="*/ 55 w 110"/>
                  <a:gd name="T65" fmla="*/ 0 h 15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0"/>
                  <a:gd name="T100" fmla="*/ 0 h 158"/>
                  <a:gd name="T101" fmla="*/ 110 w 110"/>
                  <a:gd name="T102" fmla="*/ 158 h 15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0" h="158">
                    <a:moveTo>
                      <a:pt x="55" y="0"/>
                    </a:moveTo>
                    <a:lnTo>
                      <a:pt x="60" y="0"/>
                    </a:lnTo>
                    <a:lnTo>
                      <a:pt x="66" y="1"/>
                    </a:lnTo>
                    <a:lnTo>
                      <a:pt x="71" y="3"/>
                    </a:lnTo>
                    <a:lnTo>
                      <a:pt x="76" y="5"/>
                    </a:lnTo>
                    <a:lnTo>
                      <a:pt x="81" y="9"/>
                    </a:lnTo>
                    <a:lnTo>
                      <a:pt x="86" y="12"/>
                    </a:lnTo>
                    <a:lnTo>
                      <a:pt x="90" y="15"/>
                    </a:lnTo>
                    <a:lnTo>
                      <a:pt x="94" y="19"/>
                    </a:lnTo>
                    <a:lnTo>
                      <a:pt x="97" y="24"/>
                    </a:lnTo>
                    <a:lnTo>
                      <a:pt x="100" y="29"/>
                    </a:lnTo>
                    <a:lnTo>
                      <a:pt x="103" y="34"/>
                    </a:lnTo>
                    <a:lnTo>
                      <a:pt x="105" y="40"/>
                    </a:lnTo>
                    <a:lnTo>
                      <a:pt x="107" y="46"/>
                    </a:lnTo>
                    <a:lnTo>
                      <a:pt x="109" y="52"/>
                    </a:lnTo>
                    <a:lnTo>
                      <a:pt x="110" y="58"/>
                    </a:lnTo>
                    <a:lnTo>
                      <a:pt x="110" y="64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6" y="82"/>
                    </a:lnTo>
                    <a:lnTo>
                      <a:pt x="103" y="88"/>
                    </a:lnTo>
                    <a:lnTo>
                      <a:pt x="101" y="93"/>
                    </a:lnTo>
                    <a:lnTo>
                      <a:pt x="98" y="98"/>
                    </a:lnTo>
                    <a:lnTo>
                      <a:pt x="95" y="104"/>
                    </a:lnTo>
                    <a:lnTo>
                      <a:pt x="91" y="107"/>
                    </a:lnTo>
                    <a:lnTo>
                      <a:pt x="89" y="110"/>
                    </a:lnTo>
                    <a:lnTo>
                      <a:pt x="86" y="113"/>
                    </a:lnTo>
                    <a:lnTo>
                      <a:pt x="83" y="118"/>
                    </a:lnTo>
                    <a:lnTo>
                      <a:pt x="80" y="123"/>
                    </a:lnTo>
                    <a:lnTo>
                      <a:pt x="76" y="129"/>
                    </a:lnTo>
                    <a:lnTo>
                      <a:pt x="74" y="138"/>
                    </a:lnTo>
                    <a:lnTo>
                      <a:pt x="72" y="147"/>
                    </a:lnTo>
                    <a:lnTo>
                      <a:pt x="71" y="158"/>
                    </a:lnTo>
                    <a:lnTo>
                      <a:pt x="37" y="158"/>
                    </a:lnTo>
                    <a:lnTo>
                      <a:pt x="37" y="147"/>
                    </a:lnTo>
                    <a:lnTo>
                      <a:pt x="35" y="138"/>
                    </a:lnTo>
                    <a:lnTo>
                      <a:pt x="33" y="129"/>
                    </a:lnTo>
                    <a:lnTo>
                      <a:pt x="29" y="123"/>
                    </a:lnTo>
                    <a:lnTo>
                      <a:pt x="26" y="118"/>
                    </a:lnTo>
                    <a:lnTo>
                      <a:pt x="23" y="113"/>
                    </a:lnTo>
                    <a:lnTo>
                      <a:pt x="20" y="110"/>
                    </a:lnTo>
                    <a:lnTo>
                      <a:pt x="18" y="107"/>
                    </a:lnTo>
                    <a:lnTo>
                      <a:pt x="15" y="104"/>
                    </a:lnTo>
                    <a:lnTo>
                      <a:pt x="11" y="98"/>
                    </a:lnTo>
                    <a:lnTo>
                      <a:pt x="8" y="93"/>
                    </a:lnTo>
                    <a:lnTo>
                      <a:pt x="5" y="88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4" y="40"/>
                    </a:lnTo>
                    <a:lnTo>
                      <a:pt x="6" y="34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42" y="1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0" name="Freeform 892"/>
              <p:cNvSpPr>
                <a:spLocks/>
              </p:cNvSpPr>
              <p:nvPr/>
            </p:nvSpPr>
            <p:spPr bwMode="auto">
              <a:xfrm>
                <a:off x="2638" y="1896"/>
                <a:ext cx="107" cy="157"/>
              </a:xfrm>
              <a:custGeom>
                <a:avLst/>
                <a:gdLst>
                  <a:gd name="T0" fmla="*/ 70 w 107"/>
                  <a:gd name="T1" fmla="*/ 146 h 157"/>
                  <a:gd name="T2" fmla="*/ 74 w 107"/>
                  <a:gd name="T3" fmla="*/ 128 h 157"/>
                  <a:gd name="T4" fmla="*/ 80 w 107"/>
                  <a:gd name="T5" fmla="*/ 118 h 157"/>
                  <a:gd name="T6" fmla="*/ 86 w 107"/>
                  <a:gd name="T7" fmla="*/ 109 h 157"/>
                  <a:gd name="T8" fmla="*/ 92 w 107"/>
                  <a:gd name="T9" fmla="*/ 103 h 157"/>
                  <a:gd name="T10" fmla="*/ 98 w 107"/>
                  <a:gd name="T11" fmla="*/ 93 h 157"/>
                  <a:gd name="T12" fmla="*/ 103 w 107"/>
                  <a:gd name="T13" fmla="*/ 82 h 157"/>
                  <a:gd name="T14" fmla="*/ 107 w 107"/>
                  <a:gd name="T15" fmla="*/ 71 h 157"/>
                  <a:gd name="T16" fmla="*/ 107 w 107"/>
                  <a:gd name="T17" fmla="*/ 58 h 157"/>
                  <a:gd name="T18" fmla="*/ 104 w 107"/>
                  <a:gd name="T19" fmla="*/ 46 h 157"/>
                  <a:gd name="T20" fmla="*/ 100 w 107"/>
                  <a:gd name="T21" fmla="*/ 34 h 157"/>
                  <a:gd name="T22" fmla="*/ 95 w 107"/>
                  <a:gd name="T23" fmla="*/ 25 h 157"/>
                  <a:gd name="T24" fmla="*/ 87 w 107"/>
                  <a:gd name="T25" fmla="*/ 15 h 157"/>
                  <a:gd name="T26" fmla="*/ 79 w 107"/>
                  <a:gd name="T27" fmla="*/ 9 h 157"/>
                  <a:gd name="T28" fmla="*/ 69 w 107"/>
                  <a:gd name="T29" fmla="*/ 3 h 157"/>
                  <a:gd name="T30" fmla="*/ 58 w 107"/>
                  <a:gd name="T31" fmla="*/ 0 h 157"/>
                  <a:gd name="T32" fmla="*/ 47 w 107"/>
                  <a:gd name="T33" fmla="*/ 0 h 157"/>
                  <a:gd name="T34" fmla="*/ 36 w 107"/>
                  <a:gd name="T35" fmla="*/ 3 h 157"/>
                  <a:gd name="T36" fmla="*/ 26 w 107"/>
                  <a:gd name="T37" fmla="*/ 9 h 157"/>
                  <a:gd name="T38" fmla="*/ 18 w 107"/>
                  <a:gd name="T39" fmla="*/ 15 h 157"/>
                  <a:gd name="T40" fmla="*/ 10 w 107"/>
                  <a:gd name="T41" fmla="*/ 25 h 157"/>
                  <a:gd name="T42" fmla="*/ 6 w 107"/>
                  <a:gd name="T43" fmla="*/ 34 h 157"/>
                  <a:gd name="T44" fmla="*/ 2 w 107"/>
                  <a:gd name="T45" fmla="*/ 46 h 157"/>
                  <a:gd name="T46" fmla="*/ 0 w 107"/>
                  <a:gd name="T47" fmla="*/ 58 h 157"/>
                  <a:gd name="T48" fmla="*/ 0 w 107"/>
                  <a:gd name="T49" fmla="*/ 71 h 157"/>
                  <a:gd name="T50" fmla="*/ 3 w 107"/>
                  <a:gd name="T51" fmla="*/ 82 h 157"/>
                  <a:gd name="T52" fmla="*/ 8 w 107"/>
                  <a:gd name="T53" fmla="*/ 93 h 157"/>
                  <a:gd name="T54" fmla="*/ 15 w 107"/>
                  <a:gd name="T55" fmla="*/ 103 h 157"/>
                  <a:gd name="T56" fmla="*/ 20 w 107"/>
                  <a:gd name="T57" fmla="*/ 109 h 157"/>
                  <a:gd name="T58" fmla="*/ 26 w 107"/>
                  <a:gd name="T59" fmla="*/ 118 h 157"/>
                  <a:gd name="T60" fmla="*/ 32 w 107"/>
                  <a:gd name="T61" fmla="*/ 128 h 157"/>
                  <a:gd name="T62" fmla="*/ 36 w 107"/>
                  <a:gd name="T63" fmla="*/ 146 h 157"/>
                  <a:gd name="T64" fmla="*/ 70 w 107"/>
                  <a:gd name="T65" fmla="*/ 157 h 1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157"/>
                  <a:gd name="T101" fmla="*/ 107 w 107"/>
                  <a:gd name="T102" fmla="*/ 157 h 15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157">
                    <a:moveTo>
                      <a:pt x="70" y="157"/>
                    </a:moveTo>
                    <a:lnTo>
                      <a:pt x="70" y="146"/>
                    </a:lnTo>
                    <a:lnTo>
                      <a:pt x="72" y="137"/>
                    </a:lnTo>
                    <a:lnTo>
                      <a:pt x="74" y="128"/>
                    </a:lnTo>
                    <a:lnTo>
                      <a:pt x="78" y="122"/>
                    </a:lnTo>
                    <a:lnTo>
                      <a:pt x="80" y="118"/>
                    </a:lnTo>
                    <a:lnTo>
                      <a:pt x="83" y="112"/>
                    </a:lnTo>
                    <a:lnTo>
                      <a:pt x="86" y="109"/>
                    </a:lnTo>
                    <a:lnTo>
                      <a:pt x="88" y="107"/>
                    </a:lnTo>
                    <a:lnTo>
                      <a:pt x="92" y="103"/>
                    </a:lnTo>
                    <a:lnTo>
                      <a:pt x="95" y="97"/>
                    </a:lnTo>
                    <a:lnTo>
                      <a:pt x="98" y="93"/>
                    </a:lnTo>
                    <a:lnTo>
                      <a:pt x="100" y="88"/>
                    </a:lnTo>
                    <a:lnTo>
                      <a:pt x="103" y="82"/>
                    </a:lnTo>
                    <a:lnTo>
                      <a:pt x="104" y="77"/>
                    </a:lnTo>
                    <a:lnTo>
                      <a:pt x="107" y="71"/>
                    </a:lnTo>
                    <a:lnTo>
                      <a:pt x="107" y="64"/>
                    </a:lnTo>
                    <a:lnTo>
                      <a:pt x="107" y="58"/>
                    </a:lnTo>
                    <a:lnTo>
                      <a:pt x="105" y="52"/>
                    </a:lnTo>
                    <a:lnTo>
                      <a:pt x="104" y="46"/>
                    </a:lnTo>
                    <a:lnTo>
                      <a:pt x="102" y="40"/>
                    </a:lnTo>
                    <a:lnTo>
                      <a:pt x="100" y="34"/>
                    </a:lnTo>
                    <a:lnTo>
                      <a:pt x="98" y="29"/>
                    </a:lnTo>
                    <a:lnTo>
                      <a:pt x="95" y="25"/>
                    </a:lnTo>
                    <a:lnTo>
                      <a:pt x="91" y="19"/>
                    </a:lnTo>
                    <a:lnTo>
                      <a:pt x="87" y="15"/>
                    </a:lnTo>
                    <a:lnTo>
                      <a:pt x="83" y="12"/>
                    </a:lnTo>
                    <a:lnTo>
                      <a:pt x="79" y="9"/>
                    </a:lnTo>
                    <a:lnTo>
                      <a:pt x="74" y="5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8" y="0"/>
                    </a:lnTo>
                    <a:lnTo>
                      <a:pt x="53" y="0"/>
                    </a:lnTo>
                    <a:lnTo>
                      <a:pt x="47" y="0"/>
                    </a:lnTo>
                    <a:lnTo>
                      <a:pt x="41" y="1"/>
                    </a:lnTo>
                    <a:lnTo>
                      <a:pt x="36" y="3"/>
                    </a:lnTo>
                    <a:lnTo>
                      <a:pt x="31" y="5"/>
                    </a:lnTo>
                    <a:lnTo>
                      <a:pt x="26" y="9"/>
                    </a:lnTo>
                    <a:lnTo>
                      <a:pt x="22" y="12"/>
                    </a:lnTo>
                    <a:lnTo>
                      <a:pt x="18" y="15"/>
                    </a:lnTo>
                    <a:lnTo>
                      <a:pt x="14" y="19"/>
                    </a:lnTo>
                    <a:lnTo>
                      <a:pt x="10" y="25"/>
                    </a:lnTo>
                    <a:lnTo>
                      <a:pt x="8" y="29"/>
                    </a:lnTo>
                    <a:lnTo>
                      <a:pt x="6" y="34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1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2" y="77"/>
                    </a:lnTo>
                    <a:lnTo>
                      <a:pt x="3" y="82"/>
                    </a:lnTo>
                    <a:lnTo>
                      <a:pt x="6" y="88"/>
                    </a:lnTo>
                    <a:lnTo>
                      <a:pt x="8" y="93"/>
                    </a:lnTo>
                    <a:lnTo>
                      <a:pt x="11" y="97"/>
                    </a:lnTo>
                    <a:lnTo>
                      <a:pt x="15" y="103"/>
                    </a:lnTo>
                    <a:lnTo>
                      <a:pt x="18" y="107"/>
                    </a:lnTo>
                    <a:lnTo>
                      <a:pt x="20" y="109"/>
                    </a:lnTo>
                    <a:lnTo>
                      <a:pt x="23" y="112"/>
                    </a:lnTo>
                    <a:lnTo>
                      <a:pt x="26" y="118"/>
                    </a:lnTo>
                    <a:lnTo>
                      <a:pt x="29" y="122"/>
                    </a:lnTo>
                    <a:lnTo>
                      <a:pt x="32" y="128"/>
                    </a:lnTo>
                    <a:lnTo>
                      <a:pt x="34" y="137"/>
                    </a:lnTo>
                    <a:lnTo>
                      <a:pt x="36" y="146"/>
                    </a:lnTo>
                    <a:lnTo>
                      <a:pt x="36" y="157"/>
                    </a:lnTo>
                    <a:lnTo>
                      <a:pt x="70" y="15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1" name="Freeform 893"/>
              <p:cNvSpPr>
                <a:spLocks/>
              </p:cNvSpPr>
              <p:nvPr/>
            </p:nvSpPr>
            <p:spPr bwMode="auto">
              <a:xfrm>
                <a:off x="2654" y="1913"/>
                <a:ext cx="72" cy="52"/>
              </a:xfrm>
              <a:custGeom>
                <a:avLst/>
                <a:gdLst>
                  <a:gd name="T0" fmla="*/ 61 w 72"/>
                  <a:gd name="T1" fmla="*/ 52 h 52"/>
                  <a:gd name="T2" fmla="*/ 72 w 72"/>
                  <a:gd name="T3" fmla="*/ 19 h 52"/>
                  <a:gd name="T4" fmla="*/ 46 w 72"/>
                  <a:gd name="T5" fmla="*/ 35 h 52"/>
                  <a:gd name="T6" fmla="*/ 35 w 72"/>
                  <a:gd name="T7" fmla="*/ 0 h 52"/>
                  <a:gd name="T8" fmla="*/ 26 w 72"/>
                  <a:gd name="T9" fmla="*/ 35 h 52"/>
                  <a:gd name="T10" fmla="*/ 0 w 72"/>
                  <a:gd name="T11" fmla="*/ 21 h 52"/>
                  <a:gd name="T12" fmla="*/ 10 w 72"/>
                  <a:gd name="T13" fmla="*/ 52 h 52"/>
                  <a:gd name="T14" fmla="*/ 19 w 72"/>
                  <a:gd name="T15" fmla="*/ 52 h 52"/>
                  <a:gd name="T16" fmla="*/ 13 w 72"/>
                  <a:gd name="T17" fmla="*/ 33 h 52"/>
                  <a:gd name="T18" fmla="*/ 27 w 72"/>
                  <a:gd name="T19" fmla="*/ 41 h 52"/>
                  <a:gd name="T20" fmla="*/ 35 w 72"/>
                  <a:gd name="T21" fmla="*/ 23 h 52"/>
                  <a:gd name="T22" fmla="*/ 44 w 72"/>
                  <a:gd name="T23" fmla="*/ 41 h 52"/>
                  <a:gd name="T24" fmla="*/ 58 w 72"/>
                  <a:gd name="T25" fmla="*/ 33 h 52"/>
                  <a:gd name="T26" fmla="*/ 53 w 72"/>
                  <a:gd name="T27" fmla="*/ 52 h 52"/>
                  <a:gd name="T28" fmla="*/ 61 w 72"/>
                  <a:gd name="T29" fmla="*/ 52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2"/>
                  <a:gd name="T46" fmla="*/ 0 h 52"/>
                  <a:gd name="T47" fmla="*/ 72 w 72"/>
                  <a:gd name="T48" fmla="*/ 52 h 5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2" h="52">
                    <a:moveTo>
                      <a:pt x="61" y="52"/>
                    </a:moveTo>
                    <a:lnTo>
                      <a:pt x="72" y="19"/>
                    </a:lnTo>
                    <a:lnTo>
                      <a:pt x="46" y="35"/>
                    </a:lnTo>
                    <a:lnTo>
                      <a:pt x="35" y="0"/>
                    </a:lnTo>
                    <a:lnTo>
                      <a:pt x="26" y="35"/>
                    </a:lnTo>
                    <a:lnTo>
                      <a:pt x="0" y="21"/>
                    </a:lnTo>
                    <a:lnTo>
                      <a:pt x="10" y="52"/>
                    </a:lnTo>
                    <a:lnTo>
                      <a:pt x="19" y="52"/>
                    </a:lnTo>
                    <a:lnTo>
                      <a:pt x="13" y="33"/>
                    </a:lnTo>
                    <a:lnTo>
                      <a:pt x="27" y="41"/>
                    </a:lnTo>
                    <a:lnTo>
                      <a:pt x="35" y="23"/>
                    </a:lnTo>
                    <a:lnTo>
                      <a:pt x="44" y="41"/>
                    </a:lnTo>
                    <a:lnTo>
                      <a:pt x="58" y="33"/>
                    </a:lnTo>
                    <a:lnTo>
                      <a:pt x="53" y="52"/>
                    </a:lnTo>
                    <a:lnTo>
                      <a:pt x="61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2" name="Freeform 894"/>
              <p:cNvSpPr>
                <a:spLocks/>
              </p:cNvSpPr>
              <p:nvPr/>
            </p:nvSpPr>
            <p:spPr bwMode="auto">
              <a:xfrm>
                <a:off x="2655" y="1914"/>
                <a:ext cx="71" cy="49"/>
              </a:xfrm>
              <a:custGeom>
                <a:avLst/>
                <a:gdLst>
                  <a:gd name="T0" fmla="*/ 35 w 71"/>
                  <a:gd name="T1" fmla="*/ 0 h 49"/>
                  <a:gd name="T2" fmla="*/ 45 w 71"/>
                  <a:gd name="T3" fmla="*/ 34 h 49"/>
                  <a:gd name="T4" fmla="*/ 71 w 71"/>
                  <a:gd name="T5" fmla="*/ 20 h 49"/>
                  <a:gd name="T6" fmla="*/ 61 w 71"/>
                  <a:gd name="T7" fmla="*/ 49 h 49"/>
                  <a:gd name="T8" fmla="*/ 52 w 71"/>
                  <a:gd name="T9" fmla="*/ 49 h 49"/>
                  <a:gd name="T10" fmla="*/ 59 w 71"/>
                  <a:gd name="T11" fmla="*/ 32 h 49"/>
                  <a:gd name="T12" fmla="*/ 44 w 71"/>
                  <a:gd name="T13" fmla="*/ 40 h 49"/>
                  <a:gd name="T14" fmla="*/ 35 w 71"/>
                  <a:gd name="T15" fmla="*/ 22 h 49"/>
                  <a:gd name="T16" fmla="*/ 26 w 71"/>
                  <a:gd name="T17" fmla="*/ 40 h 49"/>
                  <a:gd name="T18" fmla="*/ 12 w 71"/>
                  <a:gd name="T19" fmla="*/ 32 h 49"/>
                  <a:gd name="T20" fmla="*/ 18 w 71"/>
                  <a:gd name="T21" fmla="*/ 49 h 49"/>
                  <a:gd name="T22" fmla="*/ 9 w 71"/>
                  <a:gd name="T23" fmla="*/ 49 h 49"/>
                  <a:gd name="T24" fmla="*/ 0 w 71"/>
                  <a:gd name="T25" fmla="*/ 21 h 49"/>
                  <a:gd name="T26" fmla="*/ 25 w 71"/>
                  <a:gd name="T27" fmla="*/ 34 h 49"/>
                  <a:gd name="T28" fmla="*/ 35 w 71"/>
                  <a:gd name="T29" fmla="*/ 0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1"/>
                  <a:gd name="T46" fmla="*/ 0 h 49"/>
                  <a:gd name="T47" fmla="*/ 71 w 71"/>
                  <a:gd name="T48" fmla="*/ 49 h 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1" h="49">
                    <a:moveTo>
                      <a:pt x="35" y="0"/>
                    </a:moveTo>
                    <a:lnTo>
                      <a:pt x="45" y="34"/>
                    </a:lnTo>
                    <a:lnTo>
                      <a:pt x="71" y="20"/>
                    </a:lnTo>
                    <a:lnTo>
                      <a:pt x="61" y="49"/>
                    </a:lnTo>
                    <a:lnTo>
                      <a:pt x="52" y="49"/>
                    </a:lnTo>
                    <a:lnTo>
                      <a:pt x="59" y="32"/>
                    </a:lnTo>
                    <a:lnTo>
                      <a:pt x="44" y="40"/>
                    </a:lnTo>
                    <a:lnTo>
                      <a:pt x="35" y="22"/>
                    </a:lnTo>
                    <a:lnTo>
                      <a:pt x="26" y="40"/>
                    </a:lnTo>
                    <a:lnTo>
                      <a:pt x="12" y="32"/>
                    </a:lnTo>
                    <a:lnTo>
                      <a:pt x="18" y="49"/>
                    </a:lnTo>
                    <a:lnTo>
                      <a:pt x="9" y="49"/>
                    </a:lnTo>
                    <a:lnTo>
                      <a:pt x="0" y="21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3" name="Freeform 895"/>
              <p:cNvSpPr>
                <a:spLocks/>
              </p:cNvSpPr>
              <p:nvPr/>
            </p:nvSpPr>
            <p:spPr bwMode="auto">
              <a:xfrm>
                <a:off x="2655" y="1916"/>
                <a:ext cx="70" cy="46"/>
              </a:xfrm>
              <a:custGeom>
                <a:avLst/>
                <a:gdLst>
                  <a:gd name="T0" fmla="*/ 35 w 70"/>
                  <a:gd name="T1" fmla="*/ 0 h 46"/>
                  <a:gd name="T2" fmla="*/ 45 w 70"/>
                  <a:gd name="T3" fmla="*/ 34 h 46"/>
                  <a:gd name="T4" fmla="*/ 70 w 70"/>
                  <a:gd name="T5" fmla="*/ 18 h 46"/>
                  <a:gd name="T6" fmla="*/ 61 w 70"/>
                  <a:gd name="T7" fmla="*/ 46 h 46"/>
                  <a:gd name="T8" fmla="*/ 52 w 70"/>
                  <a:gd name="T9" fmla="*/ 46 h 46"/>
                  <a:gd name="T10" fmla="*/ 59 w 70"/>
                  <a:gd name="T11" fmla="*/ 30 h 46"/>
                  <a:gd name="T12" fmla="*/ 44 w 70"/>
                  <a:gd name="T13" fmla="*/ 38 h 46"/>
                  <a:gd name="T14" fmla="*/ 35 w 70"/>
                  <a:gd name="T15" fmla="*/ 20 h 46"/>
                  <a:gd name="T16" fmla="*/ 26 w 70"/>
                  <a:gd name="T17" fmla="*/ 38 h 46"/>
                  <a:gd name="T18" fmla="*/ 10 w 70"/>
                  <a:gd name="T19" fmla="*/ 30 h 46"/>
                  <a:gd name="T20" fmla="*/ 17 w 70"/>
                  <a:gd name="T21" fmla="*/ 46 h 46"/>
                  <a:gd name="T22" fmla="*/ 9 w 70"/>
                  <a:gd name="T23" fmla="*/ 46 h 46"/>
                  <a:gd name="T24" fmla="*/ 0 w 70"/>
                  <a:gd name="T25" fmla="*/ 20 h 46"/>
                  <a:gd name="T26" fmla="*/ 25 w 70"/>
                  <a:gd name="T27" fmla="*/ 34 h 46"/>
                  <a:gd name="T28" fmla="*/ 35 w 70"/>
                  <a:gd name="T29" fmla="*/ 0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"/>
                  <a:gd name="T46" fmla="*/ 0 h 46"/>
                  <a:gd name="T47" fmla="*/ 70 w 70"/>
                  <a:gd name="T48" fmla="*/ 46 h 4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" h="46">
                    <a:moveTo>
                      <a:pt x="35" y="0"/>
                    </a:moveTo>
                    <a:lnTo>
                      <a:pt x="45" y="34"/>
                    </a:lnTo>
                    <a:lnTo>
                      <a:pt x="70" y="18"/>
                    </a:lnTo>
                    <a:lnTo>
                      <a:pt x="61" y="46"/>
                    </a:lnTo>
                    <a:lnTo>
                      <a:pt x="52" y="46"/>
                    </a:lnTo>
                    <a:lnTo>
                      <a:pt x="59" y="30"/>
                    </a:lnTo>
                    <a:lnTo>
                      <a:pt x="44" y="38"/>
                    </a:lnTo>
                    <a:lnTo>
                      <a:pt x="35" y="20"/>
                    </a:lnTo>
                    <a:lnTo>
                      <a:pt x="26" y="38"/>
                    </a:lnTo>
                    <a:lnTo>
                      <a:pt x="10" y="30"/>
                    </a:lnTo>
                    <a:lnTo>
                      <a:pt x="17" y="46"/>
                    </a:lnTo>
                    <a:lnTo>
                      <a:pt x="9" y="46"/>
                    </a:lnTo>
                    <a:lnTo>
                      <a:pt x="0" y="20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8E8E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4" name="Freeform 896"/>
              <p:cNvSpPr>
                <a:spLocks/>
              </p:cNvSpPr>
              <p:nvPr/>
            </p:nvSpPr>
            <p:spPr bwMode="auto">
              <a:xfrm>
                <a:off x="2656" y="1917"/>
                <a:ext cx="68" cy="44"/>
              </a:xfrm>
              <a:custGeom>
                <a:avLst/>
                <a:gdLst>
                  <a:gd name="T0" fmla="*/ 33 w 68"/>
                  <a:gd name="T1" fmla="*/ 0 h 44"/>
                  <a:gd name="T2" fmla="*/ 44 w 68"/>
                  <a:gd name="T3" fmla="*/ 33 h 44"/>
                  <a:gd name="T4" fmla="*/ 68 w 68"/>
                  <a:gd name="T5" fmla="*/ 18 h 44"/>
                  <a:gd name="T6" fmla="*/ 59 w 68"/>
                  <a:gd name="T7" fmla="*/ 44 h 44"/>
                  <a:gd name="T8" fmla="*/ 52 w 68"/>
                  <a:gd name="T9" fmla="*/ 44 h 44"/>
                  <a:gd name="T10" fmla="*/ 56 w 68"/>
                  <a:gd name="T11" fmla="*/ 29 h 44"/>
                  <a:gd name="T12" fmla="*/ 42 w 68"/>
                  <a:gd name="T13" fmla="*/ 37 h 44"/>
                  <a:gd name="T14" fmla="*/ 33 w 68"/>
                  <a:gd name="T15" fmla="*/ 19 h 44"/>
                  <a:gd name="T16" fmla="*/ 25 w 68"/>
                  <a:gd name="T17" fmla="*/ 37 h 44"/>
                  <a:gd name="T18" fmla="*/ 9 w 68"/>
                  <a:gd name="T19" fmla="*/ 29 h 44"/>
                  <a:gd name="T20" fmla="*/ 16 w 68"/>
                  <a:gd name="T21" fmla="*/ 44 h 44"/>
                  <a:gd name="T22" fmla="*/ 8 w 68"/>
                  <a:gd name="T23" fmla="*/ 44 h 44"/>
                  <a:gd name="T24" fmla="*/ 0 w 68"/>
                  <a:gd name="T25" fmla="*/ 19 h 44"/>
                  <a:gd name="T26" fmla="*/ 24 w 68"/>
                  <a:gd name="T27" fmla="*/ 33 h 44"/>
                  <a:gd name="T28" fmla="*/ 33 w 68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8"/>
                  <a:gd name="T46" fmla="*/ 0 h 44"/>
                  <a:gd name="T47" fmla="*/ 68 w 68"/>
                  <a:gd name="T48" fmla="*/ 44 h 4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8" h="44">
                    <a:moveTo>
                      <a:pt x="33" y="0"/>
                    </a:moveTo>
                    <a:lnTo>
                      <a:pt x="44" y="33"/>
                    </a:lnTo>
                    <a:lnTo>
                      <a:pt x="68" y="18"/>
                    </a:lnTo>
                    <a:lnTo>
                      <a:pt x="59" y="44"/>
                    </a:lnTo>
                    <a:lnTo>
                      <a:pt x="52" y="44"/>
                    </a:lnTo>
                    <a:lnTo>
                      <a:pt x="56" y="29"/>
                    </a:lnTo>
                    <a:lnTo>
                      <a:pt x="42" y="37"/>
                    </a:lnTo>
                    <a:lnTo>
                      <a:pt x="33" y="19"/>
                    </a:lnTo>
                    <a:lnTo>
                      <a:pt x="25" y="37"/>
                    </a:lnTo>
                    <a:lnTo>
                      <a:pt x="9" y="29"/>
                    </a:lnTo>
                    <a:lnTo>
                      <a:pt x="16" y="44"/>
                    </a:lnTo>
                    <a:lnTo>
                      <a:pt x="8" y="44"/>
                    </a:lnTo>
                    <a:lnTo>
                      <a:pt x="0" y="19"/>
                    </a:lnTo>
                    <a:lnTo>
                      <a:pt x="24" y="3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BDBDB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5" name="Freeform 897"/>
              <p:cNvSpPr>
                <a:spLocks/>
              </p:cNvSpPr>
              <p:nvPr/>
            </p:nvSpPr>
            <p:spPr bwMode="auto">
              <a:xfrm>
                <a:off x="2657" y="1919"/>
                <a:ext cx="66" cy="41"/>
              </a:xfrm>
              <a:custGeom>
                <a:avLst/>
                <a:gdLst>
                  <a:gd name="T0" fmla="*/ 33 w 66"/>
                  <a:gd name="T1" fmla="*/ 0 h 41"/>
                  <a:gd name="T2" fmla="*/ 43 w 66"/>
                  <a:gd name="T3" fmla="*/ 31 h 41"/>
                  <a:gd name="T4" fmla="*/ 66 w 66"/>
                  <a:gd name="T5" fmla="*/ 17 h 41"/>
                  <a:gd name="T6" fmla="*/ 58 w 66"/>
                  <a:gd name="T7" fmla="*/ 41 h 41"/>
                  <a:gd name="T8" fmla="*/ 51 w 66"/>
                  <a:gd name="T9" fmla="*/ 41 h 41"/>
                  <a:gd name="T10" fmla="*/ 55 w 66"/>
                  <a:gd name="T11" fmla="*/ 27 h 41"/>
                  <a:gd name="T12" fmla="*/ 41 w 66"/>
                  <a:gd name="T13" fmla="*/ 35 h 41"/>
                  <a:gd name="T14" fmla="*/ 33 w 66"/>
                  <a:gd name="T15" fmla="*/ 17 h 41"/>
                  <a:gd name="T16" fmla="*/ 24 w 66"/>
                  <a:gd name="T17" fmla="*/ 35 h 41"/>
                  <a:gd name="T18" fmla="*/ 10 w 66"/>
                  <a:gd name="T19" fmla="*/ 27 h 41"/>
                  <a:gd name="T20" fmla="*/ 15 w 66"/>
                  <a:gd name="T21" fmla="*/ 41 h 41"/>
                  <a:gd name="T22" fmla="*/ 7 w 66"/>
                  <a:gd name="T23" fmla="*/ 41 h 41"/>
                  <a:gd name="T24" fmla="*/ 0 w 66"/>
                  <a:gd name="T25" fmla="*/ 18 h 41"/>
                  <a:gd name="T26" fmla="*/ 23 w 66"/>
                  <a:gd name="T27" fmla="*/ 31 h 41"/>
                  <a:gd name="T28" fmla="*/ 33 w 66"/>
                  <a:gd name="T29" fmla="*/ 0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6"/>
                  <a:gd name="T46" fmla="*/ 0 h 41"/>
                  <a:gd name="T47" fmla="*/ 66 w 66"/>
                  <a:gd name="T48" fmla="*/ 41 h 4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6" h="41">
                    <a:moveTo>
                      <a:pt x="33" y="0"/>
                    </a:moveTo>
                    <a:lnTo>
                      <a:pt x="43" y="31"/>
                    </a:lnTo>
                    <a:lnTo>
                      <a:pt x="66" y="17"/>
                    </a:lnTo>
                    <a:lnTo>
                      <a:pt x="58" y="41"/>
                    </a:lnTo>
                    <a:lnTo>
                      <a:pt x="51" y="41"/>
                    </a:lnTo>
                    <a:lnTo>
                      <a:pt x="55" y="27"/>
                    </a:lnTo>
                    <a:lnTo>
                      <a:pt x="41" y="35"/>
                    </a:lnTo>
                    <a:lnTo>
                      <a:pt x="33" y="17"/>
                    </a:lnTo>
                    <a:lnTo>
                      <a:pt x="24" y="35"/>
                    </a:lnTo>
                    <a:lnTo>
                      <a:pt x="10" y="27"/>
                    </a:lnTo>
                    <a:lnTo>
                      <a:pt x="15" y="41"/>
                    </a:lnTo>
                    <a:lnTo>
                      <a:pt x="7" y="41"/>
                    </a:lnTo>
                    <a:lnTo>
                      <a:pt x="0" y="18"/>
                    </a:lnTo>
                    <a:lnTo>
                      <a:pt x="23" y="3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1D1D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6" name="Freeform 898"/>
              <p:cNvSpPr>
                <a:spLocks/>
              </p:cNvSpPr>
              <p:nvPr/>
            </p:nvSpPr>
            <p:spPr bwMode="auto">
              <a:xfrm>
                <a:off x="2657" y="1921"/>
                <a:ext cx="65" cy="38"/>
              </a:xfrm>
              <a:custGeom>
                <a:avLst/>
                <a:gdLst>
                  <a:gd name="T0" fmla="*/ 32 w 65"/>
                  <a:gd name="T1" fmla="*/ 0 h 38"/>
                  <a:gd name="T2" fmla="*/ 42 w 65"/>
                  <a:gd name="T3" fmla="*/ 29 h 38"/>
                  <a:gd name="T4" fmla="*/ 65 w 65"/>
                  <a:gd name="T5" fmla="*/ 16 h 38"/>
                  <a:gd name="T6" fmla="*/ 58 w 65"/>
                  <a:gd name="T7" fmla="*/ 38 h 38"/>
                  <a:gd name="T8" fmla="*/ 51 w 65"/>
                  <a:gd name="T9" fmla="*/ 38 h 38"/>
                  <a:gd name="T10" fmla="*/ 55 w 65"/>
                  <a:gd name="T11" fmla="*/ 25 h 38"/>
                  <a:gd name="T12" fmla="*/ 41 w 65"/>
                  <a:gd name="T13" fmla="*/ 33 h 38"/>
                  <a:gd name="T14" fmla="*/ 32 w 65"/>
                  <a:gd name="T15" fmla="*/ 15 h 38"/>
                  <a:gd name="T16" fmla="*/ 24 w 65"/>
                  <a:gd name="T17" fmla="*/ 33 h 38"/>
                  <a:gd name="T18" fmla="*/ 8 w 65"/>
                  <a:gd name="T19" fmla="*/ 25 h 38"/>
                  <a:gd name="T20" fmla="*/ 14 w 65"/>
                  <a:gd name="T21" fmla="*/ 38 h 38"/>
                  <a:gd name="T22" fmla="*/ 6 w 65"/>
                  <a:gd name="T23" fmla="*/ 38 h 38"/>
                  <a:gd name="T24" fmla="*/ 0 w 65"/>
                  <a:gd name="T25" fmla="*/ 17 h 38"/>
                  <a:gd name="T26" fmla="*/ 22 w 65"/>
                  <a:gd name="T27" fmla="*/ 30 h 38"/>
                  <a:gd name="T28" fmla="*/ 32 w 65"/>
                  <a:gd name="T29" fmla="*/ 0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5"/>
                  <a:gd name="T46" fmla="*/ 0 h 38"/>
                  <a:gd name="T47" fmla="*/ 65 w 65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5" h="38">
                    <a:moveTo>
                      <a:pt x="32" y="0"/>
                    </a:moveTo>
                    <a:lnTo>
                      <a:pt x="42" y="29"/>
                    </a:lnTo>
                    <a:lnTo>
                      <a:pt x="65" y="16"/>
                    </a:lnTo>
                    <a:lnTo>
                      <a:pt x="58" y="38"/>
                    </a:lnTo>
                    <a:lnTo>
                      <a:pt x="51" y="38"/>
                    </a:lnTo>
                    <a:lnTo>
                      <a:pt x="55" y="25"/>
                    </a:lnTo>
                    <a:lnTo>
                      <a:pt x="41" y="33"/>
                    </a:lnTo>
                    <a:lnTo>
                      <a:pt x="32" y="15"/>
                    </a:lnTo>
                    <a:lnTo>
                      <a:pt x="24" y="33"/>
                    </a:lnTo>
                    <a:lnTo>
                      <a:pt x="8" y="25"/>
                    </a:lnTo>
                    <a:lnTo>
                      <a:pt x="14" y="38"/>
                    </a:lnTo>
                    <a:lnTo>
                      <a:pt x="6" y="38"/>
                    </a:lnTo>
                    <a:lnTo>
                      <a:pt x="0" y="17"/>
                    </a:lnTo>
                    <a:lnTo>
                      <a:pt x="22" y="3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C4C4C4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7" name="Freeform 899"/>
              <p:cNvSpPr>
                <a:spLocks/>
              </p:cNvSpPr>
              <p:nvPr/>
            </p:nvSpPr>
            <p:spPr bwMode="auto">
              <a:xfrm>
                <a:off x="2658" y="1922"/>
                <a:ext cx="64" cy="36"/>
              </a:xfrm>
              <a:custGeom>
                <a:avLst/>
                <a:gdLst>
                  <a:gd name="T0" fmla="*/ 32 w 64"/>
                  <a:gd name="T1" fmla="*/ 0 h 36"/>
                  <a:gd name="T2" fmla="*/ 42 w 64"/>
                  <a:gd name="T3" fmla="*/ 28 h 36"/>
                  <a:gd name="T4" fmla="*/ 64 w 64"/>
                  <a:gd name="T5" fmla="*/ 16 h 36"/>
                  <a:gd name="T6" fmla="*/ 58 w 64"/>
                  <a:gd name="T7" fmla="*/ 36 h 36"/>
                  <a:gd name="T8" fmla="*/ 51 w 64"/>
                  <a:gd name="T9" fmla="*/ 36 h 36"/>
                  <a:gd name="T10" fmla="*/ 56 w 64"/>
                  <a:gd name="T11" fmla="*/ 24 h 36"/>
                  <a:gd name="T12" fmla="*/ 41 w 64"/>
                  <a:gd name="T13" fmla="*/ 32 h 36"/>
                  <a:gd name="T14" fmla="*/ 32 w 64"/>
                  <a:gd name="T15" fmla="*/ 14 h 36"/>
                  <a:gd name="T16" fmla="*/ 23 w 64"/>
                  <a:gd name="T17" fmla="*/ 32 h 36"/>
                  <a:gd name="T18" fmla="*/ 9 w 64"/>
                  <a:gd name="T19" fmla="*/ 24 h 36"/>
                  <a:gd name="T20" fmla="*/ 13 w 64"/>
                  <a:gd name="T21" fmla="*/ 36 h 36"/>
                  <a:gd name="T22" fmla="*/ 6 w 64"/>
                  <a:gd name="T23" fmla="*/ 36 h 36"/>
                  <a:gd name="T24" fmla="*/ 0 w 64"/>
                  <a:gd name="T25" fmla="*/ 16 h 36"/>
                  <a:gd name="T26" fmla="*/ 22 w 64"/>
                  <a:gd name="T27" fmla="*/ 29 h 36"/>
                  <a:gd name="T28" fmla="*/ 32 w 64"/>
                  <a:gd name="T29" fmla="*/ 0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4"/>
                  <a:gd name="T46" fmla="*/ 0 h 36"/>
                  <a:gd name="T47" fmla="*/ 64 w 64"/>
                  <a:gd name="T48" fmla="*/ 36 h 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4" h="36">
                    <a:moveTo>
                      <a:pt x="32" y="0"/>
                    </a:moveTo>
                    <a:lnTo>
                      <a:pt x="42" y="28"/>
                    </a:lnTo>
                    <a:lnTo>
                      <a:pt x="64" y="16"/>
                    </a:lnTo>
                    <a:lnTo>
                      <a:pt x="58" y="36"/>
                    </a:lnTo>
                    <a:lnTo>
                      <a:pt x="51" y="36"/>
                    </a:lnTo>
                    <a:lnTo>
                      <a:pt x="56" y="24"/>
                    </a:lnTo>
                    <a:lnTo>
                      <a:pt x="41" y="32"/>
                    </a:lnTo>
                    <a:lnTo>
                      <a:pt x="32" y="14"/>
                    </a:lnTo>
                    <a:lnTo>
                      <a:pt x="23" y="32"/>
                    </a:lnTo>
                    <a:lnTo>
                      <a:pt x="9" y="24"/>
                    </a:lnTo>
                    <a:lnTo>
                      <a:pt x="13" y="36"/>
                    </a:lnTo>
                    <a:lnTo>
                      <a:pt x="6" y="36"/>
                    </a:lnTo>
                    <a:lnTo>
                      <a:pt x="0" y="16"/>
                    </a:lnTo>
                    <a:lnTo>
                      <a:pt x="22" y="2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7B7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8" name="Freeform 900"/>
              <p:cNvSpPr>
                <a:spLocks/>
              </p:cNvSpPr>
              <p:nvPr/>
            </p:nvSpPr>
            <p:spPr bwMode="auto">
              <a:xfrm>
                <a:off x="2659" y="1923"/>
                <a:ext cx="62" cy="34"/>
              </a:xfrm>
              <a:custGeom>
                <a:avLst/>
                <a:gdLst>
                  <a:gd name="T0" fmla="*/ 31 w 62"/>
                  <a:gd name="T1" fmla="*/ 0 h 34"/>
                  <a:gd name="T2" fmla="*/ 41 w 62"/>
                  <a:gd name="T3" fmla="*/ 28 h 34"/>
                  <a:gd name="T4" fmla="*/ 62 w 62"/>
                  <a:gd name="T5" fmla="*/ 15 h 34"/>
                  <a:gd name="T6" fmla="*/ 56 w 62"/>
                  <a:gd name="T7" fmla="*/ 34 h 34"/>
                  <a:gd name="T8" fmla="*/ 50 w 62"/>
                  <a:gd name="T9" fmla="*/ 34 h 34"/>
                  <a:gd name="T10" fmla="*/ 55 w 62"/>
                  <a:gd name="T11" fmla="*/ 23 h 34"/>
                  <a:gd name="T12" fmla="*/ 40 w 62"/>
                  <a:gd name="T13" fmla="*/ 31 h 34"/>
                  <a:gd name="T14" fmla="*/ 31 w 62"/>
                  <a:gd name="T15" fmla="*/ 13 h 34"/>
                  <a:gd name="T16" fmla="*/ 22 w 62"/>
                  <a:gd name="T17" fmla="*/ 31 h 34"/>
                  <a:gd name="T18" fmla="*/ 8 w 62"/>
                  <a:gd name="T19" fmla="*/ 23 h 34"/>
                  <a:gd name="T20" fmla="*/ 12 w 62"/>
                  <a:gd name="T21" fmla="*/ 34 h 34"/>
                  <a:gd name="T22" fmla="*/ 6 w 62"/>
                  <a:gd name="T23" fmla="*/ 34 h 34"/>
                  <a:gd name="T24" fmla="*/ 0 w 62"/>
                  <a:gd name="T25" fmla="*/ 16 h 34"/>
                  <a:gd name="T26" fmla="*/ 21 w 62"/>
                  <a:gd name="T27" fmla="*/ 28 h 34"/>
                  <a:gd name="T28" fmla="*/ 31 w 62"/>
                  <a:gd name="T29" fmla="*/ 0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2"/>
                  <a:gd name="T46" fmla="*/ 0 h 34"/>
                  <a:gd name="T47" fmla="*/ 62 w 62"/>
                  <a:gd name="T48" fmla="*/ 34 h 3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2" h="34">
                    <a:moveTo>
                      <a:pt x="31" y="0"/>
                    </a:moveTo>
                    <a:lnTo>
                      <a:pt x="41" y="28"/>
                    </a:lnTo>
                    <a:lnTo>
                      <a:pt x="62" y="15"/>
                    </a:lnTo>
                    <a:lnTo>
                      <a:pt x="56" y="34"/>
                    </a:lnTo>
                    <a:lnTo>
                      <a:pt x="50" y="34"/>
                    </a:lnTo>
                    <a:lnTo>
                      <a:pt x="55" y="23"/>
                    </a:lnTo>
                    <a:lnTo>
                      <a:pt x="40" y="31"/>
                    </a:lnTo>
                    <a:lnTo>
                      <a:pt x="31" y="13"/>
                    </a:lnTo>
                    <a:lnTo>
                      <a:pt x="22" y="31"/>
                    </a:lnTo>
                    <a:lnTo>
                      <a:pt x="8" y="23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0" y="16"/>
                    </a:lnTo>
                    <a:lnTo>
                      <a:pt x="21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AAAAA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79" name="Freeform 901"/>
              <p:cNvSpPr>
                <a:spLocks/>
              </p:cNvSpPr>
              <p:nvPr/>
            </p:nvSpPr>
            <p:spPr bwMode="auto">
              <a:xfrm>
                <a:off x="2659" y="1925"/>
                <a:ext cx="61" cy="32"/>
              </a:xfrm>
              <a:custGeom>
                <a:avLst/>
                <a:gdLst>
                  <a:gd name="T0" fmla="*/ 30 w 61"/>
                  <a:gd name="T1" fmla="*/ 0 h 32"/>
                  <a:gd name="T2" fmla="*/ 40 w 61"/>
                  <a:gd name="T3" fmla="*/ 27 h 32"/>
                  <a:gd name="T4" fmla="*/ 61 w 61"/>
                  <a:gd name="T5" fmla="*/ 15 h 32"/>
                  <a:gd name="T6" fmla="*/ 56 w 61"/>
                  <a:gd name="T7" fmla="*/ 32 h 32"/>
                  <a:gd name="T8" fmla="*/ 50 w 61"/>
                  <a:gd name="T9" fmla="*/ 32 h 32"/>
                  <a:gd name="T10" fmla="*/ 53 w 61"/>
                  <a:gd name="T11" fmla="*/ 21 h 32"/>
                  <a:gd name="T12" fmla="*/ 39 w 61"/>
                  <a:gd name="T13" fmla="*/ 29 h 32"/>
                  <a:gd name="T14" fmla="*/ 30 w 61"/>
                  <a:gd name="T15" fmla="*/ 12 h 32"/>
                  <a:gd name="T16" fmla="*/ 21 w 61"/>
                  <a:gd name="T17" fmla="*/ 29 h 32"/>
                  <a:gd name="T18" fmla="*/ 6 w 61"/>
                  <a:gd name="T19" fmla="*/ 21 h 32"/>
                  <a:gd name="T20" fmla="*/ 10 w 61"/>
                  <a:gd name="T21" fmla="*/ 32 h 32"/>
                  <a:gd name="T22" fmla="*/ 5 w 61"/>
                  <a:gd name="T23" fmla="*/ 32 h 32"/>
                  <a:gd name="T24" fmla="*/ 0 w 61"/>
                  <a:gd name="T25" fmla="*/ 15 h 32"/>
                  <a:gd name="T26" fmla="*/ 20 w 61"/>
                  <a:gd name="T27" fmla="*/ 27 h 32"/>
                  <a:gd name="T28" fmla="*/ 30 w 61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1"/>
                  <a:gd name="T46" fmla="*/ 0 h 32"/>
                  <a:gd name="T47" fmla="*/ 61 w 61"/>
                  <a:gd name="T48" fmla="*/ 32 h 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1" h="32">
                    <a:moveTo>
                      <a:pt x="30" y="0"/>
                    </a:moveTo>
                    <a:lnTo>
                      <a:pt x="40" y="27"/>
                    </a:lnTo>
                    <a:lnTo>
                      <a:pt x="61" y="15"/>
                    </a:lnTo>
                    <a:lnTo>
                      <a:pt x="56" y="32"/>
                    </a:lnTo>
                    <a:lnTo>
                      <a:pt x="50" y="32"/>
                    </a:lnTo>
                    <a:lnTo>
                      <a:pt x="53" y="21"/>
                    </a:lnTo>
                    <a:lnTo>
                      <a:pt x="39" y="29"/>
                    </a:lnTo>
                    <a:lnTo>
                      <a:pt x="30" y="12"/>
                    </a:lnTo>
                    <a:lnTo>
                      <a:pt x="21" y="29"/>
                    </a:lnTo>
                    <a:lnTo>
                      <a:pt x="6" y="21"/>
                    </a:lnTo>
                    <a:lnTo>
                      <a:pt x="10" y="32"/>
                    </a:lnTo>
                    <a:lnTo>
                      <a:pt x="5" y="32"/>
                    </a:lnTo>
                    <a:lnTo>
                      <a:pt x="0" y="15"/>
                    </a:lnTo>
                    <a:lnTo>
                      <a:pt x="20" y="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A0A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80" name="Freeform 902"/>
              <p:cNvSpPr>
                <a:spLocks/>
              </p:cNvSpPr>
              <p:nvPr/>
            </p:nvSpPr>
            <p:spPr bwMode="auto">
              <a:xfrm>
                <a:off x="2660" y="1926"/>
                <a:ext cx="59" cy="29"/>
              </a:xfrm>
              <a:custGeom>
                <a:avLst/>
                <a:gdLst>
                  <a:gd name="T0" fmla="*/ 29 w 59"/>
                  <a:gd name="T1" fmla="*/ 0 h 29"/>
                  <a:gd name="T2" fmla="*/ 39 w 59"/>
                  <a:gd name="T3" fmla="*/ 25 h 29"/>
                  <a:gd name="T4" fmla="*/ 59 w 59"/>
                  <a:gd name="T5" fmla="*/ 14 h 29"/>
                  <a:gd name="T6" fmla="*/ 55 w 59"/>
                  <a:gd name="T7" fmla="*/ 29 h 29"/>
                  <a:gd name="T8" fmla="*/ 49 w 59"/>
                  <a:gd name="T9" fmla="*/ 29 h 29"/>
                  <a:gd name="T10" fmla="*/ 52 w 59"/>
                  <a:gd name="T11" fmla="*/ 20 h 29"/>
                  <a:gd name="T12" fmla="*/ 38 w 59"/>
                  <a:gd name="T13" fmla="*/ 27 h 29"/>
                  <a:gd name="T14" fmla="*/ 29 w 59"/>
                  <a:gd name="T15" fmla="*/ 10 h 29"/>
                  <a:gd name="T16" fmla="*/ 21 w 59"/>
                  <a:gd name="T17" fmla="*/ 27 h 29"/>
                  <a:gd name="T18" fmla="*/ 5 w 59"/>
                  <a:gd name="T19" fmla="*/ 20 h 29"/>
                  <a:gd name="T20" fmla="*/ 10 w 59"/>
                  <a:gd name="T21" fmla="*/ 29 h 29"/>
                  <a:gd name="T22" fmla="*/ 4 w 59"/>
                  <a:gd name="T23" fmla="*/ 29 h 29"/>
                  <a:gd name="T24" fmla="*/ 0 w 59"/>
                  <a:gd name="T25" fmla="*/ 14 h 29"/>
                  <a:gd name="T26" fmla="*/ 20 w 59"/>
                  <a:gd name="T27" fmla="*/ 25 h 29"/>
                  <a:gd name="T28" fmla="*/ 29 w 59"/>
                  <a:gd name="T29" fmla="*/ 0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9"/>
                  <a:gd name="T46" fmla="*/ 0 h 29"/>
                  <a:gd name="T47" fmla="*/ 59 w 59"/>
                  <a:gd name="T48" fmla="*/ 29 h 2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9" h="29">
                    <a:moveTo>
                      <a:pt x="29" y="0"/>
                    </a:moveTo>
                    <a:lnTo>
                      <a:pt x="39" y="25"/>
                    </a:lnTo>
                    <a:lnTo>
                      <a:pt x="59" y="14"/>
                    </a:lnTo>
                    <a:lnTo>
                      <a:pt x="55" y="29"/>
                    </a:lnTo>
                    <a:lnTo>
                      <a:pt x="49" y="29"/>
                    </a:lnTo>
                    <a:lnTo>
                      <a:pt x="52" y="20"/>
                    </a:lnTo>
                    <a:lnTo>
                      <a:pt x="38" y="27"/>
                    </a:lnTo>
                    <a:lnTo>
                      <a:pt x="29" y="10"/>
                    </a:lnTo>
                    <a:lnTo>
                      <a:pt x="21" y="27"/>
                    </a:lnTo>
                    <a:lnTo>
                      <a:pt x="5" y="20"/>
                    </a:lnTo>
                    <a:lnTo>
                      <a:pt x="10" y="29"/>
                    </a:lnTo>
                    <a:lnTo>
                      <a:pt x="4" y="29"/>
                    </a:lnTo>
                    <a:lnTo>
                      <a:pt x="0" y="14"/>
                    </a:lnTo>
                    <a:lnTo>
                      <a:pt x="20" y="25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93939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81" name="Freeform 903"/>
              <p:cNvSpPr>
                <a:spLocks/>
              </p:cNvSpPr>
              <p:nvPr/>
            </p:nvSpPr>
            <p:spPr bwMode="auto">
              <a:xfrm>
                <a:off x="2661" y="1927"/>
                <a:ext cx="57" cy="28"/>
              </a:xfrm>
              <a:custGeom>
                <a:avLst/>
                <a:gdLst>
                  <a:gd name="T0" fmla="*/ 28 w 57"/>
                  <a:gd name="T1" fmla="*/ 0 h 28"/>
                  <a:gd name="T2" fmla="*/ 39 w 57"/>
                  <a:gd name="T3" fmla="*/ 25 h 28"/>
                  <a:gd name="T4" fmla="*/ 57 w 57"/>
                  <a:gd name="T5" fmla="*/ 14 h 28"/>
                  <a:gd name="T6" fmla="*/ 54 w 57"/>
                  <a:gd name="T7" fmla="*/ 28 h 28"/>
                  <a:gd name="T8" fmla="*/ 49 w 57"/>
                  <a:gd name="T9" fmla="*/ 28 h 28"/>
                  <a:gd name="T10" fmla="*/ 51 w 57"/>
                  <a:gd name="T11" fmla="*/ 19 h 28"/>
                  <a:gd name="T12" fmla="*/ 37 w 57"/>
                  <a:gd name="T13" fmla="*/ 27 h 28"/>
                  <a:gd name="T14" fmla="*/ 28 w 57"/>
                  <a:gd name="T15" fmla="*/ 9 h 28"/>
                  <a:gd name="T16" fmla="*/ 20 w 57"/>
                  <a:gd name="T17" fmla="*/ 27 h 28"/>
                  <a:gd name="T18" fmla="*/ 6 w 57"/>
                  <a:gd name="T19" fmla="*/ 19 h 28"/>
                  <a:gd name="T20" fmla="*/ 9 w 57"/>
                  <a:gd name="T21" fmla="*/ 28 h 28"/>
                  <a:gd name="T22" fmla="*/ 3 w 57"/>
                  <a:gd name="T23" fmla="*/ 28 h 28"/>
                  <a:gd name="T24" fmla="*/ 0 w 57"/>
                  <a:gd name="T25" fmla="*/ 14 h 28"/>
                  <a:gd name="T26" fmla="*/ 19 w 57"/>
                  <a:gd name="T27" fmla="*/ 25 h 28"/>
                  <a:gd name="T28" fmla="*/ 28 w 57"/>
                  <a:gd name="T29" fmla="*/ 0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8"/>
                  <a:gd name="T47" fmla="*/ 57 w 57"/>
                  <a:gd name="T48" fmla="*/ 28 h 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8">
                    <a:moveTo>
                      <a:pt x="28" y="0"/>
                    </a:moveTo>
                    <a:lnTo>
                      <a:pt x="39" y="25"/>
                    </a:lnTo>
                    <a:lnTo>
                      <a:pt x="57" y="14"/>
                    </a:lnTo>
                    <a:lnTo>
                      <a:pt x="54" y="28"/>
                    </a:lnTo>
                    <a:lnTo>
                      <a:pt x="49" y="28"/>
                    </a:lnTo>
                    <a:lnTo>
                      <a:pt x="51" y="19"/>
                    </a:lnTo>
                    <a:lnTo>
                      <a:pt x="37" y="27"/>
                    </a:lnTo>
                    <a:lnTo>
                      <a:pt x="28" y="9"/>
                    </a:lnTo>
                    <a:lnTo>
                      <a:pt x="20" y="27"/>
                    </a:lnTo>
                    <a:lnTo>
                      <a:pt x="6" y="19"/>
                    </a:lnTo>
                    <a:lnTo>
                      <a:pt x="9" y="28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19" y="2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89898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82" name="Freeform 904"/>
              <p:cNvSpPr>
                <a:spLocks/>
              </p:cNvSpPr>
              <p:nvPr/>
            </p:nvSpPr>
            <p:spPr bwMode="auto">
              <a:xfrm>
                <a:off x="2661" y="1928"/>
                <a:ext cx="57" cy="26"/>
              </a:xfrm>
              <a:custGeom>
                <a:avLst/>
                <a:gdLst>
                  <a:gd name="T0" fmla="*/ 28 w 57"/>
                  <a:gd name="T1" fmla="*/ 0 h 26"/>
                  <a:gd name="T2" fmla="*/ 39 w 57"/>
                  <a:gd name="T3" fmla="*/ 24 h 26"/>
                  <a:gd name="T4" fmla="*/ 57 w 57"/>
                  <a:gd name="T5" fmla="*/ 13 h 26"/>
                  <a:gd name="T6" fmla="*/ 54 w 57"/>
                  <a:gd name="T7" fmla="*/ 25 h 26"/>
                  <a:gd name="T8" fmla="*/ 50 w 57"/>
                  <a:gd name="T9" fmla="*/ 25 h 26"/>
                  <a:gd name="T10" fmla="*/ 53 w 57"/>
                  <a:gd name="T11" fmla="*/ 18 h 26"/>
                  <a:gd name="T12" fmla="*/ 38 w 57"/>
                  <a:gd name="T13" fmla="*/ 26 h 26"/>
                  <a:gd name="T14" fmla="*/ 28 w 57"/>
                  <a:gd name="T15" fmla="*/ 8 h 26"/>
                  <a:gd name="T16" fmla="*/ 20 w 57"/>
                  <a:gd name="T17" fmla="*/ 26 h 26"/>
                  <a:gd name="T18" fmla="*/ 4 w 57"/>
                  <a:gd name="T19" fmla="*/ 18 h 26"/>
                  <a:gd name="T20" fmla="*/ 8 w 57"/>
                  <a:gd name="T21" fmla="*/ 25 h 26"/>
                  <a:gd name="T22" fmla="*/ 3 w 57"/>
                  <a:gd name="T23" fmla="*/ 25 h 26"/>
                  <a:gd name="T24" fmla="*/ 0 w 57"/>
                  <a:gd name="T25" fmla="*/ 14 h 26"/>
                  <a:gd name="T26" fmla="*/ 19 w 57"/>
                  <a:gd name="T27" fmla="*/ 24 h 26"/>
                  <a:gd name="T28" fmla="*/ 28 w 57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6"/>
                  <a:gd name="T47" fmla="*/ 57 w 57"/>
                  <a:gd name="T48" fmla="*/ 26 h 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6">
                    <a:moveTo>
                      <a:pt x="28" y="0"/>
                    </a:moveTo>
                    <a:lnTo>
                      <a:pt x="39" y="24"/>
                    </a:lnTo>
                    <a:lnTo>
                      <a:pt x="57" y="13"/>
                    </a:lnTo>
                    <a:lnTo>
                      <a:pt x="54" y="25"/>
                    </a:lnTo>
                    <a:lnTo>
                      <a:pt x="50" y="25"/>
                    </a:lnTo>
                    <a:lnTo>
                      <a:pt x="53" y="18"/>
                    </a:lnTo>
                    <a:lnTo>
                      <a:pt x="38" y="26"/>
                    </a:lnTo>
                    <a:lnTo>
                      <a:pt x="28" y="8"/>
                    </a:lnTo>
                    <a:lnTo>
                      <a:pt x="20" y="26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3" y="25"/>
                    </a:lnTo>
                    <a:lnTo>
                      <a:pt x="0" y="14"/>
                    </a:lnTo>
                    <a:lnTo>
                      <a:pt x="19" y="2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C7C7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83" name="Freeform 905"/>
              <p:cNvSpPr>
                <a:spLocks/>
              </p:cNvSpPr>
              <p:nvPr/>
            </p:nvSpPr>
            <p:spPr bwMode="auto">
              <a:xfrm>
                <a:off x="2662" y="1929"/>
                <a:ext cx="55" cy="25"/>
              </a:xfrm>
              <a:custGeom>
                <a:avLst/>
                <a:gdLst>
                  <a:gd name="T0" fmla="*/ 28 w 55"/>
                  <a:gd name="T1" fmla="*/ 0 h 25"/>
                  <a:gd name="T2" fmla="*/ 38 w 55"/>
                  <a:gd name="T3" fmla="*/ 23 h 25"/>
                  <a:gd name="T4" fmla="*/ 55 w 55"/>
                  <a:gd name="T5" fmla="*/ 13 h 25"/>
                  <a:gd name="T6" fmla="*/ 53 w 55"/>
                  <a:gd name="T7" fmla="*/ 23 h 25"/>
                  <a:gd name="T8" fmla="*/ 49 w 55"/>
                  <a:gd name="T9" fmla="*/ 23 h 25"/>
                  <a:gd name="T10" fmla="*/ 52 w 55"/>
                  <a:gd name="T11" fmla="*/ 17 h 25"/>
                  <a:gd name="T12" fmla="*/ 37 w 55"/>
                  <a:gd name="T13" fmla="*/ 25 h 25"/>
                  <a:gd name="T14" fmla="*/ 28 w 55"/>
                  <a:gd name="T15" fmla="*/ 7 h 25"/>
                  <a:gd name="T16" fmla="*/ 19 w 55"/>
                  <a:gd name="T17" fmla="*/ 25 h 25"/>
                  <a:gd name="T18" fmla="*/ 5 w 55"/>
                  <a:gd name="T19" fmla="*/ 17 h 25"/>
                  <a:gd name="T20" fmla="*/ 7 w 55"/>
                  <a:gd name="T21" fmla="*/ 24 h 25"/>
                  <a:gd name="T22" fmla="*/ 2 w 55"/>
                  <a:gd name="T23" fmla="*/ 24 h 25"/>
                  <a:gd name="T24" fmla="*/ 0 w 55"/>
                  <a:gd name="T25" fmla="*/ 13 h 25"/>
                  <a:gd name="T26" fmla="*/ 18 w 55"/>
                  <a:gd name="T27" fmla="*/ 23 h 25"/>
                  <a:gd name="T28" fmla="*/ 28 w 55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25"/>
                  <a:gd name="T47" fmla="*/ 55 w 55"/>
                  <a:gd name="T48" fmla="*/ 25 h 2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25">
                    <a:moveTo>
                      <a:pt x="28" y="0"/>
                    </a:moveTo>
                    <a:lnTo>
                      <a:pt x="38" y="23"/>
                    </a:lnTo>
                    <a:lnTo>
                      <a:pt x="55" y="13"/>
                    </a:lnTo>
                    <a:lnTo>
                      <a:pt x="53" y="23"/>
                    </a:lnTo>
                    <a:lnTo>
                      <a:pt x="49" y="23"/>
                    </a:lnTo>
                    <a:lnTo>
                      <a:pt x="52" y="17"/>
                    </a:lnTo>
                    <a:lnTo>
                      <a:pt x="37" y="25"/>
                    </a:lnTo>
                    <a:lnTo>
                      <a:pt x="28" y="7"/>
                    </a:lnTo>
                    <a:lnTo>
                      <a:pt x="19" y="25"/>
                    </a:lnTo>
                    <a:lnTo>
                      <a:pt x="5" y="17"/>
                    </a:lnTo>
                    <a:lnTo>
                      <a:pt x="7" y="24"/>
                    </a:lnTo>
                    <a:lnTo>
                      <a:pt x="2" y="24"/>
                    </a:lnTo>
                    <a:lnTo>
                      <a:pt x="0" y="13"/>
                    </a:lnTo>
                    <a:lnTo>
                      <a:pt x="18" y="2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0707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84" name="Freeform 906"/>
              <p:cNvSpPr>
                <a:spLocks/>
              </p:cNvSpPr>
              <p:nvPr/>
            </p:nvSpPr>
            <p:spPr bwMode="auto">
              <a:xfrm>
                <a:off x="2663" y="1931"/>
                <a:ext cx="53" cy="23"/>
              </a:xfrm>
              <a:custGeom>
                <a:avLst/>
                <a:gdLst>
                  <a:gd name="T0" fmla="*/ 26 w 53"/>
                  <a:gd name="T1" fmla="*/ 0 h 23"/>
                  <a:gd name="T2" fmla="*/ 37 w 53"/>
                  <a:gd name="T3" fmla="*/ 21 h 23"/>
                  <a:gd name="T4" fmla="*/ 53 w 53"/>
                  <a:gd name="T5" fmla="*/ 12 h 23"/>
                  <a:gd name="T6" fmla="*/ 51 w 53"/>
                  <a:gd name="T7" fmla="*/ 20 h 23"/>
                  <a:gd name="T8" fmla="*/ 48 w 53"/>
                  <a:gd name="T9" fmla="*/ 20 h 23"/>
                  <a:gd name="T10" fmla="*/ 49 w 53"/>
                  <a:gd name="T11" fmla="*/ 15 h 23"/>
                  <a:gd name="T12" fmla="*/ 35 w 53"/>
                  <a:gd name="T13" fmla="*/ 23 h 23"/>
                  <a:gd name="T14" fmla="*/ 26 w 53"/>
                  <a:gd name="T15" fmla="*/ 5 h 23"/>
                  <a:gd name="T16" fmla="*/ 18 w 53"/>
                  <a:gd name="T17" fmla="*/ 23 h 23"/>
                  <a:gd name="T18" fmla="*/ 4 w 53"/>
                  <a:gd name="T19" fmla="*/ 15 h 23"/>
                  <a:gd name="T20" fmla="*/ 5 w 53"/>
                  <a:gd name="T21" fmla="*/ 21 h 23"/>
                  <a:gd name="T22" fmla="*/ 1 w 53"/>
                  <a:gd name="T23" fmla="*/ 21 h 23"/>
                  <a:gd name="T24" fmla="*/ 0 w 53"/>
                  <a:gd name="T25" fmla="*/ 12 h 23"/>
                  <a:gd name="T26" fmla="*/ 17 w 53"/>
                  <a:gd name="T27" fmla="*/ 22 h 23"/>
                  <a:gd name="T28" fmla="*/ 26 w 5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3"/>
                  <a:gd name="T46" fmla="*/ 0 h 23"/>
                  <a:gd name="T47" fmla="*/ 53 w 53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3" h="23">
                    <a:moveTo>
                      <a:pt x="26" y="0"/>
                    </a:moveTo>
                    <a:lnTo>
                      <a:pt x="37" y="21"/>
                    </a:lnTo>
                    <a:lnTo>
                      <a:pt x="53" y="12"/>
                    </a:lnTo>
                    <a:lnTo>
                      <a:pt x="51" y="20"/>
                    </a:lnTo>
                    <a:lnTo>
                      <a:pt x="48" y="20"/>
                    </a:lnTo>
                    <a:lnTo>
                      <a:pt x="49" y="15"/>
                    </a:lnTo>
                    <a:lnTo>
                      <a:pt x="35" y="23"/>
                    </a:lnTo>
                    <a:lnTo>
                      <a:pt x="26" y="5"/>
                    </a:lnTo>
                    <a:lnTo>
                      <a:pt x="18" y="23"/>
                    </a:lnTo>
                    <a:lnTo>
                      <a:pt x="4" y="15"/>
                    </a:lnTo>
                    <a:lnTo>
                      <a:pt x="5" y="21"/>
                    </a:lnTo>
                    <a:lnTo>
                      <a:pt x="1" y="21"/>
                    </a:lnTo>
                    <a:lnTo>
                      <a:pt x="0" y="12"/>
                    </a:lnTo>
                    <a:lnTo>
                      <a:pt x="17" y="2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385" name="Freeform 907"/>
              <p:cNvSpPr>
                <a:spLocks/>
              </p:cNvSpPr>
              <p:nvPr/>
            </p:nvSpPr>
            <p:spPr bwMode="auto">
              <a:xfrm>
                <a:off x="2663" y="1932"/>
                <a:ext cx="52" cy="22"/>
              </a:xfrm>
              <a:custGeom>
                <a:avLst/>
                <a:gdLst>
                  <a:gd name="T0" fmla="*/ 51 w 52"/>
                  <a:gd name="T1" fmla="*/ 18 h 22"/>
                  <a:gd name="T2" fmla="*/ 52 w 52"/>
                  <a:gd name="T3" fmla="*/ 12 h 22"/>
                  <a:gd name="T4" fmla="*/ 36 w 52"/>
                  <a:gd name="T5" fmla="*/ 21 h 22"/>
                  <a:gd name="T6" fmla="*/ 26 w 52"/>
                  <a:gd name="T7" fmla="*/ 0 h 22"/>
                  <a:gd name="T8" fmla="*/ 16 w 52"/>
                  <a:gd name="T9" fmla="*/ 21 h 22"/>
                  <a:gd name="T10" fmla="*/ 0 w 52"/>
                  <a:gd name="T11" fmla="*/ 12 h 22"/>
                  <a:gd name="T12" fmla="*/ 1 w 52"/>
                  <a:gd name="T13" fmla="*/ 19 h 22"/>
                  <a:gd name="T14" fmla="*/ 4 w 52"/>
                  <a:gd name="T15" fmla="*/ 19 h 22"/>
                  <a:gd name="T16" fmla="*/ 2 w 52"/>
                  <a:gd name="T17" fmla="*/ 14 h 22"/>
                  <a:gd name="T18" fmla="*/ 17 w 52"/>
                  <a:gd name="T19" fmla="*/ 22 h 22"/>
                  <a:gd name="T20" fmla="*/ 26 w 52"/>
                  <a:gd name="T21" fmla="*/ 4 h 22"/>
                  <a:gd name="T22" fmla="*/ 35 w 52"/>
                  <a:gd name="T23" fmla="*/ 22 h 22"/>
                  <a:gd name="T24" fmla="*/ 49 w 52"/>
                  <a:gd name="T25" fmla="*/ 14 h 22"/>
                  <a:gd name="T26" fmla="*/ 48 w 52"/>
                  <a:gd name="T27" fmla="*/ 18 h 22"/>
                  <a:gd name="T28" fmla="*/ 51 w 52"/>
                  <a:gd name="T29" fmla="*/ 18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2"/>
                  <a:gd name="T46" fmla="*/ 0 h 22"/>
                  <a:gd name="T47" fmla="*/ 52 w 52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2" h="22">
                    <a:moveTo>
                      <a:pt x="51" y="18"/>
                    </a:moveTo>
                    <a:lnTo>
                      <a:pt x="52" y="12"/>
                    </a:lnTo>
                    <a:lnTo>
                      <a:pt x="36" y="21"/>
                    </a:lnTo>
                    <a:lnTo>
                      <a:pt x="26" y="0"/>
                    </a:lnTo>
                    <a:lnTo>
                      <a:pt x="16" y="21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19"/>
                    </a:lnTo>
                    <a:lnTo>
                      <a:pt x="2" y="14"/>
                    </a:lnTo>
                    <a:lnTo>
                      <a:pt x="17" y="22"/>
                    </a:lnTo>
                    <a:lnTo>
                      <a:pt x="26" y="4"/>
                    </a:lnTo>
                    <a:lnTo>
                      <a:pt x="35" y="22"/>
                    </a:lnTo>
                    <a:lnTo>
                      <a:pt x="49" y="14"/>
                    </a:lnTo>
                    <a:lnTo>
                      <a:pt x="48" y="18"/>
                    </a:lnTo>
                    <a:lnTo>
                      <a:pt x="51" y="18"/>
                    </a:lnTo>
                    <a:close/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3035" name="Rectangle 908"/>
            <p:cNvSpPr>
              <a:spLocks noChangeArrowheads="1"/>
            </p:cNvSpPr>
            <p:nvPr/>
          </p:nvSpPr>
          <p:spPr bwMode="auto">
            <a:xfrm>
              <a:off x="2794" y="2595"/>
              <a:ext cx="524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Pre-Qualification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43036" name="Group 909"/>
            <p:cNvGrpSpPr>
              <a:grpSpLocks/>
            </p:cNvGrpSpPr>
            <p:nvPr/>
          </p:nvGrpSpPr>
          <p:grpSpPr bwMode="auto">
            <a:xfrm>
              <a:off x="3433" y="2349"/>
              <a:ext cx="422" cy="323"/>
              <a:chOff x="2997" y="1867"/>
              <a:chExt cx="387" cy="300"/>
            </a:xfrm>
          </p:grpSpPr>
          <p:sp>
            <p:nvSpPr>
              <p:cNvPr id="43168" name="Freeform 910"/>
              <p:cNvSpPr>
                <a:spLocks/>
              </p:cNvSpPr>
              <p:nvPr/>
            </p:nvSpPr>
            <p:spPr bwMode="auto">
              <a:xfrm>
                <a:off x="2998" y="2056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3 h 110"/>
                  <a:gd name="T12" fmla="*/ 86 w 252"/>
                  <a:gd name="T13" fmla="*/ 5 h 110"/>
                  <a:gd name="T14" fmla="*/ 118 w 252"/>
                  <a:gd name="T15" fmla="*/ 7 h 110"/>
                  <a:gd name="T16" fmla="*/ 149 w 252"/>
                  <a:gd name="T17" fmla="*/ 9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20 h 110"/>
                  <a:gd name="T26" fmla="*/ 245 w 252"/>
                  <a:gd name="T27" fmla="*/ 38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8 h 110"/>
                  <a:gd name="T36" fmla="*/ 238 w 252"/>
                  <a:gd name="T37" fmla="*/ 70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5 h 110"/>
                  <a:gd name="T44" fmla="*/ 193 w 252"/>
                  <a:gd name="T45" fmla="*/ 90 h 110"/>
                  <a:gd name="T46" fmla="*/ 180 w 252"/>
                  <a:gd name="T47" fmla="*/ 95 h 110"/>
                  <a:gd name="T48" fmla="*/ 170 w 252"/>
                  <a:gd name="T49" fmla="*/ 101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8 h 110"/>
                  <a:gd name="T66" fmla="*/ 101 w 252"/>
                  <a:gd name="T67" fmla="*/ 91 h 110"/>
                  <a:gd name="T68" fmla="*/ 87 w 252"/>
                  <a:gd name="T69" fmla="*/ 84 h 110"/>
                  <a:gd name="T70" fmla="*/ 72 w 252"/>
                  <a:gd name="T71" fmla="*/ 75 h 110"/>
                  <a:gd name="T72" fmla="*/ 58 w 252"/>
                  <a:gd name="T73" fmla="*/ 68 h 110"/>
                  <a:gd name="T74" fmla="*/ 44 w 252"/>
                  <a:gd name="T75" fmla="*/ 60 h 110"/>
                  <a:gd name="T76" fmla="*/ 33 w 252"/>
                  <a:gd name="T77" fmla="*/ 54 h 110"/>
                  <a:gd name="T78" fmla="*/ 23 w 252"/>
                  <a:gd name="T79" fmla="*/ 50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8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8"/>
                    </a:moveTo>
                    <a:lnTo>
                      <a:pt x="3" y="35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3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76" y="4"/>
                    </a:lnTo>
                    <a:lnTo>
                      <a:pt x="86" y="5"/>
                    </a:lnTo>
                    <a:lnTo>
                      <a:pt x="96" y="7"/>
                    </a:lnTo>
                    <a:lnTo>
                      <a:pt x="107" y="7"/>
                    </a:lnTo>
                    <a:lnTo>
                      <a:pt x="118" y="7"/>
                    </a:lnTo>
                    <a:lnTo>
                      <a:pt x="128" y="9"/>
                    </a:lnTo>
                    <a:lnTo>
                      <a:pt x="140" y="9"/>
                    </a:lnTo>
                    <a:lnTo>
                      <a:pt x="149" y="9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7"/>
                    </a:lnTo>
                    <a:lnTo>
                      <a:pt x="228" y="17"/>
                    </a:lnTo>
                    <a:lnTo>
                      <a:pt x="234" y="19"/>
                    </a:lnTo>
                    <a:lnTo>
                      <a:pt x="237" y="19"/>
                    </a:lnTo>
                    <a:lnTo>
                      <a:pt x="241" y="20"/>
                    </a:lnTo>
                    <a:lnTo>
                      <a:pt x="243" y="20"/>
                    </a:lnTo>
                    <a:lnTo>
                      <a:pt x="245" y="29"/>
                    </a:lnTo>
                    <a:lnTo>
                      <a:pt x="245" y="38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1" y="64"/>
                    </a:lnTo>
                    <a:lnTo>
                      <a:pt x="249" y="66"/>
                    </a:lnTo>
                    <a:lnTo>
                      <a:pt x="248" y="67"/>
                    </a:lnTo>
                    <a:lnTo>
                      <a:pt x="247" y="68"/>
                    </a:lnTo>
                    <a:lnTo>
                      <a:pt x="245" y="68"/>
                    </a:lnTo>
                    <a:lnTo>
                      <a:pt x="241" y="69"/>
                    </a:lnTo>
                    <a:lnTo>
                      <a:pt x="238" y="70"/>
                    </a:lnTo>
                    <a:lnTo>
                      <a:pt x="236" y="71"/>
                    </a:lnTo>
                    <a:lnTo>
                      <a:pt x="233" y="73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2"/>
                    </a:lnTo>
                    <a:lnTo>
                      <a:pt x="210" y="82"/>
                    </a:lnTo>
                    <a:lnTo>
                      <a:pt x="205" y="85"/>
                    </a:lnTo>
                    <a:lnTo>
                      <a:pt x="202" y="86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5"/>
                    </a:lnTo>
                    <a:lnTo>
                      <a:pt x="177" y="98"/>
                    </a:lnTo>
                    <a:lnTo>
                      <a:pt x="173" y="98"/>
                    </a:lnTo>
                    <a:lnTo>
                      <a:pt x="170" y="101"/>
                    </a:lnTo>
                    <a:lnTo>
                      <a:pt x="165" y="102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2"/>
                    </a:lnTo>
                    <a:lnTo>
                      <a:pt x="118" y="101"/>
                    </a:lnTo>
                    <a:lnTo>
                      <a:pt x="113" y="98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4"/>
                    </a:lnTo>
                    <a:lnTo>
                      <a:pt x="82" y="82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71"/>
                    </a:lnTo>
                    <a:lnTo>
                      <a:pt x="58" y="68"/>
                    </a:lnTo>
                    <a:lnTo>
                      <a:pt x="53" y="66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4"/>
                    </a:lnTo>
                    <a:lnTo>
                      <a:pt x="30" y="53"/>
                    </a:lnTo>
                    <a:lnTo>
                      <a:pt x="25" y="51"/>
                    </a:lnTo>
                    <a:lnTo>
                      <a:pt x="23" y="50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9"/>
                    </a:ln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9" name="Freeform 911"/>
              <p:cNvSpPr>
                <a:spLocks/>
              </p:cNvSpPr>
              <p:nvPr/>
            </p:nvSpPr>
            <p:spPr bwMode="auto">
              <a:xfrm>
                <a:off x="2997" y="2056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5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6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3 h 38"/>
                  <a:gd name="T24" fmla="*/ 4 w 14"/>
                  <a:gd name="T25" fmla="*/ 30 h 38"/>
                  <a:gd name="T26" fmla="*/ 2 w 14"/>
                  <a:gd name="T27" fmla="*/ 26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6 h 38"/>
                  <a:gd name="T36" fmla="*/ 14 w 14"/>
                  <a:gd name="T37" fmla="*/ 1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5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0" name="Freeform 912"/>
              <p:cNvSpPr>
                <a:spLocks/>
              </p:cNvSpPr>
              <p:nvPr/>
            </p:nvSpPr>
            <p:spPr bwMode="auto">
              <a:xfrm>
                <a:off x="3010" y="2056"/>
                <a:ext cx="231" cy="22"/>
              </a:xfrm>
              <a:custGeom>
                <a:avLst/>
                <a:gdLst>
                  <a:gd name="T0" fmla="*/ 231 w 231"/>
                  <a:gd name="T1" fmla="*/ 21 h 22"/>
                  <a:gd name="T2" fmla="*/ 228 w 231"/>
                  <a:gd name="T3" fmla="*/ 20 h 22"/>
                  <a:gd name="T4" fmla="*/ 221 w 231"/>
                  <a:gd name="T5" fmla="*/ 19 h 22"/>
                  <a:gd name="T6" fmla="*/ 210 w 231"/>
                  <a:gd name="T7" fmla="*/ 17 h 22"/>
                  <a:gd name="T8" fmla="*/ 195 w 231"/>
                  <a:gd name="T9" fmla="*/ 15 h 22"/>
                  <a:gd name="T10" fmla="*/ 178 w 231"/>
                  <a:gd name="T11" fmla="*/ 13 h 22"/>
                  <a:gd name="T12" fmla="*/ 158 w 231"/>
                  <a:gd name="T13" fmla="*/ 11 h 22"/>
                  <a:gd name="T14" fmla="*/ 137 w 231"/>
                  <a:gd name="T15" fmla="*/ 9 h 22"/>
                  <a:gd name="T16" fmla="*/ 116 w 231"/>
                  <a:gd name="T17" fmla="*/ 8 h 22"/>
                  <a:gd name="T18" fmla="*/ 96 w 231"/>
                  <a:gd name="T19" fmla="*/ 6 h 22"/>
                  <a:gd name="T20" fmla="*/ 74 w 231"/>
                  <a:gd name="T21" fmla="*/ 5 h 22"/>
                  <a:gd name="T22" fmla="*/ 55 w 231"/>
                  <a:gd name="T23" fmla="*/ 4 h 22"/>
                  <a:gd name="T24" fmla="*/ 38 w 231"/>
                  <a:gd name="T25" fmla="*/ 3 h 22"/>
                  <a:gd name="T26" fmla="*/ 22 w 231"/>
                  <a:gd name="T27" fmla="*/ 1 h 22"/>
                  <a:gd name="T28" fmla="*/ 10 w 231"/>
                  <a:gd name="T29" fmla="*/ 0 h 22"/>
                  <a:gd name="T30" fmla="*/ 3 w 231"/>
                  <a:gd name="T31" fmla="*/ 0 h 22"/>
                  <a:gd name="T32" fmla="*/ 0 w 231"/>
                  <a:gd name="T33" fmla="*/ 0 h 22"/>
                  <a:gd name="T34" fmla="*/ 3 w 231"/>
                  <a:gd name="T35" fmla="*/ 3 h 22"/>
                  <a:gd name="T36" fmla="*/ 10 w 231"/>
                  <a:gd name="T37" fmla="*/ 3 h 22"/>
                  <a:gd name="T38" fmla="*/ 22 w 231"/>
                  <a:gd name="T39" fmla="*/ 3 h 22"/>
                  <a:gd name="T40" fmla="*/ 38 w 231"/>
                  <a:gd name="T41" fmla="*/ 4 h 22"/>
                  <a:gd name="T42" fmla="*/ 55 w 231"/>
                  <a:gd name="T43" fmla="*/ 5 h 22"/>
                  <a:gd name="T44" fmla="*/ 74 w 231"/>
                  <a:gd name="T45" fmla="*/ 7 h 22"/>
                  <a:gd name="T46" fmla="*/ 96 w 231"/>
                  <a:gd name="T47" fmla="*/ 8 h 22"/>
                  <a:gd name="T48" fmla="*/ 116 w 231"/>
                  <a:gd name="T49" fmla="*/ 9 h 22"/>
                  <a:gd name="T50" fmla="*/ 137 w 231"/>
                  <a:gd name="T51" fmla="*/ 11 h 22"/>
                  <a:gd name="T52" fmla="*/ 158 w 231"/>
                  <a:gd name="T53" fmla="*/ 13 h 22"/>
                  <a:gd name="T54" fmla="*/ 178 w 231"/>
                  <a:gd name="T55" fmla="*/ 15 h 22"/>
                  <a:gd name="T56" fmla="*/ 195 w 231"/>
                  <a:gd name="T57" fmla="*/ 17 h 22"/>
                  <a:gd name="T58" fmla="*/ 210 w 231"/>
                  <a:gd name="T59" fmla="*/ 19 h 22"/>
                  <a:gd name="T60" fmla="*/ 221 w 231"/>
                  <a:gd name="T61" fmla="*/ 21 h 22"/>
                  <a:gd name="T62" fmla="*/ 228 w 231"/>
                  <a:gd name="T63" fmla="*/ 22 h 22"/>
                  <a:gd name="T64" fmla="*/ 229 w 231"/>
                  <a:gd name="T65" fmla="*/ 21 h 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2"/>
                  <a:gd name="T101" fmla="*/ 231 w 231"/>
                  <a:gd name="T102" fmla="*/ 22 h 2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2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5" y="19"/>
                    </a:lnTo>
                    <a:lnTo>
                      <a:pt x="221" y="19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9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6"/>
                    </a:lnTo>
                    <a:lnTo>
                      <a:pt x="84" y="6"/>
                    </a:lnTo>
                    <a:lnTo>
                      <a:pt x="74" y="5"/>
                    </a:lnTo>
                    <a:lnTo>
                      <a:pt x="65" y="4"/>
                    </a:lnTo>
                    <a:lnTo>
                      <a:pt x="55" y="4"/>
                    </a:lnTo>
                    <a:lnTo>
                      <a:pt x="46" y="3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29" y="4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6"/>
                    </a:lnTo>
                    <a:lnTo>
                      <a:pt x="74" y="7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9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9"/>
                    </a:lnTo>
                    <a:lnTo>
                      <a:pt x="210" y="19"/>
                    </a:lnTo>
                    <a:lnTo>
                      <a:pt x="215" y="20"/>
                    </a:lnTo>
                    <a:lnTo>
                      <a:pt x="221" y="21"/>
                    </a:lnTo>
                    <a:lnTo>
                      <a:pt x="225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1" name="Freeform 913"/>
              <p:cNvSpPr>
                <a:spLocks/>
              </p:cNvSpPr>
              <p:nvPr/>
            </p:nvSpPr>
            <p:spPr bwMode="auto">
              <a:xfrm>
                <a:off x="3239" y="2076"/>
                <a:ext cx="5" cy="37"/>
              </a:xfrm>
              <a:custGeom>
                <a:avLst/>
                <a:gdLst>
                  <a:gd name="T0" fmla="*/ 4 w 5"/>
                  <a:gd name="T1" fmla="*/ 36 h 37"/>
                  <a:gd name="T2" fmla="*/ 5 w 5"/>
                  <a:gd name="T3" fmla="*/ 36 h 37"/>
                  <a:gd name="T4" fmla="*/ 4 w 5"/>
                  <a:gd name="T5" fmla="*/ 27 h 37"/>
                  <a:gd name="T6" fmla="*/ 4 w 5"/>
                  <a:gd name="T7" fmla="*/ 17 h 37"/>
                  <a:gd name="T8" fmla="*/ 2 w 5"/>
                  <a:gd name="T9" fmla="*/ 8 h 37"/>
                  <a:gd name="T10" fmla="*/ 2 w 5"/>
                  <a:gd name="T11" fmla="*/ 0 h 37"/>
                  <a:gd name="T12" fmla="*/ 0 w 5"/>
                  <a:gd name="T13" fmla="*/ 0 h 37"/>
                  <a:gd name="T14" fmla="*/ 0 w 5"/>
                  <a:gd name="T15" fmla="*/ 8 h 37"/>
                  <a:gd name="T16" fmla="*/ 1 w 5"/>
                  <a:gd name="T17" fmla="*/ 17 h 37"/>
                  <a:gd name="T18" fmla="*/ 1 w 5"/>
                  <a:gd name="T19" fmla="*/ 27 h 37"/>
                  <a:gd name="T20" fmla="*/ 2 w 5"/>
                  <a:gd name="T21" fmla="*/ 36 h 37"/>
                  <a:gd name="T22" fmla="*/ 4 w 5"/>
                  <a:gd name="T23" fmla="*/ 37 h 37"/>
                  <a:gd name="T24" fmla="*/ 2 w 5"/>
                  <a:gd name="T25" fmla="*/ 36 h 37"/>
                  <a:gd name="T26" fmla="*/ 2 w 5"/>
                  <a:gd name="T27" fmla="*/ 37 h 37"/>
                  <a:gd name="T28" fmla="*/ 4 w 5"/>
                  <a:gd name="T29" fmla="*/ 37 h 37"/>
                  <a:gd name="T30" fmla="*/ 4 w 5"/>
                  <a:gd name="T31" fmla="*/ 36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7"/>
                  <a:gd name="T50" fmla="*/ 5 w 5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7">
                    <a:moveTo>
                      <a:pt x="4" y="36"/>
                    </a:moveTo>
                    <a:lnTo>
                      <a:pt x="5" y="36"/>
                    </a:lnTo>
                    <a:lnTo>
                      <a:pt x="4" y="27"/>
                    </a:lnTo>
                    <a:lnTo>
                      <a:pt x="4" y="17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" y="17"/>
                    </a:lnTo>
                    <a:lnTo>
                      <a:pt x="1" y="27"/>
                    </a:lnTo>
                    <a:lnTo>
                      <a:pt x="2" y="36"/>
                    </a:lnTo>
                    <a:lnTo>
                      <a:pt x="4" y="37"/>
                    </a:lnTo>
                    <a:lnTo>
                      <a:pt x="2" y="36"/>
                    </a:lnTo>
                    <a:lnTo>
                      <a:pt x="2" y="37"/>
                    </a:lnTo>
                    <a:lnTo>
                      <a:pt x="4" y="37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2" name="Freeform 914"/>
              <p:cNvSpPr>
                <a:spLocks/>
              </p:cNvSpPr>
              <p:nvPr/>
            </p:nvSpPr>
            <p:spPr bwMode="auto">
              <a:xfrm>
                <a:off x="3241" y="2111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8 h 12"/>
                  <a:gd name="T8" fmla="*/ 9 w 9"/>
                  <a:gd name="T9" fmla="*/ 7 h 12"/>
                  <a:gd name="T10" fmla="*/ 8 w 9"/>
                  <a:gd name="T11" fmla="*/ 5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1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5 h 12"/>
                  <a:gd name="T28" fmla="*/ 7 w 9"/>
                  <a:gd name="T29" fmla="*/ 5 h 12"/>
                  <a:gd name="T30" fmla="*/ 7 w 9"/>
                  <a:gd name="T31" fmla="*/ 7 h 12"/>
                  <a:gd name="T32" fmla="*/ 7 w 9"/>
                  <a:gd name="T33" fmla="*/ 8 h 12"/>
                  <a:gd name="T34" fmla="*/ 7 w 9"/>
                  <a:gd name="T35" fmla="*/ 9 h 12"/>
                  <a:gd name="T36" fmla="*/ 4 w 9"/>
                  <a:gd name="T37" fmla="*/ 11 h 12"/>
                  <a:gd name="T38" fmla="*/ 5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3" name="Freeform 915"/>
              <p:cNvSpPr>
                <a:spLocks/>
              </p:cNvSpPr>
              <p:nvPr/>
            </p:nvSpPr>
            <p:spPr bwMode="auto">
              <a:xfrm>
                <a:off x="3143" y="2122"/>
                <a:ext cx="103" cy="45"/>
              </a:xfrm>
              <a:custGeom>
                <a:avLst/>
                <a:gdLst>
                  <a:gd name="T0" fmla="*/ 1 w 103"/>
                  <a:gd name="T1" fmla="*/ 45 h 45"/>
                  <a:gd name="T2" fmla="*/ 3 w 103"/>
                  <a:gd name="T3" fmla="*/ 44 h 45"/>
                  <a:gd name="T4" fmla="*/ 9 w 103"/>
                  <a:gd name="T5" fmla="*/ 42 h 45"/>
                  <a:gd name="T6" fmla="*/ 14 w 103"/>
                  <a:gd name="T7" fmla="*/ 40 h 45"/>
                  <a:gd name="T8" fmla="*/ 20 w 103"/>
                  <a:gd name="T9" fmla="*/ 37 h 45"/>
                  <a:gd name="T10" fmla="*/ 27 w 103"/>
                  <a:gd name="T11" fmla="*/ 35 h 45"/>
                  <a:gd name="T12" fmla="*/ 35 w 103"/>
                  <a:gd name="T13" fmla="*/ 31 h 45"/>
                  <a:gd name="T14" fmla="*/ 44 w 103"/>
                  <a:gd name="T15" fmla="*/ 27 h 45"/>
                  <a:gd name="T16" fmla="*/ 52 w 103"/>
                  <a:gd name="T17" fmla="*/ 23 h 45"/>
                  <a:gd name="T18" fmla="*/ 60 w 103"/>
                  <a:gd name="T19" fmla="*/ 20 h 45"/>
                  <a:gd name="T20" fmla="*/ 70 w 103"/>
                  <a:gd name="T21" fmla="*/ 17 h 45"/>
                  <a:gd name="T22" fmla="*/ 77 w 103"/>
                  <a:gd name="T23" fmla="*/ 12 h 45"/>
                  <a:gd name="T24" fmla="*/ 83 w 103"/>
                  <a:gd name="T25" fmla="*/ 9 h 45"/>
                  <a:gd name="T26" fmla="*/ 90 w 103"/>
                  <a:gd name="T27" fmla="*/ 6 h 45"/>
                  <a:gd name="T28" fmla="*/ 96 w 103"/>
                  <a:gd name="T29" fmla="*/ 4 h 45"/>
                  <a:gd name="T30" fmla="*/ 100 w 103"/>
                  <a:gd name="T31" fmla="*/ 3 h 45"/>
                  <a:gd name="T32" fmla="*/ 103 w 103"/>
                  <a:gd name="T33" fmla="*/ 1 h 45"/>
                  <a:gd name="T34" fmla="*/ 101 w 103"/>
                  <a:gd name="T35" fmla="*/ 0 h 45"/>
                  <a:gd name="T36" fmla="*/ 97 w 103"/>
                  <a:gd name="T37" fmla="*/ 2 h 45"/>
                  <a:gd name="T38" fmla="*/ 92 w 103"/>
                  <a:gd name="T39" fmla="*/ 4 h 45"/>
                  <a:gd name="T40" fmla="*/ 86 w 103"/>
                  <a:gd name="T41" fmla="*/ 6 h 45"/>
                  <a:gd name="T42" fmla="*/ 79 w 103"/>
                  <a:gd name="T43" fmla="*/ 9 h 45"/>
                  <a:gd name="T44" fmla="*/ 73 w 103"/>
                  <a:gd name="T45" fmla="*/ 12 h 45"/>
                  <a:gd name="T46" fmla="*/ 64 w 103"/>
                  <a:gd name="T47" fmla="*/ 17 h 45"/>
                  <a:gd name="T48" fmla="*/ 56 w 103"/>
                  <a:gd name="T49" fmla="*/ 20 h 45"/>
                  <a:gd name="T50" fmla="*/ 47 w 103"/>
                  <a:gd name="T51" fmla="*/ 23 h 45"/>
                  <a:gd name="T52" fmla="*/ 39 w 103"/>
                  <a:gd name="T53" fmla="*/ 27 h 45"/>
                  <a:gd name="T54" fmla="*/ 31 w 103"/>
                  <a:gd name="T55" fmla="*/ 31 h 45"/>
                  <a:gd name="T56" fmla="*/ 23 w 103"/>
                  <a:gd name="T57" fmla="*/ 35 h 45"/>
                  <a:gd name="T58" fmla="*/ 16 w 103"/>
                  <a:gd name="T59" fmla="*/ 37 h 45"/>
                  <a:gd name="T60" fmla="*/ 11 w 103"/>
                  <a:gd name="T61" fmla="*/ 40 h 45"/>
                  <a:gd name="T62" fmla="*/ 5 w 103"/>
                  <a:gd name="T63" fmla="*/ 42 h 45"/>
                  <a:gd name="T64" fmla="*/ 1 w 103"/>
                  <a:gd name="T65" fmla="*/ 43 h 45"/>
                  <a:gd name="T66" fmla="*/ 1 w 103"/>
                  <a:gd name="T67" fmla="*/ 45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5"/>
                  <a:gd name="T104" fmla="*/ 103 w 103"/>
                  <a:gd name="T105" fmla="*/ 45 h 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5">
                    <a:moveTo>
                      <a:pt x="1" y="45"/>
                    </a:move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9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8"/>
                    </a:lnTo>
                    <a:lnTo>
                      <a:pt x="44" y="27"/>
                    </a:lnTo>
                    <a:lnTo>
                      <a:pt x="47" y="25"/>
                    </a:lnTo>
                    <a:lnTo>
                      <a:pt x="52" y="23"/>
                    </a:lnTo>
                    <a:lnTo>
                      <a:pt x="57" y="21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4"/>
                    </a:lnTo>
                    <a:lnTo>
                      <a:pt x="77" y="12"/>
                    </a:lnTo>
                    <a:lnTo>
                      <a:pt x="80" y="10"/>
                    </a:lnTo>
                    <a:lnTo>
                      <a:pt x="83" y="9"/>
                    </a:lnTo>
                    <a:lnTo>
                      <a:pt x="87" y="7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7"/>
                    </a:lnTo>
                    <a:lnTo>
                      <a:pt x="79" y="9"/>
                    </a:lnTo>
                    <a:lnTo>
                      <a:pt x="76" y="10"/>
                    </a:lnTo>
                    <a:lnTo>
                      <a:pt x="73" y="12"/>
                    </a:lnTo>
                    <a:lnTo>
                      <a:pt x="67" y="14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5"/>
                    </a:lnTo>
                    <a:lnTo>
                      <a:pt x="39" y="27"/>
                    </a:lnTo>
                    <a:lnTo>
                      <a:pt x="35" y="28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1" y="40"/>
                    </a:lnTo>
                    <a:lnTo>
                      <a:pt x="9" y="41"/>
                    </a:lnTo>
                    <a:lnTo>
                      <a:pt x="5" y="42"/>
                    </a:lnTo>
                    <a:lnTo>
                      <a:pt x="3" y="42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1" y="45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4" name="Freeform 916"/>
              <p:cNvSpPr>
                <a:spLocks/>
              </p:cNvSpPr>
              <p:nvPr/>
            </p:nvSpPr>
            <p:spPr bwMode="auto">
              <a:xfrm>
                <a:off x="3129" y="2163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5" name="Freeform 917"/>
              <p:cNvSpPr>
                <a:spLocks/>
              </p:cNvSpPr>
              <p:nvPr/>
            </p:nvSpPr>
            <p:spPr bwMode="auto">
              <a:xfrm>
                <a:off x="3015" y="2102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5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1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7 h 62"/>
                  <a:gd name="T20" fmla="*/ 75 w 115"/>
                  <a:gd name="T21" fmla="*/ 41 h 62"/>
                  <a:gd name="T22" fmla="*/ 83 w 115"/>
                  <a:gd name="T23" fmla="*/ 46 h 62"/>
                  <a:gd name="T24" fmla="*/ 93 w 115"/>
                  <a:gd name="T25" fmla="*/ 52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2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3 h 62"/>
                  <a:gd name="T58" fmla="*/ 16 w 115"/>
                  <a:gd name="T59" fmla="*/ 8 h 62"/>
                  <a:gd name="T60" fmla="*/ 8 w 115"/>
                  <a:gd name="T61" fmla="*/ 5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11" y="8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6"/>
                    </a:lnTo>
                    <a:lnTo>
                      <a:pt x="61" y="32"/>
                    </a:lnTo>
                    <a:lnTo>
                      <a:pt x="55" y="29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20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6" name="Freeform 918"/>
              <p:cNvSpPr>
                <a:spLocks/>
              </p:cNvSpPr>
              <p:nvPr/>
            </p:nvSpPr>
            <p:spPr bwMode="auto">
              <a:xfrm>
                <a:off x="3003" y="2093"/>
                <a:ext cx="13" cy="10"/>
              </a:xfrm>
              <a:custGeom>
                <a:avLst/>
                <a:gdLst>
                  <a:gd name="T0" fmla="*/ 0 w 13"/>
                  <a:gd name="T1" fmla="*/ 1 h 10"/>
                  <a:gd name="T2" fmla="*/ 0 w 13"/>
                  <a:gd name="T3" fmla="*/ 1 h 10"/>
                  <a:gd name="T4" fmla="*/ 1 w 13"/>
                  <a:gd name="T5" fmla="*/ 3 h 10"/>
                  <a:gd name="T6" fmla="*/ 2 w 13"/>
                  <a:gd name="T7" fmla="*/ 4 h 10"/>
                  <a:gd name="T8" fmla="*/ 5 w 13"/>
                  <a:gd name="T9" fmla="*/ 5 h 10"/>
                  <a:gd name="T10" fmla="*/ 7 w 13"/>
                  <a:gd name="T11" fmla="*/ 7 h 10"/>
                  <a:gd name="T12" fmla="*/ 8 w 13"/>
                  <a:gd name="T13" fmla="*/ 7 h 10"/>
                  <a:gd name="T14" fmla="*/ 9 w 13"/>
                  <a:gd name="T15" fmla="*/ 7 h 10"/>
                  <a:gd name="T16" fmla="*/ 11 w 13"/>
                  <a:gd name="T17" fmla="*/ 9 h 10"/>
                  <a:gd name="T18" fmla="*/ 12 w 13"/>
                  <a:gd name="T19" fmla="*/ 10 h 10"/>
                  <a:gd name="T20" fmla="*/ 13 w 13"/>
                  <a:gd name="T21" fmla="*/ 9 h 10"/>
                  <a:gd name="T22" fmla="*/ 11 w 13"/>
                  <a:gd name="T23" fmla="*/ 7 h 10"/>
                  <a:gd name="T24" fmla="*/ 10 w 13"/>
                  <a:gd name="T25" fmla="*/ 7 h 10"/>
                  <a:gd name="T26" fmla="*/ 9 w 13"/>
                  <a:gd name="T27" fmla="*/ 5 h 10"/>
                  <a:gd name="T28" fmla="*/ 8 w 13"/>
                  <a:gd name="T29" fmla="*/ 4 h 10"/>
                  <a:gd name="T30" fmla="*/ 7 w 13"/>
                  <a:gd name="T31" fmla="*/ 4 h 10"/>
                  <a:gd name="T32" fmla="*/ 5 w 13"/>
                  <a:gd name="T33" fmla="*/ 3 h 10"/>
                  <a:gd name="T34" fmla="*/ 2 w 13"/>
                  <a:gd name="T35" fmla="*/ 1 h 10"/>
                  <a:gd name="T36" fmla="*/ 1 w 13"/>
                  <a:gd name="T37" fmla="*/ 0 h 10"/>
                  <a:gd name="T38" fmla="*/ 0 w 13"/>
                  <a:gd name="T39" fmla="*/ 1 h 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0"/>
                  <a:gd name="T62" fmla="*/ 13 w 13"/>
                  <a:gd name="T63" fmla="*/ 10 h 1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0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7" name="Freeform 919"/>
              <p:cNvSpPr>
                <a:spLocks/>
              </p:cNvSpPr>
              <p:nvPr/>
            </p:nvSpPr>
            <p:spPr bwMode="auto">
              <a:xfrm>
                <a:off x="3132" y="2125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8 h 41"/>
                  <a:gd name="T8" fmla="*/ 4 w 10"/>
                  <a:gd name="T9" fmla="*/ 36 h 41"/>
                  <a:gd name="T10" fmla="*/ 4 w 10"/>
                  <a:gd name="T11" fmla="*/ 34 h 41"/>
                  <a:gd name="T12" fmla="*/ 2 w 10"/>
                  <a:gd name="T13" fmla="*/ 31 h 41"/>
                  <a:gd name="T14" fmla="*/ 0 w 10"/>
                  <a:gd name="T15" fmla="*/ 29 h 41"/>
                  <a:gd name="T16" fmla="*/ 0 w 10"/>
                  <a:gd name="T17" fmla="*/ 25 h 41"/>
                  <a:gd name="T18" fmla="*/ 0 w 10"/>
                  <a:gd name="T19" fmla="*/ 21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8 h 41"/>
                  <a:gd name="T26" fmla="*/ 4 w 10"/>
                  <a:gd name="T27" fmla="*/ 6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8" name="Freeform 920"/>
              <p:cNvSpPr>
                <a:spLocks/>
              </p:cNvSpPr>
              <p:nvPr/>
            </p:nvSpPr>
            <p:spPr bwMode="auto">
              <a:xfrm>
                <a:off x="3132" y="2150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7 h 17"/>
                  <a:gd name="T8" fmla="*/ 2 w 10"/>
                  <a:gd name="T9" fmla="*/ 9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7 h 17"/>
                  <a:gd name="T34" fmla="*/ 3 w 10"/>
                  <a:gd name="T35" fmla="*/ 3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79" name="Freeform 921"/>
              <p:cNvSpPr>
                <a:spLocks/>
              </p:cNvSpPr>
              <p:nvPr/>
            </p:nvSpPr>
            <p:spPr bwMode="auto">
              <a:xfrm>
                <a:off x="3132" y="2125"/>
                <a:ext cx="9" cy="25"/>
              </a:xfrm>
              <a:custGeom>
                <a:avLst/>
                <a:gdLst>
                  <a:gd name="T0" fmla="*/ 8 w 9"/>
                  <a:gd name="T1" fmla="*/ 0 h 25"/>
                  <a:gd name="T2" fmla="*/ 6 w 9"/>
                  <a:gd name="T3" fmla="*/ 1 h 25"/>
                  <a:gd name="T4" fmla="*/ 4 w 9"/>
                  <a:gd name="T5" fmla="*/ 3 h 25"/>
                  <a:gd name="T6" fmla="*/ 3 w 9"/>
                  <a:gd name="T7" fmla="*/ 6 h 25"/>
                  <a:gd name="T8" fmla="*/ 2 w 9"/>
                  <a:gd name="T9" fmla="*/ 9 h 25"/>
                  <a:gd name="T10" fmla="*/ 0 w 9"/>
                  <a:gd name="T11" fmla="*/ 13 h 25"/>
                  <a:gd name="T12" fmla="*/ 0 w 9"/>
                  <a:gd name="T13" fmla="*/ 17 h 25"/>
                  <a:gd name="T14" fmla="*/ 0 w 9"/>
                  <a:gd name="T15" fmla="*/ 21 h 25"/>
                  <a:gd name="T16" fmla="*/ 0 w 9"/>
                  <a:gd name="T17" fmla="*/ 25 h 25"/>
                  <a:gd name="T18" fmla="*/ 3 w 9"/>
                  <a:gd name="T19" fmla="*/ 25 h 25"/>
                  <a:gd name="T20" fmla="*/ 3 w 9"/>
                  <a:gd name="T21" fmla="*/ 21 h 25"/>
                  <a:gd name="T22" fmla="*/ 3 w 9"/>
                  <a:gd name="T23" fmla="*/ 17 h 25"/>
                  <a:gd name="T24" fmla="*/ 3 w 9"/>
                  <a:gd name="T25" fmla="*/ 13 h 25"/>
                  <a:gd name="T26" fmla="*/ 4 w 9"/>
                  <a:gd name="T27" fmla="*/ 9 h 25"/>
                  <a:gd name="T28" fmla="*/ 4 w 9"/>
                  <a:gd name="T29" fmla="*/ 6 h 25"/>
                  <a:gd name="T30" fmla="*/ 6 w 9"/>
                  <a:gd name="T31" fmla="*/ 4 h 25"/>
                  <a:gd name="T32" fmla="*/ 7 w 9"/>
                  <a:gd name="T33" fmla="*/ 3 h 25"/>
                  <a:gd name="T34" fmla="*/ 9 w 9"/>
                  <a:gd name="T35" fmla="*/ 1 h 25"/>
                  <a:gd name="T36" fmla="*/ 8 w 9"/>
                  <a:gd name="T37" fmla="*/ 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5"/>
                  <a:gd name="T59" fmla="*/ 9 w 9"/>
                  <a:gd name="T60" fmla="*/ 25 h 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5">
                    <a:moveTo>
                      <a:pt x="8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0" name="Freeform 922"/>
              <p:cNvSpPr>
                <a:spLocks/>
              </p:cNvSpPr>
              <p:nvPr/>
            </p:nvSpPr>
            <p:spPr bwMode="auto">
              <a:xfrm>
                <a:off x="3011" y="2010"/>
                <a:ext cx="239" cy="115"/>
              </a:xfrm>
              <a:custGeom>
                <a:avLst/>
                <a:gdLst>
                  <a:gd name="T0" fmla="*/ 8 w 239"/>
                  <a:gd name="T1" fmla="*/ 42 h 115"/>
                  <a:gd name="T2" fmla="*/ 24 w 239"/>
                  <a:gd name="T3" fmla="*/ 35 h 115"/>
                  <a:gd name="T4" fmla="*/ 45 w 239"/>
                  <a:gd name="T5" fmla="*/ 24 h 115"/>
                  <a:gd name="T6" fmla="*/ 67 w 239"/>
                  <a:gd name="T7" fmla="*/ 14 h 115"/>
                  <a:gd name="T8" fmla="*/ 85 w 239"/>
                  <a:gd name="T9" fmla="*/ 5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2 h 115"/>
                  <a:gd name="T16" fmla="*/ 108 w 239"/>
                  <a:gd name="T17" fmla="*/ 4 h 115"/>
                  <a:gd name="T18" fmla="*/ 114 w 239"/>
                  <a:gd name="T19" fmla="*/ 7 h 115"/>
                  <a:gd name="T20" fmla="*/ 126 w 239"/>
                  <a:gd name="T21" fmla="*/ 12 h 115"/>
                  <a:gd name="T22" fmla="*/ 140 w 239"/>
                  <a:gd name="T23" fmla="*/ 19 h 115"/>
                  <a:gd name="T24" fmla="*/ 155 w 239"/>
                  <a:gd name="T25" fmla="*/ 25 h 115"/>
                  <a:gd name="T26" fmla="*/ 172 w 239"/>
                  <a:gd name="T27" fmla="*/ 34 h 115"/>
                  <a:gd name="T28" fmla="*/ 188 w 239"/>
                  <a:gd name="T29" fmla="*/ 40 h 115"/>
                  <a:gd name="T30" fmla="*/ 204 w 239"/>
                  <a:gd name="T31" fmla="*/ 47 h 115"/>
                  <a:gd name="T32" fmla="*/ 217 w 239"/>
                  <a:gd name="T33" fmla="*/ 54 h 115"/>
                  <a:gd name="T34" fmla="*/ 226 w 239"/>
                  <a:gd name="T35" fmla="*/ 58 h 115"/>
                  <a:gd name="T36" fmla="*/ 233 w 239"/>
                  <a:gd name="T37" fmla="*/ 60 h 115"/>
                  <a:gd name="T38" fmla="*/ 237 w 239"/>
                  <a:gd name="T39" fmla="*/ 63 h 115"/>
                  <a:gd name="T40" fmla="*/ 239 w 239"/>
                  <a:gd name="T41" fmla="*/ 68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2 h 115"/>
                  <a:gd name="T50" fmla="*/ 197 w 239"/>
                  <a:gd name="T51" fmla="*/ 87 h 115"/>
                  <a:gd name="T52" fmla="*/ 184 w 239"/>
                  <a:gd name="T53" fmla="*/ 92 h 115"/>
                  <a:gd name="T54" fmla="*/ 172 w 239"/>
                  <a:gd name="T55" fmla="*/ 98 h 115"/>
                  <a:gd name="T56" fmla="*/ 160 w 239"/>
                  <a:gd name="T57" fmla="*/ 103 h 115"/>
                  <a:gd name="T58" fmla="*/ 149 w 239"/>
                  <a:gd name="T59" fmla="*/ 108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08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3 h 115"/>
                  <a:gd name="T80" fmla="*/ 51 w 239"/>
                  <a:gd name="T81" fmla="*/ 75 h 115"/>
                  <a:gd name="T82" fmla="*/ 36 w 239"/>
                  <a:gd name="T83" fmla="*/ 68 h 115"/>
                  <a:gd name="T84" fmla="*/ 23 w 239"/>
                  <a:gd name="T85" fmla="*/ 60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7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24" y="35"/>
                    </a:lnTo>
                    <a:lnTo>
                      <a:pt x="31" y="30"/>
                    </a:lnTo>
                    <a:lnTo>
                      <a:pt x="37" y="27"/>
                    </a:lnTo>
                    <a:lnTo>
                      <a:pt x="45" y="24"/>
                    </a:lnTo>
                    <a:lnTo>
                      <a:pt x="52" y="21"/>
                    </a:lnTo>
                    <a:lnTo>
                      <a:pt x="61" y="18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7"/>
                    </a:lnTo>
                    <a:lnTo>
                      <a:pt x="85" y="5"/>
                    </a:lnTo>
                    <a:lnTo>
                      <a:pt x="89" y="3"/>
                    </a:lnTo>
                    <a:lnTo>
                      <a:pt x="93" y="2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2"/>
                    </a:lnTo>
                    <a:lnTo>
                      <a:pt x="104" y="2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0" y="4"/>
                    </a:lnTo>
                    <a:lnTo>
                      <a:pt x="112" y="5"/>
                    </a:lnTo>
                    <a:lnTo>
                      <a:pt x="114" y="7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9"/>
                    </a:lnTo>
                    <a:lnTo>
                      <a:pt x="145" y="21"/>
                    </a:lnTo>
                    <a:lnTo>
                      <a:pt x="149" y="23"/>
                    </a:lnTo>
                    <a:lnTo>
                      <a:pt x="155" y="25"/>
                    </a:lnTo>
                    <a:lnTo>
                      <a:pt x="161" y="27"/>
                    </a:lnTo>
                    <a:lnTo>
                      <a:pt x="166" y="30"/>
                    </a:lnTo>
                    <a:lnTo>
                      <a:pt x="172" y="34"/>
                    </a:lnTo>
                    <a:lnTo>
                      <a:pt x="178" y="36"/>
                    </a:lnTo>
                    <a:lnTo>
                      <a:pt x="183" y="38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4"/>
                    </a:lnTo>
                    <a:lnTo>
                      <a:pt x="220" y="55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6"/>
                    </a:lnTo>
                    <a:lnTo>
                      <a:pt x="239" y="66"/>
                    </a:lnTo>
                    <a:lnTo>
                      <a:pt x="239" y="68"/>
                    </a:lnTo>
                    <a:lnTo>
                      <a:pt x="238" y="68"/>
                    </a:lnTo>
                    <a:lnTo>
                      <a:pt x="236" y="70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5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2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0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100"/>
                    </a:lnTo>
                    <a:lnTo>
                      <a:pt x="164" y="101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8"/>
                    </a:lnTo>
                    <a:lnTo>
                      <a:pt x="143" y="110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0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5"/>
                    </a:lnTo>
                    <a:lnTo>
                      <a:pt x="66" y="83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6" y="68"/>
                    </a:lnTo>
                    <a:lnTo>
                      <a:pt x="32" y="66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1" name="Freeform 923"/>
              <p:cNvSpPr>
                <a:spLocks/>
              </p:cNvSpPr>
              <p:nvPr/>
            </p:nvSpPr>
            <p:spPr bwMode="auto">
              <a:xfrm>
                <a:off x="3014" y="2010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2 h 44"/>
                  <a:gd name="T6" fmla="*/ 81 w 90"/>
                  <a:gd name="T7" fmla="*/ 4 h 44"/>
                  <a:gd name="T8" fmla="*/ 77 w 90"/>
                  <a:gd name="T9" fmla="*/ 6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20 h 44"/>
                  <a:gd name="T18" fmla="*/ 42 w 90"/>
                  <a:gd name="T19" fmla="*/ 23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4 h 44"/>
                  <a:gd name="T26" fmla="*/ 15 w 90"/>
                  <a:gd name="T27" fmla="*/ 36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3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8 h 44"/>
                  <a:gd name="T46" fmla="*/ 21 w 90"/>
                  <a:gd name="T47" fmla="*/ 34 h 44"/>
                  <a:gd name="T48" fmla="*/ 28 w 90"/>
                  <a:gd name="T49" fmla="*/ 31 h 44"/>
                  <a:gd name="T50" fmla="*/ 35 w 90"/>
                  <a:gd name="T51" fmla="*/ 28 h 44"/>
                  <a:gd name="T52" fmla="*/ 42 w 90"/>
                  <a:gd name="T53" fmla="*/ 24 h 44"/>
                  <a:gd name="T54" fmla="*/ 50 w 90"/>
                  <a:gd name="T55" fmla="*/ 21 h 44"/>
                  <a:gd name="T56" fmla="*/ 56 w 90"/>
                  <a:gd name="T57" fmla="*/ 18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6 h 44"/>
                  <a:gd name="T66" fmla="*/ 86 w 90"/>
                  <a:gd name="T67" fmla="*/ 4 h 44"/>
                  <a:gd name="T68" fmla="*/ 90 w 90"/>
                  <a:gd name="T69" fmla="*/ 2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2"/>
                    </a:lnTo>
                    <a:lnTo>
                      <a:pt x="81" y="4"/>
                    </a:lnTo>
                    <a:lnTo>
                      <a:pt x="77" y="6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20"/>
                    </a:lnTo>
                    <a:lnTo>
                      <a:pt x="42" y="23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3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4"/>
                    </a:lnTo>
                    <a:lnTo>
                      <a:pt x="28" y="31"/>
                    </a:lnTo>
                    <a:lnTo>
                      <a:pt x="35" y="28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6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2" name="Freeform 924"/>
              <p:cNvSpPr>
                <a:spLocks/>
              </p:cNvSpPr>
              <p:nvPr/>
            </p:nvSpPr>
            <p:spPr bwMode="auto">
              <a:xfrm>
                <a:off x="3103" y="2009"/>
                <a:ext cx="13" cy="4"/>
              </a:xfrm>
              <a:custGeom>
                <a:avLst/>
                <a:gdLst>
                  <a:gd name="T0" fmla="*/ 13 w 13"/>
                  <a:gd name="T1" fmla="*/ 3 h 4"/>
                  <a:gd name="T2" fmla="*/ 13 w 13"/>
                  <a:gd name="T3" fmla="*/ 3 h 4"/>
                  <a:gd name="T4" fmla="*/ 12 w 13"/>
                  <a:gd name="T5" fmla="*/ 1 h 4"/>
                  <a:gd name="T6" fmla="*/ 10 w 13"/>
                  <a:gd name="T7" fmla="*/ 1 h 4"/>
                  <a:gd name="T8" fmla="*/ 9 w 13"/>
                  <a:gd name="T9" fmla="*/ 0 h 4"/>
                  <a:gd name="T10" fmla="*/ 6 w 13"/>
                  <a:gd name="T11" fmla="*/ 0 h 4"/>
                  <a:gd name="T12" fmla="*/ 5 w 13"/>
                  <a:gd name="T13" fmla="*/ 0 h 4"/>
                  <a:gd name="T14" fmla="*/ 3 w 13"/>
                  <a:gd name="T15" fmla="*/ 0 h 4"/>
                  <a:gd name="T16" fmla="*/ 2 w 13"/>
                  <a:gd name="T17" fmla="*/ 0 h 4"/>
                  <a:gd name="T18" fmla="*/ 0 w 13"/>
                  <a:gd name="T19" fmla="*/ 1 h 4"/>
                  <a:gd name="T20" fmla="*/ 0 w 13"/>
                  <a:gd name="T21" fmla="*/ 3 h 4"/>
                  <a:gd name="T22" fmla="*/ 2 w 13"/>
                  <a:gd name="T23" fmla="*/ 3 h 4"/>
                  <a:gd name="T24" fmla="*/ 3 w 13"/>
                  <a:gd name="T25" fmla="*/ 3 h 4"/>
                  <a:gd name="T26" fmla="*/ 5 w 13"/>
                  <a:gd name="T27" fmla="*/ 3 h 4"/>
                  <a:gd name="T28" fmla="*/ 6 w 13"/>
                  <a:gd name="T29" fmla="*/ 3 h 4"/>
                  <a:gd name="T30" fmla="*/ 9 w 13"/>
                  <a:gd name="T31" fmla="*/ 3 h 4"/>
                  <a:gd name="T32" fmla="*/ 10 w 13"/>
                  <a:gd name="T33" fmla="*/ 3 h 4"/>
                  <a:gd name="T34" fmla="*/ 11 w 13"/>
                  <a:gd name="T35" fmla="*/ 3 h 4"/>
                  <a:gd name="T36" fmla="*/ 12 w 13"/>
                  <a:gd name="T37" fmla="*/ 4 h 4"/>
                  <a:gd name="T38" fmla="*/ 13 w 13"/>
                  <a:gd name="T39" fmla="*/ 3 h 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4"/>
                  <a:gd name="T62" fmla="*/ 13 w 13"/>
                  <a:gd name="T63" fmla="*/ 4 h 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4">
                    <a:moveTo>
                      <a:pt x="13" y="3"/>
                    </a:moveTo>
                    <a:lnTo>
                      <a:pt x="13" y="3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3" name="Freeform 925"/>
              <p:cNvSpPr>
                <a:spLocks/>
              </p:cNvSpPr>
              <p:nvPr/>
            </p:nvSpPr>
            <p:spPr bwMode="auto">
              <a:xfrm>
                <a:off x="3115" y="2012"/>
                <a:ext cx="128" cy="59"/>
              </a:xfrm>
              <a:custGeom>
                <a:avLst/>
                <a:gdLst>
                  <a:gd name="T0" fmla="*/ 128 w 128"/>
                  <a:gd name="T1" fmla="*/ 58 h 59"/>
                  <a:gd name="T2" fmla="*/ 124 w 128"/>
                  <a:gd name="T3" fmla="*/ 56 h 59"/>
                  <a:gd name="T4" fmla="*/ 119 w 128"/>
                  <a:gd name="T5" fmla="*/ 53 h 59"/>
                  <a:gd name="T6" fmla="*/ 111 w 128"/>
                  <a:gd name="T7" fmla="*/ 51 h 59"/>
                  <a:gd name="T8" fmla="*/ 104 w 128"/>
                  <a:gd name="T9" fmla="*/ 47 h 59"/>
                  <a:gd name="T10" fmla="*/ 94 w 128"/>
                  <a:gd name="T11" fmla="*/ 42 h 59"/>
                  <a:gd name="T12" fmla="*/ 84 w 128"/>
                  <a:gd name="T13" fmla="*/ 38 h 59"/>
                  <a:gd name="T14" fmla="*/ 73 w 128"/>
                  <a:gd name="T15" fmla="*/ 32 h 59"/>
                  <a:gd name="T16" fmla="*/ 62 w 128"/>
                  <a:gd name="T17" fmla="*/ 27 h 59"/>
                  <a:gd name="T18" fmla="*/ 51 w 128"/>
                  <a:gd name="T19" fmla="*/ 22 h 59"/>
                  <a:gd name="T20" fmla="*/ 41 w 128"/>
                  <a:gd name="T21" fmla="*/ 18 h 59"/>
                  <a:gd name="T22" fmla="*/ 30 w 128"/>
                  <a:gd name="T23" fmla="*/ 12 h 59"/>
                  <a:gd name="T24" fmla="*/ 22 w 128"/>
                  <a:gd name="T25" fmla="*/ 8 h 59"/>
                  <a:gd name="T26" fmla="*/ 14 w 128"/>
                  <a:gd name="T27" fmla="*/ 5 h 59"/>
                  <a:gd name="T28" fmla="*/ 8 w 128"/>
                  <a:gd name="T29" fmla="*/ 3 h 59"/>
                  <a:gd name="T30" fmla="*/ 4 w 128"/>
                  <a:gd name="T31" fmla="*/ 1 h 59"/>
                  <a:gd name="T32" fmla="*/ 0 w 128"/>
                  <a:gd name="T33" fmla="*/ 2 h 59"/>
                  <a:gd name="T34" fmla="*/ 2 w 128"/>
                  <a:gd name="T35" fmla="*/ 2 h 59"/>
                  <a:gd name="T36" fmla="*/ 7 w 128"/>
                  <a:gd name="T37" fmla="*/ 4 h 59"/>
                  <a:gd name="T38" fmla="*/ 13 w 128"/>
                  <a:gd name="T39" fmla="*/ 7 h 59"/>
                  <a:gd name="T40" fmla="*/ 21 w 128"/>
                  <a:gd name="T41" fmla="*/ 10 h 59"/>
                  <a:gd name="T42" fmla="*/ 29 w 128"/>
                  <a:gd name="T43" fmla="*/ 14 h 59"/>
                  <a:gd name="T44" fmla="*/ 40 w 128"/>
                  <a:gd name="T45" fmla="*/ 20 h 59"/>
                  <a:gd name="T46" fmla="*/ 50 w 128"/>
                  <a:gd name="T47" fmla="*/ 24 h 59"/>
                  <a:gd name="T48" fmla="*/ 61 w 128"/>
                  <a:gd name="T49" fmla="*/ 28 h 59"/>
                  <a:gd name="T50" fmla="*/ 72 w 128"/>
                  <a:gd name="T51" fmla="*/ 35 h 59"/>
                  <a:gd name="T52" fmla="*/ 83 w 128"/>
                  <a:gd name="T53" fmla="*/ 39 h 59"/>
                  <a:gd name="T54" fmla="*/ 94 w 128"/>
                  <a:gd name="T55" fmla="*/ 43 h 59"/>
                  <a:gd name="T56" fmla="*/ 103 w 128"/>
                  <a:gd name="T57" fmla="*/ 48 h 59"/>
                  <a:gd name="T58" fmla="*/ 110 w 128"/>
                  <a:gd name="T59" fmla="*/ 53 h 59"/>
                  <a:gd name="T60" fmla="*/ 119 w 128"/>
                  <a:gd name="T61" fmla="*/ 55 h 59"/>
                  <a:gd name="T62" fmla="*/ 123 w 128"/>
                  <a:gd name="T63" fmla="*/ 58 h 59"/>
                  <a:gd name="T64" fmla="*/ 126 w 128"/>
                  <a:gd name="T65" fmla="*/ 59 h 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59"/>
                  <a:gd name="T101" fmla="*/ 128 w 128"/>
                  <a:gd name="T102" fmla="*/ 59 h 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59">
                    <a:moveTo>
                      <a:pt x="128" y="58"/>
                    </a:moveTo>
                    <a:lnTo>
                      <a:pt x="128" y="58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3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49"/>
                    </a:lnTo>
                    <a:lnTo>
                      <a:pt x="104" y="47"/>
                    </a:lnTo>
                    <a:lnTo>
                      <a:pt x="99" y="44"/>
                    </a:lnTo>
                    <a:lnTo>
                      <a:pt x="94" y="42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68" y="29"/>
                    </a:lnTo>
                    <a:lnTo>
                      <a:pt x="62" y="27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2"/>
                    </a:lnTo>
                    <a:lnTo>
                      <a:pt x="29" y="14"/>
                    </a:lnTo>
                    <a:lnTo>
                      <a:pt x="36" y="17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8"/>
                    </a:lnTo>
                    <a:lnTo>
                      <a:pt x="67" y="32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3"/>
                    </a:lnTo>
                    <a:lnTo>
                      <a:pt x="99" y="45"/>
                    </a:lnTo>
                    <a:lnTo>
                      <a:pt x="103" y="48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3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8"/>
                    </a:lnTo>
                    <a:lnTo>
                      <a:pt x="125" y="58"/>
                    </a:lnTo>
                    <a:lnTo>
                      <a:pt x="126" y="59"/>
                    </a:lnTo>
                    <a:lnTo>
                      <a:pt x="128" y="5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4" name="Freeform 926"/>
              <p:cNvSpPr>
                <a:spLocks/>
              </p:cNvSpPr>
              <p:nvPr/>
            </p:nvSpPr>
            <p:spPr bwMode="auto">
              <a:xfrm>
                <a:off x="3241" y="2070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6 h 11"/>
                  <a:gd name="T10" fmla="*/ 8 w 9"/>
                  <a:gd name="T11" fmla="*/ 6 h 11"/>
                  <a:gd name="T12" fmla="*/ 7 w 9"/>
                  <a:gd name="T13" fmla="*/ 2 h 11"/>
                  <a:gd name="T14" fmla="*/ 5 w 9"/>
                  <a:gd name="T15" fmla="*/ 1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6 h 11"/>
                  <a:gd name="T28" fmla="*/ 7 w 9"/>
                  <a:gd name="T29" fmla="*/ 6 h 11"/>
                  <a:gd name="T30" fmla="*/ 7 w 9"/>
                  <a:gd name="T31" fmla="*/ 6 h 11"/>
                  <a:gd name="T32" fmla="*/ 7 w 9"/>
                  <a:gd name="T33" fmla="*/ 8 h 11"/>
                  <a:gd name="T34" fmla="*/ 7 w 9"/>
                  <a:gd name="T35" fmla="*/ 8 h 11"/>
                  <a:gd name="T36" fmla="*/ 4 w 9"/>
                  <a:gd name="T37" fmla="*/ 10 h 11"/>
                  <a:gd name="T38" fmla="*/ 5 w 9"/>
                  <a:gd name="T39" fmla="*/ 1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1"/>
                  <a:gd name="T62" fmla="*/ 9 w 9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5" name="Freeform 927"/>
              <p:cNvSpPr>
                <a:spLocks/>
              </p:cNvSpPr>
              <p:nvPr/>
            </p:nvSpPr>
            <p:spPr bwMode="auto">
              <a:xfrm>
                <a:off x="3143" y="2080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0 h 46"/>
                  <a:gd name="T8" fmla="*/ 20 w 103"/>
                  <a:gd name="T9" fmla="*/ 37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3 h 46"/>
                  <a:gd name="T18" fmla="*/ 60 w 103"/>
                  <a:gd name="T19" fmla="*/ 20 h 46"/>
                  <a:gd name="T20" fmla="*/ 70 w 103"/>
                  <a:gd name="T21" fmla="*/ 17 h 46"/>
                  <a:gd name="T22" fmla="*/ 77 w 103"/>
                  <a:gd name="T23" fmla="*/ 14 h 46"/>
                  <a:gd name="T24" fmla="*/ 83 w 103"/>
                  <a:gd name="T25" fmla="*/ 11 h 46"/>
                  <a:gd name="T26" fmla="*/ 90 w 103"/>
                  <a:gd name="T27" fmla="*/ 6 h 46"/>
                  <a:gd name="T28" fmla="*/ 95 w 103"/>
                  <a:gd name="T29" fmla="*/ 4 h 46"/>
                  <a:gd name="T30" fmla="*/ 100 w 103"/>
                  <a:gd name="T31" fmla="*/ 3 h 46"/>
                  <a:gd name="T32" fmla="*/ 103 w 103"/>
                  <a:gd name="T33" fmla="*/ 2 h 46"/>
                  <a:gd name="T34" fmla="*/ 101 w 103"/>
                  <a:gd name="T35" fmla="*/ 1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6 h 46"/>
                  <a:gd name="T42" fmla="*/ 79 w 103"/>
                  <a:gd name="T43" fmla="*/ 11 h 46"/>
                  <a:gd name="T44" fmla="*/ 72 w 103"/>
                  <a:gd name="T45" fmla="*/ 14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3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7 h 46"/>
                  <a:gd name="T60" fmla="*/ 11 w 103"/>
                  <a:gd name="T61" fmla="*/ 40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3"/>
                    </a:lnTo>
                    <a:lnTo>
                      <a:pt x="57" y="22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8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5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2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9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7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6" name="Freeform 928"/>
              <p:cNvSpPr>
                <a:spLocks/>
              </p:cNvSpPr>
              <p:nvPr/>
            </p:nvSpPr>
            <p:spPr bwMode="auto">
              <a:xfrm>
                <a:off x="3129" y="2122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7" name="Freeform 929"/>
              <p:cNvSpPr>
                <a:spLocks/>
              </p:cNvSpPr>
              <p:nvPr/>
            </p:nvSpPr>
            <p:spPr bwMode="auto">
              <a:xfrm>
                <a:off x="3015" y="2061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5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0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7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59 h 62"/>
                  <a:gd name="T36" fmla="*/ 110 w 115"/>
                  <a:gd name="T37" fmla="*/ 57 h 62"/>
                  <a:gd name="T38" fmla="*/ 104 w 115"/>
                  <a:gd name="T39" fmla="*/ 54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1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5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8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0"/>
                    </a:lnTo>
                    <a:lnTo>
                      <a:pt x="79" y="43"/>
                    </a:lnTo>
                    <a:lnTo>
                      <a:pt x="83" y="46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6"/>
                    </a:lnTo>
                    <a:lnTo>
                      <a:pt x="107" y="57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59"/>
                    </a:lnTo>
                    <a:lnTo>
                      <a:pt x="112" y="58"/>
                    </a:lnTo>
                    <a:lnTo>
                      <a:pt x="110" y="57"/>
                    </a:lnTo>
                    <a:lnTo>
                      <a:pt x="107" y="56"/>
                    </a:lnTo>
                    <a:lnTo>
                      <a:pt x="104" y="54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6"/>
                    </a:lnTo>
                    <a:lnTo>
                      <a:pt x="84" y="43"/>
                    </a:lnTo>
                    <a:lnTo>
                      <a:pt x="80" y="41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8" name="Freeform 930"/>
              <p:cNvSpPr>
                <a:spLocks/>
              </p:cNvSpPr>
              <p:nvPr/>
            </p:nvSpPr>
            <p:spPr bwMode="auto">
              <a:xfrm>
                <a:off x="3010" y="2053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2 w 6"/>
                  <a:gd name="T5" fmla="*/ 1 h 9"/>
                  <a:gd name="T6" fmla="*/ 1 w 6"/>
                  <a:gd name="T7" fmla="*/ 3 h 9"/>
                  <a:gd name="T8" fmla="*/ 0 w 6"/>
                  <a:gd name="T9" fmla="*/ 3 h 9"/>
                  <a:gd name="T10" fmla="*/ 0 w 6"/>
                  <a:gd name="T11" fmla="*/ 6 h 9"/>
                  <a:gd name="T12" fmla="*/ 1 w 6"/>
                  <a:gd name="T13" fmla="*/ 7 h 9"/>
                  <a:gd name="T14" fmla="*/ 2 w 6"/>
                  <a:gd name="T15" fmla="*/ 8 h 9"/>
                  <a:gd name="T16" fmla="*/ 4 w 6"/>
                  <a:gd name="T17" fmla="*/ 8 h 9"/>
                  <a:gd name="T18" fmla="*/ 5 w 6"/>
                  <a:gd name="T19" fmla="*/ 9 h 9"/>
                  <a:gd name="T20" fmla="*/ 6 w 6"/>
                  <a:gd name="T21" fmla="*/ 8 h 9"/>
                  <a:gd name="T22" fmla="*/ 4 w 6"/>
                  <a:gd name="T23" fmla="*/ 7 h 9"/>
                  <a:gd name="T24" fmla="*/ 3 w 6"/>
                  <a:gd name="T25" fmla="*/ 6 h 9"/>
                  <a:gd name="T26" fmla="*/ 2 w 6"/>
                  <a:gd name="T27" fmla="*/ 6 h 9"/>
                  <a:gd name="T28" fmla="*/ 2 w 6"/>
                  <a:gd name="T29" fmla="*/ 3 h 9"/>
                  <a:gd name="T30" fmla="*/ 3 w 6"/>
                  <a:gd name="T31" fmla="*/ 3 h 9"/>
                  <a:gd name="T32" fmla="*/ 5 w 6"/>
                  <a:gd name="T33" fmla="*/ 1 h 9"/>
                  <a:gd name="T34" fmla="*/ 4 w 6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9"/>
                  <a:gd name="T56" fmla="*/ 6 w 6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89" name="Freeform 931"/>
              <p:cNvSpPr>
                <a:spLocks/>
              </p:cNvSpPr>
              <p:nvPr/>
            </p:nvSpPr>
            <p:spPr bwMode="auto">
              <a:xfrm>
                <a:off x="3137" y="2112"/>
                <a:ext cx="106" cy="49"/>
              </a:xfrm>
              <a:custGeom>
                <a:avLst/>
                <a:gdLst>
                  <a:gd name="T0" fmla="*/ 106 w 106"/>
                  <a:gd name="T1" fmla="*/ 0 h 49"/>
                  <a:gd name="T2" fmla="*/ 104 w 106"/>
                  <a:gd name="T3" fmla="*/ 0 h 49"/>
                  <a:gd name="T4" fmla="*/ 102 w 106"/>
                  <a:gd name="T5" fmla="*/ 1 h 49"/>
                  <a:gd name="T6" fmla="*/ 100 w 106"/>
                  <a:gd name="T7" fmla="*/ 2 h 49"/>
                  <a:gd name="T8" fmla="*/ 98 w 106"/>
                  <a:gd name="T9" fmla="*/ 3 h 49"/>
                  <a:gd name="T10" fmla="*/ 95 w 106"/>
                  <a:gd name="T11" fmla="*/ 4 h 49"/>
                  <a:gd name="T12" fmla="*/ 92 w 106"/>
                  <a:gd name="T13" fmla="*/ 5 h 49"/>
                  <a:gd name="T14" fmla="*/ 88 w 106"/>
                  <a:gd name="T15" fmla="*/ 7 h 49"/>
                  <a:gd name="T16" fmla="*/ 85 w 106"/>
                  <a:gd name="T17" fmla="*/ 10 h 49"/>
                  <a:gd name="T18" fmla="*/ 82 w 106"/>
                  <a:gd name="T19" fmla="*/ 10 h 49"/>
                  <a:gd name="T20" fmla="*/ 79 w 106"/>
                  <a:gd name="T21" fmla="*/ 13 h 49"/>
                  <a:gd name="T22" fmla="*/ 75 w 106"/>
                  <a:gd name="T23" fmla="*/ 15 h 49"/>
                  <a:gd name="T24" fmla="*/ 70 w 106"/>
                  <a:gd name="T25" fmla="*/ 16 h 49"/>
                  <a:gd name="T26" fmla="*/ 66 w 106"/>
                  <a:gd name="T27" fmla="*/ 18 h 49"/>
                  <a:gd name="T28" fmla="*/ 62 w 106"/>
                  <a:gd name="T29" fmla="*/ 20 h 49"/>
                  <a:gd name="T30" fmla="*/ 57 w 106"/>
                  <a:gd name="T31" fmla="*/ 22 h 49"/>
                  <a:gd name="T32" fmla="*/ 53 w 106"/>
                  <a:gd name="T33" fmla="*/ 23 h 49"/>
                  <a:gd name="T34" fmla="*/ 50 w 106"/>
                  <a:gd name="T35" fmla="*/ 26 h 49"/>
                  <a:gd name="T36" fmla="*/ 45 w 106"/>
                  <a:gd name="T37" fmla="*/ 29 h 49"/>
                  <a:gd name="T38" fmla="*/ 40 w 106"/>
                  <a:gd name="T39" fmla="*/ 31 h 49"/>
                  <a:gd name="T40" fmla="*/ 36 w 106"/>
                  <a:gd name="T41" fmla="*/ 32 h 49"/>
                  <a:gd name="T42" fmla="*/ 31 w 106"/>
                  <a:gd name="T43" fmla="*/ 34 h 49"/>
                  <a:gd name="T44" fmla="*/ 28 w 106"/>
                  <a:gd name="T45" fmla="*/ 36 h 49"/>
                  <a:gd name="T46" fmla="*/ 23 w 106"/>
                  <a:gd name="T47" fmla="*/ 37 h 49"/>
                  <a:gd name="T48" fmla="*/ 20 w 106"/>
                  <a:gd name="T49" fmla="*/ 39 h 49"/>
                  <a:gd name="T50" fmla="*/ 17 w 106"/>
                  <a:gd name="T51" fmla="*/ 42 h 49"/>
                  <a:gd name="T52" fmla="*/ 14 w 106"/>
                  <a:gd name="T53" fmla="*/ 42 h 49"/>
                  <a:gd name="T54" fmla="*/ 10 w 106"/>
                  <a:gd name="T55" fmla="*/ 45 h 49"/>
                  <a:gd name="T56" fmla="*/ 8 w 106"/>
                  <a:gd name="T57" fmla="*/ 46 h 49"/>
                  <a:gd name="T58" fmla="*/ 5 w 106"/>
                  <a:gd name="T59" fmla="*/ 47 h 49"/>
                  <a:gd name="T60" fmla="*/ 3 w 106"/>
                  <a:gd name="T61" fmla="*/ 48 h 49"/>
                  <a:gd name="T62" fmla="*/ 1 w 106"/>
                  <a:gd name="T63" fmla="*/ 48 h 49"/>
                  <a:gd name="T64" fmla="*/ 0 w 106"/>
                  <a:gd name="T65" fmla="*/ 49 h 49"/>
                  <a:gd name="T66" fmla="*/ 106 w 106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9"/>
                  <a:gd name="T104" fmla="*/ 106 w 106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9">
                    <a:moveTo>
                      <a:pt x="106" y="0"/>
                    </a:moveTo>
                    <a:lnTo>
                      <a:pt x="104" y="0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6"/>
                    </a:lnTo>
                    <a:lnTo>
                      <a:pt x="45" y="29"/>
                    </a:lnTo>
                    <a:lnTo>
                      <a:pt x="40" y="31"/>
                    </a:lnTo>
                    <a:lnTo>
                      <a:pt x="36" y="32"/>
                    </a:lnTo>
                    <a:lnTo>
                      <a:pt x="31" y="34"/>
                    </a:lnTo>
                    <a:lnTo>
                      <a:pt x="28" y="36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2"/>
                    </a:lnTo>
                    <a:lnTo>
                      <a:pt x="14" y="42"/>
                    </a:lnTo>
                    <a:lnTo>
                      <a:pt x="10" y="45"/>
                    </a:lnTo>
                    <a:lnTo>
                      <a:pt x="8" y="46"/>
                    </a:lnTo>
                    <a:lnTo>
                      <a:pt x="5" y="47"/>
                    </a:lnTo>
                    <a:lnTo>
                      <a:pt x="3" y="48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0" name="Freeform 932"/>
              <p:cNvSpPr>
                <a:spLocks/>
              </p:cNvSpPr>
              <p:nvPr/>
            </p:nvSpPr>
            <p:spPr bwMode="auto">
              <a:xfrm>
                <a:off x="3136" y="2112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6 h 50"/>
                  <a:gd name="T6" fmla="*/ 18 w 107"/>
                  <a:gd name="T7" fmla="*/ 42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8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3 h 50"/>
                  <a:gd name="T24" fmla="*/ 89 w 107"/>
                  <a:gd name="T25" fmla="*/ 10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10 h 50"/>
                  <a:gd name="T42" fmla="*/ 79 w 107"/>
                  <a:gd name="T43" fmla="*/ 13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9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2 h 50"/>
                  <a:gd name="T60" fmla="*/ 7 w 107"/>
                  <a:gd name="T61" fmla="*/ 45 h 50"/>
                  <a:gd name="T62" fmla="*/ 3 w 107"/>
                  <a:gd name="T63" fmla="*/ 47 h 50"/>
                  <a:gd name="T64" fmla="*/ 0 w 107"/>
                  <a:gd name="T65" fmla="*/ 49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6"/>
                    </a:lnTo>
                    <a:lnTo>
                      <a:pt x="15" y="44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30"/>
                    </a:lnTo>
                    <a:lnTo>
                      <a:pt x="49" y="28"/>
                    </a:lnTo>
                    <a:lnTo>
                      <a:pt x="54" y="26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3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2"/>
                    </a:lnTo>
                    <a:lnTo>
                      <a:pt x="105" y="0"/>
                    </a:lnTo>
                    <a:lnTo>
                      <a:pt x="104" y="1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6"/>
                    </a:lnTo>
                    <a:lnTo>
                      <a:pt x="45" y="29"/>
                    </a:lnTo>
                    <a:lnTo>
                      <a:pt x="40" y="30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7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1" name="Freeform 933"/>
              <p:cNvSpPr>
                <a:spLocks/>
              </p:cNvSpPr>
              <p:nvPr/>
            </p:nvSpPr>
            <p:spPr bwMode="auto">
              <a:xfrm>
                <a:off x="2998" y="2015"/>
                <a:ext cx="252" cy="110"/>
              </a:xfrm>
              <a:custGeom>
                <a:avLst/>
                <a:gdLst>
                  <a:gd name="T0" fmla="*/ 2 w 252"/>
                  <a:gd name="T1" fmla="*/ 29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8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6 h 110"/>
                  <a:gd name="T28" fmla="*/ 247 w 252"/>
                  <a:gd name="T29" fmla="*/ 56 h 110"/>
                  <a:gd name="T30" fmla="*/ 251 w 252"/>
                  <a:gd name="T31" fmla="*/ 60 h 110"/>
                  <a:gd name="T32" fmla="*/ 251 w 252"/>
                  <a:gd name="T33" fmla="*/ 63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3 h 110"/>
                  <a:gd name="T40" fmla="*/ 218 w 252"/>
                  <a:gd name="T41" fmla="*/ 78 h 110"/>
                  <a:gd name="T42" fmla="*/ 205 w 252"/>
                  <a:gd name="T43" fmla="*/ 83 h 110"/>
                  <a:gd name="T44" fmla="*/ 193 w 252"/>
                  <a:gd name="T45" fmla="*/ 89 h 110"/>
                  <a:gd name="T46" fmla="*/ 180 w 252"/>
                  <a:gd name="T47" fmla="*/ 94 h 110"/>
                  <a:gd name="T48" fmla="*/ 170 w 252"/>
                  <a:gd name="T49" fmla="*/ 99 h 110"/>
                  <a:gd name="T50" fmla="*/ 159 w 252"/>
                  <a:gd name="T51" fmla="*/ 103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1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2 h 110"/>
                  <a:gd name="T70" fmla="*/ 72 w 252"/>
                  <a:gd name="T71" fmla="*/ 74 h 110"/>
                  <a:gd name="T72" fmla="*/ 58 w 252"/>
                  <a:gd name="T73" fmla="*/ 66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8 h 110"/>
                  <a:gd name="T80" fmla="*/ 18 w 252"/>
                  <a:gd name="T81" fmla="*/ 46 h 110"/>
                  <a:gd name="T82" fmla="*/ 15 w 252"/>
                  <a:gd name="T83" fmla="*/ 44 h 110"/>
                  <a:gd name="T84" fmla="*/ 10 w 252"/>
                  <a:gd name="T85" fmla="*/ 40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29"/>
                    </a:lnTo>
                    <a:lnTo>
                      <a:pt x="1" y="24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8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5"/>
                    </a:lnTo>
                    <a:lnTo>
                      <a:pt x="107" y="5"/>
                    </a:lnTo>
                    <a:lnTo>
                      <a:pt x="118" y="6"/>
                    </a:lnTo>
                    <a:lnTo>
                      <a:pt x="128" y="7"/>
                    </a:lnTo>
                    <a:lnTo>
                      <a:pt x="140" y="8"/>
                    </a:lnTo>
                    <a:lnTo>
                      <a:pt x="149" y="8"/>
                    </a:lnTo>
                    <a:lnTo>
                      <a:pt x="160" y="9"/>
                    </a:lnTo>
                    <a:lnTo>
                      <a:pt x="170" y="10"/>
                    </a:lnTo>
                    <a:lnTo>
                      <a:pt x="180" y="13"/>
                    </a:lnTo>
                    <a:lnTo>
                      <a:pt x="189" y="13"/>
                    </a:lnTo>
                    <a:lnTo>
                      <a:pt x="199" y="13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6"/>
                    </a:lnTo>
                    <a:lnTo>
                      <a:pt x="245" y="45"/>
                    </a:lnTo>
                    <a:lnTo>
                      <a:pt x="246" y="55"/>
                    </a:lnTo>
                    <a:lnTo>
                      <a:pt x="247" y="56"/>
                    </a:lnTo>
                    <a:lnTo>
                      <a:pt x="249" y="57"/>
                    </a:lnTo>
                    <a:lnTo>
                      <a:pt x="250" y="58"/>
                    </a:lnTo>
                    <a:lnTo>
                      <a:pt x="251" y="60"/>
                    </a:lnTo>
                    <a:lnTo>
                      <a:pt x="252" y="61"/>
                    </a:lnTo>
                    <a:lnTo>
                      <a:pt x="252" y="62"/>
                    </a:lnTo>
                    <a:lnTo>
                      <a:pt x="251" y="63"/>
                    </a:lnTo>
                    <a:lnTo>
                      <a:pt x="249" y="64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6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1"/>
                    </a:lnTo>
                    <a:lnTo>
                      <a:pt x="230" y="73"/>
                    </a:lnTo>
                    <a:lnTo>
                      <a:pt x="226" y="74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0"/>
                    </a:lnTo>
                    <a:lnTo>
                      <a:pt x="210" y="81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3" y="89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6"/>
                    </a:lnTo>
                    <a:lnTo>
                      <a:pt x="173" y="98"/>
                    </a:lnTo>
                    <a:lnTo>
                      <a:pt x="170" y="99"/>
                    </a:lnTo>
                    <a:lnTo>
                      <a:pt x="165" y="101"/>
                    </a:lnTo>
                    <a:lnTo>
                      <a:pt x="162" y="103"/>
                    </a:lnTo>
                    <a:lnTo>
                      <a:pt x="159" y="103"/>
                    </a:lnTo>
                    <a:lnTo>
                      <a:pt x="156" y="105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5"/>
                    </a:lnTo>
                    <a:lnTo>
                      <a:pt x="127" y="103"/>
                    </a:lnTo>
                    <a:lnTo>
                      <a:pt x="124" y="101"/>
                    </a:lnTo>
                    <a:lnTo>
                      <a:pt x="122" y="101"/>
                    </a:lnTo>
                    <a:lnTo>
                      <a:pt x="118" y="99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8"/>
                    </a:lnTo>
                    <a:lnTo>
                      <a:pt x="92" y="85"/>
                    </a:lnTo>
                    <a:lnTo>
                      <a:pt x="87" y="82"/>
                    </a:lnTo>
                    <a:lnTo>
                      <a:pt x="82" y="80"/>
                    </a:lnTo>
                    <a:lnTo>
                      <a:pt x="77" y="78"/>
                    </a:lnTo>
                    <a:lnTo>
                      <a:pt x="72" y="74"/>
                    </a:lnTo>
                    <a:lnTo>
                      <a:pt x="67" y="72"/>
                    </a:lnTo>
                    <a:lnTo>
                      <a:pt x="63" y="70"/>
                    </a:lnTo>
                    <a:lnTo>
                      <a:pt x="58" y="66"/>
                    </a:lnTo>
                    <a:lnTo>
                      <a:pt x="53" y="64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7"/>
                    </a:lnTo>
                    <a:lnTo>
                      <a:pt x="36" y="55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7" y="45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2"/>
                    </a:lnTo>
                    <a:lnTo>
                      <a:pt x="12" y="41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2" name="Freeform 934"/>
              <p:cNvSpPr>
                <a:spLocks/>
              </p:cNvSpPr>
              <p:nvPr/>
            </p:nvSpPr>
            <p:spPr bwMode="auto">
              <a:xfrm>
                <a:off x="2997" y="2014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4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5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4 h 38"/>
                  <a:gd name="T24" fmla="*/ 4 w 14"/>
                  <a:gd name="T25" fmla="*/ 30 h 38"/>
                  <a:gd name="T26" fmla="*/ 2 w 14"/>
                  <a:gd name="T27" fmla="*/ 25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5 h 38"/>
                  <a:gd name="T36" fmla="*/ 14 w 14"/>
                  <a:gd name="T37" fmla="*/ 2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3" name="Freeform 935"/>
              <p:cNvSpPr>
                <a:spLocks/>
              </p:cNvSpPr>
              <p:nvPr/>
            </p:nvSpPr>
            <p:spPr bwMode="auto">
              <a:xfrm>
                <a:off x="3010" y="2014"/>
                <a:ext cx="231" cy="21"/>
              </a:xfrm>
              <a:custGeom>
                <a:avLst/>
                <a:gdLst>
                  <a:gd name="T0" fmla="*/ 231 w 231"/>
                  <a:gd name="T1" fmla="*/ 20 h 21"/>
                  <a:gd name="T2" fmla="*/ 228 w 231"/>
                  <a:gd name="T3" fmla="*/ 18 h 21"/>
                  <a:gd name="T4" fmla="*/ 221 w 231"/>
                  <a:gd name="T5" fmla="*/ 18 h 21"/>
                  <a:gd name="T6" fmla="*/ 210 w 231"/>
                  <a:gd name="T7" fmla="*/ 16 h 21"/>
                  <a:gd name="T8" fmla="*/ 195 w 231"/>
                  <a:gd name="T9" fmla="*/ 15 h 21"/>
                  <a:gd name="T10" fmla="*/ 178 w 231"/>
                  <a:gd name="T11" fmla="*/ 12 h 21"/>
                  <a:gd name="T12" fmla="*/ 158 w 231"/>
                  <a:gd name="T13" fmla="*/ 11 h 21"/>
                  <a:gd name="T14" fmla="*/ 137 w 231"/>
                  <a:gd name="T15" fmla="*/ 9 h 21"/>
                  <a:gd name="T16" fmla="*/ 116 w 231"/>
                  <a:gd name="T17" fmla="*/ 8 h 21"/>
                  <a:gd name="T18" fmla="*/ 96 w 231"/>
                  <a:gd name="T19" fmla="*/ 5 h 21"/>
                  <a:gd name="T20" fmla="*/ 74 w 231"/>
                  <a:gd name="T21" fmla="*/ 5 h 21"/>
                  <a:gd name="T22" fmla="*/ 55 w 231"/>
                  <a:gd name="T23" fmla="*/ 2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2 h 21"/>
                  <a:gd name="T40" fmla="*/ 38 w 231"/>
                  <a:gd name="T41" fmla="*/ 3 h 21"/>
                  <a:gd name="T42" fmla="*/ 55 w 231"/>
                  <a:gd name="T43" fmla="*/ 5 h 21"/>
                  <a:gd name="T44" fmla="*/ 74 w 231"/>
                  <a:gd name="T45" fmla="*/ 5 h 21"/>
                  <a:gd name="T46" fmla="*/ 96 w 231"/>
                  <a:gd name="T47" fmla="*/ 8 h 21"/>
                  <a:gd name="T48" fmla="*/ 116 w 231"/>
                  <a:gd name="T49" fmla="*/ 9 h 21"/>
                  <a:gd name="T50" fmla="*/ 137 w 231"/>
                  <a:gd name="T51" fmla="*/ 11 h 21"/>
                  <a:gd name="T52" fmla="*/ 158 w 231"/>
                  <a:gd name="T53" fmla="*/ 12 h 21"/>
                  <a:gd name="T54" fmla="*/ 178 w 231"/>
                  <a:gd name="T55" fmla="*/ 15 h 21"/>
                  <a:gd name="T56" fmla="*/ 195 w 231"/>
                  <a:gd name="T57" fmla="*/ 16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29 w 231"/>
                  <a:gd name="T65" fmla="*/ 20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0"/>
                    </a:moveTo>
                    <a:lnTo>
                      <a:pt x="231" y="20"/>
                    </a:lnTo>
                    <a:lnTo>
                      <a:pt x="230" y="18"/>
                    </a:lnTo>
                    <a:lnTo>
                      <a:pt x="228" y="18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6"/>
                    </a:lnTo>
                    <a:lnTo>
                      <a:pt x="210" y="16"/>
                    </a:lnTo>
                    <a:lnTo>
                      <a:pt x="202" y="15"/>
                    </a:lnTo>
                    <a:lnTo>
                      <a:pt x="195" y="15"/>
                    </a:lnTo>
                    <a:lnTo>
                      <a:pt x="187" y="14"/>
                    </a:lnTo>
                    <a:lnTo>
                      <a:pt x="178" y="12"/>
                    </a:lnTo>
                    <a:lnTo>
                      <a:pt x="167" y="11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8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5"/>
                    </a:lnTo>
                    <a:lnTo>
                      <a:pt x="65" y="3"/>
                    </a:lnTo>
                    <a:lnTo>
                      <a:pt x="55" y="2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2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5"/>
                    </a:lnTo>
                    <a:lnTo>
                      <a:pt x="74" y="5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8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1"/>
                    </a:lnTo>
                    <a:lnTo>
                      <a:pt x="158" y="12"/>
                    </a:lnTo>
                    <a:lnTo>
                      <a:pt x="167" y="14"/>
                    </a:lnTo>
                    <a:lnTo>
                      <a:pt x="178" y="15"/>
                    </a:lnTo>
                    <a:lnTo>
                      <a:pt x="187" y="15"/>
                    </a:lnTo>
                    <a:lnTo>
                      <a:pt x="195" y="16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8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29" y="20"/>
                    </a:lnTo>
                    <a:lnTo>
                      <a:pt x="23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4" name="Freeform 936"/>
              <p:cNvSpPr>
                <a:spLocks/>
              </p:cNvSpPr>
              <p:nvPr/>
            </p:nvSpPr>
            <p:spPr bwMode="auto">
              <a:xfrm>
                <a:off x="3239" y="2035"/>
                <a:ext cx="5" cy="35"/>
              </a:xfrm>
              <a:custGeom>
                <a:avLst/>
                <a:gdLst>
                  <a:gd name="T0" fmla="*/ 4 w 5"/>
                  <a:gd name="T1" fmla="*/ 33 h 35"/>
                  <a:gd name="T2" fmla="*/ 5 w 5"/>
                  <a:gd name="T3" fmla="*/ 34 h 35"/>
                  <a:gd name="T4" fmla="*/ 4 w 5"/>
                  <a:gd name="T5" fmla="*/ 26 h 35"/>
                  <a:gd name="T6" fmla="*/ 4 w 5"/>
                  <a:gd name="T7" fmla="*/ 16 h 35"/>
                  <a:gd name="T8" fmla="*/ 2 w 5"/>
                  <a:gd name="T9" fmla="*/ 9 h 35"/>
                  <a:gd name="T10" fmla="*/ 2 w 5"/>
                  <a:gd name="T11" fmla="*/ 0 h 35"/>
                  <a:gd name="T12" fmla="*/ 0 w 5"/>
                  <a:gd name="T13" fmla="*/ 0 h 35"/>
                  <a:gd name="T14" fmla="*/ 0 w 5"/>
                  <a:gd name="T15" fmla="*/ 9 h 35"/>
                  <a:gd name="T16" fmla="*/ 1 w 5"/>
                  <a:gd name="T17" fmla="*/ 16 h 35"/>
                  <a:gd name="T18" fmla="*/ 1 w 5"/>
                  <a:gd name="T19" fmla="*/ 26 h 35"/>
                  <a:gd name="T20" fmla="*/ 2 w 5"/>
                  <a:gd name="T21" fmla="*/ 34 h 35"/>
                  <a:gd name="T22" fmla="*/ 4 w 5"/>
                  <a:gd name="T23" fmla="*/ 35 h 35"/>
                  <a:gd name="T24" fmla="*/ 2 w 5"/>
                  <a:gd name="T25" fmla="*/ 34 h 35"/>
                  <a:gd name="T26" fmla="*/ 2 w 5"/>
                  <a:gd name="T27" fmla="*/ 35 h 35"/>
                  <a:gd name="T28" fmla="*/ 4 w 5"/>
                  <a:gd name="T29" fmla="*/ 35 h 35"/>
                  <a:gd name="T30" fmla="*/ 4 w 5"/>
                  <a:gd name="T31" fmla="*/ 33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5"/>
                  <a:gd name="T50" fmla="*/ 5 w 5"/>
                  <a:gd name="T51" fmla="*/ 35 h 3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5">
                    <a:moveTo>
                      <a:pt x="4" y="33"/>
                    </a:moveTo>
                    <a:lnTo>
                      <a:pt x="5" y="34"/>
                    </a:lnTo>
                    <a:lnTo>
                      <a:pt x="4" y="26"/>
                    </a:lnTo>
                    <a:lnTo>
                      <a:pt x="4" y="16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1" y="26"/>
                    </a:lnTo>
                    <a:lnTo>
                      <a:pt x="2" y="34"/>
                    </a:lnTo>
                    <a:lnTo>
                      <a:pt x="4" y="35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5" name="Freeform 937"/>
              <p:cNvSpPr>
                <a:spLocks/>
              </p:cNvSpPr>
              <p:nvPr/>
            </p:nvSpPr>
            <p:spPr bwMode="auto">
              <a:xfrm>
                <a:off x="3241" y="2069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9 h 12"/>
                  <a:gd name="T8" fmla="*/ 9 w 9"/>
                  <a:gd name="T9" fmla="*/ 8 h 12"/>
                  <a:gd name="T10" fmla="*/ 8 w 9"/>
                  <a:gd name="T11" fmla="*/ 4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2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4 h 12"/>
                  <a:gd name="T28" fmla="*/ 7 w 9"/>
                  <a:gd name="T29" fmla="*/ 7 h 12"/>
                  <a:gd name="T30" fmla="*/ 7 w 9"/>
                  <a:gd name="T31" fmla="*/ 8 h 12"/>
                  <a:gd name="T32" fmla="*/ 7 w 9"/>
                  <a:gd name="T33" fmla="*/ 9 h 12"/>
                  <a:gd name="T34" fmla="*/ 4 w 9"/>
                  <a:gd name="T35" fmla="*/ 11 h 12"/>
                  <a:gd name="T36" fmla="*/ 5 w 9"/>
                  <a:gd name="T37" fmla="*/ 12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2"/>
                  <a:gd name="T59" fmla="*/ 9 w 9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6" name="Freeform 938"/>
              <p:cNvSpPr>
                <a:spLocks/>
              </p:cNvSpPr>
              <p:nvPr/>
            </p:nvSpPr>
            <p:spPr bwMode="auto">
              <a:xfrm>
                <a:off x="3143" y="2078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0 h 47"/>
                  <a:gd name="T8" fmla="*/ 20 w 103"/>
                  <a:gd name="T9" fmla="*/ 38 h 47"/>
                  <a:gd name="T10" fmla="*/ 27 w 103"/>
                  <a:gd name="T11" fmla="*/ 35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4 h 47"/>
                  <a:gd name="T18" fmla="*/ 61 w 103"/>
                  <a:gd name="T19" fmla="*/ 20 h 47"/>
                  <a:gd name="T20" fmla="*/ 70 w 103"/>
                  <a:gd name="T21" fmla="*/ 17 h 47"/>
                  <a:gd name="T22" fmla="*/ 77 w 103"/>
                  <a:gd name="T23" fmla="*/ 14 h 47"/>
                  <a:gd name="T24" fmla="*/ 83 w 103"/>
                  <a:gd name="T25" fmla="*/ 10 h 47"/>
                  <a:gd name="T26" fmla="*/ 90 w 103"/>
                  <a:gd name="T27" fmla="*/ 6 h 47"/>
                  <a:gd name="T28" fmla="*/ 96 w 103"/>
                  <a:gd name="T29" fmla="*/ 4 h 47"/>
                  <a:gd name="T30" fmla="*/ 100 w 103"/>
                  <a:gd name="T31" fmla="*/ 3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2 h 47"/>
                  <a:gd name="T38" fmla="*/ 92 w 103"/>
                  <a:gd name="T39" fmla="*/ 4 h 47"/>
                  <a:gd name="T40" fmla="*/ 86 w 103"/>
                  <a:gd name="T41" fmla="*/ 6 h 47"/>
                  <a:gd name="T42" fmla="*/ 79 w 103"/>
                  <a:gd name="T43" fmla="*/ 10 h 47"/>
                  <a:gd name="T44" fmla="*/ 72 w 103"/>
                  <a:gd name="T45" fmla="*/ 14 h 47"/>
                  <a:gd name="T46" fmla="*/ 64 w 103"/>
                  <a:gd name="T47" fmla="*/ 17 h 47"/>
                  <a:gd name="T48" fmla="*/ 56 w 103"/>
                  <a:gd name="T49" fmla="*/ 20 h 47"/>
                  <a:gd name="T50" fmla="*/ 47 w 103"/>
                  <a:gd name="T51" fmla="*/ 24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5 h 47"/>
                  <a:gd name="T58" fmla="*/ 16 w 103"/>
                  <a:gd name="T59" fmla="*/ 38 h 47"/>
                  <a:gd name="T60" fmla="*/ 11 w 103"/>
                  <a:gd name="T61" fmla="*/ 40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2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7" y="9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6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0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2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7" name="Freeform 939"/>
              <p:cNvSpPr>
                <a:spLocks/>
              </p:cNvSpPr>
              <p:nvPr/>
            </p:nvSpPr>
            <p:spPr bwMode="auto">
              <a:xfrm>
                <a:off x="3129" y="2120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4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4 h 6"/>
                  <a:gd name="T22" fmla="*/ 11 w 14"/>
                  <a:gd name="T23" fmla="*/ 4 h 6"/>
                  <a:gd name="T24" fmla="*/ 10 w 14"/>
                  <a:gd name="T25" fmla="*/ 4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2 h 6"/>
                  <a:gd name="T32" fmla="*/ 2 w 14"/>
                  <a:gd name="T33" fmla="*/ 2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8" name="Freeform 940"/>
              <p:cNvSpPr>
                <a:spLocks/>
              </p:cNvSpPr>
              <p:nvPr/>
            </p:nvSpPr>
            <p:spPr bwMode="auto">
              <a:xfrm>
                <a:off x="3015" y="2060"/>
                <a:ext cx="115" cy="63"/>
              </a:xfrm>
              <a:custGeom>
                <a:avLst/>
                <a:gdLst>
                  <a:gd name="T0" fmla="*/ 0 w 115"/>
                  <a:gd name="T1" fmla="*/ 2 h 63"/>
                  <a:gd name="T2" fmla="*/ 2 w 115"/>
                  <a:gd name="T3" fmla="*/ 3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2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5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1 h 63"/>
                  <a:gd name="T22" fmla="*/ 83 w 115"/>
                  <a:gd name="T23" fmla="*/ 47 h 63"/>
                  <a:gd name="T24" fmla="*/ 93 w 115"/>
                  <a:gd name="T25" fmla="*/ 52 h 63"/>
                  <a:gd name="T26" fmla="*/ 99 w 115"/>
                  <a:gd name="T27" fmla="*/ 55 h 63"/>
                  <a:gd name="T28" fmla="*/ 107 w 115"/>
                  <a:gd name="T29" fmla="*/ 58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0 h 63"/>
                  <a:gd name="T36" fmla="*/ 110 w 115"/>
                  <a:gd name="T37" fmla="*/ 58 h 63"/>
                  <a:gd name="T38" fmla="*/ 104 w 115"/>
                  <a:gd name="T39" fmla="*/ 55 h 63"/>
                  <a:gd name="T40" fmla="*/ 97 w 115"/>
                  <a:gd name="T41" fmla="*/ 52 h 63"/>
                  <a:gd name="T42" fmla="*/ 90 w 115"/>
                  <a:gd name="T43" fmla="*/ 47 h 63"/>
                  <a:gd name="T44" fmla="*/ 80 w 115"/>
                  <a:gd name="T45" fmla="*/ 42 h 63"/>
                  <a:gd name="T46" fmla="*/ 70 w 115"/>
                  <a:gd name="T47" fmla="*/ 37 h 63"/>
                  <a:gd name="T48" fmla="*/ 61 w 115"/>
                  <a:gd name="T49" fmla="*/ 33 h 63"/>
                  <a:gd name="T50" fmla="*/ 51 w 115"/>
                  <a:gd name="T51" fmla="*/ 26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2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3"/>
                    </a:lnTo>
                    <a:lnTo>
                      <a:pt x="83" y="47"/>
                    </a:lnTo>
                    <a:lnTo>
                      <a:pt x="88" y="50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50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3"/>
                    </a:lnTo>
                    <a:lnTo>
                      <a:pt x="55" y="28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9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99" name="Freeform 941"/>
              <p:cNvSpPr>
                <a:spLocks/>
              </p:cNvSpPr>
              <p:nvPr/>
            </p:nvSpPr>
            <p:spPr bwMode="auto">
              <a:xfrm>
                <a:off x="3003" y="2051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3 h 11"/>
                  <a:gd name="T6" fmla="*/ 2 w 13"/>
                  <a:gd name="T7" fmla="*/ 5 h 11"/>
                  <a:gd name="T8" fmla="*/ 5 w 13"/>
                  <a:gd name="T9" fmla="*/ 5 h 11"/>
                  <a:gd name="T10" fmla="*/ 7 w 13"/>
                  <a:gd name="T11" fmla="*/ 8 h 11"/>
                  <a:gd name="T12" fmla="*/ 8 w 13"/>
                  <a:gd name="T13" fmla="*/ 9 h 11"/>
                  <a:gd name="T14" fmla="*/ 9 w 13"/>
                  <a:gd name="T15" fmla="*/ 9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9 h 11"/>
                  <a:gd name="T22" fmla="*/ 11 w 13"/>
                  <a:gd name="T23" fmla="*/ 9 h 11"/>
                  <a:gd name="T24" fmla="*/ 10 w 13"/>
                  <a:gd name="T25" fmla="*/ 8 h 11"/>
                  <a:gd name="T26" fmla="*/ 9 w 13"/>
                  <a:gd name="T27" fmla="*/ 5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3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0" name="Freeform 942"/>
              <p:cNvSpPr>
                <a:spLocks/>
              </p:cNvSpPr>
              <p:nvPr/>
            </p:nvSpPr>
            <p:spPr bwMode="auto">
              <a:xfrm>
                <a:off x="3132" y="2083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9 h 41"/>
                  <a:gd name="T8" fmla="*/ 4 w 10"/>
                  <a:gd name="T9" fmla="*/ 36 h 41"/>
                  <a:gd name="T10" fmla="*/ 4 w 10"/>
                  <a:gd name="T11" fmla="*/ 33 h 41"/>
                  <a:gd name="T12" fmla="*/ 2 w 10"/>
                  <a:gd name="T13" fmla="*/ 30 h 41"/>
                  <a:gd name="T14" fmla="*/ 0 w 10"/>
                  <a:gd name="T15" fmla="*/ 27 h 41"/>
                  <a:gd name="T16" fmla="*/ 0 w 10"/>
                  <a:gd name="T17" fmla="*/ 25 h 41"/>
                  <a:gd name="T18" fmla="*/ 0 w 10"/>
                  <a:gd name="T19" fmla="*/ 20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9 h 41"/>
                  <a:gd name="T26" fmla="*/ 4 w 10"/>
                  <a:gd name="T27" fmla="*/ 5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3"/>
                    </a:lnTo>
                    <a:lnTo>
                      <a:pt x="2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1" name="Freeform 943"/>
              <p:cNvSpPr>
                <a:spLocks/>
              </p:cNvSpPr>
              <p:nvPr/>
            </p:nvSpPr>
            <p:spPr bwMode="auto">
              <a:xfrm>
                <a:off x="3132" y="2108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2 h 17"/>
                  <a:gd name="T6" fmla="*/ 2 w 10"/>
                  <a:gd name="T7" fmla="*/ 5 h 17"/>
                  <a:gd name="T8" fmla="*/ 2 w 10"/>
                  <a:gd name="T9" fmla="*/ 8 h 17"/>
                  <a:gd name="T10" fmla="*/ 3 w 10"/>
                  <a:gd name="T11" fmla="*/ 10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4 h 17"/>
                  <a:gd name="T26" fmla="*/ 6 w 10"/>
                  <a:gd name="T27" fmla="*/ 12 h 17"/>
                  <a:gd name="T28" fmla="*/ 5 w 10"/>
                  <a:gd name="T29" fmla="*/ 10 h 17"/>
                  <a:gd name="T30" fmla="*/ 4 w 10"/>
                  <a:gd name="T31" fmla="*/ 8 h 17"/>
                  <a:gd name="T32" fmla="*/ 3 w 10"/>
                  <a:gd name="T33" fmla="*/ 5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2" name="Freeform 944"/>
              <p:cNvSpPr>
                <a:spLocks/>
              </p:cNvSpPr>
              <p:nvPr/>
            </p:nvSpPr>
            <p:spPr bwMode="auto">
              <a:xfrm>
                <a:off x="3132" y="2082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2 h 26"/>
                  <a:gd name="T4" fmla="*/ 4 w 9"/>
                  <a:gd name="T5" fmla="*/ 3 h 26"/>
                  <a:gd name="T6" fmla="*/ 3 w 9"/>
                  <a:gd name="T7" fmla="*/ 6 h 26"/>
                  <a:gd name="T8" fmla="*/ 2 w 9"/>
                  <a:gd name="T9" fmla="*/ 10 h 26"/>
                  <a:gd name="T10" fmla="*/ 0 w 9"/>
                  <a:gd name="T11" fmla="*/ 14 h 26"/>
                  <a:gd name="T12" fmla="*/ 0 w 9"/>
                  <a:gd name="T13" fmla="*/ 17 h 26"/>
                  <a:gd name="T14" fmla="*/ 0 w 9"/>
                  <a:gd name="T15" fmla="*/ 21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1 h 26"/>
                  <a:gd name="T22" fmla="*/ 3 w 9"/>
                  <a:gd name="T23" fmla="*/ 17 h 26"/>
                  <a:gd name="T24" fmla="*/ 3 w 9"/>
                  <a:gd name="T25" fmla="*/ 14 h 26"/>
                  <a:gd name="T26" fmla="*/ 4 w 9"/>
                  <a:gd name="T27" fmla="*/ 10 h 26"/>
                  <a:gd name="T28" fmla="*/ 4 w 9"/>
                  <a:gd name="T29" fmla="*/ 6 h 26"/>
                  <a:gd name="T30" fmla="*/ 6 w 9"/>
                  <a:gd name="T31" fmla="*/ 4 h 26"/>
                  <a:gd name="T32" fmla="*/ 7 w 9"/>
                  <a:gd name="T33" fmla="*/ 3 h 26"/>
                  <a:gd name="T34" fmla="*/ 9 w 9"/>
                  <a:gd name="T35" fmla="*/ 2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3" name="Freeform 945"/>
              <p:cNvSpPr>
                <a:spLocks/>
              </p:cNvSpPr>
              <p:nvPr/>
            </p:nvSpPr>
            <p:spPr bwMode="auto">
              <a:xfrm>
                <a:off x="3011" y="1968"/>
                <a:ext cx="239" cy="115"/>
              </a:xfrm>
              <a:custGeom>
                <a:avLst/>
                <a:gdLst>
                  <a:gd name="T0" fmla="*/ 8 w 239"/>
                  <a:gd name="T1" fmla="*/ 41 h 115"/>
                  <a:gd name="T2" fmla="*/ 24 w 239"/>
                  <a:gd name="T3" fmla="*/ 34 h 115"/>
                  <a:gd name="T4" fmla="*/ 45 w 239"/>
                  <a:gd name="T5" fmla="*/ 23 h 115"/>
                  <a:gd name="T6" fmla="*/ 67 w 239"/>
                  <a:gd name="T7" fmla="*/ 14 h 115"/>
                  <a:gd name="T8" fmla="*/ 85 w 239"/>
                  <a:gd name="T9" fmla="*/ 4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1 h 115"/>
                  <a:gd name="T16" fmla="*/ 108 w 239"/>
                  <a:gd name="T17" fmla="*/ 2 h 115"/>
                  <a:gd name="T18" fmla="*/ 114 w 239"/>
                  <a:gd name="T19" fmla="*/ 5 h 115"/>
                  <a:gd name="T20" fmla="*/ 126 w 239"/>
                  <a:gd name="T21" fmla="*/ 10 h 115"/>
                  <a:gd name="T22" fmla="*/ 140 w 239"/>
                  <a:gd name="T23" fmla="*/ 18 h 115"/>
                  <a:gd name="T24" fmla="*/ 155 w 239"/>
                  <a:gd name="T25" fmla="*/ 24 h 115"/>
                  <a:gd name="T26" fmla="*/ 172 w 239"/>
                  <a:gd name="T27" fmla="*/ 33 h 115"/>
                  <a:gd name="T28" fmla="*/ 188 w 239"/>
                  <a:gd name="T29" fmla="*/ 40 h 115"/>
                  <a:gd name="T30" fmla="*/ 204 w 239"/>
                  <a:gd name="T31" fmla="*/ 48 h 115"/>
                  <a:gd name="T32" fmla="*/ 217 w 239"/>
                  <a:gd name="T33" fmla="*/ 53 h 115"/>
                  <a:gd name="T34" fmla="*/ 226 w 239"/>
                  <a:gd name="T35" fmla="*/ 57 h 115"/>
                  <a:gd name="T36" fmla="*/ 233 w 239"/>
                  <a:gd name="T37" fmla="*/ 61 h 115"/>
                  <a:gd name="T38" fmla="*/ 237 w 239"/>
                  <a:gd name="T39" fmla="*/ 63 h 115"/>
                  <a:gd name="T40" fmla="*/ 239 w 239"/>
                  <a:gd name="T41" fmla="*/ 67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1 h 115"/>
                  <a:gd name="T50" fmla="*/ 197 w 239"/>
                  <a:gd name="T51" fmla="*/ 87 h 115"/>
                  <a:gd name="T52" fmla="*/ 184 w 239"/>
                  <a:gd name="T53" fmla="*/ 93 h 115"/>
                  <a:gd name="T54" fmla="*/ 172 w 239"/>
                  <a:gd name="T55" fmla="*/ 98 h 115"/>
                  <a:gd name="T56" fmla="*/ 160 w 239"/>
                  <a:gd name="T57" fmla="*/ 104 h 115"/>
                  <a:gd name="T58" fmla="*/ 149 w 239"/>
                  <a:gd name="T59" fmla="*/ 109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10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2 h 115"/>
                  <a:gd name="T80" fmla="*/ 51 w 239"/>
                  <a:gd name="T81" fmla="*/ 74 h 115"/>
                  <a:gd name="T82" fmla="*/ 36 w 239"/>
                  <a:gd name="T83" fmla="*/ 67 h 115"/>
                  <a:gd name="T84" fmla="*/ 23 w 239"/>
                  <a:gd name="T85" fmla="*/ 61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8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4"/>
                    </a:lnTo>
                    <a:lnTo>
                      <a:pt x="8" y="41"/>
                    </a:lnTo>
                    <a:lnTo>
                      <a:pt x="14" y="39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2"/>
                    </a:lnTo>
                    <a:lnTo>
                      <a:pt x="37" y="27"/>
                    </a:lnTo>
                    <a:lnTo>
                      <a:pt x="45" y="23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0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7"/>
                    </a:lnTo>
                    <a:lnTo>
                      <a:pt x="123" y="8"/>
                    </a:lnTo>
                    <a:lnTo>
                      <a:pt x="126" y="10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4"/>
                    </a:lnTo>
                    <a:lnTo>
                      <a:pt x="161" y="26"/>
                    </a:lnTo>
                    <a:lnTo>
                      <a:pt x="166" y="31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8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3"/>
                    </a:lnTo>
                    <a:lnTo>
                      <a:pt x="220" y="55"/>
                    </a:lnTo>
                    <a:lnTo>
                      <a:pt x="223" y="56"/>
                    </a:lnTo>
                    <a:lnTo>
                      <a:pt x="226" y="57"/>
                    </a:lnTo>
                    <a:lnTo>
                      <a:pt x="228" y="58"/>
                    </a:lnTo>
                    <a:lnTo>
                      <a:pt x="232" y="60"/>
                    </a:lnTo>
                    <a:lnTo>
                      <a:pt x="233" y="61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69"/>
                    </a:lnTo>
                    <a:lnTo>
                      <a:pt x="235" y="71"/>
                    </a:lnTo>
                    <a:lnTo>
                      <a:pt x="234" y="71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9"/>
                    </a:lnTo>
                    <a:lnTo>
                      <a:pt x="213" y="80"/>
                    </a:lnTo>
                    <a:lnTo>
                      <a:pt x="209" y="81"/>
                    </a:lnTo>
                    <a:lnTo>
                      <a:pt x="205" y="83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3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99"/>
                    </a:lnTo>
                    <a:lnTo>
                      <a:pt x="164" y="101"/>
                    </a:lnTo>
                    <a:lnTo>
                      <a:pt x="160" y="104"/>
                    </a:lnTo>
                    <a:lnTo>
                      <a:pt x="157" y="104"/>
                    </a:lnTo>
                    <a:lnTo>
                      <a:pt x="152" y="107"/>
                    </a:lnTo>
                    <a:lnTo>
                      <a:pt x="149" y="109"/>
                    </a:lnTo>
                    <a:lnTo>
                      <a:pt x="146" y="110"/>
                    </a:lnTo>
                    <a:lnTo>
                      <a:pt x="143" y="111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1"/>
                    </a:lnTo>
                    <a:lnTo>
                      <a:pt x="114" y="110"/>
                    </a:lnTo>
                    <a:lnTo>
                      <a:pt x="112" y="108"/>
                    </a:lnTo>
                    <a:lnTo>
                      <a:pt x="109" y="107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4"/>
                    </a:lnTo>
                    <a:lnTo>
                      <a:pt x="80" y="91"/>
                    </a:lnTo>
                    <a:lnTo>
                      <a:pt x="74" y="88"/>
                    </a:lnTo>
                    <a:lnTo>
                      <a:pt x="70" y="85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8"/>
                    </a:lnTo>
                    <a:lnTo>
                      <a:pt x="51" y="74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3"/>
                    </a:lnTo>
                    <a:lnTo>
                      <a:pt x="23" y="61"/>
                    </a:lnTo>
                    <a:lnTo>
                      <a:pt x="20" y="58"/>
                    </a:lnTo>
                    <a:lnTo>
                      <a:pt x="17" y="56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50"/>
                    </a:lnTo>
                    <a:lnTo>
                      <a:pt x="2" y="48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4" name="Freeform 946"/>
              <p:cNvSpPr>
                <a:spLocks/>
              </p:cNvSpPr>
              <p:nvPr/>
            </p:nvSpPr>
            <p:spPr bwMode="auto">
              <a:xfrm>
                <a:off x="3014" y="1968"/>
                <a:ext cx="90" cy="45"/>
              </a:xfrm>
              <a:custGeom>
                <a:avLst/>
                <a:gdLst>
                  <a:gd name="T0" fmla="*/ 89 w 90"/>
                  <a:gd name="T1" fmla="*/ 0 h 45"/>
                  <a:gd name="T2" fmla="*/ 89 w 90"/>
                  <a:gd name="T3" fmla="*/ 0 h 45"/>
                  <a:gd name="T4" fmla="*/ 85 w 90"/>
                  <a:gd name="T5" fmla="*/ 1 h 45"/>
                  <a:gd name="T6" fmla="*/ 81 w 90"/>
                  <a:gd name="T7" fmla="*/ 3 h 45"/>
                  <a:gd name="T8" fmla="*/ 77 w 90"/>
                  <a:gd name="T9" fmla="*/ 5 h 45"/>
                  <a:gd name="T10" fmla="*/ 69 w 90"/>
                  <a:gd name="T11" fmla="*/ 8 h 45"/>
                  <a:gd name="T12" fmla="*/ 63 w 90"/>
                  <a:gd name="T13" fmla="*/ 13 h 45"/>
                  <a:gd name="T14" fmla="*/ 55 w 90"/>
                  <a:gd name="T15" fmla="*/ 16 h 45"/>
                  <a:gd name="T16" fmla="*/ 49 w 90"/>
                  <a:gd name="T17" fmla="*/ 19 h 45"/>
                  <a:gd name="T18" fmla="*/ 42 w 90"/>
                  <a:gd name="T19" fmla="*/ 22 h 45"/>
                  <a:gd name="T20" fmla="*/ 34 w 90"/>
                  <a:gd name="T21" fmla="*/ 26 h 45"/>
                  <a:gd name="T22" fmla="*/ 28 w 90"/>
                  <a:gd name="T23" fmla="*/ 30 h 45"/>
                  <a:gd name="T24" fmla="*/ 20 w 90"/>
                  <a:gd name="T25" fmla="*/ 34 h 45"/>
                  <a:gd name="T26" fmla="*/ 15 w 90"/>
                  <a:gd name="T27" fmla="*/ 36 h 45"/>
                  <a:gd name="T28" fmla="*/ 8 w 90"/>
                  <a:gd name="T29" fmla="*/ 39 h 45"/>
                  <a:gd name="T30" fmla="*/ 4 w 90"/>
                  <a:gd name="T31" fmla="*/ 40 h 45"/>
                  <a:gd name="T32" fmla="*/ 2 w 90"/>
                  <a:gd name="T33" fmla="*/ 42 h 45"/>
                  <a:gd name="T34" fmla="*/ 0 w 90"/>
                  <a:gd name="T35" fmla="*/ 42 h 45"/>
                  <a:gd name="T36" fmla="*/ 1 w 90"/>
                  <a:gd name="T37" fmla="*/ 45 h 45"/>
                  <a:gd name="T38" fmla="*/ 2 w 90"/>
                  <a:gd name="T39" fmla="*/ 44 h 45"/>
                  <a:gd name="T40" fmla="*/ 5 w 90"/>
                  <a:gd name="T41" fmla="*/ 42 h 45"/>
                  <a:gd name="T42" fmla="*/ 11 w 90"/>
                  <a:gd name="T43" fmla="*/ 40 h 45"/>
                  <a:gd name="T44" fmla="*/ 15 w 90"/>
                  <a:gd name="T45" fmla="*/ 38 h 45"/>
                  <a:gd name="T46" fmla="*/ 21 w 90"/>
                  <a:gd name="T47" fmla="*/ 35 h 45"/>
                  <a:gd name="T48" fmla="*/ 28 w 90"/>
                  <a:gd name="T49" fmla="*/ 32 h 45"/>
                  <a:gd name="T50" fmla="*/ 35 w 90"/>
                  <a:gd name="T51" fmla="*/ 27 h 45"/>
                  <a:gd name="T52" fmla="*/ 42 w 90"/>
                  <a:gd name="T53" fmla="*/ 24 h 45"/>
                  <a:gd name="T54" fmla="*/ 50 w 90"/>
                  <a:gd name="T55" fmla="*/ 21 h 45"/>
                  <a:gd name="T56" fmla="*/ 56 w 90"/>
                  <a:gd name="T57" fmla="*/ 18 h 45"/>
                  <a:gd name="T58" fmla="*/ 63 w 90"/>
                  <a:gd name="T59" fmla="*/ 15 h 45"/>
                  <a:gd name="T60" fmla="*/ 70 w 90"/>
                  <a:gd name="T61" fmla="*/ 10 h 45"/>
                  <a:gd name="T62" fmla="*/ 77 w 90"/>
                  <a:gd name="T63" fmla="*/ 7 h 45"/>
                  <a:gd name="T64" fmla="*/ 82 w 90"/>
                  <a:gd name="T65" fmla="*/ 5 h 45"/>
                  <a:gd name="T66" fmla="*/ 86 w 90"/>
                  <a:gd name="T67" fmla="*/ 3 h 45"/>
                  <a:gd name="T68" fmla="*/ 90 w 90"/>
                  <a:gd name="T69" fmla="*/ 1 h 45"/>
                  <a:gd name="T70" fmla="*/ 89 w 90"/>
                  <a:gd name="T71" fmla="*/ 0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5"/>
                  <a:gd name="T110" fmla="*/ 90 w 90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5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8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30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5"/>
                    </a:lnTo>
                    <a:lnTo>
                      <a:pt x="28" y="32"/>
                    </a:lnTo>
                    <a:lnTo>
                      <a:pt x="35" y="27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5"/>
                    </a:lnTo>
                    <a:lnTo>
                      <a:pt x="70" y="10"/>
                    </a:lnTo>
                    <a:lnTo>
                      <a:pt x="77" y="7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5" name="Freeform 947"/>
              <p:cNvSpPr>
                <a:spLocks/>
              </p:cNvSpPr>
              <p:nvPr/>
            </p:nvSpPr>
            <p:spPr bwMode="auto">
              <a:xfrm>
                <a:off x="3103" y="1967"/>
                <a:ext cx="13" cy="3"/>
              </a:xfrm>
              <a:custGeom>
                <a:avLst/>
                <a:gdLst>
                  <a:gd name="T0" fmla="*/ 13 w 13"/>
                  <a:gd name="T1" fmla="*/ 1 h 3"/>
                  <a:gd name="T2" fmla="*/ 13 w 13"/>
                  <a:gd name="T3" fmla="*/ 1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1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1"/>
                    </a:moveTo>
                    <a:lnTo>
                      <a:pt x="13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6" name="Freeform 948"/>
              <p:cNvSpPr>
                <a:spLocks/>
              </p:cNvSpPr>
              <p:nvPr/>
            </p:nvSpPr>
            <p:spPr bwMode="auto">
              <a:xfrm>
                <a:off x="3115" y="1969"/>
                <a:ext cx="128" cy="60"/>
              </a:xfrm>
              <a:custGeom>
                <a:avLst/>
                <a:gdLst>
                  <a:gd name="T0" fmla="*/ 128 w 128"/>
                  <a:gd name="T1" fmla="*/ 59 h 60"/>
                  <a:gd name="T2" fmla="*/ 124 w 128"/>
                  <a:gd name="T3" fmla="*/ 56 h 60"/>
                  <a:gd name="T4" fmla="*/ 119 w 128"/>
                  <a:gd name="T5" fmla="*/ 54 h 60"/>
                  <a:gd name="T6" fmla="*/ 111 w 128"/>
                  <a:gd name="T7" fmla="*/ 51 h 60"/>
                  <a:gd name="T8" fmla="*/ 104 w 128"/>
                  <a:gd name="T9" fmla="*/ 47 h 60"/>
                  <a:gd name="T10" fmla="*/ 94 w 128"/>
                  <a:gd name="T11" fmla="*/ 43 h 60"/>
                  <a:gd name="T12" fmla="*/ 84 w 128"/>
                  <a:gd name="T13" fmla="*/ 38 h 60"/>
                  <a:gd name="T14" fmla="*/ 73 w 128"/>
                  <a:gd name="T15" fmla="*/ 33 h 60"/>
                  <a:gd name="T16" fmla="*/ 62 w 128"/>
                  <a:gd name="T17" fmla="*/ 28 h 60"/>
                  <a:gd name="T18" fmla="*/ 51 w 128"/>
                  <a:gd name="T19" fmla="*/ 22 h 60"/>
                  <a:gd name="T20" fmla="*/ 41 w 128"/>
                  <a:gd name="T21" fmla="*/ 18 h 60"/>
                  <a:gd name="T22" fmla="*/ 30 w 128"/>
                  <a:gd name="T23" fmla="*/ 13 h 60"/>
                  <a:gd name="T24" fmla="*/ 22 w 128"/>
                  <a:gd name="T25" fmla="*/ 8 h 60"/>
                  <a:gd name="T26" fmla="*/ 14 w 128"/>
                  <a:gd name="T27" fmla="*/ 5 h 60"/>
                  <a:gd name="T28" fmla="*/ 8 w 128"/>
                  <a:gd name="T29" fmla="*/ 3 h 60"/>
                  <a:gd name="T30" fmla="*/ 4 w 128"/>
                  <a:gd name="T31" fmla="*/ 1 h 60"/>
                  <a:gd name="T32" fmla="*/ 0 w 128"/>
                  <a:gd name="T33" fmla="*/ 2 h 60"/>
                  <a:gd name="T34" fmla="*/ 2 w 128"/>
                  <a:gd name="T35" fmla="*/ 3 h 60"/>
                  <a:gd name="T36" fmla="*/ 7 w 128"/>
                  <a:gd name="T37" fmla="*/ 4 h 60"/>
                  <a:gd name="T38" fmla="*/ 13 w 128"/>
                  <a:gd name="T39" fmla="*/ 7 h 60"/>
                  <a:gd name="T40" fmla="*/ 21 w 128"/>
                  <a:gd name="T41" fmla="*/ 10 h 60"/>
                  <a:gd name="T42" fmla="*/ 29 w 128"/>
                  <a:gd name="T43" fmla="*/ 16 h 60"/>
                  <a:gd name="T44" fmla="*/ 40 w 128"/>
                  <a:gd name="T45" fmla="*/ 20 h 60"/>
                  <a:gd name="T46" fmla="*/ 50 w 128"/>
                  <a:gd name="T47" fmla="*/ 24 h 60"/>
                  <a:gd name="T48" fmla="*/ 61 w 128"/>
                  <a:gd name="T49" fmla="*/ 29 h 60"/>
                  <a:gd name="T50" fmla="*/ 72 w 128"/>
                  <a:gd name="T51" fmla="*/ 35 h 60"/>
                  <a:gd name="T52" fmla="*/ 83 w 128"/>
                  <a:gd name="T53" fmla="*/ 39 h 60"/>
                  <a:gd name="T54" fmla="*/ 94 w 128"/>
                  <a:gd name="T55" fmla="*/ 44 h 60"/>
                  <a:gd name="T56" fmla="*/ 103 w 128"/>
                  <a:gd name="T57" fmla="*/ 49 h 60"/>
                  <a:gd name="T58" fmla="*/ 110 w 128"/>
                  <a:gd name="T59" fmla="*/ 53 h 60"/>
                  <a:gd name="T60" fmla="*/ 119 w 128"/>
                  <a:gd name="T61" fmla="*/ 55 h 60"/>
                  <a:gd name="T62" fmla="*/ 123 w 128"/>
                  <a:gd name="T63" fmla="*/ 59 h 60"/>
                  <a:gd name="T64" fmla="*/ 126 w 128"/>
                  <a:gd name="T65" fmla="*/ 6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0"/>
                  <a:gd name="T101" fmla="*/ 128 w 128"/>
                  <a:gd name="T102" fmla="*/ 60 h 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0">
                    <a:moveTo>
                      <a:pt x="128" y="59"/>
                    </a:moveTo>
                    <a:lnTo>
                      <a:pt x="128" y="59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4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50"/>
                    </a:lnTo>
                    <a:lnTo>
                      <a:pt x="104" y="47"/>
                    </a:lnTo>
                    <a:lnTo>
                      <a:pt x="99" y="45"/>
                    </a:lnTo>
                    <a:lnTo>
                      <a:pt x="94" y="43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3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3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9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4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4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9"/>
                    </a:lnTo>
                    <a:lnTo>
                      <a:pt x="125" y="59"/>
                    </a:lnTo>
                    <a:lnTo>
                      <a:pt x="126" y="60"/>
                    </a:lnTo>
                    <a:lnTo>
                      <a:pt x="128" y="5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7" name="Freeform 949"/>
              <p:cNvSpPr>
                <a:spLocks/>
              </p:cNvSpPr>
              <p:nvPr/>
            </p:nvSpPr>
            <p:spPr bwMode="auto">
              <a:xfrm>
                <a:off x="3241" y="2028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4 h 11"/>
                  <a:gd name="T12" fmla="*/ 7 w 9"/>
                  <a:gd name="T13" fmla="*/ 3 h 11"/>
                  <a:gd name="T14" fmla="*/ 5 w 9"/>
                  <a:gd name="T15" fmla="*/ 2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4 h 11"/>
                  <a:gd name="T28" fmla="*/ 7 w 9"/>
                  <a:gd name="T29" fmla="*/ 5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8" name="Freeform 950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0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2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0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2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09" name="Freeform 951"/>
              <p:cNvSpPr>
                <a:spLocks/>
              </p:cNvSpPr>
              <p:nvPr/>
            </p:nvSpPr>
            <p:spPr bwMode="auto">
              <a:xfrm>
                <a:off x="3129" y="2078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3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3 h 6"/>
                  <a:gd name="T22" fmla="*/ 11 w 14"/>
                  <a:gd name="T23" fmla="*/ 3 h 6"/>
                  <a:gd name="T24" fmla="*/ 10 w 14"/>
                  <a:gd name="T25" fmla="*/ 3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1 h 6"/>
                  <a:gd name="T32" fmla="*/ 2 w 14"/>
                  <a:gd name="T33" fmla="*/ 1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0" name="Freeform 952"/>
              <p:cNvSpPr>
                <a:spLocks/>
              </p:cNvSpPr>
              <p:nvPr/>
            </p:nvSpPr>
            <p:spPr bwMode="auto">
              <a:xfrm>
                <a:off x="3015" y="2018"/>
                <a:ext cx="115" cy="63"/>
              </a:xfrm>
              <a:custGeom>
                <a:avLst/>
                <a:gdLst>
                  <a:gd name="T0" fmla="*/ 0 w 115"/>
                  <a:gd name="T1" fmla="*/ 1 h 63"/>
                  <a:gd name="T2" fmla="*/ 2 w 115"/>
                  <a:gd name="T3" fmla="*/ 2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1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6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2 h 63"/>
                  <a:gd name="T22" fmla="*/ 83 w 115"/>
                  <a:gd name="T23" fmla="*/ 47 h 63"/>
                  <a:gd name="T24" fmla="*/ 93 w 115"/>
                  <a:gd name="T25" fmla="*/ 51 h 63"/>
                  <a:gd name="T26" fmla="*/ 99 w 115"/>
                  <a:gd name="T27" fmla="*/ 54 h 63"/>
                  <a:gd name="T28" fmla="*/ 107 w 115"/>
                  <a:gd name="T29" fmla="*/ 59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1 h 63"/>
                  <a:gd name="T36" fmla="*/ 110 w 115"/>
                  <a:gd name="T37" fmla="*/ 59 h 63"/>
                  <a:gd name="T38" fmla="*/ 104 w 115"/>
                  <a:gd name="T39" fmla="*/ 54 h 63"/>
                  <a:gd name="T40" fmla="*/ 97 w 115"/>
                  <a:gd name="T41" fmla="*/ 51 h 63"/>
                  <a:gd name="T42" fmla="*/ 90 w 115"/>
                  <a:gd name="T43" fmla="*/ 47 h 63"/>
                  <a:gd name="T44" fmla="*/ 80 w 115"/>
                  <a:gd name="T45" fmla="*/ 43 h 63"/>
                  <a:gd name="T46" fmla="*/ 70 w 115"/>
                  <a:gd name="T47" fmla="*/ 37 h 63"/>
                  <a:gd name="T48" fmla="*/ 61 w 115"/>
                  <a:gd name="T49" fmla="*/ 32 h 63"/>
                  <a:gd name="T50" fmla="*/ 51 w 115"/>
                  <a:gd name="T51" fmla="*/ 27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3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3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4"/>
                    </a:lnTo>
                    <a:lnTo>
                      <a:pt x="102" y="58"/>
                    </a:lnTo>
                    <a:lnTo>
                      <a:pt x="107" y="59"/>
                    </a:lnTo>
                    <a:lnTo>
                      <a:pt x="110" y="61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1"/>
                    </a:lnTo>
                    <a:lnTo>
                      <a:pt x="112" y="60"/>
                    </a:lnTo>
                    <a:lnTo>
                      <a:pt x="110" y="59"/>
                    </a:lnTo>
                    <a:lnTo>
                      <a:pt x="107" y="58"/>
                    </a:lnTo>
                    <a:lnTo>
                      <a:pt x="104" y="54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5"/>
                    </a:lnTo>
                    <a:lnTo>
                      <a:pt x="80" y="43"/>
                    </a:lnTo>
                    <a:lnTo>
                      <a:pt x="76" y="41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7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1" name="Freeform 953"/>
              <p:cNvSpPr>
                <a:spLocks/>
              </p:cNvSpPr>
              <p:nvPr/>
            </p:nvSpPr>
            <p:spPr bwMode="auto">
              <a:xfrm>
                <a:off x="3010" y="20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2 w 6"/>
                  <a:gd name="T5" fmla="*/ 1 h 8"/>
                  <a:gd name="T6" fmla="*/ 1 w 6"/>
                  <a:gd name="T7" fmla="*/ 2 h 8"/>
                  <a:gd name="T8" fmla="*/ 0 w 6"/>
                  <a:gd name="T9" fmla="*/ 4 h 8"/>
                  <a:gd name="T10" fmla="*/ 0 w 6"/>
                  <a:gd name="T11" fmla="*/ 4 h 8"/>
                  <a:gd name="T12" fmla="*/ 1 w 6"/>
                  <a:gd name="T13" fmla="*/ 6 h 8"/>
                  <a:gd name="T14" fmla="*/ 2 w 6"/>
                  <a:gd name="T15" fmla="*/ 7 h 8"/>
                  <a:gd name="T16" fmla="*/ 4 w 6"/>
                  <a:gd name="T17" fmla="*/ 7 h 8"/>
                  <a:gd name="T18" fmla="*/ 5 w 6"/>
                  <a:gd name="T19" fmla="*/ 8 h 8"/>
                  <a:gd name="T20" fmla="*/ 6 w 6"/>
                  <a:gd name="T21" fmla="*/ 7 h 8"/>
                  <a:gd name="T22" fmla="*/ 4 w 6"/>
                  <a:gd name="T23" fmla="*/ 6 h 8"/>
                  <a:gd name="T24" fmla="*/ 3 w 6"/>
                  <a:gd name="T25" fmla="*/ 4 h 8"/>
                  <a:gd name="T26" fmla="*/ 2 w 6"/>
                  <a:gd name="T27" fmla="*/ 4 h 8"/>
                  <a:gd name="T28" fmla="*/ 2 w 6"/>
                  <a:gd name="T29" fmla="*/ 4 h 8"/>
                  <a:gd name="T30" fmla="*/ 3 w 6"/>
                  <a:gd name="T31" fmla="*/ 2 h 8"/>
                  <a:gd name="T32" fmla="*/ 5 w 6"/>
                  <a:gd name="T33" fmla="*/ 2 h 8"/>
                  <a:gd name="T34" fmla="*/ 4 w 6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8"/>
                  <a:gd name="T56" fmla="*/ 6 w 6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2" name="Freeform 954"/>
              <p:cNvSpPr>
                <a:spLocks/>
              </p:cNvSpPr>
              <p:nvPr/>
            </p:nvSpPr>
            <p:spPr bwMode="auto">
              <a:xfrm>
                <a:off x="3137" y="2070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5 h 48"/>
                  <a:gd name="T12" fmla="*/ 92 w 106"/>
                  <a:gd name="T13" fmla="*/ 6 h 48"/>
                  <a:gd name="T14" fmla="*/ 88 w 106"/>
                  <a:gd name="T15" fmla="*/ 8 h 48"/>
                  <a:gd name="T16" fmla="*/ 85 w 106"/>
                  <a:gd name="T17" fmla="*/ 9 h 48"/>
                  <a:gd name="T18" fmla="*/ 82 w 106"/>
                  <a:gd name="T19" fmla="*/ 11 h 48"/>
                  <a:gd name="T20" fmla="*/ 79 w 106"/>
                  <a:gd name="T21" fmla="*/ 13 h 48"/>
                  <a:gd name="T22" fmla="*/ 75 w 106"/>
                  <a:gd name="T23" fmla="*/ 15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1 h 48"/>
                  <a:gd name="T30" fmla="*/ 57 w 106"/>
                  <a:gd name="T31" fmla="*/ 23 h 48"/>
                  <a:gd name="T32" fmla="*/ 53 w 106"/>
                  <a:gd name="T33" fmla="*/ 24 h 48"/>
                  <a:gd name="T34" fmla="*/ 50 w 106"/>
                  <a:gd name="T35" fmla="*/ 26 h 48"/>
                  <a:gd name="T36" fmla="*/ 45 w 106"/>
                  <a:gd name="T37" fmla="*/ 28 h 48"/>
                  <a:gd name="T38" fmla="*/ 40 w 106"/>
                  <a:gd name="T39" fmla="*/ 30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6 h 48"/>
                  <a:gd name="T46" fmla="*/ 23 w 106"/>
                  <a:gd name="T47" fmla="*/ 38 h 48"/>
                  <a:gd name="T48" fmla="*/ 20 w 106"/>
                  <a:gd name="T49" fmla="*/ 40 h 48"/>
                  <a:gd name="T50" fmla="*/ 17 w 106"/>
                  <a:gd name="T51" fmla="*/ 41 h 48"/>
                  <a:gd name="T52" fmla="*/ 14 w 106"/>
                  <a:gd name="T53" fmla="*/ 42 h 48"/>
                  <a:gd name="T54" fmla="*/ 10 w 106"/>
                  <a:gd name="T55" fmla="*/ 44 h 48"/>
                  <a:gd name="T56" fmla="*/ 8 w 106"/>
                  <a:gd name="T57" fmla="*/ 45 h 48"/>
                  <a:gd name="T58" fmla="*/ 5 w 106"/>
                  <a:gd name="T59" fmla="*/ 46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5"/>
                    </a:lnTo>
                    <a:lnTo>
                      <a:pt x="92" y="6"/>
                    </a:lnTo>
                    <a:lnTo>
                      <a:pt x="88" y="8"/>
                    </a:lnTo>
                    <a:lnTo>
                      <a:pt x="85" y="9"/>
                    </a:lnTo>
                    <a:lnTo>
                      <a:pt x="82" y="11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1"/>
                    </a:lnTo>
                    <a:lnTo>
                      <a:pt x="57" y="23"/>
                    </a:lnTo>
                    <a:lnTo>
                      <a:pt x="53" y="24"/>
                    </a:lnTo>
                    <a:lnTo>
                      <a:pt x="50" y="26"/>
                    </a:lnTo>
                    <a:lnTo>
                      <a:pt x="45" y="28"/>
                    </a:lnTo>
                    <a:lnTo>
                      <a:pt x="40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6"/>
                    </a:lnTo>
                    <a:lnTo>
                      <a:pt x="23" y="38"/>
                    </a:lnTo>
                    <a:lnTo>
                      <a:pt x="20" y="40"/>
                    </a:lnTo>
                    <a:lnTo>
                      <a:pt x="17" y="41"/>
                    </a:lnTo>
                    <a:lnTo>
                      <a:pt x="14" y="42"/>
                    </a:lnTo>
                    <a:lnTo>
                      <a:pt x="10" y="44"/>
                    </a:lnTo>
                    <a:lnTo>
                      <a:pt x="8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3" name="Freeform 955"/>
              <p:cNvSpPr>
                <a:spLocks/>
              </p:cNvSpPr>
              <p:nvPr/>
            </p:nvSpPr>
            <p:spPr bwMode="auto">
              <a:xfrm>
                <a:off x="3136" y="2069"/>
                <a:ext cx="107" cy="49"/>
              </a:xfrm>
              <a:custGeom>
                <a:avLst/>
                <a:gdLst>
                  <a:gd name="T0" fmla="*/ 2 w 107"/>
                  <a:gd name="T1" fmla="*/ 48 h 49"/>
                  <a:gd name="T2" fmla="*/ 6 w 107"/>
                  <a:gd name="T3" fmla="*/ 47 h 49"/>
                  <a:gd name="T4" fmla="*/ 10 w 107"/>
                  <a:gd name="T5" fmla="*/ 45 h 49"/>
                  <a:gd name="T6" fmla="*/ 18 w 107"/>
                  <a:gd name="T7" fmla="*/ 42 h 49"/>
                  <a:gd name="T8" fmla="*/ 24 w 107"/>
                  <a:gd name="T9" fmla="*/ 39 h 49"/>
                  <a:gd name="T10" fmla="*/ 32 w 107"/>
                  <a:gd name="T11" fmla="*/ 35 h 49"/>
                  <a:gd name="T12" fmla="*/ 41 w 107"/>
                  <a:gd name="T13" fmla="*/ 31 h 49"/>
                  <a:gd name="T14" fmla="*/ 50 w 107"/>
                  <a:gd name="T15" fmla="*/ 27 h 49"/>
                  <a:gd name="T16" fmla="*/ 58 w 107"/>
                  <a:gd name="T17" fmla="*/ 24 h 49"/>
                  <a:gd name="T18" fmla="*/ 67 w 107"/>
                  <a:gd name="T19" fmla="*/ 19 h 49"/>
                  <a:gd name="T20" fmla="*/ 76 w 107"/>
                  <a:gd name="T21" fmla="*/ 16 h 49"/>
                  <a:gd name="T22" fmla="*/ 83 w 107"/>
                  <a:gd name="T23" fmla="*/ 12 h 49"/>
                  <a:gd name="T24" fmla="*/ 89 w 107"/>
                  <a:gd name="T25" fmla="*/ 9 h 49"/>
                  <a:gd name="T26" fmla="*/ 96 w 107"/>
                  <a:gd name="T27" fmla="*/ 7 h 49"/>
                  <a:gd name="T28" fmla="*/ 101 w 107"/>
                  <a:gd name="T29" fmla="*/ 4 h 49"/>
                  <a:gd name="T30" fmla="*/ 105 w 107"/>
                  <a:gd name="T31" fmla="*/ 2 h 49"/>
                  <a:gd name="T32" fmla="*/ 105 w 107"/>
                  <a:gd name="T33" fmla="*/ 0 h 49"/>
                  <a:gd name="T34" fmla="*/ 103 w 107"/>
                  <a:gd name="T35" fmla="*/ 1 h 49"/>
                  <a:gd name="T36" fmla="*/ 99 w 107"/>
                  <a:gd name="T37" fmla="*/ 3 h 49"/>
                  <a:gd name="T38" fmla="*/ 93 w 107"/>
                  <a:gd name="T39" fmla="*/ 7 h 49"/>
                  <a:gd name="T40" fmla="*/ 86 w 107"/>
                  <a:gd name="T41" fmla="*/ 9 h 49"/>
                  <a:gd name="T42" fmla="*/ 79 w 107"/>
                  <a:gd name="T43" fmla="*/ 12 h 49"/>
                  <a:gd name="T44" fmla="*/ 70 w 107"/>
                  <a:gd name="T45" fmla="*/ 16 h 49"/>
                  <a:gd name="T46" fmla="*/ 62 w 107"/>
                  <a:gd name="T47" fmla="*/ 20 h 49"/>
                  <a:gd name="T48" fmla="*/ 52 w 107"/>
                  <a:gd name="T49" fmla="*/ 24 h 49"/>
                  <a:gd name="T50" fmla="*/ 45 w 107"/>
                  <a:gd name="T51" fmla="*/ 28 h 49"/>
                  <a:gd name="T52" fmla="*/ 35 w 107"/>
                  <a:gd name="T53" fmla="*/ 31 h 49"/>
                  <a:gd name="T54" fmla="*/ 27 w 107"/>
                  <a:gd name="T55" fmla="*/ 35 h 49"/>
                  <a:gd name="T56" fmla="*/ 20 w 107"/>
                  <a:gd name="T57" fmla="*/ 39 h 49"/>
                  <a:gd name="T58" fmla="*/ 12 w 107"/>
                  <a:gd name="T59" fmla="*/ 42 h 49"/>
                  <a:gd name="T60" fmla="*/ 7 w 107"/>
                  <a:gd name="T61" fmla="*/ 44 h 49"/>
                  <a:gd name="T62" fmla="*/ 3 w 107"/>
                  <a:gd name="T63" fmla="*/ 46 h 49"/>
                  <a:gd name="T64" fmla="*/ 0 w 107"/>
                  <a:gd name="T65" fmla="*/ 48 h 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49"/>
                  <a:gd name="T101" fmla="*/ 107 w 107"/>
                  <a:gd name="T102" fmla="*/ 49 h 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49">
                    <a:moveTo>
                      <a:pt x="1" y="49"/>
                    </a:moveTo>
                    <a:lnTo>
                      <a:pt x="2" y="48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8" y="46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9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1"/>
                    </a:lnTo>
                    <a:lnTo>
                      <a:pt x="46" y="29"/>
                    </a:lnTo>
                    <a:lnTo>
                      <a:pt x="50" y="27"/>
                    </a:lnTo>
                    <a:lnTo>
                      <a:pt x="54" y="25"/>
                    </a:lnTo>
                    <a:lnTo>
                      <a:pt x="58" y="24"/>
                    </a:lnTo>
                    <a:lnTo>
                      <a:pt x="63" y="22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2"/>
                    </a:lnTo>
                    <a:lnTo>
                      <a:pt x="86" y="11"/>
                    </a:lnTo>
                    <a:lnTo>
                      <a:pt x="89" y="9"/>
                    </a:lnTo>
                    <a:lnTo>
                      <a:pt x="93" y="9"/>
                    </a:lnTo>
                    <a:lnTo>
                      <a:pt x="96" y="7"/>
                    </a:lnTo>
                    <a:lnTo>
                      <a:pt x="99" y="4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3" y="7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11"/>
                    </a:lnTo>
                    <a:lnTo>
                      <a:pt x="79" y="12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49" y="26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1"/>
                    </a:lnTo>
                    <a:lnTo>
                      <a:pt x="32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9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6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4" name="Freeform 956"/>
              <p:cNvSpPr>
                <a:spLocks/>
              </p:cNvSpPr>
              <p:nvPr/>
            </p:nvSpPr>
            <p:spPr bwMode="auto">
              <a:xfrm>
                <a:off x="2998" y="1972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10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7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4 h 110"/>
                  <a:gd name="T44" fmla="*/ 193 w 252"/>
                  <a:gd name="T45" fmla="*/ 90 h 110"/>
                  <a:gd name="T46" fmla="*/ 180 w 252"/>
                  <a:gd name="T47" fmla="*/ 94 h 110"/>
                  <a:gd name="T48" fmla="*/ 170 w 252"/>
                  <a:gd name="T49" fmla="*/ 100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3 h 110"/>
                  <a:gd name="T70" fmla="*/ 72 w 252"/>
                  <a:gd name="T71" fmla="*/ 75 h 110"/>
                  <a:gd name="T72" fmla="*/ 58 w 252"/>
                  <a:gd name="T73" fmla="*/ 67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9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6"/>
                    </a:lnTo>
                    <a:lnTo>
                      <a:pt x="107" y="6"/>
                    </a:lnTo>
                    <a:lnTo>
                      <a:pt x="118" y="6"/>
                    </a:lnTo>
                    <a:lnTo>
                      <a:pt x="128" y="9"/>
                    </a:lnTo>
                    <a:lnTo>
                      <a:pt x="140" y="10"/>
                    </a:lnTo>
                    <a:lnTo>
                      <a:pt x="149" y="10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7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2" y="63"/>
                    </a:lnTo>
                    <a:lnTo>
                      <a:pt x="251" y="64"/>
                    </a:lnTo>
                    <a:lnTo>
                      <a:pt x="249" y="65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7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2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1"/>
                    </a:lnTo>
                    <a:lnTo>
                      <a:pt x="210" y="81"/>
                    </a:lnTo>
                    <a:lnTo>
                      <a:pt x="205" y="84"/>
                    </a:lnTo>
                    <a:lnTo>
                      <a:pt x="202" y="85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7"/>
                    </a:lnTo>
                    <a:lnTo>
                      <a:pt x="173" y="99"/>
                    </a:lnTo>
                    <a:lnTo>
                      <a:pt x="170" y="100"/>
                    </a:lnTo>
                    <a:lnTo>
                      <a:pt x="165" y="101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1"/>
                    </a:lnTo>
                    <a:lnTo>
                      <a:pt x="118" y="100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3"/>
                    </a:lnTo>
                    <a:lnTo>
                      <a:pt x="82" y="81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69"/>
                    </a:lnTo>
                    <a:lnTo>
                      <a:pt x="58" y="67"/>
                    </a:lnTo>
                    <a:lnTo>
                      <a:pt x="53" y="65"/>
                    </a:lnTo>
                    <a:lnTo>
                      <a:pt x="49" y="63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5" name="Freeform 957"/>
              <p:cNvSpPr>
                <a:spLocks/>
              </p:cNvSpPr>
              <p:nvPr/>
            </p:nvSpPr>
            <p:spPr bwMode="auto">
              <a:xfrm>
                <a:off x="2997" y="1972"/>
                <a:ext cx="14" cy="37"/>
              </a:xfrm>
              <a:custGeom>
                <a:avLst/>
                <a:gdLst>
                  <a:gd name="T0" fmla="*/ 13 w 14"/>
                  <a:gd name="T1" fmla="*/ 0 h 37"/>
                  <a:gd name="T2" fmla="*/ 13 w 14"/>
                  <a:gd name="T3" fmla="*/ 0 h 37"/>
                  <a:gd name="T4" fmla="*/ 6 w 14"/>
                  <a:gd name="T5" fmla="*/ 4 h 37"/>
                  <a:gd name="T6" fmla="*/ 2 w 14"/>
                  <a:gd name="T7" fmla="*/ 10 h 37"/>
                  <a:gd name="T8" fmla="*/ 0 w 14"/>
                  <a:gd name="T9" fmla="*/ 15 h 37"/>
                  <a:gd name="T10" fmla="*/ 0 w 14"/>
                  <a:gd name="T11" fmla="*/ 20 h 37"/>
                  <a:gd name="T12" fmla="*/ 0 w 14"/>
                  <a:gd name="T13" fmla="*/ 25 h 37"/>
                  <a:gd name="T14" fmla="*/ 2 w 14"/>
                  <a:gd name="T15" fmla="*/ 31 h 37"/>
                  <a:gd name="T16" fmla="*/ 4 w 14"/>
                  <a:gd name="T17" fmla="*/ 34 h 37"/>
                  <a:gd name="T18" fmla="*/ 6 w 14"/>
                  <a:gd name="T19" fmla="*/ 37 h 37"/>
                  <a:gd name="T20" fmla="*/ 8 w 14"/>
                  <a:gd name="T21" fmla="*/ 36 h 37"/>
                  <a:gd name="T22" fmla="*/ 6 w 14"/>
                  <a:gd name="T23" fmla="*/ 34 h 37"/>
                  <a:gd name="T24" fmla="*/ 4 w 14"/>
                  <a:gd name="T25" fmla="*/ 29 h 37"/>
                  <a:gd name="T26" fmla="*/ 2 w 14"/>
                  <a:gd name="T27" fmla="*/ 25 h 37"/>
                  <a:gd name="T28" fmla="*/ 2 w 14"/>
                  <a:gd name="T29" fmla="*/ 20 h 37"/>
                  <a:gd name="T30" fmla="*/ 2 w 14"/>
                  <a:gd name="T31" fmla="*/ 15 h 37"/>
                  <a:gd name="T32" fmla="*/ 4 w 14"/>
                  <a:gd name="T33" fmla="*/ 11 h 37"/>
                  <a:gd name="T34" fmla="*/ 8 w 14"/>
                  <a:gd name="T35" fmla="*/ 6 h 37"/>
                  <a:gd name="T36" fmla="*/ 14 w 14"/>
                  <a:gd name="T37" fmla="*/ 1 h 37"/>
                  <a:gd name="T38" fmla="*/ 13 w 14"/>
                  <a:gd name="T39" fmla="*/ 0 h 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7"/>
                  <a:gd name="T62" fmla="*/ 14 w 14"/>
                  <a:gd name="T63" fmla="*/ 37 h 3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7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1"/>
                    </a:lnTo>
                    <a:lnTo>
                      <a:pt x="4" y="3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4" y="11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6" name="Freeform 958"/>
              <p:cNvSpPr>
                <a:spLocks/>
              </p:cNvSpPr>
              <p:nvPr/>
            </p:nvSpPr>
            <p:spPr bwMode="auto">
              <a:xfrm>
                <a:off x="3010" y="1971"/>
                <a:ext cx="231" cy="21"/>
              </a:xfrm>
              <a:custGeom>
                <a:avLst/>
                <a:gdLst>
                  <a:gd name="T0" fmla="*/ 231 w 231"/>
                  <a:gd name="T1" fmla="*/ 21 h 21"/>
                  <a:gd name="T2" fmla="*/ 228 w 231"/>
                  <a:gd name="T3" fmla="*/ 19 h 21"/>
                  <a:gd name="T4" fmla="*/ 221 w 231"/>
                  <a:gd name="T5" fmla="*/ 18 h 21"/>
                  <a:gd name="T6" fmla="*/ 210 w 231"/>
                  <a:gd name="T7" fmla="*/ 17 h 21"/>
                  <a:gd name="T8" fmla="*/ 195 w 231"/>
                  <a:gd name="T9" fmla="*/ 15 h 21"/>
                  <a:gd name="T10" fmla="*/ 178 w 231"/>
                  <a:gd name="T11" fmla="*/ 13 h 21"/>
                  <a:gd name="T12" fmla="*/ 158 w 231"/>
                  <a:gd name="T13" fmla="*/ 11 h 21"/>
                  <a:gd name="T14" fmla="*/ 137 w 231"/>
                  <a:gd name="T15" fmla="*/ 11 h 21"/>
                  <a:gd name="T16" fmla="*/ 116 w 231"/>
                  <a:gd name="T17" fmla="*/ 7 h 21"/>
                  <a:gd name="T18" fmla="*/ 96 w 231"/>
                  <a:gd name="T19" fmla="*/ 5 h 21"/>
                  <a:gd name="T20" fmla="*/ 74 w 231"/>
                  <a:gd name="T21" fmla="*/ 4 h 21"/>
                  <a:gd name="T22" fmla="*/ 55 w 231"/>
                  <a:gd name="T23" fmla="*/ 3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3 h 21"/>
                  <a:gd name="T40" fmla="*/ 38 w 231"/>
                  <a:gd name="T41" fmla="*/ 3 h 21"/>
                  <a:gd name="T42" fmla="*/ 55 w 231"/>
                  <a:gd name="T43" fmla="*/ 4 h 21"/>
                  <a:gd name="T44" fmla="*/ 74 w 231"/>
                  <a:gd name="T45" fmla="*/ 6 h 21"/>
                  <a:gd name="T46" fmla="*/ 96 w 231"/>
                  <a:gd name="T47" fmla="*/ 7 h 21"/>
                  <a:gd name="T48" fmla="*/ 116 w 231"/>
                  <a:gd name="T49" fmla="*/ 11 h 21"/>
                  <a:gd name="T50" fmla="*/ 137 w 231"/>
                  <a:gd name="T51" fmla="*/ 11 h 21"/>
                  <a:gd name="T52" fmla="*/ 158 w 231"/>
                  <a:gd name="T53" fmla="*/ 13 h 21"/>
                  <a:gd name="T54" fmla="*/ 178 w 231"/>
                  <a:gd name="T55" fmla="*/ 15 h 21"/>
                  <a:gd name="T56" fmla="*/ 195 w 231"/>
                  <a:gd name="T57" fmla="*/ 17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31 w 231"/>
                  <a:gd name="T65" fmla="*/ 21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19"/>
                    </a:lnTo>
                    <a:lnTo>
                      <a:pt x="228" y="19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1"/>
                    </a:lnTo>
                    <a:lnTo>
                      <a:pt x="137" y="11"/>
                    </a:lnTo>
                    <a:lnTo>
                      <a:pt x="127" y="8"/>
                    </a:lnTo>
                    <a:lnTo>
                      <a:pt x="116" y="7"/>
                    </a:lnTo>
                    <a:lnTo>
                      <a:pt x="106" y="6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4"/>
                    </a:lnTo>
                    <a:lnTo>
                      <a:pt x="65" y="3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3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5" y="5"/>
                    </a:lnTo>
                    <a:lnTo>
                      <a:pt x="74" y="6"/>
                    </a:lnTo>
                    <a:lnTo>
                      <a:pt x="84" y="6"/>
                    </a:lnTo>
                    <a:lnTo>
                      <a:pt x="96" y="7"/>
                    </a:lnTo>
                    <a:lnTo>
                      <a:pt x="106" y="8"/>
                    </a:lnTo>
                    <a:lnTo>
                      <a:pt x="116" y="11"/>
                    </a:lnTo>
                    <a:lnTo>
                      <a:pt x="127" y="11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9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7" name="Freeform 959"/>
              <p:cNvSpPr>
                <a:spLocks/>
              </p:cNvSpPr>
              <p:nvPr/>
            </p:nvSpPr>
            <p:spPr bwMode="auto">
              <a:xfrm>
                <a:off x="3239" y="1991"/>
                <a:ext cx="5" cy="38"/>
              </a:xfrm>
              <a:custGeom>
                <a:avLst/>
                <a:gdLst>
                  <a:gd name="T0" fmla="*/ 4 w 5"/>
                  <a:gd name="T1" fmla="*/ 37 h 38"/>
                  <a:gd name="T2" fmla="*/ 5 w 5"/>
                  <a:gd name="T3" fmla="*/ 37 h 38"/>
                  <a:gd name="T4" fmla="*/ 4 w 5"/>
                  <a:gd name="T5" fmla="*/ 28 h 38"/>
                  <a:gd name="T6" fmla="*/ 4 w 5"/>
                  <a:gd name="T7" fmla="*/ 17 h 38"/>
                  <a:gd name="T8" fmla="*/ 2 w 5"/>
                  <a:gd name="T9" fmla="*/ 9 h 38"/>
                  <a:gd name="T10" fmla="*/ 2 w 5"/>
                  <a:gd name="T11" fmla="*/ 0 h 38"/>
                  <a:gd name="T12" fmla="*/ 0 w 5"/>
                  <a:gd name="T13" fmla="*/ 0 h 38"/>
                  <a:gd name="T14" fmla="*/ 0 w 5"/>
                  <a:gd name="T15" fmla="*/ 9 h 38"/>
                  <a:gd name="T16" fmla="*/ 1 w 5"/>
                  <a:gd name="T17" fmla="*/ 17 h 38"/>
                  <a:gd name="T18" fmla="*/ 1 w 5"/>
                  <a:gd name="T19" fmla="*/ 28 h 38"/>
                  <a:gd name="T20" fmla="*/ 2 w 5"/>
                  <a:gd name="T21" fmla="*/ 37 h 38"/>
                  <a:gd name="T22" fmla="*/ 4 w 5"/>
                  <a:gd name="T23" fmla="*/ 38 h 38"/>
                  <a:gd name="T24" fmla="*/ 2 w 5"/>
                  <a:gd name="T25" fmla="*/ 37 h 38"/>
                  <a:gd name="T26" fmla="*/ 2 w 5"/>
                  <a:gd name="T27" fmla="*/ 38 h 38"/>
                  <a:gd name="T28" fmla="*/ 4 w 5"/>
                  <a:gd name="T29" fmla="*/ 38 h 38"/>
                  <a:gd name="T30" fmla="*/ 4 w 5"/>
                  <a:gd name="T31" fmla="*/ 37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8"/>
                  <a:gd name="T50" fmla="*/ 5 w 5"/>
                  <a:gd name="T51" fmla="*/ 38 h 3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8">
                    <a:moveTo>
                      <a:pt x="4" y="37"/>
                    </a:moveTo>
                    <a:lnTo>
                      <a:pt x="5" y="37"/>
                    </a:lnTo>
                    <a:lnTo>
                      <a:pt x="4" y="28"/>
                    </a:lnTo>
                    <a:lnTo>
                      <a:pt x="4" y="17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7"/>
                    </a:lnTo>
                    <a:lnTo>
                      <a:pt x="1" y="28"/>
                    </a:lnTo>
                    <a:lnTo>
                      <a:pt x="2" y="37"/>
                    </a:lnTo>
                    <a:lnTo>
                      <a:pt x="4" y="38"/>
                    </a:lnTo>
                    <a:lnTo>
                      <a:pt x="2" y="37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4" y="3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8" name="Freeform 960"/>
              <p:cNvSpPr>
                <a:spLocks/>
              </p:cNvSpPr>
              <p:nvPr/>
            </p:nvSpPr>
            <p:spPr bwMode="auto">
              <a:xfrm>
                <a:off x="3241" y="2026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5 h 11"/>
                  <a:gd name="T12" fmla="*/ 7 w 9"/>
                  <a:gd name="T13" fmla="*/ 4 h 11"/>
                  <a:gd name="T14" fmla="*/ 5 w 9"/>
                  <a:gd name="T15" fmla="*/ 3 h 11"/>
                  <a:gd name="T16" fmla="*/ 3 w 9"/>
                  <a:gd name="T17" fmla="*/ 2 h 11"/>
                  <a:gd name="T18" fmla="*/ 2 w 9"/>
                  <a:gd name="T19" fmla="*/ 0 h 11"/>
                  <a:gd name="T20" fmla="*/ 0 w 9"/>
                  <a:gd name="T21" fmla="*/ 2 h 11"/>
                  <a:gd name="T22" fmla="*/ 2 w 9"/>
                  <a:gd name="T23" fmla="*/ 3 h 11"/>
                  <a:gd name="T24" fmla="*/ 4 w 9"/>
                  <a:gd name="T25" fmla="*/ 4 h 11"/>
                  <a:gd name="T26" fmla="*/ 5 w 9"/>
                  <a:gd name="T27" fmla="*/ 5 h 11"/>
                  <a:gd name="T28" fmla="*/ 7 w 9"/>
                  <a:gd name="T29" fmla="*/ 6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19" name="Freeform 961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0" name="Freeform 962"/>
              <p:cNvSpPr>
                <a:spLocks/>
              </p:cNvSpPr>
              <p:nvPr/>
            </p:nvSpPr>
            <p:spPr bwMode="auto">
              <a:xfrm>
                <a:off x="3129" y="2078"/>
                <a:ext cx="14" cy="5"/>
              </a:xfrm>
              <a:custGeom>
                <a:avLst/>
                <a:gdLst>
                  <a:gd name="T0" fmla="*/ 0 w 14"/>
                  <a:gd name="T1" fmla="*/ 1 h 5"/>
                  <a:gd name="T2" fmla="*/ 0 w 14"/>
                  <a:gd name="T3" fmla="*/ 1 h 5"/>
                  <a:gd name="T4" fmla="*/ 1 w 14"/>
                  <a:gd name="T5" fmla="*/ 3 h 5"/>
                  <a:gd name="T6" fmla="*/ 3 w 14"/>
                  <a:gd name="T7" fmla="*/ 3 h 5"/>
                  <a:gd name="T8" fmla="*/ 7 w 14"/>
                  <a:gd name="T9" fmla="*/ 4 h 5"/>
                  <a:gd name="T10" fmla="*/ 7 w 14"/>
                  <a:gd name="T11" fmla="*/ 4 h 5"/>
                  <a:gd name="T12" fmla="*/ 10 w 14"/>
                  <a:gd name="T13" fmla="*/ 5 h 5"/>
                  <a:gd name="T14" fmla="*/ 11 w 14"/>
                  <a:gd name="T15" fmla="*/ 5 h 5"/>
                  <a:gd name="T16" fmla="*/ 13 w 14"/>
                  <a:gd name="T17" fmla="*/ 5 h 5"/>
                  <a:gd name="T18" fmla="*/ 14 w 14"/>
                  <a:gd name="T19" fmla="*/ 5 h 5"/>
                  <a:gd name="T20" fmla="*/ 13 w 14"/>
                  <a:gd name="T21" fmla="*/ 3 h 5"/>
                  <a:gd name="T22" fmla="*/ 11 w 14"/>
                  <a:gd name="T23" fmla="*/ 3 h 5"/>
                  <a:gd name="T24" fmla="*/ 10 w 14"/>
                  <a:gd name="T25" fmla="*/ 3 h 5"/>
                  <a:gd name="T26" fmla="*/ 9 w 14"/>
                  <a:gd name="T27" fmla="*/ 3 h 5"/>
                  <a:gd name="T28" fmla="*/ 7 w 14"/>
                  <a:gd name="T29" fmla="*/ 3 h 5"/>
                  <a:gd name="T30" fmla="*/ 3 w 14"/>
                  <a:gd name="T31" fmla="*/ 1 h 5"/>
                  <a:gd name="T32" fmla="*/ 2 w 14"/>
                  <a:gd name="T33" fmla="*/ 1 h 5"/>
                  <a:gd name="T34" fmla="*/ 1 w 14"/>
                  <a:gd name="T35" fmla="*/ 0 h 5"/>
                  <a:gd name="T36" fmla="*/ 0 w 14"/>
                  <a:gd name="T37" fmla="*/ 1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5"/>
                  <a:gd name="T59" fmla="*/ 14 w 14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5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4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1" name="Freeform 963"/>
              <p:cNvSpPr>
                <a:spLocks/>
              </p:cNvSpPr>
              <p:nvPr/>
            </p:nvSpPr>
            <p:spPr bwMode="auto">
              <a:xfrm>
                <a:off x="3015" y="2018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7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2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1 h 62"/>
                  <a:gd name="T58" fmla="*/ 16 w 115"/>
                  <a:gd name="T59" fmla="*/ 7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2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0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6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1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2" name="Freeform 964"/>
              <p:cNvSpPr>
                <a:spLocks/>
              </p:cNvSpPr>
              <p:nvPr/>
            </p:nvSpPr>
            <p:spPr bwMode="auto">
              <a:xfrm>
                <a:off x="3003" y="2008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4 h 11"/>
                  <a:gd name="T6" fmla="*/ 3 w 13"/>
                  <a:gd name="T7" fmla="*/ 5 h 11"/>
                  <a:gd name="T8" fmla="*/ 5 w 13"/>
                  <a:gd name="T9" fmla="*/ 6 h 11"/>
                  <a:gd name="T10" fmla="*/ 7 w 13"/>
                  <a:gd name="T11" fmla="*/ 8 h 11"/>
                  <a:gd name="T12" fmla="*/ 8 w 13"/>
                  <a:gd name="T13" fmla="*/ 8 h 11"/>
                  <a:gd name="T14" fmla="*/ 9 w 13"/>
                  <a:gd name="T15" fmla="*/ 8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10 h 11"/>
                  <a:gd name="T22" fmla="*/ 11 w 13"/>
                  <a:gd name="T23" fmla="*/ 8 h 11"/>
                  <a:gd name="T24" fmla="*/ 10 w 13"/>
                  <a:gd name="T25" fmla="*/ 8 h 11"/>
                  <a:gd name="T26" fmla="*/ 9 w 13"/>
                  <a:gd name="T27" fmla="*/ 6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4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3" name="Freeform 965"/>
              <p:cNvSpPr>
                <a:spLocks/>
              </p:cNvSpPr>
              <p:nvPr/>
            </p:nvSpPr>
            <p:spPr bwMode="auto">
              <a:xfrm>
                <a:off x="3132" y="2040"/>
                <a:ext cx="10" cy="42"/>
              </a:xfrm>
              <a:custGeom>
                <a:avLst/>
                <a:gdLst>
                  <a:gd name="T0" fmla="*/ 10 w 10"/>
                  <a:gd name="T1" fmla="*/ 42 h 42"/>
                  <a:gd name="T2" fmla="*/ 8 w 10"/>
                  <a:gd name="T3" fmla="*/ 42 h 42"/>
                  <a:gd name="T4" fmla="*/ 7 w 10"/>
                  <a:gd name="T5" fmla="*/ 41 h 42"/>
                  <a:gd name="T6" fmla="*/ 6 w 10"/>
                  <a:gd name="T7" fmla="*/ 40 h 42"/>
                  <a:gd name="T8" fmla="*/ 4 w 10"/>
                  <a:gd name="T9" fmla="*/ 37 h 42"/>
                  <a:gd name="T10" fmla="*/ 4 w 10"/>
                  <a:gd name="T11" fmla="*/ 35 h 42"/>
                  <a:gd name="T12" fmla="*/ 2 w 10"/>
                  <a:gd name="T13" fmla="*/ 32 h 42"/>
                  <a:gd name="T14" fmla="*/ 0 w 10"/>
                  <a:gd name="T15" fmla="*/ 29 h 42"/>
                  <a:gd name="T16" fmla="*/ 0 w 10"/>
                  <a:gd name="T17" fmla="*/ 26 h 42"/>
                  <a:gd name="T18" fmla="*/ 0 w 10"/>
                  <a:gd name="T19" fmla="*/ 22 h 42"/>
                  <a:gd name="T20" fmla="*/ 0 w 10"/>
                  <a:gd name="T21" fmla="*/ 17 h 42"/>
                  <a:gd name="T22" fmla="*/ 0 w 10"/>
                  <a:gd name="T23" fmla="*/ 13 h 42"/>
                  <a:gd name="T24" fmla="*/ 2 w 10"/>
                  <a:gd name="T25" fmla="*/ 9 h 42"/>
                  <a:gd name="T26" fmla="*/ 4 w 10"/>
                  <a:gd name="T27" fmla="*/ 7 h 42"/>
                  <a:gd name="T28" fmla="*/ 4 w 10"/>
                  <a:gd name="T29" fmla="*/ 4 h 42"/>
                  <a:gd name="T30" fmla="*/ 6 w 10"/>
                  <a:gd name="T31" fmla="*/ 1 h 42"/>
                  <a:gd name="T32" fmla="*/ 8 w 10"/>
                  <a:gd name="T33" fmla="*/ 0 h 42"/>
                  <a:gd name="T34" fmla="*/ 10 w 10"/>
                  <a:gd name="T35" fmla="*/ 4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2"/>
                  <a:gd name="T56" fmla="*/ 10 w 10"/>
                  <a:gd name="T57" fmla="*/ 42 h 4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2">
                    <a:moveTo>
                      <a:pt x="10" y="42"/>
                    </a:moveTo>
                    <a:lnTo>
                      <a:pt x="8" y="42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2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4" name="Freeform 966"/>
              <p:cNvSpPr>
                <a:spLocks/>
              </p:cNvSpPr>
              <p:nvPr/>
            </p:nvSpPr>
            <p:spPr bwMode="auto">
              <a:xfrm>
                <a:off x="3132" y="2066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6 h 17"/>
                  <a:gd name="T8" fmla="*/ 2 w 10"/>
                  <a:gd name="T9" fmla="*/ 10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6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5" name="Freeform 967"/>
              <p:cNvSpPr>
                <a:spLocks/>
              </p:cNvSpPr>
              <p:nvPr/>
            </p:nvSpPr>
            <p:spPr bwMode="auto">
              <a:xfrm>
                <a:off x="3132" y="2040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1 h 26"/>
                  <a:gd name="T4" fmla="*/ 4 w 9"/>
                  <a:gd name="T5" fmla="*/ 4 h 26"/>
                  <a:gd name="T6" fmla="*/ 3 w 9"/>
                  <a:gd name="T7" fmla="*/ 7 h 26"/>
                  <a:gd name="T8" fmla="*/ 2 w 9"/>
                  <a:gd name="T9" fmla="*/ 10 h 26"/>
                  <a:gd name="T10" fmla="*/ 0 w 9"/>
                  <a:gd name="T11" fmla="*/ 13 h 26"/>
                  <a:gd name="T12" fmla="*/ 0 w 9"/>
                  <a:gd name="T13" fmla="*/ 17 h 26"/>
                  <a:gd name="T14" fmla="*/ 0 w 9"/>
                  <a:gd name="T15" fmla="*/ 22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2 h 26"/>
                  <a:gd name="T22" fmla="*/ 3 w 9"/>
                  <a:gd name="T23" fmla="*/ 17 h 26"/>
                  <a:gd name="T24" fmla="*/ 3 w 9"/>
                  <a:gd name="T25" fmla="*/ 13 h 26"/>
                  <a:gd name="T26" fmla="*/ 4 w 9"/>
                  <a:gd name="T27" fmla="*/ 10 h 26"/>
                  <a:gd name="T28" fmla="*/ 4 w 9"/>
                  <a:gd name="T29" fmla="*/ 7 h 26"/>
                  <a:gd name="T30" fmla="*/ 6 w 9"/>
                  <a:gd name="T31" fmla="*/ 5 h 26"/>
                  <a:gd name="T32" fmla="*/ 7 w 9"/>
                  <a:gd name="T33" fmla="*/ 4 h 26"/>
                  <a:gd name="T34" fmla="*/ 9 w 9"/>
                  <a:gd name="T35" fmla="*/ 1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6" name="Freeform 968"/>
              <p:cNvSpPr>
                <a:spLocks/>
              </p:cNvSpPr>
              <p:nvPr/>
            </p:nvSpPr>
            <p:spPr bwMode="auto">
              <a:xfrm>
                <a:off x="3011" y="1926"/>
                <a:ext cx="239" cy="114"/>
              </a:xfrm>
              <a:custGeom>
                <a:avLst/>
                <a:gdLst>
                  <a:gd name="T0" fmla="*/ 8 w 239"/>
                  <a:gd name="T1" fmla="*/ 42 h 114"/>
                  <a:gd name="T2" fmla="*/ 24 w 239"/>
                  <a:gd name="T3" fmla="*/ 34 h 114"/>
                  <a:gd name="T4" fmla="*/ 45 w 239"/>
                  <a:gd name="T5" fmla="*/ 24 h 114"/>
                  <a:gd name="T6" fmla="*/ 67 w 239"/>
                  <a:gd name="T7" fmla="*/ 14 h 114"/>
                  <a:gd name="T8" fmla="*/ 85 w 239"/>
                  <a:gd name="T9" fmla="*/ 4 h 114"/>
                  <a:gd name="T10" fmla="*/ 94 w 239"/>
                  <a:gd name="T11" fmla="*/ 0 h 114"/>
                  <a:gd name="T12" fmla="*/ 99 w 239"/>
                  <a:gd name="T13" fmla="*/ 0 h 114"/>
                  <a:gd name="T14" fmla="*/ 104 w 239"/>
                  <a:gd name="T15" fmla="*/ 1 h 114"/>
                  <a:gd name="T16" fmla="*/ 108 w 239"/>
                  <a:gd name="T17" fmla="*/ 2 h 114"/>
                  <a:gd name="T18" fmla="*/ 114 w 239"/>
                  <a:gd name="T19" fmla="*/ 5 h 114"/>
                  <a:gd name="T20" fmla="*/ 126 w 239"/>
                  <a:gd name="T21" fmla="*/ 12 h 114"/>
                  <a:gd name="T22" fmla="*/ 140 w 239"/>
                  <a:gd name="T23" fmla="*/ 18 h 114"/>
                  <a:gd name="T24" fmla="*/ 155 w 239"/>
                  <a:gd name="T25" fmla="*/ 25 h 114"/>
                  <a:gd name="T26" fmla="*/ 172 w 239"/>
                  <a:gd name="T27" fmla="*/ 33 h 114"/>
                  <a:gd name="T28" fmla="*/ 188 w 239"/>
                  <a:gd name="T29" fmla="*/ 40 h 114"/>
                  <a:gd name="T30" fmla="*/ 204 w 239"/>
                  <a:gd name="T31" fmla="*/ 47 h 114"/>
                  <a:gd name="T32" fmla="*/ 217 w 239"/>
                  <a:gd name="T33" fmla="*/ 53 h 114"/>
                  <a:gd name="T34" fmla="*/ 226 w 239"/>
                  <a:gd name="T35" fmla="*/ 58 h 114"/>
                  <a:gd name="T36" fmla="*/ 233 w 239"/>
                  <a:gd name="T37" fmla="*/ 60 h 114"/>
                  <a:gd name="T38" fmla="*/ 237 w 239"/>
                  <a:gd name="T39" fmla="*/ 63 h 114"/>
                  <a:gd name="T40" fmla="*/ 239 w 239"/>
                  <a:gd name="T41" fmla="*/ 67 h 114"/>
                  <a:gd name="T42" fmla="*/ 235 w 239"/>
                  <a:gd name="T43" fmla="*/ 71 h 114"/>
                  <a:gd name="T44" fmla="*/ 228 w 239"/>
                  <a:gd name="T45" fmla="*/ 73 h 114"/>
                  <a:gd name="T46" fmla="*/ 220 w 239"/>
                  <a:gd name="T47" fmla="*/ 77 h 114"/>
                  <a:gd name="T48" fmla="*/ 209 w 239"/>
                  <a:gd name="T49" fmla="*/ 81 h 114"/>
                  <a:gd name="T50" fmla="*/ 197 w 239"/>
                  <a:gd name="T51" fmla="*/ 87 h 114"/>
                  <a:gd name="T52" fmla="*/ 184 w 239"/>
                  <a:gd name="T53" fmla="*/ 92 h 114"/>
                  <a:gd name="T54" fmla="*/ 172 w 239"/>
                  <a:gd name="T55" fmla="*/ 97 h 114"/>
                  <a:gd name="T56" fmla="*/ 160 w 239"/>
                  <a:gd name="T57" fmla="*/ 103 h 114"/>
                  <a:gd name="T58" fmla="*/ 149 w 239"/>
                  <a:gd name="T59" fmla="*/ 108 h 114"/>
                  <a:gd name="T60" fmla="*/ 141 w 239"/>
                  <a:gd name="T61" fmla="*/ 111 h 114"/>
                  <a:gd name="T62" fmla="*/ 134 w 239"/>
                  <a:gd name="T63" fmla="*/ 113 h 114"/>
                  <a:gd name="T64" fmla="*/ 130 w 239"/>
                  <a:gd name="T65" fmla="*/ 114 h 114"/>
                  <a:gd name="T66" fmla="*/ 125 w 239"/>
                  <a:gd name="T67" fmla="*/ 113 h 114"/>
                  <a:gd name="T68" fmla="*/ 120 w 239"/>
                  <a:gd name="T69" fmla="*/ 111 h 114"/>
                  <a:gd name="T70" fmla="*/ 114 w 239"/>
                  <a:gd name="T71" fmla="*/ 109 h 114"/>
                  <a:gd name="T72" fmla="*/ 105 w 239"/>
                  <a:gd name="T73" fmla="*/ 104 h 114"/>
                  <a:gd name="T74" fmla="*/ 94 w 239"/>
                  <a:gd name="T75" fmla="*/ 97 h 114"/>
                  <a:gd name="T76" fmla="*/ 80 w 239"/>
                  <a:gd name="T77" fmla="*/ 91 h 114"/>
                  <a:gd name="T78" fmla="*/ 66 w 239"/>
                  <a:gd name="T79" fmla="*/ 82 h 114"/>
                  <a:gd name="T80" fmla="*/ 51 w 239"/>
                  <a:gd name="T81" fmla="*/ 75 h 114"/>
                  <a:gd name="T82" fmla="*/ 36 w 239"/>
                  <a:gd name="T83" fmla="*/ 67 h 114"/>
                  <a:gd name="T84" fmla="*/ 23 w 239"/>
                  <a:gd name="T85" fmla="*/ 60 h 114"/>
                  <a:gd name="T86" fmla="*/ 14 w 239"/>
                  <a:gd name="T87" fmla="*/ 56 h 114"/>
                  <a:gd name="T88" fmla="*/ 8 w 239"/>
                  <a:gd name="T89" fmla="*/ 52 h 114"/>
                  <a:gd name="T90" fmla="*/ 3 w 239"/>
                  <a:gd name="T91" fmla="*/ 49 h 114"/>
                  <a:gd name="T92" fmla="*/ 0 w 239"/>
                  <a:gd name="T93" fmla="*/ 47 h 114"/>
                  <a:gd name="T94" fmla="*/ 4 w 239"/>
                  <a:gd name="T95" fmla="*/ 44 h 1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4"/>
                  <a:gd name="T146" fmla="*/ 239 w 239"/>
                  <a:gd name="T147" fmla="*/ 114 h 1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4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0"/>
                    </a:lnTo>
                    <a:lnTo>
                      <a:pt x="37" y="28"/>
                    </a:lnTo>
                    <a:lnTo>
                      <a:pt x="45" y="24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0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5"/>
                    </a:lnTo>
                    <a:lnTo>
                      <a:pt x="161" y="28"/>
                    </a:lnTo>
                    <a:lnTo>
                      <a:pt x="166" y="30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3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49"/>
                    </a:lnTo>
                    <a:lnTo>
                      <a:pt x="213" y="51"/>
                    </a:lnTo>
                    <a:lnTo>
                      <a:pt x="217" y="53"/>
                    </a:lnTo>
                    <a:lnTo>
                      <a:pt x="220" y="56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5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71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1"/>
                    </a:lnTo>
                    <a:lnTo>
                      <a:pt x="205" y="82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5"/>
                    </a:lnTo>
                    <a:lnTo>
                      <a:pt x="172" y="97"/>
                    </a:lnTo>
                    <a:lnTo>
                      <a:pt x="167" y="99"/>
                    </a:lnTo>
                    <a:lnTo>
                      <a:pt x="164" y="100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9"/>
                    </a:lnTo>
                    <a:lnTo>
                      <a:pt x="143" y="110"/>
                    </a:lnTo>
                    <a:lnTo>
                      <a:pt x="141" y="111"/>
                    </a:lnTo>
                    <a:lnTo>
                      <a:pt x="137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0" y="114"/>
                    </a:lnTo>
                    <a:lnTo>
                      <a:pt x="128" y="114"/>
                    </a:lnTo>
                    <a:lnTo>
                      <a:pt x="127" y="113"/>
                    </a:lnTo>
                    <a:lnTo>
                      <a:pt x="125" y="113"/>
                    </a:lnTo>
                    <a:lnTo>
                      <a:pt x="124" y="112"/>
                    </a:lnTo>
                    <a:lnTo>
                      <a:pt x="121" y="112"/>
                    </a:lnTo>
                    <a:lnTo>
                      <a:pt x="120" y="111"/>
                    </a:lnTo>
                    <a:lnTo>
                      <a:pt x="118" y="111"/>
                    </a:lnTo>
                    <a:lnTo>
                      <a:pt x="116" y="110"/>
                    </a:lnTo>
                    <a:lnTo>
                      <a:pt x="114" y="109"/>
                    </a:lnTo>
                    <a:lnTo>
                      <a:pt x="112" y="106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99"/>
                    </a:lnTo>
                    <a:lnTo>
                      <a:pt x="94" y="97"/>
                    </a:lnTo>
                    <a:lnTo>
                      <a:pt x="89" y="95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4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6"/>
                    </a:lnTo>
                    <a:lnTo>
                      <a:pt x="11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7" name="Freeform 969"/>
              <p:cNvSpPr>
                <a:spLocks/>
              </p:cNvSpPr>
              <p:nvPr/>
            </p:nvSpPr>
            <p:spPr bwMode="auto">
              <a:xfrm>
                <a:off x="3014" y="1926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1 h 44"/>
                  <a:gd name="T6" fmla="*/ 81 w 90"/>
                  <a:gd name="T7" fmla="*/ 3 h 44"/>
                  <a:gd name="T8" fmla="*/ 77 w 90"/>
                  <a:gd name="T9" fmla="*/ 5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19 h 44"/>
                  <a:gd name="T18" fmla="*/ 42 w 90"/>
                  <a:gd name="T19" fmla="*/ 22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3 h 44"/>
                  <a:gd name="T26" fmla="*/ 15 w 90"/>
                  <a:gd name="T27" fmla="*/ 35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2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7 h 44"/>
                  <a:gd name="T46" fmla="*/ 21 w 90"/>
                  <a:gd name="T47" fmla="*/ 33 h 44"/>
                  <a:gd name="T48" fmla="*/ 28 w 90"/>
                  <a:gd name="T49" fmla="*/ 31 h 44"/>
                  <a:gd name="T50" fmla="*/ 35 w 90"/>
                  <a:gd name="T51" fmla="*/ 27 h 44"/>
                  <a:gd name="T52" fmla="*/ 42 w 90"/>
                  <a:gd name="T53" fmla="*/ 25 h 44"/>
                  <a:gd name="T54" fmla="*/ 50 w 90"/>
                  <a:gd name="T55" fmla="*/ 20 h 44"/>
                  <a:gd name="T56" fmla="*/ 56 w 90"/>
                  <a:gd name="T57" fmla="*/ 17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5 h 44"/>
                  <a:gd name="T66" fmla="*/ 86 w 90"/>
                  <a:gd name="T67" fmla="*/ 3 h 44"/>
                  <a:gd name="T68" fmla="*/ 90 w 90"/>
                  <a:gd name="T69" fmla="*/ 1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3"/>
                    </a:lnTo>
                    <a:lnTo>
                      <a:pt x="15" y="35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7"/>
                    </a:lnTo>
                    <a:lnTo>
                      <a:pt x="21" y="33"/>
                    </a:lnTo>
                    <a:lnTo>
                      <a:pt x="28" y="31"/>
                    </a:lnTo>
                    <a:lnTo>
                      <a:pt x="35" y="27"/>
                    </a:lnTo>
                    <a:lnTo>
                      <a:pt x="42" y="25"/>
                    </a:lnTo>
                    <a:lnTo>
                      <a:pt x="50" y="20"/>
                    </a:lnTo>
                    <a:lnTo>
                      <a:pt x="56" y="17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8" name="Freeform 970"/>
              <p:cNvSpPr>
                <a:spLocks/>
              </p:cNvSpPr>
              <p:nvPr/>
            </p:nvSpPr>
            <p:spPr bwMode="auto">
              <a:xfrm>
                <a:off x="3103" y="1925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3 w 13"/>
                  <a:gd name="T3" fmla="*/ 2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2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2"/>
                    </a:moveTo>
                    <a:lnTo>
                      <a:pt x="13" y="2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29" name="Freeform 971"/>
              <p:cNvSpPr>
                <a:spLocks/>
              </p:cNvSpPr>
              <p:nvPr/>
            </p:nvSpPr>
            <p:spPr bwMode="auto">
              <a:xfrm>
                <a:off x="3115" y="1926"/>
                <a:ext cx="128" cy="61"/>
              </a:xfrm>
              <a:custGeom>
                <a:avLst/>
                <a:gdLst>
                  <a:gd name="T0" fmla="*/ 128 w 128"/>
                  <a:gd name="T1" fmla="*/ 60 h 61"/>
                  <a:gd name="T2" fmla="*/ 124 w 128"/>
                  <a:gd name="T3" fmla="*/ 58 h 61"/>
                  <a:gd name="T4" fmla="*/ 119 w 128"/>
                  <a:gd name="T5" fmla="*/ 56 h 61"/>
                  <a:gd name="T6" fmla="*/ 111 w 128"/>
                  <a:gd name="T7" fmla="*/ 52 h 61"/>
                  <a:gd name="T8" fmla="*/ 104 w 128"/>
                  <a:gd name="T9" fmla="*/ 48 h 61"/>
                  <a:gd name="T10" fmla="*/ 94 w 128"/>
                  <a:gd name="T11" fmla="*/ 44 h 61"/>
                  <a:gd name="T12" fmla="*/ 84 w 128"/>
                  <a:gd name="T13" fmla="*/ 39 h 61"/>
                  <a:gd name="T14" fmla="*/ 73 w 128"/>
                  <a:gd name="T15" fmla="*/ 33 h 61"/>
                  <a:gd name="T16" fmla="*/ 62 w 128"/>
                  <a:gd name="T17" fmla="*/ 28 h 61"/>
                  <a:gd name="T18" fmla="*/ 51 w 128"/>
                  <a:gd name="T19" fmla="*/ 24 h 61"/>
                  <a:gd name="T20" fmla="*/ 41 w 128"/>
                  <a:gd name="T21" fmla="*/ 18 h 61"/>
                  <a:gd name="T22" fmla="*/ 30 w 128"/>
                  <a:gd name="T23" fmla="*/ 14 h 61"/>
                  <a:gd name="T24" fmla="*/ 22 w 128"/>
                  <a:gd name="T25" fmla="*/ 9 h 61"/>
                  <a:gd name="T26" fmla="*/ 14 w 128"/>
                  <a:gd name="T27" fmla="*/ 5 h 61"/>
                  <a:gd name="T28" fmla="*/ 8 w 128"/>
                  <a:gd name="T29" fmla="*/ 3 h 61"/>
                  <a:gd name="T30" fmla="*/ 4 w 128"/>
                  <a:gd name="T31" fmla="*/ 1 h 61"/>
                  <a:gd name="T32" fmla="*/ 0 w 128"/>
                  <a:gd name="T33" fmla="*/ 1 h 61"/>
                  <a:gd name="T34" fmla="*/ 2 w 128"/>
                  <a:gd name="T35" fmla="*/ 2 h 61"/>
                  <a:gd name="T36" fmla="*/ 7 w 128"/>
                  <a:gd name="T37" fmla="*/ 4 h 61"/>
                  <a:gd name="T38" fmla="*/ 13 w 128"/>
                  <a:gd name="T39" fmla="*/ 9 h 61"/>
                  <a:gd name="T40" fmla="*/ 21 w 128"/>
                  <a:gd name="T41" fmla="*/ 12 h 61"/>
                  <a:gd name="T42" fmla="*/ 29 w 128"/>
                  <a:gd name="T43" fmla="*/ 16 h 61"/>
                  <a:gd name="T44" fmla="*/ 40 w 128"/>
                  <a:gd name="T45" fmla="*/ 20 h 61"/>
                  <a:gd name="T46" fmla="*/ 50 w 128"/>
                  <a:gd name="T47" fmla="*/ 25 h 61"/>
                  <a:gd name="T48" fmla="*/ 61 w 128"/>
                  <a:gd name="T49" fmla="*/ 30 h 61"/>
                  <a:gd name="T50" fmla="*/ 72 w 128"/>
                  <a:gd name="T51" fmla="*/ 35 h 61"/>
                  <a:gd name="T52" fmla="*/ 83 w 128"/>
                  <a:gd name="T53" fmla="*/ 41 h 61"/>
                  <a:gd name="T54" fmla="*/ 94 w 128"/>
                  <a:gd name="T55" fmla="*/ 45 h 61"/>
                  <a:gd name="T56" fmla="*/ 103 w 128"/>
                  <a:gd name="T57" fmla="*/ 49 h 61"/>
                  <a:gd name="T58" fmla="*/ 110 w 128"/>
                  <a:gd name="T59" fmla="*/ 55 h 61"/>
                  <a:gd name="T60" fmla="*/ 119 w 128"/>
                  <a:gd name="T61" fmla="*/ 57 h 61"/>
                  <a:gd name="T62" fmla="*/ 123 w 128"/>
                  <a:gd name="T63" fmla="*/ 60 h 61"/>
                  <a:gd name="T64" fmla="*/ 126 w 128"/>
                  <a:gd name="T65" fmla="*/ 6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1"/>
                  <a:gd name="T101" fmla="*/ 128 w 128"/>
                  <a:gd name="T102" fmla="*/ 61 h 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1">
                    <a:moveTo>
                      <a:pt x="128" y="60"/>
                    </a:moveTo>
                    <a:lnTo>
                      <a:pt x="128" y="60"/>
                    </a:lnTo>
                    <a:lnTo>
                      <a:pt x="126" y="59"/>
                    </a:lnTo>
                    <a:lnTo>
                      <a:pt x="124" y="58"/>
                    </a:lnTo>
                    <a:lnTo>
                      <a:pt x="122" y="57"/>
                    </a:lnTo>
                    <a:lnTo>
                      <a:pt x="119" y="56"/>
                    </a:lnTo>
                    <a:lnTo>
                      <a:pt x="115" y="55"/>
                    </a:lnTo>
                    <a:lnTo>
                      <a:pt x="111" y="52"/>
                    </a:lnTo>
                    <a:lnTo>
                      <a:pt x="108" y="49"/>
                    </a:lnTo>
                    <a:lnTo>
                      <a:pt x="104" y="48"/>
                    </a:lnTo>
                    <a:lnTo>
                      <a:pt x="99" y="46"/>
                    </a:lnTo>
                    <a:lnTo>
                      <a:pt x="94" y="44"/>
                    </a:lnTo>
                    <a:lnTo>
                      <a:pt x="89" y="41"/>
                    </a:lnTo>
                    <a:lnTo>
                      <a:pt x="84" y="39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6"/>
                    </a:lnTo>
                    <a:lnTo>
                      <a:pt x="51" y="24"/>
                    </a:lnTo>
                    <a:lnTo>
                      <a:pt x="45" y="21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17" y="9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9"/>
                    </a:lnTo>
                    <a:lnTo>
                      <a:pt x="17" y="9"/>
                    </a:lnTo>
                    <a:lnTo>
                      <a:pt x="21" y="12"/>
                    </a:lnTo>
                    <a:lnTo>
                      <a:pt x="25" y="14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5"/>
                    </a:lnTo>
                    <a:lnTo>
                      <a:pt x="56" y="28"/>
                    </a:lnTo>
                    <a:lnTo>
                      <a:pt x="61" y="30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9"/>
                    </a:lnTo>
                    <a:lnTo>
                      <a:pt x="83" y="41"/>
                    </a:lnTo>
                    <a:lnTo>
                      <a:pt x="88" y="43"/>
                    </a:lnTo>
                    <a:lnTo>
                      <a:pt x="94" y="45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2"/>
                    </a:lnTo>
                    <a:lnTo>
                      <a:pt x="110" y="55"/>
                    </a:lnTo>
                    <a:lnTo>
                      <a:pt x="115" y="56"/>
                    </a:lnTo>
                    <a:lnTo>
                      <a:pt x="119" y="57"/>
                    </a:lnTo>
                    <a:lnTo>
                      <a:pt x="121" y="59"/>
                    </a:lnTo>
                    <a:lnTo>
                      <a:pt x="123" y="60"/>
                    </a:lnTo>
                    <a:lnTo>
                      <a:pt x="125" y="60"/>
                    </a:lnTo>
                    <a:lnTo>
                      <a:pt x="126" y="61"/>
                    </a:lnTo>
                    <a:lnTo>
                      <a:pt x="128" y="6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0" name="Freeform 972"/>
              <p:cNvSpPr>
                <a:spLocks/>
              </p:cNvSpPr>
              <p:nvPr/>
            </p:nvSpPr>
            <p:spPr bwMode="auto">
              <a:xfrm>
                <a:off x="3241" y="1986"/>
                <a:ext cx="9" cy="9"/>
              </a:xfrm>
              <a:custGeom>
                <a:avLst/>
                <a:gdLst>
                  <a:gd name="T0" fmla="*/ 5 w 9"/>
                  <a:gd name="T1" fmla="*/ 9 h 9"/>
                  <a:gd name="T2" fmla="*/ 5 w 9"/>
                  <a:gd name="T3" fmla="*/ 9 h 9"/>
                  <a:gd name="T4" fmla="*/ 8 w 9"/>
                  <a:gd name="T5" fmla="*/ 8 h 9"/>
                  <a:gd name="T6" fmla="*/ 9 w 9"/>
                  <a:gd name="T7" fmla="*/ 7 h 9"/>
                  <a:gd name="T8" fmla="*/ 9 w 9"/>
                  <a:gd name="T9" fmla="*/ 5 h 9"/>
                  <a:gd name="T10" fmla="*/ 8 w 9"/>
                  <a:gd name="T11" fmla="*/ 4 h 9"/>
                  <a:gd name="T12" fmla="*/ 7 w 9"/>
                  <a:gd name="T13" fmla="*/ 2 h 9"/>
                  <a:gd name="T14" fmla="*/ 5 w 9"/>
                  <a:gd name="T15" fmla="*/ 1 h 9"/>
                  <a:gd name="T16" fmla="*/ 3 w 9"/>
                  <a:gd name="T17" fmla="*/ 1 h 9"/>
                  <a:gd name="T18" fmla="*/ 2 w 9"/>
                  <a:gd name="T19" fmla="*/ 0 h 9"/>
                  <a:gd name="T20" fmla="*/ 0 w 9"/>
                  <a:gd name="T21" fmla="*/ 1 h 9"/>
                  <a:gd name="T22" fmla="*/ 2 w 9"/>
                  <a:gd name="T23" fmla="*/ 2 h 9"/>
                  <a:gd name="T24" fmla="*/ 4 w 9"/>
                  <a:gd name="T25" fmla="*/ 3 h 9"/>
                  <a:gd name="T26" fmla="*/ 5 w 9"/>
                  <a:gd name="T27" fmla="*/ 4 h 9"/>
                  <a:gd name="T28" fmla="*/ 7 w 9"/>
                  <a:gd name="T29" fmla="*/ 5 h 9"/>
                  <a:gd name="T30" fmla="*/ 7 w 9"/>
                  <a:gd name="T31" fmla="*/ 6 h 9"/>
                  <a:gd name="T32" fmla="*/ 7 w 9"/>
                  <a:gd name="T33" fmla="*/ 7 h 9"/>
                  <a:gd name="T34" fmla="*/ 4 w 9"/>
                  <a:gd name="T35" fmla="*/ 8 h 9"/>
                  <a:gd name="T36" fmla="*/ 5 w 9"/>
                  <a:gd name="T37" fmla="*/ 9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9"/>
                  <a:gd name="T59" fmla="*/ 9 w 9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9">
                    <a:moveTo>
                      <a:pt x="5" y="9"/>
                    </a:moveTo>
                    <a:lnTo>
                      <a:pt x="5" y="9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1" name="Freeform 973"/>
              <p:cNvSpPr>
                <a:spLocks/>
              </p:cNvSpPr>
              <p:nvPr/>
            </p:nvSpPr>
            <p:spPr bwMode="auto">
              <a:xfrm>
                <a:off x="3143" y="1994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2 h 47"/>
                  <a:gd name="T8" fmla="*/ 20 w 103"/>
                  <a:gd name="T9" fmla="*/ 38 h 47"/>
                  <a:gd name="T10" fmla="*/ 27 w 103"/>
                  <a:gd name="T11" fmla="*/ 36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5 h 47"/>
                  <a:gd name="T18" fmla="*/ 60 w 103"/>
                  <a:gd name="T19" fmla="*/ 22 h 47"/>
                  <a:gd name="T20" fmla="*/ 70 w 103"/>
                  <a:gd name="T21" fmla="*/ 18 h 47"/>
                  <a:gd name="T22" fmla="*/ 77 w 103"/>
                  <a:gd name="T23" fmla="*/ 14 h 47"/>
                  <a:gd name="T24" fmla="*/ 83 w 103"/>
                  <a:gd name="T25" fmla="*/ 11 h 47"/>
                  <a:gd name="T26" fmla="*/ 90 w 103"/>
                  <a:gd name="T27" fmla="*/ 8 h 47"/>
                  <a:gd name="T28" fmla="*/ 96 w 103"/>
                  <a:gd name="T29" fmla="*/ 5 h 47"/>
                  <a:gd name="T30" fmla="*/ 100 w 103"/>
                  <a:gd name="T31" fmla="*/ 4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3 h 47"/>
                  <a:gd name="T38" fmla="*/ 92 w 103"/>
                  <a:gd name="T39" fmla="*/ 5 h 47"/>
                  <a:gd name="T40" fmla="*/ 86 w 103"/>
                  <a:gd name="T41" fmla="*/ 8 h 47"/>
                  <a:gd name="T42" fmla="*/ 79 w 103"/>
                  <a:gd name="T43" fmla="*/ 11 h 47"/>
                  <a:gd name="T44" fmla="*/ 73 w 103"/>
                  <a:gd name="T45" fmla="*/ 14 h 47"/>
                  <a:gd name="T46" fmla="*/ 64 w 103"/>
                  <a:gd name="T47" fmla="*/ 18 h 47"/>
                  <a:gd name="T48" fmla="*/ 56 w 103"/>
                  <a:gd name="T49" fmla="*/ 22 h 47"/>
                  <a:gd name="T50" fmla="*/ 47 w 103"/>
                  <a:gd name="T51" fmla="*/ 25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6 h 47"/>
                  <a:gd name="T58" fmla="*/ 16 w 103"/>
                  <a:gd name="T59" fmla="*/ 38 h 47"/>
                  <a:gd name="T60" fmla="*/ 11 w 103"/>
                  <a:gd name="T61" fmla="*/ 42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4" y="42"/>
                    </a:lnTo>
                    <a:lnTo>
                      <a:pt x="17" y="41"/>
                    </a:lnTo>
                    <a:lnTo>
                      <a:pt x="20" y="38"/>
                    </a:lnTo>
                    <a:lnTo>
                      <a:pt x="24" y="38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7" y="24"/>
                    </a:lnTo>
                    <a:lnTo>
                      <a:pt x="60" y="22"/>
                    </a:lnTo>
                    <a:lnTo>
                      <a:pt x="64" y="19"/>
                    </a:lnTo>
                    <a:lnTo>
                      <a:pt x="70" y="18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2"/>
                    </a:lnTo>
                    <a:lnTo>
                      <a:pt x="83" y="11"/>
                    </a:lnTo>
                    <a:lnTo>
                      <a:pt x="87" y="10"/>
                    </a:lnTo>
                    <a:lnTo>
                      <a:pt x="90" y="8"/>
                    </a:lnTo>
                    <a:lnTo>
                      <a:pt x="92" y="6"/>
                    </a:lnTo>
                    <a:lnTo>
                      <a:pt x="96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3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6" y="8"/>
                    </a:lnTo>
                    <a:lnTo>
                      <a:pt x="82" y="9"/>
                    </a:lnTo>
                    <a:lnTo>
                      <a:pt x="79" y="11"/>
                    </a:lnTo>
                    <a:lnTo>
                      <a:pt x="76" y="12"/>
                    </a:lnTo>
                    <a:lnTo>
                      <a:pt x="73" y="14"/>
                    </a:lnTo>
                    <a:lnTo>
                      <a:pt x="67" y="15"/>
                    </a:lnTo>
                    <a:lnTo>
                      <a:pt x="64" y="18"/>
                    </a:lnTo>
                    <a:lnTo>
                      <a:pt x="60" y="19"/>
                    </a:lnTo>
                    <a:lnTo>
                      <a:pt x="56" y="22"/>
                    </a:lnTo>
                    <a:lnTo>
                      <a:pt x="50" y="24"/>
                    </a:lnTo>
                    <a:lnTo>
                      <a:pt x="47" y="25"/>
                    </a:lnTo>
                    <a:lnTo>
                      <a:pt x="43" y="27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4"/>
                    </a:lnTo>
                    <a:lnTo>
                      <a:pt x="23" y="36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4" y="40"/>
                    </a:lnTo>
                    <a:lnTo>
                      <a:pt x="11" y="42"/>
                    </a:lnTo>
                    <a:lnTo>
                      <a:pt x="9" y="43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2" name="Freeform 974"/>
              <p:cNvSpPr>
                <a:spLocks/>
              </p:cNvSpPr>
              <p:nvPr/>
            </p:nvSpPr>
            <p:spPr bwMode="auto">
              <a:xfrm>
                <a:off x="3129" y="2037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3" name="Freeform 975"/>
              <p:cNvSpPr>
                <a:spLocks/>
              </p:cNvSpPr>
              <p:nvPr/>
            </p:nvSpPr>
            <p:spPr bwMode="auto">
              <a:xfrm>
                <a:off x="3015" y="1975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9 h 62"/>
                  <a:gd name="T8" fmla="*/ 18 w 115"/>
                  <a:gd name="T9" fmla="*/ 12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1 h 62"/>
                  <a:gd name="T18" fmla="*/ 64 w 115"/>
                  <a:gd name="T19" fmla="*/ 37 h 62"/>
                  <a:gd name="T20" fmla="*/ 75 w 115"/>
                  <a:gd name="T21" fmla="*/ 42 h 62"/>
                  <a:gd name="T22" fmla="*/ 83 w 115"/>
                  <a:gd name="T23" fmla="*/ 47 h 62"/>
                  <a:gd name="T24" fmla="*/ 93 w 115"/>
                  <a:gd name="T25" fmla="*/ 51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7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8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9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8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19" y="11"/>
                    </a:lnTo>
                    <a:lnTo>
                      <a:pt x="16" y="9"/>
                    </a:lnTo>
                    <a:lnTo>
                      <a:pt x="13" y="7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4" name="Freeform 976"/>
              <p:cNvSpPr>
                <a:spLocks/>
              </p:cNvSpPr>
              <p:nvPr/>
            </p:nvSpPr>
            <p:spPr bwMode="auto">
              <a:xfrm>
                <a:off x="3010" y="196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2 w 6"/>
                  <a:gd name="T5" fmla="*/ 1 h 7"/>
                  <a:gd name="T6" fmla="*/ 1 w 6"/>
                  <a:gd name="T7" fmla="*/ 2 h 7"/>
                  <a:gd name="T8" fmla="*/ 0 w 6"/>
                  <a:gd name="T9" fmla="*/ 3 h 7"/>
                  <a:gd name="T10" fmla="*/ 0 w 6"/>
                  <a:gd name="T11" fmla="*/ 4 h 7"/>
                  <a:gd name="T12" fmla="*/ 1 w 6"/>
                  <a:gd name="T13" fmla="*/ 5 h 7"/>
                  <a:gd name="T14" fmla="*/ 2 w 6"/>
                  <a:gd name="T15" fmla="*/ 5 h 7"/>
                  <a:gd name="T16" fmla="*/ 4 w 6"/>
                  <a:gd name="T17" fmla="*/ 6 h 7"/>
                  <a:gd name="T18" fmla="*/ 5 w 6"/>
                  <a:gd name="T19" fmla="*/ 7 h 7"/>
                  <a:gd name="T20" fmla="*/ 6 w 6"/>
                  <a:gd name="T21" fmla="*/ 6 h 7"/>
                  <a:gd name="T22" fmla="*/ 4 w 6"/>
                  <a:gd name="T23" fmla="*/ 5 h 7"/>
                  <a:gd name="T24" fmla="*/ 3 w 6"/>
                  <a:gd name="T25" fmla="*/ 4 h 7"/>
                  <a:gd name="T26" fmla="*/ 2 w 6"/>
                  <a:gd name="T27" fmla="*/ 4 h 7"/>
                  <a:gd name="T28" fmla="*/ 2 w 6"/>
                  <a:gd name="T29" fmla="*/ 3 h 7"/>
                  <a:gd name="T30" fmla="*/ 3 w 6"/>
                  <a:gd name="T31" fmla="*/ 3 h 7"/>
                  <a:gd name="T32" fmla="*/ 5 w 6"/>
                  <a:gd name="T33" fmla="*/ 1 h 7"/>
                  <a:gd name="T34" fmla="*/ 4 w 6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7"/>
                  <a:gd name="T56" fmla="*/ 6 w 6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5" name="Freeform 977"/>
              <p:cNvSpPr>
                <a:spLocks/>
              </p:cNvSpPr>
              <p:nvPr/>
            </p:nvSpPr>
            <p:spPr bwMode="auto">
              <a:xfrm>
                <a:off x="3137" y="2028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4 h 48"/>
                  <a:gd name="T12" fmla="*/ 92 w 106"/>
                  <a:gd name="T13" fmla="*/ 5 h 48"/>
                  <a:gd name="T14" fmla="*/ 88 w 106"/>
                  <a:gd name="T15" fmla="*/ 7 h 48"/>
                  <a:gd name="T16" fmla="*/ 85 w 106"/>
                  <a:gd name="T17" fmla="*/ 8 h 48"/>
                  <a:gd name="T18" fmla="*/ 82 w 106"/>
                  <a:gd name="T19" fmla="*/ 10 h 48"/>
                  <a:gd name="T20" fmla="*/ 79 w 106"/>
                  <a:gd name="T21" fmla="*/ 12 h 48"/>
                  <a:gd name="T22" fmla="*/ 75 w 106"/>
                  <a:gd name="T23" fmla="*/ 14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0 h 48"/>
                  <a:gd name="T30" fmla="*/ 57 w 106"/>
                  <a:gd name="T31" fmla="*/ 22 h 48"/>
                  <a:gd name="T32" fmla="*/ 53 w 106"/>
                  <a:gd name="T33" fmla="*/ 23 h 48"/>
                  <a:gd name="T34" fmla="*/ 50 w 106"/>
                  <a:gd name="T35" fmla="*/ 25 h 48"/>
                  <a:gd name="T36" fmla="*/ 45 w 106"/>
                  <a:gd name="T37" fmla="*/ 27 h 48"/>
                  <a:gd name="T38" fmla="*/ 40 w 106"/>
                  <a:gd name="T39" fmla="*/ 29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5 h 48"/>
                  <a:gd name="T46" fmla="*/ 23 w 106"/>
                  <a:gd name="T47" fmla="*/ 37 h 48"/>
                  <a:gd name="T48" fmla="*/ 20 w 106"/>
                  <a:gd name="T49" fmla="*/ 39 h 48"/>
                  <a:gd name="T50" fmla="*/ 17 w 106"/>
                  <a:gd name="T51" fmla="*/ 40 h 48"/>
                  <a:gd name="T52" fmla="*/ 14 w 106"/>
                  <a:gd name="T53" fmla="*/ 41 h 48"/>
                  <a:gd name="T54" fmla="*/ 10 w 106"/>
                  <a:gd name="T55" fmla="*/ 43 h 48"/>
                  <a:gd name="T56" fmla="*/ 8 w 106"/>
                  <a:gd name="T57" fmla="*/ 44 h 48"/>
                  <a:gd name="T58" fmla="*/ 5 w 106"/>
                  <a:gd name="T59" fmla="*/ 45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8"/>
                    </a:lnTo>
                    <a:lnTo>
                      <a:pt x="82" y="10"/>
                    </a:lnTo>
                    <a:lnTo>
                      <a:pt x="79" y="12"/>
                    </a:lnTo>
                    <a:lnTo>
                      <a:pt x="75" y="14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5" y="27"/>
                    </a:lnTo>
                    <a:lnTo>
                      <a:pt x="40" y="29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5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0"/>
                    </a:lnTo>
                    <a:lnTo>
                      <a:pt x="14" y="41"/>
                    </a:lnTo>
                    <a:lnTo>
                      <a:pt x="10" y="43"/>
                    </a:lnTo>
                    <a:lnTo>
                      <a:pt x="8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6" name="Freeform 978"/>
              <p:cNvSpPr>
                <a:spLocks/>
              </p:cNvSpPr>
              <p:nvPr/>
            </p:nvSpPr>
            <p:spPr bwMode="auto">
              <a:xfrm>
                <a:off x="3136" y="2028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5 h 50"/>
                  <a:gd name="T6" fmla="*/ 18 w 107"/>
                  <a:gd name="T7" fmla="*/ 41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7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2 h 50"/>
                  <a:gd name="T24" fmla="*/ 89 w 107"/>
                  <a:gd name="T25" fmla="*/ 9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9 h 50"/>
                  <a:gd name="T42" fmla="*/ 79 w 107"/>
                  <a:gd name="T43" fmla="*/ 12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8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1 h 50"/>
                  <a:gd name="T60" fmla="*/ 7 w 107"/>
                  <a:gd name="T61" fmla="*/ 44 h 50"/>
                  <a:gd name="T62" fmla="*/ 3 w 107"/>
                  <a:gd name="T63" fmla="*/ 47 h 50"/>
                  <a:gd name="T64" fmla="*/ 0 w 107"/>
                  <a:gd name="T65" fmla="*/ 48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29"/>
                    </a:lnTo>
                    <a:lnTo>
                      <a:pt x="49" y="27"/>
                    </a:lnTo>
                    <a:lnTo>
                      <a:pt x="54" y="24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3"/>
                    </a:lnTo>
                    <a:lnTo>
                      <a:pt x="83" y="12"/>
                    </a:lnTo>
                    <a:lnTo>
                      <a:pt x="86" y="9"/>
                    </a:lnTo>
                    <a:lnTo>
                      <a:pt x="89" y="9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9"/>
                    </a:lnTo>
                    <a:lnTo>
                      <a:pt x="79" y="12"/>
                    </a:lnTo>
                    <a:lnTo>
                      <a:pt x="73" y="13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5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0"/>
                    </a:lnTo>
                    <a:lnTo>
                      <a:pt x="12" y="41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7" name="Freeform 979"/>
              <p:cNvSpPr>
                <a:spLocks/>
              </p:cNvSpPr>
              <p:nvPr/>
            </p:nvSpPr>
            <p:spPr bwMode="auto">
              <a:xfrm>
                <a:off x="3075" y="1868"/>
                <a:ext cx="80" cy="127"/>
              </a:xfrm>
              <a:custGeom>
                <a:avLst/>
                <a:gdLst>
                  <a:gd name="T0" fmla="*/ 68 w 80"/>
                  <a:gd name="T1" fmla="*/ 105 h 127"/>
                  <a:gd name="T2" fmla="*/ 67 w 80"/>
                  <a:gd name="T3" fmla="*/ 108 h 127"/>
                  <a:gd name="T4" fmla="*/ 69 w 80"/>
                  <a:gd name="T5" fmla="*/ 109 h 127"/>
                  <a:gd name="T6" fmla="*/ 73 w 80"/>
                  <a:gd name="T7" fmla="*/ 111 h 127"/>
                  <a:gd name="T8" fmla="*/ 73 w 80"/>
                  <a:gd name="T9" fmla="*/ 114 h 127"/>
                  <a:gd name="T10" fmla="*/ 71 w 80"/>
                  <a:gd name="T11" fmla="*/ 117 h 127"/>
                  <a:gd name="T12" fmla="*/ 69 w 80"/>
                  <a:gd name="T13" fmla="*/ 119 h 127"/>
                  <a:gd name="T14" fmla="*/ 66 w 80"/>
                  <a:gd name="T15" fmla="*/ 122 h 127"/>
                  <a:gd name="T16" fmla="*/ 62 w 80"/>
                  <a:gd name="T17" fmla="*/ 124 h 127"/>
                  <a:gd name="T18" fmla="*/ 55 w 80"/>
                  <a:gd name="T19" fmla="*/ 125 h 127"/>
                  <a:gd name="T20" fmla="*/ 50 w 80"/>
                  <a:gd name="T21" fmla="*/ 126 h 127"/>
                  <a:gd name="T22" fmla="*/ 44 w 80"/>
                  <a:gd name="T23" fmla="*/ 127 h 127"/>
                  <a:gd name="T24" fmla="*/ 36 w 80"/>
                  <a:gd name="T25" fmla="*/ 127 h 127"/>
                  <a:gd name="T26" fmla="*/ 30 w 80"/>
                  <a:gd name="T27" fmla="*/ 126 h 127"/>
                  <a:gd name="T28" fmla="*/ 24 w 80"/>
                  <a:gd name="T29" fmla="*/ 125 h 127"/>
                  <a:gd name="T30" fmla="*/ 19 w 80"/>
                  <a:gd name="T31" fmla="*/ 124 h 127"/>
                  <a:gd name="T32" fmla="*/ 14 w 80"/>
                  <a:gd name="T33" fmla="*/ 122 h 127"/>
                  <a:gd name="T34" fmla="*/ 10 w 80"/>
                  <a:gd name="T35" fmla="*/ 119 h 127"/>
                  <a:gd name="T36" fmla="*/ 8 w 80"/>
                  <a:gd name="T37" fmla="*/ 117 h 127"/>
                  <a:gd name="T38" fmla="*/ 6 w 80"/>
                  <a:gd name="T39" fmla="*/ 114 h 127"/>
                  <a:gd name="T40" fmla="*/ 6 w 80"/>
                  <a:gd name="T41" fmla="*/ 110 h 127"/>
                  <a:gd name="T42" fmla="*/ 8 w 80"/>
                  <a:gd name="T43" fmla="*/ 107 h 127"/>
                  <a:gd name="T44" fmla="*/ 12 w 80"/>
                  <a:gd name="T45" fmla="*/ 105 h 127"/>
                  <a:gd name="T46" fmla="*/ 10 w 80"/>
                  <a:gd name="T47" fmla="*/ 102 h 127"/>
                  <a:gd name="T48" fmla="*/ 3 w 80"/>
                  <a:gd name="T49" fmla="*/ 94 h 127"/>
                  <a:gd name="T50" fmla="*/ 1 w 80"/>
                  <a:gd name="T51" fmla="*/ 75 h 127"/>
                  <a:gd name="T52" fmla="*/ 0 w 80"/>
                  <a:gd name="T53" fmla="*/ 51 h 127"/>
                  <a:gd name="T54" fmla="*/ 3 w 80"/>
                  <a:gd name="T55" fmla="*/ 32 h 127"/>
                  <a:gd name="T56" fmla="*/ 8 w 80"/>
                  <a:gd name="T57" fmla="*/ 25 h 127"/>
                  <a:gd name="T58" fmla="*/ 12 w 80"/>
                  <a:gd name="T59" fmla="*/ 22 h 127"/>
                  <a:gd name="T60" fmla="*/ 8 w 80"/>
                  <a:gd name="T61" fmla="*/ 20 h 127"/>
                  <a:gd name="T62" fmla="*/ 6 w 80"/>
                  <a:gd name="T63" fmla="*/ 17 h 127"/>
                  <a:gd name="T64" fmla="*/ 6 w 80"/>
                  <a:gd name="T65" fmla="*/ 13 h 127"/>
                  <a:gd name="T66" fmla="*/ 8 w 80"/>
                  <a:gd name="T67" fmla="*/ 10 h 127"/>
                  <a:gd name="T68" fmla="*/ 10 w 80"/>
                  <a:gd name="T69" fmla="*/ 8 h 127"/>
                  <a:gd name="T70" fmla="*/ 14 w 80"/>
                  <a:gd name="T71" fmla="*/ 6 h 127"/>
                  <a:gd name="T72" fmla="*/ 19 w 80"/>
                  <a:gd name="T73" fmla="*/ 4 h 127"/>
                  <a:gd name="T74" fmla="*/ 24 w 80"/>
                  <a:gd name="T75" fmla="*/ 1 h 127"/>
                  <a:gd name="T76" fmla="*/ 30 w 80"/>
                  <a:gd name="T77" fmla="*/ 1 h 127"/>
                  <a:gd name="T78" fmla="*/ 36 w 80"/>
                  <a:gd name="T79" fmla="*/ 0 h 127"/>
                  <a:gd name="T80" fmla="*/ 44 w 80"/>
                  <a:gd name="T81" fmla="*/ 0 h 127"/>
                  <a:gd name="T82" fmla="*/ 50 w 80"/>
                  <a:gd name="T83" fmla="*/ 1 h 127"/>
                  <a:gd name="T84" fmla="*/ 55 w 80"/>
                  <a:gd name="T85" fmla="*/ 1 h 127"/>
                  <a:gd name="T86" fmla="*/ 62 w 80"/>
                  <a:gd name="T87" fmla="*/ 4 h 127"/>
                  <a:gd name="T88" fmla="*/ 66 w 80"/>
                  <a:gd name="T89" fmla="*/ 6 h 127"/>
                  <a:gd name="T90" fmla="*/ 69 w 80"/>
                  <a:gd name="T91" fmla="*/ 8 h 127"/>
                  <a:gd name="T92" fmla="*/ 71 w 80"/>
                  <a:gd name="T93" fmla="*/ 10 h 127"/>
                  <a:gd name="T94" fmla="*/ 73 w 80"/>
                  <a:gd name="T95" fmla="*/ 13 h 127"/>
                  <a:gd name="T96" fmla="*/ 73 w 80"/>
                  <a:gd name="T97" fmla="*/ 17 h 127"/>
                  <a:gd name="T98" fmla="*/ 70 w 80"/>
                  <a:gd name="T99" fmla="*/ 20 h 127"/>
                  <a:gd name="T100" fmla="*/ 68 w 80"/>
                  <a:gd name="T101" fmla="*/ 21 h 127"/>
                  <a:gd name="T102" fmla="*/ 70 w 80"/>
                  <a:gd name="T103" fmla="*/ 24 h 127"/>
                  <a:gd name="T104" fmla="*/ 77 w 80"/>
                  <a:gd name="T105" fmla="*/ 32 h 127"/>
                  <a:gd name="T106" fmla="*/ 80 w 80"/>
                  <a:gd name="T107" fmla="*/ 54 h 127"/>
                  <a:gd name="T108" fmla="*/ 79 w 80"/>
                  <a:gd name="T109" fmla="*/ 80 h 127"/>
                  <a:gd name="T110" fmla="*/ 73 w 80"/>
                  <a:gd name="T111" fmla="*/ 100 h 12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"/>
                  <a:gd name="T169" fmla="*/ 0 h 127"/>
                  <a:gd name="T170" fmla="*/ 80 w 80"/>
                  <a:gd name="T171" fmla="*/ 127 h 12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" h="127">
                    <a:moveTo>
                      <a:pt x="70" y="103"/>
                    </a:moveTo>
                    <a:lnTo>
                      <a:pt x="68" y="105"/>
                    </a:lnTo>
                    <a:lnTo>
                      <a:pt x="67" y="107"/>
                    </a:lnTo>
                    <a:lnTo>
                      <a:pt x="67" y="108"/>
                    </a:lnTo>
                    <a:lnTo>
                      <a:pt x="68" y="109"/>
                    </a:lnTo>
                    <a:lnTo>
                      <a:pt x="69" y="109"/>
                    </a:lnTo>
                    <a:lnTo>
                      <a:pt x="71" y="110"/>
                    </a:lnTo>
                    <a:lnTo>
                      <a:pt x="73" y="111"/>
                    </a:lnTo>
                    <a:lnTo>
                      <a:pt x="73" y="113"/>
                    </a:lnTo>
                    <a:lnTo>
                      <a:pt x="73" y="114"/>
                    </a:lnTo>
                    <a:lnTo>
                      <a:pt x="73" y="116"/>
                    </a:lnTo>
                    <a:lnTo>
                      <a:pt x="71" y="117"/>
                    </a:lnTo>
                    <a:lnTo>
                      <a:pt x="70" y="119"/>
                    </a:lnTo>
                    <a:lnTo>
                      <a:pt x="69" y="119"/>
                    </a:lnTo>
                    <a:lnTo>
                      <a:pt x="68" y="121"/>
                    </a:lnTo>
                    <a:lnTo>
                      <a:pt x="66" y="122"/>
                    </a:lnTo>
                    <a:lnTo>
                      <a:pt x="64" y="123"/>
                    </a:lnTo>
                    <a:lnTo>
                      <a:pt x="62" y="124"/>
                    </a:lnTo>
                    <a:lnTo>
                      <a:pt x="60" y="125"/>
                    </a:lnTo>
                    <a:lnTo>
                      <a:pt x="55" y="125"/>
                    </a:lnTo>
                    <a:lnTo>
                      <a:pt x="53" y="126"/>
                    </a:lnTo>
                    <a:lnTo>
                      <a:pt x="50" y="126"/>
                    </a:lnTo>
                    <a:lnTo>
                      <a:pt x="47" y="127"/>
                    </a:lnTo>
                    <a:lnTo>
                      <a:pt x="44" y="127"/>
                    </a:lnTo>
                    <a:lnTo>
                      <a:pt x="39" y="127"/>
                    </a:lnTo>
                    <a:lnTo>
                      <a:pt x="36" y="127"/>
                    </a:lnTo>
                    <a:lnTo>
                      <a:pt x="33" y="127"/>
                    </a:lnTo>
                    <a:lnTo>
                      <a:pt x="30" y="126"/>
                    </a:lnTo>
                    <a:lnTo>
                      <a:pt x="28" y="126"/>
                    </a:lnTo>
                    <a:lnTo>
                      <a:pt x="24" y="125"/>
                    </a:lnTo>
                    <a:lnTo>
                      <a:pt x="22" y="125"/>
                    </a:lnTo>
                    <a:lnTo>
                      <a:pt x="19" y="124"/>
                    </a:lnTo>
                    <a:lnTo>
                      <a:pt x="16" y="123"/>
                    </a:lnTo>
                    <a:lnTo>
                      <a:pt x="14" y="122"/>
                    </a:lnTo>
                    <a:lnTo>
                      <a:pt x="13" y="121"/>
                    </a:lnTo>
                    <a:lnTo>
                      <a:pt x="10" y="119"/>
                    </a:lnTo>
                    <a:lnTo>
                      <a:pt x="8" y="119"/>
                    </a:lnTo>
                    <a:lnTo>
                      <a:pt x="8" y="117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0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12" y="106"/>
                    </a:lnTo>
                    <a:lnTo>
                      <a:pt x="12" y="105"/>
                    </a:lnTo>
                    <a:lnTo>
                      <a:pt x="12" y="104"/>
                    </a:lnTo>
                    <a:lnTo>
                      <a:pt x="10" y="102"/>
                    </a:lnTo>
                    <a:lnTo>
                      <a:pt x="6" y="100"/>
                    </a:lnTo>
                    <a:lnTo>
                      <a:pt x="3" y="94"/>
                    </a:lnTo>
                    <a:lnTo>
                      <a:pt x="2" y="87"/>
                    </a:lnTo>
                    <a:lnTo>
                      <a:pt x="1" y="75"/>
                    </a:lnTo>
                    <a:lnTo>
                      <a:pt x="0" y="63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3" y="32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2" y="23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4"/>
                    </a:lnTo>
                    <a:lnTo>
                      <a:pt x="22" y="2"/>
                    </a:lnTo>
                    <a:lnTo>
                      <a:pt x="24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4" y="5"/>
                    </a:lnTo>
                    <a:lnTo>
                      <a:pt x="66" y="6"/>
                    </a:lnTo>
                    <a:lnTo>
                      <a:pt x="68" y="7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1" y="10"/>
                    </a:lnTo>
                    <a:lnTo>
                      <a:pt x="73" y="11"/>
                    </a:lnTo>
                    <a:lnTo>
                      <a:pt x="73" y="13"/>
                    </a:lnTo>
                    <a:lnTo>
                      <a:pt x="73" y="15"/>
                    </a:lnTo>
                    <a:lnTo>
                      <a:pt x="73" y="17"/>
                    </a:lnTo>
                    <a:lnTo>
                      <a:pt x="71" y="19"/>
                    </a:lnTo>
                    <a:lnTo>
                      <a:pt x="70" y="20"/>
                    </a:lnTo>
                    <a:lnTo>
                      <a:pt x="69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70" y="24"/>
                    </a:lnTo>
                    <a:lnTo>
                      <a:pt x="73" y="26"/>
                    </a:lnTo>
                    <a:lnTo>
                      <a:pt x="77" y="32"/>
                    </a:lnTo>
                    <a:lnTo>
                      <a:pt x="79" y="42"/>
                    </a:lnTo>
                    <a:lnTo>
                      <a:pt x="80" y="54"/>
                    </a:lnTo>
                    <a:lnTo>
                      <a:pt x="80" y="67"/>
                    </a:lnTo>
                    <a:lnTo>
                      <a:pt x="79" y="80"/>
                    </a:lnTo>
                    <a:lnTo>
                      <a:pt x="77" y="90"/>
                    </a:lnTo>
                    <a:lnTo>
                      <a:pt x="73" y="100"/>
                    </a:lnTo>
                    <a:lnTo>
                      <a:pt x="70" y="103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8" name="Freeform 980"/>
              <p:cNvSpPr>
                <a:spLocks/>
              </p:cNvSpPr>
              <p:nvPr/>
            </p:nvSpPr>
            <p:spPr bwMode="auto">
              <a:xfrm>
                <a:off x="3141" y="1970"/>
                <a:ext cx="9" cy="12"/>
              </a:xfrm>
              <a:custGeom>
                <a:avLst/>
                <a:gdLst>
                  <a:gd name="T0" fmla="*/ 9 w 9"/>
                  <a:gd name="T1" fmla="*/ 12 h 12"/>
                  <a:gd name="T2" fmla="*/ 9 w 9"/>
                  <a:gd name="T3" fmla="*/ 12 h 12"/>
                  <a:gd name="T4" fmla="*/ 7 w 9"/>
                  <a:gd name="T5" fmla="*/ 9 h 12"/>
                  <a:gd name="T6" fmla="*/ 6 w 9"/>
                  <a:gd name="T7" fmla="*/ 8 h 12"/>
                  <a:gd name="T8" fmla="*/ 4 w 9"/>
                  <a:gd name="T9" fmla="*/ 7 h 12"/>
                  <a:gd name="T10" fmla="*/ 3 w 9"/>
                  <a:gd name="T11" fmla="*/ 5 h 12"/>
                  <a:gd name="T12" fmla="*/ 2 w 9"/>
                  <a:gd name="T13" fmla="*/ 5 h 12"/>
                  <a:gd name="T14" fmla="*/ 2 w 9"/>
                  <a:gd name="T15" fmla="*/ 4 h 12"/>
                  <a:gd name="T16" fmla="*/ 3 w 9"/>
                  <a:gd name="T17" fmla="*/ 3 h 12"/>
                  <a:gd name="T18" fmla="*/ 5 w 9"/>
                  <a:gd name="T19" fmla="*/ 2 h 12"/>
                  <a:gd name="T20" fmla="*/ 4 w 9"/>
                  <a:gd name="T21" fmla="*/ 0 h 12"/>
                  <a:gd name="T22" fmla="*/ 1 w 9"/>
                  <a:gd name="T23" fmla="*/ 2 h 12"/>
                  <a:gd name="T24" fmla="*/ 0 w 9"/>
                  <a:gd name="T25" fmla="*/ 4 h 12"/>
                  <a:gd name="T26" fmla="*/ 0 w 9"/>
                  <a:gd name="T27" fmla="*/ 7 h 12"/>
                  <a:gd name="T28" fmla="*/ 2 w 9"/>
                  <a:gd name="T29" fmla="*/ 8 h 12"/>
                  <a:gd name="T30" fmla="*/ 3 w 9"/>
                  <a:gd name="T31" fmla="*/ 9 h 12"/>
                  <a:gd name="T32" fmla="*/ 5 w 9"/>
                  <a:gd name="T33" fmla="*/ 11 h 12"/>
                  <a:gd name="T34" fmla="*/ 6 w 9"/>
                  <a:gd name="T35" fmla="*/ 11 h 12"/>
                  <a:gd name="T36" fmla="*/ 6 w 9"/>
                  <a:gd name="T37" fmla="*/ 12 h 12"/>
                  <a:gd name="T38" fmla="*/ 9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9" y="12"/>
                    </a:move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39" name="Freeform 981"/>
              <p:cNvSpPr>
                <a:spLocks/>
              </p:cNvSpPr>
              <p:nvPr/>
            </p:nvSpPr>
            <p:spPr bwMode="auto">
              <a:xfrm>
                <a:off x="3115" y="1982"/>
                <a:ext cx="35" cy="13"/>
              </a:xfrm>
              <a:custGeom>
                <a:avLst/>
                <a:gdLst>
                  <a:gd name="T0" fmla="*/ 0 w 35"/>
                  <a:gd name="T1" fmla="*/ 13 h 13"/>
                  <a:gd name="T2" fmla="*/ 0 w 35"/>
                  <a:gd name="T3" fmla="*/ 13 h 13"/>
                  <a:gd name="T4" fmla="*/ 4 w 35"/>
                  <a:gd name="T5" fmla="*/ 13 h 13"/>
                  <a:gd name="T6" fmla="*/ 7 w 35"/>
                  <a:gd name="T7" fmla="*/ 13 h 13"/>
                  <a:gd name="T8" fmla="*/ 10 w 35"/>
                  <a:gd name="T9" fmla="*/ 12 h 13"/>
                  <a:gd name="T10" fmla="*/ 13 w 35"/>
                  <a:gd name="T11" fmla="*/ 12 h 13"/>
                  <a:gd name="T12" fmla="*/ 17 w 35"/>
                  <a:gd name="T13" fmla="*/ 12 h 13"/>
                  <a:gd name="T14" fmla="*/ 20 w 35"/>
                  <a:gd name="T15" fmla="*/ 11 h 13"/>
                  <a:gd name="T16" fmla="*/ 22 w 35"/>
                  <a:gd name="T17" fmla="*/ 10 h 13"/>
                  <a:gd name="T18" fmla="*/ 25 w 35"/>
                  <a:gd name="T19" fmla="*/ 9 h 13"/>
                  <a:gd name="T20" fmla="*/ 27 w 35"/>
                  <a:gd name="T21" fmla="*/ 8 h 13"/>
                  <a:gd name="T22" fmla="*/ 28 w 35"/>
                  <a:gd name="T23" fmla="*/ 8 h 13"/>
                  <a:gd name="T24" fmla="*/ 30 w 35"/>
                  <a:gd name="T25" fmla="*/ 6 h 13"/>
                  <a:gd name="T26" fmla="*/ 31 w 35"/>
                  <a:gd name="T27" fmla="*/ 5 h 13"/>
                  <a:gd name="T28" fmla="*/ 32 w 35"/>
                  <a:gd name="T29" fmla="*/ 4 h 13"/>
                  <a:gd name="T30" fmla="*/ 33 w 35"/>
                  <a:gd name="T31" fmla="*/ 3 h 13"/>
                  <a:gd name="T32" fmla="*/ 35 w 35"/>
                  <a:gd name="T33" fmla="*/ 1 h 13"/>
                  <a:gd name="T34" fmla="*/ 35 w 35"/>
                  <a:gd name="T35" fmla="*/ 0 h 13"/>
                  <a:gd name="T36" fmla="*/ 32 w 35"/>
                  <a:gd name="T37" fmla="*/ 0 h 13"/>
                  <a:gd name="T38" fmla="*/ 32 w 35"/>
                  <a:gd name="T39" fmla="*/ 1 h 13"/>
                  <a:gd name="T40" fmla="*/ 32 w 35"/>
                  <a:gd name="T41" fmla="*/ 2 h 13"/>
                  <a:gd name="T42" fmla="*/ 31 w 35"/>
                  <a:gd name="T43" fmla="*/ 3 h 13"/>
                  <a:gd name="T44" fmla="*/ 30 w 35"/>
                  <a:gd name="T45" fmla="*/ 4 h 13"/>
                  <a:gd name="T46" fmla="*/ 29 w 35"/>
                  <a:gd name="T47" fmla="*/ 5 h 13"/>
                  <a:gd name="T48" fmla="*/ 27 w 35"/>
                  <a:gd name="T49" fmla="*/ 6 h 13"/>
                  <a:gd name="T50" fmla="*/ 26 w 35"/>
                  <a:gd name="T51" fmla="*/ 7 h 13"/>
                  <a:gd name="T52" fmla="*/ 24 w 35"/>
                  <a:gd name="T53" fmla="*/ 8 h 13"/>
                  <a:gd name="T54" fmla="*/ 22 w 35"/>
                  <a:gd name="T55" fmla="*/ 9 h 13"/>
                  <a:gd name="T56" fmla="*/ 20 w 35"/>
                  <a:gd name="T57" fmla="*/ 9 h 13"/>
                  <a:gd name="T58" fmla="*/ 15 w 35"/>
                  <a:gd name="T59" fmla="*/ 10 h 13"/>
                  <a:gd name="T60" fmla="*/ 13 w 35"/>
                  <a:gd name="T61" fmla="*/ 10 h 13"/>
                  <a:gd name="T62" fmla="*/ 10 w 35"/>
                  <a:gd name="T63" fmla="*/ 11 h 13"/>
                  <a:gd name="T64" fmla="*/ 7 w 35"/>
                  <a:gd name="T65" fmla="*/ 11 h 13"/>
                  <a:gd name="T66" fmla="*/ 4 w 35"/>
                  <a:gd name="T67" fmla="*/ 11 h 13"/>
                  <a:gd name="T68" fmla="*/ 0 w 35"/>
                  <a:gd name="T69" fmla="*/ 11 h 13"/>
                  <a:gd name="T70" fmla="*/ 0 w 35"/>
                  <a:gd name="T71" fmla="*/ 13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13"/>
                    </a:moveTo>
                    <a:lnTo>
                      <a:pt x="0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3" y="12"/>
                    </a:lnTo>
                    <a:lnTo>
                      <a:pt x="17" y="12"/>
                    </a:lnTo>
                    <a:lnTo>
                      <a:pt x="20" y="11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30" y="6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3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1" y="3"/>
                    </a:lnTo>
                    <a:lnTo>
                      <a:pt x="30" y="4"/>
                    </a:lnTo>
                    <a:lnTo>
                      <a:pt x="29" y="5"/>
                    </a:lnTo>
                    <a:lnTo>
                      <a:pt x="27" y="6"/>
                    </a:lnTo>
                    <a:lnTo>
                      <a:pt x="26" y="7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0" name="Freeform 982"/>
              <p:cNvSpPr>
                <a:spLocks/>
              </p:cNvSpPr>
              <p:nvPr/>
            </p:nvSpPr>
            <p:spPr bwMode="auto">
              <a:xfrm>
                <a:off x="3080" y="1982"/>
                <a:ext cx="35" cy="13"/>
              </a:xfrm>
              <a:custGeom>
                <a:avLst/>
                <a:gdLst>
                  <a:gd name="T0" fmla="*/ 0 w 35"/>
                  <a:gd name="T1" fmla="*/ 0 h 13"/>
                  <a:gd name="T2" fmla="*/ 0 w 35"/>
                  <a:gd name="T3" fmla="*/ 0 h 13"/>
                  <a:gd name="T4" fmla="*/ 0 w 35"/>
                  <a:gd name="T5" fmla="*/ 1 h 13"/>
                  <a:gd name="T6" fmla="*/ 1 w 35"/>
                  <a:gd name="T7" fmla="*/ 3 h 13"/>
                  <a:gd name="T8" fmla="*/ 1 w 35"/>
                  <a:gd name="T9" fmla="*/ 4 h 13"/>
                  <a:gd name="T10" fmla="*/ 3 w 35"/>
                  <a:gd name="T11" fmla="*/ 5 h 13"/>
                  <a:gd name="T12" fmla="*/ 4 w 35"/>
                  <a:gd name="T13" fmla="*/ 6 h 13"/>
                  <a:gd name="T14" fmla="*/ 7 w 35"/>
                  <a:gd name="T15" fmla="*/ 8 h 13"/>
                  <a:gd name="T16" fmla="*/ 8 w 35"/>
                  <a:gd name="T17" fmla="*/ 8 h 13"/>
                  <a:gd name="T18" fmla="*/ 11 w 35"/>
                  <a:gd name="T19" fmla="*/ 9 h 13"/>
                  <a:gd name="T20" fmla="*/ 14 w 35"/>
                  <a:gd name="T21" fmla="*/ 10 h 13"/>
                  <a:gd name="T22" fmla="*/ 16 w 35"/>
                  <a:gd name="T23" fmla="*/ 11 h 13"/>
                  <a:gd name="T24" fmla="*/ 19 w 35"/>
                  <a:gd name="T25" fmla="*/ 12 h 13"/>
                  <a:gd name="T26" fmla="*/ 21 w 35"/>
                  <a:gd name="T27" fmla="*/ 12 h 13"/>
                  <a:gd name="T28" fmla="*/ 25 w 35"/>
                  <a:gd name="T29" fmla="*/ 12 h 13"/>
                  <a:gd name="T30" fmla="*/ 29 w 35"/>
                  <a:gd name="T31" fmla="*/ 13 h 13"/>
                  <a:gd name="T32" fmla="*/ 32 w 35"/>
                  <a:gd name="T33" fmla="*/ 13 h 13"/>
                  <a:gd name="T34" fmla="*/ 35 w 35"/>
                  <a:gd name="T35" fmla="*/ 13 h 13"/>
                  <a:gd name="T36" fmla="*/ 35 w 35"/>
                  <a:gd name="T37" fmla="*/ 11 h 13"/>
                  <a:gd name="T38" fmla="*/ 32 w 35"/>
                  <a:gd name="T39" fmla="*/ 11 h 13"/>
                  <a:gd name="T40" fmla="*/ 29 w 35"/>
                  <a:gd name="T41" fmla="*/ 11 h 13"/>
                  <a:gd name="T42" fmla="*/ 25 w 35"/>
                  <a:gd name="T43" fmla="*/ 11 h 13"/>
                  <a:gd name="T44" fmla="*/ 21 w 35"/>
                  <a:gd name="T45" fmla="*/ 10 h 13"/>
                  <a:gd name="T46" fmla="*/ 19 w 35"/>
                  <a:gd name="T47" fmla="*/ 10 h 13"/>
                  <a:gd name="T48" fmla="*/ 16 w 35"/>
                  <a:gd name="T49" fmla="*/ 9 h 13"/>
                  <a:gd name="T50" fmla="*/ 14 w 35"/>
                  <a:gd name="T51" fmla="*/ 9 h 13"/>
                  <a:gd name="T52" fmla="*/ 11 w 35"/>
                  <a:gd name="T53" fmla="*/ 8 h 13"/>
                  <a:gd name="T54" fmla="*/ 9 w 35"/>
                  <a:gd name="T55" fmla="*/ 7 h 13"/>
                  <a:gd name="T56" fmla="*/ 8 w 35"/>
                  <a:gd name="T57" fmla="*/ 6 h 13"/>
                  <a:gd name="T58" fmla="*/ 5 w 35"/>
                  <a:gd name="T59" fmla="*/ 5 h 13"/>
                  <a:gd name="T60" fmla="*/ 4 w 35"/>
                  <a:gd name="T61" fmla="*/ 4 h 13"/>
                  <a:gd name="T62" fmla="*/ 3 w 35"/>
                  <a:gd name="T63" fmla="*/ 3 h 13"/>
                  <a:gd name="T64" fmla="*/ 2 w 35"/>
                  <a:gd name="T65" fmla="*/ 2 h 13"/>
                  <a:gd name="T66" fmla="*/ 2 w 35"/>
                  <a:gd name="T67" fmla="*/ 1 h 13"/>
                  <a:gd name="T68" fmla="*/ 2 w 35"/>
                  <a:gd name="T69" fmla="*/ 0 h 13"/>
                  <a:gd name="T70" fmla="*/ 0 w 35"/>
                  <a:gd name="T71" fmla="*/ 0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5" y="12"/>
                    </a:lnTo>
                    <a:lnTo>
                      <a:pt x="29" y="13"/>
                    </a:lnTo>
                    <a:lnTo>
                      <a:pt x="32" y="13"/>
                    </a:lnTo>
                    <a:lnTo>
                      <a:pt x="35" y="13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1" name="Freeform 983"/>
              <p:cNvSpPr>
                <a:spLocks/>
              </p:cNvSpPr>
              <p:nvPr/>
            </p:nvSpPr>
            <p:spPr bwMode="auto">
              <a:xfrm>
                <a:off x="3080" y="1967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0 w 8"/>
                  <a:gd name="T3" fmla="*/ 2 h 15"/>
                  <a:gd name="T4" fmla="*/ 3 w 8"/>
                  <a:gd name="T5" fmla="*/ 4 h 15"/>
                  <a:gd name="T6" fmla="*/ 5 w 8"/>
                  <a:gd name="T7" fmla="*/ 5 h 15"/>
                  <a:gd name="T8" fmla="*/ 5 w 8"/>
                  <a:gd name="T9" fmla="*/ 6 h 15"/>
                  <a:gd name="T10" fmla="*/ 5 w 8"/>
                  <a:gd name="T11" fmla="*/ 8 h 15"/>
                  <a:gd name="T12" fmla="*/ 3 w 8"/>
                  <a:gd name="T13" fmla="*/ 8 h 15"/>
                  <a:gd name="T14" fmla="*/ 2 w 8"/>
                  <a:gd name="T15" fmla="*/ 10 h 15"/>
                  <a:gd name="T16" fmla="*/ 1 w 8"/>
                  <a:gd name="T17" fmla="*/ 12 h 15"/>
                  <a:gd name="T18" fmla="*/ 0 w 8"/>
                  <a:gd name="T19" fmla="*/ 15 h 15"/>
                  <a:gd name="T20" fmla="*/ 2 w 8"/>
                  <a:gd name="T21" fmla="*/ 15 h 15"/>
                  <a:gd name="T22" fmla="*/ 2 w 8"/>
                  <a:gd name="T23" fmla="*/ 12 h 15"/>
                  <a:gd name="T24" fmla="*/ 3 w 8"/>
                  <a:gd name="T25" fmla="*/ 11 h 15"/>
                  <a:gd name="T26" fmla="*/ 5 w 8"/>
                  <a:gd name="T27" fmla="*/ 10 h 15"/>
                  <a:gd name="T28" fmla="*/ 7 w 8"/>
                  <a:gd name="T29" fmla="*/ 8 h 15"/>
                  <a:gd name="T30" fmla="*/ 8 w 8"/>
                  <a:gd name="T31" fmla="*/ 6 h 15"/>
                  <a:gd name="T32" fmla="*/ 8 w 8"/>
                  <a:gd name="T33" fmla="*/ 5 h 15"/>
                  <a:gd name="T34" fmla="*/ 5 w 8"/>
                  <a:gd name="T35" fmla="*/ 3 h 15"/>
                  <a:gd name="T36" fmla="*/ 1 w 8"/>
                  <a:gd name="T37" fmla="*/ 0 h 15"/>
                  <a:gd name="T38" fmla="*/ 0 w 8"/>
                  <a:gd name="T39" fmla="*/ 1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15"/>
                  <a:gd name="T62" fmla="*/ 8 w 8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15">
                    <a:moveTo>
                      <a:pt x="0" y="1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2" name="Freeform 984"/>
              <p:cNvSpPr>
                <a:spLocks/>
              </p:cNvSpPr>
              <p:nvPr/>
            </p:nvSpPr>
            <p:spPr bwMode="auto">
              <a:xfrm>
                <a:off x="3074" y="1894"/>
                <a:ext cx="8" cy="74"/>
              </a:xfrm>
              <a:custGeom>
                <a:avLst/>
                <a:gdLst>
                  <a:gd name="T0" fmla="*/ 7 w 8"/>
                  <a:gd name="T1" fmla="*/ 0 h 74"/>
                  <a:gd name="T2" fmla="*/ 7 w 8"/>
                  <a:gd name="T3" fmla="*/ 0 h 74"/>
                  <a:gd name="T4" fmla="*/ 3 w 8"/>
                  <a:gd name="T5" fmla="*/ 6 h 74"/>
                  <a:gd name="T6" fmla="*/ 1 w 8"/>
                  <a:gd name="T7" fmla="*/ 14 h 74"/>
                  <a:gd name="T8" fmla="*/ 0 w 8"/>
                  <a:gd name="T9" fmla="*/ 25 h 74"/>
                  <a:gd name="T10" fmla="*/ 0 w 8"/>
                  <a:gd name="T11" fmla="*/ 37 h 74"/>
                  <a:gd name="T12" fmla="*/ 1 w 8"/>
                  <a:gd name="T13" fmla="*/ 50 h 74"/>
                  <a:gd name="T14" fmla="*/ 2 w 8"/>
                  <a:gd name="T15" fmla="*/ 60 h 74"/>
                  <a:gd name="T16" fmla="*/ 3 w 8"/>
                  <a:gd name="T17" fmla="*/ 69 h 74"/>
                  <a:gd name="T18" fmla="*/ 7 w 8"/>
                  <a:gd name="T19" fmla="*/ 74 h 74"/>
                  <a:gd name="T20" fmla="*/ 8 w 8"/>
                  <a:gd name="T21" fmla="*/ 73 h 74"/>
                  <a:gd name="T22" fmla="*/ 6 w 8"/>
                  <a:gd name="T23" fmla="*/ 68 h 74"/>
                  <a:gd name="T24" fmla="*/ 4 w 8"/>
                  <a:gd name="T25" fmla="*/ 60 h 74"/>
                  <a:gd name="T26" fmla="*/ 2 w 8"/>
                  <a:gd name="T27" fmla="*/ 50 h 74"/>
                  <a:gd name="T28" fmla="*/ 2 w 8"/>
                  <a:gd name="T29" fmla="*/ 37 h 74"/>
                  <a:gd name="T30" fmla="*/ 2 w 8"/>
                  <a:gd name="T31" fmla="*/ 25 h 74"/>
                  <a:gd name="T32" fmla="*/ 3 w 8"/>
                  <a:gd name="T33" fmla="*/ 15 h 74"/>
                  <a:gd name="T34" fmla="*/ 4 w 8"/>
                  <a:gd name="T35" fmla="*/ 6 h 74"/>
                  <a:gd name="T36" fmla="*/ 8 w 8"/>
                  <a:gd name="T37" fmla="*/ 2 h 74"/>
                  <a:gd name="T38" fmla="*/ 7 w 8"/>
                  <a:gd name="T39" fmla="*/ 0 h 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74"/>
                  <a:gd name="T62" fmla="*/ 8 w 8"/>
                  <a:gd name="T63" fmla="*/ 74 h 7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7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1" y="14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1" y="50"/>
                    </a:lnTo>
                    <a:lnTo>
                      <a:pt x="2" y="60"/>
                    </a:lnTo>
                    <a:lnTo>
                      <a:pt x="3" y="69"/>
                    </a:lnTo>
                    <a:lnTo>
                      <a:pt x="7" y="74"/>
                    </a:lnTo>
                    <a:lnTo>
                      <a:pt x="8" y="73"/>
                    </a:lnTo>
                    <a:lnTo>
                      <a:pt x="6" y="68"/>
                    </a:lnTo>
                    <a:lnTo>
                      <a:pt x="4" y="60"/>
                    </a:lnTo>
                    <a:lnTo>
                      <a:pt x="2" y="50"/>
                    </a:lnTo>
                    <a:lnTo>
                      <a:pt x="2" y="37"/>
                    </a:lnTo>
                    <a:lnTo>
                      <a:pt x="2" y="25"/>
                    </a:lnTo>
                    <a:lnTo>
                      <a:pt x="3" y="15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3" name="Freeform 985"/>
              <p:cNvSpPr>
                <a:spLocks/>
              </p:cNvSpPr>
              <p:nvPr/>
            </p:nvSpPr>
            <p:spPr bwMode="auto">
              <a:xfrm>
                <a:off x="3080" y="1883"/>
                <a:ext cx="8" cy="14"/>
              </a:xfrm>
              <a:custGeom>
                <a:avLst/>
                <a:gdLst>
                  <a:gd name="T0" fmla="*/ 0 w 8"/>
                  <a:gd name="T1" fmla="*/ 0 h 14"/>
                  <a:gd name="T2" fmla="*/ 0 w 8"/>
                  <a:gd name="T3" fmla="*/ 0 h 14"/>
                  <a:gd name="T4" fmla="*/ 1 w 8"/>
                  <a:gd name="T5" fmla="*/ 2 h 14"/>
                  <a:gd name="T6" fmla="*/ 2 w 8"/>
                  <a:gd name="T7" fmla="*/ 5 h 14"/>
                  <a:gd name="T8" fmla="*/ 4 w 8"/>
                  <a:gd name="T9" fmla="*/ 6 h 14"/>
                  <a:gd name="T10" fmla="*/ 5 w 8"/>
                  <a:gd name="T11" fmla="*/ 7 h 14"/>
                  <a:gd name="T12" fmla="*/ 5 w 8"/>
                  <a:gd name="T13" fmla="*/ 8 h 14"/>
                  <a:gd name="T14" fmla="*/ 4 w 8"/>
                  <a:gd name="T15" fmla="*/ 10 h 14"/>
                  <a:gd name="T16" fmla="*/ 0 w 8"/>
                  <a:gd name="T17" fmla="*/ 12 h 14"/>
                  <a:gd name="T18" fmla="*/ 1 w 8"/>
                  <a:gd name="T19" fmla="*/ 14 h 14"/>
                  <a:gd name="T20" fmla="*/ 5 w 8"/>
                  <a:gd name="T21" fmla="*/ 12 h 14"/>
                  <a:gd name="T22" fmla="*/ 8 w 8"/>
                  <a:gd name="T23" fmla="*/ 10 h 14"/>
                  <a:gd name="T24" fmla="*/ 8 w 8"/>
                  <a:gd name="T25" fmla="*/ 7 h 14"/>
                  <a:gd name="T26" fmla="*/ 7 w 8"/>
                  <a:gd name="T27" fmla="*/ 6 h 14"/>
                  <a:gd name="T28" fmla="*/ 5 w 8"/>
                  <a:gd name="T29" fmla="*/ 5 h 14"/>
                  <a:gd name="T30" fmla="*/ 3 w 8"/>
                  <a:gd name="T31" fmla="*/ 4 h 14"/>
                  <a:gd name="T32" fmla="*/ 2 w 8"/>
                  <a:gd name="T33" fmla="*/ 2 h 14"/>
                  <a:gd name="T34" fmla="*/ 2 w 8"/>
                  <a:gd name="T35" fmla="*/ 0 h 14"/>
                  <a:gd name="T36" fmla="*/ 0 w 8"/>
                  <a:gd name="T37" fmla="*/ 0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4"/>
                  <a:gd name="T59" fmla="*/ 8 w 8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5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4" name="Freeform 986"/>
              <p:cNvSpPr>
                <a:spLocks/>
              </p:cNvSpPr>
              <p:nvPr/>
            </p:nvSpPr>
            <p:spPr bwMode="auto">
              <a:xfrm>
                <a:off x="3080" y="1867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35 w 35"/>
                  <a:gd name="T3" fmla="*/ 0 h 16"/>
                  <a:gd name="T4" fmla="*/ 32 w 35"/>
                  <a:gd name="T5" fmla="*/ 0 h 16"/>
                  <a:gd name="T6" fmla="*/ 29 w 35"/>
                  <a:gd name="T7" fmla="*/ 0 h 16"/>
                  <a:gd name="T8" fmla="*/ 25 w 35"/>
                  <a:gd name="T9" fmla="*/ 1 h 16"/>
                  <a:gd name="T10" fmla="*/ 21 w 35"/>
                  <a:gd name="T11" fmla="*/ 1 h 16"/>
                  <a:gd name="T12" fmla="*/ 19 w 35"/>
                  <a:gd name="T13" fmla="*/ 2 h 16"/>
                  <a:gd name="T14" fmla="*/ 16 w 35"/>
                  <a:gd name="T15" fmla="*/ 2 h 16"/>
                  <a:gd name="T16" fmla="*/ 14 w 35"/>
                  <a:gd name="T17" fmla="*/ 3 h 16"/>
                  <a:gd name="T18" fmla="*/ 11 w 35"/>
                  <a:gd name="T19" fmla="*/ 5 h 16"/>
                  <a:gd name="T20" fmla="*/ 8 w 35"/>
                  <a:gd name="T21" fmla="*/ 6 h 16"/>
                  <a:gd name="T22" fmla="*/ 7 w 35"/>
                  <a:gd name="T23" fmla="*/ 7 h 16"/>
                  <a:gd name="T24" fmla="*/ 4 w 35"/>
                  <a:gd name="T25" fmla="*/ 9 h 16"/>
                  <a:gd name="T26" fmla="*/ 3 w 35"/>
                  <a:gd name="T27" fmla="*/ 10 h 16"/>
                  <a:gd name="T28" fmla="*/ 1 w 35"/>
                  <a:gd name="T29" fmla="*/ 12 h 16"/>
                  <a:gd name="T30" fmla="*/ 1 w 35"/>
                  <a:gd name="T31" fmla="*/ 13 h 16"/>
                  <a:gd name="T32" fmla="*/ 0 w 35"/>
                  <a:gd name="T33" fmla="*/ 15 h 16"/>
                  <a:gd name="T34" fmla="*/ 0 w 35"/>
                  <a:gd name="T35" fmla="*/ 16 h 16"/>
                  <a:gd name="T36" fmla="*/ 2 w 35"/>
                  <a:gd name="T37" fmla="*/ 16 h 16"/>
                  <a:gd name="T38" fmla="*/ 2 w 35"/>
                  <a:gd name="T39" fmla="*/ 15 h 16"/>
                  <a:gd name="T40" fmla="*/ 2 w 35"/>
                  <a:gd name="T41" fmla="*/ 14 h 16"/>
                  <a:gd name="T42" fmla="*/ 3 w 35"/>
                  <a:gd name="T43" fmla="*/ 13 h 16"/>
                  <a:gd name="T44" fmla="*/ 4 w 35"/>
                  <a:gd name="T45" fmla="*/ 11 h 16"/>
                  <a:gd name="T46" fmla="*/ 5 w 35"/>
                  <a:gd name="T47" fmla="*/ 10 h 16"/>
                  <a:gd name="T48" fmla="*/ 8 w 35"/>
                  <a:gd name="T49" fmla="*/ 9 h 16"/>
                  <a:gd name="T50" fmla="*/ 9 w 35"/>
                  <a:gd name="T51" fmla="*/ 7 h 16"/>
                  <a:gd name="T52" fmla="*/ 11 w 35"/>
                  <a:gd name="T53" fmla="*/ 7 h 16"/>
                  <a:gd name="T54" fmla="*/ 14 w 35"/>
                  <a:gd name="T55" fmla="*/ 6 h 16"/>
                  <a:gd name="T56" fmla="*/ 16 w 35"/>
                  <a:gd name="T57" fmla="*/ 5 h 16"/>
                  <a:gd name="T58" fmla="*/ 19 w 35"/>
                  <a:gd name="T59" fmla="*/ 3 h 16"/>
                  <a:gd name="T60" fmla="*/ 21 w 35"/>
                  <a:gd name="T61" fmla="*/ 3 h 16"/>
                  <a:gd name="T62" fmla="*/ 25 w 35"/>
                  <a:gd name="T63" fmla="*/ 2 h 16"/>
                  <a:gd name="T64" fmla="*/ 29 w 35"/>
                  <a:gd name="T65" fmla="*/ 2 h 16"/>
                  <a:gd name="T66" fmla="*/ 32 w 35"/>
                  <a:gd name="T67" fmla="*/ 2 h 16"/>
                  <a:gd name="T68" fmla="*/ 35 w 35"/>
                  <a:gd name="T69" fmla="*/ 2 h 16"/>
                  <a:gd name="T70" fmla="*/ 35 w 35"/>
                  <a:gd name="T71" fmla="*/ 0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1" y="1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3"/>
                    </a:lnTo>
                    <a:lnTo>
                      <a:pt x="11" y="5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5" name="Freeform 987"/>
              <p:cNvSpPr>
                <a:spLocks/>
              </p:cNvSpPr>
              <p:nvPr/>
            </p:nvSpPr>
            <p:spPr bwMode="auto">
              <a:xfrm>
                <a:off x="3115" y="1867"/>
                <a:ext cx="35" cy="16"/>
              </a:xfrm>
              <a:custGeom>
                <a:avLst/>
                <a:gdLst>
                  <a:gd name="T0" fmla="*/ 35 w 35"/>
                  <a:gd name="T1" fmla="*/ 16 h 16"/>
                  <a:gd name="T2" fmla="*/ 35 w 35"/>
                  <a:gd name="T3" fmla="*/ 16 h 16"/>
                  <a:gd name="T4" fmla="*/ 35 w 35"/>
                  <a:gd name="T5" fmla="*/ 15 h 16"/>
                  <a:gd name="T6" fmla="*/ 33 w 35"/>
                  <a:gd name="T7" fmla="*/ 13 h 16"/>
                  <a:gd name="T8" fmla="*/ 32 w 35"/>
                  <a:gd name="T9" fmla="*/ 12 h 16"/>
                  <a:gd name="T10" fmla="*/ 31 w 35"/>
                  <a:gd name="T11" fmla="*/ 10 h 16"/>
                  <a:gd name="T12" fmla="*/ 30 w 35"/>
                  <a:gd name="T13" fmla="*/ 9 h 16"/>
                  <a:gd name="T14" fmla="*/ 28 w 35"/>
                  <a:gd name="T15" fmla="*/ 7 h 16"/>
                  <a:gd name="T16" fmla="*/ 27 w 35"/>
                  <a:gd name="T17" fmla="*/ 6 h 16"/>
                  <a:gd name="T18" fmla="*/ 25 w 35"/>
                  <a:gd name="T19" fmla="*/ 5 h 16"/>
                  <a:gd name="T20" fmla="*/ 22 w 35"/>
                  <a:gd name="T21" fmla="*/ 3 h 16"/>
                  <a:gd name="T22" fmla="*/ 20 w 35"/>
                  <a:gd name="T23" fmla="*/ 2 h 16"/>
                  <a:gd name="T24" fmla="*/ 17 w 35"/>
                  <a:gd name="T25" fmla="*/ 2 h 16"/>
                  <a:gd name="T26" fmla="*/ 13 w 35"/>
                  <a:gd name="T27" fmla="*/ 1 h 16"/>
                  <a:gd name="T28" fmla="*/ 10 w 35"/>
                  <a:gd name="T29" fmla="*/ 1 h 16"/>
                  <a:gd name="T30" fmla="*/ 7 w 35"/>
                  <a:gd name="T31" fmla="*/ 0 h 16"/>
                  <a:gd name="T32" fmla="*/ 4 w 35"/>
                  <a:gd name="T33" fmla="*/ 0 h 16"/>
                  <a:gd name="T34" fmla="*/ 0 w 35"/>
                  <a:gd name="T35" fmla="*/ 0 h 16"/>
                  <a:gd name="T36" fmla="*/ 0 w 35"/>
                  <a:gd name="T37" fmla="*/ 2 h 16"/>
                  <a:gd name="T38" fmla="*/ 4 w 35"/>
                  <a:gd name="T39" fmla="*/ 2 h 16"/>
                  <a:gd name="T40" fmla="*/ 7 w 35"/>
                  <a:gd name="T41" fmla="*/ 2 h 16"/>
                  <a:gd name="T42" fmla="*/ 10 w 35"/>
                  <a:gd name="T43" fmla="*/ 2 h 16"/>
                  <a:gd name="T44" fmla="*/ 13 w 35"/>
                  <a:gd name="T45" fmla="*/ 3 h 16"/>
                  <a:gd name="T46" fmla="*/ 15 w 35"/>
                  <a:gd name="T47" fmla="*/ 3 h 16"/>
                  <a:gd name="T48" fmla="*/ 20 w 35"/>
                  <a:gd name="T49" fmla="*/ 5 h 16"/>
                  <a:gd name="T50" fmla="*/ 22 w 35"/>
                  <a:gd name="T51" fmla="*/ 6 h 16"/>
                  <a:gd name="T52" fmla="*/ 24 w 35"/>
                  <a:gd name="T53" fmla="*/ 7 h 16"/>
                  <a:gd name="T54" fmla="*/ 26 w 35"/>
                  <a:gd name="T55" fmla="*/ 7 h 16"/>
                  <a:gd name="T56" fmla="*/ 27 w 35"/>
                  <a:gd name="T57" fmla="*/ 9 h 16"/>
                  <a:gd name="T58" fmla="*/ 29 w 35"/>
                  <a:gd name="T59" fmla="*/ 10 h 16"/>
                  <a:gd name="T60" fmla="*/ 30 w 35"/>
                  <a:gd name="T61" fmla="*/ 11 h 16"/>
                  <a:gd name="T62" fmla="*/ 31 w 35"/>
                  <a:gd name="T63" fmla="*/ 13 h 16"/>
                  <a:gd name="T64" fmla="*/ 32 w 35"/>
                  <a:gd name="T65" fmla="*/ 14 h 16"/>
                  <a:gd name="T66" fmla="*/ 32 w 35"/>
                  <a:gd name="T67" fmla="*/ 15 h 16"/>
                  <a:gd name="T68" fmla="*/ 32 w 35"/>
                  <a:gd name="T69" fmla="*/ 16 h 16"/>
                  <a:gd name="T70" fmla="*/ 35 w 35"/>
                  <a:gd name="T71" fmla="*/ 16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16"/>
                    </a:moveTo>
                    <a:lnTo>
                      <a:pt x="35" y="16"/>
                    </a:lnTo>
                    <a:lnTo>
                      <a:pt x="35" y="15"/>
                    </a:lnTo>
                    <a:lnTo>
                      <a:pt x="33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6"/>
                    </a:lnTo>
                    <a:lnTo>
                      <a:pt x="25" y="5"/>
                    </a:lnTo>
                    <a:lnTo>
                      <a:pt x="22" y="3"/>
                    </a:lnTo>
                    <a:lnTo>
                      <a:pt x="20" y="2"/>
                    </a:lnTo>
                    <a:lnTo>
                      <a:pt x="17" y="2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2" y="6"/>
                    </a:lnTo>
                    <a:lnTo>
                      <a:pt x="24" y="7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1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6" name="Freeform 988"/>
              <p:cNvSpPr>
                <a:spLocks/>
              </p:cNvSpPr>
              <p:nvPr/>
            </p:nvSpPr>
            <p:spPr bwMode="auto">
              <a:xfrm>
                <a:off x="3142" y="1883"/>
                <a:ext cx="8" cy="12"/>
              </a:xfrm>
              <a:custGeom>
                <a:avLst/>
                <a:gdLst>
                  <a:gd name="T0" fmla="*/ 6 w 8"/>
                  <a:gd name="T1" fmla="*/ 11 h 12"/>
                  <a:gd name="T2" fmla="*/ 6 w 8"/>
                  <a:gd name="T3" fmla="*/ 11 h 12"/>
                  <a:gd name="T4" fmla="*/ 3 w 8"/>
                  <a:gd name="T5" fmla="*/ 8 h 12"/>
                  <a:gd name="T6" fmla="*/ 2 w 8"/>
                  <a:gd name="T7" fmla="*/ 7 h 12"/>
                  <a:gd name="T8" fmla="*/ 2 w 8"/>
                  <a:gd name="T9" fmla="*/ 6 h 12"/>
                  <a:gd name="T10" fmla="*/ 3 w 8"/>
                  <a:gd name="T11" fmla="*/ 6 h 12"/>
                  <a:gd name="T12" fmla="*/ 5 w 8"/>
                  <a:gd name="T13" fmla="*/ 5 h 12"/>
                  <a:gd name="T14" fmla="*/ 6 w 8"/>
                  <a:gd name="T15" fmla="*/ 2 h 12"/>
                  <a:gd name="T16" fmla="*/ 8 w 8"/>
                  <a:gd name="T17" fmla="*/ 0 h 12"/>
                  <a:gd name="T18" fmla="*/ 5 w 8"/>
                  <a:gd name="T19" fmla="*/ 0 h 12"/>
                  <a:gd name="T20" fmla="*/ 5 w 8"/>
                  <a:gd name="T21" fmla="*/ 2 h 12"/>
                  <a:gd name="T22" fmla="*/ 4 w 8"/>
                  <a:gd name="T23" fmla="*/ 4 h 12"/>
                  <a:gd name="T24" fmla="*/ 2 w 8"/>
                  <a:gd name="T25" fmla="*/ 4 h 12"/>
                  <a:gd name="T26" fmla="*/ 1 w 8"/>
                  <a:gd name="T27" fmla="*/ 5 h 12"/>
                  <a:gd name="T28" fmla="*/ 0 w 8"/>
                  <a:gd name="T29" fmla="*/ 6 h 12"/>
                  <a:gd name="T30" fmla="*/ 0 w 8"/>
                  <a:gd name="T31" fmla="*/ 7 h 12"/>
                  <a:gd name="T32" fmla="*/ 2 w 8"/>
                  <a:gd name="T33" fmla="*/ 9 h 12"/>
                  <a:gd name="T34" fmla="*/ 5 w 8"/>
                  <a:gd name="T35" fmla="*/ 12 h 12"/>
                  <a:gd name="T36" fmla="*/ 6 w 8"/>
                  <a:gd name="T37" fmla="*/ 11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2"/>
                  <a:gd name="T59" fmla="*/ 8 w 8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2">
                    <a:moveTo>
                      <a:pt x="6" y="11"/>
                    </a:moveTo>
                    <a:lnTo>
                      <a:pt x="6" y="11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12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7" name="Freeform 989"/>
              <p:cNvSpPr>
                <a:spLocks/>
              </p:cNvSpPr>
              <p:nvPr/>
            </p:nvSpPr>
            <p:spPr bwMode="auto">
              <a:xfrm>
                <a:off x="3145" y="1894"/>
                <a:ext cx="11" cy="78"/>
              </a:xfrm>
              <a:custGeom>
                <a:avLst/>
                <a:gdLst>
                  <a:gd name="T0" fmla="*/ 1 w 11"/>
                  <a:gd name="T1" fmla="*/ 78 h 78"/>
                  <a:gd name="T2" fmla="*/ 1 w 11"/>
                  <a:gd name="T3" fmla="*/ 78 h 78"/>
                  <a:gd name="T4" fmla="*/ 6 w 11"/>
                  <a:gd name="T5" fmla="*/ 74 h 78"/>
                  <a:gd name="T6" fmla="*/ 8 w 11"/>
                  <a:gd name="T7" fmla="*/ 65 h 78"/>
                  <a:gd name="T8" fmla="*/ 10 w 11"/>
                  <a:gd name="T9" fmla="*/ 53 h 78"/>
                  <a:gd name="T10" fmla="*/ 11 w 11"/>
                  <a:gd name="T11" fmla="*/ 41 h 78"/>
                  <a:gd name="T12" fmla="*/ 11 w 11"/>
                  <a:gd name="T13" fmla="*/ 28 h 78"/>
                  <a:gd name="T14" fmla="*/ 10 w 11"/>
                  <a:gd name="T15" fmla="*/ 16 h 78"/>
                  <a:gd name="T16" fmla="*/ 8 w 11"/>
                  <a:gd name="T17" fmla="*/ 6 h 78"/>
                  <a:gd name="T18" fmla="*/ 3 w 11"/>
                  <a:gd name="T19" fmla="*/ 0 h 78"/>
                  <a:gd name="T20" fmla="*/ 2 w 11"/>
                  <a:gd name="T21" fmla="*/ 1 h 78"/>
                  <a:gd name="T22" fmla="*/ 6 w 11"/>
                  <a:gd name="T23" fmla="*/ 6 h 78"/>
                  <a:gd name="T24" fmla="*/ 8 w 11"/>
                  <a:gd name="T25" fmla="*/ 17 h 78"/>
                  <a:gd name="T26" fmla="*/ 9 w 11"/>
                  <a:gd name="T27" fmla="*/ 28 h 78"/>
                  <a:gd name="T28" fmla="*/ 9 w 11"/>
                  <a:gd name="T29" fmla="*/ 41 h 78"/>
                  <a:gd name="T30" fmla="*/ 8 w 11"/>
                  <a:gd name="T31" fmla="*/ 53 h 78"/>
                  <a:gd name="T32" fmla="*/ 6 w 11"/>
                  <a:gd name="T33" fmla="*/ 65 h 78"/>
                  <a:gd name="T34" fmla="*/ 2 w 11"/>
                  <a:gd name="T35" fmla="*/ 73 h 78"/>
                  <a:gd name="T36" fmla="*/ 0 w 11"/>
                  <a:gd name="T37" fmla="*/ 77 h 78"/>
                  <a:gd name="T38" fmla="*/ 1 w 11"/>
                  <a:gd name="T39" fmla="*/ 78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78"/>
                  <a:gd name="T62" fmla="*/ 11 w 11"/>
                  <a:gd name="T63" fmla="*/ 78 h 7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78">
                    <a:moveTo>
                      <a:pt x="1" y="78"/>
                    </a:moveTo>
                    <a:lnTo>
                      <a:pt x="1" y="78"/>
                    </a:lnTo>
                    <a:lnTo>
                      <a:pt x="6" y="74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1" y="41"/>
                    </a:lnTo>
                    <a:lnTo>
                      <a:pt x="11" y="28"/>
                    </a:lnTo>
                    <a:lnTo>
                      <a:pt x="10" y="16"/>
                    </a:lnTo>
                    <a:lnTo>
                      <a:pt x="8" y="6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6" y="6"/>
                    </a:lnTo>
                    <a:lnTo>
                      <a:pt x="8" y="17"/>
                    </a:lnTo>
                    <a:lnTo>
                      <a:pt x="9" y="28"/>
                    </a:lnTo>
                    <a:lnTo>
                      <a:pt x="9" y="41"/>
                    </a:lnTo>
                    <a:lnTo>
                      <a:pt x="8" y="53"/>
                    </a:lnTo>
                    <a:lnTo>
                      <a:pt x="6" y="65"/>
                    </a:lnTo>
                    <a:lnTo>
                      <a:pt x="2" y="73"/>
                    </a:lnTo>
                    <a:lnTo>
                      <a:pt x="0" y="77"/>
                    </a:lnTo>
                    <a:lnTo>
                      <a:pt x="1" y="7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8" name="Freeform 990"/>
              <p:cNvSpPr>
                <a:spLocks/>
              </p:cNvSpPr>
              <p:nvPr/>
            </p:nvSpPr>
            <p:spPr bwMode="auto">
              <a:xfrm>
                <a:off x="3348" y="1912"/>
                <a:ext cx="36" cy="34"/>
              </a:xfrm>
              <a:custGeom>
                <a:avLst/>
                <a:gdLst>
                  <a:gd name="T0" fmla="*/ 17 w 36"/>
                  <a:gd name="T1" fmla="*/ 34 h 34"/>
                  <a:gd name="T2" fmla="*/ 22 w 36"/>
                  <a:gd name="T3" fmla="*/ 34 h 34"/>
                  <a:gd name="T4" fmla="*/ 24 w 36"/>
                  <a:gd name="T5" fmla="*/ 33 h 34"/>
                  <a:gd name="T6" fmla="*/ 27 w 36"/>
                  <a:gd name="T7" fmla="*/ 31 h 34"/>
                  <a:gd name="T8" fmla="*/ 29 w 36"/>
                  <a:gd name="T9" fmla="*/ 30 h 34"/>
                  <a:gd name="T10" fmla="*/ 32 w 36"/>
                  <a:gd name="T11" fmla="*/ 26 h 34"/>
                  <a:gd name="T12" fmla="*/ 35 w 36"/>
                  <a:gd name="T13" fmla="*/ 24 h 34"/>
                  <a:gd name="T14" fmla="*/ 36 w 36"/>
                  <a:gd name="T15" fmla="*/ 20 h 34"/>
                  <a:gd name="T16" fmla="*/ 36 w 36"/>
                  <a:gd name="T17" fmla="*/ 17 h 34"/>
                  <a:gd name="T18" fmla="*/ 36 w 36"/>
                  <a:gd name="T19" fmla="*/ 14 h 34"/>
                  <a:gd name="T20" fmla="*/ 35 w 36"/>
                  <a:gd name="T21" fmla="*/ 10 h 34"/>
                  <a:gd name="T22" fmla="*/ 32 w 36"/>
                  <a:gd name="T23" fmla="*/ 8 h 34"/>
                  <a:gd name="T24" fmla="*/ 29 w 36"/>
                  <a:gd name="T25" fmla="*/ 4 h 34"/>
                  <a:gd name="T26" fmla="*/ 27 w 36"/>
                  <a:gd name="T27" fmla="*/ 3 h 34"/>
                  <a:gd name="T28" fmla="*/ 24 w 36"/>
                  <a:gd name="T29" fmla="*/ 1 h 34"/>
                  <a:gd name="T30" fmla="*/ 22 w 36"/>
                  <a:gd name="T31" fmla="*/ 0 h 34"/>
                  <a:gd name="T32" fmla="*/ 17 w 36"/>
                  <a:gd name="T33" fmla="*/ 0 h 34"/>
                  <a:gd name="T34" fmla="*/ 13 w 36"/>
                  <a:gd name="T35" fmla="*/ 0 h 34"/>
                  <a:gd name="T36" fmla="*/ 11 w 36"/>
                  <a:gd name="T37" fmla="*/ 1 h 34"/>
                  <a:gd name="T38" fmla="*/ 8 w 36"/>
                  <a:gd name="T39" fmla="*/ 3 h 34"/>
                  <a:gd name="T40" fmla="*/ 6 w 36"/>
                  <a:gd name="T41" fmla="*/ 4 h 34"/>
                  <a:gd name="T42" fmla="*/ 4 w 36"/>
                  <a:gd name="T43" fmla="*/ 8 h 34"/>
                  <a:gd name="T44" fmla="*/ 1 w 36"/>
                  <a:gd name="T45" fmla="*/ 10 h 34"/>
                  <a:gd name="T46" fmla="*/ 0 w 36"/>
                  <a:gd name="T47" fmla="*/ 14 h 34"/>
                  <a:gd name="T48" fmla="*/ 0 w 36"/>
                  <a:gd name="T49" fmla="*/ 17 h 34"/>
                  <a:gd name="T50" fmla="*/ 0 w 36"/>
                  <a:gd name="T51" fmla="*/ 20 h 34"/>
                  <a:gd name="T52" fmla="*/ 1 w 36"/>
                  <a:gd name="T53" fmla="*/ 24 h 34"/>
                  <a:gd name="T54" fmla="*/ 4 w 36"/>
                  <a:gd name="T55" fmla="*/ 26 h 34"/>
                  <a:gd name="T56" fmla="*/ 6 w 36"/>
                  <a:gd name="T57" fmla="*/ 30 h 34"/>
                  <a:gd name="T58" fmla="*/ 8 w 36"/>
                  <a:gd name="T59" fmla="*/ 31 h 34"/>
                  <a:gd name="T60" fmla="*/ 11 w 36"/>
                  <a:gd name="T61" fmla="*/ 33 h 34"/>
                  <a:gd name="T62" fmla="*/ 13 w 36"/>
                  <a:gd name="T63" fmla="*/ 34 h 34"/>
                  <a:gd name="T64" fmla="*/ 17 w 36"/>
                  <a:gd name="T65" fmla="*/ 34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6"/>
                  <a:gd name="T100" fmla="*/ 0 h 34"/>
                  <a:gd name="T101" fmla="*/ 36 w 36"/>
                  <a:gd name="T102" fmla="*/ 34 h 3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6" h="34">
                    <a:moveTo>
                      <a:pt x="17" y="34"/>
                    </a:moveTo>
                    <a:lnTo>
                      <a:pt x="22" y="34"/>
                    </a:lnTo>
                    <a:lnTo>
                      <a:pt x="24" y="33"/>
                    </a:lnTo>
                    <a:lnTo>
                      <a:pt x="27" y="31"/>
                    </a:lnTo>
                    <a:lnTo>
                      <a:pt x="29" y="30"/>
                    </a:lnTo>
                    <a:lnTo>
                      <a:pt x="32" y="26"/>
                    </a:lnTo>
                    <a:lnTo>
                      <a:pt x="35" y="24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6" y="14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4" y="26"/>
                    </a:lnTo>
                    <a:lnTo>
                      <a:pt x="6" y="30"/>
                    </a:lnTo>
                    <a:lnTo>
                      <a:pt x="8" y="31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249" name="Freeform 991"/>
              <p:cNvSpPr>
                <a:spLocks/>
              </p:cNvSpPr>
              <p:nvPr/>
            </p:nvSpPr>
            <p:spPr bwMode="auto">
              <a:xfrm>
                <a:off x="3156" y="1912"/>
                <a:ext cx="209" cy="34"/>
              </a:xfrm>
              <a:custGeom>
                <a:avLst/>
                <a:gdLst>
                  <a:gd name="T0" fmla="*/ 209 w 209"/>
                  <a:gd name="T1" fmla="*/ 0 h 34"/>
                  <a:gd name="T2" fmla="*/ 0 w 209"/>
                  <a:gd name="T3" fmla="*/ 10 h 34"/>
                  <a:gd name="T4" fmla="*/ 0 w 209"/>
                  <a:gd name="T5" fmla="*/ 26 h 34"/>
                  <a:gd name="T6" fmla="*/ 209 w 209"/>
                  <a:gd name="T7" fmla="*/ 34 h 34"/>
                  <a:gd name="T8" fmla="*/ 209 w 20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34"/>
                  <a:gd name="T17" fmla="*/ 209 w 20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34">
                    <a:moveTo>
                      <a:pt x="209" y="0"/>
                    </a:moveTo>
                    <a:lnTo>
                      <a:pt x="0" y="10"/>
                    </a:lnTo>
                    <a:lnTo>
                      <a:pt x="0" y="26"/>
                    </a:lnTo>
                    <a:lnTo>
                      <a:pt x="209" y="34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3037" name="Rectangle 992"/>
            <p:cNvSpPr>
              <a:spLocks noChangeArrowheads="1"/>
            </p:cNvSpPr>
            <p:nvPr/>
          </p:nvSpPr>
          <p:spPr bwMode="auto">
            <a:xfrm>
              <a:off x="3440" y="2687"/>
              <a:ext cx="292" cy="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Selection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43038" name="Rectangle 993"/>
            <p:cNvSpPr>
              <a:spLocks noChangeArrowheads="1"/>
            </p:cNvSpPr>
            <p:nvPr/>
          </p:nvSpPr>
          <p:spPr bwMode="auto">
            <a:xfrm>
              <a:off x="2258" y="2721"/>
              <a:ext cx="545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Risk Assessment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43039" name="Group 994"/>
            <p:cNvGrpSpPr>
              <a:grpSpLocks/>
            </p:cNvGrpSpPr>
            <p:nvPr/>
          </p:nvGrpSpPr>
          <p:grpSpPr bwMode="auto">
            <a:xfrm>
              <a:off x="2372" y="2391"/>
              <a:ext cx="312" cy="302"/>
              <a:chOff x="2028" y="1892"/>
              <a:chExt cx="263" cy="282"/>
            </a:xfrm>
          </p:grpSpPr>
          <p:sp>
            <p:nvSpPr>
              <p:cNvPr id="43141" name="Freeform 995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24 w 263"/>
                  <a:gd name="T27" fmla="*/ 282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3"/>
                  <a:gd name="T43" fmla="*/ 0 h 282"/>
                  <a:gd name="T44" fmla="*/ 263 w 263"/>
                  <a:gd name="T45" fmla="*/ 282 h 28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2" name="Freeform 996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3"/>
                  <a:gd name="T40" fmla="*/ 0 h 282"/>
                  <a:gd name="T41" fmla="*/ 263 w 263"/>
                  <a:gd name="T42" fmla="*/ 282 h 28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3" name="Line 997"/>
              <p:cNvSpPr>
                <a:spLocks noChangeShapeType="1"/>
              </p:cNvSpPr>
              <p:nvPr/>
            </p:nvSpPr>
            <p:spPr bwMode="auto">
              <a:xfrm>
                <a:off x="2086" y="1914"/>
                <a:ext cx="17" cy="32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4" name="Line 998"/>
              <p:cNvSpPr>
                <a:spLocks noChangeShapeType="1"/>
              </p:cNvSpPr>
              <p:nvPr/>
            </p:nvSpPr>
            <p:spPr bwMode="auto">
              <a:xfrm>
                <a:off x="2053" y="1942"/>
                <a:ext cx="29" cy="2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5" name="Line 999"/>
              <p:cNvSpPr>
                <a:spLocks noChangeShapeType="1"/>
              </p:cNvSpPr>
              <p:nvPr/>
            </p:nvSpPr>
            <p:spPr bwMode="auto">
              <a:xfrm flipV="1">
                <a:off x="2041" y="2030"/>
                <a:ext cx="34" cy="3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6" name="Line 1000"/>
              <p:cNvSpPr>
                <a:spLocks noChangeShapeType="1"/>
              </p:cNvSpPr>
              <p:nvPr/>
            </p:nvSpPr>
            <p:spPr bwMode="auto">
              <a:xfrm flipH="1">
                <a:off x="2054" y="2069"/>
                <a:ext cx="37" cy="3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7" name="Line 1001"/>
              <p:cNvSpPr>
                <a:spLocks noChangeShapeType="1"/>
              </p:cNvSpPr>
              <p:nvPr/>
            </p:nvSpPr>
            <p:spPr bwMode="auto">
              <a:xfrm flipH="1">
                <a:off x="2169" y="1903"/>
                <a:ext cx="2" cy="28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8" name="Line 1002"/>
              <p:cNvSpPr>
                <a:spLocks noChangeShapeType="1"/>
              </p:cNvSpPr>
              <p:nvPr/>
            </p:nvSpPr>
            <p:spPr bwMode="auto">
              <a:xfrm flipH="1">
                <a:off x="2218" y="1916"/>
                <a:ext cx="28" cy="3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49" name="Line 1003"/>
              <p:cNvSpPr>
                <a:spLocks noChangeShapeType="1"/>
              </p:cNvSpPr>
              <p:nvPr/>
            </p:nvSpPr>
            <p:spPr bwMode="auto">
              <a:xfrm flipV="1">
                <a:off x="2241" y="2006"/>
                <a:ext cx="40" cy="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0" name="Line 1004"/>
              <p:cNvSpPr>
                <a:spLocks noChangeShapeType="1"/>
              </p:cNvSpPr>
              <p:nvPr/>
            </p:nvSpPr>
            <p:spPr bwMode="auto">
              <a:xfrm>
                <a:off x="2231" y="2061"/>
                <a:ext cx="34" cy="40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1" name="Line 1005"/>
              <p:cNvSpPr>
                <a:spLocks noChangeShapeType="1"/>
              </p:cNvSpPr>
              <p:nvPr/>
            </p:nvSpPr>
            <p:spPr bwMode="auto">
              <a:xfrm>
                <a:off x="2241" y="2037"/>
                <a:ext cx="25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2" name="Line 1006"/>
              <p:cNvSpPr>
                <a:spLocks noChangeShapeType="1"/>
              </p:cNvSpPr>
              <p:nvPr/>
            </p:nvSpPr>
            <p:spPr bwMode="auto">
              <a:xfrm flipH="1">
                <a:off x="2060" y="2049"/>
                <a:ext cx="16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3" name="Line 1007"/>
              <p:cNvSpPr>
                <a:spLocks noChangeShapeType="1"/>
              </p:cNvSpPr>
              <p:nvPr/>
            </p:nvSpPr>
            <p:spPr bwMode="auto">
              <a:xfrm flipV="1">
                <a:off x="2192" y="1917"/>
                <a:ext cx="6" cy="1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4" name="Freeform 1008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5" name="Freeform 1009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6" name="Freeform 1010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7" name="Freeform 1011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8" name="Freeform 1012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59" name="Freeform 1013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0" name="Freeform 1014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71 w 140"/>
                  <a:gd name="T83" fmla="*/ 150 h 1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0"/>
                  <a:gd name="T127" fmla="*/ 0 h 150"/>
                  <a:gd name="T128" fmla="*/ 140 w 140"/>
                  <a:gd name="T129" fmla="*/ 150 h 15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1" name="Freeform 1015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0"/>
                  <a:gd name="T124" fmla="*/ 0 h 150"/>
                  <a:gd name="T125" fmla="*/ 140 w 140"/>
                  <a:gd name="T126" fmla="*/ 150 h 15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2" name="Freeform 1016"/>
              <p:cNvSpPr>
                <a:spLocks/>
              </p:cNvSpPr>
              <p:nvPr/>
            </p:nvSpPr>
            <p:spPr bwMode="auto">
              <a:xfrm>
                <a:off x="2120" y="2023"/>
                <a:ext cx="25" cy="31"/>
              </a:xfrm>
              <a:custGeom>
                <a:avLst/>
                <a:gdLst>
                  <a:gd name="T0" fmla="*/ 0 w 25"/>
                  <a:gd name="T1" fmla="*/ 0 h 31"/>
                  <a:gd name="T2" fmla="*/ 0 w 25"/>
                  <a:gd name="T3" fmla="*/ 5 h 31"/>
                  <a:gd name="T4" fmla="*/ 2 w 25"/>
                  <a:gd name="T5" fmla="*/ 10 h 31"/>
                  <a:gd name="T6" fmla="*/ 4 w 25"/>
                  <a:gd name="T7" fmla="*/ 14 h 31"/>
                  <a:gd name="T8" fmla="*/ 6 w 25"/>
                  <a:gd name="T9" fmla="*/ 17 h 31"/>
                  <a:gd name="T10" fmla="*/ 8 w 25"/>
                  <a:gd name="T11" fmla="*/ 22 h 31"/>
                  <a:gd name="T12" fmla="*/ 11 w 25"/>
                  <a:gd name="T13" fmla="*/ 25 h 31"/>
                  <a:gd name="T14" fmla="*/ 14 w 25"/>
                  <a:gd name="T15" fmla="*/ 27 h 31"/>
                  <a:gd name="T16" fmla="*/ 18 w 25"/>
                  <a:gd name="T17" fmla="*/ 29 h 31"/>
                  <a:gd name="T18" fmla="*/ 22 w 25"/>
                  <a:gd name="T19" fmla="*/ 30 h 31"/>
                  <a:gd name="T20" fmla="*/ 25 w 25"/>
                  <a:gd name="T21" fmla="*/ 31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"/>
                  <a:gd name="T34" fmla="*/ 0 h 31"/>
                  <a:gd name="T35" fmla="*/ 25 w 25"/>
                  <a:gd name="T36" fmla="*/ 31 h 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" h="31">
                    <a:moveTo>
                      <a:pt x="0" y="0"/>
                    </a:moveTo>
                    <a:lnTo>
                      <a:pt x="0" y="5"/>
                    </a:lnTo>
                    <a:lnTo>
                      <a:pt x="2" y="10"/>
                    </a:lnTo>
                    <a:lnTo>
                      <a:pt x="4" y="14"/>
                    </a:lnTo>
                    <a:lnTo>
                      <a:pt x="6" y="17"/>
                    </a:lnTo>
                    <a:lnTo>
                      <a:pt x="8" y="22"/>
                    </a:lnTo>
                    <a:lnTo>
                      <a:pt x="11" y="25"/>
                    </a:lnTo>
                    <a:lnTo>
                      <a:pt x="14" y="27"/>
                    </a:lnTo>
                    <a:lnTo>
                      <a:pt x="18" y="29"/>
                    </a:lnTo>
                    <a:lnTo>
                      <a:pt x="22" y="30"/>
                    </a:lnTo>
                    <a:lnTo>
                      <a:pt x="25" y="31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3" name="Freeform 1017"/>
              <p:cNvSpPr>
                <a:spLocks/>
              </p:cNvSpPr>
              <p:nvPr/>
            </p:nvSpPr>
            <p:spPr bwMode="auto">
              <a:xfrm>
                <a:off x="2144" y="2016"/>
                <a:ext cx="45" cy="45"/>
              </a:xfrm>
              <a:custGeom>
                <a:avLst/>
                <a:gdLst>
                  <a:gd name="T0" fmla="*/ 22 w 45"/>
                  <a:gd name="T1" fmla="*/ 0 h 45"/>
                  <a:gd name="T2" fmla="*/ 28 w 45"/>
                  <a:gd name="T3" fmla="*/ 17 h 45"/>
                  <a:gd name="T4" fmla="*/ 45 w 45"/>
                  <a:gd name="T5" fmla="*/ 17 h 45"/>
                  <a:gd name="T6" fmla="*/ 31 w 45"/>
                  <a:gd name="T7" fmla="*/ 28 h 45"/>
                  <a:gd name="T8" fmla="*/ 36 w 45"/>
                  <a:gd name="T9" fmla="*/ 45 h 45"/>
                  <a:gd name="T10" fmla="*/ 22 w 45"/>
                  <a:gd name="T11" fmla="*/ 35 h 45"/>
                  <a:gd name="T12" fmla="*/ 9 w 45"/>
                  <a:gd name="T13" fmla="*/ 45 h 45"/>
                  <a:gd name="T14" fmla="*/ 14 w 45"/>
                  <a:gd name="T15" fmla="*/ 28 h 45"/>
                  <a:gd name="T16" fmla="*/ 0 w 45"/>
                  <a:gd name="T17" fmla="*/ 17 h 45"/>
                  <a:gd name="T18" fmla="*/ 17 w 45"/>
                  <a:gd name="T19" fmla="*/ 17 h 45"/>
                  <a:gd name="T20" fmla="*/ 22 w 45"/>
                  <a:gd name="T21" fmla="*/ 0 h 45"/>
                  <a:gd name="T22" fmla="*/ 22 w 45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45"/>
                  <a:gd name="T38" fmla="*/ 45 w 45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45">
                    <a:moveTo>
                      <a:pt x="22" y="0"/>
                    </a:moveTo>
                    <a:lnTo>
                      <a:pt x="28" y="17"/>
                    </a:lnTo>
                    <a:lnTo>
                      <a:pt x="45" y="17"/>
                    </a:lnTo>
                    <a:lnTo>
                      <a:pt x="31" y="28"/>
                    </a:lnTo>
                    <a:lnTo>
                      <a:pt x="36" y="45"/>
                    </a:lnTo>
                    <a:lnTo>
                      <a:pt x="22" y="35"/>
                    </a:lnTo>
                    <a:lnTo>
                      <a:pt x="9" y="45"/>
                    </a:lnTo>
                    <a:lnTo>
                      <a:pt x="14" y="28"/>
                    </a:lnTo>
                    <a:lnTo>
                      <a:pt x="0" y="17"/>
                    </a:lnTo>
                    <a:lnTo>
                      <a:pt x="17" y="17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4" name="Freeform 1018"/>
              <p:cNvSpPr>
                <a:spLocks/>
              </p:cNvSpPr>
              <p:nvPr/>
            </p:nvSpPr>
            <p:spPr bwMode="auto">
              <a:xfrm>
                <a:off x="2036" y="1968"/>
                <a:ext cx="42" cy="41"/>
              </a:xfrm>
              <a:custGeom>
                <a:avLst/>
                <a:gdLst>
                  <a:gd name="T0" fmla="*/ 20 w 42"/>
                  <a:gd name="T1" fmla="*/ 0 h 41"/>
                  <a:gd name="T2" fmla="*/ 26 w 42"/>
                  <a:gd name="T3" fmla="*/ 16 h 41"/>
                  <a:gd name="T4" fmla="*/ 42 w 42"/>
                  <a:gd name="T5" fmla="*/ 16 h 41"/>
                  <a:gd name="T6" fmla="*/ 29 w 42"/>
                  <a:gd name="T7" fmla="*/ 25 h 41"/>
                  <a:gd name="T8" fmla="*/ 34 w 42"/>
                  <a:gd name="T9" fmla="*/ 41 h 41"/>
                  <a:gd name="T10" fmla="*/ 21 w 42"/>
                  <a:gd name="T11" fmla="*/ 32 h 41"/>
                  <a:gd name="T12" fmla="*/ 8 w 42"/>
                  <a:gd name="T13" fmla="*/ 41 h 41"/>
                  <a:gd name="T14" fmla="*/ 13 w 42"/>
                  <a:gd name="T15" fmla="*/ 25 h 41"/>
                  <a:gd name="T16" fmla="*/ 0 w 42"/>
                  <a:gd name="T17" fmla="*/ 16 h 41"/>
                  <a:gd name="T18" fmla="*/ 16 w 42"/>
                  <a:gd name="T19" fmla="*/ 16 h 41"/>
                  <a:gd name="T20" fmla="*/ 21 w 42"/>
                  <a:gd name="T21" fmla="*/ 0 h 41"/>
                  <a:gd name="T22" fmla="*/ 20 w 42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1"/>
                  <a:gd name="T38" fmla="*/ 42 w 42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1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5"/>
                    </a:lnTo>
                    <a:lnTo>
                      <a:pt x="34" y="41"/>
                    </a:lnTo>
                    <a:lnTo>
                      <a:pt x="21" y="32"/>
                    </a:lnTo>
                    <a:lnTo>
                      <a:pt x="8" y="41"/>
                    </a:lnTo>
                    <a:lnTo>
                      <a:pt x="13" y="25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1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5" name="Freeform 1019"/>
              <p:cNvSpPr>
                <a:spLocks/>
              </p:cNvSpPr>
              <p:nvPr/>
            </p:nvSpPr>
            <p:spPr bwMode="auto">
              <a:xfrm>
                <a:off x="2110" y="1897"/>
                <a:ext cx="41" cy="42"/>
              </a:xfrm>
              <a:custGeom>
                <a:avLst/>
                <a:gdLst>
                  <a:gd name="T0" fmla="*/ 20 w 41"/>
                  <a:gd name="T1" fmla="*/ 0 h 42"/>
                  <a:gd name="T2" fmla="*/ 25 w 41"/>
                  <a:gd name="T3" fmla="*/ 15 h 42"/>
                  <a:gd name="T4" fmla="*/ 41 w 41"/>
                  <a:gd name="T5" fmla="*/ 16 h 42"/>
                  <a:gd name="T6" fmla="*/ 29 w 41"/>
                  <a:gd name="T7" fmla="*/ 26 h 42"/>
                  <a:gd name="T8" fmla="*/ 34 w 41"/>
                  <a:gd name="T9" fmla="*/ 42 h 42"/>
                  <a:gd name="T10" fmla="*/ 20 w 41"/>
                  <a:gd name="T11" fmla="*/ 32 h 42"/>
                  <a:gd name="T12" fmla="*/ 7 w 41"/>
                  <a:gd name="T13" fmla="*/ 42 h 42"/>
                  <a:gd name="T14" fmla="*/ 13 w 41"/>
                  <a:gd name="T15" fmla="*/ 26 h 42"/>
                  <a:gd name="T16" fmla="*/ 0 w 41"/>
                  <a:gd name="T17" fmla="*/ 16 h 42"/>
                  <a:gd name="T18" fmla="*/ 16 w 41"/>
                  <a:gd name="T19" fmla="*/ 15 h 42"/>
                  <a:gd name="T20" fmla="*/ 20 w 41"/>
                  <a:gd name="T21" fmla="*/ 0 h 42"/>
                  <a:gd name="T22" fmla="*/ 20 w 41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42"/>
                  <a:gd name="T38" fmla="*/ 41 w 41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42">
                    <a:moveTo>
                      <a:pt x="20" y="0"/>
                    </a:moveTo>
                    <a:lnTo>
                      <a:pt x="25" y="15"/>
                    </a:lnTo>
                    <a:lnTo>
                      <a:pt x="41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7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6" name="Freeform 1020"/>
              <p:cNvSpPr>
                <a:spLocks/>
              </p:cNvSpPr>
              <p:nvPr/>
            </p:nvSpPr>
            <p:spPr bwMode="auto">
              <a:xfrm>
                <a:off x="2240" y="1944"/>
                <a:ext cx="42" cy="42"/>
              </a:xfrm>
              <a:custGeom>
                <a:avLst/>
                <a:gdLst>
                  <a:gd name="T0" fmla="*/ 20 w 42"/>
                  <a:gd name="T1" fmla="*/ 0 h 42"/>
                  <a:gd name="T2" fmla="*/ 26 w 42"/>
                  <a:gd name="T3" fmla="*/ 16 h 42"/>
                  <a:gd name="T4" fmla="*/ 42 w 42"/>
                  <a:gd name="T5" fmla="*/ 16 h 42"/>
                  <a:gd name="T6" fmla="*/ 29 w 42"/>
                  <a:gd name="T7" fmla="*/ 26 h 42"/>
                  <a:gd name="T8" fmla="*/ 34 w 42"/>
                  <a:gd name="T9" fmla="*/ 42 h 42"/>
                  <a:gd name="T10" fmla="*/ 20 w 42"/>
                  <a:gd name="T11" fmla="*/ 32 h 42"/>
                  <a:gd name="T12" fmla="*/ 8 w 42"/>
                  <a:gd name="T13" fmla="*/ 42 h 42"/>
                  <a:gd name="T14" fmla="*/ 13 w 42"/>
                  <a:gd name="T15" fmla="*/ 26 h 42"/>
                  <a:gd name="T16" fmla="*/ 0 w 42"/>
                  <a:gd name="T17" fmla="*/ 16 h 42"/>
                  <a:gd name="T18" fmla="*/ 16 w 42"/>
                  <a:gd name="T19" fmla="*/ 16 h 42"/>
                  <a:gd name="T20" fmla="*/ 20 w 42"/>
                  <a:gd name="T21" fmla="*/ 0 h 42"/>
                  <a:gd name="T22" fmla="*/ 20 w 42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2"/>
                  <a:gd name="T38" fmla="*/ 42 w 42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2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8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167" name="Freeform 1021"/>
              <p:cNvSpPr>
                <a:spLocks/>
              </p:cNvSpPr>
              <p:nvPr/>
            </p:nvSpPr>
            <p:spPr bwMode="auto">
              <a:xfrm>
                <a:off x="2101" y="1975"/>
                <a:ext cx="44" cy="47"/>
              </a:xfrm>
              <a:custGeom>
                <a:avLst/>
                <a:gdLst>
                  <a:gd name="T0" fmla="*/ 18 w 44"/>
                  <a:gd name="T1" fmla="*/ 0 h 47"/>
                  <a:gd name="T2" fmla="*/ 28 w 44"/>
                  <a:gd name="T3" fmla="*/ 15 h 47"/>
                  <a:gd name="T4" fmla="*/ 44 w 44"/>
                  <a:gd name="T5" fmla="*/ 12 h 47"/>
                  <a:gd name="T6" fmla="*/ 33 w 44"/>
                  <a:gd name="T7" fmla="*/ 26 h 47"/>
                  <a:gd name="T8" fmla="*/ 41 w 44"/>
                  <a:gd name="T9" fmla="*/ 41 h 47"/>
                  <a:gd name="T10" fmla="*/ 26 w 44"/>
                  <a:gd name="T11" fmla="*/ 34 h 47"/>
                  <a:gd name="T12" fmla="*/ 14 w 44"/>
                  <a:gd name="T13" fmla="*/ 47 h 47"/>
                  <a:gd name="T14" fmla="*/ 15 w 44"/>
                  <a:gd name="T15" fmla="*/ 29 h 47"/>
                  <a:gd name="T16" fmla="*/ 0 w 44"/>
                  <a:gd name="T17" fmla="*/ 22 h 47"/>
                  <a:gd name="T18" fmla="*/ 16 w 44"/>
                  <a:gd name="T19" fmla="*/ 17 h 47"/>
                  <a:gd name="T20" fmla="*/ 18 w 44"/>
                  <a:gd name="T21" fmla="*/ 0 h 47"/>
                  <a:gd name="T22" fmla="*/ 18 w 44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4"/>
                  <a:gd name="T37" fmla="*/ 0 h 47"/>
                  <a:gd name="T38" fmla="*/ 44 w 44"/>
                  <a:gd name="T39" fmla="*/ 47 h 4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4" h="47">
                    <a:moveTo>
                      <a:pt x="18" y="0"/>
                    </a:moveTo>
                    <a:lnTo>
                      <a:pt x="28" y="15"/>
                    </a:lnTo>
                    <a:lnTo>
                      <a:pt x="44" y="12"/>
                    </a:lnTo>
                    <a:lnTo>
                      <a:pt x="33" y="26"/>
                    </a:lnTo>
                    <a:lnTo>
                      <a:pt x="41" y="41"/>
                    </a:lnTo>
                    <a:lnTo>
                      <a:pt x="26" y="34"/>
                    </a:lnTo>
                    <a:lnTo>
                      <a:pt x="14" y="47"/>
                    </a:lnTo>
                    <a:lnTo>
                      <a:pt x="15" y="29"/>
                    </a:lnTo>
                    <a:lnTo>
                      <a:pt x="0" y="22"/>
                    </a:lnTo>
                    <a:lnTo>
                      <a:pt x="16" y="1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3040" name="Rectangle 1022"/>
            <p:cNvSpPr>
              <a:spLocks noChangeArrowheads="1"/>
            </p:cNvSpPr>
            <p:nvPr/>
          </p:nvSpPr>
          <p:spPr bwMode="auto">
            <a:xfrm>
              <a:off x="2998" y="2789"/>
              <a:ext cx="123" cy="57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41" name="Oval 1023"/>
            <p:cNvSpPr>
              <a:spLocks noChangeArrowheads="1"/>
            </p:cNvSpPr>
            <p:nvPr/>
          </p:nvSpPr>
          <p:spPr bwMode="auto">
            <a:xfrm>
              <a:off x="2954" y="2717"/>
              <a:ext cx="210" cy="94"/>
            </a:xfrm>
            <a:prstGeom prst="ellipse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42" name="Rectangle 1024"/>
            <p:cNvSpPr>
              <a:spLocks noChangeArrowheads="1"/>
            </p:cNvSpPr>
            <p:nvPr/>
          </p:nvSpPr>
          <p:spPr bwMode="auto">
            <a:xfrm>
              <a:off x="3012" y="2789"/>
              <a:ext cx="95" cy="71"/>
            </a:xfrm>
            <a:prstGeom prst="rect">
              <a:avLst/>
            </a:prstGeom>
            <a:solidFill>
              <a:srgbClr val="FFFF66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43" name="Rectangle 1025"/>
            <p:cNvSpPr>
              <a:spLocks noChangeArrowheads="1"/>
            </p:cNvSpPr>
            <p:nvPr/>
          </p:nvSpPr>
          <p:spPr bwMode="auto">
            <a:xfrm>
              <a:off x="2292" y="2195"/>
              <a:ext cx="682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44" name="Rectangle 1026"/>
            <p:cNvSpPr>
              <a:spLocks noChangeArrowheads="1"/>
            </p:cNvSpPr>
            <p:nvPr/>
          </p:nvSpPr>
          <p:spPr bwMode="auto">
            <a:xfrm>
              <a:off x="2261" y="2230"/>
              <a:ext cx="1754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Administration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Select A Qualified Contractor</a:t>
              </a:r>
            </a:p>
          </p:txBody>
        </p:sp>
        <p:grpSp>
          <p:nvGrpSpPr>
            <p:cNvPr id="43045" name="Group 1027"/>
            <p:cNvGrpSpPr>
              <a:grpSpLocks/>
            </p:cNvGrpSpPr>
            <p:nvPr/>
          </p:nvGrpSpPr>
          <p:grpSpPr bwMode="auto">
            <a:xfrm>
              <a:off x="2800" y="2908"/>
              <a:ext cx="489" cy="457"/>
              <a:chOff x="2736" y="2379"/>
              <a:chExt cx="395" cy="390"/>
            </a:xfrm>
          </p:grpSpPr>
          <p:sp>
            <p:nvSpPr>
              <p:cNvPr id="43093" name="Rectangle 1028"/>
              <p:cNvSpPr>
                <a:spLocks noChangeArrowheads="1"/>
              </p:cNvSpPr>
              <p:nvPr/>
            </p:nvSpPr>
            <p:spPr bwMode="auto">
              <a:xfrm>
                <a:off x="2736" y="2690"/>
                <a:ext cx="395" cy="7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900" b="0">
                    <a:solidFill>
                      <a:srgbClr val="000000"/>
                    </a:solidFill>
                    <a:latin typeface="Arial Narrow" pitchFamily="34" charset="0"/>
                  </a:rPr>
                  <a:t>Contract Award</a:t>
                </a:r>
                <a:endParaRPr lang="en-US" sz="900" b="0">
                  <a:latin typeface="Times New Roman" pitchFamily="18" charset="0"/>
                </a:endParaRPr>
              </a:p>
            </p:txBody>
          </p:sp>
          <p:grpSp>
            <p:nvGrpSpPr>
              <p:cNvPr id="43094" name="Group 1029"/>
              <p:cNvGrpSpPr>
                <a:grpSpLocks/>
              </p:cNvGrpSpPr>
              <p:nvPr/>
            </p:nvGrpSpPr>
            <p:grpSpPr bwMode="auto">
              <a:xfrm>
                <a:off x="2814" y="2379"/>
                <a:ext cx="252" cy="268"/>
                <a:chOff x="2509" y="2443"/>
                <a:chExt cx="286" cy="292"/>
              </a:xfrm>
            </p:grpSpPr>
            <p:sp>
              <p:nvSpPr>
                <p:cNvPr id="43095" name="Freeform 1030"/>
                <p:cNvSpPr>
                  <a:spLocks/>
                </p:cNvSpPr>
                <p:nvPr/>
              </p:nvSpPr>
              <p:spPr bwMode="auto">
                <a:xfrm>
                  <a:off x="2509" y="2443"/>
                  <a:ext cx="286" cy="292"/>
                </a:xfrm>
                <a:custGeom>
                  <a:avLst/>
                  <a:gdLst>
                    <a:gd name="T0" fmla="*/ 28 w 286"/>
                    <a:gd name="T1" fmla="*/ 0 h 292"/>
                    <a:gd name="T2" fmla="*/ 23 w 286"/>
                    <a:gd name="T3" fmla="*/ 1 h 292"/>
                    <a:gd name="T4" fmla="*/ 18 w 286"/>
                    <a:gd name="T5" fmla="*/ 2 h 292"/>
                    <a:gd name="T6" fmla="*/ 8 w 286"/>
                    <a:gd name="T7" fmla="*/ 9 h 292"/>
                    <a:gd name="T8" fmla="*/ 3 w 286"/>
                    <a:gd name="T9" fmla="*/ 17 h 292"/>
                    <a:gd name="T10" fmla="*/ 2 w 286"/>
                    <a:gd name="T11" fmla="*/ 23 h 292"/>
                    <a:gd name="T12" fmla="*/ 0 w 286"/>
                    <a:gd name="T13" fmla="*/ 28 h 292"/>
                    <a:gd name="T14" fmla="*/ 0 w 286"/>
                    <a:gd name="T15" fmla="*/ 264 h 292"/>
                    <a:gd name="T16" fmla="*/ 2 w 286"/>
                    <a:gd name="T17" fmla="*/ 269 h 292"/>
                    <a:gd name="T18" fmla="*/ 3 w 286"/>
                    <a:gd name="T19" fmla="*/ 275 h 292"/>
                    <a:gd name="T20" fmla="*/ 8 w 286"/>
                    <a:gd name="T21" fmla="*/ 284 h 292"/>
                    <a:gd name="T22" fmla="*/ 18 w 286"/>
                    <a:gd name="T23" fmla="*/ 290 h 292"/>
                    <a:gd name="T24" fmla="*/ 23 w 286"/>
                    <a:gd name="T25" fmla="*/ 292 h 292"/>
                    <a:gd name="T26" fmla="*/ 28 w 286"/>
                    <a:gd name="T27" fmla="*/ 292 h 292"/>
                    <a:gd name="T28" fmla="*/ 258 w 286"/>
                    <a:gd name="T29" fmla="*/ 292 h 292"/>
                    <a:gd name="T30" fmla="*/ 263 w 286"/>
                    <a:gd name="T31" fmla="*/ 292 h 292"/>
                    <a:gd name="T32" fmla="*/ 269 w 286"/>
                    <a:gd name="T33" fmla="*/ 290 h 292"/>
                    <a:gd name="T34" fmla="*/ 278 w 286"/>
                    <a:gd name="T35" fmla="*/ 284 h 292"/>
                    <a:gd name="T36" fmla="*/ 284 w 286"/>
                    <a:gd name="T37" fmla="*/ 275 h 292"/>
                    <a:gd name="T38" fmla="*/ 286 w 286"/>
                    <a:gd name="T39" fmla="*/ 269 h 292"/>
                    <a:gd name="T40" fmla="*/ 286 w 286"/>
                    <a:gd name="T41" fmla="*/ 264 h 292"/>
                    <a:gd name="T42" fmla="*/ 286 w 286"/>
                    <a:gd name="T43" fmla="*/ 28 h 292"/>
                    <a:gd name="T44" fmla="*/ 286 w 286"/>
                    <a:gd name="T45" fmla="*/ 23 h 292"/>
                    <a:gd name="T46" fmla="*/ 284 w 286"/>
                    <a:gd name="T47" fmla="*/ 17 h 292"/>
                    <a:gd name="T48" fmla="*/ 278 w 286"/>
                    <a:gd name="T49" fmla="*/ 9 h 292"/>
                    <a:gd name="T50" fmla="*/ 269 w 286"/>
                    <a:gd name="T51" fmla="*/ 2 h 292"/>
                    <a:gd name="T52" fmla="*/ 263 w 286"/>
                    <a:gd name="T53" fmla="*/ 1 h 292"/>
                    <a:gd name="T54" fmla="*/ 258 w 286"/>
                    <a:gd name="T55" fmla="*/ 0 h 292"/>
                    <a:gd name="T56" fmla="*/ 28 w 286"/>
                    <a:gd name="T57" fmla="*/ 0 h 29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86"/>
                    <a:gd name="T88" fmla="*/ 0 h 292"/>
                    <a:gd name="T89" fmla="*/ 286 w 286"/>
                    <a:gd name="T90" fmla="*/ 292 h 29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86" h="292">
                      <a:moveTo>
                        <a:pt x="28" y="0"/>
                      </a:moveTo>
                      <a:lnTo>
                        <a:pt x="23" y="1"/>
                      </a:lnTo>
                      <a:lnTo>
                        <a:pt x="18" y="2"/>
                      </a:lnTo>
                      <a:lnTo>
                        <a:pt x="8" y="9"/>
                      </a:lnTo>
                      <a:lnTo>
                        <a:pt x="3" y="17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0" y="264"/>
                      </a:lnTo>
                      <a:lnTo>
                        <a:pt x="2" y="269"/>
                      </a:lnTo>
                      <a:lnTo>
                        <a:pt x="3" y="275"/>
                      </a:lnTo>
                      <a:lnTo>
                        <a:pt x="8" y="284"/>
                      </a:lnTo>
                      <a:lnTo>
                        <a:pt x="18" y="290"/>
                      </a:lnTo>
                      <a:lnTo>
                        <a:pt x="23" y="292"/>
                      </a:lnTo>
                      <a:lnTo>
                        <a:pt x="28" y="292"/>
                      </a:lnTo>
                      <a:lnTo>
                        <a:pt x="258" y="292"/>
                      </a:lnTo>
                      <a:lnTo>
                        <a:pt x="263" y="292"/>
                      </a:lnTo>
                      <a:lnTo>
                        <a:pt x="269" y="290"/>
                      </a:lnTo>
                      <a:lnTo>
                        <a:pt x="278" y="284"/>
                      </a:lnTo>
                      <a:lnTo>
                        <a:pt x="284" y="275"/>
                      </a:lnTo>
                      <a:lnTo>
                        <a:pt x="286" y="269"/>
                      </a:lnTo>
                      <a:lnTo>
                        <a:pt x="286" y="264"/>
                      </a:lnTo>
                      <a:lnTo>
                        <a:pt x="286" y="28"/>
                      </a:lnTo>
                      <a:lnTo>
                        <a:pt x="286" y="23"/>
                      </a:lnTo>
                      <a:lnTo>
                        <a:pt x="284" y="17"/>
                      </a:lnTo>
                      <a:lnTo>
                        <a:pt x="278" y="9"/>
                      </a:lnTo>
                      <a:lnTo>
                        <a:pt x="269" y="2"/>
                      </a:lnTo>
                      <a:lnTo>
                        <a:pt x="263" y="1"/>
                      </a:lnTo>
                      <a:lnTo>
                        <a:pt x="25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096" name="Freeform 1031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097" name="Freeform 1032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098" name="Freeform 1033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099" name="Freeform 1034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100" name="Freeform 1035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101" name="Freeform 1036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102" name="Freeform 1037"/>
                <p:cNvSpPr>
                  <a:spLocks/>
                </p:cNvSpPr>
                <p:nvPr/>
              </p:nvSpPr>
              <p:spPr bwMode="auto">
                <a:xfrm>
                  <a:off x="2603" y="2498"/>
                  <a:ext cx="162" cy="107"/>
                </a:xfrm>
                <a:custGeom>
                  <a:avLst/>
                  <a:gdLst>
                    <a:gd name="T0" fmla="*/ 102 w 162"/>
                    <a:gd name="T1" fmla="*/ 12 h 107"/>
                    <a:gd name="T2" fmla="*/ 104 w 162"/>
                    <a:gd name="T3" fmla="*/ 10 h 107"/>
                    <a:gd name="T4" fmla="*/ 106 w 162"/>
                    <a:gd name="T5" fmla="*/ 8 h 107"/>
                    <a:gd name="T6" fmla="*/ 108 w 162"/>
                    <a:gd name="T7" fmla="*/ 7 h 107"/>
                    <a:gd name="T8" fmla="*/ 111 w 162"/>
                    <a:gd name="T9" fmla="*/ 6 h 107"/>
                    <a:gd name="T10" fmla="*/ 162 w 162"/>
                    <a:gd name="T11" fmla="*/ 94 h 107"/>
                    <a:gd name="T12" fmla="*/ 158 w 162"/>
                    <a:gd name="T13" fmla="*/ 96 h 107"/>
                    <a:gd name="T14" fmla="*/ 153 w 162"/>
                    <a:gd name="T15" fmla="*/ 99 h 107"/>
                    <a:gd name="T16" fmla="*/ 149 w 162"/>
                    <a:gd name="T17" fmla="*/ 103 h 107"/>
                    <a:gd name="T18" fmla="*/ 145 w 162"/>
                    <a:gd name="T19" fmla="*/ 105 h 107"/>
                    <a:gd name="T20" fmla="*/ 140 w 162"/>
                    <a:gd name="T21" fmla="*/ 107 h 107"/>
                    <a:gd name="T22" fmla="*/ 128 w 162"/>
                    <a:gd name="T23" fmla="*/ 94 h 107"/>
                    <a:gd name="T24" fmla="*/ 116 w 162"/>
                    <a:gd name="T25" fmla="*/ 80 h 107"/>
                    <a:gd name="T26" fmla="*/ 104 w 162"/>
                    <a:gd name="T27" fmla="*/ 67 h 107"/>
                    <a:gd name="T28" fmla="*/ 91 w 162"/>
                    <a:gd name="T29" fmla="*/ 53 h 107"/>
                    <a:gd name="T30" fmla="*/ 78 w 162"/>
                    <a:gd name="T31" fmla="*/ 41 h 107"/>
                    <a:gd name="T32" fmla="*/ 73 w 162"/>
                    <a:gd name="T33" fmla="*/ 38 h 107"/>
                    <a:gd name="T34" fmla="*/ 66 w 162"/>
                    <a:gd name="T35" fmla="*/ 36 h 107"/>
                    <a:gd name="T36" fmla="*/ 60 w 162"/>
                    <a:gd name="T37" fmla="*/ 33 h 107"/>
                    <a:gd name="T38" fmla="*/ 55 w 162"/>
                    <a:gd name="T39" fmla="*/ 31 h 107"/>
                    <a:gd name="T40" fmla="*/ 48 w 162"/>
                    <a:gd name="T41" fmla="*/ 28 h 107"/>
                    <a:gd name="T42" fmla="*/ 50 w 162"/>
                    <a:gd name="T43" fmla="*/ 26 h 107"/>
                    <a:gd name="T44" fmla="*/ 50 w 162"/>
                    <a:gd name="T45" fmla="*/ 23 h 107"/>
                    <a:gd name="T46" fmla="*/ 44 w 162"/>
                    <a:gd name="T47" fmla="*/ 28 h 107"/>
                    <a:gd name="T48" fmla="*/ 36 w 162"/>
                    <a:gd name="T49" fmla="*/ 37 h 107"/>
                    <a:gd name="T50" fmla="*/ 26 w 162"/>
                    <a:gd name="T51" fmla="*/ 46 h 107"/>
                    <a:gd name="T52" fmla="*/ 18 w 162"/>
                    <a:gd name="T53" fmla="*/ 51 h 107"/>
                    <a:gd name="T54" fmla="*/ 6 w 162"/>
                    <a:gd name="T55" fmla="*/ 52 h 107"/>
                    <a:gd name="T56" fmla="*/ 11 w 162"/>
                    <a:gd name="T57" fmla="*/ 24 h 107"/>
                    <a:gd name="T58" fmla="*/ 13 w 162"/>
                    <a:gd name="T59" fmla="*/ 26 h 107"/>
                    <a:gd name="T60" fmla="*/ 15 w 162"/>
                    <a:gd name="T61" fmla="*/ 26 h 107"/>
                    <a:gd name="T62" fmla="*/ 17 w 162"/>
                    <a:gd name="T63" fmla="*/ 28 h 107"/>
                    <a:gd name="T64" fmla="*/ 17 w 162"/>
                    <a:gd name="T65" fmla="*/ 31 h 107"/>
                    <a:gd name="T66" fmla="*/ 18 w 162"/>
                    <a:gd name="T67" fmla="*/ 34 h 107"/>
                    <a:gd name="T68" fmla="*/ 17 w 162"/>
                    <a:gd name="T69" fmla="*/ 37 h 107"/>
                    <a:gd name="T70" fmla="*/ 14 w 162"/>
                    <a:gd name="T71" fmla="*/ 40 h 107"/>
                    <a:gd name="T72" fmla="*/ 13 w 162"/>
                    <a:gd name="T73" fmla="*/ 42 h 107"/>
                    <a:gd name="T74" fmla="*/ 11 w 162"/>
                    <a:gd name="T75" fmla="*/ 46 h 107"/>
                    <a:gd name="T76" fmla="*/ 14 w 162"/>
                    <a:gd name="T77" fmla="*/ 46 h 107"/>
                    <a:gd name="T78" fmla="*/ 15 w 162"/>
                    <a:gd name="T79" fmla="*/ 41 h 107"/>
                    <a:gd name="T80" fmla="*/ 18 w 162"/>
                    <a:gd name="T81" fmla="*/ 38 h 107"/>
                    <a:gd name="T82" fmla="*/ 19 w 162"/>
                    <a:gd name="T83" fmla="*/ 35 h 107"/>
                    <a:gd name="T84" fmla="*/ 20 w 162"/>
                    <a:gd name="T85" fmla="*/ 32 h 107"/>
                    <a:gd name="T86" fmla="*/ 19 w 162"/>
                    <a:gd name="T87" fmla="*/ 29 h 107"/>
                    <a:gd name="T88" fmla="*/ 18 w 162"/>
                    <a:gd name="T89" fmla="*/ 26 h 107"/>
                    <a:gd name="T90" fmla="*/ 17 w 162"/>
                    <a:gd name="T91" fmla="*/ 24 h 107"/>
                    <a:gd name="T92" fmla="*/ 14 w 162"/>
                    <a:gd name="T93" fmla="*/ 23 h 107"/>
                    <a:gd name="T94" fmla="*/ 19 w 162"/>
                    <a:gd name="T95" fmla="*/ 10 h 107"/>
                    <a:gd name="T96" fmla="*/ 101 w 162"/>
                    <a:gd name="T97" fmla="*/ 12 h 1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62"/>
                    <a:gd name="T148" fmla="*/ 0 h 107"/>
                    <a:gd name="T149" fmla="*/ 162 w 162"/>
                    <a:gd name="T150" fmla="*/ 107 h 1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62" h="107">
                      <a:moveTo>
                        <a:pt x="101" y="12"/>
                      </a:moveTo>
                      <a:lnTo>
                        <a:pt x="102" y="12"/>
                      </a:lnTo>
                      <a:lnTo>
                        <a:pt x="103" y="10"/>
                      </a:lnTo>
                      <a:lnTo>
                        <a:pt x="104" y="10"/>
                      </a:lnTo>
                      <a:lnTo>
                        <a:pt x="105" y="10"/>
                      </a:lnTo>
                      <a:lnTo>
                        <a:pt x="106" y="8"/>
                      </a:lnTo>
                      <a:lnTo>
                        <a:pt x="107" y="8"/>
                      </a:lnTo>
                      <a:lnTo>
                        <a:pt x="108" y="7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62" y="94"/>
                      </a:lnTo>
                      <a:lnTo>
                        <a:pt x="160" y="95"/>
                      </a:lnTo>
                      <a:lnTo>
                        <a:pt x="158" y="96"/>
                      </a:lnTo>
                      <a:lnTo>
                        <a:pt x="155" y="97"/>
                      </a:lnTo>
                      <a:lnTo>
                        <a:pt x="153" y="99"/>
                      </a:lnTo>
                      <a:lnTo>
                        <a:pt x="151" y="101"/>
                      </a:lnTo>
                      <a:lnTo>
                        <a:pt x="149" y="103"/>
                      </a:lnTo>
                      <a:lnTo>
                        <a:pt x="147" y="104"/>
                      </a:lnTo>
                      <a:lnTo>
                        <a:pt x="145" y="105"/>
                      </a:lnTo>
                      <a:lnTo>
                        <a:pt x="143" y="106"/>
                      </a:lnTo>
                      <a:lnTo>
                        <a:pt x="140" y="107"/>
                      </a:lnTo>
                      <a:lnTo>
                        <a:pt x="134" y="101"/>
                      </a:lnTo>
                      <a:lnTo>
                        <a:pt x="128" y="94"/>
                      </a:lnTo>
                      <a:lnTo>
                        <a:pt x="122" y="87"/>
                      </a:lnTo>
                      <a:lnTo>
                        <a:pt x="116" y="80"/>
                      </a:lnTo>
                      <a:lnTo>
                        <a:pt x="111" y="73"/>
                      </a:lnTo>
                      <a:lnTo>
                        <a:pt x="104" y="67"/>
                      </a:lnTo>
                      <a:lnTo>
                        <a:pt x="98" y="59"/>
                      </a:lnTo>
                      <a:lnTo>
                        <a:pt x="91" y="53"/>
                      </a:lnTo>
                      <a:lnTo>
                        <a:pt x="85" y="48"/>
                      </a:lnTo>
                      <a:lnTo>
                        <a:pt x="78" y="41"/>
                      </a:lnTo>
                      <a:lnTo>
                        <a:pt x="75" y="40"/>
                      </a:lnTo>
                      <a:lnTo>
                        <a:pt x="73" y="38"/>
                      </a:lnTo>
                      <a:lnTo>
                        <a:pt x="69" y="37"/>
                      </a:lnTo>
                      <a:lnTo>
                        <a:pt x="66" y="36"/>
                      </a:lnTo>
                      <a:lnTo>
                        <a:pt x="64" y="35"/>
                      </a:lnTo>
                      <a:lnTo>
                        <a:pt x="60" y="33"/>
                      </a:lnTo>
                      <a:lnTo>
                        <a:pt x="57" y="32"/>
                      </a:lnTo>
                      <a:lnTo>
                        <a:pt x="55" y="31"/>
                      </a:lnTo>
                      <a:lnTo>
                        <a:pt x="52" y="29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44" y="28"/>
                      </a:lnTo>
                      <a:lnTo>
                        <a:pt x="40" y="33"/>
                      </a:lnTo>
                      <a:lnTo>
                        <a:pt x="36" y="37"/>
                      </a:lnTo>
                      <a:lnTo>
                        <a:pt x="30" y="40"/>
                      </a:lnTo>
                      <a:lnTo>
                        <a:pt x="26" y="46"/>
                      </a:lnTo>
                      <a:lnTo>
                        <a:pt x="22" y="48"/>
                      </a:lnTo>
                      <a:lnTo>
                        <a:pt x="18" y="51"/>
                      </a:lnTo>
                      <a:lnTo>
                        <a:pt x="11" y="52"/>
                      </a:lnTo>
                      <a:lnTo>
                        <a:pt x="6" y="52"/>
                      </a:lnTo>
                      <a:lnTo>
                        <a:pt x="0" y="48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8" y="32"/>
                      </a:lnTo>
                      <a:lnTo>
                        <a:pt x="18" y="34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5" y="38"/>
                      </a:lnTo>
                      <a:lnTo>
                        <a:pt x="14" y="40"/>
                      </a:lnTo>
                      <a:lnTo>
                        <a:pt x="13" y="41"/>
                      </a:lnTo>
                      <a:lnTo>
                        <a:pt x="13" y="42"/>
                      </a:lnTo>
                      <a:lnTo>
                        <a:pt x="11" y="43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5" y="42"/>
                      </a:lnTo>
                      <a:lnTo>
                        <a:pt x="15" y="41"/>
                      </a:lnTo>
                      <a:lnTo>
                        <a:pt x="17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4"/>
                      </a:lnTo>
                      <a:lnTo>
                        <a:pt x="20" y="32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8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9" y="10"/>
                      </a:lnTo>
                      <a:lnTo>
                        <a:pt x="48" y="0"/>
                      </a:lnTo>
                      <a:lnTo>
                        <a:pt x="101" y="12"/>
                      </a:lnTo>
                      <a:close/>
                    </a:path>
                  </a:pathLst>
                </a:custGeom>
                <a:solidFill>
                  <a:srgbClr val="4A29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43103" name="Group 1038"/>
                <p:cNvGrpSpPr>
                  <a:grpSpLocks/>
                </p:cNvGrpSpPr>
                <p:nvPr/>
              </p:nvGrpSpPr>
              <p:grpSpPr bwMode="auto">
                <a:xfrm>
                  <a:off x="2603" y="2498"/>
                  <a:ext cx="162" cy="107"/>
                  <a:chOff x="2603" y="2498"/>
                  <a:chExt cx="162" cy="107"/>
                </a:xfrm>
              </p:grpSpPr>
              <p:sp>
                <p:nvSpPr>
                  <p:cNvPr id="43139" name="Freeform 1039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40" name="Freeform 1040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43104" name="Freeform 1041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63 w 207"/>
                    <a:gd name="T113" fmla="*/ 40 h 17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07"/>
                    <a:gd name="T172" fmla="*/ 0 h 175"/>
                    <a:gd name="T173" fmla="*/ 207 w 207"/>
                    <a:gd name="T174" fmla="*/ 175 h 17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  <a:lnTo>
                        <a:pt x="63" y="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3105" name="Freeform 1042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07"/>
                    <a:gd name="T169" fmla="*/ 0 h 175"/>
                    <a:gd name="T170" fmla="*/ 207 w 207"/>
                    <a:gd name="T171" fmla="*/ 175 h 17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43106" name="Group 1043"/>
                <p:cNvGrpSpPr>
                  <a:grpSpLocks/>
                </p:cNvGrpSpPr>
                <p:nvPr/>
              </p:nvGrpSpPr>
              <p:grpSpPr bwMode="auto">
                <a:xfrm>
                  <a:off x="2547" y="2599"/>
                  <a:ext cx="95" cy="88"/>
                  <a:chOff x="2547" y="2599"/>
                  <a:chExt cx="95" cy="88"/>
                </a:xfrm>
              </p:grpSpPr>
              <p:sp>
                <p:nvSpPr>
                  <p:cNvPr id="43107" name="Freeform 1044"/>
                  <p:cNvSpPr>
                    <a:spLocks/>
                  </p:cNvSpPr>
                  <p:nvPr/>
                </p:nvSpPr>
                <p:spPr bwMode="auto">
                  <a:xfrm>
                    <a:off x="2547" y="2599"/>
                    <a:ext cx="32" cy="36"/>
                  </a:xfrm>
                  <a:custGeom>
                    <a:avLst/>
                    <a:gdLst>
                      <a:gd name="T0" fmla="*/ 28 w 32"/>
                      <a:gd name="T1" fmla="*/ 3 h 36"/>
                      <a:gd name="T2" fmla="*/ 29 w 32"/>
                      <a:gd name="T3" fmla="*/ 3 h 36"/>
                      <a:gd name="T4" fmla="*/ 30 w 32"/>
                      <a:gd name="T5" fmla="*/ 6 h 36"/>
                      <a:gd name="T6" fmla="*/ 31 w 32"/>
                      <a:gd name="T7" fmla="*/ 6 h 36"/>
                      <a:gd name="T8" fmla="*/ 31 w 32"/>
                      <a:gd name="T9" fmla="*/ 9 h 36"/>
                      <a:gd name="T10" fmla="*/ 31 w 32"/>
                      <a:gd name="T11" fmla="*/ 10 h 36"/>
                      <a:gd name="T12" fmla="*/ 32 w 32"/>
                      <a:gd name="T13" fmla="*/ 12 h 36"/>
                      <a:gd name="T14" fmla="*/ 32 w 32"/>
                      <a:gd name="T15" fmla="*/ 13 h 36"/>
                      <a:gd name="T16" fmla="*/ 32 w 32"/>
                      <a:gd name="T17" fmla="*/ 15 h 36"/>
                      <a:gd name="T18" fmla="*/ 32 w 32"/>
                      <a:gd name="T19" fmla="*/ 16 h 36"/>
                      <a:gd name="T20" fmla="*/ 32 w 32"/>
                      <a:gd name="T21" fmla="*/ 17 h 36"/>
                      <a:gd name="T22" fmla="*/ 31 w 32"/>
                      <a:gd name="T23" fmla="*/ 19 h 36"/>
                      <a:gd name="T24" fmla="*/ 30 w 32"/>
                      <a:gd name="T25" fmla="*/ 21 h 36"/>
                      <a:gd name="T26" fmla="*/ 29 w 32"/>
                      <a:gd name="T27" fmla="*/ 24 h 36"/>
                      <a:gd name="T28" fmla="*/ 28 w 32"/>
                      <a:gd name="T29" fmla="*/ 26 h 36"/>
                      <a:gd name="T30" fmla="*/ 26 w 32"/>
                      <a:gd name="T31" fmla="*/ 28 h 36"/>
                      <a:gd name="T32" fmla="*/ 24 w 32"/>
                      <a:gd name="T33" fmla="*/ 31 h 36"/>
                      <a:gd name="T34" fmla="*/ 22 w 32"/>
                      <a:gd name="T35" fmla="*/ 32 h 36"/>
                      <a:gd name="T36" fmla="*/ 20 w 32"/>
                      <a:gd name="T37" fmla="*/ 34 h 36"/>
                      <a:gd name="T38" fmla="*/ 18 w 32"/>
                      <a:gd name="T39" fmla="*/ 35 h 36"/>
                      <a:gd name="T40" fmla="*/ 16 w 32"/>
                      <a:gd name="T41" fmla="*/ 35 h 36"/>
                      <a:gd name="T42" fmla="*/ 15 w 32"/>
                      <a:gd name="T43" fmla="*/ 36 h 36"/>
                      <a:gd name="T44" fmla="*/ 14 w 32"/>
                      <a:gd name="T45" fmla="*/ 36 h 36"/>
                      <a:gd name="T46" fmla="*/ 13 w 32"/>
                      <a:gd name="T47" fmla="*/ 36 h 36"/>
                      <a:gd name="T48" fmla="*/ 12 w 32"/>
                      <a:gd name="T49" fmla="*/ 36 h 36"/>
                      <a:gd name="T50" fmla="*/ 11 w 32"/>
                      <a:gd name="T51" fmla="*/ 36 h 36"/>
                      <a:gd name="T52" fmla="*/ 9 w 32"/>
                      <a:gd name="T53" fmla="*/ 35 h 36"/>
                      <a:gd name="T54" fmla="*/ 8 w 32"/>
                      <a:gd name="T55" fmla="*/ 35 h 36"/>
                      <a:gd name="T56" fmla="*/ 6 w 32"/>
                      <a:gd name="T57" fmla="*/ 34 h 36"/>
                      <a:gd name="T58" fmla="*/ 6 w 32"/>
                      <a:gd name="T59" fmla="*/ 34 h 36"/>
                      <a:gd name="T60" fmla="*/ 4 w 32"/>
                      <a:gd name="T61" fmla="*/ 33 h 36"/>
                      <a:gd name="T62" fmla="*/ 3 w 32"/>
                      <a:gd name="T63" fmla="*/ 32 h 36"/>
                      <a:gd name="T64" fmla="*/ 2 w 32"/>
                      <a:gd name="T65" fmla="*/ 31 h 36"/>
                      <a:gd name="T66" fmla="*/ 2 w 32"/>
                      <a:gd name="T67" fmla="*/ 30 h 36"/>
                      <a:gd name="T68" fmla="*/ 1 w 32"/>
                      <a:gd name="T69" fmla="*/ 28 h 36"/>
                      <a:gd name="T70" fmla="*/ 1 w 32"/>
                      <a:gd name="T71" fmla="*/ 28 h 36"/>
                      <a:gd name="T72" fmla="*/ 0 w 32"/>
                      <a:gd name="T73" fmla="*/ 26 h 36"/>
                      <a:gd name="T74" fmla="*/ 0 w 32"/>
                      <a:gd name="T75" fmla="*/ 24 h 36"/>
                      <a:gd name="T76" fmla="*/ 0 w 32"/>
                      <a:gd name="T77" fmla="*/ 23 h 36"/>
                      <a:gd name="T78" fmla="*/ 0 w 32"/>
                      <a:gd name="T79" fmla="*/ 21 h 36"/>
                      <a:gd name="T80" fmla="*/ 1 w 32"/>
                      <a:gd name="T81" fmla="*/ 18 h 36"/>
                      <a:gd name="T82" fmla="*/ 1 w 32"/>
                      <a:gd name="T83" fmla="*/ 16 h 36"/>
                      <a:gd name="T84" fmla="*/ 2 w 32"/>
                      <a:gd name="T85" fmla="*/ 14 h 36"/>
                      <a:gd name="T86" fmla="*/ 4 w 32"/>
                      <a:gd name="T87" fmla="*/ 12 h 36"/>
                      <a:gd name="T88" fmla="*/ 6 w 32"/>
                      <a:gd name="T89" fmla="*/ 10 h 36"/>
                      <a:gd name="T90" fmla="*/ 6 w 32"/>
                      <a:gd name="T91" fmla="*/ 6 h 36"/>
                      <a:gd name="T92" fmla="*/ 9 w 32"/>
                      <a:gd name="T93" fmla="*/ 4 h 36"/>
                      <a:gd name="T94" fmla="*/ 12 w 32"/>
                      <a:gd name="T95" fmla="*/ 2 h 36"/>
                      <a:gd name="T96" fmla="*/ 13 w 32"/>
                      <a:gd name="T97" fmla="*/ 1 h 36"/>
                      <a:gd name="T98" fmla="*/ 16 w 32"/>
                      <a:gd name="T99" fmla="*/ 0 h 36"/>
                      <a:gd name="T100" fmla="*/ 17 w 32"/>
                      <a:gd name="T101" fmla="*/ 0 h 36"/>
                      <a:gd name="T102" fmla="*/ 18 w 32"/>
                      <a:gd name="T103" fmla="*/ 0 h 36"/>
                      <a:gd name="T104" fmla="*/ 19 w 32"/>
                      <a:gd name="T105" fmla="*/ 0 h 36"/>
                      <a:gd name="T106" fmla="*/ 20 w 32"/>
                      <a:gd name="T107" fmla="*/ 0 h 36"/>
                      <a:gd name="T108" fmla="*/ 22 w 32"/>
                      <a:gd name="T109" fmla="*/ 0 h 36"/>
                      <a:gd name="T110" fmla="*/ 22 w 32"/>
                      <a:gd name="T111" fmla="*/ 1 h 36"/>
                      <a:gd name="T112" fmla="*/ 24 w 32"/>
                      <a:gd name="T113" fmla="*/ 1 h 36"/>
                      <a:gd name="T114" fmla="*/ 26 w 32"/>
                      <a:gd name="T115" fmla="*/ 1 h 36"/>
                      <a:gd name="T116" fmla="*/ 27 w 32"/>
                      <a:gd name="T117" fmla="*/ 2 h 36"/>
                      <a:gd name="T118" fmla="*/ 28 w 32"/>
                      <a:gd name="T119" fmla="*/ 3 h 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32"/>
                      <a:gd name="T181" fmla="*/ 0 h 36"/>
                      <a:gd name="T182" fmla="*/ 32 w 32"/>
                      <a:gd name="T183" fmla="*/ 36 h 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32" h="36">
                        <a:moveTo>
                          <a:pt x="28" y="3"/>
                        </a:moveTo>
                        <a:lnTo>
                          <a:pt x="29" y="3"/>
                        </a:lnTo>
                        <a:lnTo>
                          <a:pt x="30" y="6"/>
                        </a:lnTo>
                        <a:lnTo>
                          <a:pt x="31" y="6"/>
                        </a:lnTo>
                        <a:lnTo>
                          <a:pt x="31" y="9"/>
                        </a:lnTo>
                        <a:lnTo>
                          <a:pt x="31" y="10"/>
                        </a:lnTo>
                        <a:lnTo>
                          <a:pt x="32" y="12"/>
                        </a:lnTo>
                        <a:lnTo>
                          <a:pt x="32" y="13"/>
                        </a:lnTo>
                        <a:lnTo>
                          <a:pt x="32" y="15"/>
                        </a:lnTo>
                        <a:lnTo>
                          <a:pt x="32" y="16"/>
                        </a:lnTo>
                        <a:lnTo>
                          <a:pt x="32" y="17"/>
                        </a:lnTo>
                        <a:lnTo>
                          <a:pt x="31" y="19"/>
                        </a:lnTo>
                        <a:lnTo>
                          <a:pt x="30" y="21"/>
                        </a:lnTo>
                        <a:lnTo>
                          <a:pt x="29" y="24"/>
                        </a:lnTo>
                        <a:lnTo>
                          <a:pt x="28" y="26"/>
                        </a:lnTo>
                        <a:lnTo>
                          <a:pt x="26" y="28"/>
                        </a:lnTo>
                        <a:lnTo>
                          <a:pt x="24" y="31"/>
                        </a:lnTo>
                        <a:lnTo>
                          <a:pt x="22" y="32"/>
                        </a:lnTo>
                        <a:lnTo>
                          <a:pt x="20" y="34"/>
                        </a:lnTo>
                        <a:lnTo>
                          <a:pt x="18" y="35"/>
                        </a:lnTo>
                        <a:lnTo>
                          <a:pt x="16" y="35"/>
                        </a:lnTo>
                        <a:lnTo>
                          <a:pt x="15" y="36"/>
                        </a:lnTo>
                        <a:lnTo>
                          <a:pt x="14" y="36"/>
                        </a:lnTo>
                        <a:lnTo>
                          <a:pt x="13" y="36"/>
                        </a:lnTo>
                        <a:lnTo>
                          <a:pt x="12" y="36"/>
                        </a:lnTo>
                        <a:lnTo>
                          <a:pt x="11" y="36"/>
                        </a:lnTo>
                        <a:lnTo>
                          <a:pt x="9" y="35"/>
                        </a:lnTo>
                        <a:lnTo>
                          <a:pt x="8" y="35"/>
                        </a:lnTo>
                        <a:lnTo>
                          <a:pt x="6" y="34"/>
                        </a:lnTo>
                        <a:lnTo>
                          <a:pt x="4" y="33"/>
                        </a:lnTo>
                        <a:lnTo>
                          <a:pt x="3" y="32"/>
                        </a:lnTo>
                        <a:lnTo>
                          <a:pt x="2" y="31"/>
                        </a:lnTo>
                        <a:lnTo>
                          <a:pt x="2" y="30"/>
                        </a:lnTo>
                        <a:lnTo>
                          <a:pt x="1" y="28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1" y="18"/>
                        </a:lnTo>
                        <a:lnTo>
                          <a:pt x="1" y="16"/>
                        </a:lnTo>
                        <a:lnTo>
                          <a:pt x="2" y="14"/>
                        </a:lnTo>
                        <a:lnTo>
                          <a:pt x="4" y="12"/>
                        </a:lnTo>
                        <a:lnTo>
                          <a:pt x="6" y="10"/>
                        </a:lnTo>
                        <a:lnTo>
                          <a:pt x="6" y="6"/>
                        </a:lnTo>
                        <a:lnTo>
                          <a:pt x="9" y="4"/>
                        </a:lnTo>
                        <a:lnTo>
                          <a:pt x="12" y="2"/>
                        </a:lnTo>
                        <a:lnTo>
                          <a:pt x="13" y="1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8" y="0"/>
                        </a:lnTo>
                        <a:lnTo>
                          <a:pt x="19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2" y="1"/>
                        </a:lnTo>
                        <a:lnTo>
                          <a:pt x="24" y="1"/>
                        </a:lnTo>
                        <a:lnTo>
                          <a:pt x="26" y="1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08" name="Group 1045"/>
                  <p:cNvGrpSpPr>
                    <a:grpSpLocks/>
                  </p:cNvGrpSpPr>
                  <p:nvPr/>
                </p:nvGrpSpPr>
                <p:grpSpPr bwMode="auto">
                  <a:xfrm>
                    <a:off x="2547" y="2599"/>
                    <a:ext cx="32" cy="36"/>
                    <a:chOff x="2547" y="2599"/>
                    <a:chExt cx="32" cy="36"/>
                  </a:xfrm>
                </p:grpSpPr>
                <p:sp>
                  <p:nvSpPr>
                    <p:cNvPr id="43137" name="Freeform 1046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38" name="Freeform 1047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109" name="Freeform 1048"/>
                  <p:cNvSpPr>
                    <a:spLocks/>
                  </p:cNvSpPr>
                  <p:nvPr/>
                </p:nvSpPr>
                <p:spPr bwMode="auto">
                  <a:xfrm>
                    <a:off x="2560" y="2603"/>
                    <a:ext cx="15" cy="14"/>
                  </a:xfrm>
                  <a:custGeom>
                    <a:avLst/>
                    <a:gdLst>
                      <a:gd name="T0" fmla="*/ 15 w 15"/>
                      <a:gd name="T1" fmla="*/ 14 h 14"/>
                      <a:gd name="T2" fmla="*/ 15 w 15"/>
                      <a:gd name="T3" fmla="*/ 14 h 14"/>
                      <a:gd name="T4" fmla="*/ 13 w 15"/>
                      <a:gd name="T5" fmla="*/ 13 h 14"/>
                      <a:gd name="T6" fmla="*/ 11 w 15"/>
                      <a:gd name="T7" fmla="*/ 12 h 14"/>
                      <a:gd name="T8" fmla="*/ 10 w 15"/>
                      <a:gd name="T9" fmla="*/ 11 h 14"/>
                      <a:gd name="T10" fmla="*/ 8 w 15"/>
                      <a:gd name="T11" fmla="*/ 10 h 14"/>
                      <a:gd name="T12" fmla="*/ 6 w 15"/>
                      <a:gd name="T13" fmla="*/ 7 h 14"/>
                      <a:gd name="T14" fmla="*/ 6 w 15"/>
                      <a:gd name="T15" fmla="*/ 6 h 14"/>
                      <a:gd name="T16" fmla="*/ 3 w 15"/>
                      <a:gd name="T17" fmla="*/ 5 h 14"/>
                      <a:gd name="T18" fmla="*/ 2 w 15"/>
                      <a:gd name="T19" fmla="*/ 4 h 14"/>
                      <a:gd name="T20" fmla="*/ 1 w 15"/>
                      <a:gd name="T21" fmla="*/ 1 h 14"/>
                      <a:gd name="T22" fmla="*/ 0 w 15"/>
                      <a:gd name="T23" fmla="*/ 0 h 14"/>
                      <a:gd name="T24" fmla="*/ 1 w 15"/>
                      <a:gd name="T25" fmla="*/ 1 h 14"/>
                      <a:gd name="T26" fmla="*/ 3 w 15"/>
                      <a:gd name="T27" fmla="*/ 2 h 14"/>
                      <a:gd name="T28" fmla="*/ 4 w 15"/>
                      <a:gd name="T29" fmla="*/ 4 h 14"/>
                      <a:gd name="T30" fmla="*/ 6 w 15"/>
                      <a:gd name="T31" fmla="*/ 5 h 14"/>
                      <a:gd name="T32" fmla="*/ 8 w 15"/>
                      <a:gd name="T33" fmla="*/ 7 h 14"/>
                      <a:gd name="T34" fmla="*/ 9 w 15"/>
                      <a:gd name="T35" fmla="*/ 9 h 14"/>
                      <a:gd name="T36" fmla="*/ 10 w 15"/>
                      <a:gd name="T37" fmla="*/ 10 h 14"/>
                      <a:gd name="T38" fmla="*/ 11 w 15"/>
                      <a:gd name="T39" fmla="*/ 11 h 14"/>
                      <a:gd name="T40" fmla="*/ 14 w 15"/>
                      <a:gd name="T41" fmla="*/ 13 h 14"/>
                      <a:gd name="T42" fmla="*/ 15 w 15"/>
                      <a:gd name="T43" fmla="*/ 14 h 14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5"/>
                      <a:gd name="T67" fmla="*/ 0 h 14"/>
                      <a:gd name="T68" fmla="*/ 15 w 15"/>
                      <a:gd name="T69" fmla="*/ 14 h 14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5" h="14">
                        <a:moveTo>
                          <a:pt x="15" y="14"/>
                        </a:moveTo>
                        <a:lnTo>
                          <a:pt x="15" y="14"/>
                        </a:lnTo>
                        <a:lnTo>
                          <a:pt x="13" y="13"/>
                        </a:lnTo>
                        <a:lnTo>
                          <a:pt x="11" y="12"/>
                        </a:lnTo>
                        <a:lnTo>
                          <a:pt x="10" y="11"/>
                        </a:lnTo>
                        <a:lnTo>
                          <a:pt x="8" y="10"/>
                        </a:lnTo>
                        <a:lnTo>
                          <a:pt x="6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2" y="4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8" y="7"/>
                        </a:lnTo>
                        <a:lnTo>
                          <a:pt x="9" y="9"/>
                        </a:lnTo>
                        <a:lnTo>
                          <a:pt x="10" y="10"/>
                        </a:lnTo>
                        <a:lnTo>
                          <a:pt x="11" y="11"/>
                        </a:lnTo>
                        <a:lnTo>
                          <a:pt x="14" y="13"/>
                        </a:ln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10" name="Group 1049"/>
                  <p:cNvGrpSpPr>
                    <a:grpSpLocks/>
                  </p:cNvGrpSpPr>
                  <p:nvPr/>
                </p:nvGrpSpPr>
                <p:grpSpPr bwMode="auto">
                  <a:xfrm>
                    <a:off x="2560" y="2603"/>
                    <a:ext cx="15" cy="14"/>
                    <a:chOff x="2560" y="2603"/>
                    <a:chExt cx="15" cy="14"/>
                  </a:xfrm>
                </p:grpSpPr>
                <p:sp>
                  <p:nvSpPr>
                    <p:cNvPr id="43135" name="Freeform 1050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36" name="Freeform 1051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111" name="Freeform 1052"/>
                  <p:cNvSpPr>
                    <a:spLocks/>
                  </p:cNvSpPr>
                  <p:nvPr/>
                </p:nvSpPr>
                <p:spPr bwMode="auto">
                  <a:xfrm>
                    <a:off x="2569" y="2619"/>
                    <a:ext cx="30" cy="33"/>
                  </a:xfrm>
                  <a:custGeom>
                    <a:avLst/>
                    <a:gdLst>
                      <a:gd name="T0" fmla="*/ 29 w 30"/>
                      <a:gd name="T1" fmla="*/ 8 h 33"/>
                      <a:gd name="T2" fmla="*/ 30 w 30"/>
                      <a:gd name="T3" fmla="*/ 11 h 33"/>
                      <a:gd name="T4" fmla="*/ 30 w 30"/>
                      <a:gd name="T5" fmla="*/ 13 h 33"/>
                      <a:gd name="T6" fmla="*/ 30 w 30"/>
                      <a:gd name="T7" fmla="*/ 16 h 33"/>
                      <a:gd name="T8" fmla="*/ 29 w 30"/>
                      <a:gd name="T9" fmla="*/ 19 h 33"/>
                      <a:gd name="T10" fmla="*/ 29 w 30"/>
                      <a:gd name="T11" fmla="*/ 21 h 33"/>
                      <a:gd name="T12" fmla="*/ 28 w 30"/>
                      <a:gd name="T13" fmla="*/ 24 h 33"/>
                      <a:gd name="T14" fmla="*/ 27 w 30"/>
                      <a:gd name="T15" fmla="*/ 24 h 33"/>
                      <a:gd name="T16" fmla="*/ 25 w 30"/>
                      <a:gd name="T17" fmla="*/ 27 h 33"/>
                      <a:gd name="T18" fmla="*/ 24 w 30"/>
                      <a:gd name="T19" fmla="*/ 29 h 33"/>
                      <a:gd name="T20" fmla="*/ 23 w 30"/>
                      <a:gd name="T21" fmla="*/ 31 h 33"/>
                      <a:gd name="T22" fmla="*/ 21 w 30"/>
                      <a:gd name="T23" fmla="*/ 31 h 33"/>
                      <a:gd name="T24" fmla="*/ 20 w 30"/>
                      <a:gd name="T25" fmla="*/ 32 h 33"/>
                      <a:gd name="T26" fmla="*/ 18 w 30"/>
                      <a:gd name="T27" fmla="*/ 32 h 33"/>
                      <a:gd name="T28" fmla="*/ 17 w 30"/>
                      <a:gd name="T29" fmla="*/ 33 h 33"/>
                      <a:gd name="T30" fmla="*/ 16 w 30"/>
                      <a:gd name="T31" fmla="*/ 33 h 33"/>
                      <a:gd name="T32" fmla="*/ 14 w 30"/>
                      <a:gd name="T33" fmla="*/ 33 h 33"/>
                      <a:gd name="T34" fmla="*/ 13 w 30"/>
                      <a:gd name="T35" fmla="*/ 33 h 33"/>
                      <a:gd name="T36" fmla="*/ 12 w 30"/>
                      <a:gd name="T37" fmla="*/ 33 h 33"/>
                      <a:gd name="T38" fmla="*/ 11 w 30"/>
                      <a:gd name="T39" fmla="*/ 33 h 33"/>
                      <a:gd name="T40" fmla="*/ 10 w 30"/>
                      <a:gd name="T41" fmla="*/ 33 h 33"/>
                      <a:gd name="T42" fmla="*/ 9 w 30"/>
                      <a:gd name="T43" fmla="*/ 32 h 33"/>
                      <a:gd name="T44" fmla="*/ 7 w 30"/>
                      <a:gd name="T45" fmla="*/ 32 h 33"/>
                      <a:gd name="T46" fmla="*/ 7 w 30"/>
                      <a:gd name="T47" fmla="*/ 31 h 33"/>
                      <a:gd name="T48" fmla="*/ 5 w 30"/>
                      <a:gd name="T49" fmla="*/ 30 h 33"/>
                      <a:gd name="T50" fmla="*/ 4 w 30"/>
                      <a:gd name="T51" fmla="*/ 29 h 33"/>
                      <a:gd name="T52" fmla="*/ 2 w 30"/>
                      <a:gd name="T53" fmla="*/ 29 h 33"/>
                      <a:gd name="T54" fmla="*/ 2 w 30"/>
                      <a:gd name="T55" fmla="*/ 28 h 33"/>
                      <a:gd name="T56" fmla="*/ 1 w 30"/>
                      <a:gd name="T57" fmla="*/ 27 h 33"/>
                      <a:gd name="T58" fmla="*/ 1 w 30"/>
                      <a:gd name="T59" fmla="*/ 26 h 33"/>
                      <a:gd name="T60" fmla="*/ 0 w 30"/>
                      <a:gd name="T61" fmla="*/ 24 h 33"/>
                      <a:gd name="T62" fmla="*/ 0 w 30"/>
                      <a:gd name="T63" fmla="*/ 20 h 33"/>
                      <a:gd name="T64" fmla="*/ 0 w 30"/>
                      <a:gd name="T65" fmla="*/ 17 h 33"/>
                      <a:gd name="T66" fmla="*/ 1 w 30"/>
                      <a:gd name="T67" fmla="*/ 16 h 33"/>
                      <a:gd name="T68" fmla="*/ 1 w 30"/>
                      <a:gd name="T69" fmla="*/ 14 h 33"/>
                      <a:gd name="T70" fmla="*/ 2 w 30"/>
                      <a:gd name="T71" fmla="*/ 12 h 33"/>
                      <a:gd name="T72" fmla="*/ 4 w 30"/>
                      <a:gd name="T73" fmla="*/ 10 h 33"/>
                      <a:gd name="T74" fmla="*/ 7 w 30"/>
                      <a:gd name="T75" fmla="*/ 8 h 33"/>
                      <a:gd name="T76" fmla="*/ 7 w 30"/>
                      <a:gd name="T77" fmla="*/ 6 h 33"/>
                      <a:gd name="T78" fmla="*/ 9 w 30"/>
                      <a:gd name="T79" fmla="*/ 4 h 33"/>
                      <a:gd name="T80" fmla="*/ 11 w 30"/>
                      <a:gd name="T81" fmla="*/ 3 h 33"/>
                      <a:gd name="T82" fmla="*/ 13 w 30"/>
                      <a:gd name="T83" fmla="*/ 1 h 33"/>
                      <a:gd name="T84" fmla="*/ 15 w 30"/>
                      <a:gd name="T85" fmla="*/ 0 h 33"/>
                      <a:gd name="T86" fmla="*/ 17 w 30"/>
                      <a:gd name="T87" fmla="*/ 0 h 33"/>
                      <a:gd name="T88" fmla="*/ 20 w 30"/>
                      <a:gd name="T89" fmla="*/ 0 h 33"/>
                      <a:gd name="T90" fmla="*/ 23 w 30"/>
                      <a:gd name="T91" fmla="*/ 1 h 33"/>
                      <a:gd name="T92" fmla="*/ 25 w 30"/>
                      <a:gd name="T93" fmla="*/ 3 h 33"/>
                      <a:gd name="T94" fmla="*/ 27 w 30"/>
                      <a:gd name="T95" fmla="*/ 4 h 33"/>
                      <a:gd name="T96" fmla="*/ 28 w 30"/>
                      <a:gd name="T97" fmla="*/ 6 h 33"/>
                      <a:gd name="T98" fmla="*/ 29 w 30"/>
                      <a:gd name="T99" fmla="*/ 8 h 33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30"/>
                      <a:gd name="T151" fmla="*/ 0 h 33"/>
                      <a:gd name="T152" fmla="*/ 30 w 30"/>
                      <a:gd name="T153" fmla="*/ 33 h 33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30" h="33">
                        <a:moveTo>
                          <a:pt x="29" y="8"/>
                        </a:moveTo>
                        <a:lnTo>
                          <a:pt x="30" y="11"/>
                        </a:lnTo>
                        <a:lnTo>
                          <a:pt x="30" y="13"/>
                        </a:lnTo>
                        <a:lnTo>
                          <a:pt x="30" y="16"/>
                        </a:lnTo>
                        <a:lnTo>
                          <a:pt x="29" y="19"/>
                        </a:lnTo>
                        <a:lnTo>
                          <a:pt x="29" y="21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5" y="27"/>
                        </a:lnTo>
                        <a:lnTo>
                          <a:pt x="24" y="29"/>
                        </a:lnTo>
                        <a:lnTo>
                          <a:pt x="23" y="31"/>
                        </a:lnTo>
                        <a:lnTo>
                          <a:pt x="21" y="31"/>
                        </a:lnTo>
                        <a:lnTo>
                          <a:pt x="20" y="32"/>
                        </a:lnTo>
                        <a:lnTo>
                          <a:pt x="18" y="32"/>
                        </a:lnTo>
                        <a:lnTo>
                          <a:pt x="17" y="33"/>
                        </a:lnTo>
                        <a:lnTo>
                          <a:pt x="16" y="33"/>
                        </a:lnTo>
                        <a:lnTo>
                          <a:pt x="14" y="33"/>
                        </a:lnTo>
                        <a:lnTo>
                          <a:pt x="13" y="33"/>
                        </a:lnTo>
                        <a:lnTo>
                          <a:pt x="12" y="33"/>
                        </a:lnTo>
                        <a:lnTo>
                          <a:pt x="11" y="33"/>
                        </a:lnTo>
                        <a:lnTo>
                          <a:pt x="10" y="33"/>
                        </a:lnTo>
                        <a:lnTo>
                          <a:pt x="9" y="32"/>
                        </a:lnTo>
                        <a:lnTo>
                          <a:pt x="7" y="32"/>
                        </a:lnTo>
                        <a:lnTo>
                          <a:pt x="7" y="31"/>
                        </a:lnTo>
                        <a:lnTo>
                          <a:pt x="5" y="30"/>
                        </a:lnTo>
                        <a:lnTo>
                          <a:pt x="4" y="29"/>
                        </a:lnTo>
                        <a:lnTo>
                          <a:pt x="2" y="29"/>
                        </a:lnTo>
                        <a:lnTo>
                          <a:pt x="2" y="28"/>
                        </a:lnTo>
                        <a:lnTo>
                          <a:pt x="1" y="27"/>
                        </a:lnTo>
                        <a:lnTo>
                          <a:pt x="1" y="26"/>
                        </a:lnTo>
                        <a:lnTo>
                          <a:pt x="0" y="24"/>
                        </a:lnTo>
                        <a:lnTo>
                          <a:pt x="0" y="20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13" y="1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20" y="0"/>
                        </a:lnTo>
                        <a:lnTo>
                          <a:pt x="23" y="1"/>
                        </a:lnTo>
                        <a:lnTo>
                          <a:pt x="25" y="3"/>
                        </a:lnTo>
                        <a:lnTo>
                          <a:pt x="27" y="4"/>
                        </a:lnTo>
                        <a:lnTo>
                          <a:pt x="28" y="6"/>
                        </a:lnTo>
                        <a:lnTo>
                          <a:pt x="29" y="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12" name="Group 1053"/>
                  <p:cNvGrpSpPr>
                    <a:grpSpLocks/>
                  </p:cNvGrpSpPr>
                  <p:nvPr/>
                </p:nvGrpSpPr>
                <p:grpSpPr bwMode="auto">
                  <a:xfrm>
                    <a:off x="2569" y="2619"/>
                    <a:ext cx="30" cy="33"/>
                    <a:chOff x="2569" y="2619"/>
                    <a:chExt cx="30" cy="33"/>
                  </a:xfrm>
                </p:grpSpPr>
                <p:sp>
                  <p:nvSpPr>
                    <p:cNvPr id="43133" name="Freeform 1054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34" name="Freeform 1055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113" name="Freeform 1056"/>
                  <p:cNvSpPr>
                    <a:spLocks/>
                  </p:cNvSpPr>
                  <p:nvPr/>
                </p:nvSpPr>
                <p:spPr bwMode="auto">
                  <a:xfrm>
                    <a:off x="2582" y="2625"/>
                    <a:ext cx="13" cy="11"/>
                  </a:xfrm>
                  <a:custGeom>
                    <a:avLst/>
                    <a:gdLst>
                      <a:gd name="T0" fmla="*/ 13 w 13"/>
                      <a:gd name="T1" fmla="*/ 11 h 11"/>
                      <a:gd name="T2" fmla="*/ 13 w 13"/>
                      <a:gd name="T3" fmla="*/ 11 h 11"/>
                      <a:gd name="T4" fmla="*/ 0 w 13"/>
                      <a:gd name="T5" fmla="*/ 1 h 11"/>
                      <a:gd name="T6" fmla="*/ 1 w 13"/>
                      <a:gd name="T7" fmla="*/ 0 h 11"/>
                      <a:gd name="T8" fmla="*/ 2 w 13"/>
                      <a:gd name="T9" fmla="*/ 1 h 11"/>
                      <a:gd name="T10" fmla="*/ 3 w 13"/>
                      <a:gd name="T11" fmla="*/ 2 h 11"/>
                      <a:gd name="T12" fmla="*/ 4 w 13"/>
                      <a:gd name="T13" fmla="*/ 3 h 11"/>
                      <a:gd name="T14" fmla="*/ 5 w 13"/>
                      <a:gd name="T15" fmla="*/ 4 h 11"/>
                      <a:gd name="T16" fmla="*/ 7 w 13"/>
                      <a:gd name="T17" fmla="*/ 5 h 11"/>
                      <a:gd name="T18" fmla="*/ 9 w 13"/>
                      <a:gd name="T19" fmla="*/ 6 h 11"/>
                      <a:gd name="T20" fmla="*/ 10 w 13"/>
                      <a:gd name="T21" fmla="*/ 7 h 11"/>
                      <a:gd name="T22" fmla="*/ 11 w 13"/>
                      <a:gd name="T23" fmla="*/ 9 h 11"/>
                      <a:gd name="T24" fmla="*/ 12 w 13"/>
                      <a:gd name="T25" fmla="*/ 10 h 11"/>
                      <a:gd name="T26" fmla="*/ 13 w 13"/>
                      <a:gd name="T27" fmla="*/ 11 h 1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1"/>
                      <a:gd name="T44" fmla="*/ 13 w 13"/>
                      <a:gd name="T45" fmla="*/ 11 h 1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1">
                        <a:moveTo>
                          <a:pt x="13" y="11"/>
                        </a:moveTo>
                        <a:lnTo>
                          <a:pt x="13" y="1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0" y="7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14" name="Group 1057"/>
                  <p:cNvGrpSpPr>
                    <a:grpSpLocks/>
                  </p:cNvGrpSpPr>
                  <p:nvPr/>
                </p:nvGrpSpPr>
                <p:grpSpPr bwMode="auto">
                  <a:xfrm>
                    <a:off x="2582" y="2625"/>
                    <a:ext cx="13" cy="11"/>
                    <a:chOff x="2582" y="2625"/>
                    <a:chExt cx="13" cy="11"/>
                  </a:xfrm>
                </p:grpSpPr>
                <p:sp>
                  <p:nvSpPr>
                    <p:cNvPr id="43131" name="Freeform 1058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32" name="Freeform 1059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115" name="Freeform 1060"/>
                  <p:cNvSpPr>
                    <a:spLocks/>
                  </p:cNvSpPr>
                  <p:nvPr/>
                </p:nvSpPr>
                <p:spPr bwMode="auto">
                  <a:xfrm>
                    <a:off x="2592" y="2639"/>
                    <a:ext cx="29" cy="31"/>
                  </a:xfrm>
                  <a:custGeom>
                    <a:avLst/>
                    <a:gdLst>
                      <a:gd name="T0" fmla="*/ 25 w 29"/>
                      <a:gd name="T1" fmla="*/ 4 h 31"/>
                      <a:gd name="T2" fmla="*/ 26 w 29"/>
                      <a:gd name="T3" fmla="*/ 5 h 31"/>
                      <a:gd name="T4" fmla="*/ 28 w 29"/>
                      <a:gd name="T5" fmla="*/ 7 h 31"/>
                      <a:gd name="T6" fmla="*/ 28 w 29"/>
                      <a:gd name="T7" fmla="*/ 7 h 31"/>
                      <a:gd name="T8" fmla="*/ 29 w 29"/>
                      <a:gd name="T9" fmla="*/ 9 h 31"/>
                      <a:gd name="T10" fmla="*/ 29 w 29"/>
                      <a:gd name="T11" fmla="*/ 10 h 31"/>
                      <a:gd name="T12" fmla="*/ 29 w 29"/>
                      <a:gd name="T13" fmla="*/ 12 h 31"/>
                      <a:gd name="T14" fmla="*/ 29 w 29"/>
                      <a:gd name="T15" fmla="*/ 13 h 31"/>
                      <a:gd name="T16" fmla="*/ 29 w 29"/>
                      <a:gd name="T17" fmla="*/ 15 h 31"/>
                      <a:gd name="T18" fmla="*/ 29 w 29"/>
                      <a:gd name="T19" fmla="*/ 17 h 31"/>
                      <a:gd name="T20" fmla="*/ 29 w 29"/>
                      <a:gd name="T21" fmla="*/ 18 h 31"/>
                      <a:gd name="T22" fmla="*/ 28 w 29"/>
                      <a:gd name="T23" fmla="*/ 19 h 31"/>
                      <a:gd name="T24" fmla="*/ 26 w 29"/>
                      <a:gd name="T25" fmla="*/ 21 h 31"/>
                      <a:gd name="T26" fmla="*/ 25 w 29"/>
                      <a:gd name="T27" fmla="*/ 23 h 31"/>
                      <a:gd name="T28" fmla="*/ 24 w 29"/>
                      <a:gd name="T29" fmla="*/ 23 h 31"/>
                      <a:gd name="T30" fmla="*/ 23 w 29"/>
                      <a:gd name="T31" fmla="*/ 25 h 31"/>
                      <a:gd name="T32" fmla="*/ 23 w 29"/>
                      <a:gd name="T33" fmla="*/ 27 h 31"/>
                      <a:gd name="T34" fmla="*/ 21 w 29"/>
                      <a:gd name="T35" fmla="*/ 28 h 31"/>
                      <a:gd name="T36" fmla="*/ 19 w 29"/>
                      <a:gd name="T37" fmla="*/ 30 h 31"/>
                      <a:gd name="T38" fmla="*/ 19 w 29"/>
                      <a:gd name="T39" fmla="*/ 30 h 31"/>
                      <a:gd name="T40" fmla="*/ 16 w 29"/>
                      <a:gd name="T41" fmla="*/ 31 h 31"/>
                      <a:gd name="T42" fmla="*/ 15 w 29"/>
                      <a:gd name="T43" fmla="*/ 31 h 31"/>
                      <a:gd name="T44" fmla="*/ 14 w 29"/>
                      <a:gd name="T45" fmla="*/ 31 h 31"/>
                      <a:gd name="T46" fmla="*/ 13 w 29"/>
                      <a:gd name="T47" fmla="*/ 31 h 31"/>
                      <a:gd name="T48" fmla="*/ 11 w 29"/>
                      <a:gd name="T49" fmla="*/ 31 h 31"/>
                      <a:gd name="T50" fmla="*/ 9 w 29"/>
                      <a:gd name="T51" fmla="*/ 30 h 31"/>
                      <a:gd name="T52" fmla="*/ 8 w 29"/>
                      <a:gd name="T53" fmla="*/ 30 h 31"/>
                      <a:gd name="T54" fmla="*/ 7 w 29"/>
                      <a:gd name="T55" fmla="*/ 28 h 31"/>
                      <a:gd name="T56" fmla="*/ 6 w 29"/>
                      <a:gd name="T57" fmla="*/ 28 h 31"/>
                      <a:gd name="T58" fmla="*/ 6 w 29"/>
                      <a:gd name="T59" fmla="*/ 27 h 31"/>
                      <a:gd name="T60" fmla="*/ 3 w 29"/>
                      <a:gd name="T61" fmla="*/ 27 h 31"/>
                      <a:gd name="T62" fmla="*/ 3 w 29"/>
                      <a:gd name="T63" fmla="*/ 26 h 31"/>
                      <a:gd name="T64" fmla="*/ 2 w 29"/>
                      <a:gd name="T65" fmla="*/ 25 h 31"/>
                      <a:gd name="T66" fmla="*/ 2 w 29"/>
                      <a:gd name="T67" fmla="*/ 23 h 31"/>
                      <a:gd name="T68" fmla="*/ 1 w 29"/>
                      <a:gd name="T69" fmla="*/ 23 h 31"/>
                      <a:gd name="T70" fmla="*/ 1 w 29"/>
                      <a:gd name="T71" fmla="*/ 21 h 31"/>
                      <a:gd name="T72" fmla="*/ 0 w 29"/>
                      <a:gd name="T73" fmla="*/ 20 h 31"/>
                      <a:gd name="T74" fmla="*/ 0 w 29"/>
                      <a:gd name="T75" fmla="*/ 19 h 31"/>
                      <a:gd name="T76" fmla="*/ 0 w 29"/>
                      <a:gd name="T77" fmla="*/ 18 h 31"/>
                      <a:gd name="T78" fmla="*/ 0 w 29"/>
                      <a:gd name="T79" fmla="*/ 17 h 31"/>
                      <a:gd name="T80" fmla="*/ 0 w 29"/>
                      <a:gd name="T81" fmla="*/ 16 h 31"/>
                      <a:gd name="T82" fmla="*/ 1 w 29"/>
                      <a:gd name="T83" fmla="*/ 13 h 31"/>
                      <a:gd name="T84" fmla="*/ 1 w 29"/>
                      <a:gd name="T85" fmla="*/ 11 h 31"/>
                      <a:gd name="T86" fmla="*/ 2 w 29"/>
                      <a:gd name="T87" fmla="*/ 9 h 31"/>
                      <a:gd name="T88" fmla="*/ 3 w 29"/>
                      <a:gd name="T89" fmla="*/ 7 h 31"/>
                      <a:gd name="T90" fmla="*/ 4 w 29"/>
                      <a:gd name="T91" fmla="*/ 5 h 31"/>
                      <a:gd name="T92" fmla="*/ 6 w 29"/>
                      <a:gd name="T93" fmla="*/ 4 h 31"/>
                      <a:gd name="T94" fmla="*/ 7 w 29"/>
                      <a:gd name="T95" fmla="*/ 2 h 31"/>
                      <a:gd name="T96" fmla="*/ 9 w 29"/>
                      <a:gd name="T97" fmla="*/ 2 h 31"/>
                      <a:gd name="T98" fmla="*/ 11 w 29"/>
                      <a:gd name="T99" fmla="*/ 1 h 31"/>
                      <a:gd name="T100" fmla="*/ 14 w 29"/>
                      <a:gd name="T101" fmla="*/ 0 h 31"/>
                      <a:gd name="T102" fmla="*/ 15 w 29"/>
                      <a:gd name="T103" fmla="*/ 0 h 31"/>
                      <a:gd name="T104" fmla="*/ 16 w 29"/>
                      <a:gd name="T105" fmla="*/ 0 h 31"/>
                      <a:gd name="T106" fmla="*/ 17 w 29"/>
                      <a:gd name="T107" fmla="*/ 0 h 31"/>
                      <a:gd name="T108" fmla="*/ 19 w 29"/>
                      <a:gd name="T109" fmla="*/ 0 h 31"/>
                      <a:gd name="T110" fmla="*/ 19 w 29"/>
                      <a:gd name="T111" fmla="*/ 1 h 31"/>
                      <a:gd name="T112" fmla="*/ 22 w 29"/>
                      <a:gd name="T113" fmla="*/ 1 h 31"/>
                      <a:gd name="T114" fmla="*/ 23 w 29"/>
                      <a:gd name="T115" fmla="*/ 2 h 31"/>
                      <a:gd name="T116" fmla="*/ 24 w 29"/>
                      <a:gd name="T117" fmla="*/ 2 h 31"/>
                      <a:gd name="T118" fmla="*/ 25 w 29"/>
                      <a:gd name="T119" fmla="*/ 3 h 31"/>
                      <a:gd name="T120" fmla="*/ 25 w 29"/>
                      <a:gd name="T121" fmla="*/ 4 h 31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9"/>
                      <a:gd name="T184" fmla="*/ 0 h 31"/>
                      <a:gd name="T185" fmla="*/ 29 w 29"/>
                      <a:gd name="T186" fmla="*/ 31 h 31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9" h="31">
                        <a:moveTo>
                          <a:pt x="25" y="4"/>
                        </a:moveTo>
                        <a:lnTo>
                          <a:pt x="26" y="5"/>
                        </a:lnTo>
                        <a:lnTo>
                          <a:pt x="28" y="7"/>
                        </a:lnTo>
                        <a:lnTo>
                          <a:pt x="29" y="9"/>
                        </a:lnTo>
                        <a:lnTo>
                          <a:pt x="29" y="10"/>
                        </a:lnTo>
                        <a:lnTo>
                          <a:pt x="29" y="12"/>
                        </a:lnTo>
                        <a:lnTo>
                          <a:pt x="29" y="13"/>
                        </a:lnTo>
                        <a:lnTo>
                          <a:pt x="29" y="15"/>
                        </a:lnTo>
                        <a:lnTo>
                          <a:pt x="29" y="17"/>
                        </a:lnTo>
                        <a:lnTo>
                          <a:pt x="29" y="18"/>
                        </a:lnTo>
                        <a:lnTo>
                          <a:pt x="28" y="19"/>
                        </a:lnTo>
                        <a:lnTo>
                          <a:pt x="26" y="21"/>
                        </a:lnTo>
                        <a:lnTo>
                          <a:pt x="25" y="23"/>
                        </a:lnTo>
                        <a:lnTo>
                          <a:pt x="24" y="23"/>
                        </a:lnTo>
                        <a:lnTo>
                          <a:pt x="23" y="25"/>
                        </a:lnTo>
                        <a:lnTo>
                          <a:pt x="23" y="27"/>
                        </a:lnTo>
                        <a:lnTo>
                          <a:pt x="21" y="28"/>
                        </a:lnTo>
                        <a:lnTo>
                          <a:pt x="19" y="30"/>
                        </a:lnTo>
                        <a:lnTo>
                          <a:pt x="16" y="31"/>
                        </a:lnTo>
                        <a:lnTo>
                          <a:pt x="15" y="31"/>
                        </a:lnTo>
                        <a:lnTo>
                          <a:pt x="14" y="31"/>
                        </a:lnTo>
                        <a:lnTo>
                          <a:pt x="13" y="31"/>
                        </a:lnTo>
                        <a:lnTo>
                          <a:pt x="11" y="31"/>
                        </a:lnTo>
                        <a:lnTo>
                          <a:pt x="9" y="30"/>
                        </a:lnTo>
                        <a:lnTo>
                          <a:pt x="8" y="30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6" y="27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1" y="23"/>
                        </a:lnTo>
                        <a:lnTo>
                          <a:pt x="1" y="21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9"/>
                        </a:lnTo>
                        <a:lnTo>
                          <a:pt x="3" y="7"/>
                        </a:lnTo>
                        <a:lnTo>
                          <a:pt x="4" y="5"/>
                        </a:lnTo>
                        <a:lnTo>
                          <a:pt x="6" y="4"/>
                        </a:lnTo>
                        <a:lnTo>
                          <a:pt x="7" y="2"/>
                        </a:lnTo>
                        <a:lnTo>
                          <a:pt x="9" y="2"/>
                        </a:lnTo>
                        <a:lnTo>
                          <a:pt x="11" y="1"/>
                        </a:lnTo>
                        <a:lnTo>
                          <a:pt x="14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9" y="1"/>
                        </a:lnTo>
                        <a:lnTo>
                          <a:pt x="22" y="1"/>
                        </a:lnTo>
                        <a:lnTo>
                          <a:pt x="23" y="2"/>
                        </a:lnTo>
                        <a:lnTo>
                          <a:pt x="24" y="2"/>
                        </a:lnTo>
                        <a:lnTo>
                          <a:pt x="25" y="3"/>
                        </a:lnTo>
                        <a:lnTo>
                          <a:pt x="25" y="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16" name="Group 1061"/>
                  <p:cNvGrpSpPr>
                    <a:grpSpLocks/>
                  </p:cNvGrpSpPr>
                  <p:nvPr/>
                </p:nvGrpSpPr>
                <p:grpSpPr bwMode="auto">
                  <a:xfrm>
                    <a:off x="2592" y="2639"/>
                    <a:ext cx="29" cy="31"/>
                    <a:chOff x="2592" y="2639"/>
                    <a:chExt cx="29" cy="31"/>
                  </a:xfrm>
                </p:grpSpPr>
                <p:sp>
                  <p:nvSpPr>
                    <p:cNvPr id="43129" name="Freeform 1062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30" name="Freeform 1063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117" name="Freeform 1064"/>
                  <p:cNvSpPr>
                    <a:spLocks/>
                  </p:cNvSpPr>
                  <p:nvPr/>
                </p:nvSpPr>
                <p:spPr bwMode="auto">
                  <a:xfrm>
                    <a:off x="2603" y="2643"/>
                    <a:ext cx="13" cy="12"/>
                  </a:xfrm>
                  <a:custGeom>
                    <a:avLst/>
                    <a:gdLst>
                      <a:gd name="T0" fmla="*/ 13 w 13"/>
                      <a:gd name="T1" fmla="*/ 11 h 12"/>
                      <a:gd name="T2" fmla="*/ 13 w 13"/>
                      <a:gd name="T3" fmla="*/ 12 h 12"/>
                      <a:gd name="T4" fmla="*/ 0 w 13"/>
                      <a:gd name="T5" fmla="*/ 1 h 12"/>
                      <a:gd name="T6" fmla="*/ 0 w 13"/>
                      <a:gd name="T7" fmla="*/ 0 h 12"/>
                      <a:gd name="T8" fmla="*/ 2 w 13"/>
                      <a:gd name="T9" fmla="*/ 1 h 12"/>
                      <a:gd name="T10" fmla="*/ 4 w 13"/>
                      <a:gd name="T11" fmla="*/ 2 h 12"/>
                      <a:gd name="T12" fmla="*/ 5 w 13"/>
                      <a:gd name="T13" fmla="*/ 3 h 12"/>
                      <a:gd name="T14" fmla="*/ 6 w 13"/>
                      <a:gd name="T15" fmla="*/ 3 h 12"/>
                      <a:gd name="T16" fmla="*/ 8 w 13"/>
                      <a:gd name="T17" fmla="*/ 4 h 12"/>
                      <a:gd name="T18" fmla="*/ 8 w 13"/>
                      <a:gd name="T19" fmla="*/ 6 h 12"/>
                      <a:gd name="T20" fmla="*/ 10 w 13"/>
                      <a:gd name="T21" fmla="*/ 7 h 12"/>
                      <a:gd name="T22" fmla="*/ 11 w 13"/>
                      <a:gd name="T23" fmla="*/ 8 h 12"/>
                      <a:gd name="T24" fmla="*/ 12 w 13"/>
                      <a:gd name="T25" fmla="*/ 9 h 12"/>
                      <a:gd name="T26" fmla="*/ 13 w 13"/>
                      <a:gd name="T27" fmla="*/ 12 h 12"/>
                      <a:gd name="T28" fmla="*/ 13 w 13"/>
                      <a:gd name="T29" fmla="*/ 11 h 1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3"/>
                      <a:gd name="T46" fmla="*/ 0 h 12"/>
                      <a:gd name="T47" fmla="*/ 13 w 13"/>
                      <a:gd name="T48" fmla="*/ 12 h 1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3" h="12">
                        <a:moveTo>
                          <a:pt x="13" y="11"/>
                        </a:moveTo>
                        <a:lnTo>
                          <a:pt x="13" y="1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8" y="6"/>
                        </a:lnTo>
                        <a:lnTo>
                          <a:pt x="10" y="7"/>
                        </a:lnTo>
                        <a:lnTo>
                          <a:pt x="11" y="8"/>
                        </a:lnTo>
                        <a:lnTo>
                          <a:pt x="12" y="9"/>
                        </a:lnTo>
                        <a:lnTo>
                          <a:pt x="13" y="12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18" name="Group 1065"/>
                  <p:cNvGrpSpPr>
                    <a:grpSpLocks/>
                  </p:cNvGrpSpPr>
                  <p:nvPr/>
                </p:nvGrpSpPr>
                <p:grpSpPr bwMode="auto">
                  <a:xfrm>
                    <a:off x="2603" y="2643"/>
                    <a:ext cx="13" cy="12"/>
                    <a:chOff x="2603" y="2643"/>
                    <a:chExt cx="13" cy="12"/>
                  </a:xfrm>
                </p:grpSpPr>
                <p:sp>
                  <p:nvSpPr>
                    <p:cNvPr id="43127" name="Freeform 1066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13 w 13"/>
                        <a:gd name="T29" fmla="*/ 11 h 12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13"/>
                        <a:gd name="T46" fmla="*/ 0 h 12"/>
                        <a:gd name="T47" fmla="*/ 13 w 13"/>
                        <a:gd name="T48" fmla="*/ 12 h 12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28" name="Freeform 1067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2"/>
                        <a:gd name="T44" fmla="*/ 13 w 13"/>
                        <a:gd name="T45" fmla="*/ 12 h 12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119" name="Freeform 1068"/>
                  <p:cNvSpPr>
                    <a:spLocks/>
                  </p:cNvSpPr>
                  <p:nvPr/>
                </p:nvSpPr>
                <p:spPr bwMode="auto">
                  <a:xfrm>
                    <a:off x="2616" y="2658"/>
                    <a:ext cx="26" cy="29"/>
                  </a:xfrm>
                  <a:custGeom>
                    <a:avLst/>
                    <a:gdLst>
                      <a:gd name="T0" fmla="*/ 22 w 26"/>
                      <a:gd name="T1" fmla="*/ 2 h 29"/>
                      <a:gd name="T2" fmla="*/ 22 w 26"/>
                      <a:gd name="T3" fmla="*/ 3 h 29"/>
                      <a:gd name="T4" fmla="*/ 23 w 26"/>
                      <a:gd name="T5" fmla="*/ 4 h 29"/>
                      <a:gd name="T6" fmla="*/ 24 w 26"/>
                      <a:gd name="T7" fmla="*/ 5 h 29"/>
                      <a:gd name="T8" fmla="*/ 24 w 26"/>
                      <a:gd name="T9" fmla="*/ 7 h 29"/>
                      <a:gd name="T10" fmla="*/ 25 w 26"/>
                      <a:gd name="T11" fmla="*/ 7 h 29"/>
                      <a:gd name="T12" fmla="*/ 25 w 26"/>
                      <a:gd name="T13" fmla="*/ 9 h 29"/>
                      <a:gd name="T14" fmla="*/ 26 w 26"/>
                      <a:gd name="T15" fmla="*/ 9 h 29"/>
                      <a:gd name="T16" fmla="*/ 26 w 26"/>
                      <a:gd name="T17" fmla="*/ 12 h 29"/>
                      <a:gd name="T18" fmla="*/ 26 w 26"/>
                      <a:gd name="T19" fmla="*/ 13 h 29"/>
                      <a:gd name="T20" fmla="*/ 26 w 26"/>
                      <a:gd name="T21" fmla="*/ 15 h 29"/>
                      <a:gd name="T22" fmla="*/ 26 w 26"/>
                      <a:gd name="T23" fmla="*/ 16 h 29"/>
                      <a:gd name="T24" fmla="*/ 26 w 26"/>
                      <a:gd name="T25" fmla="*/ 18 h 29"/>
                      <a:gd name="T26" fmla="*/ 25 w 26"/>
                      <a:gd name="T27" fmla="*/ 19 h 29"/>
                      <a:gd name="T28" fmla="*/ 24 w 26"/>
                      <a:gd name="T29" fmla="*/ 21 h 29"/>
                      <a:gd name="T30" fmla="*/ 24 w 26"/>
                      <a:gd name="T31" fmla="*/ 22 h 29"/>
                      <a:gd name="T32" fmla="*/ 23 w 26"/>
                      <a:gd name="T33" fmla="*/ 23 h 29"/>
                      <a:gd name="T34" fmla="*/ 22 w 26"/>
                      <a:gd name="T35" fmla="*/ 25 h 29"/>
                      <a:gd name="T36" fmla="*/ 21 w 26"/>
                      <a:gd name="T37" fmla="*/ 27 h 29"/>
                      <a:gd name="T38" fmla="*/ 18 w 26"/>
                      <a:gd name="T39" fmla="*/ 28 h 29"/>
                      <a:gd name="T40" fmla="*/ 17 w 26"/>
                      <a:gd name="T41" fmla="*/ 29 h 29"/>
                      <a:gd name="T42" fmla="*/ 16 w 26"/>
                      <a:gd name="T43" fmla="*/ 29 h 29"/>
                      <a:gd name="T44" fmla="*/ 14 w 26"/>
                      <a:gd name="T45" fmla="*/ 29 h 29"/>
                      <a:gd name="T46" fmla="*/ 14 w 26"/>
                      <a:gd name="T47" fmla="*/ 29 h 29"/>
                      <a:gd name="T48" fmla="*/ 12 w 26"/>
                      <a:gd name="T49" fmla="*/ 29 h 29"/>
                      <a:gd name="T50" fmla="*/ 11 w 26"/>
                      <a:gd name="T51" fmla="*/ 29 h 29"/>
                      <a:gd name="T52" fmla="*/ 10 w 26"/>
                      <a:gd name="T53" fmla="*/ 29 h 29"/>
                      <a:gd name="T54" fmla="*/ 9 w 26"/>
                      <a:gd name="T55" fmla="*/ 29 h 29"/>
                      <a:gd name="T56" fmla="*/ 7 w 26"/>
                      <a:gd name="T57" fmla="*/ 28 h 29"/>
                      <a:gd name="T58" fmla="*/ 6 w 26"/>
                      <a:gd name="T59" fmla="*/ 28 h 29"/>
                      <a:gd name="T60" fmla="*/ 5 w 26"/>
                      <a:gd name="T61" fmla="*/ 27 h 29"/>
                      <a:gd name="T62" fmla="*/ 4 w 26"/>
                      <a:gd name="T63" fmla="*/ 25 h 29"/>
                      <a:gd name="T64" fmla="*/ 2 w 26"/>
                      <a:gd name="T65" fmla="*/ 23 h 29"/>
                      <a:gd name="T66" fmla="*/ 1 w 26"/>
                      <a:gd name="T67" fmla="*/ 21 h 29"/>
                      <a:gd name="T68" fmla="*/ 1 w 26"/>
                      <a:gd name="T69" fmla="*/ 20 h 29"/>
                      <a:gd name="T70" fmla="*/ 0 w 26"/>
                      <a:gd name="T71" fmla="*/ 18 h 29"/>
                      <a:gd name="T72" fmla="*/ 0 w 26"/>
                      <a:gd name="T73" fmla="*/ 17 h 29"/>
                      <a:gd name="T74" fmla="*/ 0 w 26"/>
                      <a:gd name="T75" fmla="*/ 15 h 29"/>
                      <a:gd name="T76" fmla="*/ 0 w 26"/>
                      <a:gd name="T77" fmla="*/ 14 h 29"/>
                      <a:gd name="T78" fmla="*/ 0 w 26"/>
                      <a:gd name="T79" fmla="*/ 12 h 29"/>
                      <a:gd name="T80" fmla="*/ 0 w 26"/>
                      <a:gd name="T81" fmla="*/ 9 h 29"/>
                      <a:gd name="T82" fmla="*/ 1 w 26"/>
                      <a:gd name="T83" fmla="*/ 7 h 29"/>
                      <a:gd name="T84" fmla="*/ 2 w 26"/>
                      <a:gd name="T85" fmla="*/ 7 h 29"/>
                      <a:gd name="T86" fmla="*/ 2 w 26"/>
                      <a:gd name="T87" fmla="*/ 5 h 29"/>
                      <a:gd name="T88" fmla="*/ 4 w 26"/>
                      <a:gd name="T89" fmla="*/ 4 h 29"/>
                      <a:gd name="T90" fmla="*/ 5 w 26"/>
                      <a:gd name="T91" fmla="*/ 3 h 29"/>
                      <a:gd name="T92" fmla="*/ 6 w 26"/>
                      <a:gd name="T93" fmla="*/ 3 h 29"/>
                      <a:gd name="T94" fmla="*/ 7 w 26"/>
                      <a:gd name="T95" fmla="*/ 2 h 29"/>
                      <a:gd name="T96" fmla="*/ 8 w 26"/>
                      <a:gd name="T97" fmla="*/ 1 h 29"/>
                      <a:gd name="T98" fmla="*/ 9 w 26"/>
                      <a:gd name="T99" fmla="*/ 1 h 29"/>
                      <a:gd name="T100" fmla="*/ 10 w 26"/>
                      <a:gd name="T101" fmla="*/ 0 h 29"/>
                      <a:gd name="T102" fmla="*/ 11 w 26"/>
                      <a:gd name="T103" fmla="*/ 0 h 29"/>
                      <a:gd name="T104" fmla="*/ 12 w 26"/>
                      <a:gd name="T105" fmla="*/ 0 h 29"/>
                      <a:gd name="T106" fmla="*/ 14 w 26"/>
                      <a:gd name="T107" fmla="*/ 0 h 29"/>
                      <a:gd name="T108" fmla="*/ 14 w 26"/>
                      <a:gd name="T109" fmla="*/ 0 h 29"/>
                      <a:gd name="T110" fmla="*/ 16 w 26"/>
                      <a:gd name="T111" fmla="*/ 0 h 29"/>
                      <a:gd name="T112" fmla="*/ 17 w 26"/>
                      <a:gd name="T113" fmla="*/ 1 h 29"/>
                      <a:gd name="T114" fmla="*/ 18 w 26"/>
                      <a:gd name="T115" fmla="*/ 1 h 29"/>
                      <a:gd name="T116" fmla="*/ 20 w 26"/>
                      <a:gd name="T117" fmla="*/ 1 h 29"/>
                      <a:gd name="T118" fmla="*/ 21 w 26"/>
                      <a:gd name="T119" fmla="*/ 2 h 29"/>
                      <a:gd name="T120" fmla="*/ 22 w 26"/>
                      <a:gd name="T121" fmla="*/ 2 h 2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6"/>
                      <a:gd name="T184" fmla="*/ 0 h 29"/>
                      <a:gd name="T185" fmla="*/ 26 w 26"/>
                      <a:gd name="T186" fmla="*/ 29 h 2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6" h="29">
                        <a:moveTo>
                          <a:pt x="22" y="2"/>
                        </a:moveTo>
                        <a:lnTo>
                          <a:pt x="22" y="3"/>
                        </a:lnTo>
                        <a:lnTo>
                          <a:pt x="23" y="4"/>
                        </a:lnTo>
                        <a:lnTo>
                          <a:pt x="24" y="5"/>
                        </a:lnTo>
                        <a:lnTo>
                          <a:pt x="24" y="7"/>
                        </a:lnTo>
                        <a:lnTo>
                          <a:pt x="25" y="7"/>
                        </a:lnTo>
                        <a:lnTo>
                          <a:pt x="25" y="9"/>
                        </a:lnTo>
                        <a:lnTo>
                          <a:pt x="26" y="9"/>
                        </a:lnTo>
                        <a:lnTo>
                          <a:pt x="26" y="12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6"/>
                        </a:lnTo>
                        <a:lnTo>
                          <a:pt x="26" y="18"/>
                        </a:lnTo>
                        <a:lnTo>
                          <a:pt x="25" y="19"/>
                        </a:lnTo>
                        <a:lnTo>
                          <a:pt x="24" y="21"/>
                        </a:lnTo>
                        <a:lnTo>
                          <a:pt x="24" y="22"/>
                        </a:lnTo>
                        <a:lnTo>
                          <a:pt x="23" y="23"/>
                        </a:lnTo>
                        <a:lnTo>
                          <a:pt x="22" y="25"/>
                        </a:lnTo>
                        <a:lnTo>
                          <a:pt x="21" y="27"/>
                        </a:lnTo>
                        <a:lnTo>
                          <a:pt x="18" y="28"/>
                        </a:lnTo>
                        <a:lnTo>
                          <a:pt x="17" y="29"/>
                        </a:lnTo>
                        <a:lnTo>
                          <a:pt x="16" y="29"/>
                        </a:lnTo>
                        <a:lnTo>
                          <a:pt x="14" y="29"/>
                        </a:lnTo>
                        <a:lnTo>
                          <a:pt x="12" y="29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9" y="29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5" y="27"/>
                        </a:lnTo>
                        <a:lnTo>
                          <a:pt x="4" y="25"/>
                        </a:lnTo>
                        <a:lnTo>
                          <a:pt x="2" y="23"/>
                        </a:lnTo>
                        <a:lnTo>
                          <a:pt x="1" y="21"/>
                        </a:lnTo>
                        <a:lnTo>
                          <a:pt x="1" y="20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9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5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2"/>
                        </a:lnTo>
                        <a:lnTo>
                          <a:pt x="8" y="1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20" y="1"/>
                        </a:lnTo>
                        <a:lnTo>
                          <a:pt x="21" y="2"/>
                        </a:lnTo>
                        <a:lnTo>
                          <a:pt x="22" y="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20" name="Group 1069"/>
                  <p:cNvGrpSpPr>
                    <a:grpSpLocks/>
                  </p:cNvGrpSpPr>
                  <p:nvPr/>
                </p:nvGrpSpPr>
                <p:grpSpPr bwMode="auto">
                  <a:xfrm>
                    <a:off x="2616" y="2658"/>
                    <a:ext cx="26" cy="29"/>
                    <a:chOff x="2616" y="2658"/>
                    <a:chExt cx="26" cy="29"/>
                  </a:xfrm>
                </p:grpSpPr>
                <p:sp>
                  <p:nvSpPr>
                    <p:cNvPr id="43125" name="Freeform 1070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26" name="Freeform 1071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121" name="Freeform 1072"/>
                  <p:cNvSpPr>
                    <a:spLocks/>
                  </p:cNvSpPr>
                  <p:nvPr/>
                </p:nvSpPr>
                <p:spPr bwMode="auto">
                  <a:xfrm>
                    <a:off x="2625" y="2662"/>
                    <a:ext cx="14" cy="12"/>
                  </a:xfrm>
                  <a:custGeom>
                    <a:avLst/>
                    <a:gdLst>
                      <a:gd name="T0" fmla="*/ 14 w 14"/>
                      <a:gd name="T1" fmla="*/ 12 h 12"/>
                      <a:gd name="T2" fmla="*/ 13 w 14"/>
                      <a:gd name="T3" fmla="*/ 12 h 12"/>
                      <a:gd name="T4" fmla="*/ 12 w 14"/>
                      <a:gd name="T5" fmla="*/ 11 h 12"/>
                      <a:gd name="T6" fmla="*/ 9 w 14"/>
                      <a:gd name="T7" fmla="*/ 10 h 12"/>
                      <a:gd name="T8" fmla="*/ 8 w 14"/>
                      <a:gd name="T9" fmla="*/ 9 h 12"/>
                      <a:gd name="T10" fmla="*/ 6 w 14"/>
                      <a:gd name="T11" fmla="*/ 8 h 12"/>
                      <a:gd name="T12" fmla="*/ 5 w 14"/>
                      <a:gd name="T13" fmla="*/ 5 h 12"/>
                      <a:gd name="T14" fmla="*/ 4 w 14"/>
                      <a:gd name="T15" fmla="*/ 4 h 12"/>
                      <a:gd name="T16" fmla="*/ 2 w 14"/>
                      <a:gd name="T17" fmla="*/ 3 h 12"/>
                      <a:gd name="T18" fmla="*/ 1 w 14"/>
                      <a:gd name="T19" fmla="*/ 2 h 12"/>
                      <a:gd name="T20" fmla="*/ 0 w 14"/>
                      <a:gd name="T21" fmla="*/ 1 h 12"/>
                      <a:gd name="T22" fmla="*/ 0 w 14"/>
                      <a:gd name="T23" fmla="*/ 0 h 12"/>
                      <a:gd name="T24" fmla="*/ 2 w 14"/>
                      <a:gd name="T25" fmla="*/ 1 h 12"/>
                      <a:gd name="T26" fmla="*/ 3 w 14"/>
                      <a:gd name="T27" fmla="*/ 2 h 12"/>
                      <a:gd name="T28" fmla="*/ 4 w 14"/>
                      <a:gd name="T29" fmla="*/ 3 h 12"/>
                      <a:gd name="T30" fmla="*/ 5 w 14"/>
                      <a:gd name="T31" fmla="*/ 4 h 12"/>
                      <a:gd name="T32" fmla="*/ 8 w 14"/>
                      <a:gd name="T33" fmla="*/ 5 h 12"/>
                      <a:gd name="T34" fmla="*/ 9 w 14"/>
                      <a:gd name="T35" fmla="*/ 8 h 12"/>
                      <a:gd name="T36" fmla="*/ 11 w 14"/>
                      <a:gd name="T37" fmla="*/ 9 h 12"/>
                      <a:gd name="T38" fmla="*/ 12 w 14"/>
                      <a:gd name="T39" fmla="*/ 10 h 12"/>
                      <a:gd name="T40" fmla="*/ 13 w 14"/>
                      <a:gd name="T41" fmla="*/ 11 h 12"/>
                      <a:gd name="T42" fmla="*/ 14 w 14"/>
                      <a:gd name="T43" fmla="*/ 12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4"/>
                      <a:gd name="T67" fmla="*/ 0 h 12"/>
                      <a:gd name="T68" fmla="*/ 14 w 14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4" h="12">
                        <a:moveTo>
                          <a:pt x="14" y="12"/>
                        </a:moveTo>
                        <a:lnTo>
                          <a:pt x="13" y="12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5"/>
                        </a:lnTo>
                        <a:lnTo>
                          <a:pt x="4" y="4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8" y="5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3122" name="Group 1073"/>
                  <p:cNvGrpSpPr>
                    <a:grpSpLocks/>
                  </p:cNvGrpSpPr>
                  <p:nvPr/>
                </p:nvGrpSpPr>
                <p:grpSpPr bwMode="auto">
                  <a:xfrm>
                    <a:off x="2625" y="2662"/>
                    <a:ext cx="14" cy="12"/>
                    <a:chOff x="2625" y="2662"/>
                    <a:chExt cx="14" cy="12"/>
                  </a:xfrm>
                </p:grpSpPr>
                <p:sp>
                  <p:nvSpPr>
                    <p:cNvPr id="43123" name="Freeform 1074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124" name="Freeform 1075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43046" name="Rectangle 1076"/>
            <p:cNvSpPr>
              <a:spLocks noChangeArrowheads="1"/>
            </p:cNvSpPr>
            <p:nvPr/>
          </p:nvSpPr>
          <p:spPr bwMode="auto">
            <a:xfrm>
              <a:off x="2199" y="3488"/>
              <a:ext cx="1720" cy="643"/>
            </a:xfrm>
            <a:prstGeom prst="rect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43047" name="Group 1077"/>
            <p:cNvGrpSpPr>
              <a:grpSpLocks/>
            </p:cNvGrpSpPr>
            <p:nvPr/>
          </p:nvGrpSpPr>
          <p:grpSpPr bwMode="auto">
            <a:xfrm>
              <a:off x="2329" y="3692"/>
              <a:ext cx="301" cy="274"/>
              <a:chOff x="1983" y="3136"/>
              <a:chExt cx="306" cy="300"/>
            </a:xfrm>
          </p:grpSpPr>
          <p:sp>
            <p:nvSpPr>
              <p:cNvPr id="43073" name="Freeform 1078"/>
              <p:cNvSpPr>
                <a:spLocks/>
              </p:cNvSpPr>
              <p:nvPr/>
            </p:nvSpPr>
            <p:spPr bwMode="auto">
              <a:xfrm>
                <a:off x="1983" y="3136"/>
                <a:ext cx="300" cy="300"/>
              </a:xfrm>
              <a:custGeom>
                <a:avLst/>
                <a:gdLst>
                  <a:gd name="T0" fmla="*/ 171 w 300"/>
                  <a:gd name="T1" fmla="*/ 298 h 300"/>
                  <a:gd name="T2" fmla="*/ 199 w 300"/>
                  <a:gd name="T3" fmla="*/ 292 h 300"/>
                  <a:gd name="T4" fmla="*/ 225 w 300"/>
                  <a:gd name="T5" fmla="*/ 280 h 300"/>
                  <a:gd name="T6" fmla="*/ 249 w 300"/>
                  <a:gd name="T7" fmla="*/ 264 h 300"/>
                  <a:gd name="T8" fmla="*/ 268 w 300"/>
                  <a:gd name="T9" fmla="*/ 243 h 300"/>
                  <a:gd name="T10" fmla="*/ 283 w 300"/>
                  <a:gd name="T11" fmla="*/ 219 h 300"/>
                  <a:gd name="T12" fmla="*/ 293 w 300"/>
                  <a:gd name="T13" fmla="*/ 192 h 300"/>
                  <a:gd name="T14" fmla="*/ 299 w 300"/>
                  <a:gd name="T15" fmla="*/ 163 h 300"/>
                  <a:gd name="T16" fmla="*/ 299 w 300"/>
                  <a:gd name="T17" fmla="*/ 133 h 300"/>
                  <a:gd name="T18" fmla="*/ 293 w 300"/>
                  <a:gd name="T19" fmla="*/ 104 h 300"/>
                  <a:gd name="T20" fmla="*/ 282 w 300"/>
                  <a:gd name="T21" fmla="*/ 77 h 300"/>
                  <a:gd name="T22" fmla="*/ 266 w 300"/>
                  <a:gd name="T23" fmla="*/ 54 h 300"/>
                  <a:gd name="T24" fmla="*/ 245 w 300"/>
                  <a:gd name="T25" fmla="*/ 35 h 300"/>
                  <a:gd name="T26" fmla="*/ 222 w 300"/>
                  <a:gd name="T27" fmla="*/ 19 h 300"/>
                  <a:gd name="T28" fmla="*/ 195 w 300"/>
                  <a:gd name="T29" fmla="*/ 7 h 300"/>
                  <a:gd name="T30" fmla="*/ 166 w 300"/>
                  <a:gd name="T31" fmla="*/ 1 h 300"/>
                  <a:gd name="T32" fmla="*/ 136 w 300"/>
                  <a:gd name="T33" fmla="*/ 1 h 300"/>
                  <a:gd name="T34" fmla="*/ 108 w 300"/>
                  <a:gd name="T35" fmla="*/ 6 h 300"/>
                  <a:gd name="T36" fmla="*/ 81 w 300"/>
                  <a:gd name="T37" fmla="*/ 16 h 300"/>
                  <a:gd name="T38" fmla="*/ 56 w 300"/>
                  <a:gd name="T39" fmla="*/ 30 h 300"/>
                  <a:gd name="T40" fmla="*/ 36 w 300"/>
                  <a:gd name="T41" fmla="*/ 50 h 300"/>
                  <a:gd name="T42" fmla="*/ 19 w 300"/>
                  <a:gd name="T43" fmla="*/ 73 h 300"/>
                  <a:gd name="T44" fmla="*/ 7 w 300"/>
                  <a:gd name="T45" fmla="*/ 101 h 300"/>
                  <a:gd name="T46" fmla="*/ 1 w 300"/>
                  <a:gd name="T47" fmla="*/ 131 h 300"/>
                  <a:gd name="T48" fmla="*/ 1 w 300"/>
                  <a:gd name="T49" fmla="*/ 164 h 300"/>
                  <a:gd name="T50" fmla="*/ 7 w 300"/>
                  <a:gd name="T51" fmla="*/ 195 h 300"/>
                  <a:gd name="T52" fmla="*/ 19 w 300"/>
                  <a:gd name="T53" fmla="*/ 223 h 300"/>
                  <a:gd name="T54" fmla="*/ 36 w 300"/>
                  <a:gd name="T55" fmla="*/ 246 h 300"/>
                  <a:gd name="T56" fmla="*/ 58 w 300"/>
                  <a:gd name="T57" fmla="*/ 266 h 300"/>
                  <a:gd name="T58" fmla="*/ 83 w 300"/>
                  <a:gd name="T59" fmla="*/ 282 h 300"/>
                  <a:gd name="T60" fmla="*/ 111 w 300"/>
                  <a:gd name="T61" fmla="*/ 293 h 300"/>
                  <a:gd name="T62" fmla="*/ 141 w 300"/>
                  <a:gd name="T63" fmla="*/ 298 h 3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0"/>
                  <a:gd name="T97" fmla="*/ 0 h 300"/>
                  <a:gd name="T98" fmla="*/ 300 w 300"/>
                  <a:gd name="T99" fmla="*/ 300 h 3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0" h="300">
                    <a:moveTo>
                      <a:pt x="156" y="300"/>
                    </a:moveTo>
                    <a:lnTo>
                      <a:pt x="171" y="298"/>
                    </a:lnTo>
                    <a:lnTo>
                      <a:pt x="186" y="296"/>
                    </a:lnTo>
                    <a:lnTo>
                      <a:pt x="199" y="292"/>
                    </a:lnTo>
                    <a:lnTo>
                      <a:pt x="213" y="288"/>
                    </a:lnTo>
                    <a:lnTo>
                      <a:pt x="225" y="280"/>
                    </a:lnTo>
                    <a:lnTo>
                      <a:pt x="237" y="273"/>
                    </a:lnTo>
                    <a:lnTo>
                      <a:pt x="249" y="264"/>
                    </a:lnTo>
                    <a:lnTo>
                      <a:pt x="258" y="254"/>
                    </a:lnTo>
                    <a:lnTo>
                      <a:pt x="268" y="243"/>
                    </a:lnTo>
                    <a:lnTo>
                      <a:pt x="276" y="231"/>
                    </a:lnTo>
                    <a:lnTo>
                      <a:pt x="283" y="219"/>
                    </a:lnTo>
                    <a:lnTo>
                      <a:pt x="289" y="206"/>
                    </a:lnTo>
                    <a:lnTo>
                      <a:pt x="293" y="192"/>
                    </a:lnTo>
                    <a:lnTo>
                      <a:pt x="297" y="178"/>
                    </a:lnTo>
                    <a:lnTo>
                      <a:pt x="299" y="163"/>
                    </a:lnTo>
                    <a:lnTo>
                      <a:pt x="300" y="148"/>
                    </a:lnTo>
                    <a:lnTo>
                      <a:pt x="299" y="133"/>
                    </a:lnTo>
                    <a:lnTo>
                      <a:pt x="297" y="118"/>
                    </a:lnTo>
                    <a:lnTo>
                      <a:pt x="293" y="104"/>
                    </a:lnTo>
                    <a:lnTo>
                      <a:pt x="288" y="90"/>
                    </a:lnTo>
                    <a:lnTo>
                      <a:pt x="282" y="77"/>
                    </a:lnTo>
                    <a:lnTo>
                      <a:pt x="274" y="66"/>
                    </a:lnTo>
                    <a:lnTo>
                      <a:pt x="266" y="54"/>
                    </a:lnTo>
                    <a:lnTo>
                      <a:pt x="256" y="43"/>
                    </a:lnTo>
                    <a:lnTo>
                      <a:pt x="245" y="35"/>
                    </a:lnTo>
                    <a:lnTo>
                      <a:pt x="235" y="25"/>
                    </a:lnTo>
                    <a:lnTo>
                      <a:pt x="222" y="19"/>
                    </a:lnTo>
                    <a:lnTo>
                      <a:pt x="209" y="12"/>
                    </a:lnTo>
                    <a:lnTo>
                      <a:pt x="195" y="7"/>
                    </a:lnTo>
                    <a:lnTo>
                      <a:pt x="181" y="4"/>
                    </a:lnTo>
                    <a:lnTo>
                      <a:pt x="166" y="1"/>
                    </a:lnTo>
                    <a:lnTo>
                      <a:pt x="151" y="0"/>
                    </a:lnTo>
                    <a:lnTo>
                      <a:pt x="136" y="1"/>
                    </a:lnTo>
                    <a:lnTo>
                      <a:pt x="121" y="3"/>
                    </a:lnTo>
                    <a:lnTo>
                      <a:pt x="108" y="6"/>
                    </a:lnTo>
                    <a:lnTo>
                      <a:pt x="94" y="10"/>
                    </a:lnTo>
                    <a:lnTo>
                      <a:pt x="81" y="16"/>
                    </a:lnTo>
                    <a:lnTo>
                      <a:pt x="68" y="23"/>
                    </a:lnTo>
                    <a:lnTo>
                      <a:pt x="56" y="30"/>
                    </a:lnTo>
                    <a:lnTo>
                      <a:pt x="46" y="40"/>
                    </a:lnTo>
                    <a:lnTo>
                      <a:pt x="36" y="50"/>
                    </a:lnTo>
                    <a:lnTo>
                      <a:pt x="26" y="61"/>
                    </a:lnTo>
                    <a:lnTo>
                      <a:pt x="19" y="73"/>
                    </a:lnTo>
                    <a:lnTo>
                      <a:pt x="12" y="86"/>
                    </a:lnTo>
                    <a:lnTo>
                      <a:pt x="7" y="101"/>
                    </a:lnTo>
                    <a:lnTo>
                      <a:pt x="3" y="116"/>
                    </a:lnTo>
                    <a:lnTo>
                      <a:pt x="1" y="131"/>
                    </a:lnTo>
                    <a:lnTo>
                      <a:pt x="0" y="148"/>
                    </a:lnTo>
                    <a:lnTo>
                      <a:pt x="1" y="164"/>
                    </a:lnTo>
                    <a:lnTo>
                      <a:pt x="3" y="180"/>
                    </a:lnTo>
                    <a:lnTo>
                      <a:pt x="7" y="195"/>
                    </a:lnTo>
                    <a:lnTo>
                      <a:pt x="12" y="209"/>
                    </a:lnTo>
                    <a:lnTo>
                      <a:pt x="19" y="223"/>
                    </a:lnTo>
                    <a:lnTo>
                      <a:pt x="27" y="234"/>
                    </a:lnTo>
                    <a:lnTo>
                      <a:pt x="36" y="246"/>
                    </a:lnTo>
                    <a:lnTo>
                      <a:pt x="47" y="257"/>
                    </a:lnTo>
                    <a:lnTo>
                      <a:pt x="58" y="266"/>
                    </a:lnTo>
                    <a:lnTo>
                      <a:pt x="70" y="275"/>
                    </a:lnTo>
                    <a:lnTo>
                      <a:pt x="83" y="282"/>
                    </a:lnTo>
                    <a:lnTo>
                      <a:pt x="97" y="288"/>
                    </a:lnTo>
                    <a:lnTo>
                      <a:pt x="111" y="293"/>
                    </a:lnTo>
                    <a:lnTo>
                      <a:pt x="126" y="296"/>
                    </a:lnTo>
                    <a:lnTo>
                      <a:pt x="141" y="298"/>
                    </a:lnTo>
                    <a:lnTo>
                      <a:pt x="156" y="30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4" name="Freeform 1079"/>
              <p:cNvSpPr>
                <a:spLocks/>
              </p:cNvSpPr>
              <p:nvPr/>
            </p:nvSpPr>
            <p:spPr bwMode="auto">
              <a:xfrm>
                <a:off x="2140" y="3136"/>
                <a:ext cx="149" cy="300"/>
              </a:xfrm>
              <a:custGeom>
                <a:avLst/>
                <a:gdLst>
                  <a:gd name="T0" fmla="*/ 146 w 149"/>
                  <a:gd name="T1" fmla="*/ 116 h 300"/>
                  <a:gd name="T2" fmla="*/ 147 w 149"/>
                  <a:gd name="T3" fmla="*/ 179 h 300"/>
                  <a:gd name="T4" fmla="*/ 123 w 149"/>
                  <a:gd name="T5" fmla="*/ 235 h 300"/>
                  <a:gd name="T6" fmla="*/ 106 w 149"/>
                  <a:gd name="T7" fmla="*/ 256 h 300"/>
                  <a:gd name="T8" fmla="*/ 85 w 149"/>
                  <a:gd name="T9" fmla="*/ 273 h 300"/>
                  <a:gd name="T10" fmla="*/ 63 w 149"/>
                  <a:gd name="T11" fmla="*/ 286 h 300"/>
                  <a:gd name="T12" fmla="*/ 38 w 149"/>
                  <a:gd name="T13" fmla="*/ 294 h 300"/>
                  <a:gd name="T14" fmla="*/ 13 w 149"/>
                  <a:gd name="T15" fmla="*/ 298 h 300"/>
                  <a:gd name="T16" fmla="*/ 6 w 149"/>
                  <a:gd name="T17" fmla="*/ 292 h 300"/>
                  <a:gd name="T18" fmla="*/ 13 w 149"/>
                  <a:gd name="T19" fmla="*/ 282 h 300"/>
                  <a:gd name="T20" fmla="*/ 23 w 149"/>
                  <a:gd name="T21" fmla="*/ 277 h 300"/>
                  <a:gd name="T22" fmla="*/ 25 w 149"/>
                  <a:gd name="T23" fmla="*/ 265 h 300"/>
                  <a:gd name="T24" fmla="*/ 29 w 149"/>
                  <a:gd name="T25" fmla="*/ 254 h 300"/>
                  <a:gd name="T26" fmla="*/ 37 w 149"/>
                  <a:gd name="T27" fmla="*/ 247 h 300"/>
                  <a:gd name="T28" fmla="*/ 50 w 149"/>
                  <a:gd name="T29" fmla="*/ 246 h 300"/>
                  <a:gd name="T30" fmla="*/ 63 w 149"/>
                  <a:gd name="T31" fmla="*/ 246 h 300"/>
                  <a:gd name="T32" fmla="*/ 75 w 149"/>
                  <a:gd name="T33" fmla="*/ 245 h 300"/>
                  <a:gd name="T34" fmla="*/ 87 w 149"/>
                  <a:gd name="T35" fmla="*/ 243 h 300"/>
                  <a:gd name="T36" fmla="*/ 99 w 149"/>
                  <a:gd name="T37" fmla="*/ 240 h 300"/>
                  <a:gd name="T38" fmla="*/ 102 w 149"/>
                  <a:gd name="T39" fmla="*/ 224 h 300"/>
                  <a:gd name="T40" fmla="*/ 99 w 149"/>
                  <a:gd name="T41" fmla="*/ 213 h 300"/>
                  <a:gd name="T42" fmla="*/ 100 w 149"/>
                  <a:gd name="T43" fmla="*/ 206 h 300"/>
                  <a:gd name="T44" fmla="*/ 103 w 149"/>
                  <a:gd name="T45" fmla="*/ 198 h 300"/>
                  <a:gd name="T46" fmla="*/ 98 w 149"/>
                  <a:gd name="T47" fmla="*/ 196 h 300"/>
                  <a:gd name="T48" fmla="*/ 100 w 149"/>
                  <a:gd name="T49" fmla="*/ 193 h 300"/>
                  <a:gd name="T50" fmla="*/ 101 w 149"/>
                  <a:gd name="T51" fmla="*/ 186 h 300"/>
                  <a:gd name="T52" fmla="*/ 97 w 149"/>
                  <a:gd name="T53" fmla="*/ 172 h 300"/>
                  <a:gd name="T54" fmla="*/ 107 w 149"/>
                  <a:gd name="T55" fmla="*/ 168 h 300"/>
                  <a:gd name="T56" fmla="*/ 114 w 149"/>
                  <a:gd name="T57" fmla="*/ 162 h 300"/>
                  <a:gd name="T58" fmla="*/ 85 w 149"/>
                  <a:gd name="T59" fmla="*/ 119 h 300"/>
                  <a:gd name="T60" fmla="*/ 87 w 149"/>
                  <a:gd name="T61" fmla="*/ 96 h 300"/>
                  <a:gd name="T62" fmla="*/ 76 w 149"/>
                  <a:gd name="T63" fmla="*/ 69 h 300"/>
                  <a:gd name="T64" fmla="*/ 61 w 149"/>
                  <a:gd name="T65" fmla="*/ 44 h 300"/>
                  <a:gd name="T66" fmla="*/ 63 w 149"/>
                  <a:gd name="T67" fmla="*/ 40 h 300"/>
                  <a:gd name="T68" fmla="*/ 67 w 149"/>
                  <a:gd name="T69" fmla="*/ 37 h 300"/>
                  <a:gd name="T70" fmla="*/ 66 w 149"/>
                  <a:gd name="T71" fmla="*/ 31 h 300"/>
                  <a:gd name="T72" fmla="*/ 53 w 149"/>
                  <a:gd name="T73" fmla="*/ 27 h 300"/>
                  <a:gd name="T74" fmla="*/ 40 w 149"/>
                  <a:gd name="T75" fmla="*/ 24 h 300"/>
                  <a:gd name="T76" fmla="*/ 28 w 149"/>
                  <a:gd name="T77" fmla="*/ 21 h 300"/>
                  <a:gd name="T78" fmla="*/ 14 w 149"/>
                  <a:gd name="T79" fmla="*/ 20 h 300"/>
                  <a:gd name="T80" fmla="*/ 0 w 149"/>
                  <a:gd name="T81" fmla="*/ 19 h 300"/>
                  <a:gd name="T82" fmla="*/ 0 w 149"/>
                  <a:gd name="T83" fmla="*/ 4 h 300"/>
                  <a:gd name="T84" fmla="*/ 21 w 149"/>
                  <a:gd name="T85" fmla="*/ 3 h 300"/>
                  <a:gd name="T86" fmla="*/ 50 w 149"/>
                  <a:gd name="T87" fmla="*/ 10 h 300"/>
                  <a:gd name="T88" fmla="*/ 77 w 149"/>
                  <a:gd name="T89" fmla="*/ 23 h 300"/>
                  <a:gd name="T90" fmla="*/ 100 w 149"/>
                  <a:gd name="T91" fmla="*/ 40 h 300"/>
                  <a:gd name="T92" fmla="*/ 120 w 149"/>
                  <a:gd name="T93" fmla="*/ 61 h 3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49"/>
                  <a:gd name="T142" fmla="*/ 0 h 300"/>
                  <a:gd name="T143" fmla="*/ 149 w 149"/>
                  <a:gd name="T144" fmla="*/ 300 h 3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49" h="300">
                    <a:moveTo>
                      <a:pt x="131" y="78"/>
                    </a:moveTo>
                    <a:lnTo>
                      <a:pt x="140" y="97"/>
                    </a:lnTo>
                    <a:lnTo>
                      <a:pt x="146" y="116"/>
                    </a:lnTo>
                    <a:lnTo>
                      <a:pt x="149" y="137"/>
                    </a:lnTo>
                    <a:lnTo>
                      <a:pt x="149" y="159"/>
                    </a:lnTo>
                    <a:lnTo>
                      <a:pt x="147" y="179"/>
                    </a:lnTo>
                    <a:lnTo>
                      <a:pt x="142" y="200"/>
                    </a:lnTo>
                    <a:lnTo>
                      <a:pt x="134" y="218"/>
                    </a:lnTo>
                    <a:lnTo>
                      <a:pt x="123" y="235"/>
                    </a:lnTo>
                    <a:lnTo>
                      <a:pt x="117" y="243"/>
                    </a:lnTo>
                    <a:lnTo>
                      <a:pt x="112" y="249"/>
                    </a:lnTo>
                    <a:lnTo>
                      <a:pt x="106" y="256"/>
                    </a:lnTo>
                    <a:lnTo>
                      <a:pt x="99" y="262"/>
                    </a:lnTo>
                    <a:lnTo>
                      <a:pt x="93" y="267"/>
                    </a:lnTo>
                    <a:lnTo>
                      <a:pt x="85" y="273"/>
                    </a:lnTo>
                    <a:lnTo>
                      <a:pt x="78" y="277"/>
                    </a:lnTo>
                    <a:lnTo>
                      <a:pt x="70" y="281"/>
                    </a:lnTo>
                    <a:lnTo>
                      <a:pt x="63" y="286"/>
                    </a:lnTo>
                    <a:lnTo>
                      <a:pt x="55" y="289"/>
                    </a:lnTo>
                    <a:lnTo>
                      <a:pt x="47" y="292"/>
                    </a:lnTo>
                    <a:lnTo>
                      <a:pt x="38" y="294"/>
                    </a:lnTo>
                    <a:lnTo>
                      <a:pt x="30" y="296"/>
                    </a:lnTo>
                    <a:lnTo>
                      <a:pt x="21" y="297"/>
                    </a:lnTo>
                    <a:lnTo>
                      <a:pt x="13" y="298"/>
                    </a:lnTo>
                    <a:lnTo>
                      <a:pt x="3" y="300"/>
                    </a:lnTo>
                    <a:lnTo>
                      <a:pt x="5" y="295"/>
                    </a:lnTo>
                    <a:lnTo>
                      <a:pt x="6" y="292"/>
                    </a:lnTo>
                    <a:lnTo>
                      <a:pt x="8" y="289"/>
                    </a:lnTo>
                    <a:lnTo>
                      <a:pt x="10" y="286"/>
                    </a:lnTo>
                    <a:lnTo>
                      <a:pt x="13" y="282"/>
                    </a:lnTo>
                    <a:lnTo>
                      <a:pt x="16" y="280"/>
                    </a:lnTo>
                    <a:lnTo>
                      <a:pt x="19" y="278"/>
                    </a:lnTo>
                    <a:lnTo>
                      <a:pt x="23" y="277"/>
                    </a:lnTo>
                    <a:lnTo>
                      <a:pt x="23" y="273"/>
                    </a:lnTo>
                    <a:lnTo>
                      <a:pt x="24" y="270"/>
                    </a:lnTo>
                    <a:lnTo>
                      <a:pt x="25" y="265"/>
                    </a:lnTo>
                    <a:lnTo>
                      <a:pt x="25" y="261"/>
                    </a:lnTo>
                    <a:lnTo>
                      <a:pt x="26" y="258"/>
                    </a:lnTo>
                    <a:lnTo>
                      <a:pt x="29" y="254"/>
                    </a:lnTo>
                    <a:lnTo>
                      <a:pt x="31" y="250"/>
                    </a:lnTo>
                    <a:lnTo>
                      <a:pt x="33" y="248"/>
                    </a:lnTo>
                    <a:lnTo>
                      <a:pt x="37" y="247"/>
                    </a:lnTo>
                    <a:lnTo>
                      <a:pt x="41" y="247"/>
                    </a:lnTo>
                    <a:lnTo>
                      <a:pt x="46" y="247"/>
                    </a:lnTo>
                    <a:lnTo>
                      <a:pt x="50" y="246"/>
                    </a:lnTo>
                    <a:lnTo>
                      <a:pt x="54" y="246"/>
                    </a:lnTo>
                    <a:lnTo>
                      <a:pt x="58" y="246"/>
                    </a:lnTo>
                    <a:lnTo>
                      <a:pt x="63" y="246"/>
                    </a:lnTo>
                    <a:lnTo>
                      <a:pt x="67" y="246"/>
                    </a:lnTo>
                    <a:lnTo>
                      <a:pt x="71" y="245"/>
                    </a:lnTo>
                    <a:lnTo>
                      <a:pt x="75" y="245"/>
                    </a:lnTo>
                    <a:lnTo>
                      <a:pt x="79" y="244"/>
                    </a:lnTo>
                    <a:lnTo>
                      <a:pt x="83" y="244"/>
                    </a:lnTo>
                    <a:lnTo>
                      <a:pt x="87" y="243"/>
                    </a:lnTo>
                    <a:lnTo>
                      <a:pt x="91" y="242"/>
                    </a:lnTo>
                    <a:lnTo>
                      <a:pt x="95" y="241"/>
                    </a:lnTo>
                    <a:lnTo>
                      <a:pt x="99" y="240"/>
                    </a:lnTo>
                    <a:lnTo>
                      <a:pt x="102" y="234"/>
                    </a:lnTo>
                    <a:lnTo>
                      <a:pt x="102" y="229"/>
                    </a:lnTo>
                    <a:lnTo>
                      <a:pt x="102" y="224"/>
                    </a:lnTo>
                    <a:lnTo>
                      <a:pt x="100" y="218"/>
                    </a:lnTo>
                    <a:lnTo>
                      <a:pt x="99" y="215"/>
                    </a:lnTo>
                    <a:lnTo>
                      <a:pt x="99" y="213"/>
                    </a:lnTo>
                    <a:lnTo>
                      <a:pt x="99" y="211"/>
                    </a:lnTo>
                    <a:lnTo>
                      <a:pt x="99" y="208"/>
                    </a:lnTo>
                    <a:lnTo>
                      <a:pt x="100" y="206"/>
                    </a:lnTo>
                    <a:lnTo>
                      <a:pt x="101" y="203"/>
                    </a:lnTo>
                    <a:lnTo>
                      <a:pt x="102" y="200"/>
                    </a:lnTo>
                    <a:lnTo>
                      <a:pt x="103" y="198"/>
                    </a:lnTo>
                    <a:lnTo>
                      <a:pt x="101" y="197"/>
                    </a:lnTo>
                    <a:lnTo>
                      <a:pt x="100" y="197"/>
                    </a:lnTo>
                    <a:lnTo>
                      <a:pt x="98" y="196"/>
                    </a:lnTo>
                    <a:lnTo>
                      <a:pt x="98" y="194"/>
                    </a:lnTo>
                    <a:lnTo>
                      <a:pt x="99" y="193"/>
                    </a:lnTo>
                    <a:lnTo>
                      <a:pt x="100" y="193"/>
                    </a:lnTo>
                    <a:lnTo>
                      <a:pt x="102" y="192"/>
                    </a:lnTo>
                    <a:lnTo>
                      <a:pt x="103" y="191"/>
                    </a:lnTo>
                    <a:lnTo>
                      <a:pt x="101" y="186"/>
                    </a:lnTo>
                    <a:lnTo>
                      <a:pt x="100" y="182"/>
                    </a:lnTo>
                    <a:lnTo>
                      <a:pt x="99" y="177"/>
                    </a:lnTo>
                    <a:lnTo>
                      <a:pt x="97" y="172"/>
                    </a:lnTo>
                    <a:lnTo>
                      <a:pt x="100" y="170"/>
                    </a:lnTo>
                    <a:lnTo>
                      <a:pt x="103" y="169"/>
                    </a:lnTo>
                    <a:lnTo>
                      <a:pt x="107" y="168"/>
                    </a:lnTo>
                    <a:lnTo>
                      <a:pt x="109" y="166"/>
                    </a:lnTo>
                    <a:lnTo>
                      <a:pt x="112" y="164"/>
                    </a:lnTo>
                    <a:lnTo>
                      <a:pt x="114" y="162"/>
                    </a:lnTo>
                    <a:lnTo>
                      <a:pt x="115" y="160"/>
                    </a:lnTo>
                    <a:lnTo>
                      <a:pt x="115" y="155"/>
                    </a:lnTo>
                    <a:lnTo>
                      <a:pt x="85" y="119"/>
                    </a:lnTo>
                    <a:lnTo>
                      <a:pt x="93" y="114"/>
                    </a:lnTo>
                    <a:lnTo>
                      <a:pt x="91" y="105"/>
                    </a:lnTo>
                    <a:lnTo>
                      <a:pt x="87" y="96"/>
                    </a:lnTo>
                    <a:lnTo>
                      <a:pt x="84" y="86"/>
                    </a:lnTo>
                    <a:lnTo>
                      <a:pt x="81" y="77"/>
                    </a:lnTo>
                    <a:lnTo>
                      <a:pt x="76" y="69"/>
                    </a:lnTo>
                    <a:lnTo>
                      <a:pt x="71" y="60"/>
                    </a:lnTo>
                    <a:lnTo>
                      <a:pt x="66" y="52"/>
                    </a:lnTo>
                    <a:lnTo>
                      <a:pt x="61" y="44"/>
                    </a:lnTo>
                    <a:lnTo>
                      <a:pt x="62" y="43"/>
                    </a:lnTo>
                    <a:lnTo>
                      <a:pt x="63" y="41"/>
                    </a:lnTo>
                    <a:lnTo>
                      <a:pt x="63" y="40"/>
                    </a:lnTo>
                    <a:lnTo>
                      <a:pt x="65" y="39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9" y="35"/>
                    </a:lnTo>
                    <a:lnTo>
                      <a:pt x="70" y="34"/>
                    </a:lnTo>
                    <a:lnTo>
                      <a:pt x="66" y="31"/>
                    </a:lnTo>
                    <a:lnTo>
                      <a:pt x="62" y="30"/>
                    </a:lnTo>
                    <a:lnTo>
                      <a:pt x="57" y="28"/>
                    </a:lnTo>
                    <a:lnTo>
                      <a:pt x="53" y="27"/>
                    </a:lnTo>
                    <a:lnTo>
                      <a:pt x="49" y="26"/>
                    </a:lnTo>
                    <a:lnTo>
                      <a:pt x="45" y="25"/>
                    </a:lnTo>
                    <a:lnTo>
                      <a:pt x="40" y="24"/>
                    </a:lnTo>
                    <a:lnTo>
                      <a:pt x="36" y="23"/>
                    </a:lnTo>
                    <a:lnTo>
                      <a:pt x="32" y="22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8" y="20"/>
                    </a:lnTo>
                    <a:lnTo>
                      <a:pt x="14" y="20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1"/>
                    </a:lnTo>
                    <a:lnTo>
                      <a:pt x="21" y="3"/>
                    </a:lnTo>
                    <a:lnTo>
                      <a:pt x="31" y="5"/>
                    </a:lnTo>
                    <a:lnTo>
                      <a:pt x="40" y="7"/>
                    </a:lnTo>
                    <a:lnTo>
                      <a:pt x="50" y="10"/>
                    </a:lnTo>
                    <a:lnTo>
                      <a:pt x="58" y="14"/>
                    </a:lnTo>
                    <a:lnTo>
                      <a:pt x="68" y="18"/>
                    </a:lnTo>
                    <a:lnTo>
                      <a:pt x="77" y="23"/>
                    </a:lnTo>
                    <a:lnTo>
                      <a:pt x="85" y="28"/>
                    </a:lnTo>
                    <a:lnTo>
                      <a:pt x="93" y="34"/>
                    </a:lnTo>
                    <a:lnTo>
                      <a:pt x="100" y="40"/>
                    </a:lnTo>
                    <a:lnTo>
                      <a:pt x="108" y="46"/>
                    </a:lnTo>
                    <a:lnTo>
                      <a:pt x="114" y="54"/>
                    </a:lnTo>
                    <a:lnTo>
                      <a:pt x="120" y="61"/>
                    </a:lnTo>
                    <a:lnTo>
                      <a:pt x="126" y="70"/>
                    </a:lnTo>
                    <a:lnTo>
                      <a:pt x="131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5" name="Freeform 1080"/>
              <p:cNvSpPr>
                <a:spLocks/>
              </p:cNvSpPr>
              <p:nvPr/>
            </p:nvSpPr>
            <p:spPr bwMode="auto">
              <a:xfrm>
                <a:off x="2114" y="3137"/>
                <a:ext cx="21" cy="23"/>
              </a:xfrm>
              <a:custGeom>
                <a:avLst/>
                <a:gdLst>
                  <a:gd name="T0" fmla="*/ 20 w 21"/>
                  <a:gd name="T1" fmla="*/ 23 h 23"/>
                  <a:gd name="T2" fmla="*/ 12 w 21"/>
                  <a:gd name="T3" fmla="*/ 23 h 23"/>
                  <a:gd name="T4" fmla="*/ 13 w 21"/>
                  <a:gd name="T5" fmla="*/ 20 h 23"/>
                  <a:gd name="T6" fmla="*/ 13 w 21"/>
                  <a:gd name="T7" fmla="*/ 17 h 23"/>
                  <a:gd name="T8" fmla="*/ 12 w 21"/>
                  <a:gd name="T9" fmla="*/ 13 h 23"/>
                  <a:gd name="T10" fmla="*/ 11 w 21"/>
                  <a:gd name="T11" fmla="*/ 11 h 23"/>
                  <a:gd name="T12" fmla="*/ 9 w 21"/>
                  <a:gd name="T13" fmla="*/ 9 h 23"/>
                  <a:gd name="T14" fmla="*/ 8 w 21"/>
                  <a:gd name="T15" fmla="*/ 7 h 23"/>
                  <a:gd name="T16" fmla="*/ 4 w 21"/>
                  <a:gd name="T17" fmla="*/ 5 h 23"/>
                  <a:gd name="T18" fmla="*/ 2 w 21"/>
                  <a:gd name="T19" fmla="*/ 4 h 23"/>
                  <a:gd name="T20" fmla="*/ 0 w 21"/>
                  <a:gd name="T21" fmla="*/ 2 h 23"/>
                  <a:gd name="T22" fmla="*/ 2 w 21"/>
                  <a:gd name="T23" fmla="*/ 2 h 23"/>
                  <a:gd name="T24" fmla="*/ 4 w 21"/>
                  <a:gd name="T25" fmla="*/ 2 h 23"/>
                  <a:gd name="T26" fmla="*/ 8 w 21"/>
                  <a:gd name="T27" fmla="*/ 0 h 23"/>
                  <a:gd name="T28" fmla="*/ 10 w 21"/>
                  <a:gd name="T29" fmla="*/ 0 h 23"/>
                  <a:gd name="T30" fmla="*/ 13 w 21"/>
                  <a:gd name="T31" fmla="*/ 0 h 23"/>
                  <a:gd name="T32" fmla="*/ 16 w 21"/>
                  <a:gd name="T33" fmla="*/ 0 h 23"/>
                  <a:gd name="T34" fmla="*/ 19 w 21"/>
                  <a:gd name="T35" fmla="*/ 0 h 23"/>
                  <a:gd name="T36" fmla="*/ 21 w 21"/>
                  <a:gd name="T37" fmla="*/ 2 h 23"/>
                  <a:gd name="T38" fmla="*/ 20 w 21"/>
                  <a:gd name="T39" fmla="*/ 23 h 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"/>
                  <a:gd name="T61" fmla="*/ 0 h 23"/>
                  <a:gd name="T62" fmla="*/ 21 w 21"/>
                  <a:gd name="T63" fmla="*/ 23 h 2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" h="23">
                    <a:moveTo>
                      <a:pt x="20" y="23"/>
                    </a:moveTo>
                    <a:lnTo>
                      <a:pt x="12" y="23"/>
                    </a:lnTo>
                    <a:lnTo>
                      <a:pt x="13" y="20"/>
                    </a:lnTo>
                    <a:lnTo>
                      <a:pt x="13" y="17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2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6" name="Freeform 1081"/>
              <p:cNvSpPr>
                <a:spLocks/>
              </p:cNvSpPr>
              <p:nvPr/>
            </p:nvSpPr>
            <p:spPr bwMode="auto">
              <a:xfrm>
                <a:off x="2018" y="3141"/>
                <a:ext cx="104" cy="270"/>
              </a:xfrm>
              <a:custGeom>
                <a:avLst/>
                <a:gdLst>
                  <a:gd name="T0" fmla="*/ 104 w 104"/>
                  <a:gd name="T1" fmla="*/ 19 h 270"/>
                  <a:gd name="T2" fmla="*/ 102 w 104"/>
                  <a:gd name="T3" fmla="*/ 33 h 270"/>
                  <a:gd name="T4" fmla="*/ 97 w 104"/>
                  <a:gd name="T5" fmla="*/ 45 h 270"/>
                  <a:gd name="T6" fmla="*/ 92 w 104"/>
                  <a:gd name="T7" fmla="*/ 48 h 270"/>
                  <a:gd name="T8" fmla="*/ 85 w 104"/>
                  <a:gd name="T9" fmla="*/ 52 h 270"/>
                  <a:gd name="T10" fmla="*/ 83 w 104"/>
                  <a:gd name="T11" fmla="*/ 57 h 270"/>
                  <a:gd name="T12" fmla="*/ 83 w 104"/>
                  <a:gd name="T13" fmla="*/ 66 h 270"/>
                  <a:gd name="T14" fmla="*/ 85 w 104"/>
                  <a:gd name="T15" fmla="*/ 71 h 270"/>
                  <a:gd name="T16" fmla="*/ 91 w 104"/>
                  <a:gd name="T17" fmla="*/ 68 h 270"/>
                  <a:gd name="T18" fmla="*/ 93 w 104"/>
                  <a:gd name="T19" fmla="*/ 62 h 270"/>
                  <a:gd name="T20" fmla="*/ 98 w 104"/>
                  <a:gd name="T21" fmla="*/ 60 h 270"/>
                  <a:gd name="T22" fmla="*/ 96 w 104"/>
                  <a:gd name="T23" fmla="*/ 80 h 270"/>
                  <a:gd name="T24" fmla="*/ 91 w 104"/>
                  <a:gd name="T25" fmla="*/ 91 h 270"/>
                  <a:gd name="T26" fmla="*/ 85 w 104"/>
                  <a:gd name="T27" fmla="*/ 101 h 270"/>
                  <a:gd name="T28" fmla="*/ 88 w 104"/>
                  <a:gd name="T29" fmla="*/ 127 h 270"/>
                  <a:gd name="T30" fmla="*/ 86 w 104"/>
                  <a:gd name="T31" fmla="*/ 120 h 270"/>
                  <a:gd name="T32" fmla="*/ 85 w 104"/>
                  <a:gd name="T33" fmla="*/ 114 h 270"/>
                  <a:gd name="T34" fmla="*/ 73 w 104"/>
                  <a:gd name="T35" fmla="*/ 103 h 270"/>
                  <a:gd name="T36" fmla="*/ 66 w 104"/>
                  <a:gd name="T37" fmla="*/ 107 h 270"/>
                  <a:gd name="T38" fmla="*/ 62 w 104"/>
                  <a:gd name="T39" fmla="*/ 112 h 270"/>
                  <a:gd name="T40" fmla="*/ 55 w 104"/>
                  <a:gd name="T41" fmla="*/ 107 h 270"/>
                  <a:gd name="T42" fmla="*/ 46 w 104"/>
                  <a:gd name="T43" fmla="*/ 105 h 270"/>
                  <a:gd name="T44" fmla="*/ 38 w 104"/>
                  <a:gd name="T45" fmla="*/ 109 h 270"/>
                  <a:gd name="T46" fmla="*/ 39 w 104"/>
                  <a:gd name="T47" fmla="*/ 121 h 270"/>
                  <a:gd name="T48" fmla="*/ 38 w 104"/>
                  <a:gd name="T49" fmla="*/ 127 h 270"/>
                  <a:gd name="T50" fmla="*/ 32 w 104"/>
                  <a:gd name="T51" fmla="*/ 134 h 270"/>
                  <a:gd name="T52" fmla="*/ 26 w 104"/>
                  <a:gd name="T53" fmla="*/ 143 h 270"/>
                  <a:gd name="T54" fmla="*/ 34 w 104"/>
                  <a:gd name="T55" fmla="*/ 166 h 270"/>
                  <a:gd name="T56" fmla="*/ 47 w 104"/>
                  <a:gd name="T57" fmla="*/ 186 h 270"/>
                  <a:gd name="T58" fmla="*/ 65 w 104"/>
                  <a:gd name="T59" fmla="*/ 194 h 270"/>
                  <a:gd name="T60" fmla="*/ 74 w 104"/>
                  <a:gd name="T61" fmla="*/ 203 h 270"/>
                  <a:gd name="T62" fmla="*/ 77 w 104"/>
                  <a:gd name="T63" fmla="*/ 213 h 270"/>
                  <a:gd name="T64" fmla="*/ 63 w 104"/>
                  <a:gd name="T65" fmla="*/ 226 h 270"/>
                  <a:gd name="T66" fmla="*/ 61 w 104"/>
                  <a:gd name="T67" fmla="*/ 248 h 270"/>
                  <a:gd name="T68" fmla="*/ 60 w 104"/>
                  <a:gd name="T69" fmla="*/ 270 h 270"/>
                  <a:gd name="T70" fmla="*/ 47 w 104"/>
                  <a:gd name="T71" fmla="*/ 261 h 270"/>
                  <a:gd name="T72" fmla="*/ 37 w 104"/>
                  <a:gd name="T73" fmla="*/ 248 h 270"/>
                  <a:gd name="T74" fmla="*/ 30 w 104"/>
                  <a:gd name="T75" fmla="*/ 234 h 270"/>
                  <a:gd name="T76" fmla="*/ 24 w 104"/>
                  <a:gd name="T77" fmla="*/ 221 h 270"/>
                  <a:gd name="T78" fmla="*/ 14 w 104"/>
                  <a:gd name="T79" fmla="*/ 213 h 270"/>
                  <a:gd name="T80" fmla="*/ 4 w 104"/>
                  <a:gd name="T81" fmla="*/ 170 h 270"/>
                  <a:gd name="T82" fmla="*/ 13 w 104"/>
                  <a:gd name="T83" fmla="*/ 162 h 270"/>
                  <a:gd name="T84" fmla="*/ 21 w 104"/>
                  <a:gd name="T85" fmla="*/ 151 h 270"/>
                  <a:gd name="T86" fmla="*/ 24 w 104"/>
                  <a:gd name="T87" fmla="*/ 112 h 270"/>
                  <a:gd name="T88" fmla="*/ 19 w 104"/>
                  <a:gd name="T89" fmla="*/ 111 h 270"/>
                  <a:gd name="T90" fmla="*/ 14 w 104"/>
                  <a:gd name="T91" fmla="*/ 110 h 270"/>
                  <a:gd name="T92" fmla="*/ 13 w 104"/>
                  <a:gd name="T93" fmla="*/ 60 h 270"/>
                  <a:gd name="T94" fmla="*/ 7 w 104"/>
                  <a:gd name="T95" fmla="*/ 56 h 270"/>
                  <a:gd name="T96" fmla="*/ 4 w 104"/>
                  <a:gd name="T97" fmla="*/ 53 h 270"/>
                  <a:gd name="T98" fmla="*/ 6 w 104"/>
                  <a:gd name="T99" fmla="*/ 45 h 270"/>
                  <a:gd name="T100" fmla="*/ 20 w 104"/>
                  <a:gd name="T101" fmla="*/ 32 h 270"/>
                  <a:gd name="T102" fmla="*/ 35 w 104"/>
                  <a:gd name="T103" fmla="*/ 21 h 270"/>
                  <a:gd name="T104" fmla="*/ 51 w 104"/>
                  <a:gd name="T105" fmla="*/ 13 h 270"/>
                  <a:gd name="T106" fmla="*/ 69 w 104"/>
                  <a:gd name="T107" fmla="*/ 5 h 270"/>
                  <a:gd name="T108" fmla="*/ 86 w 104"/>
                  <a:gd name="T109" fmla="*/ 0 h 270"/>
                  <a:gd name="T110" fmla="*/ 94 w 104"/>
                  <a:gd name="T111" fmla="*/ 2 h 270"/>
                  <a:gd name="T112" fmla="*/ 99 w 104"/>
                  <a:gd name="T113" fmla="*/ 7 h 2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4"/>
                  <a:gd name="T172" fmla="*/ 0 h 270"/>
                  <a:gd name="T173" fmla="*/ 104 w 104"/>
                  <a:gd name="T174" fmla="*/ 270 h 27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4" h="270">
                    <a:moveTo>
                      <a:pt x="104" y="10"/>
                    </a:moveTo>
                    <a:lnTo>
                      <a:pt x="104" y="15"/>
                    </a:lnTo>
                    <a:lnTo>
                      <a:pt x="104" y="19"/>
                    </a:lnTo>
                    <a:lnTo>
                      <a:pt x="104" y="24"/>
                    </a:lnTo>
                    <a:lnTo>
                      <a:pt x="102" y="29"/>
                    </a:lnTo>
                    <a:lnTo>
                      <a:pt x="102" y="33"/>
                    </a:lnTo>
                    <a:lnTo>
                      <a:pt x="101" y="37"/>
                    </a:lnTo>
                    <a:lnTo>
                      <a:pt x="99" y="40"/>
                    </a:lnTo>
                    <a:lnTo>
                      <a:pt x="97" y="45"/>
                    </a:lnTo>
                    <a:lnTo>
                      <a:pt x="95" y="46"/>
                    </a:lnTo>
                    <a:lnTo>
                      <a:pt x="94" y="47"/>
                    </a:lnTo>
                    <a:lnTo>
                      <a:pt x="92" y="48"/>
                    </a:lnTo>
                    <a:lnTo>
                      <a:pt x="90" y="49"/>
                    </a:lnTo>
                    <a:lnTo>
                      <a:pt x="88" y="50"/>
                    </a:lnTo>
                    <a:lnTo>
                      <a:pt x="85" y="52"/>
                    </a:lnTo>
                    <a:lnTo>
                      <a:pt x="84" y="53"/>
                    </a:lnTo>
                    <a:lnTo>
                      <a:pt x="82" y="55"/>
                    </a:lnTo>
                    <a:lnTo>
                      <a:pt x="83" y="57"/>
                    </a:lnTo>
                    <a:lnTo>
                      <a:pt x="83" y="60"/>
                    </a:lnTo>
                    <a:lnTo>
                      <a:pt x="83" y="63"/>
                    </a:lnTo>
                    <a:lnTo>
                      <a:pt x="83" y="66"/>
                    </a:lnTo>
                    <a:lnTo>
                      <a:pt x="83" y="68"/>
                    </a:lnTo>
                    <a:lnTo>
                      <a:pt x="84" y="70"/>
                    </a:lnTo>
                    <a:lnTo>
                      <a:pt x="85" y="71"/>
                    </a:lnTo>
                    <a:lnTo>
                      <a:pt x="89" y="72"/>
                    </a:lnTo>
                    <a:lnTo>
                      <a:pt x="90" y="70"/>
                    </a:lnTo>
                    <a:lnTo>
                      <a:pt x="91" y="68"/>
                    </a:lnTo>
                    <a:lnTo>
                      <a:pt x="91" y="66"/>
                    </a:lnTo>
                    <a:lnTo>
                      <a:pt x="92" y="64"/>
                    </a:lnTo>
                    <a:lnTo>
                      <a:pt x="93" y="62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8" y="60"/>
                    </a:lnTo>
                    <a:lnTo>
                      <a:pt x="102" y="73"/>
                    </a:lnTo>
                    <a:lnTo>
                      <a:pt x="99" y="77"/>
                    </a:lnTo>
                    <a:lnTo>
                      <a:pt x="96" y="80"/>
                    </a:lnTo>
                    <a:lnTo>
                      <a:pt x="94" y="83"/>
                    </a:lnTo>
                    <a:lnTo>
                      <a:pt x="92" y="87"/>
                    </a:lnTo>
                    <a:lnTo>
                      <a:pt x="91" y="91"/>
                    </a:lnTo>
                    <a:lnTo>
                      <a:pt x="89" y="95"/>
                    </a:lnTo>
                    <a:lnTo>
                      <a:pt x="88" y="98"/>
                    </a:lnTo>
                    <a:lnTo>
                      <a:pt x="85" y="101"/>
                    </a:lnTo>
                    <a:lnTo>
                      <a:pt x="92" y="126"/>
                    </a:lnTo>
                    <a:lnTo>
                      <a:pt x="90" y="127"/>
                    </a:lnTo>
                    <a:lnTo>
                      <a:pt x="88" y="127"/>
                    </a:lnTo>
                    <a:lnTo>
                      <a:pt x="86" y="126"/>
                    </a:lnTo>
                    <a:lnTo>
                      <a:pt x="86" y="124"/>
                    </a:lnTo>
                    <a:lnTo>
                      <a:pt x="86" y="120"/>
                    </a:lnTo>
                    <a:lnTo>
                      <a:pt x="86" y="118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78" y="101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0" y="103"/>
                    </a:lnTo>
                    <a:lnTo>
                      <a:pt x="68" y="104"/>
                    </a:lnTo>
                    <a:lnTo>
                      <a:pt x="66" y="107"/>
                    </a:lnTo>
                    <a:lnTo>
                      <a:pt x="64" y="108"/>
                    </a:lnTo>
                    <a:lnTo>
                      <a:pt x="63" y="110"/>
                    </a:lnTo>
                    <a:lnTo>
                      <a:pt x="62" y="112"/>
                    </a:lnTo>
                    <a:lnTo>
                      <a:pt x="61" y="109"/>
                    </a:lnTo>
                    <a:lnTo>
                      <a:pt x="59" y="108"/>
                    </a:lnTo>
                    <a:lnTo>
                      <a:pt x="55" y="107"/>
                    </a:lnTo>
                    <a:lnTo>
                      <a:pt x="52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3" y="105"/>
                    </a:lnTo>
                    <a:lnTo>
                      <a:pt x="41" y="105"/>
                    </a:lnTo>
                    <a:lnTo>
                      <a:pt x="38" y="109"/>
                    </a:lnTo>
                    <a:lnTo>
                      <a:pt x="38" y="113"/>
                    </a:lnTo>
                    <a:lnTo>
                      <a:pt x="38" y="117"/>
                    </a:lnTo>
                    <a:lnTo>
                      <a:pt x="39" y="121"/>
                    </a:lnTo>
                    <a:lnTo>
                      <a:pt x="46" y="126"/>
                    </a:lnTo>
                    <a:lnTo>
                      <a:pt x="42" y="126"/>
                    </a:lnTo>
                    <a:lnTo>
                      <a:pt x="38" y="127"/>
                    </a:lnTo>
                    <a:lnTo>
                      <a:pt x="36" y="129"/>
                    </a:lnTo>
                    <a:lnTo>
                      <a:pt x="34" y="131"/>
                    </a:lnTo>
                    <a:lnTo>
                      <a:pt x="32" y="134"/>
                    </a:lnTo>
                    <a:lnTo>
                      <a:pt x="30" y="136"/>
                    </a:lnTo>
                    <a:lnTo>
                      <a:pt x="28" y="141"/>
                    </a:lnTo>
                    <a:lnTo>
                      <a:pt x="26" y="143"/>
                    </a:lnTo>
                    <a:lnTo>
                      <a:pt x="29" y="150"/>
                    </a:lnTo>
                    <a:lnTo>
                      <a:pt x="32" y="158"/>
                    </a:lnTo>
                    <a:lnTo>
                      <a:pt x="34" y="166"/>
                    </a:lnTo>
                    <a:lnTo>
                      <a:pt x="37" y="174"/>
                    </a:lnTo>
                    <a:lnTo>
                      <a:pt x="42" y="180"/>
                    </a:lnTo>
                    <a:lnTo>
                      <a:pt x="47" y="186"/>
                    </a:lnTo>
                    <a:lnTo>
                      <a:pt x="54" y="189"/>
                    </a:lnTo>
                    <a:lnTo>
                      <a:pt x="64" y="191"/>
                    </a:lnTo>
                    <a:lnTo>
                      <a:pt x="65" y="194"/>
                    </a:lnTo>
                    <a:lnTo>
                      <a:pt x="68" y="197"/>
                    </a:lnTo>
                    <a:lnTo>
                      <a:pt x="71" y="199"/>
                    </a:lnTo>
                    <a:lnTo>
                      <a:pt x="74" y="203"/>
                    </a:lnTo>
                    <a:lnTo>
                      <a:pt x="76" y="206"/>
                    </a:lnTo>
                    <a:lnTo>
                      <a:pt x="77" y="210"/>
                    </a:lnTo>
                    <a:lnTo>
                      <a:pt x="77" y="213"/>
                    </a:lnTo>
                    <a:lnTo>
                      <a:pt x="74" y="217"/>
                    </a:lnTo>
                    <a:lnTo>
                      <a:pt x="67" y="221"/>
                    </a:lnTo>
                    <a:lnTo>
                      <a:pt x="63" y="226"/>
                    </a:lnTo>
                    <a:lnTo>
                      <a:pt x="61" y="233"/>
                    </a:lnTo>
                    <a:lnTo>
                      <a:pt x="61" y="240"/>
                    </a:lnTo>
                    <a:lnTo>
                      <a:pt x="61" y="248"/>
                    </a:lnTo>
                    <a:lnTo>
                      <a:pt x="61" y="255"/>
                    </a:lnTo>
                    <a:lnTo>
                      <a:pt x="61" y="262"/>
                    </a:lnTo>
                    <a:lnTo>
                      <a:pt x="60" y="270"/>
                    </a:lnTo>
                    <a:lnTo>
                      <a:pt x="55" y="268"/>
                    </a:lnTo>
                    <a:lnTo>
                      <a:pt x="51" y="265"/>
                    </a:lnTo>
                    <a:lnTo>
                      <a:pt x="47" y="261"/>
                    </a:lnTo>
                    <a:lnTo>
                      <a:pt x="44" y="257"/>
                    </a:lnTo>
                    <a:lnTo>
                      <a:pt x="41" y="252"/>
                    </a:lnTo>
                    <a:lnTo>
                      <a:pt x="37" y="248"/>
                    </a:lnTo>
                    <a:lnTo>
                      <a:pt x="34" y="242"/>
                    </a:lnTo>
                    <a:lnTo>
                      <a:pt x="32" y="238"/>
                    </a:lnTo>
                    <a:lnTo>
                      <a:pt x="30" y="234"/>
                    </a:lnTo>
                    <a:lnTo>
                      <a:pt x="29" y="229"/>
                    </a:lnTo>
                    <a:lnTo>
                      <a:pt x="27" y="225"/>
                    </a:lnTo>
                    <a:lnTo>
                      <a:pt x="24" y="221"/>
                    </a:lnTo>
                    <a:lnTo>
                      <a:pt x="21" y="218"/>
                    </a:lnTo>
                    <a:lnTo>
                      <a:pt x="18" y="215"/>
                    </a:lnTo>
                    <a:lnTo>
                      <a:pt x="14" y="213"/>
                    </a:lnTo>
                    <a:lnTo>
                      <a:pt x="10" y="212"/>
                    </a:lnTo>
                    <a:lnTo>
                      <a:pt x="0" y="172"/>
                    </a:lnTo>
                    <a:lnTo>
                      <a:pt x="4" y="170"/>
                    </a:lnTo>
                    <a:lnTo>
                      <a:pt x="7" y="167"/>
                    </a:lnTo>
                    <a:lnTo>
                      <a:pt x="11" y="165"/>
                    </a:lnTo>
                    <a:lnTo>
                      <a:pt x="13" y="162"/>
                    </a:lnTo>
                    <a:lnTo>
                      <a:pt x="16" y="159"/>
                    </a:lnTo>
                    <a:lnTo>
                      <a:pt x="18" y="155"/>
                    </a:lnTo>
                    <a:lnTo>
                      <a:pt x="21" y="151"/>
                    </a:lnTo>
                    <a:lnTo>
                      <a:pt x="23" y="148"/>
                    </a:lnTo>
                    <a:lnTo>
                      <a:pt x="27" y="113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1" y="111"/>
                    </a:lnTo>
                    <a:lnTo>
                      <a:pt x="19" y="111"/>
                    </a:lnTo>
                    <a:lnTo>
                      <a:pt x="17" y="111"/>
                    </a:lnTo>
                    <a:lnTo>
                      <a:pt x="16" y="110"/>
                    </a:lnTo>
                    <a:lnTo>
                      <a:pt x="14" y="110"/>
                    </a:lnTo>
                    <a:lnTo>
                      <a:pt x="12" y="110"/>
                    </a:lnTo>
                    <a:lnTo>
                      <a:pt x="4" y="81"/>
                    </a:lnTo>
                    <a:lnTo>
                      <a:pt x="13" y="60"/>
                    </a:lnTo>
                    <a:lnTo>
                      <a:pt x="11" y="58"/>
                    </a:lnTo>
                    <a:lnTo>
                      <a:pt x="10" y="57"/>
                    </a:lnTo>
                    <a:lnTo>
                      <a:pt x="7" y="56"/>
                    </a:lnTo>
                    <a:lnTo>
                      <a:pt x="6" y="55"/>
                    </a:lnTo>
                    <a:lnTo>
                      <a:pt x="5" y="54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6" y="45"/>
                    </a:lnTo>
                    <a:lnTo>
                      <a:pt x="11" y="40"/>
                    </a:lnTo>
                    <a:lnTo>
                      <a:pt x="15" y="36"/>
                    </a:lnTo>
                    <a:lnTo>
                      <a:pt x="20" y="32"/>
                    </a:lnTo>
                    <a:lnTo>
                      <a:pt x="24" y="29"/>
                    </a:lnTo>
                    <a:lnTo>
                      <a:pt x="30" y="24"/>
                    </a:lnTo>
                    <a:lnTo>
                      <a:pt x="35" y="21"/>
                    </a:lnTo>
                    <a:lnTo>
                      <a:pt x="41" y="18"/>
                    </a:lnTo>
                    <a:lnTo>
                      <a:pt x="46" y="15"/>
                    </a:lnTo>
                    <a:lnTo>
                      <a:pt x="51" y="13"/>
                    </a:lnTo>
                    <a:lnTo>
                      <a:pt x="58" y="9"/>
                    </a:lnTo>
                    <a:lnTo>
                      <a:pt x="63" y="7"/>
                    </a:lnTo>
                    <a:lnTo>
                      <a:pt x="69" y="5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2" y="1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4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7" name="Freeform 1082"/>
              <p:cNvSpPr>
                <a:spLocks/>
              </p:cNvSpPr>
              <p:nvPr/>
            </p:nvSpPr>
            <p:spPr bwMode="auto">
              <a:xfrm>
                <a:off x="2107" y="3164"/>
                <a:ext cx="26" cy="38"/>
              </a:xfrm>
              <a:custGeom>
                <a:avLst/>
                <a:gdLst>
                  <a:gd name="T0" fmla="*/ 26 w 26"/>
                  <a:gd name="T1" fmla="*/ 38 h 38"/>
                  <a:gd name="T2" fmla="*/ 24 w 26"/>
                  <a:gd name="T3" fmla="*/ 37 h 38"/>
                  <a:gd name="T4" fmla="*/ 23 w 26"/>
                  <a:gd name="T5" fmla="*/ 37 h 38"/>
                  <a:gd name="T6" fmla="*/ 21 w 26"/>
                  <a:gd name="T7" fmla="*/ 38 h 38"/>
                  <a:gd name="T8" fmla="*/ 19 w 26"/>
                  <a:gd name="T9" fmla="*/ 38 h 38"/>
                  <a:gd name="T10" fmla="*/ 17 w 26"/>
                  <a:gd name="T11" fmla="*/ 38 h 38"/>
                  <a:gd name="T12" fmla="*/ 16 w 26"/>
                  <a:gd name="T13" fmla="*/ 37 h 38"/>
                  <a:gd name="T14" fmla="*/ 15 w 26"/>
                  <a:gd name="T15" fmla="*/ 35 h 38"/>
                  <a:gd name="T16" fmla="*/ 15 w 26"/>
                  <a:gd name="T17" fmla="*/ 34 h 38"/>
                  <a:gd name="T18" fmla="*/ 13 w 26"/>
                  <a:gd name="T19" fmla="*/ 32 h 38"/>
                  <a:gd name="T20" fmla="*/ 12 w 26"/>
                  <a:gd name="T21" fmla="*/ 31 h 38"/>
                  <a:gd name="T22" fmla="*/ 10 w 26"/>
                  <a:gd name="T23" fmla="*/ 30 h 38"/>
                  <a:gd name="T24" fmla="*/ 9 w 26"/>
                  <a:gd name="T25" fmla="*/ 31 h 38"/>
                  <a:gd name="T26" fmla="*/ 7 w 26"/>
                  <a:gd name="T27" fmla="*/ 31 h 38"/>
                  <a:gd name="T28" fmla="*/ 6 w 26"/>
                  <a:gd name="T29" fmla="*/ 32 h 38"/>
                  <a:gd name="T30" fmla="*/ 4 w 26"/>
                  <a:gd name="T31" fmla="*/ 32 h 38"/>
                  <a:gd name="T32" fmla="*/ 2 w 26"/>
                  <a:gd name="T33" fmla="*/ 32 h 38"/>
                  <a:gd name="T34" fmla="*/ 0 w 26"/>
                  <a:gd name="T35" fmla="*/ 35 h 38"/>
                  <a:gd name="T36" fmla="*/ 1 w 26"/>
                  <a:gd name="T37" fmla="*/ 33 h 38"/>
                  <a:gd name="T38" fmla="*/ 3 w 26"/>
                  <a:gd name="T39" fmla="*/ 30 h 38"/>
                  <a:gd name="T40" fmla="*/ 6 w 26"/>
                  <a:gd name="T41" fmla="*/ 27 h 38"/>
                  <a:gd name="T42" fmla="*/ 9 w 26"/>
                  <a:gd name="T43" fmla="*/ 25 h 38"/>
                  <a:gd name="T44" fmla="*/ 12 w 26"/>
                  <a:gd name="T45" fmla="*/ 22 h 38"/>
                  <a:gd name="T46" fmla="*/ 16 w 26"/>
                  <a:gd name="T47" fmla="*/ 18 h 38"/>
                  <a:gd name="T48" fmla="*/ 18 w 26"/>
                  <a:gd name="T49" fmla="*/ 14 h 38"/>
                  <a:gd name="T50" fmla="*/ 19 w 26"/>
                  <a:gd name="T51" fmla="*/ 10 h 38"/>
                  <a:gd name="T52" fmla="*/ 19 w 26"/>
                  <a:gd name="T53" fmla="*/ 7 h 38"/>
                  <a:gd name="T54" fmla="*/ 19 w 26"/>
                  <a:gd name="T55" fmla="*/ 4 h 38"/>
                  <a:gd name="T56" fmla="*/ 19 w 26"/>
                  <a:gd name="T57" fmla="*/ 1 h 38"/>
                  <a:gd name="T58" fmla="*/ 21 w 26"/>
                  <a:gd name="T59" fmla="*/ 0 h 38"/>
                  <a:gd name="T60" fmla="*/ 26 w 26"/>
                  <a:gd name="T61" fmla="*/ 1 h 38"/>
                  <a:gd name="T62" fmla="*/ 26 w 26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"/>
                  <a:gd name="T97" fmla="*/ 0 h 38"/>
                  <a:gd name="T98" fmla="*/ 26 w 26"/>
                  <a:gd name="T99" fmla="*/ 38 h 3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" h="38">
                    <a:moveTo>
                      <a:pt x="26" y="38"/>
                    </a:moveTo>
                    <a:lnTo>
                      <a:pt x="24" y="37"/>
                    </a:lnTo>
                    <a:lnTo>
                      <a:pt x="23" y="37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3" y="32"/>
                    </a:lnTo>
                    <a:lnTo>
                      <a:pt x="12" y="31"/>
                    </a:lnTo>
                    <a:lnTo>
                      <a:pt x="10" y="30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5"/>
                    </a:lnTo>
                    <a:lnTo>
                      <a:pt x="1" y="33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6" y="18"/>
                    </a:lnTo>
                    <a:lnTo>
                      <a:pt x="18" y="14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9" y="4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6" y="1"/>
                    </a:lnTo>
                    <a:lnTo>
                      <a:pt x="26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8" name="Freeform 1083"/>
              <p:cNvSpPr>
                <a:spLocks/>
              </p:cNvSpPr>
              <p:nvPr/>
            </p:nvSpPr>
            <p:spPr bwMode="auto">
              <a:xfrm>
                <a:off x="2140" y="3173"/>
                <a:ext cx="37" cy="68"/>
              </a:xfrm>
              <a:custGeom>
                <a:avLst/>
                <a:gdLst>
                  <a:gd name="T0" fmla="*/ 11 w 37"/>
                  <a:gd name="T1" fmla="*/ 5 h 68"/>
                  <a:gd name="T2" fmla="*/ 16 w 37"/>
                  <a:gd name="T3" fmla="*/ 3 h 68"/>
                  <a:gd name="T4" fmla="*/ 20 w 37"/>
                  <a:gd name="T5" fmla="*/ 3 h 68"/>
                  <a:gd name="T6" fmla="*/ 22 w 37"/>
                  <a:gd name="T7" fmla="*/ 5 h 68"/>
                  <a:gd name="T8" fmla="*/ 25 w 37"/>
                  <a:gd name="T9" fmla="*/ 7 h 68"/>
                  <a:gd name="T10" fmla="*/ 28 w 37"/>
                  <a:gd name="T11" fmla="*/ 10 h 68"/>
                  <a:gd name="T12" fmla="*/ 30 w 37"/>
                  <a:gd name="T13" fmla="*/ 13 h 68"/>
                  <a:gd name="T14" fmla="*/ 33 w 37"/>
                  <a:gd name="T15" fmla="*/ 15 h 68"/>
                  <a:gd name="T16" fmla="*/ 37 w 37"/>
                  <a:gd name="T17" fmla="*/ 15 h 68"/>
                  <a:gd name="T18" fmla="*/ 37 w 37"/>
                  <a:gd name="T19" fmla="*/ 20 h 68"/>
                  <a:gd name="T20" fmla="*/ 35 w 37"/>
                  <a:gd name="T21" fmla="*/ 23 h 68"/>
                  <a:gd name="T22" fmla="*/ 32 w 37"/>
                  <a:gd name="T23" fmla="*/ 25 h 68"/>
                  <a:gd name="T24" fmla="*/ 28 w 37"/>
                  <a:gd name="T25" fmla="*/ 28 h 68"/>
                  <a:gd name="T26" fmla="*/ 23 w 37"/>
                  <a:gd name="T27" fmla="*/ 29 h 68"/>
                  <a:gd name="T28" fmla="*/ 19 w 37"/>
                  <a:gd name="T29" fmla="*/ 31 h 68"/>
                  <a:gd name="T30" fmla="*/ 16 w 37"/>
                  <a:gd name="T31" fmla="*/ 34 h 68"/>
                  <a:gd name="T32" fmla="*/ 13 w 37"/>
                  <a:gd name="T33" fmla="*/ 38 h 68"/>
                  <a:gd name="T34" fmla="*/ 11 w 37"/>
                  <a:gd name="T35" fmla="*/ 42 h 68"/>
                  <a:gd name="T36" fmla="*/ 11 w 37"/>
                  <a:gd name="T37" fmla="*/ 46 h 68"/>
                  <a:gd name="T38" fmla="*/ 10 w 37"/>
                  <a:gd name="T39" fmla="*/ 50 h 68"/>
                  <a:gd name="T40" fmla="*/ 9 w 37"/>
                  <a:gd name="T41" fmla="*/ 54 h 68"/>
                  <a:gd name="T42" fmla="*/ 8 w 37"/>
                  <a:gd name="T43" fmla="*/ 59 h 68"/>
                  <a:gd name="T44" fmla="*/ 7 w 37"/>
                  <a:gd name="T45" fmla="*/ 63 h 68"/>
                  <a:gd name="T46" fmla="*/ 4 w 37"/>
                  <a:gd name="T47" fmla="*/ 66 h 68"/>
                  <a:gd name="T48" fmla="*/ 1 w 37"/>
                  <a:gd name="T49" fmla="*/ 68 h 68"/>
                  <a:gd name="T50" fmla="*/ 0 w 37"/>
                  <a:gd name="T51" fmla="*/ 0 h 68"/>
                  <a:gd name="T52" fmla="*/ 2 w 37"/>
                  <a:gd name="T53" fmla="*/ 0 h 68"/>
                  <a:gd name="T54" fmla="*/ 4 w 37"/>
                  <a:gd name="T55" fmla="*/ 0 h 68"/>
                  <a:gd name="T56" fmla="*/ 5 w 37"/>
                  <a:gd name="T57" fmla="*/ 0 h 68"/>
                  <a:gd name="T58" fmla="*/ 6 w 37"/>
                  <a:gd name="T59" fmla="*/ 1 h 68"/>
                  <a:gd name="T60" fmla="*/ 7 w 37"/>
                  <a:gd name="T61" fmla="*/ 2 h 68"/>
                  <a:gd name="T62" fmla="*/ 9 w 37"/>
                  <a:gd name="T63" fmla="*/ 3 h 68"/>
                  <a:gd name="T64" fmla="*/ 10 w 37"/>
                  <a:gd name="T65" fmla="*/ 3 h 68"/>
                  <a:gd name="T66" fmla="*/ 11 w 37"/>
                  <a:gd name="T67" fmla="*/ 5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"/>
                  <a:gd name="T103" fmla="*/ 0 h 68"/>
                  <a:gd name="T104" fmla="*/ 37 w 37"/>
                  <a:gd name="T105" fmla="*/ 68 h 6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" h="68">
                    <a:moveTo>
                      <a:pt x="11" y="5"/>
                    </a:moveTo>
                    <a:lnTo>
                      <a:pt x="16" y="3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25" y="7"/>
                    </a:lnTo>
                    <a:lnTo>
                      <a:pt x="28" y="10"/>
                    </a:lnTo>
                    <a:lnTo>
                      <a:pt x="30" y="13"/>
                    </a:lnTo>
                    <a:lnTo>
                      <a:pt x="33" y="15"/>
                    </a:lnTo>
                    <a:lnTo>
                      <a:pt x="37" y="15"/>
                    </a:lnTo>
                    <a:lnTo>
                      <a:pt x="37" y="20"/>
                    </a:lnTo>
                    <a:lnTo>
                      <a:pt x="35" y="23"/>
                    </a:lnTo>
                    <a:lnTo>
                      <a:pt x="32" y="25"/>
                    </a:lnTo>
                    <a:lnTo>
                      <a:pt x="28" y="28"/>
                    </a:lnTo>
                    <a:lnTo>
                      <a:pt x="23" y="29"/>
                    </a:lnTo>
                    <a:lnTo>
                      <a:pt x="19" y="31"/>
                    </a:lnTo>
                    <a:lnTo>
                      <a:pt x="16" y="34"/>
                    </a:lnTo>
                    <a:lnTo>
                      <a:pt x="13" y="38"/>
                    </a:lnTo>
                    <a:lnTo>
                      <a:pt x="11" y="42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9" y="54"/>
                    </a:lnTo>
                    <a:lnTo>
                      <a:pt x="8" y="59"/>
                    </a:lnTo>
                    <a:lnTo>
                      <a:pt x="7" y="63"/>
                    </a:lnTo>
                    <a:lnTo>
                      <a:pt x="4" y="66"/>
                    </a:lnTo>
                    <a:lnTo>
                      <a:pt x="1" y="6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9" name="Freeform 1084"/>
              <p:cNvSpPr>
                <a:spLocks/>
              </p:cNvSpPr>
              <p:nvPr/>
            </p:nvSpPr>
            <p:spPr bwMode="auto">
              <a:xfrm>
                <a:off x="2013" y="3194"/>
                <a:ext cx="6" cy="8"/>
              </a:xfrm>
              <a:custGeom>
                <a:avLst/>
                <a:gdLst>
                  <a:gd name="T0" fmla="*/ 5 w 6"/>
                  <a:gd name="T1" fmla="*/ 8 h 8"/>
                  <a:gd name="T2" fmla="*/ 0 w 6"/>
                  <a:gd name="T3" fmla="*/ 7 h 8"/>
                  <a:gd name="T4" fmla="*/ 3 w 6"/>
                  <a:gd name="T5" fmla="*/ 0 h 8"/>
                  <a:gd name="T6" fmla="*/ 5 w 6"/>
                  <a:gd name="T7" fmla="*/ 2 h 8"/>
                  <a:gd name="T8" fmla="*/ 6 w 6"/>
                  <a:gd name="T9" fmla="*/ 3 h 8"/>
                  <a:gd name="T10" fmla="*/ 6 w 6"/>
                  <a:gd name="T11" fmla="*/ 7 h 8"/>
                  <a:gd name="T12" fmla="*/ 5 w 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8"/>
                  <a:gd name="T23" fmla="*/ 6 w 6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8">
                    <a:moveTo>
                      <a:pt x="5" y="8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0" name="Freeform 1085"/>
              <p:cNvSpPr>
                <a:spLocks/>
              </p:cNvSpPr>
              <p:nvPr/>
            </p:nvSpPr>
            <p:spPr bwMode="auto">
              <a:xfrm>
                <a:off x="2140" y="3203"/>
                <a:ext cx="77" cy="202"/>
              </a:xfrm>
              <a:custGeom>
                <a:avLst/>
                <a:gdLst>
                  <a:gd name="T0" fmla="*/ 44 w 77"/>
                  <a:gd name="T1" fmla="*/ 5 h 202"/>
                  <a:gd name="T2" fmla="*/ 51 w 77"/>
                  <a:gd name="T3" fmla="*/ 17 h 202"/>
                  <a:gd name="T4" fmla="*/ 56 w 77"/>
                  <a:gd name="T5" fmla="*/ 30 h 202"/>
                  <a:gd name="T6" fmla="*/ 60 w 77"/>
                  <a:gd name="T7" fmla="*/ 45 h 202"/>
                  <a:gd name="T8" fmla="*/ 55 w 77"/>
                  <a:gd name="T9" fmla="*/ 57 h 202"/>
                  <a:gd name="T10" fmla="*/ 60 w 77"/>
                  <a:gd name="T11" fmla="*/ 66 h 202"/>
                  <a:gd name="T12" fmla="*/ 65 w 77"/>
                  <a:gd name="T13" fmla="*/ 73 h 202"/>
                  <a:gd name="T14" fmla="*/ 70 w 77"/>
                  <a:gd name="T15" fmla="*/ 81 h 202"/>
                  <a:gd name="T16" fmla="*/ 77 w 77"/>
                  <a:gd name="T17" fmla="*/ 88 h 202"/>
                  <a:gd name="T18" fmla="*/ 76 w 77"/>
                  <a:gd name="T19" fmla="*/ 95 h 202"/>
                  <a:gd name="T20" fmla="*/ 70 w 77"/>
                  <a:gd name="T21" fmla="*/ 99 h 202"/>
                  <a:gd name="T22" fmla="*/ 67 w 77"/>
                  <a:gd name="T23" fmla="*/ 100 h 202"/>
                  <a:gd name="T24" fmla="*/ 64 w 77"/>
                  <a:gd name="T25" fmla="*/ 101 h 202"/>
                  <a:gd name="T26" fmla="*/ 67 w 77"/>
                  <a:gd name="T27" fmla="*/ 114 h 202"/>
                  <a:gd name="T28" fmla="*/ 64 w 77"/>
                  <a:gd name="T29" fmla="*/ 115 h 202"/>
                  <a:gd name="T30" fmla="*/ 63 w 77"/>
                  <a:gd name="T31" fmla="*/ 117 h 202"/>
                  <a:gd name="T32" fmla="*/ 65 w 77"/>
                  <a:gd name="T33" fmla="*/ 118 h 202"/>
                  <a:gd name="T34" fmla="*/ 67 w 77"/>
                  <a:gd name="T35" fmla="*/ 119 h 202"/>
                  <a:gd name="T36" fmla="*/ 67 w 77"/>
                  <a:gd name="T37" fmla="*/ 121 h 202"/>
                  <a:gd name="T38" fmla="*/ 63 w 77"/>
                  <a:gd name="T39" fmla="*/ 126 h 202"/>
                  <a:gd name="T40" fmla="*/ 63 w 77"/>
                  <a:gd name="T41" fmla="*/ 133 h 202"/>
                  <a:gd name="T42" fmla="*/ 65 w 77"/>
                  <a:gd name="T43" fmla="*/ 141 h 202"/>
                  <a:gd name="T44" fmla="*/ 64 w 77"/>
                  <a:gd name="T45" fmla="*/ 148 h 202"/>
                  <a:gd name="T46" fmla="*/ 55 w 77"/>
                  <a:gd name="T47" fmla="*/ 151 h 202"/>
                  <a:gd name="T48" fmla="*/ 46 w 77"/>
                  <a:gd name="T49" fmla="*/ 153 h 202"/>
                  <a:gd name="T50" fmla="*/ 37 w 77"/>
                  <a:gd name="T51" fmla="*/ 155 h 202"/>
                  <a:gd name="T52" fmla="*/ 29 w 77"/>
                  <a:gd name="T53" fmla="*/ 158 h 202"/>
                  <a:gd name="T54" fmla="*/ 20 w 77"/>
                  <a:gd name="T55" fmla="*/ 165 h 202"/>
                  <a:gd name="T56" fmla="*/ 14 w 77"/>
                  <a:gd name="T57" fmla="*/ 175 h 202"/>
                  <a:gd name="T58" fmla="*/ 8 w 77"/>
                  <a:gd name="T59" fmla="*/ 186 h 202"/>
                  <a:gd name="T60" fmla="*/ 3 w 77"/>
                  <a:gd name="T61" fmla="*/ 196 h 202"/>
                  <a:gd name="T62" fmla="*/ 0 w 77"/>
                  <a:gd name="T63" fmla="*/ 64 h 202"/>
                  <a:gd name="T64" fmla="*/ 5 w 77"/>
                  <a:gd name="T65" fmla="*/ 59 h 202"/>
                  <a:gd name="T66" fmla="*/ 11 w 77"/>
                  <a:gd name="T67" fmla="*/ 54 h 202"/>
                  <a:gd name="T68" fmla="*/ 16 w 77"/>
                  <a:gd name="T69" fmla="*/ 48 h 202"/>
                  <a:gd name="T70" fmla="*/ 18 w 77"/>
                  <a:gd name="T71" fmla="*/ 41 h 202"/>
                  <a:gd name="T72" fmla="*/ 16 w 77"/>
                  <a:gd name="T73" fmla="*/ 24 h 202"/>
                  <a:gd name="T74" fmla="*/ 19 w 77"/>
                  <a:gd name="T75" fmla="*/ 8 h 202"/>
                  <a:gd name="T76" fmla="*/ 23 w 77"/>
                  <a:gd name="T77" fmla="*/ 5 h 202"/>
                  <a:gd name="T78" fmla="*/ 28 w 77"/>
                  <a:gd name="T79" fmla="*/ 2 h 202"/>
                  <a:gd name="T80" fmla="*/ 33 w 77"/>
                  <a:gd name="T81" fmla="*/ 0 h 202"/>
                  <a:gd name="T82" fmla="*/ 39 w 77"/>
                  <a:gd name="T83" fmla="*/ 0 h 20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7"/>
                  <a:gd name="T127" fmla="*/ 0 h 202"/>
                  <a:gd name="T128" fmla="*/ 77 w 77"/>
                  <a:gd name="T129" fmla="*/ 202 h 20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7" h="202">
                    <a:moveTo>
                      <a:pt x="39" y="0"/>
                    </a:moveTo>
                    <a:lnTo>
                      <a:pt x="44" y="5"/>
                    </a:lnTo>
                    <a:lnTo>
                      <a:pt x="48" y="11"/>
                    </a:lnTo>
                    <a:lnTo>
                      <a:pt x="51" y="17"/>
                    </a:lnTo>
                    <a:lnTo>
                      <a:pt x="54" y="23"/>
                    </a:lnTo>
                    <a:lnTo>
                      <a:pt x="56" y="30"/>
                    </a:lnTo>
                    <a:lnTo>
                      <a:pt x="58" y="37"/>
                    </a:lnTo>
                    <a:lnTo>
                      <a:pt x="60" y="45"/>
                    </a:lnTo>
                    <a:lnTo>
                      <a:pt x="60" y="52"/>
                    </a:lnTo>
                    <a:lnTo>
                      <a:pt x="55" y="57"/>
                    </a:lnTo>
                    <a:lnTo>
                      <a:pt x="56" y="62"/>
                    </a:lnTo>
                    <a:lnTo>
                      <a:pt x="60" y="66"/>
                    </a:lnTo>
                    <a:lnTo>
                      <a:pt x="62" y="70"/>
                    </a:lnTo>
                    <a:lnTo>
                      <a:pt x="65" y="73"/>
                    </a:lnTo>
                    <a:lnTo>
                      <a:pt x="67" y="77"/>
                    </a:lnTo>
                    <a:lnTo>
                      <a:pt x="70" y="81"/>
                    </a:lnTo>
                    <a:lnTo>
                      <a:pt x="73" y="84"/>
                    </a:lnTo>
                    <a:lnTo>
                      <a:pt x="77" y="88"/>
                    </a:lnTo>
                    <a:lnTo>
                      <a:pt x="77" y="92"/>
                    </a:lnTo>
                    <a:lnTo>
                      <a:pt x="76" y="95"/>
                    </a:lnTo>
                    <a:lnTo>
                      <a:pt x="73" y="97"/>
                    </a:lnTo>
                    <a:lnTo>
                      <a:pt x="70" y="99"/>
                    </a:lnTo>
                    <a:lnTo>
                      <a:pt x="69" y="99"/>
                    </a:lnTo>
                    <a:lnTo>
                      <a:pt x="67" y="100"/>
                    </a:lnTo>
                    <a:lnTo>
                      <a:pt x="65" y="100"/>
                    </a:lnTo>
                    <a:lnTo>
                      <a:pt x="64" y="101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5" y="115"/>
                    </a:lnTo>
                    <a:lnTo>
                      <a:pt x="64" y="115"/>
                    </a:lnTo>
                    <a:lnTo>
                      <a:pt x="62" y="117"/>
                    </a:lnTo>
                    <a:lnTo>
                      <a:pt x="63" y="117"/>
                    </a:lnTo>
                    <a:lnTo>
                      <a:pt x="64" y="118"/>
                    </a:lnTo>
                    <a:lnTo>
                      <a:pt x="65" y="118"/>
                    </a:lnTo>
                    <a:lnTo>
                      <a:pt x="66" y="119"/>
                    </a:lnTo>
                    <a:lnTo>
                      <a:pt x="67" y="119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6" y="123"/>
                    </a:lnTo>
                    <a:lnTo>
                      <a:pt x="63" y="126"/>
                    </a:lnTo>
                    <a:lnTo>
                      <a:pt x="62" y="129"/>
                    </a:lnTo>
                    <a:lnTo>
                      <a:pt x="63" y="133"/>
                    </a:lnTo>
                    <a:lnTo>
                      <a:pt x="64" y="137"/>
                    </a:lnTo>
                    <a:lnTo>
                      <a:pt x="65" y="141"/>
                    </a:lnTo>
                    <a:lnTo>
                      <a:pt x="65" y="145"/>
                    </a:lnTo>
                    <a:lnTo>
                      <a:pt x="64" y="148"/>
                    </a:lnTo>
                    <a:lnTo>
                      <a:pt x="60" y="151"/>
                    </a:lnTo>
                    <a:lnTo>
                      <a:pt x="55" y="151"/>
                    </a:lnTo>
                    <a:lnTo>
                      <a:pt x="51" y="152"/>
                    </a:lnTo>
                    <a:lnTo>
                      <a:pt x="46" y="153"/>
                    </a:lnTo>
                    <a:lnTo>
                      <a:pt x="41" y="155"/>
                    </a:lnTo>
                    <a:lnTo>
                      <a:pt x="37" y="155"/>
                    </a:lnTo>
                    <a:lnTo>
                      <a:pt x="33" y="157"/>
                    </a:lnTo>
                    <a:lnTo>
                      <a:pt x="29" y="158"/>
                    </a:lnTo>
                    <a:lnTo>
                      <a:pt x="24" y="161"/>
                    </a:lnTo>
                    <a:lnTo>
                      <a:pt x="20" y="165"/>
                    </a:lnTo>
                    <a:lnTo>
                      <a:pt x="17" y="170"/>
                    </a:lnTo>
                    <a:lnTo>
                      <a:pt x="14" y="175"/>
                    </a:lnTo>
                    <a:lnTo>
                      <a:pt x="10" y="180"/>
                    </a:lnTo>
                    <a:lnTo>
                      <a:pt x="8" y="186"/>
                    </a:lnTo>
                    <a:lnTo>
                      <a:pt x="5" y="191"/>
                    </a:lnTo>
                    <a:lnTo>
                      <a:pt x="3" y="196"/>
                    </a:lnTo>
                    <a:lnTo>
                      <a:pt x="0" y="202"/>
                    </a:lnTo>
                    <a:lnTo>
                      <a:pt x="0" y="64"/>
                    </a:lnTo>
                    <a:lnTo>
                      <a:pt x="3" y="62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4"/>
                    </a:lnTo>
                    <a:lnTo>
                      <a:pt x="14" y="51"/>
                    </a:lnTo>
                    <a:lnTo>
                      <a:pt x="16" y="48"/>
                    </a:lnTo>
                    <a:lnTo>
                      <a:pt x="17" y="45"/>
                    </a:lnTo>
                    <a:lnTo>
                      <a:pt x="18" y="41"/>
                    </a:lnTo>
                    <a:lnTo>
                      <a:pt x="17" y="33"/>
                    </a:lnTo>
                    <a:lnTo>
                      <a:pt x="16" y="24"/>
                    </a:lnTo>
                    <a:lnTo>
                      <a:pt x="17" y="17"/>
                    </a:lnTo>
                    <a:lnTo>
                      <a:pt x="19" y="8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31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1" name="Freeform 1086"/>
              <p:cNvSpPr>
                <a:spLocks/>
              </p:cNvSpPr>
              <p:nvPr/>
            </p:nvSpPr>
            <p:spPr bwMode="auto">
              <a:xfrm>
                <a:off x="1991" y="3205"/>
                <a:ext cx="32" cy="37"/>
              </a:xfrm>
              <a:custGeom>
                <a:avLst/>
                <a:gdLst>
                  <a:gd name="T0" fmla="*/ 32 w 32"/>
                  <a:gd name="T1" fmla="*/ 0 h 37"/>
                  <a:gd name="T2" fmla="*/ 30 w 32"/>
                  <a:gd name="T3" fmla="*/ 5 h 37"/>
                  <a:gd name="T4" fmla="*/ 28 w 32"/>
                  <a:gd name="T5" fmla="*/ 9 h 37"/>
                  <a:gd name="T6" fmla="*/ 28 w 32"/>
                  <a:gd name="T7" fmla="*/ 14 h 37"/>
                  <a:gd name="T8" fmla="*/ 28 w 32"/>
                  <a:gd name="T9" fmla="*/ 18 h 37"/>
                  <a:gd name="T10" fmla="*/ 28 w 32"/>
                  <a:gd name="T11" fmla="*/ 23 h 37"/>
                  <a:gd name="T12" fmla="*/ 29 w 32"/>
                  <a:gd name="T13" fmla="*/ 28 h 37"/>
                  <a:gd name="T14" fmla="*/ 30 w 32"/>
                  <a:gd name="T15" fmla="*/ 33 h 37"/>
                  <a:gd name="T16" fmla="*/ 31 w 32"/>
                  <a:gd name="T17" fmla="*/ 37 h 37"/>
                  <a:gd name="T18" fmla="*/ 0 w 32"/>
                  <a:gd name="T19" fmla="*/ 37 h 37"/>
                  <a:gd name="T20" fmla="*/ 2 w 32"/>
                  <a:gd name="T21" fmla="*/ 31 h 37"/>
                  <a:gd name="T22" fmla="*/ 4 w 32"/>
                  <a:gd name="T23" fmla="*/ 24 h 37"/>
                  <a:gd name="T24" fmla="*/ 7 w 32"/>
                  <a:gd name="T25" fmla="*/ 18 h 37"/>
                  <a:gd name="T26" fmla="*/ 10 w 32"/>
                  <a:gd name="T27" fmla="*/ 12 h 37"/>
                  <a:gd name="T28" fmla="*/ 13 w 32"/>
                  <a:gd name="T29" fmla="*/ 6 h 37"/>
                  <a:gd name="T30" fmla="*/ 18 w 32"/>
                  <a:gd name="T31" fmla="*/ 2 h 37"/>
                  <a:gd name="T32" fmla="*/ 24 w 32"/>
                  <a:gd name="T33" fmla="*/ 0 h 37"/>
                  <a:gd name="T34" fmla="*/ 32 w 3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2"/>
                  <a:gd name="T55" fmla="*/ 0 h 37"/>
                  <a:gd name="T56" fmla="*/ 32 w 32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2" h="37">
                    <a:moveTo>
                      <a:pt x="32" y="0"/>
                    </a:moveTo>
                    <a:lnTo>
                      <a:pt x="30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18"/>
                    </a:lnTo>
                    <a:lnTo>
                      <a:pt x="28" y="23"/>
                    </a:lnTo>
                    <a:lnTo>
                      <a:pt x="29" y="28"/>
                    </a:lnTo>
                    <a:lnTo>
                      <a:pt x="30" y="33"/>
                    </a:lnTo>
                    <a:lnTo>
                      <a:pt x="31" y="37"/>
                    </a:lnTo>
                    <a:lnTo>
                      <a:pt x="0" y="37"/>
                    </a:lnTo>
                    <a:lnTo>
                      <a:pt x="2" y="31"/>
                    </a:lnTo>
                    <a:lnTo>
                      <a:pt x="4" y="24"/>
                    </a:lnTo>
                    <a:lnTo>
                      <a:pt x="7" y="18"/>
                    </a:lnTo>
                    <a:lnTo>
                      <a:pt x="10" y="12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2" name="Freeform 1087"/>
              <p:cNvSpPr>
                <a:spLocks/>
              </p:cNvSpPr>
              <p:nvPr/>
            </p:nvSpPr>
            <p:spPr bwMode="auto">
              <a:xfrm>
                <a:off x="2109" y="3205"/>
                <a:ext cx="24" cy="37"/>
              </a:xfrm>
              <a:custGeom>
                <a:avLst/>
                <a:gdLst>
                  <a:gd name="T0" fmla="*/ 24 w 24"/>
                  <a:gd name="T1" fmla="*/ 37 h 37"/>
                  <a:gd name="T2" fmla="*/ 0 w 24"/>
                  <a:gd name="T3" fmla="*/ 37 h 37"/>
                  <a:gd name="T4" fmla="*/ 2 w 24"/>
                  <a:gd name="T5" fmla="*/ 34 h 37"/>
                  <a:gd name="T6" fmla="*/ 3 w 24"/>
                  <a:gd name="T7" fmla="*/ 31 h 37"/>
                  <a:gd name="T8" fmla="*/ 4 w 24"/>
                  <a:gd name="T9" fmla="*/ 27 h 37"/>
                  <a:gd name="T10" fmla="*/ 6 w 24"/>
                  <a:gd name="T11" fmla="*/ 23 h 37"/>
                  <a:gd name="T12" fmla="*/ 7 w 24"/>
                  <a:gd name="T13" fmla="*/ 20 h 37"/>
                  <a:gd name="T14" fmla="*/ 9 w 24"/>
                  <a:gd name="T15" fmla="*/ 17 h 37"/>
                  <a:gd name="T16" fmla="*/ 13 w 24"/>
                  <a:gd name="T17" fmla="*/ 14 h 37"/>
                  <a:gd name="T18" fmla="*/ 16 w 24"/>
                  <a:gd name="T19" fmla="*/ 12 h 37"/>
                  <a:gd name="T20" fmla="*/ 15 w 24"/>
                  <a:gd name="T21" fmla="*/ 0 h 37"/>
                  <a:gd name="T22" fmla="*/ 24 w 24"/>
                  <a:gd name="T23" fmla="*/ 0 h 37"/>
                  <a:gd name="T24" fmla="*/ 24 w 24"/>
                  <a:gd name="T25" fmla="*/ 37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37"/>
                  <a:gd name="T41" fmla="*/ 24 w 24"/>
                  <a:gd name="T42" fmla="*/ 37 h 3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37">
                    <a:moveTo>
                      <a:pt x="24" y="37"/>
                    </a:moveTo>
                    <a:lnTo>
                      <a:pt x="0" y="37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4" y="27"/>
                    </a:lnTo>
                    <a:lnTo>
                      <a:pt x="6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6" y="1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24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3" name="Freeform 1088"/>
              <p:cNvSpPr>
                <a:spLocks/>
              </p:cNvSpPr>
              <p:nvPr/>
            </p:nvSpPr>
            <p:spPr bwMode="auto">
              <a:xfrm>
                <a:off x="2140" y="3236"/>
                <a:ext cx="11" cy="25"/>
              </a:xfrm>
              <a:custGeom>
                <a:avLst/>
                <a:gdLst>
                  <a:gd name="T0" fmla="*/ 0 w 11"/>
                  <a:gd name="T1" fmla="*/ 25 h 25"/>
                  <a:gd name="T2" fmla="*/ 0 w 11"/>
                  <a:gd name="T3" fmla="*/ 10 h 25"/>
                  <a:gd name="T4" fmla="*/ 10 w 11"/>
                  <a:gd name="T5" fmla="*/ 0 h 25"/>
                  <a:gd name="T6" fmla="*/ 11 w 11"/>
                  <a:gd name="T7" fmla="*/ 4 h 25"/>
                  <a:gd name="T8" fmla="*/ 11 w 11"/>
                  <a:gd name="T9" fmla="*/ 8 h 25"/>
                  <a:gd name="T10" fmla="*/ 10 w 11"/>
                  <a:gd name="T11" fmla="*/ 12 h 25"/>
                  <a:gd name="T12" fmla="*/ 9 w 11"/>
                  <a:gd name="T13" fmla="*/ 15 h 25"/>
                  <a:gd name="T14" fmla="*/ 7 w 11"/>
                  <a:gd name="T15" fmla="*/ 18 h 25"/>
                  <a:gd name="T16" fmla="*/ 5 w 11"/>
                  <a:gd name="T17" fmla="*/ 20 h 25"/>
                  <a:gd name="T18" fmla="*/ 2 w 11"/>
                  <a:gd name="T19" fmla="*/ 23 h 25"/>
                  <a:gd name="T20" fmla="*/ 0 w 1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25"/>
                  <a:gd name="T35" fmla="*/ 11 w 11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25">
                    <a:moveTo>
                      <a:pt x="0" y="25"/>
                    </a:moveTo>
                    <a:lnTo>
                      <a:pt x="0" y="10"/>
                    </a:lnTo>
                    <a:lnTo>
                      <a:pt x="10" y="0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8"/>
                    </a:lnTo>
                    <a:lnTo>
                      <a:pt x="5" y="20"/>
                    </a:lnTo>
                    <a:lnTo>
                      <a:pt x="2" y="2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4" name="Freeform 1089"/>
              <p:cNvSpPr>
                <a:spLocks/>
              </p:cNvSpPr>
              <p:nvPr/>
            </p:nvSpPr>
            <p:spPr bwMode="auto">
              <a:xfrm>
                <a:off x="1984" y="3246"/>
                <a:ext cx="54" cy="38"/>
              </a:xfrm>
              <a:custGeom>
                <a:avLst/>
                <a:gdLst>
                  <a:gd name="T0" fmla="*/ 38 w 54"/>
                  <a:gd name="T1" fmla="*/ 0 h 38"/>
                  <a:gd name="T2" fmla="*/ 38 w 54"/>
                  <a:gd name="T3" fmla="*/ 4 h 38"/>
                  <a:gd name="T4" fmla="*/ 39 w 54"/>
                  <a:gd name="T5" fmla="*/ 6 h 38"/>
                  <a:gd name="T6" fmla="*/ 41 w 54"/>
                  <a:gd name="T7" fmla="*/ 7 h 38"/>
                  <a:gd name="T8" fmla="*/ 44 w 54"/>
                  <a:gd name="T9" fmla="*/ 8 h 38"/>
                  <a:gd name="T10" fmla="*/ 47 w 54"/>
                  <a:gd name="T11" fmla="*/ 9 h 38"/>
                  <a:gd name="T12" fmla="*/ 49 w 54"/>
                  <a:gd name="T13" fmla="*/ 9 h 38"/>
                  <a:gd name="T14" fmla="*/ 52 w 54"/>
                  <a:gd name="T15" fmla="*/ 10 h 38"/>
                  <a:gd name="T16" fmla="*/ 54 w 54"/>
                  <a:gd name="T17" fmla="*/ 10 h 38"/>
                  <a:gd name="T18" fmla="*/ 53 w 54"/>
                  <a:gd name="T19" fmla="*/ 37 h 38"/>
                  <a:gd name="T20" fmla="*/ 49 w 54"/>
                  <a:gd name="T21" fmla="*/ 37 h 38"/>
                  <a:gd name="T22" fmla="*/ 46 w 54"/>
                  <a:gd name="T23" fmla="*/ 37 h 38"/>
                  <a:gd name="T24" fmla="*/ 42 w 54"/>
                  <a:gd name="T25" fmla="*/ 37 h 38"/>
                  <a:gd name="T26" fmla="*/ 39 w 54"/>
                  <a:gd name="T27" fmla="*/ 38 h 38"/>
                  <a:gd name="T28" fmla="*/ 36 w 54"/>
                  <a:gd name="T29" fmla="*/ 38 h 38"/>
                  <a:gd name="T30" fmla="*/ 32 w 54"/>
                  <a:gd name="T31" fmla="*/ 38 h 38"/>
                  <a:gd name="T32" fmla="*/ 29 w 54"/>
                  <a:gd name="T33" fmla="*/ 38 h 38"/>
                  <a:gd name="T34" fmla="*/ 25 w 54"/>
                  <a:gd name="T35" fmla="*/ 38 h 38"/>
                  <a:gd name="T36" fmla="*/ 22 w 54"/>
                  <a:gd name="T37" fmla="*/ 38 h 38"/>
                  <a:gd name="T38" fmla="*/ 18 w 54"/>
                  <a:gd name="T39" fmla="*/ 38 h 38"/>
                  <a:gd name="T40" fmla="*/ 15 w 54"/>
                  <a:gd name="T41" fmla="*/ 38 h 38"/>
                  <a:gd name="T42" fmla="*/ 11 w 54"/>
                  <a:gd name="T43" fmla="*/ 38 h 38"/>
                  <a:gd name="T44" fmla="*/ 8 w 54"/>
                  <a:gd name="T45" fmla="*/ 37 h 38"/>
                  <a:gd name="T46" fmla="*/ 5 w 54"/>
                  <a:gd name="T47" fmla="*/ 37 h 38"/>
                  <a:gd name="T48" fmla="*/ 3 w 54"/>
                  <a:gd name="T49" fmla="*/ 37 h 38"/>
                  <a:gd name="T50" fmla="*/ 0 w 54"/>
                  <a:gd name="T51" fmla="*/ 36 h 38"/>
                  <a:gd name="T52" fmla="*/ 5 w 54"/>
                  <a:gd name="T53" fmla="*/ 0 h 38"/>
                  <a:gd name="T54" fmla="*/ 38 w 54"/>
                  <a:gd name="T55" fmla="*/ 0 h 3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4"/>
                  <a:gd name="T85" fmla="*/ 0 h 38"/>
                  <a:gd name="T86" fmla="*/ 54 w 54"/>
                  <a:gd name="T87" fmla="*/ 38 h 3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4" h="38">
                    <a:moveTo>
                      <a:pt x="38" y="0"/>
                    </a:moveTo>
                    <a:lnTo>
                      <a:pt x="38" y="4"/>
                    </a:lnTo>
                    <a:lnTo>
                      <a:pt x="39" y="6"/>
                    </a:lnTo>
                    <a:lnTo>
                      <a:pt x="41" y="7"/>
                    </a:lnTo>
                    <a:lnTo>
                      <a:pt x="44" y="8"/>
                    </a:lnTo>
                    <a:lnTo>
                      <a:pt x="47" y="9"/>
                    </a:lnTo>
                    <a:lnTo>
                      <a:pt x="49" y="9"/>
                    </a:lnTo>
                    <a:lnTo>
                      <a:pt x="52" y="10"/>
                    </a:lnTo>
                    <a:lnTo>
                      <a:pt x="54" y="10"/>
                    </a:lnTo>
                    <a:lnTo>
                      <a:pt x="53" y="37"/>
                    </a:lnTo>
                    <a:lnTo>
                      <a:pt x="49" y="37"/>
                    </a:lnTo>
                    <a:lnTo>
                      <a:pt x="46" y="37"/>
                    </a:lnTo>
                    <a:lnTo>
                      <a:pt x="42" y="37"/>
                    </a:lnTo>
                    <a:lnTo>
                      <a:pt x="39" y="38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5" y="38"/>
                    </a:lnTo>
                    <a:lnTo>
                      <a:pt x="22" y="38"/>
                    </a:lnTo>
                    <a:lnTo>
                      <a:pt x="18" y="38"/>
                    </a:lnTo>
                    <a:lnTo>
                      <a:pt x="15" y="38"/>
                    </a:lnTo>
                    <a:lnTo>
                      <a:pt x="11" y="38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0" y="36"/>
                    </a:lnTo>
                    <a:lnTo>
                      <a:pt x="5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5" name="Freeform 1090"/>
              <p:cNvSpPr>
                <a:spLocks/>
              </p:cNvSpPr>
              <p:nvPr/>
            </p:nvSpPr>
            <p:spPr bwMode="auto">
              <a:xfrm>
                <a:off x="2050" y="3246"/>
                <a:ext cx="84" cy="38"/>
              </a:xfrm>
              <a:custGeom>
                <a:avLst/>
                <a:gdLst>
                  <a:gd name="T0" fmla="*/ 84 w 84"/>
                  <a:gd name="T1" fmla="*/ 2 h 38"/>
                  <a:gd name="T2" fmla="*/ 84 w 84"/>
                  <a:gd name="T3" fmla="*/ 38 h 38"/>
                  <a:gd name="T4" fmla="*/ 0 w 84"/>
                  <a:gd name="T5" fmla="*/ 38 h 38"/>
                  <a:gd name="T6" fmla="*/ 2 w 84"/>
                  <a:gd name="T7" fmla="*/ 34 h 38"/>
                  <a:gd name="T8" fmla="*/ 4 w 84"/>
                  <a:gd name="T9" fmla="*/ 30 h 38"/>
                  <a:gd name="T10" fmla="*/ 7 w 84"/>
                  <a:gd name="T11" fmla="*/ 27 h 38"/>
                  <a:gd name="T12" fmla="*/ 11 w 84"/>
                  <a:gd name="T13" fmla="*/ 26 h 38"/>
                  <a:gd name="T14" fmla="*/ 15 w 84"/>
                  <a:gd name="T15" fmla="*/ 24 h 38"/>
                  <a:gd name="T16" fmla="*/ 19 w 84"/>
                  <a:gd name="T17" fmla="*/ 23 h 38"/>
                  <a:gd name="T18" fmla="*/ 23 w 84"/>
                  <a:gd name="T19" fmla="*/ 22 h 38"/>
                  <a:gd name="T20" fmla="*/ 27 w 84"/>
                  <a:gd name="T21" fmla="*/ 21 h 38"/>
                  <a:gd name="T22" fmla="*/ 25 w 84"/>
                  <a:gd name="T23" fmla="*/ 19 h 38"/>
                  <a:gd name="T24" fmla="*/ 21 w 84"/>
                  <a:gd name="T25" fmla="*/ 18 h 38"/>
                  <a:gd name="T26" fmla="*/ 19 w 84"/>
                  <a:gd name="T27" fmla="*/ 16 h 38"/>
                  <a:gd name="T28" fmla="*/ 16 w 84"/>
                  <a:gd name="T29" fmla="*/ 15 h 38"/>
                  <a:gd name="T30" fmla="*/ 14 w 84"/>
                  <a:gd name="T31" fmla="*/ 14 h 38"/>
                  <a:gd name="T32" fmla="*/ 12 w 84"/>
                  <a:gd name="T33" fmla="*/ 12 h 38"/>
                  <a:gd name="T34" fmla="*/ 12 w 84"/>
                  <a:gd name="T35" fmla="*/ 9 h 38"/>
                  <a:gd name="T36" fmla="*/ 13 w 84"/>
                  <a:gd name="T37" fmla="*/ 5 h 38"/>
                  <a:gd name="T38" fmla="*/ 15 w 84"/>
                  <a:gd name="T39" fmla="*/ 5 h 38"/>
                  <a:gd name="T40" fmla="*/ 17 w 84"/>
                  <a:gd name="T41" fmla="*/ 5 h 38"/>
                  <a:gd name="T42" fmla="*/ 20 w 84"/>
                  <a:gd name="T43" fmla="*/ 6 h 38"/>
                  <a:gd name="T44" fmla="*/ 23 w 84"/>
                  <a:gd name="T45" fmla="*/ 7 h 38"/>
                  <a:gd name="T46" fmla="*/ 26 w 84"/>
                  <a:gd name="T47" fmla="*/ 8 h 38"/>
                  <a:gd name="T48" fmla="*/ 27 w 84"/>
                  <a:gd name="T49" fmla="*/ 10 h 38"/>
                  <a:gd name="T50" fmla="*/ 28 w 84"/>
                  <a:gd name="T51" fmla="*/ 12 h 38"/>
                  <a:gd name="T52" fmla="*/ 29 w 84"/>
                  <a:gd name="T53" fmla="*/ 15 h 38"/>
                  <a:gd name="T54" fmla="*/ 30 w 84"/>
                  <a:gd name="T55" fmla="*/ 16 h 38"/>
                  <a:gd name="T56" fmla="*/ 32 w 84"/>
                  <a:gd name="T57" fmla="*/ 14 h 38"/>
                  <a:gd name="T58" fmla="*/ 33 w 84"/>
                  <a:gd name="T59" fmla="*/ 12 h 38"/>
                  <a:gd name="T60" fmla="*/ 34 w 84"/>
                  <a:gd name="T61" fmla="*/ 10 h 38"/>
                  <a:gd name="T62" fmla="*/ 35 w 84"/>
                  <a:gd name="T63" fmla="*/ 7 h 38"/>
                  <a:gd name="T64" fmla="*/ 36 w 84"/>
                  <a:gd name="T65" fmla="*/ 5 h 38"/>
                  <a:gd name="T66" fmla="*/ 37 w 84"/>
                  <a:gd name="T67" fmla="*/ 4 h 38"/>
                  <a:gd name="T68" fmla="*/ 39 w 84"/>
                  <a:gd name="T69" fmla="*/ 2 h 38"/>
                  <a:gd name="T70" fmla="*/ 43 w 84"/>
                  <a:gd name="T71" fmla="*/ 2 h 38"/>
                  <a:gd name="T72" fmla="*/ 47 w 84"/>
                  <a:gd name="T73" fmla="*/ 7 h 38"/>
                  <a:gd name="T74" fmla="*/ 48 w 84"/>
                  <a:gd name="T75" fmla="*/ 12 h 38"/>
                  <a:gd name="T76" fmla="*/ 49 w 84"/>
                  <a:gd name="T77" fmla="*/ 19 h 38"/>
                  <a:gd name="T78" fmla="*/ 50 w 84"/>
                  <a:gd name="T79" fmla="*/ 25 h 38"/>
                  <a:gd name="T80" fmla="*/ 64 w 84"/>
                  <a:gd name="T81" fmla="*/ 25 h 38"/>
                  <a:gd name="T82" fmla="*/ 64 w 84"/>
                  <a:gd name="T83" fmla="*/ 19 h 38"/>
                  <a:gd name="T84" fmla="*/ 62 w 84"/>
                  <a:gd name="T85" fmla="*/ 13 h 38"/>
                  <a:gd name="T86" fmla="*/ 61 w 84"/>
                  <a:gd name="T87" fmla="*/ 7 h 38"/>
                  <a:gd name="T88" fmla="*/ 60 w 84"/>
                  <a:gd name="T89" fmla="*/ 0 h 38"/>
                  <a:gd name="T90" fmla="*/ 63 w 84"/>
                  <a:gd name="T91" fmla="*/ 0 h 38"/>
                  <a:gd name="T92" fmla="*/ 66 w 84"/>
                  <a:gd name="T93" fmla="*/ 2 h 38"/>
                  <a:gd name="T94" fmla="*/ 69 w 84"/>
                  <a:gd name="T95" fmla="*/ 2 h 38"/>
                  <a:gd name="T96" fmla="*/ 72 w 84"/>
                  <a:gd name="T97" fmla="*/ 2 h 38"/>
                  <a:gd name="T98" fmla="*/ 75 w 84"/>
                  <a:gd name="T99" fmla="*/ 2 h 38"/>
                  <a:gd name="T100" fmla="*/ 78 w 84"/>
                  <a:gd name="T101" fmla="*/ 2 h 38"/>
                  <a:gd name="T102" fmla="*/ 81 w 84"/>
                  <a:gd name="T103" fmla="*/ 2 h 38"/>
                  <a:gd name="T104" fmla="*/ 84 w 84"/>
                  <a:gd name="T105" fmla="*/ 2 h 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38"/>
                  <a:gd name="T161" fmla="*/ 84 w 84"/>
                  <a:gd name="T162" fmla="*/ 38 h 3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38">
                    <a:moveTo>
                      <a:pt x="84" y="2"/>
                    </a:moveTo>
                    <a:lnTo>
                      <a:pt x="84" y="38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7" y="27"/>
                    </a:lnTo>
                    <a:lnTo>
                      <a:pt x="11" y="26"/>
                    </a:lnTo>
                    <a:lnTo>
                      <a:pt x="15" y="24"/>
                    </a:lnTo>
                    <a:lnTo>
                      <a:pt x="19" y="23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25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6" y="15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20" y="6"/>
                    </a:lnTo>
                    <a:lnTo>
                      <a:pt x="23" y="7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28" y="12"/>
                    </a:lnTo>
                    <a:lnTo>
                      <a:pt x="29" y="15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4" y="10"/>
                    </a:lnTo>
                    <a:lnTo>
                      <a:pt x="35" y="7"/>
                    </a:lnTo>
                    <a:lnTo>
                      <a:pt x="36" y="5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3" y="2"/>
                    </a:lnTo>
                    <a:lnTo>
                      <a:pt x="47" y="7"/>
                    </a:lnTo>
                    <a:lnTo>
                      <a:pt x="48" y="12"/>
                    </a:lnTo>
                    <a:lnTo>
                      <a:pt x="49" y="19"/>
                    </a:lnTo>
                    <a:lnTo>
                      <a:pt x="50" y="25"/>
                    </a:lnTo>
                    <a:lnTo>
                      <a:pt x="64" y="25"/>
                    </a:lnTo>
                    <a:lnTo>
                      <a:pt x="64" y="19"/>
                    </a:lnTo>
                    <a:lnTo>
                      <a:pt x="62" y="13"/>
                    </a:lnTo>
                    <a:lnTo>
                      <a:pt x="61" y="7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6" y="2"/>
                    </a:lnTo>
                    <a:lnTo>
                      <a:pt x="69" y="2"/>
                    </a:lnTo>
                    <a:lnTo>
                      <a:pt x="72" y="2"/>
                    </a:lnTo>
                    <a:lnTo>
                      <a:pt x="75" y="2"/>
                    </a:lnTo>
                    <a:lnTo>
                      <a:pt x="78" y="2"/>
                    </a:lnTo>
                    <a:lnTo>
                      <a:pt x="81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6" name="Freeform 1091"/>
              <p:cNvSpPr>
                <a:spLocks/>
              </p:cNvSpPr>
              <p:nvPr/>
            </p:nvSpPr>
            <p:spPr bwMode="auto">
              <a:xfrm>
                <a:off x="1984" y="3288"/>
                <a:ext cx="51" cy="38"/>
              </a:xfrm>
              <a:custGeom>
                <a:avLst/>
                <a:gdLst>
                  <a:gd name="T0" fmla="*/ 51 w 51"/>
                  <a:gd name="T1" fmla="*/ 1 h 38"/>
                  <a:gd name="T2" fmla="*/ 49 w 51"/>
                  <a:gd name="T3" fmla="*/ 8 h 38"/>
                  <a:gd name="T4" fmla="*/ 46 w 51"/>
                  <a:gd name="T5" fmla="*/ 12 h 38"/>
                  <a:gd name="T6" fmla="*/ 40 w 51"/>
                  <a:gd name="T7" fmla="*/ 15 h 38"/>
                  <a:gd name="T8" fmla="*/ 35 w 51"/>
                  <a:gd name="T9" fmla="*/ 17 h 38"/>
                  <a:gd name="T10" fmla="*/ 30 w 51"/>
                  <a:gd name="T11" fmla="*/ 20 h 38"/>
                  <a:gd name="T12" fmla="*/ 26 w 51"/>
                  <a:gd name="T13" fmla="*/ 25 h 38"/>
                  <a:gd name="T14" fmla="*/ 26 w 51"/>
                  <a:gd name="T15" fmla="*/ 30 h 38"/>
                  <a:gd name="T16" fmla="*/ 30 w 51"/>
                  <a:gd name="T17" fmla="*/ 38 h 38"/>
                  <a:gd name="T18" fmla="*/ 5 w 51"/>
                  <a:gd name="T19" fmla="*/ 38 h 38"/>
                  <a:gd name="T20" fmla="*/ 3 w 51"/>
                  <a:gd name="T21" fmla="*/ 28 h 38"/>
                  <a:gd name="T22" fmla="*/ 1 w 51"/>
                  <a:gd name="T23" fmla="*/ 19 h 38"/>
                  <a:gd name="T24" fmla="*/ 0 w 51"/>
                  <a:gd name="T25" fmla="*/ 10 h 38"/>
                  <a:gd name="T26" fmla="*/ 1 w 51"/>
                  <a:gd name="T27" fmla="*/ 0 h 38"/>
                  <a:gd name="T28" fmla="*/ 51 w 51"/>
                  <a:gd name="T29" fmla="*/ 1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1"/>
                  <a:gd name="T46" fmla="*/ 0 h 38"/>
                  <a:gd name="T47" fmla="*/ 51 w 51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1" h="38">
                    <a:moveTo>
                      <a:pt x="51" y="1"/>
                    </a:moveTo>
                    <a:lnTo>
                      <a:pt x="49" y="8"/>
                    </a:lnTo>
                    <a:lnTo>
                      <a:pt x="46" y="12"/>
                    </a:lnTo>
                    <a:lnTo>
                      <a:pt x="40" y="15"/>
                    </a:lnTo>
                    <a:lnTo>
                      <a:pt x="35" y="17"/>
                    </a:lnTo>
                    <a:lnTo>
                      <a:pt x="30" y="20"/>
                    </a:lnTo>
                    <a:lnTo>
                      <a:pt x="26" y="25"/>
                    </a:lnTo>
                    <a:lnTo>
                      <a:pt x="26" y="30"/>
                    </a:lnTo>
                    <a:lnTo>
                      <a:pt x="30" y="38"/>
                    </a:lnTo>
                    <a:lnTo>
                      <a:pt x="5" y="38"/>
                    </a:lnTo>
                    <a:lnTo>
                      <a:pt x="3" y="28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5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7" name="Freeform 1092"/>
              <p:cNvSpPr>
                <a:spLocks/>
              </p:cNvSpPr>
              <p:nvPr/>
            </p:nvSpPr>
            <p:spPr bwMode="auto">
              <a:xfrm>
                <a:off x="2052" y="3288"/>
                <a:ext cx="82" cy="38"/>
              </a:xfrm>
              <a:custGeom>
                <a:avLst/>
                <a:gdLst>
                  <a:gd name="T0" fmla="*/ 82 w 82"/>
                  <a:gd name="T1" fmla="*/ 38 h 38"/>
                  <a:gd name="T2" fmla="*/ 21 w 82"/>
                  <a:gd name="T3" fmla="*/ 38 h 38"/>
                  <a:gd name="T4" fmla="*/ 17 w 82"/>
                  <a:gd name="T5" fmla="*/ 35 h 38"/>
                  <a:gd name="T6" fmla="*/ 13 w 82"/>
                  <a:gd name="T7" fmla="*/ 32 h 38"/>
                  <a:gd name="T8" fmla="*/ 9 w 82"/>
                  <a:gd name="T9" fmla="*/ 28 h 38"/>
                  <a:gd name="T10" fmla="*/ 7 w 82"/>
                  <a:gd name="T11" fmla="*/ 23 h 38"/>
                  <a:gd name="T12" fmla="*/ 4 w 82"/>
                  <a:gd name="T13" fmla="*/ 17 h 38"/>
                  <a:gd name="T14" fmla="*/ 2 w 82"/>
                  <a:gd name="T15" fmla="*/ 11 h 38"/>
                  <a:gd name="T16" fmla="*/ 1 w 82"/>
                  <a:gd name="T17" fmla="*/ 5 h 38"/>
                  <a:gd name="T18" fmla="*/ 0 w 82"/>
                  <a:gd name="T19" fmla="*/ 0 h 38"/>
                  <a:gd name="T20" fmla="*/ 82 w 82"/>
                  <a:gd name="T21" fmla="*/ 1 h 38"/>
                  <a:gd name="T22" fmla="*/ 82 w 82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2"/>
                  <a:gd name="T37" fmla="*/ 0 h 38"/>
                  <a:gd name="T38" fmla="*/ 82 w 82"/>
                  <a:gd name="T39" fmla="*/ 38 h 3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2" h="38">
                    <a:moveTo>
                      <a:pt x="82" y="38"/>
                    </a:moveTo>
                    <a:lnTo>
                      <a:pt x="21" y="38"/>
                    </a:lnTo>
                    <a:lnTo>
                      <a:pt x="17" y="35"/>
                    </a:lnTo>
                    <a:lnTo>
                      <a:pt x="13" y="32"/>
                    </a:lnTo>
                    <a:lnTo>
                      <a:pt x="9" y="28"/>
                    </a:lnTo>
                    <a:lnTo>
                      <a:pt x="7" y="23"/>
                    </a:lnTo>
                    <a:lnTo>
                      <a:pt x="4" y="17"/>
                    </a:lnTo>
                    <a:lnTo>
                      <a:pt x="2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82" y="1"/>
                    </a:lnTo>
                    <a:lnTo>
                      <a:pt x="82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8" name="Freeform 1093"/>
              <p:cNvSpPr>
                <a:spLocks/>
              </p:cNvSpPr>
              <p:nvPr/>
            </p:nvSpPr>
            <p:spPr bwMode="auto">
              <a:xfrm>
                <a:off x="1991" y="3330"/>
                <a:ext cx="47" cy="36"/>
              </a:xfrm>
              <a:custGeom>
                <a:avLst/>
                <a:gdLst>
                  <a:gd name="T0" fmla="*/ 24 w 47"/>
                  <a:gd name="T1" fmla="*/ 1 h 36"/>
                  <a:gd name="T2" fmla="*/ 26 w 47"/>
                  <a:gd name="T3" fmla="*/ 5 h 36"/>
                  <a:gd name="T4" fmla="*/ 27 w 47"/>
                  <a:gd name="T5" fmla="*/ 10 h 36"/>
                  <a:gd name="T6" fmla="*/ 28 w 47"/>
                  <a:gd name="T7" fmla="*/ 15 h 36"/>
                  <a:gd name="T8" fmla="*/ 29 w 47"/>
                  <a:gd name="T9" fmla="*/ 20 h 36"/>
                  <a:gd name="T10" fmla="*/ 30 w 47"/>
                  <a:gd name="T11" fmla="*/ 24 h 36"/>
                  <a:gd name="T12" fmla="*/ 32 w 47"/>
                  <a:gd name="T13" fmla="*/ 29 h 36"/>
                  <a:gd name="T14" fmla="*/ 37 w 47"/>
                  <a:gd name="T15" fmla="*/ 31 h 36"/>
                  <a:gd name="T16" fmla="*/ 42 w 47"/>
                  <a:gd name="T17" fmla="*/ 32 h 36"/>
                  <a:gd name="T18" fmla="*/ 44 w 47"/>
                  <a:gd name="T19" fmla="*/ 32 h 36"/>
                  <a:gd name="T20" fmla="*/ 45 w 47"/>
                  <a:gd name="T21" fmla="*/ 32 h 36"/>
                  <a:gd name="T22" fmla="*/ 46 w 47"/>
                  <a:gd name="T23" fmla="*/ 33 h 36"/>
                  <a:gd name="T24" fmla="*/ 47 w 47"/>
                  <a:gd name="T25" fmla="*/ 34 h 36"/>
                  <a:gd name="T26" fmla="*/ 47 w 47"/>
                  <a:gd name="T27" fmla="*/ 36 h 36"/>
                  <a:gd name="T28" fmla="*/ 17 w 47"/>
                  <a:gd name="T29" fmla="*/ 36 h 36"/>
                  <a:gd name="T30" fmla="*/ 14 w 47"/>
                  <a:gd name="T31" fmla="*/ 32 h 36"/>
                  <a:gd name="T32" fmla="*/ 12 w 47"/>
                  <a:gd name="T33" fmla="*/ 28 h 36"/>
                  <a:gd name="T34" fmla="*/ 9 w 47"/>
                  <a:gd name="T35" fmla="*/ 23 h 36"/>
                  <a:gd name="T36" fmla="*/ 8 w 47"/>
                  <a:gd name="T37" fmla="*/ 19 h 36"/>
                  <a:gd name="T38" fmla="*/ 4 w 47"/>
                  <a:gd name="T39" fmla="*/ 14 h 36"/>
                  <a:gd name="T40" fmla="*/ 3 w 47"/>
                  <a:gd name="T41" fmla="*/ 9 h 36"/>
                  <a:gd name="T42" fmla="*/ 1 w 47"/>
                  <a:gd name="T43" fmla="*/ 5 h 36"/>
                  <a:gd name="T44" fmla="*/ 0 w 47"/>
                  <a:gd name="T45" fmla="*/ 0 h 36"/>
                  <a:gd name="T46" fmla="*/ 24 w 47"/>
                  <a:gd name="T47" fmla="*/ 1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7"/>
                  <a:gd name="T73" fmla="*/ 0 h 36"/>
                  <a:gd name="T74" fmla="*/ 47 w 47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7" h="36">
                    <a:moveTo>
                      <a:pt x="24" y="1"/>
                    </a:moveTo>
                    <a:lnTo>
                      <a:pt x="26" y="5"/>
                    </a:lnTo>
                    <a:lnTo>
                      <a:pt x="27" y="10"/>
                    </a:lnTo>
                    <a:lnTo>
                      <a:pt x="28" y="15"/>
                    </a:lnTo>
                    <a:lnTo>
                      <a:pt x="29" y="20"/>
                    </a:lnTo>
                    <a:lnTo>
                      <a:pt x="30" y="24"/>
                    </a:lnTo>
                    <a:lnTo>
                      <a:pt x="32" y="29"/>
                    </a:lnTo>
                    <a:lnTo>
                      <a:pt x="37" y="31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6" y="33"/>
                    </a:lnTo>
                    <a:lnTo>
                      <a:pt x="47" y="34"/>
                    </a:lnTo>
                    <a:lnTo>
                      <a:pt x="47" y="36"/>
                    </a:lnTo>
                    <a:lnTo>
                      <a:pt x="17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9" y="23"/>
                    </a:lnTo>
                    <a:lnTo>
                      <a:pt x="8" y="19"/>
                    </a:lnTo>
                    <a:lnTo>
                      <a:pt x="4" y="14"/>
                    </a:lnTo>
                    <a:lnTo>
                      <a:pt x="3" y="9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89" name="Freeform 1094"/>
              <p:cNvSpPr>
                <a:spLocks/>
              </p:cNvSpPr>
              <p:nvPr/>
            </p:nvSpPr>
            <p:spPr bwMode="auto">
              <a:xfrm>
                <a:off x="2086" y="3330"/>
                <a:ext cx="47" cy="37"/>
              </a:xfrm>
              <a:custGeom>
                <a:avLst/>
                <a:gdLst>
                  <a:gd name="T0" fmla="*/ 47 w 47"/>
                  <a:gd name="T1" fmla="*/ 36 h 37"/>
                  <a:gd name="T2" fmla="*/ 45 w 47"/>
                  <a:gd name="T3" fmla="*/ 36 h 37"/>
                  <a:gd name="T4" fmla="*/ 42 w 47"/>
                  <a:gd name="T5" fmla="*/ 36 h 37"/>
                  <a:gd name="T6" fmla="*/ 40 w 47"/>
                  <a:gd name="T7" fmla="*/ 37 h 37"/>
                  <a:gd name="T8" fmla="*/ 37 w 47"/>
                  <a:gd name="T9" fmla="*/ 37 h 37"/>
                  <a:gd name="T10" fmla="*/ 33 w 47"/>
                  <a:gd name="T11" fmla="*/ 37 h 37"/>
                  <a:gd name="T12" fmla="*/ 30 w 47"/>
                  <a:gd name="T13" fmla="*/ 37 h 37"/>
                  <a:gd name="T14" fmla="*/ 28 w 47"/>
                  <a:gd name="T15" fmla="*/ 37 h 37"/>
                  <a:gd name="T16" fmla="*/ 25 w 47"/>
                  <a:gd name="T17" fmla="*/ 37 h 37"/>
                  <a:gd name="T18" fmla="*/ 22 w 47"/>
                  <a:gd name="T19" fmla="*/ 37 h 37"/>
                  <a:gd name="T20" fmla="*/ 20 w 47"/>
                  <a:gd name="T21" fmla="*/ 37 h 37"/>
                  <a:gd name="T22" fmla="*/ 16 w 47"/>
                  <a:gd name="T23" fmla="*/ 37 h 37"/>
                  <a:gd name="T24" fmla="*/ 13 w 47"/>
                  <a:gd name="T25" fmla="*/ 37 h 37"/>
                  <a:gd name="T26" fmla="*/ 11 w 47"/>
                  <a:gd name="T27" fmla="*/ 37 h 37"/>
                  <a:gd name="T28" fmla="*/ 9 w 47"/>
                  <a:gd name="T29" fmla="*/ 37 h 37"/>
                  <a:gd name="T30" fmla="*/ 7 w 47"/>
                  <a:gd name="T31" fmla="*/ 37 h 37"/>
                  <a:gd name="T32" fmla="*/ 5 w 47"/>
                  <a:gd name="T33" fmla="*/ 36 h 37"/>
                  <a:gd name="T34" fmla="*/ 6 w 47"/>
                  <a:gd name="T35" fmla="*/ 35 h 37"/>
                  <a:gd name="T36" fmla="*/ 7 w 47"/>
                  <a:gd name="T37" fmla="*/ 34 h 37"/>
                  <a:gd name="T38" fmla="*/ 9 w 47"/>
                  <a:gd name="T39" fmla="*/ 31 h 37"/>
                  <a:gd name="T40" fmla="*/ 10 w 47"/>
                  <a:gd name="T41" fmla="*/ 29 h 37"/>
                  <a:gd name="T42" fmla="*/ 11 w 47"/>
                  <a:gd name="T43" fmla="*/ 26 h 37"/>
                  <a:gd name="T44" fmla="*/ 12 w 47"/>
                  <a:gd name="T45" fmla="*/ 23 h 37"/>
                  <a:gd name="T46" fmla="*/ 13 w 47"/>
                  <a:gd name="T47" fmla="*/ 20 h 37"/>
                  <a:gd name="T48" fmla="*/ 14 w 47"/>
                  <a:gd name="T49" fmla="*/ 18 h 37"/>
                  <a:gd name="T50" fmla="*/ 12 w 47"/>
                  <a:gd name="T51" fmla="*/ 16 h 37"/>
                  <a:gd name="T52" fmla="*/ 10 w 47"/>
                  <a:gd name="T53" fmla="*/ 14 h 37"/>
                  <a:gd name="T54" fmla="*/ 8 w 47"/>
                  <a:gd name="T55" fmla="*/ 12 h 37"/>
                  <a:gd name="T56" fmla="*/ 7 w 47"/>
                  <a:gd name="T57" fmla="*/ 9 h 37"/>
                  <a:gd name="T58" fmla="*/ 5 w 47"/>
                  <a:gd name="T59" fmla="*/ 7 h 37"/>
                  <a:gd name="T60" fmla="*/ 2 w 47"/>
                  <a:gd name="T61" fmla="*/ 5 h 37"/>
                  <a:gd name="T62" fmla="*/ 1 w 47"/>
                  <a:gd name="T63" fmla="*/ 2 h 37"/>
                  <a:gd name="T64" fmla="*/ 0 w 47"/>
                  <a:gd name="T65" fmla="*/ 0 h 37"/>
                  <a:gd name="T66" fmla="*/ 47 w 47"/>
                  <a:gd name="T67" fmla="*/ 1 h 37"/>
                  <a:gd name="T68" fmla="*/ 47 w 47"/>
                  <a:gd name="T69" fmla="*/ 36 h 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"/>
                  <a:gd name="T106" fmla="*/ 0 h 37"/>
                  <a:gd name="T107" fmla="*/ 47 w 47"/>
                  <a:gd name="T108" fmla="*/ 37 h 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" h="37">
                    <a:moveTo>
                      <a:pt x="47" y="36"/>
                    </a:moveTo>
                    <a:lnTo>
                      <a:pt x="45" y="36"/>
                    </a:lnTo>
                    <a:lnTo>
                      <a:pt x="42" y="36"/>
                    </a:lnTo>
                    <a:lnTo>
                      <a:pt x="40" y="37"/>
                    </a:lnTo>
                    <a:lnTo>
                      <a:pt x="37" y="37"/>
                    </a:lnTo>
                    <a:lnTo>
                      <a:pt x="33" y="37"/>
                    </a:lnTo>
                    <a:lnTo>
                      <a:pt x="30" y="37"/>
                    </a:lnTo>
                    <a:lnTo>
                      <a:pt x="28" y="37"/>
                    </a:lnTo>
                    <a:lnTo>
                      <a:pt x="25" y="37"/>
                    </a:lnTo>
                    <a:lnTo>
                      <a:pt x="22" y="37"/>
                    </a:lnTo>
                    <a:lnTo>
                      <a:pt x="20" y="37"/>
                    </a:lnTo>
                    <a:lnTo>
                      <a:pt x="16" y="37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9" y="31"/>
                    </a:lnTo>
                    <a:lnTo>
                      <a:pt x="10" y="29"/>
                    </a:lnTo>
                    <a:lnTo>
                      <a:pt x="11" y="26"/>
                    </a:lnTo>
                    <a:lnTo>
                      <a:pt x="12" y="23"/>
                    </a:lnTo>
                    <a:lnTo>
                      <a:pt x="13" y="20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47" y="1"/>
                    </a:lnTo>
                    <a:lnTo>
                      <a:pt x="47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90" name="Freeform 1095"/>
              <p:cNvSpPr>
                <a:spLocks/>
              </p:cNvSpPr>
              <p:nvPr/>
            </p:nvSpPr>
            <p:spPr bwMode="auto">
              <a:xfrm>
                <a:off x="2013" y="3370"/>
                <a:ext cx="50" cy="38"/>
              </a:xfrm>
              <a:custGeom>
                <a:avLst/>
                <a:gdLst>
                  <a:gd name="T0" fmla="*/ 28 w 50"/>
                  <a:gd name="T1" fmla="*/ 1 h 38"/>
                  <a:gd name="T2" fmla="*/ 31 w 50"/>
                  <a:gd name="T3" fmla="*/ 7 h 38"/>
                  <a:gd name="T4" fmla="*/ 33 w 50"/>
                  <a:gd name="T5" fmla="*/ 11 h 38"/>
                  <a:gd name="T6" fmla="*/ 35 w 50"/>
                  <a:gd name="T7" fmla="*/ 15 h 38"/>
                  <a:gd name="T8" fmla="*/ 38 w 50"/>
                  <a:gd name="T9" fmla="*/ 20 h 38"/>
                  <a:gd name="T10" fmla="*/ 41 w 50"/>
                  <a:gd name="T11" fmla="*/ 24 h 38"/>
                  <a:gd name="T12" fmla="*/ 44 w 50"/>
                  <a:gd name="T13" fmla="*/ 28 h 38"/>
                  <a:gd name="T14" fmla="*/ 47 w 50"/>
                  <a:gd name="T15" fmla="*/ 32 h 38"/>
                  <a:gd name="T16" fmla="*/ 50 w 50"/>
                  <a:gd name="T17" fmla="*/ 38 h 38"/>
                  <a:gd name="T18" fmla="*/ 46 w 50"/>
                  <a:gd name="T19" fmla="*/ 38 h 38"/>
                  <a:gd name="T20" fmla="*/ 41 w 50"/>
                  <a:gd name="T21" fmla="*/ 37 h 38"/>
                  <a:gd name="T22" fmla="*/ 37 w 50"/>
                  <a:gd name="T23" fmla="*/ 37 h 38"/>
                  <a:gd name="T24" fmla="*/ 33 w 50"/>
                  <a:gd name="T25" fmla="*/ 35 h 38"/>
                  <a:gd name="T26" fmla="*/ 29 w 50"/>
                  <a:gd name="T27" fmla="*/ 33 h 38"/>
                  <a:gd name="T28" fmla="*/ 26 w 50"/>
                  <a:gd name="T29" fmla="*/ 31 h 38"/>
                  <a:gd name="T30" fmla="*/ 23 w 50"/>
                  <a:gd name="T31" fmla="*/ 29 h 38"/>
                  <a:gd name="T32" fmla="*/ 20 w 50"/>
                  <a:gd name="T33" fmla="*/ 26 h 38"/>
                  <a:gd name="T34" fmla="*/ 18 w 50"/>
                  <a:gd name="T35" fmla="*/ 23 h 38"/>
                  <a:gd name="T36" fmla="*/ 15 w 50"/>
                  <a:gd name="T37" fmla="*/ 20 h 38"/>
                  <a:gd name="T38" fmla="*/ 12 w 50"/>
                  <a:gd name="T39" fmla="*/ 16 h 38"/>
                  <a:gd name="T40" fmla="*/ 9 w 50"/>
                  <a:gd name="T41" fmla="*/ 13 h 38"/>
                  <a:gd name="T42" fmla="*/ 7 w 50"/>
                  <a:gd name="T43" fmla="*/ 10 h 38"/>
                  <a:gd name="T44" fmla="*/ 5 w 50"/>
                  <a:gd name="T45" fmla="*/ 7 h 38"/>
                  <a:gd name="T46" fmla="*/ 2 w 50"/>
                  <a:gd name="T47" fmla="*/ 4 h 38"/>
                  <a:gd name="T48" fmla="*/ 0 w 50"/>
                  <a:gd name="T49" fmla="*/ 0 h 38"/>
                  <a:gd name="T50" fmla="*/ 28 w 50"/>
                  <a:gd name="T51" fmla="*/ 1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0"/>
                  <a:gd name="T79" fmla="*/ 0 h 38"/>
                  <a:gd name="T80" fmla="*/ 50 w 50"/>
                  <a:gd name="T81" fmla="*/ 38 h 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0" h="38">
                    <a:moveTo>
                      <a:pt x="28" y="1"/>
                    </a:moveTo>
                    <a:lnTo>
                      <a:pt x="31" y="7"/>
                    </a:lnTo>
                    <a:lnTo>
                      <a:pt x="33" y="11"/>
                    </a:lnTo>
                    <a:lnTo>
                      <a:pt x="35" y="15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50" y="38"/>
                    </a:lnTo>
                    <a:lnTo>
                      <a:pt x="46" y="38"/>
                    </a:lnTo>
                    <a:lnTo>
                      <a:pt x="41" y="37"/>
                    </a:lnTo>
                    <a:lnTo>
                      <a:pt x="37" y="37"/>
                    </a:lnTo>
                    <a:lnTo>
                      <a:pt x="33" y="35"/>
                    </a:lnTo>
                    <a:lnTo>
                      <a:pt x="29" y="33"/>
                    </a:lnTo>
                    <a:lnTo>
                      <a:pt x="26" y="31"/>
                    </a:lnTo>
                    <a:lnTo>
                      <a:pt x="23" y="29"/>
                    </a:lnTo>
                    <a:lnTo>
                      <a:pt x="20" y="26"/>
                    </a:lnTo>
                    <a:lnTo>
                      <a:pt x="18" y="23"/>
                    </a:lnTo>
                    <a:lnTo>
                      <a:pt x="15" y="20"/>
                    </a:lnTo>
                    <a:lnTo>
                      <a:pt x="12" y="16"/>
                    </a:lnTo>
                    <a:lnTo>
                      <a:pt x="9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91" name="Freeform 1096"/>
              <p:cNvSpPr>
                <a:spLocks/>
              </p:cNvSpPr>
              <p:nvPr/>
            </p:nvSpPr>
            <p:spPr bwMode="auto">
              <a:xfrm>
                <a:off x="2083" y="3370"/>
                <a:ext cx="50" cy="38"/>
              </a:xfrm>
              <a:custGeom>
                <a:avLst/>
                <a:gdLst>
                  <a:gd name="T0" fmla="*/ 50 w 50"/>
                  <a:gd name="T1" fmla="*/ 1 h 38"/>
                  <a:gd name="T2" fmla="*/ 50 w 50"/>
                  <a:gd name="T3" fmla="*/ 10 h 38"/>
                  <a:gd name="T4" fmla="*/ 50 w 50"/>
                  <a:gd name="T5" fmla="*/ 19 h 38"/>
                  <a:gd name="T6" fmla="*/ 50 w 50"/>
                  <a:gd name="T7" fmla="*/ 29 h 38"/>
                  <a:gd name="T8" fmla="*/ 50 w 50"/>
                  <a:gd name="T9" fmla="*/ 38 h 38"/>
                  <a:gd name="T10" fmla="*/ 0 w 50"/>
                  <a:gd name="T11" fmla="*/ 38 h 38"/>
                  <a:gd name="T12" fmla="*/ 2 w 50"/>
                  <a:gd name="T13" fmla="*/ 0 h 38"/>
                  <a:gd name="T14" fmla="*/ 4 w 50"/>
                  <a:gd name="T15" fmla="*/ 0 h 38"/>
                  <a:gd name="T16" fmla="*/ 8 w 50"/>
                  <a:gd name="T17" fmla="*/ 0 h 38"/>
                  <a:gd name="T18" fmla="*/ 11 w 50"/>
                  <a:gd name="T19" fmla="*/ 1 h 38"/>
                  <a:gd name="T20" fmla="*/ 13 w 50"/>
                  <a:gd name="T21" fmla="*/ 1 h 38"/>
                  <a:gd name="T22" fmla="*/ 16 w 50"/>
                  <a:gd name="T23" fmla="*/ 1 h 38"/>
                  <a:gd name="T24" fmla="*/ 19 w 50"/>
                  <a:gd name="T25" fmla="*/ 1 h 38"/>
                  <a:gd name="T26" fmla="*/ 23 w 50"/>
                  <a:gd name="T27" fmla="*/ 1 h 38"/>
                  <a:gd name="T28" fmla="*/ 26 w 50"/>
                  <a:gd name="T29" fmla="*/ 1 h 38"/>
                  <a:gd name="T30" fmla="*/ 29 w 50"/>
                  <a:gd name="T31" fmla="*/ 1 h 38"/>
                  <a:gd name="T32" fmla="*/ 32 w 50"/>
                  <a:gd name="T33" fmla="*/ 1 h 38"/>
                  <a:gd name="T34" fmla="*/ 35 w 50"/>
                  <a:gd name="T35" fmla="*/ 1 h 38"/>
                  <a:gd name="T36" fmla="*/ 39 w 50"/>
                  <a:gd name="T37" fmla="*/ 1 h 38"/>
                  <a:gd name="T38" fmla="*/ 41 w 50"/>
                  <a:gd name="T39" fmla="*/ 1 h 38"/>
                  <a:gd name="T40" fmla="*/ 44 w 50"/>
                  <a:gd name="T41" fmla="*/ 1 h 38"/>
                  <a:gd name="T42" fmla="*/ 47 w 50"/>
                  <a:gd name="T43" fmla="*/ 1 h 38"/>
                  <a:gd name="T44" fmla="*/ 50 w 50"/>
                  <a:gd name="T45" fmla="*/ 1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0"/>
                  <a:gd name="T70" fmla="*/ 0 h 38"/>
                  <a:gd name="T71" fmla="*/ 50 w 50"/>
                  <a:gd name="T72" fmla="*/ 38 h 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0" h="38">
                    <a:moveTo>
                      <a:pt x="50" y="1"/>
                    </a:moveTo>
                    <a:lnTo>
                      <a:pt x="50" y="10"/>
                    </a:lnTo>
                    <a:lnTo>
                      <a:pt x="50" y="19"/>
                    </a:lnTo>
                    <a:lnTo>
                      <a:pt x="50" y="29"/>
                    </a:lnTo>
                    <a:lnTo>
                      <a:pt x="50" y="38"/>
                    </a:lnTo>
                    <a:lnTo>
                      <a:pt x="0" y="38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1" y="1"/>
                    </a:lnTo>
                    <a:lnTo>
                      <a:pt x="44" y="1"/>
                    </a:lnTo>
                    <a:lnTo>
                      <a:pt x="47" y="1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92" name="Freeform 1097"/>
              <p:cNvSpPr>
                <a:spLocks/>
              </p:cNvSpPr>
              <p:nvPr/>
            </p:nvSpPr>
            <p:spPr bwMode="auto">
              <a:xfrm>
                <a:off x="2056" y="3412"/>
                <a:ext cx="77" cy="24"/>
              </a:xfrm>
              <a:custGeom>
                <a:avLst/>
                <a:gdLst>
                  <a:gd name="T0" fmla="*/ 27 w 77"/>
                  <a:gd name="T1" fmla="*/ 5 h 24"/>
                  <a:gd name="T2" fmla="*/ 28 w 77"/>
                  <a:gd name="T3" fmla="*/ 4 h 24"/>
                  <a:gd name="T4" fmla="*/ 28 w 77"/>
                  <a:gd name="T5" fmla="*/ 3 h 24"/>
                  <a:gd name="T6" fmla="*/ 28 w 77"/>
                  <a:gd name="T7" fmla="*/ 2 h 24"/>
                  <a:gd name="T8" fmla="*/ 28 w 77"/>
                  <a:gd name="T9" fmla="*/ 1 h 24"/>
                  <a:gd name="T10" fmla="*/ 77 w 77"/>
                  <a:gd name="T11" fmla="*/ 1 h 24"/>
                  <a:gd name="T12" fmla="*/ 77 w 77"/>
                  <a:gd name="T13" fmla="*/ 24 h 24"/>
                  <a:gd name="T14" fmla="*/ 72 w 77"/>
                  <a:gd name="T15" fmla="*/ 24 h 24"/>
                  <a:gd name="T16" fmla="*/ 67 w 77"/>
                  <a:gd name="T17" fmla="*/ 22 h 24"/>
                  <a:gd name="T18" fmla="*/ 62 w 77"/>
                  <a:gd name="T19" fmla="*/ 22 h 24"/>
                  <a:gd name="T20" fmla="*/ 57 w 77"/>
                  <a:gd name="T21" fmla="*/ 21 h 24"/>
                  <a:gd name="T22" fmla="*/ 52 w 77"/>
                  <a:gd name="T23" fmla="*/ 20 h 24"/>
                  <a:gd name="T24" fmla="*/ 47 w 77"/>
                  <a:gd name="T25" fmla="*/ 19 h 24"/>
                  <a:gd name="T26" fmla="*/ 42 w 77"/>
                  <a:gd name="T27" fmla="*/ 18 h 24"/>
                  <a:gd name="T28" fmla="*/ 38 w 77"/>
                  <a:gd name="T29" fmla="*/ 17 h 24"/>
                  <a:gd name="T30" fmla="*/ 32 w 77"/>
                  <a:gd name="T31" fmla="*/ 16 h 24"/>
                  <a:gd name="T32" fmla="*/ 27 w 77"/>
                  <a:gd name="T33" fmla="*/ 14 h 24"/>
                  <a:gd name="T34" fmla="*/ 23 w 77"/>
                  <a:gd name="T35" fmla="*/ 13 h 24"/>
                  <a:gd name="T36" fmla="*/ 19 w 77"/>
                  <a:gd name="T37" fmla="*/ 11 h 24"/>
                  <a:gd name="T38" fmla="*/ 13 w 77"/>
                  <a:gd name="T39" fmla="*/ 9 h 24"/>
                  <a:gd name="T40" fmla="*/ 9 w 77"/>
                  <a:gd name="T41" fmla="*/ 6 h 24"/>
                  <a:gd name="T42" fmla="*/ 5 w 77"/>
                  <a:gd name="T43" fmla="*/ 3 h 24"/>
                  <a:gd name="T44" fmla="*/ 0 w 77"/>
                  <a:gd name="T45" fmla="*/ 1 h 24"/>
                  <a:gd name="T46" fmla="*/ 4 w 77"/>
                  <a:gd name="T47" fmla="*/ 0 h 24"/>
                  <a:gd name="T48" fmla="*/ 7 w 77"/>
                  <a:gd name="T49" fmla="*/ 0 h 24"/>
                  <a:gd name="T50" fmla="*/ 10 w 77"/>
                  <a:gd name="T51" fmla="*/ 0 h 24"/>
                  <a:gd name="T52" fmla="*/ 13 w 77"/>
                  <a:gd name="T53" fmla="*/ 1 h 24"/>
                  <a:gd name="T54" fmla="*/ 16 w 77"/>
                  <a:gd name="T55" fmla="*/ 2 h 24"/>
                  <a:gd name="T56" fmla="*/ 20 w 77"/>
                  <a:gd name="T57" fmla="*/ 3 h 24"/>
                  <a:gd name="T58" fmla="*/ 24 w 77"/>
                  <a:gd name="T59" fmla="*/ 4 h 24"/>
                  <a:gd name="T60" fmla="*/ 27 w 77"/>
                  <a:gd name="T61" fmla="*/ 5 h 2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24"/>
                  <a:gd name="T95" fmla="*/ 77 w 77"/>
                  <a:gd name="T96" fmla="*/ 24 h 2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24">
                    <a:moveTo>
                      <a:pt x="27" y="5"/>
                    </a:moveTo>
                    <a:lnTo>
                      <a:pt x="28" y="4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8" y="1"/>
                    </a:lnTo>
                    <a:lnTo>
                      <a:pt x="77" y="1"/>
                    </a:lnTo>
                    <a:lnTo>
                      <a:pt x="77" y="24"/>
                    </a:lnTo>
                    <a:lnTo>
                      <a:pt x="72" y="24"/>
                    </a:lnTo>
                    <a:lnTo>
                      <a:pt x="67" y="22"/>
                    </a:lnTo>
                    <a:lnTo>
                      <a:pt x="62" y="22"/>
                    </a:lnTo>
                    <a:lnTo>
                      <a:pt x="57" y="21"/>
                    </a:lnTo>
                    <a:lnTo>
                      <a:pt x="52" y="20"/>
                    </a:lnTo>
                    <a:lnTo>
                      <a:pt x="47" y="19"/>
                    </a:lnTo>
                    <a:lnTo>
                      <a:pt x="42" y="18"/>
                    </a:lnTo>
                    <a:lnTo>
                      <a:pt x="38" y="17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2"/>
                    </a:lnTo>
                    <a:lnTo>
                      <a:pt x="20" y="3"/>
                    </a:lnTo>
                    <a:lnTo>
                      <a:pt x="24" y="4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3048" name="Rectangle 1098"/>
            <p:cNvSpPr>
              <a:spLocks noChangeArrowheads="1"/>
            </p:cNvSpPr>
            <p:nvPr/>
          </p:nvSpPr>
          <p:spPr bwMode="auto">
            <a:xfrm>
              <a:off x="2258" y="4007"/>
              <a:ext cx="488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Pre Job Activity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43049" name="Rectangle 1099"/>
            <p:cNvSpPr>
              <a:spLocks noChangeArrowheads="1"/>
            </p:cNvSpPr>
            <p:nvPr/>
          </p:nvSpPr>
          <p:spPr bwMode="auto">
            <a:xfrm>
              <a:off x="2704" y="3740"/>
              <a:ext cx="719" cy="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43050" name="Group 1100"/>
            <p:cNvGrpSpPr>
              <a:grpSpLocks/>
            </p:cNvGrpSpPr>
            <p:nvPr/>
          </p:nvGrpSpPr>
          <p:grpSpPr bwMode="auto">
            <a:xfrm>
              <a:off x="2872" y="3695"/>
              <a:ext cx="326" cy="268"/>
              <a:chOff x="2492" y="3139"/>
              <a:chExt cx="331" cy="295"/>
            </a:xfrm>
          </p:grpSpPr>
          <p:sp>
            <p:nvSpPr>
              <p:cNvPr id="43068" name="Freeform 1101"/>
              <p:cNvSpPr>
                <a:spLocks/>
              </p:cNvSpPr>
              <p:nvPr/>
            </p:nvSpPr>
            <p:spPr bwMode="auto">
              <a:xfrm>
                <a:off x="2514" y="3139"/>
                <a:ext cx="285" cy="295"/>
              </a:xfrm>
              <a:custGeom>
                <a:avLst/>
                <a:gdLst>
                  <a:gd name="T0" fmla="*/ 227 w 285"/>
                  <a:gd name="T1" fmla="*/ 295 h 295"/>
                  <a:gd name="T2" fmla="*/ 238 w 285"/>
                  <a:gd name="T3" fmla="*/ 295 h 295"/>
                  <a:gd name="T4" fmla="*/ 247 w 285"/>
                  <a:gd name="T5" fmla="*/ 292 h 295"/>
                  <a:gd name="T6" fmla="*/ 254 w 285"/>
                  <a:gd name="T7" fmla="*/ 289 h 295"/>
                  <a:gd name="T8" fmla="*/ 262 w 285"/>
                  <a:gd name="T9" fmla="*/ 284 h 295"/>
                  <a:gd name="T10" fmla="*/ 268 w 285"/>
                  <a:gd name="T11" fmla="*/ 278 h 295"/>
                  <a:gd name="T12" fmla="*/ 274 w 285"/>
                  <a:gd name="T13" fmla="*/ 272 h 295"/>
                  <a:gd name="T14" fmla="*/ 279 w 285"/>
                  <a:gd name="T15" fmla="*/ 263 h 295"/>
                  <a:gd name="T16" fmla="*/ 282 w 285"/>
                  <a:gd name="T17" fmla="*/ 255 h 295"/>
                  <a:gd name="T18" fmla="*/ 285 w 285"/>
                  <a:gd name="T19" fmla="*/ 246 h 295"/>
                  <a:gd name="T20" fmla="*/ 285 w 285"/>
                  <a:gd name="T21" fmla="*/ 236 h 295"/>
                  <a:gd name="T22" fmla="*/ 285 w 285"/>
                  <a:gd name="T23" fmla="*/ 58 h 295"/>
                  <a:gd name="T24" fmla="*/ 285 w 285"/>
                  <a:gd name="T25" fmla="*/ 49 h 295"/>
                  <a:gd name="T26" fmla="*/ 282 w 285"/>
                  <a:gd name="T27" fmla="*/ 40 h 295"/>
                  <a:gd name="T28" fmla="*/ 279 w 285"/>
                  <a:gd name="T29" fmla="*/ 32 h 295"/>
                  <a:gd name="T30" fmla="*/ 274 w 285"/>
                  <a:gd name="T31" fmla="*/ 23 h 295"/>
                  <a:gd name="T32" fmla="*/ 268 w 285"/>
                  <a:gd name="T33" fmla="*/ 17 h 295"/>
                  <a:gd name="T34" fmla="*/ 262 w 285"/>
                  <a:gd name="T35" fmla="*/ 11 h 295"/>
                  <a:gd name="T36" fmla="*/ 254 w 285"/>
                  <a:gd name="T37" fmla="*/ 6 h 295"/>
                  <a:gd name="T38" fmla="*/ 247 w 285"/>
                  <a:gd name="T39" fmla="*/ 3 h 295"/>
                  <a:gd name="T40" fmla="*/ 238 w 285"/>
                  <a:gd name="T41" fmla="*/ 0 h 295"/>
                  <a:gd name="T42" fmla="*/ 227 w 285"/>
                  <a:gd name="T43" fmla="*/ 0 h 295"/>
                  <a:gd name="T44" fmla="*/ 57 w 285"/>
                  <a:gd name="T45" fmla="*/ 0 h 295"/>
                  <a:gd name="T46" fmla="*/ 48 w 285"/>
                  <a:gd name="T47" fmla="*/ 0 h 295"/>
                  <a:gd name="T48" fmla="*/ 39 w 285"/>
                  <a:gd name="T49" fmla="*/ 3 h 295"/>
                  <a:gd name="T50" fmla="*/ 31 w 285"/>
                  <a:gd name="T51" fmla="*/ 6 h 295"/>
                  <a:gd name="T52" fmla="*/ 23 w 285"/>
                  <a:gd name="T53" fmla="*/ 11 h 295"/>
                  <a:gd name="T54" fmla="*/ 17 w 285"/>
                  <a:gd name="T55" fmla="*/ 17 h 295"/>
                  <a:gd name="T56" fmla="*/ 11 w 285"/>
                  <a:gd name="T57" fmla="*/ 23 h 295"/>
                  <a:gd name="T58" fmla="*/ 6 w 285"/>
                  <a:gd name="T59" fmla="*/ 32 h 295"/>
                  <a:gd name="T60" fmla="*/ 3 w 285"/>
                  <a:gd name="T61" fmla="*/ 40 h 295"/>
                  <a:gd name="T62" fmla="*/ 1 w 285"/>
                  <a:gd name="T63" fmla="*/ 49 h 295"/>
                  <a:gd name="T64" fmla="*/ 0 w 285"/>
                  <a:gd name="T65" fmla="*/ 58 h 295"/>
                  <a:gd name="T66" fmla="*/ 0 w 285"/>
                  <a:gd name="T67" fmla="*/ 236 h 295"/>
                  <a:gd name="T68" fmla="*/ 1 w 285"/>
                  <a:gd name="T69" fmla="*/ 246 h 295"/>
                  <a:gd name="T70" fmla="*/ 3 w 285"/>
                  <a:gd name="T71" fmla="*/ 255 h 295"/>
                  <a:gd name="T72" fmla="*/ 6 w 285"/>
                  <a:gd name="T73" fmla="*/ 263 h 295"/>
                  <a:gd name="T74" fmla="*/ 11 w 285"/>
                  <a:gd name="T75" fmla="*/ 272 h 295"/>
                  <a:gd name="T76" fmla="*/ 17 w 285"/>
                  <a:gd name="T77" fmla="*/ 278 h 295"/>
                  <a:gd name="T78" fmla="*/ 23 w 285"/>
                  <a:gd name="T79" fmla="*/ 284 h 295"/>
                  <a:gd name="T80" fmla="*/ 31 w 285"/>
                  <a:gd name="T81" fmla="*/ 289 h 295"/>
                  <a:gd name="T82" fmla="*/ 39 w 285"/>
                  <a:gd name="T83" fmla="*/ 292 h 295"/>
                  <a:gd name="T84" fmla="*/ 48 w 285"/>
                  <a:gd name="T85" fmla="*/ 295 h 295"/>
                  <a:gd name="T86" fmla="*/ 57 w 285"/>
                  <a:gd name="T87" fmla="*/ 295 h 295"/>
                  <a:gd name="T88" fmla="*/ 227 w 285"/>
                  <a:gd name="T89" fmla="*/ 295 h 295"/>
                  <a:gd name="T90" fmla="*/ 227 w 285"/>
                  <a:gd name="T91" fmla="*/ 295 h 29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85"/>
                  <a:gd name="T139" fmla="*/ 0 h 295"/>
                  <a:gd name="T140" fmla="*/ 285 w 285"/>
                  <a:gd name="T141" fmla="*/ 295 h 29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85" h="295">
                    <a:moveTo>
                      <a:pt x="227" y="295"/>
                    </a:moveTo>
                    <a:lnTo>
                      <a:pt x="238" y="295"/>
                    </a:lnTo>
                    <a:lnTo>
                      <a:pt x="247" y="292"/>
                    </a:lnTo>
                    <a:lnTo>
                      <a:pt x="254" y="289"/>
                    </a:lnTo>
                    <a:lnTo>
                      <a:pt x="262" y="284"/>
                    </a:lnTo>
                    <a:lnTo>
                      <a:pt x="268" y="278"/>
                    </a:lnTo>
                    <a:lnTo>
                      <a:pt x="274" y="272"/>
                    </a:lnTo>
                    <a:lnTo>
                      <a:pt x="279" y="263"/>
                    </a:lnTo>
                    <a:lnTo>
                      <a:pt x="282" y="255"/>
                    </a:lnTo>
                    <a:lnTo>
                      <a:pt x="285" y="246"/>
                    </a:lnTo>
                    <a:lnTo>
                      <a:pt x="285" y="236"/>
                    </a:lnTo>
                    <a:lnTo>
                      <a:pt x="285" y="58"/>
                    </a:lnTo>
                    <a:lnTo>
                      <a:pt x="285" y="49"/>
                    </a:lnTo>
                    <a:lnTo>
                      <a:pt x="282" y="40"/>
                    </a:lnTo>
                    <a:lnTo>
                      <a:pt x="279" y="32"/>
                    </a:lnTo>
                    <a:lnTo>
                      <a:pt x="274" y="23"/>
                    </a:lnTo>
                    <a:lnTo>
                      <a:pt x="268" y="17"/>
                    </a:lnTo>
                    <a:lnTo>
                      <a:pt x="262" y="11"/>
                    </a:lnTo>
                    <a:lnTo>
                      <a:pt x="254" y="6"/>
                    </a:lnTo>
                    <a:lnTo>
                      <a:pt x="247" y="3"/>
                    </a:lnTo>
                    <a:lnTo>
                      <a:pt x="238" y="0"/>
                    </a:lnTo>
                    <a:lnTo>
                      <a:pt x="227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39" y="3"/>
                    </a:lnTo>
                    <a:lnTo>
                      <a:pt x="31" y="6"/>
                    </a:lnTo>
                    <a:lnTo>
                      <a:pt x="23" y="11"/>
                    </a:lnTo>
                    <a:lnTo>
                      <a:pt x="17" y="17"/>
                    </a:lnTo>
                    <a:lnTo>
                      <a:pt x="11" y="23"/>
                    </a:lnTo>
                    <a:lnTo>
                      <a:pt x="6" y="32"/>
                    </a:lnTo>
                    <a:lnTo>
                      <a:pt x="3" y="40"/>
                    </a:lnTo>
                    <a:lnTo>
                      <a:pt x="1" y="49"/>
                    </a:lnTo>
                    <a:lnTo>
                      <a:pt x="0" y="58"/>
                    </a:lnTo>
                    <a:lnTo>
                      <a:pt x="0" y="236"/>
                    </a:lnTo>
                    <a:lnTo>
                      <a:pt x="1" y="246"/>
                    </a:lnTo>
                    <a:lnTo>
                      <a:pt x="3" y="255"/>
                    </a:lnTo>
                    <a:lnTo>
                      <a:pt x="6" y="263"/>
                    </a:lnTo>
                    <a:lnTo>
                      <a:pt x="11" y="272"/>
                    </a:lnTo>
                    <a:lnTo>
                      <a:pt x="17" y="278"/>
                    </a:lnTo>
                    <a:lnTo>
                      <a:pt x="23" y="284"/>
                    </a:lnTo>
                    <a:lnTo>
                      <a:pt x="31" y="289"/>
                    </a:lnTo>
                    <a:lnTo>
                      <a:pt x="39" y="292"/>
                    </a:lnTo>
                    <a:lnTo>
                      <a:pt x="48" y="295"/>
                    </a:lnTo>
                    <a:lnTo>
                      <a:pt x="57" y="295"/>
                    </a:lnTo>
                    <a:lnTo>
                      <a:pt x="227" y="29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9" name="Freeform 1102"/>
              <p:cNvSpPr>
                <a:spLocks/>
              </p:cNvSpPr>
              <p:nvPr/>
            </p:nvSpPr>
            <p:spPr bwMode="auto">
              <a:xfrm>
                <a:off x="2492" y="3152"/>
                <a:ext cx="178" cy="185"/>
              </a:xfrm>
              <a:custGeom>
                <a:avLst/>
                <a:gdLst>
                  <a:gd name="T0" fmla="*/ 156 w 178"/>
                  <a:gd name="T1" fmla="*/ 103 h 185"/>
                  <a:gd name="T2" fmla="*/ 156 w 178"/>
                  <a:gd name="T3" fmla="*/ 100 h 185"/>
                  <a:gd name="T4" fmla="*/ 156 w 178"/>
                  <a:gd name="T5" fmla="*/ 97 h 185"/>
                  <a:gd name="T6" fmla="*/ 156 w 178"/>
                  <a:gd name="T7" fmla="*/ 94 h 185"/>
                  <a:gd name="T8" fmla="*/ 156 w 178"/>
                  <a:gd name="T9" fmla="*/ 91 h 185"/>
                  <a:gd name="T10" fmla="*/ 156 w 178"/>
                  <a:gd name="T11" fmla="*/ 88 h 185"/>
                  <a:gd name="T12" fmla="*/ 156 w 178"/>
                  <a:gd name="T13" fmla="*/ 85 h 185"/>
                  <a:gd name="T14" fmla="*/ 178 w 178"/>
                  <a:gd name="T15" fmla="*/ 76 h 185"/>
                  <a:gd name="T16" fmla="*/ 148 w 178"/>
                  <a:gd name="T17" fmla="*/ 58 h 185"/>
                  <a:gd name="T18" fmla="*/ 145 w 178"/>
                  <a:gd name="T19" fmla="*/ 54 h 185"/>
                  <a:gd name="T20" fmla="*/ 141 w 178"/>
                  <a:gd name="T21" fmla="*/ 49 h 185"/>
                  <a:gd name="T22" fmla="*/ 137 w 178"/>
                  <a:gd name="T23" fmla="*/ 44 h 185"/>
                  <a:gd name="T24" fmla="*/ 119 w 178"/>
                  <a:gd name="T25" fmla="*/ 30 h 185"/>
                  <a:gd name="T26" fmla="*/ 114 w 178"/>
                  <a:gd name="T27" fmla="*/ 28 h 185"/>
                  <a:gd name="T28" fmla="*/ 108 w 178"/>
                  <a:gd name="T29" fmla="*/ 26 h 185"/>
                  <a:gd name="T30" fmla="*/ 103 w 178"/>
                  <a:gd name="T31" fmla="*/ 24 h 185"/>
                  <a:gd name="T32" fmla="*/ 77 w 178"/>
                  <a:gd name="T33" fmla="*/ 0 h 185"/>
                  <a:gd name="T34" fmla="*/ 74 w 178"/>
                  <a:gd name="T35" fmla="*/ 25 h 185"/>
                  <a:gd name="T36" fmla="*/ 69 w 178"/>
                  <a:gd name="T37" fmla="*/ 26 h 185"/>
                  <a:gd name="T38" fmla="*/ 63 w 178"/>
                  <a:gd name="T39" fmla="*/ 28 h 185"/>
                  <a:gd name="T40" fmla="*/ 46 w 178"/>
                  <a:gd name="T41" fmla="*/ 11 h 185"/>
                  <a:gd name="T42" fmla="*/ 39 w 178"/>
                  <a:gd name="T43" fmla="*/ 46 h 185"/>
                  <a:gd name="T44" fmla="*/ 36 w 178"/>
                  <a:gd name="T45" fmla="*/ 51 h 185"/>
                  <a:gd name="T46" fmla="*/ 32 w 178"/>
                  <a:gd name="T47" fmla="*/ 55 h 185"/>
                  <a:gd name="T48" fmla="*/ 30 w 178"/>
                  <a:gd name="T49" fmla="*/ 60 h 185"/>
                  <a:gd name="T50" fmla="*/ 23 w 178"/>
                  <a:gd name="T51" fmla="*/ 83 h 185"/>
                  <a:gd name="T52" fmla="*/ 23 w 178"/>
                  <a:gd name="T53" fmla="*/ 87 h 185"/>
                  <a:gd name="T54" fmla="*/ 22 w 178"/>
                  <a:gd name="T55" fmla="*/ 89 h 185"/>
                  <a:gd name="T56" fmla="*/ 22 w 178"/>
                  <a:gd name="T57" fmla="*/ 92 h 185"/>
                  <a:gd name="T58" fmla="*/ 22 w 178"/>
                  <a:gd name="T59" fmla="*/ 94 h 185"/>
                  <a:gd name="T60" fmla="*/ 22 w 178"/>
                  <a:gd name="T61" fmla="*/ 98 h 185"/>
                  <a:gd name="T62" fmla="*/ 23 w 178"/>
                  <a:gd name="T63" fmla="*/ 101 h 185"/>
                  <a:gd name="T64" fmla="*/ 0 w 178"/>
                  <a:gd name="T65" fmla="*/ 109 h 185"/>
                  <a:gd name="T66" fmla="*/ 31 w 178"/>
                  <a:gd name="T67" fmla="*/ 128 h 185"/>
                  <a:gd name="T68" fmla="*/ 35 w 178"/>
                  <a:gd name="T69" fmla="*/ 132 h 185"/>
                  <a:gd name="T70" fmla="*/ 37 w 178"/>
                  <a:gd name="T71" fmla="*/ 137 h 185"/>
                  <a:gd name="T72" fmla="*/ 41 w 178"/>
                  <a:gd name="T73" fmla="*/ 141 h 185"/>
                  <a:gd name="T74" fmla="*/ 60 w 178"/>
                  <a:gd name="T75" fmla="*/ 155 h 185"/>
                  <a:gd name="T76" fmla="*/ 64 w 178"/>
                  <a:gd name="T77" fmla="*/ 159 h 185"/>
                  <a:gd name="T78" fmla="*/ 71 w 178"/>
                  <a:gd name="T79" fmla="*/ 160 h 185"/>
                  <a:gd name="T80" fmla="*/ 75 w 178"/>
                  <a:gd name="T81" fmla="*/ 162 h 185"/>
                  <a:gd name="T82" fmla="*/ 101 w 178"/>
                  <a:gd name="T83" fmla="*/ 185 h 185"/>
                  <a:gd name="T84" fmla="*/ 105 w 178"/>
                  <a:gd name="T85" fmla="*/ 161 h 185"/>
                  <a:gd name="T86" fmla="*/ 110 w 178"/>
                  <a:gd name="T87" fmla="*/ 160 h 185"/>
                  <a:gd name="T88" fmla="*/ 115 w 178"/>
                  <a:gd name="T89" fmla="*/ 157 h 185"/>
                  <a:gd name="T90" fmla="*/ 133 w 178"/>
                  <a:gd name="T91" fmla="*/ 175 h 185"/>
                  <a:gd name="T92" fmla="*/ 139 w 178"/>
                  <a:gd name="T93" fmla="*/ 139 h 185"/>
                  <a:gd name="T94" fmla="*/ 142 w 178"/>
                  <a:gd name="T95" fmla="*/ 135 h 185"/>
                  <a:gd name="T96" fmla="*/ 146 w 178"/>
                  <a:gd name="T97" fmla="*/ 131 h 185"/>
                  <a:gd name="T98" fmla="*/ 148 w 178"/>
                  <a:gd name="T99" fmla="*/ 127 h 1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5"/>
                  <a:gd name="T152" fmla="*/ 178 w 178"/>
                  <a:gd name="T153" fmla="*/ 185 h 1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5">
                    <a:moveTo>
                      <a:pt x="170" y="133"/>
                    </a:moveTo>
                    <a:lnTo>
                      <a:pt x="178" y="109"/>
                    </a:lnTo>
                    <a:lnTo>
                      <a:pt x="156" y="103"/>
                    </a:lnTo>
                    <a:lnTo>
                      <a:pt x="156" y="101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91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5"/>
                    </a:lnTo>
                    <a:lnTo>
                      <a:pt x="156" y="83"/>
                    </a:lnTo>
                    <a:lnTo>
                      <a:pt x="178" y="76"/>
                    </a:lnTo>
                    <a:lnTo>
                      <a:pt x="170" y="53"/>
                    </a:lnTo>
                    <a:lnTo>
                      <a:pt x="148" y="60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6" y="55"/>
                    </a:lnTo>
                    <a:lnTo>
                      <a:pt x="145" y="54"/>
                    </a:lnTo>
                    <a:lnTo>
                      <a:pt x="144" y="52"/>
                    </a:lnTo>
                    <a:lnTo>
                      <a:pt x="142" y="51"/>
                    </a:lnTo>
                    <a:lnTo>
                      <a:pt x="141" y="49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4"/>
                    </a:lnTo>
                    <a:lnTo>
                      <a:pt x="151" y="25"/>
                    </a:lnTo>
                    <a:lnTo>
                      <a:pt x="133" y="11"/>
                    </a:lnTo>
                    <a:lnTo>
                      <a:pt x="119" y="30"/>
                    </a:lnTo>
                    <a:lnTo>
                      <a:pt x="117" y="29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1" y="27"/>
                    </a:lnTo>
                    <a:lnTo>
                      <a:pt x="110" y="26"/>
                    </a:lnTo>
                    <a:lnTo>
                      <a:pt x="108" y="26"/>
                    </a:lnTo>
                    <a:lnTo>
                      <a:pt x="107" y="25"/>
                    </a:lnTo>
                    <a:lnTo>
                      <a:pt x="105" y="25"/>
                    </a:lnTo>
                    <a:lnTo>
                      <a:pt x="103" y="24"/>
                    </a:lnTo>
                    <a:lnTo>
                      <a:pt x="101" y="24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4"/>
                    </a:lnTo>
                    <a:lnTo>
                      <a:pt x="75" y="24"/>
                    </a:lnTo>
                    <a:lnTo>
                      <a:pt x="74" y="25"/>
                    </a:lnTo>
                    <a:lnTo>
                      <a:pt x="72" y="25"/>
                    </a:lnTo>
                    <a:lnTo>
                      <a:pt x="71" y="26"/>
                    </a:lnTo>
                    <a:lnTo>
                      <a:pt x="69" y="26"/>
                    </a:lnTo>
                    <a:lnTo>
                      <a:pt x="67" y="27"/>
                    </a:lnTo>
                    <a:lnTo>
                      <a:pt x="64" y="28"/>
                    </a:lnTo>
                    <a:lnTo>
                      <a:pt x="63" y="28"/>
                    </a:lnTo>
                    <a:lnTo>
                      <a:pt x="61" y="29"/>
                    </a:lnTo>
                    <a:lnTo>
                      <a:pt x="60" y="30"/>
                    </a:lnTo>
                    <a:lnTo>
                      <a:pt x="46" y="11"/>
                    </a:lnTo>
                    <a:lnTo>
                      <a:pt x="27" y="25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5" y="52"/>
                    </a:lnTo>
                    <a:lnTo>
                      <a:pt x="35" y="54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9" y="53"/>
                    </a:lnTo>
                    <a:lnTo>
                      <a:pt x="0" y="76"/>
                    </a:lnTo>
                    <a:lnTo>
                      <a:pt x="23" y="83"/>
                    </a:lnTo>
                    <a:lnTo>
                      <a:pt x="23" y="85"/>
                    </a:lnTo>
                    <a:lnTo>
                      <a:pt x="23" y="87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1"/>
                    </a:lnTo>
                    <a:lnTo>
                      <a:pt x="22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3"/>
                    </a:lnTo>
                    <a:lnTo>
                      <a:pt x="0" y="109"/>
                    </a:lnTo>
                    <a:lnTo>
                      <a:pt x="9" y="133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2" y="131"/>
                    </a:lnTo>
                    <a:lnTo>
                      <a:pt x="35" y="132"/>
                    </a:lnTo>
                    <a:lnTo>
                      <a:pt x="35" y="134"/>
                    </a:lnTo>
                    <a:lnTo>
                      <a:pt x="36" y="135"/>
                    </a:lnTo>
                    <a:lnTo>
                      <a:pt x="37" y="137"/>
                    </a:lnTo>
                    <a:lnTo>
                      <a:pt x="38" y="138"/>
                    </a:lnTo>
                    <a:lnTo>
                      <a:pt x="39" y="139"/>
                    </a:lnTo>
                    <a:lnTo>
                      <a:pt x="41" y="141"/>
                    </a:lnTo>
                    <a:lnTo>
                      <a:pt x="27" y="161"/>
                    </a:lnTo>
                    <a:lnTo>
                      <a:pt x="46" y="175"/>
                    </a:lnTo>
                    <a:lnTo>
                      <a:pt x="60" y="155"/>
                    </a:lnTo>
                    <a:lnTo>
                      <a:pt x="61" y="156"/>
                    </a:lnTo>
                    <a:lnTo>
                      <a:pt x="63" y="157"/>
                    </a:lnTo>
                    <a:lnTo>
                      <a:pt x="64" y="159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1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85"/>
                    </a:lnTo>
                    <a:lnTo>
                      <a:pt x="101" y="185"/>
                    </a:lnTo>
                    <a:lnTo>
                      <a:pt x="101" y="162"/>
                    </a:lnTo>
                    <a:lnTo>
                      <a:pt x="103" y="162"/>
                    </a:lnTo>
                    <a:lnTo>
                      <a:pt x="105" y="161"/>
                    </a:lnTo>
                    <a:lnTo>
                      <a:pt x="107" y="160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59"/>
                    </a:lnTo>
                    <a:lnTo>
                      <a:pt x="114" y="157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5"/>
                    </a:lnTo>
                    <a:lnTo>
                      <a:pt x="151" y="161"/>
                    </a:lnTo>
                    <a:lnTo>
                      <a:pt x="137" y="141"/>
                    </a:lnTo>
                    <a:lnTo>
                      <a:pt x="139" y="139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2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6" y="131"/>
                    </a:lnTo>
                    <a:lnTo>
                      <a:pt x="147" y="129"/>
                    </a:lnTo>
                    <a:lnTo>
                      <a:pt x="148" y="128"/>
                    </a:lnTo>
                    <a:lnTo>
                      <a:pt x="148" y="127"/>
                    </a:lnTo>
                    <a:lnTo>
                      <a:pt x="170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0" name="Freeform 1103"/>
              <p:cNvSpPr>
                <a:spLocks/>
              </p:cNvSpPr>
              <p:nvPr/>
            </p:nvSpPr>
            <p:spPr bwMode="auto">
              <a:xfrm>
                <a:off x="2645" y="3234"/>
                <a:ext cx="178" cy="184"/>
              </a:xfrm>
              <a:custGeom>
                <a:avLst/>
                <a:gdLst>
                  <a:gd name="T0" fmla="*/ 156 w 178"/>
                  <a:gd name="T1" fmla="*/ 102 h 184"/>
                  <a:gd name="T2" fmla="*/ 156 w 178"/>
                  <a:gd name="T3" fmla="*/ 99 h 184"/>
                  <a:gd name="T4" fmla="*/ 156 w 178"/>
                  <a:gd name="T5" fmla="*/ 96 h 184"/>
                  <a:gd name="T6" fmla="*/ 156 w 178"/>
                  <a:gd name="T7" fmla="*/ 94 h 184"/>
                  <a:gd name="T8" fmla="*/ 156 w 178"/>
                  <a:gd name="T9" fmla="*/ 90 h 184"/>
                  <a:gd name="T10" fmla="*/ 156 w 178"/>
                  <a:gd name="T11" fmla="*/ 87 h 184"/>
                  <a:gd name="T12" fmla="*/ 156 w 178"/>
                  <a:gd name="T13" fmla="*/ 84 h 184"/>
                  <a:gd name="T14" fmla="*/ 178 w 178"/>
                  <a:gd name="T15" fmla="*/ 75 h 184"/>
                  <a:gd name="T16" fmla="*/ 148 w 178"/>
                  <a:gd name="T17" fmla="*/ 58 h 184"/>
                  <a:gd name="T18" fmla="*/ 144 w 178"/>
                  <a:gd name="T19" fmla="*/ 53 h 184"/>
                  <a:gd name="T20" fmla="*/ 141 w 178"/>
                  <a:gd name="T21" fmla="*/ 48 h 184"/>
                  <a:gd name="T22" fmla="*/ 137 w 178"/>
                  <a:gd name="T23" fmla="*/ 45 h 184"/>
                  <a:gd name="T24" fmla="*/ 119 w 178"/>
                  <a:gd name="T25" fmla="*/ 30 h 184"/>
                  <a:gd name="T26" fmla="*/ 113 w 178"/>
                  <a:gd name="T27" fmla="*/ 27 h 184"/>
                  <a:gd name="T28" fmla="*/ 108 w 178"/>
                  <a:gd name="T29" fmla="*/ 25 h 184"/>
                  <a:gd name="T30" fmla="*/ 103 w 178"/>
                  <a:gd name="T31" fmla="*/ 23 h 184"/>
                  <a:gd name="T32" fmla="*/ 77 w 178"/>
                  <a:gd name="T33" fmla="*/ 0 h 184"/>
                  <a:gd name="T34" fmla="*/ 74 w 178"/>
                  <a:gd name="T35" fmla="*/ 24 h 184"/>
                  <a:gd name="T36" fmla="*/ 69 w 178"/>
                  <a:gd name="T37" fmla="*/ 25 h 184"/>
                  <a:gd name="T38" fmla="*/ 63 w 178"/>
                  <a:gd name="T39" fmla="*/ 27 h 184"/>
                  <a:gd name="T40" fmla="*/ 46 w 178"/>
                  <a:gd name="T41" fmla="*/ 10 h 184"/>
                  <a:gd name="T42" fmla="*/ 39 w 178"/>
                  <a:gd name="T43" fmla="*/ 46 h 184"/>
                  <a:gd name="T44" fmla="*/ 35 w 178"/>
                  <a:gd name="T45" fmla="*/ 50 h 184"/>
                  <a:gd name="T46" fmla="*/ 32 w 178"/>
                  <a:gd name="T47" fmla="*/ 54 h 184"/>
                  <a:gd name="T48" fmla="*/ 30 w 178"/>
                  <a:gd name="T49" fmla="*/ 59 h 184"/>
                  <a:gd name="T50" fmla="*/ 23 w 178"/>
                  <a:gd name="T51" fmla="*/ 82 h 184"/>
                  <a:gd name="T52" fmla="*/ 23 w 178"/>
                  <a:gd name="T53" fmla="*/ 86 h 184"/>
                  <a:gd name="T54" fmla="*/ 22 w 178"/>
                  <a:gd name="T55" fmla="*/ 88 h 184"/>
                  <a:gd name="T56" fmla="*/ 22 w 178"/>
                  <a:gd name="T57" fmla="*/ 92 h 184"/>
                  <a:gd name="T58" fmla="*/ 22 w 178"/>
                  <a:gd name="T59" fmla="*/ 95 h 184"/>
                  <a:gd name="T60" fmla="*/ 22 w 178"/>
                  <a:gd name="T61" fmla="*/ 97 h 184"/>
                  <a:gd name="T62" fmla="*/ 23 w 178"/>
                  <a:gd name="T63" fmla="*/ 100 h 184"/>
                  <a:gd name="T64" fmla="*/ 0 w 178"/>
                  <a:gd name="T65" fmla="*/ 109 h 184"/>
                  <a:gd name="T66" fmla="*/ 31 w 178"/>
                  <a:gd name="T67" fmla="*/ 127 h 184"/>
                  <a:gd name="T68" fmla="*/ 34 w 178"/>
                  <a:gd name="T69" fmla="*/ 132 h 184"/>
                  <a:gd name="T70" fmla="*/ 36 w 178"/>
                  <a:gd name="T71" fmla="*/ 136 h 184"/>
                  <a:gd name="T72" fmla="*/ 41 w 178"/>
                  <a:gd name="T73" fmla="*/ 141 h 184"/>
                  <a:gd name="T74" fmla="*/ 60 w 178"/>
                  <a:gd name="T75" fmla="*/ 155 h 184"/>
                  <a:gd name="T76" fmla="*/ 64 w 178"/>
                  <a:gd name="T77" fmla="*/ 158 h 184"/>
                  <a:gd name="T78" fmla="*/ 71 w 178"/>
                  <a:gd name="T79" fmla="*/ 159 h 184"/>
                  <a:gd name="T80" fmla="*/ 75 w 178"/>
                  <a:gd name="T81" fmla="*/ 161 h 184"/>
                  <a:gd name="T82" fmla="*/ 101 w 178"/>
                  <a:gd name="T83" fmla="*/ 184 h 184"/>
                  <a:gd name="T84" fmla="*/ 105 w 178"/>
                  <a:gd name="T85" fmla="*/ 160 h 184"/>
                  <a:gd name="T86" fmla="*/ 110 w 178"/>
                  <a:gd name="T87" fmla="*/ 159 h 184"/>
                  <a:gd name="T88" fmla="*/ 115 w 178"/>
                  <a:gd name="T89" fmla="*/ 157 h 184"/>
                  <a:gd name="T90" fmla="*/ 133 w 178"/>
                  <a:gd name="T91" fmla="*/ 174 h 184"/>
                  <a:gd name="T92" fmla="*/ 139 w 178"/>
                  <a:gd name="T93" fmla="*/ 140 h 184"/>
                  <a:gd name="T94" fmla="*/ 142 w 178"/>
                  <a:gd name="T95" fmla="*/ 134 h 184"/>
                  <a:gd name="T96" fmla="*/ 145 w 178"/>
                  <a:gd name="T97" fmla="*/ 130 h 184"/>
                  <a:gd name="T98" fmla="*/ 148 w 178"/>
                  <a:gd name="T99" fmla="*/ 126 h 1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4"/>
                  <a:gd name="T152" fmla="*/ 178 w 178"/>
                  <a:gd name="T153" fmla="*/ 184 h 18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4">
                    <a:moveTo>
                      <a:pt x="170" y="132"/>
                    </a:moveTo>
                    <a:lnTo>
                      <a:pt x="178" y="109"/>
                    </a:lnTo>
                    <a:lnTo>
                      <a:pt x="156" y="102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5"/>
                    </a:lnTo>
                    <a:lnTo>
                      <a:pt x="156" y="94"/>
                    </a:lnTo>
                    <a:lnTo>
                      <a:pt x="156" y="93"/>
                    </a:lnTo>
                    <a:lnTo>
                      <a:pt x="156" y="92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6"/>
                    </a:lnTo>
                    <a:lnTo>
                      <a:pt x="156" y="84"/>
                    </a:lnTo>
                    <a:lnTo>
                      <a:pt x="156" y="82"/>
                    </a:lnTo>
                    <a:lnTo>
                      <a:pt x="178" y="75"/>
                    </a:lnTo>
                    <a:lnTo>
                      <a:pt x="170" y="52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7" y="56"/>
                    </a:lnTo>
                    <a:lnTo>
                      <a:pt x="145" y="54"/>
                    </a:lnTo>
                    <a:lnTo>
                      <a:pt x="144" y="53"/>
                    </a:lnTo>
                    <a:lnTo>
                      <a:pt x="143" y="51"/>
                    </a:lnTo>
                    <a:lnTo>
                      <a:pt x="142" y="50"/>
                    </a:lnTo>
                    <a:lnTo>
                      <a:pt x="141" y="48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5"/>
                    </a:lnTo>
                    <a:lnTo>
                      <a:pt x="151" y="24"/>
                    </a:lnTo>
                    <a:lnTo>
                      <a:pt x="133" y="10"/>
                    </a:lnTo>
                    <a:lnTo>
                      <a:pt x="119" y="30"/>
                    </a:lnTo>
                    <a:lnTo>
                      <a:pt x="117" y="28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5" y="24"/>
                    </a:lnTo>
                    <a:lnTo>
                      <a:pt x="103" y="23"/>
                    </a:lnTo>
                    <a:lnTo>
                      <a:pt x="101" y="23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3"/>
                    </a:lnTo>
                    <a:lnTo>
                      <a:pt x="75" y="23"/>
                    </a:lnTo>
                    <a:lnTo>
                      <a:pt x="74" y="24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6" y="26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0" y="30"/>
                    </a:lnTo>
                    <a:lnTo>
                      <a:pt x="46" y="10"/>
                    </a:lnTo>
                    <a:lnTo>
                      <a:pt x="27" y="24"/>
                    </a:lnTo>
                    <a:lnTo>
                      <a:pt x="41" y="45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6" y="49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4" y="53"/>
                    </a:lnTo>
                    <a:lnTo>
                      <a:pt x="32" y="54"/>
                    </a:lnTo>
                    <a:lnTo>
                      <a:pt x="31" y="56"/>
                    </a:lnTo>
                    <a:lnTo>
                      <a:pt x="31" y="58"/>
                    </a:lnTo>
                    <a:lnTo>
                      <a:pt x="30" y="59"/>
                    </a:lnTo>
                    <a:lnTo>
                      <a:pt x="9" y="52"/>
                    </a:lnTo>
                    <a:lnTo>
                      <a:pt x="0" y="75"/>
                    </a:lnTo>
                    <a:lnTo>
                      <a:pt x="23" y="82"/>
                    </a:lnTo>
                    <a:lnTo>
                      <a:pt x="23" y="84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2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2"/>
                    </a:lnTo>
                    <a:lnTo>
                      <a:pt x="0" y="109"/>
                    </a:lnTo>
                    <a:lnTo>
                      <a:pt x="9" y="132"/>
                    </a:lnTo>
                    <a:lnTo>
                      <a:pt x="30" y="126"/>
                    </a:lnTo>
                    <a:lnTo>
                      <a:pt x="31" y="127"/>
                    </a:lnTo>
                    <a:lnTo>
                      <a:pt x="31" y="128"/>
                    </a:lnTo>
                    <a:lnTo>
                      <a:pt x="32" y="130"/>
                    </a:lnTo>
                    <a:lnTo>
                      <a:pt x="34" y="132"/>
                    </a:lnTo>
                    <a:lnTo>
                      <a:pt x="34" y="133"/>
                    </a:lnTo>
                    <a:lnTo>
                      <a:pt x="35" y="134"/>
                    </a:lnTo>
                    <a:lnTo>
                      <a:pt x="36" y="136"/>
                    </a:lnTo>
                    <a:lnTo>
                      <a:pt x="38" y="137"/>
                    </a:lnTo>
                    <a:lnTo>
                      <a:pt x="39" y="140"/>
                    </a:lnTo>
                    <a:lnTo>
                      <a:pt x="41" y="141"/>
                    </a:lnTo>
                    <a:lnTo>
                      <a:pt x="27" y="160"/>
                    </a:lnTo>
                    <a:lnTo>
                      <a:pt x="46" y="174"/>
                    </a:lnTo>
                    <a:lnTo>
                      <a:pt x="60" y="155"/>
                    </a:lnTo>
                    <a:lnTo>
                      <a:pt x="62" y="156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6" y="158"/>
                    </a:lnTo>
                    <a:lnTo>
                      <a:pt x="69" y="159"/>
                    </a:lnTo>
                    <a:lnTo>
                      <a:pt x="71" y="159"/>
                    </a:lnTo>
                    <a:lnTo>
                      <a:pt x="72" y="160"/>
                    </a:lnTo>
                    <a:lnTo>
                      <a:pt x="74" y="160"/>
                    </a:lnTo>
                    <a:lnTo>
                      <a:pt x="75" y="161"/>
                    </a:lnTo>
                    <a:lnTo>
                      <a:pt x="77" y="161"/>
                    </a:lnTo>
                    <a:lnTo>
                      <a:pt x="77" y="184"/>
                    </a:lnTo>
                    <a:lnTo>
                      <a:pt x="101" y="184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5" y="160"/>
                    </a:lnTo>
                    <a:lnTo>
                      <a:pt x="107" y="160"/>
                    </a:lnTo>
                    <a:lnTo>
                      <a:pt x="108" y="159"/>
                    </a:lnTo>
                    <a:lnTo>
                      <a:pt x="110" y="159"/>
                    </a:lnTo>
                    <a:lnTo>
                      <a:pt x="111" y="158"/>
                    </a:lnTo>
                    <a:lnTo>
                      <a:pt x="113" y="158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4"/>
                    </a:lnTo>
                    <a:lnTo>
                      <a:pt x="151" y="160"/>
                    </a:lnTo>
                    <a:lnTo>
                      <a:pt x="137" y="141"/>
                    </a:lnTo>
                    <a:lnTo>
                      <a:pt x="139" y="140"/>
                    </a:lnTo>
                    <a:lnTo>
                      <a:pt x="140" y="137"/>
                    </a:lnTo>
                    <a:lnTo>
                      <a:pt x="141" y="136"/>
                    </a:lnTo>
                    <a:lnTo>
                      <a:pt x="142" y="134"/>
                    </a:lnTo>
                    <a:lnTo>
                      <a:pt x="143" y="133"/>
                    </a:lnTo>
                    <a:lnTo>
                      <a:pt x="144" y="131"/>
                    </a:lnTo>
                    <a:lnTo>
                      <a:pt x="145" y="130"/>
                    </a:lnTo>
                    <a:lnTo>
                      <a:pt x="147" y="128"/>
                    </a:lnTo>
                    <a:lnTo>
                      <a:pt x="148" y="127"/>
                    </a:lnTo>
                    <a:lnTo>
                      <a:pt x="148" y="126"/>
                    </a:lnTo>
                    <a:lnTo>
                      <a:pt x="170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1" name="Freeform 1104"/>
              <p:cNvSpPr>
                <a:spLocks/>
              </p:cNvSpPr>
              <p:nvPr/>
            </p:nvSpPr>
            <p:spPr bwMode="auto">
              <a:xfrm>
                <a:off x="2545" y="3207"/>
                <a:ext cx="72" cy="76"/>
              </a:xfrm>
              <a:custGeom>
                <a:avLst/>
                <a:gdLst>
                  <a:gd name="T0" fmla="*/ 0 w 72"/>
                  <a:gd name="T1" fmla="*/ 37 h 76"/>
                  <a:gd name="T2" fmla="*/ 0 w 72"/>
                  <a:gd name="T3" fmla="*/ 32 h 76"/>
                  <a:gd name="T4" fmla="*/ 2 w 72"/>
                  <a:gd name="T5" fmla="*/ 27 h 76"/>
                  <a:gd name="T6" fmla="*/ 4 w 72"/>
                  <a:gd name="T7" fmla="*/ 20 h 76"/>
                  <a:gd name="T8" fmla="*/ 6 w 72"/>
                  <a:gd name="T9" fmla="*/ 16 h 76"/>
                  <a:gd name="T10" fmla="*/ 10 w 72"/>
                  <a:gd name="T11" fmla="*/ 11 h 76"/>
                  <a:gd name="T12" fmla="*/ 15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7 h 76"/>
                  <a:gd name="T38" fmla="*/ 72 w 72"/>
                  <a:gd name="T39" fmla="*/ 32 h 76"/>
                  <a:gd name="T40" fmla="*/ 72 w 72"/>
                  <a:gd name="T41" fmla="*/ 37 h 76"/>
                  <a:gd name="T42" fmla="*/ 72 w 72"/>
                  <a:gd name="T43" fmla="*/ 44 h 76"/>
                  <a:gd name="T44" fmla="*/ 70 w 72"/>
                  <a:gd name="T45" fmla="*/ 50 h 76"/>
                  <a:gd name="T46" fmla="*/ 68 w 72"/>
                  <a:gd name="T47" fmla="*/ 55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9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5 w 72"/>
                  <a:gd name="T69" fmla="*/ 69 h 76"/>
                  <a:gd name="T70" fmla="*/ 10 w 72"/>
                  <a:gd name="T71" fmla="*/ 65 h 76"/>
                  <a:gd name="T72" fmla="*/ 6 w 72"/>
                  <a:gd name="T73" fmla="*/ 60 h 76"/>
                  <a:gd name="T74" fmla="*/ 4 w 72"/>
                  <a:gd name="T75" fmla="*/ 55 h 76"/>
                  <a:gd name="T76" fmla="*/ 2 w 72"/>
                  <a:gd name="T77" fmla="*/ 50 h 76"/>
                  <a:gd name="T78" fmla="*/ 0 w 72"/>
                  <a:gd name="T79" fmla="*/ 44 h 76"/>
                  <a:gd name="T80" fmla="*/ 0 w 72"/>
                  <a:gd name="T81" fmla="*/ 37 h 76"/>
                  <a:gd name="T82" fmla="*/ 0 w 72"/>
                  <a:gd name="T83" fmla="*/ 37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7"/>
                    </a:moveTo>
                    <a:lnTo>
                      <a:pt x="0" y="32"/>
                    </a:lnTo>
                    <a:lnTo>
                      <a:pt x="2" y="27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10" y="11"/>
                    </a:lnTo>
                    <a:lnTo>
                      <a:pt x="15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7"/>
                    </a:lnTo>
                    <a:lnTo>
                      <a:pt x="72" y="32"/>
                    </a:lnTo>
                    <a:lnTo>
                      <a:pt x="72" y="37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5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9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5" y="69"/>
                    </a:lnTo>
                    <a:lnTo>
                      <a:pt x="10" y="65"/>
                    </a:lnTo>
                    <a:lnTo>
                      <a:pt x="6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72" name="Freeform 1105"/>
              <p:cNvSpPr>
                <a:spLocks/>
              </p:cNvSpPr>
              <p:nvPr/>
            </p:nvSpPr>
            <p:spPr bwMode="auto">
              <a:xfrm>
                <a:off x="2698" y="3288"/>
                <a:ext cx="72" cy="76"/>
              </a:xfrm>
              <a:custGeom>
                <a:avLst/>
                <a:gdLst>
                  <a:gd name="T0" fmla="*/ 0 w 72"/>
                  <a:gd name="T1" fmla="*/ 38 h 76"/>
                  <a:gd name="T2" fmla="*/ 1 w 72"/>
                  <a:gd name="T3" fmla="*/ 32 h 76"/>
                  <a:gd name="T4" fmla="*/ 2 w 72"/>
                  <a:gd name="T5" fmla="*/ 26 h 76"/>
                  <a:gd name="T6" fmla="*/ 4 w 72"/>
                  <a:gd name="T7" fmla="*/ 20 h 76"/>
                  <a:gd name="T8" fmla="*/ 7 w 72"/>
                  <a:gd name="T9" fmla="*/ 16 h 76"/>
                  <a:gd name="T10" fmla="*/ 10 w 72"/>
                  <a:gd name="T11" fmla="*/ 11 h 76"/>
                  <a:gd name="T12" fmla="*/ 14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6 h 76"/>
                  <a:gd name="T38" fmla="*/ 72 w 72"/>
                  <a:gd name="T39" fmla="*/ 32 h 76"/>
                  <a:gd name="T40" fmla="*/ 72 w 72"/>
                  <a:gd name="T41" fmla="*/ 38 h 76"/>
                  <a:gd name="T42" fmla="*/ 72 w 72"/>
                  <a:gd name="T43" fmla="*/ 45 h 76"/>
                  <a:gd name="T44" fmla="*/ 70 w 72"/>
                  <a:gd name="T45" fmla="*/ 50 h 76"/>
                  <a:gd name="T46" fmla="*/ 68 w 72"/>
                  <a:gd name="T47" fmla="*/ 56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8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4 w 72"/>
                  <a:gd name="T69" fmla="*/ 68 h 76"/>
                  <a:gd name="T70" fmla="*/ 10 w 72"/>
                  <a:gd name="T71" fmla="*/ 65 h 76"/>
                  <a:gd name="T72" fmla="*/ 7 w 72"/>
                  <a:gd name="T73" fmla="*/ 60 h 76"/>
                  <a:gd name="T74" fmla="*/ 4 w 72"/>
                  <a:gd name="T75" fmla="*/ 56 h 76"/>
                  <a:gd name="T76" fmla="*/ 2 w 72"/>
                  <a:gd name="T77" fmla="*/ 50 h 76"/>
                  <a:gd name="T78" fmla="*/ 1 w 72"/>
                  <a:gd name="T79" fmla="*/ 45 h 76"/>
                  <a:gd name="T80" fmla="*/ 0 w 72"/>
                  <a:gd name="T81" fmla="*/ 38 h 76"/>
                  <a:gd name="T82" fmla="*/ 0 w 72"/>
                  <a:gd name="T83" fmla="*/ 38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8"/>
                    </a:moveTo>
                    <a:lnTo>
                      <a:pt x="1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4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2" y="38"/>
                    </a:lnTo>
                    <a:lnTo>
                      <a:pt x="72" y="45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8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4" y="68"/>
                    </a:lnTo>
                    <a:lnTo>
                      <a:pt x="10" y="65"/>
                    </a:lnTo>
                    <a:lnTo>
                      <a:pt x="7" y="60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1" y="45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3051" name="Rectangle 1106"/>
            <p:cNvSpPr>
              <a:spLocks noChangeArrowheads="1"/>
            </p:cNvSpPr>
            <p:nvPr/>
          </p:nvSpPr>
          <p:spPr bwMode="auto">
            <a:xfrm>
              <a:off x="2779" y="4010"/>
              <a:ext cx="550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Work In Progress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43052" name="Group 1107"/>
            <p:cNvGrpSpPr>
              <a:grpSpLocks/>
            </p:cNvGrpSpPr>
            <p:nvPr/>
          </p:nvGrpSpPr>
          <p:grpSpPr bwMode="auto">
            <a:xfrm>
              <a:off x="3434" y="3698"/>
              <a:ext cx="304" cy="261"/>
              <a:chOff x="3034" y="3151"/>
              <a:chExt cx="294" cy="277"/>
            </a:xfrm>
          </p:grpSpPr>
          <p:sp>
            <p:nvSpPr>
              <p:cNvPr id="43058" name="Freeform 1108"/>
              <p:cNvSpPr>
                <a:spLocks/>
              </p:cNvSpPr>
              <p:nvPr/>
            </p:nvSpPr>
            <p:spPr bwMode="auto">
              <a:xfrm>
                <a:off x="3041" y="3155"/>
                <a:ext cx="274" cy="273"/>
              </a:xfrm>
              <a:custGeom>
                <a:avLst/>
                <a:gdLst>
                  <a:gd name="T0" fmla="*/ 219 w 274"/>
                  <a:gd name="T1" fmla="*/ 273 h 273"/>
                  <a:gd name="T2" fmla="*/ 228 w 274"/>
                  <a:gd name="T3" fmla="*/ 273 h 273"/>
                  <a:gd name="T4" fmla="*/ 237 w 274"/>
                  <a:gd name="T5" fmla="*/ 271 h 273"/>
                  <a:gd name="T6" fmla="*/ 245 w 274"/>
                  <a:gd name="T7" fmla="*/ 267 h 273"/>
                  <a:gd name="T8" fmla="*/ 252 w 274"/>
                  <a:gd name="T9" fmla="*/ 262 h 273"/>
                  <a:gd name="T10" fmla="*/ 258 w 274"/>
                  <a:gd name="T11" fmla="*/ 257 h 273"/>
                  <a:gd name="T12" fmla="*/ 263 w 274"/>
                  <a:gd name="T13" fmla="*/ 251 h 273"/>
                  <a:gd name="T14" fmla="*/ 269 w 274"/>
                  <a:gd name="T15" fmla="*/ 243 h 273"/>
                  <a:gd name="T16" fmla="*/ 271 w 274"/>
                  <a:gd name="T17" fmla="*/ 236 h 273"/>
                  <a:gd name="T18" fmla="*/ 274 w 274"/>
                  <a:gd name="T19" fmla="*/ 227 h 273"/>
                  <a:gd name="T20" fmla="*/ 274 w 274"/>
                  <a:gd name="T21" fmla="*/ 219 h 273"/>
                  <a:gd name="T22" fmla="*/ 274 w 274"/>
                  <a:gd name="T23" fmla="*/ 54 h 273"/>
                  <a:gd name="T24" fmla="*/ 274 w 274"/>
                  <a:gd name="T25" fmla="*/ 46 h 273"/>
                  <a:gd name="T26" fmla="*/ 271 w 274"/>
                  <a:gd name="T27" fmla="*/ 37 h 273"/>
                  <a:gd name="T28" fmla="*/ 269 w 274"/>
                  <a:gd name="T29" fmla="*/ 29 h 273"/>
                  <a:gd name="T30" fmla="*/ 263 w 274"/>
                  <a:gd name="T31" fmla="*/ 22 h 273"/>
                  <a:gd name="T32" fmla="*/ 258 w 274"/>
                  <a:gd name="T33" fmla="*/ 16 h 273"/>
                  <a:gd name="T34" fmla="*/ 252 w 274"/>
                  <a:gd name="T35" fmla="*/ 10 h 273"/>
                  <a:gd name="T36" fmla="*/ 245 w 274"/>
                  <a:gd name="T37" fmla="*/ 6 h 273"/>
                  <a:gd name="T38" fmla="*/ 237 w 274"/>
                  <a:gd name="T39" fmla="*/ 2 h 273"/>
                  <a:gd name="T40" fmla="*/ 228 w 274"/>
                  <a:gd name="T41" fmla="*/ 0 h 273"/>
                  <a:gd name="T42" fmla="*/ 220 w 274"/>
                  <a:gd name="T43" fmla="*/ 0 h 273"/>
                  <a:gd name="T44" fmla="*/ 55 w 274"/>
                  <a:gd name="T45" fmla="*/ 0 h 273"/>
                  <a:gd name="T46" fmla="*/ 46 w 274"/>
                  <a:gd name="T47" fmla="*/ 0 h 273"/>
                  <a:gd name="T48" fmla="*/ 37 w 274"/>
                  <a:gd name="T49" fmla="*/ 2 h 273"/>
                  <a:gd name="T50" fmla="*/ 29 w 274"/>
                  <a:gd name="T51" fmla="*/ 6 h 273"/>
                  <a:gd name="T52" fmla="*/ 22 w 274"/>
                  <a:gd name="T53" fmla="*/ 10 h 273"/>
                  <a:gd name="T54" fmla="*/ 17 w 274"/>
                  <a:gd name="T55" fmla="*/ 16 h 273"/>
                  <a:gd name="T56" fmla="*/ 10 w 274"/>
                  <a:gd name="T57" fmla="*/ 22 h 273"/>
                  <a:gd name="T58" fmla="*/ 6 w 274"/>
                  <a:gd name="T59" fmla="*/ 29 h 273"/>
                  <a:gd name="T60" fmla="*/ 2 w 274"/>
                  <a:gd name="T61" fmla="*/ 37 h 273"/>
                  <a:gd name="T62" fmla="*/ 1 w 274"/>
                  <a:gd name="T63" fmla="*/ 46 h 273"/>
                  <a:gd name="T64" fmla="*/ 0 w 274"/>
                  <a:gd name="T65" fmla="*/ 54 h 273"/>
                  <a:gd name="T66" fmla="*/ 0 w 274"/>
                  <a:gd name="T67" fmla="*/ 219 h 273"/>
                  <a:gd name="T68" fmla="*/ 1 w 274"/>
                  <a:gd name="T69" fmla="*/ 227 h 273"/>
                  <a:gd name="T70" fmla="*/ 2 w 274"/>
                  <a:gd name="T71" fmla="*/ 236 h 273"/>
                  <a:gd name="T72" fmla="*/ 6 w 274"/>
                  <a:gd name="T73" fmla="*/ 243 h 273"/>
                  <a:gd name="T74" fmla="*/ 10 w 274"/>
                  <a:gd name="T75" fmla="*/ 251 h 273"/>
                  <a:gd name="T76" fmla="*/ 17 w 274"/>
                  <a:gd name="T77" fmla="*/ 257 h 273"/>
                  <a:gd name="T78" fmla="*/ 22 w 274"/>
                  <a:gd name="T79" fmla="*/ 262 h 273"/>
                  <a:gd name="T80" fmla="*/ 29 w 274"/>
                  <a:gd name="T81" fmla="*/ 267 h 273"/>
                  <a:gd name="T82" fmla="*/ 37 w 274"/>
                  <a:gd name="T83" fmla="*/ 271 h 273"/>
                  <a:gd name="T84" fmla="*/ 46 w 274"/>
                  <a:gd name="T85" fmla="*/ 273 h 273"/>
                  <a:gd name="T86" fmla="*/ 55 w 274"/>
                  <a:gd name="T87" fmla="*/ 273 h 273"/>
                  <a:gd name="T88" fmla="*/ 220 w 274"/>
                  <a:gd name="T89" fmla="*/ 273 h 273"/>
                  <a:gd name="T90" fmla="*/ 219 w 274"/>
                  <a:gd name="T91" fmla="*/ 273 h 2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4"/>
                  <a:gd name="T139" fmla="*/ 0 h 273"/>
                  <a:gd name="T140" fmla="*/ 274 w 274"/>
                  <a:gd name="T141" fmla="*/ 273 h 27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4" h="273">
                    <a:moveTo>
                      <a:pt x="219" y="273"/>
                    </a:moveTo>
                    <a:lnTo>
                      <a:pt x="228" y="273"/>
                    </a:lnTo>
                    <a:lnTo>
                      <a:pt x="237" y="271"/>
                    </a:lnTo>
                    <a:lnTo>
                      <a:pt x="245" y="267"/>
                    </a:lnTo>
                    <a:lnTo>
                      <a:pt x="252" y="262"/>
                    </a:lnTo>
                    <a:lnTo>
                      <a:pt x="258" y="257"/>
                    </a:lnTo>
                    <a:lnTo>
                      <a:pt x="263" y="251"/>
                    </a:lnTo>
                    <a:lnTo>
                      <a:pt x="269" y="243"/>
                    </a:lnTo>
                    <a:lnTo>
                      <a:pt x="271" y="236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54"/>
                    </a:lnTo>
                    <a:lnTo>
                      <a:pt x="274" y="46"/>
                    </a:lnTo>
                    <a:lnTo>
                      <a:pt x="271" y="37"/>
                    </a:lnTo>
                    <a:lnTo>
                      <a:pt x="269" y="29"/>
                    </a:lnTo>
                    <a:lnTo>
                      <a:pt x="263" y="22"/>
                    </a:lnTo>
                    <a:lnTo>
                      <a:pt x="258" y="16"/>
                    </a:lnTo>
                    <a:lnTo>
                      <a:pt x="252" y="10"/>
                    </a:lnTo>
                    <a:lnTo>
                      <a:pt x="245" y="6"/>
                    </a:lnTo>
                    <a:lnTo>
                      <a:pt x="237" y="2"/>
                    </a:lnTo>
                    <a:lnTo>
                      <a:pt x="228" y="0"/>
                    </a:lnTo>
                    <a:lnTo>
                      <a:pt x="220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9" y="6"/>
                    </a:lnTo>
                    <a:lnTo>
                      <a:pt x="22" y="10"/>
                    </a:lnTo>
                    <a:lnTo>
                      <a:pt x="17" y="16"/>
                    </a:lnTo>
                    <a:lnTo>
                      <a:pt x="10" y="22"/>
                    </a:lnTo>
                    <a:lnTo>
                      <a:pt x="6" y="29"/>
                    </a:lnTo>
                    <a:lnTo>
                      <a:pt x="2" y="37"/>
                    </a:lnTo>
                    <a:lnTo>
                      <a:pt x="1" y="46"/>
                    </a:lnTo>
                    <a:lnTo>
                      <a:pt x="0" y="54"/>
                    </a:lnTo>
                    <a:lnTo>
                      <a:pt x="0" y="219"/>
                    </a:lnTo>
                    <a:lnTo>
                      <a:pt x="1" y="227"/>
                    </a:lnTo>
                    <a:lnTo>
                      <a:pt x="2" y="236"/>
                    </a:lnTo>
                    <a:lnTo>
                      <a:pt x="6" y="243"/>
                    </a:lnTo>
                    <a:lnTo>
                      <a:pt x="10" y="251"/>
                    </a:lnTo>
                    <a:lnTo>
                      <a:pt x="17" y="257"/>
                    </a:lnTo>
                    <a:lnTo>
                      <a:pt x="22" y="262"/>
                    </a:lnTo>
                    <a:lnTo>
                      <a:pt x="29" y="267"/>
                    </a:lnTo>
                    <a:lnTo>
                      <a:pt x="37" y="271"/>
                    </a:lnTo>
                    <a:lnTo>
                      <a:pt x="46" y="273"/>
                    </a:lnTo>
                    <a:lnTo>
                      <a:pt x="55" y="273"/>
                    </a:lnTo>
                    <a:lnTo>
                      <a:pt x="220" y="273"/>
                    </a:lnTo>
                    <a:lnTo>
                      <a:pt x="219" y="27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59" name="Line 1109"/>
              <p:cNvSpPr>
                <a:spLocks noChangeShapeType="1"/>
              </p:cNvSpPr>
              <p:nvPr/>
            </p:nvSpPr>
            <p:spPr bwMode="auto">
              <a:xfrm>
                <a:off x="3034" y="3180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0" name="Line 1110"/>
              <p:cNvSpPr>
                <a:spLocks noChangeShapeType="1"/>
              </p:cNvSpPr>
              <p:nvPr/>
            </p:nvSpPr>
            <p:spPr bwMode="auto">
              <a:xfrm>
                <a:off x="3034" y="3254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1" name="Line 1111"/>
              <p:cNvSpPr>
                <a:spLocks noChangeShapeType="1"/>
              </p:cNvSpPr>
              <p:nvPr/>
            </p:nvSpPr>
            <p:spPr bwMode="auto">
              <a:xfrm>
                <a:off x="3034" y="3328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2" name="Line 1112"/>
              <p:cNvSpPr>
                <a:spLocks noChangeShapeType="1"/>
              </p:cNvSpPr>
              <p:nvPr/>
            </p:nvSpPr>
            <p:spPr bwMode="auto">
              <a:xfrm>
                <a:off x="3034" y="3401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3" name="Freeform 1113"/>
              <p:cNvSpPr>
                <a:spLocks/>
              </p:cNvSpPr>
              <p:nvPr/>
            </p:nvSpPr>
            <p:spPr bwMode="auto">
              <a:xfrm>
                <a:off x="3136" y="3194"/>
                <a:ext cx="84" cy="218"/>
              </a:xfrm>
              <a:custGeom>
                <a:avLst/>
                <a:gdLst>
                  <a:gd name="T0" fmla="*/ 46 w 84"/>
                  <a:gd name="T1" fmla="*/ 218 h 218"/>
                  <a:gd name="T2" fmla="*/ 47 w 84"/>
                  <a:gd name="T3" fmla="*/ 201 h 218"/>
                  <a:gd name="T4" fmla="*/ 50 w 84"/>
                  <a:gd name="T5" fmla="*/ 185 h 218"/>
                  <a:gd name="T6" fmla="*/ 54 w 84"/>
                  <a:gd name="T7" fmla="*/ 169 h 218"/>
                  <a:gd name="T8" fmla="*/ 59 w 84"/>
                  <a:gd name="T9" fmla="*/ 155 h 218"/>
                  <a:gd name="T10" fmla="*/ 65 w 84"/>
                  <a:gd name="T11" fmla="*/ 142 h 218"/>
                  <a:gd name="T12" fmla="*/ 71 w 84"/>
                  <a:gd name="T13" fmla="*/ 132 h 218"/>
                  <a:gd name="T14" fmla="*/ 77 w 84"/>
                  <a:gd name="T15" fmla="*/ 123 h 218"/>
                  <a:gd name="T16" fmla="*/ 80 w 84"/>
                  <a:gd name="T17" fmla="*/ 117 h 218"/>
                  <a:gd name="T18" fmla="*/ 83 w 84"/>
                  <a:gd name="T19" fmla="*/ 112 h 218"/>
                  <a:gd name="T20" fmla="*/ 84 w 84"/>
                  <a:gd name="T21" fmla="*/ 110 h 218"/>
                  <a:gd name="T22" fmla="*/ 74 w 84"/>
                  <a:gd name="T23" fmla="*/ 0 h 218"/>
                  <a:gd name="T24" fmla="*/ 41 w 84"/>
                  <a:gd name="T25" fmla="*/ 0 h 218"/>
                  <a:gd name="T26" fmla="*/ 9 w 84"/>
                  <a:gd name="T27" fmla="*/ 0 h 218"/>
                  <a:gd name="T28" fmla="*/ 0 w 84"/>
                  <a:gd name="T29" fmla="*/ 110 h 218"/>
                  <a:gd name="T30" fmla="*/ 1 w 84"/>
                  <a:gd name="T31" fmla="*/ 112 h 218"/>
                  <a:gd name="T32" fmla="*/ 4 w 84"/>
                  <a:gd name="T33" fmla="*/ 117 h 218"/>
                  <a:gd name="T34" fmla="*/ 7 w 84"/>
                  <a:gd name="T35" fmla="*/ 123 h 218"/>
                  <a:gd name="T36" fmla="*/ 12 w 84"/>
                  <a:gd name="T37" fmla="*/ 132 h 218"/>
                  <a:gd name="T38" fmla="*/ 19 w 84"/>
                  <a:gd name="T39" fmla="*/ 142 h 218"/>
                  <a:gd name="T40" fmla="*/ 24 w 84"/>
                  <a:gd name="T41" fmla="*/ 155 h 218"/>
                  <a:gd name="T42" fmla="*/ 30 w 84"/>
                  <a:gd name="T43" fmla="*/ 169 h 218"/>
                  <a:gd name="T44" fmla="*/ 34 w 84"/>
                  <a:gd name="T45" fmla="*/ 185 h 218"/>
                  <a:gd name="T46" fmla="*/ 37 w 84"/>
                  <a:gd name="T47" fmla="*/ 201 h 218"/>
                  <a:gd name="T48" fmla="*/ 38 w 84"/>
                  <a:gd name="T49" fmla="*/ 218 h 218"/>
                  <a:gd name="T50" fmla="*/ 46 w 84"/>
                  <a:gd name="T51" fmla="*/ 218 h 218"/>
                  <a:gd name="T52" fmla="*/ 46 w 84"/>
                  <a:gd name="T53" fmla="*/ 218 h 2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84"/>
                  <a:gd name="T82" fmla="*/ 0 h 218"/>
                  <a:gd name="T83" fmla="*/ 84 w 84"/>
                  <a:gd name="T84" fmla="*/ 218 h 2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84" h="218">
                    <a:moveTo>
                      <a:pt x="46" y="218"/>
                    </a:moveTo>
                    <a:lnTo>
                      <a:pt x="47" y="201"/>
                    </a:lnTo>
                    <a:lnTo>
                      <a:pt x="50" y="185"/>
                    </a:lnTo>
                    <a:lnTo>
                      <a:pt x="54" y="169"/>
                    </a:lnTo>
                    <a:lnTo>
                      <a:pt x="59" y="155"/>
                    </a:lnTo>
                    <a:lnTo>
                      <a:pt x="65" y="142"/>
                    </a:lnTo>
                    <a:lnTo>
                      <a:pt x="71" y="132"/>
                    </a:lnTo>
                    <a:lnTo>
                      <a:pt x="77" y="123"/>
                    </a:lnTo>
                    <a:lnTo>
                      <a:pt x="80" y="117"/>
                    </a:lnTo>
                    <a:lnTo>
                      <a:pt x="83" y="112"/>
                    </a:lnTo>
                    <a:lnTo>
                      <a:pt x="84" y="110"/>
                    </a:lnTo>
                    <a:lnTo>
                      <a:pt x="74" y="0"/>
                    </a:lnTo>
                    <a:lnTo>
                      <a:pt x="41" y="0"/>
                    </a:lnTo>
                    <a:lnTo>
                      <a:pt x="9" y="0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4" y="117"/>
                    </a:lnTo>
                    <a:lnTo>
                      <a:pt x="7" y="123"/>
                    </a:lnTo>
                    <a:lnTo>
                      <a:pt x="12" y="132"/>
                    </a:lnTo>
                    <a:lnTo>
                      <a:pt x="19" y="142"/>
                    </a:lnTo>
                    <a:lnTo>
                      <a:pt x="24" y="155"/>
                    </a:lnTo>
                    <a:lnTo>
                      <a:pt x="30" y="169"/>
                    </a:lnTo>
                    <a:lnTo>
                      <a:pt x="34" y="185"/>
                    </a:lnTo>
                    <a:lnTo>
                      <a:pt x="37" y="201"/>
                    </a:lnTo>
                    <a:lnTo>
                      <a:pt x="38" y="218"/>
                    </a:lnTo>
                    <a:lnTo>
                      <a:pt x="46" y="2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4" name="Freeform 1114"/>
              <p:cNvSpPr>
                <a:spLocks/>
              </p:cNvSpPr>
              <p:nvPr/>
            </p:nvSpPr>
            <p:spPr bwMode="auto">
              <a:xfrm>
                <a:off x="3130" y="3189"/>
                <a:ext cx="96" cy="229"/>
              </a:xfrm>
              <a:custGeom>
                <a:avLst/>
                <a:gdLst>
                  <a:gd name="T0" fmla="*/ 59 w 96"/>
                  <a:gd name="T1" fmla="*/ 207 h 229"/>
                  <a:gd name="T2" fmla="*/ 61 w 96"/>
                  <a:gd name="T3" fmla="*/ 191 h 229"/>
                  <a:gd name="T4" fmla="*/ 65 w 96"/>
                  <a:gd name="T5" fmla="*/ 176 h 229"/>
                  <a:gd name="T6" fmla="*/ 71 w 96"/>
                  <a:gd name="T7" fmla="*/ 162 h 229"/>
                  <a:gd name="T8" fmla="*/ 76 w 96"/>
                  <a:gd name="T9" fmla="*/ 150 h 229"/>
                  <a:gd name="T10" fmla="*/ 83 w 96"/>
                  <a:gd name="T11" fmla="*/ 140 h 229"/>
                  <a:gd name="T12" fmla="*/ 91 w 96"/>
                  <a:gd name="T13" fmla="*/ 125 h 229"/>
                  <a:gd name="T14" fmla="*/ 93 w 96"/>
                  <a:gd name="T15" fmla="*/ 120 h 229"/>
                  <a:gd name="T16" fmla="*/ 95 w 96"/>
                  <a:gd name="T17" fmla="*/ 115 h 229"/>
                  <a:gd name="T18" fmla="*/ 85 w 96"/>
                  <a:gd name="T19" fmla="*/ 1 h 229"/>
                  <a:gd name="T20" fmla="*/ 15 w 96"/>
                  <a:gd name="T21" fmla="*/ 0 h 229"/>
                  <a:gd name="T22" fmla="*/ 10 w 96"/>
                  <a:gd name="T23" fmla="*/ 5 h 229"/>
                  <a:gd name="T24" fmla="*/ 1 w 96"/>
                  <a:gd name="T25" fmla="*/ 118 h 229"/>
                  <a:gd name="T26" fmla="*/ 6 w 96"/>
                  <a:gd name="T27" fmla="*/ 125 h 229"/>
                  <a:gd name="T28" fmla="*/ 9 w 96"/>
                  <a:gd name="T29" fmla="*/ 131 h 229"/>
                  <a:gd name="T30" fmla="*/ 18 w 96"/>
                  <a:gd name="T31" fmla="*/ 137 h 229"/>
                  <a:gd name="T32" fmla="*/ 25 w 96"/>
                  <a:gd name="T33" fmla="*/ 147 h 229"/>
                  <a:gd name="T34" fmla="*/ 31 w 96"/>
                  <a:gd name="T35" fmla="*/ 176 h 229"/>
                  <a:gd name="T36" fmla="*/ 35 w 96"/>
                  <a:gd name="T37" fmla="*/ 192 h 229"/>
                  <a:gd name="T38" fmla="*/ 38 w 96"/>
                  <a:gd name="T39" fmla="*/ 207 h 229"/>
                  <a:gd name="T40" fmla="*/ 39 w 96"/>
                  <a:gd name="T41" fmla="*/ 224 h 229"/>
                  <a:gd name="T42" fmla="*/ 52 w 96"/>
                  <a:gd name="T43" fmla="*/ 229 h 229"/>
                  <a:gd name="T44" fmla="*/ 48 w 96"/>
                  <a:gd name="T45" fmla="*/ 219 h 229"/>
                  <a:gd name="T46" fmla="*/ 49 w 96"/>
                  <a:gd name="T47" fmla="*/ 206 h 229"/>
                  <a:gd name="T48" fmla="*/ 45 w 96"/>
                  <a:gd name="T49" fmla="*/ 189 h 229"/>
                  <a:gd name="T50" fmla="*/ 36 w 96"/>
                  <a:gd name="T51" fmla="*/ 158 h 229"/>
                  <a:gd name="T52" fmla="*/ 24 w 96"/>
                  <a:gd name="T53" fmla="*/ 134 h 229"/>
                  <a:gd name="T54" fmla="*/ 13 w 96"/>
                  <a:gd name="T55" fmla="*/ 128 h 229"/>
                  <a:gd name="T56" fmla="*/ 14 w 96"/>
                  <a:gd name="T57" fmla="*/ 118 h 229"/>
                  <a:gd name="T58" fmla="*/ 12 w 96"/>
                  <a:gd name="T59" fmla="*/ 115 h 229"/>
                  <a:gd name="T60" fmla="*/ 12 w 96"/>
                  <a:gd name="T61" fmla="*/ 116 h 229"/>
                  <a:gd name="T62" fmla="*/ 20 w 96"/>
                  <a:gd name="T63" fmla="*/ 9 h 229"/>
                  <a:gd name="T64" fmla="*/ 15 w 96"/>
                  <a:gd name="T65" fmla="*/ 12 h 229"/>
                  <a:gd name="T66" fmla="*/ 76 w 96"/>
                  <a:gd name="T67" fmla="*/ 9 h 229"/>
                  <a:gd name="T68" fmla="*/ 85 w 96"/>
                  <a:gd name="T69" fmla="*/ 116 h 229"/>
                  <a:gd name="T70" fmla="*/ 85 w 96"/>
                  <a:gd name="T71" fmla="*/ 115 h 229"/>
                  <a:gd name="T72" fmla="*/ 82 w 96"/>
                  <a:gd name="T73" fmla="*/ 118 h 229"/>
                  <a:gd name="T74" fmla="*/ 83 w 96"/>
                  <a:gd name="T75" fmla="*/ 128 h 229"/>
                  <a:gd name="T76" fmla="*/ 73 w 96"/>
                  <a:gd name="T77" fmla="*/ 134 h 229"/>
                  <a:gd name="T78" fmla="*/ 67 w 96"/>
                  <a:gd name="T79" fmla="*/ 145 h 229"/>
                  <a:gd name="T80" fmla="*/ 55 w 96"/>
                  <a:gd name="T81" fmla="*/ 173 h 229"/>
                  <a:gd name="T82" fmla="*/ 47 w 96"/>
                  <a:gd name="T83" fmla="*/ 205 h 2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6"/>
                  <a:gd name="T127" fmla="*/ 0 h 229"/>
                  <a:gd name="T128" fmla="*/ 96 w 96"/>
                  <a:gd name="T129" fmla="*/ 229 h 22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6" h="229">
                    <a:moveTo>
                      <a:pt x="46" y="223"/>
                    </a:moveTo>
                    <a:lnTo>
                      <a:pt x="58" y="224"/>
                    </a:lnTo>
                    <a:lnTo>
                      <a:pt x="59" y="207"/>
                    </a:lnTo>
                    <a:lnTo>
                      <a:pt x="53" y="206"/>
                    </a:lnTo>
                    <a:lnTo>
                      <a:pt x="58" y="207"/>
                    </a:lnTo>
                    <a:lnTo>
                      <a:pt x="61" y="191"/>
                    </a:lnTo>
                    <a:lnTo>
                      <a:pt x="56" y="190"/>
                    </a:lnTo>
                    <a:lnTo>
                      <a:pt x="61" y="192"/>
                    </a:lnTo>
                    <a:lnTo>
                      <a:pt x="65" y="176"/>
                    </a:lnTo>
                    <a:lnTo>
                      <a:pt x="60" y="174"/>
                    </a:lnTo>
                    <a:lnTo>
                      <a:pt x="65" y="176"/>
                    </a:lnTo>
                    <a:lnTo>
                      <a:pt x="71" y="162"/>
                    </a:lnTo>
                    <a:lnTo>
                      <a:pt x="76" y="149"/>
                    </a:lnTo>
                    <a:lnTo>
                      <a:pt x="71" y="147"/>
                    </a:lnTo>
                    <a:lnTo>
                      <a:pt x="76" y="150"/>
                    </a:lnTo>
                    <a:lnTo>
                      <a:pt x="83" y="140"/>
                    </a:lnTo>
                    <a:lnTo>
                      <a:pt x="77" y="137"/>
                    </a:lnTo>
                    <a:lnTo>
                      <a:pt x="83" y="140"/>
                    </a:lnTo>
                    <a:lnTo>
                      <a:pt x="88" y="131"/>
                    </a:lnTo>
                    <a:lnTo>
                      <a:pt x="91" y="125"/>
                    </a:lnTo>
                    <a:lnTo>
                      <a:pt x="86" y="122"/>
                    </a:lnTo>
                    <a:lnTo>
                      <a:pt x="90" y="125"/>
                    </a:lnTo>
                    <a:lnTo>
                      <a:pt x="93" y="120"/>
                    </a:lnTo>
                    <a:lnTo>
                      <a:pt x="94" y="120"/>
                    </a:lnTo>
                    <a:lnTo>
                      <a:pt x="95" y="118"/>
                    </a:lnTo>
                    <a:lnTo>
                      <a:pt x="95" y="115"/>
                    </a:lnTo>
                    <a:lnTo>
                      <a:pt x="96" y="115"/>
                    </a:lnTo>
                    <a:lnTo>
                      <a:pt x="87" y="5"/>
                    </a:lnTo>
                    <a:lnTo>
                      <a:pt x="85" y="1"/>
                    </a:lnTo>
                    <a:lnTo>
                      <a:pt x="80" y="0"/>
                    </a:lnTo>
                    <a:lnTo>
                      <a:pt x="47" y="0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10" y="5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2" y="120"/>
                    </a:lnTo>
                    <a:lnTo>
                      <a:pt x="6" y="125"/>
                    </a:lnTo>
                    <a:lnTo>
                      <a:pt x="10" y="122"/>
                    </a:lnTo>
                    <a:lnTo>
                      <a:pt x="6" y="125"/>
                    </a:lnTo>
                    <a:lnTo>
                      <a:pt x="9" y="131"/>
                    </a:lnTo>
                    <a:lnTo>
                      <a:pt x="14" y="140"/>
                    </a:lnTo>
                    <a:lnTo>
                      <a:pt x="18" y="137"/>
                    </a:lnTo>
                    <a:lnTo>
                      <a:pt x="14" y="140"/>
                    </a:lnTo>
                    <a:lnTo>
                      <a:pt x="21" y="150"/>
                    </a:lnTo>
                    <a:lnTo>
                      <a:pt x="25" y="147"/>
                    </a:lnTo>
                    <a:lnTo>
                      <a:pt x="21" y="149"/>
                    </a:lnTo>
                    <a:lnTo>
                      <a:pt x="26" y="162"/>
                    </a:lnTo>
                    <a:lnTo>
                      <a:pt x="31" y="176"/>
                    </a:lnTo>
                    <a:lnTo>
                      <a:pt x="36" y="174"/>
                    </a:lnTo>
                    <a:lnTo>
                      <a:pt x="30" y="176"/>
                    </a:lnTo>
                    <a:lnTo>
                      <a:pt x="35" y="192"/>
                    </a:lnTo>
                    <a:lnTo>
                      <a:pt x="40" y="190"/>
                    </a:lnTo>
                    <a:lnTo>
                      <a:pt x="35" y="191"/>
                    </a:lnTo>
                    <a:lnTo>
                      <a:pt x="38" y="207"/>
                    </a:lnTo>
                    <a:lnTo>
                      <a:pt x="43" y="206"/>
                    </a:lnTo>
                    <a:lnTo>
                      <a:pt x="38" y="207"/>
                    </a:lnTo>
                    <a:lnTo>
                      <a:pt x="39" y="224"/>
                    </a:lnTo>
                    <a:lnTo>
                      <a:pt x="40" y="227"/>
                    </a:lnTo>
                    <a:lnTo>
                      <a:pt x="44" y="229"/>
                    </a:lnTo>
                    <a:lnTo>
                      <a:pt x="52" y="229"/>
                    </a:lnTo>
                    <a:lnTo>
                      <a:pt x="52" y="218"/>
                    </a:lnTo>
                    <a:lnTo>
                      <a:pt x="44" y="218"/>
                    </a:lnTo>
                    <a:lnTo>
                      <a:pt x="48" y="219"/>
                    </a:lnTo>
                    <a:lnTo>
                      <a:pt x="44" y="223"/>
                    </a:lnTo>
                    <a:lnTo>
                      <a:pt x="51" y="223"/>
                    </a:lnTo>
                    <a:lnTo>
                      <a:pt x="49" y="206"/>
                    </a:lnTo>
                    <a:lnTo>
                      <a:pt x="48" y="205"/>
                    </a:lnTo>
                    <a:lnTo>
                      <a:pt x="45" y="189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36" y="158"/>
                    </a:lnTo>
                    <a:lnTo>
                      <a:pt x="30" y="14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18" y="125"/>
                    </a:lnTo>
                    <a:lnTo>
                      <a:pt x="13" y="128"/>
                    </a:lnTo>
                    <a:lnTo>
                      <a:pt x="18" y="126"/>
                    </a:lnTo>
                    <a:lnTo>
                      <a:pt x="15" y="119"/>
                    </a:lnTo>
                    <a:lnTo>
                      <a:pt x="14" y="118"/>
                    </a:lnTo>
                    <a:lnTo>
                      <a:pt x="11" y="114"/>
                    </a:lnTo>
                    <a:lnTo>
                      <a:pt x="7" y="117"/>
                    </a:lnTo>
                    <a:lnTo>
                      <a:pt x="12" y="115"/>
                    </a:lnTo>
                    <a:lnTo>
                      <a:pt x="11" y="113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22" y="6"/>
                    </a:lnTo>
                    <a:lnTo>
                      <a:pt x="15" y="10"/>
                    </a:lnTo>
                    <a:lnTo>
                      <a:pt x="20" y="9"/>
                    </a:lnTo>
                    <a:lnTo>
                      <a:pt x="21" y="5"/>
                    </a:lnTo>
                    <a:lnTo>
                      <a:pt x="15" y="5"/>
                    </a:lnTo>
                    <a:lnTo>
                      <a:pt x="15" y="12"/>
                    </a:lnTo>
                    <a:lnTo>
                      <a:pt x="47" y="12"/>
                    </a:lnTo>
                    <a:lnTo>
                      <a:pt x="80" y="12"/>
                    </a:lnTo>
                    <a:lnTo>
                      <a:pt x="76" y="9"/>
                    </a:lnTo>
                    <a:lnTo>
                      <a:pt x="80" y="5"/>
                    </a:lnTo>
                    <a:lnTo>
                      <a:pt x="75" y="6"/>
                    </a:lnTo>
                    <a:lnTo>
                      <a:pt x="85" y="116"/>
                    </a:lnTo>
                    <a:lnTo>
                      <a:pt x="90" y="115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9" y="117"/>
                    </a:lnTo>
                    <a:lnTo>
                      <a:pt x="85" y="114"/>
                    </a:lnTo>
                    <a:lnTo>
                      <a:pt x="82" y="118"/>
                    </a:lnTo>
                    <a:lnTo>
                      <a:pt x="82" y="119"/>
                    </a:lnTo>
                    <a:lnTo>
                      <a:pt x="78" y="126"/>
                    </a:lnTo>
                    <a:lnTo>
                      <a:pt x="83" y="128"/>
                    </a:lnTo>
                    <a:lnTo>
                      <a:pt x="78" y="125"/>
                    </a:lnTo>
                    <a:lnTo>
                      <a:pt x="73" y="133"/>
                    </a:lnTo>
                    <a:lnTo>
                      <a:pt x="73" y="134"/>
                    </a:lnTo>
                    <a:lnTo>
                      <a:pt x="67" y="145"/>
                    </a:lnTo>
                    <a:lnTo>
                      <a:pt x="65" y="147"/>
                    </a:lnTo>
                    <a:lnTo>
                      <a:pt x="67" y="145"/>
                    </a:lnTo>
                    <a:lnTo>
                      <a:pt x="61" y="158"/>
                    </a:lnTo>
                    <a:lnTo>
                      <a:pt x="56" y="172"/>
                    </a:lnTo>
                    <a:lnTo>
                      <a:pt x="55" y="173"/>
                    </a:lnTo>
                    <a:lnTo>
                      <a:pt x="51" y="189"/>
                    </a:lnTo>
                    <a:lnTo>
                      <a:pt x="47" y="205"/>
                    </a:lnTo>
                    <a:lnTo>
                      <a:pt x="47" y="206"/>
                    </a:lnTo>
                    <a:lnTo>
                      <a:pt x="46" y="22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5" name="Line 1115"/>
              <p:cNvSpPr>
                <a:spLocks noChangeShapeType="1"/>
              </p:cNvSpPr>
              <p:nvPr/>
            </p:nvSpPr>
            <p:spPr bwMode="auto">
              <a:xfrm flipV="1">
                <a:off x="3177" y="3308"/>
                <a:ext cx="1" cy="103"/>
              </a:xfrm>
              <a:prstGeom prst="line">
                <a:avLst/>
              </a:prstGeom>
              <a:noFill/>
              <a:ln w="11113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6" name="Freeform 1116"/>
              <p:cNvSpPr>
                <a:spLocks/>
              </p:cNvSpPr>
              <p:nvPr/>
            </p:nvSpPr>
            <p:spPr bwMode="auto">
              <a:xfrm>
                <a:off x="3168" y="3298"/>
                <a:ext cx="21" cy="21"/>
              </a:xfrm>
              <a:custGeom>
                <a:avLst/>
                <a:gdLst>
                  <a:gd name="T0" fmla="*/ 9 w 21"/>
                  <a:gd name="T1" fmla="*/ 21 h 21"/>
                  <a:gd name="T2" fmla="*/ 11 w 21"/>
                  <a:gd name="T3" fmla="*/ 21 h 21"/>
                  <a:gd name="T4" fmla="*/ 14 w 21"/>
                  <a:gd name="T5" fmla="*/ 20 h 21"/>
                  <a:gd name="T6" fmla="*/ 15 w 21"/>
                  <a:gd name="T7" fmla="*/ 20 h 21"/>
                  <a:gd name="T8" fmla="*/ 17 w 21"/>
                  <a:gd name="T9" fmla="*/ 19 h 21"/>
                  <a:gd name="T10" fmla="*/ 17 w 21"/>
                  <a:gd name="T11" fmla="*/ 18 h 21"/>
                  <a:gd name="T12" fmla="*/ 19 w 21"/>
                  <a:gd name="T13" fmla="*/ 17 h 21"/>
                  <a:gd name="T14" fmla="*/ 20 w 21"/>
                  <a:gd name="T15" fmla="*/ 16 h 21"/>
                  <a:gd name="T16" fmla="*/ 20 w 21"/>
                  <a:gd name="T17" fmla="*/ 14 h 21"/>
                  <a:gd name="T18" fmla="*/ 20 w 21"/>
                  <a:gd name="T19" fmla="*/ 11 h 21"/>
                  <a:gd name="T20" fmla="*/ 21 w 21"/>
                  <a:gd name="T21" fmla="*/ 10 h 21"/>
                  <a:gd name="T22" fmla="*/ 20 w 21"/>
                  <a:gd name="T23" fmla="*/ 8 h 21"/>
                  <a:gd name="T24" fmla="*/ 20 w 21"/>
                  <a:gd name="T25" fmla="*/ 7 h 21"/>
                  <a:gd name="T26" fmla="*/ 20 w 21"/>
                  <a:gd name="T27" fmla="*/ 5 h 21"/>
                  <a:gd name="T28" fmla="*/ 19 w 21"/>
                  <a:gd name="T29" fmla="*/ 4 h 21"/>
                  <a:gd name="T30" fmla="*/ 17 w 21"/>
                  <a:gd name="T31" fmla="*/ 3 h 21"/>
                  <a:gd name="T32" fmla="*/ 17 w 21"/>
                  <a:gd name="T33" fmla="*/ 2 h 21"/>
                  <a:gd name="T34" fmla="*/ 15 w 21"/>
                  <a:gd name="T35" fmla="*/ 2 h 21"/>
                  <a:gd name="T36" fmla="*/ 14 w 21"/>
                  <a:gd name="T37" fmla="*/ 0 h 21"/>
                  <a:gd name="T38" fmla="*/ 11 w 21"/>
                  <a:gd name="T39" fmla="*/ 0 h 21"/>
                  <a:gd name="T40" fmla="*/ 10 w 21"/>
                  <a:gd name="T41" fmla="*/ 0 h 21"/>
                  <a:gd name="T42" fmla="*/ 8 w 21"/>
                  <a:gd name="T43" fmla="*/ 0 h 21"/>
                  <a:gd name="T44" fmla="*/ 7 w 21"/>
                  <a:gd name="T45" fmla="*/ 0 h 21"/>
                  <a:gd name="T46" fmla="*/ 5 w 21"/>
                  <a:gd name="T47" fmla="*/ 2 h 21"/>
                  <a:gd name="T48" fmla="*/ 4 w 21"/>
                  <a:gd name="T49" fmla="*/ 2 h 21"/>
                  <a:gd name="T50" fmla="*/ 3 w 21"/>
                  <a:gd name="T51" fmla="*/ 3 h 21"/>
                  <a:gd name="T52" fmla="*/ 2 w 21"/>
                  <a:gd name="T53" fmla="*/ 4 h 21"/>
                  <a:gd name="T54" fmla="*/ 1 w 21"/>
                  <a:gd name="T55" fmla="*/ 5 h 21"/>
                  <a:gd name="T56" fmla="*/ 0 w 21"/>
                  <a:gd name="T57" fmla="*/ 7 h 21"/>
                  <a:gd name="T58" fmla="*/ 0 w 21"/>
                  <a:gd name="T59" fmla="*/ 8 h 21"/>
                  <a:gd name="T60" fmla="*/ 0 w 21"/>
                  <a:gd name="T61" fmla="*/ 10 h 21"/>
                  <a:gd name="T62" fmla="*/ 0 w 21"/>
                  <a:gd name="T63" fmla="*/ 11 h 21"/>
                  <a:gd name="T64" fmla="*/ 0 w 21"/>
                  <a:gd name="T65" fmla="*/ 14 h 21"/>
                  <a:gd name="T66" fmla="*/ 1 w 21"/>
                  <a:gd name="T67" fmla="*/ 16 h 21"/>
                  <a:gd name="T68" fmla="*/ 2 w 21"/>
                  <a:gd name="T69" fmla="*/ 17 h 21"/>
                  <a:gd name="T70" fmla="*/ 3 w 21"/>
                  <a:gd name="T71" fmla="*/ 18 h 21"/>
                  <a:gd name="T72" fmla="*/ 4 w 21"/>
                  <a:gd name="T73" fmla="*/ 19 h 21"/>
                  <a:gd name="T74" fmla="*/ 5 w 21"/>
                  <a:gd name="T75" fmla="*/ 20 h 21"/>
                  <a:gd name="T76" fmla="*/ 7 w 21"/>
                  <a:gd name="T77" fmla="*/ 20 h 21"/>
                  <a:gd name="T78" fmla="*/ 8 w 21"/>
                  <a:gd name="T79" fmla="*/ 21 h 21"/>
                  <a:gd name="T80" fmla="*/ 10 w 21"/>
                  <a:gd name="T81" fmla="*/ 21 h 21"/>
                  <a:gd name="T82" fmla="*/ 9 w 21"/>
                  <a:gd name="T83" fmla="*/ 21 h 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1"/>
                  <a:gd name="T127" fmla="*/ 0 h 21"/>
                  <a:gd name="T128" fmla="*/ 21 w 21"/>
                  <a:gd name="T129" fmla="*/ 21 h 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1" h="21">
                    <a:moveTo>
                      <a:pt x="9" y="21"/>
                    </a:moveTo>
                    <a:lnTo>
                      <a:pt x="11" y="21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2" y="17"/>
                    </a:lnTo>
                    <a:lnTo>
                      <a:pt x="3" y="18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8" y="21"/>
                    </a:lnTo>
                    <a:lnTo>
                      <a:pt x="10" y="21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3067" name="Freeform 1117"/>
              <p:cNvSpPr>
                <a:spLocks/>
              </p:cNvSpPr>
              <p:nvPr/>
            </p:nvSpPr>
            <p:spPr bwMode="auto">
              <a:xfrm>
                <a:off x="3136" y="3151"/>
                <a:ext cx="84" cy="42"/>
              </a:xfrm>
              <a:custGeom>
                <a:avLst/>
                <a:gdLst>
                  <a:gd name="T0" fmla="*/ 0 w 84"/>
                  <a:gd name="T1" fmla="*/ 0 h 42"/>
                  <a:gd name="T2" fmla="*/ 0 w 84"/>
                  <a:gd name="T3" fmla="*/ 42 h 42"/>
                  <a:gd name="T4" fmla="*/ 84 w 84"/>
                  <a:gd name="T5" fmla="*/ 42 h 42"/>
                  <a:gd name="T6" fmla="*/ 84 w 84"/>
                  <a:gd name="T7" fmla="*/ 0 h 42"/>
                  <a:gd name="T8" fmla="*/ 0 w 84"/>
                  <a:gd name="T9" fmla="*/ 0 h 42"/>
                  <a:gd name="T10" fmla="*/ 0 w 84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"/>
                  <a:gd name="T19" fmla="*/ 0 h 42"/>
                  <a:gd name="T20" fmla="*/ 84 w 84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" h="42">
                    <a:moveTo>
                      <a:pt x="0" y="0"/>
                    </a:moveTo>
                    <a:lnTo>
                      <a:pt x="0" y="42"/>
                    </a:lnTo>
                    <a:lnTo>
                      <a:pt x="84" y="42"/>
                    </a:lnTo>
                    <a:lnTo>
                      <a:pt x="8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3053" name="Rectangle 1118"/>
            <p:cNvSpPr>
              <a:spLocks noChangeArrowheads="1"/>
            </p:cNvSpPr>
            <p:nvPr/>
          </p:nvSpPr>
          <p:spPr bwMode="auto">
            <a:xfrm>
              <a:off x="3358" y="4004"/>
              <a:ext cx="503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Final Evaluation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43054" name="Rectangle 1119"/>
            <p:cNvSpPr>
              <a:spLocks noChangeArrowheads="1"/>
            </p:cNvSpPr>
            <p:nvPr/>
          </p:nvSpPr>
          <p:spPr bwMode="auto">
            <a:xfrm>
              <a:off x="2251" y="3543"/>
              <a:ext cx="1765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Field Implementation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Ensure Field Safe Work</a:t>
              </a:r>
            </a:p>
          </p:txBody>
        </p:sp>
        <p:sp>
          <p:nvSpPr>
            <p:cNvPr id="43055" name="Rectangle 1120"/>
            <p:cNvSpPr>
              <a:spLocks noChangeArrowheads="1"/>
            </p:cNvSpPr>
            <p:nvPr/>
          </p:nvSpPr>
          <p:spPr bwMode="auto">
            <a:xfrm>
              <a:off x="3012" y="3461"/>
              <a:ext cx="95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56" name="Rectangle 1121"/>
            <p:cNvSpPr>
              <a:spLocks noChangeArrowheads="1"/>
            </p:cNvSpPr>
            <p:nvPr/>
          </p:nvSpPr>
          <p:spPr bwMode="auto">
            <a:xfrm>
              <a:off x="3018" y="3456"/>
              <a:ext cx="92" cy="50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3057" name="Rectangle 1122"/>
            <p:cNvSpPr>
              <a:spLocks noChangeArrowheads="1"/>
            </p:cNvSpPr>
            <p:nvPr/>
          </p:nvSpPr>
          <p:spPr bwMode="auto">
            <a:xfrm>
              <a:off x="3015" y="2833"/>
              <a:ext cx="88" cy="54"/>
            </a:xfrm>
            <a:prstGeom prst="rect">
              <a:avLst/>
            </a:prstGeom>
            <a:solidFill>
              <a:srgbClr val="FFFF66"/>
            </a:solidFill>
            <a:ln w="9525">
              <a:solidFill>
                <a:srgbClr val="FFFF66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43019" name="Group 1123"/>
          <p:cNvGrpSpPr>
            <a:grpSpLocks/>
          </p:cNvGrpSpPr>
          <p:nvPr/>
        </p:nvGrpSpPr>
        <p:grpSpPr bwMode="auto">
          <a:xfrm>
            <a:off x="2867025" y="1868488"/>
            <a:ext cx="739775" cy="676275"/>
            <a:chOff x="2492" y="3139"/>
            <a:chExt cx="331" cy="295"/>
          </a:xfrm>
        </p:grpSpPr>
        <p:sp>
          <p:nvSpPr>
            <p:cNvPr id="43025" name="Freeform 1124"/>
            <p:cNvSpPr>
              <a:spLocks/>
            </p:cNvSpPr>
            <p:nvPr/>
          </p:nvSpPr>
          <p:spPr bwMode="auto">
            <a:xfrm>
              <a:off x="2514" y="3139"/>
              <a:ext cx="285" cy="295"/>
            </a:xfrm>
            <a:custGeom>
              <a:avLst/>
              <a:gdLst>
                <a:gd name="T0" fmla="*/ 227 w 285"/>
                <a:gd name="T1" fmla="*/ 295 h 295"/>
                <a:gd name="T2" fmla="*/ 238 w 285"/>
                <a:gd name="T3" fmla="*/ 295 h 295"/>
                <a:gd name="T4" fmla="*/ 247 w 285"/>
                <a:gd name="T5" fmla="*/ 292 h 295"/>
                <a:gd name="T6" fmla="*/ 254 w 285"/>
                <a:gd name="T7" fmla="*/ 289 h 295"/>
                <a:gd name="T8" fmla="*/ 262 w 285"/>
                <a:gd name="T9" fmla="*/ 284 h 295"/>
                <a:gd name="T10" fmla="*/ 268 w 285"/>
                <a:gd name="T11" fmla="*/ 278 h 295"/>
                <a:gd name="T12" fmla="*/ 274 w 285"/>
                <a:gd name="T13" fmla="*/ 272 h 295"/>
                <a:gd name="T14" fmla="*/ 279 w 285"/>
                <a:gd name="T15" fmla="*/ 263 h 295"/>
                <a:gd name="T16" fmla="*/ 282 w 285"/>
                <a:gd name="T17" fmla="*/ 255 h 295"/>
                <a:gd name="T18" fmla="*/ 285 w 285"/>
                <a:gd name="T19" fmla="*/ 246 h 295"/>
                <a:gd name="T20" fmla="*/ 285 w 285"/>
                <a:gd name="T21" fmla="*/ 236 h 295"/>
                <a:gd name="T22" fmla="*/ 285 w 285"/>
                <a:gd name="T23" fmla="*/ 58 h 295"/>
                <a:gd name="T24" fmla="*/ 285 w 285"/>
                <a:gd name="T25" fmla="*/ 49 h 295"/>
                <a:gd name="T26" fmla="*/ 282 w 285"/>
                <a:gd name="T27" fmla="*/ 40 h 295"/>
                <a:gd name="T28" fmla="*/ 279 w 285"/>
                <a:gd name="T29" fmla="*/ 32 h 295"/>
                <a:gd name="T30" fmla="*/ 274 w 285"/>
                <a:gd name="T31" fmla="*/ 23 h 295"/>
                <a:gd name="T32" fmla="*/ 268 w 285"/>
                <a:gd name="T33" fmla="*/ 17 h 295"/>
                <a:gd name="T34" fmla="*/ 262 w 285"/>
                <a:gd name="T35" fmla="*/ 11 h 295"/>
                <a:gd name="T36" fmla="*/ 254 w 285"/>
                <a:gd name="T37" fmla="*/ 6 h 295"/>
                <a:gd name="T38" fmla="*/ 247 w 285"/>
                <a:gd name="T39" fmla="*/ 3 h 295"/>
                <a:gd name="T40" fmla="*/ 238 w 285"/>
                <a:gd name="T41" fmla="*/ 0 h 295"/>
                <a:gd name="T42" fmla="*/ 227 w 285"/>
                <a:gd name="T43" fmla="*/ 0 h 295"/>
                <a:gd name="T44" fmla="*/ 57 w 285"/>
                <a:gd name="T45" fmla="*/ 0 h 295"/>
                <a:gd name="T46" fmla="*/ 48 w 285"/>
                <a:gd name="T47" fmla="*/ 0 h 295"/>
                <a:gd name="T48" fmla="*/ 39 w 285"/>
                <a:gd name="T49" fmla="*/ 3 h 295"/>
                <a:gd name="T50" fmla="*/ 31 w 285"/>
                <a:gd name="T51" fmla="*/ 6 h 295"/>
                <a:gd name="T52" fmla="*/ 23 w 285"/>
                <a:gd name="T53" fmla="*/ 11 h 295"/>
                <a:gd name="T54" fmla="*/ 17 w 285"/>
                <a:gd name="T55" fmla="*/ 17 h 295"/>
                <a:gd name="T56" fmla="*/ 11 w 285"/>
                <a:gd name="T57" fmla="*/ 23 h 295"/>
                <a:gd name="T58" fmla="*/ 6 w 285"/>
                <a:gd name="T59" fmla="*/ 32 h 295"/>
                <a:gd name="T60" fmla="*/ 3 w 285"/>
                <a:gd name="T61" fmla="*/ 40 h 295"/>
                <a:gd name="T62" fmla="*/ 1 w 285"/>
                <a:gd name="T63" fmla="*/ 49 h 295"/>
                <a:gd name="T64" fmla="*/ 0 w 285"/>
                <a:gd name="T65" fmla="*/ 58 h 295"/>
                <a:gd name="T66" fmla="*/ 0 w 285"/>
                <a:gd name="T67" fmla="*/ 236 h 295"/>
                <a:gd name="T68" fmla="*/ 1 w 285"/>
                <a:gd name="T69" fmla="*/ 246 h 295"/>
                <a:gd name="T70" fmla="*/ 3 w 285"/>
                <a:gd name="T71" fmla="*/ 255 h 295"/>
                <a:gd name="T72" fmla="*/ 6 w 285"/>
                <a:gd name="T73" fmla="*/ 263 h 295"/>
                <a:gd name="T74" fmla="*/ 11 w 285"/>
                <a:gd name="T75" fmla="*/ 272 h 295"/>
                <a:gd name="T76" fmla="*/ 17 w 285"/>
                <a:gd name="T77" fmla="*/ 278 h 295"/>
                <a:gd name="T78" fmla="*/ 23 w 285"/>
                <a:gd name="T79" fmla="*/ 284 h 295"/>
                <a:gd name="T80" fmla="*/ 31 w 285"/>
                <a:gd name="T81" fmla="*/ 289 h 295"/>
                <a:gd name="T82" fmla="*/ 39 w 285"/>
                <a:gd name="T83" fmla="*/ 292 h 295"/>
                <a:gd name="T84" fmla="*/ 48 w 285"/>
                <a:gd name="T85" fmla="*/ 295 h 295"/>
                <a:gd name="T86" fmla="*/ 57 w 285"/>
                <a:gd name="T87" fmla="*/ 295 h 295"/>
                <a:gd name="T88" fmla="*/ 227 w 285"/>
                <a:gd name="T89" fmla="*/ 295 h 295"/>
                <a:gd name="T90" fmla="*/ 227 w 285"/>
                <a:gd name="T91" fmla="*/ 295 h 2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295"/>
                <a:gd name="T140" fmla="*/ 285 w 285"/>
                <a:gd name="T141" fmla="*/ 295 h 29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295">
                  <a:moveTo>
                    <a:pt x="227" y="295"/>
                  </a:moveTo>
                  <a:lnTo>
                    <a:pt x="238" y="295"/>
                  </a:lnTo>
                  <a:lnTo>
                    <a:pt x="247" y="292"/>
                  </a:lnTo>
                  <a:lnTo>
                    <a:pt x="254" y="289"/>
                  </a:lnTo>
                  <a:lnTo>
                    <a:pt x="262" y="284"/>
                  </a:lnTo>
                  <a:lnTo>
                    <a:pt x="268" y="278"/>
                  </a:lnTo>
                  <a:lnTo>
                    <a:pt x="274" y="272"/>
                  </a:lnTo>
                  <a:lnTo>
                    <a:pt x="279" y="263"/>
                  </a:lnTo>
                  <a:lnTo>
                    <a:pt x="282" y="255"/>
                  </a:lnTo>
                  <a:lnTo>
                    <a:pt x="285" y="246"/>
                  </a:lnTo>
                  <a:lnTo>
                    <a:pt x="285" y="236"/>
                  </a:lnTo>
                  <a:lnTo>
                    <a:pt x="285" y="58"/>
                  </a:lnTo>
                  <a:lnTo>
                    <a:pt x="285" y="49"/>
                  </a:lnTo>
                  <a:lnTo>
                    <a:pt x="282" y="40"/>
                  </a:lnTo>
                  <a:lnTo>
                    <a:pt x="279" y="32"/>
                  </a:lnTo>
                  <a:lnTo>
                    <a:pt x="274" y="23"/>
                  </a:lnTo>
                  <a:lnTo>
                    <a:pt x="268" y="17"/>
                  </a:lnTo>
                  <a:lnTo>
                    <a:pt x="262" y="11"/>
                  </a:lnTo>
                  <a:lnTo>
                    <a:pt x="254" y="6"/>
                  </a:lnTo>
                  <a:lnTo>
                    <a:pt x="247" y="3"/>
                  </a:lnTo>
                  <a:lnTo>
                    <a:pt x="238" y="0"/>
                  </a:lnTo>
                  <a:lnTo>
                    <a:pt x="227" y="0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39" y="3"/>
                  </a:lnTo>
                  <a:lnTo>
                    <a:pt x="31" y="6"/>
                  </a:lnTo>
                  <a:lnTo>
                    <a:pt x="23" y="11"/>
                  </a:lnTo>
                  <a:lnTo>
                    <a:pt x="17" y="17"/>
                  </a:lnTo>
                  <a:lnTo>
                    <a:pt x="11" y="23"/>
                  </a:lnTo>
                  <a:lnTo>
                    <a:pt x="6" y="32"/>
                  </a:lnTo>
                  <a:lnTo>
                    <a:pt x="3" y="40"/>
                  </a:lnTo>
                  <a:lnTo>
                    <a:pt x="1" y="49"/>
                  </a:lnTo>
                  <a:lnTo>
                    <a:pt x="0" y="58"/>
                  </a:lnTo>
                  <a:lnTo>
                    <a:pt x="0" y="236"/>
                  </a:lnTo>
                  <a:lnTo>
                    <a:pt x="1" y="246"/>
                  </a:lnTo>
                  <a:lnTo>
                    <a:pt x="3" y="255"/>
                  </a:lnTo>
                  <a:lnTo>
                    <a:pt x="6" y="263"/>
                  </a:lnTo>
                  <a:lnTo>
                    <a:pt x="11" y="272"/>
                  </a:lnTo>
                  <a:lnTo>
                    <a:pt x="17" y="278"/>
                  </a:lnTo>
                  <a:lnTo>
                    <a:pt x="23" y="284"/>
                  </a:lnTo>
                  <a:lnTo>
                    <a:pt x="31" y="289"/>
                  </a:lnTo>
                  <a:lnTo>
                    <a:pt x="39" y="292"/>
                  </a:lnTo>
                  <a:lnTo>
                    <a:pt x="48" y="295"/>
                  </a:lnTo>
                  <a:lnTo>
                    <a:pt x="57" y="295"/>
                  </a:lnTo>
                  <a:lnTo>
                    <a:pt x="227" y="2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125"/>
            <p:cNvSpPr>
              <a:spLocks/>
            </p:cNvSpPr>
            <p:nvPr/>
          </p:nvSpPr>
          <p:spPr bwMode="auto">
            <a:xfrm>
              <a:off x="2492" y="3152"/>
              <a:ext cx="178" cy="185"/>
            </a:xfrm>
            <a:custGeom>
              <a:avLst/>
              <a:gdLst>
                <a:gd name="T0" fmla="*/ 156 w 178"/>
                <a:gd name="T1" fmla="*/ 103 h 185"/>
                <a:gd name="T2" fmla="*/ 156 w 178"/>
                <a:gd name="T3" fmla="*/ 100 h 185"/>
                <a:gd name="T4" fmla="*/ 156 w 178"/>
                <a:gd name="T5" fmla="*/ 97 h 185"/>
                <a:gd name="T6" fmla="*/ 156 w 178"/>
                <a:gd name="T7" fmla="*/ 94 h 185"/>
                <a:gd name="T8" fmla="*/ 156 w 178"/>
                <a:gd name="T9" fmla="*/ 91 h 185"/>
                <a:gd name="T10" fmla="*/ 156 w 178"/>
                <a:gd name="T11" fmla="*/ 88 h 185"/>
                <a:gd name="T12" fmla="*/ 156 w 178"/>
                <a:gd name="T13" fmla="*/ 85 h 185"/>
                <a:gd name="T14" fmla="*/ 178 w 178"/>
                <a:gd name="T15" fmla="*/ 76 h 185"/>
                <a:gd name="T16" fmla="*/ 148 w 178"/>
                <a:gd name="T17" fmla="*/ 58 h 185"/>
                <a:gd name="T18" fmla="*/ 145 w 178"/>
                <a:gd name="T19" fmla="*/ 54 h 185"/>
                <a:gd name="T20" fmla="*/ 141 w 178"/>
                <a:gd name="T21" fmla="*/ 49 h 185"/>
                <a:gd name="T22" fmla="*/ 137 w 178"/>
                <a:gd name="T23" fmla="*/ 44 h 185"/>
                <a:gd name="T24" fmla="*/ 119 w 178"/>
                <a:gd name="T25" fmla="*/ 30 h 185"/>
                <a:gd name="T26" fmla="*/ 114 w 178"/>
                <a:gd name="T27" fmla="*/ 28 h 185"/>
                <a:gd name="T28" fmla="*/ 108 w 178"/>
                <a:gd name="T29" fmla="*/ 26 h 185"/>
                <a:gd name="T30" fmla="*/ 103 w 178"/>
                <a:gd name="T31" fmla="*/ 24 h 185"/>
                <a:gd name="T32" fmla="*/ 77 w 178"/>
                <a:gd name="T33" fmla="*/ 0 h 185"/>
                <a:gd name="T34" fmla="*/ 74 w 178"/>
                <a:gd name="T35" fmla="*/ 25 h 185"/>
                <a:gd name="T36" fmla="*/ 69 w 178"/>
                <a:gd name="T37" fmla="*/ 26 h 185"/>
                <a:gd name="T38" fmla="*/ 63 w 178"/>
                <a:gd name="T39" fmla="*/ 28 h 185"/>
                <a:gd name="T40" fmla="*/ 46 w 178"/>
                <a:gd name="T41" fmla="*/ 11 h 185"/>
                <a:gd name="T42" fmla="*/ 39 w 178"/>
                <a:gd name="T43" fmla="*/ 46 h 185"/>
                <a:gd name="T44" fmla="*/ 36 w 178"/>
                <a:gd name="T45" fmla="*/ 51 h 185"/>
                <a:gd name="T46" fmla="*/ 32 w 178"/>
                <a:gd name="T47" fmla="*/ 55 h 185"/>
                <a:gd name="T48" fmla="*/ 30 w 178"/>
                <a:gd name="T49" fmla="*/ 60 h 185"/>
                <a:gd name="T50" fmla="*/ 23 w 178"/>
                <a:gd name="T51" fmla="*/ 83 h 185"/>
                <a:gd name="T52" fmla="*/ 23 w 178"/>
                <a:gd name="T53" fmla="*/ 87 h 185"/>
                <a:gd name="T54" fmla="*/ 22 w 178"/>
                <a:gd name="T55" fmla="*/ 89 h 185"/>
                <a:gd name="T56" fmla="*/ 22 w 178"/>
                <a:gd name="T57" fmla="*/ 92 h 185"/>
                <a:gd name="T58" fmla="*/ 22 w 178"/>
                <a:gd name="T59" fmla="*/ 94 h 185"/>
                <a:gd name="T60" fmla="*/ 22 w 178"/>
                <a:gd name="T61" fmla="*/ 98 h 185"/>
                <a:gd name="T62" fmla="*/ 23 w 178"/>
                <a:gd name="T63" fmla="*/ 101 h 185"/>
                <a:gd name="T64" fmla="*/ 0 w 178"/>
                <a:gd name="T65" fmla="*/ 109 h 185"/>
                <a:gd name="T66" fmla="*/ 31 w 178"/>
                <a:gd name="T67" fmla="*/ 128 h 185"/>
                <a:gd name="T68" fmla="*/ 35 w 178"/>
                <a:gd name="T69" fmla="*/ 132 h 185"/>
                <a:gd name="T70" fmla="*/ 37 w 178"/>
                <a:gd name="T71" fmla="*/ 137 h 185"/>
                <a:gd name="T72" fmla="*/ 41 w 178"/>
                <a:gd name="T73" fmla="*/ 141 h 185"/>
                <a:gd name="T74" fmla="*/ 60 w 178"/>
                <a:gd name="T75" fmla="*/ 155 h 185"/>
                <a:gd name="T76" fmla="*/ 64 w 178"/>
                <a:gd name="T77" fmla="*/ 159 h 185"/>
                <a:gd name="T78" fmla="*/ 71 w 178"/>
                <a:gd name="T79" fmla="*/ 160 h 185"/>
                <a:gd name="T80" fmla="*/ 75 w 178"/>
                <a:gd name="T81" fmla="*/ 162 h 185"/>
                <a:gd name="T82" fmla="*/ 101 w 178"/>
                <a:gd name="T83" fmla="*/ 185 h 185"/>
                <a:gd name="T84" fmla="*/ 105 w 178"/>
                <a:gd name="T85" fmla="*/ 161 h 185"/>
                <a:gd name="T86" fmla="*/ 110 w 178"/>
                <a:gd name="T87" fmla="*/ 160 h 185"/>
                <a:gd name="T88" fmla="*/ 115 w 178"/>
                <a:gd name="T89" fmla="*/ 157 h 185"/>
                <a:gd name="T90" fmla="*/ 133 w 178"/>
                <a:gd name="T91" fmla="*/ 175 h 185"/>
                <a:gd name="T92" fmla="*/ 139 w 178"/>
                <a:gd name="T93" fmla="*/ 139 h 185"/>
                <a:gd name="T94" fmla="*/ 142 w 178"/>
                <a:gd name="T95" fmla="*/ 135 h 185"/>
                <a:gd name="T96" fmla="*/ 146 w 178"/>
                <a:gd name="T97" fmla="*/ 131 h 185"/>
                <a:gd name="T98" fmla="*/ 148 w 178"/>
                <a:gd name="T99" fmla="*/ 127 h 1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8"/>
                <a:gd name="T151" fmla="*/ 0 h 185"/>
                <a:gd name="T152" fmla="*/ 178 w 178"/>
                <a:gd name="T153" fmla="*/ 185 h 18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8" h="185">
                  <a:moveTo>
                    <a:pt x="170" y="133"/>
                  </a:moveTo>
                  <a:lnTo>
                    <a:pt x="178" y="109"/>
                  </a:lnTo>
                  <a:lnTo>
                    <a:pt x="156" y="103"/>
                  </a:lnTo>
                  <a:lnTo>
                    <a:pt x="156" y="101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6" y="97"/>
                  </a:lnTo>
                  <a:lnTo>
                    <a:pt x="156" y="96"/>
                  </a:lnTo>
                  <a:lnTo>
                    <a:pt x="156" y="94"/>
                  </a:lnTo>
                  <a:lnTo>
                    <a:pt x="156" y="92"/>
                  </a:lnTo>
                  <a:lnTo>
                    <a:pt x="156" y="91"/>
                  </a:lnTo>
                  <a:lnTo>
                    <a:pt x="156" y="90"/>
                  </a:lnTo>
                  <a:lnTo>
                    <a:pt x="156" y="89"/>
                  </a:lnTo>
                  <a:lnTo>
                    <a:pt x="156" y="88"/>
                  </a:lnTo>
                  <a:lnTo>
                    <a:pt x="156" y="87"/>
                  </a:lnTo>
                  <a:lnTo>
                    <a:pt x="156" y="85"/>
                  </a:lnTo>
                  <a:lnTo>
                    <a:pt x="156" y="83"/>
                  </a:lnTo>
                  <a:lnTo>
                    <a:pt x="178" y="76"/>
                  </a:lnTo>
                  <a:lnTo>
                    <a:pt x="170" y="53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7" y="57"/>
                  </a:lnTo>
                  <a:lnTo>
                    <a:pt x="146" y="55"/>
                  </a:lnTo>
                  <a:lnTo>
                    <a:pt x="145" y="54"/>
                  </a:lnTo>
                  <a:lnTo>
                    <a:pt x="144" y="52"/>
                  </a:lnTo>
                  <a:lnTo>
                    <a:pt x="142" y="51"/>
                  </a:lnTo>
                  <a:lnTo>
                    <a:pt x="141" y="49"/>
                  </a:lnTo>
                  <a:lnTo>
                    <a:pt x="140" y="47"/>
                  </a:lnTo>
                  <a:lnTo>
                    <a:pt x="139" y="46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33" y="11"/>
                  </a:lnTo>
                  <a:lnTo>
                    <a:pt x="119" y="30"/>
                  </a:lnTo>
                  <a:lnTo>
                    <a:pt x="117" y="29"/>
                  </a:lnTo>
                  <a:lnTo>
                    <a:pt x="115" y="28"/>
                  </a:lnTo>
                  <a:lnTo>
                    <a:pt x="114" y="28"/>
                  </a:lnTo>
                  <a:lnTo>
                    <a:pt x="111" y="27"/>
                  </a:lnTo>
                  <a:lnTo>
                    <a:pt x="110" y="26"/>
                  </a:lnTo>
                  <a:lnTo>
                    <a:pt x="108" y="26"/>
                  </a:lnTo>
                  <a:lnTo>
                    <a:pt x="107" y="25"/>
                  </a:lnTo>
                  <a:lnTo>
                    <a:pt x="105" y="25"/>
                  </a:lnTo>
                  <a:lnTo>
                    <a:pt x="103" y="24"/>
                  </a:lnTo>
                  <a:lnTo>
                    <a:pt x="101" y="24"/>
                  </a:lnTo>
                  <a:lnTo>
                    <a:pt x="101" y="0"/>
                  </a:lnTo>
                  <a:lnTo>
                    <a:pt x="77" y="0"/>
                  </a:lnTo>
                  <a:lnTo>
                    <a:pt x="77" y="24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2" y="25"/>
                  </a:lnTo>
                  <a:lnTo>
                    <a:pt x="71" y="26"/>
                  </a:lnTo>
                  <a:lnTo>
                    <a:pt x="69" y="26"/>
                  </a:lnTo>
                  <a:lnTo>
                    <a:pt x="67" y="27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46" y="11"/>
                  </a:lnTo>
                  <a:lnTo>
                    <a:pt x="27" y="25"/>
                  </a:lnTo>
                  <a:lnTo>
                    <a:pt x="41" y="44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1"/>
                  </a:lnTo>
                  <a:lnTo>
                    <a:pt x="35" y="52"/>
                  </a:lnTo>
                  <a:lnTo>
                    <a:pt x="35" y="54"/>
                  </a:lnTo>
                  <a:lnTo>
                    <a:pt x="32" y="55"/>
                  </a:lnTo>
                  <a:lnTo>
                    <a:pt x="31" y="57"/>
                  </a:lnTo>
                  <a:lnTo>
                    <a:pt x="31" y="58"/>
                  </a:lnTo>
                  <a:lnTo>
                    <a:pt x="30" y="60"/>
                  </a:lnTo>
                  <a:lnTo>
                    <a:pt x="9" y="53"/>
                  </a:lnTo>
                  <a:lnTo>
                    <a:pt x="0" y="76"/>
                  </a:lnTo>
                  <a:lnTo>
                    <a:pt x="23" y="83"/>
                  </a:lnTo>
                  <a:lnTo>
                    <a:pt x="23" y="85"/>
                  </a:lnTo>
                  <a:lnTo>
                    <a:pt x="23" y="87"/>
                  </a:lnTo>
                  <a:lnTo>
                    <a:pt x="22" y="87"/>
                  </a:lnTo>
                  <a:lnTo>
                    <a:pt x="22" y="88"/>
                  </a:lnTo>
                  <a:lnTo>
                    <a:pt x="22" y="89"/>
                  </a:lnTo>
                  <a:lnTo>
                    <a:pt x="22" y="90"/>
                  </a:lnTo>
                  <a:lnTo>
                    <a:pt x="22" y="91"/>
                  </a:lnTo>
                  <a:lnTo>
                    <a:pt x="22" y="92"/>
                  </a:lnTo>
                  <a:lnTo>
                    <a:pt x="22" y="94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2" y="98"/>
                  </a:lnTo>
                  <a:lnTo>
                    <a:pt x="22" y="99"/>
                  </a:lnTo>
                  <a:lnTo>
                    <a:pt x="23" y="100"/>
                  </a:lnTo>
                  <a:lnTo>
                    <a:pt x="23" y="101"/>
                  </a:lnTo>
                  <a:lnTo>
                    <a:pt x="23" y="103"/>
                  </a:lnTo>
                  <a:lnTo>
                    <a:pt x="0" y="109"/>
                  </a:lnTo>
                  <a:lnTo>
                    <a:pt x="9" y="133"/>
                  </a:lnTo>
                  <a:lnTo>
                    <a:pt x="30" y="127"/>
                  </a:lnTo>
                  <a:lnTo>
                    <a:pt x="31" y="128"/>
                  </a:lnTo>
                  <a:lnTo>
                    <a:pt x="31" y="129"/>
                  </a:lnTo>
                  <a:lnTo>
                    <a:pt x="32" y="131"/>
                  </a:lnTo>
                  <a:lnTo>
                    <a:pt x="35" y="132"/>
                  </a:lnTo>
                  <a:lnTo>
                    <a:pt x="35" y="134"/>
                  </a:lnTo>
                  <a:lnTo>
                    <a:pt x="36" y="135"/>
                  </a:lnTo>
                  <a:lnTo>
                    <a:pt x="37" y="137"/>
                  </a:lnTo>
                  <a:lnTo>
                    <a:pt x="38" y="138"/>
                  </a:lnTo>
                  <a:lnTo>
                    <a:pt x="39" y="139"/>
                  </a:lnTo>
                  <a:lnTo>
                    <a:pt x="41" y="141"/>
                  </a:lnTo>
                  <a:lnTo>
                    <a:pt x="27" y="161"/>
                  </a:lnTo>
                  <a:lnTo>
                    <a:pt x="46" y="175"/>
                  </a:lnTo>
                  <a:lnTo>
                    <a:pt x="60" y="155"/>
                  </a:lnTo>
                  <a:lnTo>
                    <a:pt x="61" y="156"/>
                  </a:lnTo>
                  <a:lnTo>
                    <a:pt x="63" y="157"/>
                  </a:lnTo>
                  <a:lnTo>
                    <a:pt x="64" y="159"/>
                  </a:lnTo>
                  <a:lnTo>
                    <a:pt x="67" y="159"/>
                  </a:lnTo>
                  <a:lnTo>
                    <a:pt x="69" y="160"/>
                  </a:lnTo>
                  <a:lnTo>
                    <a:pt x="71" y="160"/>
                  </a:lnTo>
                  <a:lnTo>
                    <a:pt x="72" y="160"/>
                  </a:lnTo>
                  <a:lnTo>
                    <a:pt x="74" y="161"/>
                  </a:lnTo>
                  <a:lnTo>
                    <a:pt x="75" y="162"/>
                  </a:lnTo>
                  <a:lnTo>
                    <a:pt x="77" y="162"/>
                  </a:lnTo>
                  <a:lnTo>
                    <a:pt x="77" y="185"/>
                  </a:lnTo>
                  <a:lnTo>
                    <a:pt x="101" y="185"/>
                  </a:lnTo>
                  <a:lnTo>
                    <a:pt x="101" y="162"/>
                  </a:lnTo>
                  <a:lnTo>
                    <a:pt x="103" y="162"/>
                  </a:lnTo>
                  <a:lnTo>
                    <a:pt x="105" y="161"/>
                  </a:lnTo>
                  <a:lnTo>
                    <a:pt x="107" y="160"/>
                  </a:lnTo>
                  <a:lnTo>
                    <a:pt x="108" y="160"/>
                  </a:lnTo>
                  <a:lnTo>
                    <a:pt x="110" y="160"/>
                  </a:lnTo>
                  <a:lnTo>
                    <a:pt x="111" y="159"/>
                  </a:lnTo>
                  <a:lnTo>
                    <a:pt x="114" y="157"/>
                  </a:lnTo>
                  <a:lnTo>
                    <a:pt x="115" y="157"/>
                  </a:lnTo>
                  <a:lnTo>
                    <a:pt x="117" y="156"/>
                  </a:lnTo>
                  <a:lnTo>
                    <a:pt x="119" y="155"/>
                  </a:lnTo>
                  <a:lnTo>
                    <a:pt x="133" y="175"/>
                  </a:lnTo>
                  <a:lnTo>
                    <a:pt x="151" y="161"/>
                  </a:lnTo>
                  <a:lnTo>
                    <a:pt x="137" y="141"/>
                  </a:lnTo>
                  <a:lnTo>
                    <a:pt x="139" y="139"/>
                  </a:lnTo>
                  <a:lnTo>
                    <a:pt x="140" y="138"/>
                  </a:lnTo>
                  <a:lnTo>
                    <a:pt x="141" y="137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5" y="132"/>
                  </a:lnTo>
                  <a:lnTo>
                    <a:pt x="146" y="131"/>
                  </a:lnTo>
                  <a:lnTo>
                    <a:pt x="147" y="129"/>
                  </a:lnTo>
                  <a:lnTo>
                    <a:pt x="148" y="128"/>
                  </a:lnTo>
                  <a:lnTo>
                    <a:pt x="148" y="127"/>
                  </a:lnTo>
                  <a:lnTo>
                    <a:pt x="170" y="1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126"/>
            <p:cNvSpPr>
              <a:spLocks/>
            </p:cNvSpPr>
            <p:nvPr/>
          </p:nvSpPr>
          <p:spPr bwMode="auto">
            <a:xfrm>
              <a:off x="2645" y="3234"/>
              <a:ext cx="178" cy="184"/>
            </a:xfrm>
            <a:custGeom>
              <a:avLst/>
              <a:gdLst>
                <a:gd name="T0" fmla="*/ 156 w 178"/>
                <a:gd name="T1" fmla="*/ 102 h 184"/>
                <a:gd name="T2" fmla="*/ 156 w 178"/>
                <a:gd name="T3" fmla="*/ 99 h 184"/>
                <a:gd name="T4" fmla="*/ 156 w 178"/>
                <a:gd name="T5" fmla="*/ 96 h 184"/>
                <a:gd name="T6" fmla="*/ 156 w 178"/>
                <a:gd name="T7" fmla="*/ 94 h 184"/>
                <a:gd name="T8" fmla="*/ 156 w 178"/>
                <a:gd name="T9" fmla="*/ 90 h 184"/>
                <a:gd name="T10" fmla="*/ 156 w 178"/>
                <a:gd name="T11" fmla="*/ 87 h 184"/>
                <a:gd name="T12" fmla="*/ 156 w 178"/>
                <a:gd name="T13" fmla="*/ 84 h 184"/>
                <a:gd name="T14" fmla="*/ 178 w 178"/>
                <a:gd name="T15" fmla="*/ 75 h 184"/>
                <a:gd name="T16" fmla="*/ 148 w 178"/>
                <a:gd name="T17" fmla="*/ 58 h 184"/>
                <a:gd name="T18" fmla="*/ 144 w 178"/>
                <a:gd name="T19" fmla="*/ 53 h 184"/>
                <a:gd name="T20" fmla="*/ 141 w 178"/>
                <a:gd name="T21" fmla="*/ 48 h 184"/>
                <a:gd name="T22" fmla="*/ 137 w 178"/>
                <a:gd name="T23" fmla="*/ 45 h 184"/>
                <a:gd name="T24" fmla="*/ 119 w 178"/>
                <a:gd name="T25" fmla="*/ 30 h 184"/>
                <a:gd name="T26" fmla="*/ 113 w 178"/>
                <a:gd name="T27" fmla="*/ 27 h 184"/>
                <a:gd name="T28" fmla="*/ 108 w 178"/>
                <a:gd name="T29" fmla="*/ 25 h 184"/>
                <a:gd name="T30" fmla="*/ 103 w 178"/>
                <a:gd name="T31" fmla="*/ 23 h 184"/>
                <a:gd name="T32" fmla="*/ 77 w 178"/>
                <a:gd name="T33" fmla="*/ 0 h 184"/>
                <a:gd name="T34" fmla="*/ 74 w 178"/>
                <a:gd name="T35" fmla="*/ 24 h 184"/>
                <a:gd name="T36" fmla="*/ 69 w 178"/>
                <a:gd name="T37" fmla="*/ 25 h 184"/>
                <a:gd name="T38" fmla="*/ 63 w 178"/>
                <a:gd name="T39" fmla="*/ 27 h 184"/>
                <a:gd name="T40" fmla="*/ 46 w 178"/>
                <a:gd name="T41" fmla="*/ 10 h 184"/>
                <a:gd name="T42" fmla="*/ 39 w 178"/>
                <a:gd name="T43" fmla="*/ 46 h 184"/>
                <a:gd name="T44" fmla="*/ 35 w 178"/>
                <a:gd name="T45" fmla="*/ 50 h 184"/>
                <a:gd name="T46" fmla="*/ 32 w 178"/>
                <a:gd name="T47" fmla="*/ 54 h 184"/>
                <a:gd name="T48" fmla="*/ 30 w 178"/>
                <a:gd name="T49" fmla="*/ 59 h 184"/>
                <a:gd name="T50" fmla="*/ 23 w 178"/>
                <a:gd name="T51" fmla="*/ 82 h 184"/>
                <a:gd name="T52" fmla="*/ 23 w 178"/>
                <a:gd name="T53" fmla="*/ 86 h 184"/>
                <a:gd name="T54" fmla="*/ 22 w 178"/>
                <a:gd name="T55" fmla="*/ 88 h 184"/>
                <a:gd name="T56" fmla="*/ 22 w 178"/>
                <a:gd name="T57" fmla="*/ 92 h 184"/>
                <a:gd name="T58" fmla="*/ 22 w 178"/>
                <a:gd name="T59" fmla="*/ 95 h 184"/>
                <a:gd name="T60" fmla="*/ 22 w 178"/>
                <a:gd name="T61" fmla="*/ 97 h 184"/>
                <a:gd name="T62" fmla="*/ 23 w 178"/>
                <a:gd name="T63" fmla="*/ 100 h 184"/>
                <a:gd name="T64" fmla="*/ 0 w 178"/>
                <a:gd name="T65" fmla="*/ 109 h 184"/>
                <a:gd name="T66" fmla="*/ 31 w 178"/>
                <a:gd name="T67" fmla="*/ 127 h 184"/>
                <a:gd name="T68" fmla="*/ 34 w 178"/>
                <a:gd name="T69" fmla="*/ 132 h 184"/>
                <a:gd name="T70" fmla="*/ 36 w 178"/>
                <a:gd name="T71" fmla="*/ 136 h 184"/>
                <a:gd name="T72" fmla="*/ 41 w 178"/>
                <a:gd name="T73" fmla="*/ 141 h 184"/>
                <a:gd name="T74" fmla="*/ 60 w 178"/>
                <a:gd name="T75" fmla="*/ 155 h 184"/>
                <a:gd name="T76" fmla="*/ 64 w 178"/>
                <a:gd name="T77" fmla="*/ 158 h 184"/>
                <a:gd name="T78" fmla="*/ 71 w 178"/>
                <a:gd name="T79" fmla="*/ 159 h 184"/>
                <a:gd name="T80" fmla="*/ 75 w 178"/>
                <a:gd name="T81" fmla="*/ 161 h 184"/>
                <a:gd name="T82" fmla="*/ 101 w 178"/>
                <a:gd name="T83" fmla="*/ 184 h 184"/>
                <a:gd name="T84" fmla="*/ 105 w 178"/>
                <a:gd name="T85" fmla="*/ 160 h 184"/>
                <a:gd name="T86" fmla="*/ 110 w 178"/>
                <a:gd name="T87" fmla="*/ 159 h 184"/>
                <a:gd name="T88" fmla="*/ 115 w 178"/>
                <a:gd name="T89" fmla="*/ 157 h 184"/>
                <a:gd name="T90" fmla="*/ 133 w 178"/>
                <a:gd name="T91" fmla="*/ 174 h 184"/>
                <a:gd name="T92" fmla="*/ 139 w 178"/>
                <a:gd name="T93" fmla="*/ 140 h 184"/>
                <a:gd name="T94" fmla="*/ 142 w 178"/>
                <a:gd name="T95" fmla="*/ 134 h 184"/>
                <a:gd name="T96" fmla="*/ 145 w 178"/>
                <a:gd name="T97" fmla="*/ 130 h 184"/>
                <a:gd name="T98" fmla="*/ 148 w 178"/>
                <a:gd name="T99" fmla="*/ 126 h 18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8"/>
                <a:gd name="T151" fmla="*/ 0 h 184"/>
                <a:gd name="T152" fmla="*/ 178 w 178"/>
                <a:gd name="T153" fmla="*/ 184 h 18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8" h="184">
                  <a:moveTo>
                    <a:pt x="170" y="132"/>
                  </a:moveTo>
                  <a:lnTo>
                    <a:pt x="178" y="109"/>
                  </a:lnTo>
                  <a:lnTo>
                    <a:pt x="156" y="102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6" y="97"/>
                  </a:lnTo>
                  <a:lnTo>
                    <a:pt x="156" y="96"/>
                  </a:lnTo>
                  <a:lnTo>
                    <a:pt x="156" y="95"/>
                  </a:lnTo>
                  <a:lnTo>
                    <a:pt x="156" y="94"/>
                  </a:lnTo>
                  <a:lnTo>
                    <a:pt x="156" y="93"/>
                  </a:lnTo>
                  <a:lnTo>
                    <a:pt x="156" y="92"/>
                  </a:lnTo>
                  <a:lnTo>
                    <a:pt x="156" y="90"/>
                  </a:lnTo>
                  <a:lnTo>
                    <a:pt x="156" y="89"/>
                  </a:lnTo>
                  <a:lnTo>
                    <a:pt x="156" y="88"/>
                  </a:lnTo>
                  <a:lnTo>
                    <a:pt x="156" y="87"/>
                  </a:lnTo>
                  <a:lnTo>
                    <a:pt x="156" y="86"/>
                  </a:lnTo>
                  <a:lnTo>
                    <a:pt x="156" y="84"/>
                  </a:lnTo>
                  <a:lnTo>
                    <a:pt x="156" y="82"/>
                  </a:lnTo>
                  <a:lnTo>
                    <a:pt x="178" y="75"/>
                  </a:lnTo>
                  <a:lnTo>
                    <a:pt x="170" y="52"/>
                  </a:lnTo>
                  <a:lnTo>
                    <a:pt x="148" y="59"/>
                  </a:lnTo>
                  <a:lnTo>
                    <a:pt x="148" y="58"/>
                  </a:lnTo>
                  <a:lnTo>
                    <a:pt x="147" y="56"/>
                  </a:lnTo>
                  <a:lnTo>
                    <a:pt x="145" y="54"/>
                  </a:lnTo>
                  <a:lnTo>
                    <a:pt x="144" y="53"/>
                  </a:lnTo>
                  <a:lnTo>
                    <a:pt x="143" y="51"/>
                  </a:lnTo>
                  <a:lnTo>
                    <a:pt x="142" y="50"/>
                  </a:lnTo>
                  <a:lnTo>
                    <a:pt x="141" y="48"/>
                  </a:lnTo>
                  <a:lnTo>
                    <a:pt x="140" y="47"/>
                  </a:lnTo>
                  <a:lnTo>
                    <a:pt x="139" y="46"/>
                  </a:lnTo>
                  <a:lnTo>
                    <a:pt x="137" y="45"/>
                  </a:lnTo>
                  <a:lnTo>
                    <a:pt x="151" y="24"/>
                  </a:lnTo>
                  <a:lnTo>
                    <a:pt x="133" y="10"/>
                  </a:lnTo>
                  <a:lnTo>
                    <a:pt x="119" y="30"/>
                  </a:lnTo>
                  <a:lnTo>
                    <a:pt x="117" y="28"/>
                  </a:lnTo>
                  <a:lnTo>
                    <a:pt x="115" y="27"/>
                  </a:lnTo>
                  <a:lnTo>
                    <a:pt x="113" y="27"/>
                  </a:lnTo>
                  <a:lnTo>
                    <a:pt x="111" y="26"/>
                  </a:lnTo>
                  <a:lnTo>
                    <a:pt x="110" y="25"/>
                  </a:lnTo>
                  <a:lnTo>
                    <a:pt x="108" y="25"/>
                  </a:lnTo>
                  <a:lnTo>
                    <a:pt x="107" y="25"/>
                  </a:lnTo>
                  <a:lnTo>
                    <a:pt x="105" y="24"/>
                  </a:lnTo>
                  <a:lnTo>
                    <a:pt x="103" y="23"/>
                  </a:lnTo>
                  <a:lnTo>
                    <a:pt x="101" y="23"/>
                  </a:lnTo>
                  <a:lnTo>
                    <a:pt x="101" y="0"/>
                  </a:lnTo>
                  <a:lnTo>
                    <a:pt x="77" y="0"/>
                  </a:lnTo>
                  <a:lnTo>
                    <a:pt x="77" y="23"/>
                  </a:lnTo>
                  <a:lnTo>
                    <a:pt x="75" y="23"/>
                  </a:lnTo>
                  <a:lnTo>
                    <a:pt x="74" y="24"/>
                  </a:lnTo>
                  <a:lnTo>
                    <a:pt x="72" y="25"/>
                  </a:lnTo>
                  <a:lnTo>
                    <a:pt x="71" y="25"/>
                  </a:lnTo>
                  <a:lnTo>
                    <a:pt x="69" y="25"/>
                  </a:lnTo>
                  <a:lnTo>
                    <a:pt x="66" y="26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2" y="28"/>
                  </a:lnTo>
                  <a:lnTo>
                    <a:pt x="60" y="30"/>
                  </a:lnTo>
                  <a:lnTo>
                    <a:pt x="46" y="10"/>
                  </a:lnTo>
                  <a:lnTo>
                    <a:pt x="27" y="24"/>
                  </a:lnTo>
                  <a:lnTo>
                    <a:pt x="41" y="45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6" y="49"/>
                  </a:lnTo>
                  <a:lnTo>
                    <a:pt x="35" y="50"/>
                  </a:lnTo>
                  <a:lnTo>
                    <a:pt x="34" y="51"/>
                  </a:lnTo>
                  <a:lnTo>
                    <a:pt x="34" y="53"/>
                  </a:lnTo>
                  <a:lnTo>
                    <a:pt x="32" y="54"/>
                  </a:lnTo>
                  <a:lnTo>
                    <a:pt x="31" y="56"/>
                  </a:lnTo>
                  <a:lnTo>
                    <a:pt x="31" y="58"/>
                  </a:lnTo>
                  <a:lnTo>
                    <a:pt x="30" y="59"/>
                  </a:lnTo>
                  <a:lnTo>
                    <a:pt x="9" y="52"/>
                  </a:lnTo>
                  <a:lnTo>
                    <a:pt x="0" y="75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6"/>
                  </a:lnTo>
                  <a:lnTo>
                    <a:pt x="22" y="86"/>
                  </a:lnTo>
                  <a:lnTo>
                    <a:pt x="22" y="87"/>
                  </a:lnTo>
                  <a:lnTo>
                    <a:pt x="22" y="88"/>
                  </a:lnTo>
                  <a:lnTo>
                    <a:pt x="22" y="89"/>
                  </a:lnTo>
                  <a:lnTo>
                    <a:pt x="22" y="90"/>
                  </a:lnTo>
                  <a:lnTo>
                    <a:pt x="22" y="92"/>
                  </a:lnTo>
                  <a:lnTo>
                    <a:pt x="22" y="93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2" y="98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3" y="101"/>
                  </a:lnTo>
                  <a:lnTo>
                    <a:pt x="23" y="102"/>
                  </a:lnTo>
                  <a:lnTo>
                    <a:pt x="0" y="109"/>
                  </a:lnTo>
                  <a:lnTo>
                    <a:pt x="9" y="132"/>
                  </a:lnTo>
                  <a:lnTo>
                    <a:pt x="30" y="126"/>
                  </a:lnTo>
                  <a:lnTo>
                    <a:pt x="31" y="127"/>
                  </a:lnTo>
                  <a:lnTo>
                    <a:pt x="31" y="128"/>
                  </a:lnTo>
                  <a:lnTo>
                    <a:pt x="32" y="130"/>
                  </a:lnTo>
                  <a:lnTo>
                    <a:pt x="34" y="132"/>
                  </a:lnTo>
                  <a:lnTo>
                    <a:pt x="34" y="133"/>
                  </a:lnTo>
                  <a:lnTo>
                    <a:pt x="35" y="134"/>
                  </a:lnTo>
                  <a:lnTo>
                    <a:pt x="36" y="136"/>
                  </a:lnTo>
                  <a:lnTo>
                    <a:pt x="38" y="137"/>
                  </a:lnTo>
                  <a:lnTo>
                    <a:pt x="39" y="140"/>
                  </a:lnTo>
                  <a:lnTo>
                    <a:pt x="41" y="141"/>
                  </a:lnTo>
                  <a:lnTo>
                    <a:pt x="27" y="160"/>
                  </a:lnTo>
                  <a:lnTo>
                    <a:pt x="46" y="174"/>
                  </a:lnTo>
                  <a:lnTo>
                    <a:pt x="60" y="155"/>
                  </a:lnTo>
                  <a:lnTo>
                    <a:pt x="62" y="156"/>
                  </a:lnTo>
                  <a:lnTo>
                    <a:pt x="63" y="157"/>
                  </a:lnTo>
                  <a:lnTo>
                    <a:pt x="64" y="158"/>
                  </a:lnTo>
                  <a:lnTo>
                    <a:pt x="66" y="158"/>
                  </a:lnTo>
                  <a:lnTo>
                    <a:pt x="69" y="159"/>
                  </a:lnTo>
                  <a:lnTo>
                    <a:pt x="71" y="159"/>
                  </a:lnTo>
                  <a:lnTo>
                    <a:pt x="72" y="160"/>
                  </a:lnTo>
                  <a:lnTo>
                    <a:pt x="74" y="160"/>
                  </a:lnTo>
                  <a:lnTo>
                    <a:pt x="75" y="161"/>
                  </a:lnTo>
                  <a:lnTo>
                    <a:pt x="77" y="161"/>
                  </a:lnTo>
                  <a:lnTo>
                    <a:pt x="77" y="184"/>
                  </a:lnTo>
                  <a:lnTo>
                    <a:pt x="101" y="184"/>
                  </a:lnTo>
                  <a:lnTo>
                    <a:pt x="101" y="161"/>
                  </a:lnTo>
                  <a:lnTo>
                    <a:pt x="103" y="161"/>
                  </a:lnTo>
                  <a:lnTo>
                    <a:pt x="105" y="160"/>
                  </a:lnTo>
                  <a:lnTo>
                    <a:pt x="107" y="160"/>
                  </a:lnTo>
                  <a:lnTo>
                    <a:pt x="108" y="159"/>
                  </a:lnTo>
                  <a:lnTo>
                    <a:pt x="110" y="159"/>
                  </a:lnTo>
                  <a:lnTo>
                    <a:pt x="111" y="158"/>
                  </a:lnTo>
                  <a:lnTo>
                    <a:pt x="113" y="158"/>
                  </a:lnTo>
                  <a:lnTo>
                    <a:pt x="115" y="157"/>
                  </a:lnTo>
                  <a:lnTo>
                    <a:pt x="117" y="156"/>
                  </a:lnTo>
                  <a:lnTo>
                    <a:pt x="119" y="155"/>
                  </a:lnTo>
                  <a:lnTo>
                    <a:pt x="133" y="174"/>
                  </a:lnTo>
                  <a:lnTo>
                    <a:pt x="151" y="160"/>
                  </a:lnTo>
                  <a:lnTo>
                    <a:pt x="137" y="141"/>
                  </a:lnTo>
                  <a:lnTo>
                    <a:pt x="139" y="140"/>
                  </a:lnTo>
                  <a:lnTo>
                    <a:pt x="140" y="137"/>
                  </a:lnTo>
                  <a:lnTo>
                    <a:pt x="141" y="136"/>
                  </a:lnTo>
                  <a:lnTo>
                    <a:pt x="142" y="134"/>
                  </a:lnTo>
                  <a:lnTo>
                    <a:pt x="143" y="133"/>
                  </a:lnTo>
                  <a:lnTo>
                    <a:pt x="144" y="131"/>
                  </a:lnTo>
                  <a:lnTo>
                    <a:pt x="145" y="130"/>
                  </a:lnTo>
                  <a:lnTo>
                    <a:pt x="147" y="128"/>
                  </a:lnTo>
                  <a:lnTo>
                    <a:pt x="148" y="127"/>
                  </a:lnTo>
                  <a:lnTo>
                    <a:pt x="148" y="126"/>
                  </a:lnTo>
                  <a:lnTo>
                    <a:pt x="170" y="13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1127"/>
            <p:cNvSpPr>
              <a:spLocks/>
            </p:cNvSpPr>
            <p:nvPr/>
          </p:nvSpPr>
          <p:spPr bwMode="auto">
            <a:xfrm>
              <a:off x="2545" y="3207"/>
              <a:ext cx="72" cy="76"/>
            </a:xfrm>
            <a:custGeom>
              <a:avLst/>
              <a:gdLst>
                <a:gd name="T0" fmla="*/ 0 w 72"/>
                <a:gd name="T1" fmla="*/ 37 h 76"/>
                <a:gd name="T2" fmla="*/ 0 w 72"/>
                <a:gd name="T3" fmla="*/ 32 h 76"/>
                <a:gd name="T4" fmla="*/ 2 w 72"/>
                <a:gd name="T5" fmla="*/ 27 h 76"/>
                <a:gd name="T6" fmla="*/ 4 w 72"/>
                <a:gd name="T7" fmla="*/ 20 h 76"/>
                <a:gd name="T8" fmla="*/ 6 w 72"/>
                <a:gd name="T9" fmla="*/ 16 h 76"/>
                <a:gd name="T10" fmla="*/ 10 w 72"/>
                <a:gd name="T11" fmla="*/ 11 h 76"/>
                <a:gd name="T12" fmla="*/ 15 w 72"/>
                <a:gd name="T13" fmla="*/ 7 h 76"/>
                <a:gd name="T14" fmla="*/ 20 w 72"/>
                <a:gd name="T15" fmla="*/ 4 h 76"/>
                <a:gd name="T16" fmla="*/ 25 w 72"/>
                <a:gd name="T17" fmla="*/ 2 h 76"/>
                <a:gd name="T18" fmla="*/ 31 w 72"/>
                <a:gd name="T19" fmla="*/ 0 h 76"/>
                <a:gd name="T20" fmla="*/ 36 w 72"/>
                <a:gd name="T21" fmla="*/ 0 h 76"/>
                <a:gd name="T22" fmla="*/ 42 w 72"/>
                <a:gd name="T23" fmla="*/ 0 h 76"/>
                <a:gd name="T24" fmla="*/ 48 w 72"/>
                <a:gd name="T25" fmla="*/ 2 h 76"/>
                <a:gd name="T26" fmla="*/ 53 w 72"/>
                <a:gd name="T27" fmla="*/ 4 h 76"/>
                <a:gd name="T28" fmla="*/ 57 w 72"/>
                <a:gd name="T29" fmla="*/ 7 h 76"/>
                <a:gd name="T30" fmla="*/ 62 w 72"/>
                <a:gd name="T31" fmla="*/ 11 h 76"/>
                <a:gd name="T32" fmla="*/ 66 w 72"/>
                <a:gd name="T33" fmla="*/ 16 h 76"/>
                <a:gd name="T34" fmla="*/ 68 w 72"/>
                <a:gd name="T35" fmla="*/ 20 h 76"/>
                <a:gd name="T36" fmla="*/ 70 w 72"/>
                <a:gd name="T37" fmla="*/ 27 h 76"/>
                <a:gd name="T38" fmla="*/ 72 w 72"/>
                <a:gd name="T39" fmla="*/ 32 h 76"/>
                <a:gd name="T40" fmla="*/ 72 w 72"/>
                <a:gd name="T41" fmla="*/ 37 h 76"/>
                <a:gd name="T42" fmla="*/ 72 w 72"/>
                <a:gd name="T43" fmla="*/ 44 h 76"/>
                <a:gd name="T44" fmla="*/ 70 w 72"/>
                <a:gd name="T45" fmla="*/ 50 h 76"/>
                <a:gd name="T46" fmla="*/ 68 w 72"/>
                <a:gd name="T47" fmla="*/ 55 h 76"/>
                <a:gd name="T48" fmla="*/ 66 w 72"/>
                <a:gd name="T49" fmla="*/ 60 h 76"/>
                <a:gd name="T50" fmla="*/ 62 w 72"/>
                <a:gd name="T51" fmla="*/ 65 h 76"/>
                <a:gd name="T52" fmla="*/ 57 w 72"/>
                <a:gd name="T53" fmla="*/ 69 h 76"/>
                <a:gd name="T54" fmla="*/ 53 w 72"/>
                <a:gd name="T55" fmla="*/ 72 h 76"/>
                <a:gd name="T56" fmla="*/ 48 w 72"/>
                <a:gd name="T57" fmla="*/ 74 h 76"/>
                <a:gd name="T58" fmla="*/ 42 w 72"/>
                <a:gd name="T59" fmla="*/ 76 h 76"/>
                <a:gd name="T60" fmla="*/ 36 w 72"/>
                <a:gd name="T61" fmla="*/ 76 h 76"/>
                <a:gd name="T62" fmla="*/ 31 w 72"/>
                <a:gd name="T63" fmla="*/ 76 h 76"/>
                <a:gd name="T64" fmla="*/ 25 w 72"/>
                <a:gd name="T65" fmla="*/ 74 h 76"/>
                <a:gd name="T66" fmla="*/ 20 w 72"/>
                <a:gd name="T67" fmla="*/ 72 h 76"/>
                <a:gd name="T68" fmla="*/ 15 w 72"/>
                <a:gd name="T69" fmla="*/ 69 h 76"/>
                <a:gd name="T70" fmla="*/ 10 w 72"/>
                <a:gd name="T71" fmla="*/ 65 h 76"/>
                <a:gd name="T72" fmla="*/ 6 w 72"/>
                <a:gd name="T73" fmla="*/ 60 h 76"/>
                <a:gd name="T74" fmla="*/ 4 w 72"/>
                <a:gd name="T75" fmla="*/ 55 h 76"/>
                <a:gd name="T76" fmla="*/ 2 w 72"/>
                <a:gd name="T77" fmla="*/ 50 h 76"/>
                <a:gd name="T78" fmla="*/ 0 w 72"/>
                <a:gd name="T79" fmla="*/ 44 h 76"/>
                <a:gd name="T80" fmla="*/ 0 w 72"/>
                <a:gd name="T81" fmla="*/ 37 h 76"/>
                <a:gd name="T82" fmla="*/ 0 w 72"/>
                <a:gd name="T83" fmla="*/ 37 h 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"/>
                <a:gd name="T127" fmla="*/ 0 h 76"/>
                <a:gd name="T128" fmla="*/ 72 w 72"/>
                <a:gd name="T129" fmla="*/ 76 h 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" h="76">
                  <a:moveTo>
                    <a:pt x="0" y="37"/>
                  </a:moveTo>
                  <a:lnTo>
                    <a:pt x="0" y="32"/>
                  </a:lnTo>
                  <a:lnTo>
                    <a:pt x="2" y="27"/>
                  </a:lnTo>
                  <a:lnTo>
                    <a:pt x="4" y="20"/>
                  </a:lnTo>
                  <a:lnTo>
                    <a:pt x="6" y="16"/>
                  </a:lnTo>
                  <a:lnTo>
                    <a:pt x="10" y="11"/>
                  </a:lnTo>
                  <a:lnTo>
                    <a:pt x="15" y="7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48" y="2"/>
                  </a:lnTo>
                  <a:lnTo>
                    <a:pt x="53" y="4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6"/>
                  </a:lnTo>
                  <a:lnTo>
                    <a:pt x="68" y="20"/>
                  </a:lnTo>
                  <a:lnTo>
                    <a:pt x="70" y="27"/>
                  </a:lnTo>
                  <a:lnTo>
                    <a:pt x="72" y="32"/>
                  </a:lnTo>
                  <a:lnTo>
                    <a:pt x="72" y="37"/>
                  </a:lnTo>
                  <a:lnTo>
                    <a:pt x="72" y="44"/>
                  </a:lnTo>
                  <a:lnTo>
                    <a:pt x="70" y="50"/>
                  </a:lnTo>
                  <a:lnTo>
                    <a:pt x="68" y="55"/>
                  </a:lnTo>
                  <a:lnTo>
                    <a:pt x="66" y="60"/>
                  </a:lnTo>
                  <a:lnTo>
                    <a:pt x="62" y="65"/>
                  </a:lnTo>
                  <a:lnTo>
                    <a:pt x="57" y="69"/>
                  </a:lnTo>
                  <a:lnTo>
                    <a:pt x="53" y="72"/>
                  </a:lnTo>
                  <a:lnTo>
                    <a:pt x="48" y="74"/>
                  </a:lnTo>
                  <a:lnTo>
                    <a:pt x="42" y="76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5" y="74"/>
                  </a:lnTo>
                  <a:lnTo>
                    <a:pt x="20" y="72"/>
                  </a:lnTo>
                  <a:lnTo>
                    <a:pt x="15" y="69"/>
                  </a:lnTo>
                  <a:lnTo>
                    <a:pt x="10" y="65"/>
                  </a:lnTo>
                  <a:lnTo>
                    <a:pt x="6" y="60"/>
                  </a:lnTo>
                  <a:lnTo>
                    <a:pt x="4" y="55"/>
                  </a:lnTo>
                  <a:lnTo>
                    <a:pt x="2" y="50"/>
                  </a:lnTo>
                  <a:lnTo>
                    <a:pt x="0" y="44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1128"/>
            <p:cNvSpPr>
              <a:spLocks/>
            </p:cNvSpPr>
            <p:nvPr/>
          </p:nvSpPr>
          <p:spPr bwMode="auto">
            <a:xfrm>
              <a:off x="2698" y="3288"/>
              <a:ext cx="72" cy="76"/>
            </a:xfrm>
            <a:custGeom>
              <a:avLst/>
              <a:gdLst>
                <a:gd name="T0" fmla="*/ 0 w 72"/>
                <a:gd name="T1" fmla="*/ 38 h 76"/>
                <a:gd name="T2" fmla="*/ 1 w 72"/>
                <a:gd name="T3" fmla="*/ 32 h 76"/>
                <a:gd name="T4" fmla="*/ 2 w 72"/>
                <a:gd name="T5" fmla="*/ 26 h 76"/>
                <a:gd name="T6" fmla="*/ 4 w 72"/>
                <a:gd name="T7" fmla="*/ 20 h 76"/>
                <a:gd name="T8" fmla="*/ 7 w 72"/>
                <a:gd name="T9" fmla="*/ 16 h 76"/>
                <a:gd name="T10" fmla="*/ 10 w 72"/>
                <a:gd name="T11" fmla="*/ 11 h 76"/>
                <a:gd name="T12" fmla="*/ 14 w 72"/>
                <a:gd name="T13" fmla="*/ 7 h 76"/>
                <a:gd name="T14" fmla="*/ 20 w 72"/>
                <a:gd name="T15" fmla="*/ 4 h 76"/>
                <a:gd name="T16" fmla="*/ 25 w 72"/>
                <a:gd name="T17" fmla="*/ 2 h 76"/>
                <a:gd name="T18" fmla="*/ 31 w 72"/>
                <a:gd name="T19" fmla="*/ 0 h 76"/>
                <a:gd name="T20" fmla="*/ 36 w 72"/>
                <a:gd name="T21" fmla="*/ 0 h 76"/>
                <a:gd name="T22" fmla="*/ 42 w 72"/>
                <a:gd name="T23" fmla="*/ 0 h 76"/>
                <a:gd name="T24" fmla="*/ 48 w 72"/>
                <a:gd name="T25" fmla="*/ 2 h 76"/>
                <a:gd name="T26" fmla="*/ 53 w 72"/>
                <a:gd name="T27" fmla="*/ 4 h 76"/>
                <a:gd name="T28" fmla="*/ 57 w 72"/>
                <a:gd name="T29" fmla="*/ 7 h 76"/>
                <a:gd name="T30" fmla="*/ 62 w 72"/>
                <a:gd name="T31" fmla="*/ 11 h 76"/>
                <a:gd name="T32" fmla="*/ 66 w 72"/>
                <a:gd name="T33" fmla="*/ 16 h 76"/>
                <a:gd name="T34" fmla="*/ 68 w 72"/>
                <a:gd name="T35" fmla="*/ 20 h 76"/>
                <a:gd name="T36" fmla="*/ 70 w 72"/>
                <a:gd name="T37" fmla="*/ 26 h 76"/>
                <a:gd name="T38" fmla="*/ 72 w 72"/>
                <a:gd name="T39" fmla="*/ 32 h 76"/>
                <a:gd name="T40" fmla="*/ 72 w 72"/>
                <a:gd name="T41" fmla="*/ 38 h 76"/>
                <a:gd name="T42" fmla="*/ 72 w 72"/>
                <a:gd name="T43" fmla="*/ 45 h 76"/>
                <a:gd name="T44" fmla="*/ 70 w 72"/>
                <a:gd name="T45" fmla="*/ 50 h 76"/>
                <a:gd name="T46" fmla="*/ 68 w 72"/>
                <a:gd name="T47" fmla="*/ 56 h 76"/>
                <a:gd name="T48" fmla="*/ 66 w 72"/>
                <a:gd name="T49" fmla="*/ 60 h 76"/>
                <a:gd name="T50" fmla="*/ 62 w 72"/>
                <a:gd name="T51" fmla="*/ 65 h 76"/>
                <a:gd name="T52" fmla="*/ 57 w 72"/>
                <a:gd name="T53" fmla="*/ 68 h 76"/>
                <a:gd name="T54" fmla="*/ 53 w 72"/>
                <a:gd name="T55" fmla="*/ 72 h 76"/>
                <a:gd name="T56" fmla="*/ 48 w 72"/>
                <a:gd name="T57" fmla="*/ 74 h 76"/>
                <a:gd name="T58" fmla="*/ 42 w 72"/>
                <a:gd name="T59" fmla="*/ 76 h 76"/>
                <a:gd name="T60" fmla="*/ 36 w 72"/>
                <a:gd name="T61" fmla="*/ 76 h 76"/>
                <a:gd name="T62" fmla="*/ 31 w 72"/>
                <a:gd name="T63" fmla="*/ 76 h 76"/>
                <a:gd name="T64" fmla="*/ 25 w 72"/>
                <a:gd name="T65" fmla="*/ 74 h 76"/>
                <a:gd name="T66" fmla="*/ 20 w 72"/>
                <a:gd name="T67" fmla="*/ 72 h 76"/>
                <a:gd name="T68" fmla="*/ 14 w 72"/>
                <a:gd name="T69" fmla="*/ 68 h 76"/>
                <a:gd name="T70" fmla="*/ 10 w 72"/>
                <a:gd name="T71" fmla="*/ 65 h 76"/>
                <a:gd name="T72" fmla="*/ 7 w 72"/>
                <a:gd name="T73" fmla="*/ 60 h 76"/>
                <a:gd name="T74" fmla="*/ 4 w 72"/>
                <a:gd name="T75" fmla="*/ 56 h 76"/>
                <a:gd name="T76" fmla="*/ 2 w 72"/>
                <a:gd name="T77" fmla="*/ 50 h 76"/>
                <a:gd name="T78" fmla="*/ 1 w 72"/>
                <a:gd name="T79" fmla="*/ 45 h 76"/>
                <a:gd name="T80" fmla="*/ 0 w 72"/>
                <a:gd name="T81" fmla="*/ 38 h 76"/>
                <a:gd name="T82" fmla="*/ 0 w 72"/>
                <a:gd name="T83" fmla="*/ 38 h 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"/>
                <a:gd name="T127" fmla="*/ 0 h 76"/>
                <a:gd name="T128" fmla="*/ 72 w 72"/>
                <a:gd name="T129" fmla="*/ 76 h 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" h="76">
                  <a:moveTo>
                    <a:pt x="0" y="38"/>
                  </a:moveTo>
                  <a:lnTo>
                    <a:pt x="1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7" y="16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48" y="2"/>
                  </a:lnTo>
                  <a:lnTo>
                    <a:pt x="53" y="4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6"/>
                  </a:lnTo>
                  <a:lnTo>
                    <a:pt x="68" y="20"/>
                  </a:lnTo>
                  <a:lnTo>
                    <a:pt x="70" y="26"/>
                  </a:lnTo>
                  <a:lnTo>
                    <a:pt x="72" y="32"/>
                  </a:lnTo>
                  <a:lnTo>
                    <a:pt x="72" y="38"/>
                  </a:lnTo>
                  <a:lnTo>
                    <a:pt x="72" y="45"/>
                  </a:lnTo>
                  <a:lnTo>
                    <a:pt x="70" y="50"/>
                  </a:lnTo>
                  <a:lnTo>
                    <a:pt x="68" y="56"/>
                  </a:lnTo>
                  <a:lnTo>
                    <a:pt x="66" y="60"/>
                  </a:lnTo>
                  <a:lnTo>
                    <a:pt x="62" y="65"/>
                  </a:lnTo>
                  <a:lnTo>
                    <a:pt x="57" y="68"/>
                  </a:lnTo>
                  <a:lnTo>
                    <a:pt x="53" y="72"/>
                  </a:lnTo>
                  <a:lnTo>
                    <a:pt x="48" y="74"/>
                  </a:lnTo>
                  <a:lnTo>
                    <a:pt x="42" y="76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5" y="74"/>
                  </a:lnTo>
                  <a:lnTo>
                    <a:pt x="20" y="72"/>
                  </a:lnTo>
                  <a:lnTo>
                    <a:pt x="14" y="68"/>
                  </a:lnTo>
                  <a:lnTo>
                    <a:pt x="10" y="65"/>
                  </a:lnTo>
                  <a:lnTo>
                    <a:pt x="7" y="60"/>
                  </a:lnTo>
                  <a:lnTo>
                    <a:pt x="4" y="56"/>
                  </a:lnTo>
                  <a:lnTo>
                    <a:pt x="2" y="50"/>
                  </a:lnTo>
                  <a:lnTo>
                    <a:pt x="1" y="45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20" name="Rectangle 1129"/>
          <p:cNvSpPr>
            <a:spLocks noChangeArrowheads="1"/>
          </p:cNvSpPr>
          <p:nvPr/>
        </p:nvSpPr>
        <p:spPr bwMode="auto">
          <a:xfrm>
            <a:off x="2617788" y="2608263"/>
            <a:ext cx="1462087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819150" eaLnBrk="0" hangingPunct="0"/>
            <a:r>
              <a:rPr lang="en-US" sz="1700">
                <a:solidFill>
                  <a:srgbClr val="000000"/>
                </a:solidFill>
                <a:latin typeface="Arial Narrow" pitchFamily="34" charset="0"/>
              </a:rPr>
              <a:t>Work In Progress</a:t>
            </a:r>
            <a:endParaRPr lang="en-US">
              <a:latin typeface="Times New Roman" pitchFamily="18" charset="0"/>
            </a:endParaRPr>
          </a:p>
        </p:txBody>
      </p:sp>
      <p:sp>
        <p:nvSpPr>
          <p:cNvPr id="43021" name="Line 1130"/>
          <p:cNvSpPr>
            <a:spLocks noChangeShapeType="1"/>
          </p:cNvSpPr>
          <p:nvPr/>
        </p:nvSpPr>
        <p:spPr bwMode="auto">
          <a:xfrm flipH="1" flipV="1">
            <a:off x="2654300" y="2836863"/>
            <a:ext cx="1530350" cy="30257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3022" name="Line 1131"/>
          <p:cNvSpPr>
            <a:spLocks noChangeShapeType="1"/>
          </p:cNvSpPr>
          <p:nvPr/>
        </p:nvSpPr>
        <p:spPr bwMode="auto">
          <a:xfrm flipH="1" flipV="1">
            <a:off x="2962275" y="2509838"/>
            <a:ext cx="1384300" cy="3227387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3023" name="Line 1132"/>
          <p:cNvSpPr>
            <a:spLocks noChangeShapeType="1"/>
          </p:cNvSpPr>
          <p:nvPr/>
        </p:nvSpPr>
        <p:spPr bwMode="auto">
          <a:xfrm flipH="1" flipV="1">
            <a:off x="3535363" y="2517775"/>
            <a:ext cx="1147762" cy="3195638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3024" name="Line 1133"/>
          <p:cNvSpPr>
            <a:spLocks noChangeShapeType="1"/>
          </p:cNvSpPr>
          <p:nvPr/>
        </p:nvSpPr>
        <p:spPr bwMode="auto">
          <a:xfrm flipH="1" flipV="1">
            <a:off x="3941763" y="2789238"/>
            <a:ext cx="885825" cy="3097212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9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smtClean="0"/>
              <a:t>Pekerjaan Berlangsung – Work in Progress</a:t>
            </a:r>
          </a:p>
        </p:txBody>
      </p:sp>
      <p:sp>
        <p:nvSpPr>
          <p:cNvPr id="227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en-US" sz="1600" b="1" smtClean="0"/>
              <a:t>Tujuan</a:t>
            </a:r>
          </a:p>
          <a:p>
            <a:pPr eaLnBrk="1" hangingPunct="1">
              <a:buFontTx/>
              <a:buNone/>
            </a:pPr>
            <a:r>
              <a:rPr lang="en-US" smtClean="0"/>
              <a:t>	</a:t>
            </a:r>
            <a:r>
              <a:rPr lang="en-US" sz="1600" smtClean="0"/>
              <a:t>Menjamin pekerjaan yang dilaksanakan sesuai dengan rencana K3LL yang sudah disepakati</a:t>
            </a:r>
          </a:p>
          <a:p>
            <a:pPr eaLnBrk="1" hangingPunct="1">
              <a:buFontTx/>
              <a:buNone/>
            </a:pPr>
            <a:endParaRPr lang="en-US" smtClean="0"/>
          </a:p>
          <a:p>
            <a:pPr eaLnBrk="1" hangingPunct="1">
              <a:buFontTx/>
              <a:buNone/>
            </a:pPr>
            <a:endParaRPr lang="en-US" smtClean="0"/>
          </a:p>
          <a:p>
            <a:pPr eaLnBrk="1" hangingPunct="1">
              <a:buFontTx/>
              <a:buNone/>
            </a:pPr>
            <a:r>
              <a:rPr lang="en-US" sz="1600" b="1" smtClean="0"/>
              <a:t>Work in Progress:</a:t>
            </a:r>
          </a:p>
          <a:p>
            <a:pPr eaLnBrk="1" hangingPunct="1"/>
            <a:r>
              <a:rPr lang="en-US" sz="1600" smtClean="0"/>
              <a:t>Periode dimana pekerjaan fisik dilaksanakan di lapangan.</a:t>
            </a:r>
          </a:p>
          <a:p>
            <a:pPr eaLnBrk="1" hangingPunct="1"/>
            <a:r>
              <a:rPr lang="en-US" sz="1600" smtClean="0"/>
              <a:t>Merupakan evaluasi sementara (interim Evaluation) </a:t>
            </a:r>
            <a:r>
              <a:rPr lang="en-US" sz="1600" smtClean="0">
                <a:sym typeface="Wingdings" pitchFamily="2" charset="2"/>
              </a:rPr>
              <a:t> regularly inspection</a:t>
            </a:r>
          </a:p>
          <a:p>
            <a:pPr eaLnBrk="1" hangingPunct="1"/>
            <a:r>
              <a:rPr lang="en-US" sz="1600" smtClean="0">
                <a:sym typeface="Wingdings" pitchFamily="2" charset="2"/>
              </a:rPr>
              <a:t>Menguji apakah semua K3LL didalam kontrak sudah dilaksanakan oleh Contractor</a:t>
            </a:r>
          </a:p>
          <a:p>
            <a:pPr eaLnBrk="1" hangingPunct="1"/>
            <a:r>
              <a:rPr lang="en-US" sz="1600" smtClean="0">
                <a:sym typeface="Wingdings" pitchFamily="2" charset="2"/>
              </a:rPr>
              <a:t>Client &amp; Contractor bertanggung jawab thd pelaksanaan evaluasi sementara yg dilakukan secara berkala</a:t>
            </a:r>
          </a:p>
          <a:p>
            <a:pPr eaLnBrk="1" hangingPunct="1"/>
            <a:r>
              <a:rPr lang="en-US" sz="1600" smtClean="0">
                <a:sym typeface="Wingdings" pitchFamily="2" charset="2"/>
              </a:rPr>
              <a:t>Client dapat melakukan inspeksi medadak</a:t>
            </a:r>
            <a:endParaRPr lang="en-US" sz="160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73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73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73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73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" dur="2000"/>
                                        <p:tgtEl>
                                          <p:spTgt spid="2273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2" dur="500"/>
                                        <p:tgtEl>
                                          <p:spTgt spid="2273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2273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22733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7" dur="500"/>
                                        <p:tgtEl>
                                          <p:spTgt spid="22733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2" dur="2000"/>
                                        <p:tgtEl>
                                          <p:spTgt spid="22733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WordArt 4"/>
          <p:cNvSpPr>
            <a:spLocks noChangeArrowheads="1" noChangeShapeType="1" noTextEdit="1"/>
          </p:cNvSpPr>
          <p:nvPr/>
        </p:nvSpPr>
        <p:spPr bwMode="auto">
          <a:xfrm>
            <a:off x="190500" y="115888"/>
            <a:ext cx="3629025" cy="3619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2000" kern="10">
                <a:ln w="12700">
                  <a:solidFill>
                    <a:srgbClr val="0000FF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Arial Black"/>
              </a:rPr>
              <a:t>Work in Progress Process</a:t>
            </a:r>
          </a:p>
        </p:txBody>
      </p:sp>
      <p:pic>
        <p:nvPicPr>
          <p:cNvPr id="228357" name="Picture 5" descr="proses pekerjaan berlangsun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15925" y="404813"/>
            <a:ext cx="3633788" cy="583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28359" name="WordArt 7"/>
          <p:cNvSpPr>
            <a:spLocks noChangeArrowheads="1" noChangeShapeType="1" noTextEdit="1"/>
          </p:cNvSpPr>
          <p:nvPr/>
        </p:nvSpPr>
        <p:spPr bwMode="auto">
          <a:xfrm>
            <a:off x="6105525" y="115888"/>
            <a:ext cx="2867025" cy="3238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2000" kern="1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FFFF00"/>
                    </a:gs>
                    <a:gs pos="100000">
                      <a:srgbClr val="FF9933"/>
                    </a:gs>
                  </a:gsLst>
                  <a:path path="rect">
                    <a:fillToRect l="50000" t="50000" r="50000" b="50000"/>
                  </a:path>
                </a:gradFill>
                <a:effectLst>
                  <a:outerShdw dist="35921" dir="2700000" algn="ctr" rotWithShape="0">
                    <a:srgbClr val="C0C0C0">
                      <a:alpha val="79999"/>
                    </a:srgbClr>
                  </a:outerShdw>
                </a:effectLst>
                <a:latin typeface="Impact"/>
              </a:rPr>
              <a:t>Work in Progress Checklist</a:t>
            </a:r>
          </a:p>
        </p:txBody>
      </p:sp>
      <p:pic>
        <p:nvPicPr>
          <p:cNvPr id="228363" name="Picture 11" descr="Form IX work in progress checklist_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944938" y="836613"/>
            <a:ext cx="3630612" cy="427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8364" name="Picture 12" descr="form X work in progress_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6608763" y="2492375"/>
            <a:ext cx="3236912" cy="345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28365" name="Text Box 13"/>
          <p:cNvSpPr txBox="1">
            <a:spLocks noChangeArrowheads="1"/>
          </p:cNvSpPr>
          <p:nvPr/>
        </p:nvSpPr>
        <p:spPr bwMode="auto">
          <a:xfrm>
            <a:off x="4573588" y="5103813"/>
            <a:ext cx="8763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>
                <a:solidFill>
                  <a:srgbClr val="FF0000"/>
                </a:solidFill>
                <a:latin typeface="Verdana" pitchFamily="34" charset="0"/>
              </a:rPr>
              <a:t>Form IX</a:t>
            </a:r>
          </a:p>
        </p:txBody>
      </p:sp>
      <p:sp>
        <p:nvSpPr>
          <p:cNvPr id="228366" name="Text Box 14"/>
          <p:cNvSpPr txBox="1">
            <a:spLocks noChangeArrowheads="1"/>
          </p:cNvSpPr>
          <p:nvPr/>
        </p:nvSpPr>
        <p:spPr bwMode="auto">
          <a:xfrm>
            <a:off x="6897688" y="5949950"/>
            <a:ext cx="79375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>
                <a:solidFill>
                  <a:srgbClr val="FF0000"/>
                </a:solidFill>
                <a:latin typeface="Verdana" pitchFamily="34" charset="0"/>
              </a:rPr>
              <a:t>Form X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228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8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8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8" dur="500"/>
                                        <p:tgtEl>
                                          <p:spTgt spid="228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2283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8" dur="500"/>
                                        <p:tgtEl>
                                          <p:spTgt spid="228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3" dur="2000"/>
                                        <p:tgtEl>
                                          <p:spTgt spid="228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5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4"/>
          <p:cNvSpPr>
            <a:spLocks noChangeArrowheads="1"/>
          </p:cNvSpPr>
          <p:nvPr/>
        </p:nvSpPr>
        <p:spPr bwMode="auto">
          <a:xfrm>
            <a:off x="1330325" y="476250"/>
            <a:ext cx="7294563" cy="5576888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93685" tIns="46843" rIns="93685" bIns="4684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47107" name="Rectangle 5"/>
          <p:cNvSpPr>
            <a:spLocks noChangeArrowheads="1"/>
          </p:cNvSpPr>
          <p:nvPr/>
        </p:nvSpPr>
        <p:spPr bwMode="auto">
          <a:xfrm>
            <a:off x="1330325" y="5364163"/>
            <a:ext cx="7294563" cy="731837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7108" name="Text Box 6"/>
          <p:cNvSpPr txBox="1">
            <a:spLocks noChangeArrowheads="1"/>
          </p:cNvSpPr>
          <p:nvPr/>
        </p:nvSpPr>
        <p:spPr bwMode="auto">
          <a:xfrm>
            <a:off x="3068638" y="2659063"/>
            <a:ext cx="4572000" cy="492125"/>
          </a:xfrm>
          <a:prstGeom prst="rect">
            <a:avLst/>
          </a:prstGeom>
          <a:solidFill>
            <a:srgbClr val="CCECFF"/>
          </a:solidFill>
          <a:ln w="38100">
            <a:solidFill>
              <a:schemeClr val="accent2"/>
            </a:solidFill>
            <a:miter lim="800000"/>
            <a:headEnd/>
            <a:tailEnd/>
          </a:ln>
        </p:spPr>
        <p:txBody>
          <a:bodyPr wrap="none" lIns="71713" tIns="35858" rIns="71713" bIns="35858">
            <a:spAutoFit/>
          </a:bodyPr>
          <a:lstStyle/>
          <a:p>
            <a:pPr defTabSz="938213" eaLnBrk="0" hangingPunct="0"/>
            <a:r>
              <a:rPr lang="en-US" sz="2500">
                <a:solidFill>
                  <a:srgbClr val="FF3300"/>
                </a:solidFill>
                <a:latin typeface="Arial Narrow" pitchFamily="34" charset="0"/>
              </a:rPr>
              <a:t>INTERIM EVALUATION CHECKLIST</a:t>
            </a:r>
            <a:endParaRPr lang="en-US" sz="2500" b="0">
              <a:latin typeface="Arial Narrow" pitchFamily="34" charset="0"/>
            </a:endParaRPr>
          </a:p>
        </p:txBody>
      </p:sp>
      <p:sp>
        <p:nvSpPr>
          <p:cNvPr id="47109" name="Text Box 7"/>
          <p:cNvSpPr txBox="1">
            <a:spLocks noChangeArrowheads="1"/>
          </p:cNvSpPr>
          <p:nvPr/>
        </p:nvSpPr>
        <p:spPr bwMode="auto">
          <a:xfrm>
            <a:off x="3068638" y="3575050"/>
            <a:ext cx="4387850" cy="454025"/>
          </a:xfrm>
          <a:prstGeom prst="rect">
            <a:avLst/>
          </a:prstGeom>
          <a:solidFill>
            <a:srgbClr val="CCECFF"/>
          </a:solidFill>
          <a:ln w="9525">
            <a:noFill/>
            <a:miter lim="800000"/>
            <a:headEnd/>
            <a:tailEnd/>
          </a:ln>
        </p:spPr>
        <p:txBody>
          <a:bodyPr wrap="none" lIns="71713" tIns="35858" rIns="71713" bIns="35858">
            <a:spAutoFit/>
          </a:bodyPr>
          <a:lstStyle/>
          <a:p>
            <a:pPr defTabSz="938213" eaLnBrk="0" hangingPunct="0"/>
            <a:r>
              <a:rPr lang="en-US" sz="2500">
                <a:solidFill>
                  <a:srgbClr val="FF3300"/>
                </a:solidFill>
                <a:latin typeface="Arial Narrow" pitchFamily="34" charset="0"/>
              </a:rPr>
              <a:t>SAFETY INSPECTION CHECKLIST</a:t>
            </a:r>
            <a:endParaRPr lang="en-US" sz="2500" b="0">
              <a:latin typeface="Arial Narrow" pitchFamily="34" charset="0"/>
            </a:endParaRPr>
          </a:p>
        </p:txBody>
      </p:sp>
      <p:sp>
        <p:nvSpPr>
          <p:cNvPr id="47110" name="Text Box 8"/>
          <p:cNvSpPr txBox="1">
            <a:spLocks noChangeArrowheads="1"/>
          </p:cNvSpPr>
          <p:nvPr/>
        </p:nvSpPr>
        <p:spPr bwMode="auto">
          <a:xfrm>
            <a:off x="3068638" y="4564063"/>
            <a:ext cx="4157662" cy="454025"/>
          </a:xfrm>
          <a:prstGeom prst="rect">
            <a:avLst/>
          </a:prstGeom>
          <a:solidFill>
            <a:srgbClr val="CCECFF"/>
          </a:solidFill>
          <a:ln w="9525">
            <a:noFill/>
            <a:miter lim="800000"/>
            <a:headEnd/>
            <a:tailEnd/>
          </a:ln>
        </p:spPr>
        <p:txBody>
          <a:bodyPr wrap="none" lIns="71713" tIns="35858" rIns="71713" bIns="35858">
            <a:spAutoFit/>
          </a:bodyPr>
          <a:lstStyle/>
          <a:p>
            <a:pPr defTabSz="938213" eaLnBrk="0" hangingPunct="0"/>
            <a:r>
              <a:rPr lang="en-US" sz="2500">
                <a:solidFill>
                  <a:srgbClr val="FF3300"/>
                </a:solidFill>
                <a:latin typeface="Arial Narrow" pitchFamily="34" charset="0"/>
              </a:rPr>
              <a:t>SAFETY PROGRAM CHECKLIST</a:t>
            </a:r>
            <a:endParaRPr lang="en-US" sz="2500" b="0">
              <a:latin typeface="Arial Narrow" pitchFamily="34" charset="0"/>
            </a:endParaRPr>
          </a:p>
        </p:txBody>
      </p:sp>
      <p:sp>
        <p:nvSpPr>
          <p:cNvPr id="47111" name="Line 9"/>
          <p:cNvSpPr>
            <a:spLocks noChangeShapeType="1"/>
          </p:cNvSpPr>
          <p:nvPr/>
        </p:nvSpPr>
        <p:spPr bwMode="auto">
          <a:xfrm flipH="1">
            <a:off x="2308225" y="2890838"/>
            <a:ext cx="76041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</p:spPr>
        <p:txBody>
          <a:bodyPr wrap="none" lIns="69973" tIns="34987" rIns="69973" bIns="34987">
            <a:spAutoFit/>
          </a:bodyPr>
          <a:lstStyle/>
          <a:p>
            <a:endParaRPr lang="en-US"/>
          </a:p>
        </p:txBody>
      </p:sp>
      <p:sp>
        <p:nvSpPr>
          <p:cNvPr id="47112" name="Line 10"/>
          <p:cNvSpPr>
            <a:spLocks noChangeShapeType="1"/>
          </p:cNvSpPr>
          <p:nvPr/>
        </p:nvSpPr>
        <p:spPr bwMode="auto">
          <a:xfrm>
            <a:off x="2308225" y="2890838"/>
            <a:ext cx="0" cy="1905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</p:spPr>
        <p:txBody>
          <a:bodyPr wrap="none" lIns="69973" tIns="34987" rIns="69973" bIns="34987">
            <a:spAutoFit/>
          </a:bodyPr>
          <a:lstStyle/>
          <a:p>
            <a:endParaRPr lang="en-US"/>
          </a:p>
        </p:txBody>
      </p:sp>
      <p:sp>
        <p:nvSpPr>
          <p:cNvPr id="47113" name="Line 11"/>
          <p:cNvSpPr>
            <a:spLocks noChangeShapeType="1"/>
          </p:cNvSpPr>
          <p:nvPr/>
        </p:nvSpPr>
        <p:spPr bwMode="auto">
          <a:xfrm>
            <a:off x="2308225" y="4795838"/>
            <a:ext cx="76041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lIns="69973" tIns="34987" rIns="69973" bIns="34987">
            <a:spAutoFit/>
          </a:bodyPr>
          <a:lstStyle/>
          <a:p>
            <a:endParaRPr lang="en-US"/>
          </a:p>
        </p:txBody>
      </p:sp>
      <p:sp>
        <p:nvSpPr>
          <p:cNvPr id="47114" name="Line 12"/>
          <p:cNvSpPr>
            <a:spLocks noChangeShapeType="1"/>
          </p:cNvSpPr>
          <p:nvPr/>
        </p:nvSpPr>
        <p:spPr bwMode="auto">
          <a:xfrm>
            <a:off x="2308225" y="3803650"/>
            <a:ext cx="76041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lIns="69973" tIns="34987" rIns="69973" bIns="34987">
            <a:spAutoFit/>
          </a:bodyPr>
          <a:lstStyle/>
          <a:p>
            <a:endParaRPr lang="en-US"/>
          </a:p>
        </p:txBody>
      </p:sp>
      <p:sp>
        <p:nvSpPr>
          <p:cNvPr id="47115" name="Rectangle 13"/>
          <p:cNvSpPr>
            <a:spLocks noChangeArrowheads="1"/>
          </p:cNvSpPr>
          <p:nvPr/>
        </p:nvSpPr>
        <p:spPr bwMode="auto">
          <a:xfrm>
            <a:off x="1330325" y="476250"/>
            <a:ext cx="7294563" cy="1654175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3372" tIns="51687" rIns="103372" bIns="51687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230414" name="Text Box 14"/>
          <p:cNvSpPr txBox="1">
            <a:spLocks noChangeArrowheads="1"/>
          </p:cNvSpPr>
          <p:nvPr/>
        </p:nvSpPr>
        <p:spPr bwMode="auto">
          <a:xfrm>
            <a:off x="3046413" y="911225"/>
            <a:ext cx="3973512" cy="784225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</p:spPr>
        <p:txBody>
          <a:bodyPr wrap="none" lIns="103372" tIns="51687" rIns="103372" bIns="51687" anchor="ctr"/>
          <a:lstStyle/>
          <a:p>
            <a:pPr defTabSz="938213" eaLnBrk="0" hangingPunct="0">
              <a:defRPr/>
            </a:pPr>
            <a:r>
              <a:rPr lang="en-US" sz="4600">
                <a:solidFill>
                  <a:schemeClr val="bg1"/>
                </a:solidFill>
                <a:latin typeface="Arial Narrow" pitchFamily="34" charset="0"/>
              </a:rPr>
              <a:t>Work In Progress</a:t>
            </a:r>
          </a:p>
        </p:txBody>
      </p:sp>
      <p:grpSp>
        <p:nvGrpSpPr>
          <p:cNvPr id="47117" name="Group 15"/>
          <p:cNvGrpSpPr>
            <a:grpSpLocks/>
          </p:cNvGrpSpPr>
          <p:nvPr/>
        </p:nvGrpSpPr>
        <p:grpSpPr bwMode="auto">
          <a:xfrm>
            <a:off x="1525588" y="717550"/>
            <a:ext cx="1236662" cy="1173163"/>
            <a:chOff x="2492" y="3139"/>
            <a:chExt cx="331" cy="295"/>
          </a:xfrm>
        </p:grpSpPr>
        <p:sp>
          <p:nvSpPr>
            <p:cNvPr id="47118" name="Freeform 16"/>
            <p:cNvSpPr>
              <a:spLocks/>
            </p:cNvSpPr>
            <p:nvPr/>
          </p:nvSpPr>
          <p:spPr bwMode="auto">
            <a:xfrm>
              <a:off x="2514" y="3139"/>
              <a:ext cx="285" cy="295"/>
            </a:xfrm>
            <a:custGeom>
              <a:avLst/>
              <a:gdLst>
                <a:gd name="T0" fmla="*/ 227 w 285"/>
                <a:gd name="T1" fmla="*/ 295 h 295"/>
                <a:gd name="T2" fmla="*/ 238 w 285"/>
                <a:gd name="T3" fmla="*/ 295 h 295"/>
                <a:gd name="T4" fmla="*/ 247 w 285"/>
                <a:gd name="T5" fmla="*/ 292 h 295"/>
                <a:gd name="T6" fmla="*/ 254 w 285"/>
                <a:gd name="T7" fmla="*/ 289 h 295"/>
                <a:gd name="T8" fmla="*/ 262 w 285"/>
                <a:gd name="T9" fmla="*/ 284 h 295"/>
                <a:gd name="T10" fmla="*/ 268 w 285"/>
                <a:gd name="T11" fmla="*/ 278 h 295"/>
                <a:gd name="T12" fmla="*/ 274 w 285"/>
                <a:gd name="T13" fmla="*/ 272 h 295"/>
                <a:gd name="T14" fmla="*/ 279 w 285"/>
                <a:gd name="T15" fmla="*/ 263 h 295"/>
                <a:gd name="T16" fmla="*/ 282 w 285"/>
                <a:gd name="T17" fmla="*/ 255 h 295"/>
                <a:gd name="T18" fmla="*/ 285 w 285"/>
                <a:gd name="T19" fmla="*/ 246 h 295"/>
                <a:gd name="T20" fmla="*/ 285 w 285"/>
                <a:gd name="T21" fmla="*/ 236 h 295"/>
                <a:gd name="T22" fmla="*/ 285 w 285"/>
                <a:gd name="T23" fmla="*/ 58 h 295"/>
                <a:gd name="T24" fmla="*/ 285 w 285"/>
                <a:gd name="T25" fmla="*/ 49 h 295"/>
                <a:gd name="T26" fmla="*/ 282 w 285"/>
                <a:gd name="T27" fmla="*/ 40 h 295"/>
                <a:gd name="T28" fmla="*/ 279 w 285"/>
                <a:gd name="T29" fmla="*/ 32 h 295"/>
                <a:gd name="T30" fmla="*/ 274 w 285"/>
                <a:gd name="T31" fmla="*/ 23 h 295"/>
                <a:gd name="T32" fmla="*/ 268 w 285"/>
                <a:gd name="T33" fmla="*/ 17 h 295"/>
                <a:gd name="T34" fmla="*/ 262 w 285"/>
                <a:gd name="T35" fmla="*/ 11 h 295"/>
                <a:gd name="T36" fmla="*/ 254 w 285"/>
                <a:gd name="T37" fmla="*/ 6 h 295"/>
                <a:gd name="T38" fmla="*/ 247 w 285"/>
                <a:gd name="T39" fmla="*/ 3 h 295"/>
                <a:gd name="T40" fmla="*/ 238 w 285"/>
                <a:gd name="T41" fmla="*/ 0 h 295"/>
                <a:gd name="T42" fmla="*/ 227 w 285"/>
                <a:gd name="T43" fmla="*/ 0 h 295"/>
                <a:gd name="T44" fmla="*/ 57 w 285"/>
                <a:gd name="T45" fmla="*/ 0 h 295"/>
                <a:gd name="T46" fmla="*/ 48 w 285"/>
                <a:gd name="T47" fmla="*/ 0 h 295"/>
                <a:gd name="T48" fmla="*/ 39 w 285"/>
                <a:gd name="T49" fmla="*/ 3 h 295"/>
                <a:gd name="T50" fmla="*/ 31 w 285"/>
                <a:gd name="T51" fmla="*/ 6 h 295"/>
                <a:gd name="T52" fmla="*/ 23 w 285"/>
                <a:gd name="T53" fmla="*/ 11 h 295"/>
                <a:gd name="T54" fmla="*/ 17 w 285"/>
                <a:gd name="T55" fmla="*/ 17 h 295"/>
                <a:gd name="T56" fmla="*/ 11 w 285"/>
                <a:gd name="T57" fmla="*/ 23 h 295"/>
                <a:gd name="T58" fmla="*/ 6 w 285"/>
                <a:gd name="T59" fmla="*/ 32 h 295"/>
                <a:gd name="T60" fmla="*/ 3 w 285"/>
                <a:gd name="T61" fmla="*/ 40 h 295"/>
                <a:gd name="T62" fmla="*/ 1 w 285"/>
                <a:gd name="T63" fmla="*/ 49 h 295"/>
                <a:gd name="T64" fmla="*/ 0 w 285"/>
                <a:gd name="T65" fmla="*/ 58 h 295"/>
                <a:gd name="T66" fmla="*/ 0 w 285"/>
                <a:gd name="T67" fmla="*/ 236 h 295"/>
                <a:gd name="T68" fmla="*/ 1 w 285"/>
                <a:gd name="T69" fmla="*/ 246 h 295"/>
                <a:gd name="T70" fmla="*/ 3 w 285"/>
                <a:gd name="T71" fmla="*/ 255 h 295"/>
                <a:gd name="T72" fmla="*/ 6 w 285"/>
                <a:gd name="T73" fmla="*/ 263 h 295"/>
                <a:gd name="T74" fmla="*/ 11 w 285"/>
                <a:gd name="T75" fmla="*/ 272 h 295"/>
                <a:gd name="T76" fmla="*/ 17 w 285"/>
                <a:gd name="T77" fmla="*/ 278 h 295"/>
                <a:gd name="T78" fmla="*/ 23 w 285"/>
                <a:gd name="T79" fmla="*/ 284 h 295"/>
                <a:gd name="T80" fmla="*/ 31 w 285"/>
                <a:gd name="T81" fmla="*/ 289 h 295"/>
                <a:gd name="T82" fmla="*/ 39 w 285"/>
                <a:gd name="T83" fmla="*/ 292 h 295"/>
                <a:gd name="T84" fmla="*/ 48 w 285"/>
                <a:gd name="T85" fmla="*/ 295 h 295"/>
                <a:gd name="T86" fmla="*/ 57 w 285"/>
                <a:gd name="T87" fmla="*/ 295 h 295"/>
                <a:gd name="T88" fmla="*/ 227 w 285"/>
                <a:gd name="T89" fmla="*/ 295 h 295"/>
                <a:gd name="T90" fmla="*/ 227 w 285"/>
                <a:gd name="T91" fmla="*/ 295 h 2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295"/>
                <a:gd name="T140" fmla="*/ 285 w 285"/>
                <a:gd name="T141" fmla="*/ 295 h 29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295">
                  <a:moveTo>
                    <a:pt x="227" y="295"/>
                  </a:moveTo>
                  <a:lnTo>
                    <a:pt x="238" y="295"/>
                  </a:lnTo>
                  <a:lnTo>
                    <a:pt x="247" y="292"/>
                  </a:lnTo>
                  <a:lnTo>
                    <a:pt x="254" y="289"/>
                  </a:lnTo>
                  <a:lnTo>
                    <a:pt x="262" y="284"/>
                  </a:lnTo>
                  <a:lnTo>
                    <a:pt x="268" y="278"/>
                  </a:lnTo>
                  <a:lnTo>
                    <a:pt x="274" y="272"/>
                  </a:lnTo>
                  <a:lnTo>
                    <a:pt x="279" y="263"/>
                  </a:lnTo>
                  <a:lnTo>
                    <a:pt x="282" y="255"/>
                  </a:lnTo>
                  <a:lnTo>
                    <a:pt x="285" y="246"/>
                  </a:lnTo>
                  <a:lnTo>
                    <a:pt x="285" y="236"/>
                  </a:lnTo>
                  <a:lnTo>
                    <a:pt x="285" y="58"/>
                  </a:lnTo>
                  <a:lnTo>
                    <a:pt x="285" y="49"/>
                  </a:lnTo>
                  <a:lnTo>
                    <a:pt x="282" y="40"/>
                  </a:lnTo>
                  <a:lnTo>
                    <a:pt x="279" y="32"/>
                  </a:lnTo>
                  <a:lnTo>
                    <a:pt x="274" y="23"/>
                  </a:lnTo>
                  <a:lnTo>
                    <a:pt x="268" y="17"/>
                  </a:lnTo>
                  <a:lnTo>
                    <a:pt x="262" y="11"/>
                  </a:lnTo>
                  <a:lnTo>
                    <a:pt x="254" y="6"/>
                  </a:lnTo>
                  <a:lnTo>
                    <a:pt x="247" y="3"/>
                  </a:lnTo>
                  <a:lnTo>
                    <a:pt x="238" y="0"/>
                  </a:lnTo>
                  <a:lnTo>
                    <a:pt x="227" y="0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39" y="3"/>
                  </a:lnTo>
                  <a:lnTo>
                    <a:pt x="31" y="6"/>
                  </a:lnTo>
                  <a:lnTo>
                    <a:pt x="23" y="11"/>
                  </a:lnTo>
                  <a:lnTo>
                    <a:pt x="17" y="17"/>
                  </a:lnTo>
                  <a:lnTo>
                    <a:pt x="11" y="23"/>
                  </a:lnTo>
                  <a:lnTo>
                    <a:pt x="6" y="32"/>
                  </a:lnTo>
                  <a:lnTo>
                    <a:pt x="3" y="40"/>
                  </a:lnTo>
                  <a:lnTo>
                    <a:pt x="1" y="49"/>
                  </a:lnTo>
                  <a:lnTo>
                    <a:pt x="0" y="58"/>
                  </a:lnTo>
                  <a:lnTo>
                    <a:pt x="0" y="236"/>
                  </a:lnTo>
                  <a:lnTo>
                    <a:pt x="1" y="246"/>
                  </a:lnTo>
                  <a:lnTo>
                    <a:pt x="3" y="255"/>
                  </a:lnTo>
                  <a:lnTo>
                    <a:pt x="6" y="263"/>
                  </a:lnTo>
                  <a:lnTo>
                    <a:pt x="11" y="272"/>
                  </a:lnTo>
                  <a:lnTo>
                    <a:pt x="17" y="278"/>
                  </a:lnTo>
                  <a:lnTo>
                    <a:pt x="23" y="284"/>
                  </a:lnTo>
                  <a:lnTo>
                    <a:pt x="31" y="289"/>
                  </a:lnTo>
                  <a:lnTo>
                    <a:pt x="39" y="292"/>
                  </a:lnTo>
                  <a:lnTo>
                    <a:pt x="48" y="295"/>
                  </a:lnTo>
                  <a:lnTo>
                    <a:pt x="57" y="295"/>
                  </a:lnTo>
                  <a:lnTo>
                    <a:pt x="227" y="2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7119" name="Freeform 17"/>
            <p:cNvSpPr>
              <a:spLocks/>
            </p:cNvSpPr>
            <p:nvPr/>
          </p:nvSpPr>
          <p:spPr bwMode="auto">
            <a:xfrm>
              <a:off x="2492" y="3152"/>
              <a:ext cx="178" cy="185"/>
            </a:xfrm>
            <a:custGeom>
              <a:avLst/>
              <a:gdLst>
                <a:gd name="T0" fmla="*/ 156 w 178"/>
                <a:gd name="T1" fmla="*/ 103 h 185"/>
                <a:gd name="T2" fmla="*/ 156 w 178"/>
                <a:gd name="T3" fmla="*/ 100 h 185"/>
                <a:gd name="T4" fmla="*/ 156 w 178"/>
                <a:gd name="T5" fmla="*/ 97 h 185"/>
                <a:gd name="T6" fmla="*/ 156 w 178"/>
                <a:gd name="T7" fmla="*/ 94 h 185"/>
                <a:gd name="T8" fmla="*/ 156 w 178"/>
                <a:gd name="T9" fmla="*/ 91 h 185"/>
                <a:gd name="T10" fmla="*/ 156 w 178"/>
                <a:gd name="T11" fmla="*/ 88 h 185"/>
                <a:gd name="T12" fmla="*/ 156 w 178"/>
                <a:gd name="T13" fmla="*/ 85 h 185"/>
                <a:gd name="T14" fmla="*/ 178 w 178"/>
                <a:gd name="T15" fmla="*/ 76 h 185"/>
                <a:gd name="T16" fmla="*/ 148 w 178"/>
                <a:gd name="T17" fmla="*/ 58 h 185"/>
                <a:gd name="T18" fmla="*/ 145 w 178"/>
                <a:gd name="T19" fmla="*/ 54 h 185"/>
                <a:gd name="T20" fmla="*/ 141 w 178"/>
                <a:gd name="T21" fmla="*/ 49 h 185"/>
                <a:gd name="T22" fmla="*/ 137 w 178"/>
                <a:gd name="T23" fmla="*/ 44 h 185"/>
                <a:gd name="T24" fmla="*/ 119 w 178"/>
                <a:gd name="T25" fmla="*/ 30 h 185"/>
                <a:gd name="T26" fmla="*/ 114 w 178"/>
                <a:gd name="T27" fmla="*/ 28 h 185"/>
                <a:gd name="T28" fmla="*/ 108 w 178"/>
                <a:gd name="T29" fmla="*/ 26 h 185"/>
                <a:gd name="T30" fmla="*/ 103 w 178"/>
                <a:gd name="T31" fmla="*/ 24 h 185"/>
                <a:gd name="T32" fmla="*/ 77 w 178"/>
                <a:gd name="T33" fmla="*/ 0 h 185"/>
                <a:gd name="T34" fmla="*/ 74 w 178"/>
                <a:gd name="T35" fmla="*/ 25 h 185"/>
                <a:gd name="T36" fmla="*/ 69 w 178"/>
                <a:gd name="T37" fmla="*/ 26 h 185"/>
                <a:gd name="T38" fmla="*/ 63 w 178"/>
                <a:gd name="T39" fmla="*/ 28 h 185"/>
                <a:gd name="T40" fmla="*/ 46 w 178"/>
                <a:gd name="T41" fmla="*/ 11 h 185"/>
                <a:gd name="T42" fmla="*/ 39 w 178"/>
                <a:gd name="T43" fmla="*/ 46 h 185"/>
                <a:gd name="T44" fmla="*/ 36 w 178"/>
                <a:gd name="T45" fmla="*/ 51 h 185"/>
                <a:gd name="T46" fmla="*/ 32 w 178"/>
                <a:gd name="T47" fmla="*/ 55 h 185"/>
                <a:gd name="T48" fmla="*/ 30 w 178"/>
                <a:gd name="T49" fmla="*/ 60 h 185"/>
                <a:gd name="T50" fmla="*/ 23 w 178"/>
                <a:gd name="T51" fmla="*/ 83 h 185"/>
                <a:gd name="T52" fmla="*/ 23 w 178"/>
                <a:gd name="T53" fmla="*/ 87 h 185"/>
                <a:gd name="T54" fmla="*/ 22 w 178"/>
                <a:gd name="T55" fmla="*/ 89 h 185"/>
                <a:gd name="T56" fmla="*/ 22 w 178"/>
                <a:gd name="T57" fmla="*/ 92 h 185"/>
                <a:gd name="T58" fmla="*/ 22 w 178"/>
                <a:gd name="T59" fmla="*/ 94 h 185"/>
                <a:gd name="T60" fmla="*/ 22 w 178"/>
                <a:gd name="T61" fmla="*/ 98 h 185"/>
                <a:gd name="T62" fmla="*/ 23 w 178"/>
                <a:gd name="T63" fmla="*/ 101 h 185"/>
                <a:gd name="T64" fmla="*/ 0 w 178"/>
                <a:gd name="T65" fmla="*/ 109 h 185"/>
                <a:gd name="T66" fmla="*/ 31 w 178"/>
                <a:gd name="T67" fmla="*/ 128 h 185"/>
                <a:gd name="T68" fmla="*/ 35 w 178"/>
                <a:gd name="T69" fmla="*/ 132 h 185"/>
                <a:gd name="T70" fmla="*/ 37 w 178"/>
                <a:gd name="T71" fmla="*/ 137 h 185"/>
                <a:gd name="T72" fmla="*/ 41 w 178"/>
                <a:gd name="T73" fmla="*/ 141 h 185"/>
                <a:gd name="T74" fmla="*/ 60 w 178"/>
                <a:gd name="T75" fmla="*/ 155 h 185"/>
                <a:gd name="T76" fmla="*/ 64 w 178"/>
                <a:gd name="T77" fmla="*/ 159 h 185"/>
                <a:gd name="T78" fmla="*/ 71 w 178"/>
                <a:gd name="T79" fmla="*/ 160 h 185"/>
                <a:gd name="T80" fmla="*/ 75 w 178"/>
                <a:gd name="T81" fmla="*/ 162 h 185"/>
                <a:gd name="T82" fmla="*/ 101 w 178"/>
                <a:gd name="T83" fmla="*/ 185 h 185"/>
                <a:gd name="T84" fmla="*/ 105 w 178"/>
                <a:gd name="T85" fmla="*/ 161 h 185"/>
                <a:gd name="T86" fmla="*/ 110 w 178"/>
                <a:gd name="T87" fmla="*/ 160 h 185"/>
                <a:gd name="T88" fmla="*/ 115 w 178"/>
                <a:gd name="T89" fmla="*/ 157 h 185"/>
                <a:gd name="T90" fmla="*/ 133 w 178"/>
                <a:gd name="T91" fmla="*/ 175 h 185"/>
                <a:gd name="T92" fmla="*/ 139 w 178"/>
                <a:gd name="T93" fmla="*/ 139 h 185"/>
                <a:gd name="T94" fmla="*/ 142 w 178"/>
                <a:gd name="T95" fmla="*/ 135 h 185"/>
                <a:gd name="T96" fmla="*/ 146 w 178"/>
                <a:gd name="T97" fmla="*/ 131 h 185"/>
                <a:gd name="T98" fmla="*/ 148 w 178"/>
                <a:gd name="T99" fmla="*/ 127 h 1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8"/>
                <a:gd name="T151" fmla="*/ 0 h 185"/>
                <a:gd name="T152" fmla="*/ 178 w 178"/>
                <a:gd name="T153" fmla="*/ 185 h 18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8" h="185">
                  <a:moveTo>
                    <a:pt x="170" y="133"/>
                  </a:moveTo>
                  <a:lnTo>
                    <a:pt x="178" y="109"/>
                  </a:lnTo>
                  <a:lnTo>
                    <a:pt x="156" y="103"/>
                  </a:lnTo>
                  <a:lnTo>
                    <a:pt x="156" y="101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6" y="97"/>
                  </a:lnTo>
                  <a:lnTo>
                    <a:pt x="156" y="96"/>
                  </a:lnTo>
                  <a:lnTo>
                    <a:pt x="156" y="94"/>
                  </a:lnTo>
                  <a:lnTo>
                    <a:pt x="156" y="92"/>
                  </a:lnTo>
                  <a:lnTo>
                    <a:pt x="156" y="91"/>
                  </a:lnTo>
                  <a:lnTo>
                    <a:pt x="156" y="90"/>
                  </a:lnTo>
                  <a:lnTo>
                    <a:pt x="156" y="89"/>
                  </a:lnTo>
                  <a:lnTo>
                    <a:pt x="156" y="88"/>
                  </a:lnTo>
                  <a:lnTo>
                    <a:pt x="156" y="87"/>
                  </a:lnTo>
                  <a:lnTo>
                    <a:pt x="156" y="85"/>
                  </a:lnTo>
                  <a:lnTo>
                    <a:pt x="156" y="83"/>
                  </a:lnTo>
                  <a:lnTo>
                    <a:pt x="178" y="76"/>
                  </a:lnTo>
                  <a:lnTo>
                    <a:pt x="170" y="53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7" y="57"/>
                  </a:lnTo>
                  <a:lnTo>
                    <a:pt x="146" y="55"/>
                  </a:lnTo>
                  <a:lnTo>
                    <a:pt x="145" y="54"/>
                  </a:lnTo>
                  <a:lnTo>
                    <a:pt x="144" y="52"/>
                  </a:lnTo>
                  <a:lnTo>
                    <a:pt x="142" y="51"/>
                  </a:lnTo>
                  <a:lnTo>
                    <a:pt x="141" y="49"/>
                  </a:lnTo>
                  <a:lnTo>
                    <a:pt x="140" y="47"/>
                  </a:lnTo>
                  <a:lnTo>
                    <a:pt x="139" y="46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33" y="11"/>
                  </a:lnTo>
                  <a:lnTo>
                    <a:pt x="119" y="30"/>
                  </a:lnTo>
                  <a:lnTo>
                    <a:pt x="117" y="29"/>
                  </a:lnTo>
                  <a:lnTo>
                    <a:pt x="115" y="28"/>
                  </a:lnTo>
                  <a:lnTo>
                    <a:pt x="114" y="28"/>
                  </a:lnTo>
                  <a:lnTo>
                    <a:pt x="111" y="27"/>
                  </a:lnTo>
                  <a:lnTo>
                    <a:pt x="110" y="26"/>
                  </a:lnTo>
                  <a:lnTo>
                    <a:pt x="108" y="26"/>
                  </a:lnTo>
                  <a:lnTo>
                    <a:pt x="107" y="25"/>
                  </a:lnTo>
                  <a:lnTo>
                    <a:pt x="105" y="25"/>
                  </a:lnTo>
                  <a:lnTo>
                    <a:pt x="103" y="24"/>
                  </a:lnTo>
                  <a:lnTo>
                    <a:pt x="101" y="24"/>
                  </a:lnTo>
                  <a:lnTo>
                    <a:pt x="101" y="0"/>
                  </a:lnTo>
                  <a:lnTo>
                    <a:pt x="77" y="0"/>
                  </a:lnTo>
                  <a:lnTo>
                    <a:pt x="77" y="24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2" y="25"/>
                  </a:lnTo>
                  <a:lnTo>
                    <a:pt x="71" y="26"/>
                  </a:lnTo>
                  <a:lnTo>
                    <a:pt x="69" y="26"/>
                  </a:lnTo>
                  <a:lnTo>
                    <a:pt x="67" y="27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46" y="11"/>
                  </a:lnTo>
                  <a:lnTo>
                    <a:pt x="27" y="25"/>
                  </a:lnTo>
                  <a:lnTo>
                    <a:pt x="41" y="44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1"/>
                  </a:lnTo>
                  <a:lnTo>
                    <a:pt x="35" y="52"/>
                  </a:lnTo>
                  <a:lnTo>
                    <a:pt x="35" y="54"/>
                  </a:lnTo>
                  <a:lnTo>
                    <a:pt x="32" y="55"/>
                  </a:lnTo>
                  <a:lnTo>
                    <a:pt x="31" y="57"/>
                  </a:lnTo>
                  <a:lnTo>
                    <a:pt x="31" y="58"/>
                  </a:lnTo>
                  <a:lnTo>
                    <a:pt x="30" y="60"/>
                  </a:lnTo>
                  <a:lnTo>
                    <a:pt x="9" y="53"/>
                  </a:lnTo>
                  <a:lnTo>
                    <a:pt x="0" y="76"/>
                  </a:lnTo>
                  <a:lnTo>
                    <a:pt x="23" y="83"/>
                  </a:lnTo>
                  <a:lnTo>
                    <a:pt x="23" y="85"/>
                  </a:lnTo>
                  <a:lnTo>
                    <a:pt x="23" y="87"/>
                  </a:lnTo>
                  <a:lnTo>
                    <a:pt x="22" y="87"/>
                  </a:lnTo>
                  <a:lnTo>
                    <a:pt x="22" y="88"/>
                  </a:lnTo>
                  <a:lnTo>
                    <a:pt x="22" y="89"/>
                  </a:lnTo>
                  <a:lnTo>
                    <a:pt x="22" y="90"/>
                  </a:lnTo>
                  <a:lnTo>
                    <a:pt x="22" y="91"/>
                  </a:lnTo>
                  <a:lnTo>
                    <a:pt x="22" y="92"/>
                  </a:lnTo>
                  <a:lnTo>
                    <a:pt x="22" y="94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2" y="98"/>
                  </a:lnTo>
                  <a:lnTo>
                    <a:pt x="22" y="99"/>
                  </a:lnTo>
                  <a:lnTo>
                    <a:pt x="23" y="100"/>
                  </a:lnTo>
                  <a:lnTo>
                    <a:pt x="23" y="101"/>
                  </a:lnTo>
                  <a:lnTo>
                    <a:pt x="23" y="103"/>
                  </a:lnTo>
                  <a:lnTo>
                    <a:pt x="0" y="109"/>
                  </a:lnTo>
                  <a:lnTo>
                    <a:pt x="9" y="133"/>
                  </a:lnTo>
                  <a:lnTo>
                    <a:pt x="30" y="127"/>
                  </a:lnTo>
                  <a:lnTo>
                    <a:pt x="31" y="128"/>
                  </a:lnTo>
                  <a:lnTo>
                    <a:pt x="31" y="129"/>
                  </a:lnTo>
                  <a:lnTo>
                    <a:pt x="32" y="131"/>
                  </a:lnTo>
                  <a:lnTo>
                    <a:pt x="35" y="132"/>
                  </a:lnTo>
                  <a:lnTo>
                    <a:pt x="35" y="134"/>
                  </a:lnTo>
                  <a:lnTo>
                    <a:pt x="36" y="135"/>
                  </a:lnTo>
                  <a:lnTo>
                    <a:pt x="37" y="137"/>
                  </a:lnTo>
                  <a:lnTo>
                    <a:pt x="38" y="138"/>
                  </a:lnTo>
                  <a:lnTo>
                    <a:pt x="39" y="139"/>
                  </a:lnTo>
                  <a:lnTo>
                    <a:pt x="41" y="141"/>
                  </a:lnTo>
                  <a:lnTo>
                    <a:pt x="27" y="161"/>
                  </a:lnTo>
                  <a:lnTo>
                    <a:pt x="46" y="175"/>
                  </a:lnTo>
                  <a:lnTo>
                    <a:pt x="60" y="155"/>
                  </a:lnTo>
                  <a:lnTo>
                    <a:pt x="61" y="156"/>
                  </a:lnTo>
                  <a:lnTo>
                    <a:pt x="63" y="157"/>
                  </a:lnTo>
                  <a:lnTo>
                    <a:pt x="64" y="159"/>
                  </a:lnTo>
                  <a:lnTo>
                    <a:pt x="67" y="159"/>
                  </a:lnTo>
                  <a:lnTo>
                    <a:pt x="69" y="160"/>
                  </a:lnTo>
                  <a:lnTo>
                    <a:pt x="71" y="160"/>
                  </a:lnTo>
                  <a:lnTo>
                    <a:pt x="72" y="160"/>
                  </a:lnTo>
                  <a:lnTo>
                    <a:pt x="74" y="161"/>
                  </a:lnTo>
                  <a:lnTo>
                    <a:pt x="75" y="162"/>
                  </a:lnTo>
                  <a:lnTo>
                    <a:pt x="77" y="162"/>
                  </a:lnTo>
                  <a:lnTo>
                    <a:pt x="77" y="185"/>
                  </a:lnTo>
                  <a:lnTo>
                    <a:pt x="101" y="185"/>
                  </a:lnTo>
                  <a:lnTo>
                    <a:pt x="101" y="162"/>
                  </a:lnTo>
                  <a:lnTo>
                    <a:pt x="103" y="162"/>
                  </a:lnTo>
                  <a:lnTo>
                    <a:pt x="105" y="161"/>
                  </a:lnTo>
                  <a:lnTo>
                    <a:pt x="107" y="160"/>
                  </a:lnTo>
                  <a:lnTo>
                    <a:pt x="108" y="160"/>
                  </a:lnTo>
                  <a:lnTo>
                    <a:pt x="110" y="160"/>
                  </a:lnTo>
                  <a:lnTo>
                    <a:pt x="111" y="159"/>
                  </a:lnTo>
                  <a:lnTo>
                    <a:pt x="114" y="157"/>
                  </a:lnTo>
                  <a:lnTo>
                    <a:pt x="115" y="157"/>
                  </a:lnTo>
                  <a:lnTo>
                    <a:pt x="117" y="156"/>
                  </a:lnTo>
                  <a:lnTo>
                    <a:pt x="119" y="155"/>
                  </a:lnTo>
                  <a:lnTo>
                    <a:pt x="133" y="175"/>
                  </a:lnTo>
                  <a:lnTo>
                    <a:pt x="151" y="161"/>
                  </a:lnTo>
                  <a:lnTo>
                    <a:pt x="137" y="141"/>
                  </a:lnTo>
                  <a:lnTo>
                    <a:pt x="139" y="139"/>
                  </a:lnTo>
                  <a:lnTo>
                    <a:pt x="140" y="138"/>
                  </a:lnTo>
                  <a:lnTo>
                    <a:pt x="141" y="137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5" y="132"/>
                  </a:lnTo>
                  <a:lnTo>
                    <a:pt x="146" y="131"/>
                  </a:lnTo>
                  <a:lnTo>
                    <a:pt x="147" y="129"/>
                  </a:lnTo>
                  <a:lnTo>
                    <a:pt x="148" y="128"/>
                  </a:lnTo>
                  <a:lnTo>
                    <a:pt x="148" y="127"/>
                  </a:lnTo>
                  <a:lnTo>
                    <a:pt x="170" y="1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7120" name="Freeform 18"/>
            <p:cNvSpPr>
              <a:spLocks/>
            </p:cNvSpPr>
            <p:nvPr/>
          </p:nvSpPr>
          <p:spPr bwMode="auto">
            <a:xfrm>
              <a:off x="2645" y="3234"/>
              <a:ext cx="178" cy="184"/>
            </a:xfrm>
            <a:custGeom>
              <a:avLst/>
              <a:gdLst>
                <a:gd name="T0" fmla="*/ 156 w 178"/>
                <a:gd name="T1" fmla="*/ 102 h 184"/>
                <a:gd name="T2" fmla="*/ 156 w 178"/>
                <a:gd name="T3" fmla="*/ 99 h 184"/>
                <a:gd name="T4" fmla="*/ 156 w 178"/>
                <a:gd name="T5" fmla="*/ 96 h 184"/>
                <a:gd name="T6" fmla="*/ 156 w 178"/>
                <a:gd name="T7" fmla="*/ 94 h 184"/>
                <a:gd name="T8" fmla="*/ 156 w 178"/>
                <a:gd name="T9" fmla="*/ 90 h 184"/>
                <a:gd name="T10" fmla="*/ 156 w 178"/>
                <a:gd name="T11" fmla="*/ 87 h 184"/>
                <a:gd name="T12" fmla="*/ 156 w 178"/>
                <a:gd name="T13" fmla="*/ 84 h 184"/>
                <a:gd name="T14" fmla="*/ 178 w 178"/>
                <a:gd name="T15" fmla="*/ 75 h 184"/>
                <a:gd name="T16" fmla="*/ 148 w 178"/>
                <a:gd name="T17" fmla="*/ 58 h 184"/>
                <a:gd name="T18" fmla="*/ 144 w 178"/>
                <a:gd name="T19" fmla="*/ 53 h 184"/>
                <a:gd name="T20" fmla="*/ 141 w 178"/>
                <a:gd name="T21" fmla="*/ 48 h 184"/>
                <a:gd name="T22" fmla="*/ 137 w 178"/>
                <a:gd name="T23" fmla="*/ 45 h 184"/>
                <a:gd name="T24" fmla="*/ 119 w 178"/>
                <a:gd name="T25" fmla="*/ 30 h 184"/>
                <a:gd name="T26" fmla="*/ 113 w 178"/>
                <a:gd name="T27" fmla="*/ 27 h 184"/>
                <a:gd name="T28" fmla="*/ 108 w 178"/>
                <a:gd name="T29" fmla="*/ 25 h 184"/>
                <a:gd name="T30" fmla="*/ 103 w 178"/>
                <a:gd name="T31" fmla="*/ 23 h 184"/>
                <a:gd name="T32" fmla="*/ 77 w 178"/>
                <a:gd name="T33" fmla="*/ 0 h 184"/>
                <a:gd name="T34" fmla="*/ 74 w 178"/>
                <a:gd name="T35" fmla="*/ 24 h 184"/>
                <a:gd name="T36" fmla="*/ 69 w 178"/>
                <a:gd name="T37" fmla="*/ 25 h 184"/>
                <a:gd name="T38" fmla="*/ 63 w 178"/>
                <a:gd name="T39" fmla="*/ 27 h 184"/>
                <a:gd name="T40" fmla="*/ 46 w 178"/>
                <a:gd name="T41" fmla="*/ 10 h 184"/>
                <a:gd name="T42" fmla="*/ 39 w 178"/>
                <a:gd name="T43" fmla="*/ 46 h 184"/>
                <a:gd name="T44" fmla="*/ 35 w 178"/>
                <a:gd name="T45" fmla="*/ 50 h 184"/>
                <a:gd name="T46" fmla="*/ 32 w 178"/>
                <a:gd name="T47" fmla="*/ 54 h 184"/>
                <a:gd name="T48" fmla="*/ 30 w 178"/>
                <a:gd name="T49" fmla="*/ 59 h 184"/>
                <a:gd name="T50" fmla="*/ 23 w 178"/>
                <a:gd name="T51" fmla="*/ 82 h 184"/>
                <a:gd name="T52" fmla="*/ 23 w 178"/>
                <a:gd name="T53" fmla="*/ 86 h 184"/>
                <a:gd name="T54" fmla="*/ 22 w 178"/>
                <a:gd name="T55" fmla="*/ 88 h 184"/>
                <a:gd name="T56" fmla="*/ 22 w 178"/>
                <a:gd name="T57" fmla="*/ 92 h 184"/>
                <a:gd name="T58" fmla="*/ 22 w 178"/>
                <a:gd name="T59" fmla="*/ 95 h 184"/>
                <a:gd name="T60" fmla="*/ 22 w 178"/>
                <a:gd name="T61" fmla="*/ 97 h 184"/>
                <a:gd name="T62" fmla="*/ 23 w 178"/>
                <a:gd name="T63" fmla="*/ 100 h 184"/>
                <a:gd name="T64" fmla="*/ 0 w 178"/>
                <a:gd name="T65" fmla="*/ 109 h 184"/>
                <a:gd name="T66" fmla="*/ 31 w 178"/>
                <a:gd name="T67" fmla="*/ 127 h 184"/>
                <a:gd name="T68" fmla="*/ 34 w 178"/>
                <a:gd name="T69" fmla="*/ 132 h 184"/>
                <a:gd name="T70" fmla="*/ 36 w 178"/>
                <a:gd name="T71" fmla="*/ 136 h 184"/>
                <a:gd name="T72" fmla="*/ 41 w 178"/>
                <a:gd name="T73" fmla="*/ 141 h 184"/>
                <a:gd name="T74" fmla="*/ 60 w 178"/>
                <a:gd name="T75" fmla="*/ 155 h 184"/>
                <a:gd name="T76" fmla="*/ 64 w 178"/>
                <a:gd name="T77" fmla="*/ 158 h 184"/>
                <a:gd name="T78" fmla="*/ 71 w 178"/>
                <a:gd name="T79" fmla="*/ 159 h 184"/>
                <a:gd name="T80" fmla="*/ 75 w 178"/>
                <a:gd name="T81" fmla="*/ 161 h 184"/>
                <a:gd name="T82" fmla="*/ 101 w 178"/>
                <a:gd name="T83" fmla="*/ 184 h 184"/>
                <a:gd name="T84" fmla="*/ 105 w 178"/>
                <a:gd name="T85" fmla="*/ 160 h 184"/>
                <a:gd name="T86" fmla="*/ 110 w 178"/>
                <a:gd name="T87" fmla="*/ 159 h 184"/>
                <a:gd name="T88" fmla="*/ 115 w 178"/>
                <a:gd name="T89" fmla="*/ 157 h 184"/>
                <a:gd name="T90" fmla="*/ 133 w 178"/>
                <a:gd name="T91" fmla="*/ 174 h 184"/>
                <a:gd name="T92" fmla="*/ 139 w 178"/>
                <a:gd name="T93" fmla="*/ 140 h 184"/>
                <a:gd name="T94" fmla="*/ 142 w 178"/>
                <a:gd name="T95" fmla="*/ 134 h 184"/>
                <a:gd name="T96" fmla="*/ 145 w 178"/>
                <a:gd name="T97" fmla="*/ 130 h 184"/>
                <a:gd name="T98" fmla="*/ 148 w 178"/>
                <a:gd name="T99" fmla="*/ 126 h 18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8"/>
                <a:gd name="T151" fmla="*/ 0 h 184"/>
                <a:gd name="T152" fmla="*/ 178 w 178"/>
                <a:gd name="T153" fmla="*/ 184 h 18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8" h="184">
                  <a:moveTo>
                    <a:pt x="170" y="132"/>
                  </a:moveTo>
                  <a:lnTo>
                    <a:pt x="178" y="109"/>
                  </a:lnTo>
                  <a:lnTo>
                    <a:pt x="156" y="102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6" y="97"/>
                  </a:lnTo>
                  <a:lnTo>
                    <a:pt x="156" y="96"/>
                  </a:lnTo>
                  <a:lnTo>
                    <a:pt x="156" y="95"/>
                  </a:lnTo>
                  <a:lnTo>
                    <a:pt x="156" y="94"/>
                  </a:lnTo>
                  <a:lnTo>
                    <a:pt x="156" y="93"/>
                  </a:lnTo>
                  <a:lnTo>
                    <a:pt x="156" y="92"/>
                  </a:lnTo>
                  <a:lnTo>
                    <a:pt x="156" y="90"/>
                  </a:lnTo>
                  <a:lnTo>
                    <a:pt x="156" y="89"/>
                  </a:lnTo>
                  <a:lnTo>
                    <a:pt x="156" y="88"/>
                  </a:lnTo>
                  <a:lnTo>
                    <a:pt x="156" y="87"/>
                  </a:lnTo>
                  <a:lnTo>
                    <a:pt x="156" y="86"/>
                  </a:lnTo>
                  <a:lnTo>
                    <a:pt x="156" y="84"/>
                  </a:lnTo>
                  <a:lnTo>
                    <a:pt x="156" y="82"/>
                  </a:lnTo>
                  <a:lnTo>
                    <a:pt x="178" y="75"/>
                  </a:lnTo>
                  <a:lnTo>
                    <a:pt x="170" y="52"/>
                  </a:lnTo>
                  <a:lnTo>
                    <a:pt x="148" y="59"/>
                  </a:lnTo>
                  <a:lnTo>
                    <a:pt x="148" y="58"/>
                  </a:lnTo>
                  <a:lnTo>
                    <a:pt x="147" y="56"/>
                  </a:lnTo>
                  <a:lnTo>
                    <a:pt x="145" y="54"/>
                  </a:lnTo>
                  <a:lnTo>
                    <a:pt x="144" y="53"/>
                  </a:lnTo>
                  <a:lnTo>
                    <a:pt x="143" y="51"/>
                  </a:lnTo>
                  <a:lnTo>
                    <a:pt x="142" y="50"/>
                  </a:lnTo>
                  <a:lnTo>
                    <a:pt x="141" y="48"/>
                  </a:lnTo>
                  <a:lnTo>
                    <a:pt x="140" y="47"/>
                  </a:lnTo>
                  <a:lnTo>
                    <a:pt x="139" y="46"/>
                  </a:lnTo>
                  <a:lnTo>
                    <a:pt x="137" y="45"/>
                  </a:lnTo>
                  <a:lnTo>
                    <a:pt x="151" y="24"/>
                  </a:lnTo>
                  <a:lnTo>
                    <a:pt x="133" y="10"/>
                  </a:lnTo>
                  <a:lnTo>
                    <a:pt x="119" y="30"/>
                  </a:lnTo>
                  <a:lnTo>
                    <a:pt x="117" y="28"/>
                  </a:lnTo>
                  <a:lnTo>
                    <a:pt x="115" y="27"/>
                  </a:lnTo>
                  <a:lnTo>
                    <a:pt x="113" y="27"/>
                  </a:lnTo>
                  <a:lnTo>
                    <a:pt x="111" y="26"/>
                  </a:lnTo>
                  <a:lnTo>
                    <a:pt x="110" y="25"/>
                  </a:lnTo>
                  <a:lnTo>
                    <a:pt x="108" y="25"/>
                  </a:lnTo>
                  <a:lnTo>
                    <a:pt x="107" y="25"/>
                  </a:lnTo>
                  <a:lnTo>
                    <a:pt x="105" y="24"/>
                  </a:lnTo>
                  <a:lnTo>
                    <a:pt x="103" y="23"/>
                  </a:lnTo>
                  <a:lnTo>
                    <a:pt x="101" y="23"/>
                  </a:lnTo>
                  <a:lnTo>
                    <a:pt x="101" y="0"/>
                  </a:lnTo>
                  <a:lnTo>
                    <a:pt x="77" y="0"/>
                  </a:lnTo>
                  <a:lnTo>
                    <a:pt x="77" y="23"/>
                  </a:lnTo>
                  <a:lnTo>
                    <a:pt x="75" y="23"/>
                  </a:lnTo>
                  <a:lnTo>
                    <a:pt x="74" y="24"/>
                  </a:lnTo>
                  <a:lnTo>
                    <a:pt x="72" y="25"/>
                  </a:lnTo>
                  <a:lnTo>
                    <a:pt x="71" y="25"/>
                  </a:lnTo>
                  <a:lnTo>
                    <a:pt x="69" y="25"/>
                  </a:lnTo>
                  <a:lnTo>
                    <a:pt x="66" y="26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2" y="28"/>
                  </a:lnTo>
                  <a:lnTo>
                    <a:pt x="60" y="30"/>
                  </a:lnTo>
                  <a:lnTo>
                    <a:pt x="46" y="10"/>
                  </a:lnTo>
                  <a:lnTo>
                    <a:pt x="27" y="24"/>
                  </a:lnTo>
                  <a:lnTo>
                    <a:pt x="41" y="45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6" y="49"/>
                  </a:lnTo>
                  <a:lnTo>
                    <a:pt x="35" y="50"/>
                  </a:lnTo>
                  <a:lnTo>
                    <a:pt x="34" y="51"/>
                  </a:lnTo>
                  <a:lnTo>
                    <a:pt x="34" y="53"/>
                  </a:lnTo>
                  <a:lnTo>
                    <a:pt x="32" y="54"/>
                  </a:lnTo>
                  <a:lnTo>
                    <a:pt x="31" y="56"/>
                  </a:lnTo>
                  <a:lnTo>
                    <a:pt x="31" y="58"/>
                  </a:lnTo>
                  <a:lnTo>
                    <a:pt x="30" y="59"/>
                  </a:lnTo>
                  <a:lnTo>
                    <a:pt x="9" y="52"/>
                  </a:lnTo>
                  <a:lnTo>
                    <a:pt x="0" y="75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6"/>
                  </a:lnTo>
                  <a:lnTo>
                    <a:pt x="22" y="86"/>
                  </a:lnTo>
                  <a:lnTo>
                    <a:pt x="22" y="87"/>
                  </a:lnTo>
                  <a:lnTo>
                    <a:pt x="22" y="88"/>
                  </a:lnTo>
                  <a:lnTo>
                    <a:pt x="22" y="89"/>
                  </a:lnTo>
                  <a:lnTo>
                    <a:pt x="22" y="90"/>
                  </a:lnTo>
                  <a:lnTo>
                    <a:pt x="22" y="92"/>
                  </a:lnTo>
                  <a:lnTo>
                    <a:pt x="22" y="93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2" y="98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3" y="101"/>
                  </a:lnTo>
                  <a:lnTo>
                    <a:pt x="23" y="102"/>
                  </a:lnTo>
                  <a:lnTo>
                    <a:pt x="0" y="109"/>
                  </a:lnTo>
                  <a:lnTo>
                    <a:pt x="9" y="132"/>
                  </a:lnTo>
                  <a:lnTo>
                    <a:pt x="30" y="126"/>
                  </a:lnTo>
                  <a:lnTo>
                    <a:pt x="31" y="127"/>
                  </a:lnTo>
                  <a:lnTo>
                    <a:pt x="31" y="128"/>
                  </a:lnTo>
                  <a:lnTo>
                    <a:pt x="32" y="130"/>
                  </a:lnTo>
                  <a:lnTo>
                    <a:pt x="34" y="132"/>
                  </a:lnTo>
                  <a:lnTo>
                    <a:pt x="34" y="133"/>
                  </a:lnTo>
                  <a:lnTo>
                    <a:pt x="35" y="134"/>
                  </a:lnTo>
                  <a:lnTo>
                    <a:pt x="36" y="136"/>
                  </a:lnTo>
                  <a:lnTo>
                    <a:pt x="38" y="137"/>
                  </a:lnTo>
                  <a:lnTo>
                    <a:pt x="39" y="140"/>
                  </a:lnTo>
                  <a:lnTo>
                    <a:pt x="41" y="141"/>
                  </a:lnTo>
                  <a:lnTo>
                    <a:pt x="27" y="160"/>
                  </a:lnTo>
                  <a:lnTo>
                    <a:pt x="46" y="174"/>
                  </a:lnTo>
                  <a:lnTo>
                    <a:pt x="60" y="155"/>
                  </a:lnTo>
                  <a:lnTo>
                    <a:pt x="62" y="156"/>
                  </a:lnTo>
                  <a:lnTo>
                    <a:pt x="63" y="157"/>
                  </a:lnTo>
                  <a:lnTo>
                    <a:pt x="64" y="158"/>
                  </a:lnTo>
                  <a:lnTo>
                    <a:pt x="66" y="158"/>
                  </a:lnTo>
                  <a:lnTo>
                    <a:pt x="69" y="159"/>
                  </a:lnTo>
                  <a:lnTo>
                    <a:pt x="71" y="159"/>
                  </a:lnTo>
                  <a:lnTo>
                    <a:pt x="72" y="160"/>
                  </a:lnTo>
                  <a:lnTo>
                    <a:pt x="74" y="160"/>
                  </a:lnTo>
                  <a:lnTo>
                    <a:pt x="75" y="161"/>
                  </a:lnTo>
                  <a:lnTo>
                    <a:pt x="77" y="161"/>
                  </a:lnTo>
                  <a:lnTo>
                    <a:pt x="77" y="184"/>
                  </a:lnTo>
                  <a:lnTo>
                    <a:pt x="101" y="184"/>
                  </a:lnTo>
                  <a:lnTo>
                    <a:pt x="101" y="161"/>
                  </a:lnTo>
                  <a:lnTo>
                    <a:pt x="103" y="161"/>
                  </a:lnTo>
                  <a:lnTo>
                    <a:pt x="105" y="160"/>
                  </a:lnTo>
                  <a:lnTo>
                    <a:pt x="107" y="160"/>
                  </a:lnTo>
                  <a:lnTo>
                    <a:pt x="108" y="159"/>
                  </a:lnTo>
                  <a:lnTo>
                    <a:pt x="110" y="159"/>
                  </a:lnTo>
                  <a:lnTo>
                    <a:pt x="111" y="158"/>
                  </a:lnTo>
                  <a:lnTo>
                    <a:pt x="113" y="158"/>
                  </a:lnTo>
                  <a:lnTo>
                    <a:pt x="115" y="157"/>
                  </a:lnTo>
                  <a:lnTo>
                    <a:pt x="117" y="156"/>
                  </a:lnTo>
                  <a:lnTo>
                    <a:pt x="119" y="155"/>
                  </a:lnTo>
                  <a:lnTo>
                    <a:pt x="133" y="174"/>
                  </a:lnTo>
                  <a:lnTo>
                    <a:pt x="151" y="160"/>
                  </a:lnTo>
                  <a:lnTo>
                    <a:pt x="137" y="141"/>
                  </a:lnTo>
                  <a:lnTo>
                    <a:pt x="139" y="140"/>
                  </a:lnTo>
                  <a:lnTo>
                    <a:pt x="140" y="137"/>
                  </a:lnTo>
                  <a:lnTo>
                    <a:pt x="141" y="136"/>
                  </a:lnTo>
                  <a:lnTo>
                    <a:pt x="142" y="134"/>
                  </a:lnTo>
                  <a:lnTo>
                    <a:pt x="143" y="133"/>
                  </a:lnTo>
                  <a:lnTo>
                    <a:pt x="144" y="131"/>
                  </a:lnTo>
                  <a:lnTo>
                    <a:pt x="145" y="130"/>
                  </a:lnTo>
                  <a:lnTo>
                    <a:pt x="147" y="128"/>
                  </a:lnTo>
                  <a:lnTo>
                    <a:pt x="148" y="127"/>
                  </a:lnTo>
                  <a:lnTo>
                    <a:pt x="148" y="126"/>
                  </a:lnTo>
                  <a:lnTo>
                    <a:pt x="170" y="13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7121" name="Freeform 19"/>
            <p:cNvSpPr>
              <a:spLocks/>
            </p:cNvSpPr>
            <p:nvPr/>
          </p:nvSpPr>
          <p:spPr bwMode="auto">
            <a:xfrm>
              <a:off x="2545" y="3207"/>
              <a:ext cx="72" cy="76"/>
            </a:xfrm>
            <a:custGeom>
              <a:avLst/>
              <a:gdLst>
                <a:gd name="T0" fmla="*/ 0 w 72"/>
                <a:gd name="T1" fmla="*/ 37 h 76"/>
                <a:gd name="T2" fmla="*/ 0 w 72"/>
                <a:gd name="T3" fmla="*/ 32 h 76"/>
                <a:gd name="T4" fmla="*/ 2 w 72"/>
                <a:gd name="T5" fmla="*/ 27 h 76"/>
                <a:gd name="T6" fmla="*/ 4 w 72"/>
                <a:gd name="T7" fmla="*/ 20 h 76"/>
                <a:gd name="T8" fmla="*/ 6 w 72"/>
                <a:gd name="T9" fmla="*/ 16 h 76"/>
                <a:gd name="T10" fmla="*/ 10 w 72"/>
                <a:gd name="T11" fmla="*/ 11 h 76"/>
                <a:gd name="T12" fmla="*/ 15 w 72"/>
                <a:gd name="T13" fmla="*/ 7 h 76"/>
                <a:gd name="T14" fmla="*/ 20 w 72"/>
                <a:gd name="T15" fmla="*/ 4 h 76"/>
                <a:gd name="T16" fmla="*/ 25 w 72"/>
                <a:gd name="T17" fmla="*/ 2 h 76"/>
                <a:gd name="T18" fmla="*/ 31 w 72"/>
                <a:gd name="T19" fmla="*/ 0 h 76"/>
                <a:gd name="T20" fmla="*/ 36 w 72"/>
                <a:gd name="T21" fmla="*/ 0 h 76"/>
                <a:gd name="T22" fmla="*/ 42 w 72"/>
                <a:gd name="T23" fmla="*/ 0 h 76"/>
                <a:gd name="T24" fmla="*/ 48 w 72"/>
                <a:gd name="T25" fmla="*/ 2 h 76"/>
                <a:gd name="T26" fmla="*/ 53 w 72"/>
                <a:gd name="T27" fmla="*/ 4 h 76"/>
                <a:gd name="T28" fmla="*/ 57 w 72"/>
                <a:gd name="T29" fmla="*/ 7 h 76"/>
                <a:gd name="T30" fmla="*/ 62 w 72"/>
                <a:gd name="T31" fmla="*/ 11 h 76"/>
                <a:gd name="T32" fmla="*/ 66 w 72"/>
                <a:gd name="T33" fmla="*/ 16 h 76"/>
                <a:gd name="T34" fmla="*/ 68 w 72"/>
                <a:gd name="T35" fmla="*/ 20 h 76"/>
                <a:gd name="T36" fmla="*/ 70 w 72"/>
                <a:gd name="T37" fmla="*/ 27 h 76"/>
                <a:gd name="T38" fmla="*/ 72 w 72"/>
                <a:gd name="T39" fmla="*/ 32 h 76"/>
                <a:gd name="T40" fmla="*/ 72 w 72"/>
                <a:gd name="T41" fmla="*/ 37 h 76"/>
                <a:gd name="T42" fmla="*/ 72 w 72"/>
                <a:gd name="T43" fmla="*/ 44 h 76"/>
                <a:gd name="T44" fmla="*/ 70 w 72"/>
                <a:gd name="T45" fmla="*/ 50 h 76"/>
                <a:gd name="T46" fmla="*/ 68 w 72"/>
                <a:gd name="T47" fmla="*/ 55 h 76"/>
                <a:gd name="T48" fmla="*/ 66 w 72"/>
                <a:gd name="T49" fmla="*/ 60 h 76"/>
                <a:gd name="T50" fmla="*/ 62 w 72"/>
                <a:gd name="T51" fmla="*/ 65 h 76"/>
                <a:gd name="T52" fmla="*/ 57 w 72"/>
                <a:gd name="T53" fmla="*/ 69 h 76"/>
                <a:gd name="T54" fmla="*/ 53 w 72"/>
                <a:gd name="T55" fmla="*/ 72 h 76"/>
                <a:gd name="T56" fmla="*/ 48 w 72"/>
                <a:gd name="T57" fmla="*/ 74 h 76"/>
                <a:gd name="T58" fmla="*/ 42 w 72"/>
                <a:gd name="T59" fmla="*/ 76 h 76"/>
                <a:gd name="T60" fmla="*/ 36 w 72"/>
                <a:gd name="T61" fmla="*/ 76 h 76"/>
                <a:gd name="T62" fmla="*/ 31 w 72"/>
                <a:gd name="T63" fmla="*/ 76 h 76"/>
                <a:gd name="T64" fmla="*/ 25 w 72"/>
                <a:gd name="T65" fmla="*/ 74 h 76"/>
                <a:gd name="T66" fmla="*/ 20 w 72"/>
                <a:gd name="T67" fmla="*/ 72 h 76"/>
                <a:gd name="T68" fmla="*/ 15 w 72"/>
                <a:gd name="T69" fmla="*/ 69 h 76"/>
                <a:gd name="T70" fmla="*/ 10 w 72"/>
                <a:gd name="T71" fmla="*/ 65 h 76"/>
                <a:gd name="T72" fmla="*/ 6 w 72"/>
                <a:gd name="T73" fmla="*/ 60 h 76"/>
                <a:gd name="T74" fmla="*/ 4 w 72"/>
                <a:gd name="T75" fmla="*/ 55 h 76"/>
                <a:gd name="T76" fmla="*/ 2 w 72"/>
                <a:gd name="T77" fmla="*/ 50 h 76"/>
                <a:gd name="T78" fmla="*/ 0 w 72"/>
                <a:gd name="T79" fmla="*/ 44 h 76"/>
                <a:gd name="T80" fmla="*/ 0 w 72"/>
                <a:gd name="T81" fmla="*/ 37 h 76"/>
                <a:gd name="T82" fmla="*/ 0 w 72"/>
                <a:gd name="T83" fmla="*/ 37 h 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"/>
                <a:gd name="T127" fmla="*/ 0 h 76"/>
                <a:gd name="T128" fmla="*/ 72 w 72"/>
                <a:gd name="T129" fmla="*/ 76 h 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" h="76">
                  <a:moveTo>
                    <a:pt x="0" y="37"/>
                  </a:moveTo>
                  <a:lnTo>
                    <a:pt x="0" y="32"/>
                  </a:lnTo>
                  <a:lnTo>
                    <a:pt x="2" y="27"/>
                  </a:lnTo>
                  <a:lnTo>
                    <a:pt x="4" y="20"/>
                  </a:lnTo>
                  <a:lnTo>
                    <a:pt x="6" y="16"/>
                  </a:lnTo>
                  <a:lnTo>
                    <a:pt x="10" y="11"/>
                  </a:lnTo>
                  <a:lnTo>
                    <a:pt x="15" y="7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48" y="2"/>
                  </a:lnTo>
                  <a:lnTo>
                    <a:pt x="53" y="4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6"/>
                  </a:lnTo>
                  <a:lnTo>
                    <a:pt x="68" y="20"/>
                  </a:lnTo>
                  <a:lnTo>
                    <a:pt x="70" y="27"/>
                  </a:lnTo>
                  <a:lnTo>
                    <a:pt x="72" y="32"/>
                  </a:lnTo>
                  <a:lnTo>
                    <a:pt x="72" y="37"/>
                  </a:lnTo>
                  <a:lnTo>
                    <a:pt x="72" y="44"/>
                  </a:lnTo>
                  <a:lnTo>
                    <a:pt x="70" y="50"/>
                  </a:lnTo>
                  <a:lnTo>
                    <a:pt x="68" y="55"/>
                  </a:lnTo>
                  <a:lnTo>
                    <a:pt x="66" y="60"/>
                  </a:lnTo>
                  <a:lnTo>
                    <a:pt x="62" y="65"/>
                  </a:lnTo>
                  <a:lnTo>
                    <a:pt x="57" y="69"/>
                  </a:lnTo>
                  <a:lnTo>
                    <a:pt x="53" y="72"/>
                  </a:lnTo>
                  <a:lnTo>
                    <a:pt x="48" y="74"/>
                  </a:lnTo>
                  <a:lnTo>
                    <a:pt x="42" y="76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5" y="74"/>
                  </a:lnTo>
                  <a:lnTo>
                    <a:pt x="20" y="72"/>
                  </a:lnTo>
                  <a:lnTo>
                    <a:pt x="15" y="69"/>
                  </a:lnTo>
                  <a:lnTo>
                    <a:pt x="10" y="65"/>
                  </a:lnTo>
                  <a:lnTo>
                    <a:pt x="6" y="60"/>
                  </a:lnTo>
                  <a:lnTo>
                    <a:pt x="4" y="55"/>
                  </a:lnTo>
                  <a:lnTo>
                    <a:pt x="2" y="50"/>
                  </a:lnTo>
                  <a:lnTo>
                    <a:pt x="0" y="44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7122" name="Freeform 20"/>
            <p:cNvSpPr>
              <a:spLocks/>
            </p:cNvSpPr>
            <p:nvPr/>
          </p:nvSpPr>
          <p:spPr bwMode="auto">
            <a:xfrm>
              <a:off x="2698" y="3288"/>
              <a:ext cx="72" cy="76"/>
            </a:xfrm>
            <a:custGeom>
              <a:avLst/>
              <a:gdLst>
                <a:gd name="T0" fmla="*/ 0 w 72"/>
                <a:gd name="T1" fmla="*/ 38 h 76"/>
                <a:gd name="T2" fmla="*/ 1 w 72"/>
                <a:gd name="T3" fmla="*/ 32 h 76"/>
                <a:gd name="T4" fmla="*/ 2 w 72"/>
                <a:gd name="T5" fmla="*/ 26 h 76"/>
                <a:gd name="T6" fmla="*/ 4 w 72"/>
                <a:gd name="T7" fmla="*/ 20 h 76"/>
                <a:gd name="T8" fmla="*/ 7 w 72"/>
                <a:gd name="T9" fmla="*/ 16 h 76"/>
                <a:gd name="T10" fmla="*/ 10 w 72"/>
                <a:gd name="T11" fmla="*/ 11 h 76"/>
                <a:gd name="T12" fmla="*/ 14 w 72"/>
                <a:gd name="T13" fmla="*/ 7 h 76"/>
                <a:gd name="T14" fmla="*/ 20 w 72"/>
                <a:gd name="T15" fmla="*/ 4 h 76"/>
                <a:gd name="T16" fmla="*/ 25 w 72"/>
                <a:gd name="T17" fmla="*/ 2 h 76"/>
                <a:gd name="T18" fmla="*/ 31 w 72"/>
                <a:gd name="T19" fmla="*/ 0 h 76"/>
                <a:gd name="T20" fmla="*/ 36 w 72"/>
                <a:gd name="T21" fmla="*/ 0 h 76"/>
                <a:gd name="T22" fmla="*/ 42 w 72"/>
                <a:gd name="T23" fmla="*/ 0 h 76"/>
                <a:gd name="T24" fmla="*/ 48 w 72"/>
                <a:gd name="T25" fmla="*/ 2 h 76"/>
                <a:gd name="T26" fmla="*/ 53 w 72"/>
                <a:gd name="T27" fmla="*/ 4 h 76"/>
                <a:gd name="T28" fmla="*/ 57 w 72"/>
                <a:gd name="T29" fmla="*/ 7 h 76"/>
                <a:gd name="T30" fmla="*/ 62 w 72"/>
                <a:gd name="T31" fmla="*/ 11 h 76"/>
                <a:gd name="T32" fmla="*/ 66 w 72"/>
                <a:gd name="T33" fmla="*/ 16 h 76"/>
                <a:gd name="T34" fmla="*/ 68 w 72"/>
                <a:gd name="T35" fmla="*/ 20 h 76"/>
                <a:gd name="T36" fmla="*/ 70 w 72"/>
                <a:gd name="T37" fmla="*/ 26 h 76"/>
                <a:gd name="T38" fmla="*/ 72 w 72"/>
                <a:gd name="T39" fmla="*/ 32 h 76"/>
                <a:gd name="T40" fmla="*/ 72 w 72"/>
                <a:gd name="T41" fmla="*/ 38 h 76"/>
                <a:gd name="T42" fmla="*/ 72 w 72"/>
                <a:gd name="T43" fmla="*/ 45 h 76"/>
                <a:gd name="T44" fmla="*/ 70 w 72"/>
                <a:gd name="T45" fmla="*/ 50 h 76"/>
                <a:gd name="T46" fmla="*/ 68 w 72"/>
                <a:gd name="T47" fmla="*/ 56 h 76"/>
                <a:gd name="T48" fmla="*/ 66 w 72"/>
                <a:gd name="T49" fmla="*/ 60 h 76"/>
                <a:gd name="T50" fmla="*/ 62 w 72"/>
                <a:gd name="T51" fmla="*/ 65 h 76"/>
                <a:gd name="T52" fmla="*/ 57 w 72"/>
                <a:gd name="T53" fmla="*/ 68 h 76"/>
                <a:gd name="T54" fmla="*/ 53 w 72"/>
                <a:gd name="T55" fmla="*/ 72 h 76"/>
                <a:gd name="T56" fmla="*/ 48 w 72"/>
                <a:gd name="T57" fmla="*/ 74 h 76"/>
                <a:gd name="T58" fmla="*/ 42 w 72"/>
                <a:gd name="T59" fmla="*/ 76 h 76"/>
                <a:gd name="T60" fmla="*/ 36 w 72"/>
                <a:gd name="T61" fmla="*/ 76 h 76"/>
                <a:gd name="T62" fmla="*/ 31 w 72"/>
                <a:gd name="T63" fmla="*/ 76 h 76"/>
                <a:gd name="T64" fmla="*/ 25 w 72"/>
                <a:gd name="T65" fmla="*/ 74 h 76"/>
                <a:gd name="T66" fmla="*/ 20 w 72"/>
                <a:gd name="T67" fmla="*/ 72 h 76"/>
                <a:gd name="T68" fmla="*/ 14 w 72"/>
                <a:gd name="T69" fmla="*/ 68 h 76"/>
                <a:gd name="T70" fmla="*/ 10 w 72"/>
                <a:gd name="T71" fmla="*/ 65 h 76"/>
                <a:gd name="T72" fmla="*/ 7 w 72"/>
                <a:gd name="T73" fmla="*/ 60 h 76"/>
                <a:gd name="T74" fmla="*/ 4 w 72"/>
                <a:gd name="T75" fmla="*/ 56 h 76"/>
                <a:gd name="T76" fmla="*/ 2 w 72"/>
                <a:gd name="T77" fmla="*/ 50 h 76"/>
                <a:gd name="T78" fmla="*/ 1 w 72"/>
                <a:gd name="T79" fmla="*/ 45 h 76"/>
                <a:gd name="T80" fmla="*/ 0 w 72"/>
                <a:gd name="T81" fmla="*/ 38 h 76"/>
                <a:gd name="T82" fmla="*/ 0 w 72"/>
                <a:gd name="T83" fmla="*/ 38 h 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"/>
                <a:gd name="T127" fmla="*/ 0 h 76"/>
                <a:gd name="T128" fmla="*/ 72 w 72"/>
                <a:gd name="T129" fmla="*/ 76 h 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" h="76">
                  <a:moveTo>
                    <a:pt x="0" y="38"/>
                  </a:moveTo>
                  <a:lnTo>
                    <a:pt x="1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7" y="16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48" y="2"/>
                  </a:lnTo>
                  <a:lnTo>
                    <a:pt x="53" y="4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6"/>
                  </a:lnTo>
                  <a:lnTo>
                    <a:pt x="68" y="20"/>
                  </a:lnTo>
                  <a:lnTo>
                    <a:pt x="70" y="26"/>
                  </a:lnTo>
                  <a:lnTo>
                    <a:pt x="72" y="32"/>
                  </a:lnTo>
                  <a:lnTo>
                    <a:pt x="72" y="38"/>
                  </a:lnTo>
                  <a:lnTo>
                    <a:pt x="72" y="45"/>
                  </a:lnTo>
                  <a:lnTo>
                    <a:pt x="70" y="50"/>
                  </a:lnTo>
                  <a:lnTo>
                    <a:pt x="68" y="56"/>
                  </a:lnTo>
                  <a:lnTo>
                    <a:pt x="66" y="60"/>
                  </a:lnTo>
                  <a:lnTo>
                    <a:pt x="62" y="65"/>
                  </a:lnTo>
                  <a:lnTo>
                    <a:pt x="57" y="68"/>
                  </a:lnTo>
                  <a:lnTo>
                    <a:pt x="53" y="72"/>
                  </a:lnTo>
                  <a:lnTo>
                    <a:pt x="48" y="74"/>
                  </a:lnTo>
                  <a:lnTo>
                    <a:pt x="42" y="76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5" y="74"/>
                  </a:lnTo>
                  <a:lnTo>
                    <a:pt x="20" y="72"/>
                  </a:lnTo>
                  <a:lnTo>
                    <a:pt x="14" y="68"/>
                  </a:lnTo>
                  <a:lnTo>
                    <a:pt x="10" y="65"/>
                  </a:lnTo>
                  <a:lnTo>
                    <a:pt x="7" y="60"/>
                  </a:lnTo>
                  <a:lnTo>
                    <a:pt x="4" y="56"/>
                  </a:lnTo>
                  <a:lnTo>
                    <a:pt x="2" y="50"/>
                  </a:lnTo>
                  <a:lnTo>
                    <a:pt x="1" y="45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4"/>
          <p:cNvSpPr>
            <a:spLocks noChangeArrowheads="1"/>
          </p:cNvSpPr>
          <p:nvPr/>
        </p:nvSpPr>
        <p:spPr bwMode="auto">
          <a:xfrm>
            <a:off x="1114425" y="476250"/>
            <a:ext cx="7294563" cy="5576888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93685" tIns="46843" rIns="93685" bIns="4684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48131" name="Rectangle 5"/>
          <p:cNvSpPr>
            <a:spLocks noChangeArrowheads="1"/>
          </p:cNvSpPr>
          <p:nvPr/>
        </p:nvSpPr>
        <p:spPr bwMode="auto">
          <a:xfrm>
            <a:off x="1114425" y="5364163"/>
            <a:ext cx="7294563" cy="731837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8132" name="Rectangle 6"/>
          <p:cNvSpPr>
            <a:spLocks noChangeArrowheads="1"/>
          </p:cNvSpPr>
          <p:nvPr/>
        </p:nvSpPr>
        <p:spPr bwMode="auto">
          <a:xfrm>
            <a:off x="1831975" y="2197100"/>
            <a:ext cx="6094413" cy="479425"/>
          </a:xfrm>
          <a:prstGeom prst="rect">
            <a:avLst/>
          </a:prstGeom>
          <a:solidFill>
            <a:srgbClr val="CCECFF"/>
          </a:solidFill>
          <a:ln w="6350">
            <a:solidFill>
              <a:schemeClr val="accent2"/>
            </a:solidFill>
            <a:miter lim="800000"/>
            <a:headEnd/>
            <a:tailEnd/>
          </a:ln>
        </p:spPr>
        <p:txBody>
          <a:bodyPr wrap="none" lIns="92725" tIns="45550" rIns="92725" bIns="45550">
            <a:spAutoFit/>
          </a:bodyPr>
          <a:lstStyle/>
          <a:p>
            <a:pPr defTabSz="938213" eaLnBrk="0" hangingPunct="0"/>
            <a:r>
              <a:rPr lang="en-US" sz="2500">
                <a:solidFill>
                  <a:srgbClr val="FF3300"/>
                </a:solidFill>
                <a:latin typeface="Arial Narrow" pitchFamily="34" charset="0"/>
              </a:rPr>
              <a:t>INTERIM EVALUATION = CORRECTIVE ACTION</a:t>
            </a:r>
          </a:p>
        </p:txBody>
      </p:sp>
      <p:grpSp>
        <p:nvGrpSpPr>
          <p:cNvPr id="48133" name="Group 7"/>
          <p:cNvGrpSpPr>
            <a:grpSpLocks/>
          </p:cNvGrpSpPr>
          <p:nvPr/>
        </p:nvGrpSpPr>
        <p:grpSpPr bwMode="auto">
          <a:xfrm>
            <a:off x="1744663" y="2719388"/>
            <a:ext cx="6418262" cy="2290762"/>
            <a:chOff x="1232" y="2043"/>
            <a:chExt cx="4730" cy="1598"/>
          </a:xfrm>
        </p:grpSpPr>
        <p:grpSp>
          <p:nvGrpSpPr>
            <p:cNvPr id="48142" name="Group 8"/>
            <p:cNvGrpSpPr>
              <a:grpSpLocks/>
            </p:cNvGrpSpPr>
            <p:nvPr/>
          </p:nvGrpSpPr>
          <p:grpSpPr bwMode="auto">
            <a:xfrm>
              <a:off x="1232" y="2160"/>
              <a:ext cx="4349" cy="1368"/>
              <a:chOff x="1101" y="2016"/>
              <a:chExt cx="3717" cy="1236"/>
            </a:xfrm>
          </p:grpSpPr>
          <p:sp>
            <p:nvSpPr>
              <p:cNvPr id="48194" name="Line 9"/>
              <p:cNvSpPr>
                <a:spLocks noChangeShapeType="1"/>
              </p:cNvSpPr>
              <p:nvPr/>
            </p:nvSpPr>
            <p:spPr bwMode="auto">
              <a:xfrm>
                <a:off x="2448" y="3024"/>
                <a:ext cx="1920" cy="0"/>
              </a:xfrm>
              <a:prstGeom prst="line">
                <a:avLst/>
              </a:prstGeom>
              <a:noFill/>
              <a:ln w="9525">
                <a:solidFill>
                  <a:srgbClr val="F8F8F8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8195" name="Text Box 10"/>
              <p:cNvSpPr txBox="1">
                <a:spLocks noChangeArrowheads="1"/>
              </p:cNvSpPr>
              <p:nvPr/>
            </p:nvSpPr>
            <p:spPr bwMode="auto">
              <a:xfrm>
                <a:off x="2759" y="2713"/>
                <a:ext cx="1266" cy="539"/>
              </a:xfrm>
              <a:prstGeom prst="rect">
                <a:avLst/>
              </a:prstGeom>
              <a:solidFill>
                <a:srgbClr val="F8F8F8"/>
              </a:solidFill>
              <a:ln w="9525">
                <a:solidFill>
                  <a:srgbClr val="F8F8F8"/>
                </a:solidFill>
                <a:miter lim="800000"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pPr algn="ctr" defTabSz="938213" eaLnBrk="0" hangingPunct="0"/>
                <a:r>
                  <a:rPr lang="en-US" sz="1800" u="sng">
                    <a:solidFill>
                      <a:srgbClr val="F8F8F8"/>
                    </a:solidFill>
                    <a:latin typeface="Arial Narrow" pitchFamily="34" charset="0"/>
                  </a:rPr>
                  <a:t>INTERIM CHECKLIST:</a:t>
                </a:r>
              </a:p>
              <a:p>
                <a:pPr algn="ctr" defTabSz="938213" eaLnBrk="0" hangingPunct="0"/>
                <a:r>
                  <a:rPr lang="en-US" sz="1800">
                    <a:solidFill>
                      <a:srgbClr val="F8F8F8"/>
                    </a:solidFill>
                    <a:latin typeface="Arial Narrow" pitchFamily="34" charset="0"/>
                  </a:rPr>
                  <a:t>SAFETY INSPECTION</a:t>
                </a:r>
              </a:p>
              <a:p>
                <a:pPr algn="ctr" defTabSz="938213" eaLnBrk="0" hangingPunct="0"/>
                <a:r>
                  <a:rPr lang="en-US" sz="1800">
                    <a:solidFill>
                      <a:srgbClr val="F8F8F8"/>
                    </a:solidFill>
                    <a:latin typeface="Arial Narrow" pitchFamily="34" charset="0"/>
                  </a:rPr>
                  <a:t>  SAFETY PROGRAM</a:t>
                </a:r>
              </a:p>
            </p:txBody>
          </p:sp>
          <p:sp>
            <p:nvSpPr>
              <p:cNvPr id="48196" name="Line 11"/>
              <p:cNvSpPr>
                <a:spLocks noChangeShapeType="1"/>
              </p:cNvSpPr>
              <p:nvPr/>
            </p:nvSpPr>
            <p:spPr bwMode="auto">
              <a:xfrm flipV="1">
                <a:off x="4368" y="2304"/>
                <a:ext cx="0" cy="720"/>
              </a:xfrm>
              <a:prstGeom prst="line">
                <a:avLst/>
              </a:prstGeom>
              <a:noFill/>
              <a:ln w="9525">
                <a:solidFill>
                  <a:srgbClr val="F8F8F8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grpSp>
            <p:nvGrpSpPr>
              <p:cNvPr id="48197" name="Group 12"/>
              <p:cNvGrpSpPr>
                <a:grpSpLocks/>
              </p:cNvGrpSpPr>
              <p:nvPr/>
            </p:nvGrpSpPr>
            <p:grpSpPr bwMode="auto">
              <a:xfrm>
                <a:off x="2370" y="2448"/>
                <a:ext cx="126" cy="576"/>
                <a:chOff x="2370" y="2448"/>
                <a:chExt cx="126" cy="576"/>
              </a:xfrm>
            </p:grpSpPr>
            <p:sp>
              <p:nvSpPr>
                <p:cNvPr id="48207" name="Line 13"/>
                <p:cNvSpPr>
                  <a:spLocks noChangeShapeType="1"/>
                </p:cNvSpPr>
                <p:nvPr/>
              </p:nvSpPr>
              <p:spPr bwMode="auto">
                <a:xfrm flipH="1">
                  <a:off x="2432" y="2456"/>
                  <a:ext cx="1" cy="568"/>
                </a:xfrm>
                <a:prstGeom prst="line">
                  <a:avLst/>
                </a:prstGeom>
                <a:noFill/>
                <a:ln w="9525">
                  <a:solidFill>
                    <a:srgbClr val="F8F8F8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208" name="Freeform 14"/>
                <p:cNvSpPr>
                  <a:spLocks/>
                </p:cNvSpPr>
                <p:nvPr/>
              </p:nvSpPr>
              <p:spPr bwMode="auto">
                <a:xfrm rot="-5400000">
                  <a:off x="2377" y="2441"/>
                  <a:ext cx="112" cy="126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8F8F8"/>
                </a:solidFill>
                <a:ln w="9525">
                  <a:solidFill>
                    <a:srgbClr val="F8F8F8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48198" name="Group 15"/>
              <p:cNvGrpSpPr>
                <a:grpSpLocks/>
              </p:cNvGrpSpPr>
              <p:nvPr/>
            </p:nvGrpSpPr>
            <p:grpSpPr bwMode="auto">
              <a:xfrm>
                <a:off x="1101" y="2016"/>
                <a:ext cx="3717" cy="539"/>
                <a:chOff x="1101" y="2016"/>
                <a:chExt cx="3717" cy="539"/>
              </a:xfrm>
            </p:grpSpPr>
            <p:sp>
              <p:nvSpPr>
                <p:cNvPr id="48199" name="Line 16"/>
                <p:cNvSpPr>
                  <a:spLocks noChangeShapeType="1"/>
                </p:cNvSpPr>
                <p:nvPr/>
              </p:nvSpPr>
              <p:spPr bwMode="auto">
                <a:xfrm>
                  <a:off x="1737" y="2300"/>
                  <a:ext cx="3024" cy="16"/>
                </a:xfrm>
                <a:prstGeom prst="line">
                  <a:avLst/>
                </a:prstGeom>
                <a:noFill/>
                <a:ln w="9525">
                  <a:solidFill>
                    <a:srgbClr val="F8F8F8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200" name="Oval 17"/>
                <p:cNvSpPr>
                  <a:spLocks noChangeArrowheads="1"/>
                </p:cNvSpPr>
                <p:nvPr/>
              </p:nvSpPr>
              <p:spPr bwMode="auto">
                <a:xfrm>
                  <a:off x="2313" y="2188"/>
                  <a:ext cx="240" cy="240"/>
                </a:xfrm>
                <a:prstGeom prst="ellipse">
                  <a:avLst/>
                </a:prstGeom>
                <a:solidFill>
                  <a:srgbClr val="F8F8F8"/>
                </a:solidFill>
                <a:ln w="9525">
                  <a:solidFill>
                    <a:srgbClr val="F8F8F8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201" name="Text Box 18"/>
                <p:cNvSpPr txBox="1">
                  <a:spLocks noChangeArrowheads="1"/>
                </p:cNvSpPr>
                <p:nvPr/>
              </p:nvSpPr>
              <p:spPr bwMode="auto">
                <a:xfrm>
                  <a:off x="1101" y="2016"/>
                  <a:ext cx="958" cy="539"/>
                </a:xfrm>
                <a:prstGeom prst="rect">
                  <a:avLst/>
                </a:prstGeom>
                <a:solidFill>
                  <a:srgbClr val="F8F8F8"/>
                </a:solidFill>
                <a:ln w="9525">
                  <a:solidFill>
                    <a:srgbClr val="F8F8F8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algn="ctr" defTabSz="938213" eaLnBrk="0" hangingPunct="0"/>
                  <a:r>
                    <a:rPr lang="en-US" sz="1800">
                      <a:solidFill>
                        <a:srgbClr val="F8F8F8"/>
                      </a:solidFill>
                      <a:latin typeface="Arial Narrow" pitchFamily="34" charset="0"/>
                    </a:rPr>
                    <a:t>SHEP </a:t>
                  </a:r>
                </a:p>
                <a:p>
                  <a:pPr algn="ctr" defTabSz="938213" eaLnBrk="0" hangingPunct="0"/>
                  <a:r>
                    <a:rPr lang="en-US" sz="1800">
                      <a:solidFill>
                        <a:srgbClr val="F8F8F8"/>
                      </a:solidFill>
                      <a:latin typeface="Arial Narrow" pitchFamily="34" charset="0"/>
                    </a:rPr>
                    <a:t>STANDARD</a:t>
                  </a:r>
                </a:p>
                <a:p>
                  <a:pPr algn="ctr" defTabSz="938213" eaLnBrk="0" hangingPunct="0"/>
                  <a:r>
                    <a:rPr lang="en-US" sz="1800">
                      <a:solidFill>
                        <a:srgbClr val="F8F8F8"/>
                      </a:solidFill>
                      <a:latin typeface="Arial Narrow" pitchFamily="34" charset="0"/>
                    </a:rPr>
                    <a:t>PERFORMANCE</a:t>
                  </a:r>
                </a:p>
              </p:txBody>
            </p:sp>
            <p:sp>
              <p:nvSpPr>
                <p:cNvPr id="48202" name="Text Box 19"/>
                <p:cNvSpPr txBox="1">
                  <a:spLocks noChangeArrowheads="1"/>
                </p:cNvSpPr>
                <p:nvPr/>
              </p:nvSpPr>
              <p:spPr bwMode="auto">
                <a:xfrm>
                  <a:off x="2745" y="2189"/>
                  <a:ext cx="1293" cy="194"/>
                </a:xfrm>
                <a:prstGeom prst="rect">
                  <a:avLst/>
                </a:prstGeom>
                <a:solidFill>
                  <a:srgbClr val="F8F8F8"/>
                </a:solidFill>
                <a:ln w="9525">
                  <a:solidFill>
                    <a:srgbClr val="F8F8F8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r>
                    <a:rPr lang="en-US" sz="1800">
                      <a:solidFill>
                        <a:srgbClr val="F8F8F8"/>
                      </a:solidFill>
                      <a:latin typeface="Arial Narrow" pitchFamily="34" charset="0"/>
                    </a:rPr>
                    <a:t>CORRECTIVE ACTION</a:t>
                  </a:r>
                </a:p>
              </p:txBody>
            </p:sp>
            <p:sp>
              <p:nvSpPr>
                <p:cNvPr id="48203" name="Freeform 20"/>
                <p:cNvSpPr>
                  <a:spLocks/>
                </p:cNvSpPr>
                <p:nvPr/>
              </p:nvSpPr>
              <p:spPr bwMode="auto">
                <a:xfrm>
                  <a:off x="4713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8F8F8"/>
                </a:solidFill>
                <a:ln w="9525">
                  <a:solidFill>
                    <a:srgbClr val="F8F8F8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204" name="Freeform 21"/>
                <p:cNvSpPr>
                  <a:spLocks/>
                </p:cNvSpPr>
                <p:nvPr/>
              </p:nvSpPr>
              <p:spPr bwMode="auto">
                <a:xfrm>
                  <a:off x="2649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8F8F8"/>
                </a:solidFill>
                <a:ln w="9525">
                  <a:solidFill>
                    <a:srgbClr val="F8F8F8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205" name="Freeform 22"/>
                <p:cNvSpPr>
                  <a:spLocks/>
                </p:cNvSpPr>
                <p:nvPr/>
              </p:nvSpPr>
              <p:spPr bwMode="auto">
                <a:xfrm>
                  <a:off x="2217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8F8F8"/>
                </a:solidFill>
                <a:ln w="9525">
                  <a:solidFill>
                    <a:srgbClr val="F8F8F8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206" name="Text Box 23"/>
                <p:cNvSpPr txBox="1">
                  <a:spLocks noChangeArrowheads="1"/>
                </p:cNvSpPr>
                <p:nvPr/>
              </p:nvSpPr>
              <p:spPr bwMode="auto">
                <a:xfrm>
                  <a:off x="2302" y="2182"/>
                  <a:ext cx="34" cy="213"/>
                </a:xfrm>
                <a:prstGeom prst="rect">
                  <a:avLst/>
                </a:prstGeom>
                <a:solidFill>
                  <a:srgbClr val="F8F8F8"/>
                </a:solidFill>
                <a:ln w="9525">
                  <a:solidFill>
                    <a:srgbClr val="F8F8F8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endParaRPr lang="en-US" sz="2000" b="0">
                    <a:solidFill>
                      <a:srgbClr val="F8F8F8"/>
                    </a:solidFill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48143" name="Group 24"/>
            <p:cNvGrpSpPr>
              <a:grpSpLocks/>
            </p:cNvGrpSpPr>
            <p:nvPr/>
          </p:nvGrpSpPr>
          <p:grpSpPr bwMode="auto">
            <a:xfrm>
              <a:off x="1267" y="2190"/>
              <a:ext cx="4349" cy="1368"/>
              <a:chOff x="1100" y="2016"/>
              <a:chExt cx="3718" cy="1236"/>
            </a:xfrm>
          </p:grpSpPr>
          <p:sp>
            <p:nvSpPr>
              <p:cNvPr id="48179" name="Line 25"/>
              <p:cNvSpPr>
                <a:spLocks noChangeShapeType="1"/>
              </p:cNvSpPr>
              <p:nvPr/>
            </p:nvSpPr>
            <p:spPr bwMode="auto">
              <a:xfrm>
                <a:off x="2448" y="3024"/>
                <a:ext cx="1920" cy="0"/>
              </a:xfrm>
              <a:prstGeom prst="line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8180" name="Text Box 26"/>
              <p:cNvSpPr txBox="1">
                <a:spLocks noChangeArrowheads="1"/>
              </p:cNvSpPr>
              <p:nvPr/>
            </p:nvSpPr>
            <p:spPr bwMode="auto">
              <a:xfrm>
                <a:off x="2760" y="2713"/>
                <a:ext cx="1266" cy="539"/>
              </a:xfrm>
              <a:prstGeom prst="rect">
                <a:avLst/>
              </a:prstGeom>
              <a:solidFill>
                <a:srgbClr val="EAEAEA"/>
              </a:solidFill>
              <a:ln w="9525">
                <a:solidFill>
                  <a:srgbClr val="EAEAEA"/>
                </a:solidFill>
                <a:miter lim="800000"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pPr algn="ctr" defTabSz="938213" eaLnBrk="0" hangingPunct="0"/>
                <a:r>
                  <a:rPr lang="en-US" sz="1800" u="sng">
                    <a:solidFill>
                      <a:srgbClr val="EAEAEA"/>
                    </a:solidFill>
                    <a:latin typeface="Arial Narrow" pitchFamily="34" charset="0"/>
                  </a:rPr>
                  <a:t>INTERIM CHECKLIST:</a:t>
                </a:r>
              </a:p>
              <a:p>
                <a:pPr algn="ctr" defTabSz="938213" eaLnBrk="0" hangingPunct="0"/>
                <a:r>
                  <a:rPr lang="en-US" sz="1800">
                    <a:solidFill>
                      <a:srgbClr val="EAEAEA"/>
                    </a:solidFill>
                    <a:latin typeface="Arial Narrow" pitchFamily="34" charset="0"/>
                  </a:rPr>
                  <a:t>SAFETY INSPECTION</a:t>
                </a:r>
              </a:p>
              <a:p>
                <a:pPr algn="ctr" defTabSz="938213" eaLnBrk="0" hangingPunct="0"/>
                <a:r>
                  <a:rPr lang="en-US" sz="1800">
                    <a:solidFill>
                      <a:srgbClr val="EAEAEA"/>
                    </a:solidFill>
                    <a:latin typeface="Arial Narrow" pitchFamily="34" charset="0"/>
                  </a:rPr>
                  <a:t>  SAFETY PROGRAM</a:t>
                </a:r>
              </a:p>
            </p:txBody>
          </p:sp>
          <p:sp>
            <p:nvSpPr>
              <p:cNvPr id="48181" name="Line 27"/>
              <p:cNvSpPr>
                <a:spLocks noChangeShapeType="1"/>
              </p:cNvSpPr>
              <p:nvPr/>
            </p:nvSpPr>
            <p:spPr bwMode="auto">
              <a:xfrm flipV="1">
                <a:off x="4368" y="2304"/>
                <a:ext cx="0" cy="720"/>
              </a:xfrm>
              <a:prstGeom prst="line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grpSp>
            <p:nvGrpSpPr>
              <p:cNvPr id="48182" name="Group 28"/>
              <p:cNvGrpSpPr>
                <a:grpSpLocks/>
              </p:cNvGrpSpPr>
              <p:nvPr/>
            </p:nvGrpSpPr>
            <p:grpSpPr bwMode="auto">
              <a:xfrm>
                <a:off x="2370" y="2448"/>
                <a:ext cx="126" cy="576"/>
                <a:chOff x="2370" y="2448"/>
                <a:chExt cx="126" cy="576"/>
              </a:xfrm>
            </p:grpSpPr>
            <p:sp>
              <p:nvSpPr>
                <p:cNvPr id="48192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2432" y="2456"/>
                  <a:ext cx="1" cy="568"/>
                </a:xfrm>
                <a:prstGeom prst="line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93" name="Freeform 30"/>
                <p:cNvSpPr>
                  <a:spLocks/>
                </p:cNvSpPr>
                <p:nvPr/>
              </p:nvSpPr>
              <p:spPr bwMode="auto">
                <a:xfrm rot="-5400000">
                  <a:off x="2377" y="2441"/>
                  <a:ext cx="112" cy="126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EAEA"/>
                </a:solidFill>
                <a:ln w="9525">
                  <a:solidFill>
                    <a:srgbClr val="EAEAEA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48183" name="Group 31"/>
              <p:cNvGrpSpPr>
                <a:grpSpLocks/>
              </p:cNvGrpSpPr>
              <p:nvPr/>
            </p:nvGrpSpPr>
            <p:grpSpPr bwMode="auto">
              <a:xfrm>
                <a:off x="1100" y="2016"/>
                <a:ext cx="3718" cy="539"/>
                <a:chOff x="1100" y="2016"/>
                <a:chExt cx="3718" cy="539"/>
              </a:xfrm>
            </p:grpSpPr>
            <p:sp>
              <p:nvSpPr>
                <p:cNvPr id="48184" name="Line 32"/>
                <p:cNvSpPr>
                  <a:spLocks noChangeShapeType="1"/>
                </p:cNvSpPr>
                <p:nvPr/>
              </p:nvSpPr>
              <p:spPr bwMode="auto">
                <a:xfrm>
                  <a:off x="1737" y="2300"/>
                  <a:ext cx="3024" cy="16"/>
                </a:xfrm>
                <a:prstGeom prst="line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85" name="Oval 33"/>
                <p:cNvSpPr>
                  <a:spLocks noChangeArrowheads="1"/>
                </p:cNvSpPr>
                <p:nvPr/>
              </p:nvSpPr>
              <p:spPr bwMode="auto">
                <a:xfrm>
                  <a:off x="2313" y="2188"/>
                  <a:ext cx="240" cy="240"/>
                </a:xfrm>
                <a:prstGeom prst="ellipse">
                  <a:avLst/>
                </a:prstGeom>
                <a:solidFill>
                  <a:srgbClr val="EAEAEA"/>
                </a:solidFill>
                <a:ln w="9525">
                  <a:solidFill>
                    <a:srgbClr val="EAEAEA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86" name="Text Box 34"/>
                <p:cNvSpPr txBox="1">
                  <a:spLocks noChangeArrowheads="1"/>
                </p:cNvSpPr>
                <p:nvPr/>
              </p:nvSpPr>
              <p:spPr bwMode="auto">
                <a:xfrm>
                  <a:off x="1100" y="2016"/>
                  <a:ext cx="958" cy="539"/>
                </a:xfrm>
                <a:prstGeom prst="rect">
                  <a:avLst/>
                </a:prstGeom>
                <a:solidFill>
                  <a:srgbClr val="EAEAEA"/>
                </a:solidFill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algn="ctr" defTabSz="938213" eaLnBrk="0" hangingPunct="0"/>
                  <a:r>
                    <a:rPr lang="en-US" sz="1800">
                      <a:solidFill>
                        <a:srgbClr val="EAEAEA"/>
                      </a:solidFill>
                      <a:latin typeface="Arial Narrow" pitchFamily="34" charset="0"/>
                    </a:rPr>
                    <a:t>SHEP </a:t>
                  </a:r>
                </a:p>
                <a:p>
                  <a:pPr algn="ctr" defTabSz="938213" eaLnBrk="0" hangingPunct="0"/>
                  <a:r>
                    <a:rPr lang="en-US" sz="1800">
                      <a:solidFill>
                        <a:srgbClr val="EAEAEA"/>
                      </a:solidFill>
                      <a:latin typeface="Arial Narrow" pitchFamily="34" charset="0"/>
                    </a:rPr>
                    <a:t>STANDARD</a:t>
                  </a:r>
                </a:p>
                <a:p>
                  <a:pPr algn="ctr" defTabSz="938213" eaLnBrk="0" hangingPunct="0"/>
                  <a:r>
                    <a:rPr lang="en-US" sz="1800">
                      <a:solidFill>
                        <a:srgbClr val="EAEAEA"/>
                      </a:solidFill>
                      <a:latin typeface="Arial Narrow" pitchFamily="34" charset="0"/>
                    </a:rPr>
                    <a:t>PERFORMANCE</a:t>
                  </a:r>
                </a:p>
              </p:txBody>
            </p:sp>
            <p:sp>
              <p:nvSpPr>
                <p:cNvPr id="48187" name="Text Box 35"/>
                <p:cNvSpPr txBox="1">
                  <a:spLocks noChangeArrowheads="1"/>
                </p:cNvSpPr>
                <p:nvPr/>
              </p:nvSpPr>
              <p:spPr bwMode="auto">
                <a:xfrm>
                  <a:off x="2746" y="2189"/>
                  <a:ext cx="1294" cy="193"/>
                </a:xfrm>
                <a:prstGeom prst="rect">
                  <a:avLst/>
                </a:prstGeom>
                <a:solidFill>
                  <a:srgbClr val="EAEAEA"/>
                </a:solidFill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r>
                    <a:rPr lang="en-US" sz="1800">
                      <a:solidFill>
                        <a:srgbClr val="EAEAEA"/>
                      </a:solidFill>
                      <a:latin typeface="Arial Narrow" pitchFamily="34" charset="0"/>
                    </a:rPr>
                    <a:t>CORRECTIVE ACTION</a:t>
                  </a:r>
                </a:p>
              </p:txBody>
            </p:sp>
            <p:sp>
              <p:nvSpPr>
                <p:cNvPr id="48188" name="Freeform 36"/>
                <p:cNvSpPr>
                  <a:spLocks/>
                </p:cNvSpPr>
                <p:nvPr/>
              </p:nvSpPr>
              <p:spPr bwMode="auto">
                <a:xfrm>
                  <a:off x="4713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EAEA"/>
                </a:solidFill>
                <a:ln w="9525">
                  <a:solidFill>
                    <a:srgbClr val="EAEAEA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89" name="Freeform 37"/>
                <p:cNvSpPr>
                  <a:spLocks/>
                </p:cNvSpPr>
                <p:nvPr/>
              </p:nvSpPr>
              <p:spPr bwMode="auto">
                <a:xfrm>
                  <a:off x="2649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EAEA"/>
                </a:solidFill>
                <a:ln w="9525">
                  <a:solidFill>
                    <a:srgbClr val="EAEAEA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90" name="Freeform 38"/>
                <p:cNvSpPr>
                  <a:spLocks/>
                </p:cNvSpPr>
                <p:nvPr/>
              </p:nvSpPr>
              <p:spPr bwMode="auto">
                <a:xfrm>
                  <a:off x="2217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EAEA"/>
                </a:solidFill>
                <a:ln w="9525">
                  <a:solidFill>
                    <a:srgbClr val="EAEAEA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91" name="Text Box 39"/>
                <p:cNvSpPr txBox="1">
                  <a:spLocks noChangeArrowheads="1"/>
                </p:cNvSpPr>
                <p:nvPr/>
              </p:nvSpPr>
              <p:spPr bwMode="auto">
                <a:xfrm>
                  <a:off x="2302" y="2182"/>
                  <a:ext cx="34" cy="213"/>
                </a:xfrm>
                <a:prstGeom prst="rect">
                  <a:avLst/>
                </a:prstGeom>
                <a:solidFill>
                  <a:srgbClr val="EAEAEA"/>
                </a:solidFill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endParaRPr lang="en-US" sz="2000" b="0">
                    <a:solidFill>
                      <a:srgbClr val="EAEAEA"/>
                    </a:solidFill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48144" name="Group 40"/>
            <p:cNvGrpSpPr>
              <a:grpSpLocks/>
            </p:cNvGrpSpPr>
            <p:nvPr/>
          </p:nvGrpSpPr>
          <p:grpSpPr bwMode="auto">
            <a:xfrm>
              <a:off x="1307" y="2227"/>
              <a:ext cx="4349" cy="1365"/>
              <a:chOff x="1100" y="2017"/>
              <a:chExt cx="3718" cy="1234"/>
            </a:xfrm>
          </p:grpSpPr>
          <p:sp>
            <p:nvSpPr>
              <p:cNvPr id="48164" name="Line 41"/>
              <p:cNvSpPr>
                <a:spLocks noChangeShapeType="1"/>
              </p:cNvSpPr>
              <p:nvPr/>
            </p:nvSpPr>
            <p:spPr bwMode="auto">
              <a:xfrm>
                <a:off x="2448" y="3024"/>
                <a:ext cx="1920" cy="0"/>
              </a:xfrm>
              <a:prstGeom prst="line">
                <a:avLst/>
              </a:prstGeom>
              <a:noFill/>
              <a:ln w="9525">
                <a:solidFill>
                  <a:srgbClr val="DDDDDD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8165" name="Text Box 42"/>
              <p:cNvSpPr txBox="1">
                <a:spLocks noChangeArrowheads="1"/>
              </p:cNvSpPr>
              <p:nvPr/>
            </p:nvSpPr>
            <p:spPr bwMode="auto">
              <a:xfrm>
                <a:off x="2760" y="2711"/>
                <a:ext cx="1266" cy="540"/>
              </a:xfrm>
              <a:prstGeom prst="rect">
                <a:avLst/>
              </a:prstGeom>
              <a:solidFill>
                <a:srgbClr val="DDDDDD"/>
              </a:solidFill>
              <a:ln w="9525">
                <a:solidFill>
                  <a:srgbClr val="DDDDDD"/>
                </a:solidFill>
                <a:miter lim="800000"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pPr algn="ctr" defTabSz="938213" eaLnBrk="0" hangingPunct="0"/>
                <a:r>
                  <a:rPr lang="en-US" sz="1800" u="sng">
                    <a:solidFill>
                      <a:srgbClr val="DDDDDD"/>
                    </a:solidFill>
                    <a:latin typeface="Arial Narrow" pitchFamily="34" charset="0"/>
                  </a:rPr>
                  <a:t>INTERIM CHECKLIST:</a:t>
                </a:r>
              </a:p>
              <a:p>
                <a:pPr algn="ctr" defTabSz="938213" eaLnBrk="0" hangingPunct="0"/>
                <a:r>
                  <a:rPr lang="en-US" sz="1800">
                    <a:solidFill>
                      <a:srgbClr val="DDDDDD"/>
                    </a:solidFill>
                    <a:latin typeface="Arial Narrow" pitchFamily="34" charset="0"/>
                  </a:rPr>
                  <a:t>SAFETY INSPECTION</a:t>
                </a:r>
              </a:p>
              <a:p>
                <a:pPr algn="ctr" defTabSz="938213" eaLnBrk="0" hangingPunct="0"/>
                <a:r>
                  <a:rPr lang="en-US" sz="1800">
                    <a:solidFill>
                      <a:srgbClr val="DDDDDD"/>
                    </a:solidFill>
                    <a:latin typeface="Arial Narrow" pitchFamily="34" charset="0"/>
                  </a:rPr>
                  <a:t>  SAFETY PROGRAM</a:t>
                </a:r>
              </a:p>
            </p:txBody>
          </p:sp>
          <p:sp>
            <p:nvSpPr>
              <p:cNvPr id="48166" name="Line 43"/>
              <p:cNvSpPr>
                <a:spLocks noChangeShapeType="1"/>
              </p:cNvSpPr>
              <p:nvPr/>
            </p:nvSpPr>
            <p:spPr bwMode="auto">
              <a:xfrm flipV="1">
                <a:off x="4368" y="2304"/>
                <a:ext cx="0" cy="720"/>
              </a:xfrm>
              <a:prstGeom prst="line">
                <a:avLst/>
              </a:prstGeom>
              <a:noFill/>
              <a:ln w="9525">
                <a:solidFill>
                  <a:srgbClr val="DDDDDD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grpSp>
            <p:nvGrpSpPr>
              <p:cNvPr id="48167" name="Group 44"/>
              <p:cNvGrpSpPr>
                <a:grpSpLocks/>
              </p:cNvGrpSpPr>
              <p:nvPr/>
            </p:nvGrpSpPr>
            <p:grpSpPr bwMode="auto">
              <a:xfrm>
                <a:off x="2370" y="2448"/>
                <a:ext cx="126" cy="576"/>
                <a:chOff x="2370" y="2448"/>
                <a:chExt cx="126" cy="576"/>
              </a:xfrm>
            </p:grpSpPr>
            <p:sp>
              <p:nvSpPr>
                <p:cNvPr id="48177" name="Line 45"/>
                <p:cNvSpPr>
                  <a:spLocks noChangeShapeType="1"/>
                </p:cNvSpPr>
                <p:nvPr/>
              </p:nvSpPr>
              <p:spPr bwMode="auto">
                <a:xfrm flipH="1">
                  <a:off x="2432" y="2456"/>
                  <a:ext cx="1" cy="568"/>
                </a:xfrm>
                <a:prstGeom prst="line">
                  <a:avLst/>
                </a:prstGeom>
                <a:noFill/>
                <a:ln w="9525">
                  <a:solidFill>
                    <a:srgbClr val="DDDDDD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78" name="Freeform 46"/>
                <p:cNvSpPr>
                  <a:spLocks/>
                </p:cNvSpPr>
                <p:nvPr/>
              </p:nvSpPr>
              <p:spPr bwMode="auto">
                <a:xfrm rot="-5400000">
                  <a:off x="2377" y="2441"/>
                  <a:ext cx="112" cy="126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rgbClr val="DDDDDD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48168" name="Group 47"/>
              <p:cNvGrpSpPr>
                <a:grpSpLocks/>
              </p:cNvGrpSpPr>
              <p:nvPr/>
            </p:nvGrpSpPr>
            <p:grpSpPr bwMode="auto">
              <a:xfrm>
                <a:off x="1100" y="2017"/>
                <a:ext cx="3718" cy="540"/>
                <a:chOff x="1100" y="2017"/>
                <a:chExt cx="3718" cy="540"/>
              </a:xfrm>
            </p:grpSpPr>
            <p:sp>
              <p:nvSpPr>
                <p:cNvPr id="48169" name="Line 48"/>
                <p:cNvSpPr>
                  <a:spLocks noChangeShapeType="1"/>
                </p:cNvSpPr>
                <p:nvPr/>
              </p:nvSpPr>
              <p:spPr bwMode="auto">
                <a:xfrm>
                  <a:off x="1737" y="2300"/>
                  <a:ext cx="3024" cy="16"/>
                </a:xfrm>
                <a:prstGeom prst="line">
                  <a:avLst/>
                </a:prstGeom>
                <a:noFill/>
                <a:ln w="9525">
                  <a:solidFill>
                    <a:srgbClr val="DDDDDD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70" name="Oval 49"/>
                <p:cNvSpPr>
                  <a:spLocks noChangeArrowheads="1"/>
                </p:cNvSpPr>
                <p:nvPr/>
              </p:nvSpPr>
              <p:spPr bwMode="auto">
                <a:xfrm>
                  <a:off x="2313" y="2188"/>
                  <a:ext cx="240" cy="240"/>
                </a:xfrm>
                <a:prstGeom prst="ellipse">
                  <a:avLst/>
                </a:prstGeom>
                <a:solidFill>
                  <a:srgbClr val="DDDDDD"/>
                </a:solidFill>
                <a:ln w="9525">
                  <a:solidFill>
                    <a:srgbClr val="DDDDDD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71" name="Text Box 50"/>
                <p:cNvSpPr txBox="1">
                  <a:spLocks noChangeArrowheads="1"/>
                </p:cNvSpPr>
                <p:nvPr/>
              </p:nvSpPr>
              <p:spPr bwMode="auto">
                <a:xfrm>
                  <a:off x="1100" y="2017"/>
                  <a:ext cx="958" cy="540"/>
                </a:xfrm>
                <a:prstGeom prst="rect">
                  <a:avLst/>
                </a:prstGeom>
                <a:solidFill>
                  <a:srgbClr val="DDDDDD"/>
                </a:solidFill>
                <a:ln w="9525">
                  <a:solidFill>
                    <a:srgbClr val="DDDDDD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algn="ctr" defTabSz="938213" eaLnBrk="0" hangingPunct="0"/>
                  <a:r>
                    <a:rPr lang="en-US" sz="1800">
                      <a:solidFill>
                        <a:srgbClr val="DDDDDD"/>
                      </a:solidFill>
                      <a:latin typeface="Arial Narrow" pitchFamily="34" charset="0"/>
                    </a:rPr>
                    <a:t>SHEP </a:t>
                  </a:r>
                </a:p>
                <a:p>
                  <a:pPr algn="ctr" defTabSz="938213" eaLnBrk="0" hangingPunct="0"/>
                  <a:r>
                    <a:rPr lang="en-US" sz="1800">
                      <a:solidFill>
                        <a:srgbClr val="DDDDDD"/>
                      </a:solidFill>
                      <a:latin typeface="Arial Narrow" pitchFamily="34" charset="0"/>
                    </a:rPr>
                    <a:t>STANDARD</a:t>
                  </a:r>
                </a:p>
                <a:p>
                  <a:pPr algn="ctr" defTabSz="938213" eaLnBrk="0" hangingPunct="0"/>
                  <a:r>
                    <a:rPr lang="en-US" sz="1800">
                      <a:solidFill>
                        <a:srgbClr val="DDDDDD"/>
                      </a:solidFill>
                      <a:latin typeface="Arial Narrow" pitchFamily="34" charset="0"/>
                    </a:rPr>
                    <a:t>PERFORMANCE</a:t>
                  </a:r>
                </a:p>
              </p:txBody>
            </p:sp>
            <p:sp>
              <p:nvSpPr>
                <p:cNvPr id="48172" name="Text Box 51"/>
                <p:cNvSpPr txBox="1">
                  <a:spLocks noChangeArrowheads="1"/>
                </p:cNvSpPr>
                <p:nvPr/>
              </p:nvSpPr>
              <p:spPr bwMode="auto">
                <a:xfrm>
                  <a:off x="2745" y="2190"/>
                  <a:ext cx="1293" cy="193"/>
                </a:xfrm>
                <a:prstGeom prst="rect">
                  <a:avLst/>
                </a:prstGeom>
                <a:solidFill>
                  <a:srgbClr val="DDDDDD"/>
                </a:solidFill>
                <a:ln w="9525">
                  <a:solidFill>
                    <a:srgbClr val="DDDDDD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r>
                    <a:rPr lang="en-US" sz="1800">
                      <a:solidFill>
                        <a:srgbClr val="DDDDDD"/>
                      </a:solidFill>
                      <a:latin typeface="Arial Narrow" pitchFamily="34" charset="0"/>
                    </a:rPr>
                    <a:t>CORRECTIVE ACTION</a:t>
                  </a:r>
                </a:p>
              </p:txBody>
            </p:sp>
            <p:sp>
              <p:nvSpPr>
                <p:cNvPr id="48173" name="Freeform 52"/>
                <p:cNvSpPr>
                  <a:spLocks/>
                </p:cNvSpPr>
                <p:nvPr/>
              </p:nvSpPr>
              <p:spPr bwMode="auto">
                <a:xfrm>
                  <a:off x="4713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rgbClr val="DDDDDD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74" name="Freeform 53"/>
                <p:cNvSpPr>
                  <a:spLocks/>
                </p:cNvSpPr>
                <p:nvPr/>
              </p:nvSpPr>
              <p:spPr bwMode="auto">
                <a:xfrm>
                  <a:off x="2649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rgbClr val="DDDDDD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75" name="Freeform 54"/>
                <p:cNvSpPr>
                  <a:spLocks/>
                </p:cNvSpPr>
                <p:nvPr/>
              </p:nvSpPr>
              <p:spPr bwMode="auto">
                <a:xfrm>
                  <a:off x="2217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rgbClr val="DDDDDD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76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2302" y="2181"/>
                  <a:ext cx="34" cy="213"/>
                </a:xfrm>
                <a:prstGeom prst="rect">
                  <a:avLst/>
                </a:prstGeom>
                <a:solidFill>
                  <a:srgbClr val="DDDDDD"/>
                </a:solidFill>
                <a:ln w="9525">
                  <a:solidFill>
                    <a:srgbClr val="DDDDDD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endParaRPr lang="en-US" sz="2000" b="0">
                    <a:solidFill>
                      <a:srgbClr val="DDDDDD"/>
                    </a:solidFill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48145" name="Group 56"/>
            <p:cNvGrpSpPr>
              <a:grpSpLocks/>
            </p:cNvGrpSpPr>
            <p:nvPr/>
          </p:nvGrpSpPr>
          <p:grpSpPr bwMode="auto">
            <a:xfrm>
              <a:off x="1362" y="2273"/>
              <a:ext cx="4350" cy="1368"/>
              <a:chOff x="1100" y="2016"/>
              <a:chExt cx="3718" cy="1236"/>
            </a:xfrm>
          </p:grpSpPr>
          <p:sp>
            <p:nvSpPr>
              <p:cNvPr id="48149" name="Line 57"/>
              <p:cNvSpPr>
                <a:spLocks noChangeShapeType="1"/>
              </p:cNvSpPr>
              <p:nvPr/>
            </p:nvSpPr>
            <p:spPr bwMode="auto">
              <a:xfrm>
                <a:off x="2448" y="3024"/>
                <a:ext cx="192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8150" name="Text Box 58"/>
              <p:cNvSpPr txBox="1">
                <a:spLocks noChangeArrowheads="1"/>
              </p:cNvSpPr>
              <p:nvPr/>
            </p:nvSpPr>
            <p:spPr bwMode="auto">
              <a:xfrm>
                <a:off x="2693" y="2713"/>
                <a:ext cx="1266" cy="539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pPr defTabSz="938213" eaLnBrk="0" hangingPunct="0"/>
                <a:r>
                  <a:rPr lang="en-US" sz="1800" u="sng">
                    <a:latin typeface="Arial Narrow" pitchFamily="34" charset="0"/>
                  </a:rPr>
                  <a:t>INTERIM CHECKLIST:</a:t>
                </a:r>
              </a:p>
              <a:p>
                <a:pPr defTabSz="938213" eaLnBrk="0" hangingPunct="0"/>
                <a:r>
                  <a:rPr lang="en-US" sz="1800">
                    <a:latin typeface="Arial Narrow" pitchFamily="34" charset="0"/>
                  </a:rPr>
                  <a:t>SAFETY INSPECTION</a:t>
                </a:r>
                <a:br>
                  <a:rPr lang="en-US" sz="1800">
                    <a:latin typeface="Arial Narrow" pitchFamily="34" charset="0"/>
                  </a:rPr>
                </a:br>
                <a:r>
                  <a:rPr lang="en-US" sz="1800">
                    <a:latin typeface="Arial Narrow" pitchFamily="34" charset="0"/>
                  </a:rPr>
                  <a:t>SAFETY PROGRAM</a:t>
                </a:r>
              </a:p>
            </p:txBody>
          </p:sp>
          <p:sp>
            <p:nvSpPr>
              <p:cNvPr id="48151" name="Line 59"/>
              <p:cNvSpPr>
                <a:spLocks noChangeShapeType="1"/>
              </p:cNvSpPr>
              <p:nvPr/>
            </p:nvSpPr>
            <p:spPr bwMode="auto">
              <a:xfrm flipV="1">
                <a:off x="4368" y="2304"/>
                <a:ext cx="0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lIns="21913" tIns="10958" rIns="21913" bIns="10958">
                <a:spAutoFit/>
              </a:bodyPr>
              <a:lstStyle/>
              <a:p>
                <a:endParaRPr lang="en-US"/>
              </a:p>
            </p:txBody>
          </p:sp>
          <p:grpSp>
            <p:nvGrpSpPr>
              <p:cNvPr id="48152" name="Group 60"/>
              <p:cNvGrpSpPr>
                <a:grpSpLocks/>
              </p:cNvGrpSpPr>
              <p:nvPr/>
            </p:nvGrpSpPr>
            <p:grpSpPr bwMode="auto">
              <a:xfrm>
                <a:off x="2370" y="2448"/>
                <a:ext cx="126" cy="576"/>
                <a:chOff x="2370" y="2448"/>
                <a:chExt cx="126" cy="576"/>
              </a:xfrm>
            </p:grpSpPr>
            <p:sp>
              <p:nvSpPr>
                <p:cNvPr id="48162" name="Line 61"/>
                <p:cNvSpPr>
                  <a:spLocks noChangeShapeType="1"/>
                </p:cNvSpPr>
                <p:nvPr/>
              </p:nvSpPr>
              <p:spPr bwMode="auto">
                <a:xfrm flipH="1">
                  <a:off x="2432" y="2456"/>
                  <a:ext cx="1" cy="5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63" name="Freeform 62"/>
                <p:cNvSpPr>
                  <a:spLocks/>
                </p:cNvSpPr>
                <p:nvPr/>
              </p:nvSpPr>
              <p:spPr bwMode="auto">
                <a:xfrm rot="-5400000">
                  <a:off x="2377" y="2441"/>
                  <a:ext cx="112" cy="126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48153" name="Group 63"/>
              <p:cNvGrpSpPr>
                <a:grpSpLocks/>
              </p:cNvGrpSpPr>
              <p:nvPr/>
            </p:nvGrpSpPr>
            <p:grpSpPr bwMode="auto">
              <a:xfrm>
                <a:off x="1100" y="2016"/>
                <a:ext cx="3718" cy="539"/>
                <a:chOff x="1100" y="2016"/>
                <a:chExt cx="3718" cy="539"/>
              </a:xfrm>
            </p:grpSpPr>
            <p:sp>
              <p:nvSpPr>
                <p:cNvPr id="48154" name="Line 64"/>
                <p:cNvSpPr>
                  <a:spLocks noChangeShapeType="1"/>
                </p:cNvSpPr>
                <p:nvPr/>
              </p:nvSpPr>
              <p:spPr bwMode="auto">
                <a:xfrm>
                  <a:off x="1737" y="2300"/>
                  <a:ext cx="3024" cy="1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55" name="Oval 65"/>
                <p:cNvSpPr>
                  <a:spLocks noChangeArrowheads="1"/>
                </p:cNvSpPr>
                <p:nvPr/>
              </p:nvSpPr>
              <p:spPr bwMode="auto">
                <a:xfrm>
                  <a:off x="2313" y="2188"/>
                  <a:ext cx="240" cy="240"/>
                </a:xfrm>
                <a:prstGeom prst="ellipse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56" name="Text Box 66"/>
                <p:cNvSpPr txBox="1">
                  <a:spLocks noChangeArrowheads="1"/>
                </p:cNvSpPr>
                <p:nvPr/>
              </p:nvSpPr>
              <p:spPr bwMode="auto">
                <a:xfrm>
                  <a:off x="1100" y="2016"/>
                  <a:ext cx="958" cy="539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algn="ctr" defTabSz="938213" eaLnBrk="0" hangingPunct="0"/>
                  <a:r>
                    <a:rPr lang="en-US" sz="1800">
                      <a:latin typeface="Arial Narrow" pitchFamily="34" charset="0"/>
                    </a:rPr>
                    <a:t>HSE </a:t>
                  </a:r>
                </a:p>
                <a:p>
                  <a:pPr algn="ctr" defTabSz="938213" eaLnBrk="0" hangingPunct="0"/>
                  <a:r>
                    <a:rPr lang="en-US" sz="1800">
                      <a:latin typeface="Arial Narrow" pitchFamily="34" charset="0"/>
                    </a:rPr>
                    <a:t>STANDARD</a:t>
                  </a:r>
                </a:p>
                <a:p>
                  <a:pPr algn="ctr" defTabSz="938213" eaLnBrk="0" hangingPunct="0"/>
                  <a:r>
                    <a:rPr lang="en-US" sz="1800">
                      <a:latin typeface="Arial Narrow" pitchFamily="34" charset="0"/>
                    </a:rPr>
                    <a:t>PERFORMANCE</a:t>
                  </a:r>
                </a:p>
              </p:txBody>
            </p:sp>
            <p:sp>
              <p:nvSpPr>
                <p:cNvPr id="48157" name="Text Box 67"/>
                <p:cNvSpPr txBox="1">
                  <a:spLocks noChangeArrowheads="1"/>
                </p:cNvSpPr>
                <p:nvPr/>
              </p:nvSpPr>
              <p:spPr bwMode="auto">
                <a:xfrm>
                  <a:off x="2745" y="2189"/>
                  <a:ext cx="1293" cy="194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r>
                    <a:rPr lang="en-US" sz="1800">
                      <a:latin typeface="Arial Narrow" pitchFamily="34" charset="0"/>
                    </a:rPr>
                    <a:t>CORRECTIVE ACTION</a:t>
                  </a:r>
                </a:p>
              </p:txBody>
            </p:sp>
            <p:sp>
              <p:nvSpPr>
                <p:cNvPr id="48158" name="Freeform 68"/>
                <p:cNvSpPr>
                  <a:spLocks/>
                </p:cNvSpPr>
                <p:nvPr/>
              </p:nvSpPr>
              <p:spPr bwMode="auto">
                <a:xfrm>
                  <a:off x="4713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59" name="Freeform 69"/>
                <p:cNvSpPr>
                  <a:spLocks/>
                </p:cNvSpPr>
                <p:nvPr/>
              </p:nvSpPr>
              <p:spPr bwMode="auto">
                <a:xfrm>
                  <a:off x="2649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60" name="Freeform 70"/>
                <p:cNvSpPr>
                  <a:spLocks/>
                </p:cNvSpPr>
                <p:nvPr/>
              </p:nvSpPr>
              <p:spPr bwMode="auto">
                <a:xfrm>
                  <a:off x="2217" y="2251"/>
                  <a:ext cx="105" cy="113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96 h 96"/>
                    <a:gd name="T4" fmla="*/ 96 w 96"/>
                    <a:gd name="T5" fmla="*/ 48 h 96"/>
                    <a:gd name="T6" fmla="*/ 0 w 96"/>
                    <a:gd name="T7" fmla="*/ 0 h 9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96"/>
                    <a:gd name="T14" fmla="*/ 96 w 96"/>
                    <a:gd name="T15" fmla="*/ 96 h 9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96">
                      <a:moveTo>
                        <a:pt x="0" y="0"/>
                      </a:moveTo>
                      <a:lnTo>
                        <a:pt x="0" y="96"/>
                      </a:lnTo>
                      <a:lnTo>
                        <a:pt x="96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161" name="Text Box 71"/>
                <p:cNvSpPr txBox="1">
                  <a:spLocks noChangeArrowheads="1"/>
                </p:cNvSpPr>
                <p:nvPr/>
              </p:nvSpPr>
              <p:spPr bwMode="auto">
                <a:xfrm>
                  <a:off x="2305" y="2182"/>
                  <a:ext cx="28" cy="20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21913" tIns="10958" rIns="21913" bIns="10958">
                  <a:spAutoFit/>
                </a:bodyPr>
                <a:lstStyle/>
                <a:p>
                  <a:pPr defTabSz="938213" eaLnBrk="0" hangingPunct="0"/>
                  <a:endParaRPr lang="en-US" sz="2000">
                    <a:latin typeface="Times New Roman" pitchFamily="18" charset="0"/>
                  </a:endParaRPr>
                </a:p>
              </p:txBody>
            </p:sp>
          </p:grpSp>
        </p:grpSp>
        <p:sp>
          <p:nvSpPr>
            <p:cNvPr id="48146" name="Text Box 72"/>
            <p:cNvSpPr txBox="1">
              <a:spLocks noChangeArrowheads="1"/>
            </p:cNvSpPr>
            <p:nvPr/>
          </p:nvSpPr>
          <p:spPr bwMode="auto">
            <a:xfrm>
              <a:off x="2522" y="2105"/>
              <a:ext cx="165" cy="2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21913" tIns="10958" rIns="21913" bIns="10958">
              <a:spAutoFit/>
            </a:bodyPr>
            <a:lstStyle/>
            <a:p>
              <a:pPr defTabSz="938213" eaLnBrk="0" hangingPunct="0"/>
              <a:r>
                <a:rPr lang="en-US" sz="2500" b="0">
                  <a:latin typeface="Times New Roman" pitchFamily="18" charset="0"/>
                </a:rPr>
                <a:t>+</a:t>
              </a:r>
              <a:endParaRPr lang="en-US" sz="2000" b="0">
                <a:latin typeface="Times New Roman" pitchFamily="18" charset="0"/>
              </a:endParaRPr>
            </a:p>
          </p:txBody>
        </p:sp>
        <p:sp>
          <p:nvSpPr>
            <p:cNvPr id="48147" name="Line 73"/>
            <p:cNvSpPr>
              <a:spLocks noChangeShapeType="1"/>
            </p:cNvSpPr>
            <p:nvPr/>
          </p:nvSpPr>
          <p:spPr bwMode="auto">
            <a:xfrm flipV="1">
              <a:off x="3100" y="2806"/>
              <a:ext cx="1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lIns="21913" tIns="10958" rIns="21913" bIns="10958">
              <a:spAutoFit/>
            </a:bodyPr>
            <a:lstStyle/>
            <a:p>
              <a:endParaRPr lang="en-US"/>
            </a:p>
          </p:txBody>
        </p:sp>
        <p:sp>
          <p:nvSpPr>
            <p:cNvPr id="48148" name="Text Box 74"/>
            <p:cNvSpPr txBox="1">
              <a:spLocks noChangeArrowheads="1"/>
            </p:cNvSpPr>
            <p:nvPr/>
          </p:nvSpPr>
          <p:spPr bwMode="auto">
            <a:xfrm>
              <a:off x="4848" y="2043"/>
              <a:ext cx="1114" cy="3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21913" tIns="10958" rIns="21913" bIns="10958">
              <a:spAutoFit/>
            </a:bodyPr>
            <a:lstStyle/>
            <a:p>
              <a:pPr defTabSz="938213" eaLnBrk="0" hangingPunct="0"/>
              <a:r>
                <a:rPr lang="en-US" sz="1800">
                  <a:latin typeface="Arial Narrow" pitchFamily="34" charset="0"/>
                </a:rPr>
                <a:t>HSE </a:t>
              </a:r>
            </a:p>
            <a:p>
              <a:pPr defTabSz="938213" eaLnBrk="0" hangingPunct="0"/>
              <a:r>
                <a:rPr lang="en-US" sz="1800">
                  <a:latin typeface="Arial Narrow" pitchFamily="34" charset="0"/>
                </a:rPr>
                <a:t>PERFORMANCE</a:t>
              </a:r>
              <a:endParaRPr lang="en-US" sz="1800" b="0">
                <a:latin typeface="Times New Roman" pitchFamily="18" charset="0"/>
              </a:endParaRPr>
            </a:p>
          </p:txBody>
        </p:sp>
      </p:grpSp>
      <p:sp>
        <p:nvSpPr>
          <p:cNvPr id="48134" name="Rectangle 75"/>
          <p:cNvSpPr>
            <a:spLocks noChangeArrowheads="1"/>
          </p:cNvSpPr>
          <p:nvPr/>
        </p:nvSpPr>
        <p:spPr bwMode="auto">
          <a:xfrm>
            <a:off x="1114425" y="476250"/>
            <a:ext cx="7294563" cy="1654175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3372" tIns="51687" rIns="103372" bIns="51687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grpSp>
        <p:nvGrpSpPr>
          <p:cNvPr id="48135" name="Group 76"/>
          <p:cNvGrpSpPr>
            <a:grpSpLocks/>
          </p:cNvGrpSpPr>
          <p:nvPr/>
        </p:nvGrpSpPr>
        <p:grpSpPr bwMode="auto">
          <a:xfrm>
            <a:off x="1309688" y="717550"/>
            <a:ext cx="1236662" cy="1173163"/>
            <a:chOff x="2492" y="3139"/>
            <a:chExt cx="331" cy="295"/>
          </a:xfrm>
        </p:grpSpPr>
        <p:sp>
          <p:nvSpPr>
            <p:cNvPr id="48137" name="Freeform 77"/>
            <p:cNvSpPr>
              <a:spLocks/>
            </p:cNvSpPr>
            <p:nvPr/>
          </p:nvSpPr>
          <p:spPr bwMode="auto">
            <a:xfrm>
              <a:off x="2514" y="3139"/>
              <a:ext cx="285" cy="295"/>
            </a:xfrm>
            <a:custGeom>
              <a:avLst/>
              <a:gdLst>
                <a:gd name="T0" fmla="*/ 227 w 285"/>
                <a:gd name="T1" fmla="*/ 295 h 295"/>
                <a:gd name="T2" fmla="*/ 238 w 285"/>
                <a:gd name="T3" fmla="*/ 295 h 295"/>
                <a:gd name="T4" fmla="*/ 247 w 285"/>
                <a:gd name="T5" fmla="*/ 292 h 295"/>
                <a:gd name="T6" fmla="*/ 254 w 285"/>
                <a:gd name="T7" fmla="*/ 289 h 295"/>
                <a:gd name="T8" fmla="*/ 262 w 285"/>
                <a:gd name="T9" fmla="*/ 284 h 295"/>
                <a:gd name="T10" fmla="*/ 268 w 285"/>
                <a:gd name="T11" fmla="*/ 278 h 295"/>
                <a:gd name="T12" fmla="*/ 274 w 285"/>
                <a:gd name="T13" fmla="*/ 272 h 295"/>
                <a:gd name="T14" fmla="*/ 279 w 285"/>
                <a:gd name="T15" fmla="*/ 263 h 295"/>
                <a:gd name="T16" fmla="*/ 282 w 285"/>
                <a:gd name="T17" fmla="*/ 255 h 295"/>
                <a:gd name="T18" fmla="*/ 285 w 285"/>
                <a:gd name="T19" fmla="*/ 246 h 295"/>
                <a:gd name="T20" fmla="*/ 285 w 285"/>
                <a:gd name="T21" fmla="*/ 236 h 295"/>
                <a:gd name="T22" fmla="*/ 285 w 285"/>
                <a:gd name="T23" fmla="*/ 58 h 295"/>
                <a:gd name="T24" fmla="*/ 285 w 285"/>
                <a:gd name="T25" fmla="*/ 49 h 295"/>
                <a:gd name="T26" fmla="*/ 282 w 285"/>
                <a:gd name="T27" fmla="*/ 40 h 295"/>
                <a:gd name="T28" fmla="*/ 279 w 285"/>
                <a:gd name="T29" fmla="*/ 32 h 295"/>
                <a:gd name="T30" fmla="*/ 274 w 285"/>
                <a:gd name="T31" fmla="*/ 23 h 295"/>
                <a:gd name="T32" fmla="*/ 268 w 285"/>
                <a:gd name="T33" fmla="*/ 17 h 295"/>
                <a:gd name="T34" fmla="*/ 262 w 285"/>
                <a:gd name="T35" fmla="*/ 11 h 295"/>
                <a:gd name="T36" fmla="*/ 254 w 285"/>
                <a:gd name="T37" fmla="*/ 6 h 295"/>
                <a:gd name="T38" fmla="*/ 247 w 285"/>
                <a:gd name="T39" fmla="*/ 3 h 295"/>
                <a:gd name="T40" fmla="*/ 238 w 285"/>
                <a:gd name="T41" fmla="*/ 0 h 295"/>
                <a:gd name="T42" fmla="*/ 227 w 285"/>
                <a:gd name="T43" fmla="*/ 0 h 295"/>
                <a:gd name="T44" fmla="*/ 57 w 285"/>
                <a:gd name="T45" fmla="*/ 0 h 295"/>
                <a:gd name="T46" fmla="*/ 48 w 285"/>
                <a:gd name="T47" fmla="*/ 0 h 295"/>
                <a:gd name="T48" fmla="*/ 39 w 285"/>
                <a:gd name="T49" fmla="*/ 3 h 295"/>
                <a:gd name="T50" fmla="*/ 31 w 285"/>
                <a:gd name="T51" fmla="*/ 6 h 295"/>
                <a:gd name="T52" fmla="*/ 23 w 285"/>
                <a:gd name="T53" fmla="*/ 11 h 295"/>
                <a:gd name="T54" fmla="*/ 17 w 285"/>
                <a:gd name="T55" fmla="*/ 17 h 295"/>
                <a:gd name="T56" fmla="*/ 11 w 285"/>
                <a:gd name="T57" fmla="*/ 23 h 295"/>
                <a:gd name="T58" fmla="*/ 6 w 285"/>
                <a:gd name="T59" fmla="*/ 32 h 295"/>
                <a:gd name="T60" fmla="*/ 3 w 285"/>
                <a:gd name="T61" fmla="*/ 40 h 295"/>
                <a:gd name="T62" fmla="*/ 1 w 285"/>
                <a:gd name="T63" fmla="*/ 49 h 295"/>
                <a:gd name="T64" fmla="*/ 0 w 285"/>
                <a:gd name="T65" fmla="*/ 58 h 295"/>
                <a:gd name="T66" fmla="*/ 0 w 285"/>
                <a:gd name="T67" fmla="*/ 236 h 295"/>
                <a:gd name="T68" fmla="*/ 1 w 285"/>
                <a:gd name="T69" fmla="*/ 246 h 295"/>
                <a:gd name="T70" fmla="*/ 3 w 285"/>
                <a:gd name="T71" fmla="*/ 255 h 295"/>
                <a:gd name="T72" fmla="*/ 6 w 285"/>
                <a:gd name="T73" fmla="*/ 263 h 295"/>
                <a:gd name="T74" fmla="*/ 11 w 285"/>
                <a:gd name="T75" fmla="*/ 272 h 295"/>
                <a:gd name="T76" fmla="*/ 17 w 285"/>
                <a:gd name="T77" fmla="*/ 278 h 295"/>
                <a:gd name="T78" fmla="*/ 23 w 285"/>
                <a:gd name="T79" fmla="*/ 284 h 295"/>
                <a:gd name="T80" fmla="*/ 31 w 285"/>
                <a:gd name="T81" fmla="*/ 289 h 295"/>
                <a:gd name="T82" fmla="*/ 39 w 285"/>
                <a:gd name="T83" fmla="*/ 292 h 295"/>
                <a:gd name="T84" fmla="*/ 48 w 285"/>
                <a:gd name="T85" fmla="*/ 295 h 295"/>
                <a:gd name="T86" fmla="*/ 57 w 285"/>
                <a:gd name="T87" fmla="*/ 295 h 295"/>
                <a:gd name="T88" fmla="*/ 227 w 285"/>
                <a:gd name="T89" fmla="*/ 295 h 295"/>
                <a:gd name="T90" fmla="*/ 227 w 285"/>
                <a:gd name="T91" fmla="*/ 295 h 2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295"/>
                <a:gd name="T140" fmla="*/ 285 w 285"/>
                <a:gd name="T141" fmla="*/ 295 h 29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295">
                  <a:moveTo>
                    <a:pt x="227" y="295"/>
                  </a:moveTo>
                  <a:lnTo>
                    <a:pt x="238" y="295"/>
                  </a:lnTo>
                  <a:lnTo>
                    <a:pt x="247" y="292"/>
                  </a:lnTo>
                  <a:lnTo>
                    <a:pt x="254" y="289"/>
                  </a:lnTo>
                  <a:lnTo>
                    <a:pt x="262" y="284"/>
                  </a:lnTo>
                  <a:lnTo>
                    <a:pt x="268" y="278"/>
                  </a:lnTo>
                  <a:lnTo>
                    <a:pt x="274" y="272"/>
                  </a:lnTo>
                  <a:lnTo>
                    <a:pt x="279" y="263"/>
                  </a:lnTo>
                  <a:lnTo>
                    <a:pt x="282" y="255"/>
                  </a:lnTo>
                  <a:lnTo>
                    <a:pt x="285" y="246"/>
                  </a:lnTo>
                  <a:lnTo>
                    <a:pt x="285" y="236"/>
                  </a:lnTo>
                  <a:lnTo>
                    <a:pt x="285" y="58"/>
                  </a:lnTo>
                  <a:lnTo>
                    <a:pt x="285" y="49"/>
                  </a:lnTo>
                  <a:lnTo>
                    <a:pt x="282" y="40"/>
                  </a:lnTo>
                  <a:lnTo>
                    <a:pt x="279" y="32"/>
                  </a:lnTo>
                  <a:lnTo>
                    <a:pt x="274" y="23"/>
                  </a:lnTo>
                  <a:lnTo>
                    <a:pt x="268" y="17"/>
                  </a:lnTo>
                  <a:lnTo>
                    <a:pt x="262" y="11"/>
                  </a:lnTo>
                  <a:lnTo>
                    <a:pt x="254" y="6"/>
                  </a:lnTo>
                  <a:lnTo>
                    <a:pt x="247" y="3"/>
                  </a:lnTo>
                  <a:lnTo>
                    <a:pt x="238" y="0"/>
                  </a:lnTo>
                  <a:lnTo>
                    <a:pt x="227" y="0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39" y="3"/>
                  </a:lnTo>
                  <a:lnTo>
                    <a:pt x="31" y="6"/>
                  </a:lnTo>
                  <a:lnTo>
                    <a:pt x="23" y="11"/>
                  </a:lnTo>
                  <a:lnTo>
                    <a:pt x="17" y="17"/>
                  </a:lnTo>
                  <a:lnTo>
                    <a:pt x="11" y="23"/>
                  </a:lnTo>
                  <a:lnTo>
                    <a:pt x="6" y="32"/>
                  </a:lnTo>
                  <a:lnTo>
                    <a:pt x="3" y="40"/>
                  </a:lnTo>
                  <a:lnTo>
                    <a:pt x="1" y="49"/>
                  </a:lnTo>
                  <a:lnTo>
                    <a:pt x="0" y="58"/>
                  </a:lnTo>
                  <a:lnTo>
                    <a:pt x="0" y="236"/>
                  </a:lnTo>
                  <a:lnTo>
                    <a:pt x="1" y="246"/>
                  </a:lnTo>
                  <a:lnTo>
                    <a:pt x="3" y="255"/>
                  </a:lnTo>
                  <a:lnTo>
                    <a:pt x="6" y="263"/>
                  </a:lnTo>
                  <a:lnTo>
                    <a:pt x="11" y="272"/>
                  </a:lnTo>
                  <a:lnTo>
                    <a:pt x="17" y="278"/>
                  </a:lnTo>
                  <a:lnTo>
                    <a:pt x="23" y="284"/>
                  </a:lnTo>
                  <a:lnTo>
                    <a:pt x="31" y="289"/>
                  </a:lnTo>
                  <a:lnTo>
                    <a:pt x="39" y="292"/>
                  </a:lnTo>
                  <a:lnTo>
                    <a:pt x="48" y="295"/>
                  </a:lnTo>
                  <a:lnTo>
                    <a:pt x="57" y="295"/>
                  </a:lnTo>
                  <a:lnTo>
                    <a:pt x="227" y="2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8138" name="Freeform 78"/>
            <p:cNvSpPr>
              <a:spLocks/>
            </p:cNvSpPr>
            <p:nvPr/>
          </p:nvSpPr>
          <p:spPr bwMode="auto">
            <a:xfrm>
              <a:off x="2492" y="3152"/>
              <a:ext cx="178" cy="185"/>
            </a:xfrm>
            <a:custGeom>
              <a:avLst/>
              <a:gdLst>
                <a:gd name="T0" fmla="*/ 156 w 178"/>
                <a:gd name="T1" fmla="*/ 103 h 185"/>
                <a:gd name="T2" fmla="*/ 156 w 178"/>
                <a:gd name="T3" fmla="*/ 100 h 185"/>
                <a:gd name="T4" fmla="*/ 156 w 178"/>
                <a:gd name="T5" fmla="*/ 97 h 185"/>
                <a:gd name="T6" fmla="*/ 156 w 178"/>
                <a:gd name="T7" fmla="*/ 94 h 185"/>
                <a:gd name="T8" fmla="*/ 156 w 178"/>
                <a:gd name="T9" fmla="*/ 91 h 185"/>
                <a:gd name="T10" fmla="*/ 156 w 178"/>
                <a:gd name="T11" fmla="*/ 88 h 185"/>
                <a:gd name="T12" fmla="*/ 156 w 178"/>
                <a:gd name="T13" fmla="*/ 85 h 185"/>
                <a:gd name="T14" fmla="*/ 178 w 178"/>
                <a:gd name="T15" fmla="*/ 76 h 185"/>
                <a:gd name="T16" fmla="*/ 148 w 178"/>
                <a:gd name="T17" fmla="*/ 58 h 185"/>
                <a:gd name="T18" fmla="*/ 145 w 178"/>
                <a:gd name="T19" fmla="*/ 54 h 185"/>
                <a:gd name="T20" fmla="*/ 141 w 178"/>
                <a:gd name="T21" fmla="*/ 49 h 185"/>
                <a:gd name="T22" fmla="*/ 137 w 178"/>
                <a:gd name="T23" fmla="*/ 44 h 185"/>
                <a:gd name="T24" fmla="*/ 119 w 178"/>
                <a:gd name="T25" fmla="*/ 30 h 185"/>
                <a:gd name="T26" fmla="*/ 114 w 178"/>
                <a:gd name="T27" fmla="*/ 28 h 185"/>
                <a:gd name="T28" fmla="*/ 108 w 178"/>
                <a:gd name="T29" fmla="*/ 26 h 185"/>
                <a:gd name="T30" fmla="*/ 103 w 178"/>
                <a:gd name="T31" fmla="*/ 24 h 185"/>
                <a:gd name="T32" fmla="*/ 77 w 178"/>
                <a:gd name="T33" fmla="*/ 0 h 185"/>
                <a:gd name="T34" fmla="*/ 74 w 178"/>
                <a:gd name="T35" fmla="*/ 25 h 185"/>
                <a:gd name="T36" fmla="*/ 69 w 178"/>
                <a:gd name="T37" fmla="*/ 26 h 185"/>
                <a:gd name="T38" fmla="*/ 63 w 178"/>
                <a:gd name="T39" fmla="*/ 28 h 185"/>
                <a:gd name="T40" fmla="*/ 46 w 178"/>
                <a:gd name="T41" fmla="*/ 11 h 185"/>
                <a:gd name="T42" fmla="*/ 39 w 178"/>
                <a:gd name="T43" fmla="*/ 46 h 185"/>
                <a:gd name="T44" fmla="*/ 36 w 178"/>
                <a:gd name="T45" fmla="*/ 51 h 185"/>
                <a:gd name="T46" fmla="*/ 32 w 178"/>
                <a:gd name="T47" fmla="*/ 55 h 185"/>
                <a:gd name="T48" fmla="*/ 30 w 178"/>
                <a:gd name="T49" fmla="*/ 60 h 185"/>
                <a:gd name="T50" fmla="*/ 23 w 178"/>
                <a:gd name="T51" fmla="*/ 83 h 185"/>
                <a:gd name="T52" fmla="*/ 23 w 178"/>
                <a:gd name="T53" fmla="*/ 87 h 185"/>
                <a:gd name="T54" fmla="*/ 22 w 178"/>
                <a:gd name="T55" fmla="*/ 89 h 185"/>
                <a:gd name="T56" fmla="*/ 22 w 178"/>
                <a:gd name="T57" fmla="*/ 92 h 185"/>
                <a:gd name="T58" fmla="*/ 22 w 178"/>
                <a:gd name="T59" fmla="*/ 94 h 185"/>
                <a:gd name="T60" fmla="*/ 22 w 178"/>
                <a:gd name="T61" fmla="*/ 98 h 185"/>
                <a:gd name="T62" fmla="*/ 23 w 178"/>
                <a:gd name="T63" fmla="*/ 101 h 185"/>
                <a:gd name="T64" fmla="*/ 0 w 178"/>
                <a:gd name="T65" fmla="*/ 109 h 185"/>
                <a:gd name="T66" fmla="*/ 31 w 178"/>
                <a:gd name="T67" fmla="*/ 128 h 185"/>
                <a:gd name="T68" fmla="*/ 35 w 178"/>
                <a:gd name="T69" fmla="*/ 132 h 185"/>
                <a:gd name="T70" fmla="*/ 37 w 178"/>
                <a:gd name="T71" fmla="*/ 137 h 185"/>
                <a:gd name="T72" fmla="*/ 41 w 178"/>
                <a:gd name="T73" fmla="*/ 141 h 185"/>
                <a:gd name="T74" fmla="*/ 60 w 178"/>
                <a:gd name="T75" fmla="*/ 155 h 185"/>
                <a:gd name="T76" fmla="*/ 64 w 178"/>
                <a:gd name="T77" fmla="*/ 159 h 185"/>
                <a:gd name="T78" fmla="*/ 71 w 178"/>
                <a:gd name="T79" fmla="*/ 160 h 185"/>
                <a:gd name="T80" fmla="*/ 75 w 178"/>
                <a:gd name="T81" fmla="*/ 162 h 185"/>
                <a:gd name="T82" fmla="*/ 101 w 178"/>
                <a:gd name="T83" fmla="*/ 185 h 185"/>
                <a:gd name="T84" fmla="*/ 105 w 178"/>
                <a:gd name="T85" fmla="*/ 161 h 185"/>
                <a:gd name="T86" fmla="*/ 110 w 178"/>
                <a:gd name="T87" fmla="*/ 160 h 185"/>
                <a:gd name="T88" fmla="*/ 115 w 178"/>
                <a:gd name="T89" fmla="*/ 157 h 185"/>
                <a:gd name="T90" fmla="*/ 133 w 178"/>
                <a:gd name="T91" fmla="*/ 175 h 185"/>
                <a:gd name="T92" fmla="*/ 139 w 178"/>
                <a:gd name="T93" fmla="*/ 139 h 185"/>
                <a:gd name="T94" fmla="*/ 142 w 178"/>
                <a:gd name="T95" fmla="*/ 135 h 185"/>
                <a:gd name="T96" fmla="*/ 146 w 178"/>
                <a:gd name="T97" fmla="*/ 131 h 185"/>
                <a:gd name="T98" fmla="*/ 148 w 178"/>
                <a:gd name="T99" fmla="*/ 127 h 1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8"/>
                <a:gd name="T151" fmla="*/ 0 h 185"/>
                <a:gd name="T152" fmla="*/ 178 w 178"/>
                <a:gd name="T153" fmla="*/ 185 h 18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8" h="185">
                  <a:moveTo>
                    <a:pt x="170" y="133"/>
                  </a:moveTo>
                  <a:lnTo>
                    <a:pt x="178" y="109"/>
                  </a:lnTo>
                  <a:lnTo>
                    <a:pt x="156" y="103"/>
                  </a:lnTo>
                  <a:lnTo>
                    <a:pt x="156" y="101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6" y="97"/>
                  </a:lnTo>
                  <a:lnTo>
                    <a:pt x="156" y="96"/>
                  </a:lnTo>
                  <a:lnTo>
                    <a:pt x="156" y="94"/>
                  </a:lnTo>
                  <a:lnTo>
                    <a:pt x="156" y="92"/>
                  </a:lnTo>
                  <a:lnTo>
                    <a:pt x="156" y="91"/>
                  </a:lnTo>
                  <a:lnTo>
                    <a:pt x="156" y="90"/>
                  </a:lnTo>
                  <a:lnTo>
                    <a:pt x="156" y="89"/>
                  </a:lnTo>
                  <a:lnTo>
                    <a:pt x="156" y="88"/>
                  </a:lnTo>
                  <a:lnTo>
                    <a:pt x="156" y="87"/>
                  </a:lnTo>
                  <a:lnTo>
                    <a:pt x="156" y="85"/>
                  </a:lnTo>
                  <a:lnTo>
                    <a:pt x="156" y="83"/>
                  </a:lnTo>
                  <a:lnTo>
                    <a:pt x="178" y="76"/>
                  </a:lnTo>
                  <a:lnTo>
                    <a:pt x="170" y="53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7" y="57"/>
                  </a:lnTo>
                  <a:lnTo>
                    <a:pt x="146" y="55"/>
                  </a:lnTo>
                  <a:lnTo>
                    <a:pt x="145" y="54"/>
                  </a:lnTo>
                  <a:lnTo>
                    <a:pt x="144" y="52"/>
                  </a:lnTo>
                  <a:lnTo>
                    <a:pt x="142" y="51"/>
                  </a:lnTo>
                  <a:lnTo>
                    <a:pt x="141" y="49"/>
                  </a:lnTo>
                  <a:lnTo>
                    <a:pt x="140" y="47"/>
                  </a:lnTo>
                  <a:lnTo>
                    <a:pt x="139" y="46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33" y="11"/>
                  </a:lnTo>
                  <a:lnTo>
                    <a:pt x="119" y="30"/>
                  </a:lnTo>
                  <a:lnTo>
                    <a:pt x="117" y="29"/>
                  </a:lnTo>
                  <a:lnTo>
                    <a:pt x="115" y="28"/>
                  </a:lnTo>
                  <a:lnTo>
                    <a:pt x="114" y="28"/>
                  </a:lnTo>
                  <a:lnTo>
                    <a:pt x="111" y="27"/>
                  </a:lnTo>
                  <a:lnTo>
                    <a:pt x="110" y="26"/>
                  </a:lnTo>
                  <a:lnTo>
                    <a:pt x="108" y="26"/>
                  </a:lnTo>
                  <a:lnTo>
                    <a:pt x="107" y="25"/>
                  </a:lnTo>
                  <a:lnTo>
                    <a:pt x="105" y="25"/>
                  </a:lnTo>
                  <a:lnTo>
                    <a:pt x="103" y="24"/>
                  </a:lnTo>
                  <a:lnTo>
                    <a:pt x="101" y="24"/>
                  </a:lnTo>
                  <a:lnTo>
                    <a:pt x="101" y="0"/>
                  </a:lnTo>
                  <a:lnTo>
                    <a:pt x="77" y="0"/>
                  </a:lnTo>
                  <a:lnTo>
                    <a:pt x="77" y="24"/>
                  </a:lnTo>
                  <a:lnTo>
                    <a:pt x="75" y="24"/>
                  </a:lnTo>
                  <a:lnTo>
                    <a:pt x="74" y="25"/>
                  </a:lnTo>
                  <a:lnTo>
                    <a:pt x="72" y="25"/>
                  </a:lnTo>
                  <a:lnTo>
                    <a:pt x="71" y="26"/>
                  </a:lnTo>
                  <a:lnTo>
                    <a:pt x="69" y="26"/>
                  </a:lnTo>
                  <a:lnTo>
                    <a:pt x="67" y="27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46" y="11"/>
                  </a:lnTo>
                  <a:lnTo>
                    <a:pt x="27" y="25"/>
                  </a:lnTo>
                  <a:lnTo>
                    <a:pt x="41" y="44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1"/>
                  </a:lnTo>
                  <a:lnTo>
                    <a:pt x="35" y="52"/>
                  </a:lnTo>
                  <a:lnTo>
                    <a:pt x="35" y="54"/>
                  </a:lnTo>
                  <a:lnTo>
                    <a:pt x="32" y="55"/>
                  </a:lnTo>
                  <a:lnTo>
                    <a:pt x="31" y="57"/>
                  </a:lnTo>
                  <a:lnTo>
                    <a:pt x="31" y="58"/>
                  </a:lnTo>
                  <a:lnTo>
                    <a:pt x="30" y="60"/>
                  </a:lnTo>
                  <a:lnTo>
                    <a:pt x="9" y="53"/>
                  </a:lnTo>
                  <a:lnTo>
                    <a:pt x="0" y="76"/>
                  </a:lnTo>
                  <a:lnTo>
                    <a:pt x="23" y="83"/>
                  </a:lnTo>
                  <a:lnTo>
                    <a:pt x="23" y="85"/>
                  </a:lnTo>
                  <a:lnTo>
                    <a:pt x="23" y="87"/>
                  </a:lnTo>
                  <a:lnTo>
                    <a:pt x="22" y="87"/>
                  </a:lnTo>
                  <a:lnTo>
                    <a:pt x="22" y="88"/>
                  </a:lnTo>
                  <a:lnTo>
                    <a:pt x="22" y="89"/>
                  </a:lnTo>
                  <a:lnTo>
                    <a:pt x="22" y="90"/>
                  </a:lnTo>
                  <a:lnTo>
                    <a:pt x="22" y="91"/>
                  </a:lnTo>
                  <a:lnTo>
                    <a:pt x="22" y="92"/>
                  </a:lnTo>
                  <a:lnTo>
                    <a:pt x="22" y="94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2" y="98"/>
                  </a:lnTo>
                  <a:lnTo>
                    <a:pt x="22" y="99"/>
                  </a:lnTo>
                  <a:lnTo>
                    <a:pt x="23" y="100"/>
                  </a:lnTo>
                  <a:lnTo>
                    <a:pt x="23" y="101"/>
                  </a:lnTo>
                  <a:lnTo>
                    <a:pt x="23" y="103"/>
                  </a:lnTo>
                  <a:lnTo>
                    <a:pt x="0" y="109"/>
                  </a:lnTo>
                  <a:lnTo>
                    <a:pt x="9" y="133"/>
                  </a:lnTo>
                  <a:lnTo>
                    <a:pt x="30" y="127"/>
                  </a:lnTo>
                  <a:lnTo>
                    <a:pt x="31" y="128"/>
                  </a:lnTo>
                  <a:lnTo>
                    <a:pt x="31" y="129"/>
                  </a:lnTo>
                  <a:lnTo>
                    <a:pt x="32" y="131"/>
                  </a:lnTo>
                  <a:lnTo>
                    <a:pt x="35" y="132"/>
                  </a:lnTo>
                  <a:lnTo>
                    <a:pt x="35" y="134"/>
                  </a:lnTo>
                  <a:lnTo>
                    <a:pt x="36" y="135"/>
                  </a:lnTo>
                  <a:lnTo>
                    <a:pt x="37" y="137"/>
                  </a:lnTo>
                  <a:lnTo>
                    <a:pt x="38" y="138"/>
                  </a:lnTo>
                  <a:lnTo>
                    <a:pt x="39" y="139"/>
                  </a:lnTo>
                  <a:lnTo>
                    <a:pt x="41" y="141"/>
                  </a:lnTo>
                  <a:lnTo>
                    <a:pt x="27" y="161"/>
                  </a:lnTo>
                  <a:lnTo>
                    <a:pt x="46" y="175"/>
                  </a:lnTo>
                  <a:lnTo>
                    <a:pt x="60" y="155"/>
                  </a:lnTo>
                  <a:lnTo>
                    <a:pt x="61" y="156"/>
                  </a:lnTo>
                  <a:lnTo>
                    <a:pt x="63" y="157"/>
                  </a:lnTo>
                  <a:lnTo>
                    <a:pt x="64" y="159"/>
                  </a:lnTo>
                  <a:lnTo>
                    <a:pt x="67" y="159"/>
                  </a:lnTo>
                  <a:lnTo>
                    <a:pt x="69" y="160"/>
                  </a:lnTo>
                  <a:lnTo>
                    <a:pt x="71" y="160"/>
                  </a:lnTo>
                  <a:lnTo>
                    <a:pt x="72" y="160"/>
                  </a:lnTo>
                  <a:lnTo>
                    <a:pt x="74" y="161"/>
                  </a:lnTo>
                  <a:lnTo>
                    <a:pt x="75" y="162"/>
                  </a:lnTo>
                  <a:lnTo>
                    <a:pt x="77" y="162"/>
                  </a:lnTo>
                  <a:lnTo>
                    <a:pt x="77" y="185"/>
                  </a:lnTo>
                  <a:lnTo>
                    <a:pt x="101" y="185"/>
                  </a:lnTo>
                  <a:lnTo>
                    <a:pt x="101" y="162"/>
                  </a:lnTo>
                  <a:lnTo>
                    <a:pt x="103" y="162"/>
                  </a:lnTo>
                  <a:lnTo>
                    <a:pt x="105" y="161"/>
                  </a:lnTo>
                  <a:lnTo>
                    <a:pt x="107" y="160"/>
                  </a:lnTo>
                  <a:lnTo>
                    <a:pt x="108" y="160"/>
                  </a:lnTo>
                  <a:lnTo>
                    <a:pt x="110" y="160"/>
                  </a:lnTo>
                  <a:lnTo>
                    <a:pt x="111" y="159"/>
                  </a:lnTo>
                  <a:lnTo>
                    <a:pt x="114" y="157"/>
                  </a:lnTo>
                  <a:lnTo>
                    <a:pt x="115" y="157"/>
                  </a:lnTo>
                  <a:lnTo>
                    <a:pt x="117" y="156"/>
                  </a:lnTo>
                  <a:lnTo>
                    <a:pt x="119" y="155"/>
                  </a:lnTo>
                  <a:lnTo>
                    <a:pt x="133" y="175"/>
                  </a:lnTo>
                  <a:lnTo>
                    <a:pt x="151" y="161"/>
                  </a:lnTo>
                  <a:lnTo>
                    <a:pt x="137" y="141"/>
                  </a:lnTo>
                  <a:lnTo>
                    <a:pt x="139" y="139"/>
                  </a:lnTo>
                  <a:lnTo>
                    <a:pt x="140" y="138"/>
                  </a:lnTo>
                  <a:lnTo>
                    <a:pt x="141" y="137"/>
                  </a:lnTo>
                  <a:lnTo>
                    <a:pt x="142" y="135"/>
                  </a:lnTo>
                  <a:lnTo>
                    <a:pt x="144" y="134"/>
                  </a:lnTo>
                  <a:lnTo>
                    <a:pt x="145" y="132"/>
                  </a:lnTo>
                  <a:lnTo>
                    <a:pt x="146" y="131"/>
                  </a:lnTo>
                  <a:lnTo>
                    <a:pt x="147" y="129"/>
                  </a:lnTo>
                  <a:lnTo>
                    <a:pt x="148" y="128"/>
                  </a:lnTo>
                  <a:lnTo>
                    <a:pt x="148" y="127"/>
                  </a:lnTo>
                  <a:lnTo>
                    <a:pt x="170" y="1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8139" name="Freeform 79"/>
            <p:cNvSpPr>
              <a:spLocks/>
            </p:cNvSpPr>
            <p:nvPr/>
          </p:nvSpPr>
          <p:spPr bwMode="auto">
            <a:xfrm>
              <a:off x="2645" y="3234"/>
              <a:ext cx="178" cy="184"/>
            </a:xfrm>
            <a:custGeom>
              <a:avLst/>
              <a:gdLst>
                <a:gd name="T0" fmla="*/ 156 w 178"/>
                <a:gd name="T1" fmla="*/ 102 h 184"/>
                <a:gd name="T2" fmla="*/ 156 w 178"/>
                <a:gd name="T3" fmla="*/ 99 h 184"/>
                <a:gd name="T4" fmla="*/ 156 w 178"/>
                <a:gd name="T5" fmla="*/ 96 h 184"/>
                <a:gd name="T6" fmla="*/ 156 w 178"/>
                <a:gd name="T7" fmla="*/ 94 h 184"/>
                <a:gd name="T8" fmla="*/ 156 w 178"/>
                <a:gd name="T9" fmla="*/ 90 h 184"/>
                <a:gd name="T10" fmla="*/ 156 w 178"/>
                <a:gd name="T11" fmla="*/ 87 h 184"/>
                <a:gd name="T12" fmla="*/ 156 w 178"/>
                <a:gd name="T13" fmla="*/ 84 h 184"/>
                <a:gd name="T14" fmla="*/ 178 w 178"/>
                <a:gd name="T15" fmla="*/ 75 h 184"/>
                <a:gd name="T16" fmla="*/ 148 w 178"/>
                <a:gd name="T17" fmla="*/ 58 h 184"/>
                <a:gd name="T18" fmla="*/ 144 w 178"/>
                <a:gd name="T19" fmla="*/ 53 h 184"/>
                <a:gd name="T20" fmla="*/ 141 w 178"/>
                <a:gd name="T21" fmla="*/ 48 h 184"/>
                <a:gd name="T22" fmla="*/ 137 w 178"/>
                <a:gd name="T23" fmla="*/ 45 h 184"/>
                <a:gd name="T24" fmla="*/ 119 w 178"/>
                <a:gd name="T25" fmla="*/ 30 h 184"/>
                <a:gd name="T26" fmla="*/ 113 w 178"/>
                <a:gd name="T27" fmla="*/ 27 h 184"/>
                <a:gd name="T28" fmla="*/ 108 w 178"/>
                <a:gd name="T29" fmla="*/ 25 h 184"/>
                <a:gd name="T30" fmla="*/ 103 w 178"/>
                <a:gd name="T31" fmla="*/ 23 h 184"/>
                <a:gd name="T32" fmla="*/ 77 w 178"/>
                <a:gd name="T33" fmla="*/ 0 h 184"/>
                <a:gd name="T34" fmla="*/ 74 w 178"/>
                <a:gd name="T35" fmla="*/ 24 h 184"/>
                <a:gd name="T36" fmla="*/ 69 w 178"/>
                <a:gd name="T37" fmla="*/ 25 h 184"/>
                <a:gd name="T38" fmla="*/ 63 w 178"/>
                <a:gd name="T39" fmla="*/ 27 h 184"/>
                <a:gd name="T40" fmla="*/ 46 w 178"/>
                <a:gd name="T41" fmla="*/ 10 h 184"/>
                <a:gd name="T42" fmla="*/ 39 w 178"/>
                <a:gd name="T43" fmla="*/ 46 h 184"/>
                <a:gd name="T44" fmla="*/ 35 w 178"/>
                <a:gd name="T45" fmla="*/ 50 h 184"/>
                <a:gd name="T46" fmla="*/ 32 w 178"/>
                <a:gd name="T47" fmla="*/ 54 h 184"/>
                <a:gd name="T48" fmla="*/ 30 w 178"/>
                <a:gd name="T49" fmla="*/ 59 h 184"/>
                <a:gd name="T50" fmla="*/ 23 w 178"/>
                <a:gd name="T51" fmla="*/ 82 h 184"/>
                <a:gd name="T52" fmla="*/ 23 w 178"/>
                <a:gd name="T53" fmla="*/ 86 h 184"/>
                <a:gd name="T54" fmla="*/ 22 w 178"/>
                <a:gd name="T55" fmla="*/ 88 h 184"/>
                <a:gd name="T56" fmla="*/ 22 w 178"/>
                <a:gd name="T57" fmla="*/ 92 h 184"/>
                <a:gd name="T58" fmla="*/ 22 w 178"/>
                <a:gd name="T59" fmla="*/ 95 h 184"/>
                <a:gd name="T60" fmla="*/ 22 w 178"/>
                <a:gd name="T61" fmla="*/ 97 h 184"/>
                <a:gd name="T62" fmla="*/ 23 w 178"/>
                <a:gd name="T63" fmla="*/ 100 h 184"/>
                <a:gd name="T64" fmla="*/ 0 w 178"/>
                <a:gd name="T65" fmla="*/ 109 h 184"/>
                <a:gd name="T66" fmla="*/ 31 w 178"/>
                <a:gd name="T67" fmla="*/ 127 h 184"/>
                <a:gd name="T68" fmla="*/ 34 w 178"/>
                <a:gd name="T69" fmla="*/ 132 h 184"/>
                <a:gd name="T70" fmla="*/ 36 w 178"/>
                <a:gd name="T71" fmla="*/ 136 h 184"/>
                <a:gd name="T72" fmla="*/ 41 w 178"/>
                <a:gd name="T73" fmla="*/ 141 h 184"/>
                <a:gd name="T74" fmla="*/ 60 w 178"/>
                <a:gd name="T75" fmla="*/ 155 h 184"/>
                <a:gd name="T76" fmla="*/ 64 w 178"/>
                <a:gd name="T77" fmla="*/ 158 h 184"/>
                <a:gd name="T78" fmla="*/ 71 w 178"/>
                <a:gd name="T79" fmla="*/ 159 h 184"/>
                <a:gd name="T80" fmla="*/ 75 w 178"/>
                <a:gd name="T81" fmla="*/ 161 h 184"/>
                <a:gd name="T82" fmla="*/ 101 w 178"/>
                <a:gd name="T83" fmla="*/ 184 h 184"/>
                <a:gd name="T84" fmla="*/ 105 w 178"/>
                <a:gd name="T85" fmla="*/ 160 h 184"/>
                <a:gd name="T86" fmla="*/ 110 w 178"/>
                <a:gd name="T87" fmla="*/ 159 h 184"/>
                <a:gd name="T88" fmla="*/ 115 w 178"/>
                <a:gd name="T89" fmla="*/ 157 h 184"/>
                <a:gd name="T90" fmla="*/ 133 w 178"/>
                <a:gd name="T91" fmla="*/ 174 h 184"/>
                <a:gd name="T92" fmla="*/ 139 w 178"/>
                <a:gd name="T93" fmla="*/ 140 h 184"/>
                <a:gd name="T94" fmla="*/ 142 w 178"/>
                <a:gd name="T95" fmla="*/ 134 h 184"/>
                <a:gd name="T96" fmla="*/ 145 w 178"/>
                <a:gd name="T97" fmla="*/ 130 h 184"/>
                <a:gd name="T98" fmla="*/ 148 w 178"/>
                <a:gd name="T99" fmla="*/ 126 h 18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8"/>
                <a:gd name="T151" fmla="*/ 0 h 184"/>
                <a:gd name="T152" fmla="*/ 178 w 178"/>
                <a:gd name="T153" fmla="*/ 184 h 18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8" h="184">
                  <a:moveTo>
                    <a:pt x="170" y="132"/>
                  </a:moveTo>
                  <a:lnTo>
                    <a:pt x="178" y="109"/>
                  </a:lnTo>
                  <a:lnTo>
                    <a:pt x="156" y="102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6" y="97"/>
                  </a:lnTo>
                  <a:lnTo>
                    <a:pt x="156" y="96"/>
                  </a:lnTo>
                  <a:lnTo>
                    <a:pt x="156" y="95"/>
                  </a:lnTo>
                  <a:lnTo>
                    <a:pt x="156" y="94"/>
                  </a:lnTo>
                  <a:lnTo>
                    <a:pt x="156" y="93"/>
                  </a:lnTo>
                  <a:lnTo>
                    <a:pt x="156" y="92"/>
                  </a:lnTo>
                  <a:lnTo>
                    <a:pt x="156" y="90"/>
                  </a:lnTo>
                  <a:lnTo>
                    <a:pt x="156" y="89"/>
                  </a:lnTo>
                  <a:lnTo>
                    <a:pt x="156" y="88"/>
                  </a:lnTo>
                  <a:lnTo>
                    <a:pt x="156" y="87"/>
                  </a:lnTo>
                  <a:lnTo>
                    <a:pt x="156" y="86"/>
                  </a:lnTo>
                  <a:lnTo>
                    <a:pt x="156" y="84"/>
                  </a:lnTo>
                  <a:lnTo>
                    <a:pt x="156" y="82"/>
                  </a:lnTo>
                  <a:lnTo>
                    <a:pt x="178" y="75"/>
                  </a:lnTo>
                  <a:lnTo>
                    <a:pt x="170" y="52"/>
                  </a:lnTo>
                  <a:lnTo>
                    <a:pt x="148" y="59"/>
                  </a:lnTo>
                  <a:lnTo>
                    <a:pt x="148" y="58"/>
                  </a:lnTo>
                  <a:lnTo>
                    <a:pt x="147" y="56"/>
                  </a:lnTo>
                  <a:lnTo>
                    <a:pt x="145" y="54"/>
                  </a:lnTo>
                  <a:lnTo>
                    <a:pt x="144" y="53"/>
                  </a:lnTo>
                  <a:lnTo>
                    <a:pt x="143" y="51"/>
                  </a:lnTo>
                  <a:lnTo>
                    <a:pt x="142" y="50"/>
                  </a:lnTo>
                  <a:lnTo>
                    <a:pt x="141" y="48"/>
                  </a:lnTo>
                  <a:lnTo>
                    <a:pt x="140" y="47"/>
                  </a:lnTo>
                  <a:lnTo>
                    <a:pt x="139" y="46"/>
                  </a:lnTo>
                  <a:lnTo>
                    <a:pt x="137" y="45"/>
                  </a:lnTo>
                  <a:lnTo>
                    <a:pt x="151" y="24"/>
                  </a:lnTo>
                  <a:lnTo>
                    <a:pt x="133" y="10"/>
                  </a:lnTo>
                  <a:lnTo>
                    <a:pt x="119" y="30"/>
                  </a:lnTo>
                  <a:lnTo>
                    <a:pt x="117" y="28"/>
                  </a:lnTo>
                  <a:lnTo>
                    <a:pt x="115" y="27"/>
                  </a:lnTo>
                  <a:lnTo>
                    <a:pt x="113" y="27"/>
                  </a:lnTo>
                  <a:lnTo>
                    <a:pt x="111" y="26"/>
                  </a:lnTo>
                  <a:lnTo>
                    <a:pt x="110" y="25"/>
                  </a:lnTo>
                  <a:lnTo>
                    <a:pt x="108" y="25"/>
                  </a:lnTo>
                  <a:lnTo>
                    <a:pt x="107" y="25"/>
                  </a:lnTo>
                  <a:lnTo>
                    <a:pt x="105" y="24"/>
                  </a:lnTo>
                  <a:lnTo>
                    <a:pt x="103" y="23"/>
                  </a:lnTo>
                  <a:lnTo>
                    <a:pt x="101" y="23"/>
                  </a:lnTo>
                  <a:lnTo>
                    <a:pt x="101" y="0"/>
                  </a:lnTo>
                  <a:lnTo>
                    <a:pt x="77" y="0"/>
                  </a:lnTo>
                  <a:lnTo>
                    <a:pt x="77" y="23"/>
                  </a:lnTo>
                  <a:lnTo>
                    <a:pt x="75" y="23"/>
                  </a:lnTo>
                  <a:lnTo>
                    <a:pt x="74" y="24"/>
                  </a:lnTo>
                  <a:lnTo>
                    <a:pt x="72" y="25"/>
                  </a:lnTo>
                  <a:lnTo>
                    <a:pt x="71" y="25"/>
                  </a:lnTo>
                  <a:lnTo>
                    <a:pt x="69" y="25"/>
                  </a:lnTo>
                  <a:lnTo>
                    <a:pt x="66" y="26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2" y="28"/>
                  </a:lnTo>
                  <a:lnTo>
                    <a:pt x="60" y="30"/>
                  </a:lnTo>
                  <a:lnTo>
                    <a:pt x="46" y="10"/>
                  </a:lnTo>
                  <a:lnTo>
                    <a:pt x="27" y="24"/>
                  </a:lnTo>
                  <a:lnTo>
                    <a:pt x="41" y="45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6" y="49"/>
                  </a:lnTo>
                  <a:lnTo>
                    <a:pt x="35" y="50"/>
                  </a:lnTo>
                  <a:lnTo>
                    <a:pt x="34" y="51"/>
                  </a:lnTo>
                  <a:lnTo>
                    <a:pt x="34" y="53"/>
                  </a:lnTo>
                  <a:lnTo>
                    <a:pt x="32" y="54"/>
                  </a:lnTo>
                  <a:lnTo>
                    <a:pt x="31" y="56"/>
                  </a:lnTo>
                  <a:lnTo>
                    <a:pt x="31" y="58"/>
                  </a:lnTo>
                  <a:lnTo>
                    <a:pt x="30" y="59"/>
                  </a:lnTo>
                  <a:lnTo>
                    <a:pt x="9" y="52"/>
                  </a:lnTo>
                  <a:lnTo>
                    <a:pt x="0" y="75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6"/>
                  </a:lnTo>
                  <a:lnTo>
                    <a:pt x="22" y="86"/>
                  </a:lnTo>
                  <a:lnTo>
                    <a:pt x="22" y="87"/>
                  </a:lnTo>
                  <a:lnTo>
                    <a:pt x="22" y="88"/>
                  </a:lnTo>
                  <a:lnTo>
                    <a:pt x="22" y="89"/>
                  </a:lnTo>
                  <a:lnTo>
                    <a:pt x="22" y="90"/>
                  </a:lnTo>
                  <a:lnTo>
                    <a:pt x="22" y="92"/>
                  </a:lnTo>
                  <a:lnTo>
                    <a:pt x="22" y="93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2" y="98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3" y="101"/>
                  </a:lnTo>
                  <a:lnTo>
                    <a:pt x="23" y="102"/>
                  </a:lnTo>
                  <a:lnTo>
                    <a:pt x="0" y="109"/>
                  </a:lnTo>
                  <a:lnTo>
                    <a:pt x="9" y="132"/>
                  </a:lnTo>
                  <a:lnTo>
                    <a:pt x="30" y="126"/>
                  </a:lnTo>
                  <a:lnTo>
                    <a:pt x="31" y="127"/>
                  </a:lnTo>
                  <a:lnTo>
                    <a:pt x="31" y="128"/>
                  </a:lnTo>
                  <a:lnTo>
                    <a:pt x="32" y="130"/>
                  </a:lnTo>
                  <a:lnTo>
                    <a:pt x="34" y="132"/>
                  </a:lnTo>
                  <a:lnTo>
                    <a:pt x="34" y="133"/>
                  </a:lnTo>
                  <a:lnTo>
                    <a:pt x="35" y="134"/>
                  </a:lnTo>
                  <a:lnTo>
                    <a:pt x="36" y="136"/>
                  </a:lnTo>
                  <a:lnTo>
                    <a:pt x="38" y="137"/>
                  </a:lnTo>
                  <a:lnTo>
                    <a:pt x="39" y="140"/>
                  </a:lnTo>
                  <a:lnTo>
                    <a:pt x="41" y="141"/>
                  </a:lnTo>
                  <a:lnTo>
                    <a:pt x="27" y="160"/>
                  </a:lnTo>
                  <a:lnTo>
                    <a:pt x="46" y="174"/>
                  </a:lnTo>
                  <a:lnTo>
                    <a:pt x="60" y="155"/>
                  </a:lnTo>
                  <a:lnTo>
                    <a:pt x="62" y="156"/>
                  </a:lnTo>
                  <a:lnTo>
                    <a:pt x="63" y="157"/>
                  </a:lnTo>
                  <a:lnTo>
                    <a:pt x="64" y="158"/>
                  </a:lnTo>
                  <a:lnTo>
                    <a:pt x="66" y="158"/>
                  </a:lnTo>
                  <a:lnTo>
                    <a:pt x="69" y="159"/>
                  </a:lnTo>
                  <a:lnTo>
                    <a:pt x="71" y="159"/>
                  </a:lnTo>
                  <a:lnTo>
                    <a:pt x="72" y="160"/>
                  </a:lnTo>
                  <a:lnTo>
                    <a:pt x="74" y="160"/>
                  </a:lnTo>
                  <a:lnTo>
                    <a:pt x="75" y="161"/>
                  </a:lnTo>
                  <a:lnTo>
                    <a:pt x="77" y="161"/>
                  </a:lnTo>
                  <a:lnTo>
                    <a:pt x="77" y="184"/>
                  </a:lnTo>
                  <a:lnTo>
                    <a:pt x="101" y="184"/>
                  </a:lnTo>
                  <a:lnTo>
                    <a:pt x="101" y="161"/>
                  </a:lnTo>
                  <a:lnTo>
                    <a:pt x="103" y="161"/>
                  </a:lnTo>
                  <a:lnTo>
                    <a:pt x="105" y="160"/>
                  </a:lnTo>
                  <a:lnTo>
                    <a:pt x="107" y="160"/>
                  </a:lnTo>
                  <a:lnTo>
                    <a:pt x="108" y="159"/>
                  </a:lnTo>
                  <a:lnTo>
                    <a:pt x="110" y="159"/>
                  </a:lnTo>
                  <a:lnTo>
                    <a:pt x="111" y="158"/>
                  </a:lnTo>
                  <a:lnTo>
                    <a:pt x="113" y="158"/>
                  </a:lnTo>
                  <a:lnTo>
                    <a:pt x="115" y="157"/>
                  </a:lnTo>
                  <a:lnTo>
                    <a:pt x="117" y="156"/>
                  </a:lnTo>
                  <a:lnTo>
                    <a:pt x="119" y="155"/>
                  </a:lnTo>
                  <a:lnTo>
                    <a:pt x="133" y="174"/>
                  </a:lnTo>
                  <a:lnTo>
                    <a:pt x="151" y="160"/>
                  </a:lnTo>
                  <a:lnTo>
                    <a:pt x="137" y="141"/>
                  </a:lnTo>
                  <a:lnTo>
                    <a:pt x="139" y="140"/>
                  </a:lnTo>
                  <a:lnTo>
                    <a:pt x="140" y="137"/>
                  </a:lnTo>
                  <a:lnTo>
                    <a:pt x="141" y="136"/>
                  </a:lnTo>
                  <a:lnTo>
                    <a:pt x="142" y="134"/>
                  </a:lnTo>
                  <a:lnTo>
                    <a:pt x="143" y="133"/>
                  </a:lnTo>
                  <a:lnTo>
                    <a:pt x="144" y="131"/>
                  </a:lnTo>
                  <a:lnTo>
                    <a:pt x="145" y="130"/>
                  </a:lnTo>
                  <a:lnTo>
                    <a:pt x="147" y="128"/>
                  </a:lnTo>
                  <a:lnTo>
                    <a:pt x="148" y="127"/>
                  </a:lnTo>
                  <a:lnTo>
                    <a:pt x="148" y="126"/>
                  </a:lnTo>
                  <a:lnTo>
                    <a:pt x="170" y="13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8140" name="Freeform 80"/>
            <p:cNvSpPr>
              <a:spLocks/>
            </p:cNvSpPr>
            <p:nvPr/>
          </p:nvSpPr>
          <p:spPr bwMode="auto">
            <a:xfrm>
              <a:off x="2545" y="3207"/>
              <a:ext cx="72" cy="76"/>
            </a:xfrm>
            <a:custGeom>
              <a:avLst/>
              <a:gdLst>
                <a:gd name="T0" fmla="*/ 0 w 72"/>
                <a:gd name="T1" fmla="*/ 37 h 76"/>
                <a:gd name="T2" fmla="*/ 0 w 72"/>
                <a:gd name="T3" fmla="*/ 32 h 76"/>
                <a:gd name="T4" fmla="*/ 2 w 72"/>
                <a:gd name="T5" fmla="*/ 27 h 76"/>
                <a:gd name="T6" fmla="*/ 4 w 72"/>
                <a:gd name="T7" fmla="*/ 20 h 76"/>
                <a:gd name="T8" fmla="*/ 6 w 72"/>
                <a:gd name="T9" fmla="*/ 16 h 76"/>
                <a:gd name="T10" fmla="*/ 10 w 72"/>
                <a:gd name="T11" fmla="*/ 11 h 76"/>
                <a:gd name="T12" fmla="*/ 15 w 72"/>
                <a:gd name="T13" fmla="*/ 7 h 76"/>
                <a:gd name="T14" fmla="*/ 20 w 72"/>
                <a:gd name="T15" fmla="*/ 4 h 76"/>
                <a:gd name="T16" fmla="*/ 25 w 72"/>
                <a:gd name="T17" fmla="*/ 2 h 76"/>
                <a:gd name="T18" fmla="*/ 31 w 72"/>
                <a:gd name="T19" fmla="*/ 0 h 76"/>
                <a:gd name="T20" fmla="*/ 36 w 72"/>
                <a:gd name="T21" fmla="*/ 0 h 76"/>
                <a:gd name="T22" fmla="*/ 42 w 72"/>
                <a:gd name="T23" fmla="*/ 0 h 76"/>
                <a:gd name="T24" fmla="*/ 48 w 72"/>
                <a:gd name="T25" fmla="*/ 2 h 76"/>
                <a:gd name="T26" fmla="*/ 53 w 72"/>
                <a:gd name="T27" fmla="*/ 4 h 76"/>
                <a:gd name="T28" fmla="*/ 57 w 72"/>
                <a:gd name="T29" fmla="*/ 7 h 76"/>
                <a:gd name="T30" fmla="*/ 62 w 72"/>
                <a:gd name="T31" fmla="*/ 11 h 76"/>
                <a:gd name="T32" fmla="*/ 66 w 72"/>
                <a:gd name="T33" fmla="*/ 16 h 76"/>
                <a:gd name="T34" fmla="*/ 68 w 72"/>
                <a:gd name="T35" fmla="*/ 20 h 76"/>
                <a:gd name="T36" fmla="*/ 70 w 72"/>
                <a:gd name="T37" fmla="*/ 27 h 76"/>
                <a:gd name="T38" fmla="*/ 72 w 72"/>
                <a:gd name="T39" fmla="*/ 32 h 76"/>
                <a:gd name="T40" fmla="*/ 72 w 72"/>
                <a:gd name="T41" fmla="*/ 37 h 76"/>
                <a:gd name="T42" fmla="*/ 72 w 72"/>
                <a:gd name="T43" fmla="*/ 44 h 76"/>
                <a:gd name="T44" fmla="*/ 70 w 72"/>
                <a:gd name="T45" fmla="*/ 50 h 76"/>
                <a:gd name="T46" fmla="*/ 68 w 72"/>
                <a:gd name="T47" fmla="*/ 55 h 76"/>
                <a:gd name="T48" fmla="*/ 66 w 72"/>
                <a:gd name="T49" fmla="*/ 60 h 76"/>
                <a:gd name="T50" fmla="*/ 62 w 72"/>
                <a:gd name="T51" fmla="*/ 65 h 76"/>
                <a:gd name="T52" fmla="*/ 57 w 72"/>
                <a:gd name="T53" fmla="*/ 69 h 76"/>
                <a:gd name="T54" fmla="*/ 53 w 72"/>
                <a:gd name="T55" fmla="*/ 72 h 76"/>
                <a:gd name="T56" fmla="*/ 48 w 72"/>
                <a:gd name="T57" fmla="*/ 74 h 76"/>
                <a:gd name="T58" fmla="*/ 42 w 72"/>
                <a:gd name="T59" fmla="*/ 76 h 76"/>
                <a:gd name="T60" fmla="*/ 36 w 72"/>
                <a:gd name="T61" fmla="*/ 76 h 76"/>
                <a:gd name="T62" fmla="*/ 31 w 72"/>
                <a:gd name="T63" fmla="*/ 76 h 76"/>
                <a:gd name="T64" fmla="*/ 25 w 72"/>
                <a:gd name="T65" fmla="*/ 74 h 76"/>
                <a:gd name="T66" fmla="*/ 20 w 72"/>
                <a:gd name="T67" fmla="*/ 72 h 76"/>
                <a:gd name="T68" fmla="*/ 15 w 72"/>
                <a:gd name="T69" fmla="*/ 69 h 76"/>
                <a:gd name="T70" fmla="*/ 10 w 72"/>
                <a:gd name="T71" fmla="*/ 65 h 76"/>
                <a:gd name="T72" fmla="*/ 6 w 72"/>
                <a:gd name="T73" fmla="*/ 60 h 76"/>
                <a:gd name="T74" fmla="*/ 4 w 72"/>
                <a:gd name="T75" fmla="*/ 55 h 76"/>
                <a:gd name="T76" fmla="*/ 2 w 72"/>
                <a:gd name="T77" fmla="*/ 50 h 76"/>
                <a:gd name="T78" fmla="*/ 0 w 72"/>
                <a:gd name="T79" fmla="*/ 44 h 76"/>
                <a:gd name="T80" fmla="*/ 0 w 72"/>
                <a:gd name="T81" fmla="*/ 37 h 76"/>
                <a:gd name="T82" fmla="*/ 0 w 72"/>
                <a:gd name="T83" fmla="*/ 37 h 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"/>
                <a:gd name="T127" fmla="*/ 0 h 76"/>
                <a:gd name="T128" fmla="*/ 72 w 72"/>
                <a:gd name="T129" fmla="*/ 76 h 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" h="76">
                  <a:moveTo>
                    <a:pt x="0" y="37"/>
                  </a:moveTo>
                  <a:lnTo>
                    <a:pt x="0" y="32"/>
                  </a:lnTo>
                  <a:lnTo>
                    <a:pt x="2" y="27"/>
                  </a:lnTo>
                  <a:lnTo>
                    <a:pt x="4" y="20"/>
                  </a:lnTo>
                  <a:lnTo>
                    <a:pt x="6" y="16"/>
                  </a:lnTo>
                  <a:lnTo>
                    <a:pt x="10" y="11"/>
                  </a:lnTo>
                  <a:lnTo>
                    <a:pt x="15" y="7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48" y="2"/>
                  </a:lnTo>
                  <a:lnTo>
                    <a:pt x="53" y="4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6"/>
                  </a:lnTo>
                  <a:lnTo>
                    <a:pt x="68" y="20"/>
                  </a:lnTo>
                  <a:lnTo>
                    <a:pt x="70" y="27"/>
                  </a:lnTo>
                  <a:lnTo>
                    <a:pt x="72" y="32"/>
                  </a:lnTo>
                  <a:lnTo>
                    <a:pt x="72" y="37"/>
                  </a:lnTo>
                  <a:lnTo>
                    <a:pt x="72" y="44"/>
                  </a:lnTo>
                  <a:lnTo>
                    <a:pt x="70" y="50"/>
                  </a:lnTo>
                  <a:lnTo>
                    <a:pt x="68" y="55"/>
                  </a:lnTo>
                  <a:lnTo>
                    <a:pt x="66" y="60"/>
                  </a:lnTo>
                  <a:lnTo>
                    <a:pt x="62" y="65"/>
                  </a:lnTo>
                  <a:lnTo>
                    <a:pt x="57" y="69"/>
                  </a:lnTo>
                  <a:lnTo>
                    <a:pt x="53" y="72"/>
                  </a:lnTo>
                  <a:lnTo>
                    <a:pt x="48" y="74"/>
                  </a:lnTo>
                  <a:lnTo>
                    <a:pt x="42" y="76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5" y="74"/>
                  </a:lnTo>
                  <a:lnTo>
                    <a:pt x="20" y="72"/>
                  </a:lnTo>
                  <a:lnTo>
                    <a:pt x="15" y="69"/>
                  </a:lnTo>
                  <a:lnTo>
                    <a:pt x="10" y="65"/>
                  </a:lnTo>
                  <a:lnTo>
                    <a:pt x="6" y="60"/>
                  </a:lnTo>
                  <a:lnTo>
                    <a:pt x="4" y="55"/>
                  </a:lnTo>
                  <a:lnTo>
                    <a:pt x="2" y="50"/>
                  </a:lnTo>
                  <a:lnTo>
                    <a:pt x="0" y="44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  <p:sp>
          <p:nvSpPr>
            <p:cNvPr id="48141" name="Freeform 81"/>
            <p:cNvSpPr>
              <a:spLocks/>
            </p:cNvSpPr>
            <p:nvPr/>
          </p:nvSpPr>
          <p:spPr bwMode="auto">
            <a:xfrm>
              <a:off x="2698" y="3288"/>
              <a:ext cx="72" cy="76"/>
            </a:xfrm>
            <a:custGeom>
              <a:avLst/>
              <a:gdLst>
                <a:gd name="T0" fmla="*/ 0 w 72"/>
                <a:gd name="T1" fmla="*/ 38 h 76"/>
                <a:gd name="T2" fmla="*/ 1 w 72"/>
                <a:gd name="T3" fmla="*/ 32 h 76"/>
                <a:gd name="T4" fmla="*/ 2 w 72"/>
                <a:gd name="T5" fmla="*/ 26 h 76"/>
                <a:gd name="T6" fmla="*/ 4 w 72"/>
                <a:gd name="T7" fmla="*/ 20 h 76"/>
                <a:gd name="T8" fmla="*/ 7 w 72"/>
                <a:gd name="T9" fmla="*/ 16 h 76"/>
                <a:gd name="T10" fmla="*/ 10 w 72"/>
                <a:gd name="T11" fmla="*/ 11 h 76"/>
                <a:gd name="T12" fmla="*/ 14 w 72"/>
                <a:gd name="T13" fmla="*/ 7 h 76"/>
                <a:gd name="T14" fmla="*/ 20 w 72"/>
                <a:gd name="T15" fmla="*/ 4 h 76"/>
                <a:gd name="T16" fmla="*/ 25 w 72"/>
                <a:gd name="T17" fmla="*/ 2 h 76"/>
                <a:gd name="T18" fmla="*/ 31 w 72"/>
                <a:gd name="T19" fmla="*/ 0 h 76"/>
                <a:gd name="T20" fmla="*/ 36 w 72"/>
                <a:gd name="T21" fmla="*/ 0 h 76"/>
                <a:gd name="T22" fmla="*/ 42 w 72"/>
                <a:gd name="T23" fmla="*/ 0 h 76"/>
                <a:gd name="T24" fmla="*/ 48 w 72"/>
                <a:gd name="T25" fmla="*/ 2 h 76"/>
                <a:gd name="T26" fmla="*/ 53 w 72"/>
                <a:gd name="T27" fmla="*/ 4 h 76"/>
                <a:gd name="T28" fmla="*/ 57 w 72"/>
                <a:gd name="T29" fmla="*/ 7 h 76"/>
                <a:gd name="T30" fmla="*/ 62 w 72"/>
                <a:gd name="T31" fmla="*/ 11 h 76"/>
                <a:gd name="T32" fmla="*/ 66 w 72"/>
                <a:gd name="T33" fmla="*/ 16 h 76"/>
                <a:gd name="T34" fmla="*/ 68 w 72"/>
                <a:gd name="T35" fmla="*/ 20 h 76"/>
                <a:gd name="T36" fmla="*/ 70 w 72"/>
                <a:gd name="T37" fmla="*/ 26 h 76"/>
                <a:gd name="T38" fmla="*/ 72 w 72"/>
                <a:gd name="T39" fmla="*/ 32 h 76"/>
                <a:gd name="T40" fmla="*/ 72 w 72"/>
                <a:gd name="T41" fmla="*/ 38 h 76"/>
                <a:gd name="T42" fmla="*/ 72 w 72"/>
                <a:gd name="T43" fmla="*/ 45 h 76"/>
                <a:gd name="T44" fmla="*/ 70 w 72"/>
                <a:gd name="T45" fmla="*/ 50 h 76"/>
                <a:gd name="T46" fmla="*/ 68 w 72"/>
                <a:gd name="T47" fmla="*/ 56 h 76"/>
                <a:gd name="T48" fmla="*/ 66 w 72"/>
                <a:gd name="T49" fmla="*/ 60 h 76"/>
                <a:gd name="T50" fmla="*/ 62 w 72"/>
                <a:gd name="T51" fmla="*/ 65 h 76"/>
                <a:gd name="T52" fmla="*/ 57 w 72"/>
                <a:gd name="T53" fmla="*/ 68 h 76"/>
                <a:gd name="T54" fmla="*/ 53 w 72"/>
                <a:gd name="T55" fmla="*/ 72 h 76"/>
                <a:gd name="T56" fmla="*/ 48 w 72"/>
                <a:gd name="T57" fmla="*/ 74 h 76"/>
                <a:gd name="T58" fmla="*/ 42 w 72"/>
                <a:gd name="T59" fmla="*/ 76 h 76"/>
                <a:gd name="T60" fmla="*/ 36 w 72"/>
                <a:gd name="T61" fmla="*/ 76 h 76"/>
                <a:gd name="T62" fmla="*/ 31 w 72"/>
                <a:gd name="T63" fmla="*/ 76 h 76"/>
                <a:gd name="T64" fmla="*/ 25 w 72"/>
                <a:gd name="T65" fmla="*/ 74 h 76"/>
                <a:gd name="T66" fmla="*/ 20 w 72"/>
                <a:gd name="T67" fmla="*/ 72 h 76"/>
                <a:gd name="T68" fmla="*/ 14 w 72"/>
                <a:gd name="T69" fmla="*/ 68 h 76"/>
                <a:gd name="T70" fmla="*/ 10 w 72"/>
                <a:gd name="T71" fmla="*/ 65 h 76"/>
                <a:gd name="T72" fmla="*/ 7 w 72"/>
                <a:gd name="T73" fmla="*/ 60 h 76"/>
                <a:gd name="T74" fmla="*/ 4 w 72"/>
                <a:gd name="T75" fmla="*/ 56 h 76"/>
                <a:gd name="T76" fmla="*/ 2 w 72"/>
                <a:gd name="T77" fmla="*/ 50 h 76"/>
                <a:gd name="T78" fmla="*/ 1 w 72"/>
                <a:gd name="T79" fmla="*/ 45 h 76"/>
                <a:gd name="T80" fmla="*/ 0 w 72"/>
                <a:gd name="T81" fmla="*/ 38 h 76"/>
                <a:gd name="T82" fmla="*/ 0 w 72"/>
                <a:gd name="T83" fmla="*/ 38 h 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"/>
                <a:gd name="T127" fmla="*/ 0 h 76"/>
                <a:gd name="T128" fmla="*/ 72 w 72"/>
                <a:gd name="T129" fmla="*/ 76 h 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" h="76">
                  <a:moveTo>
                    <a:pt x="0" y="38"/>
                  </a:moveTo>
                  <a:lnTo>
                    <a:pt x="1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7" y="16"/>
                  </a:lnTo>
                  <a:lnTo>
                    <a:pt x="10" y="11"/>
                  </a:lnTo>
                  <a:lnTo>
                    <a:pt x="14" y="7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48" y="2"/>
                  </a:lnTo>
                  <a:lnTo>
                    <a:pt x="53" y="4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6"/>
                  </a:lnTo>
                  <a:lnTo>
                    <a:pt x="68" y="20"/>
                  </a:lnTo>
                  <a:lnTo>
                    <a:pt x="70" y="26"/>
                  </a:lnTo>
                  <a:lnTo>
                    <a:pt x="72" y="32"/>
                  </a:lnTo>
                  <a:lnTo>
                    <a:pt x="72" y="38"/>
                  </a:lnTo>
                  <a:lnTo>
                    <a:pt x="72" y="45"/>
                  </a:lnTo>
                  <a:lnTo>
                    <a:pt x="70" y="50"/>
                  </a:lnTo>
                  <a:lnTo>
                    <a:pt x="68" y="56"/>
                  </a:lnTo>
                  <a:lnTo>
                    <a:pt x="66" y="60"/>
                  </a:lnTo>
                  <a:lnTo>
                    <a:pt x="62" y="65"/>
                  </a:lnTo>
                  <a:lnTo>
                    <a:pt x="57" y="68"/>
                  </a:lnTo>
                  <a:lnTo>
                    <a:pt x="53" y="72"/>
                  </a:lnTo>
                  <a:lnTo>
                    <a:pt x="48" y="74"/>
                  </a:lnTo>
                  <a:lnTo>
                    <a:pt x="42" y="76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5" y="74"/>
                  </a:lnTo>
                  <a:lnTo>
                    <a:pt x="20" y="72"/>
                  </a:lnTo>
                  <a:lnTo>
                    <a:pt x="14" y="68"/>
                  </a:lnTo>
                  <a:lnTo>
                    <a:pt x="10" y="65"/>
                  </a:lnTo>
                  <a:lnTo>
                    <a:pt x="7" y="60"/>
                  </a:lnTo>
                  <a:lnTo>
                    <a:pt x="4" y="56"/>
                  </a:lnTo>
                  <a:lnTo>
                    <a:pt x="2" y="50"/>
                  </a:lnTo>
                  <a:lnTo>
                    <a:pt x="1" y="45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wrap="none" lIns="118150" tIns="59077" rIns="118150" bIns="59077" anchor="ctr"/>
            <a:lstStyle/>
            <a:p>
              <a:endParaRPr lang="en-US"/>
            </a:p>
          </p:txBody>
        </p:sp>
      </p:grpSp>
      <p:sp>
        <p:nvSpPr>
          <p:cNvPr id="231506" name="Text Box 82"/>
          <p:cNvSpPr txBox="1">
            <a:spLocks noChangeArrowheads="1"/>
          </p:cNvSpPr>
          <p:nvPr/>
        </p:nvSpPr>
        <p:spPr bwMode="auto">
          <a:xfrm>
            <a:off x="2830513" y="911225"/>
            <a:ext cx="3973512" cy="784225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</p:spPr>
        <p:txBody>
          <a:bodyPr wrap="none" lIns="103372" tIns="51687" rIns="103372" bIns="51687" anchor="ctr"/>
          <a:lstStyle/>
          <a:p>
            <a:pPr defTabSz="938213" eaLnBrk="0" hangingPunct="0">
              <a:defRPr/>
            </a:pPr>
            <a:r>
              <a:rPr lang="en-US" sz="4600">
                <a:solidFill>
                  <a:schemeClr val="bg1"/>
                </a:solidFill>
                <a:latin typeface="Arial Narrow" pitchFamily="34" charset="0"/>
              </a:rPr>
              <a:t>Work In Progress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4"/>
          <p:cNvSpPr>
            <a:spLocks noChangeArrowheads="1"/>
          </p:cNvSpPr>
          <p:nvPr/>
        </p:nvSpPr>
        <p:spPr bwMode="auto">
          <a:xfrm>
            <a:off x="1114425" y="546100"/>
            <a:ext cx="7294563" cy="5575300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93685" tIns="46843" rIns="93685" bIns="4684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49155" name="Rectangle 5"/>
          <p:cNvSpPr>
            <a:spLocks noChangeArrowheads="1"/>
          </p:cNvSpPr>
          <p:nvPr/>
        </p:nvSpPr>
        <p:spPr bwMode="auto">
          <a:xfrm>
            <a:off x="1114425" y="5432425"/>
            <a:ext cx="7294563" cy="733425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9156" name="Rectangle 6"/>
          <p:cNvSpPr>
            <a:spLocks noChangeArrowheads="1"/>
          </p:cNvSpPr>
          <p:nvPr/>
        </p:nvSpPr>
        <p:spPr bwMode="auto">
          <a:xfrm>
            <a:off x="1114425" y="546100"/>
            <a:ext cx="7294563" cy="1652588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103372" tIns="51687" rIns="103372" bIns="51687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232455" name="Text Box 7"/>
          <p:cNvSpPr txBox="1">
            <a:spLocks noChangeArrowheads="1"/>
          </p:cNvSpPr>
          <p:nvPr/>
        </p:nvSpPr>
        <p:spPr bwMode="auto">
          <a:xfrm>
            <a:off x="1216025" y="911225"/>
            <a:ext cx="5632450" cy="922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none" lIns="103372" tIns="51687" rIns="103372" bIns="51687" anchor="ctr"/>
          <a:lstStyle/>
          <a:p>
            <a:pPr defTabSz="819150" eaLnBrk="0" hangingPunct="0">
              <a:defRPr/>
            </a:pPr>
            <a:r>
              <a:rPr lang="en-US" sz="4700">
                <a:latin typeface="Arial Narrow" pitchFamily="34" charset="0"/>
              </a:rPr>
              <a:t>Final Evaluation in CSMS</a:t>
            </a:r>
          </a:p>
        </p:txBody>
      </p:sp>
      <p:sp>
        <p:nvSpPr>
          <p:cNvPr id="232456" name="AutoShape 8"/>
          <p:cNvSpPr>
            <a:spLocks noChangeArrowheads="1"/>
          </p:cNvSpPr>
          <p:nvPr/>
        </p:nvSpPr>
        <p:spPr bwMode="auto">
          <a:xfrm>
            <a:off x="1851025" y="1201738"/>
            <a:ext cx="2476500" cy="2419350"/>
          </a:xfrm>
          <a:prstGeom prst="irregularSeal1">
            <a:avLst/>
          </a:prstGeom>
          <a:gradFill rotWithShape="0">
            <a:gsLst>
              <a:gs pos="0">
                <a:srgbClr val="FF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9159" name="Group 9"/>
          <p:cNvGrpSpPr>
            <a:grpSpLocks/>
          </p:cNvGrpSpPr>
          <p:nvPr/>
        </p:nvGrpSpPr>
        <p:grpSpPr bwMode="auto">
          <a:xfrm>
            <a:off x="3500438" y="2157413"/>
            <a:ext cx="3295650" cy="3694112"/>
            <a:chOff x="2356" y="1581"/>
            <a:chExt cx="2566" cy="2482"/>
          </a:xfrm>
        </p:grpSpPr>
        <p:grpSp>
          <p:nvGrpSpPr>
            <p:cNvPr id="49733" name="Group 10"/>
            <p:cNvGrpSpPr>
              <a:grpSpLocks/>
            </p:cNvGrpSpPr>
            <p:nvPr/>
          </p:nvGrpSpPr>
          <p:grpSpPr bwMode="auto">
            <a:xfrm>
              <a:off x="2356" y="1581"/>
              <a:ext cx="2566" cy="2482"/>
              <a:chOff x="1991" y="1131"/>
              <a:chExt cx="2362" cy="2307"/>
            </a:xfrm>
          </p:grpSpPr>
          <p:sp>
            <p:nvSpPr>
              <p:cNvPr id="49966" name="Freeform 11"/>
              <p:cNvSpPr>
                <a:spLocks/>
              </p:cNvSpPr>
              <p:nvPr/>
            </p:nvSpPr>
            <p:spPr bwMode="auto">
              <a:xfrm>
                <a:off x="1991" y="1131"/>
                <a:ext cx="2362" cy="2307"/>
              </a:xfrm>
              <a:custGeom>
                <a:avLst/>
                <a:gdLst>
                  <a:gd name="T0" fmla="*/ 1708 w 2362"/>
                  <a:gd name="T1" fmla="*/ 129 h 2307"/>
                  <a:gd name="T2" fmla="*/ 1860 w 2362"/>
                  <a:gd name="T3" fmla="*/ 221 h 2307"/>
                  <a:gd name="T4" fmla="*/ 1994 w 2362"/>
                  <a:gd name="T5" fmla="*/ 330 h 2307"/>
                  <a:gd name="T6" fmla="*/ 2110 w 2362"/>
                  <a:gd name="T7" fmla="*/ 456 h 2307"/>
                  <a:gd name="T8" fmla="*/ 2205 w 2362"/>
                  <a:gd name="T9" fmla="*/ 596 h 2307"/>
                  <a:gd name="T10" fmla="*/ 2278 w 2362"/>
                  <a:gd name="T11" fmla="*/ 747 h 2307"/>
                  <a:gd name="T12" fmla="*/ 2329 w 2362"/>
                  <a:gd name="T13" fmla="*/ 905 h 2307"/>
                  <a:gd name="T14" fmla="*/ 2358 w 2362"/>
                  <a:gd name="T15" fmla="*/ 1072 h 2307"/>
                  <a:gd name="T16" fmla="*/ 2360 w 2362"/>
                  <a:gd name="T17" fmla="*/ 1239 h 2307"/>
                  <a:gd name="T18" fmla="*/ 2337 w 2362"/>
                  <a:gd name="T19" fmla="*/ 1409 h 2307"/>
                  <a:gd name="T20" fmla="*/ 2286 w 2362"/>
                  <a:gd name="T21" fmla="*/ 1577 h 2307"/>
                  <a:gd name="T22" fmla="*/ 2210 w 2362"/>
                  <a:gd name="T23" fmla="*/ 1735 h 2307"/>
                  <a:gd name="T24" fmla="*/ 2113 w 2362"/>
                  <a:gd name="T25" fmla="*/ 1877 h 2307"/>
                  <a:gd name="T26" fmla="*/ 1997 w 2362"/>
                  <a:gd name="T27" fmla="*/ 2000 h 2307"/>
                  <a:gd name="T28" fmla="*/ 1865 w 2362"/>
                  <a:gd name="T29" fmla="*/ 2105 h 2307"/>
                  <a:gd name="T30" fmla="*/ 1720 w 2362"/>
                  <a:gd name="T31" fmla="*/ 2188 h 2307"/>
                  <a:gd name="T32" fmla="*/ 1564 w 2362"/>
                  <a:gd name="T33" fmla="*/ 2250 h 2307"/>
                  <a:gd name="T34" fmla="*/ 1398 w 2362"/>
                  <a:gd name="T35" fmla="*/ 2290 h 2307"/>
                  <a:gd name="T36" fmla="*/ 1229 w 2362"/>
                  <a:gd name="T37" fmla="*/ 2307 h 2307"/>
                  <a:gd name="T38" fmla="*/ 1054 w 2362"/>
                  <a:gd name="T39" fmla="*/ 2297 h 2307"/>
                  <a:gd name="T40" fmla="*/ 881 w 2362"/>
                  <a:gd name="T41" fmla="*/ 2264 h 2307"/>
                  <a:gd name="T42" fmla="*/ 709 w 2362"/>
                  <a:gd name="T43" fmla="*/ 2202 h 2307"/>
                  <a:gd name="T44" fmla="*/ 552 w 2362"/>
                  <a:gd name="T45" fmla="*/ 2119 h 2307"/>
                  <a:gd name="T46" fmla="*/ 411 w 2362"/>
                  <a:gd name="T47" fmla="*/ 2014 h 2307"/>
                  <a:gd name="T48" fmla="*/ 289 w 2362"/>
                  <a:gd name="T49" fmla="*/ 1894 h 2307"/>
                  <a:gd name="T50" fmla="*/ 187 w 2362"/>
                  <a:gd name="T51" fmla="*/ 1759 h 2307"/>
                  <a:gd name="T52" fmla="*/ 107 w 2362"/>
                  <a:gd name="T53" fmla="*/ 1611 h 2307"/>
                  <a:gd name="T54" fmla="*/ 47 w 2362"/>
                  <a:gd name="T55" fmla="*/ 1455 h 2307"/>
                  <a:gd name="T56" fmla="*/ 11 w 2362"/>
                  <a:gd name="T57" fmla="*/ 1292 h 2307"/>
                  <a:gd name="T58" fmla="*/ 0 w 2362"/>
                  <a:gd name="T59" fmla="*/ 1124 h 2307"/>
                  <a:gd name="T60" fmla="*/ 15 w 2362"/>
                  <a:gd name="T61" fmla="*/ 954 h 2307"/>
                  <a:gd name="T62" fmla="*/ 56 w 2362"/>
                  <a:gd name="T63" fmla="*/ 785 h 2307"/>
                  <a:gd name="T64" fmla="*/ 124 w 2362"/>
                  <a:gd name="T65" fmla="*/ 623 h 2307"/>
                  <a:gd name="T66" fmla="*/ 215 w 2362"/>
                  <a:gd name="T67" fmla="*/ 475 h 2307"/>
                  <a:gd name="T68" fmla="*/ 325 w 2362"/>
                  <a:gd name="T69" fmla="*/ 345 h 2307"/>
                  <a:gd name="T70" fmla="*/ 452 w 2362"/>
                  <a:gd name="T71" fmla="*/ 235 h 2307"/>
                  <a:gd name="T72" fmla="*/ 592 w 2362"/>
                  <a:gd name="T73" fmla="*/ 144 h 2307"/>
                  <a:gd name="T74" fmla="*/ 746 w 2362"/>
                  <a:gd name="T75" fmla="*/ 75 h 2307"/>
                  <a:gd name="T76" fmla="*/ 908 w 2362"/>
                  <a:gd name="T77" fmla="*/ 27 h 2307"/>
                  <a:gd name="T78" fmla="*/ 1077 w 2362"/>
                  <a:gd name="T79" fmla="*/ 3 h 2307"/>
                  <a:gd name="T80" fmla="*/ 1248 w 2362"/>
                  <a:gd name="T81" fmla="*/ 3 h 2307"/>
                  <a:gd name="T82" fmla="*/ 1424 w 2362"/>
                  <a:gd name="T83" fmla="*/ 30 h 2307"/>
                  <a:gd name="T84" fmla="*/ 1597 w 2362"/>
                  <a:gd name="T85" fmla="*/ 81 h 23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62"/>
                  <a:gd name="T130" fmla="*/ 0 h 2307"/>
                  <a:gd name="T131" fmla="*/ 2362 w 2362"/>
                  <a:gd name="T132" fmla="*/ 2307 h 23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62" h="2307">
                    <a:moveTo>
                      <a:pt x="1597" y="81"/>
                    </a:moveTo>
                    <a:lnTo>
                      <a:pt x="1653" y="105"/>
                    </a:lnTo>
                    <a:lnTo>
                      <a:pt x="1708" y="129"/>
                    </a:lnTo>
                    <a:lnTo>
                      <a:pt x="1759" y="158"/>
                    </a:lnTo>
                    <a:lnTo>
                      <a:pt x="1810" y="188"/>
                    </a:lnTo>
                    <a:lnTo>
                      <a:pt x="1860" y="221"/>
                    </a:lnTo>
                    <a:lnTo>
                      <a:pt x="1907" y="257"/>
                    </a:lnTo>
                    <a:lnTo>
                      <a:pt x="1950" y="292"/>
                    </a:lnTo>
                    <a:lnTo>
                      <a:pt x="1994" y="330"/>
                    </a:lnTo>
                    <a:lnTo>
                      <a:pt x="2035" y="371"/>
                    </a:lnTo>
                    <a:lnTo>
                      <a:pt x="2073" y="413"/>
                    </a:lnTo>
                    <a:lnTo>
                      <a:pt x="2110" y="456"/>
                    </a:lnTo>
                    <a:lnTo>
                      <a:pt x="2144" y="501"/>
                    </a:lnTo>
                    <a:lnTo>
                      <a:pt x="2175" y="548"/>
                    </a:lnTo>
                    <a:lnTo>
                      <a:pt x="2205" y="596"/>
                    </a:lnTo>
                    <a:lnTo>
                      <a:pt x="2231" y="644"/>
                    </a:lnTo>
                    <a:lnTo>
                      <a:pt x="2255" y="696"/>
                    </a:lnTo>
                    <a:lnTo>
                      <a:pt x="2278" y="747"/>
                    </a:lnTo>
                    <a:lnTo>
                      <a:pt x="2298" y="798"/>
                    </a:lnTo>
                    <a:lnTo>
                      <a:pt x="2315" y="853"/>
                    </a:lnTo>
                    <a:lnTo>
                      <a:pt x="2329" y="905"/>
                    </a:lnTo>
                    <a:lnTo>
                      <a:pt x="2341" y="961"/>
                    </a:lnTo>
                    <a:lnTo>
                      <a:pt x="2350" y="1016"/>
                    </a:lnTo>
                    <a:lnTo>
                      <a:pt x="2358" y="1072"/>
                    </a:lnTo>
                    <a:lnTo>
                      <a:pt x="2361" y="1126"/>
                    </a:lnTo>
                    <a:lnTo>
                      <a:pt x="2362" y="1183"/>
                    </a:lnTo>
                    <a:lnTo>
                      <a:pt x="2360" y="1239"/>
                    </a:lnTo>
                    <a:lnTo>
                      <a:pt x="2355" y="1296"/>
                    </a:lnTo>
                    <a:lnTo>
                      <a:pt x="2347" y="1353"/>
                    </a:lnTo>
                    <a:lnTo>
                      <a:pt x="2337" y="1409"/>
                    </a:lnTo>
                    <a:lnTo>
                      <a:pt x="2322" y="1466"/>
                    </a:lnTo>
                    <a:lnTo>
                      <a:pt x="2306" y="1521"/>
                    </a:lnTo>
                    <a:lnTo>
                      <a:pt x="2286" y="1577"/>
                    </a:lnTo>
                    <a:lnTo>
                      <a:pt x="2263" y="1632"/>
                    </a:lnTo>
                    <a:lnTo>
                      <a:pt x="2237" y="1684"/>
                    </a:lnTo>
                    <a:lnTo>
                      <a:pt x="2210" y="1735"/>
                    </a:lnTo>
                    <a:lnTo>
                      <a:pt x="2179" y="1784"/>
                    </a:lnTo>
                    <a:lnTo>
                      <a:pt x="2147" y="1832"/>
                    </a:lnTo>
                    <a:lnTo>
                      <a:pt x="2113" y="1877"/>
                    </a:lnTo>
                    <a:lnTo>
                      <a:pt x="2075" y="1920"/>
                    </a:lnTo>
                    <a:lnTo>
                      <a:pt x="2037" y="1962"/>
                    </a:lnTo>
                    <a:lnTo>
                      <a:pt x="1997" y="2000"/>
                    </a:lnTo>
                    <a:lnTo>
                      <a:pt x="1954" y="2037"/>
                    </a:lnTo>
                    <a:lnTo>
                      <a:pt x="1910" y="2072"/>
                    </a:lnTo>
                    <a:lnTo>
                      <a:pt x="1865" y="2105"/>
                    </a:lnTo>
                    <a:lnTo>
                      <a:pt x="1817" y="2134"/>
                    </a:lnTo>
                    <a:lnTo>
                      <a:pt x="1770" y="2162"/>
                    </a:lnTo>
                    <a:lnTo>
                      <a:pt x="1720" y="2188"/>
                    </a:lnTo>
                    <a:lnTo>
                      <a:pt x="1669" y="2211"/>
                    </a:lnTo>
                    <a:lnTo>
                      <a:pt x="1616" y="2232"/>
                    </a:lnTo>
                    <a:lnTo>
                      <a:pt x="1564" y="2250"/>
                    </a:lnTo>
                    <a:lnTo>
                      <a:pt x="1509" y="2266"/>
                    </a:lnTo>
                    <a:lnTo>
                      <a:pt x="1453" y="2279"/>
                    </a:lnTo>
                    <a:lnTo>
                      <a:pt x="1398" y="2290"/>
                    </a:lnTo>
                    <a:lnTo>
                      <a:pt x="1341" y="2298"/>
                    </a:lnTo>
                    <a:lnTo>
                      <a:pt x="1285" y="2303"/>
                    </a:lnTo>
                    <a:lnTo>
                      <a:pt x="1229" y="2307"/>
                    </a:lnTo>
                    <a:lnTo>
                      <a:pt x="1170" y="2307"/>
                    </a:lnTo>
                    <a:lnTo>
                      <a:pt x="1113" y="2303"/>
                    </a:lnTo>
                    <a:lnTo>
                      <a:pt x="1054" y="2297"/>
                    </a:lnTo>
                    <a:lnTo>
                      <a:pt x="996" y="2290"/>
                    </a:lnTo>
                    <a:lnTo>
                      <a:pt x="938" y="2277"/>
                    </a:lnTo>
                    <a:lnTo>
                      <a:pt x="881" y="2264"/>
                    </a:lnTo>
                    <a:lnTo>
                      <a:pt x="823" y="2246"/>
                    </a:lnTo>
                    <a:lnTo>
                      <a:pt x="765" y="2225"/>
                    </a:lnTo>
                    <a:lnTo>
                      <a:pt x="709" y="2202"/>
                    </a:lnTo>
                    <a:lnTo>
                      <a:pt x="654" y="2176"/>
                    </a:lnTo>
                    <a:lnTo>
                      <a:pt x="603" y="2149"/>
                    </a:lnTo>
                    <a:lnTo>
                      <a:pt x="552" y="2119"/>
                    </a:lnTo>
                    <a:lnTo>
                      <a:pt x="502" y="2086"/>
                    </a:lnTo>
                    <a:lnTo>
                      <a:pt x="455" y="2050"/>
                    </a:lnTo>
                    <a:lnTo>
                      <a:pt x="411" y="2014"/>
                    </a:lnTo>
                    <a:lnTo>
                      <a:pt x="368" y="1976"/>
                    </a:lnTo>
                    <a:lnTo>
                      <a:pt x="327" y="1935"/>
                    </a:lnTo>
                    <a:lnTo>
                      <a:pt x="289" y="1894"/>
                    </a:lnTo>
                    <a:lnTo>
                      <a:pt x="252" y="1851"/>
                    </a:lnTo>
                    <a:lnTo>
                      <a:pt x="218" y="1805"/>
                    </a:lnTo>
                    <a:lnTo>
                      <a:pt x="187" y="1759"/>
                    </a:lnTo>
                    <a:lnTo>
                      <a:pt x="157" y="1711"/>
                    </a:lnTo>
                    <a:lnTo>
                      <a:pt x="131" y="1661"/>
                    </a:lnTo>
                    <a:lnTo>
                      <a:pt x="107" y="1611"/>
                    </a:lnTo>
                    <a:lnTo>
                      <a:pt x="84" y="1560"/>
                    </a:lnTo>
                    <a:lnTo>
                      <a:pt x="64" y="1509"/>
                    </a:lnTo>
                    <a:lnTo>
                      <a:pt x="47" y="1455"/>
                    </a:lnTo>
                    <a:lnTo>
                      <a:pt x="33" y="1402"/>
                    </a:lnTo>
                    <a:lnTo>
                      <a:pt x="20" y="1346"/>
                    </a:lnTo>
                    <a:lnTo>
                      <a:pt x="11" y="1292"/>
                    </a:lnTo>
                    <a:lnTo>
                      <a:pt x="4" y="1235"/>
                    </a:lnTo>
                    <a:lnTo>
                      <a:pt x="1" y="1181"/>
                    </a:lnTo>
                    <a:lnTo>
                      <a:pt x="0" y="1124"/>
                    </a:lnTo>
                    <a:lnTo>
                      <a:pt x="2" y="1067"/>
                    </a:lnTo>
                    <a:lnTo>
                      <a:pt x="7" y="1010"/>
                    </a:lnTo>
                    <a:lnTo>
                      <a:pt x="15" y="954"/>
                    </a:lnTo>
                    <a:lnTo>
                      <a:pt x="26" y="898"/>
                    </a:lnTo>
                    <a:lnTo>
                      <a:pt x="40" y="841"/>
                    </a:lnTo>
                    <a:lnTo>
                      <a:pt x="56" y="785"/>
                    </a:lnTo>
                    <a:lnTo>
                      <a:pt x="76" y="730"/>
                    </a:lnTo>
                    <a:lnTo>
                      <a:pt x="98" y="675"/>
                    </a:lnTo>
                    <a:lnTo>
                      <a:pt x="124" y="623"/>
                    </a:lnTo>
                    <a:lnTo>
                      <a:pt x="152" y="572"/>
                    </a:lnTo>
                    <a:lnTo>
                      <a:pt x="182" y="523"/>
                    </a:lnTo>
                    <a:lnTo>
                      <a:pt x="215" y="475"/>
                    </a:lnTo>
                    <a:lnTo>
                      <a:pt x="249" y="430"/>
                    </a:lnTo>
                    <a:lnTo>
                      <a:pt x="287" y="387"/>
                    </a:lnTo>
                    <a:lnTo>
                      <a:pt x="325" y="345"/>
                    </a:lnTo>
                    <a:lnTo>
                      <a:pt x="366" y="307"/>
                    </a:lnTo>
                    <a:lnTo>
                      <a:pt x="407" y="269"/>
                    </a:lnTo>
                    <a:lnTo>
                      <a:pt x="452" y="235"/>
                    </a:lnTo>
                    <a:lnTo>
                      <a:pt x="497" y="203"/>
                    </a:lnTo>
                    <a:lnTo>
                      <a:pt x="545" y="173"/>
                    </a:lnTo>
                    <a:lnTo>
                      <a:pt x="592" y="144"/>
                    </a:lnTo>
                    <a:lnTo>
                      <a:pt x="642" y="119"/>
                    </a:lnTo>
                    <a:lnTo>
                      <a:pt x="694" y="96"/>
                    </a:lnTo>
                    <a:lnTo>
                      <a:pt x="746" y="75"/>
                    </a:lnTo>
                    <a:lnTo>
                      <a:pt x="799" y="57"/>
                    </a:lnTo>
                    <a:lnTo>
                      <a:pt x="853" y="41"/>
                    </a:lnTo>
                    <a:lnTo>
                      <a:pt x="908" y="27"/>
                    </a:lnTo>
                    <a:lnTo>
                      <a:pt x="964" y="17"/>
                    </a:lnTo>
                    <a:lnTo>
                      <a:pt x="1020" y="9"/>
                    </a:lnTo>
                    <a:lnTo>
                      <a:pt x="1077" y="3"/>
                    </a:lnTo>
                    <a:lnTo>
                      <a:pt x="1133" y="0"/>
                    </a:lnTo>
                    <a:lnTo>
                      <a:pt x="1191" y="0"/>
                    </a:lnTo>
                    <a:lnTo>
                      <a:pt x="1248" y="3"/>
                    </a:lnTo>
                    <a:lnTo>
                      <a:pt x="1308" y="9"/>
                    </a:lnTo>
                    <a:lnTo>
                      <a:pt x="1366" y="17"/>
                    </a:lnTo>
                    <a:lnTo>
                      <a:pt x="1424" y="30"/>
                    </a:lnTo>
                    <a:lnTo>
                      <a:pt x="1481" y="43"/>
                    </a:lnTo>
                    <a:lnTo>
                      <a:pt x="1539" y="61"/>
                    </a:lnTo>
                    <a:lnTo>
                      <a:pt x="1597" y="81"/>
                    </a:lnTo>
                    <a:close/>
                  </a:path>
                </a:pathLst>
              </a:custGeom>
              <a:solidFill>
                <a:srgbClr val="CCCC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67" name="Freeform 12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68" name="Freeform 13"/>
              <p:cNvSpPr>
                <a:spLocks/>
              </p:cNvSpPr>
              <p:nvPr/>
            </p:nvSpPr>
            <p:spPr bwMode="auto">
              <a:xfrm>
                <a:off x="3707" y="3010"/>
                <a:ext cx="176" cy="83"/>
              </a:xfrm>
              <a:custGeom>
                <a:avLst/>
                <a:gdLst>
                  <a:gd name="T0" fmla="*/ 146 w 176"/>
                  <a:gd name="T1" fmla="*/ 15 h 83"/>
                  <a:gd name="T2" fmla="*/ 155 w 176"/>
                  <a:gd name="T3" fmla="*/ 24 h 83"/>
                  <a:gd name="T4" fmla="*/ 2 w 176"/>
                  <a:gd name="T5" fmla="*/ 83 h 83"/>
                  <a:gd name="T6" fmla="*/ 0 w 176"/>
                  <a:gd name="T7" fmla="*/ 68 h 83"/>
                  <a:gd name="T8" fmla="*/ 153 w 176"/>
                  <a:gd name="T9" fmla="*/ 9 h 83"/>
                  <a:gd name="T10" fmla="*/ 161 w 176"/>
                  <a:gd name="T11" fmla="*/ 20 h 83"/>
                  <a:gd name="T12" fmla="*/ 153 w 176"/>
                  <a:gd name="T13" fmla="*/ 9 h 83"/>
                  <a:gd name="T14" fmla="*/ 176 w 176"/>
                  <a:gd name="T15" fmla="*/ 0 h 83"/>
                  <a:gd name="T16" fmla="*/ 161 w 176"/>
                  <a:gd name="T17" fmla="*/ 20 h 83"/>
                  <a:gd name="T18" fmla="*/ 146 w 176"/>
                  <a:gd name="T19" fmla="*/ 15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6"/>
                  <a:gd name="T31" fmla="*/ 0 h 83"/>
                  <a:gd name="T32" fmla="*/ 176 w 176"/>
                  <a:gd name="T33" fmla="*/ 83 h 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6" h="83">
                    <a:moveTo>
                      <a:pt x="146" y="15"/>
                    </a:moveTo>
                    <a:lnTo>
                      <a:pt x="155" y="24"/>
                    </a:lnTo>
                    <a:lnTo>
                      <a:pt x="2" y="83"/>
                    </a:lnTo>
                    <a:lnTo>
                      <a:pt x="0" y="68"/>
                    </a:lnTo>
                    <a:lnTo>
                      <a:pt x="153" y="9"/>
                    </a:lnTo>
                    <a:lnTo>
                      <a:pt x="161" y="20"/>
                    </a:lnTo>
                    <a:lnTo>
                      <a:pt x="153" y="9"/>
                    </a:lnTo>
                    <a:lnTo>
                      <a:pt x="176" y="0"/>
                    </a:lnTo>
                    <a:lnTo>
                      <a:pt x="161" y="20"/>
                    </a:lnTo>
                    <a:lnTo>
                      <a:pt x="146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69" name="Freeform 14"/>
              <p:cNvSpPr>
                <a:spLocks/>
              </p:cNvSpPr>
              <p:nvPr/>
            </p:nvSpPr>
            <p:spPr bwMode="auto">
              <a:xfrm>
                <a:off x="3760" y="3024"/>
                <a:ext cx="108" cy="142"/>
              </a:xfrm>
              <a:custGeom>
                <a:avLst/>
                <a:gdLst>
                  <a:gd name="T0" fmla="*/ 17 w 108"/>
                  <a:gd name="T1" fmla="*/ 122 h 142"/>
                  <a:gd name="T2" fmla="*/ 1 w 108"/>
                  <a:gd name="T3" fmla="*/ 126 h 142"/>
                  <a:gd name="T4" fmla="*/ 92 w 108"/>
                  <a:gd name="T5" fmla="*/ 0 h 142"/>
                  <a:gd name="T6" fmla="*/ 108 w 108"/>
                  <a:gd name="T7" fmla="*/ 6 h 142"/>
                  <a:gd name="T8" fmla="*/ 16 w 108"/>
                  <a:gd name="T9" fmla="*/ 132 h 142"/>
                  <a:gd name="T10" fmla="*/ 0 w 108"/>
                  <a:gd name="T11" fmla="*/ 134 h 142"/>
                  <a:gd name="T12" fmla="*/ 16 w 108"/>
                  <a:gd name="T13" fmla="*/ 132 h 142"/>
                  <a:gd name="T14" fmla="*/ 7 w 108"/>
                  <a:gd name="T15" fmla="*/ 142 h 142"/>
                  <a:gd name="T16" fmla="*/ 0 w 108"/>
                  <a:gd name="T17" fmla="*/ 134 h 142"/>
                  <a:gd name="T18" fmla="*/ 17 w 108"/>
                  <a:gd name="T19" fmla="*/ 122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8"/>
                  <a:gd name="T31" fmla="*/ 0 h 142"/>
                  <a:gd name="T32" fmla="*/ 108 w 108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8" h="142">
                    <a:moveTo>
                      <a:pt x="17" y="122"/>
                    </a:moveTo>
                    <a:lnTo>
                      <a:pt x="1" y="126"/>
                    </a:lnTo>
                    <a:lnTo>
                      <a:pt x="92" y="0"/>
                    </a:lnTo>
                    <a:lnTo>
                      <a:pt x="108" y="6"/>
                    </a:lnTo>
                    <a:lnTo>
                      <a:pt x="16" y="132"/>
                    </a:lnTo>
                    <a:lnTo>
                      <a:pt x="0" y="134"/>
                    </a:lnTo>
                    <a:lnTo>
                      <a:pt x="16" y="132"/>
                    </a:lnTo>
                    <a:lnTo>
                      <a:pt x="7" y="142"/>
                    </a:lnTo>
                    <a:lnTo>
                      <a:pt x="0" y="134"/>
                    </a:lnTo>
                    <a:lnTo>
                      <a:pt x="17" y="1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0" name="Freeform 15"/>
              <p:cNvSpPr>
                <a:spLocks/>
              </p:cNvSpPr>
              <p:nvPr/>
            </p:nvSpPr>
            <p:spPr bwMode="auto">
              <a:xfrm>
                <a:off x="3691" y="3077"/>
                <a:ext cx="86" cy="81"/>
              </a:xfrm>
              <a:custGeom>
                <a:avLst/>
                <a:gdLst>
                  <a:gd name="T0" fmla="*/ 17 w 86"/>
                  <a:gd name="T1" fmla="*/ 16 h 81"/>
                  <a:gd name="T2" fmla="*/ 25 w 86"/>
                  <a:gd name="T3" fmla="*/ 1 h 81"/>
                  <a:gd name="T4" fmla="*/ 86 w 86"/>
                  <a:gd name="T5" fmla="*/ 68 h 81"/>
                  <a:gd name="T6" fmla="*/ 69 w 86"/>
                  <a:gd name="T7" fmla="*/ 81 h 81"/>
                  <a:gd name="T8" fmla="*/ 7 w 86"/>
                  <a:gd name="T9" fmla="*/ 13 h 81"/>
                  <a:gd name="T10" fmla="*/ 15 w 86"/>
                  <a:gd name="T11" fmla="*/ 0 h 81"/>
                  <a:gd name="T12" fmla="*/ 7 w 86"/>
                  <a:gd name="T13" fmla="*/ 13 h 81"/>
                  <a:gd name="T14" fmla="*/ 0 w 86"/>
                  <a:gd name="T15" fmla="*/ 5 h 81"/>
                  <a:gd name="T16" fmla="*/ 15 w 86"/>
                  <a:gd name="T17" fmla="*/ 0 h 81"/>
                  <a:gd name="T18" fmla="*/ 17 w 86"/>
                  <a:gd name="T19" fmla="*/ 16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1"/>
                  <a:gd name="T32" fmla="*/ 86 w 86"/>
                  <a:gd name="T33" fmla="*/ 81 h 8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1">
                    <a:moveTo>
                      <a:pt x="17" y="16"/>
                    </a:moveTo>
                    <a:lnTo>
                      <a:pt x="25" y="1"/>
                    </a:lnTo>
                    <a:lnTo>
                      <a:pt x="86" y="68"/>
                    </a:lnTo>
                    <a:lnTo>
                      <a:pt x="69" y="81"/>
                    </a:lnTo>
                    <a:lnTo>
                      <a:pt x="7" y="13"/>
                    </a:lnTo>
                    <a:lnTo>
                      <a:pt x="15" y="0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15" y="0"/>
                    </a:lnTo>
                    <a:lnTo>
                      <a:pt x="17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1" name="Freeform 16"/>
              <p:cNvSpPr>
                <a:spLocks/>
              </p:cNvSpPr>
              <p:nvPr/>
            </p:nvSpPr>
            <p:spPr bwMode="auto">
              <a:xfrm>
                <a:off x="3807" y="3037"/>
                <a:ext cx="39" cy="37"/>
              </a:xfrm>
              <a:custGeom>
                <a:avLst/>
                <a:gdLst>
                  <a:gd name="T0" fmla="*/ 0 w 39"/>
                  <a:gd name="T1" fmla="*/ 14 h 37"/>
                  <a:gd name="T2" fmla="*/ 17 w 39"/>
                  <a:gd name="T3" fmla="*/ 0 h 37"/>
                  <a:gd name="T4" fmla="*/ 39 w 39"/>
                  <a:gd name="T5" fmla="*/ 24 h 37"/>
                  <a:gd name="T6" fmla="*/ 22 w 39"/>
                  <a:gd name="T7" fmla="*/ 37 h 37"/>
                  <a:gd name="T8" fmla="*/ 0 w 39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0" y="14"/>
                    </a:moveTo>
                    <a:lnTo>
                      <a:pt x="17" y="0"/>
                    </a:lnTo>
                    <a:lnTo>
                      <a:pt x="39" y="24"/>
                    </a:lnTo>
                    <a:lnTo>
                      <a:pt x="22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2" name="Freeform 17"/>
              <p:cNvSpPr>
                <a:spLocks/>
              </p:cNvSpPr>
              <p:nvPr/>
            </p:nvSpPr>
            <p:spPr bwMode="auto">
              <a:xfrm>
                <a:off x="3611" y="3052"/>
                <a:ext cx="215" cy="153"/>
              </a:xfrm>
              <a:custGeom>
                <a:avLst/>
                <a:gdLst>
                  <a:gd name="T0" fmla="*/ 0 w 215"/>
                  <a:gd name="T1" fmla="*/ 124 h 153"/>
                  <a:gd name="T2" fmla="*/ 0 w 215"/>
                  <a:gd name="T3" fmla="*/ 124 h 153"/>
                  <a:gd name="T4" fmla="*/ 53 w 215"/>
                  <a:gd name="T5" fmla="*/ 95 h 153"/>
                  <a:gd name="T6" fmla="*/ 101 w 215"/>
                  <a:gd name="T7" fmla="*/ 66 h 153"/>
                  <a:gd name="T8" fmla="*/ 149 w 215"/>
                  <a:gd name="T9" fmla="*/ 33 h 153"/>
                  <a:gd name="T10" fmla="*/ 193 w 215"/>
                  <a:gd name="T11" fmla="*/ 0 h 153"/>
                  <a:gd name="T12" fmla="*/ 215 w 215"/>
                  <a:gd name="T13" fmla="*/ 22 h 153"/>
                  <a:gd name="T14" fmla="*/ 168 w 215"/>
                  <a:gd name="T15" fmla="*/ 59 h 153"/>
                  <a:gd name="T16" fmla="*/ 119 w 215"/>
                  <a:gd name="T17" fmla="*/ 92 h 153"/>
                  <a:gd name="T18" fmla="*/ 66 w 215"/>
                  <a:gd name="T19" fmla="*/ 124 h 153"/>
                  <a:gd name="T20" fmla="*/ 11 w 215"/>
                  <a:gd name="T21" fmla="*/ 153 h 153"/>
                  <a:gd name="T22" fmla="*/ 0 w 215"/>
                  <a:gd name="T23" fmla="*/ 124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5"/>
                  <a:gd name="T37" fmla="*/ 0 h 153"/>
                  <a:gd name="T38" fmla="*/ 215 w 215"/>
                  <a:gd name="T39" fmla="*/ 153 h 15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5" h="153">
                    <a:moveTo>
                      <a:pt x="0" y="124"/>
                    </a:moveTo>
                    <a:lnTo>
                      <a:pt x="0" y="124"/>
                    </a:lnTo>
                    <a:lnTo>
                      <a:pt x="53" y="95"/>
                    </a:lnTo>
                    <a:lnTo>
                      <a:pt x="101" y="66"/>
                    </a:lnTo>
                    <a:lnTo>
                      <a:pt x="149" y="33"/>
                    </a:lnTo>
                    <a:lnTo>
                      <a:pt x="193" y="0"/>
                    </a:lnTo>
                    <a:lnTo>
                      <a:pt x="215" y="22"/>
                    </a:lnTo>
                    <a:lnTo>
                      <a:pt x="168" y="59"/>
                    </a:lnTo>
                    <a:lnTo>
                      <a:pt x="119" y="92"/>
                    </a:lnTo>
                    <a:lnTo>
                      <a:pt x="66" y="124"/>
                    </a:lnTo>
                    <a:lnTo>
                      <a:pt x="11" y="153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3" name="Freeform 18"/>
              <p:cNvSpPr>
                <a:spLocks/>
              </p:cNvSpPr>
              <p:nvPr/>
            </p:nvSpPr>
            <p:spPr bwMode="auto">
              <a:xfrm>
                <a:off x="3423" y="3174"/>
                <a:ext cx="197" cy="103"/>
              </a:xfrm>
              <a:custGeom>
                <a:avLst/>
                <a:gdLst>
                  <a:gd name="T0" fmla="*/ 1 w 197"/>
                  <a:gd name="T1" fmla="*/ 68 h 103"/>
                  <a:gd name="T2" fmla="*/ 24 w 197"/>
                  <a:gd name="T3" fmla="*/ 62 h 103"/>
                  <a:gd name="T4" fmla="*/ 47 w 197"/>
                  <a:gd name="T5" fmla="*/ 56 h 103"/>
                  <a:gd name="T6" fmla="*/ 70 w 197"/>
                  <a:gd name="T7" fmla="*/ 49 h 103"/>
                  <a:gd name="T8" fmla="*/ 93 w 197"/>
                  <a:gd name="T9" fmla="*/ 39 h 103"/>
                  <a:gd name="T10" fmla="*/ 116 w 197"/>
                  <a:gd name="T11" fmla="*/ 30 h 103"/>
                  <a:gd name="T12" fmla="*/ 140 w 197"/>
                  <a:gd name="T13" fmla="*/ 21 h 103"/>
                  <a:gd name="T14" fmla="*/ 163 w 197"/>
                  <a:gd name="T15" fmla="*/ 12 h 103"/>
                  <a:gd name="T16" fmla="*/ 185 w 197"/>
                  <a:gd name="T17" fmla="*/ 0 h 103"/>
                  <a:gd name="T18" fmla="*/ 197 w 197"/>
                  <a:gd name="T19" fmla="*/ 30 h 103"/>
                  <a:gd name="T20" fmla="*/ 173 w 197"/>
                  <a:gd name="T21" fmla="*/ 41 h 103"/>
                  <a:gd name="T22" fmla="*/ 148 w 197"/>
                  <a:gd name="T23" fmla="*/ 52 h 103"/>
                  <a:gd name="T24" fmla="*/ 123 w 197"/>
                  <a:gd name="T25" fmla="*/ 63 h 103"/>
                  <a:gd name="T26" fmla="*/ 99 w 197"/>
                  <a:gd name="T27" fmla="*/ 74 h 103"/>
                  <a:gd name="T28" fmla="*/ 74 w 197"/>
                  <a:gd name="T29" fmla="*/ 81 h 103"/>
                  <a:gd name="T30" fmla="*/ 50 w 197"/>
                  <a:gd name="T31" fmla="*/ 90 h 103"/>
                  <a:gd name="T32" fmla="*/ 26 w 197"/>
                  <a:gd name="T33" fmla="*/ 97 h 103"/>
                  <a:gd name="T34" fmla="*/ 0 w 197"/>
                  <a:gd name="T35" fmla="*/ 103 h 103"/>
                  <a:gd name="T36" fmla="*/ 1 w 197"/>
                  <a:gd name="T37" fmla="*/ 68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3"/>
                  <a:gd name="T59" fmla="*/ 197 w 197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3">
                    <a:moveTo>
                      <a:pt x="1" y="68"/>
                    </a:moveTo>
                    <a:lnTo>
                      <a:pt x="24" y="62"/>
                    </a:lnTo>
                    <a:lnTo>
                      <a:pt x="47" y="56"/>
                    </a:lnTo>
                    <a:lnTo>
                      <a:pt x="70" y="49"/>
                    </a:lnTo>
                    <a:lnTo>
                      <a:pt x="93" y="39"/>
                    </a:lnTo>
                    <a:lnTo>
                      <a:pt x="116" y="30"/>
                    </a:lnTo>
                    <a:lnTo>
                      <a:pt x="140" y="21"/>
                    </a:lnTo>
                    <a:lnTo>
                      <a:pt x="163" y="12"/>
                    </a:lnTo>
                    <a:lnTo>
                      <a:pt x="185" y="0"/>
                    </a:lnTo>
                    <a:lnTo>
                      <a:pt x="197" y="30"/>
                    </a:lnTo>
                    <a:lnTo>
                      <a:pt x="173" y="41"/>
                    </a:lnTo>
                    <a:lnTo>
                      <a:pt x="148" y="52"/>
                    </a:lnTo>
                    <a:lnTo>
                      <a:pt x="123" y="63"/>
                    </a:lnTo>
                    <a:lnTo>
                      <a:pt x="99" y="74"/>
                    </a:lnTo>
                    <a:lnTo>
                      <a:pt x="74" y="81"/>
                    </a:lnTo>
                    <a:lnTo>
                      <a:pt x="50" y="90"/>
                    </a:lnTo>
                    <a:lnTo>
                      <a:pt x="26" y="97"/>
                    </a:lnTo>
                    <a:lnTo>
                      <a:pt x="0" y="103"/>
                    </a:lnTo>
                    <a:lnTo>
                      <a:pt x="1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4" name="Freeform 19"/>
              <p:cNvSpPr>
                <a:spLocks/>
              </p:cNvSpPr>
              <p:nvPr/>
            </p:nvSpPr>
            <p:spPr bwMode="auto">
              <a:xfrm>
                <a:off x="3402" y="3241"/>
                <a:ext cx="22" cy="40"/>
              </a:xfrm>
              <a:custGeom>
                <a:avLst/>
                <a:gdLst>
                  <a:gd name="T0" fmla="*/ 21 w 22"/>
                  <a:gd name="T1" fmla="*/ 34 h 40"/>
                  <a:gd name="T2" fmla="*/ 0 w 22"/>
                  <a:gd name="T3" fmla="*/ 40 h 40"/>
                  <a:gd name="T4" fmla="*/ 1 w 22"/>
                  <a:gd name="T5" fmla="*/ 7 h 40"/>
                  <a:gd name="T6" fmla="*/ 22 w 22"/>
                  <a:gd name="T7" fmla="*/ 0 h 40"/>
                  <a:gd name="T8" fmla="*/ 21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1" y="34"/>
                    </a:moveTo>
                    <a:lnTo>
                      <a:pt x="0" y="40"/>
                    </a:lnTo>
                    <a:lnTo>
                      <a:pt x="1" y="7"/>
                    </a:lnTo>
                    <a:lnTo>
                      <a:pt x="22" y="0"/>
                    </a:lnTo>
                    <a:lnTo>
                      <a:pt x="21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5" name="Freeform 20"/>
              <p:cNvSpPr>
                <a:spLocks/>
              </p:cNvSpPr>
              <p:nvPr/>
            </p:nvSpPr>
            <p:spPr bwMode="auto">
              <a:xfrm>
                <a:off x="3708" y="3026"/>
                <a:ext cx="153" cy="126"/>
              </a:xfrm>
              <a:custGeom>
                <a:avLst/>
                <a:gdLst>
                  <a:gd name="T0" fmla="*/ 0 w 153"/>
                  <a:gd name="T1" fmla="*/ 59 h 126"/>
                  <a:gd name="T2" fmla="*/ 153 w 153"/>
                  <a:gd name="T3" fmla="*/ 0 h 126"/>
                  <a:gd name="T4" fmla="*/ 60 w 153"/>
                  <a:gd name="T5" fmla="*/ 126 h 126"/>
                  <a:gd name="T6" fmla="*/ 0 w 153"/>
                  <a:gd name="T7" fmla="*/ 59 h 12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3"/>
                  <a:gd name="T13" fmla="*/ 0 h 126"/>
                  <a:gd name="T14" fmla="*/ 153 w 153"/>
                  <a:gd name="T15" fmla="*/ 126 h 12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3" h="126">
                    <a:moveTo>
                      <a:pt x="0" y="59"/>
                    </a:moveTo>
                    <a:lnTo>
                      <a:pt x="153" y="0"/>
                    </a:lnTo>
                    <a:lnTo>
                      <a:pt x="60" y="12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6" name="Freeform 21"/>
              <p:cNvSpPr>
                <a:spLocks/>
              </p:cNvSpPr>
              <p:nvPr/>
            </p:nvSpPr>
            <p:spPr bwMode="auto">
              <a:xfrm>
                <a:off x="3706" y="3018"/>
                <a:ext cx="167" cy="72"/>
              </a:xfrm>
              <a:custGeom>
                <a:avLst/>
                <a:gdLst>
                  <a:gd name="T0" fmla="*/ 150 w 167"/>
                  <a:gd name="T1" fmla="*/ 8 h 72"/>
                  <a:gd name="T2" fmla="*/ 154 w 167"/>
                  <a:gd name="T3" fmla="*/ 15 h 72"/>
                  <a:gd name="T4" fmla="*/ 1 w 167"/>
                  <a:gd name="T5" fmla="*/ 72 h 72"/>
                  <a:gd name="T6" fmla="*/ 0 w 167"/>
                  <a:gd name="T7" fmla="*/ 64 h 72"/>
                  <a:gd name="T8" fmla="*/ 153 w 167"/>
                  <a:gd name="T9" fmla="*/ 5 h 72"/>
                  <a:gd name="T10" fmla="*/ 158 w 167"/>
                  <a:gd name="T11" fmla="*/ 11 h 72"/>
                  <a:gd name="T12" fmla="*/ 153 w 167"/>
                  <a:gd name="T13" fmla="*/ 5 h 72"/>
                  <a:gd name="T14" fmla="*/ 167 w 167"/>
                  <a:gd name="T15" fmla="*/ 0 h 72"/>
                  <a:gd name="T16" fmla="*/ 158 w 167"/>
                  <a:gd name="T17" fmla="*/ 11 h 72"/>
                  <a:gd name="T18" fmla="*/ 150 w 167"/>
                  <a:gd name="T19" fmla="*/ 8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72"/>
                  <a:gd name="T32" fmla="*/ 167 w 167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72">
                    <a:moveTo>
                      <a:pt x="150" y="8"/>
                    </a:moveTo>
                    <a:lnTo>
                      <a:pt x="154" y="15"/>
                    </a:lnTo>
                    <a:lnTo>
                      <a:pt x="1" y="72"/>
                    </a:lnTo>
                    <a:lnTo>
                      <a:pt x="0" y="64"/>
                    </a:lnTo>
                    <a:lnTo>
                      <a:pt x="153" y="5"/>
                    </a:lnTo>
                    <a:lnTo>
                      <a:pt x="158" y="11"/>
                    </a:lnTo>
                    <a:lnTo>
                      <a:pt x="153" y="5"/>
                    </a:lnTo>
                    <a:lnTo>
                      <a:pt x="167" y="0"/>
                    </a:lnTo>
                    <a:lnTo>
                      <a:pt x="158" y="11"/>
                    </a:lnTo>
                    <a:lnTo>
                      <a:pt x="150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7" name="Freeform 22"/>
              <p:cNvSpPr>
                <a:spLocks/>
              </p:cNvSpPr>
              <p:nvPr/>
            </p:nvSpPr>
            <p:spPr bwMode="auto">
              <a:xfrm>
                <a:off x="3764" y="3024"/>
                <a:ext cx="102" cy="136"/>
              </a:xfrm>
              <a:custGeom>
                <a:avLst/>
                <a:gdLst>
                  <a:gd name="T0" fmla="*/ 10 w 102"/>
                  <a:gd name="T1" fmla="*/ 123 h 136"/>
                  <a:gd name="T2" fmla="*/ 1 w 102"/>
                  <a:gd name="T3" fmla="*/ 125 h 136"/>
                  <a:gd name="T4" fmla="*/ 93 w 102"/>
                  <a:gd name="T5" fmla="*/ 0 h 136"/>
                  <a:gd name="T6" fmla="*/ 102 w 102"/>
                  <a:gd name="T7" fmla="*/ 3 h 136"/>
                  <a:gd name="T8" fmla="*/ 9 w 102"/>
                  <a:gd name="T9" fmla="*/ 130 h 136"/>
                  <a:gd name="T10" fmla="*/ 0 w 102"/>
                  <a:gd name="T11" fmla="*/ 132 h 136"/>
                  <a:gd name="T12" fmla="*/ 9 w 102"/>
                  <a:gd name="T13" fmla="*/ 130 h 136"/>
                  <a:gd name="T14" fmla="*/ 4 w 102"/>
                  <a:gd name="T15" fmla="*/ 136 h 136"/>
                  <a:gd name="T16" fmla="*/ 0 w 102"/>
                  <a:gd name="T17" fmla="*/ 132 h 136"/>
                  <a:gd name="T18" fmla="*/ 10 w 102"/>
                  <a:gd name="T19" fmla="*/ 123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6"/>
                  <a:gd name="T32" fmla="*/ 102 w 102"/>
                  <a:gd name="T33" fmla="*/ 136 h 1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6">
                    <a:moveTo>
                      <a:pt x="10" y="123"/>
                    </a:moveTo>
                    <a:lnTo>
                      <a:pt x="1" y="125"/>
                    </a:lnTo>
                    <a:lnTo>
                      <a:pt x="93" y="0"/>
                    </a:lnTo>
                    <a:lnTo>
                      <a:pt x="102" y="3"/>
                    </a:lnTo>
                    <a:lnTo>
                      <a:pt x="9" y="130"/>
                    </a:lnTo>
                    <a:lnTo>
                      <a:pt x="0" y="132"/>
                    </a:lnTo>
                    <a:lnTo>
                      <a:pt x="9" y="130"/>
                    </a:lnTo>
                    <a:lnTo>
                      <a:pt x="4" y="136"/>
                    </a:lnTo>
                    <a:lnTo>
                      <a:pt x="0" y="132"/>
                    </a:lnTo>
                    <a:lnTo>
                      <a:pt x="10" y="12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8" name="Freeform 23"/>
              <p:cNvSpPr>
                <a:spLocks/>
              </p:cNvSpPr>
              <p:nvPr/>
            </p:nvSpPr>
            <p:spPr bwMode="auto">
              <a:xfrm>
                <a:off x="3700" y="3080"/>
                <a:ext cx="71" cy="77"/>
              </a:xfrm>
              <a:custGeom>
                <a:avLst/>
                <a:gdLst>
                  <a:gd name="T0" fmla="*/ 8 w 71"/>
                  <a:gd name="T1" fmla="*/ 8 h 77"/>
                  <a:gd name="T2" fmla="*/ 13 w 71"/>
                  <a:gd name="T3" fmla="*/ 1 h 77"/>
                  <a:gd name="T4" fmla="*/ 71 w 71"/>
                  <a:gd name="T5" fmla="*/ 70 h 77"/>
                  <a:gd name="T6" fmla="*/ 63 w 71"/>
                  <a:gd name="T7" fmla="*/ 77 h 77"/>
                  <a:gd name="T8" fmla="*/ 3 w 71"/>
                  <a:gd name="T9" fmla="*/ 8 h 77"/>
                  <a:gd name="T10" fmla="*/ 6 w 71"/>
                  <a:gd name="T11" fmla="*/ 0 h 77"/>
                  <a:gd name="T12" fmla="*/ 3 w 71"/>
                  <a:gd name="T13" fmla="*/ 8 h 77"/>
                  <a:gd name="T14" fmla="*/ 0 w 71"/>
                  <a:gd name="T15" fmla="*/ 3 h 77"/>
                  <a:gd name="T16" fmla="*/ 6 w 71"/>
                  <a:gd name="T17" fmla="*/ 0 h 77"/>
                  <a:gd name="T18" fmla="*/ 8 w 71"/>
                  <a:gd name="T19" fmla="*/ 8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1"/>
                  <a:gd name="T31" fmla="*/ 0 h 77"/>
                  <a:gd name="T32" fmla="*/ 71 w 7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1" h="77">
                    <a:moveTo>
                      <a:pt x="8" y="8"/>
                    </a:moveTo>
                    <a:lnTo>
                      <a:pt x="13" y="1"/>
                    </a:lnTo>
                    <a:lnTo>
                      <a:pt x="71" y="70"/>
                    </a:lnTo>
                    <a:lnTo>
                      <a:pt x="63" y="77"/>
                    </a:lnTo>
                    <a:lnTo>
                      <a:pt x="3" y="8"/>
                    </a:lnTo>
                    <a:lnTo>
                      <a:pt x="6" y="0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79" name="Freeform 24"/>
              <p:cNvSpPr>
                <a:spLocks/>
              </p:cNvSpPr>
              <p:nvPr/>
            </p:nvSpPr>
            <p:spPr bwMode="auto">
              <a:xfrm>
                <a:off x="3808" y="3039"/>
                <a:ext cx="34" cy="32"/>
              </a:xfrm>
              <a:custGeom>
                <a:avLst/>
                <a:gdLst>
                  <a:gd name="T0" fmla="*/ 0 w 34"/>
                  <a:gd name="T1" fmla="*/ 13 h 32"/>
                  <a:gd name="T2" fmla="*/ 16 w 34"/>
                  <a:gd name="T3" fmla="*/ 0 h 32"/>
                  <a:gd name="T4" fmla="*/ 34 w 34"/>
                  <a:gd name="T5" fmla="*/ 21 h 32"/>
                  <a:gd name="T6" fmla="*/ 18 w 34"/>
                  <a:gd name="T7" fmla="*/ 32 h 32"/>
                  <a:gd name="T8" fmla="*/ 0 w 34"/>
                  <a:gd name="T9" fmla="*/ 1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2"/>
                  <a:gd name="T17" fmla="*/ 34 w 34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2">
                    <a:moveTo>
                      <a:pt x="0" y="13"/>
                    </a:moveTo>
                    <a:lnTo>
                      <a:pt x="16" y="0"/>
                    </a:lnTo>
                    <a:lnTo>
                      <a:pt x="34" y="21"/>
                    </a:lnTo>
                    <a:lnTo>
                      <a:pt x="18" y="32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0" name="Freeform 25"/>
              <p:cNvSpPr>
                <a:spLocks/>
              </p:cNvSpPr>
              <p:nvPr/>
            </p:nvSpPr>
            <p:spPr bwMode="auto">
              <a:xfrm>
                <a:off x="3612" y="3053"/>
                <a:ext cx="213" cy="151"/>
              </a:xfrm>
              <a:custGeom>
                <a:avLst/>
                <a:gdLst>
                  <a:gd name="T0" fmla="*/ 0 w 213"/>
                  <a:gd name="T1" fmla="*/ 125 h 151"/>
                  <a:gd name="T2" fmla="*/ 0 w 213"/>
                  <a:gd name="T3" fmla="*/ 125 h 151"/>
                  <a:gd name="T4" fmla="*/ 52 w 213"/>
                  <a:gd name="T5" fmla="*/ 97 h 151"/>
                  <a:gd name="T6" fmla="*/ 102 w 213"/>
                  <a:gd name="T7" fmla="*/ 67 h 151"/>
                  <a:gd name="T8" fmla="*/ 149 w 213"/>
                  <a:gd name="T9" fmla="*/ 35 h 151"/>
                  <a:gd name="T10" fmla="*/ 194 w 213"/>
                  <a:gd name="T11" fmla="*/ 0 h 151"/>
                  <a:gd name="T12" fmla="*/ 213 w 213"/>
                  <a:gd name="T13" fmla="*/ 19 h 151"/>
                  <a:gd name="T14" fmla="*/ 165 w 213"/>
                  <a:gd name="T15" fmla="*/ 57 h 151"/>
                  <a:gd name="T16" fmla="*/ 117 w 213"/>
                  <a:gd name="T17" fmla="*/ 90 h 151"/>
                  <a:gd name="T18" fmla="*/ 64 w 213"/>
                  <a:gd name="T19" fmla="*/ 121 h 151"/>
                  <a:gd name="T20" fmla="*/ 9 w 213"/>
                  <a:gd name="T21" fmla="*/ 151 h 151"/>
                  <a:gd name="T22" fmla="*/ 0 w 213"/>
                  <a:gd name="T23" fmla="*/ 125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3"/>
                  <a:gd name="T37" fmla="*/ 0 h 151"/>
                  <a:gd name="T38" fmla="*/ 213 w 213"/>
                  <a:gd name="T39" fmla="*/ 151 h 1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3" h="151">
                    <a:moveTo>
                      <a:pt x="0" y="125"/>
                    </a:moveTo>
                    <a:lnTo>
                      <a:pt x="0" y="125"/>
                    </a:lnTo>
                    <a:lnTo>
                      <a:pt x="52" y="97"/>
                    </a:lnTo>
                    <a:lnTo>
                      <a:pt x="102" y="67"/>
                    </a:lnTo>
                    <a:lnTo>
                      <a:pt x="149" y="35"/>
                    </a:lnTo>
                    <a:lnTo>
                      <a:pt x="194" y="0"/>
                    </a:lnTo>
                    <a:lnTo>
                      <a:pt x="213" y="19"/>
                    </a:lnTo>
                    <a:lnTo>
                      <a:pt x="165" y="57"/>
                    </a:lnTo>
                    <a:lnTo>
                      <a:pt x="117" y="90"/>
                    </a:lnTo>
                    <a:lnTo>
                      <a:pt x="64" y="121"/>
                    </a:lnTo>
                    <a:lnTo>
                      <a:pt x="9" y="15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1" name="Freeform 26"/>
              <p:cNvSpPr>
                <a:spLocks/>
              </p:cNvSpPr>
              <p:nvPr/>
            </p:nvSpPr>
            <p:spPr bwMode="auto">
              <a:xfrm>
                <a:off x="3424" y="3175"/>
                <a:ext cx="194" cy="98"/>
              </a:xfrm>
              <a:custGeom>
                <a:avLst/>
                <a:gdLst>
                  <a:gd name="T0" fmla="*/ 0 w 194"/>
                  <a:gd name="T1" fmla="*/ 69 h 98"/>
                  <a:gd name="T2" fmla="*/ 23 w 194"/>
                  <a:gd name="T3" fmla="*/ 63 h 98"/>
                  <a:gd name="T4" fmla="*/ 47 w 194"/>
                  <a:gd name="T5" fmla="*/ 57 h 98"/>
                  <a:gd name="T6" fmla="*/ 70 w 194"/>
                  <a:gd name="T7" fmla="*/ 48 h 98"/>
                  <a:gd name="T8" fmla="*/ 93 w 194"/>
                  <a:gd name="T9" fmla="*/ 40 h 98"/>
                  <a:gd name="T10" fmla="*/ 116 w 194"/>
                  <a:gd name="T11" fmla="*/ 32 h 98"/>
                  <a:gd name="T12" fmla="*/ 139 w 194"/>
                  <a:gd name="T13" fmla="*/ 21 h 98"/>
                  <a:gd name="T14" fmla="*/ 162 w 194"/>
                  <a:gd name="T15" fmla="*/ 11 h 98"/>
                  <a:gd name="T16" fmla="*/ 185 w 194"/>
                  <a:gd name="T17" fmla="*/ 0 h 98"/>
                  <a:gd name="T18" fmla="*/ 194 w 194"/>
                  <a:gd name="T19" fmla="*/ 26 h 98"/>
                  <a:gd name="T20" fmla="*/ 170 w 194"/>
                  <a:gd name="T21" fmla="*/ 37 h 98"/>
                  <a:gd name="T22" fmla="*/ 147 w 194"/>
                  <a:gd name="T23" fmla="*/ 48 h 98"/>
                  <a:gd name="T24" fmla="*/ 121 w 194"/>
                  <a:gd name="T25" fmla="*/ 59 h 98"/>
                  <a:gd name="T26" fmla="*/ 96 w 194"/>
                  <a:gd name="T27" fmla="*/ 67 h 98"/>
                  <a:gd name="T28" fmla="*/ 73 w 194"/>
                  <a:gd name="T29" fmla="*/ 76 h 98"/>
                  <a:gd name="T30" fmla="*/ 47 w 194"/>
                  <a:gd name="T31" fmla="*/ 85 h 98"/>
                  <a:gd name="T32" fmla="*/ 24 w 194"/>
                  <a:gd name="T33" fmla="*/ 92 h 98"/>
                  <a:gd name="T34" fmla="*/ 0 w 194"/>
                  <a:gd name="T35" fmla="*/ 98 h 98"/>
                  <a:gd name="T36" fmla="*/ 0 w 194"/>
                  <a:gd name="T37" fmla="*/ 69 h 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4"/>
                  <a:gd name="T58" fmla="*/ 0 h 98"/>
                  <a:gd name="T59" fmla="*/ 194 w 194"/>
                  <a:gd name="T60" fmla="*/ 98 h 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4" h="98">
                    <a:moveTo>
                      <a:pt x="0" y="69"/>
                    </a:moveTo>
                    <a:lnTo>
                      <a:pt x="23" y="63"/>
                    </a:lnTo>
                    <a:lnTo>
                      <a:pt x="47" y="57"/>
                    </a:lnTo>
                    <a:lnTo>
                      <a:pt x="70" y="48"/>
                    </a:lnTo>
                    <a:lnTo>
                      <a:pt x="93" y="40"/>
                    </a:lnTo>
                    <a:lnTo>
                      <a:pt x="116" y="32"/>
                    </a:lnTo>
                    <a:lnTo>
                      <a:pt x="139" y="21"/>
                    </a:lnTo>
                    <a:lnTo>
                      <a:pt x="162" y="11"/>
                    </a:lnTo>
                    <a:lnTo>
                      <a:pt x="185" y="0"/>
                    </a:lnTo>
                    <a:lnTo>
                      <a:pt x="194" y="26"/>
                    </a:lnTo>
                    <a:lnTo>
                      <a:pt x="170" y="37"/>
                    </a:lnTo>
                    <a:lnTo>
                      <a:pt x="147" y="48"/>
                    </a:lnTo>
                    <a:lnTo>
                      <a:pt x="121" y="59"/>
                    </a:lnTo>
                    <a:lnTo>
                      <a:pt x="96" y="67"/>
                    </a:lnTo>
                    <a:lnTo>
                      <a:pt x="73" y="76"/>
                    </a:lnTo>
                    <a:lnTo>
                      <a:pt x="47" y="85"/>
                    </a:lnTo>
                    <a:lnTo>
                      <a:pt x="24" y="92"/>
                    </a:lnTo>
                    <a:lnTo>
                      <a:pt x="0" y="98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2" name="Freeform 27"/>
              <p:cNvSpPr>
                <a:spLocks/>
              </p:cNvSpPr>
              <p:nvPr/>
            </p:nvSpPr>
            <p:spPr bwMode="auto">
              <a:xfrm>
                <a:off x="3404" y="3242"/>
                <a:ext cx="18" cy="35"/>
              </a:xfrm>
              <a:custGeom>
                <a:avLst/>
                <a:gdLst>
                  <a:gd name="T0" fmla="*/ 18 w 18"/>
                  <a:gd name="T1" fmla="*/ 31 h 35"/>
                  <a:gd name="T2" fmla="*/ 0 w 18"/>
                  <a:gd name="T3" fmla="*/ 35 h 35"/>
                  <a:gd name="T4" fmla="*/ 0 w 18"/>
                  <a:gd name="T5" fmla="*/ 4 h 35"/>
                  <a:gd name="T6" fmla="*/ 18 w 18"/>
                  <a:gd name="T7" fmla="*/ 0 h 35"/>
                  <a:gd name="T8" fmla="*/ 18 w 18"/>
                  <a:gd name="T9" fmla="*/ 3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35"/>
                  <a:gd name="T17" fmla="*/ 18 w 18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35">
                    <a:moveTo>
                      <a:pt x="18" y="31"/>
                    </a:moveTo>
                    <a:lnTo>
                      <a:pt x="0" y="35"/>
                    </a:lnTo>
                    <a:lnTo>
                      <a:pt x="0" y="4"/>
                    </a:lnTo>
                    <a:lnTo>
                      <a:pt x="18" y="0"/>
                    </a:lnTo>
                    <a:lnTo>
                      <a:pt x="1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3" name="Freeform 28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4" name="Freeform 29"/>
              <p:cNvSpPr>
                <a:spLocks/>
              </p:cNvSpPr>
              <p:nvPr/>
            </p:nvSpPr>
            <p:spPr bwMode="auto">
              <a:xfrm>
                <a:off x="3737" y="2985"/>
                <a:ext cx="174" cy="87"/>
              </a:xfrm>
              <a:custGeom>
                <a:avLst/>
                <a:gdLst>
                  <a:gd name="T0" fmla="*/ 145 w 174"/>
                  <a:gd name="T1" fmla="*/ 15 h 87"/>
                  <a:gd name="T2" fmla="*/ 155 w 174"/>
                  <a:gd name="T3" fmla="*/ 23 h 87"/>
                  <a:gd name="T4" fmla="*/ 3 w 174"/>
                  <a:gd name="T5" fmla="*/ 87 h 87"/>
                  <a:gd name="T6" fmla="*/ 0 w 174"/>
                  <a:gd name="T7" fmla="*/ 73 h 87"/>
                  <a:gd name="T8" fmla="*/ 151 w 174"/>
                  <a:gd name="T9" fmla="*/ 10 h 87"/>
                  <a:gd name="T10" fmla="*/ 161 w 174"/>
                  <a:gd name="T11" fmla="*/ 18 h 87"/>
                  <a:gd name="T12" fmla="*/ 151 w 174"/>
                  <a:gd name="T13" fmla="*/ 10 h 87"/>
                  <a:gd name="T14" fmla="*/ 174 w 174"/>
                  <a:gd name="T15" fmla="*/ 0 h 87"/>
                  <a:gd name="T16" fmla="*/ 161 w 174"/>
                  <a:gd name="T17" fmla="*/ 18 h 87"/>
                  <a:gd name="T18" fmla="*/ 145 w 174"/>
                  <a:gd name="T19" fmla="*/ 15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87"/>
                  <a:gd name="T32" fmla="*/ 174 w 174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87">
                    <a:moveTo>
                      <a:pt x="145" y="15"/>
                    </a:moveTo>
                    <a:lnTo>
                      <a:pt x="155" y="23"/>
                    </a:lnTo>
                    <a:lnTo>
                      <a:pt x="3" y="87"/>
                    </a:lnTo>
                    <a:lnTo>
                      <a:pt x="0" y="73"/>
                    </a:lnTo>
                    <a:lnTo>
                      <a:pt x="151" y="10"/>
                    </a:lnTo>
                    <a:lnTo>
                      <a:pt x="161" y="18"/>
                    </a:lnTo>
                    <a:lnTo>
                      <a:pt x="151" y="10"/>
                    </a:lnTo>
                    <a:lnTo>
                      <a:pt x="174" y="0"/>
                    </a:lnTo>
                    <a:lnTo>
                      <a:pt x="161" y="18"/>
                    </a:lnTo>
                    <a:lnTo>
                      <a:pt x="145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5" name="Freeform 30"/>
              <p:cNvSpPr>
                <a:spLocks/>
              </p:cNvSpPr>
              <p:nvPr/>
            </p:nvSpPr>
            <p:spPr bwMode="auto">
              <a:xfrm>
                <a:off x="3796" y="2999"/>
                <a:ext cx="102" cy="144"/>
              </a:xfrm>
              <a:custGeom>
                <a:avLst/>
                <a:gdLst>
                  <a:gd name="T0" fmla="*/ 17 w 102"/>
                  <a:gd name="T1" fmla="*/ 124 h 144"/>
                  <a:gd name="T2" fmla="*/ 0 w 102"/>
                  <a:gd name="T3" fmla="*/ 128 h 144"/>
                  <a:gd name="T4" fmla="*/ 86 w 102"/>
                  <a:gd name="T5" fmla="*/ 0 h 144"/>
                  <a:gd name="T6" fmla="*/ 102 w 102"/>
                  <a:gd name="T7" fmla="*/ 3 h 144"/>
                  <a:gd name="T8" fmla="*/ 16 w 102"/>
                  <a:gd name="T9" fmla="*/ 131 h 144"/>
                  <a:gd name="T10" fmla="*/ 0 w 102"/>
                  <a:gd name="T11" fmla="*/ 135 h 144"/>
                  <a:gd name="T12" fmla="*/ 16 w 102"/>
                  <a:gd name="T13" fmla="*/ 131 h 144"/>
                  <a:gd name="T14" fmla="*/ 8 w 102"/>
                  <a:gd name="T15" fmla="*/ 144 h 144"/>
                  <a:gd name="T16" fmla="*/ 0 w 102"/>
                  <a:gd name="T17" fmla="*/ 135 h 144"/>
                  <a:gd name="T18" fmla="*/ 17 w 102"/>
                  <a:gd name="T19" fmla="*/ 124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4"/>
                  <a:gd name="T32" fmla="*/ 102 w 102"/>
                  <a:gd name="T33" fmla="*/ 144 h 1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4">
                    <a:moveTo>
                      <a:pt x="17" y="124"/>
                    </a:moveTo>
                    <a:lnTo>
                      <a:pt x="0" y="128"/>
                    </a:lnTo>
                    <a:lnTo>
                      <a:pt x="86" y="0"/>
                    </a:lnTo>
                    <a:lnTo>
                      <a:pt x="102" y="3"/>
                    </a:lnTo>
                    <a:lnTo>
                      <a:pt x="16" y="131"/>
                    </a:lnTo>
                    <a:lnTo>
                      <a:pt x="0" y="135"/>
                    </a:lnTo>
                    <a:lnTo>
                      <a:pt x="16" y="131"/>
                    </a:lnTo>
                    <a:lnTo>
                      <a:pt x="8" y="144"/>
                    </a:lnTo>
                    <a:lnTo>
                      <a:pt x="0" y="135"/>
                    </a:lnTo>
                    <a:lnTo>
                      <a:pt x="17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6" name="Freeform 31"/>
              <p:cNvSpPr>
                <a:spLocks/>
              </p:cNvSpPr>
              <p:nvPr/>
            </p:nvSpPr>
            <p:spPr bwMode="auto">
              <a:xfrm>
                <a:off x="3721" y="3055"/>
                <a:ext cx="89" cy="77"/>
              </a:xfrm>
              <a:custGeom>
                <a:avLst/>
                <a:gdLst>
                  <a:gd name="T0" fmla="*/ 18 w 89"/>
                  <a:gd name="T1" fmla="*/ 15 h 77"/>
                  <a:gd name="T2" fmla="*/ 25 w 89"/>
                  <a:gd name="T3" fmla="*/ 1 h 77"/>
                  <a:gd name="T4" fmla="*/ 89 w 89"/>
                  <a:gd name="T5" fmla="*/ 63 h 77"/>
                  <a:gd name="T6" fmla="*/ 72 w 89"/>
                  <a:gd name="T7" fmla="*/ 77 h 77"/>
                  <a:gd name="T8" fmla="*/ 8 w 89"/>
                  <a:gd name="T9" fmla="*/ 14 h 77"/>
                  <a:gd name="T10" fmla="*/ 15 w 89"/>
                  <a:gd name="T11" fmla="*/ 0 h 77"/>
                  <a:gd name="T12" fmla="*/ 8 w 89"/>
                  <a:gd name="T13" fmla="*/ 14 h 77"/>
                  <a:gd name="T14" fmla="*/ 0 w 89"/>
                  <a:gd name="T15" fmla="*/ 6 h 77"/>
                  <a:gd name="T16" fmla="*/ 15 w 89"/>
                  <a:gd name="T17" fmla="*/ 0 h 77"/>
                  <a:gd name="T18" fmla="*/ 18 w 89"/>
                  <a:gd name="T19" fmla="*/ 15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7"/>
                  <a:gd name="T32" fmla="*/ 89 w 89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7">
                    <a:moveTo>
                      <a:pt x="18" y="15"/>
                    </a:moveTo>
                    <a:lnTo>
                      <a:pt x="25" y="1"/>
                    </a:lnTo>
                    <a:lnTo>
                      <a:pt x="89" y="63"/>
                    </a:lnTo>
                    <a:lnTo>
                      <a:pt x="72" y="77"/>
                    </a:lnTo>
                    <a:lnTo>
                      <a:pt x="8" y="14"/>
                    </a:lnTo>
                    <a:lnTo>
                      <a:pt x="15" y="0"/>
                    </a:lnTo>
                    <a:lnTo>
                      <a:pt x="8" y="1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8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7" name="Freeform 32"/>
              <p:cNvSpPr>
                <a:spLocks/>
              </p:cNvSpPr>
              <p:nvPr/>
            </p:nvSpPr>
            <p:spPr bwMode="auto">
              <a:xfrm>
                <a:off x="3835" y="3013"/>
                <a:ext cx="42" cy="37"/>
              </a:xfrm>
              <a:custGeom>
                <a:avLst/>
                <a:gdLst>
                  <a:gd name="T0" fmla="*/ 0 w 42"/>
                  <a:gd name="T1" fmla="*/ 14 h 37"/>
                  <a:gd name="T2" fmla="*/ 18 w 42"/>
                  <a:gd name="T3" fmla="*/ 0 h 37"/>
                  <a:gd name="T4" fmla="*/ 42 w 42"/>
                  <a:gd name="T5" fmla="*/ 22 h 37"/>
                  <a:gd name="T6" fmla="*/ 24 w 42"/>
                  <a:gd name="T7" fmla="*/ 37 h 37"/>
                  <a:gd name="T8" fmla="*/ 0 w 42"/>
                  <a:gd name="T9" fmla="*/ 1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7"/>
                  <a:gd name="T17" fmla="*/ 42 w 42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7">
                    <a:moveTo>
                      <a:pt x="0" y="14"/>
                    </a:moveTo>
                    <a:lnTo>
                      <a:pt x="18" y="0"/>
                    </a:lnTo>
                    <a:lnTo>
                      <a:pt x="42" y="22"/>
                    </a:lnTo>
                    <a:lnTo>
                      <a:pt x="24" y="3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8" name="Freeform 33"/>
              <p:cNvSpPr>
                <a:spLocks/>
              </p:cNvSpPr>
              <p:nvPr/>
            </p:nvSpPr>
            <p:spPr bwMode="auto">
              <a:xfrm>
                <a:off x="3645" y="3027"/>
                <a:ext cx="212" cy="159"/>
              </a:xfrm>
              <a:custGeom>
                <a:avLst/>
                <a:gdLst>
                  <a:gd name="T0" fmla="*/ 0 w 212"/>
                  <a:gd name="T1" fmla="*/ 131 h 159"/>
                  <a:gd name="T2" fmla="*/ 0 w 212"/>
                  <a:gd name="T3" fmla="*/ 131 h 159"/>
                  <a:gd name="T4" fmla="*/ 26 w 212"/>
                  <a:gd name="T5" fmla="*/ 116 h 159"/>
                  <a:gd name="T6" fmla="*/ 52 w 212"/>
                  <a:gd name="T7" fmla="*/ 102 h 159"/>
                  <a:gd name="T8" fmla="*/ 76 w 212"/>
                  <a:gd name="T9" fmla="*/ 86 h 159"/>
                  <a:gd name="T10" fmla="*/ 100 w 212"/>
                  <a:gd name="T11" fmla="*/ 70 h 159"/>
                  <a:gd name="T12" fmla="*/ 122 w 212"/>
                  <a:gd name="T13" fmla="*/ 53 h 159"/>
                  <a:gd name="T14" fmla="*/ 145 w 212"/>
                  <a:gd name="T15" fmla="*/ 36 h 159"/>
                  <a:gd name="T16" fmla="*/ 167 w 212"/>
                  <a:gd name="T17" fmla="*/ 19 h 159"/>
                  <a:gd name="T18" fmla="*/ 188 w 212"/>
                  <a:gd name="T19" fmla="*/ 0 h 159"/>
                  <a:gd name="T20" fmla="*/ 212 w 212"/>
                  <a:gd name="T21" fmla="*/ 22 h 159"/>
                  <a:gd name="T22" fmla="*/ 191 w 212"/>
                  <a:gd name="T23" fmla="*/ 41 h 159"/>
                  <a:gd name="T24" fmla="*/ 167 w 212"/>
                  <a:gd name="T25" fmla="*/ 59 h 159"/>
                  <a:gd name="T26" fmla="*/ 143 w 212"/>
                  <a:gd name="T27" fmla="*/ 77 h 159"/>
                  <a:gd name="T28" fmla="*/ 118 w 212"/>
                  <a:gd name="T29" fmla="*/ 94 h 159"/>
                  <a:gd name="T30" fmla="*/ 93 w 212"/>
                  <a:gd name="T31" fmla="*/ 113 h 159"/>
                  <a:gd name="T32" fmla="*/ 68 w 212"/>
                  <a:gd name="T33" fmla="*/ 129 h 159"/>
                  <a:gd name="T34" fmla="*/ 41 w 212"/>
                  <a:gd name="T35" fmla="*/ 144 h 159"/>
                  <a:gd name="T36" fmla="*/ 14 w 212"/>
                  <a:gd name="T37" fmla="*/ 159 h 159"/>
                  <a:gd name="T38" fmla="*/ 0 w 212"/>
                  <a:gd name="T39" fmla="*/ 131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9"/>
                  <a:gd name="T62" fmla="*/ 212 w 212"/>
                  <a:gd name="T63" fmla="*/ 159 h 1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9">
                    <a:moveTo>
                      <a:pt x="0" y="131"/>
                    </a:moveTo>
                    <a:lnTo>
                      <a:pt x="0" y="131"/>
                    </a:lnTo>
                    <a:lnTo>
                      <a:pt x="26" y="116"/>
                    </a:lnTo>
                    <a:lnTo>
                      <a:pt x="52" y="102"/>
                    </a:lnTo>
                    <a:lnTo>
                      <a:pt x="76" y="86"/>
                    </a:lnTo>
                    <a:lnTo>
                      <a:pt x="100" y="70"/>
                    </a:lnTo>
                    <a:lnTo>
                      <a:pt x="122" y="53"/>
                    </a:lnTo>
                    <a:lnTo>
                      <a:pt x="145" y="36"/>
                    </a:lnTo>
                    <a:lnTo>
                      <a:pt x="167" y="19"/>
                    </a:lnTo>
                    <a:lnTo>
                      <a:pt x="188" y="0"/>
                    </a:lnTo>
                    <a:lnTo>
                      <a:pt x="212" y="22"/>
                    </a:lnTo>
                    <a:lnTo>
                      <a:pt x="191" y="41"/>
                    </a:lnTo>
                    <a:lnTo>
                      <a:pt x="167" y="59"/>
                    </a:lnTo>
                    <a:lnTo>
                      <a:pt x="143" y="77"/>
                    </a:lnTo>
                    <a:lnTo>
                      <a:pt x="118" y="94"/>
                    </a:lnTo>
                    <a:lnTo>
                      <a:pt x="93" y="113"/>
                    </a:lnTo>
                    <a:lnTo>
                      <a:pt x="68" y="129"/>
                    </a:lnTo>
                    <a:lnTo>
                      <a:pt x="41" y="144"/>
                    </a:lnTo>
                    <a:lnTo>
                      <a:pt x="14" y="159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89" name="Freeform 34"/>
              <p:cNvSpPr>
                <a:spLocks/>
              </p:cNvSpPr>
              <p:nvPr/>
            </p:nvSpPr>
            <p:spPr bwMode="auto">
              <a:xfrm>
                <a:off x="3459" y="3156"/>
                <a:ext cx="196" cy="111"/>
              </a:xfrm>
              <a:custGeom>
                <a:avLst/>
                <a:gdLst>
                  <a:gd name="T0" fmla="*/ 0 w 196"/>
                  <a:gd name="T1" fmla="*/ 77 h 111"/>
                  <a:gd name="T2" fmla="*/ 23 w 196"/>
                  <a:gd name="T3" fmla="*/ 69 h 111"/>
                  <a:gd name="T4" fmla="*/ 47 w 196"/>
                  <a:gd name="T5" fmla="*/ 61 h 111"/>
                  <a:gd name="T6" fmla="*/ 70 w 196"/>
                  <a:gd name="T7" fmla="*/ 53 h 111"/>
                  <a:gd name="T8" fmla="*/ 92 w 196"/>
                  <a:gd name="T9" fmla="*/ 42 h 111"/>
                  <a:gd name="T10" fmla="*/ 115 w 196"/>
                  <a:gd name="T11" fmla="*/ 33 h 111"/>
                  <a:gd name="T12" fmla="*/ 137 w 196"/>
                  <a:gd name="T13" fmla="*/ 22 h 111"/>
                  <a:gd name="T14" fmla="*/ 160 w 196"/>
                  <a:gd name="T15" fmla="*/ 10 h 111"/>
                  <a:gd name="T16" fmla="*/ 183 w 196"/>
                  <a:gd name="T17" fmla="*/ 0 h 111"/>
                  <a:gd name="T18" fmla="*/ 196 w 196"/>
                  <a:gd name="T19" fmla="*/ 28 h 111"/>
                  <a:gd name="T20" fmla="*/ 172 w 196"/>
                  <a:gd name="T21" fmla="*/ 40 h 111"/>
                  <a:gd name="T22" fmla="*/ 149 w 196"/>
                  <a:gd name="T23" fmla="*/ 53 h 111"/>
                  <a:gd name="T24" fmla="*/ 123 w 196"/>
                  <a:gd name="T25" fmla="*/ 64 h 111"/>
                  <a:gd name="T26" fmla="*/ 100 w 196"/>
                  <a:gd name="T27" fmla="*/ 74 h 111"/>
                  <a:gd name="T28" fmla="*/ 75 w 196"/>
                  <a:gd name="T29" fmla="*/ 85 h 111"/>
                  <a:gd name="T30" fmla="*/ 51 w 196"/>
                  <a:gd name="T31" fmla="*/ 94 h 111"/>
                  <a:gd name="T32" fmla="*/ 26 w 196"/>
                  <a:gd name="T33" fmla="*/ 102 h 111"/>
                  <a:gd name="T34" fmla="*/ 2 w 196"/>
                  <a:gd name="T35" fmla="*/ 111 h 111"/>
                  <a:gd name="T36" fmla="*/ 0 w 196"/>
                  <a:gd name="T37" fmla="*/ 77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1"/>
                  <a:gd name="T59" fmla="*/ 196 w 196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1">
                    <a:moveTo>
                      <a:pt x="0" y="77"/>
                    </a:moveTo>
                    <a:lnTo>
                      <a:pt x="23" y="69"/>
                    </a:lnTo>
                    <a:lnTo>
                      <a:pt x="47" y="61"/>
                    </a:lnTo>
                    <a:lnTo>
                      <a:pt x="70" y="53"/>
                    </a:lnTo>
                    <a:lnTo>
                      <a:pt x="92" y="42"/>
                    </a:lnTo>
                    <a:lnTo>
                      <a:pt x="115" y="33"/>
                    </a:lnTo>
                    <a:lnTo>
                      <a:pt x="137" y="22"/>
                    </a:lnTo>
                    <a:lnTo>
                      <a:pt x="160" y="10"/>
                    </a:lnTo>
                    <a:lnTo>
                      <a:pt x="183" y="0"/>
                    </a:lnTo>
                    <a:lnTo>
                      <a:pt x="196" y="28"/>
                    </a:lnTo>
                    <a:lnTo>
                      <a:pt x="172" y="40"/>
                    </a:lnTo>
                    <a:lnTo>
                      <a:pt x="149" y="53"/>
                    </a:lnTo>
                    <a:lnTo>
                      <a:pt x="123" y="64"/>
                    </a:lnTo>
                    <a:lnTo>
                      <a:pt x="100" y="74"/>
                    </a:lnTo>
                    <a:lnTo>
                      <a:pt x="75" y="85"/>
                    </a:lnTo>
                    <a:lnTo>
                      <a:pt x="51" y="94"/>
                    </a:lnTo>
                    <a:lnTo>
                      <a:pt x="26" y="102"/>
                    </a:lnTo>
                    <a:lnTo>
                      <a:pt x="2" y="11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0" name="Freeform 35"/>
              <p:cNvSpPr>
                <a:spLocks/>
              </p:cNvSpPr>
              <p:nvPr/>
            </p:nvSpPr>
            <p:spPr bwMode="auto">
              <a:xfrm>
                <a:off x="3437" y="3233"/>
                <a:ext cx="22" cy="40"/>
              </a:xfrm>
              <a:custGeom>
                <a:avLst/>
                <a:gdLst>
                  <a:gd name="T0" fmla="*/ 22 w 22"/>
                  <a:gd name="T1" fmla="*/ 34 h 40"/>
                  <a:gd name="T2" fmla="*/ 2 w 22"/>
                  <a:gd name="T3" fmla="*/ 40 h 40"/>
                  <a:gd name="T4" fmla="*/ 0 w 22"/>
                  <a:gd name="T5" fmla="*/ 6 h 40"/>
                  <a:gd name="T6" fmla="*/ 20 w 22"/>
                  <a:gd name="T7" fmla="*/ 0 h 40"/>
                  <a:gd name="T8" fmla="*/ 22 w 22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40"/>
                  <a:gd name="T17" fmla="*/ 22 w 22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40">
                    <a:moveTo>
                      <a:pt x="22" y="34"/>
                    </a:moveTo>
                    <a:lnTo>
                      <a:pt x="2" y="40"/>
                    </a:lnTo>
                    <a:lnTo>
                      <a:pt x="0" y="6"/>
                    </a:lnTo>
                    <a:lnTo>
                      <a:pt x="20" y="0"/>
                    </a:lnTo>
                    <a:lnTo>
                      <a:pt x="22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1" name="Freeform 36"/>
              <p:cNvSpPr>
                <a:spLocks/>
              </p:cNvSpPr>
              <p:nvPr/>
            </p:nvSpPr>
            <p:spPr bwMode="auto">
              <a:xfrm>
                <a:off x="3738" y="3001"/>
                <a:ext cx="152" cy="128"/>
              </a:xfrm>
              <a:custGeom>
                <a:avLst/>
                <a:gdLst>
                  <a:gd name="T0" fmla="*/ 0 w 152"/>
                  <a:gd name="T1" fmla="*/ 63 h 128"/>
                  <a:gd name="T2" fmla="*/ 152 w 152"/>
                  <a:gd name="T3" fmla="*/ 0 h 128"/>
                  <a:gd name="T4" fmla="*/ 66 w 152"/>
                  <a:gd name="T5" fmla="*/ 128 h 128"/>
                  <a:gd name="T6" fmla="*/ 0 w 152"/>
                  <a:gd name="T7" fmla="*/ 63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"/>
                  <a:gd name="T13" fmla="*/ 0 h 128"/>
                  <a:gd name="T14" fmla="*/ 152 w 152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" h="128">
                    <a:moveTo>
                      <a:pt x="0" y="63"/>
                    </a:moveTo>
                    <a:lnTo>
                      <a:pt x="152" y="0"/>
                    </a:lnTo>
                    <a:lnTo>
                      <a:pt x="66" y="128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2" name="Freeform 37"/>
              <p:cNvSpPr>
                <a:spLocks/>
              </p:cNvSpPr>
              <p:nvPr/>
            </p:nvSpPr>
            <p:spPr bwMode="auto">
              <a:xfrm>
                <a:off x="3735" y="2992"/>
                <a:ext cx="166" cy="79"/>
              </a:xfrm>
              <a:custGeom>
                <a:avLst/>
                <a:gdLst>
                  <a:gd name="T0" fmla="*/ 149 w 166"/>
                  <a:gd name="T1" fmla="*/ 9 h 79"/>
                  <a:gd name="T2" fmla="*/ 155 w 166"/>
                  <a:gd name="T3" fmla="*/ 14 h 79"/>
                  <a:gd name="T4" fmla="*/ 2 w 166"/>
                  <a:gd name="T5" fmla="*/ 79 h 79"/>
                  <a:gd name="T6" fmla="*/ 0 w 166"/>
                  <a:gd name="T7" fmla="*/ 72 h 79"/>
                  <a:gd name="T8" fmla="*/ 152 w 166"/>
                  <a:gd name="T9" fmla="*/ 7 h 79"/>
                  <a:gd name="T10" fmla="*/ 157 w 166"/>
                  <a:gd name="T11" fmla="*/ 12 h 79"/>
                  <a:gd name="T12" fmla="*/ 152 w 166"/>
                  <a:gd name="T13" fmla="*/ 7 h 79"/>
                  <a:gd name="T14" fmla="*/ 166 w 166"/>
                  <a:gd name="T15" fmla="*/ 0 h 79"/>
                  <a:gd name="T16" fmla="*/ 157 w 166"/>
                  <a:gd name="T17" fmla="*/ 12 h 79"/>
                  <a:gd name="T18" fmla="*/ 149 w 166"/>
                  <a:gd name="T19" fmla="*/ 9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79"/>
                  <a:gd name="T32" fmla="*/ 166 w 166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79">
                    <a:moveTo>
                      <a:pt x="149" y="9"/>
                    </a:moveTo>
                    <a:lnTo>
                      <a:pt x="155" y="14"/>
                    </a:lnTo>
                    <a:lnTo>
                      <a:pt x="2" y="79"/>
                    </a:lnTo>
                    <a:lnTo>
                      <a:pt x="0" y="72"/>
                    </a:lnTo>
                    <a:lnTo>
                      <a:pt x="152" y="7"/>
                    </a:lnTo>
                    <a:lnTo>
                      <a:pt x="157" y="12"/>
                    </a:lnTo>
                    <a:lnTo>
                      <a:pt x="152" y="7"/>
                    </a:lnTo>
                    <a:lnTo>
                      <a:pt x="166" y="0"/>
                    </a:lnTo>
                    <a:lnTo>
                      <a:pt x="157" y="12"/>
                    </a:lnTo>
                    <a:lnTo>
                      <a:pt x="149" y="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3" name="Freeform 38"/>
              <p:cNvSpPr>
                <a:spLocks/>
              </p:cNvSpPr>
              <p:nvPr/>
            </p:nvSpPr>
            <p:spPr bwMode="auto">
              <a:xfrm>
                <a:off x="3799" y="2996"/>
                <a:ext cx="95" cy="139"/>
              </a:xfrm>
              <a:custGeom>
                <a:avLst/>
                <a:gdLst>
                  <a:gd name="T0" fmla="*/ 10 w 95"/>
                  <a:gd name="T1" fmla="*/ 127 h 139"/>
                  <a:gd name="T2" fmla="*/ 0 w 95"/>
                  <a:gd name="T3" fmla="*/ 130 h 139"/>
                  <a:gd name="T4" fmla="*/ 87 w 95"/>
                  <a:gd name="T5" fmla="*/ 0 h 139"/>
                  <a:gd name="T6" fmla="*/ 95 w 95"/>
                  <a:gd name="T7" fmla="*/ 4 h 139"/>
                  <a:gd name="T8" fmla="*/ 9 w 95"/>
                  <a:gd name="T9" fmla="*/ 132 h 139"/>
                  <a:gd name="T10" fmla="*/ 0 w 95"/>
                  <a:gd name="T11" fmla="*/ 135 h 139"/>
                  <a:gd name="T12" fmla="*/ 9 w 95"/>
                  <a:gd name="T13" fmla="*/ 132 h 139"/>
                  <a:gd name="T14" fmla="*/ 5 w 95"/>
                  <a:gd name="T15" fmla="*/ 139 h 139"/>
                  <a:gd name="T16" fmla="*/ 0 w 95"/>
                  <a:gd name="T17" fmla="*/ 135 h 139"/>
                  <a:gd name="T18" fmla="*/ 10 w 95"/>
                  <a:gd name="T19" fmla="*/ 127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9"/>
                  <a:gd name="T32" fmla="*/ 95 w 95"/>
                  <a:gd name="T33" fmla="*/ 139 h 1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9">
                    <a:moveTo>
                      <a:pt x="10" y="127"/>
                    </a:moveTo>
                    <a:lnTo>
                      <a:pt x="0" y="130"/>
                    </a:lnTo>
                    <a:lnTo>
                      <a:pt x="87" y="0"/>
                    </a:lnTo>
                    <a:lnTo>
                      <a:pt x="95" y="4"/>
                    </a:lnTo>
                    <a:lnTo>
                      <a:pt x="9" y="132"/>
                    </a:lnTo>
                    <a:lnTo>
                      <a:pt x="0" y="135"/>
                    </a:lnTo>
                    <a:lnTo>
                      <a:pt x="9" y="132"/>
                    </a:lnTo>
                    <a:lnTo>
                      <a:pt x="5" y="139"/>
                    </a:lnTo>
                    <a:lnTo>
                      <a:pt x="0" y="135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4" name="Freeform 39"/>
              <p:cNvSpPr>
                <a:spLocks/>
              </p:cNvSpPr>
              <p:nvPr/>
            </p:nvSpPr>
            <p:spPr bwMode="auto">
              <a:xfrm>
                <a:off x="3726" y="3062"/>
                <a:ext cx="79" cy="71"/>
              </a:xfrm>
              <a:custGeom>
                <a:avLst/>
                <a:gdLst>
                  <a:gd name="T0" fmla="*/ 11 w 79"/>
                  <a:gd name="T1" fmla="*/ 7 h 71"/>
                  <a:gd name="T2" fmla="*/ 14 w 79"/>
                  <a:gd name="T3" fmla="*/ 0 h 71"/>
                  <a:gd name="T4" fmla="*/ 79 w 79"/>
                  <a:gd name="T5" fmla="*/ 65 h 71"/>
                  <a:gd name="T6" fmla="*/ 70 w 79"/>
                  <a:gd name="T7" fmla="*/ 71 h 71"/>
                  <a:gd name="T8" fmla="*/ 4 w 79"/>
                  <a:gd name="T9" fmla="*/ 7 h 71"/>
                  <a:gd name="T10" fmla="*/ 8 w 79"/>
                  <a:gd name="T11" fmla="*/ 0 h 71"/>
                  <a:gd name="T12" fmla="*/ 4 w 79"/>
                  <a:gd name="T13" fmla="*/ 7 h 71"/>
                  <a:gd name="T14" fmla="*/ 0 w 79"/>
                  <a:gd name="T15" fmla="*/ 3 h 71"/>
                  <a:gd name="T16" fmla="*/ 8 w 79"/>
                  <a:gd name="T17" fmla="*/ 0 h 71"/>
                  <a:gd name="T18" fmla="*/ 11 w 79"/>
                  <a:gd name="T19" fmla="*/ 7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9"/>
                  <a:gd name="T31" fmla="*/ 0 h 71"/>
                  <a:gd name="T32" fmla="*/ 79 w 7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9" h="71">
                    <a:moveTo>
                      <a:pt x="11" y="7"/>
                    </a:moveTo>
                    <a:lnTo>
                      <a:pt x="14" y="0"/>
                    </a:lnTo>
                    <a:lnTo>
                      <a:pt x="79" y="65"/>
                    </a:lnTo>
                    <a:lnTo>
                      <a:pt x="70" y="71"/>
                    </a:lnTo>
                    <a:lnTo>
                      <a:pt x="4" y="7"/>
                    </a:lnTo>
                    <a:lnTo>
                      <a:pt x="8" y="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5" name="Freeform 40"/>
              <p:cNvSpPr>
                <a:spLocks/>
              </p:cNvSpPr>
              <p:nvPr/>
            </p:nvSpPr>
            <p:spPr bwMode="auto">
              <a:xfrm>
                <a:off x="3838" y="3018"/>
                <a:ext cx="35" cy="31"/>
              </a:xfrm>
              <a:custGeom>
                <a:avLst/>
                <a:gdLst>
                  <a:gd name="T0" fmla="*/ 0 w 35"/>
                  <a:gd name="T1" fmla="*/ 12 h 31"/>
                  <a:gd name="T2" fmla="*/ 13 w 35"/>
                  <a:gd name="T3" fmla="*/ 0 h 31"/>
                  <a:gd name="T4" fmla="*/ 35 w 35"/>
                  <a:gd name="T5" fmla="*/ 18 h 31"/>
                  <a:gd name="T6" fmla="*/ 20 w 35"/>
                  <a:gd name="T7" fmla="*/ 31 h 31"/>
                  <a:gd name="T8" fmla="*/ 0 w 35"/>
                  <a:gd name="T9" fmla="*/ 1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0" y="12"/>
                    </a:moveTo>
                    <a:lnTo>
                      <a:pt x="13" y="0"/>
                    </a:lnTo>
                    <a:lnTo>
                      <a:pt x="35" y="18"/>
                    </a:lnTo>
                    <a:lnTo>
                      <a:pt x="20" y="31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6" name="Freeform 41"/>
              <p:cNvSpPr>
                <a:spLocks/>
              </p:cNvSpPr>
              <p:nvPr/>
            </p:nvSpPr>
            <p:spPr bwMode="auto">
              <a:xfrm>
                <a:off x="3646" y="3030"/>
                <a:ext cx="209" cy="153"/>
              </a:xfrm>
              <a:custGeom>
                <a:avLst/>
                <a:gdLst>
                  <a:gd name="T0" fmla="*/ 0 w 209"/>
                  <a:gd name="T1" fmla="*/ 130 h 153"/>
                  <a:gd name="T2" fmla="*/ 0 w 209"/>
                  <a:gd name="T3" fmla="*/ 130 h 153"/>
                  <a:gd name="T4" fmla="*/ 26 w 209"/>
                  <a:gd name="T5" fmla="*/ 115 h 153"/>
                  <a:gd name="T6" fmla="*/ 52 w 209"/>
                  <a:gd name="T7" fmla="*/ 101 h 153"/>
                  <a:gd name="T8" fmla="*/ 76 w 209"/>
                  <a:gd name="T9" fmla="*/ 85 h 153"/>
                  <a:gd name="T10" fmla="*/ 100 w 209"/>
                  <a:gd name="T11" fmla="*/ 69 h 153"/>
                  <a:gd name="T12" fmla="*/ 124 w 209"/>
                  <a:gd name="T13" fmla="*/ 52 h 153"/>
                  <a:gd name="T14" fmla="*/ 147 w 209"/>
                  <a:gd name="T15" fmla="*/ 36 h 153"/>
                  <a:gd name="T16" fmla="*/ 168 w 209"/>
                  <a:gd name="T17" fmla="*/ 18 h 153"/>
                  <a:gd name="T18" fmla="*/ 190 w 209"/>
                  <a:gd name="T19" fmla="*/ 0 h 153"/>
                  <a:gd name="T20" fmla="*/ 209 w 209"/>
                  <a:gd name="T21" fmla="*/ 17 h 153"/>
                  <a:gd name="T22" fmla="*/ 187 w 209"/>
                  <a:gd name="T23" fmla="*/ 36 h 153"/>
                  <a:gd name="T24" fmla="*/ 164 w 209"/>
                  <a:gd name="T25" fmla="*/ 55 h 153"/>
                  <a:gd name="T26" fmla="*/ 140 w 209"/>
                  <a:gd name="T27" fmla="*/ 72 h 153"/>
                  <a:gd name="T28" fmla="*/ 116 w 209"/>
                  <a:gd name="T29" fmla="*/ 89 h 153"/>
                  <a:gd name="T30" fmla="*/ 91 w 209"/>
                  <a:gd name="T31" fmla="*/ 106 h 153"/>
                  <a:gd name="T32" fmla="*/ 65 w 209"/>
                  <a:gd name="T33" fmla="*/ 122 h 153"/>
                  <a:gd name="T34" fmla="*/ 39 w 209"/>
                  <a:gd name="T35" fmla="*/ 138 h 153"/>
                  <a:gd name="T36" fmla="*/ 12 w 209"/>
                  <a:gd name="T37" fmla="*/ 153 h 153"/>
                  <a:gd name="T38" fmla="*/ 0 w 209"/>
                  <a:gd name="T39" fmla="*/ 130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53"/>
                  <a:gd name="T62" fmla="*/ 209 w 209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53">
                    <a:moveTo>
                      <a:pt x="0" y="130"/>
                    </a:moveTo>
                    <a:lnTo>
                      <a:pt x="0" y="130"/>
                    </a:lnTo>
                    <a:lnTo>
                      <a:pt x="26" y="115"/>
                    </a:lnTo>
                    <a:lnTo>
                      <a:pt x="52" y="101"/>
                    </a:lnTo>
                    <a:lnTo>
                      <a:pt x="76" y="85"/>
                    </a:lnTo>
                    <a:lnTo>
                      <a:pt x="100" y="69"/>
                    </a:lnTo>
                    <a:lnTo>
                      <a:pt x="124" y="52"/>
                    </a:lnTo>
                    <a:lnTo>
                      <a:pt x="147" y="36"/>
                    </a:lnTo>
                    <a:lnTo>
                      <a:pt x="168" y="18"/>
                    </a:lnTo>
                    <a:lnTo>
                      <a:pt x="190" y="0"/>
                    </a:lnTo>
                    <a:lnTo>
                      <a:pt x="209" y="17"/>
                    </a:lnTo>
                    <a:lnTo>
                      <a:pt x="187" y="36"/>
                    </a:lnTo>
                    <a:lnTo>
                      <a:pt x="164" y="55"/>
                    </a:lnTo>
                    <a:lnTo>
                      <a:pt x="140" y="72"/>
                    </a:lnTo>
                    <a:lnTo>
                      <a:pt x="116" y="89"/>
                    </a:lnTo>
                    <a:lnTo>
                      <a:pt x="91" y="106"/>
                    </a:lnTo>
                    <a:lnTo>
                      <a:pt x="65" y="122"/>
                    </a:lnTo>
                    <a:lnTo>
                      <a:pt x="39" y="138"/>
                    </a:lnTo>
                    <a:lnTo>
                      <a:pt x="12" y="153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7" name="Freeform 42"/>
              <p:cNvSpPr>
                <a:spLocks/>
              </p:cNvSpPr>
              <p:nvPr/>
            </p:nvSpPr>
            <p:spPr bwMode="auto">
              <a:xfrm>
                <a:off x="3458" y="3159"/>
                <a:ext cx="195" cy="106"/>
              </a:xfrm>
              <a:custGeom>
                <a:avLst/>
                <a:gdLst>
                  <a:gd name="T0" fmla="*/ 0 w 195"/>
                  <a:gd name="T1" fmla="*/ 78 h 106"/>
                  <a:gd name="T2" fmla="*/ 23 w 195"/>
                  <a:gd name="T3" fmla="*/ 69 h 106"/>
                  <a:gd name="T4" fmla="*/ 47 w 195"/>
                  <a:gd name="T5" fmla="*/ 62 h 106"/>
                  <a:gd name="T6" fmla="*/ 70 w 195"/>
                  <a:gd name="T7" fmla="*/ 52 h 106"/>
                  <a:gd name="T8" fmla="*/ 93 w 195"/>
                  <a:gd name="T9" fmla="*/ 44 h 106"/>
                  <a:gd name="T10" fmla="*/ 116 w 195"/>
                  <a:gd name="T11" fmla="*/ 34 h 106"/>
                  <a:gd name="T12" fmla="*/ 138 w 195"/>
                  <a:gd name="T13" fmla="*/ 23 h 106"/>
                  <a:gd name="T14" fmla="*/ 161 w 195"/>
                  <a:gd name="T15" fmla="*/ 13 h 106"/>
                  <a:gd name="T16" fmla="*/ 183 w 195"/>
                  <a:gd name="T17" fmla="*/ 0 h 106"/>
                  <a:gd name="T18" fmla="*/ 195 w 195"/>
                  <a:gd name="T19" fmla="*/ 24 h 106"/>
                  <a:gd name="T20" fmla="*/ 171 w 195"/>
                  <a:gd name="T21" fmla="*/ 37 h 106"/>
                  <a:gd name="T22" fmla="*/ 148 w 195"/>
                  <a:gd name="T23" fmla="*/ 48 h 106"/>
                  <a:gd name="T24" fmla="*/ 122 w 195"/>
                  <a:gd name="T25" fmla="*/ 60 h 106"/>
                  <a:gd name="T26" fmla="*/ 99 w 195"/>
                  <a:gd name="T27" fmla="*/ 69 h 106"/>
                  <a:gd name="T28" fmla="*/ 75 w 195"/>
                  <a:gd name="T29" fmla="*/ 80 h 106"/>
                  <a:gd name="T30" fmla="*/ 52 w 195"/>
                  <a:gd name="T31" fmla="*/ 89 h 106"/>
                  <a:gd name="T32" fmla="*/ 26 w 195"/>
                  <a:gd name="T33" fmla="*/ 97 h 106"/>
                  <a:gd name="T34" fmla="*/ 3 w 195"/>
                  <a:gd name="T35" fmla="*/ 106 h 106"/>
                  <a:gd name="T36" fmla="*/ 0 w 195"/>
                  <a:gd name="T37" fmla="*/ 78 h 1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06"/>
                  <a:gd name="T59" fmla="*/ 195 w 195"/>
                  <a:gd name="T60" fmla="*/ 106 h 1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06">
                    <a:moveTo>
                      <a:pt x="0" y="78"/>
                    </a:moveTo>
                    <a:lnTo>
                      <a:pt x="23" y="69"/>
                    </a:lnTo>
                    <a:lnTo>
                      <a:pt x="47" y="62"/>
                    </a:lnTo>
                    <a:lnTo>
                      <a:pt x="70" y="52"/>
                    </a:lnTo>
                    <a:lnTo>
                      <a:pt x="93" y="44"/>
                    </a:lnTo>
                    <a:lnTo>
                      <a:pt x="116" y="34"/>
                    </a:lnTo>
                    <a:lnTo>
                      <a:pt x="138" y="23"/>
                    </a:lnTo>
                    <a:lnTo>
                      <a:pt x="161" y="13"/>
                    </a:lnTo>
                    <a:lnTo>
                      <a:pt x="183" y="0"/>
                    </a:lnTo>
                    <a:lnTo>
                      <a:pt x="195" y="24"/>
                    </a:lnTo>
                    <a:lnTo>
                      <a:pt x="171" y="37"/>
                    </a:lnTo>
                    <a:lnTo>
                      <a:pt x="148" y="48"/>
                    </a:lnTo>
                    <a:lnTo>
                      <a:pt x="122" y="60"/>
                    </a:lnTo>
                    <a:lnTo>
                      <a:pt x="99" y="69"/>
                    </a:lnTo>
                    <a:lnTo>
                      <a:pt x="75" y="80"/>
                    </a:lnTo>
                    <a:lnTo>
                      <a:pt x="52" y="89"/>
                    </a:lnTo>
                    <a:lnTo>
                      <a:pt x="26" y="97"/>
                    </a:lnTo>
                    <a:lnTo>
                      <a:pt x="3" y="106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8" name="Freeform 43"/>
              <p:cNvSpPr>
                <a:spLocks/>
              </p:cNvSpPr>
              <p:nvPr/>
            </p:nvSpPr>
            <p:spPr bwMode="auto">
              <a:xfrm>
                <a:off x="3439" y="3235"/>
                <a:ext cx="20" cy="34"/>
              </a:xfrm>
              <a:custGeom>
                <a:avLst/>
                <a:gdLst>
                  <a:gd name="T0" fmla="*/ 20 w 20"/>
                  <a:gd name="T1" fmla="*/ 29 h 34"/>
                  <a:gd name="T2" fmla="*/ 2 w 20"/>
                  <a:gd name="T3" fmla="*/ 34 h 34"/>
                  <a:gd name="T4" fmla="*/ 0 w 20"/>
                  <a:gd name="T5" fmla="*/ 5 h 34"/>
                  <a:gd name="T6" fmla="*/ 18 w 20"/>
                  <a:gd name="T7" fmla="*/ 0 h 34"/>
                  <a:gd name="T8" fmla="*/ 20 w 20"/>
                  <a:gd name="T9" fmla="*/ 2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20" y="29"/>
                    </a:moveTo>
                    <a:lnTo>
                      <a:pt x="2" y="34"/>
                    </a:lnTo>
                    <a:lnTo>
                      <a:pt x="0" y="5"/>
                    </a:lnTo>
                    <a:lnTo>
                      <a:pt x="18" y="0"/>
                    </a:lnTo>
                    <a:lnTo>
                      <a:pt x="20" y="2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999" name="Freeform 44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0" name="Freeform 45"/>
              <p:cNvSpPr>
                <a:spLocks/>
              </p:cNvSpPr>
              <p:nvPr/>
            </p:nvSpPr>
            <p:spPr bwMode="auto">
              <a:xfrm>
                <a:off x="3764" y="2956"/>
                <a:ext cx="174" cy="96"/>
              </a:xfrm>
              <a:custGeom>
                <a:avLst/>
                <a:gdLst>
                  <a:gd name="T0" fmla="*/ 146 w 174"/>
                  <a:gd name="T1" fmla="*/ 16 h 96"/>
                  <a:gd name="T2" fmla="*/ 156 w 174"/>
                  <a:gd name="T3" fmla="*/ 27 h 96"/>
                  <a:gd name="T4" fmla="*/ 5 w 174"/>
                  <a:gd name="T5" fmla="*/ 96 h 96"/>
                  <a:gd name="T6" fmla="*/ 0 w 174"/>
                  <a:gd name="T7" fmla="*/ 83 h 96"/>
                  <a:gd name="T8" fmla="*/ 151 w 174"/>
                  <a:gd name="T9" fmla="*/ 11 h 96"/>
                  <a:gd name="T10" fmla="*/ 161 w 174"/>
                  <a:gd name="T11" fmla="*/ 20 h 96"/>
                  <a:gd name="T12" fmla="*/ 151 w 174"/>
                  <a:gd name="T13" fmla="*/ 11 h 96"/>
                  <a:gd name="T14" fmla="*/ 174 w 174"/>
                  <a:gd name="T15" fmla="*/ 0 h 96"/>
                  <a:gd name="T16" fmla="*/ 161 w 174"/>
                  <a:gd name="T17" fmla="*/ 20 h 96"/>
                  <a:gd name="T18" fmla="*/ 146 w 174"/>
                  <a:gd name="T19" fmla="*/ 16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6"/>
                  <a:gd name="T32" fmla="*/ 174 w 174"/>
                  <a:gd name="T33" fmla="*/ 96 h 9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6">
                    <a:moveTo>
                      <a:pt x="146" y="16"/>
                    </a:moveTo>
                    <a:lnTo>
                      <a:pt x="156" y="27"/>
                    </a:lnTo>
                    <a:lnTo>
                      <a:pt x="5" y="96"/>
                    </a:lnTo>
                    <a:lnTo>
                      <a:pt x="0" y="83"/>
                    </a:lnTo>
                    <a:lnTo>
                      <a:pt x="151" y="11"/>
                    </a:lnTo>
                    <a:lnTo>
                      <a:pt x="161" y="20"/>
                    </a:lnTo>
                    <a:lnTo>
                      <a:pt x="151" y="11"/>
                    </a:lnTo>
                    <a:lnTo>
                      <a:pt x="174" y="0"/>
                    </a:lnTo>
                    <a:lnTo>
                      <a:pt x="161" y="20"/>
                    </a:lnTo>
                    <a:lnTo>
                      <a:pt x="146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1" name="Freeform 46"/>
              <p:cNvSpPr>
                <a:spLocks/>
              </p:cNvSpPr>
              <p:nvPr/>
            </p:nvSpPr>
            <p:spPr bwMode="auto">
              <a:xfrm>
                <a:off x="3831" y="2971"/>
                <a:ext cx="94" cy="146"/>
              </a:xfrm>
              <a:custGeom>
                <a:avLst/>
                <a:gdLst>
                  <a:gd name="T0" fmla="*/ 16 w 94"/>
                  <a:gd name="T1" fmla="*/ 126 h 146"/>
                  <a:gd name="T2" fmla="*/ 0 w 94"/>
                  <a:gd name="T3" fmla="*/ 130 h 146"/>
                  <a:gd name="T4" fmla="*/ 78 w 94"/>
                  <a:gd name="T5" fmla="*/ 0 h 146"/>
                  <a:gd name="T6" fmla="*/ 94 w 94"/>
                  <a:gd name="T7" fmla="*/ 4 h 146"/>
                  <a:gd name="T8" fmla="*/ 16 w 94"/>
                  <a:gd name="T9" fmla="*/ 133 h 146"/>
                  <a:gd name="T10" fmla="*/ 0 w 94"/>
                  <a:gd name="T11" fmla="*/ 140 h 146"/>
                  <a:gd name="T12" fmla="*/ 16 w 94"/>
                  <a:gd name="T13" fmla="*/ 133 h 146"/>
                  <a:gd name="T14" fmla="*/ 9 w 94"/>
                  <a:gd name="T15" fmla="*/ 146 h 146"/>
                  <a:gd name="T16" fmla="*/ 0 w 94"/>
                  <a:gd name="T17" fmla="*/ 140 h 146"/>
                  <a:gd name="T18" fmla="*/ 16 w 94"/>
                  <a:gd name="T19" fmla="*/ 12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146"/>
                  <a:gd name="T32" fmla="*/ 94 w 94"/>
                  <a:gd name="T33" fmla="*/ 146 h 1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146">
                    <a:moveTo>
                      <a:pt x="16" y="126"/>
                    </a:moveTo>
                    <a:lnTo>
                      <a:pt x="0" y="130"/>
                    </a:lnTo>
                    <a:lnTo>
                      <a:pt x="78" y="0"/>
                    </a:lnTo>
                    <a:lnTo>
                      <a:pt x="94" y="4"/>
                    </a:lnTo>
                    <a:lnTo>
                      <a:pt x="16" y="133"/>
                    </a:lnTo>
                    <a:lnTo>
                      <a:pt x="0" y="140"/>
                    </a:lnTo>
                    <a:lnTo>
                      <a:pt x="16" y="133"/>
                    </a:lnTo>
                    <a:lnTo>
                      <a:pt x="9" y="146"/>
                    </a:lnTo>
                    <a:lnTo>
                      <a:pt x="0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2" name="Freeform 47"/>
              <p:cNvSpPr>
                <a:spLocks/>
              </p:cNvSpPr>
              <p:nvPr/>
            </p:nvSpPr>
            <p:spPr bwMode="auto">
              <a:xfrm>
                <a:off x="3749" y="3036"/>
                <a:ext cx="94" cy="74"/>
              </a:xfrm>
              <a:custGeom>
                <a:avLst/>
                <a:gdLst>
                  <a:gd name="T0" fmla="*/ 19 w 94"/>
                  <a:gd name="T1" fmla="*/ 15 h 74"/>
                  <a:gd name="T2" fmla="*/ 24 w 94"/>
                  <a:gd name="T3" fmla="*/ 0 h 74"/>
                  <a:gd name="T4" fmla="*/ 94 w 94"/>
                  <a:gd name="T5" fmla="*/ 60 h 74"/>
                  <a:gd name="T6" fmla="*/ 78 w 94"/>
                  <a:gd name="T7" fmla="*/ 74 h 74"/>
                  <a:gd name="T8" fmla="*/ 9 w 94"/>
                  <a:gd name="T9" fmla="*/ 14 h 74"/>
                  <a:gd name="T10" fmla="*/ 14 w 94"/>
                  <a:gd name="T11" fmla="*/ 0 h 74"/>
                  <a:gd name="T12" fmla="*/ 9 w 94"/>
                  <a:gd name="T13" fmla="*/ 14 h 74"/>
                  <a:gd name="T14" fmla="*/ 0 w 94"/>
                  <a:gd name="T15" fmla="*/ 6 h 74"/>
                  <a:gd name="T16" fmla="*/ 14 w 94"/>
                  <a:gd name="T17" fmla="*/ 0 h 74"/>
                  <a:gd name="T18" fmla="*/ 19 w 94"/>
                  <a:gd name="T19" fmla="*/ 15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74"/>
                  <a:gd name="T32" fmla="*/ 94 w 94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74">
                    <a:moveTo>
                      <a:pt x="19" y="15"/>
                    </a:moveTo>
                    <a:lnTo>
                      <a:pt x="24" y="0"/>
                    </a:lnTo>
                    <a:lnTo>
                      <a:pt x="94" y="60"/>
                    </a:lnTo>
                    <a:lnTo>
                      <a:pt x="78" y="74"/>
                    </a:lnTo>
                    <a:lnTo>
                      <a:pt x="9" y="14"/>
                    </a:lnTo>
                    <a:lnTo>
                      <a:pt x="14" y="0"/>
                    </a:lnTo>
                    <a:lnTo>
                      <a:pt x="9" y="14"/>
                    </a:lnTo>
                    <a:lnTo>
                      <a:pt x="0" y="6"/>
                    </a:lnTo>
                    <a:lnTo>
                      <a:pt x="14" y="0"/>
                    </a:lnTo>
                    <a:lnTo>
                      <a:pt x="19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3" name="Freeform 48"/>
              <p:cNvSpPr>
                <a:spLocks/>
              </p:cNvSpPr>
              <p:nvPr/>
            </p:nvSpPr>
            <p:spPr bwMode="auto">
              <a:xfrm>
                <a:off x="3862" y="2989"/>
                <a:ext cx="42" cy="34"/>
              </a:xfrm>
              <a:custGeom>
                <a:avLst/>
                <a:gdLst>
                  <a:gd name="T0" fmla="*/ 0 w 42"/>
                  <a:gd name="T1" fmla="*/ 15 h 34"/>
                  <a:gd name="T2" fmla="*/ 16 w 42"/>
                  <a:gd name="T3" fmla="*/ 0 h 34"/>
                  <a:gd name="T4" fmla="*/ 42 w 42"/>
                  <a:gd name="T5" fmla="*/ 19 h 34"/>
                  <a:gd name="T6" fmla="*/ 26 w 42"/>
                  <a:gd name="T7" fmla="*/ 34 h 34"/>
                  <a:gd name="T8" fmla="*/ 0 w 42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34"/>
                  <a:gd name="T17" fmla="*/ 42 w 4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34">
                    <a:moveTo>
                      <a:pt x="0" y="15"/>
                    </a:moveTo>
                    <a:lnTo>
                      <a:pt x="16" y="0"/>
                    </a:lnTo>
                    <a:lnTo>
                      <a:pt x="42" y="19"/>
                    </a:lnTo>
                    <a:lnTo>
                      <a:pt x="26" y="3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4" name="Freeform 49"/>
              <p:cNvSpPr>
                <a:spLocks/>
              </p:cNvSpPr>
              <p:nvPr/>
            </p:nvSpPr>
            <p:spPr bwMode="auto">
              <a:xfrm>
                <a:off x="3680" y="3004"/>
                <a:ext cx="209" cy="166"/>
              </a:xfrm>
              <a:custGeom>
                <a:avLst/>
                <a:gdLst>
                  <a:gd name="T0" fmla="*/ 0 w 209"/>
                  <a:gd name="T1" fmla="*/ 138 h 166"/>
                  <a:gd name="T2" fmla="*/ 0 w 209"/>
                  <a:gd name="T3" fmla="*/ 138 h 166"/>
                  <a:gd name="T4" fmla="*/ 24 w 209"/>
                  <a:gd name="T5" fmla="*/ 122 h 166"/>
                  <a:gd name="T6" fmla="*/ 49 w 209"/>
                  <a:gd name="T7" fmla="*/ 106 h 166"/>
                  <a:gd name="T8" fmla="*/ 73 w 209"/>
                  <a:gd name="T9" fmla="*/ 90 h 166"/>
                  <a:gd name="T10" fmla="*/ 97 w 209"/>
                  <a:gd name="T11" fmla="*/ 73 h 166"/>
                  <a:gd name="T12" fmla="*/ 119 w 209"/>
                  <a:gd name="T13" fmla="*/ 57 h 166"/>
                  <a:gd name="T14" fmla="*/ 141 w 209"/>
                  <a:gd name="T15" fmla="*/ 38 h 166"/>
                  <a:gd name="T16" fmla="*/ 162 w 209"/>
                  <a:gd name="T17" fmla="*/ 19 h 166"/>
                  <a:gd name="T18" fmla="*/ 183 w 209"/>
                  <a:gd name="T19" fmla="*/ 0 h 166"/>
                  <a:gd name="T20" fmla="*/ 209 w 209"/>
                  <a:gd name="T21" fmla="*/ 20 h 166"/>
                  <a:gd name="T22" fmla="*/ 188 w 209"/>
                  <a:gd name="T23" fmla="*/ 39 h 166"/>
                  <a:gd name="T24" fmla="*/ 165 w 209"/>
                  <a:gd name="T25" fmla="*/ 60 h 166"/>
                  <a:gd name="T26" fmla="*/ 141 w 209"/>
                  <a:gd name="T27" fmla="*/ 79 h 166"/>
                  <a:gd name="T28" fmla="*/ 117 w 209"/>
                  <a:gd name="T29" fmla="*/ 97 h 166"/>
                  <a:gd name="T30" fmla="*/ 93 w 209"/>
                  <a:gd name="T31" fmla="*/ 114 h 166"/>
                  <a:gd name="T32" fmla="*/ 68 w 209"/>
                  <a:gd name="T33" fmla="*/ 132 h 166"/>
                  <a:gd name="T34" fmla="*/ 42 w 209"/>
                  <a:gd name="T35" fmla="*/ 148 h 166"/>
                  <a:gd name="T36" fmla="*/ 15 w 209"/>
                  <a:gd name="T37" fmla="*/ 166 h 166"/>
                  <a:gd name="T38" fmla="*/ 0 w 209"/>
                  <a:gd name="T39" fmla="*/ 138 h 1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9"/>
                  <a:gd name="T61" fmla="*/ 0 h 166"/>
                  <a:gd name="T62" fmla="*/ 209 w 209"/>
                  <a:gd name="T63" fmla="*/ 166 h 16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9" h="166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2"/>
                    </a:lnTo>
                    <a:lnTo>
                      <a:pt x="49" y="106"/>
                    </a:lnTo>
                    <a:lnTo>
                      <a:pt x="73" y="90"/>
                    </a:lnTo>
                    <a:lnTo>
                      <a:pt x="97" y="73"/>
                    </a:lnTo>
                    <a:lnTo>
                      <a:pt x="119" y="57"/>
                    </a:lnTo>
                    <a:lnTo>
                      <a:pt x="141" y="38"/>
                    </a:lnTo>
                    <a:lnTo>
                      <a:pt x="162" y="19"/>
                    </a:lnTo>
                    <a:lnTo>
                      <a:pt x="183" y="0"/>
                    </a:lnTo>
                    <a:lnTo>
                      <a:pt x="209" y="20"/>
                    </a:lnTo>
                    <a:lnTo>
                      <a:pt x="188" y="39"/>
                    </a:lnTo>
                    <a:lnTo>
                      <a:pt x="165" y="60"/>
                    </a:lnTo>
                    <a:lnTo>
                      <a:pt x="141" y="79"/>
                    </a:lnTo>
                    <a:lnTo>
                      <a:pt x="117" y="97"/>
                    </a:lnTo>
                    <a:lnTo>
                      <a:pt x="93" y="114"/>
                    </a:lnTo>
                    <a:lnTo>
                      <a:pt x="68" y="132"/>
                    </a:lnTo>
                    <a:lnTo>
                      <a:pt x="42" y="148"/>
                    </a:lnTo>
                    <a:lnTo>
                      <a:pt x="15" y="166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5" name="Freeform 50"/>
              <p:cNvSpPr>
                <a:spLocks/>
              </p:cNvSpPr>
              <p:nvPr/>
            </p:nvSpPr>
            <p:spPr bwMode="auto">
              <a:xfrm>
                <a:off x="3495" y="3137"/>
                <a:ext cx="195" cy="117"/>
              </a:xfrm>
              <a:custGeom>
                <a:avLst/>
                <a:gdLst>
                  <a:gd name="T0" fmla="*/ 0 w 195"/>
                  <a:gd name="T1" fmla="*/ 84 h 117"/>
                  <a:gd name="T2" fmla="*/ 22 w 195"/>
                  <a:gd name="T3" fmla="*/ 76 h 117"/>
                  <a:gd name="T4" fmla="*/ 45 w 195"/>
                  <a:gd name="T5" fmla="*/ 67 h 117"/>
                  <a:gd name="T6" fmla="*/ 68 w 195"/>
                  <a:gd name="T7" fmla="*/ 58 h 117"/>
                  <a:gd name="T8" fmla="*/ 91 w 195"/>
                  <a:gd name="T9" fmla="*/ 47 h 117"/>
                  <a:gd name="T10" fmla="*/ 113 w 195"/>
                  <a:gd name="T11" fmla="*/ 37 h 117"/>
                  <a:gd name="T12" fmla="*/ 135 w 195"/>
                  <a:gd name="T13" fmla="*/ 25 h 117"/>
                  <a:gd name="T14" fmla="*/ 157 w 195"/>
                  <a:gd name="T15" fmla="*/ 13 h 117"/>
                  <a:gd name="T16" fmla="*/ 179 w 195"/>
                  <a:gd name="T17" fmla="*/ 0 h 117"/>
                  <a:gd name="T18" fmla="*/ 195 w 195"/>
                  <a:gd name="T19" fmla="*/ 28 h 117"/>
                  <a:gd name="T20" fmla="*/ 172 w 195"/>
                  <a:gd name="T21" fmla="*/ 42 h 117"/>
                  <a:gd name="T22" fmla="*/ 148 w 195"/>
                  <a:gd name="T23" fmla="*/ 54 h 117"/>
                  <a:gd name="T24" fmla="*/ 125 w 195"/>
                  <a:gd name="T25" fmla="*/ 67 h 117"/>
                  <a:gd name="T26" fmla="*/ 100 w 195"/>
                  <a:gd name="T27" fmla="*/ 80 h 117"/>
                  <a:gd name="T28" fmla="*/ 77 w 195"/>
                  <a:gd name="T29" fmla="*/ 89 h 117"/>
                  <a:gd name="T30" fmla="*/ 52 w 195"/>
                  <a:gd name="T31" fmla="*/ 100 h 117"/>
                  <a:gd name="T32" fmla="*/ 27 w 195"/>
                  <a:gd name="T33" fmla="*/ 108 h 117"/>
                  <a:gd name="T34" fmla="*/ 4 w 195"/>
                  <a:gd name="T35" fmla="*/ 117 h 117"/>
                  <a:gd name="T36" fmla="*/ 0 w 195"/>
                  <a:gd name="T37" fmla="*/ 84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117"/>
                  <a:gd name="T59" fmla="*/ 195 w 195"/>
                  <a:gd name="T60" fmla="*/ 117 h 11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117">
                    <a:moveTo>
                      <a:pt x="0" y="84"/>
                    </a:moveTo>
                    <a:lnTo>
                      <a:pt x="22" y="76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5" y="25"/>
                    </a:lnTo>
                    <a:lnTo>
                      <a:pt x="157" y="13"/>
                    </a:lnTo>
                    <a:lnTo>
                      <a:pt x="179" y="0"/>
                    </a:lnTo>
                    <a:lnTo>
                      <a:pt x="195" y="28"/>
                    </a:lnTo>
                    <a:lnTo>
                      <a:pt x="172" y="42"/>
                    </a:lnTo>
                    <a:lnTo>
                      <a:pt x="148" y="54"/>
                    </a:lnTo>
                    <a:lnTo>
                      <a:pt x="125" y="67"/>
                    </a:lnTo>
                    <a:lnTo>
                      <a:pt x="100" y="80"/>
                    </a:lnTo>
                    <a:lnTo>
                      <a:pt x="77" y="89"/>
                    </a:lnTo>
                    <a:lnTo>
                      <a:pt x="52" y="100"/>
                    </a:lnTo>
                    <a:lnTo>
                      <a:pt x="27" y="108"/>
                    </a:lnTo>
                    <a:lnTo>
                      <a:pt x="4" y="117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6" name="Freeform 51"/>
              <p:cNvSpPr>
                <a:spLocks/>
              </p:cNvSpPr>
              <p:nvPr/>
            </p:nvSpPr>
            <p:spPr bwMode="auto">
              <a:xfrm>
                <a:off x="3472" y="3221"/>
                <a:ext cx="25" cy="40"/>
              </a:xfrm>
              <a:custGeom>
                <a:avLst/>
                <a:gdLst>
                  <a:gd name="T0" fmla="*/ 25 w 25"/>
                  <a:gd name="T1" fmla="*/ 34 h 40"/>
                  <a:gd name="T2" fmla="*/ 5 w 25"/>
                  <a:gd name="T3" fmla="*/ 40 h 40"/>
                  <a:gd name="T4" fmla="*/ 0 w 25"/>
                  <a:gd name="T5" fmla="*/ 6 h 40"/>
                  <a:gd name="T6" fmla="*/ 21 w 25"/>
                  <a:gd name="T7" fmla="*/ 0 h 40"/>
                  <a:gd name="T8" fmla="*/ 25 w 25"/>
                  <a:gd name="T9" fmla="*/ 3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25" y="34"/>
                    </a:moveTo>
                    <a:lnTo>
                      <a:pt x="5" y="40"/>
                    </a:lnTo>
                    <a:lnTo>
                      <a:pt x="0" y="6"/>
                    </a:lnTo>
                    <a:lnTo>
                      <a:pt x="21" y="0"/>
                    </a:lnTo>
                    <a:lnTo>
                      <a:pt x="25" y="3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7" name="Freeform 52"/>
              <p:cNvSpPr>
                <a:spLocks/>
              </p:cNvSpPr>
              <p:nvPr/>
            </p:nvSpPr>
            <p:spPr bwMode="auto">
              <a:xfrm>
                <a:off x="3766" y="2973"/>
                <a:ext cx="151" cy="129"/>
              </a:xfrm>
              <a:custGeom>
                <a:avLst/>
                <a:gdLst>
                  <a:gd name="T0" fmla="*/ 0 w 151"/>
                  <a:gd name="T1" fmla="*/ 69 h 129"/>
                  <a:gd name="T2" fmla="*/ 151 w 151"/>
                  <a:gd name="T3" fmla="*/ 0 h 129"/>
                  <a:gd name="T4" fmla="*/ 72 w 151"/>
                  <a:gd name="T5" fmla="*/ 129 h 129"/>
                  <a:gd name="T6" fmla="*/ 0 w 151"/>
                  <a:gd name="T7" fmla="*/ 69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9"/>
                  <a:gd name="T14" fmla="*/ 151 w 151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9">
                    <a:moveTo>
                      <a:pt x="0" y="69"/>
                    </a:moveTo>
                    <a:lnTo>
                      <a:pt x="151" y="0"/>
                    </a:lnTo>
                    <a:lnTo>
                      <a:pt x="72" y="12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8" name="Freeform 53"/>
              <p:cNvSpPr>
                <a:spLocks/>
              </p:cNvSpPr>
              <p:nvPr/>
            </p:nvSpPr>
            <p:spPr bwMode="auto">
              <a:xfrm>
                <a:off x="3766" y="2964"/>
                <a:ext cx="165" cy="85"/>
              </a:xfrm>
              <a:custGeom>
                <a:avLst/>
                <a:gdLst>
                  <a:gd name="T0" fmla="*/ 148 w 165"/>
                  <a:gd name="T1" fmla="*/ 11 h 85"/>
                  <a:gd name="T2" fmla="*/ 153 w 165"/>
                  <a:gd name="T3" fmla="*/ 15 h 85"/>
                  <a:gd name="T4" fmla="*/ 3 w 165"/>
                  <a:gd name="T5" fmla="*/ 85 h 85"/>
                  <a:gd name="T6" fmla="*/ 0 w 165"/>
                  <a:gd name="T7" fmla="*/ 77 h 85"/>
                  <a:gd name="T8" fmla="*/ 151 w 165"/>
                  <a:gd name="T9" fmla="*/ 7 h 85"/>
                  <a:gd name="T10" fmla="*/ 156 w 165"/>
                  <a:gd name="T11" fmla="*/ 13 h 85"/>
                  <a:gd name="T12" fmla="*/ 151 w 165"/>
                  <a:gd name="T13" fmla="*/ 7 h 85"/>
                  <a:gd name="T14" fmla="*/ 165 w 165"/>
                  <a:gd name="T15" fmla="*/ 0 h 85"/>
                  <a:gd name="T16" fmla="*/ 156 w 165"/>
                  <a:gd name="T17" fmla="*/ 13 h 85"/>
                  <a:gd name="T18" fmla="*/ 148 w 165"/>
                  <a:gd name="T19" fmla="*/ 1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85"/>
                  <a:gd name="T32" fmla="*/ 165 w 165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85">
                    <a:moveTo>
                      <a:pt x="148" y="11"/>
                    </a:moveTo>
                    <a:lnTo>
                      <a:pt x="153" y="15"/>
                    </a:lnTo>
                    <a:lnTo>
                      <a:pt x="3" y="85"/>
                    </a:lnTo>
                    <a:lnTo>
                      <a:pt x="0" y="77"/>
                    </a:lnTo>
                    <a:lnTo>
                      <a:pt x="151" y="7"/>
                    </a:lnTo>
                    <a:lnTo>
                      <a:pt x="156" y="13"/>
                    </a:lnTo>
                    <a:lnTo>
                      <a:pt x="151" y="7"/>
                    </a:lnTo>
                    <a:lnTo>
                      <a:pt x="165" y="0"/>
                    </a:lnTo>
                    <a:lnTo>
                      <a:pt x="156" y="13"/>
                    </a:lnTo>
                    <a:lnTo>
                      <a:pt x="148" y="11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09" name="Freeform 54"/>
              <p:cNvSpPr>
                <a:spLocks/>
              </p:cNvSpPr>
              <p:nvPr/>
            </p:nvSpPr>
            <p:spPr bwMode="auto">
              <a:xfrm>
                <a:off x="3833" y="2973"/>
                <a:ext cx="88" cy="140"/>
              </a:xfrm>
              <a:custGeom>
                <a:avLst/>
                <a:gdLst>
                  <a:gd name="T0" fmla="*/ 11 w 88"/>
                  <a:gd name="T1" fmla="*/ 127 h 140"/>
                  <a:gd name="T2" fmla="*/ 0 w 88"/>
                  <a:gd name="T3" fmla="*/ 131 h 140"/>
                  <a:gd name="T4" fmla="*/ 78 w 88"/>
                  <a:gd name="T5" fmla="*/ 0 h 140"/>
                  <a:gd name="T6" fmla="*/ 88 w 88"/>
                  <a:gd name="T7" fmla="*/ 2 h 140"/>
                  <a:gd name="T8" fmla="*/ 9 w 88"/>
                  <a:gd name="T9" fmla="*/ 134 h 140"/>
                  <a:gd name="T10" fmla="*/ 0 w 88"/>
                  <a:gd name="T11" fmla="*/ 136 h 140"/>
                  <a:gd name="T12" fmla="*/ 9 w 88"/>
                  <a:gd name="T13" fmla="*/ 134 h 140"/>
                  <a:gd name="T14" fmla="*/ 5 w 88"/>
                  <a:gd name="T15" fmla="*/ 140 h 140"/>
                  <a:gd name="T16" fmla="*/ 0 w 88"/>
                  <a:gd name="T17" fmla="*/ 136 h 140"/>
                  <a:gd name="T18" fmla="*/ 11 w 88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140"/>
                  <a:gd name="T32" fmla="*/ 88 w 88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140">
                    <a:moveTo>
                      <a:pt x="11" y="127"/>
                    </a:moveTo>
                    <a:lnTo>
                      <a:pt x="0" y="131"/>
                    </a:lnTo>
                    <a:lnTo>
                      <a:pt x="78" y="0"/>
                    </a:lnTo>
                    <a:lnTo>
                      <a:pt x="88" y="2"/>
                    </a:lnTo>
                    <a:lnTo>
                      <a:pt x="9" y="134"/>
                    </a:lnTo>
                    <a:lnTo>
                      <a:pt x="0" y="136"/>
                    </a:lnTo>
                    <a:lnTo>
                      <a:pt x="9" y="134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11" y="1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0" name="Freeform 55"/>
              <p:cNvSpPr>
                <a:spLocks/>
              </p:cNvSpPr>
              <p:nvPr/>
            </p:nvSpPr>
            <p:spPr bwMode="auto">
              <a:xfrm>
                <a:off x="3754" y="3039"/>
                <a:ext cx="86" cy="68"/>
              </a:xfrm>
              <a:custGeom>
                <a:avLst/>
                <a:gdLst>
                  <a:gd name="T0" fmla="*/ 12 w 86"/>
                  <a:gd name="T1" fmla="*/ 9 h 68"/>
                  <a:gd name="T2" fmla="*/ 15 w 86"/>
                  <a:gd name="T3" fmla="*/ 0 h 68"/>
                  <a:gd name="T4" fmla="*/ 86 w 86"/>
                  <a:gd name="T5" fmla="*/ 59 h 68"/>
                  <a:gd name="T6" fmla="*/ 77 w 86"/>
                  <a:gd name="T7" fmla="*/ 68 h 68"/>
                  <a:gd name="T8" fmla="*/ 5 w 86"/>
                  <a:gd name="T9" fmla="*/ 8 h 68"/>
                  <a:gd name="T10" fmla="*/ 10 w 86"/>
                  <a:gd name="T11" fmla="*/ 0 h 68"/>
                  <a:gd name="T12" fmla="*/ 5 w 86"/>
                  <a:gd name="T13" fmla="*/ 8 h 68"/>
                  <a:gd name="T14" fmla="*/ 0 w 86"/>
                  <a:gd name="T15" fmla="*/ 4 h 68"/>
                  <a:gd name="T16" fmla="*/ 10 w 86"/>
                  <a:gd name="T17" fmla="*/ 0 h 68"/>
                  <a:gd name="T18" fmla="*/ 12 w 86"/>
                  <a:gd name="T19" fmla="*/ 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8"/>
                  <a:gd name="T32" fmla="*/ 86 w 86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8">
                    <a:moveTo>
                      <a:pt x="12" y="9"/>
                    </a:moveTo>
                    <a:lnTo>
                      <a:pt x="15" y="0"/>
                    </a:lnTo>
                    <a:lnTo>
                      <a:pt x="86" y="59"/>
                    </a:lnTo>
                    <a:lnTo>
                      <a:pt x="77" y="68"/>
                    </a:lnTo>
                    <a:lnTo>
                      <a:pt x="5" y="8"/>
                    </a:lnTo>
                    <a:lnTo>
                      <a:pt x="10" y="0"/>
                    </a:lnTo>
                    <a:lnTo>
                      <a:pt x="5" y="8"/>
                    </a:lnTo>
                    <a:lnTo>
                      <a:pt x="0" y="4"/>
                    </a:lnTo>
                    <a:lnTo>
                      <a:pt x="10" y="0"/>
                    </a:lnTo>
                    <a:lnTo>
                      <a:pt x="12" y="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1" name="Freeform 56"/>
              <p:cNvSpPr>
                <a:spLocks/>
              </p:cNvSpPr>
              <p:nvPr/>
            </p:nvSpPr>
            <p:spPr bwMode="auto">
              <a:xfrm>
                <a:off x="3856" y="3003"/>
                <a:ext cx="35" cy="28"/>
              </a:xfrm>
              <a:custGeom>
                <a:avLst/>
                <a:gdLst>
                  <a:gd name="T0" fmla="*/ 0 w 35"/>
                  <a:gd name="T1" fmla="*/ 12 h 28"/>
                  <a:gd name="T2" fmla="*/ 14 w 35"/>
                  <a:gd name="T3" fmla="*/ 0 h 28"/>
                  <a:gd name="T4" fmla="*/ 35 w 35"/>
                  <a:gd name="T5" fmla="*/ 16 h 28"/>
                  <a:gd name="T6" fmla="*/ 21 w 35"/>
                  <a:gd name="T7" fmla="*/ 28 h 28"/>
                  <a:gd name="T8" fmla="*/ 0 w 35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0" y="12"/>
                    </a:moveTo>
                    <a:lnTo>
                      <a:pt x="14" y="0"/>
                    </a:lnTo>
                    <a:lnTo>
                      <a:pt x="35" y="16"/>
                    </a:lnTo>
                    <a:lnTo>
                      <a:pt x="21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2" name="Freeform 57"/>
              <p:cNvSpPr>
                <a:spLocks/>
              </p:cNvSpPr>
              <p:nvPr/>
            </p:nvSpPr>
            <p:spPr bwMode="auto">
              <a:xfrm>
                <a:off x="3669" y="3015"/>
                <a:ext cx="206" cy="160"/>
              </a:xfrm>
              <a:custGeom>
                <a:avLst/>
                <a:gdLst>
                  <a:gd name="T0" fmla="*/ 0 w 206"/>
                  <a:gd name="T1" fmla="*/ 137 h 160"/>
                  <a:gd name="T2" fmla="*/ 0 w 206"/>
                  <a:gd name="T3" fmla="*/ 137 h 160"/>
                  <a:gd name="T4" fmla="*/ 26 w 206"/>
                  <a:gd name="T5" fmla="*/ 121 h 160"/>
                  <a:gd name="T6" fmla="*/ 51 w 206"/>
                  <a:gd name="T7" fmla="*/ 105 h 160"/>
                  <a:gd name="T8" fmla="*/ 75 w 206"/>
                  <a:gd name="T9" fmla="*/ 89 h 160"/>
                  <a:gd name="T10" fmla="*/ 98 w 206"/>
                  <a:gd name="T11" fmla="*/ 72 h 160"/>
                  <a:gd name="T12" fmla="*/ 121 w 206"/>
                  <a:gd name="T13" fmla="*/ 55 h 160"/>
                  <a:gd name="T14" fmla="*/ 143 w 206"/>
                  <a:gd name="T15" fmla="*/ 37 h 160"/>
                  <a:gd name="T16" fmla="*/ 164 w 206"/>
                  <a:gd name="T17" fmla="*/ 18 h 160"/>
                  <a:gd name="T18" fmla="*/ 184 w 206"/>
                  <a:gd name="T19" fmla="*/ 0 h 160"/>
                  <a:gd name="T20" fmla="*/ 206 w 206"/>
                  <a:gd name="T21" fmla="*/ 16 h 160"/>
                  <a:gd name="T22" fmla="*/ 184 w 206"/>
                  <a:gd name="T23" fmla="*/ 36 h 160"/>
                  <a:gd name="T24" fmla="*/ 162 w 206"/>
                  <a:gd name="T25" fmla="*/ 55 h 160"/>
                  <a:gd name="T26" fmla="*/ 140 w 206"/>
                  <a:gd name="T27" fmla="*/ 74 h 160"/>
                  <a:gd name="T28" fmla="*/ 114 w 206"/>
                  <a:gd name="T29" fmla="*/ 92 h 160"/>
                  <a:gd name="T30" fmla="*/ 91 w 206"/>
                  <a:gd name="T31" fmla="*/ 111 h 160"/>
                  <a:gd name="T32" fmla="*/ 66 w 206"/>
                  <a:gd name="T33" fmla="*/ 127 h 160"/>
                  <a:gd name="T34" fmla="*/ 40 w 206"/>
                  <a:gd name="T35" fmla="*/ 144 h 160"/>
                  <a:gd name="T36" fmla="*/ 14 w 206"/>
                  <a:gd name="T37" fmla="*/ 160 h 160"/>
                  <a:gd name="T38" fmla="*/ 0 w 206"/>
                  <a:gd name="T39" fmla="*/ 137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6"/>
                  <a:gd name="T61" fmla="*/ 0 h 160"/>
                  <a:gd name="T62" fmla="*/ 206 w 206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6" h="160">
                    <a:moveTo>
                      <a:pt x="0" y="137"/>
                    </a:moveTo>
                    <a:lnTo>
                      <a:pt x="0" y="137"/>
                    </a:lnTo>
                    <a:lnTo>
                      <a:pt x="26" y="121"/>
                    </a:lnTo>
                    <a:lnTo>
                      <a:pt x="51" y="105"/>
                    </a:lnTo>
                    <a:lnTo>
                      <a:pt x="75" y="89"/>
                    </a:lnTo>
                    <a:lnTo>
                      <a:pt x="98" y="72"/>
                    </a:lnTo>
                    <a:lnTo>
                      <a:pt x="121" y="55"/>
                    </a:lnTo>
                    <a:lnTo>
                      <a:pt x="143" y="37"/>
                    </a:lnTo>
                    <a:lnTo>
                      <a:pt x="164" y="18"/>
                    </a:lnTo>
                    <a:lnTo>
                      <a:pt x="184" y="0"/>
                    </a:lnTo>
                    <a:lnTo>
                      <a:pt x="206" y="16"/>
                    </a:lnTo>
                    <a:lnTo>
                      <a:pt x="184" y="36"/>
                    </a:lnTo>
                    <a:lnTo>
                      <a:pt x="162" y="55"/>
                    </a:lnTo>
                    <a:lnTo>
                      <a:pt x="140" y="74"/>
                    </a:lnTo>
                    <a:lnTo>
                      <a:pt x="114" y="92"/>
                    </a:lnTo>
                    <a:lnTo>
                      <a:pt x="91" y="111"/>
                    </a:lnTo>
                    <a:lnTo>
                      <a:pt x="66" y="127"/>
                    </a:lnTo>
                    <a:lnTo>
                      <a:pt x="40" y="144"/>
                    </a:lnTo>
                    <a:lnTo>
                      <a:pt x="14" y="16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3" name="Freeform 58"/>
              <p:cNvSpPr>
                <a:spLocks/>
              </p:cNvSpPr>
              <p:nvPr/>
            </p:nvSpPr>
            <p:spPr bwMode="auto">
              <a:xfrm>
                <a:off x="3484" y="3151"/>
                <a:ext cx="193" cy="111"/>
              </a:xfrm>
              <a:custGeom>
                <a:avLst/>
                <a:gdLst>
                  <a:gd name="T0" fmla="*/ 0 w 193"/>
                  <a:gd name="T1" fmla="*/ 84 h 111"/>
                  <a:gd name="T2" fmla="*/ 22 w 193"/>
                  <a:gd name="T3" fmla="*/ 75 h 111"/>
                  <a:gd name="T4" fmla="*/ 45 w 193"/>
                  <a:gd name="T5" fmla="*/ 67 h 111"/>
                  <a:gd name="T6" fmla="*/ 68 w 193"/>
                  <a:gd name="T7" fmla="*/ 58 h 111"/>
                  <a:gd name="T8" fmla="*/ 91 w 193"/>
                  <a:gd name="T9" fmla="*/ 47 h 111"/>
                  <a:gd name="T10" fmla="*/ 113 w 193"/>
                  <a:gd name="T11" fmla="*/ 37 h 111"/>
                  <a:gd name="T12" fmla="*/ 136 w 193"/>
                  <a:gd name="T13" fmla="*/ 25 h 111"/>
                  <a:gd name="T14" fmla="*/ 157 w 193"/>
                  <a:gd name="T15" fmla="*/ 13 h 111"/>
                  <a:gd name="T16" fmla="*/ 180 w 193"/>
                  <a:gd name="T17" fmla="*/ 0 h 111"/>
                  <a:gd name="T18" fmla="*/ 193 w 193"/>
                  <a:gd name="T19" fmla="*/ 23 h 111"/>
                  <a:gd name="T20" fmla="*/ 171 w 193"/>
                  <a:gd name="T21" fmla="*/ 37 h 111"/>
                  <a:gd name="T22" fmla="*/ 146 w 193"/>
                  <a:gd name="T23" fmla="*/ 50 h 111"/>
                  <a:gd name="T24" fmla="*/ 122 w 193"/>
                  <a:gd name="T25" fmla="*/ 62 h 111"/>
                  <a:gd name="T26" fmla="*/ 98 w 193"/>
                  <a:gd name="T27" fmla="*/ 72 h 111"/>
                  <a:gd name="T28" fmla="*/ 75 w 193"/>
                  <a:gd name="T29" fmla="*/ 84 h 111"/>
                  <a:gd name="T30" fmla="*/ 51 w 193"/>
                  <a:gd name="T31" fmla="*/ 93 h 111"/>
                  <a:gd name="T32" fmla="*/ 28 w 193"/>
                  <a:gd name="T33" fmla="*/ 103 h 111"/>
                  <a:gd name="T34" fmla="*/ 3 w 193"/>
                  <a:gd name="T35" fmla="*/ 111 h 111"/>
                  <a:gd name="T36" fmla="*/ 0 w 193"/>
                  <a:gd name="T37" fmla="*/ 84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11"/>
                  <a:gd name="T59" fmla="*/ 193 w 193"/>
                  <a:gd name="T60" fmla="*/ 111 h 1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11">
                    <a:moveTo>
                      <a:pt x="0" y="84"/>
                    </a:moveTo>
                    <a:lnTo>
                      <a:pt x="22" y="75"/>
                    </a:lnTo>
                    <a:lnTo>
                      <a:pt x="45" y="67"/>
                    </a:lnTo>
                    <a:lnTo>
                      <a:pt x="68" y="58"/>
                    </a:lnTo>
                    <a:lnTo>
                      <a:pt x="91" y="47"/>
                    </a:lnTo>
                    <a:lnTo>
                      <a:pt x="113" y="37"/>
                    </a:lnTo>
                    <a:lnTo>
                      <a:pt x="136" y="25"/>
                    </a:lnTo>
                    <a:lnTo>
                      <a:pt x="157" y="13"/>
                    </a:lnTo>
                    <a:lnTo>
                      <a:pt x="180" y="0"/>
                    </a:lnTo>
                    <a:lnTo>
                      <a:pt x="193" y="23"/>
                    </a:lnTo>
                    <a:lnTo>
                      <a:pt x="171" y="37"/>
                    </a:lnTo>
                    <a:lnTo>
                      <a:pt x="146" y="50"/>
                    </a:lnTo>
                    <a:lnTo>
                      <a:pt x="122" y="62"/>
                    </a:lnTo>
                    <a:lnTo>
                      <a:pt x="98" y="72"/>
                    </a:lnTo>
                    <a:lnTo>
                      <a:pt x="75" y="84"/>
                    </a:lnTo>
                    <a:lnTo>
                      <a:pt x="51" y="93"/>
                    </a:lnTo>
                    <a:lnTo>
                      <a:pt x="28" y="103"/>
                    </a:lnTo>
                    <a:lnTo>
                      <a:pt x="3" y="111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4" name="Freeform 59"/>
              <p:cNvSpPr>
                <a:spLocks/>
              </p:cNvSpPr>
              <p:nvPr/>
            </p:nvSpPr>
            <p:spPr bwMode="auto">
              <a:xfrm>
                <a:off x="3466" y="3235"/>
                <a:ext cx="21" cy="34"/>
              </a:xfrm>
              <a:custGeom>
                <a:avLst/>
                <a:gdLst>
                  <a:gd name="T0" fmla="*/ 21 w 21"/>
                  <a:gd name="T1" fmla="*/ 27 h 34"/>
                  <a:gd name="T2" fmla="*/ 3 w 21"/>
                  <a:gd name="T3" fmla="*/ 34 h 34"/>
                  <a:gd name="T4" fmla="*/ 0 w 21"/>
                  <a:gd name="T5" fmla="*/ 6 h 34"/>
                  <a:gd name="T6" fmla="*/ 18 w 21"/>
                  <a:gd name="T7" fmla="*/ 0 h 34"/>
                  <a:gd name="T8" fmla="*/ 21 w 21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4"/>
                  <a:gd name="T17" fmla="*/ 21 w 21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4">
                    <a:moveTo>
                      <a:pt x="21" y="27"/>
                    </a:moveTo>
                    <a:lnTo>
                      <a:pt x="3" y="34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21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5" name="Freeform 60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6" name="Freeform 61"/>
              <p:cNvSpPr>
                <a:spLocks/>
              </p:cNvSpPr>
              <p:nvPr/>
            </p:nvSpPr>
            <p:spPr bwMode="auto">
              <a:xfrm>
                <a:off x="3789" y="2929"/>
                <a:ext cx="169" cy="101"/>
              </a:xfrm>
              <a:custGeom>
                <a:avLst/>
                <a:gdLst>
                  <a:gd name="T0" fmla="*/ 143 w 169"/>
                  <a:gd name="T1" fmla="*/ 17 h 101"/>
                  <a:gd name="T2" fmla="*/ 155 w 169"/>
                  <a:gd name="T3" fmla="*/ 25 h 101"/>
                  <a:gd name="T4" fmla="*/ 6 w 169"/>
                  <a:gd name="T5" fmla="*/ 101 h 101"/>
                  <a:gd name="T6" fmla="*/ 0 w 169"/>
                  <a:gd name="T7" fmla="*/ 86 h 101"/>
                  <a:gd name="T8" fmla="*/ 148 w 169"/>
                  <a:gd name="T9" fmla="*/ 11 h 101"/>
                  <a:gd name="T10" fmla="*/ 159 w 169"/>
                  <a:gd name="T11" fmla="*/ 19 h 101"/>
                  <a:gd name="T12" fmla="*/ 148 w 169"/>
                  <a:gd name="T13" fmla="*/ 11 h 101"/>
                  <a:gd name="T14" fmla="*/ 169 w 169"/>
                  <a:gd name="T15" fmla="*/ 0 h 101"/>
                  <a:gd name="T16" fmla="*/ 159 w 169"/>
                  <a:gd name="T17" fmla="*/ 19 h 101"/>
                  <a:gd name="T18" fmla="*/ 143 w 169"/>
                  <a:gd name="T19" fmla="*/ 17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101"/>
                  <a:gd name="T32" fmla="*/ 169 w 169"/>
                  <a:gd name="T33" fmla="*/ 101 h 10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101">
                    <a:moveTo>
                      <a:pt x="143" y="17"/>
                    </a:moveTo>
                    <a:lnTo>
                      <a:pt x="155" y="25"/>
                    </a:lnTo>
                    <a:lnTo>
                      <a:pt x="6" y="101"/>
                    </a:lnTo>
                    <a:lnTo>
                      <a:pt x="0" y="86"/>
                    </a:lnTo>
                    <a:lnTo>
                      <a:pt x="148" y="11"/>
                    </a:lnTo>
                    <a:lnTo>
                      <a:pt x="159" y="19"/>
                    </a:lnTo>
                    <a:lnTo>
                      <a:pt x="148" y="11"/>
                    </a:lnTo>
                    <a:lnTo>
                      <a:pt x="169" y="0"/>
                    </a:lnTo>
                    <a:lnTo>
                      <a:pt x="159" y="19"/>
                    </a:lnTo>
                    <a:lnTo>
                      <a:pt x="14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7" name="Freeform 62"/>
              <p:cNvSpPr>
                <a:spLocks/>
              </p:cNvSpPr>
              <p:nvPr/>
            </p:nvSpPr>
            <p:spPr bwMode="auto">
              <a:xfrm>
                <a:off x="3861" y="2946"/>
                <a:ext cx="89" cy="147"/>
              </a:xfrm>
              <a:custGeom>
                <a:avLst/>
                <a:gdLst>
                  <a:gd name="T0" fmla="*/ 16 w 89"/>
                  <a:gd name="T1" fmla="*/ 126 h 147"/>
                  <a:gd name="T2" fmla="*/ 0 w 89"/>
                  <a:gd name="T3" fmla="*/ 131 h 147"/>
                  <a:gd name="T4" fmla="*/ 73 w 89"/>
                  <a:gd name="T5" fmla="*/ 0 h 147"/>
                  <a:gd name="T6" fmla="*/ 89 w 89"/>
                  <a:gd name="T7" fmla="*/ 3 h 147"/>
                  <a:gd name="T8" fmla="*/ 16 w 89"/>
                  <a:gd name="T9" fmla="*/ 134 h 147"/>
                  <a:gd name="T10" fmla="*/ 1 w 89"/>
                  <a:gd name="T11" fmla="*/ 140 h 147"/>
                  <a:gd name="T12" fmla="*/ 16 w 89"/>
                  <a:gd name="T13" fmla="*/ 134 h 147"/>
                  <a:gd name="T14" fmla="*/ 11 w 89"/>
                  <a:gd name="T15" fmla="*/ 147 h 147"/>
                  <a:gd name="T16" fmla="*/ 1 w 89"/>
                  <a:gd name="T17" fmla="*/ 140 h 147"/>
                  <a:gd name="T18" fmla="*/ 16 w 89"/>
                  <a:gd name="T19" fmla="*/ 126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147"/>
                  <a:gd name="T32" fmla="*/ 89 w 89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147">
                    <a:moveTo>
                      <a:pt x="16" y="126"/>
                    </a:moveTo>
                    <a:lnTo>
                      <a:pt x="0" y="131"/>
                    </a:lnTo>
                    <a:lnTo>
                      <a:pt x="73" y="0"/>
                    </a:lnTo>
                    <a:lnTo>
                      <a:pt x="89" y="3"/>
                    </a:lnTo>
                    <a:lnTo>
                      <a:pt x="16" y="134"/>
                    </a:lnTo>
                    <a:lnTo>
                      <a:pt x="1" y="140"/>
                    </a:lnTo>
                    <a:lnTo>
                      <a:pt x="16" y="134"/>
                    </a:lnTo>
                    <a:lnTo>
                      <a:pt x="11" y="147"/>
                    </a:lnTo>
                    <a:lnTo>
                      <a:pt x="1" y="140"/>
                    </a:lnTo>
                    <a:lnTo>
                      <a:pt x="16" y="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8" name="Freeform 63"/>
              <p:cNvSpPr>
                <a:spLocks/>
              </p:cNvSpPr>
              <p:nvPr/>
            </p:nvSpPr>
            <p:spPr bwMode="auto">
              <a:xfrm>
                <a:off x="3778" y="3015"/>
                <a:ext cx="99" cy="70"/>
              </a:xfrm>
              <a:custGeom>
                <a:avLst/>
                <a:gdLst>
                  <a:gd name="T0" fmla="*/ 19 w 99"/>
                  <a:gd name="T1" fmla="*/ 14 h 70"/>
                  <a:gd name="T2" fmla="*/ 23 w 99"/>
                  <a:gd name="T3" fmla="*/ 0 h 70"/>
                  <a:gd name="T4" fmla="*/ 99 w 99"/>
                  <a:gd name="T5" fmla="*/ 56 h 70"/>
                  <a:gd name="T6" fmla="*/ 84 w 99"/>
                  <a:gd name="T7" fmla="*/ 70 h 70"/>
                  <a:gd name="T8" fmla="*/ 8 w 99"/>
                  <a:gd name="T9" fmla="*/ 14 h 70"/>
                  <a:gd name="T10" fmla="*/ 14 w 99"/>
                  <a:gd name="T11" fmla="*/ 0 h 70"/>
                  <a:gd name="T12" fmla="*/ 8 w 99"/>
                  <a:gd name="T13" fmla="*/ 14 h 70"/>
                  <a:gd name="T14" fmla="*/ 0 w 99"/>
                  <a:gd name="T15" fmla="*/ 8 h 70"/>
                  <a:gd name="T16" fmla="*/ 14 w 99"/>
                  <a:gd name="T17" fmla="*/ 0 h 70"/>
                  <a:gd name="T18" fmla="*/ 19 w 99"/>
                  <a:gd name="T19" fmla="*/ 14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"/>
                  <a:gd name="T31" fmla="*/ 0 h 70"/>
                  <a:gd name="T32" fmla="*/ 99 w 99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" h="70">
                    <a:moveTo>
                      <a:pt x="19" y="14"/>
                    </a:moveTo>
                    <a:lnTo>
                      <a:pt x="23" y="0"/>
                    </a:lnTo>
                    <a:lnTo>
                      <a:pt x="99" y="56"/>
                    </a:lnTo>
                    <a:lnTo>
                      <a:pt x="84" y="70"/>
                    </a:lnTo>
                    <a:lnTo>
                      <a:pt x="8" y="14"/>
                    </a:lnTo>
                    <a:lnTo>
                      <a:pt x="14" y="0"/>
                    </a:lnTo>
                    <a:lnTo>
                      <a:pt x="8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19" name="Freeform 64"/>
              <p:cNvSpPr>
                <a:spLocks/>
              </p:cNvSpPr>
              <p:nvPr/>
            </p:nvSpPr>
            <p:spPr bwMode="auto">
              <a:xfrm>
                <a:off x="3891" y="2963"/>
                <a:ext cx="44" cy="36"/>
              </a:xfrm>
              <a:custGeom>
                <a:avLst/>
                <a:gdLst>
                  <a:gd name="T0" fmla="*/ 0 w 44"/>
                  <a:gd name="T1" fmla="*/ 16 h 36"/>
                  <a:gd name="T2" fmla="*/ 16 w 44"/>
                  <a:gd name="T3" fmla="*/ 0 h 36"/>
                  <a:gd name="T4" fmla="*/ 44 w 44"/>
                  <a:gd name="T5" fmla="*/ 20 h 36"/>
                  <a:gd name="T6" fmla="*/ 28 w 44"/>
                  <a:gd name="T7" fmla="*/ 36 h 36"/>
                  <a:gd name="T8" fmla="*/ 0 w 44"/>
                  <a:gd name="T9" fmla="*/ 1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6"/>
                  <a:gd name="T17" fmla="*/ 44 w 44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6">
                    <a:moveTo>
                      <a:pt x="0" y="16"/>
                    </a:moveTo>
                    <a:lnTo>
                      <a:pt x="16" y="0"/>
                    </a:lnTo>
                    <a:lnTo>
                      <a:pt x="44" y="20"/>
                    </a:lnTo>
                    <a:lnTo>
                      <a:pt x="28" y="3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0" name="Freeform 65"/>
              <p:cNvSpPr>
                <a:spLocks/>
              </p:cNvSpPr>
              <p:nvPr/>
            </p:nvSpPr>
            <p:spPr bwMode="auto">
              <a:xfrm>
                <a:off x="3709" y="2976"/>
                <a:ext cx="207" cy="171"/>
              </a:xfrm>
              <a:custGeom>
                <a:avLst/>
                <a:gdLst>
                  <a:gd name="T0" fmla="*/ 0 w 207"/>
                  <a:gd name="T1" fmla="*/ 144 h 171"/>
                  <a:gd name="T2" fmla="*/ 0 w 207"/>
                  <a:gd name="T3" fmla="*/ 144 h 171"/>
                  <a:gd name="T4" fmla="*/ 26 w 207"/>
                  <a:gd name="T5" fmla="*/ 127 h 171"/>
                  <a:gd name="T6" fmla="*/ 51 w 207"/>
                  <a:gd name="T7" fmla="*/ 110 h 171"/>
                  <a:gd name="T8" fmla="*/ 73 w 207"/>
                  <a:gd name="T9" fmla="*/ 93 h 171"/>
                  <a:gd name="T10" fmla="*/ 96 w 207"/>
                  <a:gd name="T11" fmla="*/ 76 h 171"/>
                  <a:gd name="T12" fmla="*/ 119 w 207"/>
                  <a:gd name="T13" fmla="*/ 58 h 171"/>
                  <a:gd name="T14" fmla="*/ 139 w 207"/>
                  <a:gd name="T15" fmla="*/ 40 h 171"/>
                  <a:gd name="T16" fmla="*/ 160 w 207"/>
                  <a:gd name="T17" fmla="*/ 19 h 171"/>
                  <a:gd name="T18" fmla="*/ 179 w 207"/>
                  <a:gd name="T19" fmla="*/ 0 h 171"/>
                  <a:gd name="T20" fmla="*/ 207 w 207"/>
                  <a:gd name="T21" fmla="*/ 19 h 171"/>
                  <a:gd name="T22" fmla="*/ 186 w 207"/>
                  <a:gd name="T23" fmla="*/ 40 h 171"/>
                  <a:gd name="T24" fmla="*/ 164 w 207"/>
                  <a:gd name="T25" fmla="*/ 60 h 171"/>
                  <a:gd name="T26" fmla="*/ 142 w 207"/>
                  <a:gd name="T27" fmla="*/ 80 h 171"/>
                  <a:gd name="T28" fmla="*/ 119 w 207"/>
                  <a:gd name="T29" fmla="*/ 100 h 171"/>
                  <a:gd name="T30" fmla="*/ 95 w 207"/>
                  <a:gd name="T31" fmla="*/ 118 h 171"/>
                  <a:gd name="T32" fmla="*/ 70 w 207"/>
                  <a:gd name="T33" fmla="*/ 137 h 171"/>
                  <a:gd name="T34" fmla="*/ 45 w 207"/>
                  <a:gd name="T35" fmla="*/ 153 h 171"/>
                  <a:gd name="T36" fmla="*/ 19 w 207"/>
                  <a:gd name="T37" fmla="*/ 171 h 171"/>
                  <a:gd name="T38" fmla="*/ 0 w 207"/>
                  <a:gd name="T39" fmla="*/ 144 h 1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71"/>
                  <a:gd name="T62" fmla="*/ 207 w 207"/>
                  <a:gd name="T63" fmla="*/ 171 h 1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71">
                    <a:moveTo>
                      <a:pt x="0" y="144"/>
                    </a:moveTo>
                    <a:lnTo>
                      <a:pt x="0" y="144"/>
                    </a:lnTo>
                    <a:lnTo>
                      <a:pt x="26" y="127"/>
                    </a:lnTo>
                    <a:lnTo>
                      <a:pt x="51" y="110"/>
                    </a:lnTo>
                    <a:lnTo>
                      <a:pt x="73" y="93"/>
                    </a:lnTo>
                    <a:lnTo>
                      <a:pt x="96" y="76"/>
                    </a:lnTo>
                    <a:lnTo>
                      <a:pt x="119" y="58"/>
                    </a:lnTo>
                    <a:lnTo>
                      <a:pt x="139" y="40"/>
                    </a:lnTo>
                    <a:lnTo>
                      <a:pt x="160" y="19"/>
                    </a:lnTo>
                    <a:lnTo>
                      <a:pt x="179" y="0"/>
                    </a:lnTo>
                    <a:lnTo>
                      <a:pt x="207" y="19"/>
                    </a:lnTo>
                    <a:lnTo>
                      <a:pt x="186" y="40"/>
                    </a:lnTo>
                    <a:lnTo>
                      <a:pt x="164" y="60"/>
                    </a:lnTo>
                    <a:lnTo>
                      <a:pt x="142" y="80"/>
                    </a:lnTo>
                    <a:lnTo>
                      <a:pt x="119" y="100"/>
                    </a:lnTo>
                    <a:lnTo>
                      <a:pt x="95" y="118"/>
                    </a:lnTo>
                    <a:lnTo>
                      <a:pt x="70" y="137"/>
                    </a:lnTo>
                    <a:lnTo>
                      <a:pt x="45" y="153"/>
                    </a:lnTo>
                    <a:lnTo>
                      <a:pt x="19" y="171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1" name="Freeform 66"/>
              <p:cNvSpPr>
                <a:spLocks/>
              </p:cNvSpPr>
              <p:nvPr/>
            </p:nvSpPr>
            <p:spPr bwMode="auto">
              <a:xfrm>
                <a:off x="3531" y="3118"/>
                <a:ext cx="196" cy="123"/>
              </a:xfrm>
              <a:custGeom>
                <a:avLst/>
                <a:gdLst>
                  <a:gd name="T0" fmla="*/ 0 w 196"/>
                  <a:gd name="T1" fmla="*/ 92 h 123"/>
                  <a:gd name="T2" fmla="*/ 22 w 196"/>
                  <a:gd name="T3" fmla="*/ 81 h 123"/>
                  <a:gd name="T4" fmla="*/ 45 w 196"/>
                  <a:gd name="T5" fmla="*/ 73 h 123"/>
                  <a:gd name="T6" fmla="*/ 68 w 196"/>
                  <a:gd name="T7" fmla="*/ 62 h 123"/>
                  <a:gd name="T8" fmla="*/ 90 w 196"/>
                  <a:gd name="T9" fmla="*/ 52 h 123"/>
                  <a:gd name="T10" fmla="*/ 112 w 196"/>
                  <a:gd name="T11" fmla="*/ 40 h 123"/>
                  <a:gd name="T12" fmla="*/ 134 w 196"/>
                  <a:gd name="T13" fmla="*/ 27 h 123"/>
                  <a:gd name="T14" fmla="*/ 156 w 196"/>
                  <a:gd name="T15" fmla="*/ 15 h 123"/>
                  <a:gd name="T16" fmla="*/ 177 w 196"/>
                  <a:gd name="T17" fmla="*/ 0 h 123"/>
                  <a:gd name="T18" fmla="*/ 196 w 196"/>
                  <a:gd name="T19" fmla="*/ 27 h 123"/>
                  <a:gd name="T20" fmla="*/ 172 w 196"/>
                  <a:gd name="T21" fmla="*/ 42 h 123"/>
                  <a:gd name="T22" fmla="*/ 150 w 196"/>
                  <a:gd name="T23" fmla="*/ 56 h 123"/>
                  <a:gd name="T24" fmla="*/ 125 w 196"/>
                  <a:gd name="T25" fmla="*/ 68 h 123"/>
                  <a:gd name="T26" fmla="*/ 102 w 196"/>
                  <a:gd name="T27" fmla="*/ 81 h 123"/>
                  <a:gd name="T28" fmla="*/ 78 w 196"/>
                  <a:gd name="T29" fmla="*/ 93 h 123"/>
                  <a:gd name="T30" fmla="*/ 55 w 196"/>
                  <a:gd name="T31" fmla="*/ 103 h 123"/>
                  <a:gd name="T32" fmla="*/ 30 w 196"/>
                  <a:gd name="T33" fmla="*/ 115 h 123"/>
                  <a:gd name="T34" fmla="*/ 6 w 196"/>
                  <a:gd name="T35" fmla="*/ 123 h 123"/>
                  <a:gd name="T36" fmla="*/ 0 w 196"/>
                  <a:gd name="T37" fmla="*/ 92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3"/>
                  <a:gd name="T59" fmla="*/ 196 w 196"/>
                  <a:gd name="T60" fmla="*/ 123 h 12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3">
                    <a:moveTo>
                      <a:pt x="0" y="92"/>
                    </a:moveTo>
                    <a:lnTo>
                      <a:pt x="22" y="81"/>
                    </a:lnTo>
                    <a:lnTo>
                      <a:pt x="45" y="73"/>
                    </a:lnTo>
                    <a:lnTo>
                      <a:pt x="68" y="62"/>
                    </a:lnTo>
                    <a:lnTo>
                      <a:pt x="90" y="52"/>
                    </a:lnTo>
                    <a:lnTo>
                      <a:pt x="112" y="40"/>
                    </a:lnTo>
                    <a:lnTo>
                      <a:pt x="134" y="27"/>
                    </a:lnTo>
                    <a:lnTo>
                      <a:pt x="156" y="15"/>
                    </a:lnTo>
                    <a:lnTo>
                      <a:pt x="177" y="0"/>
                    </a:lnTo>
                    <a:lnTo>
                      <a:pt x="196" y="27"/>
                    </a:lnTo>
                    <a:lnTo>
                      <a:pt x="172" y="42"/>
                    </a:lnTo>
                    <a:lnTo>
                      <a:pt x="150" y="56"/>
                    </a:lnTo>
                    <a:lnTo>
                      <a:pt x="125" y="68"/>
                    </a:lnTo>
                    <a:lnTo>
                      <a:pt x="102" y="81"/>
                    </a:lnTo>
                    <a:lnTo>
                      <a:pt x="78" y="93"/>
                    </a:lnTo>
                    <a:lnTo>
                      <a:pt x="55" y="103"/>
                    </a:lnTo>
                    <a:lnTo>
                      <a:pt x="30" y="115"/>
                    </a:lnTo>
                    <a:lnTo>
                      <a:pt x="6" y="123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2" name="Freeform 67"/>
              <p:cNvSpPr>
                <a:spLocks/>
              </p:cNvSpPr>
              <p:nvPr/>
            </p:nvSpPr>
            <p:spPr bwMode="auto">
              <a:xfrm>
                <a:off x="3506" y="3207"/>
                <a:ext cx="28" cy="41"/>
              </a:xfrm>
              <a:custGeom>
                <a:avLst/>
                <a:gdLst>
                  <a:gd name="T0" fmla="*/ 28 w 28"/>
                  <a:gd name="T1" fmla="*/ 32 h 41"/>
                  <a:gd name="T2" fmla="*/ 7 w 28"/>
                  <a:gd name="T3" fmla="*/ 41 h 41"/>
                  <a:gd name="T4" fmla="*/ 0 w 28"/>
                  <a:gd name="T5" fmla="*/ 8 h 41"/>
                  <a:gd name="T6" fmla="*/ 21 w 28"/>
                  <a:gd name="T7" fmla="*/ 0 h 41"/>
                  <a:gd name="T8" fmla="*/ 28 w 28"/>
                  <a:gd name="T9" fmla="*/ 3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1"/>
                  <a:gd name="T17" fmla="*/ 28 w 2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1">
                    <a:moveTo>
                      <a:pt x="28" y="32"/>
                    </a:moveTo>
                    <a:lnTo>
                      <a:pt x="7" y="41"/>
                    </a:lnTo>
                    <a:lnTo>
                      <a:pt x="0" y="8"/>
                    </a:lnTo>
                    <a:lnTo>
                      <a:pt x="21" y="0"/>
                    </a:lnTo>
                    <a:lnTo>
                      <a:pt x="2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3" name="Freeform 68"/>
              <p:cNvSpPr>
                <a:spLocks/>
              </p:cNvSpPr>
              <p:nvPr/>
            </p:nvSpPr>
            <p:spPr bwMode="auto">
              <a:xfrm>
                <a:off x="3795" y="2946"/>
                <a:ext cx="147" cy="132"/>
              </a:xfrm>
              <a:custGeom>
                <a:avLst/>
                <a:gdLst>
                  <a:gd name="T0" fmla="*/ 0 w 147"/>
                  <a:gd name="T1" fmla="*/ 75 h 132"/>
                  <a:gd name="T2" fmla="*/ 147 w 147"/>
                  <a:gd name="T3" fmla="*/ 0 h 132"/>
                  <a:gd name="T4" fmla="*/ 75 w 147"/>
                  <a:gd name="T5" fmla="*/ 132 h 132"/>
                  <a:gd name="T6" fmla="*/ 0 w 147"/>
                  <a:gd name="T7" fmla="*/ 75 h 1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7"/>
                  <a:gd name="T13" fmla="*/ 0 h 132"/>
                  <a:gd name="T14" fmla="*/ 147 w 147"/>
                  <a:gd name="T15" fmla="*/ 132 h 1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7" h="132">
                    <a:moveTo>
                      <a:pt x="0" y="75"/>
                    </a:moveTo>
                    <a:lnTo>
                      <a:pt x="147" y="0"/>
                    </a:lnTo>
                    <a:lnTo>
                      <a:pt x="75" y="13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4" name="Freeform 69"/>
              <p:cNvSpPr>
                <a:spLocks/>
              </p:cNvSpPr>
              <p:nvPr/>
            </p:nvSpPr>
            <p:spPr bwMode="auto">
              <a:xfrm>
                <a:off x="3793" y="2936"/>
                <a:ext cx="160" cy="89"/>
              </a:xfrm>
              <a:custGeom>
                <a:avLst/>
                <a:gdLst>
                  <a:gd name="T0" fmla="*/ 144 w 160"/>
                  <a:gd name="T1" fmla="*/ 9 h 89"/>
                  <a:gd name="T2" fmla="*/ 152 w 160"/>
                  <a:gd name="T3" fmla="*/ 13 h 89"/>
                  <a:gd name="T4" fmla="*/ 3 w 160"/>
                  <a:gd name="T5" fmla="*/ 89 h 89"/>
                  <a:gd name="T6" fmla="*/ 0 w 160"/>
                  <a:gd name="T7" fmla="*/ 81 h 89"/>
                  <a:gd name="T8" fmla="*/ 146 w 160"/>
                  <a:gd name="T9" fmla="*/ 6 h 89"/>
                  <a:gd name="T10" fmla="*/ 155 w 160"/>
                  <a:gd name="T11" fmla="*/ 11 h 89"/>
                  <a:gd name="T12" fmla="*/ 146 w 160"/>
                  <a:gd name="T13" fmla="*/ 6 h 89"/>
                  <a:gd name="T14" fmla="*/ 160 w 160"/>
                  <a:gd name="T15" fmla="*/ 0 h 89"/>
                  <a:gd name="T16" fmla="*/ 155 w 160"/>
                  <a:gd name="T17" fmla="*/ 11 h 89"/>
                  <a:gd name="T18" fmla="*/ 144 w 160"/>
                  <a:gd name="T19" fmla="*/ 9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0"/>
                  <a:gd name="T31" fmla="*/ 0 h 89"/>
                  <a:gd name="T32" fmla="*/ 160 w 160"/>
                  <a:gd name="T33" fmla="*/ 89 h 8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0" h="89">
                    <a:moveTo>
                      <a:pt x="144" y="9"/>
                    </a:moveTo>
                    <a:lnTo>
                      <a:pt x="152" y="13"/>
                    </a:lnTo>
                    <a:lnTo>
                      <a:pt x="3" y="89"/>
                    </a:lnTo>
                    <a:lnTo>
                      <a:pt x="0" y="81"/>
                    </a:lnTo>
                    <a:lnTo>
                      <a:pt x="146" y="6"/>
                    </a:lnTo>
                    <a:lnTo>
                      <a:pt x="155" y="11"/>
                    </a:lnTo>
                    <a:lnTo>
                      <a:pt x="146" y="6"/>
                    </a:lnTo>
                    <a:lnTo>
                      <a:pt x="160" y="0"/>
                    </a:lnTo>
                    <a:lnTo>
                      <a:pt x="155" y="11"/>
                    </a:lnTo>
                    <a:lnTo>
                      <a:pt x="144" y="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5" name="Freeform 70"/>
              <p:cNvSpPr>
                <a:spLocks/>
              </p:cNvSpPr>
              <p:nvPr/>
            </p:nvSpPr>
            <p:spPr bwMode="auto">
              <a:xfrm>
                <a:off x="3868" y="2945"/>
                <a:ext cx="83" cy="140"/>
              </a:xfrm>
              <a:custGeom>
                <a:avLst/>
                <a:gdLst>
                  <a:gd name="T0" fmla="*/ 9 w 83"/>
                  <a:gd name="T1" fmla="*/ 127 h 140"/>
                  <a:gd name="T2" fmla="*/ 0 w 83"/>
                  <a:gd name="T3" fmla="*/ 132 h 140"/>
                  <a:gd name="T4" fmla="*/ 72 w 83"/>
                  <a:gd name="T5" fmla="*/ 0 h 140"/>
                  <a:gd name="T6" fmla="*/ 83 w 83"/>
                  <a:gd name="T7" fmla="*/ 1 h 140"/>
                  <a:gd name="T8" fmla="*/ 9 w 83"/>
                  <a:gd name="T9" fmla="*/ 132 h 140"/>
                  <a:gd name="T10" fmla="*/ 0 w 83"/>
                  <a:gd name="T11" fmla="*/ 136 h 140"/>
                  <a:gd name="T12" fmla="*/ 9 w 83"/>
                  <a:gd name="T13" fmla="*/ 132 h 140"/>
                  <a:gd name="T14" fmla="*/ 5 w 83"/>
                  <a:gd name="T15" fmla="*/ 140 h 140"/>
                  <a:gd name="T16" fmla="*/ 0 w 83"/>
                  <a:gd name="T17" fmla="*/ 136 h 140"/>
                  <a:gd name="T18" fmla="*/ 9 w 83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0"/>
                  <a:gd name="T32" fmla="*/ 83 w 83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0">
                    <a:moveTo>
                      <a:pt x="9" y="127"/>
                    </a:moveTo>
                    <a:lnTo>
                      <a:pt x="0" y="132"/>
                    </a:lnTo>
                    <a:lnTo>
                      <a:pt x="72" y="0"/>
                    </a:lnTo>
                    <a:lnTo>
                      <a:pt x="83" y="1"/>
                    </a:lnTo>
                    <a:lnTo>
                      <a:pt x="9" y="132"/>
                    </a:lnTo>
                    <a:lnTo>
                      <a:pt x="0" y="136"/>
                    </a:lnTo>
                    <a:lnTo>
                      <a:pt x="9" y="132"/>
                    </a:lnTo>
                    <a:lnTo>
                      <a:pt x="5" y="140"/>
                    </a:lnTo>
                    <a:lnTo>
                      <a:pt x="0" y="136"/>
                    </a:lnTo>
                    <a:lnTo>
                      <a:pt x="9" y="1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6" name="Freeform 71"/>
              <p:cNvSpPr>
                <a:spLocks/>
              </p:cNvSpPr>
              <p:nvPr/>
            </p:nvSpPr>
            <p:spPr bwMode="auto">
              <a:xfrm>
                <a:off x="3784" y="3017"/>
                <a:ext cx="90" cy="64"/>
              </a:xfrm>
              <a:custGeom>
                <a:avLst/>
                <a:gdLst>
                  <a:gd name="T0" fmla="*/ 12 w 90"/>
                  <a:gd name="T1" fmla="*/ 8 h 64"/>
                  <a:gd name="T2" fmla="*/ 15 w 90"/>
                  <a:gd name="T3" fmla="*/ 0 h 64"/>
                  <a:gd name="T4" fmla="*/ 90 w 90"/>
                  <a:gd name="T5" fmla="*/ 55 h 64"/>
                  <a:gd name="T6" fmla="*/ 82 w 90"/>
                  <a:gd name="T7" fmla="*/ 64 h 64"/>
                  <a:gd name="T8" fmla="*/ 6 w 90"/>
                  <a:gd name="T9" fmla="*/ 8 h 64"/>
                  <a:gd name="T10" fmla="*/ 9 w 90"/>
                  <a:gd name="T11" fmla="*/ 0 h 64"/>
                  <a:gd name="T12" fmla="*/ 6 w 90"/>
                  <a:gd name="T13" fmla="*/ 8 h 64"/>
                  <a:gd name="T14" fmla="*/ 0 w 90"/>
                  <a:gd name="T15" fmla="*/ 4 h 64"/>
                  <a:gd name="T16" fmla="*/ 9 w 90"/>
                  <a:gd name="T17" fmla="*/ 0 h 64"/>
                  <a:gd name="T18" fmla="*/ 12 w 90"/>
                  <a:gd name="T19" fmla="*/ 8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0"/>
                  <a:gd name="T31" fmla="*/ 0 h 64"/>
                  <a:gd name="T32" fmla="*/ 90 w 90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0" h="64">
                    <a:moveTo>
                      <a:pt x="12" y="8"/>
                    </a:moveTo>
                    <a:lnTo>
                      <a:pt x="15" y="0"/>
                    </a:lnTo>
                    <a:lnTo>
                      <a:pt x="90" y="55"/>
                    </a:lnTo>
                    <a:lnTo>
                      <a:pt x="82" y="64"/>
                    </a:lnTo>
                    <a:lnTo>
                      <a:pt x="6" y="8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7" name="Freeform 72"/>
              <p:cNvSpPr>
                <a:spLocks/>
              </p:cNvSpPr>
              <p:nvPr/>
            </p:nvSpPr>
            <p:spPr bwMode="auto">
              <a:xfrm>
                <a:off x="3894" y="2967"/>
                <a:ext cx="37" cy="28"/>
              </a:xfrm>
              <a:custGeom>
                <a:avLst/>
                <a:gdLst>
                  <a:gd name="T0" fmla="*/ 0 w 37"/>
                  <a:gd name="T1" fmla="*/ 12 h 28"/>
                  <a:gd name="T2" fmla="*/ 14 w 37"/>
                  <a:gd name="T3" fmla="*/ 0 h 28"/>
                  <a:gd name="T4" fmla="*/ 37 w 37"/>
                  <a:gd name="T5" fmla="*/ 16 h 28"/>
                  <a:gd name="T6" fmla="*/ 23 w 37"/>
                  <a:gd name="T7" fmla="*/ 28 h 28"/>
                  <a:gd name="T8" fmla="*/ 0 w 37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8"/>
                  <a:gd name="T17" fmla="*/ 37 w 37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8">
                    <a:moveTo>
                      <a:pt x="0" y="12"/>
                    </a:moveTo>
                    <a:lnTo>
                      <a:pt x="14" y="0"/>
                    </a:lnTo>
                    <a:lnTo>
                      <a:pt x="37" y="16"/>
                    </a:lnTo>
                    <a:lnTo>
                      <a:pt x="23" y="2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8" name="Freeform 73"/>
              <p:cNvSpPr>
                <a:spLocks/>
              </p:cNvSpPr>
              <p:nvPr/>
            </p:nvSpPr>
            <p:spPr bwMode="auto">
              <a:xfrm>
                <a:off x="3713" y="2977"/>
                <a:ext cx="202" cy="168"/>
              </a:xfrm>
              <a:custGeom>
                <a:avLst/>
                <a:gdLst>
                  <a:gd name="T0" fmla="*/ 0 w 202"/>
                  <a:gd name="T1" fmla="*/ 146 h 168"/>
                  <a:gd name="T2" fmla="*/ 0 w 202"/>
                  <a:gd name="T3" fmla="*/ 146 h 168"/>
                  <a:gd name="T4" fmla="*/ 25 w 202"/>
                  <a:gd name="T5" fmla="*/ 128 h 168"/>
                  <a:gd name="T6" fmla="*/ 50 w 202"/>
                  <a:gd name="T7" fmla="*/ 111 h 168"/>
                  <a:gd name="T8" fmla="*/ 72 w 202"/>
                  <a:gd name="T9" fmla="*/ 94 h 168"/>
                  <a:gd name="T10" fmla="*/ 95 w 202"/>
                  <a:gd name="T11" fmla="*/ 76 h 168"/>
                  <a:gd name="T12" fmla="*/ 118 w 202"/>
                  <a:gd name="T13" fmla="*/ 58 h 168"/>
                  <a:gd name="T14" fmla="*/ 138 w 202"/>
                  <a:gd name="T15" fmla="*/ 40 h 168"/>
                  <a:gd name="T16" fmla="*/ 159 w 202"/>
                  <a:gd name="T17" fmla="*/ 21 h 168"/>
                  <a:gd name="T18" fmla="*/ 178 w 202"/>
                  <a:gd name="T19" fmla="*/ 0 h 168"/>
                  <a:gd name="T20" fmla="*/ 202 w 202"/>
                  <a:gd name="T21" fmla="*/ 16 h 168"/>
                  <a:gd name="T22" fmla="*/ 181 w 202"/>
                  <a:gd name="T23" fmla="*/ 37 h 168"/>
                  <a:gd name="T24" fmla="*/ 160 w 202"/>
                  <a:gd name="T25" fmla="*/ 57 h 168"/>
                  <a:gd name="T26" fmla="*/ 138 w 202"/>
                  <a:gd name="T27" fmla="*/ 76 h 168"/>
                  <a:gd name="T28" fmla="*/ 114 w 202"/>
                  <a:gd name="T29" fmla="*/ 96 h 168"/>
                  <a:gd name="T30" fmla="*/ 91 w 202"/>
                  <a:gd name="T31" fmla="*/ 115 h 168"/>
                  <a:gd name="T32" fmla="*/ 66 w 202"/>
                  <a:gd name="T33" fmla="*/ 133 h 168"/>
                  <a:gd name="T34" fmla="*/ 40 w 202"/>
                  <a:gd name="T35" fmla="*/ 151 h 168"/>
                  <a:gd name="T36" fmla="*/ 15 w 202"/>
                  <a:gd name="T37" fmla="*/ 168 h 168"/>
                  <a:gd name="T38" fmla="*/ 0 w 202"/>
                  <a:gd name="T39" fmla="*/ 146 h 1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2"/>
                  <a:gd name="T61" fmla="*/ 0 h 168"/>
                  <a:gd name="T62" fmla="*/ 202 w 202"/>
                  <a:gd name="T63" fmla="*/ 168 h 16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2" h="168">
                    <a:moveTo>
                      <a:pt x="0" y="146"/>
                    </a:moveTo>
                    <a:lnTo>
                      <a:pt x="0" y="146"/>
                    </a:lnTo>
                    <a:lnTo>
                      <a:pt x="25" y="128"/>
                    </a:lnTo>
                    <a:lnTo>
                      <a:pt x="50" y="111"/>
                    </a:lnTo>
                    <a:lnTo>
                      <a:pt x="72" y="94"/>
                    </a:lnTo>
                    <a:lnTo>
                      <a:pt x="95" y="76"/>
                    </a:lnTo>
                    <a:lnTo>
                      <a:pt x="118" y="58"/>
                    </a:lnTo>
                    <a:lnTo>
                      <a:pt x="138" y="40"/>
                    </a:lnTo>
                    <a:lnTo>
                      <a:pt x="159" y="21"/>
                    </a:lnTo>
                    <a:lnTo>
                      <a:pt x="178" y="0"/>
                    </a:lnTo>
                    <a:lnTo>
                      <a:pt x="202" y="16"/>
                    </a:lnTo>
                    <a:lnTo>
                      <a:pt x="181" y="37"/>
                    </a:lnTo>
                    <a:lnTo>
                      <a:pt x="160" y="57"/>
                    </a:lnTo>
                    <a:lnTo>
                      <a:pt x="138" y="76"/>
                    </a:lnTo>
                    <a:lnTo>
                      <a:pt x="114" y="96"/>
                    </a:lnTo>
                    <a:lnTo>
                      <a:pt x="91" y="115"/>
                    </a:lnTo>
                    <a:lnTo>
                      <a:pt x="66" y="133"/>
                    </a:lnTo>
                    <a:lnTo>
                      <a:pt x="40" y="151"/>
                    </a:lnTo>
                    <a:lnTo>
                      <a:pt x="15" y="168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29" name="Freeform 74"/>
              <p:cNvSpPr>
                <a:spLocks/>
              </p:cNvSpPr>
              <p:nvPr/>
            </p:nvSpPr>
            <p:spPr bwMode="auto">
              <a:xfrm>
                <a:off x="3530" y="3120"/>
                <a:ext cx="192" cy="119"/>
              </a:xfrm>
              <a:custGeom>
                <a:avLst/>
                <a:gdLst>
                  <a:gd name="T0" fmla="*/ 0 w 192"/>
                  <a:gd name="T1" fmla="*/ 92 h 119"/>
                  <a:gd name="T2" fmla="*/ 22 w 192"/>
                  <a:gd name="T3" fmla="*/ 83 h 119"/>
                  <a:gd name="T4" fmla="*/ 47 w 192"/>
                  <a:gd name="T5" fmla="*/ 73 h 119"/>
                  <a:gd name="T6" fmla="*/ 69 w 192"/>
                  <a:gd name="T7" fmla="*/ 62 h 119"/>
                  <a:gd name="T8" fmla="*/ 90 w 192"/>
                  <a:gd name="T9" fmla="*/ 53 h 119"/>
                  <a:gd name="T10" fmla="*/ 112 w 192"/>
                  <a:gd name="T11" fmla="*/ 40 h 119"/>
                  <a:gd name="T12" fmla="*/ 135 w 192"/>
                  <a:gd name="T13" fmla="*/ 27 h 119"/>
                  <a:gd name="T14" fmla="*/ 157 w 192"/>
                  <a:gd name="T15" fmla="*/ 14 h 119"/>
                  <a:gd name="T16" fmla="*/ 178 w 192"/>
                  <a:gd name="T17" fmla="*/ 0 h 119"/>
                  <a:gd name="T18" fmla="*/ 192 w 192"/>
                  <a:gd name="T19" fmla="*/ 23 h 119"/>
                  <a:gd name="T20" fmla="*/ 170 w 192"/>
                  <a:gd name="T21" fmla="*/ 38 h 119"/>
                  <a:gd name="T22" fmla="*/ 147 w 192"/>
                  <a:gd name="T23" fmla="*/ 52 h 119"/>
                  <a:gd name="T24" fmla="*/ 123 w 192"/>
                  <a:gd name="T25" fmla="*/ 63 h 119"/>
                  <a:gd name="T26" fmla="*/ 100 w 192"/>
                  <a:gd name="T27" fmla="*/ 77 h 119"/>
                  <a:gd name="T28" fmla="*/ 76 w 192"/>
                  <a:gd name="T29" fmla="*/ 89 h 119"/>
                  <a:gd name="T30" fmla="*/ 52 w 192"/>
                  <a:gd name="T31" fmla="*/ 99 h 119"/>
                  <a:gd name="T32" fmla="*/ 30 w 192"/>
                  <a:gd name="T33" fmla="*/ 108 h 119"/>
                  <a:gd name="T34" fmla="*/ 6 w 192"/>
                  <a:gd name="T35" fmla="*/ 119 h 119"/>
                  <a:gd name="T36" fmla="*/ 0 w 192"/>
                  <a:gd name="T37" fmla="*/ 92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2"/>
                  <a:gd name="T58" fmla="*/ 0 h 119"/>
                  <a:gd name="T59" fmla="*/ 192 w 192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2" h="119">
                    <a:moveTo>
                      <a:pt x="0" y="92"/>
                    </a:moveTo>
                    <a:lnTo>
                      <a:pt x="22" y="83"/>
                    </a:lnTo>
                    <a:lnTo>
                      <a:pt x="47" y="73"/>
                    </a:lnTo>
                    <a:lnTo>
                      <a:pt x="69" y="62"/>
                    </a:lnTo>
                    <a:lnTo>
                      <a:pt x="90" y="53"/>
                    </a:lnTo>
                    <a:lnTo>
                      <a:pt x="112" y="40"/>
                    </a:lnTo>
                    <a:lnTo>
                      <a:pt x="135" y="27"/>
                    </a:lnTo>
                    <a:lnTo>
                      <a:pt x="157" y="14"/>
                    </a:lnTo>
                    <a:lnTo>
                      <a:pt x="178" y="0"/>
                    </a:lnTo>
                    <a:lnTo>
                      <a:pt x="192" y="23"/>
                    </a:lnTo>
                    <a:lnTo>
                      <a:pt x="170" y="38"/>
                    </a:lnTo>
                    <a:lnTo>
                      <a:pt x="147" y="52"/>
                    </a:lnTo>
                    <a:lnTo>
                      <a:pt x="123" y="63"/>
                    </a:lnTo>
                    <a:lnTo>
                      <a:pt x="100" y="77"/>
                    </a:lnTo>
                    <a:lnTo>
                      <a:pt x="76" y="89"/>
                    </a:lnTo>
                    <a:lnTo>
                      <a:pt x="52" y="99"/>
                    </a:lnTo>
                    <a:lnTo>
                      <a:pt x="30" y="108"/>
                    </a:lnTo>
                    <a:lnTo>
                      <a:pt x="6" y="119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0" name="Freeform 75"/>
              <p:cNvSpPr>
                <a:spLocks/>
              </p:cNvSpPr>
              <p:nvPr/>
            </p:nvSpPr>
            <p:spPr bwMode="auto">
              <a:xfrm>
                <a:off x="3513" y="3212"/>
                <a:ext cx="22" cy="32"/>
              </a:xfrm>
              <a:custGeom>
                <a:avLst/>
                <a:gdLst>
                  <a:gd name="T0" fmla="*/ 22 w 22"/>
                  <a:gd name="T1" fmla="*/ 26 h 32"/>
                  <a:gd name="T2" fmla="*/ 5 w 22"/>
                  <a:gd name="T3" fmla="*/ 32 h 32"/>
                  <a:gd name="T4" fmla="*/ 0 w 22"/>
                  <a:gd name="T5" fmla="*/ 7 h 32"/>
                  <a:gd name="T6" fmla="*/ 16 w 22"/>
                  <a:gd name="T7" fmla="*/ 0 h 32"/>
                  <a:gd name="T8" fmla="*/ 22 w 22"/>
                  <a:gd name="T9" fmla="*/ 2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2"/>
                  <a:gd name="T17" fmla="*/ 22 w 2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2">
                    <a:moveTo>
                      <a:pt x="22" y="26"/>
                    </a:moveTo>
                    <a:lnTo>
                      <a:pt x="5" y="32"/>
                    </a:lnTo>
                    <a:lnTo>
                      <a:pt x="0" y="7"/>
                    </a:lnTo>
                    <a:lnTo>
                      <a:pt x="16" y="0"/>
                    </a:lnTo>
                    <a:lnTo>
                      <a:pt x="22" y="2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1" name="Freeform 76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2" name="Freeform 77"/>
              <p:cNvSpPr>
                <a:spLocks/>
              </p:cNvSpPr>
              <p:nvPr/>
            </p:nvSpPr>
            <p:spPr bwMode="auto">
              <a:xfrm>
                <a:off x="3816" y="2905"/>
                <a:ext cx="167" cy="105"/>
              </a:xfrm>
              <a:custGeom>
                <a:avLst/>
                <a:gdLst>
                  <a:gd name="T0" fmla="*/ 139 w 167"/>
                  <a:gd name="T1" fmla="*/ 17 h 105"/>
                  <a:gd name="T2" fmla="*/ 152 w 167"/>
                  <a:gd name="T3" fmla="*/ 24 h 105"/>
                  <a:gd name="T4" fmla="*/ 7 w 167"/>
                  <a:gd name="T5" fmla="*/ 105 h 105"/>
                  <a:gd name="T6" fmla="*/ 0 w 167"/>
                  <a:gd name="T7" fmla="*/ 91 h 105"/>
                  <a:gd name="T8" fmla="*/ 146 w 167"/>
                  <a:gd name="T9" fmla="*/ 10 h 105"/>
                  <a:gd name="T10" fmla="*/ 156 w 167"/>
                  <a:gd name="T11" fmla="*/ 19 h 105"/>
                  <a:gd name="T12" fmla="*/ 146 w 167"/>
                  <a:gd name="T13" fmla="*/ 10 h 105"/>
                  <a:gd name="T14" fmla="*/ 167 w 167"/>
                  <a:gd name="T15" fmla="*/ 0 h 105"/>
                  <a:gd name="T16" fmla="*/ 156 w 167"/>
                  <a:gd name="T17" fmla="*/ 19 h 105"/>
                  <a:gd name="T18" fmla="*/ 139 w 167"/>
                  <a:gd name="T19" fmla="*/ 1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7"/>
                  <a:gd name="T31" fmla="*/ 0 h 105"/>
                  <a:gd name="T32" fmla="*/ 167 w 167"/>
                  <a:gd name="T33" fmla="*/ 105 h 10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7" h="105">
                    <a:moveTo>
                      <a:pt x="139" y="17"/>
                    </a:moveTo>
                    <a:lnTo>
                      <a:pt x="152" y="24"/>
                    </a:lnTo>
                    <a:lnTo>
                      <a:pt x="7" y="105"/>
                    </a:lnTo>
                    <a:lnTo>
                      <a:pt x="0" y="91"/>
                    </a:lnTo>
                    <a:lnTo>
                      <a:pt x="146" y="10"/>
                    </a:lnTo>
                    <a:lnTo>
                      <a:pt x="156" y="19"/>
                    </a:lnTo>
                    <a:lnTo>
                      <a:pt x="146" y="10"/>
                    </a:lnTo>
                    <a:lnTo>
                      <a:pt x="167" y="0"/>
                    </a:lnTo>
                    <a:lnTo>
                      <a:pt x="156" y="19"/>
                    </a:lnTo>
                    <a:lnTo>
                      <a:pt x="13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3" name="Freeform 78"/>
              <p:cNvSpPr>
                <a:spLocks/>
              </p:cNvSpPr>
              <p:nvPr/>
            </p:nvSpPr>
            <p:spPr bwMode="auto">
              <a:xfrm>
                <a:off x="3890" y="2917"/>
                <a:ext cx="83" cy="149"/>
              </a:xfrm>
              <a:custGeom>
                <a:avLst/>
                <a:gdLst>
                  <a:gd name="T0" fmla="*/ 17 w 83"/>
                  <a:gd name="T1" fmla="*/ 129 h 149"/>
                  <a:gd name="T2" fmla="*/ 0 w 83"/>
                  <a:gd name="T3" fmla="*/ 134 h 149"/>
                  <a:gd name="T4" fmla="*/ 66 w 83"/>
                  <a:gd name="T5" fmla="*/ 0 h 149"/>
                  <a:gd name="T6" fmla="*/ 83 w 83"/>
                  <a:gd name="T7" fmla="*/ 3 h 149"/>
                  <a:gd name="T8" fmla="*/ 18 w 83"/>
                  <a:gd name="T9" fmla="*/ 136 h 149"/>
                  <a:gd name="T10" fmla="*/ 2 w 83"/>
                  <a:gd name="T11" fmla="*/ 143 h 149"/>
                  <a:gd name="T12" fmla="*/ 18 w 83"/>
                  <a:gd name="T13" fmla="*/ 136 h 149"/>
                  <a:gd name="T14" fmla="*/ 13 w 83"/>
                  <a:gd name="T15" fmla="*/ 149 h 149"/>
                  <a:gd name="T16" fmla="*/ 2 w 83"/>
                  <a:gd name="T17" fmla="*/ 143 h 149"/>
                  <a:gd name="T18" fmla="*/ 17 w 83"/>
                  <a:gd name="T19" fmla="*/ 129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149"/>
                  <a:gd name="T32" fmla="*/ 83 w 83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149">
                    <a:moveTo>
                      <a:pt x="17" y="129"/>
                    </a:moveTo>
                    <a:lnTo>
                      <a:pt x="0" y="134"/>
                    </a:lnTo>
                    <a:lnTo>
                      <a:pt x="66" y="0"/>
                    </a:lnTo>
                    <a:lnTo>
                      <a:pt x="83" y="3"/>
                    </a:lnTo>
                    <a:lnTo>
                      <a:pt x="18" y="136"/>
                    </a:lnTo>
                    <a:lnTo>
                      <a:pt x="2" y="143"/>
                    </a:lnTo>
                    <a:lnTo>
                      <a:pt x="18" y="136"/>
                    </a:lnTo>
                    <a:lnTo>
                      <a:pt x="13" y="149"/>
                    </a:lnTo>
                    <a:lnTo>
                      <a:pt x="2" y="143"/>
                    </a:lnTo>
                    <a:lnTo>
                      <a:pt x="17" y="1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4" name="Freeform 79"/>
              <p:cNvSpPr>
                <a:spLocks/>
              </p:cNvSpPr>
              <p:nvPr/>
            </p:nvSpPr>
            <p:spPr bwMode="auto">
              <a:xfrm>
                <a:off x="3800" y="2993"/>
                <a:ext cx="104" cy="65"/>
              </a:xfrm>
              <a:custGeom>
                <a:avLst/>
                <a:gdLst>
                  <a:gd name="T0" fmla="*/ 21 w 104"/>
                  <a:gd name="T1" fmla="*/ 14 h 65"/>
                  <a:gd name="T2" fmla="*/ 24 w 104"/>
                  <a:gd name="T3" fmla="*/ 0 h 65"/>
                  <a:gd name="T4" fmla="*/ 104 w 104"/>
                  <a:gd name="T5" fmla="*/ 52 h 65"/>
                  <a:gd name="T6" fmla="*/ 89 w 104"/>
                  <a:gd name="T7" fmla="*/ 65 h 65"/>
                  <a:gd name="T8" fmla="*/ 11 w 104"/>
                  <a:gd name="T9" fmla="*/ 14 h 65"/>
                  <a:gd name="T10" fmla="*/ 14 w 104"/>
                  <a:gd name="T11" fmla="*/ 0 h 65"/>
                  <a:gd name="T12" fmla="*/ 11 w 104"/>
                  <a:gd name="T13" fmla="*/ 14 h 65"/>
                  <a:gd name="T14" fmla="*/ 0 w 104"/>
                  <a:gd name="T15" fmla="*/ 8 h 65"/>
                  <a:gd name="T16" fmla="*/ 14 w 104"/>
                  <a:gd name="T17" fmla="*/ 0 h 65"/>
                  <a:gd name="T18" fmla="*/ 21 w 104"/>
                  <a:gd name="T19" fmla="*/ 1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4"/>
                  <a:gd name="T31" fmla="*/ 0 h 65"/>
                  <a:gd name="T32" fmla="*/ 104 w 104"/>
                  <a:gd name="T33" fmla="*/ 65 h 6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4" h="65">
                    <a:moveTo>
                      <a:pt x="21" y="14"/>
                    </a:moveTo>
                    <a:lnTo>
                      <a:pt x="24" y="0"/>
                    </a:lnTo>
                    <a:lnTo>
                      <a:pt x="104" y="52"/>
                    </a:lnTo>
                    <a:lnTo>
                      <a:pt x="89" y="65"/>
                    </a:lnTo>
                    <a:lnTo>
                      <a:pt x="11" y="14"/>
                    </a:lnTo>
                    <a:lnTo>
                      <a:pt x="14" y="0"/>
                    </a:lnTo>
                    <a:lnTo>
                      <a:pt x="11" y="14"/>
                    </a:lnTo>
                    <a:lnTo>
                      <a:pt x="0" y="8"/>
                    </a:lnTo>
                    <a:lnTo>
                      <a:pt x="14" y="0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5" name="Freeform 80"/>
              <p:cNvSpPr>
                <a:spLocks/>
              </p:cNvSpPr>
              <p:nvPr/>
            </p:nvSpPr>
            <p:spPr bwMode="auto">
              <a:xfrm>
                <a:off x="3902" y="2948"/>
                <a:ext cx="45" cy="31"/>
              </a:xfrm>
              <a:custGeom>
                <a:avLst/>
                <a:gdLst>
                  <a:gd name="T0" fmla="*/ 0 w 45"/>
                  <a:gd name="T1" fmla="*/ 15 h 31"/>
                  <a:gd name="T2" fmla="*/ 15 w 45"/>
                  <a:gd name="T3" fmla="*/ 0 h 31"/>
                  <a:gd name="T4" fmla="*/ 45 w 45"/>
                  <a:gd name="T5" fmla="*/ 15 h 31"/>
                  <a:gd name="T6" fmla="*/ 30 w 45"/>
                  <a:gd name="T7" fmla="*/ 31 h 31"/>
                  <a:gd name="T8" fmla="*/ 0 w 45"/>
                  <a:gd name="T9" fmla="*/ 1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1"/>
                  <a:gd name="T17" fmla="*/ 45 w 4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1">
                    <a:moveTo>
                      <a:pt x="0" y="15"/>
                    </a:moveTo>
                    <a:lnTo>
                      <a:pt x="15" y="0"/>
                    </a:lnTo>
                    <a:lnTo>
                      <a:pt x="45" y="15"/>
                    </a:lnTo>
                    <a:lnTo>
                      <a:pt x="30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6" name="Freeform 81"/>
              <p:cNvSpPr>
                <a:spLocks/>
              </p:cNvSpPr>
              <p:nvPr/>
            </p:nvSpPr>
            <p:spPr bwMode="auto">
              <a:xfrm>
                <a:off x="3739" y="2962"/>
                <a:ext cx="192" cy="164"/>
              </a:xfrm>
              <a:custGeom>
                <a:avLst/>
                <a:gdLst>
                  <a:gd name="T0" fmla="*/ 0 w 192"/>
                  <a:gd name="T1" fmla="*/ 138 h 164"/>
                  <a:gd name="T2" fmla="*/ 0 w 192"/>
                  <a:gd name="T3" fmla="*/ 138 h 164"/>
                  <a:gd name="T4" fmla="*/ 24 w 192"/>
                  <a:gd name="T5" fmla="*/ 121 h 164"/>
                  <a:gd name="T6" fmla="*/ 45 w 192"/>
                  <a:gd name="T7" fmla="*/ 106 h 164"/>
                  <a:gd name="T8" fmla="*/ 68 w 192"/>
                  <a:gd name="T9" fmla="*/ 89 h 164"/>
                  <a:gd name="T10" fmla="*/ 88 w 192"/>
                  <a:gd name="T11" fmla="*/ 72 h 164"/>
                  <a:gd name="T12" fmla="*/ 106 w 192"/>
                  <a:gd name="T13" fmla="*/ 55 h 164"/>
                  <a:gd name="T14" fmla="*/ 125 w 192"/>
                  <a:gd name="T15" fmla="*/ 39 h 164"/>
                  <a:gd name="T16" fmla="*/ 145 w 192"/>
                  <a:gd name="T17" fmla="*/ 21 h 164"/>
                  <a:gd name="T18" fmla="*/ 161 w 192"/>
                  <a:gd name="T19" fmla="*/ 0 h 164"/>
                  <a:gd name="T20" fmla="*/ 192 w 192"/>
                  <a:gd name="T21" fmla="*/ 17 h 164"/>
                  <a:gd name="T22" fmla="*/ 171 w 192"/>
                  <a:gd name="T23" fmla="*/ 38 h 164"/>
                  <a:gd name="T24" fmla="*/ 152 w 192"/>
                  <a:gd name="T25" fmla="*/ 58 h 164"/>
                  <a:gd name="T26" fmla="*/ 132 w 192"/>
                  <a:gd name="T27" fmla="*/ 75 h 164"/>
                  <a:gd name="T28" fmla="*/ 112 w 192"/>
                  <a:gd name="T29" fmla="*/ 94 h 164"/>
                  <a:gd name="T30" fmla="*/ 90 w 192"/>
                  <a:gd name="T31" fmla="*/ 111 h 164"/>
                  <a:gd name="T32" fmla="*/ 68 w 192"/>
                  <a:gd name="T33" fmla="*/ 130 h 164"/>
                  <a:gd name="T34" fmla="*/ 43 w 192"/>
                  <a:gd name="T35" fmla="*/ 146 h 164"/>
                  <a:gd name="T36" fmla="*/ 19 w 192"/>
                  <a:gd name="T37" fmla="*/ 164 h 164"/>
                  <a:gd name="T38" fmla="*/ 0 w 192"/>
                  <a:gd name="T39" fmla="*/ 138 h 1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2"/>
                  <a:gd name="T61" fmla="*/ 0 h 164"/>
                  <a:gd name="T62" fmla="*/ 192 w 192"/>
                  <a:gd name="T63" fmla="*/ 164 h 16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2" h="164">
                    <a:moveTo>
                      <a:pt x="0" y="138"/>
                    </a:moveTo>
                    <a:lnTo>
                      <a:pt x="0" y="138"/>
                    </a:lnTo>
                    <a:lnTo>
                      <a:pt x="24" y="121"/>
                    </a:lnTo>
                    <a:lnTo>
                      <a:pt x="45" y="106"/>
                    </a:lnTo>
                    <a:lnTo>
                      <a:pt x="68" y="89"/>
                    </a:lnTo>
                    <a:lnTo>
                      <a:pt x="88" y="72"/>
                    </a:lnTo>
                    <a:lnTo>
                      <a:pt x="106" y="55"/>
                    </a:lnTo>
                    <a:lnTo>
                      <a:pt x="125" y="39"/>
                    </a:lnTo>
                    <a:lnTo>
                      <a:pt x="145" y="21"/>
                    </a:lnTo>
                    <a:lnTo>
                      <a:pt x="161" y="0"/>
                    </a:lnTo>
                    <a:lnTo>
                      <a:pt x="192" y="17"/>
                    </a:lnTo>
                    <a:lnTo>
                      <a:pt x="171" y="38"/>
                    </a:lnTo>
                    <a:lnTo>
                      <a:pt x="152" y="58"/>
                    </a:lnTo>
                    <a:lnTo>
                      <a:pt x="132" y="75"/>
                    </a:lnTo>
                    <a:lnTo>
                      <a:pt x="112" y="94"/>
                    </a:lnTo>
                    <a:lnTo>
                      <a:pt x="90" y="111"/>
                    </a:lnTo>
                    <a:lnTo>
                      <a:pt x="68" y="130"/>
                    </a:lnTo>
                    <a:lnTo>
                      <a:pt x="43" y="146"/>
                    </a:lnTo>
                    <a:lnTo>
                      <a:pt x="19" y="164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7" name="Freeform 82"/>
              <p:cNvSpPr>
                <a:spLocks/>
              </p:cNvSpPr>
              <p:nvPr/>
            </p:nvSpPr>
            <p:spPr bwMode="auto">
              <a:xfrm>
                <a:off x="3559" y="3100"/>
                <a:ext cx="193" cy="128"/>
              </a:xfrm>
              <a:custGeom>
                <a:avLst/>
                <a:gdLst>
                  <a:gd name="T0" fmla="*/ 0 w 193"/>
                  <a:gd name="T1" fmla="*/ 98 h 128"/>
                  <a:gd name="T2" fmla="*/ 22 w 193"/>
                  <a:gd name="T3" fmla="*/ 87 h 128"/>
                  <a:gd name="T4" fmla="*/ 45 w 193"/>
                  <a:gd name="T5" fmla="*/ 77 h 128"/>
                  <a:gd name="T6" fmla="*/ 66 w 193"/>
                  <a:gd name="T7" fmla="*/ 65 h 128"/>
                  <a:gd name="T8" fmla="*/ 90 w 193"/>
                  <a:gd name="T9" fmla="*/ 54 h 128"/>
                  <a:gd name="T10" fmla="*/ 111 w 193"/>
                  <a:gd name="T11" fmla="*/ 42 h 128"/>
                  <a:gd name="T12" fmla="*/ 132 w 193"/>
                  <a:gd name="T13" fmla="*/ 28 h 128"/>
                  <a:gd name="T14" fmla="*/ 154 w 193"/>
                  <a:gd name="T15" fmla="*/ 13 h 128"/>
                  <a:gd name="T16" fmla="*/ 175 w 193"/>
                  <a:gd name="T17" fmla="*/ 0 h 128"/>
                  <a:gd name="T18" fmla="*/ 193 w 193"/>
                  <a:gd name="T19" fmla="*/ 25 h 128"/>
                  <a:gd name="T20" fmla="*/ 172 w 193"/>
                  <a:gd name="T21" fmla="*/ 41 h 128"/>
                  <a:gd name="T22" fmla="*/ 149 w 193"/>
                  <a:gd name="T23" fmla="*/ 56 h 128"/>
                  <a:gd name="T24" fmla="*/ 125 w 193"/>
                  <a:gd name="T25" fmla="*/ 68 h 128"/>
                  <a:gd name="T26" fmla="*/ 102 w 193"/>
                  <a:gd name="T27" fmla="*/ 82 h 128"/>
                  <a:gd name="T28" fmla="*/ 80 w 193"/>
                  <a:gd name="T29" fmla="*/ 94 h 128"/>
                  <a:gd name="T30" fmla="*/ 56 w 193"/>
                  <a:gd name="T31" fmla="*/ 107 h 128"/>
                  <a:gd name="T32" fmla="*/ 33 w 193"/>
                  <a:gd name="T33" fmla="*/ 119 h 128"/>
                  <a:gd name="T34" fmla="*/ 8 w 193"/>
                  <a:gd name="T35" fmla="*/ 128 h 128"/>
                  <a:gd name="T36" fmla="*/ 0 w 193"/>
                  <a:gd name="T37" fmla="*/ 98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3"/>
                  <a:gd name="T58" fmla="*/ 0 h 128"/>
                  <a:gd name="T59" fmla="*/ 193 w 193"/>
                  <a:gd name="T60" fmla="*/ 128 h 1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3" h="128">
                    <a:moveTo>
                      <a:pt x="0" y="98"/>
                    </a:moveTo>
                    <a:lnTo>
                      <a:pt x="22" y="87"/>
                    </a:lnTo>
                    <a:lnTo>
                      <a:pt x="45" y="77"/>
                    </a:lnTo>
                    <a:lnTo>
                      <a:pt x="66" y="65"/>
                    </a:lnTo>
                    <a:lnTo>
                      <a:pt x="90" y="54"/>
                    </a:lnTo>
                    <a:lnTo>
                      <a:pt x="111" y="42"/>
                    </a:lnTo>
                    <a:lnTo>
                      <a:pt x="132" y="28"/>
                    </a:lnTo>
                    <a:lnTo>
                      <a:pt x="154" y="13"/>
                    </a:lnTo>
                    <a:lnTo>
                      <a:pt x="175" y="0"/>
                    </a:lnTo>
                    <a:lnTo>
                      <a:pt x="193" y="25"/>
                    </a:lnTo>
                    <a:lnTo>
                      <a:pt x="172" y="41"/>
                    </a:lnTo>
                    <a:lnTo>
                      <a:pt x="149" y="56"/>
                    </a:lnTo>
                    <a:lnTo>
                      <a:pt x="125" y="68"/>
                    </a:lnTo>
                    <a:lnTo>
                      <a:pt x="102" y="82"/>
                    </a:lnTo>
                    <a:lnTo>
                      <a:pt x="80" y="94"/>
                    </a:lnTo>
                    <a:lnTo>
                      <a:pt x="56" y="107"/>
                    </a:lnTo>
                    <a:lnTo>
                      <a:pt x="33" y="119"/>
                    </a:lnTo>
                    <a:lnTo>
                      <a:pt x="8" y="12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8" name="Freeform 83"/>
              <p:cNvSpPr>
                <a:spLocks/>
              </p:cNvSpPr>
              <p:nvPr/>
            </p:nvSpPr>
            <p:spPr bwMode="auto">
              <a:xfrm>
                <a:off x="3540" y="3196"/>
                <a:ext cx="28" cy="40"/>
              </a:xfrm>
              <a:custGeom>
                <a:avLst/>
                <a:gdLst>
                  <a:gd name="T0" fmla="*/ 28 w 28"/>
                  <a:gd name="T1" fmla="*/ 31 h 40"/>
                  <a:gd name="T2" fmla="*/ 8 w 28"/>
                  <a:gd name="T3" fmla="*/ 40 h 40"/>
                  <a:gd name="T4" fmla="*/ 0 w 28"/>
                  <a:gd name="T5" fmla="*/ 9 h 40"/>
                  <a:gd name="T6" fmla="*/ 19 w 28"/>
                  <a:gd name="T7" fmla="*/ 0 h 40"/>
                  <a:gd name="T8" fmla="*/ 28 w 28"/>
                  <a:gd name="T9" fmla="*/ 3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40"/>
                  <a:gd name="T17" fmla="*/ 28 w 2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40">
                    <a:moveTo>
                      <a:pt x="28" y="31"/>
                    </a:moveTo>
                    <a:lnTo>
                      <a:pt x="8" y="40"/>
                    </a:lnTo>
                    <a:lnTo>
                      <a:pt x="0" y="9"/>
                    </a:lnTo>
                    <a:lnTo>
                      <a:pt x="19" y="0"/>
                    </a:lnTo>
                    <a:lnTo>
                      <a:pt x="28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39" name="Freeform 84"/>
              <p:cNvSpPr>
                <a:spLocks/>
              </p:cNvSpPr>
              <p:nvPr/>
            </p:nvSpPr>
            <p:spPr bwMode="auto">
              <a:xfrm>
                <a:off x="3818" y="2920"/>
                <a:ext cx="146" cy="133"/>
              </a:xfrm>
              <a:custGeom>
                <a:avLst/>
                <a:gdLst>
                  <a:gd name="T0" fmla="*/ 0 w 146"/>
                  <a:gd name="T1" fmla="*/ 81 h 133"/>
                  <a:gd name="T2" fmla="*/ 146 w 146"/>
                  <a:gd name="T3" fmla="*/ 0 h 133"/>
                  <a:gd name="T4" fmla="*/ 81 w 146"/>
                  <a:gd name="T5" fmla="*/ 133 h 133"/>
                  <a:gd name="T6" fmla="*/ 0 w 146"/>
                  <a:gd name="T7" fmla="*/ 81 h 1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6"/>
                  <a:gd name="T13" fmla="*/ 0 h 133"/>
                  <a:gd name="T14" fmla="*/ 146 w 146"/>
                  <a:gd name="T15" fmla="*/ 133 h 1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6" h="133">
                    <a:moveTo>
                      <a:pt x="0" y="81"/>
                    </a:moveTo>
                    <a:lnTo>
                      <a:pt x="146" y="0"/>
                    </a:lnTo>
                    <a:lnTo>
                      <a:pt x="81" y="13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0" name="Freeform 85"/>
              <p:cNvSpPr>
                <a:spLocks/>
              </p:cNvSpPr>
              <p:nvPr/>
            </p:nvSpPr>
            <p:spPr bwMode="auto">
              <a:xfrm>
                <a:off x="3814" y="2909"/>
                <a:ext cx="159" cy="97"/>
              </a:xfrm>
              <a:custGeom>
                <a:avLst/>
                <a:gdLst>
                  <a:gd name="T0" fmla="*/ 143 w 159"/>
                  <a:gd name="T1" fmla="*/ 11 h 97"/>
                  <a:gd name="T2" fmla="*/ 150 w 159"/>
                  <a:gd name="T3" fmla="*/ 15 h 97"/>
                  <a:gd name="T4" fmla="*/ 6 w 159"/>
                  <a:gd name="T5" fmla="*/ 97 h 97"/>
                  <a:gd name="T6" fmla="*/ 0 w 159"/>
                  <a:gd name="T7" fmla="*/ 90 h 97"/>
                  <a:gd name="T8" fmla="*/ 146 w 159"/>
                  <a:gd name="T9" fmla="*/ 8 h 97"/>
                  <a:gd name="T10" fmla="*/ 153 w 159"/>
                  <a:gd name="T11" fmla="*/ 11 h 97"/>
                  <a:gd name="T12" fmla="*/ 146 w 159"/>
                  <a:gd name="T13" fmla="*/ 8 h 97"/>
                  <a:gd name="T14" fmla="*/ 159 w 159"/>
                  <a:gd name="T15" fmla="*/ 0 h 97"/>
                  <a:gd name="T16" fmla="*/ 153 w 159"/>
                  <a:gd name="T17" fmla="*/ 11 h 97"/>
                  <a:gd name="T18" fmla="*/ 143 w 159"/>
                  <a:gd name="T19" fmla="*/ 11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9"/>
                  <a:gd name="T31" fmla="*/ 0 h 97"/>
                  <a:gd name="T32" fmla="*/ 159 w 159"/>
                  <a:gd name="T33" fmla="*/ 97 h 9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9" h="97">
                    <a:moveTo>
                      <a:pt x="143" y="11"/>
                    </a:moveTo>
                    <a:lnTo>
                      <a:pt x="150" y="15"/>
                    </a:lnTo>
                    <a:lnTo>
                      <a:pt x="6" y="97"/>
                    </a:lnTo>
                    <a:lnTo>
                      <a:pt x="0" y="90"/>
                    </a:lnTo>
                    <a:lnTo>
                      <a:pt x="146" y="8"/>
                    </a:lnTo>
                    <a:lnTo>
                      <a:pt x="153" y="11"/>
                    </a:lnTo>
                    <a:lnTo>
                      <a:pt x="146" y="8"/>
                    </a:lnTo>
                    <a:lnTo>
                      <a:pt x="159" y="0"/>
                    </a:lnTo>
                    <a:lnTo>
                      <a:pt x="153" y="11"/>
                    </a:lnTo>
                    <a:lnTo>
                      <a:pt x="143" y="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1" name="Freeform 86"/>
              <p:cNvSpPr>
                <a:spLocks/>
              </p:cNvSpPr>
              <p:nvPr/>
            </p:nvSpPr>
            <p:spPr bwMode="auto">
              <a:xfrm>
                <a:off x="3893" y="2920"/>
                <a:ext cx="75" cy="140"/>
              </a:xfrm>
              <a:custGeom>
                <a:avLst/>
                <a:gdLst>
                  <a:gd name="T0" fmla="*/ 10 w 75"/>
                  <a:gd name="T1" fmla="*/ 127 h 140"/>
                  <a:gd name="T2" fmla="*/ 0 w 75"/>
                  <a:gd name="T3" fmla="*/ 131 h 140"/>
                  <a:gd name="T4" fmla="*/ 67 w 75"/>
                  <a:gd name="T5" fmla="*/ 0 h 140"/>
                  <a:gd name="T6" fmla="*/ 75 w 75"/>
                  <a:gd name="T7" fmla="*/ 1 h 140"/>
                  <a:gd name="T8" fmla="*/ 11 w 75"/>
                  <a:gd name="T9" fmla="*/ 133 h 140"/>
                  <a:gd name="T10" fmla="*/ 1 w 75"/>
                  <a:gd name="T11" fmla="*/ 136 h 140"/>
                  <a:gd name="T12" fmla="*/ 11 w 75"/>
                  <a:gd name="T13" fmla="*/ 133 h 140"/>
                  <a:gd name="T14" fmla="*/ 7 w 75"/>
                  <a:gd name="T15" fmla="*/ 140 h 140"/>
                  <a:gd name="T16" fmla="*/ 1 w 75"/>
                  <a:gd name="T17" fmla="*/ 136 h 140"/>
                  <a:gd name="T18" fmla="*/ 10 w 75"/>
                  <a:gd name="T19" fmla="*/ 127 h 1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140"/>
                  <a:gd name="T32" fmla="*/ 75 w 75"/>
                  <a:gd name="T33" fmla="*/ 140 h 1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140">
                    <a:moveTo>
                      <a:pt x="10" y="127"/>
                    </a:moveTo>
                    <a:lnTo>
                      <a:pt x="0" y="131"/>
                    </a:lnTo>
                    <a:lnTo>
                      <a:pt x="67" y="0"/>
                    </a:lnTo>
                    <a:lnTo>
                      <a:pt x="75" y="1"/>
                    </a:lnTo>
                    <a:lnTo>
                      <a:pt x="11" y="133"/>
                    </a:lnTo>
                    <a:lnTo>
                      <a:pt x="1" y="136"/>
                    </a:lnTo>
                    <a:lnTo>
                      <a:pt x="11" y="133"/>
                    </a:lnTo>
                    <a:lnTo>
                      <a:pt x="7" y="140"/>
                    </a:lnTo>
                    <a:lnTo>
                      <a:pt x="1" y="136"/>
                    </a:lnTo>
                    <a:lnTo>
                      <a:pt x="10" y="1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2" name="Freeform 87"/>
              <p:cNvSpPr>
                <a:spLocks/>
              </p:cNvSpPr>
              <p:nvPr/>
            </p:nvSpPr>
            <p:spPr bwMode="auto">
              <a:xfrm>
                <a:off x="3807" y="2996"/>
                <a:ext cx="94" cy="60"/>
              </a:xfrm>
              <a:custGeom>
                <a:avLst/>
                <a:gdLst>
                  <a:gd name="T0" fmla="*/ 11 w 94"/>
                  <a:gd name="T1" fmla="*/ 8 h 60"/>
                  <a:gd name="T2" fmla="*/ 14 w 94"/>
                  <a:gd name="T3" fmla="*/ 0 h 60"/>
                  <a:gd name="T4" fmla="*/ 94 w 94"/>
                  <a:gd name="T5" fmla="*/ 52 h 60"/>
                  <a:gd name="T6" fmla="*/ 85 w 94"/>
                  <a:gd name="T7" fmla="*/ 60 h 60"/>
                  <a:gd name="T8" fmla="*/ 4 w 94"/>
                  <a:gd name="T9" fmla="*/ 9 h 60"/>
                  <a:gd name="T10" fmla="*/ 6 w 94"/>
                  <a:gd name="T11" fmla="*/ 2 h 60"/>
                  <a:gd name="T12" fmla="*/ 4 w 94"/>
                  <a:gd name="T13" fmla="*/ 9 h 60"/>
                  <a:gd name="T14" fmla="*/ 0 w 94"/>
                  <a:gd name="T15" fmla="*/ 6 h 60"/>
                  <a:gd name="T16" fmla="*/ 6 w 94"/>
                  <a:gd name="T17" fmla="*/ 2 h 60"/>
                  <a:gd name="T18" fmla="*/ 11 w 94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0"/>
                  <a:gd name="T32" fmla="*/ 94 w 94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0">
                    <a:moveTo>
                      <a:pt x="11" y="8"/>
                    </a:moveTo>
                    <a:lnTo>
                      <a:pt x="14" y="0"/>
                    </a:lnTo>
                    <a:lnTo>
                      <a:pt x="94" y="52"/>
                    </a:lnTo>
                    <a:lnTo>
                      <a:pt x="85" y="60"/>
                    </a:lnTo>
                    <a:lnTo>
                      <a:pt x="4" y="9"/>
                    </a:lnTo>
                    <a:lnTo>
                      <a:pt x="6" y="2"/>
                    </a:lnTo>
                    <a:lnTo>
                      <a:pt x="4" y="9"/>
                    </a:lnTo>
                    <a:lnTo>
                      <a:pt x="0" y="6"/>
                    </a:lnTo>
                    <a:lnTo>
                      <a:pt x="6" y="2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3" name="Freeform 88"/>
              <p:cNvSpPr>
                <a:spLocks/>
              </p:cNvSpPr>
              <p:nvPr/>
            </p:nvSpPr>
            <p:spPr bwMode="auto">
              <a:xfrm>
                <a:off x="3904" y="2952"/>
                <a:ext cx="37" cy="27"/>
              </a:xfrm>
              <a:custGeom>
                <a:avLst/>
                <a:gdLst>
                  <a:gd name="T0" fmla="*/ 0 w 37"/>
                  <a:gd name="T1" fmla="*/ 13 h 27"/>
                  <a:gd name="T2" fmla="*/ 13 w 37"/>
                  <a:gd name="T3" fmla="*/ 0 h 27"/>
                  <a:gd name="T4" fmla="*/ 37 w 37"/>
                  <a:gd name="T5" fmla="*/ 13 h 27"/>
                  <a:gd name="T6" fmla="*/ 25 w 37"/>
                  <a:gd name="T7" fmla="*/ 27 h 27"/>
                  <a:gd name="T8" fmla="*/ 0 w 37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7"/>
                  <a:gd name="T17" fmla="*/ 37 w 37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7">
                    <a:moveTo>
                      <a:pt x="0" y="13"/>
                    </a:moveTo>
                    <a:lnTo>
                      <a:pt x="13" y="0"/>
                    </a:lnTo>
                    <a:lnTo>
                      <a:pt x="37" y="13"/>
                    </a:lnTo>
                    <a:lnTo>
                      <a:pt x="25" y="2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4" name="Freeform 89"/>
              <p:cNvSpPr>
                <a:spLocks/>
              </p:cNvSpPr>
              <p:nvPr/>
            </p:nvSpPr>
            <p:spPr bwMode="auto">
              <a:xfrm>
                <a:off x="3743" y="2964"/>
                <a:ext cx="187" cy="160"/>
              </a:xfrm>
              <a:custGeom>
                <a:avLst/>
                <a:gdLst>
                  <a:gd name="T0" fmla="*/ 0 w 187"/>
                  <a:gd name="T1" fmla="*/ 138 h 160"/>
                  <a:gd name="T2" fmla="*/ 0 w 187"/>
                  <a:gd name="T3" fmla="*/ 138 h 160"/>
                  <a:gd name="T4" fmla="*/ 23 w 187"/>
                  <a:gd name="T5" fmla="*/ 121 h 160"/>
                  <a:gd name="T6" fmla="*/ 47 w 187"/>
                  <a:gd name="T7" fmla="*/ 106 h 160"/>
                  <a:gd name="T8" fmla="*/ 66 w 187"/>
                  <a:gd name="T9" fmla="*/ 89 h 160"/>
                  <a:gd name="T10" fmla="*/ 88 w 187"/>
                  <a:gd name="T11" fmla="*/ 72 h 160"/>
                  <a:gd name="T12" fmla="*/ 108 w 187"/>
                  <a:gd name="T13" fmla="*/ 56 h 160"/>
                  <a:gd name="T14" fmla="*/ 126 w 187"/>
                  <a:gd name="T15" fmla="*/ 39 h 160"/>
                  <a:gd name="T16" fmla="*/ 145 w 187"/>
                  <a:gd name="T17" fmla="*/ 20 h 160"/>
                  <a:gd name="T18" fmla="*/ 163 w 187"/>
                  <a:gd name="T19" fmla="*/ 0 h 160"/>
                  <a:gd name="T20" fmla="*/ 187 w 187"/>
                  <a:gd name="T21" fmla="*/ 13 h 160"/>
                  <a:gd name="T22" fmla="*/ 167 w 187"/>
                  <a:gd name="T23" fmla="*/ 35 h 160"/>
                  <a:gd name="T24" fmla="*/ 148 w 187"/>
                  <a:gd name="T25" fmla="*/ 54 h 160"/>
                  <a:gd name="T26" fmla="*/ 128 w 187"/>
                  <a:gd name="T27" fmla="*/ 72 h 160"/>
                  <a:gd name="T28" fmla="*/ 106 w 187"/>
                  <a:gd name="T29" fmla="*/ 90 h 160"/>
                  <a:gd name="T30" fmla="*/ 85 w 187"/>
                  <a:gd name="T31" fmla="*/ 108 h 160"/>
                  <a:gd name="T32" fmla="*/ 64 w 187"/>
                  <a:gd name="T33" fmla="*/ 124 h 160"/>
                  <a:gd name="T34" fmla="*/ 40 w 187"/>
                  <a:gd name="T35" fmla="*/ 141 h 160"/>
                  <a:gd name="T36" fmla="*/ 15 w 187"/>
                  <a:gd name="T37" fmla="*/ 160 h 160"/>
                  <a:gd name="T38" fmla="*/ 0 w 187"/>
                  <a:gd name="T39" fmla="*/ 138 h 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7"/>
                  <a:gd name="T61" fmla="*/ 0 h 160"/>
                  <a:gd name="T62" fmla="*/ 187 w 187"/>
                  <a:gd name="T63" fmla="*/ 160 h 16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7" h="160">
                    <a:moveTo>
                      <a:pt x="0" y="138"/>
                    </a:moveTo>
                    <a:lnTo>
                      <a:pt x="0" y="138"/>
                    </a:lnTo>
                    <a:lnTo>
                      <a:pt x="23" y="121"/>
                    </a:lnTo>
                    <a:lnTo>
                      <a:pt x="47" y="106"/>
                    </a:lnTo>
                    <a:lnTo>
                      <a:pt x="66" y="89"/>
                    </a:lnTo>
                    <a:lnTo>
                      <a:pt x="88" y="72"/>
                    </a:lnTo>
                    <a:lnTo>
                      <a:pt x="108" y="56"/>
                    </a:lnTo>
                    <a:lnTo>
                      <a:pt x="126" y="39"/>
                    </a:lnTo>
                    <a:lnTo>
                      <a:pt x="145" y="20"/>
                    </a:lnTo>
                    <a:lnTo>
                      <a:pt x="163" y="0"/>
                    </a:lnTo>
                    <a:lnTo>
                      <a:pt x="187" y="13"/>
                    </a:lnTo>
                    <a:lnTo>
                      <a:pt x="167" y="35"/>
                    </a:lnTo>
                    <a:lnTo>
                      <a:pt x="148" y="54"/>
                    </a:lnTo>
                    <a:lnTo>
                      <a:pt x="128" y="72"/>
                    </a:lnTo>
                    <a:lnTo>
                      <a:pt x="106" y="90"/>
                    </a:lnTo>
                    <a:lnTo>
                      <a:pt x="85" y="108"/>
                    </a:lnTo>
                    <a:lnTo>
                      <a:pt x="64" y="124"/>
                    </a:lnTo>
                    <a:lnTo>
                      <a:pt x="40" y="141"/>
                    </a:lnTo>
                    <a:lnTo>
                      <a:pt x="15" y="160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5" name="Freeform 90"/>
              <p:cNvSpPr>
                <a:spLocks/>
              </p:cNvSpPr>
              <p:nvPr/>
            </p:nvSpPr>
            <p:spPr bwMode="auto">
              <a:xfrm>
                <a:off x="3561" y="3101"/>
                <a:ext cx="191" cy="125"/>
              </a:xfrm>
              <a:custGeom>
                <a:avLst/>
                <a:gdLst>
                  <a:gd name="T0" fmla="*/ 0 w 191"/>
                  <a:gd name="T1" fmla="*/ 100 h 125"/>
                  <a:gd name="T2" fmla="*/ 22 w 191"/>
                  <a:gd name="T3" fmla="*/ 89 h 125"/>
                  <a:gd name="T4" fmla="*/ 45 w 191"/>
                  <a:gd name="T5" fmla="*/ 78 h 125"/>
                  <a:gd name="T6" fmla="*/ 67 w 191"/>
                  <a:gd name="T7" fmla="*/ 66 h 125"/>
                  <a:gd name="T8" fmla="*/ 89 w 191"/>
                  <a:gd name="T9" fmla="*/ 56 h 125"/>
                  <a:gd name="T10" fmla="*/ 111 w 191"/>
                  <a:gd name="T11" fmla="*/ 42 h 125"/>
                  <a:gd name="T12" fmla="*/ 132 w 191"/>
                  <a:gd name="T13" fmla="*/ 30 h 125"/>
                  <a:gd name="T14" fmla="*/ 155 w 191"/>
                  <a:gd name="T15" fmla="*/ 15 h 125"/>
                  <a:gd name="T16" fmla="*/ 176 w 191"/>
                  <a:gd name="T17" fmla="*/ 0 h 125"/>
                  <a:gd name="T18" fmla="*/ 191 w 191"/>
                  <a:gd name="T19" fmla="*/ 22 h 125"/>
                  <a:gd name="T20" fmla="*/ 170 w 191"/>
                  <a:gd name="T21" fmla="*/ 36 h 125"/>
                  <a:gd name="T22" fmla="*/ 147 w 191"/>
                  <a:gd name="T23" fmla="*/ 51 h 125"/>
                  <a:gd name="T24" fmla="*/ 125 w 191"/>
                  <a:gd name="T25" fmla="*/ 64 h 125"/>
                  <a:gd name="T26" fmla="*/ 100 w 191"/>
                  <a:gd name="T27" fmla="*/ 78 h 125"/>
                  <a:gd name="T28" fmla="*/ 77 w 191"/>
                  <a:gd name="T29" fmla="*/ 91 h 125"/>
                  <a:gd name="T30" fmla="*/ 54 w 191"/>
                  <a:gd name="T31" fmla="*/ 103 h 125"/>
                  <a:gd name="T32" fmla="*/ 31 w 191"/>
                  <a:gd name="T33" fmla="*/ 114 h 125"/>
                  <a:gd name="T34" fmla="*/ 6 w 191"/>
                  <a:gd name="T35" fmla="*/ 125 h 125"/>
                  <a:gd name="T36" fmla="*/ 0 w 191"/>
                  <a:gd name="T37" fmla="*/ 100 h 1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1"/>
                  <a:gd name="T58" fmla="*/ 0 h 125"/>
                  <a:gd name="T59" fmla="*/ 191 w 191"/>
                  <a:gd name="T60" fmla="*/ 125 h 1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1" h="125">
                    <a:moveTo>
                      <a:pt x="0" y="100"/>
                    </a:moveTo>
                    <a:lnTo>
                      <a:pt x="22" y="89"/>
                    </a:lnTo>
                    <a:lnTo>
                      <a:pt x="45" y="78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11" y="42"/>
                    </a:lnTo>
                    <a:lnTo>
                      <a:pt x="132" y="30"/>
                    </a:lnTo>
                    <a:lnTo>
                      <a:pt x="155" y="15"/>
                    </a:lnTo>
                    <a:lnTo>
                      <a:pt x="176" y="0"/>
                    </a:lnTo>
                    <a:lnTo>
                      <a:pt x="191" y="22"/>
                    </a:lnTo>
                    <a:lnTo>
                      <a:pt x="170" y="36"/>
                    </a:lnTo>
                    <a:lnTo>
                      <a:pt x="147" y="51"/>
                    </a:lnTo>
                    <a:lnTo>
                      <a:pt x="125" y="64"/>
                    </a:lnTo>
                    <a:lnTo>
                      <a:pt x="100" y="78"/>
                    </a:lnTo>
                    <a:lnTo>
                      <a:pt x="77" y="91"/>
                    </a:lnTo>
                    <a:lnTo>
                      <a:pt x="54" y="103"/>
                    </a:lnTo>
                    <a:lnTo>
                      <a:pt x="31" y="114"/>
                    </a:lnTo>
                    <a:lnTo>
                      <a:pt x="6" y="125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6" name="Freeform 91"/>
              <p:cNvSpPr>
                <a:spLocks/>
              </p:cNvSpPr>
              <p:nvPr/>
            </p:nvSpPr>
            <p:spPr bwMode="auto">
              <a:xfrm>
                <a:off x="3545" y="3199"/>
                <a:ext cx="22" cy="34"/>
              </a:xfrm>
              <a:custGeom>
                <a:avLst/>
                <a:gdLst>
                  <a:gd name="T0" fmla="*/ 22 w 22"/>
                  <a:gd name="T1" fmla="*/ 27 h 34"/>
                  <a:gd name="T2" fmla="*/ 5 w 22"/>
                  <a:gd name="T3" fmla="*/ 34 h 34"/>
                  <a:gd name="T4" fmla="*/ 0 w 22"/>
                  <a:gd name="T5" fmla="*/ 8 h 34"/>
                  <a:gd name="T6" fmla="*/ 16 w 22"/>
                  <a:gd name="T7" fmla="*/ 0 h 34"/>
                  <a:gd name="T8" fmla="*/ 22 w 22"/>
                  <a:gd name="T9" fmla="*/ 2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22" y="27"/>
                    </a:moveTo>
                    <a:lnTo>
                      <a:pt x="5" y="34"/>
                    </a:lnTo>
                    <a:lnTo>
                      <a:pt x="0" y="8"/>
                    </a:lnTo>
                    <a:lnTo>
                      <a:pt x="16" y="0"/>
                    </a:ln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7" name="Freeform 92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8" name="Freeform 93"/>
              <p:cNvSpPr>
                <a:spLocks/>
              </p:cNvSpPr>
              <p:nvPr/>
            </p:nvSpPr>
            <p:spPr bwMode="auto">
              <a:xfrm>
                <a:off x="4022" y="1801"/>
                <a:ext cx="40" cy="186"/>
              </a:xfrm>
              <a:custGeom>
                <a:avLst/>
                <a:gdLst>
                  <a:gd name="T0" fmla="*/ 6 w 40"/>
                  <a:gd name="T1" fmla="*/ 32 h 186"/>
                  <a:gd name="T2" fmla="*/ 19 w 40"/>
                  <a:gd name="T3" fmla="*/ 26 h 186"/>
                  <a:gd name="T4" fmla="*/ 40 w 40"/>
                  <a:gd name="T5" fmla="*/ 186 h 186"/>
                  <a:gd name="T6" fmla="*/ 24 w 40"/>
                  <a:gd name="T7" fmla="*/ 185 h 186"/>
                  <a:gd name="T8" fmla="*/ 3 w 40"/>
                  <a:gd name="T9" fmla="*/ 25 h 186"/>
                  <a:gd name="T10" fmla="*/ 14 w 40"/>
                  <a:gd name="T11" fmla="*/ 18 h 186"/>
                  <a:gd name="T12" fmla="*/ 3 w 40"/>
                  <a:gd name="T13" fmla="*/ 25 h 186"/>
                  <a:gd name="T14" fmla="*/ 0 w 40"/>
                  <a:gd name="T15" fmla="*/ 0 h 186"/>
                  <a:gd name="T16" fmla="*/ 14 w 40"/>
                  <a:gd name="T17" fmla="*/ 18 h 186"/>
                  <a:gd name="T18" fmla="*/ 6 w 40"/>
                  <a:gd name="T19" fmla="*/ 32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86"/>
                  <a:gd name="T32" fmla="*/ 40 w 40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86">
                    <a:moveTo>
                      <a:pt x="6" y="32"/>
                    </a:moveTo>
                    <a:lnTo>
                      <a:pt x="19" y="26"/>
                    </a:lnTo>
                    <a:lnTo>
                      <a:pt x="40" y="186"/>
                    </a:lnTo>
                    <a:lnTo>
                      <a:pt x="24" y="185"/>
                    </a:lnTo>
                    <a:lnTo>
                      <a:pt x="3" y="25"/>
                    </a:lnTo>
                    <a:lnTo>
                      <a:pt x="14" y="18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14" y="18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49" name="Freeform 94"/>
              <p:cNvSpPr>
                <a:spLocks/>
              </p:cNvSpPr>
              <p:nvPr/>
            </p:nvSpPr>
            <p:spPr bwMode="auto">
              <a:xfrm>
                <a:off x="4029" y="1818"/>
                <a:ext cx="120" cy="135"/>
              </a:xfrm>
              <a:custGeom>
                <a:avLst/>
                <a:gdLst>
                  <a:gd name="T0" fmla="*/ 102 w 120"/>
                  <a:gd name="T1" fmla="*/ 116 h 135"/>
                  <a:gd name="T2" fmla="*/ 102 w 120"/>
                  <a:gd name="T3" fmla="*/ 133 h 135"/>
                  <a:gd name="T4" fmla="*/ 0 w 120"/>
                  <a:gd name="T5" fmla="*/ 14 h 135"/>
                  <a:gd name="T6" fmla="*/ 9 w 120"/>
                  <a:gd name="T7" fmla="*/ 0 h 135"/>
                  <a:gd name="T8" fmla="*/ 109 w 120"/>
                  <a:gd name="T9" fmla="*/ 119 h 135"/>
                  <a:gd name="T10" fmla="*/ 109 w 120"/>
                  <a:gd name="T11" fmla="*/ 135 h 135"/>
                  <a:gd name="T12" fmla="*/ 109 w 120"/>
                  <a:gd name="T13" fmla="*/ 119 h 135"/>
                  <a:gd name="T14" fmla="*/ 120 w 120"/>
                  <a:gd name="T15" fmla="*/ 128 h 135"/>
                  <a:gd name="T16" fmla="*/ 109 w 120"/>
                  <a:gd name="T17" fmla="*/ 135 h 135"/>
                  <a:gd name="T18" fmla="*/ 102 w 120"/>
                  <a:gd name="T19" fmla="*/ 116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35"/>
                  <a:gd name="T32" fmla="*/ 120 w 120"/>
                  <a:gd name="T33" fmla="*/ 135 h 1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35">
                    <a:moveTo>
                      <a:pt x="102" y="116"/>
                    </a:moveTo>
                    <a:lnTo>
                      <a:pt x="102" y="133"/>
                    </a:lnTo>
                    <a:lnTo>
                      <a:pt x="0" y="14"/>
                    </a:lnTo>
                    <a:lnTo>
                      <a:pt x="9" y="0"/>
                    </a:lnTo>
                    <a:lnTo>
                      <a:pt x="109" y="119"/>
                    </a:lnTo>
                    <a:lnTo>
                      <a:pt x="109" y="135"/>
                    </a:lnTo>
                    <a:lnTo>
                      <a:pt x="109" y="119"/>
                    </a:lnTo>
                    <a:lnTo>
                      <a:pt x="120" y="128"/>
                    </a:lnTo>
                    <a:lnTo>
                      <a:pt x="109" y="135"/>
                    </a:lnTo>
                    <a:lnTo>
                      <a:pt x="102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0" name="Freeform 95"/>
              <p:cNvSpPr>
                <a:spLocks/>
              </p:cNvSpPr>
              <p:nvPr/>
            </p:nvSpPr>
            <p:spPr bwMode="auto">
              <a:xfrm>
                <a:off x="4047" y="1935"/>
                <a:ext cx="93" cy="67"/>
              </a:xfrm>
              <a:custGeom>
                <a:avLst/>
                <a:gdLst>
                  <a:gd name="T0" fmla="*/ 16 w 93"/>
                  <a:gd name="T1" fmla="*/ 53 h 67"/>
                  <a:gd name="T2" fmla="*/ 4 w 93"/>
                  <a:gd name="T3" fmla="*/ 43 h 67"/>
                  <a:gd name="T4" fmla="*/ 85 w 93"/>
                  <a:gd name="T5" fmla="*/ 0 h 67"/>
                  <a:gd name="T6" fmla="*/ 93 w 93"/>
                  <a:gd name="T7" fmla="*/ 19 h 67"/>
                  <a:gd name="T8" fmla="*/ 13 w 93"/>
                  <a:gd name="T9" fmla="*/ 63 h 67"/>
                  <a:gd name="T10" fmla="*/ 0 w 93"/>
                  <a:gd name="T11" fmla="*/ 52 h 67"/>
                  <a:gd name="T12" fmla="*/ 13 w 93"/>
                  <a:gd name="T13" fmla="*/ 63 h 67"/>
                  <a:gd name="T14" fmla="*/ 2 w 93"/>
                  <a:gd name="T15" fmla="*/ 67 h 67"/>
                  <a:gd name="T16" fmla="*/ 0 w 93"/>
                  <a:gd name="T17" fmla="*/ 52 h 67"/>
                  <a:gd name="T18" fmla="*/ 16 w 93"/>
                  <a:gd name="T19" fmla="*/ 53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3"/>
                  <a:gd name="T31" fmla="*/ 0 h 67"/>
                  <a:gd name="T32" fmla="*/ 93 w 93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3" h="67">
                    <a:moveTo>
                      <a:pt x="16" y="53"/>
                    </a:moveTo>
                    <a:lnTo>
                      <a:pt x="4" y="43"/>
                    </a:lnTo>
                    <a:lnTo>
                      <a:pt x="85" y="0"/>
                    </a:lnTo>
                    <a:lnTo>
                      <a:pt x="93" y="19"/>
                    </a:lnTo>
                    <a:lnTo>
                      <a:pt x="13" y="63"/>
                    </a:lnTo>
                    <a:lnTo>
                      <a:pt x="0" y="52"/>
                    </a:lnTo>
                    <a:lnTo>
                      <a:pt x="13" y="63"/>
                    </a:lnTo>
                    <a:lnTo>
                      <a:pt x="2" y="67"/>
                    </a:lnTo>
                    <a:lnTo>
                      <a:pt x="0" y="52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1" name="Freeform 96"/>
              <p:cNvSpPr>
                <a:spLocks/>
              </p:cNvSpPr>
              <p:nvPr/>
            </p:nvSpPr>
            <p:spPr bwMode="auto">
              <a:xfrm>
                <a:off x="4032" y="1845"/>
                <a:ext cx="39" cy="37"/>
              </a:xfrm>
              <a:custGeom>
                <a:avLst/>
                <a:gdLst>
                  <a:gd name="T0" fmla="*/ 11 w 39"/>
                  <a:gd name="T1" fmla="*/ 37 h 37"/>
                  <a:gd name="T2" fmla="*/ 0 w 39"/>
                  <a:gd name="T3" fmla="*/ 17 h 37"/>
                  <a:gd name="T4" fmla="*/ 28 w 39"/>
                  <a:gd name="T5" fmla="*/ 0 h 37"/>
                  <a:gd name="T6" fmla="*/ 39 w 39"/>
                  <a:gd name="T7" fmla="*/ 20 h 37"/>
                  <a:gd name="T8" fmla="*/ 11 w 39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7"/>
                  <a:gd name="T17" fmla="*/ 39 w 39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7">
                    <a:moveTo>
                      <a:pt x="11" y="37"/>
                    </a:moveTo>
                    <a:lnTo>
                      <a:pt x="0" y="17"/>
                    </a:lnTo>
                    <a:lnTo>
                      <a:pt x="28" y="0"/>
                    </a:lnTo>
                    <a:lnTo>
                      <a:pt x="39" y="20"/>
                    </a:lnTo>
                    <a:lnTo>
                      <a:pt x="11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2" name="Freeform 97"/>
              <p:cNvSpPr>
                <a:spLocks/>
              </p:cNvSpPr>
              <p:nvPr/>
            </p:nvSpPr>
            <p:spPr bwMode="auto">
              <a:xfrm>
                <a:off x="4046" y="1869"/>
                <a:ext cx="108" cy="231"/>
              </a:xfrm>
              <a:custGeom>
                <a:avLst/>
                <a:gdLst>
                  <a:gd name="T0" fmla="*/ 77 w 108"/>
                  <a:gd name="T1" fmla="*/ 231 h 231"/>
                  <a:gd name="T2" fmla="*/ 77 w 108"/>
                  <a:gd name="T3" fmla="*/ 231 h 231"/>
                  <a:gd name="T4" fmla="*/ 62 w 108"/>
                  <a:gd name="T5" fmla="*/ 176 h 231"/>
                  <a:gd name="T6" fmla="*/ 44 w 108"/>
                  <a:gd name="T7" fmla="*/ 120 h 231"/>
                  <a:gd name="T8" fmla="*/ 24 w 108"/>
                  <a:gd name="T9" fmla="*/ 68 h 231"/>
                  <a:gd name="T10" fmla="*/ 0 w 108"/>
                  <a:gd name="T11" fmla="*/ 16 h 231"/>
                  <a:gd name="T12" fmla="*/ 27 w 108"/>
                  <a:gd name="T13" fmla="*/ 0 h 231"/>
                  <a:gd name="T14" fmla="*/ 52 w 108"/>
                  <a:gd name="T15" fmla="*/ 55 h 231"/>
                  <a:gd name="T16" fmla="*/ 73 w 108"/>
                  <a:gd name="T17" fmla="*/ 110 h 231"/>
                  <a:gd name="T18" fmla="*/ 92 w 108"/>
                  <a:gd name="T19" fmla="*/ 168 h 231"/>
                  <a:gd name="T20" fmla="*/ 108 w 108"/>
                  <a:gd name="T21" fmla="*/ 228 h 231"/>
                  <a:gd name="T22" fmla="*/ 77 w 108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8"/>
                  <a:gd name="T37" fmla="*/ 0 h 231"/>
                  <a:gd name="T38" fmla="*/ 108 w 108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8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6"/>
                    </a:lnTo>
                    <a:lnTo>
                      <a:pt x="44" y="120"/>
                    </a:lnTo>
                    <a:lnTo>
                      <a:pt x="24" y="68"/>
                    </a:lnTo>
                    <a:lnTo>
                      <a:pt x="0" y="16"/>
                    </a:lnTo>
                    <a:lnTo>
                      <a:pt x="27" y="0"/>
                    </a:lnTo>
                    <a:lnTo>
                      <a:pt x="52" y="55"/>
                    </a:lnTo>
                    <a:lnTo>
                      <a:pt x="73" y="110"/>
                    </a:lnTo>
                    <a:lnTo>
                      <a:pt x="92" y="168"/>
                    </a:lnTo>
                    <a:lnTo>
                      <a:pt x="108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3" name="Freeform 98"/>
              <p:cNvSpPr>
                <a:spLocks/>
              </p:cNvSpPr>
              <p:nvPr/>
            </p:nvSpPr>
            <p:spPr bwMode="auto">
              <a:xfrm>
                <a:off x="4127" y="2097"/>
                <a:ext cx="59" cy="206"/>
              </a:xfrm>
              <a:custGeom>
                <a:avLst/>
                <a:gdLst>
                  <a:gd name="T0" fmla="*/ 24 w 59"/>
                  <a:gd name="T1" fmla="*/ 199 h 206"/>
                  <a:gd name="T2" fmla="*/ 24 w 59"/>
                  <a:gd name="T3" fmla="*/ 174 h 206"/>
                  <a:gd name="T4" fmla="*/ 23 w 59"/>
                  <a:gd name="T5" fmla="*/ 151 h 206"/>
                  <a:gd name="T6" fmla="*/ 21 w 59"/>
                  <a:gd name="T7" fmla="*/ 127 h 206"/>
                  <a:gd name="T8" fmla="*/ 17 w 59"/>
                  <a:gd name="T9" fmla="*/ 103 h 206"/>
                  <a:gd name="T10" fmla="*/ 15 w 59"/>
                  <a:gd name="T11" fmla="*/ 78 h 206"/>
                  <a:gd name="T12" fmla="*/ 11 w 59"/>
                  <a:gd name="T13" fmla="*/ 54 h 206"/>
                  <a:gd name="T14" fmla="*/ 6 w 59"/>
                  <a:gd name="T15" fmla="*/ 30 h 206"/>
                  <a:gd name="T16" fmla="*/ 0 w 59"/>
                  <a:gd name="T17" fmla="*/ 4 h 206"/>
                  <a:gd name="T18" fmla="*/ 33 w 59"/>
                  <a:gd name="T19" fmla="*/ 0 h 206"/>
                  <a:gd name="T20" fmla="*/ 39 w 59"/>
                  <a:gd name="T21" fmla="*/ 26 h 206"/>
                  <a:gd name="T22" fmla="*/ 43 w 59"/>
                  <a:gd name="T23" fmla="*/ 53 h 206"/>
                  <a:gd name="T24" fmla="*/ 48 w 59"/>
                  <a:gd name="T25" fmla="*/ 79 h 206"/>
                  <a:gd name="T26" fmla="*/ 52 w 59"/>
                  <a:gd name="T27" fmla="*/ 105 h 206"/>
                  <a:gd name="T28" fmla="*/ 54 w 59"/>
                  <a:gd name="T29" fmla="*/ 130 h 206"/>
                  <a:gd name="T30" fmla="*/ 57 w 59"/>
                  <a:gd name="T31" fmla="*/ 155 h 206"/>
                  <a:gd name="T32" fmla="*/ 58 w 59"/>
                  <a:gd name="T33" fmla="*/ 182 h 206"/>
                  <a:gd name="T34" fmla="*/ 59 w 59"/>
                  <a:gd name="T35" fmla="*/ 206 h 206"/>
                  <a:gd name="T36" fmla="*/ 24 w 59"/>
                  <a:gd name="T37" fmla="*/ 19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9"/>
                  <a:gd name="T58" fmla="*/ 0 h 206"/>
                  <a:gd name="T59" fmla="*/ 59 w 59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9" h="206">
                    <a:moveTo>
                      <a:pt x="24" y="199"/>
                    </a:moveTo>
                    <a:lnTo>
                      <a:pt x="24" y="174"/>
                    </a:lnTo>
                    <a:lnTo>
                      <a:pt x="23" y="151"/>
                    </a:lnTo>
                    <a:lnTo>
                      <a:pt x="21" y="127"/>
                    </a:lnTo>
                    <a:lnTo>
                      <a:pt x="17" y="103"/>
                    </a:lnTo>
                    <a:lnTo>
                      <a:pt x="15" y="78"/>
                    </a:lnTo>
                    <a:lnTo>
                      <a:pt x="11" y="54"/>
                    </a:lnTo>
                    <a:lnTo>
                      <a:pt x="6" y="30"/>
                    </a:lnTo>
                    <a:lnTo>
                      <a:pt x="0" y="4"/>
                    </a:lnTo>
                    <a:lnTo>
                      <a:pt x="33" y="0"/>
                    </a:lnTo>
                    <a:lnTo>
                      <a:pt x="39" y="26"/>
                    </a:lnTo>
                    <a:lnTo>
                      <a:pt x="43" y="53"/>
                    </a:lnTo>
                    <a:lnTo>
                      <a:pt x="48" y="79"/>
                    </a:lnTo>
                    <a:lnTo>
                      <a:pt x="52" y="105"/>
                    </a:lnTo>
                    <a:lnTo>
                      <a:pt x="54" y="130"/>
                    </a:lnTo>
                    <a:lnTo>
                      <a:pt x="57" y="155"/>
                    </a:lnTo>
                    <a:lnTo>
                      <a:pt x="58" y="182"/>
                    </a:lnTo>
                    <a:lnTo>
                      <a:pt x="59" y="206"/>
                    </a:lnTo>
                    <a:lnTo>
                      <a:pt x="24" y="19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4" name="Freeform 99"/>
              <p:cNvSpPr>
                <a:spLocks/>
              </p:cNvSpPr>
              <p:nvPr/>
            </p:nvSpPr>
            <p:spPr bwMode="auto">
              <a:xfrm>
                <a:off x="4154" y="2295"/>
                <a:ext cx="34" cy="31"/>
              </a:xfrm>
              <a:custGeom>
                <a:avLst/>
                <a:gdLst>
                  <a:gd name="T0" fmla="*/ 34 w 34"/>
                  <a:gd name="T1" fmla="*/ 8 h 31"/>
                  <a:gd name="T2" fmla="*/ 34 w 34"/>
                  <a:gd name="T3" fmla="*/ 31 h 31"/>
                  <a:gd name="T4" fmla="*/ 0 w 34"/>
                  <a:gd name="T5" fmla="*/ 22 h 31"/>
                  <a:gd name="T6" fmla="*/ 0 w 34"/>
                  <a:gd name="T7" fmla="*/ 0 h 31"/>
                  <a:gd name="T8" fmla="*/ 34 w 34"/>
                  <a:gd name="T9" fmla="*/ 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1"/>
                  <a:gd name="T17" fmla="*/ 34 w 34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1">
                    <a:moveTo>
                      <a:pt x="34" y="8"/>
                    </a:moveTo>
                    <a:lnTo>
                      <a:pt x="34" y="31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5" name="Freeform 100"/>
              <p:cNvSpPr>
                <a:spLocks/>
              </p:cNvSpPr>
              <p:nvPr/>
            </p:nvSpPr>
            <p:spPr bwMode="auto">
              <a:xfrm>
                <a:off x="4033" y="1825"/>
                <a:ext cx="102" cy="162"/>
              </a:xfrm>
              <a:custGeom>
                <a:avLst/>
                <a:gdLst>
                  <a:gd name="T0" fmla="*/ 22 w 102"/>
                  <a:gd name="T1" fmla="*/ 162 h 162"/>
                  <a:gd name="T2" fmla="*/ 0 w 102"/>
                  <a:gd name="T3" fmla="*/ 0 h 162"/>
                  <a:gd name="T4" fmla="*/ 102 w 102"/>
                  <a:gd name="T5" fmla="*/ 120 h 162"/>
                  <a:gd name="T6" fmla="*/ 22 w 102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22" y="162"/>
                    </a:moveTo>
                    <a:lnTo>
                      <a:pt x="0" y="0"/>
                    </a:lnTo>
                    <a:lnTo>
                      <a:pt x="102" y="120"/>
                    </a:lnTo>
                    <a:lnTo>
                      <a:pt x="22" y="16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6" name="Freeform 101"/>
              <p:cNvSpPr>
                <a:spLocks/>
              </p:cNvSpPr>
              <p:nvPr/>
            </p:nvSpPr>
            <p:spPr bwMode="auto">
              <a:xfrm>
                <a:off x="4026" y="1811"/>
                <a:ext cx="32" cy="176"/>
              </a:xfrm>
              <a:custGeom>
                <a:avLst/>
                <a:gdLst>
                  <a:gd name="T0" fmla="*/ 3 w 32"/>
                  <a:gd name="T1" fmla="*/ 18 h 176"/>
                  <a:gd name="T2" fmla="*/ 12 w 32"/>
                  <a:gd name="T3" fmla="*/ 15 h 176"/>
                  <a:gd name="T4" fmla="*/ 32 w 32"/>
                  <a:gd name="T5" fmla="*/ 176 h 176"/>
                  <a:gd name="T6" fmla="*/ 23 w 32"/>
                  <a:gd name="T7" fmla="*/ 176 h 176"/>
                  <a:gd name="T8" fmla="*/ 2 w 32"/>
                  <a:gd name="T9" fmla="*/ 14 h 176"/>
                  <a:gd name="T10" fmla="*/ 9 w 32"/>
                  <a:gd name="T11" fmla="*/ 10 h 176"/>
                  <a:gd name="T12" fmla="*/ 2 w 32"/>
                  <a:gd name="T13" fmla="*/ 14 h 176"/>
                  <a:gd name="T14" fmla="*/ 0 w 32"/>
                  <a:gd name="T15" fmla="*/ 0 h 176"/>
                  <a:gd name="T16" fmla="*/ 9 w 32"/>
                  <a:gd name="T17" fmla="*/ 10 h 176"/>
                  <a:gd name="T18" fmla="*/ 3 w 32"/>
                  <a:gd name="T19" fmla="*/ 1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"/>
                  <a:gd name="T31" fmla="*/ 0 h 176"/>
                  <a:gd name="T32" fmla="*/ 32 w 32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" h="176">
                    <a:moveTo>
                      <a:pt x="3" y="18"/>
                    </a:moveTo>
                    <a:lnTo>
                      <a:pt x="12" y="15"/>
                    </a:lnTo>
                    <a:lnTo>
                      <a:pt x="32" y="176"/>
                    </a:lnTo>
                    <a:lnTo>
                      <a:pt x="23" y="176"/>
                    </a:lnTo>
                    <a:lnTo>
                      <a:pt x="2" y="14"/>
                    </a:lnTo>
                    <a:lnTo>
                      <a:pt x="9" y="10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9" y="10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7" name="Freeform 102"/>
              <p:cNvSpPr>
                <a:spLocks/>
              </p:cNvSpPr>
              <p:nvPr/>
            </p:nvSpPr>
            <p:spPr bwMode="auto">
              <a:xfrm>
                <a:off x="4030" y="1822"/>
                <a:ext cx="113" cy="129"/>
              </a:xfrm>
              <a:custGeom>
                <a:avLst/>
                <a:gdLst>
                  <a:gd name="T0" fmla="*/ 103 w 113"/>
                  <a:gd name="T1" fmla="*/ 118 h 129"/>
                  <a:gd name="T2" fmla="*/ 102 w 113"/>
                  <a:gd name="T3" fmla="*/ 126 h 129"/>
                  <a:gd name="T4" fmla="*/ 0 w 113"/>
                  <a:gd name="T5" fmla="*/ 7 h 129"/>
                  <a:gd name="T6" fmla="*/ 5 w 113"/>
                  <a:gd name="T7" fmla="*/ 0 h 129"/>
                  <a:gd name="T8" fmla="*/ 108 w 113"/>
                  <a:gd name="T9" fmla="*/ 120 h 129"/>
                  <a:gd name="T10" fmla="*/ 108 w 113"/>
                  <a:gd name="T11" fmla="*/ 129 h 129"/>
                  <a:gd name="T12" fmla="*/ 108 w 113"/>
                  <a:gd name="T13" fmla="*/ 120 h 129"/>
                  <a:gd name="T14" fmla="*/ 113 w 113"/>
                  <a:gd name="T15" fmla="*/ 125 h 129"/>
                  <a:gd name="T16" fmla="*/ 108 w 113"/>
                  <a:gd name="T17" fmla="*/ 129 h 129"/>
                  <a:gd name="T18" fmla="*/ 103 w 113"/>
                  <a:gd name="T19" fmla="*/ 118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3"/>
                  <a:gd name="T31" fmla="*/ 0 h 129"/>
                  <a:gd name="T32" fmla="*/ 113 w 11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3" h="129">
                    <a:moveTo>
                      <a:pt x="103" y="118"/>
                    </a:moveTo>
                    <a:lnTo>
                      <a:pt x="102" y="126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08" y="120"/>
                    </a:lnTo>
                    <a:lnTo>
                      <a:pt x="108" y="129"/>
                    </a:lnTo>
                    <a:lnTo>
                      <a:pt x="108" y="120"/>
                    </a:lnTo>
                    <a:lnTo>
                      <a:pt x="113" y="125"/>
                    </a:lnTo>
                    <a:lnTo>
                      <a:pt x="108" y="129"/>
                    </a:lnTo>
                    <a:lnTo>
                      <a:pt x="103" y="11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8" name="Freeform 103"/>
              <p:cNvSpPr>
                <a:spLocks/>
              </p:cNvSpPr>
              <p:nvPr/>
            </p:nvSpPr>
            <p:spPr bwMode="auto">
              <a:xfrm>
                <a:off x="4053" y="1941"/>
                <a:ext cx="87" cy="54"/>
              </a:xfrm>
              <a:custGeom>
                <a:avLst/>
                <a:gdLst>
                  <a:gd name="T0" fmla="*/ 8 w 87"/>
                  <a:gd name="T1" fmla="*/ 46 h 54"/>
                  <a:gd name="T2" fmla="*/ 2 w 87"/>
                  <a:gd name="T3" fmla="*/ 41 h 54"/>
                  <a:gd name="T4" fmla="*/ 83 w 87"/>
                  <a:gd name="T5" fmla="*/ 0 h 54"/>
                  <a:gd name="T6" fmla="*/ 87 w 87"/>
                  <a:gd name="T7" fmla="*/ 10 h 54"/>
                  <a:gd name="T8" fmla="*/ 6 w 87"/>
                  <a:gd name="T9" fmla="*/ 51 h 54"/>
                  <a:gd name="T10" fmla="*/ 0 w 87"/>
                  <a:gd name="T11" fmla="*/ 46 h 54"/>
                  <a:gd name="T12" fmla="*/ 6 w 87"/>
                  <a:gd name="T13" fmla="*/ 51 h 54"/>
                  <a:gd name="T14" fmla="*/ 1 w 87"/>
                  <a:gd name="T15" fmla="*/ 54 h 54"/>
                  <a:gd name="T16" fmla="*/ 0 w 87"/>
                  <a:gd name="T17" fmla="*/ 46 h 54"/>
                  <a:gd name="T18" fmla="*/ 8 w 87"/>
                  <a:gd name="T19" fmla="*/ 46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54"/>
                  <a:gd name="T32" fmla="*/ 87 w 87"/>
                  <a:gd name="T33" fmla="*/ 54 h 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54">
                    <a:moveTo>
                      <a:pt x="8" y="46"/>
                    </a:moveTo>
                    <a:lnTo>
                      <a:pt x="2" y="41"/>
                    </a:lnTo>
                    <a:lnTo>
                      <a:pt x="83" y="0"/>
                    </a:lnTo>
                    <a:lnTo>
                      <a:pt x="87" y="10"/>
                    </a:lnTo>
                    <a:lnTo>
                      <a:pt x="6" y="51"/>
                    </a:lnTo>
                    <a:lnTo>
                      <a:pt x="0" y="46"/>
                    </a:lnTo>
                    <a:lnTo>
                      <a:pt x="6" y="51"/>
                    </a:lnTo>
                    <a:lnTo>
                      <a:pt x="1" y="54"/>
                    </a:lnTo>
                    <a:lnTo>
                      <a:pt x="0" y="46"/>
                    </a:lnTo>
                    <a:lnTo>
                      <a:pt x="8" y="4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59" name="Freeform 104"/>
              <p:cNvSpPr>
                <a:spLocks/>
              </p:cNvSpPr>
              <p:nvPr/>
            </p:nvSpPr>
            <p:spPr bwMode="auto">
              <a:xfrm>
                <a:off x="4036" y="1851"/>
                <a:ext cx="31" cy="31"/>
              </a:xfrm>
              <a:custGeom>
                <a:avLst/>
                <a:gdLst>
                  <a:gd name="T0" fmla="*/ 8 w 31"/>
                  <a:gd name="T1" fmla="*/ 31 h 31"/>
                  <a:gd name="T2" fmla="*/ 0 w 31"/>
                  <a:gd name="T3" fmla="*/ 14 h 31"/>
                  <a:gd name="T4" fmla="*/ 24 w 31"/>
                  <a:gd name="T5" fmla="*/ 0 h 31"/>
                  <a:gd name="T6" fmla="*/ 31 w 31"/>
                  <a:gd name="T7" fmla="*/ 17 h 31"/>
                  <a:gd name="T8" fmla="*/ 8 w 31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8" y="31"/>
                    </a:moveTo>
                    <a:lnTo>
                      <a:pt x="0" y="14"/>
                    </a:lnTo>
                    <a:lnTo>
                      <a:pt x="24" y="0"/>
                    </a:lnTo>
                    <a:lnTo>
                      <a:pt x="31" y="17"/>
                    </a:ln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0" name="Freeform 105"/>
              <p:cNvSpPr>
                <a:spLocks/>
              </p:cNvSpPr>
              <p:nvPr/>
            </p:nvSpPr>
            <p:spPr bwMode="auto">
              <a:xfrm>
                <a:off x="4049" y="1869"/>
                <a:ext cx="103" cy="231"/>
              </a:xfrm>
              <a:custGeom>
                <a:avLst/>
                <a:gdLst>
                  <a:gd name="T0" fmla="*/ 77 w 103"/>
                  <a:gd name="T1" fmla="*/ 231 h 231"/>
                  <a:gd name="T2" fmla="*/ 77 w 103"/>
                  <a:gd name="T3" fmla="*/ 231 h 231"/>
                  <a:gd name="T4" fmla="*/ 62 w 103"/>
                  <a:gd name="T5" fmla="*/ 173 h 231"/>
                  <a:gd name="T6" fmla="*/ 44 w 103"/>
                  <a:gd name="T7" fmla="*/ 119 h 231"/>
                  <a:gd name="T8" fmla="*/ 24 w 103"/>
                  <a:gd name="T9" fmla="*/ 66 h 231"/>
                  <a:gd name="T10" fmla="*/ 0 w 103"/>
                  <a:gd name="T11" fmla="*/ 14 h 231"/>
                  <a:gd name="T12" fmla="*/ 23 w 103"/>
                  <a:gd name="T13" fmla="*/ 0 h 231"/>
                  <a:gd name="T14" fmla="*/ 46 w 103"/>
                  <a:gd name="T15" fmla="*/ 55 h 231"/>
                  <a:gd name="T16" fmla="*/ 70 w 103"/>
                  <a:gd name="T17" fmla="*/ 110 h 231"/>
                  <a:gd name="T18" fmla="*/ 87 w 103"/>
                  <a:gd name="T19" fmla="*/ 168 h 231"/>
                  <a:gd name="T20" fmla="*/ 103 w 103"/>
                  <a:gd name="T21" fmla="*/ 228 h 231"/>
                  <a:gd name="T22" fmla="*/ 77 w 103"/>
                  <a:gd name="T23" fmla="*/ 231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231"/>
                  <a:gd name="T38" fmla="*/ 103 w 103"/>
                  <a:gd name="T39" fmla="*/ 231 h 2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231">
                    <a:moveTo>
                      <a:pt x="77" y="231"/>
                    </a:moveTo>
                    <a:lnTo>
                      <a:pt x="77" y="231"/>
                    </a:lnTo>
                    <a:lnTo>
                      <a:pt x="62" y="173"/>
                    </a:lnTo>
                    <a:lnTo>
                      <a:pt x="44" y="119"/>
                    </a:lnTo>
                    <a:lnTo>
                      <a:pt x="24" y="66"/>
                    </a:lnTo>
                    <a:lnTo>
                      <a:pt x="0" y="14"/>
                    </a:lnTo>
                    <a:lnTo>
                      <a:pt x="23" y="0"/>
                    </a:lnTo>
                    <a:lnTo>
                      <a:pt x="46" y="55"/>
                    </a:lnTo>
                    <a:lnTo>
                      <a:pt x="70" y="110"/>
                    </a:lnTo>
                    <a:lnTo>
                      <a:pt x="87" y="168"/>
                    </a:lnTo>
                    <a:lnTo>
                      <a:pt x="103" y="228"/>
                    </a:lnTo>
                    <a:lnTo>
                      <a:pt x="77" y="23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1" name="Freeform 106"/>
              <p:cNvSpPr>
                <a:spLocks/>
              </p:cNvSpPr>
              <p:nvPr/>
            </p:nvSpPr>
            <p:spPr bwMode="auto">
              <a:xfrm>
                <a:off x="4129" y="2097"/>
                <a:ext cx="54" cy="205"/>
              </a:xfrm>
              <a:custGeom>
                <a:avLst/>
                <a:gdLst>
                  <a:gd name="T0" fmla="*/ 25 w 54"/>
                  <a:gd name="T1" fmla="*/ 199 h 205"/>
                  <a:gd name="T2" fmla="*/ 25 w 54"/>
                  <a:gd name="T3" fmla="*/ 174 h 205"/>
                  <a:gd name="T4" fmla="*/ 23 w 54"/>
                  <a:gd name="T5" fmla="*/ 151 h 205"/>
                  <a:gd name="T6" fmla="*/ 21 w 54"/>
                  <a:gd name="T7" fmla="*/ 126 h 205"/>
                  <a:gd name="T8" fmla="*/ 19 w 54"/>
                  <a:gd name="T9" fmla="*/ 101 h 205"/>
                  <a:gd name="T10" fmla="*/ 15 w 54"/>
                  <a:gd name="T11" fmla="*/ 78 h 205"/>
                  <a:gd name="T12" fmla="*/ 11 w 54"/>
                  <a:gd name="T13" fmla="*/ 52 h 205"/>
                  <a:gd name="T14" fmla="*/ 6 w 54"/>
                  <a:gd name="T15" fmla="*/ 28 h 205"/>
                  <a:gd name="T16" fmla="*/ 0 w 54"/>
                  <a:gd name="T17" fmla="*/ 3 h 205"/>
                  <a:gd name="T18" fmla="*/ 28 w 54"/>
                  <a:gd name="T19" fmla="*/ 0 h 205"/>
                  <a:gd name="T20" fmla="*/ 34 w 54"/>
                  <a:gd name="T21" fmla="*/ 26 h 205"/>
                  <a:gd name="T22" fmla="*/ 38 w 54"/>
                  <a:gd name="T23" fmla="*/ 52 h 205"/>
                  <a:gd name="T24" fmla="*/ 43 w 54"/>
                  <a:gd name="T25" fmla="*/ 79 h 205"/>
                  <a:gd name="T26" fmla="*/ 46 w 54"/>
                  <a:gd name="T27" fmla="*/ 104 h 205"/>
                  <a:gd name="T28" fmla="*/ 50 w 54"/>
                  <a:gd name="T29" fmla="*/ 129 h 205"/>
                  <a:gd name="T30" fmla="*/ 52 w 54"/>
                  <a:gd name="T31" fmla="*/ 155 h 205"/>
                  <a:gd name="T32" fmla="*/ 53 w 54"/>
                  <a:gd name="T33" fmla="*/ 179 h 205"/>
                  <a:gd name="T34" fmla="*/ 54 w 54"/>
                  <a:gd name="T35" fmla="*/ 205 h 205"/>
                  <a:gd name="T36" fmla="*/ 25 w 54"/>
                  <a:gd name="T37" fmla="*/ 199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"/>
                  <a:gd name="T58" fmla="*/ 0 h 205"/>
                  <a:gd name="T59" fmla="*/ 54 w 54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" h="205">
                    <a:moveTo>
                      <a:pt x="25" y="199"/>
                    </a:moveTo>
                    <a:lnTo>
                      <a:pt x="25" y="174"/>
                    </a:lnTo>
                    <a:lnTo>
                      <a:pt x="23" y="151"/>
                    </a:lnTo>
                    <a:lnTo>
                      <a:pt x="21" y="126"/>
                    </a:lnTo>
                    <a:lnTo>
                      <a:pt x="19" y="101"/>
                    </a:lnTo>
                    <a:lnTo>
                      <a:pt x="15" y="78"/>
                    </a:lnTo>
                    <a:lnTo>
                      <a:pt x="11" y="52"/>
                    </a:lnTo>
                    <a:lnTo>
                      <a:pt x="6" y="28"/>
                    </a:lnTo>
                    <a:lnTo>
                      <a:pt x="0" y="3"/>
                    </a:lnTo>
                    <a:lnTo>
                      <a:pt x="28" y="0"/>
                    </a:lnTo>
                    <a:lnTo>
                      <a:pt x="34" y="26"/>
                    </a:lnTo>
                    <a:lnTo>
                      <a:pt x="38" y="52"/>
                    </a:lnTo>
                    <a:lnTo>
                      <a:pt x="43" y="79"/>
                    </a:lnTo>
                    <a:lnTo>
                      <a:pt x="46" y="104"/>
                    </a:lnTo>
                    <a:lnTo>
                      <a:pt x="50" y="129"/>
                    </a:lnTo>
                    <a:lnTo>
                      <a:pt x="52" y="155"/>
                    </a:lnTo>
                    <a:lnTo>
                      <a:pt x="53" y="179"/>
                    </a:lnTo>
                    <a:lnTo>
                      <a:pt x="54" y="205"/>
                    </a:lnTo>
                    <a:lnTo>
                      <a:pt x="25" y="19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2" name="Freeform 107"/>
              <p:cNvSpPr>
                <a:spLocks/>
              </p:cNvSpPr>
              <p:nvPr/>
            </p:nvSpPr>
            <p:spPr bwMode="auto">
              <a:xfrm>
                <a:off x="4157" y="2297"/>
                <a:ext cx="28" cy="24"/>
              </a:xfrm>
              <a:custGeom>
                <a:avLst/>
                <a:gdLst>
                  <a:gd name="T0" fmla="*/ 28 w 28"/>
                  <a:gd name="T1" fmla="*/ 6 h 24"/>
                  <a:gd name="T2" fmla="*/ 28 w 28"/>
                  <a:gd name="T3" fmla="*/ 24 h 24"/>
                  <a:gd name="T4" fmla="*/ 0 w 28"/>
                  <a:gd name="T5" fmla="*/ 18 h 24"/>
                  <a:gd name="T6" fmla="*/ 0 w 28"/>
                  <a:gd name="T7" fmla="*/ 0 h 24"/>
                  <a:gd name="T8" fmla="*/ 28 w 28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4"/>
                  <a:gd name="T17" fmla="*/ 28 w 28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4">
                    <a:moveTo>
                      <a:pt x="28" y="6"/>
                    </a:moveTo>
                    <a:lnTo>
                      <a:pt x="28" y="24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3" name="Freeform 108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4" name="Freeform 109"/>
              <p:cNvSpPr>
                <a:spLocks/>
              </p:cNvSpPr>
              <p:nvPr/>
            </p:nvSpPr>
            <p:spPr bwMode="auto">
              <a:xfrm>
                <a:off x="4002" y="1766"/>
                <a:ext cx="46" cy="185"/>
              </a:xfrm>
              <a:custGeom>
                <a:avLst/>
                <a:gdLst>
                  <a:gd name="T0" fmla="*/ 7 w 46"/>
                  <a:gd name="T1" fmla="*/ 31 h 185"/>
                  <a:gd name="T2" fmla="*/ 18 w 46"/>
                  <a:gd name="T3" fmla="*/ 24 h 185"/>
                  <a:gd name="T4" fmla="*/ 46 w 46"/>
                  <a:gd name="T5" fmla="*/ 185 h 185"/>
                  <a:gd name="T6" fmla="*/ 31 w 46"/>
                  <a:gd name="T7" fmla="*/ 185 h 185"/>
                  <a:gd name="T8" fmla="*/ 5 w 46"/>
                  <a:gd name="T9" fmla="*/ 24 h 185"/>
                  <a:gd name="T10" fmla="*/ 15 w 46"/>
                  <a:gd name="T11" fmla="*/ 18 h 185"/>
                  <a:gd name="T12" fmla="*/ 5 w 46"/>
                  <a:gd name="T13" fmla="*/ 24 h 185"/>
                  <a:gd name="T14" fmla="*/ 0 w 46"/>
                  <a:gd name="T15" fmla="*/ 0 h 185"/>
                  <a:gd name="T16" fmla="*/ 15 w 46"/>
                  <a:gd name="T17" fmla="*/ 18 h 185"/>
                  <a:gd name="T18" fmla="*/ 7 w 46"/>
                  <a:gd name="T19" fmla="*/ 31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185"/>
                  <a:gd name="T32" fmla="*/ 46 w 46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185">
                    <a:moveTo>
                      <a:pt x="7" y="31"/>
                    </a:moveTo>
                    <a:lnTo>
                      <a:pt x="18" y="24"/>
                    </a:lnTo>
                    <a:lnTo>
                      <a:pt x="46" y="185"/>
                    </a:lnTo>
                    <a:lnTo>
                      <a:pt x="31" y="185"/>
                    </a:lnTo>
                    <a:lnTo>
                      <a:pt x="5" y="24"/>
                    </a:lnTo>
                    <a:lnTo>
                      <a:pt x="15" y="18"/>
                    </a:lnTo>
                    <a:lnTo>
                      <a:pt x="5" y="24"/>
                    </a:lnTo>
                    <a:lnTo>
                      <a:pt x="0" y="0"/>
                    </a:lnTo>
                    <a:lnTo>
                      <a:pt x="15" y="18"/>
                    </a:lnTo>
                    <a:lnTo>
                      <a:pt x="7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5" name="Freeform 110"/>
              <p:cNvSpPr>
                <a:spLocks/>
              </p:cNvSpPr>
              <p:nvPr/>
            </p:nvSpPr>
            <p:spPr bwMode="auto">
              <a:xfrm>
                <a:off x="4010" y="1784"/>
                <a:ext cx="123" cy="129"/>
              </a:xfrm>
              <a:custGeom>
                <a:avLst/>
                <a:gdLst>
                  <a:gd name="T0" fmla="*/ 104 w 123"/>
                  <a:gd name="T1" fmla="*/ 111 h 129"/>
                  <a:gd name="T2" fmla="*/ 104 w 123"/>
                  <a:gd name="T3" fmla="*/ 127 h 129"/>
                  <a:gd name="T4" fmla="*/ 0 w 123"/>
                  <a:gd name="T5" fmla="*/ 15 h 129"/>
                  <a:gd name="T6" fmla="*/ 6 w 123"/>
                  <a:gd name="T7" fmla="*/ 0 h 129"/>
                  <a:gd name="T8" fmla="*/ 112 w 123"/>
                  <a:gd name="T9" fmla="*/ 113 h 129"/>
                  <a:gd name="T10" fmla="*/ 112 w 123"/>
                  <a:gd name="T11" fmla="*/ 129 h 129"/>
                  <a:gd name="T12" fmla="*/ 112 w 123"/>
                  <a:gd name="T13" fmla="*/ 113 h 129"/>
                  <a:gd name="T14" fmla="*/ 123 w 123"/>
                  <a:gd name="T15" fmla="*/ 124 h 129"/>
                  <a:gd name="T16" fmla="*/ 112 w 123"/>
                  <a:gd name="T17" fmla="*/ 129 h 129"/>
                  <a:gd name="T18" fmla="*/ 104 w 123"/>
                  <a:gd name="T19" fmla="*/ 111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9"/>
                  <a:gd name="T32" fmla="*/ 123 w 123"/>
                  <a:gd name="T33" fmla="*/ 129 h 1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9">
                    <a:moveTo>
                      <a:pt x="104" y="111"/>
                    </a:moveTo>
                    <a:lnTo>
                      <a:pt x="104" y="127"/>
                    </a:lnTo>
                    <a:lnTo>
                      <a:pt x="0" y="15"/>
                    </a:lnTo>
                    <a:lnTo>
                      <a:pt x="6" y="0"/>
                    </a:lnTo>
                    <a:lnTo>
                      <a:pt x="112" y="113"/>
                    </a:lnTo>
                    <a:lnTo>
                      <a:pt x="112" y="129"/>
                    </a:lnTo>
                    <a:lnTo>
                      <a:pt x="112" y="113"/>
                    </a:lnTo>
                    <a:lnTo>
                      <a:pt x="123" y="124"/>
                    </a:lnTo>
                    <a:lnTo>
                      <a:pt x="112" y="129"/>
                    </a:lnTo>
                    <a:lnTo>
                      <a:pt x="104" y="11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6" name="Freeform 111"/>
              <p:cNvSpPr>
                <a:spLocks/>
              </p:cNvSpPr>
              <p:nvPr/>
            </p:nvSpPr>
            <p:spPr bwMode="auto">
              <a:xfrm>
                <a:off x="4034" y="1895"/>
                <a:ext cx="89" cy="74"/>
              </a:xfrm>
              <a:custGeom>
                <a:avLst/>
                <a:gdLst>
                  <a:gd name="T0" fmla="*/ 15 w 89"/>
                  <a:gd name="T1" fmla="*/ 58 h 74"/>
                  <a:gd name="T2" fmla="*/ 2 w 89"/>
                  <a:gd name="T3" fmla="*/ 48 h 74"/>
                  <a:gd name="T4" fmla="*/ 82 w 89"/>
                  <a:gd name="T5" fmla="*/ 0 h 74"/>
                  <a:gd name="T6" fmla="*/ 89 w 89"/>
                  <a:gd name="T7" fmla="*/ 19 h 74"/>
                  <a:gd name="T8" fmla="*/ 11 w 89"/>
                  <a:gd name="T9" fmla="*/ 67 h 74"/>
                  <a:gd name="T10" fmla="*/ 0 w 89"/>
                  <a:gd name="T11" fmla="*/ 58 h 74"/>
                  <a:gd name="T12" fmla="*/ 11 w 89"/>
                  <a:gd name="T13" fmla="*/ 67 h 74"/>
                  <a:gd name="T14" fmla="*/ 2 w 89"/>
                  <a:gd name="T15" fmla="*/ 74 h 74"/>
                  <a:gd name="T16" fmla="*/ 0 w 89"/>
                  <a:gd name="T17" fmla="*/ 58 h 74"/>
                  <a:gd name="T18" fmla="*/ 15 w 89"/>
                  <a:gd name="T19" fmla="*/ 58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4"/>
                  <a:gd name="T32" fmla="*/ 89 w 89"/>
                  <a:gd name="T33" fmla="*/ 74 h 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4">
                    <a:moveTo>
                      <a:pt x="15" y="58"/>
                    </a:moveTo>
                    <a:lnTo>
                      <a:pt x="2" y="48"/>
                    </a:lnTo>
                    <a:lnTo>
                      <a:pt x="82" y="0"/>
                    </a:lnTo>
                    <a:lnTo>
                      <a:pt x="89" y="19"/>
                    </a:lnTo>
                    <a:lnTo>
                      <a:pt x="11" y="67"/>
                    </a:lnTo>
                    <a:lnTo>
                      <a:pt x="0" y="58"/>
                    </a:lnTo>
                    <a:lnTo>
                      <a:pt x="11" y="67"/>
                    </a:lnTo>
                    <a:lnTo>
                      <a:pt x="2" y="74"/>
                    </a:lnTo>
                    <a:lnTo>
                      <a:pt x="0" y="58"/>
                    </a:lnTo>
                    <a:lnTo>
                      <a:pt x="15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7" name="Freeform 112"/>
              <p:cNvSpPr>
                <a:spLocks/>
              </p:cNvSpPr>
              <p:nvPr/>
            </p:nvSpPr>
            <p:spPr bwMode="auto">
              <a:xfrm>
                <a:off x="4015" y="1812"/>
                <a:ext cx="36" cy="38"/>
              </a:xfrm>
              <a:custGeom>
                <a:avLst/>
                <a:gdLst>
                  <a:gd name="T0" fmla="*/ 10 w 36"/>
                  <a:gd name="T1" fmla="*/ 38 h 38"/>
                  <a:gd name="T2" fmla="*/ 0 w 36"/>
                  <a:gd name="T3" fmla="*/ 18 h 38"/>
                  <a:gd name="T4" fmla="*/ 26 w 36"/>
                  <a:gd name="T5" fmla="*/ 0 h 38"/>
                  <a:gd name="T6" fmla="*/ 36 w 36"/>
                  <a:gd name="T7" fmla="*/ 20 h 38"/>
                  <a:gd name="T8" fmla="*/ 10 w 36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8"/>
                  <a:gd name="T17" fmla="*/ 36 w 36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8">
                    <a:moveTo>
                      <a:pt x="10" y="38"/>
                    </a:moveTo>
                    <a:lnTo>
                      <a:pt x="0" y="18"/>
                    </a:lnTo>
                    <a:lnTo>
                      <a:pt x="26" y="0"/>
                    </a:lnTo>
                    <a:lnTo>
                      <a:pt x="36" y="20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8" name="Freeform 113"/>
              <p:cNvSpPr>
                <a:spLocks/>
              </p:cNvSpPr>
              <p:nvPr/>
            </p:nvSpPr>
            <p:spPr bwMode="auto">
              <a:xfrm>
                <a:off x="4028" y="1832"/>
                <a:ext cx="115" cy="232"/>
              </a:xfrm>
              <a:custGeom>
                <a:avLst/>
                <a:gdLst>
                  <a:gd name="T0" fmla="*/ 83 w 115"/>
                  <a:gd name="T1" fmla="*/ 232 h 232"/>
                  <a:gd name="T2" fmla="*/ 83 w 115"/>
                  <a:gd name="T3" fmla="*/ 232 h 232"/>
                  <a:gd name="T4" fmla="*/ 76 w 115"/>
                  <a:gd name="T5" fmla="*/ 204 h 232"/>
                  <a:gd name="T6" fmla="*/ 66 w 115"/>
                  <a:gd name="T7" fmla="*/ 175 h 232"/>
                  <a:gd name="T8" fmla="*/ 57 w 115"/>
                  <a:gd name="T9" fmla="*/ 149 h 232"/>
                  <a:gd name="T10" fmla="*/ 47 w 115"/>
                  <a:gd name="T11" fmla="*/ 122 h 232"/>
                  <a:gd name="T12" fmla="*/ 36 w 115"/>
                  <a:gd name="T13" fmla="*/ 95 h 232"/>
                  <a:gd name="T14" fmla="*/ 25 w 115"/>
                  <a:gd name="T15" fmla="*/ 69 h 232"/>
                  <a:gd name="T16" fmla="*/ 13 w 115"/>
                  <a:gd name="T17" fmla="*/ 44 h 232"/>
                  <a:gd name="T18" fmla="*/ 0 w 115"/>
                  <a:gd name="T19" fmla="*/ 19 h 232"/>
                  <a:gd name="T20" fmla="*/ 26 w 115"/>
                  <a:gd name="T21" fmla="*/ 0 h 232"/>
                  <a:gd name="T22" fmla="*/ 39 w 115"/>
                  <a:gd name="T23" fmla="*/ 26 h 232"/>
                  <a:gd name="T24" fmla="*/ 51 w 115"/>
                  <a:gd name="T25" fmla="*/ 53 h 232"/>
                  <a:gd name="T26" fmla="*/ 64 w 115"/>
                  <a:gd name="T27" fmla="*/ 81 h 232"/>
                  <a:gd name="T28" fmla="*/ 76 w 115"/>
                  <a:gd name="T29" fmla="*/ 110 h 232"/>
                  <a:gd name="T30" fmla="*/ 88 w 115"/>
                  <a:gd name="T31" fmla="*/ 137 h 232"/>
                  <a:gd name="T32" fmla="*/ 97 w 115"/>
                  <a:gd name="T33" fmla="*/ 167 h 232"/>
                  <a:gd name="T34" fmla="*/ 107 w 115"/>
                  <a:gd name="T35" fmla="*/ 196 h 232"/>
                  <a:gd name="T36" fmla="*/ 115 w 115"/>
                  <a:gd name="T37" fmla="*/ 227 h 232"/>
                  <a:gd name="T38" fmla="*/ 83 w 115"/>
                  <a:gd name="T39" fmla="*/ 232 h 2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5"/>
                  <a:gd name="T61" fmla="*/ 0 h 232"/>
                  <a:gd name="T62" fmla="*/ 115 w 115"/>
                  <a:gd name="T63" fmla="*/ 232 h 2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5" h="232">
                    <a:moveTo>
                      <a:pt x="83" y="232"/>
                    </a:moveTo>
                    <a:lnTo>
                      <a:pt x="83" y="232"/>
                    </a:lnTo>
                    <a:lnTo>
                      <a:pt x="76" y="204"/>
                    </a:lnTo>
                    <a:lnTo>
                      <a:pt x="66" y="175"/>
                    </a:lnTo>
                    <a:lnTo>
                      <a:pt x="57" y="149"/>
                    </a:lnTo>
                    <a:lnTo>
                      <a:pt x="47" y="122"/>
                    </a:lnTo>
                    <a:lnTo>
                      <a:pt x="36" y="95"/>
                    </a:lnTo>
                    <a:lnTo>
                      <a:pt x="25" y="69"/>
                    </a:lnTo>
                    <a:lnTo>
                      <a:pt x="13" y="44"/>
                    </a:lnTo>
                    <a:lnTo>
                      <a:pt x="0" y="19"/>
                    </a:lnTo>
                    <a:lnTo>
                      <a:pt x="26" y="0"/>
                    </a:lnTo>
                    <a:lnTo>
                      <a:pt x="39" y="26"/>
                    </a:lnTo>
                    <a:lnTo>
                      <a:pt x="51" y="53"/>
                    </a:lnTo>
                    <a:lnTo>
                      <a:pt x="64" y="81"/>
                    </a:lnTo>
                    <a:lnTo>
                      <a:pt x="76" y="110"/>
                    </a:lnTo>
                    <a:lnTo>
                      <a:pt x="88" y="137"/>
                    </a:lnTo>
                    <a:lnTo>
                      <a:pt x="97" y="167"/>
                    </a:lnTo>
                    <a:lnTo>
                      <a:pt x="107" y="196"/>
                    </a:lnTo>
                    <a:lnTo>
                      <a:pt x="115" y="227"/>
                    </a:lnTo>
                    <a:lnTo>
                      <a:pt x="83" y="2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69" name="Freeform 114"/>
              <p:cNvSpPr>
                <a:spLocks/>
              </p:cNvSpPr>
              <p:nvPr/>
            </p:nvSpPr>
            <p:spPr bwMode="auto">
              <a:xfrm>
                <a:off x="4118" y="2060"/>
                <a:ext cx="65" cy="205"/>
              </a:xfrm>
              <a:custGeom>
                <a:avLst/>
                <a:gdLst>
                  <a:gd name="T0" fmla="*/ 32 w 65"/>
                  <a:gd name="T1" fmla="*/ 198 h 205"/>
                  <a:gd name="T2" fmla="*/ 30 w 65"/>
                  <a:gd name="T3" fmla="*/ 175 h 205"/>
                  <a:gd name="T4" fmla="*/ 26 w 65"/>
                  <a:gd name="T5" fmla="*/ 150 h 205"/>
                  <a:gd name="T6" fmla="*/ 24 w 65"/>
                  <a:gd name="T7" fmla="*/ 127 h 205"/>
                  <a:gd name="T8" fmla="*/ 20 w 65"/>
                  <a:gd name="T9" fmla="*/ 102 h 205"/>
                  <a:gd name="T10" fmla="*/ 16 w 65"/>
                  <a:gd name="T11" fmla="*/ 78 h 205"/>
                  <a:gd name="T12" fmla="*/ 10 w 65"/>
                  <a:gd name="T13" fmla="*/ 54 h 205"/>
                  <a:gd name="T14" fmla="*/ 5 w 65"/>
                  <a:gd name="T15" fmla="*/ 29 h 205"/>
                  <a:gd name="T16" fmla="*/ 0 w 65"/>
                  <a:gd name="T17" fmla="*/ 5 h 205"/>
                  <a:gd name="T18" fmla="*/ 30 w 65"/>
                  <a:gd name="T19" fmla="*/ 0 h 205"/>
                  <a:gd name="T20" fmla="*/ 37 w 65"/>
                  <a:gd name="T21" fmla="*/ 25 h 205"/>
                  <a:gd name="T22" fmla="*/ 42 w 65"/>
                  <a:gd name="T23" fmla="*/ 51 h 205"/>
                  <a:gd name="T24" fmla="*/ 48 w 65"/>
                  <a:gd name="T25" fmla="*/ 76 h 205"/>
                  <a:gd name="T26" fmla="*/ 52 w 65"/>
                  <a:gd name="T27" fmla="*/ 102 h 205"/>
                  <a:gd name="T28" fmla="*/ 57 w 65"/>
                  <a:gd name="T29" fmla="*/ 128 h 205"/>
                  <a:gd name="T30" fmla="*/ 61 w 65"/>
                  <a:gd name="T31" fmla="*/ 154 h 205"/>
                  <a:gd name="T32" fmla="*/ 63 w 65"/>
                  <a:gd name="T33" fmla="*/ 179 h 205"/>
                  <a:gd name="T34" fmla="*/ 65 w 65"/>
                  <a:gd name="T35" fmla="*/ 205 h 205"/>
                  <a:gd name="T36" fmla="*/ 32 w 65"/>
                  <a:gd name="T37" fmla="*/ 198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5"/>
                  <a:gd name="T58" fmla="*/ 0 h 205"/>
                  <a:gd name="T59" fmla="*/ 65 w 6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5" h="205">
                    <a:moveTo>
                      <a:pt x="32" y="198"/>
                    </a:moveTo>
                    <a:lnTo>
                      <a:pt x="30" y="175"/>
                    </a:lnTo>
                    <a:lnTo>
                      <a:pt x="26" y="150"/>
                    </a:lnTo>
                    <a:lnTo>
                      <a:pt x="24" y="127"/>
                    </a:lnTo>
                    <a:lnTo>
                      <a:pt x="20" y="102"/>
                    </a:lnTo>
                    <a:lnTo>
                      <a:pt x="16" y="78"/>
                    </a:lnTo>
                    <a:lnTo>
                      <a:pt x="10" y="54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30" y="0"/>
                    </a:lnTo>
                    <a:lnTo>
                      <a:pt x="37" y="25"/>
                    </a:lnTo>
                    <a:lnTo>
                      <a:pt x="42" y="51"/>
                    </a:lnTo>
                    <a:lnTo>
                      <a:pt x="48" y="76"/>
                    </a:lnTo>
                    <a:lnTo>
                      <a:pt x="52" y="102"/>
                    </a:lnTo>
                    <a:lnTo>
                      <a:pt x="57" y="128"/>
                    </a:lnTo>
                    <a:lnTo>
                      <a:pt x="61" y="154"/>
                    </a:lnTo>
                    <a:lnTo>
                      <a:pt x="63" y="179"/>
                    </a:lnTo>
                    <a:lnTo>
                      <a:pt x="65" y="205"/>
                    </a:lnTo>
                    <a:lnTo>
                      <a:pt x="32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0" name="Freeform 115"/>
              <p:cNvSpPr>
                <a:spLocks/>
              </p:cNvSpPr>
              <p:nvPr/>
            </p:nvSpPr>
            <p:spPr bwMode="auto">
              <a:xfrm>
                <a:off x="4154" y="2259"/>
                <a:ext cx="34" cy="28"/>
              </a:xfrm>
              <a:custGeom>
                <a:avLst/>
                <a:gdLst>
                  <a:gd name="T0" fmla="*/ 32 w 34"/>
                  <a:gd name="T1" fmla="*/ 7 h 28"/>
                  <a:gd name="T2" fmla="*/ 34 w 34"/>
                  <a:gd name="T3" fmla="*/ 28 h 28"/>
                  <a:gd name="T4" fmla="*/ 2 w 34"/>
                  <a:gd name="T5" fmla="*/ 23 h 28"/>
                  <a:gd name="T6" fmla="*/ 0 w 34"/>
                  <a:gd name="T7" fmla="*/ 0 h 28"/>
                  <a:gd name="T8" fmla="*/ 32 w 34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8"/>
                  <a:gd name="T17" fmla="*/ 34 w 34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8">
                    <a:moveTo>
                      <a:pt x="32" y="7"/>
                    </a:moveTo>
                    <a:lnTo>
                      <a:pt x="34" y="28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1" name="Freeform 116"/>
              <p:cNvSpPr>
                <a:spLocks/>
              </p:cNvSpPr>
              <p:nvPr/>
            </p:nvSpPr>
            <p:spPr bwMode="auto">
              <a:xfrm>
                <a:off x="4013" y="1791"/>
                <a:ext cx="106" cy="162"/>
              </a:xfrm>
              <a:custGeom>
                <a:avLst/>
                <a:gdLst>
                  <a:gd name="T0" fmla="*/ 28 w 106"/>
                  <a:gd name="T1" fmla="*/ 162 h 162"/>
                  <a:gd name="T2" fmla="*/ 0 w 106"/>
                  <a:gd name="T3" fmla="*/ 0 h 162"/>
                  <a:gd name="T4" fmla="*/ 106 w 106"/>
                  <a:gd name="T5" fmla="*/ 113 h 162"/>
                  <a:gd name="T6" fmla="*/ 28 w 106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2"/>
                  <a:gd name="T14" fmla="*/ 106 w 106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2">
                    <a:moveTo>
                      <a:pt x="28" y="162"/>
                    </a:moveTo>
                    <a:lnTo>
                      <a:pt x="0" y="0"/>
                    </a:lnTo>
                    <a:lnTo>
                      <a:pt x="106" y="113"/>
                    </a:lnTo>
                    <a:lnTo>
                      <a:pt x="28" y="162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2" name="Freeform 117"/>
              <p:cNvSpPr>
                <a:spLocks/>
              </p:cNvSpPr>
              <p:nvPr/>
            </p:nvSpPr>
            <p:spPr bwMode="auto">
              <a:xfrm>
                <a:off x="4005" y="1779"/>
                <a:ext cx="39" cy="175"/>
              </a:xfrm>
              <a:custGeom>
                <a:avLst/>
                <a:gdLst>
                  <a:gd name="T0" fmla="*/ 5 w 39"/>
                  <a:gd name="T1" fmla="*/ 18 h 175"/>
                  <a:gd name="T2" fmla="*/ 11 w 39"/>
                  <a:gd name="T3" fmla="*/ 12 h 175"/>
                  <a:gd name="T4" fmla="*/ 39 w 39"/>
                  <a:gd name="T5" fmla="*/ 174 h 175"/>
                  <a:gd name="T6" fmla="*/ 30 w 39"/>
                  <a:gd name="T7" fmla="*/ 175 h 175"/>
                  <a:gd name="T8" fmla="*/ 3 w 39"/>
                  <a:gd name="T9" fmla="*/ 15 h 175"/>
                  <a:gd name="T10" fmla="*/ 9 w 39"/>
                  <a:gd name="T11" fmla="*/ 9 h 175"/>
                  <a:gd name="T12" fmla="*/ 3 w 39"/>
                  <a:gd name="T13" fmla="*/ 15 h 175"/>
                  <a:gd name="T14" fmla="*/ 0 w 39"/>
                  <a:gd name="T15" fmla="*/ 0 h 175"/>
                  <a:gd name="T16" fmla="*/ 9 w 39"/>
                  <a:gd name="T17" fmla="*/ 9 h 175"/>
                  <a:gd name="T18" fmla="*/ 5 w 39"/>
                  <a:gd name="T19" fmla="*/ 18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175"/>
                  <a:gd name="T32" fmla="*/ 39 w 39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175">
                    <a:moveTo>
                      <a:pt x="5" y="18"/>
                    </a:moveTo>
                    <a:lnTo>
                      <a:pt x="11" y="12"/>
                    </a:lnTo>
                    <a:lnTo>
                      <a:pt x="39" y="174"/>
                    </a:lnTo>
                    <a:lnTo>
                      <a:pt x="30" y="175"/>
                    </a:lnTo>
                    <a:lnTo>
                      <a:pt x="3" y="15"/>
                    </a:lnTo>
                    <a:lnTo>
                      <a:pt x="9" y="9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9" y="9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3" name="Freeform 118"/>
              <p:cNvSpPr>
                <a:spLocks/>
              </p:cNvSpPr>
              <p:nvPr/>
            </p:nvSpPr>
            <p:spPr bwMode="auto">
              <a:xfrm>
                <a:off x="4010" y="1787"/>
                <a:ext cx="115" cy="123"/>
              </a:xfrm>
              <a:custGeom>
                <a:avLst/>
                <a:gdLst>
                  <a:gd name="T0" fmla="*/ 106 w 115"/>
                  <a:gd name="T1" fmla="*/ 113 h 123"/>
                  <a:gd name="T2" fmla="*/ 106 w 115"/>
                  <a:gd name="T3" fmla="*/ 122 h 123"/>
                  <a:gd name="T4" fmla="*/ 0 w 115"/>
                  <a:gd name="T5" fmla="*/ 9 h 123"/>
                  <a:gd name="T6" fmla="*/ 4 w 115"/>
                  <a:gd name="T7" fmla="*/ 0 h 123"/>
                  <a:gd name="T8" fmla="*/ 110 w 115"/>
                  <a:gd name="T9" fmla="*/ 114 h 123"/>
                  <a:gd name="T10" fmla="*/ 110 w 115"/>
                  <a:gd name="T11" fmla="*/ 123 h 123"/>
                  <a:gd name="T12" fmla="*/ 110 w 115"/>
                  <a:gd name="T13" fmla="*/ 114 h 123"/>
                  <a:gd name="T14" fmla="*/ 115 w 115"/>
                  <a:gd name="T15" fmla="*/ 120 h 123"/>
                  <a:gd name="T16" fmla="*/ 110 w 115"/>
                  <a:gd name="T17" fmla="*/ 123 h 123"/>
                  <a:gd name="T18" fmla="*/ 106 w 115"/>
                  <a:gd name="T19" fmla="*/ 113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3"/>
                  <a:gd name="T32" fmla="*/ 115 w 115"/>
                  <a:gd name="T33" fmla="*/ 123 h 12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3">
                    <a:moveTo>
                      <a:pt x="106" y="113"/>
                    </a:moveTo>
                    <a:lnTo>
                      <a:pt x="106" y="122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110" y="114"/>
                    </a:lnTo>
                    <a:lnTo>
                      <a:pt x="110" y="123"/>
                    </a:lnTo>
                    <a:lnTo>
                      <a:pt x="110" y="114"/>
                    </a:lnTo>
                    <a:lnTo>
                      <a:pt x="115" y="120"/>
                    </a:lnTo>
                    <a:lnTo>
                      <a:pt x="110" y="123"/>
                    </a:lnTo>
                    <a:lnTo>
                      <a:pt x="106" y="11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4" name="Freeform 119"/>
              <p:cNvSpPr>
                <a:spLocks/>
              </p:cNvSpPr>
              <p:nvPr/>
            </p:nvSpPr>
            <p:spPr bwMode="auto">
              <a:xfrm>
                <a:off x="4038" y="1900"/>
                <a:ext cx="84" cy="63"/>
              </a:xfrm>
              <a:custGeom>
                <a:avLst/>
                <a:gdLst>
                  <a:gd name="T0" fmla="*/ 9 w 84"/>
                  <a:gd name="T1" fmla="*/ 55 h 63"/>
                  <a:gd name="T2" fmla="*/ 2 w 84"/>
                  <a:gd name="T3" fmla="*/ 48 h 63"/>
                  <a:gd name="T4" fmla="*/ 80 w 84"/>
                  <a:gd name="T5" fmla="*/ 0 h 63"/>
                  <a:gd name="T6" fmla="*/ 84 w 84"/>
                  <a:gd name="T7" fmla="*/ 11 h 63"/>
                  <a:gd name="T8" fmla="*/ 6 w 84"/>
                  <a:gd name="T9" fmla="*/ 60 h 63"/>
                  <a:gd name="T10" fmla="*/ 0 w 84"/>
                  <a:gd name="T11" fmla="*/ 55 h 63"/>
                  <a:gd name="T12" fmla="*/ 6 w 84"/>
                  <a:gd name="T13" fmla="*/ 60 h 63"/>
                  <a:gd name="T14" fmla="*/ 2 w 84"/>
                  <a:gd name="T15" fmla="*/ 63 h 63"/>
                  <a:gd name="T16" fmla="*/ 0 w 84"/>
                  <a:gd name="T17" fmla="*/ 55 h 63"/>
                  <a:gd name="T18" fmla="*/ 9 w 84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3"/>
                  <a:gd name="T32" fmla="*/ 84 w 84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3">
                    <a:moveTo>
                      <a:pt x="9" y="55"/>
                    </a:moveTo>
                    <a:lnTo>
                      <a:pt x="2" y="48"/>
                    </a:lnTo>
                    <a:lnTo>
                      <a:pt x="80" y="0"/>
                    </a:lnTo>
                    <a:lnTo>
                      <a:pt x="84" y="11"/>
                    </a:lnTo>
                    <a:lnTo>
                      <a:pt x="6" y="60"/>
                    </a:lnTo>
                    <a:lnTo>
                      <a:pt x="0" y="55"/>
                    </a:lnTo>
                    <a:lnTo>
                      <a:pt x="6" y="60"/>
                    </a:lnTo>
                    <a:lnTo>
                      <a:pt x="2" y="63"/>
                    </a:lnTo>
                    <a:lnTo>
                      <a:pt x="0" y="55"/>
                    </a:lnTo>
                    <a:lnTo>
                      <a:pt x="9" y="5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5" name="Freeform 120"/>
              <p:cNvSpPr>
                <a:spLocks/>
              </p:cNvSpPr>
              <p:nvPr/>
            </p:nvSpPr>
            <p:spPr bwMode="auto">
              <a:xfrm>
                <a:off x="4022" y="1816"/>
                <a:ext cx="29" cy="33"/>
              </a:xfrm>
              <a:custGeom>
                <a:avLst/>
                <a:gdLst>
                  <a:gd name="T0" fmla="*/ 8 w 29"/>
                  <a:gd name="T1" fmla="*/ 33 h 33"/>
                  <a:gd name="T2" fmla="*/ 0 w 29"/>
                  <a:gd name="T3" fmla="*/ 16 h 33"/>
                  <a:gd name="T4" fmla="*/ 21 w 29"/>
                  <a:gd name="T5" fmla="*/ 0 h 33"/>
                  <a:gd name="T6" fmla="*/ 29 w 29"/>
                  <a:gd name="T7" fmla="*/ 17 h 33"/>
                  <a:gd name="T8" fmla="*/ 8 w 29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3"/>
                  <a:gd name="T17" fmla="*/ 29 w 2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3">
                    <a:moveTo>
                      <a:pt x="8" y="33"/>
                    </a:moveTo>
                    <a:lnTo>
                      <a:pt x="0" y="16"/>
                    </a:lnTo>
                    <a:lnTo>
                      <a:pt x="21" y="0"/>
                    </a:lnTo>
                    <a:lnTo>
                      <a:pt x="29" y="17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6" name="Freeform 121"/>
              <p:cNvSpPr>
                <a:spLocks/>
              </p:cNvSpPr>
              <p:nvPr/>
            </p:nvSpPr>
            <p:spPr bwMode="auto">
              <a:xfrm>
                <a:off x="4030" y="1835"/>
                <a:ext cx="110" cy="228"/>
              </a:xfrm>
              <a:custGeom>
                <a:avLst/>
                <a:gdLst>
                  <a:gd name="T0" fmla="*/ 86 w 110"/>
                  <a:gd name="T1" fmla="*/ 228 h 228"/>
                  <a:gd name="T2" fmla="*/ 86 w 110"/>
                  <a:gd name="T3" fmla="*/ 228 h 228"/>
                  <a:gd name="T4" fmla="*/ 77 w 110"/>
                  <a:gd name="T5" fmla="*/ 200 h 228"/>
                  <a:gd name="T6" fmla="*/ 68 w 110"/>
                  <a:gd name="T7" fmla="*/ 172 h 228"/>
                  <a:gd name="T8" fmla="*/ 58 w 110"/>
                  <a:gd name="T9" fmla="*/ 144 h 228"/>
                  <a:gd name="T10" fmla="*/ 47 w 110"/>
                  <a:gd name="T11" fmla="*/ 117 h 228"/>
                  <a:gd name="T12" fmla="*/ 36 w 110"/>
                  <a:gd name="T13" fmla="*/ 91 h 228"/>
                  <a:gd name="T14" fmla="*/ 25 w 110"/>
                  <a:gd name="T15" fmla="*/ 65 h 228"/>
                  <a:gd name="T16" fmla="*/ 13 w 110"/>
                  <a:gd name="T17" fmla="*/ 40 h 228"/>
                  <a:gd name="T18" fmla="*/ 0 w 110"/>
                  <a:gd name="T19" fmla="*/ 15 h 228"/>
                  <a:gd name="T20" fmla="*/ 21 w 110"/>
                  <a:gd name="T21" fmla="*/ 0 h 228"/>
                  <a:gd name="T22" fmla="*/ 35 w 110"/>
                  <a:gd name="T23" fmla="*/ 26 h 228"/>
                  <a:gd name="T24" fmla="*/ 47 w 110"/>
                  <a:gd name="T25" fmla="*/ 54 h 228"/>
                  <a:gd name="T26" fmla="*/ 60 w 110"/>
                  <a:gd name="T27" fmla="*/ 80 h 228"/>
                  <a:gd name="T28" fmla="*/ 72 w 110"/>
                  <a:gd name="T29" fmla="*/ 107 h 228"/>
                  <a:gd name="T30" fmla="*/ 82 w 110"/>
                  <a:gd name="T31" fmla="*/ 135 h 228"/>
                  <a:gd name="T32" fmla="*/ 92 w 110"/>
                  <a:gd name="T33" fmla="*/ 164 h 228"/>
                  <a:gd name="T34" fmla="*/ 102 w 110"/>
                  <a:gd name="T35" fmla="*/ 193 h 228"/>
                  <a:gd name="T36" fmla="*/ 110 w 110"/>
                  <a:gd name="T37" fmla="*/ 221 h 228"/>
                  <a:gd name="T38" fmla="*/ 86 w 110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0"/>
                  <a:gd name="T61" fmla="*/ 0 h 228"/>
                  <a:gd name="T62" fmla="*/ 110 w 110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0" h="228">
                    <a:moveTo>
                      <a:pt x="86" y="228"/>
                    </a:moveTo>
                    <a:lnTo>
                      <a:pt x="86" y="228"/>
                    </a:lnTo>
                    <a:lnTo>
                      <a:pt x="77" y="200"/>
                    </a:lnTo>
                    <a:lnTo>
                      <a:pt x="68" y="172"/>
                    </a:lnTo>
                    <a:lnTo>
                      <a:pt x="58" y="144"/>
                    </a:lnTo>
                    <a:lnTo>
                      <a:pt x="47" y="117"/>
                    </a:lnTo>
                    <a:lnTo>
                      <a:pt x="36" y="91"/>
                    </a:lnTo>
                    <a:lnTo>
                      <a:pt x="25" y="65"/>
                    </a:lnTo>
                    <a:lnTo>
                      <a:pt x="13" y="40"/>
                    </a:lnTo>
                    <a:lnTo>
                      <a:pt x="0" y="15"/>
                    </a:lnTo>
                    <a:lnTo>
                      <a:pt x="21" y="0"/>
                    </a:lnTo>
                    <a:lnTo>
                      <a:pt x="35" y="26"/>
                    </a:lnTo>
                    <a:lnTo>
                      <a:pt x="47" y="54"/>
                    </a:lnTo>
                    <a:lnTo>
                      <a:pt x="60" y="80"/>
                    </a:lnTo>
                    <a:lnTo>
                      <a:pt x="72" y="107"/>
                    </a:lnTo>
                    <a:lnTo>
                      <a:pt x="82" y="135"/>
                    </a:lnTo>
                    <a:lnTo>
                      <a:pt x="92" y="164"/>
                    </a:lnTo>
                    <a:lnTo>
                      <a:pt x="102" y="193"/>
                    </a:lnTo>
                    <a:lnTo>
                      <a:pt x="110" y="221"/>
                    </a:lnTo>
                    <a:lnTo>
                      <a:pt x="86" y="22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7" name="Freeform 122"/>
              <p:cNvSpPr>
                <a:spLocks/>
              </p:cNvSpPr>
              <p:nvPr/>
            </p:nvSpPr>
            <p:spPr bwMode="auto">
              <a:xfrm>
                <a:off x="4121" y="2060"/>
                <a:ext cx="60" cy="205"/>
              </a:xfrm>
              <a:custGeom>
                <a:avLst/>
                <a:gdLst>
                  <a:gd name="T0" fmla="*/ 33 w 60"/>
                  <a:gd name="T1" fmla="*/ 201 h 205"/>
                  <a:gd name="T2" fmla="*/ 30 w 60"/>
                  <a:gd name="T3" fmla="*/ 177 h 205"/>
                  <a:gd name="T4" fmla="*/ 28 w 60"/>
                  <a:gd name="T5" fmla="*/ 152 h 205"/>
                  <a:gd name="T6" fmla="*/ 24 w 60"/>
                  <a:gd name="T7" fmla="*/ 128 h 205"/>
                  <a:gd name="T8" fmla="*/ 21 w 60"/>
                  <a:gd name="T9" fmla="*/ 103 h 205"/>
                  <a:gd name="T10" fmla="*/ 17 w 60"/>
                  <a:gd name="T11" fmla="*/ 79 h 205"/>
                  <a:gd name="T12" fmla="*/ 13 w 60"/>
                  <a:gd name="T13" fmla="*/ 55 h 205"/>
                  <a:gd name="T14" fmla="*/ 5 w 60"/>
                  <a:gd name="T15" fmla="*/ 29 h 205"/>
                  <a:gd name="T16" fmla="*/ 0 w 60"/>
                  <a:gd name="T17" fmla="*/ 5 h 205"/>
                  <a:gd name="T18" fmla="*/ 24 w 60"/>
                  <a:gd name="T19" fmla="*/ 0 h 205"/>
                  <a:gd name="T20" fmla="*/ 32 w 60"/>
                  <a:gd name="T21" fmla="*/ 25 h 205"/>
                  <a:gd name="T22" fmla="*/ 37 w 60"/>
                  <a:gd name="T23" fmla="*/ 51 h 205"/>
                  <a:gd name="T24" fmla="*/ 43 w 60"/>
                  <a:gd name="T25" fmla="*/ 79 h 205"/>
                  <a:gd name="T26" fmla="*/ 47 w 60"/>
                  <a:gd name="T27" fmla="*/ 103 h 205"/>
                  <a:gd name="T28" fmla="*/ 52 w 60"/>
                  <a:gd name="T29" fmla="*/ 129 h 205"/>
                  <a:gd name="T30" fmla="*/ 55 w 60"/>
                  <a:gd name="T31" fmla="*/ 156 h 205"/>
                  <a:gd name="T32" fmla="*/ 58 w 60"/>
                  <a:gd name="T33" fmla="*/ 180 h 205"/>
                  <a:gd name="T34" fmla="*/ 60 w 60"/>
                  <a:gd name="T35" fmla="*/ 205 h 205"/>
                  <a:gd name="T36" fmla="*/ 33 w 60"/>
                  <a:gd name="T37" fmla="*/ 201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0"/>
                  <a:gd name="T58" fmla="*/ 0 h 205"/>
                  <a:gd name="T59" fmla="*/ 60 w 6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0" h="205">
                    <a:moveTo>
                      <a:pt x="33" y="201"/>
                    </a:moveTo>
                    <a:lnTo>
                      <a:pt x="30" y="177"/>
                    </a:lnTo>
                    <a:lnTo>
                      <a:pt x="28" y="152"/>
                    </a:lnTo>
                    <a:lnTo>
                      <a:pt x="24" y="128"/>
                    </a:lnTo>
                    <a:lnTo>
                      <a:pt x="21" y="103"/>
                    </a:lnTo>
                    <a:lnTo>
                      <a:pt x="17" y="79"/>
                    </a:lnTo>
                    <a:lnTo>
                      <a:pt x="13" y="55"/>
                    </a:lnTo>
                    <a:lnTo>
                      <a:pt x="5" y="29"/>
                    </a:lnTo>
                    <a:lnTo>
                      <a:pt x="0" y="5"/>
                    </a:lnTo>
                    <a:lnTo>
                      <a:pt x="24" y="0"/>
                    </a:lnTo>
                    <a:lnTo>
                      <a:pt x="32" y="25"/>
                    </a:lnTo>
                    <a:lnTo>
                      <a:pt x="37" y="51"/>
                    </a:lnTo>
                    <a:lnTo>
                      <a:pt x="43" y="79"/>
                    </a:lnTo>
                    <a:lnTo>
                      <a:pt x="47" y="103"/>
                    </a:lnTo>
                    <a:lnTo>
                      <a:pt x="52" y="129"/>
                    </a:lnTo>
                    <a:lnTo>
                      <a:pt x="55" y="156"/>
                    </a:lnTo>
                    <a:lnTo>
                      <a:pt x="58" y="180"/>
                    </a:lnTo>
                    <a:lnTo>
                      <a:pt x="60" y="205"/>
                    </a:lnTo>
                    <a:lnTo>
                      <a:pt x="33" y="20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8" name="Freeform 123"/>
              <p:cNvSpPr>
                <a:spLocks/>
              </p:cNvSpPr>
              <p:nvPr/>
            </p:nvSpPr>
            <p:spPr bwMode="auto">
              <a:xfrm>
                <a:off x="4154" y="2263"/>
                <a:ext cx="30" cy="21"/>
              </a:xfrm>
              <a:custGeom>
                <a:avLst/>
                <a:gdLst>
                  <a:gd name="T0" fmla="*/ 29 w 30"/>
                  <a:gd name="T1" fmla="*/ 3 h 21"/>
                  <a:gd name="T2" fmla="*/ 30 w 30"/>
                  <a:gd name="T3" fmla="*/ 21 h 21"/>
                  <a:gd name="T4" fmla="*/ 1 w 30"/>
                  <a:gd name="T5" fmla="*/ 18 h 21"/>
                  <a:gd name="T6" fmla="*/ 0 w 30"/>
                  <a:gd name="T7" fmla="*/ 0 h 21"/>
                  <a:gd name="T8" fmla="*/ 29 w 30"/>
                  <a:gd name="T9" fmla="*/ 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29" y="3"/>
                    </a:moveTo>
                    <a:lnTo>
                      <a:pt x="30" y="21"/>
                    </a:lnTo>
                    <a:lnTo>
                      <a:pt x="1" y="18"/>
                    </a:lnTo>
                    <a:lnTo>
                      <a:pt x="0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79" name="Freeform 124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0" name="Freeform 125"/>
              <p:cNvSpPr>
                <a:spLocks/>
              </p:cNvSpPr>
              <p:nvPr/>
            </p:nvSpPr>
            <p:spPr bwMode="auto">
              <a:xfrm>
                <a:off x="3981" y="1735"/>
                <a:ext cx="53" cy="187"/>
              </a:xfrm>
              <a:custGeom>
                <a:avLst/>
                <a:gdLst>
                  <a:gd name="T0" fmla="*/ 8 w 53"/>
                  <a:gd name="T1" fmla="*/ 30 h 187"/>
                  <a:gd name="T2" fmla="*/ 20 w 53"/>
                  <a:gd name="T3" fmla="*/ 22 h 187"/>
                  <a:gd name="T4" fmla="*/ 53 w 53"/>
                  <a:gd name="T5" fmla="*/ 185 h 187"/>
                  <a:gd name="T6" fmla="*/ 38 w 53"/>
                  <a:gd name="T7" fmla="*/ 187 h 187"/>
                  <a:gd name="T8" fmla="*/ 4 w 53"/>
                  <a:gd name="T9" fmla="*/ 24 h 187"/>
                  <a:gd name="T10" fmla="*/ 16 w 53"/>
                  <a:gd name="T11" fmla="*/ 16 h 187"/>
                  <a:gd name="T12" fmla="*/ 4 w 53"/>
                  <a:gd name="T13" fmla="*/ 24 h 187"/>
                  <a:gd name="T14" fmla="*/ 0 w 53"/>
                  <a:gd name="T15" fmla="*/ 0 h 187"/>
                  <a:gd name="T16" fmla="*/ 16 w 53"/>
                  <a:gd name="T17" fmla="*/ 16 h 187"/>
                  <a:gd name="T18" fmla="*/ 8 w 53"/>
                  <a:gd name="T19" fmla="*/ 3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187"/>
                  <a:gd name="T32" fmla="*/ 53 w 53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187">
                    <a:moveTo>
                      <a:pt x="8" y="30"/>
                    </a:moveTo>
                    <a:lnTo>
                      <a:pt x="20" y="22"/>
                    </a:lnTo>
                    <a:lnTo>
                      <a:pt x="53" y="185"/>
                    </a:lnTo>
                    <a:lnTo>
                      <a:pt x="38" y="187"/>
                    </a:lnTo>
                    <a:lnTo>
                      <a:pt x="4" y="24"/>
                    </a:lnTo>
                    <a:lnTo>
                      <a:pt x="16" y="16"/>
                    </a:lnTo>
                    <a:lnTo>
                      <a:pt x="4" y="24"/>
                    </a:lnTo>
                    <a:lnTo>
                      <a:pt x="0" y="0"/>
                    </a:lnTo>
                    <a:lnTo>
                      <a:pt x="16" y="16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1" name="Freeform 126"/>
              <p:cNvSpPr>
                <a:spLocks/>
              </p:cNvSpPr>
              <p:nvPr/>
            </p:nvSpPr>
            <p:spPr bwMode="auto">
              <a:xfrm>
                <a:off x="3987" y="1752"/>
                <a:ext cx="129" cy="126"/>
              </a:xfrm>
              <a:custGeom>
                <a:avLst/>
                <a:gdLst>
                  <a:gd name="T0" fmla="*/ 109 w 129"/>
                  <a:gd name="T1" fmla="*/ 107 h 126"/>
                  <a:gd name="T2" fmla="*/ 110 w 129"/>
                  <a:gd name="T3" fmla="*/ 124 h 126"/>
                  <a:gd name="T4" fmla="*/ 0 w 129"/>
                  <a:gd name="T5" fmla="*/ 15 h 126"/>
                  <a:gd name="T6" fmla="*/ 9 w 129"/>
                  <a:gd name="T7" fmla="*/ 0 h 126"/>
                  <a:gd name="T8" fmla="*/ 118 w 129"/>
                  <a:gd name="T9" fmla="*/ 109 h 126"/>
                  <a:gd name="T10" fmla="*/ 119 w 129"/>
                  <a:gd name="T11" fmla="*/ 126 h 126"/>
                  <a:gd name="T12" fmla="*/ 118 w 129"/>
                  <a:gd name="T13" fmla="*/ 109 h 126"/>
                  <a:gd name="T14" fmla="*/ 129 w 129"/>
                  <a:gd name="T15" fmla="*/ 117 h 126"/>
                  <a:gd name="T16" fmla="*/ 119 w 129"/>
                  <a:gd name="T17" fmla="*/ 126 h 126"/>
                  <a:gd name="T18" fmla="*/ 109 w 129"/>
                  <a:gd name="T19" fmla="*/ 107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26"/>
                  <a:gd name="T32" fmla="*/ 129 w 129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26">
                    <a:moveTo>
                      <a:pt x="109" y="107"/>
                    </a:moveTo>
                    <a:lnTo>
                      <a:pt x="110" y="124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18" y="109"/>
                    </a:lnTo>
                    <a:lnTo>
                      <a:pt x="119" y="126"/>
                    </a:lnTo>
                    <a:lnTo>
                      <a:pt x="118" y="109"/>
                    </a:lnTo>
                    <a:lnTo>
                      <a:pt x="129" y="117"/>
                    </a:lnTo>
                    <a:lnTo>
                      <a:pt x="119" y="126"/>
                    </a:lnTo>
                    <a:lnTo>
                      <a:pt x="109" y="10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2" name="Freeform 127"/>
              <p:cNvSpPr>
                <a:spLocks/>
              </p:cNvSpPr>
              <p:nvPr/>
            </p:nvSpPr>
            <p:spPr bwMode="auto">
              <a:xfrm>
                <a:off x="4018" y="1859"/>
                <a:ext cx="88" cy="79"/>
              </a:xfrm>
              <a:custGeom>
                <a:avLst/>
                <a:gdLst>
                  <a:gd name="T0" fmla="*/ 15 w 88"/>
                  <a:gd name="T1" fmla="*/ 63 h 79"/>
                  <a:gd name="T2" fmla="*/ 4 w 88"/>
                  <a:gd name="T3" fmla="*/ 53 h 79"/>
                  <a:gd name="T4" fmla="*/ 79 w 88"/>
                  <a:gd name="T5" fmla="*/ 0 h 79"/>
                  <a:gd name="T6" fmla="*/ 88 w 88"/>
                  <a:gd name="T7" fmla="*/ 19 h 79"/>
                  <a:gd name="T8" fmla="*/ 13 w 88"/>
                  <a:gd name="T9" fmla="*/ 72 h 79"/>
                  <a:gd name="T10" fmla="*/ 0 w 88"/>
                  <a:gd name="T11" fmla="*/ 63 h 79"/>
                  <a:gd name="T12" fmla="*/ 13 w 88"/>
                  <a:gd name="T13" fmla="*/ 72 h 79"/>
                  <a:gd name="T14" fmla="*/ 4 w 88"/>
                  <a:gd name="T15" fmla="*/ 79 h 79"/>
                  <a:gd name="T16" fmla="*/ 0 w 88"/>
                  <a:gd name="T17" fmla="*/ 63 h 79"/>
                  <a:gd name="T18" fmla="*/ 15 w 88"/>
                  <a:gd name="T19" fmla="*/ 63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15" y="63"/>
                    </a:moveTo>
                    <a:lnTo>
                      <a:pt x="4" y="53"/>
                    </a:lnTo>
                    <a:lnTo>
                      <a:pt x="79" y="0"/>
                    </a:lnTo>
                    <a:lnTo>
                      <a:pt x="88" y="19"/>
                    </a:lnTo>
                    <a:lnTo>
                      <a:pt x="13" y="72"/>
                    </a:lnTo>
                    <a:lnTo>
                      <a:pt x="0" y="63"/>
                    </a:lnTo>
                    <a:lnTo>
                      <a:pt x="13" y="72"/>
                    </a:lnTo>
                    <a:lnTo>
                      <a:pt x="4" y="79"/>
                    </a:lnTo>
                    <a:lnTo>
                      <a:pt x="0" y="63"/>
                    </a:lnTo>
                    <a:lnTo>
                      <a:pt x="15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3" name="Freeform 128"/>
              <p:cNvSpPr>
                <a:spLocks/>
              </p:cNvSpPr>
              <p:nvPr/>
            </p:nvSpPr>
            <p:spPr bwMode="auto">
              <a:xfrm>
                <a:off x="3995" y="1779"/>
                <a:ext cx="37" cy="39"/>
              </a:xfrm>
              <a:custGeom>
                <a:avLst/>
                <a:gdLst>
                  <a:gd name="T0" fmla="*/ 10 w 37"/>
                  <a:gd name="T1" fmla="*/ 39 h 39"/>
                  <a:gd name="T2" fmla="*/ 0 w 37"/>
                  <a:gd name="T3" fmla="*/ 20 h 39"/>
                  <a:gd name="T4" fmla="*/ 27 w 37"/>
                  <a:gd name="T5" fmla="*/ 0 h 39"/>
                  <a:gd name="T6" fmla="*/ 37 w 37"/>
                  <a:gd name="T7" fmla="*/ 19 h 39"/>
                  <a:gd name="T8" fmla="*/ 10 w 37"/>
                  <a:gd name="T9" fmla="*/ 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9"/>
                  <a:gd name="T17" fmla="*/ 37 w 37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9">
                    <a:moveTo>
                      <a:pt x="10" y="39"/>
                    </a:moveTo>
                    <a:lnTo>
                      <a:pt x="0" y="20"/>
                    </a:lnTo>
                    <a:lnTo>
                      <a:pt x="27" y="0"/>
                    </a:lnTo>
                    <a:lnTo>
                      <a:pt x="37" y="19"/>
                    </a:lnTo>
                    <a:lnTo>
                      <a:pt x="10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4" name="Freeform 129"/>
              <p:cNvSpPr>
                <a:spLocks/>
              </p:cNvSpPr>
              <p:nvPr/>
            </p:nvSpPr>
            <p:spPr bwMode="auto">
              <a:xfrm>
                <a:off x="4011" y="1797"/>
                <a:ext cx="122" cy="231"/>
              </a:xfrm>
              <a:custGeom>
                <a:avLst/>
                <a:gdLst>
                  <a:gd name="T0" fmla="*/ 91 w 122"/>
                  <a:gd name="T1" fmla="*/ 231 h 231"/>
                  <a:gd name="T2" fmla="*/ 91 w 122"/>
                  <a:gd name="T3" fmla="*/ 231 h 231"/>
                  <a:gd name="T4" fmla="*/ 81 w 122"/>
                  <a:gd name="T5" fmla="*/ 203 h 231"/>
                  <a:gd name="T6" fmla="*/ 71 w 122"/>
                  <a:gd name="T7" fmla="*/ 175 h 231"/>
                  <a:gd name="T8" fmla="*/ 61 w 122"/>
                  <a:gd name="T9" fmla="*/ 148 h 231"/>
                  <a:gd name="T10" fmla="*/ 49 w 122"/>
                  <a:gd name="T11" fmla="*/ 120 h 231"/>
                  <a:gd name="T12" fmla="*/ 38 w 122"/>
                  <a:gd name="T13" fmla="*/ 96 h 231"/>
                  <a:gd name="T14" fmla="*/ 25 w 122"/>
                  <a:gd name="T15" fmla="*/ 70 h 231"/>
                  <a:gd name="T16" fmla="*/ 13 w 122"/>
                  <a:gd name="T17" fmla="*/ 45 h 231"/>
                  <a:gd name="T18" fmla="*/ 0 w 122"/>
                  <a:gd name="T19" fmla="*/ 21 h 231"/>
                  <a:gd name="T20" fmla="*/ 24 w 122"/>
                  <a:gd name="T21" fmla="*/ 0 h 231"/>
                  <a:gd name="T22" fmla="*/ 38 w 122"/>
                  <a:gd name="T23" fmla="*/ 25 h 231"/>
                  <a:gd name="T24" fmla="*/ 52 w 122"/>
                  <a:gd name="T25" fmla="*/ 52 h 231"/>
                  <a:gd name="T26" fmla="*/ 66 w 122"/>
                  <a:gd name="T27" fmla="*/ 79 h 231"/>
                  <a:gd name="T28" fmla="*/ 79 w 122"/>
                  <a:gd name="T29" fmla="*/ 108 h 231"/>
                  <a:gd name="T30" fmla="*/ 91 w 122"/>
                  <a:gd name="T31" fmla="*/ 134 h 231"/>
                  <a:gd name="T32" fmla="*/ 101 w 122"/>
                  <a:gd name="T33" fmla="*/ 163 h 231"/>
                  <a:gd name="T34" fmla="*/ 111 w 122"/>
                  <a:gd name="T35" fmla="*/ 192 h 231"/>
                  <a:gd name="T36" fmla="*/ 122 w 122"/>
                  <a:gd name="T37" fmla="*/ 222 h 231"/>
                  <a:gd name="T38" fmla="*/ 91 w 122"/>
                  <a:gd name="T39" fmla="*/ 231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2"/>
                  <a:gd name="T61" fmla="*/ 0 h 231"/>
                  <a:gd name="T62" fmla="*/ 122 w 122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2" h="231">
                    <a:moveTo>
                      <a:pt x="91" y="231"/>
                    </a:moveTo>
                    <a:lnTo>
                      <a:pt x="91" y="231"/>
                    </a:lnTo>
                    <a:lnTo>
                      <a:pt x="81" y="203"/>
                    </a:lnTo>
                    <a:lnTo>
                      <a:pt x="71" y="175"/>
                    </a:lnTo>
                    <a:lnTo>
                      <a:pt x="61" y="148"/>
                    </a:lnTo>
                    <a:lnTo>
                      <a:pt x="49" y="120"/>
                    </a:lnTo>
                    <a:lnTo>
                      <a:pt x="38" y="96"/>
                    </a:lnTo>
                    <a:lnTo>
                      <a:pt x="25" y="70"/>
                    </a:lnTo>
                    <a:lnTo>
                      <a:pt x="13" y="45"/>
                    </a:lnTo>
                    <a:lnTo>
                      <a:pt x="0" y="21"/>
                    </a:lnTo>
                    <a:lnTo>
                      <a:pt x="24" y="0"/>
                    </a:lnTo>
                    <a:lnTo>
                      <a:pt x="38" y="25"/>
                    </a:lnTo>
                    <a:lnTo>
                      <a:pt x="52" y="52"/>
                    </a:lnTo>
                    <a:lnTo>
                      <a:pt x="66" y="79"/>
                    </a:lnTo>
                    <a:lnTo>
                      <a:pt x="79" y="108"/>
                    </a:lnTo>
                    <a:lnTo>
                      <a:pt x="91" y="134"/>
                    </a:lnTo>
                    <a:lnTo>
                      <a:pt x="101" y="163"/>
                    </a:lnTo>
                    <a:lnTo>
                      <a:pt x="111" y="192"/>
                    </a:lnTo>
                    <a:lnTo>
                      <a:pt x="122" y="222"/>
                    </a:lnTo>
                    <a:lnTo>
                      <a:pt x="91" y="2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5" name="Freeform 130"/>
              <p:cNvSpPr>
                <a:spLocks/>
              </p:cNvSpPr>
              <p:nvPr/>
            </p:nvSpPr>
            <p:spPr bwMode="auto">
              <a:xfrm>
                <a:off x="4107" y="2021"/>
                <a:ext cx="73" cy="206"/>
              </a:xfrm>
              <a:custGeom>
                <a:avLst/>
                <a:gdLst>
                  <a:gd name="T0" fmla="*/ 40 w 73"/>
                  <a:gd name="T1" fmla="*/ 202 h 206"/>
                  <a:gd name="T2" fmla="*/ 36 w 73"/>
                  <a:gd name="T3" fmla="*/ 179 h 206"/>
                  <a:gd name="T4" fmla="*/ 33 w 73"/>
                  <a:gd name="T5" fmla="*/ 154 h 206"/>
                  <a:gd name="T6" fmla="*/ 30 w 73"/>
                  <a:gd name="T7" fmla="*/ 130 h 206"/>
                  <a:gd name="T8" fmla="*/ 25 w 73"/>
                  <a:gd name="T9" fmla="*/ 106 h 206"/>
                  <a:gd name="T10" fmla="*/ 19 w 73"/>
                  <a:gd name="T11" fmla="*/ 82 h 206"/>
                  <a:gd name="T12" fmla="*/ 13 w 73"/>
                  <a:gd name="T13" fmla="*/ 58 h 206"/>
                  <a:gd name="T14" fmla="*/ 6 w 73"/>
                  <a:gd name="T15" fmla="*/ 34 h 206"/>
                  <a:gd name="T16" fmla="*/ 0 w 73"/>
                  <a:gd name="T17" fmla="*/ 9 h 206"/>
                  <a:gd name="T18" fmla="*/ 31 w 73"/>
                  <a:gd name="T19" fmla="*/ 0 h 206"/>
                  <a:gd name="T20" fmla="*/ 38 w 73"/>
                  <a:gd name="T21" fmla="*/ 26 h 206"/>
                  <a:gd name="T22" fmla="*/ 45 w 73"/>
                  <a:gd name="T23" fmla="*/ 51 h 206"/>
                  <a:gd name="T24" fmla="*/ 51 w 73"/>
                  <a:gd name="T25" fmla="*/ 79 h 206"/>
                  <a:gd name="T26" fmla="*/ 58 w 73"/>
                  <a:gd name="T27" fmla="*/ 104 h 206"/>
                  <a:gd name="T28" fmla="*/ 62 w 73"/>
                  <a:gd name="T29" fmla="*/ 129 h 206"/>
                  <a:gd name="T30" fmla="*/ 66 w 73"/>
                  <a:gd name="T31" fmla="*/ 155 h 206"/>
                  <a:gd name="T32" fmla="*/ 71 w 73"/>
                  <a:gd name="T33" fmla="*/ 181 h 206"/>
                  <a:gd name="T34" fmla="*/ 73 w 73"/>
                  <a:gd name="T35" fmla="*/ 206 h 206"/>
                  <a:gd name="T36" fmla="*/ 40 w 73"/>
                  <a:gd name="T37" fmla="*/ 20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3"/>
                  <a:gd name="T58" fmla="*/ 0 h 206"/>
                  <a:gd name="T59" fmla="*/ 73 w 7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3" h="206">
                    <a:moveTo>
                      <a:pt x="40" y="202"/>
                    </a:moveTo>
                    <a:lnTo>
                      <a:pt x="36" y="179"/>
                    </a:lnTo>
                    <a:lnTo>
                      <a:pt x="33" y="154"/>
                    </a:lnTo>
                    <a:lnTo>
                      <a:pt x="30" y="130"/>
                    </a:lnTo>
                    <a:lnTo>
                      <a:pt x="25" y="106"/>
                    </a:lnTo>
                    <a:lnTo>
                      <a:pt x="19" y="82"/>
                    </a:lnTo>
                    <a:lnTo>
                      <a:pt x="13" y="58"/>
                    </a:lnTo>
                    <a:lnTo>
                      <a:pt x="6" y="34"/>
                    </a:lnTo>
                    <a:lnTo>
                      <a:pt x="0" y="9"/>
                    </a:lnTo>
                    <a:lnTo>
                      <a:pt x="31" y="0"/>
                    </a:lnTo>
                    <a:lnTo>
                      <a:pt x="38" y="26"/>
                    </a:lnTo>
                    <a:lnTo>
                      <a:pt x="45" y="51"/>
                    </a:lnTo>
                    <a:lnTo>
                      <a:pt x="51" y="79"/>
                    </a:lnTo>
                    <a:lnTo>
                      <a:pt x="58" y="104"/>
                    </a:lnTo>
                    <a:lnTo>
                      <a:pt x="62" y="129"/>
                    </a:lnTo>
                    <a:lnTo>
                      <a:pt x="66" y="155"/>
                    </a:lnTo>
                    <a:lnTo>
                      <a:pt x="71" y="181"/>
                    </a:lnTo>
                    <a:lnTo>
                      <a:pt x="73" y="206"/>
                    </a:lnTo>
                    <a:lnTo>
                      <a:pt x="40" y="20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6" name="Freeform 131"/>
              <p:cNvSpPr>
                <a:spLocks/>
              </p:cNvSpPr>
              <p:nvPr/>
            </p:nvSpPr>
            <p:spPr bwMode="auto">
              <a:xfrm>
                <a:off x="4149" y="2222"/>
                <a:ext cx="36" cy="27"/>
              </a:xfrm>
              <a:custGeom>
                <a:avLst/>
                <a:gdLst>
                  <a:gd name="T0" fmla="*/ 34 w 36"/>
                  <a:gd name="T1" fmla="*/ 3 h 27"/>
                  <a:gd name="T2" fmla="*/ 36 w 36"/>
                  <a:gd name="T3" fmla="*/ 27 h 27"/>
                  <a:gd name="T4" fmla="*/ 2 w 36"/>
                  <a:gd name="T5" fmla="*/ 23 h 27"/>
                  <a:gd name="T6" fmla="*/ 0 w 36"/>
                  <a:gd name="T7" fmla="*/ 0 h 27"/>
                  <a:gd name="T8" fmla="*/ 34 w 36"/>
                  <a:gd name="T9" fmla="*/ 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34" y="3"/>
                    </a:moveTo>
                    <a:lnTo>
                      <a:pt x="36" y="27"/>
                    </a:lnTo>
                    <a:lnTo>
                      <a:pt x="2" y="23"/>
                    </a:lnTo>
                    <a:lnTo>
                      <a:pt x="0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7" name="Freeform 132"/>
              <p:cNvSpPr>
                <a:spLocks/>
              </p:cNvSpPr>
              <p:nvPr/>
            </p:nvSpPr>
            <p:spPr bwMode="auto">
              <a:xfrm>
                <a:off x="3992" y="1759"/>
                <a:ext cx="108" cy="162"/>
              </a:xfrm>
              <a:custGeom>
                <a:avLst/>
                <a:gdLst>
                  <a:gd name="T0" fmla="*/ 34 w 108"/>
                  <a:gd name="T1" fmla="*/ 162 h 162"/>
                  <a:gd name="T2" fmla="*/ 0 w 108"/>
                  <a:gd name="T3" fmla="*/ 0 h 162"/>
                  <a:gd name="T4" fmla="*/ 108 w 108"/>
                  <a:gd name="T5" fmla="*/ 107 h 162"/>
                  <a:gd name="T6" fmla="*/ 34 w 108"/>
                  <a:gd name="T7" fmla="*/ 162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34" y="162"/>
                    </a:moveTo>
                    <a:lnTo>
                      <a:pt x="0" y="0"/>
                    </a:lnTo>
                    <a:lnTo>
                      <a:pt x="108" y="107"/>
                    </a:lnTo>
                    <a:lnTo>
                      <a:pt x="34" y="16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8" name="Freeform 133"/>
              <p:cNvSpPr>
                <a:spLocks/>
              </p:cNvSpPr>
              <p:nvPr/>
            </p:nvSpPr>
            <p:spPr bwMode="auto">
              <a:xfrm>
                <a:off x="3986" y="1744"/>
                <a:ext cx="45" cy="175"/>
              </a:xfrm>
              <a:custGeom>
                <a:avLst/>
                <a:gdLst>
                  <a:gd name="T0" fmla="*/ 6 w 45"/>
                  <a:gd name="T1" fmla="*/ 19 h 175"/>
                  <a:gd name="T2" fmla="*/ 11 w 45"/>
                  <a:gd name="T3" fmla="*/ 14 h 175"/>
                  <a:gd name="T4" fmla="*/ 45 w 45"/>
                  <a:gd name="T5" fmla="*/ 173 h 175"/>
                  <a:gd name="T6" fmla="*/ 36 w 45"/>
                  <a:gd name="T7" fmla="*/ 175 h 175"/>
                  <a:gd name="T8" fmla="*/ 3 w 45"/>
                  <a:gd name="T9" fmla="*/ 15 h 175"/>
                  <a:gd name="T10" fmla="*/ 10 w 45"/>
                  <a:gd name="T11" fmla="*/ 11 h 175"/>
                  <a:gd name="T12" fmla="*/ 3 w 45"/>
                  <a:gd name="T13" fmla="*/ 15 h 175"/>
                  <a:gd name="T14" fmla="*/ 0 w 45"/>
                  <a:gd name="T15" fmla="*/ 0 h 175"/>
                  <a:gd name="T16" fmla="*/ 10 w 45"/>
                  <a:gd name="T17" fmla="*/ 11 h 175"/>
                  <a:gd name="T18" fmla="*/ 6 w 45"/>
                  <a:gd name="T19" fmla="*/ 19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175"/>
                  <a:gd name="T32" fmla="*/ 45 w 45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175">
                    <a:moveTo>
                      <a:pt x="6" y="19"/>
                    </a:moveTo>
                    <a:lnTo>
                      <a:pt x="11" y="14"/>
                    </a:lnTo>
                    <a:lnTo>
                      <a:pt x="45" y="173"/>
                    </a:lnTo>
                    <a:lnTo>
                      <a:pt x="36" y="175"/>
                    </a:lnTo>
                    <a:lnTo>
                      <a:pt x="3" y="15"/>
                    </a:lnTo>
                    <a:lnTo>
                      <a:pt x="10" y="11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11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89" name="Freeform 134"/>
              <p:cNvSpPr>
                <a:spLocks/>
              </p:cNvSpPr>
              <p:nvPr/>
            </p:nvSpPr>
            <p:spPr bwMode="auto">
              <a:xfrm>
                <a:off x="3989" y="1754"/>
                <a:ext cx="119" cy="118"/>
              </a:xfrm>
              <a:custGeom>
                <a:avLst/>
                <a:gdLst>
                  <a:gd name="T0" fmla="*/ 107 w 119"/>
                  <a:gd name="T1" fmla="*/ 106 h 118"/>
                  <a:gd name="T2" fmla="*/ 108 w 119"/>
                  <a:gd name="T3" fmla="*/ 115 h 118"/>
                  <a:gd name="T4" fmla="*/ 0 w 119"/>
                  <a:gd name="T5" fmla="*/ 9 h 118"/>
                  <a:gd name="T6" fmla="*/ 5 w 119"/>
                  <a:gd name="T7" fmla="*/ 0 h 118"/>
                  <a:gd name="T8" fmla="*/ 113 w 119"/>
                  <a:gd name="T9" fmla="*/ 107 h 118"/>
                  <a:gd name="T10" fmla="*/ 115 w 119"/>
                  <a:gd name="T11" fmla="*/ 118 h 118"/>
                  <a:gd name="T12" fmla="*/ 113 w 119"/>
                  <a:gd name="T13" fmla="*/ 107 h 118"/>
                  <a:gd name="T14" fmla="*/ 119 w 119"/>
                  <a:gd name="T15" fmla="*/ 113 h 118"/>
                  <a:gd name="T16" fmla="*/ 115 w 119"/>
                  <a:gd name="T17" fmla="*/ 118 h 118"/>
                  <a:gd name="T18" fmla="*/ 107 w 119"/>
                  <a:gd name="T19" fmla="*/ 10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9"/>
                  <a:gd name="T31" fmla="*/ 0 h 118"/>
                  <a:gd name="T32" fmla="*/ 119 w 119"/>
                  <a:gd name="T33" fmla="*/ 118 h 1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9" h="118">
                    <a:moveTo>
                      <a:pt x="107" y="106"/>
                    </a:moveTo>
                    <a:lnTo>
                      <a:pt x="108" y="115"/>
                    </a:lnTo>
                    <a:lnTo>
                      <a:pt x="0" y="9"/>
                    </a:lnTo>
                    <a:lnTo>
                      <a:pt x="5" y="0"/>
                    </a:lnTo>
                    <a:lnTo>
                      <a:pt x="113" y="107"/>
                    </a:lnTo>
                    <a:lnTo>
                      <a:pt x="115" y="118"/>
                    </a:lnTo>
                    <a:lnTo>
                      <a:pt x="113" y="107"/>
                    </a:lnTo>
                    <a:lnTo>
                      <a:pt x="119" y="113"/>
                    </a:lnTo>
                    <a:lnTo>
                      <a:pt x="115" y="118"/>
                    </a:lnTo>
                    <a:lnTo>
                      <a:pt x="107" y="10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0" name="Freeform 135"/>
              <p:cNvSpPr>
                <a:spLocks/>
              </p:cNvSpPr>
              <p:nvPr/>
            </p:nvSpPr>
            <p:spPr bwMode="auto">
              <a:xfrm>
                <a:off x="4022" y="1861"/>
                <a:ext cx="82" cy="68"/>
              </a:xfrm>
              <a:custGeom>
                <a:avLst/>
                <a:gdLst>
                  <a:gd name="T0" fmla="*/ 9 w 82"/>
                  <a:gd name="T1" fmla="*/ 60 h 68"/>
                  <a:gd name="T2" fmla="*/ 1 w 82"/>
                  <a:gd name="T3" fmla="*/ 53 h 68"/>
                  <a:gd name="T4" fmla="*/ 76 w 82"/>
                  <a:gd name="T5" fmla="*/ 0 h 68"/>
                  <a:gd name="T6" fmla="*/ 82 w 82"/>
                  <a:gd name="T7" fmla="*/ 12 h 68"/>
                  <a:gd name="T8" fmla="*/ 6 w 82"/>
                  <a:gd name="T9" fmla="*/ 65 h 68"/>
                  <a:gd name="T10" fmla="*/ 0 w 82"/>
                  <a:gd name="T11" fmla="*/ 60 h 68"/>
                  <a:gd name="T12" fmla="*/ 6 w 82"/>
                  <a:gd name="T13" fmla="*/ 65 h 68"/>
                  <a:gd name="T14" fmla="*/ 1 w 82"/>
                  <a:gd name="T15" fmla="*/ 68 h 68"/>
                  <a:gd name="T16" fmla="*/ 0 w 82"/>
                  <a:gd name="T17" fmla="*/ 60 h 68"/>
                  <a:gd name="T18" fmla="*/ 9 w 82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68"/>
                  <a:gd name="T32" fmla="*/ 82 w 82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68">
                    <a:moveTo>
                      <a:pt x="9" y="60"/>
                    </a:moveTo>
                    <a:lnTo>
                      <a:pt x="1" y="53"/>
                    </a:lnTo>
                    <a:lnTo>
                      <a:pt x="76" y="0"/>
                    </a:lnTo>
                    <a:lnTo>
                      <a:pt x="82" y="12"/>
                    </a:lnTo>
                    <a:lnTo>
                      <a:pt x="6" y="65"/>
                    </a:lnTo>
                    <a:lnTo>
                      <a:pt x="0" y="60"/>
                    </a:lnTo>
                    <a:lnTo>
                      <a:pt x="6" y="65"/>
                    </a:lnTo>
                    <a:lnTo>
                      <a:pt x="1" y="68"/>
                    </a:lnTo>
                    <a:lnTo>
                      <a:pt x="0" y="60"/>
                    </a:lnTo>
                    <a:lnTo>
                      <a:pt x="9" y="6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1" name="Freeform 136"/>
              <p:cNvSpPr>
                <a:spLocks/>
              </p:cNvSpPr>
              <p:nvPr/>
            </p:nvSpPr>
            <p:spPr bwMode="auto">
              <a:xfrm>
                <a:off x="4009" y="1795"/>
                <a:ext cx="29" cy="32"/>
              </a:xfrm>
              <a:custGeom>
                <a:avLst/>
                <a:gdLst>
                  <a:gd name="T0" fmla="*/ 9 w 29"/>
                  <a:gd name="T1" fmla="*/ 32 h 32"/>
                  <a:gd name="T2" fmla="*/ 0 w 29"/>
                  <a:gd name="T3" fmla="*/ 16 h 32"/>
                  <a:gd name="T4" fmla="*/ 19 w 29"/>
                  <a:gd name="T5" fmla="*/ 0 h 32"/>
                  <a:gd name="T6" fmla="*/ 29 w 29"/>
                  <a:gd name="T7" fmla="*/ 15 h 32"/>
                  <a:gd name="T8" fmla="*/ 9 w 2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2"/>
                  <a:gd name="T17" fmla="*/ 29 w 2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2">
                    <a:moveTo>
                      <a:pt x="9" y="32"/>
                    </a:moveTo>
                    <a:lnTo>
                      <a:pt x="0" y="16"/>
                    </a:lnTo>
                    <a:lnTo>
                      <a:pt x="19" y="0"/>
                    </a:lnTo>
                    <a:lnTo>
                      <a:pt x="29" y="15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2" name="Freeform 137"/>
              <p:cNvSpPr>
                <a:spLocks/>
              </p:cNvSpPr>
              <p:nvPr/>
            </p:nvSpPr>
            <p:spPr bwMode="auto">
              <a:xfrm>
                <a:off x="4019" y="1812"/>
                <a:ext cx="119" cy="228"/>
              </a:xfrm>
              <a:custGeom>
                <a:avLst/>
                <a:gdLst>
                  <a:gd name="T0" fmla="*/ 93 w 119"/>
                  <a:gd name="T1" fmla="*/ 228 h 228"/>
                  <a:gd name="T2" fmla="*/ 93 w 119"/>
                  <a:gd name="T3" fmla="*/ 228 h 228"/>
                  <a:gd name="T4" fmla="*/ 84 w 119"/>
                  <a:gd name="T5" fmla="*/ 198 h 228"/>
                  <a:gd name="T6" fmla="*/ 73 w 119"/>
                  <a:gd name="T7" fmla="*/ 172 h 228"/>
                  <a:gd name="T8" fmla="*/ 63 w 119"/>
                  <a:gd name="T9" fmla="*/ 144 h 228"/>
                  <a:gd name="T10" fmla="*/ 52 w 119"/>
                  <a:gd name="T11" fmla="*/ 117 h 228"/>
                  <a:gd name="T12" fmla="*/ 40 w 119"/>
                  <a:gd name="T13" fmla="*/ 92 h 228"/>
                  <a:gd name="T14" fmla="*/ 28 w 119"/>
                  <a:gd name="T15" fmla="*/ 66 h 228"/>
                  <a:gd name="T16" fmla="*/ 14 w 119"/>
                  <a:gd name="T17" fmla="*/ 41 h 228"/>
                  <a:gd name="T18" fmla="*/ 0 w 119"/>
                  <a:gd name="T19" fmla="*/ 18 h 228"/>
                  <a:gd name="T20" fmla="*/ 22 w 119"/>
                  <a:gd name="T21" fmla="*/ 0 h 228"/>
                  <a:gd name="T22" fmla="*/ 36 w 119"/>
                  <a:gd name="T23" fmla="*/ 25 h 228"/>
                  <a:gd name="T24" fmla="*/ 51 w 119"/>
                  <a:gd name="T25" fmla="*/ 52 h 228"/>
                  <a:gd name="T26" fmla="*/ 63 w 119"/>
                  <a:gd name="T27" fmla="*/ 78 h 228"/>
                  <a:gd name="T28" fmla="*/ 75 w 119"/>
                  <a:gd name="T29" fmla="*/ 107 h 228"/>
                  <a:gd name="T30" fmla="*/ 88 w 119"/>
                  <a:gd name="T31" fmla="*/ 133 h 228"/>
                  <a:gd name="T32" fmla="*/ 99 w 119"/>
                  <a:gd name="T33" fmla="*/ 163 h 228"/>
                  <a:gd name="T34" fmla="*/ 108 w 119"/>
                  <a:gd name="T35" fmla="*/ 190 h 228"/>
                  <a:gd name="T36" fmla="*/ 119 w 119"/>
                  <a:gd name="T37" fmla="*/ 220 h 228"/>
                  <a:gd name="T38" fmla="*/ 93 w 11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9"/>
                  <a:gd name="T61" fmla="*/ 0 h 228"/>
                  <a:gd name="T62" fmla="*/ 119 w 11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9" h="228">
                    <a:moveTo>
                      <a:pt x="93" y="228"/>
                    </a:moveTo>
                    <a:lnTo>
                      <a:pt x="93" y="228"/>
                    </a:lnTo>
                    <a:lnTo>
                      <a:pt x="84" y="198"/>
                    </a:lnTo>
                    <a:lnTo>
                      <a:pt x="73" y="172"/>
                    </a:lnTo>
                    <a:lnTo>
                      <a:pt x="63" y="144"/>
                    </a:lnTo>
                    <a:lnTo>
                      <a:pt x="52" y="117"/>
                    </a:lnTo>
                    <a:lnTo>
                      <a:pt x="40" y="92"/>
                    </a:lnTo>
                    <a:lnTo>
                      <a:pt x="28" y="66"/>
                    </a:lnTo>
                    <a:lnTo>
                      <a:pt x="14" y="41"/>
                    </a:lnTo>
                    <a:lnTo>
                      <a:pt x="0" y="18"/>
                    </a:lnTo>
                    <a:lnTo>
                      <a:pt x="22" y="0"/>
                    </a:lnTo>
                    <a:lnTo>
                      <a:pt x="36" y="25"/>
                    </a:lnTo>
                    <a:lnTo>
                      <a:pt x="51" y="52"/>
                    </a:lnTo>
                    <a:lnTo>
                      <a:pt x="63" y="78"/>
                    </a:lnTo>
                    <a:lnTo>
                      <a:pt x="75" y="107"/>
                    </a:lnTo>
                    <a:lnTo>
                      <a:pt x="88" y="133"/>
                    </a:lnTo>
                    <a:lnTo>
                      <a:pt x="99" y="163"/>
                    </a:lnTo>
                    <a:lnTo>
                      <a:pt x="108" y="190"/>
                    </a:lnTo>
                    <a:lnTo>
                      <a:pt x="119" y="220"/>
                    </a:lnTo>
                    <a:lnTo>
                      <a:pt x="93" y="22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3" name="Freeform 138"/>
              <p:cNvSpPr>
                <a:spLocks/>
              </p:cNvSpPr>
              <p:nvPr/>
            </p:nvSpPr>
            <p:spPr bwMode="auto">
              <a:xfrm>
                <a:off x="4116" y="2033"/>
                <a:ext cx="68" cy="205"/>
              </a:xfrm>
              <a:custGeom>
                <a:avLst/>
                <a:gdLst>
                  <a:gd name="T0" fmla="*/ 41 w 68"/>
                  <a:gd name="T1" fmla="*/ 203 h 205"/>
                  <a:gd name="T2" fmla="*/ 37 w 68"/>
                  <a:gd name="T3" fmla="*/ 179 h 205"/>
                  <a:gd name="T4" fmla="*/ 34 w 68"/>
                  <a:gd name="T5" fmla="*/ 154 h 205"/>
                  <a:gd name="T6" fmla="*/ 31 w 68"/>
                  <a:gd name="T7" fmla="*/ 129 h 205"/>
                  <a:gd name="T8" fmla="*/ 26 w 68"/>
                  <a:gd name="T9" fmla="*/ 106 h 205"/>
                  <a:gd name="T10" fmla="*/ 20 w 68"/>
                  <a:gd name="T11" fmla="*/ 81 h 205"/>
                  <a:gd name="T12" fmla="*/ 13 w 68"/>
                  <a:gd name="T13" fmla="*/ 56 h 205"/>
                  <a:gd name="T14" fmla="*/ 8 w 68"/>
                  <a:gd name="T15" fmla="*/ 32 h 205"/>
                  <a:gd name="T16" fmla="*/ 0 w 68"/>
                  <a:gd name="T17" fmla="*/ 7 h 205"/>
                  <a:gd name="T18" fmla="*/ 26 w 68"/>
                  <a:gd name="T19" fmla="*/ 0 h 205"/>
                  <a:gd name="T20" fmla="*/ 34 w 68"/>
                  <a:gd name="T21" fmla="*/ 26 h 205"/>
                  <a:gd name="T22" fmla="*/ 41 w 68"/>
                  <a:gd name="T23" fmla="*/ 51 h 205"/>
                  <a:gd name="T24" fmla="*/ 48 w 68"/>
                  <a:gd name="T25" fmla="*/ 79 h 205"/>
                  <a:gd name="T26" fmla="*/ 52 w 68"/>
                  <a:gd name="T27" fmla="*/ 103 h 205"/>
                  <a:gd name="T28" fmla="*/ 57 w 68"/>
                  <a:gd name="T29" fmla="*/ 129 h 205"/>
                  <a:gd name="T30" fmla="*/ 63 w 68"/>
                  <a:gd name="T31" fmla="*/ 156 h 205"/>
                  <a:gd name="T32" fmla="*/ 66 w 68"/>
                  <a:gd name="T33" fmla="*/ 180 h 205"/>
                  <a:gd name="T34" fmla="*/ 68 w 68"/>
                  <a:gd name="T35" fmla="*/ 205 h 205"/>
                  <a:gd name="T36" fmla="*/ 41 w 68"/>
                  <a:gd name="T37" fmla="*/ 20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8"/>
                  <a:gd name="T58" fmla="*/ 0 h 205"/>
                  <a:gd name="T59" fmla="*/ 68 w 68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8" h="205">
                    <a:moveTo>
                      <a:pt x="41" y="203"/>
                    </a:moveTo>
                    <a:lnTo>
                      <a:pt x="37" y="179"/>
                    </a:lnTo>
                    <a:lnTo>
                      <a:pt x="34" y="154"/>
                    </a:lnTo>
                    <a:lnTo>
                      <a:pt x="31" y="129"/>
                    </a:lnTo>
                    <a:lnTo>
                      <a:pt x="26" y="106"/>
                    </a:lnTo>
                    <a:lnTo>
                      <a:pt x="20" y="81"/>
                    </a:lnTo>
                    <a:lnTo>
                      <a:pt x="13" y="56"/>
                    </a:lnTo>
                    <a:lnTo>
                      <a:pt x="8" y="32"/>
                    </a:lnTo>
                    <a:lnTo>
                      <a:pt x="0" y="7"/>
                    </a:lnTo>
                    <a:lnTo>
                      <a:pt x="26" y="0"/>
                    </a:lnTo>
                    <a:lnTo>
                      <a:pt x="34" y="26"/>
                    </a:lnTo>
                    <a:lnTo>
                      <a:pt x="41" y="51"/>
                    </a:lnTo>
                    <a:lnTo>
                      <a:pt x="48" y="79"/>
                    </a:lnTo>
                    <a:lnTo>
                      <a:pt x="52" y="103"/>
                    </a:lnTo>
                    <a:lnTo>
                      <a:pt x="57" y="129"/>
                    </a:lnTo>
                    <a:lnTo>
                      <a:pt x="63" y="156"/>
                    </a:lnTo>
                    <a:lnTo>
                      <a:pt x="66" y="180"/>
                    </a:lnTo>
                    <a:lnTo>
                      <a:pt x="68" y="205"/>
                    </a:lnTo>
                    <a:lnTo>
                      <a:pt x="41" y="20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4" name="Freeform 139"/>
              <p:cNvSpPr>
                <a:spLocks/>
              </p:cNvSpPr>
              <p:nvPr/>
            </p:nvSpPr>
            <p:spPr bwMode="auto">
              <a:xfrm>
                <a:off x="4160" y="2235"/>
                <a:ext cx="29" cy="20"/>
              </a:xfrm>
              <a:custGeom>
                <a:avLst/>
                <a:gdLst>
                  <a:gd name="T0" fmla="*/ 27 w 29"/>
                  <a:gd name="T1" fmla="*/ 2 h 20"/>
                  <a:gd name="T2" fmla="*/ 29 w 29"/>
                  <a:gd name="T3" fmla="*/ 20 h 20"/>
                  <a:gd name="T4" fmla="*/ 3 w 29"/>
                  <a:gd name="T5" fmla="*/ 18 h 20"/>
                  <a:gd name="T6" fmla="*/ 0 w 29"/>
                  <a:gd name="T7" fmla="*/ 0 h 20"/>
                  <a:gd name="T8" fmla="*/ 27 w 29"/>
                  <a:gd name="T9" fmla="*/ 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20"/>
                  <a:gd name="T17" fmla="*/ 29 w 2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20">
                    <a:moveTo>
                      <a:pt x="27" y="2"/>
                    </a:moveTo>
                    <a:lnTo>
                      <a:pt x="29" y="20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5" name="Freeform 140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6" name="Freeform 141"/>
              <p:cNvSpPr>
                <a:spLocks/>
              </p:cNvSpPr>
              <p:nvPr/>
            </p:nvSpPr>
            <p:spPr bwMode="auto">
              <a:xfrm>
                <a:off x="3956" y="1706"/>
                <a:ext cx="60" cy="185"/>
              </a:xfrm>
              <a:custGeom>
                <a:avLst/>
                <a:gdLst>
                  <a:gd name="T0" fmla="*/ 11 w 60"/>
                  <a:gd name="T1" fmla="*/ 29 h 185"/>
                  <a:gd name="T2" fmla="*/ 21 w 60"/>
                  <a:gd name="T3" fmla="*/ 20 h 185"/>
                  <a:gd name="T4" fmla="*/ 60 w 60"/>
                  <a:gd name="T5" fmla="*/ 182 h 185"/>
                  <a:gd name="T6" fmla="*/ 45 w 60"/>
                  <a:gd name="T7" fmla="*/ 185 h 185"/>
                  <a:gd name="T8" fmla="*/ 6 w 60"/>
                  <a:gd name="T9" fmla="*/ 23 h 185"/>
                  <a:gd name="T10" fmla="*/ 17 w 60"/>
                  <a:gd name="T11" fmla="*/ 15 h 185"/>
                  <a:gd name="T12" fmla="*/ 6 w 60"/>
                  <a:gd name="T13" fmla="*/ 23 h 185"/>
                  <a:gd name="T14" fmla="*/ 0 w 60"/>
                  <a:gd name="T15" fmla="*/ 0 h 185"/>
                  <a:gd name="T16" fmla="*/ 17 w 60"/>
                  <a:gd name="T17" fmla="*/ 15 h 185"/>
                  <a:gd name="T18" fmla="*/ 11 w 60"/>
                  <a:gd name="T19" fmla="*/ 29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0"/>
                  <a:gd name="T31" fmla="*/ 0 h 185"/>
                  <a:gd name="T32" fmla="*/ 60 w 60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0" h="185">
                    <a:moveTo>
                      <a:pt x="11" y="29"/>
                    </a:moveTo>
                    <a:lnTo>
                      <a:pt x="21" y="20"/>
                    </a:lnTo>
                    <a:lnTo>
                      <a:pt x="60" y="182"/>
                    </a:lnTo>
                    <a:lnTo>
                      <a:pt x="45" y="185"/>
                    </a:lnTo>
                    <a:lnTo>
                      <a:pt x="6" y="23"/>
                    </a:lnTo>
                    <a:lnTo>
                      <a:pt x="17" y="15"/>
                    </a:lnTo>
                    <a:lnTo>
                      <a:pt x="6" y="23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7" name="Freeform 142"/>
              <p:cNvSpPr>
                <a:spLocks/>
              </p:cNvSpPr>
              <p:nvPr/>
            </p:nvSpPr>
            <p:spPr bwMode="auto">
              <a:xfrm>
                <a:off x="3966" y="1722"/>
                <a:ext cx="127" cy="115"/>
              </a:xfrm>
              <a:custGeom>
                <a:avLst/>
                <a:gdLst>
                  <a:gd name="T0" fmla="*/ 108 w 127"/>
                  <a:gd name="T1" fmla="*/ 98 h 115"/>
                  <a:gd name="T2" fmla="*/ 110 w 127"/>
                  <a:gd name="T3" fmla="*/ 114 h 115"/>
                  <a:gd name="T4" fmla="*/ 0 w 127"/>
                  <a:gd name="T5" fmla="*/ 15 h 115"/>
                  <a:gd name="T6" fmla="*/ 5 w 127"/>
                  <a:gd name="T7" fmla="*/ 0 h 115"/>
                  <a:gd name="T8" fmla="*/ 116 w 127"/>
                  <a:gd name="T9" fmla="*/ 99 h 115"/>
                  <a:gd name="T10" fmla="*/ 119 w 127"/>
                  <a:gd name="T11" fmla="*/ 115 h 115"/>
                  <a:gd name="T12" fmla="*/ 116 w 127"/>
                  <a:gd name="T13" fmla="*/ 99 h 115"/>
                  <a:gd name="T14" fmla="*/ 127 w 127"/>
                  <a:gd name="T15" fmla="*/ 109 h 115"/>
                  <a:gd name="T16" fmla="*/ 119 w 127"/>
                  <a:gd name="T17" fmla="*/ 115 h 115"/>
                  <a:gd name="T18" fmla="*/ 108 w 127"/>
                  <a:gd name="T19" fmla="*/ 9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5"/>
                  <a:gd name="T32" fmla="*/ 127 w 127"/>
                  <a:gd name="T33" fmla="*/ 115 h 1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5">
                    <a:moveTo>
                      <a:pt x="108" y="98"/>
                    </a:moveTo>
                    <a:lnTo>
                      <a:pt x="110" y="114"/>
                    </a:lnTo>
                    <a:lnTo>
                      <a:pt x="0" y="15"/>
                    </a:lnTo>
                    <a:lnTo>
                      <a:pt x="5" y="0"/>
                    </a:lnTo>
                    <a:lnTo>
                      <a:pt x="116" y="99"/>
                    </a:lnTo>
                    <a:lnTo>
                      <a:pt x="119" y="115"/>
                    </a:lnTo>
                    <a:lnTo>
                      <a:pt x="116" y="99"/>
                    </a:lnTo>
                    <a:lnTo>
                      <a:pt x="127" y="109"/>
                    </a:lnTo>
                    <a:lnTo>
                      <a:pt x="119" y="115"/>
                    </a:lnTo>
                    <a:lnTo>
                      <a:pt x="108" y="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8" name="Freeform 143"/>
              <p:cNvSpPr>
                <a:spLocks/>
              </p:cNvSpPr>
              <p:nvPr/>
            </p:nvSpPr>
            <p:spPr bwMode="auto">
              <a:xfrm>
                <a:off x="4002" y="1821"/>
                <a:ext cx="86" cy="85"/>
              </a:xfrm>
              <a:custGeom>
                <a:avLst/>
                <a:gdLst>
                  <a:gd name="T0" fmla="*/ 15 w 86"/>
                  <a:gd name="T1" fmla="*/ 68 h 85"/>
                  <a:gd name="T2" fmla="*/ 2 w 86"/>
                  <a:gd name="T3" fmla="*/ 60 h 85"/>
                  <a:gd name="T4" fmla="*/ 75 w 86"/>
                  <a:gd name="T5" fmla="*/ 0 h 85"/>
                  <a:gd name="T6" fmla="*/ 86 w 86"/>
                  <a:gd name="T7" fmla="*/ 17 h 85"/>
                  <a:gd name="T8" fmla="*/ 13 w 86"/>
                  <a:gd name="T9" fmla="*/ 78 h 85"/>
                  <a:gd name="T10" fmla="*/ 0 w 86"/>
                  <a:gd name="T11" fmla="*/ 70 h 85"/>
                  <a:gd name="T12" fmla="*/ 13 w 86"/>
                  <a:gd name="T13" fmla="*/ 78 h 85"/>
                  <a:gd name="T14" fmla="*/ 5 w 86"/>
                  <a:gd name="T15" fmla="*/ 85 h 85"/>
                  <a:gd name="T16" fmla="*/ 0 w 86"/>
                  <a:gd name="T17" fmla="*/ 70 h 85"/>
                  <a:gd name="T18" fmla="*/ 15 w 86"/>
                  <a:gd name="T19" fmla="*/ 68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85"/>
                  <a:gd name="T32" fmla="*/ 86 w 86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85">
                    <a:moveTo>
                      <a:pt x="15" y="68"/>
                    </a:moveTo>
                    <a:lnTo>
                      <a:pt x="2" y="60"/>
                    </a:lnTo>
                    <a:lnTo>
                      <a:pt x="75" y="0"/>
                    </a:lnTo>
                    <a:lnTo>
                      <a:pt x="86" y="17"/>
                    </a:lnTo>
                    <a:lnTo>
                      <a:pt x="13" y="78"/>
                    </a:lnTo>
                    <a:lnTo>
                      <a:pt x="0" y="70"/>
                    </a:lnTo>
                    <a:lnTo>
                      <a:pt x="13" y="78"/>
                    </a:lnTo>
                    <a:lnTo>
                      <a:pt x="5" y="85"/>
                    </a:lnTo>
                    <a:lnTo>
                      <a:pt x="0" y="70"/>
                    </a:lnTo>
                    <a:lnTo>
                      <a:pt x="15" y="6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099" name="Freeform 144"/>
              <p:cNvSpPr>
                <a:spLocks/>
              </p:cNvSpPr>
              <p:nvPr/>
            </p:nvSpPr>
            <p:spPr bwMode="auto">
              <a:xfrm>
                <a:off x="3977" y="1743"/>
                <a:ext cx="35" cy="42"/>
              </a:xfrm>
              <a:custGeom>
                <a:avLst/>
                <a:gdLst>
                  <a:gd name="T0" fmla="*/ 11 w 35"/>
                  <a:gd name="T1" fmla="*/ 42 h 42"/>
                  <a:gd name="T2" fmla="*/ 0 w 35"/>
                  <a:gd name="T3" fmla="*/ 23 h 42"/>
                  <a:gd name="T4" fmla="*/ 23 w 35"/>
                  <a:gd name="T5" fmla="*/ 0 h 42"/>
                  <a:gd name="T6" fmla="*/ 35 w 35"/>
                  <a:gd name="T7" fmla="*/ 20 h 42"/>
                  <a:gd name="T8" fmla="*/ 11 w 35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11" y="42"/>
                    </a:moveTo>
                    <a:lnTo>
                      <a:pt x="0" y="23"/>
                    </a:lnTo>
                    <a:lnTo>
                      <a:pt x="23" y="0"/>
                    </a:lnTo>
                    <a:lnTo>
                      <a:pt x="35" y="20"/>
                    </a:lnTo>
                    <a:lnTo>
                      <a:pt x="11" y="4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0" name="Freeform 145"/>
              <p:cNvSpPr>
                <a:spLocks/>
              </p:cNvSpPr>
              <p:nvPr/>
            </p:nvSpPr>
            <p:spPr bwMode="auto">
              <a:xfrm>
                <a:off x="3991" y="1762"/>
                <a:ext cx="129" cy="228"/>
              </a:xfrm>
              <a:custGeom>
                <a:avLst/>
                <a:gdLst>
                  <a:gd name="T0" fmla="*/ 99 w 129"/>
                  <a:gd name="T1" fmla="*/ 228 h 228"/>
                  <a:gd name="T2" fmla="*/ 99 w 129"/>
                  <a:gd name="T3" fmla="*/ 228 h 228"/>
                  <a:gd name="T4" fmla="*/ 88 w 129"/>
                  <a:gd name="T5" fmla="*/ 200 h 228"/>
                  <a:gd name="T6" fmla="*/ 78 w 129"/>
                  <a:gd name="T7" fmla="*/ 173 h 228"/>
                  <a:gd name="T8" fmla="*/ 67 w 129"/>
                  <a:gd name="T9" fmla="*/ 147 h 228"/>
                  <a:gd name="T10" fmla="*/ 54 w 129"/>
                  <a:gd name="T11" fmla="*/ 121 h 228"/>
                  <a:gd name="T12" fmla="*/ 40 w 129"/>
                  <a:gd name="T13" fmla="*/ 95 h 228"/>
                  <a:gd name="T14" fmla="*/ 27 w 129"/>
                  <a:gd name="T15" fmla="*/ 70 h 228"/>
                  <a:gd name="T16" fmla="*/ 13 w 129"/>
                  <a:gd name="T17" fmla="*/ 45 h 228"/>
                  <a:gd name="T18" fmla="*/ 0 w 129"/>
                  <a:gd name="T19" fmla="*/ 23 h 228"/>
                  <a:gd name="T20" fmla="*/ 23 w 129"/>
                  <a:gd name="T21" fmla="*/ 0 h 228"/>
                  <a:gd name="T22" fmla="*/ 39 w 129"/>
                  <a:gd name="T23" fmla="*/ 25 h 228"/>
                  <a:gd name="T24" fmla="*/ 54 w 129"/>
                  <a:gd name="T25" fmla="*/ 51 h 228"/>
                  <a:gd name="T26" fmla="*/ 69 w 129"/>
                  <a:gd name="T27" fmla="*/ 78 h 228"/>
                  <a:gd name="T28" fmla="*/ 82 w 129"/>
                  <a:gd name="T29" fmla="*/ 104 h 228"/>
                  <a:gd name="T30" fmla="*/ 94 w 129"/>
                  <a:gd name="T31" fmla="*/ 131 h 228"/>
                  <a:gd name="T32" fmla="*/ 107 w 129"/>
                  <a:gd name="T33" fmla="*/ 160 h 228"/>
                  <a:gd name="T34" fmla="*/ 118 w 129"/>
                  <a:gd name="T35" fmla="*/ 188 h 228"/>
                  <a:gd name="T36" fmla="*/ 129 w 129"/>
                  <a:gd name="T37" fmla="*/ 216 h 228"/>
                  <a:gd name="T38" fmla="*/ 99 w 129"/>
                  <a:gd name="T39" fmla="*/ 228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9"/>
                  <a:gd name="T61" fmla="*/ 0 h 228"/>
                  <a:gd name="T62" fmla="*/ 129 w 129"/>
                  <a:gd name="T63" fmla="*/ 228 h 22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9" h="228">
                    <a:moveTo>
                      <a:pt x="99" y="228"/>
                    </a:moveTo>
                    <a:lnTo>
                      <a:pt x="99" y="228"/>
                    </a:lnTo>
                    <a:lnTo>
                      <a:pt x="88" y="200"/>
                    </a:lnTo>
                    <a:lnTo>
                      <a:pt x="78" y="173"/>
                    </a:lnTo>
                    <a:lnTo>
                      <a:pt x="67" y="147"/>
                    </a:lnTo>
                    <a:lnTo>
                      <a:pt x="54" y="121"/>
                    </a:lnTo>
                    <a:lnTo>
                      <a:pt x="40" y="95"/>
                    </a:lnTo>
                    <a:lnTo>
                      <a:pt x="27" y="70"/>
                    </a:lnTo>
                    <a:lnTo>
                      <a:pt x="13" y="45"/>
                    </a:lnTo>
                    <a:lnTo>
                      <a:pt x="0" y="23"/>
                    </a:lnTo>
                    <a:lnTo>
                      <a:pt x="23" y="0"/>
                    </a:lnTo>
                    <a:lnTo>
                      <a:pt x="39" y="25"/>
                    </a:lnTo>
                    <a:lnTo>
                      <a:pt x="54" y="51"/>
                    </a:lnTo>
                    <a:lnTo>
                      <a:pt x="69" y="78"/>
                    </a:lnTo>
                    <a:lnTo>
                      <a:pt x="82" y="104"/>
                    </a:lnTo>
                    <a:lnTo>
                      <a:pt x="94" y="131"/>
                    </a:lnTo>
                    <a:lnTo>
                      <a:pt x="107" y="160"/>
                    </a:lnTo>
                    <a:lnTo>
                      <a:pt x="118" y="188"/>
                    </a:lnTo>
                    <a:lnTo>
                      <a:pt x="129" y="216"/>
                    </a:lnTo>
                    <a:lnTo>
                      <a:pt x="99" y="2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1" name="Freeform 146"/>
              <p:cNvSpPr>
                <a:spLocks/>
              </p:cNvSpPr>
              <p:nvPr/>
            </p:nvSpPr>
            <p:spPr bwMode="auto">
              <a:xfrm>
                <a:off x="4093" y="1983"/>
                <a:ext cx="80" cy="205"/>
              </a:xfrm>
              <a:custGeom>
                <a:avLst/>
                <a:gdLst>
                  <a:gd name="T0" fmla="*/ 47 w 80"/>
                  <a:gd name="T1" fmla="*/ 204 h 205"/>
                  <a:gd name="T2" fmla="*/ 44 w 80"/>
                  <a:gd name="T3" fmla="*/ 180 h 205"/>
                  <a:gd name="T4" fmla="*/ 40 w 80"/>
                  <a:gd name="T5" fmla="*/ 156 h 205"/>
                  <a:gd name="T6" fmla="*/ 35 w 80"/>
                  <a:gd name="T7" fmla="*/ 130 h 205"/>
                  <a:gd name="T8" fmla="*/ 30 w 80"/>
                  <a:gd name="T9" fmla="*/ 108 h 205"/>
                  <a:gd name="T10" fmla="*/ 24 w 80"/>
                  <a:gd name="T11" fmla="*/ 83 h 205"/>
                  <a:gd name="T12" fmla="*/ 16 w 80"/>
                  <a:gd name="T13" fmla="*/ 59 h 205"/>
                  <a:gd name="T14" fmla="*/ 9 w 80"/>
                  <a:gd name="T15" fmla="*/ 35 h 205"/>
                  <a:gd name="T16" fmla="*/ 0 w 80"/>
                  <a:gd name="T17" fmla="*/ 10 h 205"/>
                  <a:gd name="T18" fmla="*/ 31 w 80"/>
                  <a:gd name="T19" fmla="*/ 0 h 205"/>
                  <a:gd name="T20" fmla="*/ 40 w 80"/>
                  <a:gd name="T21" fmla="*/ 24 h 205"/>
                  <a:gd name="T22" fmla="*/ 46 w 80"/>
                  <a:gd name="T23" fmla="*/ 51 h 205"/>
                  <a:gd name="T24" fmla="*/ 55 w 80"/>
                  <a:gd name="T25" fmla="*/ 77 h 205"/>
                  <a:gd name="T26" fmla="*/ 61 w 80"/>
                  <a:gd name="T27" fmla="*/ 102 h 205"/>
                  <a:gd name="T28" fmla="*/ 67 w 80"/>
                  <a:gd name="T29" fmla="*/ 128 h 205"/>
                  <a:gd name="T30" fmla="*/ 73 w 80"/>
                  <a:gd name="T31" fmla="*/ 155 h 205"/>
                  <a:gd name="T32" fmla="*/ 77 w 80"/>
                  <a:gd name="T33" fmla="*/ 180 h 205"/>
                  <a:gd name="T34" fmla="*/ 80 w 80"/>
                  <a:gd name="T35" fmla="*/ 205 h 205"/>
                  <a:gd name="T36" fmla="*/ 47 w 80"/>
                  <a:gd name="T37" fmla="*/ 204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0"/>
                  <a:gd name="T58" fmla="*/ 0 h 205"/>
                  <a:gd name="T59" fmla="*/ 80 w 80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0" h="205">
                    <a:moveTo>
                      <a:pt x="47" y="204"/>
                    </a:moveTo>
                    <a:lnTo>
                      <a:pt x="44" y="180"/>
                    </a:lnTo>
                    <a:lnTo>
                      <a:pt x="40" y="156"/>
                    </a:lnTo>
                    <a:lnTo>
                      <a:pt x="35" y="130"/>
                    </a:lnTo>
                    <a:lnTo>
                      <a:pt x="30" y="108"/>
                    </a:lnTo>
                    <a:lnTo>
                      <a:pt x="24" y="83"/>
                    </a:lnTo>
                    <a:lnTo>
                      <a:pt x="16" y="59"/>
                    </a:lnTo>
                    <a:lnTo>
                      <a:pt x="9" y="35"/>
                    </a:lnTo>
                    <a:lnTo>
                      <a:pt x="0" y="10"/>
                    </a:lnTo>
                    <a:lnTo>
                      <a:pt x="31" y="0"/>
                    </a:lnTo>
                    <a:lnTo>
                      <a:pt x="40" y="24"/>
                    </a:lnTo>
                    <a:lnTo>
                      <a:pt x="46" y="51"/>
                    </a:lnTo>
                    <a:lnTo>
                      <a:pt x="55" y="77"/>
                    </a:lnTo>
                    <a:lnTo>
                      <a:pt x="61" y="102"/>
                    </a:lnTo>
                    <a:lnTo>
                      <a:pt x="67" y="128"/>
                    </a:lnTo>
                    <a:lnTo>
                      <a:pt x="73" y="155"/>
                    </a:lnTo>
                    <a:lnTo>
                      <a:pt x="77" y="180"/>
                    </a:lnTo>
                    <a:lnTo>
                      <a:pt x="80" y="205"/>
                    </a:lnTo>
                    <a:lnTo>
                      <a:pt x="47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2" name="Freeform 147"/>
              <p:cNvSpPr>
                <a:spLocks/>
              </p:cNvSpPr>
              <p:nvPr/>
            </p:nvSpPr>
            <p:spPr bwMode="auto">
              <a:xfrm>
                <a:off x="4143" y="2187"/>
                <a:ext cx="38" cy="22"/>
              </a:xfrm>
              <a:custGeom>
                <a:avLst/>
                <a:gdLst>
                  <a:gd name="T0" fmla="*/ 35 w 38"/>
                  <a:gd name="T1" fmla="*/ 1 h 22"/>
                  <a:gd name="T2" fmla="*/ 38 w 38"/>
                  <a:gd name="T3" fmla="*/ 22 h 22"/>
                  <a:gd name="T4" fmla="*/ 4 w 38"/>
                  <a:gd name="T5" fmla="*/ 21 h 22"/>
                  <a:gd name="T6" fmla="*/ 0 w 38"/>
                  <a:gd name="T7" fmla="*/ 0 h 22"/>
                  <a:gd name="T8" fmla="*/ 35 w 38"/>
                  <a:gd name="T9" fmla="*/ 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2"/>
                  <a:gd name="T17" fmla="*/ 38 w 3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2">
                    <a:moveTo>
                      <a:pt x="35" y="1"/>
                    </a:moveTo>
                    <a:lnTo>
                      <a:pt x="38" y="22"/>
                    </a:lnTo>
                    <a:lnTo>
                      <a:pt x="4" y="21"/>
                    </a:lnTo>
                    <a:lnTo>
                      <a:pt x="0" y="0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3" name="Freeform 148"/>
              <p:cNvSpPr>
                <a:spLocks/>
              </p:cNvSpPr>
              <p:nvPr/>
            </p:nvSpPr>
            <p:spPr bwMode="auto">
              <a:xfrm>
                <a:off x="3968" y="1726"/>
                <a:ext cx="113" cy="163"/>
              </a:xfrm>
              <a:custGeom>
                <a:avLst/>
                <a:gdLst>
                  <a:gd name="T0" fmla="*/ 41 w 113"/>
                  <a:gd name="T1" fmla="*/ 163 h 163"/>
                  <a:gd name="T2" fmla="*/ 0 w 113"/>
                  <a:gd name="T3" fmla="*/ 0 h 163"/>
                  <a:gd name="T4" fmla="*/ 113 w 113"/>
                  <a:gd name="T5" fmla="*/ 102 h 163"/>
                  <a:gd name="T6" fmla="*/ 41 w 113"/>
                  <a:gd name="T7" fmla="*/ 163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63"/>
                  <a:gd name="T14" fmla="*/ 113 w 113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63">
                    <a:moveTo>
                      <a:pt x="41" y="163"/>
                    </a:moveTo>
                    <a:lnTo>
                      <a:pt x="0" y="0"/>
                    </a:lnTo>
                    <a:lnTo>
                      <a:pt x="113" y="102"/>
                    </a:lnTo>
                    <a:lnTo>
                      <a:pt x="41" y="16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4" name="Freeform 149"/>
              <p:cNvSpPr>
                <a:spLocks/>
              </p:cNvSpPr>
              <p:nvPr/>
            </p:nvSpPr>
            <p:spPr bwMode="auto">
              <a:xfrm>
                <a:off x="3962" y="1713"/>
                <a:ext cx="51" cy="176"/>
              </a:xfrm>
              <a:custGeom>
                <a:avLst/>
                <a:gdLst>
                  <a:gd name="T0" fmla="*/ 5 w 51"/>
                  <a:gd name="T1" fmla="*/ 19 h 176"/>
                  <a:gd name="T2" fmla="*/ 11 w 51"/>
                  <a:gd name="T3" fmla="*/ 13 h 176"/>
                  <a:gd name="T4" fmla="*/ 51 w 51"/>
                  <a:gd name="T5" fmla="*/ 175 h 176"/>
                  <a:gd name="T6" fmla="*/ 42 w 51"/>
                  <a:gd name="T7" fmla="*/ 176 h 176"/>
                  <a:gd name="T8" fmla="*/ 2 w 51"/>
                  <a:gd name="T9" fmla="*/ 14 h 176"/>
                  <a:gd name="T10" fmla="*/ 8 w 51"/>
                  <a:gd name="T11" fmla="*/ 9 h 176"/>
                  <a:gd name="T12" fmla="*/ 2 w 51"/>
                  <a:gd name="T13" fmla="*/ 14 h 176"/>
                  <a:gd name="T14" fmla="*/ 0 w 51"/>
                  <a:gd name="T15" fmla="*/ 0 h 176"/>
                  <a:gd name="T16" fmla="*/ 8 w 51"/>
                  <a:gd name="T17" fmla="*/ 9 h 176"/>
                  <a:gd name="T18" fmla="*/ 5 w 51"/>
                  <a:gd name="T19" fmla="*/ 19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176"/>
                  <a:gd name="T32" fmla="*/ 51 w 51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176">
                    <a:moveTo>
                      <a:pt x="5" y="19"/>
                    </a:moveTo>
                    <a:lnTo>
                      <a:pt x="11" y="13"/>
                    </a:lnTo>
                    <a:lnTo>
                      <a:pt x="51" y="175"/>
                    </a:lnTo>
                    <a:lnTo>
                      <a:pt x="42" y="176"/>
                    </a:lnTo>
                    <a:lnTo>
                      <a:pt x="2" y="14"/>
                    </a:lnTo>
                    <a:lnTo>
                      <a:pt x="8" y="9"/>
                    </a:lnTo>
                    <a:lnTo>
                      <a:pt x="2" y="14"/>
                    </a:lnTo>
                    <a:lnTo>
                      <a:pt x="0" y="0"/>
                    </a:lnTo>
                    <a:lnTo>
                      <a:pt x="8" y="9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5" name="Freeform 150"/>
              <p:cNvSpPr>
                <a:spLocks/>
              </p:cNvSpPr>
              <p:nvPr/>
            </p:nvSpPr>
            <p:spPr bwMode="auto">
              <a:xfrm>
                <a:off x="3969" y="1723"/>
                <a:ext cx="120" cy="110"/>
              </a:xfrm>
              <a:custGeom>
                <a:avLst/>
                <a:gdLst>
                  <a:gd name="T0" fmla="*/ 109 w 120"/>
                  <a:gd name="T1" fmla="*/ 99 h 110"/>
                  <a:gd name="T2" fmla="*/ 110 w 120"/>
                  <a:gd name="T3" fmla="*/ 110 h 110"/>
                  <a:gd name="T4" fmla="*/ 0 w 120"/>
                  <a:gd name="T5" fmla="*/ 9 h 110"/>
                  <a:gd name="T6" fmla="*/ 3 w 120"/>
                  <a:gd name="T7" fmla="*/ 0 h 110"/>
                  <a:gd name="T8" fmla="*/ 113 w 120"/>
                  <a:gd name="T9" fmla="*/ 102 h 110"/>
                  <a:gd name="T10" fmla="*/ 116 w 120"/>
                  <a:gd name="T11" fmla="*/ 110 h 110"/>
                  <a:gd name="T12" fmla="*/ 113 w 120"/>
                  <a:gd name="T13" fmla="*/ 102 h 110"/>
                  <a:gd name="T14" fmla="*/ 120 w 120"/>
                  <a:gd name="T15" fmla="*/ 106 h 110"/>
                  <a:gd name="T16" fmla="*/ 116 w 120"/>
                  <a:gd name="T17" fmla="*/ 110 h 110"/>
                  <a:gd name="T18" fmla="*/ 109 w 120"/>
                  <a:gd name="T19" fmla="*/ 99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110"/>
                  <a:gd name="T32" fmla="*/ 120 w 120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110">
                    <a:moveTo>
                      <a:pt x="109" y="99"/>
                    </a:moveTo>
                    <a:lnTo>
                      <a:pt x="110" y="110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3" y="102"/>
                    </a:lnTo>
                    <a:lnTo>
                      <a:pt x="116" y="110"/>
                    </a:lnTo>
                    <a:lnTo>
                      <a:pt x="113" y="102"/>
                    </a:lnTo>
                    <a:lnTo>
                      <a:pt x="120" y="106"/>
                    </a:lnTo>
                    <a:lnTo>
                      <a:pt x="116" y="110"/>
                    </a:lnTo>
                    <a:lnTo>
                      <a:pt x="109" y="9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6" name="Freeform 151"/>
              <p:cNvSpPr>
                <a:spLocks/>
              </p:cNvSpPr>
              <p:nvPr/>
            </p:nvSpPr>
            <p:spPr bwMode="auto">
              <a:xfrm>
                <a:off x="4008" y="1825"/>
                <a:ext cx="78" cy="75"/>
              </a:xfrm>
              <a:custGeom>
                <a:avLst/>
                <a:gdLst>
                  <a:gd name="T0" fmla="*/ 8 w 78"/>
                  <a:gd name="T1" fmla="*/ 64 h 75"/>
                  <a:gd name="T2" fmla="*/ 1 w 78"/>
                  <a:gd name="T3" fmla="*/ 59 h 75"/>
                  <a:gd name="T4" fmla="*/ 71 w 78"/>
                  <a:gd name="T5" fmla="*/ 0 h 75"/>
                  <a:gd name="T6" fmla="*/ 78 w 78"/>
                  <a:gd name="T7" fmla="*/ 10 h 75"/>
                  <a:gd name="T8" fmla="*/ 6 w 78"/>
                  <a:gd name="T9" fmla="*/ 71 h 75"/>
                  <a:gd name="T10" fmla="*/ 0 w 78"/>
                  <a:gd name="T11" fmla="*/ 66 h 75"/>
                  <a:gd name="T12" fmla="*/ 6 w 78"/>
                  <a:gd name="T13" fmla="*/ 71 h 75"/>
                  <a:gd name="T14" fmla="*/ 1 w 78"/>
                  <a:gd name="T15" fmla="*/ 75 h 75"/>
                  <a:gd name="T16" fmla="*/ 0 w 78"/>
                  <a:gd name="T17" fmla="*/ 66 h 75"/>
                  <a:gd name="T18" fmla="*/ 8 w 78"/>
                  <a:gd name="T19" fmla="*/ 64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5"/>
                  <a:gd name="T32" fmla="*/ 78 w 78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5">
                    <a:moveTo>
                      <a:pt x="8" y="64"/>
                    </a:moveTo>
                    <a:lnTo>
                      <a:pt x="1" y="59"/>
                    </a:lnTo>
                    <a:lnTo>
                      <a:pt x="71" y="0"/>
                    </a:lnTo>
                    <a:lnTo>
                      <a:pt x="78" y="10"/>
                    </a:lnTo>
                    <a:lnTo>
                      <a:pt x="6" y="71"/>
                    </a:lnTo>
                    <a:lnTo>
                      <a:pt x="0" y="66"/>
                    </a:lnTo>
                    <a:lnTo>
                      <a:pt x="6" y="71"/>
                    </a:lnTo>
                    <a:lnTo>
                      <a:pt x="1" y="75"/>
                    </a:lnTo>
                    <a:lnTo>
                      <a:pt x="0" y="66"/>
                    </a:lnTo>
                    <a:lnTo>
                      <a:pt x="8" y="6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7" name="Freeform 152"/>
              <p:cNvSpPr>
                <a:spLocks/>
              </p:cNvSpPr>
              <p:nvPr/>
            </p:nvSpPr>
            <p:spPr bwMode="auto">
              <a:xfrm>
                <a:off x="3981" y="1748"/>
                <a:ext cx="30" cy="36"/>
              </a:xfrm>
              <a:custGeom>
                <a:avLst/>
                <a:gdLst>
                  <a:gd name="T0" fmla="*/ 10 w 30"/>
                  <a:gd name="T1" fmla="*/ 36 h 36"/>
                  <a:gd name="T2" fmla="*/ 0 w 30"/>
                  <a:gd name="T3" fmla="*/ 19 h 36"/>
                  <a:gd name="T4" fmla="*/ 20 w 30"/>
                  <a:gd name="T5" fmla="*/ 0 h 36"/>
                  <a:gd name="T6" fmla="*/ 30 w 30"/>
                  <a:gd name="T7" fmla="*/ 17 h 36"/>
                  <a:gd name="T8" fmla="*/ 10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0" y="36"/>
                    </a:moveTo>
                    <a:lnTo>
                      <a:pt x="0" y="19"/>
                    </a:lnTo>
                    <a:lnTo>
                      <a:pt x="20" y="0"/>
                    </a:lnTo>
                    <a:lnTo>
                      <a:pt x="30" y="17"/>
                    </a:lnTo>
                    <a:lnTo>
                      <a:pt x="10" y="3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8" name="Freeform 153"/>
              <p:cNvSpPr>
                <a:spLocks/>
              </p:cNvSpPr>
              <p:nvPr/>
            </p:nvSpPr>
            <p:spPr bwMode="auto">
              <a:xfrm>
                <a:off x="3993" y="1766"/>
                <a:ext cx="125" cy="224"/>
              </a:xfrm>
              <a:custGeom>
                <a:avLst/>
                <a:gdLst>
                  <a:gd name="T0" fmla="*/ 100 w 125"/>
                  <a:gd name="T1" fmla="*/ 224 h 224"/>
                  <a:gd name="T2" fmla="*/ 100 w 125"/>
                  <a:gd name="T3" fmla="*/ 224 h 224"/>
                  <a:gd name="T4" fmla="*/ 88 w 125"/>
                  <a:gd name="T5" fmla="*/ 196 h 224"/>
                  <a:gd name="T6" fmla="*/ 78 w 125"/>
                  <a:gd name="T7" fmla="*/ 169 h 224"/>
                  <a:gd name="T8" fmla="*/ 67 w 125"/>
                  <a:gd name="T9" fmla="*/ 143 h 224"/>
                  <a:gd name="T10" fmla="*/ 54 w 125"/>
                  <a:gd name="T11" fmla="*/ 117 h 224"/>
                  <a:gd name="T12" fmla="*/ 41 w 125"/>
                  <a:gd name="T13" fmla="*/ 91 h 224"/>
                  <a:gd name="T14" fmla="*/ 29 w 125"/>
                  <a:gd name="T15" fmla="*/ 66 h 224"/>
                  <a:gd name="T16" fmla="*/ 15 w 125"/>
                  <a:gd name="T17" fmla="*/ 43 h 224"/>
                  <a:gd name="T18" fmla="*/ 0 w 125"/>
                  <a:gd name="T19" fmla="*/ 19 h 224"/>
                  <a:gd name="T20" fmla="*/ 20 w 125"/>
                  <a:gd name="T21" fmla="*/ 0 h 224"/>
                  <a:gd name="T22" fmla="*/ 35 w 125"/>
                  <a:gd name="T23" fmla="*/ 24 h 224"/>
                  <a:gd name="T24" fmla="*/ 50 w 125"/>
                  <a:gd name="T25" fmla="*/ 49 h 224"/>
                  <a:gd name="T26" fmla="*/ 65 w 125"/>
                  <a:gd name="T27" fmla="*/ 77 h 224"/>
                  <a:gd name="T28" fmla="*/ 78 w 125"/>
                  <a:gd name="T29" fmla="*/ 103 h 224"/>
                  <a:gd name="T30" fmla="*/ 91 w 125"/>
                  <a:gd name="T31" fmla="*/ 130 h 224"/>
                  <a:gd name="T32" fmla="*/ 103 w 125"/>
                  <a:gd name="T33" fmla="*/ 158 h 224"/>
                  <a:gd name="T34" fmla="*/ 114 w 125"/>
                  <a:gd name="T35" fmla="*/ 187 h 224"/>
                  <a:gd name="T36" fmla="*/ 125 w 125"/>
                  <a:gd name="T37" fmla="*/ 216 h 224"/>
                  <a:gd name="T38" fmla="*/ 100 w 125"/>
                  <a:gd name="T39" fmla="*/ 224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4"/>
                  <a:gd name="T62" fmla="*/ 125 w 125"/>
                  <a:gd name="T63" fmla="*/ 224 h 2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4">
                    <a:moveTo>
                      <a:pt x="100" y="224"/>
                    </a:moveTo>
                    <a:lnTo>
                      <a:pt x="100" y="224"/>
                    </a:lnTo>
                    <a:lnTo>
                      <a:pt x="88" y="196"/>
                    </a:lnTo>
                    <a:lnTo>
                      <a:pt x="78" y="169"/>
                    </a:lnTo>
                    <a:lnTo>
                      <a:pt x="67" y="143"/>
                    </a:lnTo>
                    <a:lnTo>
                      <a:pt x="54" y="117"/>
                    </a:lnTo>
                    <a:lnTo>
                      <a:pt x="41" y="91"/>
                    </a:lnTo>
                    <a:lnTo>
                      <a:pt x="29" y="66"/>
                    </a:lnTo>
                    <a:lnTo>
                      <a:pt x="15" y="43"/>
                    </a:lnTo>
                    <a:lnTo>
                      <a:pt x="0" y="19"/>
                    </a:lnTo>
                    <a:lnTo>
                      <a:pt x="20" y="0"/>
                    </a:lnTo>
                    <a:lnTo>
                      <a:pt x="35" y="24"/>
                    </a:lnTo>
                    <a:lnTo>
                      <a:pt x="50" y="49"/>
                    </a:lnTo>
                    <a:lnTo>
                      <a:pt x="65" y="77"/>
                    </a:lnTo>
                    <a:lnTo>
                      <a:pt x="78" y="103"/>
                    </a:lnTo>
                    <a:lnTo>
                      <a:pt x="91" y="130"/>
                    </a:lnTo>
                    <a:lnTo>
                      <a:pt x="103" y="158"/>
                    </a:lnTo>
                    <a:lnTo>
                      <a:pt x="114" y="187"/>
                    </a:lnTo>
                    <a:lnTo>
                      <a:pt x="125" y="216"/>
                    </a:lnTo>
                    <a:lnTo>
                      <a:pt x="100" y="2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09" name="Freeform 154"/>
              <p:cNvSpPr>
                <a:spLocks/>
              </p:cNvSpPr>
              <p:nvPr/>
            </p:nvSpPr>
            <p:spPr bwMode="auto">
              <a:xfrm>
                <a:off x="4096" y="1984"/>
                <a:ext cx="74" cy="204"/>
              </a:xfrm>
              <a:custGeom>
                <a:avLst/>
                <a:gdLst>
                  <a:gd name="T0" fmla="*/ 46 w 74"/>
                  <a:gd name="T1" fmla="*/ 203 h 204"/>
                  <a:gd name="T2" fmla="*/ 43 w 74"/>
                  <a:gd name="T3" fmla="*/ 179 h 204"/>
                  <a:gd name="T4" fmla="*/ 39 w 74"/>
                  <a:gd name="T5" fmla="*/ 155 h 204"/>
                  <a:gd name="T6" fmla="*/ 33 w 74"/>
                  <a:gd name="T7" fmla="*/ 129 h 204"/>
                  <a:gd name="T8" fmla="*/ 28 w 74"/>
                  <a:gd name="T9" fmla="*/ 107 h 204"/>
                  <a:gd name="T10" fmla="*/ 23 w 74"/>
                  <a:gd name="T11" fmla="*/ 82 h 204"/>
                  <a:gd name="T12" fmla="*/ 14 w 74"/>
                  <a:gd name="T13" fmla="*/ 57 h 204"/>
                  <a:gd name="T14" fmla="*/ 8 w 74"/>
                  <a:gd name="T15" fmla="*/ 34 h 204"/>
                  <a:gd name="T16" fmla="*/ 0 w 74"/>
                  <a:gd name="T17" fmla="*/ 8 h 204"/>
                  <a:gd name="T18" fmla="*/ 25 w 74"/>
                  <a:gd name="T19" fmla="*/ 0 h 204"/>
                  <a:gd name="T20" fmla="*/ 32 w 74"/>
                  <a:gd name="T21" fmla="*/ 25 h 204"/>
                  <a:gd name="T22" fmla="*/ 41 w 74"/>
                  <a:gd name="T23" fmla="*/ 51 h 204"/>
                  <a:gd name="T24" fmla="*/ 48 w 74"/>
                  <a:gd name="T25" fmla="*/ 78 h 204"/>
                  <a:gd name="T26" fmla="*/ 55 w 74"/>
                  <a:gd name="T27" fmla="*/ 102 h 204"/>
                  <a:gd name="T28" fmla="*/ 61 w 74"/>
                  <a:gd name="T29" fmla="*/ 129 h 204"/>
                  <a:gd name="T30" fmla="*/ 66 w 74"/>
                  <a:gd name="T31" fmla="*/ 155 h 204"/>
                  <a:gd name="T32" fmla="*/ 70 w 74"/>
                  <a:gd name="T33" fmla="*/ 179 h 204"/>
                  <a:gd name="T34" fmla="*/ 74 w 74"/>
                  <a:gd name="T35" fmla="*/ 204 h 204"/>
                  <a:gd name="T36" fmla="*/ 46 w 74"/>
                  <a:gd name="T37" fmla="*/ 203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4"/>
                  <a:gd name="T58" fmla="*/ 0 h 204"/>
                  <a:gd name="T59" fmla="*/ 74 w 74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4" h="204">
                    <a:moveTo>
                      <a:pt x="46" y="203"/>
                    </a:moveTo>
                    <a:lnTo>
                      <a:pt x="43" y="179"/>
                    </a:lnTo>
                    <a:lnTo>
                      <a:pt x="39" y="155"/>
                    </a:lnTo>
                    <a:lnTo>
                      <a:pt x="33" y="129"/>
                    </a:lnTo>
                    <a:lnTo>
                      <a:pt x="28" y="107"/>
                    </a:lnTo>
                    <a:lnTo>
                      <a:pt x="23" y="82"/>
                    </a:lnTo>
                    <a:lnTo>
                      <a:pt x="14" y="57"/>
                    </a:lnTo>
                    <a:lnTo>
                      <a:pt x="8" y="34"/>
                    </a:lnTo>
                    <a:lnTo>
                      <a:pt x="0" y="8"/>
                    </a:lnTo>
                    <a:lnTo>
                      <a:pt x="25" y="0"/>
                    </a:lnTo>
                    <a:lnTo>
                      <a:pt x="32" y="25"/>
                    </a:lnTo>
                    <a:lnTo>
                      <a:pt x="41" y="51"/>
                    </a:lnTo>
                    <a:lnTo>
                      <a:pt x="48" y="78"/>
                    </a:lnTo>
                    <a:lnTo>
                      <a:pt x="55" y="102"/>
                    </a:lnTo>
                    <a:lnTo>
                      <a:pt x="61" y="129"/>
                    </a:lnTo>
                    <a:lnTo>
                      <a:pt x="66" y="155"/>
                    </a:lnTo>
                    <a:lnTo>
                      <a:pt x="70" y="179"/>
                    </a:lnTo>
                    <a:lnTo>
                      <a:pt x="74" y="204"/>
                    </a:lnTo>
                    <a:lnTo>
                      <a:pt x="46" y="20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0" name="Freeform 155"/>
              <p:cNvSpPr>
                <a:spLocks/>
              </p:cNvSpPr>
              <p:nvPr/>
            </p:nvSpPr>
            <p:spPr bwMode="auto">
              <a:xfrm>
                <a:off x="4147" y="2187"/>
                <a:ext cx="32" cy="19"/>
              </a:xfrm>
              <a:custGeom>
                <a:avLst/>
                <a:gdLst>
                  <a:gd name="T0" fmla="*/ 28 w 32"/>
                  <a:gd name="T1" fmla="*/ 1 h 19"/>
                  <a:gd name="T2" fmla="*/ 32 w 32"/>
                  <a:gd name="T3" fmla="*/ 19 h 19"/>
                  <a:gd name="T4" fmla="*/ 3 w 32"/>
                  <a:gd name="T5" fmla="*/ 18 h 19"/>
                  <a:gd name="T6" fmla="*/ 0 w 32"/>
                  <a:gd name="T7" fmla="*/ 0 h 19"/>
                  <a:gd name="T8" fmla="*/ 28 w 32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19"/>
                  <a:gd name="T17" fmla="*/ 32 w 3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19">
                    <a:moveTo>
                      <a:pt x="28" y="1"/>
                    </a:moveTo>
                    <a:lnTo>
                      <a:pt x="32" y="19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1" name="Freeform 156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2" name="Freeform 157"/>
              <p:cNvSpPr>
                <a:spLocks/>
              </p:cNvSpPr>
              <p:nvPr/>
            </p:nvSpPr>
            <p:spPr bwMode="auto">
              <a:xfrm>
                <a:off x="3934" y="1679"/>
                <a:ext cx="66" cy="183"/>
              </a:xfrm>
              <a:custGeom>
                <a:avLst/>
                <a:gdLst>
                  <a:gd name="T0" fmla="*/ 11 w 66"/>
                  <a:gd name="T1" fmla="*/ 31 h 183"/>
                  <a:gd name="T2" fmla="*/ 21 w 66"/>
                  <a:gd name="T3" fmla="*/ 21 h 183"/>
                  <a:gd name="T4" fmla="*/ 66 w 66"/>
                  <a:gd name="T5" fmla="*/ 180 h 183"/>
                  <a:gd name="T6" fmla="*/ 52 w 66"/>
                  <a:gd name="T7" fmla="*/ 183 h 183"/>
                  <a:gd name="T8" fmla="*/ 6 w 66"/>
                  <a:gd name="T9" fmla="*/ 24 h 183"/>
                  <a:gd name="T10" fmla="*/ 17 w 66"/>
                  <a:gd name="T11" fmla="*/ 15 h 183"/>
                  <a:gd name="T12" fmla="*/ 6 w 66"/>
                  <a:gd name="T13" fmla="*/ 24 h 183"/>
                  <a:gd name="T14" fmla="*/ 0 w 66"/>
                  <a:gd name="T15" fmla="*/ 0 h 183"/>
                  <a:gd name="T16" fmla="*/ 17 w 66"/>
                  <a:gd name="T17" fmla="*/ 15 h 183"/>
                  <a:gd name="T18" fmla="*/ 11 w 66"/>
                  <a:gd name="T19" fmla="*/ 31 h 1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183"/>
                  <a:gd name="T32" fmla="*/ 66 w 66"/>
                  <a:gd name="T33" fmla="*/ 183 h 1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183">
                    <a:moveTo>
                      <a:pt x="11" y="31"/>
                    </a:moveTo>
                    <a:lnTo>
                      <a:pt x="21" y="21"/>
                    </a:lnTo>
                    <a:lnTo>
                      <a:pt x="66" y="180"/>
                    </a:lnTo>
                    <a:lnTo>
                      <a:pt x="52" y="183"/>
                    </a:lnTo>
                    <a:lnTo>
                      <a:pt x="6" y="24"/>
                    </a:lnTo>
                    <a:lnTo>
                      <a:pt x="17" y="15"/>
                    </a:lnTo>
                    <a:lnTo>
                      <a:pt x="6" y="24"/>
                    </a:lnTo>
                    <a:lnTo>
                      <a:pt x="0" y="0"/>
                    </a:lnTo>
                    <a:lnTo>
                      <a:pt x="17" y="15"/>
                    </a:lnTo>
                    <a:lnTo>
                      <a:pt x="11" y="3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3" name="Freeform 158"/>
              <p:cNvSpPr>
                <a:spLocks/>
              </p:cNvSpPr>
              <p:nvPr/>
            </p:nvSpPr>
            <p:spPr bwMode="auto">
              <a:xfrm>
                <a:off x="3945" y="1694"/>
                <a:ext cx="129" cy="110"/>
              </a:xfrm>
              <a:custGeom>
                <a:avLst/>
                <a:gdLst>
                  <a:gd name="T0" fmla="*/ 111 w 129"/>
                  <a:gd name="T1" fmla="*/ 93 h 110"/>
                  <a:gd name="T2" fmla="*/ 113 w 129"/>
                  <a:gd name="T3" fmla="*/ 110 h 110"/>
                  <a:gd name="T4" fmla="*/ 0 w 129"/>
                  <a:gd name="T5" fmla="*/ 17 h 110"/>
                  <a:gd name="T6" fmla="*/ 5 w 129"/>
                  <a:gd name="T7" fmla="*/ 0 h 110"/>
                  <a:gd name="T8" fmla="*/ 118 w 129"/>
                  <a:gd name="T9" fmla="*/ 94 h 110"/>
                  <a:gd name="T10" fmla="*/ 121 w 129"/>
                  <a:gd name="T11" fmla="*/ 110 h 110"/>
                  <a:gd name="T12" fmla="*/ 118 w 129"/>
                  <a:gd name="T13" fmla="*/ 94 h 110"/>
                  <a:gd name="T14" fmla="*/ 129 w 129"/>
                  <a:gd name="T15" fmla="*/ 103 h 110"/>
                  <a:gd name="T16" fmla="*/ 121 w 129"/>
                  <a:gd name="T17" fmla="*/ 110 h 110"/>
                  <a:gd name="T18" fmla="*/ 111 w 129"/>
                  <a:gd name="T19" fmla="*/ 9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10"/>
                  <a:gd name="T32" fmla="*/ 129 w 129"/>
                  <a:gd name="T33" fmla="*/ 110 h 1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10">
                    <a:moveTo>
                      <a:pt x="111" y="93"/>
                    </a:moveTo>
                    <a:lnTo>
                      <a:pt x="113" y="110"/>
                    </a:lnTo>
                    <a:lnTo>
                      <a:pt x="0" y="17"/>
                    </a:lnTo>
                    <a:lnTo>
                      <a:pt x="5" y="0"/>
                    </a:lnTo>
                    <a:lnTo>
                      <a:pt x="118" y="94"/>
                    </a:lnTo>
                    <a:lnTo>
                      <a:pt x="121" y="110"/>
                    </a:lnTo>
                    <a:lnTo>
                      <a:pt x="118" y="94"/>
                    </a:lnTo>
                    <a:lnTo>
                      <a:pt x="129" y="103"/>
                    </a:lnTo>
                    <a:lnTo>
                      <a:pt x="121" y="110"/>
                    </a:lnTo>
                    <a:lnTo>
                      <a:pt x="111" y="9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4" name="Freeform 159"/>
              <p:cNvSpPr>
                <a:spLocks/>
              </p:cNvSpPr>
              <p:nvPr/>
            </p:nvSpPr>
            <p:spPr bwMode="auto">
              <a:xfrm>
                <a:off x="3987" y="1788"/>
                <a:ext cx="80" cy="90"/>
              </a:xfrm>
              <a:custGeom>
                <a:avLst/>
                <a:gdLst>
                  <a:gd name="T0" fmla="*/ 15 w 80"/>
                  <a:gd name="T1" fmla="*/ 71 h 90"/>
                  <a:gd name="T2" fmla="*/ 1 w 80"/>
                  <a:gd name="T3" fmla="*/ 65 h 90"/>
                  <a:gd name="T4" fmla="*/ 71 w 80"/>
                  <a:gd name="T5" fmla="*/ 0 h 90"/>
                  <a:gd name="T6" fmla="*/ 80 w 80"/>
                  <a:gd name="T7" fmla="*/ 17 h 90"/>
                  <a:gd name="T8" fmla="*/ 13 w 80"/>
                  <a:gd name="T9" fmla="*/ 82 h 90"/>
                  <a:gd name="T10" fmla="*/ 0 w 80"/>
                  <a:gd name="T11" fmla="*/ 75 h 90"/>
                  <a:gd name="T12" fmla="*/ 13 w 80"/>
                  <a:gd name="T13" fmla="*/ 82 h 90"/>
                  <a:gd name="T14" fmla="*/ 5 w 80"/>
                  <a:gd name="T15" fmla="*/ 90 h 90"/>
                  <a:gd name="T16" fmla="*/ 0 w 80"/>
                  <a:gd name="T17" fmla="*/ 75 h 90"/>
                  <a:gd name="T18" fmla="*/ 15 w 80"/>
                  <a:gd name="T19" fmla="*/ 71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90"/>
                  <a:gd name="T32" fmla="*/ 80 w 80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90">
                    <a:moveTo>
                      <a:pt x="15" y="71"/>
                    </a:moveTo>
                    <a:lnTo>
                      <a:pt x="1" y="65"/>
                    </a:lnTo>
                    <a:lnTo>
                      <a:pt x="71" y="0"/>
                    </a:lnTo>
                    <a:lnTo>
                      <a:pt x="80" y="17"/>
                    </a:lnTo>
                    <a:lnTo>
                      <a:pt x="13" y="82"/>
                    </a:lnTo>
                    <a:lnTo>
                      <a:pt x="0" y="75"/>
                    </a:lnTo>
                    <a:lnTo>
                      <a:pt x="13" y="82"/>
                    </a:lnTo>
                    <a:lnTo>
                      <a:pt x="5" y="90"/>
                    </a:lnTo>
                    <a:lnTo>
                      <a:pt x="0" y="75"/>
                    </a:lnTo>
                    <a:lnTo>
                      <a:pt x="15" y="7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5" name="Freeform 160"/>
              <p:cNvSpPr>
                <a:spLocks/>
              </p:cNvSpPr>
              <p:nvPr/>
            </p:nvSpPr>
            <p:spPr bwMode="auto">
              <a:xfrm>
                <a:off x="3964" y="1726"/>
                <a:ext cx="34" cy="45"/>
              </a:xfrm>
              <a:custGeom>
                <a:avLst/>
                <a:gdLst>
                  <a:gd name="T0" fmla="*/ 12 w 34"/>
                  <a:gd name="T1" fmla="*/ 45 h 45"/>
                  <a:gd name="T2" fmla="*/ 0 w 34"/>
                  <a:gd name="T3" fmla="*/ 26 h 45"/>
                  <a:gd name="T4" fmla="*/ 22 w 34"/>
                  <a:gd name="T5" fmla="*/ 0 h 45"/>
                  <a:gd name="T6" fmla="*/ 34 w 34"/>
                  <a:gd name="T7" fmla="*/ 20 h 45"/>
                  <a:gd name="T8" fmla="*/ 12 w 34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45"/>
                  <a:gd name="T17" fmla="*/ 34 w 34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45">
                    <a:moveTo>
                      <a:pt x="12" y="45"/>
                    </a:moveTo>
                    <a:lnTo>
                      <a:pt x="0" y="26"/>
                    </a:lnTo>
                    <a:lnTo>
                      <a:pt x="22" y="0"/>
                    </a:lnTo>
                    <a:lnTo>
                      <a:pt x="34" y="20"/>
                    </a:lnTo>
                    <a:lnTo>
                      <a:pt x="12" y="4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6" name="Freeform 161"/>
              <p:cNvSpPr>
                <a:spLocks/>
              </p:cNvSpPr>
              <p:nvPr/>
            </p:nvSpPr>
            <p:spPr bwMode="auto">
              <a:xfrm>
                <a:off x="3976" y="1746"/>
                <a:ext cx="128" cy="213"/>
              </a:xfrm>
              <a:custGeom>
                <a:avLst/>
                <a:gdLst>
                  <a:gd name="T0" fmla="*/ 98 w 128"/>
                  <a:gd name="T1" fmla="*/ 213 h 213"/>
                  <a:gd name="T2" fmla="*/ 98 w 128"/>
                  <a:gd name="T3" fmla="*/ 213 h 213"/>
                  <a:gd name="T4" fmla="*/ 87 w 128"/>
                  <a:gd name="T5" fmla="*/ 185 h 213"/>
                  <a:gd name="T6" fmla="*/ 77 w 128"/>
                  <a:gd name="T7" fmla="*/ 160 h 213"/>
                  <a:gd name="T8" fmla="*/ 65 w 128"/>
                  <a:gd name="T9" fmla="*/ 137 h 213"/>
                  <a:gd name="T10" fmla="*/ 53 w 128"/>
                  <a:gd name="T11" fmla="*/ 112 h 213"/>
                  <a:gd name="T12" fmla="*/ 41 w 128"/>
                  <a:gd name="T13" fmla="*/ 89 h 213"/>
                  <a:gd name="T14" fmla="*/ 29 w 128"/>
                  <a:gd name="T15" fmla="*/ 69 h 213"/>
                  <a:gd name="T16" fmla="*/ 16 w 128"/>
                  <a:gd name="T17" fmla="*/ 45 h 213"/>
                  <a:gd name="T18" fmla="*/ 0 w 128"/>
                  <a:gd name="T19" fmla="*/ 24 h 213"/>
                  <a:gd name="T20" fmla="*/ 23 w 128"/>
                  <a:gd name="T21" fmla="*/ 0 h 213"/>
                  <a:gd name="T22" fmla="*/ 39 w 128"/>
                  <a:gd name="T23" fmla="*/ 23 h 213"/>
                  <a:gd name="T24" fmla="*/ 54 w 128"/>
                  <a:gd name="T25" fmla="*/ 47 h 213"/>
                  <a:gd name="T26" fmla="*/ 68 w 128"/>
                  <a:gd name="T27" fmla="*/ 70 h 213"/>
                  <a:gd name="T28" fmla="*/ 80 w 128"/>
                  <a:gd name="T29" fmla="*/ 95 h 213"/>
                  <a:gd name="T30" fmla="*/ 93 w 128"/>
                  <a:gd name="T31" fmla="*/ 120 h 213"/>
                  <a:gd name="T32" fmla="*/ 105 w 128"/>
                  <a:gd name="T33" fmla="*/ 146 h 213"/>
                  <a:gd name="T34" fmla="*/ 117 w 128"/>
                  <a:gd name="T35" fmla="*/ 173 h 213"/>
                  <a:gd name="T36" fmla="*/ 128 w 128"/>
                  <a:gd name="T37" fmla="*/ 200 h 213"/>
                  <a:gd name="T38" fmla="*/ 98 w 128"/>
                  <a:gd name="T39" fmla="*/ 213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8"/>
                  <a:gd name="T61" fmla="*/ 0 h 213"/>
                  <a:gd name="T62" fmla="*/ 128 w 128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8" h="213">
                    <a:moveTo>
                      <a:pt x="98" y="213"/>
                    </a:moveTo>
                    <a:lnTo>
                      <a:pt x="98" y="213"/>
                    </a:lnTo>
                    <a:lnTo>
                      <a:pt x="87" y="185"/>
                    </a:lnTo>
                    <a:lnTo>
                      <a:pt x="77" y="160"/>
                    </a:lnTo>
                    <a:lnTo>
                      <a:pt x="65" y="137"/>
                    </a:lnTo>
                    <a:lnTo>
                      <a:pt x="53" y="112"/>
                    </a:lnTo>
                    <a:lnTo>
                      <a:pt x="41" y="89"/>
                    </a:lnTo>
                    <a:lnTo>
                      <a:pt x="29" y="69"/>
                    </a:lnTo>
                    <a:lnTo>
                      <a:pt x="16" y="45"/>
                    </a:lnTo>
                    <a:lnTo>
                      <a:pt x="0" y="24"/>
                    </a:lnTo>
                    <a:lnTo>
                      <a:pt x="23" y="0"/>
                    </a:lnTo>
                    <a:lnTo>
                      <a:pt x="39" y="23"/>
                    </a:lnTo>
                    <a:lnTo>
                      <a:pt x="54" y="47"/>
                    </a:lnTo>
                    <a:lnTo>
                      <a:pt x="68" y="70"/>
                    </a:lnTo>
                    <a:lnTo>
                      <a:pt x="80" y="95"/>
                    </a:lnTo>
                    <a:lnTo>
                      <a:pt x="93" y="120"/>
                    </a:lnTo>
                    <a:lnTo>
                      <a:pt x="105" y="146"/>
                    </a:lnTo>
                    <a:lnTo>
                      <a:pt x="117" y="173"/>
                    </a:lnTo>
                    <a:lnTo>
                      <a:pt x="128" y="200"/>
                    </a:lnTo>
                    <a:lnTo>
                      <a:pt x="98" y="2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7" name="Freeform 162"/>
              <p:cNvSpPr>
                <a:spLocks/>
              </p:cNvSpPr>
              <p:nvPr/>
            </p:nvSpPr>
            <p:spPr bwMode="auto">
              <a:xfrm>
                <a:off x="4079" y="1950"/>
                <a:ext cx="88" cy="204"/>
              </a:xfrm>
              <a:custGeom>
                <a:avLst/>
                <a:gdLst>
                  <a:gd name="T0" fmla="*/ 56 w 88"/>
                  <a:gd name="T1" fmla="*/ 204 h 204"/>
                  <a:gd name="T2" fmla="*/ 50 w 88"/>
                  <a:gd name="T3" fmla="*/ 180 h 204"/>
                  <a:gd name="T4" fmla="*/ 46 w 88"/>
                  <a:gd name="T5" fmla="*/ 156 h 204"/>
                  <a:gd name="T6" fmla="*/ 40 w 88"/>
                  <a:gd name="T7" fmla="*/ 131 h 204"/>
                  <a:gd name="T8" fmla="*/ 33 w 88"/>
                  <a:gd name="T9" fmla="*/ 107 h 204"/>
                  <a:gd name="T10" fmla="*/ 27 w 88"/>
                  <a:gd name="T11" fmla="*/ 84 h 204"/>
                  <a:gd name="T12" fmla="*/ 18 w 88"/>
                  <a:gd name="T13" fmla="*/ 60 h 204"/>
                  <a:gd name="T14" fmla="*/ 10 w 88"/>
                  <a:gd name="T15" fmla="*/ 36 h 204"/>
                  <a:gd name="T16" fmla="*/ 0 w 88"/>
                  <a:gd name="T17" fmla="*/ 10 h 204"/>
                  <a:gd name="T18" fmla="*/ 30 w 88"/>
                  <a:gd name="T19" fmla="*/ 0 h 204"/>
                  <a:gd name="T20" fmla="*/ 40 w 88"/>
                  <a:gd name="T21" fmla="*/ 24 h 204"/>
                  <a:gd name="T22" fmla="*/ 48 w 88"/>
                  <a:gd name="T23" fmla="*/ 49 h 204"/>
                  <a:gd name="T24" fmla="*/ 57 w 88"/>
                  <a:gd name="T25" fmla="*/ 74 h 204"/>
                  <a:gd name="T26" fmla="*/ 64 w 88"/>
                  <a:gd name="T27" fmla="*/ 101 h 204"/>
                  <a:gd name="T28" fmla="*/ 71 w 88"/>
                  <a:gd name="T29" fmla="*/ 126 h 204"/>
                  <a:gd name="T30" fmla="*/ 78 w 88"/>
                  <a:gd name="T31" fmla="*/ 152 h 204"/>
                  <a:gd name="T32" fmla="*/ 84 w 88"/>
                  <a:gd name="T33" fmla="*/ 178 h 204"/>
                  <a:gd name="T34" fmla="*/ 88 w 88"/>
                  <a:gd name="T35" fmla="*/ 203 h 204"/>
                  <a:gd name="T36" fmla="*/ 56 w 88"/>
                  <a:gd name="T37" fmla="*/ 204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8"/>
                  <a:gd name="T58" fmla="*/ 0 h 204"/>
                  <a:gd name="T59" fmla="*/ 88 w 88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8" h="204">
                    <a:moveTo>
                      <a:pt x="56" y="204"/>
                    </a:moveTo>
                    <a:lnTo>
                      <a:pt x="50" y="180"/>
                    </a:lnTo>
                    <a:lnTo>
                      <a:pt x="46" y="156"/>
                    </a:lnTo>
                    <a:lnTo>
                      <a:pt x="40" y="131"/>
                    </a:lnTo>
                    <a:lnTo>
                      <a:pt x="33" y="107"/>
                    </a:lnTo>
                    <a:lnTo>
                      <a:pt x="27" y="84"/>
                    </a:lnTo>
                    <a:lnTo>
                      <a:pt x="18" y="60"/>
                    </a:lnTo>
                    <a:lnTo>
                      <a:pt x="10" y="36"/>
                    </a:lnTo>
                    <a:lnTo>
                      <a:pt x="0" y="10"/>
                    </a:lnTo>
                    <a:lnTo>
                      <a:pt x="30" y="0"/>
                    </a:lnTo>
                    <a:lnTo>
                      <a:pt x="40" y="24"/>
                    </a:lnTo>
                    <a:lnTo>
                      <a:pt x="48" y="49"/>
                    </a:lnTo>
                    <a:lnTo>
                      <a:pt x="57" y="74"/>
                    </a:lnTo>
                    <a:lnTo>
                      <a:pt x="64" y="101"/>
                    </a:lnTo>
                    <a:lnTo>
                      <a:pt x="71" y="126"/>
                    </a:lnTo>
                    <a:lnTo>
                      <a:pt x="78" y="152"/>
                    </a:lnTo>
                    <a:lnTo>
                      <a:pt x="84" y="178"/>
                    </a:lnTo>
                    <a:lnTo>
                      <a:pt x="88" y="203"/>
                    </a:lnTo>
                    <a:lnTo>
                      <a:pt x="56" y="2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8" name="Freeform 163"/>
              <p:cNvSpPr>
                <a:spLocks/>
              </p:cNvSpPr>
              <p:nvPr/>
            </p:nvSpPr>
            <p:spPr bwMode="auto">
              <a:xfrm>
                <a:off x="4139" y="2154"/>
                <a:ext cx="34" cy="22"/>
              </a:xfrm>
              <a:custGeom>
                <a:avLst/>
                <a:gdLst>
                  <a:gd name="T0" fmla="*/ 30 w 34"/>
                  <a:gd name="T1" fmla="*/ 0 h 22"/>
                  <a:gd name="T2" fmla="*/ 34 w 34"/>
                  <a:gd name="T3" fmla="*/ 21 h 22"/>
                  <a:gd name="T4" fmla="*/ 4 w 34"/>
                  <a:gd name="T5" fmla="*/ 22 h 22"/>
                  <a:gd name="T6" fmla="*/ 0 w 34"/>
                  <a:gd name="T7" fmla="*/ 1 h 22"/>
                  <a:gd name="T8" fmla="*/ 30 w 3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2"/>
                  <a:gd name="T17" fmla="*/ 34 w 34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2">
                    <a:moveTo>
                      <a:pt x="30" y="0"/>
                    </a:moveTo>
                    <a:lnTo>
                      <a:pt x="34" y="21"/>
                    </a:lnTo>
                    <a:lnTo>
                      <a:pt x="4" y="22"/>
                    </a:lnTo>
                    <a:lnTo>
                      <a:pt x="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19" name="Freeform 164"/>
              <p:cNvSpPr>
                <a:spLocks/>
              </p:cNvSpPr>
              <p:nvPr/>
            </p:nvSpPr>
            <p:spPr bwMode="auto">
              <a:xfrm>
                <a:off x="3949" y="1703"/>
                <a:ext cx="114" cy="160"/>
              </a:xfrm>
              <a:custGeom>
                <a:avLst/>
                <a:gdLst>
                  <a:gd name="T0" fmla="*/ 45 w 114"/>
                  <a:gd name="T1" fmla="*/ 160 h 160"/>
                  <a:gd name="T2" fmla="*/ 0 w 114"/>
                  <a:gd name="T3" fmla="*/ 0 h 160"/>
                  <a:gd name="T4" fmla="*/ 114 w 114"/>
                  <a:gd name="T5" fmla="*/ 94 h 160"/>
                  <a:gd name="T6" fmla="*/ 45 w 114"/>
                  <a:gd name="T7" fmla="*/ 160 h 1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0"/>
                  <a:gd name="T14" fmla="*/ 114 w 114"/>
                  <a:gd name="T15" fmla="*/ 160 h 1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0">
                    <a:moveTo>
                      <a:pt x="45" y="160"/>
                    </a:moveTo>
                    <a:lnTo>
                      <a:pt x="0" y="0"/>
                    </a:lnTo>
                    <a:lnTo>
                      <a:pt x="114" y="94"/>
                    </a:lnTo>
                    <a:lnTo>
                      <a:pt x="45" y="16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0" name="Freeform 165"/>
              <p:cNvSpPr>
                <a:spLocks/>
              </p:cNvSpPr>
              <p:nvPr/>
            </p:nvSpPr>
            <p:spPr bwMode="auto">
              <a:xfrm>
                <a:off x="3938" y="1688"/>
                <a:ext cx="59" cy="174"/>
              </a:xfrm>
              <a:custGeom>
                <a:avLst/>
                <a:gdLst>
                  <a:gd name="T0" fmla="*/ 7 w 59"/>
                  <a:gd name="T1" fmla="*/ 18 h 174"/>
                  <a:gd name="T2" fmla="*/ 13 w 59"/>
                  <a:gd name="T3" fmla="*/ 10 h 174"/>
                  <a:gd name="T4" fmla="*/ 59 w 59"/>
                  <a:gd name="T5" fmla="*/ 172 h 174"/>
                  <a:gd name="T6" fmla="*/ 50 w 59"/>
                  <a:gd name="T7" fmla="*/ 174 h 174"/>
                  <a:gd name="T8" fmla="*/ 4 w 59"/>
                  <a:gd name="T9" fmla="*/ 15 h 174"/>
                  <a:gd name="T10" fmla="*/ 11 w 59"/>
                  <a:gd name="T11" fmla="*/ 8 h 174"/>
                  <a:gd name="T12" fmla="*/ 4 w 59"/>
                  <a:gd name="T13" fmla="*/ 15 h 174"/>
                  <a:gd name="T14" fmla="*/ 0 w 59"/>
                  <a:gd name="T15" fmla="*/ 0 h 174"/>
                  <a:gd name="T16" fmla="*/ 11 w 59"/>
                  <a:gd name="T17" fmla="*/ 8 h 174"/>
                  <a:gd name="T18" fmla="*/ 7 w 59"/>
                  <a:gd name="T19" fmla="*/ 18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9"/>
                  <a:gd name="T31" fmla="*/ 0 h 174"/>
                  <a:gd name="T32" fmla="*/ 59 w 59"/>
                  <a:gd name="T33" fmla="*/ 174 h 17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9" h="174">
                    <a:moveTo>
                      <a:pt x="7" y="18"/>
                    </a:moveTo>
                    <a:lnTo>
                      <a:pt x="13" y="10"/>
                    </a:lnTo>
                    <a:lnTo>
                      <a:pt x="59" y="172"/>
                    </a:lnTo>
                    <a:lnTo>
                      <a:pt x="50" y="174"/>
                    </a:lnTo>
                    <a:lnTo>
                      <a:pt x="4" y="15"/>
                    </a:lnTo>
                    <a:lnTo>
                      <a:pt x="11" y="8"/>
                    </a:lnTo>
                    <a:lnTo>
                      <a:pt x="4" y="15"/>
                    </a:lnTo>
                    <a:lnTo>
                      <a:pt x="0" y="0"/>
                    </a:lnTo>
                    <a:lnTo>
                      <a:pt x="11" y="8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1" name="Freeform 166"/>
              <p:cNvSpPr>
                <a:spLocks/>
              </p:cNvSpPr>
              <p:nvPr/>
            </p:nvSpPr>
            <p:spPr bwMode="auto">
              <a:xfrm>
                <a:off x="3945" y="1697"/>
                <a:ext cx="125" cy="103"/>
              </a:xfrm>
              <a:custGeom>
                <a:avLst/>
                <a:gdLst>
                  <a:gd name="T0" fmla="*/ 113 w 125"/>
                  <a:gd name="T1" fmla="*/ 92 h 103"/>
                  <a:gd name="T2" fmla="*/ 115 w 125"/>
                  <a:gd name="T3" fmla="*/ 103 h 103"/>
                  <a:gd name="T4" fmla="*/ 0 w 125"/>
                  <a:gd name="T5" fmla="*/ 9 h 103"/>
                  <a:gd name="T6" fmla="*/ 3 w 125"/>
                  <a:gd name="T7" fmla="*/ 0 h 103"/>
                  <a:gd name="T8" fmla="*/ 118 w 125"/>
                  <a:gd name="T9" fmla="*/ 94 h 103"/>
                  <a:gd name="T10" fmla="*/ 120 w 125"/>
                  <a:gd name="T11" fmla="*/ 103 h 103"/>
                  <a:gd name="T12" fmla="*/ 118 w 125"/>
                  <a:gd name="T13" fmla="*/ 94 h 103"/>
                  <a:gd name="T14" fmla="*/ 125 w 125"/>
                  <a:gd name="T15" fmla="*/ 99 h 103"/>
                  <a:gd name="T16" fmla="*/ 120 w 125"/>
                  <a:gd name="T17" fmla="*/ 103 h 103"/>
                  <a:gd name="T18" fmla="*/ 113 w 125"/>
                  <a:gd name="T19" fmla="*/ 92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5"/>
                  <a:gd name="T31" fmla="*/ 0 h 103"/>
                  <a:gd name="T32" fmla="*/ 125 w 125"/>
                  <a:gd name="T33" fmla="*/ 103 h 10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5" h="103">
                    <a:moveTo>
                      <a:pt x="113" y="92"/>
                    </a:moveTo>
                    <a:lnTo>
                      <a:pt x="115" y="103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8" y="94"/>
                    </a:lnTo>
                    <a:lnTo>
                      <a:pt x="120" y="103"/>
                    </a:lnTo>
                    <a:lnTo>
                      <a:pt x="118" y="94"/>
                    </a:lnTo>
                    <a:lnTo>
                      <a:pt x="125" y="99"/>
                    </a:lnTo>
                    <a:lnTo>
                      <a:pt x="120" y="103"/>
                    </a:lnTo>
                    <a:lnTo>
                      <a:pt x="113" y="9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2" name="Freeform 167"/>
              <p:cNvSpPr>
                <a:spLocks/>
              </p:cNvSpPr>
              <p:nvPr/>
            </p:nvSpPr>
            <p:spPr bwMode="auto">
              <a:xfrm>
                <a:off x="3991" y="1790"/>
                <a:ext cx="75" cy="82"/>
              </a:xfrm>
              <a:custGeom>
                <a:avLst/>
                <a:gdLst>
                  <a:gd name="T0" fmla="*/ 8 w 75"/>
                  <a:gd name="T1" fmla="*/ 70 h 82"/>
                  <a:gd name="T2" fmla="*/ 1 w 75"/>
                  <a:gd name="T3" fmla="*/ 67 h 82"/>
                  <a:gd name="T4" fmla="*/ 69 w 75"/>
                  <a:gd name="T5" fmla="*/ 0 h 82"/>
                  <a:gd name="T6" fmla="*/ 75 w 75"/>
                  <a:gd name="T7" fmla="*/ 11 h 82"/>
                  <a:gd name="T8" fmla="*/ 8 w 75"/>
                  <a:gd name="T9" fmla="*/ 77 h 82"/>
                  <a:gd name="T10" fmla="*/ 0 w 75"/>
                  <a:gd name="T11" fmla="*/ 73 h 82"/>
                  <a:gd name="T12" fmla="*/ 8 w 75"/>
                  <a:gd name="T13" fmla="*/ 77 h 82"/>
                  <a:gd name="T14" fmla="*/ 2 w 75"/>
                  <a:gd name="T15" fmla="*/ 82 h 82"/>
                  <a:gd name="T16" fmla="*/ 0 w 75"/>
                  <a:gd name="T17" fmla="*/ 73 h 82"/>
                  <a:gd name="T18" fmla="*/ 8 w 75"/>
                  <a:gd name="T19" fmla="*/ 70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5"/>
                  <a:gd name="T31" fmla="*/ 0 h 82"/>
                  <a:gd name="T32" fmla="*/ 75 w 75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5" h="82">
                    <a:moveTo>
                      <a:pt x="8" y="70"/>
                    </a:moveTo>
                    <a:lnTo>
                      <a:pt x="1" y="67"/>
                    </a:lnTo>
                    <a:lnTo>
                      <a:pt x="69" y="0"/>
                    </a:lnTo>
                    <a:lnTo>
                      <a:pt x="75" y="11"/>
                    </a:lnTo>
                    <a:lnTo>
                      <a:pt x="8" y="77"/>
                    </a:lnTo>
                    <a:lnTo>
                      <a:pt x="0" y="73"/>
                    </a:lnTo>
                    <a:lnTo>
                      <a:pt x="8" y="77"/>
                    </a:lnTo>
                    <a:lnTo>
                      <a:pt x="2" y="82"/>
                    </a:lnTo>
                    <a:lnTo>
                      <a:pt x="0" y="73"/>
                    </a:lnTo>
                    <a:lnTo>
                      <a:pt x="8" y="7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3" name="Freeform 168"/>
              <p:cNvSpPr>
                <a:spLocks/>
              </p:cNvSpPr>
              <p:nvPr/>
            </p:nvSpPr>
            <p:spPr bwMode="auto">
              <a:xfrm>
                <a:off x="3967" y="1732"/>
                <a:ext cx="30" cy="36"/>
              </a:xfrm>
              <a:custGeom>
                <a:avLst/>
                <a:gdLst>
                  <a:gd name="T0" fmla="*/ 11 w 30"/>
                  <a:gd name="T1" fmla="*/ 36 h 36"/>
                  <a:gd name="T2" fmla="*/ 0 w 30"/>
                  <a:gd name="T3" fmla="*/ 21 h 36"/>
                  <a:gd name="T4" fmla="*/ 20 w 30"/>
                  <a:gd name="T5" fmla="*/ 0 h 36"/>
                  <a:gd name="T6" fmla="*/ 30 w 30"/>
                  <a:gd name="T7" fmla="*/ 15 h 36"/>
                  <a:gd name="T8" fmla="*/ 11 w 3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6"/>
                  <a:gd name="T17" fmla="*/ 30 w 3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6">
                    <a:moveTo>
                      <a:pt x="11" y="36"/>
                    </a:moveTo>
                    <a:lnTo>
                      <a:pt x="0" y="21"/>
                    </a:lnTo>
                    <a:lnTo>
                      <a:pt x="20" y="0"/>
                    </a:lnTo>
                    <a:lnTo>
                      <a:pt x="30" y="15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4" name="Freeform 169"/>
              <p:cNvSpPr>
                <a:spLocks/>
              </p:cNvSpPr>
              <p:nvPr/>
            </p:nvSpPr>
            <p:spPr bwMode="auto">
              <a:xfrm>
                <a:off x="3981" y="1748"/>
                <a:ext cx="123" cy="211"/>
              </a:xfrm>
              <a:custGeom>
                <a:avLst/>
                <a:gdLst>
                  <a:gd name="T0" fmla="*/ 98 w 123"/>
                  <a:gd name="T1" fmla="*/ 211 h 211"/>
                  <a:gd name="T2" fmla="*/ 98 w 123"/>
                  <a:gd name="T3" fmla="*/ 211 h 211"/>
                  <a:gd name="T4" fmla="*/ 88 w 123"/>
                  <a:gd name="T5" fmla="*/ 183 h 211"/>
                  <a:gd name="T6" fmla="*/ 77 w 123"/>
                  <a:gd name="T7" fmla="*/ 158 h 211"/>
                  <a:gd name="T8" fmla="*/ 65 w 123"/>
                  <a:gd name="T9" fmla="*/ 133 h 211"/>
                  <a:gd name="T10" fmla="*/ 53 w 123"/>
                  <a:gd name="T11" fmla="*/ 110 h 211"/>
                  <a:gd name="T12" fmla="*/ 41 w 123"/>
                  <a:gd name="T13" fmla="*/ 87 h 211"/>
                  <a:gd name="T14" fmla="*/ 29 w 123"/>
                  <a:gd name="T15" fmla="*/ 65 h 211"/>
                  <a:gd name="T16" fmla="*/ 15 w 123"/>
                  <a:gd name="T17" fmla="*/ 42 h 211"/>
                  <a:gd name="T18" fmla="*/ 0 w 123"/>
                  <a:gd name="T19" fmla="*/ 20 h 211"/>
                  <a:gd name="T20" fmla="*/ 18 w 123"/>
                  <a:gd name="T21" fmla="*/ 0 h 211"/>
                  <a:gd name="T22" fmla="*/ 34 w 123"/>
                  <a:gd name="T23" fmla="*/ 23 h 211"/>
                  <a:gd name="T24" fmla="*/ 49 w 123"/>
                  <a:gd name="T25" fmla="*/ 47 h 211"/>
                  <a:gd name="T26" fmla="*/ 63 w 123"/>
                  <a:gd name="T27" fmla="*/ 71 h 211"/>
                  <a:gd name="T28" fmla="*/ 75 w 123"/>
                  <a:gd name="T29" fmla="*/ 96 h 211"/>
                  <a:gd name="T30" fmla="*/ 88 w 123"/>
                  <a:gd name="T31" fmla="*/ 120 h 211"/>
                  <a:gd name="T32" fmla="*/ 100 w 123"/>
                  <a:gd name="T33" fmla="*/ 146 h 211"/>
                  <a:gd name="T34" fmla="*/ 112 w 123"/>
                  <a:gd name="T35" fmla="*/ 173 h 211"/>
                  <a:gd name="T36" fmla="*/ 123 w 123"/>
                  <a:gd name="T37" fmla="*/ 200 h 211"/>
                  <a:gd name="T38" fmla="*/ 98 w 123"/>
                  <a:gd name="T39" fmla="*/ 211 h 2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211"/>
                  <a:gd name="T62" fmla="*/ 123 w 123"/>
                  <a:gd name="T63" fmla="*/ 211 h 2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211">
                    <a:moveTo>
                      <a:pt x="98" y="211"/>
                    </a:moveTo>
                    <a:lnTo>
                      <a:pt x="98" y="211"/>
                    </a:lnTo>
                    <a:lnTo>
                      <a:pt x="88" y="183"/>
                    </a:lnTo>
                    <a:lnTo>
                      <a:pt x="77" y="158"/>
                    </a:lnTo>
                    <a:lnTo>
                      <a:pt x="65" y="133"/>
                    </a:lnTo>
                    <a:lnTo>
                      <a:pt x="53" y="110"/>
                    </a:lnTo>
                    <a:lnTo>
                      <a:pt x="41" y="87"/>
                    </a:lnTo>
                    <a:lnTo>
                      <a:pt x="29" y="65"/>
                    </a:lnTo>
                    <a:lnTo>
                      <a:pt x="15" y="42"/>
                    </a:lnTo>
                    <a:lnTo>
                      <a:pt x="0" y="20"/>
                    </a:lnTo>
                    <a:lnTo>
                      <a:pt x="18" y="0"/>
                    </a:lnTo>
                    <a:lnTo>
                      <a:pt x="34" y="23"/>
                    </a:lnTo>
                    <a:lnTo>
                      <a:pt x="49" y="47"/>
                    </a:lnTo>
                    <a:lnTo>
                      <a:pt x="63" y="71"/>
                    </a:lnTo>
                    <a:lnTo>
                      <a:pt x="75" y="96"/>
                    </a:lnTo>
                    <a:lnTo>
                      <a:pt x="88" y="120"/>
                    </a:lnTo>
                    <a:lnTo>
                      <a:pt x="100" y="146"/>
                    </a:lnTo>
                    <a:lnTo>
                      <a:pt x="112" y="173"/>
                    </a:lnTo>
                    <a:lnTo>
                      <a:pt x="123" y="200"/>
                    </a:lnTo>
                    <a:lnTo>
                      <a:pt x="98" y="211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5" name="Freeform 170"/>
              <p:cNvSpPr>
                <a:spLocks/>
              </p:cNvSpPr>
              <p:nvPr/>
            </p:nvSpPr>
            <p:spPr bwMode="auto">
              <a:xfrm>
                <a:off x="4084" y="1951"/>
                <a:ext cx="81" cy="203"/>
              </a:xfrm>
              <a:custGeom>
                <a:avLst/>
                <a:gdLst>
                  <a:gd name="T0" fmla="*/ 55 w 81"/>
                  <a:gd name="T1" fmla="*/ 203 h 203"/>
                  <a:gd name="T2" fmla="*/ 51 w 81"/>
                  <a:gd name="T3" fmla="*/ 179 h 203"/>
                  <a:gd name="T4" fmla="*/ 44 w 81"/>
                  <a:gd name="T5" fmla="*/ 155 h 203"/>
                  <a:gd name="T6" fmla="*/ 39 w 81"/>
                  <a:gd name="T7" fmla="*/ 130 h 203"/>
                  <a:gd name="T8" fmla="*/ 33 w 81"/>
                  <a:gd name="T9" fmla="*/ 106 h 203"/>
                  <a:gd name="T10" fmla="*/ 25 w 81"/>
                  <a:gd name="T11" fmla="*/ 83 h 203"/>
                  <a:gd name="T12" fmla="*/ 18 w 81"/>
                  <a:gd name="T13" fmla="*/ 58 h 203"/>
                  <a:gd name="T14" fmla="*/ 9 w 81"/>
                  <a:gd name="T15" fmla="*/ 34 h 203"/>
                  <a:gd name="T16" fmla="*/ 0 w 81"/>
                  <a:gd name="T17" fmla="*/ 8 h 203"/>
                  <a:gd name="T18" fmla="*/ 23 w 81"/>
                  <a:gd name="T19" fmla="*/ 0 h 203"/>
                  <a:gd name="T20" fmla="*/ 33 w 81"/>
                  <a:gd name="T21" fmla="*/ 24 h 203"/>
                  <a:gd name="T22" fmla="*/ 41 w 81"/>
                  <a:gd name="T23" fmla="*/ 49 h 203"/>
                  <a:gd name="T24" fmla="*/ 51 w 81"/>
                  <a:gd name="T25" fmla="*/ 75 h 203"/>
                  <a:gd name="T26" fmla="*/ 58 w 81"/>
                  <a:gd name="T27" fmla="*/ 100 h 203"/>
                  <a:gd name="T28" fmla="*/ 65 w 81"/>
                  <a:gd name="T29" fmla="*/ 126 h 203"/>
                  <a:gd name="T30" fmla="*/ 70 w 81"/>
                  <a:gd name="T31" fmla="*/ 152 h 203"/>
                  <a:gd name="T32" fmla="*/ 76 w 81"/>
                  <a:gd name="T33" fmla="*/ 177 h 203"/>
                  <a:gd name="T34" fmla="*/ 81 w 81"/>
                  <a:gd name="T35" fmla="*/ 203 h 203"/>
                  <a:gd name="T36" fmla="*/ 55 w 81"/>
                  <a:gd name="T37" fmla="*/ 203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1"/>
                  <a:gd name="T58" fmla="*/ 0 h 203"/>
                  <a:gd name="T59" fmla="*/ 81 w 81"/>
                  <a:gd name="T60" fmla="*/ 203 h 2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1" h="203">
                    <a:moveTo>
                      <a:pt x="55" y="203"/>
                    </a:moveTo>
                    <a:lnTo>
                      <a:pt x="51" y="179"/>
                    </a:lnTo>
                    <a:lnTo>
                      <a:pt x="44" y="155"/>
                    </a:lnTo>
                    <a:lnTo>
                      <a:pt x="39" y="130"/>
                    </a:lnTo>
                    <a:lnTo>
                      <a:pt x="33" y="106"/>
                    </a:lnTo>
                    <a:lnTo>
                      <a:pt x="25" y="83"/>
                    </a:lnTo>
                    <a:lnTo>
                      <a:pt x="18" y="58"/>
                    </a:lnTo>
                    <a:lnTo>
                      <a:pt x="9" y="34"/>
                    </a:lnTo>
                    <a:lnTo>
                      <a:pt x="0" y="8"/>
                    </a:lnTo>
                    <a:lnTo>
                      <a:pt x="23" y="0"/>
                    </a:lnTo>
                    <a:lnTo>
                      <a:pt x="33" y="24"/>
                    </a:lnTo>
                    <a:lnTo>
                      <a:pt x="41" y="49"/>
                    </a:lnTo>
                    <a:lnTo>
                      <a:pt x="51" y="75"/>
                    </a:lnTo>
                    <a:lnTo>
                      <a:pt x="58" y="100"/>
                    </a:lnTo>
                    <a:lnTo>
                      <a:pt x="65" y="126"/>
                    </a:lnTo>
                    <a:lnTo>
                      <a:pt x="70" y="152"/>
                    </a:lnTo>
                    <a:lnTo>
                      <a:pt x="76" y="177"/>
                    </a:lnTo>
                    <a:lnTo>
                      <a:pt x="81" y="203"/>
                    </a:lnTo>
                    <a:lnTo>
                      <a:pt x="55" y="20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6" name="Freeform 171"/>
              <p:cNvSpPr>
                <a:spLocks/>
              </p:cNvSpPr>
              <p:nvPr/>
            </p:nvSpPr>
            <p:spPr bwMode="auto">
              <a:xfrm>
                <a:off x="4140" y="2154"/>
                <a:ext cx="30" cy="18"/>
              </a:xfrm>
              <a:custGeom>
                <a:avLst/>
                <a:gdLst>
                  <a:gd name="T0" fmla="*/ 27 w 30"/>
                  <a:gd name="T1" fmla="*/ 0 h 18"/>
                  <a:gd name="T2" fmla="*/ 30 w 30"/>
                  <a:gd name="T3" fmla="*/ 18 h 18"/>
                  <a:gd name="T4" fmla="*/ 3 w 30"/>
                  <a:gd name="T5" fmla="*/ 18 h 18"/>
                  <a:gd name="T6" fmla="*/ 0 w 30"/>
                  <a:gd name="T7" fmla="*/ 0 h 18"/>
                  <a:gd name="T8" fmla="*/ 27 w 30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18"/>
                  <a:gd name="T17" fmla="*/ 30 w 30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18">
                    <a:moveTo>
                      <a:pt x="27" y="0"/>
                    </a:moveTo>
                    <a:lnTo>
                      <a:pt x="30" y="18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7" name="Freeform 172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8" name="Freeform 173"/>
              <p:cNvSpPr>
                <a:spLocks/>
              </p:cNvSpPr>
              <p:nvPr/>
            </p:nvSpPr>
            <p:spPr bwMode="auto">
              <a:xfrm>
                <a:off x="2472" y="1465"/>
                <a:ext cx="180" cy="72"/>
              </a:xfrm>
              <a:custGeom>
                <a:avLst/>
                <a:gdLst>
                  <a:gd name="T0" fmla="*/ 31 w 180"/>
                  <a:gd name="T1" fmla="*/ 62 h 72"/>
                  <a:gd name="T2" fmla="*/ 22 w 180"/>
                  <a:gd name="T3" fmla="*/ 51 h 72"/>
                  <a:gd name="T4" fmla="*/ 179 w 180"/>
                  <a:gd name="T5" fmla="*/ 0 h 72"/>
                  <a:gd name="T6" fmla="*/ 180 w 180"/>
                  <a:gd name="T7" fmla="*/ 14 h 72"/>
                  <a:gd name="T8" fmla="*/ 24 w 180"/>
                  <a:gd name="T9" fmla="*/ 66 h 72"/>
                  <a:gd name="T10" fmla="*/ 16 w 180"/>
                  <a:gd name="T11" fmla="*/ 54 h 72"/>
                  <a:gd name="T12" fmla="*/ 24 w 180"/>
                  <a:gd name="T13" fmla="*/ 66 h 72"/>
                  <a:gd name="T14" fmla="*/ 0 w 180"/>
                  <a:gd name="T15" fmla="*/ 72 h 72"/>
                  <a:gd name="T16" fmla="*/ 16 w 180"/>
                  <a:gd name="T17" fmla="*/ 54 h 72"/>
                  <a:gd name="T18" fmla="*/ 31 w 180"/>
                  <a:gd name="T19" fmla="*/ 62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0"/>
                  <a:gd name="T31" fmla="*/ 0 h 72"/>
                  <a:gd name="T32" fmla="*/ 180 w 180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0" h="72">
                    <a:moveTo>
                      <a:pt x="31" y="62"/>
                    </a:moveTo>
                    <a:lnTo>
                      <a:pt x="22" y="51"/>
                    </a:lnTo>
                    <a:lnTo>
                      <a:pt x="179" y="0"/>
                    </a:lnTo>
                    <a:lnTo>
                      <a:pt x="180" y="14"/>
                    </a:lnTo>
                    <a:lnTo>
                      <a:pt x="24" y="66"/>
                    </a:lnTo>
                    <a:lnTo>
                      <a:pt x="16" y="54"/>
                    </a:lnTo>
                    <a:lnTo>
                      <a:pt x="24" y="66"/>
                    </a:lnTo>
                    <a:lnTo>
                      <a:pt x="0" y="72"/>
                    </a:lnTo>
                    <a:lnTo>
                      <a:pt x="16" y="54"/>
                    </a:lnTo>
                    <a:lnTo>
                      <a:pt x="31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29" name="Freeform 174"/>
              <p:cNvSpPr>
                <a:spLocks/>
              </p:cNvSpPr>
              <p:nvPr/>
            </p:nvSpPr>
            <p:spPr bwMode="auto">
              <a:xfrm>
                <a:off x="2487" y="1388"/>
                <a:ext cx="115" cy="137"/>
              </a:xfrm>
              <a:custGeom>
                <a:avLst/>
                <a:gdLst>
                  <a:gd name="T0" fmla="*/ 97 w 115"/>
                  <a:gd name="T1" fmla="*/ 20 h 137"/>
                  <a:gd name="T2" fmla="*/ 114 w 115"/>
                  <a:gd name="T3" fmla="*/ 18 h 137"/>
                  <a:gd name="T4" fmla="*/ 15 w 115"/>
                  <a:gd name="T5" fmla="*/ 137 h 137"/>
                  <a:gd name="T6" fmla="*/ 0 w 115"/>
                  <a:gd name="T7" fmla="*/ 131 h 137"/>
                  <a:gd name="T8" fmla="*/ 99 w 115"/>
                  <a:gd name="T9" fmla="*/ 10 h 137"/>
                  <a:gd name="T10" fmla="*/ 115 w 115"/>
                  <a:gd name="T11" fmla="*/ 8 h 137"/>
                  <a:gd name="T12" fmla="*/ 99 w 115"/>
                  <a:gd name="T13" fmla="*/ 10 h 137"/>
                  <a:gd name="T14" fmla="*/ 109 w 115"/>
                  <a:gd name="T15" fmla="*/ 0 h 137"/>
                  <a:gd name="T16" fmla="*/ 115 w 115"/>
                  <a:gd name="T17" fmla="*/ 8 h 137"/>
                  <a:gd name="T18" fmla="*/ 97 w 115"/>
                  <a:gd name="T19" fmla="*/ 20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37"/>
                  <a:gd name="T32" fmla="*/ 115 w 115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37">
                    <a:moveTo>
                      <a:pt x="97" y="20"/>
                    </a:moveTo>
                    <a:lnTo>
                      <a:pt x="114" y="18"/>
                    </a:lnTo>
                    <a:lnTo>
                      <a:pt x="15" y="137"/>
                    </a:lnTo>
                    <a:lnTo>
                      <a:pt x="0" y="131"/>
                    </a:lnTo>
                    <a:lnTo>
                      <a:pt x="99" y="10"/>
                    </a:lnTo>
                    <a:lnTo>
                      <a:pt x="115" y="8"/>
                    </a:lnTo>
                    <a:lnTo>
                      <a:pt x="99" y="10"/>
                    </a:lnTo>
                    <a:lnTo>
                      <a:pt x="109" y="0"/>
                    </a:lnTo>
                    <a:lnTo>
                      <a:pt x="115" y="8"/>
                    </a:lnTo>
                    <a:lnTo>
                      <a:pt x="97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0" name="Freeform 175"/>
              <p:cNvSpPr>
                <a:spLocks/>
              </p:cNvSpPr>
              <p:nvPr/>
            </p:nvSpPr>
            <p:spPr bwMode="auto">
              <a:xfrm>
                <a:off x="2585" y="1397"/>
                <a:ext cx="80" cy="85"/>
              </a:xfrm>
              <a:custGeom>
                <a:avLst/>
                <a:gdLst>
                  <a:gd name="T0" fmla="*/ 64 w 80"/>
                  <a:gd name="T1" fmla="*/ 70 h 85"/>
                  <a:gd name="T2" fmla="*/ 57 w 80"/>
                  <a:gd name="T3" fmla="*/ 82 h 85"/>
                  <a:gd name="T4" fmla="*/ 0 w 80"/>
                  <a:gd name="T5" fmla="*/ 10 h 85"/>
                  <a:gd name="T6" fmla="*/ 18 w 80"/>
                  <a:gd name="T7" fmla="*/ 0 h 85"/>
                  <a:gd name="T8" fmla="*/ 75 w 80"/>
                  <a:gd name="T9" fmla="*/ 71 h 85"/>
                  <a:gd name="T10" fmla="*/ 66 w 80"/>
                  <a:gd name="T11" fmla="*/ 85 h 85"/>
                  <a:gd name="T12" fmla="*/ 75 w 80"/>
                  <a:gd name="T13" fmla="*/ 71 h 85"/>
                  <a:gd name="T14" fmla="*/ 80 w 80"/>
                  <a:gd name="T15" fmla="*/ 80 h 85"/>
                  <a:gd name="T16" fmla="*/ 66 w 80"/>
                  <a:gd name="T17" fmla="*/ 85 h 85"/>
                  <a:gd name="T18" fmla="*/ 64 w 80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85"/>
                  <a:gd name="T32" fmla="*/ 80 w 80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85">
                    <a:moveTo>
                      <a:pt x="64" y="70"/>
                    </a:moveTo>
                    <a:lnTo>
                      <a:pt x="57" y="82"/>
                    </a:lnTo>
                    <a:lnTo>
                      <a:pt x="0" y="10"/>
                    </a:lnTo>
                    <a:lnTo>
                      <a:pt x="18" y="0"/>
                    </a:lnTo>
                    <a:lnTo>
                      <a:pt x="75" y="71"/>
                    </a:lnTo>
                    <a:lnTo>
                      <a:pt x="66" y="85"/>
                    </a:lnTo>
                    <a:lnTo>
                      <a:pt x="75" y="71"/>
                    </a:lnTo>
                    <a:lnTo>
                      <a:pt x="80" y="80"/>
                    </a:lnTo>
                    <a:lnTo>
                      <a:pt x="66" y="85"/>
                    </a:lnTo>
                    <a:lnTo>
                      <a:pt x="64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1" name="Freeform 176"/>
              <p:cNvSpPr>
                <a:spLocks/>
              </p:cNvSpPr>
              <p:nvPr/>
            </p:nvSpPr>
            <p:spPr bwMode="auto">
              <a:xfrm>
                <a:off x="2509" y="1475"/>
                <a:ext cx="40" cy="39"/>
              </a:xfrm>
              <a:custGeom>
                <a:avLst/>
                <a:gdLst>
                  <a:gd name="T0" fmla="*/ 40 w 40"/>
                  <a:gd name="T1" fmla="*/ 25 h 39"/>
                  <a:gd name="T2" fmla="*/ 22 w 40"/>
                  <a:gd name="T3" fmla="*/ 39 h 39"/>
                  <a:gd name="T4" fmla="*/ 0 w 40"/>
                  <a:gd name="T5" fmla="*/ 13 h 39"/>
                  <a:gd name="T6" fmla="*/ 19 w 40"/>
                  <a:gd name="T7" fmla="*/ 0 h 39"/>
                  <a:gd name="T8" fmla="*/ 40 w 40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39"/>
                  <a:gd name="T17" fmla="*/ 40 w 40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39">
                    <a:moveTo>
                      <a:pt x="40" y="25"/>
                    </a:moveTo>
                    <a:lnTo>
                      <a:pt x="22" y="39"/>
                    </a:lnTo>
                    <a:lnTo>
                      <a:pt x="0" y="13"/>
                    </a:lnTo>
                    <a:lnTo>
                      <a:pt x="19" y="0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2" name="Freeform 177"/>
              <p:cNvSpPr>
                <a:spLocks/>
              </p:cNvSpPr>
              <p:nvPr/>
            </p:nvSpPr>
            <p:spPr bwMode="auto">
              <a:xfrm>
                <a:off x="2531" y="1359"/>
                <a:ext cx="220" cy="143"/>
              </a:xfrm>
              <a:custGeom>
                <a:avLst/>
                <a:gdLst>
                  <a:gd name="T0" fmla="*/ 220 w 220"/>
                  <a:gd name="T1" fmla="*/ 30 h 143"/>
                  <a:gd name="T2" fmla="*/ 220 w 220"/>
                  <a:gd name="T3" fmla="*/ 30 h 143"/>
                  <a:gd name="T4" fmla="*/ 167 w 220"/>
                  <a:gd name="T5" fmla="*/ 54 h 143"/>
                  <a:gd name="T6" fmla="*/ 115 w 220"/>
                  <a:gd name="T7" fmla="*/ 82 h 143"/>
                  <a:gd name="T8" fmla="*/ 67 w 220"/>
                  <a:gd name="T9" fmla="*/ 111 h 143"/>
                  <a:gd name="T10" fmla="*/ 20 w 220"/>
                  <a:gd name="T11" fmla="*/ 143 h 143"/>
                  <a:gd name="T12" fmla="*/ 0 w 220"/>
                  <a:gd name="T13" fmla="*/ 119 h 143"/>
                  <a:gd name="T14" fmla="*/ 49 w 220"/>
                  <a:gd name="T15" fmla="*/ 85 h 143"/>
                  <a:gd name="T16" fmla="*/ 99 w 220"/>
                  <a:gd name="T17" fmla="*/ 54 h 143"/>
                  <a:gd name="T18" fmla="*/ 154 w 220"/>
                  <a:gd name="T19" fmla="*/ 25 h 143"/>
                  <a:gd name="T20" fmla="*/ 211 w 220"/>
                  <a:gd name="T21" fmla="*/ 0 h 143"/>
                  <a:gd name="T22" fmla="*/ 220 w 220"/>
                  <a:gd name="T23" fmla="*/ 3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0"/>
                  <a:gd name="T37" fmla="*/ 0 h 143"/>
                  <a:gd name="T38" fmla="*/ 220 w 220"/>
                  <a:gd name="T39" fmla="*/ 143 h 1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0" h="143">
                    <a:moveTo>
                      <a:pt x="220" y="30"/>
                    </a:moveTo>
                    <a:lnTo>
                      <a:pt x="220" y="30"/>
                    </a:lnTo>
                    <a:lnTo>
                      <a:pt x="167" y="54"/>
                    </a:lnTo>
                    <a:lnTo>
                      <a:pt x="115" y="82"/>
                    </a:lnTo>
                    <a:lnTo>
                      <a:pt x="67" y="111"/>
                    </a:lnTo>
                    <a:lnTo>
                      <a:pt x="20" y="143"/>
                    </a:lnTo>
                    <a:lnTo>
                      <a:pt x="0" y="119"/>
                    </a:lnTo>
                    <a:lnTo>
                      <a:pt x="49" y="85"/>
                    </a:lnTo>
                    <a:lnTo>
                      <a:pt x="99" y="54"/>
                    </a:lnTo>
                    <a:lnTo>
                      <a:pt x="154" y="25"/>
                    </a:lnTo>
                    <a:lnTo>
                      <a:pt x="211" y="0"/>
                    </a:lnTo>
                    <a:lnTo>
                      <a:pt x="220" y="3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3" name="Freeform 178"/>
              <p:cNvSpPr>
                <a:spLocks/>
              </p:cNvSpPr>
              <p:nvPr/>
            </p:nvSpPr>
            <p:spPr bwMode="auto">
              <a:xfrm>
                <a:off x="2746" y="1297"/>
                <a:ext cx="199" cy="93"/>
              </a:xfrm>
              <a:custGeom>
                <a:avLst/>
                <a:gdLst>
                  <a:gd name="T0" fmla="*/ 197 w 199"/>
                  <a:gd name="T1" fmla="*/ 35 h 93"/>
                  <a:gd name="T2" fmla="*/ 174 w 199"/>
                  <a:gd name="T3" fmla="*/ 39 h 93"/>
                  <a:gd name="T4" fmla="*/ 151 w 199"/>
                  <a:gd name="T5" fmla="*/ 45 h 93"/>
                  <a:gd name="T6" fmla="*/ 128 w 199"/>
                  <a:gd name="T7" fmla="*/ 52 h 93"/>
                  <a:gd name="T8" fmla="*/ 104 w 199"/>
                  <a:gd name="T9" fmla="*/ 59 h 93"/>
                  <a:gd name="T10" fmla="*/ 81 w 199"/>
                  <a:gd name="T11" fmla="*/ 66 h 93"/>
                  <a:gd name="T12" fmla="*/ 57 w 199"/>
                  <a:gd name="T13" fmla="*/ 75 h 93"/>
                  <a:gd name="T14" fmla="*/ 34 w 199"/>
                  <a:gd name="T15" fmla="*/ 84 h 93"/>
                  <a:gd name="T16" fmla="*/ 10 w 199"/>
                  <a:gd name="T17" fmla="*/ 93 h 93"/>
                  <a:gd name="T18" fmla="*/ 0 w 199"/>
                  <a:gd name="T19" fmla="*/ 62 h 93"/>
                  <a:gd name="T20" fmla="*/ 25 w 199"/>
                  <a:gd name="T21" fmla="*/ 52 h 93"/>
                  <a:gd name="T22" fmla="*/ 50 w 199"/>
                  <a:gd name="T23" fmla="*/ 41 h 93"/>
                  <a:gd name="T24" fmla="*/ 75 w 199"/>
                  <a:gd name="T25" fmla="*/ 33 h 93"/>
                  <a:gd name="T26" fmla="*/ 100 w 199"/>
                  <a:gd name="T27" fmla="*/ 24 h 93"/>
                  <a:gd name="T28" fmla="*/ 126 w 199"/>
                  <a:gd name="T29" fmla="*/ 18 h 93"/>
                  <a:gd name="T30" fmla="*/ 149 w 199"/>
                  <a:gd name="T31" fmla="*/ 10 h 93"/>
                  <a:gd name="T32" fmla="*/ 176 w 199"/>
                  <a:gd name="T33" fmla="*/ 5 h 93"/>
                  <a:gd name="T34" fmla="*/ 199 w 199"/>
                  <a:gd name="T35" fmla="*/ 0 h 93"/>
                  <a:gd name="T36" fmla="*/ 197 w 199"/>
                  <a:gd name="T37" fmla="*/ 35 h 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9"/>
                  <a:gd name="T58" fmla="*/ 0 h 93"/>
                  <a:gd name="T59" fmla="*/ 199 w 199"/>
                  <a:gd name="T60" fmla="*/ 93 h 9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9" h="93">
                    <a:moveTo>
                      <a:pt x="197" y="35"/>
                    </a:moveTo>
                    <a:lnTo>
                      <a:pt x="174" y="39"/>
                    </a:lnTo>
                    <a:lnTo>
                      <a:pt x="151" y="45"/>
                    </a:lnTo>
                    <a:lnTo>
                      <a:pt x="128" y="52"/>
                    </a:lnTo>
                    <a:lnTo>
                      <a:pt x="104" y="59"/>
                    </a:lnTo>
                    <a:lnTo>
                      <a:pt x="81" y="66"/>
                    </a:lnTo>
                    <a:lnTo>
                      <a:pt x="57" y="75"/>
                    </a:lnTo>
                    <a:lnTo>
                      <a:pt x="34" y="84"/>
                    </a:lnTo>
                    <a:lnTo>
                      <a:pt x="10" y="93"/>
                    </a:lnTo>
                    <a:lnTo>
                      <a:pt x="0" y="62"/>
                    </a:lnTo>
                    <a:lnTo>
                      <a:pt x="25" y="52"/>
                    </a:lnTo>
                    <a:lnTo>
                      <a:pt x="50" y="41"/>
                    </a:lnTo>
                    <a:lnTo>
                      <a:pt x="75" y="33"/>
                    </a:lnTo>
                    <a:lnTo>
                      <a:pt x="100" y="24"/>
                    </a:lnTo>
                    <a:lnTo>
                      <a:pt x="126" y="18"/>
                    </a:lnTo>
                    <a:lnTo>
                      <a:pt x="149" y="10"/>
                    </a:lnTo>
                    <a:lnTo>
                      <a:pt x="176" y="5"/>
                    </a:lnTo>
                    <a:lnTo>
                      <a:pt x="199" y="0"/>
                    </a:lnTo>
                    <a:lnTo>
                      <a:pt x="197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4" name="Freeform 179"/>
              <p:cNvSpPr>
                <a:spLocks/>
              </p:cNvSpPr>
              <p:nvPr/>
            </p:nvSpPr>
            <p:spPr bwMode="auto">
              <a:xfrm>
                <a:off x="2947" y="1291"/>
                <a:ext cx="25" cy="40"/>
              </a:xfrm>
              <a:custGeom>
                <a:avLst/>
                <a:gdLst>
                  <a:gd name="T0" fmla="*/ 3 w 25"/>
                  <a:gd name="T1" fmla="*/ 5 h 40"/>
                  <a:gd name="T2" fmla="*/ 25 w 25"/>
                  <a:gd name="T3" fmla="*/ 0 h 40"/>
                  <a:gd name="T4" fmla="*/ 22 w 25"/>
                  <a:gd name="T5" fmla="*/ 36 h 40"/>
                  <a:gd name="T6" fmla="*/ 0 w 25"/>
                  <a:gd name="T7" fmla="*/ 40 h 40"/>
                  <a:gd name="T8" fmla="*/ 3 w 25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40"/>
                  <a:gd name="T17" fmla="*/ 25 w 25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40">
                    <a:moveTo>
                      <a:pt x="3" y="5"/>
                    </a:moveTo>
                    <a:lnTo>
                      <a:pt x="25" y="0"/>
                    </a:lnTo>
                    <a:lnTo>
                      <a:pt x="22" y="36"/>
                    </a:lnTo>
                    <a:lnTo>
                      <a:pt x="0" y="4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5" name="Freeform 180"/>
              <p:cNvSpPr>
                <a:spLocks/>
              </p:cNvSpPr>
              <p:nvPr/>
            </p:nvSpPr>
            <p:spPr bwMode="auto">
              <a:xfrm>
                <a:off x="2494" y="1402"/>
                <a:ext cx="158" cy="120"/>
              </a:xfrm>
              <a:custGeom>
                <a:avLst/>
                <a:gdLst>
                  <a:gd name="T0" fmla="*/ 158 w 158"/>
                  <a:gd name="T1" fmla="*/ 69 h 120"/>
                  <a:gd name="T2" fmla="*/ 0 w 158"/>
                  <a:gd name="T3" fmla="*/ 120 h 120"/>
                  <a:gd name="T4" fmla="*/ 102 w 158"/>
                  <a:gd name="T5" fmla="*/ 0 h 120"/>
                  <a:gd name="T6" fmla="*/ 158 w 158"/>
                  <a:gd name="T7" fmla="*/ 69 h 1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8"/>
                  <a:gd name="T13" fmla="*/ 0 h 120"/>
                  <a:gd name="T14" fmla="*/ 158 w 158"/>
                  <a:gd name="T15" fmla="*/ 120 h 1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8" h="120">
                    <a:moveTo>
                      <a:pt x="158" y="69"/>
                    </a:moveTo>
                    <a:lnTo>
                      <a:pt x="0" y="120"/>
                    </a:lnTo>
                    <a:lnTo>
                      <a:pt x="102" y="0"/>
                    </a:lnTo>
                    <a:lnTo>
                      <a:pt x="158" y="6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6" name="Freeform 181"/>
              <p:cNvSpPr>
                <a:spLocks/>
              </p:cNvSpPr>
              <p:nvPr/>
            </p:nvSpPr>
            <p:spPr bwMode="auto">
              <a:xfrm>
                <a:off x="2481" y="1469"/>
                <a:ext cx="168" cy="63"/>
              </a:xfrm>
              <a:custGeom>
                <a:avLst/>
                <a:gdLst>
                  <a:gd name="T0" fmla="*/ 18 w 168"/>
                  <a:gd name="T1" fmla="*/ 56 h 63"/>
                  <a:gd name="T2" fmla="*/ 13 w 168"/>
                  <a:gd name="T3" fmla="*/ 49 h 63"/>
                  <a:gd name="T4" fmla="*/ 167 w 168"/>
                  <a:gd name="T5" fmla="*/ 0 h 63"/>
                  <a:gd name="T6" fmla="*/ 168 w 168"/>
                  <a:gd name="T7" fmla="*/ 8 h 63"/>
                  <a:gd name="T8" fmla="*/ 15 w 168"/>
                  <a:gd name="T9" fmla="*/ 59 h 63"/>
                  <a:gd name="T10" fmla="*/ 10 w 168"/>
                  <a:gd name="T11" fmla="*/ 51 h 63"/>
                  <a:gd name="T12" fmla="*/ 15 w 168"/>
                  <a:gd name="T13" fmla="*/ 59 h 63"/>
                  <a:gd name="T14" fmla="*/ 0 w 168"/>
                  <a:gd name="T15" fmla="*/ 63 h 63"/>
                  <a:gd name="T16" fmla="*/ 10 w 168"/>
                  <a:gd name="T17" fmla="*/ 51 h 63"/>
                  <a:gd name="T18" fmla="*/ 18 w 168"/>
                  <a:gd name="T19" fmla="*/ 56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8"/>
                  <a:gd name="T31" fmla="*/ 0 h 63"/>
                  <a:gd name="T32" fmla="*/ 168 w 168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8" h="63">
                    <a:moveTo>
                      <a:pt x="18" y="56"/>
                    </a:moveTo>
                    <a:lnTo>
                      <a:pt x="13" y="49"/>
                    </a:lnTo>
                    <a:lnTo>
                      <a:pt x="167" y="0"/>
                    </a:lnTo>
                    <a:lnTo>
                      <a:pt x="168" y="8"/>
                    </a:lnTo>
                    <a:lnTo>
                      <a:pt x="15" y="59"/>
                    </a:lnTo>
                    <a:lnTo>
                      <a:pt x="10" y="51"/>
                    </a:lnTo>
                    <a:lnTo>
                      <a:pt x="15" y="59"/>
                    </a:lnTo>
                    <a:lnTo>
                      <a:pt x="0" y="63"/>
                    </a:lnTo>
                    <a:lnTo>
                      <a:pt x="10" y="51"/>
                    </a:lnTo>
                    <a:lnTo>
                      <a:pt x="18" y="5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7" name="Freeform 182"/>
              <p:cNvSpPr>
                <a:spLocks/>
              </p:cNvSpPr>
              <p:nvPr/>
            </p:nvSpPr>
            <p:spPr bwMode="auto">
              <a:xfrm>
                <a:off x="2490" y="1393"/>
                <a:ext cx="109" cy="131"/>
              </a:xfrm>
              <a:custGeom>
                <a:avLst/>
                <a:gdLst>
                  <a:gd name="T0" fmla="*/ 99 w 109"/>
                  <a:gd name="T1" fmla="*/ 13 h 131"/>
                  <a:gd name="T2" fmla="*/ 108 w 109"/>
                  <a:gd name="T3" fmla="*/ 12 h 131"/>
                  <a:gd name="T4" fmla="*/ 8 w 109"/>
                  <a:gd name="T5" fmla="*/ 131 h 131"/>
                  <a:gd name="T6" fmla="*/ 0 w 109"/>
                  <a:gd name="T7" fmla="*/ 127 h 131"/>
                  <a:gd name="T8" fmla="*/ 101 w 109"/>
                  <a:gd name="T9" fmla="*/ 6 h 131"/>
                  <a:gd name="T10" fmla="*/ 109 w 109"/>
                  <a:gd name="T11" fmla="*/ 5 h 131"/>
                  <a:gd name="T12" fmla="*/ 101 w 109"/>
                  <a:gd name="T13" fmla="*/ 6 h 131"/>
                  <a:gd name="T14" fmla="*/ 105 w 109"/>
                  <a:gd name="T15" fmla="*/ 0 h 131"/>
                  <a:gd name="T16" fmla="*/ 109 w 109"/>
                  <a:gd name="T17" fmla="*/ 5 h 131"/>
                  <a:gd name="T18" fmla="*/ 99 w 109"/>
                  <a:gd name="T19" fmla="*/ 13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9"/>
                  <a:gd name="T31" fmla="*/ 0 h 131"/>
                  <a:gd name="T32" fmla="*/ 109 w 109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9" h="131">
                    <a:moveTo>
                      <a:pt x="99" y="13"/>
                    </a:moveTo>
                    <a:lnTo>
                      <a:pt x="108" y="12"/>
                    </a:lnTo>
                    <a:lnTo>
                      <a:pt x="8" y="131"/>
                    </a:lnTo>
                    <a:lnTo>
                      <a:pt x="0" y="127"/>
                    </a:lnTo>
                    <a:lnTo>
                      <a:pt x="101" y="6"/>
                    </a:lnTo>
                    <a:lnTo>
                      <a:pt x="109" y="5"/>
                    </a:lnTo>
                    <a:lnTo>
                      <a:pt x="101" y="6"/>
                    </a:lnTo>
                    <a:lnTo>
                      <a:pt x="105" y="0"/>
                    </a:lnTo>
                    <a:lnTo>
                      <a:pt x="109" y="5"/>
                    </a:lnTo>
                    <a:lnTo>
                      <a:pt x="99" y="1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8" name="Freeform 183"/>
              <p:cNvSpPr>
                <a:spLocks/>
              </p:cNvSpPr>
              <p:nvPr/>
            </p:nvSpPr>
            <p:spPr bwMode="auto">
              <a:xfrm>
                <a:off x="2592" y="1397"/>
                <a:ext cx="69" cy="79"/>
              </a:xfrm>
              <a:custGeom>
                <a:avLst/>
                <a:gdLst>
                  <a:gd name="T0" fmla="*/ 61 w 69"/>
                  <a:gd name="T1" fmla="*/ 71 h 79"/>
                  <a:gd name="T2" fmla="*/ 55 w 69"/>
                  <a:gd name="T3" fmla="*/ 78 h 79"/>
                  <a:gd name="T4" fmla="*/ 0 w 69"/>
                  <a:gd name="T5" fmla="*/ 7 h 79"/>
                  <a:gd name="T6" fmla="*/ 8 w 69"/>
                  <a:gd name="T7" fmla="*/ 0 h 79"/>
                  <a:gd name="T8" fmla="*/ 66 w 69"/>
                  <a:gd name="T9" fmla="*/ 72 h 79"/>
                  <a:gd name="T10" fmla="*/ 61 w 69"/>
                  <a:gd name="T11" fmla="*/ 79 h 79"/>
                  <a:gd name="T12" fmla="*/ 66 w 69"/>
                  <a:gd name="T13" fmla="*/ 72 h 79"/>
                  <a:gd name="T14" fmla="*/ 69 w 69"/>
                  <a:gd name="T15" fmla="*/ 77 h 79"/>
                  <a:gd name="T16" fmla="*/ 61 w 69"/>
                  <a:gd name="T17" fmla="*/ 79 h 79"/>
                  <a:gd name="T18" fmla="*/ 61 w 69"/>
                  <a:gd name="T19" fmla="*/ 71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79"/>
                  <a:gd name="T32" fmla="*/ 69 w 69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79">
                    <a:moveTo>
                      <a:pt x="61" y="71"/>
                    </a:moveTo>
                    <a:lnTo>
                      <a:pt x="55" y="78"/>
                    </a:lnTo>
                    <a:lnTo>
                      <a:pt x="0" y="7"/>
                    </a:lnTo>
                    <a:lnTo>
                      <a:pt x="8" y="0"/>
                    </a:lnTo>
                    <a:lnTo>
                      <a:pt x="66" y="72"/>
                    </a:lnTo>
                    <a:lnTo>
                      <a:pt x="61" y="79"/>
                    </a:lnTo>
                    <a:lnTo>
                      <a:pt x="66" y="72"/>
                    </a:lnTo>
                    <a:lnTo>
                      <a:pt x="69" y="77"/>
                    </a:lnTo>
                    <a:lnTo>
                      <a:pt x="61" y="79"/>
                    </a:lnTo>
                    <a:lnTo>
                      <a:pt x="61" y="7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39" name="Freeform 184"/>
              <p:cNvSpPr>
                <a:spLocks/>
              </p:cNvSpPr>
              <p:nvPr/>
            </p:nvSpPr>
            <p:spPr bwMode="auto">
              <a:xfrm>
                <a:off x="2517" y="1478"/>
                <a:ext cx="32" cy="32"/>
              </a:xfrm>
              <a:custGeom>
                <a:avLst/>
                <a:gdLst>
                  <a:gd name="T0" fmla="*/ 32 w 32"/>
                  <a:gd name="T1" fmla="*/ 21 h 32"/>
                  <a:gd name="T2" fmla="*/ 17 w 32"/>
                  <a:gd name="T3" fmla="*/ 32 h 32"/>
                  <a:gd name="T4" fmla="*/ 0 w 32"/>
                  <a:gd name="T5" fmla="*/ 10 h 32"/>
                  <a:gd name="T6" fmla="*/ 15 w 32"/>
                  <a:gd name="T7" fmla="*/ 0 h 32"/>
                  <a:gd name="T8" fmla="*/ 32 w 32"/>
                  <a:gd name="T9" fmla="*/ 2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32" y="21"/>
                    </a:moveTo>
                    <a:lnTo>
                      <a:pt x="17" y="32"/>
                    </a:lnTo>
                    <a:lnTo>
                      <a:pt x="0" y="10"/>
                    </a:lnTo>
                    <a:lnTo>
                      <a:pt x="15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0" name="Freeform 185"/>
              <p:cNvSpPr>
                <a:spLocks/>
              </p:cNvSpPr>
              <p:nvPr/>
            </p:nvSpPr>
            <p:spPr bwMode="auto">
              <a:xfrm>
                <a:off x="2534" y="1360"/>
                <a:ext cx="217" cy="140"/>
              </a:xfrm>
              <a:custGeom>
                <a:avLst/>
                <a:gdLst>
                  <a:gd name="T0" fmla="*/ 217 w 217"/>
                  <a:gd name="T1" fmla="*/ 25 h 140"/>
                  <a:gd name="T2" fmla="*/ 217 w 217"/>
                  <a:gd name="T3" fmla="*/ 25 h 140"/>
                  <a:gd name="T4" fmla="*/ 164 w 217"/>
                  <a:gd name="T5" fmla="*/ 50 h 140"/>
                  <a:gd name="T6" fmla="*/ 112 w 217"/>
                  <a:gd name="T7" fmla="*/ 78 h 140"/>
                  <a:gd name="T8" fmla="*/ 63 w 217"/>
                  <a:gd name="T9" fmla="*/ 108 h 140"/>
                  <a:gd name="T10" fmla="*/ 17 w 217"/>
                  <a:gd name="T11" fmla="*/ 140 h 140"/>
                  <a:gd name="T12" fmla="*/ 0 w 217"/>
                  <a:gd name="T13" fmla="*/ 119 h 140"/>
                  <a:gd name="T14" fmla="*/ 48 w 217"/>
                  <a:gd name="T15" fmla="*/ 86 h 140"/>
                  <a:gd name="T16" fmla="*/ 99 w 217"/>
                  <a:gd name="T17" fmla="*/ 55 h 140"/>
                  <a:gd name="T18" fmla="*/ 153 w 217"/>
                  <a:gd name="T19" fmla="*/ 27 h 140"/>
                  <a:gd name="T20" fmla="*/ 209 w 217"/>
                  <a:gd name="T21" fmla="*/ 0 h 140"/>
                  <a:gd name="T22" fmla="*/ 217 w 217"/>
                  <a:gd name="T23" fmla="*/ 25 h 1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7"/>
                  <a:gd name="T37" fmla="*/ 0 h 140"/>
                  <a:gd name="T38" fmla="*/ 217 w 217"/>
                  <a:gd name="T39" fmla="*/ 140 h 1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7" h="140">
                    <a:moveTo>
                      <a:pt x="217" y="25"/>
                    </a:moveTo>
                    <a:lnTo>
                      <a:pt x="217" y="25"/>
                    </a:lnTo>
                    <a:lnTo>
                      <a:pt x="164" y="50"/>
                    </a:lnTo>
                    <a:lnTo>
                      <a:pt x="112" y="78"/>
                    </a:lnTo>
                    <a:lnTo>
                      <a:pt x="63" y="108"/>
                    </a:lnTo>
                    <a:lnTo>
                      <a:pt x="17" y="140"/>
                    </a:lnTo>
                    <a:lnTo>
                      <a:pt x="0" y="119"/>
                    </a:lnTo>
                    <a:lnTo>
                      <a:pt x="48" y="86"/>
                    </a:lnTo>
                    <a:lnTo>
                      <a:pt x="99" y="55"/>
                    </a:lnTo>
                    <a:lnTo>
                      <a:pt x="153" y="27"/>
                    </a:lnTo>
                    <a:lnTo>
                      <a:pt x="209" y="0"/>
                    </a:lnTo>
                    <a:lnTo>
                      <a:pt x="217" y="25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1" name="Freeform 186"/>
              <p:cNvSpPr>
                <a:spLocks/>
              </p:cNvSpPr>
              <p:nvPr/>
            </p:nvSpPr>
            <p:spPr bwMode="auto">
              <a:xfrm>
                <a:off x="2748" y="1298"/>
                <a:ext cx="195" cy="87"/>
              </a:xfrm>
              <a:custGeom>
                <a:avLst/>
                <a:gdLst>
                  <a:gd name="T0" fmla="*/ 194 w 195"/>
                  <a:gd name="T1" fmla="*/ 29 h 87"/>
                  <a:gd name="T2" fmla="*/ 171 w 195"/>
                  <a:gd name="T3" fmla="*/ 33 h 87"/>
                  <a:gd name="T4" fmla="*/ 148 w 195"/>
                  <a:gd name="T5" fmla="*/ 38 h 87"/>
                  <a:gd name="T6" fmla="*/ 124 w 195"/>
                  <a:gd name="T7" fmla="*/ 45 h 87"/>
                  <a:gd name="T8" fmla="*/ 100 w 195"/>
                  <a:gd name="T9" fmla="*/ 52 h 87"/>
                  <a:gd name="T10" fmla="*/ 78 w 195"/>
                  <a:gd name="T11" fmla="*/ 60 h 87"/>
                  <a:gd name="T12" fmla="*/ 54 w 195"/>
                  <a:gd name="T13" fmla="*/ 68 h 87"/>
                  <a:gd name="T14" fmla="*/ 31 w 195"/>
                  <a:gd name="T15" fmla="*/ 77 h 87"/>
                  <a:gd name="T16" fmla="*/ 8 w 195"/>
                  <a:gd name="T17" fmla="*/ 87 h 87"/>
                  <a:gd name="T18" fmla="*/ 0 w 195"/>
                  <a:gd name="T19" fmla="*/ 61 h 87"/>
                  <a:gd name="T20" fmla="*/ 23 w 195"/>
                  <a:gd name="T21" fmla="*/ 51 h 87"/>
                  <a:gd name="T22" fmla="*/ 49 w 195"/>
                  <a:gd name="T23" fmla="*/ 42 h 87"/>
                  <a:gd name="T24" fmla="*/ 73 w 195"/>
                  <a:gd name="T25" fmla="*/ 33 h 87"/>
                  <a:gd name="T26" fmla="*/ 98 w 195"/>
                  <a:gd name="T27" fmla="*/ 24 h 87"/>
                  <a:gd name="T28" fmla="*/ 123 w 195"/>
                  <a:gd name="T29" fmla="*/ 18 h 87"/>
                  <a:gd name="T30" fmla="*/ 148 w 195"/>
                  <a:gd name="T31" fmla="*/ 9 h 87"/>
                  <a:gd name="T32" fmla="*/ 172 w 195"/>
                  <a:gd name="T33" fmla="*/ 5 h 87"/>
                  <a:gd name="T34" fmla="*/ 195 w 195"/>
                  <a:gd name="T35" fmla="*/ 0 h 87"/>
                  <a:gd name="T36" fmla="*/ 194 w 195"/>
                  <a:gd name="T37" fmla="*/ 29 h 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5"/>
                  <a:gd name="T58" fmla="*/ 0 h 87"/>
                  <a:gd name="T59" fmla="*/ 195 w 195"/>
                  <a:gd name="T60" fmla="*/ 87 h 8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5" h="87">
                    <a:moveTo>
                      <a:pt x="194" y="29"/>
                    </a:moveTo>
                    <a:lnTo>
                      <a:pt x="171" y="33"/>
                    </a:lnTo>
                    <a:lnTo>
                      <a:pt x="148" y="38"/>
                    </a:lnTo>
                    <a:lnTo>
                      <a:pt x="124" y="45"/>
                    </a:lnTo>
                    <a:lnTo>
                      <a:pt x="100" y="52"/>
                    </a:lnTo>
                    <a:lnTo>
                      <a:pt x="78" y="60"/>
                    </a:lnTo>
                    <a:lnTo>
                      <a:pt x="54" y="68"/>
                    </a:lnTo>
                    <a:lnTo>
                      <a:pt x="31" y="77"/>
                    </a:lnTo>
                    <a:lnTo>
                      <a:pt x="8" y="87"/>
                    </a:lnTo>
                    <a:lnTo>
                      <a:pt x="0" y="61"/>
                    </a:lnTo>
                    <a:lnTo>
                      <a:pt x="23" y="51"/>
                    </a:lnTo>
                    <a:lnTo>
                      <a:pt x="49" y="42"/>
                    </a:lnTo>
                    <a:lnTo>
                      <a:pt x="73" y="33"/>
                    </a:lnTo>
                    <a:lnTo>
                      <a:pt x="98" y="24"/>
                    </a:lnTo>
                    <a:lnTo>
                      <a:pt x="123" y="18"/>
                    </a:lnTo>
                    <a:lnTo>
                      <a:pt x="148" y="9"/>
                    </a:lnTo>
                    <a:lnTo>
                      <a:pt x="172" y="5"/>
                    </a:lnTo>
                    <a:lnTo>
                      <a:pt x="195" y="0"/>
                    </a:lnTo>
                    <a:lnTo>
                      <a:pt x="194" y="29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2" name="Freeform 187"/>
              <p:cNvSpPr>
                <a:spLocks/>
              </p:cNvSpPr>
              <p:nvPr/>
            </p:nvSpPr>
            <p:spPr bwMode="auto">
              <a:xfrm>
                <a:off x="2945" y="1296"/>
                <a:ext cx="21" cy="32"/>
              </a:xfrm>
              <a:custGeom>
                <a:avLst/>
                <a:gdLst>
                  <a:gd name="T0" fmla="*/ 3 w 21"/>
                  <a:gd name="T1" fmla="*/ 3 h 32"/>
                  <a:gd name="T2" fmla="*/ 21 w 21"/>
                  <a:gd name="T3" fmla="*/ 0 h 32"/>
                  <a:gd name="T4" fmla="*/ 19 w 21"/>
                  <a:gd name="T5" fmla="*/ 29 h 32"/>
                  <a:gd name="T6" fmla="*/ 0 w 21"/>
                  <a:gd name="T7" fmla="*/ 32 h 32"/>
                  <a:gd name="T8" fmla="*/ 3 w 21"/>
                  <a:gd name="T9" fmla="*/ 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32"/>
                  <a:gd name="T17" fmla="*/ 21 w 21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32">
                    <a:moveTo>
                      <a:pt x="3" y="3"/>
                    </a:moveTo>
                    <a:lnTo>
                      <a:pt x="21" y="0"/>
                    </a:lnTo>
                    <a:lnTo>
                      <a:pt x="19" y="29"/>
                    </a:lnTo>
                    <a:lnTo>
                      <a:pt x="0" y="3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3" name="Freeform 188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4" name="Freeform 189"/>
              <p:cNvSpPr>
                <a:spLocks/>
              </p:cNvSpPr>
              <p:nvPr/>
            </p:nvSpPr>
            <p:spPr bwMode="auto">
              <a:xfrm>
                <a:off x="2444" y="1483"/>
                <a:ext cx="178" cy="79"/>
              </a:xfrm>
              <a:custGeom>
                <a:avLst/>
                <a:gdLst>
                  <a:gd name="T0" fmla="*/ 31 w 178"/>
                  <a:gd name="T1" fmla="*/ 65 h 79"/>
                  <a:gd name="T2" fmla="*/ 22 w 178"/>
                  <a:gd name="T3" fmla="*/ 56 h 79"/>
                  <a:gd name="T4" fmla="*/ 176 w 178"/>
                  <a:gd name="T5" fmla="*/ 0 h 79"/>
                  <a:gd name="T6" fmla="*/ 178 w 178"/>
                  <a:gd name="T7" fmla="*/ 14 h 79"/>
                  <a:gd name="T8" fmla="*/ 24 w 178"/>
                  <a:gd name="T9" fmla="*/ 70 h 79"/>
                  <a:gd name="T10" fmla="*/ 15 w 178"/>
                  <a:gd name="T11" fmla="*/ 61 h 79"/>
                  <a:gd name="T12" fmla="*/ 24 w 178"/>
                  <a:gd name="T13" fmla="*/ 70 h 79"/>
                  <a:gd name="T14" fmla="*/ 0 w 178"/>
                  <a:gd name="T15" fmla="*/ 79 h 79"/>
                  <a:gd name="T16" fmla="*/ 15 w 178"/>
                  <a:gd name="T17" fmla="*/ 61 h 79"/>
                  <a:gd name="T18" fmla="*/ 31 w 178"/>
                  <a:gd name="T19" fmla="*/ 6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8"/>
                  <a:gd name="T31" fmla="*/ 0 h 79"/>
                  <a:gd name="T32" fmla="*/ 178 w 1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8" h="79">
                    <a:moveTo>
                      <a:pt x="31" y="65"/>
                    </a:moveTo>
                    <a:lnTo>
                      <a:pt x="22" y="56"/>
                    </a:lnTo>
                    <a:lnTo>
                      <a:pt x="176" y="0"/>
                    </a:lnTo>
                    <a:lnTo>
                      <a:pt x="178" y="14"/>
                    </a:lnTo>
                    <a:lnTo>
                      <a:pt x="24" y="70"/>
                    </a:lnTo>
                    <a:lnTo>
                      <a:pt x="15" y="61"/>
                    </a:lnTo>
                    <a:lnTo>
                      <a:pt x="24" y="70"/>
                    </a:lnTo>
                    <a:lnTo>
                      <a:pt x="0" y="79"/>
                    </a:lnTo>
                    <a:lnTo>
                      <a:pt x="15" y="61"/>
                    </a:lnTo>
                    <a:lnTo>
                      <a:pt x="31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5" name="Freeform 190"/>
              <p:cNvSpPr>
                <a:spLocks/>
              </p:cNvSpPr>
              <p:nvPr/>
            </p:nvSpPr>
            <p:spPr bwMode="auto">
              <a:xfrm>
                <a:off x="2456" y="1410"/>
                <a:ext cx="110" cy="138"/>
              </a:xfrm>
              <a:custGeom>
                <a:avLst/>
                <a:gdLst>
                  <a:gd name="T0" fmla="*/ 93 w 110"/>
                  <a:gd name="T1" fmla="*/ 19 h 138"/>
                  <a:gd name="T2" fmla="*/ 109 w 110"/>
                  <a:gd name="T3" fmla="*/ 16 h 138"/>
                  <a:gd name="T4" fmla="*/ 16 w 110"/>
                  <a:gd name="T5" fmla="*/ 138 h 138"/>
                  <a:gd name="T6" fmla="*/ 0 w 110"/>
                  <a:gd name="T7" fmla="*/ 134 h 138"/>
                  <a:gd name="T8" fmla="*/ 94 w 110"/>
                  <a:gd name="T9" fmla="*/ 11 h 138"/>
                  <a:gd name="T10" fmla="*/ 110 w 110"/>
                  <a:gd name="T11" fmla="*/ 8 h 138"/>
                  <a:gd name="T12" fmla="*/ 94 w 110"/>
                  <a:gd name="T13" fmla="*/ 11 h 138"/>
                  <a:gd name="T14" fmla="*/ 104 w 110"/>
                  <a:gd name="T15" fmla="*/ 0 h 138"/>
                  <a:gd name="T16" fmla="*/ 110 w 110"/>
                  <a:gd name="T17" fmla="*/ 8 h 138"/>
                  <a:gd name="T18" fmla="*/ 93 w 110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0"/>
                  <a:gd name="T31" fmla="*/ 0 h 138"/>
                  <a:gd name="T32" fmla="*/ 110 w 110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0" h="138">
                    <a:moveTo>
                      <a:pt x="93" y="19"/>
                    </a:moveTo>
                    <a:lnTo>
                      <a:pt x="109" y="16"/>
                    </a:lnTo>
                    <a:lnTo>
                      <a:pt x="16" y="138"/>
                    </a:lnTo>
                    <a:lnTo>
                      <a:pt x="0" y="134"/>
                    </a:lnTo>
                    <a:lnTo>
                      <a:pt x="94" y="11"/>
                    </a:lnTo>
                    <a:lnTo>
                      <a:pt x="110" y="8"/>
                    </a:lnTo>
                    <a:lnTo>
                      <a:pt x="94" y="11"/>
                    </a:lnTo>
                    <a:lnTo>
                      <a:pt x="104" y="0"/>
                    </a:lnTo>
                    <a:lnTo>
                      <a:pt x="110" y="8"/>
                    </a:lnTo>
                    <a:lnTo>
                      <a:pt x="93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6" name="Freeform 191"/>
              <p:cNvSpPr>
                <a:spLocks/>
              </p:cNvSpPr>
              <p:nvPr/>
            </p:nvSpPr>
            <p:spPr bwMode="auto">
              <a:xfrm>
                <a:off x="2550" y="1418"/>
                <a:ext cx="87" cy="80"/>
              </a:xfrm>
              <a:custGeom>
                <a:avLst/>
                <a:gdLst>
                  <a:gd name="T0" fmla="*/ 68 w 87"/>
                  <a:gd name="T1" fmla="*/ 66 h 80"/>
                  <a:gd name="T2" fmla="*/ 61 w 87"/>
                  <a:gd name="T3" fmla="*/ 79 h 80"/>
                  <a:gd name="T4" fmla="*/ 0 w 87"/>
                  <a:gd name="T5" fmla="*/ 11 h 80"/>
                  <a:gd name="T6" fmla="*/ 17 w 87"/>
                  <a:gd name="T7" fmla="*/ 0 h 80"/>
                  <a:gd name="T8" fmla="*/ 78 w 87"/>
                  <a:gd name="T9" fmla="*/ 67 h 80"/>
                  <a:gd name="T10" fmla="*/ 72 w 87"/>
                  <a:gd name="T11" fmla="*/ 80 h 80"/>
                  <a:gd name="T12" fmla="*/ 78 w 87"/>
                  <a:gd name="T13" fmla="*/ 67 h 80"/>
                  <a:gd name="T14" fmla="*/ 87 w 87"/>
                  <a:gd name="T15" fmla="*/ 75 h 80"/>
                  <a:gd name="T16" fmla="*/ 72 w 87"/>
                  <a:gd name="T17" fmla="*/ 80 h 80"/>
                  <a:gd name="T18" fmla="*/ 68 w 87"/>
                  <a:gd name="T19" fmla="*/ 66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80"/>
                  <a:gd name="T32" fmla="*/ 87 w 87"/>
                  <a:gd name="T33" fmla="*/ 80 h 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80">
                    <a:moveTo>
                      <a:pt x="68" y="66"/>
                    </a:moveTo>
                    <a:lnTo>
                      <a:pt x="61" y="79"/>
                    </a:lnTo>
                    <a:lnTo>
                      <a:pt x="0" y="11"/>
                    </a:lnTo>
                    <a:lnTo>
                      <a:pt x="17" y="0"/>
                    </a:lnTo>
                    <a:lnTo>
                      <a:pt x="78" y="67"/>
                    </a:lnTo>
                    <a:lnTo>
                      <a:pt x="72" y="80"/>
                    </a:lnTo>
                    <a:lnTo>
                      <a:pt x="78" y="67"/>
                    </a:lnTo>
                    <a:lnTo>
                      <a:pt x="87" y="75"/>
                    </a:lnTo>
                    <a:lnTo>
                      <a:pt x="72" y="80"/>
                    </a:lnTo>
                    <a:lnTo>
                      <a:pt x="68" y="6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7" name="Freeform 192"/>
              <p:cNvSpPr>
                <a:spLocks/>
              </p:cNvSpPr>
              <p:nvPr/>
            </p:nvSpPr>
            <p:spPr bwMode="auto">
              <a:xfrm>
                <a:off x="2478" y="1500"/>
                <a:ext cx="39" cy="36"/>
              </a:xfrm>
              <a:custGeom>
                <a:avLst/>
                <a:gdLst>
                  <a:gd name="T0" fmla="*/ 39 w 39"/>
                  <a:gd name="T1" fmla="*/ 22 h 36"/>
                  <a:gd name="T2" fmla="*/ 23 w 39"/>
                  <a:gd name="T3" fmla="*/ 36 h 36"/>
                  <a:gd name="T4" fmla="*/ 0 w 39"/>
                  <a:gd name="T5" fmla="*/ 14 h 36"/>
                  <a:gd name="T6" fmla="*/ 16 w 39"/>
                  <a:gd name="T7" fmla="*/ 0 h 36"/>
                  <a:gd name="T8" fmla="*/ 39 w 39"/>
                  <a:gd name="T9" fmla="*/ 2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6"/>
                  <a:gd name="T17" fmla="*/ 39 w 39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6">
                    <a:moveTo>
                      <a:pt x="39" y="22"/>
                    </a:moveTo>
                    <a:lnTo>
                      <a:pt x="23" y="36"/>
                    </a:lnTo>
                    <a:lnTo>
                      <a:pt x="0" y="14"/>
                    </a:lnTo>
                    <a:lnTo>
                      <a:pt x="16" y="0"/>
                    </a:lnTo>
                    <a:lnTo>
                      <a:pt x="39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8" name="Freeform 193"/>
              <p:cNvSpPr>
                <a:spLocks/>
              </p:cNvSpPr>
              <p:nvPr/>
            </p:nvSpPr>
            <p:spPr bwMode="auto">
              <a:xfrm>
                <a:off x="2500" y="1373"/>
                <a:ext cx="217" cy="149"/>
              </a:xfrm>
              <a:custGeom>
                <a:avLst/>
                <a:gdLst>
                  <a:gd name="T0" fmla="*/ 217 w 217"/>
                  <a:gd name="T1" fmla="*/ 29 h 149"/>
                  <a:gd name="T2" fmla="*/ 217 w 217"/>
                  <a:gd name="T3" fmla="*/ 29 h 149"/>
                  <a:gd name="T4" fmla="*/ 191 w 217"/>
                  <a:gd name="T5" fmla="*/ 41 h 149"/>
                  <a:gd name="T6" fmla="*/ 164 w 217"/>
                  <a:gd name="T7" fmla="*/ 56 h 149"/>
                  <a:gd name="T8" fmla="*/ 140 w 217"/>
                  <a:gd name="T9" fmla="*/ 70 h 149"/>
                  <a:gd name="T10" fmla="*/ 115 w 217"/>
                  <a:gd name="T11" fmla="*/ 85 h 149"/>
                  <a:gd name="T12" fmla="*/ 92 w 217"/>
                  <a:gd name="T13" fmla="*/ 100 h 149"/>
                  <a:gd name="T14" fmla="*/ 67 w 217"/>
                  <a:gd name="T15" fmla="*/ 116 h 149"/>
                  <a:gd name="T16" fmla="*/ 45 w 217"/>
                  <a:gd name="T17" fmla="*/ 132 h 149"/>
                  <a:gd name="T18" fmla="*/ 22 w 217"/>
                  <a:gd name="T19" fmla="*/ 149 h 149"/>
                  <a:gd name="T20" fmla="*/ 0 w 217"/>
                  <a:gd name="T21" fmla="*/ 127 h 149"/>
                  <a:gd name="T22" fmla="*/ 22 w 217"/>
                  <a:gd name="T23" fmla="*/ 109 h 149"/>
                  <a:gd name="T24" fmla="*/ 47 w 217"/>
                  <a:gd name="T25" fmla="*/ 92 h 149"/>
                  <a:gd name="T26" fmla="*/ 73 w 217"/>
                  <a:gd name="T27" fmla="*/ 74 h 149"/>
                  <a:gd name="T28" fmla="*/ 98 w 217"/>
                  <a:gd name="T29" fmla="*/ 58 h 149"/>
                  <a:gd name="T30" fmla="*/ 123 w 217"/>
                  <a:gd name="T31" fmla="*/ 42 h 149"/>
                  <a:gd name="T32" fmla="*/ 149 w 217"/>
                  <a:gd name="T33" fmla="*/ 27 h 149"/>
                  <a:gd name="T34" fmla="*/ 177 w 217"/>
                  <a:gd name="T35" fmla="*/ 12 h 149"/>
                  <a:gd name="T36" fmla="*/ 205 w 217"/>
                  <a:gd name="T37" fmla="*/ 0 h 149"/>
                  <a:gd name="T38" fmla="*/ 217 w 217"/>
                  <a:gd name="T39" fmla="*/ 29 h 1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7"/>
                  <a:gd name="T61" fmla="*/ 0 h 149"/>
                  <a:gd name="T62" fmla="*/ 217 w 217"/>
                  <a:gd name="T63" fmla="*/ 149 h 14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7" h="149">
                    <a:moveTo>
                      <a:pt x="217" y="29"/>
                    </a:moveTo>
                    <a:lnTo>
                      <a:pt x="217" y="29"/>
                    </a:lnTo>
                    <a:lnTo>
                      <a:pt x="191" y="41"/>
                    </a:lnTo>
                    <a:lnTo>
                      <a:pt x="164" y="56"/>
                    </a:lnTo>
                    <a:lnTo>
                      <a:pt x="140" y="70"/>
                    </a:lnTo>
                    <a:lnTo>
                      <a:pt x="115" y="85"/>
                    </a:lnTo>
                    <a:lnTo>
                      <a:pt x="92" y="100"/>
                    </a:lnTo>
                    <a:lnTo>
                      <a:pt x="67" y="116"/>
                    </a:lnTo>
                    <a:lnTo>
                      <a:pt x="45" y="132"/>
                    </a:lnTo>
                    <a:lnTo>
                      <a:pt x="22" y="149"/>
                    </a:lnTo>
                    <a:lnTo>
                      <a:pt x="0" y="127"/>
                    </a:lnTo>
                    <a:lnTo>
                      <a:pt x="22" y="109"/>
                    </a:lnTo>
                    <a:lnTo>
                      <a:pt x="47" y="92"/>
                    </a:lnTo>
                    <a:lnTo>
                      <a:pt x="73" y="74"/>
                    </a:lnTo>
                    <a:lnTo>
                      <a:pt x="98" y="58"/>
                    </a:lnTo>
                    <a:lnTo>
                      <a:pt x="123" y="42"/>
                    </a:lnTo>
                    <a:lnTo>
                      <a:pt x="149" y="27"/>
                    </a:lnTo>
                    <a:lnTo>
                      <a:pt x="177" y="12"/>
                    </a:lnTo>
                    <a:lnTo>
                      <a:pt x="205" y="0"/>
                    </a:lnTo>
                    <a:lnTo>
                      <a:pt x="217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49" name="Freeform 194"/>
              <p:cNvSpPr>
                <a:spLocks/>
              </p:cNvSpPr>
              <p:nvPr/>
            </p:nvSpPr>
            <p:spPr bwMode="auto">
              <a:xfrm>
                <a:off x="2710" y="1302"/>
                <a:ext cx="198" cy="103"/>
              </a:xfrm>
              <a:custGeom>
                <a:avLst/>
                <a:gdLst>
                  <a:gd name="T0" fmla="*/ 198 w 198"/>
                  <a:gd name="T1" fmla="*/ 35 h 103"/>
                  <a:gd name="T2" fmla="*/ 175 w 198"/>
                  <a:gd name="T3" fmla="*/ 41 h 103"/>
                  <a:gd name="T4" fmla="*/ 151 w 198"/>
                  <a:gd name="T5" fmla="*/ 48 h 103"/>
                  <a:gd name="T6" fmla="*/ 128 w 198"/>
                  <a:gd name="T7" fmla="*/ 56 h 103"/>
                  <a:gd name="T8" fmla="*/ 104 w 198"/>
                  <a:gd name="T9" fmla="*/ 64 h 103"/>
                  <a:gd name="T10" fmla="*/ 82 w 198"/>
                  <a:gd name="T11" fmla="*/ 72 h 103"/>
                  <a:gd name="T12" fmla="*/ 58 w 198"/>
                  <a:gd name="T13" fmla="*/ 82 h 103"/>
                  <a:gd name="T14" fmla="*/ 36 w 198"/>
                  <a:gd name="T15" fmla="*/ 91 h 103"/>
                  <a:gd name="T16" fmla="*/ 11 w 198"/>
                  <a:gd name="T17" fmla="*/ 103 h 103"/>
                  <a:gd name="T18" fmla="*/ 0 w 198"/>
                  <a:gd name="T19" fmla="*/ 73 h 103"/>
                  <a:gd name="T20" fmla="*/ 25 w 198"/>
                  <a:gd name="T21" fmla="*/ 62 h 103"/>
                  <a:gd name="T22" fmla="*/ 50 w 198"/>
                  <a:gd name="T23" fmla="*/ 50 h 103"/>
                  <a:gd name="T24" fmla="*/ 74 w 198"/>
                  <a:gd name="T25" fmla="*/ 41 h 103"/>
                  <a:gd name="T26" fmla="*/ 99 w 198"/>
                  <a:gd name="T27" fmla="*/ 32 h 103"/>
                  <a:gd name="T28" fmla="*/ 123 w 198"/>
                  <a:gd name="T29" fmla="*/ 23 h 103"/>
                  <a:gd name="T30" fmla="*/ 149 w 198"/>
                  <a:gd name="T31" fmla="*/ 15 h 103"/>
                  <a:gd name="T32" fmla="*/ 173 w 198"/>
                  <a:gd name="T33" fmla="*/ 7 h 103"/>
                  <a:gd name="T34" fmla="*/ 198 w 198"/>
                  <a:gd name="T35" fmla="*/ 0 h 103"/>
                  <a:gd name="T36" fmla="*/ 198 w 198"/>
                  <a:gd name="T37" fmla="*/ 35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3"/>
                  <a:gd name="T59" fmla="*/ 198 w 198"/>
                  <a:gd name="T60" fmla="*/ 103 h 10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3">
                    <a:moveTo>
                      <a:pt x="198" y="35"/>
                    </a:moveTo>
                    <a:lnTo>
                      <a:pt x="175" y="41"/>
                    </a:lnTo>
                    <a:lnTo>
                      <a:pt x="151" y="48"/>
                    </a:lnTo>
                    <a:lnTo>
                      <a:pt x="128" y="56"/>
                    </a:lnTo>
                    <a:lnTo>
                      <a:pt x="104" y="64"/>
                    </a:lnTo>
                    <a:lnTo>
                      <a:pt x="82" y="72"/>
                    </a:lnTo>
                    <a:lnTo>
                      <a:pt x="58" y="82"/>
                    </a:lnTo>
                    <a:lnTo>
                      <a:pt x="36" y="91"/>
                    </a:lnTo>
                    <a:lnTo>
                      <a:pt x="11" y="103"/>
                    </a:lnTo>
                    <a:lnTo>
                      <a:pt x="0" y="73"/>
                    </a:lnTo>
                    <a:lnTo>
                      <a:pt x="25" y="62"/>
                    </a:lnTo>
                    <a:lnTo>
                      <a:pt x="50" y="50"/>
                    </a:lnTo>
                    <a:lnTo>
                      <a:pt x="74" y="41"/>
                    </a:lnTo>
                    <a:lnTo>
                      <a:pt x="99" y="32"/>
                    </a:lnTo>
                    <a:lnTo>
                      <a:pt x="123" y="23"/>
                    </a:lnTo>
                    <a:lnTo>
                      <a:pt x="149" y="15"/>
                    </a:lnTo>
                    <a:lnTo>
                      <a:pt x="173" y="7"/>
                    </a:lnTo>
                    <a:lnTo>
                      <a:pt x="198" y="0"/>
                    </a:lnTo>
                    <a:lnTo>
                      <a:pt x="198" y="3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0" name="Freeform 195"/>
              <p:cNvSpPr>
                <a:spLocks/>
              </p:cNvSpPr>
              <p:nvPr/>
            </p:nvSpPr>
            <p:spPr bwMode="auto">
              <a:xfrm>
                <a:off x="2910" y="1298"/>
                <a:ext cx="23" cy="40"/>
              </a:xfrm>
              <a:custGeom>
                <a:avLst/>
                <a:gdLst>
                  <a:gd name="T0" fmla="*/ 0 w 23"/>
                  <a:gd name="T1" fmla="*/ 5 h 40"/>
                  <a:gd name="T2" fmla="*/ 22 w 23"/>
                  <a:gd name="T3" fmla="*/ 0 h 40"/>
                  <a:gd name="T4" fmla="*/ 23 w 23"/>
                  <a:gd name="T5" fmla="*/ 34 h 40"/>
                  <a:gd name="T6" fmla="*/ 1 w 23"/>
                  <a:gd name="T7" fmla="*/ 40 h 40"/>
                  <a:gd name="T8" fmla="*/ 0 w 23"/>
                  <a:gd name="T9" fmla="*/ 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0"/>
                  <a:gd name="T17" fmla="*/ 23 w 23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0">
                    <a:moveTo>
                      <a:pt x="0" y="5"/>
                    </a:moveTo>
                    <a:lnTo>
                      <a:pt x="22" y="0"/>
                    </a:lnTo>
                    <a:lnTo>
                      <a:pt x="23" y="34"/>
                    </a:lnTo>
                    <a:lnTo>
                      <a:pt x="1" y="4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1" name="Freeform 196"/>
              <p:cNvSpPr>
                <a:spLocks/>
              </p:cNvSpPr>
              <p:nvPr/>
            </p:nvSpPr>
            <p:spPr bwMode="auto">
              <a:xfrm>
                <a:off x="2466" y="1422"/>
                <a:ext cx="154" cy="123"/>
              </a:xfrm>
              <a:custGeom>
                <a:avLst/>
                <a:gdLst>
                  <a:gd name="T0" fmla="*/ 154 w 154"/>
                  <a:gd name="T1" fmla="*/ 67 h 123"/>
                  <a:gd name="T2" fmla="*/ 0 w 154"/>
                  <a:gd name="T3" fmla="*/ 123 h 123"/>
                  <a:gd name="T4" fmla="*/ 93 w 154"/>
                  <a:gd name="T5" fmla="*/ 0 h 123"/>
                  <a:gd name="T6" fmla="*/ 154 w 154"/>
                  <a:gd name="T7" fmla="*/ 67 h 1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3"/>
                  <a:gd name="T14" fmla="*/ 154 w 154"/>
                  <a:gd name="T15" fmla="*/ 123 h 1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3">
                    <a:moveTo>
                      <a:pt x="154" y="67"/>
                    </a:moveTo>
                    <a:lnTo>
                      <a:pt x="0" y="123"/>
                    </a:lnTo>
                    <a:lnTo>
                      <a:pt x="93" y="0"/>
                    </a:lnTo>
                    <a:lnTo>
                      <a:pt x="154" y="6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2" name="Freeform 197"/>
              <p:cNvSpPr>
                <a:spLocks/>
              </p:cNvSpPr>
              <p:nvPr/>
            </p:nvSpPr>
            <p:spPr bwMode="auto">
              <a:xfrm>
                <a:off x="2452" y="1486"/>
                <a:ext cx="169" cy="68"/>
              </a:xfrm>
              <a:custGeom>
                <a:avLst/>
                <a:gdLst>
                  <a:gd name="T0" fmla="*/ 17 w 169"/>
                  <a:gd name="T1" fmla="*/ 60 h 68"/>
                  <a:gd name="T2" fmla="*/ 10 w 169"/>
                  <a:gd name="T3" fmla="*/ 54 h 68"/>
                  <a:gd name="T4" fmla="*/ 166 w 169"/>
                  <a:gd name="T5" fmla="*/ 0 h 68"/>
                  <a:gd name="T6" fmla="*/ 169 w 169"/>
                  <a:gd name="T7" fmla="*/ 7 h 68"/>
                  <a:gd name="T8" fmla="*/ 14 w 169"/>
                  <a:gd name="T9" fmla="*/ 64 h 68"/>
                  <a:gd name="T10" fmla="*/ 8 w 169"/>
                  <a:gd name="T11" fmla="*/ 58 h 68"/>
                  <a:gd name="T12" fmla="*/ 14 w 169"/>
                  <a:gd name="T13" fmla="*/ 64 h 68"/>
                  <a:gd name="T14" fmla="*/ 0 w 169"/>
                  <a:gd name="T15" fmla="*/ 68 h 68"/>
                  <a:gd name="T16" fmla="*/ 8 w 169"/>
                  <a:gd name="T17" fmla="*/ 58 h 68"/>
                  <a:gd name="T18" fmla="*/ 17 w 169"/>
                  <a:gd name="T19" fmla="*/ 6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68"/>
                  <a:gd name="T32" fmla="*/ 169 w 169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68">
                    <a:moveTo>
                      <a:pt x="17" y="60"/>
                    </a:moveTo>
                    <a:lnTo>
                      <a:pt x="10" y="54"/>
                    </a:lnTo>
                    <a:lnTo>
                      <a:pt x="166" y="0"/>
                    </a:lnTo>
                    <a:lnTo>
                      <a:pt x="169" y="7"/>
                    </a:lnTo>
                    <a:lnTo>
                      <a:pt x="14" y="64"/>
                    </a:lnTo>
                    <a:lnTo>
                      <a:pt x="8" y="58"/>
                    </a:lnTo>
                    <a:lnTo>
                      <a:pt x="14" y="64"/>
                    </a:lnTo>
                    <a:lnTo>
                      <a:pt x="0" y="68"/>
                    </a:lnTo>
                    <a:lnTo>
                      <a:pt x="8" y="58"/>
                    </a:lnTo>
                    <a:lnTo>
                      <a:pt x="17" y="6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3" name="Freeform 198"/>
              <p:cNvSpPr>
                <a:spLocks/>
              </p:cNvSpPr>
              <p:nvPr/>
            </p:nvSpPr>
            <p:spPr bwMode="auto">
              <a:xfrm>
                <a:off x="2462" y="1415"/>
                <a:ext cx="102" cy="133"/>
              </a:xfrm>
              <a:custGeom>
                <a:avLst/>
                <a:gdLst>
                  <a:gd name="T0" fmla="*/ 91 w 102"/>
                  <a:gd name="T1" fmla="*/ 11 h 133"/>
                  <a:gd name="T2" fmla="*/ 102 w 102"/>
                  <a:gd name="T3" fmla="*/ 9 h 133"/>
                  <a:gd name="T4" fmla="*/ 8 w 102"/>
                  <a:gd name="T5" fmla="*/ 133 h 133"/>
                  <a:gd name="T6" fmla="*/ 0 w 102"/>
                  <a:gd name="T7" fmla="*/ 130 h 133"/>
                  <a:gd name="T8" fmla="*/ 93 w 102"/>
                  <a:gd name="T9" fmla="*/ 7 h 133"/>
                  <a:gd name="T10" fmla="*/ 102 w 102"/>
                  <a:gd name="T11" fmla="*/ 5 h 133"/>
                  <a:gd name="T12" fmla="*/ 93 w 102"/>
                  <a:gd name="T13" fmla="*/ 7 h 133"/>
                  <a:gd name="T14" fmla="*/ 98 w 102"/>
                  <a:gd name="T15" fmla="*/ 0 h 133"/>
                  <a:gd name="T16" fmla="*/ 102 w 102"/>
                  <a:gd name="T17" fmla="*/ 5 h 133"/>
                  <a:gd name="T18" fmla="*/ 91 w 102"/>
                  <a:gd name="T19" fmla="*/ 11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33"/>
                  <a:gd name="T32" fmla="*/ 102 w 102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33">
                    <a:moveTo>
                      <a:pt x="91" y="11"/>
                    </a:moveTo>
                    <a:lnTo>
                      <a:pt x="102" y="9"/>
                    </a:lnTo>
                    <a:lnTo>
                      <a:pt x="8" y="133"/>
                    </a:lnTo>
                    <a:lnTo>
                      <a:pt x="0" y="130"/>
                    </a:lnTo>
                    <a:lnTo>
                      <a:pt x="93" y="7"/>
                    </a:lnTo>
                    <a:lnTo>
                      <a:pt x="102" y="5"/>
                    </a:lnTo>
                    <a:lnTo>
                      <a:pt x="93" y="7"/>
                    </a:lnTo>
                    <a:lnTo>
                      <a:pt x="98" y="0"/>
                    </a:lnTo>
                    <a:lnTo>
                      <a:pt x="102" y="5"/>
                    </a:lnTo>
                    <a:lnTo>
                      <a:pt x="9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4" name="Freeform 199"/>
              <p:cNvSpPr>
                <a:spLocks/>
              </p:cNvSpPr>
              <p:nvPr/>
            </p:nvSpPr>
            <p:spPr bwMode="auto">
              <a:xfrm>
                <a:off x="2553" y="1421"/>
                <a:ext cx="77" cy="75"/>
              </a:xfrm>
              <a:custGeom>
                <a:avLst/>
                <a:gdLst>
                  <a:gd name="T0" fmla="*/ 67 w 77"/>
                  <a:gd name="T1" fmla="*/ 66 h 75"/>
                  <a:gd name="T2" fmla="*/ 62 w 77"/>
                  <a:gd name="T3" fmla="*/ 73 h 75"/>
                  <a:gd name="T4" fmla="*/ 0 w 77"/>
                  <a:gd name="T5" fmla="*/ 6 h 75"/>
                  <a:gd name="T6" fmla="*/ 11 w 77"/>
                  <a:gd name="T7" fmla="*/ 0 h 75"/>
                  <a:gd name="T8" fmla="*/ 73 w 77"/>
                  <a:gd name="T9" fmla="*/ 67 h 75"/>
                  <a:gd name="T10" fmla="*/ 69 w 77"/>
                  <a:gd name="T11" fmla="*/ 75 h 75"/>
                  <a:gd name="T12" fmla="*/ 73 w 77"/>
                  <a:gd name="T13" fmla="*/ 67 h 75"/>
                  <a:gd name="T14" fmla="*/ 77 w 77"/>
                  <a:gd name="T15" fmla="*/ 71 h 75"/>
                  <a:gd name="T16" fmla="*/ 69 w 77"/>
                  <a:gd name="T17" fmla="*/ 75 h 75"/>
                  <a:gd name="T18" fmla="*/ 67 w 77"/>
                  <a:gd name="T19" fmla="*/ 66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7"/>
                  <a:gd name="T31" fmla="*/ 0 h 75"/>
                  <a:gd name="T32" fmla="*/ 77 w 77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7" h="75">
                    <a:moveTo>
                      <a:pt x="67" y="66"/>
                    </a:moveTo>
                    <a:lnTo>
                      <a:pt x="62" y="73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73" y="67"/>
                    </a:lnTo>
                    <a:lnTo>
                      <a:pt x="69" y="75"/>
                    </a:lnTo>
                    <a:lnTo>
                      <a:pt x="73" y="67"/>
                    </a:lnTo>
                    <a:lnTo>
                      <a:pt x="77" y="71"/>
                    </a:lnTo>
                    <a:lnTo>
                      <a:pt x="69" y="75"/>
                    </a:lnTo>
                    <a:lnTo>
                      <a:pt x="67" y="66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5" name="Freeform 200"/>
              <p:cNvSpPr>
                <a:spLocks/>
              </p:cNvSpPr>
              <p:nvPr/>
            </p:nvSpPr>
            <p:spPr bwMode="auto">
              <a:xfrm>
                <a:off x="2485" y="1501"/>
                <a:ext cx="35" cy="31"/>
              </a:xfrm>
              <a:custGeom>
                <a:avLst/>
                <a:gdLst>
                  <a:gd name="T0" fmla="*/ 35 w 35"/>
                  <a:gd name="T1" fmla="*/ 19 h 31"/>
                  <a:gd name="T2" fmla="*/ 20 w 35"/>
                  <a:gd name="T3" fmla="*/ 31 h 31"/>
                  <a:gd name="T4" fmla="*/ 0 w 35"/>
                  <a:gd name="T5" fmla="*/ 12 h 31"/>
                  <a:gd name="T6" fmla="*/ 16 w 35"/>
                  <a:gd name="T7" fmla="*/ 0 h 31"/>
                  <a:gd name="T8" fmla="*/ 35 w 35"/>
                  <a:gd name="T9" fmla="*/ 1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31"/>
                  <a:gd name="T17" fmla="*/ 35 w 3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31">
                    <a:moveTo>
                      <a:pt x="35" y="19"/>
                    </a:moveTo>
                    <a:lnTo>
                      <a:pt x="20" y="31"/>
                    </a:lnTo>
                    <a:lnTo>
                      <a:pt x="0" y="12"/>
                    </a:lnTo>
                    <a:lnTo>
                      <a:pt x="16" y="0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6" name="Freeform 201"/>
              <p:cNvSpPr>
                <a:spLocks/>
              </p:cNvSpPr>
              <p:nvPr/>
            </p:nvSpPr>
            <p:spPr bwMode="auto">
              <a:xfrm>
                <a:off x="2502" y="1376"/>
                <a:ext cx="214" cy="144"/>
              </a:xfrm>
              <a:custGeom>
                <a:avLst/>
                <a:gdLst>
                  <a:gd name="T0" fmla="*/ 214 w 214"/>
                  <a:gd name="T1" fmla="*/ 23 h 144"/>
                  <a:gd name="T2" fmla="*/ 214 w 214"/>
                  <a:gd name="T3" fmla="*/ 23 h 144"/>
                  <a:gd name="T4" fmla="*/ 186 w 214"/>
                  <a:gd name="T5" fmla="*/ 36 h 144"/>
                  <a:gd name="T6" fmla="*/ 161 w 214"/>
                  <a:gd name="T7" fmla="*/ 49 h 144"/>
                  <a:gd name="T8" fmla="*/ 136 w 214"/>
                  <a:gd name="T9" fmla="*/ 64 h 144"/>
                  <a:gd name="T10" fmla="*/ 112 w 214"/>
                  <a:gd name="T11" fmla="*/ 80 h 144"/>
                  <a:gd name="T12" fmla="*/ 87 w 214"/>
                  <a:gd name="T13" fmla="*/ 95 h 144"/>
                  <a:gd name="T14" fmla="*/ 63 w 214"/>
                  <a:gd name="T15" fmla="*/ 110 h 144"/>
                  <a:gd name="T16" fmla="*/ 41 w 214"/>
                  <a:gd name="T17" fmla="*/ 127 h 144"/>
                  <a:gd name="T18" fmla="*/ 19 w 214"/>
                  <a:gd name="T19" fmla="*/ 144 h 144"/>
                  <a:gd name="T20" fmla="*/ 0 w 214"/>
                  <a:gd name="T21" fmla="*/ 126 h 144"/>
                  <a:gd name="T22" fmla="*/ 22 w 214"/>
                  <a:gd name="T23" fmla="*/ 108 h 144"/>
                  <a:gd name="T24" fmla="*/ 48 w 214"/>
                  <a:gd name="T25" fmla="*/ 91 h 144"/>
                  <a:gd name="T26" fmla="*/ 73 w 214"/>
                  <a:gd name="T27" fmla="*/ 75 h 144"/>
                  <a:gd name="T28" fmla="*/ 97 w 214"/>
                  <a:gd name="T29" fmla="*/ 58 h 144"/>
                  <a:gd name="T30" fmla="*/ 123 w 214"/>
                  <a:gd name="T31" fmla="*/ 43 h 144"/>
                  <a:gd name="T32" fmla="*/ 150 w 214"/>
                  <a:gd name="T33" fmla="*/ 28 h 144"/>
                  <a:gd name="T34" fmla="*/ 176 w 214"/>
                  <a:gd name="T35" fmla="*/ 13 h 144"/>
                  <a:gd name="T36" fmla="*/ 203 w 214"/>
                  <a:gd name="T37" fmla="*/ 0 h 144"/>
                  <a:gd name="T38" fmla="*/ 214 w 214"/>
                  <a:gd name="T39" fmla="*/ 23 h 1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4"/>
                  <a:gd name="T61" fmla="*/ 0 h 144"/>
                  <a:gd name="T62" fmla="*/ 214 w 214"/>
                  <a:gd name="T63" fmla="*/ 144 h 14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4" h="144">
                    <a:moveTo>
                      <a:pt x="214" y="23"/>
                    </a:moveTo>
                    <a:lnTo>
                      <a:pt x="214" y="23"/>
                    </a:lnTo>
                    <a:lnTo>
                      <a:pt x="186" y="36"/>
                    </a:lnTo>
                    <a:lnTo>
                      <a:pt x="161" y="49"/>
                    </a:lnTo>
                    <a:lnTo>
                      <a:pt x="136" y="64"/>
                    </a:lnTo>
                    <a:lnTo>
                      <a:pt x="112" y="80"/>
                    </a:lnTo>
                    <a:lnTo>
                      <a:pt x="87" y="95"/>
                    </a:lnTo>
                    <a:lnTo>
                      <a:pt x="63" y="110"/>
                    </a:lnTo>
                    <a:lnTo>
                      <a:pt x="41" y="127"/>
                    </a:lnTo>
                    <a:lnTo>
                      <a:pt x="19" y="144"/>
                    </a:lnTo>
                    <a:lnTo>
                      <a:pt x="0" y="126"/>
                    </a:lnTo>
                    <a:lnTo>
                      <a:pt x="22" y="108"/>
                    </a:lnTo>
                    <a:lnTo>
                      <a:pt x="48" y="91"/>
                    </a:lnTo>
                    <a:lnTo>
                      <a:pt x="73" y="75"/>
                    </a:lnTo>
                    <a:lnTo>
                      <a:pt x="97" y="58"/>
                    </a:lnTo>
                    <a:lnTo>
                      <a:pt x="123" y="43"/>
                    </a:lnTo>
                    <a:lnTo>
                      <a:pt x="150" y="28"/>
                    </a:lnTo>
                    <a:lnTo>
                      <a:pt x="176" y="13"/>
                    </a:lnTo>
                    <a:lnTo>
                      <a:pt x="203" y="0"/>
                    </a:lnTo>
                    <a:lnTo>
                      <a:pt x="214" y="23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7" name="Freeform 202"/>
              <p:cNvSpPr>
                <a:spLocks/>
              </p:cNvSpPr>
              <p:nvPr/>
            </p:nvSpPr>
            <p:spPr bwMode="auto">
              <a:xfrm>
                <a:off x="2710" y="1309"/>
                <a:ext cx="198" cy="94"/>
              </a:xfrm>
              <a:custGeom>
                <a:avLst/>
                <a:gdLst>
                  <a:gd name="T0" fmla="*/ 198 w 198"/>
                  <a:gd name="T1" fmla="*/ 27 h 94"/>
                  <a:gd name="T2" fmla="*/ 176 w 198"/>
                  <a:gd name="T3" fmla="*/ 33 h 94"/>
                  <a:gd name="T4" fmla="*/ 151 w 198"/>
                  <a:gd name="T5" fmla="*/ 40 h 94"/>
                  <a:gd name="T6" fmla="*/ 128 w 198"/>
                  <a:gd name="T7" fmla="*/ 48 h 94"/>
                  <a:gd name="T8" fmla="*/ 104 w 198"/>
                  <a:gd name="T9" fmla="*/ 55 h 94"/>
                  <a:gd name="T10" fmla="*/ 80 w 198"/>
                  <a:gd name="T11" fmla="*/ 65 h 94"/>
                  <a:gd name="T12" fmla="*/ 57 w 198"/>
                  <a:gd name="T13" fmla="*/ 73 h 94"/>
                  <a:gd name="T14" fmla="*/ 35 w 198"/>
                  <a:gd name="T15" fmla="*/ 83 h 94"/>
                  <a:gd name="T16" fmla="*/ 11 w 198"/>
                  <a:gd name="T17" fmla="*/ 94 h 94"/>
                  <a:gd name="T18" fmla="*/ 0 w 198"/>
                  <a:gd name="T19" fmla="*/ 69 h 94"/>
                  <a:gd name="T20" fmla="*/ 25 w 198"/>
                  <a:gd name="T21" fmla="*/ 58 h 94"/>
                  <a:gd name="T22" fmla="*/ 50 w 198"/>
                  <a:gd name="T23" fmla="*/ 48 h 94"/>
                  <a:gd name="T24" fmla="*/ 75 w 198"/>
                  <a:gd name="T25" fmla="*/ 38 h 94"/>
                  <a:gd name="T26" fmla="*/ 99 w 198"/>
                  <a:gd name="T27" fmla="*/ 31 h 94"/>
                  <a:gd name="T28" fmla="*/ 123 w 198"/>
                  <a:gd name="T29" fmla="*/ 21 h 94"/>
                  <a:gd name="T30" fmla="*/ 149 w 198"/>
                  <a:gd name="T31" fmla="*/ 13 h 94"/>
                  <a:gd name="T32" fmla="*/ 173 w 198"/>
                  <a:gd name="T33" fmla="*/ 6 h 94"/>
                  <a:gd name="T34" fmla="*/ 197 w 198"/>
                  <a:gd name="T35" fmla="*/ 0 h 94"/>
                  <a:gd name="T36" fmla="*/ 198 w 198"/>
                  <a:gd name="T37" fmla="*/ 27 h 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94"/>
                  <a:gd name="T59" fmla="*/ 198 w 198"/>
                  <a:gd name="T60" fmla="*/ 94 h 9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94">
                    <a:moveTo>
                      <a:pt x="198" y="27"/>
                    </a:moveTo>
                    <a:lnTo>
                      <a:pt x="176" y="33"/>
                    </a:lnTo>
                    <a:lnTo>
                      <a:pt x="151" y="40"/>
                    </a:lnTo>
                    <a:lnTo>
                      <a:pt x="128" y="48"/>
                    </a:lnTo>
                    <a:lnTo>
                      <a:pt x="104" y="55"/>
                    </a:lnTo>
                    <a:lnTo>
                      <a:pt x="80" y="65"/>
                    </a:lnTo>
                    <a:lnTo>
                      <a:pt x="57" y="73"/>
                    </a:lnTo>
                    <a:lnTo>
                      <a:pt x="35" y="83"/>
                    </a:lnTo>
                    <a:lnTo>
                      <a:pt x="11" y="94"/>
                    </a:lnTo>
                    <a:lnTo>
                      <a:pt x="0" y="69"/>
                    </a:lnTo>
                    <a:lnTo>
                      <a:pt x="25" y="58"/>
                    </a:lnTo>
                    <a:lnTo>
                      <a:pt x="50" y="48"/>
                    </a:lnTo>
                    <a:lnTo>
                      <a:pt x="75" y="38"/>
                    </a:lnTo>
                    <a:lnTo>
                      <a:pt x="99" y="31"/>
                    </a:lnTo>
                    <a:lnTo>
                      <a:pt x="123" y="21"/>
                    </a:lnTo>
                    <a:lnTo>
                      <a:pt x="149" y="13"/>
                    </a:lnTo>
                    <a:lnTo>
                      <a:pt x="173" y="6"/>
                    </a:lnTo>
                    <a:lnTo>
                      <a:pt x="197" y="0"/>
                    </a:lnTo>
                    <a:lnTo>
                      <a:pt x="198" y="2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8" name="Freeform 203"/>
              <p:cNvSpPr>
                <a:spLocks/>
              </p:cNvSpPr>
              <p:nvPr/>
            </p:nvSpPr>
            <p:spPr bwMode="auto">
              <a:xfrm>
                <a:off x="2908" y="1302"/>
                <a:ext cx="19" cy="33"/>
              </a:xfrm>
              <a:custGeom>
                <a:avLst/>
                <a:gdLst>
                  <a:gd name="T0" fmla="*/ 0 w 19"/>
                  <a:gd name="T1" fmla="*/ 4 h 33"/>
                  <a:gd name="T2" fmla="*/ 18 w 19"/>
                  <a:gd name="T3" fmla="*/ 0 h 33"/>
                  <a:gd name="T4" fmla="*/ 19 w 19"/>
                  <a:gd name="T5" fmla="*/ 29 h 33"/>
                  <a:gd name="T6" fmla="*/ 1 w 19"/>
                  <a:gd name="T7" fmla="*/ 33 h 33"/>
                  <a:gd name="T8" fmla="*/ 0 w 19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3"/>
                  <a:gd name="T17" fmla="*/ 19 w 19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3">
                    <a:moveTo>
                      <a:pt x="0" y="4"/>
                    </a:moveTo>
                    <a:lnTo>
                      <a:pt x="18" y="0"/>
                    </a:lnTo>
                    <a:lnTo>
                      <a:pt x="19" y="29"/>
                    </a:lnTo>
                    <a:lnTo>
                      <a:pt x="1" y="3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59" name="Freeform 204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0" name="Freeform 205"/>
              <p:cNvSpPr>
                <a:spLocks/>
              </p:cNvSpPr>
              <p:nvPr/>
            </p:nvSpPr>
            <p:spPr bwMode="auto">
              <a:xfrm>
                <a:off x="2415" y="1502"/>
                <a:ext cx="177" cy="85"/>
              </a:xfrm>
              <a:custGeom>
                <a:avLst/>
                <a:gdLst>
                  <a:gd name="T0" fmla="*/ 30 w 177"/>
                  <a:gd name="T1" fmla="*/ 70 h 85"/>
                  <a:gd name="T2" fmla="*/ 20 w 177"/>
                  <a:gd name="T3" fmla="*/ 61 h 85"/>
                  <a:gd name="T4" fmla="*/ 172 w 177"/>
                  <a:gd name="T5" fmla="*/ 0 h 85"/>
                  <a:gd name="T6" fmla="*/ 177 w 177"/>
                  <a:gd name="T7" fmla="*/ 15 h 85"/>
                  <a:gd name="T8" fmla="*/ 24 w 177"/>
                  <a:gd name="T9" fmla="*/ 75 h 85"/>
                  <a:gd name="T10" fmla="*/ 14 w 177"/>
                  <a:gd name="T11" fmla="*/ 65 h 85"/>
                  <a:gd name="T12" fmla="*/ 24 w 177"/>
                  <a:gd name="T13" fmla="*/ 75 h 85"/>
                  <a:gd name="T14" fmla="*/ 0 w 177"/>
                  <a:gd name="T15" fmla="*/ 85 h 85"/>
                  <a:gd name="T16" fmla="*/ 14 w 177"/>
                  <a:gd name="T17" fmla="*/ 65 h 85"/>
                  <a:gd name="T18" fmla="*/ 30 w 177"/>
                  <a:gd name="T19" fmla="*/ 7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7"/>
                  <a:gd name="T31" fmla="*/ 0 h 85"/>
                  <a:gd name="T32" fmla="*/ 177 w 177"/>
                  <a:gd name="T33" fmla="*/ 85 h 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7" h="85">
                    <a:moveTo>
                      <a:pt x="30" y="70"/>
                    </a:moveTo>
                    <a:lnTo>
                      <a:pt x="20" y="61"/>
                    </a:lnTo>
                    <a:lnTo>
                      <a:pt x="172" y="0"/>
                    </a:lnTo>
                    <a:lnTo>
                      <a:pt x="177" y="15"/>
                    </a:lnTo>
                    <a:lnTo>
                      <a:pt x="24" y="75"/>
                    </a:lnTo>
                    <a:lnTo>
                      <a:pt x="14" y="65"/>
                    </a:lnTo>
                    <a:lnTo>
                      <a:pt x="24" y="75"/>
                    </a:lnTo>
                    <a:lnTo>
                      <a:pt x="0" y="85"/>
                    </a:lnTo>
                    <a:lnTo>
                      <a:pt x="14" y="65"/>
                    </a:lnTo>
                    <a:lnTo>
                      <a:pt x="30" y="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1" name="Freeform 206"/>
              <p:cNvSpPr>
                <a:spLocks/>
              </p:cNvSpPr>
              <p:nvPr/>
            </p:nvSpPr>
            <p:spPr bwMode="auto">
              <a:xfrm>
                <a:off x="2429" y="1434"/>
                <a:ext cx="102" cy="142"/>
              </a:xfrm>
              <a:custGeom>
                <a:avLst/>
                <a:gdLst>
                  <a:gd name="T0" fmla="*/ 85 w 102"/>
                  <a:gd name="T1" fmla="*/ 20 h 142"/>
                  <a:gd name="T2" fmla="*/ 102 w 102"/>
                  <a:gd name="T3" fmla="*/ 17 h 142"/>
                  <a:gd name="T4" fmla="*/ 15 w 102"/>
                  <a:gd name="T5" fmla="*/ 142 h 142"/>
                  <a:gd name="T6" fmla="*/ 0 w 102"/>
                  <a:gd name="T7" fmla="*/ 137 h 142"/>
                  <a:gd name="T8" fmla="*/ 86 w 102"/>
                  <a:gd name="T9" fmla="*/ 11 h 142"/>
                  <a:gd name="T10" fmla="*/ 102 w 102"/>
                  <a:gd name="T11" fmla="*/ 8 h 142"/>
                  <a:gd name="T12" fmla="*/ 86 w 102"/>
                  <a:gd name="T13" fmla="*/ 11 h 142"/>
                  <a:gd name="T14" fmla="*/ 93 w 102"/>
                  <a:gd name="T15" fmla="*/ 0 h 142"/>
                  <a:gd name="T16" fmla="*/ 102 w 102"/>
                  <a:gd name="T17" fmla="*/ 8 h 142"/>
                  <a:gd name="T18" fmla="*/ 85 w 102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142"/>
                  <a:gd name="T32" fmla="*/ 102 w 102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142">
                    <a:moveTo>
                      <a:pt x="85" y="20"/>
                    </a:moveTo>
                    <a:lnTo>
                      <a:pt x="102" y="17"/>
                    </a:lnTo>
                    <a:lnTo>
                      <a:pt x="15" y="142"/>
                    </a:lnTo>
                    <a:lnTo>
                      <a:pt x="0" y="137"/>
                    </a:lnTo>
                    <a:lnTo>
                      <a:pt x="86" y="11"/>
                    </a:lnTo>
                    <a:lnTo>
                      <a:pt x="102" y="8"/>
                    </a:lnTo>
                    <a:lnTo>
                      <a:pt x="86" y="11"/>
                    </a:lnTo>
                    <a:lnTo>
                      <a:pt x="93" y="0"/>
                    </a:lnTo>
                    <a:lnTo>
                      <a:pt x="102" y="8"/>
                    </a:lnTo>
                    <a:lnTo>
                      <a:pt x="85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2" name="Freeform 207"/>
              <p:cNvSpPr>
                <a:spLocks/>
              </p:cNvSpPr>
              <p:nvPr/>
            </p:nvSpPr>
            <p:spPr bwMode="auto">
              <a:xfrm>
                <a:off x="2515" y="1441"/>
                <a:ext cx="91" cy="77"/>
              </a:xfrm>
              <a:custGeom>
                <a:avLst/>
                <a:gdLst>
                  <a:gd name="T0" fmla="*/ 72 w 91"/>
                  <a:gd name="T1" fmla="*/ 62 h 77"/>
                  <a:gd name="T2" fmla="*/ 66 w 91"/>
                  <a:gd name="T3" fmla="*/ 76 h 77"/>
                  <a:gd name="T4" fmla="*/ 0 w 91"/>
                  <a:gd name="T5" fmla="*/ 13 h 77"/>
                  <a:gd name="T6" fmla="*/ 16 w 91"/>
                  <a:gd name="T7" fmla="*/ 0 h 77"/>
                  <a:gd name="T8" fmla="*/ 83 w 91"/>
                  <a:gd name="T9" fmla="*/ 63 h 77"/>
                  <a:gd name="T10" fmla="*/ 77 w 91"/>
                  <a:gd name="T11" fmla="*/ 77 h 77"/>
                  <a:gd name="T12" fmla="*/ 83 w 91"/>
                  <a:gd name="T13" fmla="*/ 63 h 77"/>
                  <a:gd name="T14" fmla="*/ 91 w 91"/>
                  <a:gd name="T15" fmla="*/ 72 h 77"/>
                  <a:gd name="T16" fmla="*/ 77 w 91"/>
                  <a:gd name="T17" fmla="*/ 77 h 77"/>
                  <a:gd name="T18" fmla="*/ 72 w 91"/>
                  <a:gd name="T19" fmla="*/ 6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77"/>
                  <a:gd name="T32" fmla="*/ 91 w 91"/>
                  <a:gd name="T33" fmla="*/ 77 h 7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77">
                    <a:moveTo>
                      <a:pt x="72" y="62"/>
                    </a:moveTo>
                    <a:lnTo>
                      <a:pt x="66" y="76"/>
                    </a:lnTo>
                    <a:lnTo>
                      <a:pt x="0" y="13"/>
                    </a:lnTo>
                    <a:lnTo>
                      <a:pt x="16" y="0"/>
                    </a:lnTo>
                    <a:lnTo>
                      <a:pt x="83" y="63"/>
                    </a:lnTo>
                    <a:lnTo>
                      <a:pt x="77" y="77"/>
                    </a:lnTo>
                    <a:lnTo>
                      <a:pt x="83" y="63"/>
                    </a:lnTo>
                    <a:lnTo>
                      <a:pt x="91" y="72"/>
                    </a:lnTo>
                    <a:lnTo>
                      <a:pt x="77" y="77"/>
                    </a:lnTo>
                    <a:lnTo>
                      <a:pt x="7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3" name="Freeform 208"/>
              <p:cNvSpPr>
                <a:spLocks/>
              </p:cNvSpPr>
              <p:nvPr/>
            </p:nvSpPr>
            <p:spPr bwMode="auto">
              <a:xfrm>
                <a:off x="2447" y="1524"/>
                <a:ext cx="43" cy="35"/>
              </a:xfrm>
              <a:custGeom>
                <a:avLst/>
                <a:gdLst>
                  <a:gd name="T0" fmla="*/ 43 w 43"/>
                  <a:gd name="T1" fmla="*/ 20 h 35"/>
                  <a:gd name="T2" fmla="*/ 25 w 43"/>
                  <a:gd name="T3" fmla="*/ 35 h 35"/>
                  <a:gd name="T4" fmla="*/ 0 w 43"/>
                  <a:gd name="T5" fmla="*/ 14 h 35"/>
                  <a:gd name="T6" fmla="*/ 19 w 43"/>
                  <a:gd name="T7" fmla="*/ 0 h 35"/>
                  <a:gd name="T8" fmla="*/ 43 w 43"/>
                  <a:gd name="T9" fmla="*/ 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35"/>
                  <a:gd name="T17" fmla="*/ 43 w 43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35">
                    <a:moveTo>
                      <a:pt x="43" y="20"/>
                    </a:moveTo>
                    <a:lnTo>
                      <a:pt x="25" y="35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43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4" name="Freeform 209"/>
              <p:cNvSpPr>
                <a:spLocks/>
              </p:cNvSpPr>
              <p:nvPr/>
            </p:nvSpPr>
            <p:spPr bwMode="auto">
              <a:xfrm>
                <a:off x="2468" y="1391"/>
                <a:ext cx="215" cy="156"/>
              </a:xfrm>
              <a:custGeom>
                <a:avLst/>
                <a:gdLst>
                  <a:gd name="T0" fmla="*/ 215 w 215"/>
                  <a:gd name="T1" fmla="*/ 29 h 156"/>
                  <a:gd name="T2" fmla="*/ 215 w 215"/>
                  <a:gd name="T3" fmla="*/ 29 h 156"/>
                  <a:gd name="T4" fmla="*/ 189 w 215"/>
                  <a:gd name="T5" fmla="*/ 43 h 156"/>
                  <a:gd name="T6" fmla="*/ 162 w 215"/>
                  <a:gd name="T7" fmla="*/ 59 h 156"/>
                  <a:gd name="T8" fmla="*/ 138 w 215"/>
                  <a:gd name="T9" fmla="*/ 72 h 156"/>
                  <a:gd name="T10" fmla="*/ 114 w 215"/>
                  <a:gd name="T11" fmla="*/ 88 h 156"/>
                  <a:gd name="T12" fmla="*/ 91 w 215"/>
                  <a:gd name="T13" fmla="*/ 103 h 156"/>
                  <a:gd name="T14" fmla="*/ 68 w 215"/>
                  <a:gd name="T15" fmla="*/ 121 h 156"/>
                  <a:gd name="T16" fmla="*/ 47 w 215"/>
                  <a:gd name="T17" fmla="*/ 138 h 156"/>
                  <a:gd name="T18" fmla="*/ 24 w 215"/>
                  <a:gd name="T19" fmla="*/ 156 h 156"/>
                  <a:gd name="T20" fmla="*/ 0 w 215"/>
                  <a:gd name="T21" fmla="*/ 134 h 156"/>
                  <a:gd name="T22" fmla="*/ 22 w 215"/>
                  <a:gd name="T23" fmla="*/ 116 h 156"/>
                  <a:gd name="T24" fmla="*/ 45 w 215"/>
                  <a:gd name="T25" fmla="*/ 97 h 156"/>
                  <a:gd name="T26" fmla="*/ 70 w 215"/>
                  <a:gd name="T27" fmla="*/ 79 h 156"/>
                  <a:gd name="T28" fmla="*/ 95 w 215"/>
                  <a:gd name="T29" fmla="*/ 63 h 156"/>
                  <a:gd name="T30" fmla="*/ 119 w 215"/>
                  <a:gd name="T31" fmla="*/ 47 h 156"/>
                  <a:gd name="T32" fmla="*/ 146 w 215"/>
                  <a:gd name="T33" fmla="*/ 30 h 156"/>
                  <a:gd name="T34" fmla="*/ 172 w 215"/>
                  <a:gd name="T35" fmla="*/ 16 h 156"/>
                  <a:gd name="T36" fmla="*/ 201 w 215"/>
                  <a:gd name="T37" fmla="*/ 0 h 156"/>
                  <a:gd name="T38" fmla="*/ 215 w 215"/>
                  <a:gd name="T39" fmla="*/ 29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5"/>
                  <a:gd name="T61" fmla="*/ 0 h 156"/>
                  <a:gd name="T62" fmla="*/ 215 w 215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5" h="156">
                    <a:moveTo>
                      <a:pt x="215" y="29"/>
                    </a:moveTo>
                    <a:lnTo>
                      <a:pt x="215" y="29"/>
                    </a:lnTo>
                    <a:lnTo>
                      <a:pt x="189" y="43"/>
                    </a:lnTo>
                    <a:lnTo>
                      <a:pt x="162" y="59"/>
                    </a:lnTo>
                    <a:lnTo>
                      <a:pt x="138" y="72"/>
                    </a:lnTo>
                    <a:lnTo>
                      <a:pt x="114" y="88"/>
                    </a:lnTo>
                    <a:lnTo>
                      <a:pt x="91" y="103"/>
                    </a:lnTo>
                    <a:lnTo>
                      <a:pt x="68" y="121"/>
                    </a:lnTo>
                    <a:lnTo>
                      <a:pt x="47" y="138"/>
                    </a:lnTo>
                    <a:lnTo>
                      <a:pt x="24" y="156"/>
                    </a:lnTo>
                    <a:lnTo>
                      <a:pt x="0" y="134"/>
                    </a:lnTo>
                    <a:lnTo>
                      <a:pt x="22" y="116"/>
                    </a:lnTo>
                    <a:lnTo>
                      <a:pt x="45" y="97"/>
                    </a:lnTo>
                    <a:lnTo>
                      <a:pt x="70" y="79"/>
                    </a:lnTo>
                    <a:lnTo>
                      <a:pt x="95" y="63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6"/>
                    </a:lnTo>
                    <a:lnTo>
                      <a:pt x="201" y="0"/>
                    </a:lnTo>
                    <a:lnTo>
                      <a:pt x="215" y="2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5" name="Freeform 210"/>
              <p:cNvSpPr>
                <a:spLocks/>
              </p:cNvSpPr>
              <p:nvPr/>
            </p:nvSpPr>
            <p:spPr bwMode="auto">
              <a:xfrm>
                <a:off x="2673" y="1315"/>
                <a:ext cx="198" cy="107"/>
              </a:xfrm>
              <a:custGeom>
                <a:avLst/>
                <a:gdLst>
                  <a:gd name="T0" fmla="*/ 198 w 198"/>
                  <a:gd name="T1" fmla="*/ 33 h 107"/>
                  <a:gd name="T2" fmla="*/ 175 w 198"/>
                  <a:gd name="T3" fmla="*/ 41 h 107"/>
                  <a:gd name="T4" fmla="*/ 153 w 198"/>
                  <a:gd name="T5" fmla="*/ 48 h 107"/>
                  <a:gd name="T6" fmla="*/ 128 w 198"/>
                  <a:gd name="T7" fmla="*/ 57 h 107"/>
                  <a:gd name="T8" fmla="*/ 106 w 198"/>
                  <a:gd name="T9" fmla="*/ 65 h 107"/>
                  <a:gd name="T10" fmla="*/ 83 w 198"/>
                  <a:gd name="T11" fmla="*/ 74 h 107"/>
                  <a:gd name="T12" fmla="*/ 59 w 198"/>
                  <a:gd name="T13" fmla="*/ 85 h 107"/>
                  <a:gd name="T14" fmla="*/ 37 w 198"/>
                  <a:gd name="T15" fmla="*/ 95 h 107"/>
                  <a:gd name="T16" fmla="*/ 14 w 198"/>
                  <a:gd name="T17" fmla="*/ 107 h 107"/>
                  <a:gd name="T18" fmla="*/ 0 w 198"/>
                  <a:gd name="T19" fmla="*/ 79 h 107"/>
                  <a:gd name="T20" fmla="*/ 26 w 198"/>
                  <a:gd name="T21" fmla="*/ 66 h 107"/>
                  <a:gd name="T22" fmla="*/ 48 w 198"/>
                  <a:gd name="T23" fmla="*/ 54 h 107"/>
                  <a:gd name="T24" fmla="*/ 74 w 198"/>
                  <a:gd name="T25" fmla="*/ 44 h 107"/>
                  <a:gd name="T26" fmla="*/ 98 w 198"/>
                  <a:gd name="T27" fmla="*/ 33 h 107"/>
                  <a:gd name="T28" fmla="*/ 122 w 198"/>
                  <a:gd name="T29" fmla="*/ 25 h 107"/>
                  <a:gd name="T30" fmla="*/ 147 w 198"/>
                  <a:gd name="T31" fmla="*/ 16 h 107"/>
                  <a:gd name="T32" fmla="*/ 172 w 198"/>
                  <a:gd name="T33" fmla="*/ 6 h 107"/>
                  <a:gd name="T34" fmla="*/ 196 w 198"/>
                  <a:gd name="T35" fmla="*/ 0 h 107"/>
                  <a:gd name="T36" fmla="*/ 198 w 198"/>
                  <a:gd name="T37" fmla="*/ 33 h 1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07"/>
                  <a:gd name="T59" fmla="*/ 198 w 198"/>
                  <a:gd name="T60" fmla="*/ 107 h 1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07">
                    <a:moveTo>
                      <a:pt x="198" y="33"/>
                    </a:moveTo>
                    <a:lnTo>
                      <a:pt x="175" y="41"/>
                    </a:lnTo>
                    <a:lnTo>
                      <a:pt x="153" y="48"/>
                    </a:lnTo>
                    <a:lnTo>
                      <a:pt x="128" y="57"/>
                    </a:lnTo>
                    <a:lnTo>
                      <a:pt x="106" y="65"/>
                    </a:lnTo>
                    <a:lnTo>
                      <a:pt x="83" y="74"/>
                    </a:lnTo>
                    <a:lnTo>
                      <a:pt x="59" y="85"/>
                    </a:lnTo>
                    <a:lnTo>
                      <a:pt x="37" y="95"/>
                    </a:lnTo>
                    <a:lnTo>
                      <a:pt x="14" y="107"/>
                    </a:lnTo>
                    <a:lnTo>
                      <a:pt x="0" y="79"/>
                    </a:lnTo>
                    <a:lnTo>
                      <a:pt x="26" y="66"/>
                    </a:lnTo>
                    <a:lnTo>
                      <a:pt x="48" y="54"/>
                    </a:lnTo>
                    <a:lnTo>
                      <a:pt x="74" y="44"/>
                    </a:lnTo>
                    <a:lnTo>
                      <a:pt x="98" y="33"/>
                    </a:lnTo>
                    <a:lnTo>
                      <a:pt x="122" y="25"/>
                    </a:lnTo>
                    <a:lnTo>
                      <a:pt x="147" y="16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8" y="3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6" name="Freeform 211"/>
              <p:cNvSpPr>
                <a:spLocks/>
              </p:cNvSpPr>
              <p:nvPr/>
            </p:nvSpPr>
            <p:spPr bwMode="auto">
              <a:xfrm>
                <a:off x="2872" y="1307"/>
                <a:ext cx="23" cy="41"/>
              </a:xfrm>
              <a:custGeom>
                <a:avLst/>
                <a:gdLst>
                  <a:gd name="T0" fmla="*/ 0 w 23"/>
                  <a:gd name="T1" fmla="*/ 7 h 41"/>
                  <a:gd name="T2" fmla="*/ 21 w 23"/>
                  <a:gd name="T3" fmla="*/ 0 h 41"/>
                  <a:gd name="T4" fmla="*/ 23 w 23"/>
                  <a:gd name="T5" fmla="*/ 35 h 41"/>
                  <a:gd name="T6" fmla="*/ 2 w 23"/>
                  <a:gd name="T7" fmla="*/ 41 h 41"/>
                  <a:gd name="T8" fmla="*/ 0 w 23"/>
                  <a:gd name="T9" fmla="*/ 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41"/>
                  <a:gd name="T17" fmla="*/ 23 w 23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41">
                    <a:moveTo>
                      <a:pt x="0" y="7"/>
                    </a:moveTo>
                    <a:lnTo>
                      <a:pt x="21" y="0"/>
                    </a:lnTo>
                    <a:lnTo>
                      <a:pt x="23" y="35"/>
                    </a:lnTo>
                    <a:lnTo>
                      <a:pt x="2" y="4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7" name="Freeform 212"/>
              <p:cNvSpPr>
                <a:spLocks/>
              </p:cNvSpPr>
              <p:nvPr/>
            </p:nvSpPr>
            <p:spPr bwMode="auto">
              <a:xfrm>
                <a:off x="2435" y="1447"/>
                <a:ext cx="154" cy="125"/>
              </a:xfrm>
              <a:custGeom>
                <a:avLst/>
                <a:gdLst>
                  <a:gd name="T0" fmla="*/ 154 w 154"/>
                  <a:gd name="T1" fmla="*/ 63 h 125"/>
                  <a:gd name="T2" fmla="*/ 0 w 154"/>
                  <a:gd name="T3" fmla="*/ 125 h 125"/>
                  <a:gd name="T4" fmla="*/ 87 w 154"/>
                  <a:gd name="T5" fmla="*/ 0 h 125"/>
                  <a:gd name="T6" fmla="*/ 154 w 154"/>
                  <a:gd name="T7" fmla="*/ 63 h 1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4"/>
                  <a:gd name="T13" fmla="*/ 0 h 125"/>
                  <a:gd name="T14" fmla="*/ 154 w 154"/>
                  <a:gd name="T15" fmla="*/ 125 h 1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4" h="125">
                    <a:moveTo>
                      <a:pt x="154" y="63"/>
                    </a:moveTo>
                    <a:lnTo>
                      <a:pt x="0" y="125"/>
                    </a:lnTo>
                    <a:lnTo>
                      <a:pt x="87" y="0"/>
                    </a:lnTo>
                    <a:lnTo>
                      <a:pt x="154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8" name="Freeform 213"/>
              <p:cNvSpPr>
                <a:spLocks/>
              </p:cNvSpPr>
              <p:nvPr/>
            </p:nvSpPr>
            <p:spPr bwMode="auto">
              <a:xfrm>
                <a:off x="2425" y="1507"/>
                <a:ext cx="165" cy="75"/>
              </a:xfrm>
              <a:custGeom>
                <a:avLst/>
                <a:gdLst>
                  <a:gd name="T0" fmla="*/ 16 w 165"/>
                  <a:gd name="T1" fmla="*/ 67 h 75"/>
                  <a:gd name="T2" fmla="*/ 12 w 165"/>
                  <a:gd name="T3" fmla="*/ 60 h 75"/>
                  <a:gd name="T4" fmla="*/ 164 w 165"/>
                  <a:gd name="T5" fmla="*/ 0 h 75"/>
                  <a:gd name="T6" fmla="*/ 165 w 165"/>
                  <a:gd name="T7" fmla="*/ 9 h 75"/>
                  <a:gd name="T8" fmla="*/ 14 w 165"/>
                  <a:gd name="T9" fmla="*/ 70 h 75"/>
                  <a:gd name="T10" fmla="*/ 9 w 165"/>
                  <a:gd name="T11" fmla="*/ 64 h 75"/>
                  <a:gd name="T12" fmla="*/ 14 w 165"/>
                  <a:gd name="T13" fmla="*/ 70 h 75"/>
                  <a:gd name="T14" fmla="*/ 0 w 165"/>
                  <a:gd name="T15" fmla="*/ 75 h 75"/>
                  <a:gd name="T16" fmla="*/ 9 w 165"/>
                  <a:gd name="T17" fmla="*/ 64 h 75"/>
                  <a:gd name="T18" fmla="*/ 16 w 165"/>
                  <a:gd name="T19" fmla="*/ 67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5"/>
                  <a:gd name="T31" fmla="*/ 0 h 75"/>
                  <a:gd name="T32" fmla="*/ 165 w 165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5" h="75">
                    <a:moveTo>
                      <a:pt x="16" y="67"/>
                    </a:moveTo>
                    <a:lnTo>
                      <a:pt x="12" y="60"/>
                    </a:lnTo>
                    <a:lnTo>
                      <a:pt x="164" y="0"/>
                    </a:lnTo>
                    <a:lnTo>
                      <a:pt x="165" y="9"/>
                    </a:lnTo>
                    <a:lnTo>
                      <a:pt x="14" y="70"/>
                    </a:lnTo>
                    <a:lnTo>
                      <a:pt x="9" y="64"/>
                    </a:lnTo>
                    <a:lnTo>
                      <a:pt x="14" y="70"/>
                    </a:lnTo>
                    <a:lnTo>
                      <a:pt x="0" y="75"/>
                    </a:lnTo>
                    <a:lnTo>
                      <a:pt x="9" y="64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69" name="Freeform 214"/>
              <p:cNvSpPr>
                <a:spLocks/>
              </p:cNvSpPr>
              <p:nvPr/>
            </p:nvSpPr>
            <p:spPr bwMode="auto">
              <a:xfrm>
                <a:off x="2434" y="1438"/>
                <a:ext cx="95" cy="134"/>
              </a:xfrm>
              <a:custGeom>
                <a:avLst/>
                <a:gdLst>
                  <a:gd name="T0" fmla="*/ 84 w 95"/>
                  <a:gd name="T1" fmla="*/ 13 h 134"/>
                  <a:gd name="T2" fmla="*/ 95 w 95"/>
                  <a:gd name="T3" fmla="*/ 8 h 134"/>
                  <a:gd name="T4" fmla="*/ 8 w 95"/>
                  <a:gd name="T5" fmla="*/ 134 h 134"/>
                  <a:gd name="T6" fmla="*/ 0 w 95"/>
                  <a:gd name="T7" fmla="*/ 132 h 134"/>
                  <a:gd name="T8" fmla="*/ 86 w 95"/>
                  <a:gd name="T9" fmla="*/ 6 h 134"/>
                  <a:gd name="T10" fmla="*/ 95 w 95"/>
                  <a:gd name="T11" fmla="*/ 4 h 134"/>
                  <a:gd name="T12" fmla="*/ 86 w 95"/>
                  <a:gd name="T13" fmla="*/ 6 h 134"/>
                  <a:gd name="T14" fmla="*/ 90 w 95"/>
                  <a:gd name="T15" fmla="*/ 0 h 134"/>
                  <a:gd name="T16" fmla="*/ 95 w 95"/>
                  <a:gd name="T17" fmla="*/ 4 h 134"/>
                  <a:gd name="T18" fmla="*/ 84 w 95"/>
                  <a:gd name="T19" fmla="*/ 13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5"/>
                  <a:gd name="T31" fmla="*/ 0 h 134"/>
                  <a:gd name="T32" fmla="*/ 95 w 95"/>
                  <a:gd name="T33" fmla="*/ 134 h 1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5" h="134">
                    <a:moveTo>
                      <a:pt x="84" y="13"/>
                    </a:moveTo>
                    <a:lnTo>
                      <a:pt x="95" y="8"/>
                    </a:lnTo>
                    <a:lnTo>
                      <a:pt x="8" y="134"/>
                    </a:lnTo>
                    <a:lnTo>
                      <a:pt x="0" y="132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86" y="6"/>
                    </a:lnTo>
                    <a:lnTo>
                      <a:pt x="90" y="0"/>
                    </a:lnTo>
                    <a:lnTo>
                      <a:pt x="95" y="4"/>
                    </a:lnTo>
                    <a:lnTo>
                      <a:pt x="84" y="1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0" name="Freeform 215"/>
              <p:cNvSpPr>
                <a:spLocks/>
              </p:cNvSpPr>
              <p:nvPr/>
            </p:nvSpPr>
            <p:spPr bwMode="auto">
              <a:xfrm>
                <a:off x="2519" y="1441"/>
                <a:ext cx="82" cy="73"/>
              </a:xfrm>
              <a:custGeom>
                <a:avLst/>
                <a:gdLst>
                  <a:gd name="T0" fmla="*/ 72 w 82"/>
                  <a:gd name="T1" fmla="*/ 63 h 73"/>
                  <a:gd name="T2" fmla="*/ 67 w 82"/>
                  <a:gd name="T3" fmla="*/ 72 h 73"/>
                  <a:gd name="T4" fmla="*/ 0 w 82"/>
                  <a:gd name="T5" fmla="*/ 8 h 73"/>
                  <a:gd name="T6" fmla="*/ 11 w 82"/>
                  <a:gd name="T7" fmla="*/ 0 h 73"/>
                  <a:gd name="T8" fmla="*/ 77 w 82"/>
                  <a:gd name="T9" fmla="*/ 63 h 73"/>
                  <a:gd name="T10" fmla="*/ 74 w 82"/>
                  <a:gd name="T11" fmla="*/ 73 h 73"/>
                  <a:gd name="T12" fmla="*/ 77 w 82"/>
                  <a:gd name="T13" fmla="*/ 63 h 73"/>
                  <a:gd name="T14" fmla="*/ 82 w 82"/>
                  <a:gd name="T15" fmla="*/ 68 h 73"/>
                  <a:gd name="T16" fmla="*/ 74 w 82"/>
                  <a:gd name="T17" fmla="*/ 73 h 73"/>
                  <a:gd name="T18" fmla="*/ 72 w 82"/>
                  <a:gd name="T19" fmla="*/ 63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73"/>
                  <a:gd name="T32" fmla="*/ 82 w 82"/>
                  <a:gd name="T33" fmla="*/ 73 h 7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73">
                    <a:moveTo>
                      <a:pt x="72" y="63"/>
                    </a:moveTo>
                    <a:lnTo>
                      <a:pt x="67" y="72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77" y="63"/>
                    </a:lnTo>
                    <a:lnTo>
                      <a:pt x="74" y="73"/>
                    </a:lnTo>
                    <a:lnTo>
                      <a:pt x="77" y="63"/>
                    </a:lnTo>
                    <a:lnTo>
                      <a:pt x="82" y="68"/>
                    </a:lnTo>
                    <a:lnTo>
                      <a:pt x="74" y="73"/>
                    </a:lnTo>
                    <a:lnTo>
                      <a:pt x="72" y="6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1" name="Freeform 216"/>
              <p:cNvSpPr>
                <a:spLocks/>
              </p:cNvSpPr>
              <p:nvPr/>
            </p:nvSpPr>
            <p:spPr bwMode="auto">
              <a:xfrm>
                <a:off x="2465" y="1517"/>
                <a:ext cx="35" cy="28"/>
              </a:xfrm>
              <a:custGeom>
                <a:avLst/>
                <a:gdLst>
                  <a:gd name="T0" fmla="*/ 35 w 35"/>
                  <a:gd name="T1" fmla="*/ 16 h 28"/>
                  <a:gd name="T2" fmla="*/ 21 w 35"/>
                  <a:gd name="T3" fmla="*/ 28 h 28"/>
                  <a:gd name="T4" fmla="*/ 0 w 35"/>
                  <a:gd name="T5" fmla="*/ 12 h 28"/>
                  <a:gd name="T6" fmla="*/ 15 w 35"/>
                  <a:gd name="T7" fmla="*/ 0 h 28"/>
                  <a:gd name="T8" fmla="*/ 35 w 35"/>
                  <a:gd name="T9" fmla="*/ 1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35" y="16"/>
                    </a:moveTo>
                    <a:lnTo>
                      <a:pt x="21" y="28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2" name="Freeform 217"/>
              <p:cNvSpPr>
                <a:spLocks/>
              </p:cNvSpPr>
              <p:nvPr/>
            </p:nvSpPr>
            <p:spPr bwMode="auto">
              <a:xfrm>
                <a:off x="2481" y="1382"/>
                <a:ext cx="212" cy="153"/>
              </a:xfrm>
              <a:custGeom>
                <a:avLst/>
                <a:gdLst>
                  <a:gd name="T0" fmla="*/ 212 w 212"/>
                  <a:gd name="T1" fmla="*/ 25 h 153"/>
                  <a:gd name="T2" fmla="*/ 212 w 212"/>
                  <a:gd name="T3" fmla="*/ 25 h 153"/>
                  <a:gd name="T4" fmla="*/ 184 w 212"/>
                  <a:gd name="T5" fmla="*/ 39 h 153"/>
                  <a:gd name="T6" fmla="*/ 160 w 212"/>
                  <a:gd name="T7" fmla="*/ 54 h 153"/>
                  <a:gd name="T8" fmla="*/ 134 w 212"/>
                  <a:gd name="T9" fmla="*/ 69 h 153"/>
                  <a:gd name="T10" fmla="*/ 111 w 212"/>
                  <a:gd name="T11" fmla="*/ 85 h 153"/>
                  <a:gd name="T12" fmla="*/ 88 w 212"/>
                  <a:gd name="T13" fmla="*/ 101 h 153"/>
                  <a:gd name="T14" fmla="*/ 64 w 212"/>
                  <a:gd name="T15" fmla="*/ 118 h 153"/>
                  <a:gd name="T16" fmla="*/ 42 w 212"/>
                  <a:gd name="T17" fmla="*/ 136 h 153"/>
                  <a:gd name="T18" fmla="*/ 21 w 212"/>
                  <a:gd name="T19" fmla="*/ 153 h 153"/>
                  <a:gd name="T20" fmla="*/ 0 w 212"/>
                  <a:gd name="T21" fmla="*/ 135 h 153"/>
                  <a:gd name="T22" fmla="*/ 23 w 212"/>
                  <a:gd name="T23" fmla="*/ 117 h 153"/>
                  <a:gd name="T24" fmla="*/ 47 w 212"/>
                  <a:gd name="T25" fmla="*/ 97 h 153"/>
                  <a:gd name="T26" fmla="*/ 70 w 212"/>
                  <a:gd name="T27" fmla="*/ 80 h 153"/>
                  <a:gd name="T28" fmla="*/ 95 w 212"/>
                  <a:gd name="T29" fmla="*/ 62 h 153"/>
                  <a:gd name="T30" fmla="*/ 119 w 212"/>
                  <a:gd name="T31" fmla="*/ 47 h 153"/>
                  <a:gd name="T32" fmla="*/ 146 w 212"/>
                  <a:gd name="T33" fmla="*/ 30 h 153"/>
                  <a:gd name="T34" fmla="*/ 172 w 212"/>
                  <a:gd name="T35" fmla="*/ 15 h 153"/>
                  <a:gd name="T36" fmla="*/ 198 w 212"/>
                  <a:gd name="T37" fmla="*/ 0 h 153"/>
                  <a:gd name="T38" fmla="*/ 212 w 212"/>
                  <a:gd name="T39" fmla="*/ 25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2"/>
                  <a:gd name="T61" fmla="*/ 0 h 153"/>
                  <a:gd name="T62" fmla="*/ 212 w 212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2" h="153">
                    <a:moveTo>
                      <a:pt x="212" y="25"/>
                    </a:moveTo>
                    <a:lnTo>
                      <a:pt x="212" y="25"/>
                    </a:lnTo>
                    <a:lnTo>
                      <a:pt x="184" y="39"/>
                    </a:lnTo>
                    <a:lnTo>
                      <a:pt x="160" y="54"/>
                    </a:lnTo>
                    <a:lnTo>
                      <a:pt x="134" y="69"/>
                    </a:lnTo>
                    <a:lnTo>
                      <a:pt x="111" y="85"/>
                    </a:lnTo>
                    <a:lnTo>
                      <a:pt x="88" y="101"/>
                    </a:lnTo>
                    <a:lnTo>
                      <a:pt x="64" y="118"/>
                    </a:lnTo>
                    <a:lnTo>
                      <a:pt x="42" y="136"/>
                    </a:lnTo>
                    <a:lnTo>
                      <a:pt x="21" y="153"/>
                    </a:lnTo>
                    <a:lnTo>
                      <a:pt x="0" y="135"/>
                    </a:lnTo>
                    <a:lnTo>
                      <a:pt x="23" y="117"/>
                    </a:lnTo>
                    <a:lnTo>
                      <a:pt x="47" y="97"/>
                    </a:lnTo>
                    <a:lnTo>
                      <a:pt x="70" y="80"/>
                    </a:lnTo>
                    <a:lnTo>
                      <a:pt x="95" y="62"/>
                    </a:lnTo>
                    <a:lnTo>
                      <a:pt x="119" y="47"/>
                    </a:lnTo>
                    <a:lnTo>
                      <a:pt x="146" y="30"/>
                    </a:lnTo>
                    <a:lnTo>
                      <a:pt x="172" y="15"/>
                    </a:lnTo>
                    <a:lnTo>
                      <a:pt x="198" y="0"/>
                    </a:lnTo>
                    <a:lnTo>
                      <a:pt x="212" y="25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3" name="Freeform 218"/>
              <p:cNvSpPr>
                <a:spLocks/>
              </p:cNvSpPr>
              <p:nvPr/>
            </p:nvSpPr>
            <p:spPr bwMode="auto">
              <a:xfrm>
                <a:off x="2684" y="1309"/>
                <a:ext cx="197" cy="101"/>
              </a:xfrm>
              <a:custGeom>
                <a:avLst/>
                <a:gdLst>
                  <a:gd name="T0" fmla="*/ 197 w 197"/>
                  <a:gd name="T1" fmla="*/ 27 h 101"/>
                  <a:gd name="T2" fmla="*/ 175 w 197"/>
                  <a:gd name="T3" fmla="*/ 34 h 101"/>
                  <a:gd name="T4" fmla="*/ 151 w 197"/>
                  <a:gd name="T5" fmla="*/ 41 h 101"/>
                  <a:gd name="T6" fmla="*/ 128 w 197"/>
                  <a:gd name="T7" fmla="*/ 49 h 101"/>
                  <a:gd name="T8" fmla="*/ 104 w 197"/>
                  <a:gd name="T9" fmla="*/ 58 h 101"/>
                  <a:gd name="T10" fmla="*/ 81 w 197"/>
                  <a:gd name="T11" fmla="*/ 68 h 101"/>
                  <a:gd name="T12" fmla="*/ 57 w 197"/>
                  <a:gd name="T13" fmla="*/ 79 h 101"/>
                  <a:gd name="T14" fmla="*/ 36 w 197"/>
                  <a:gd name="T15" fmla="*/ 88 h 101"/>
                  <a:gd name="T16" fmla="*/ 12 w 197"/>
                  <a:gd name="T17" fmla="*/ 101 h 101"/>
                  <a:gd name="T18" fmla="*/ 0 w 197"/>
                  <a:gd name="T19" fmla="*/ 78 h 101"/>
                  <a:gd name="T20" fmla="*/ 24 w 197"/>
                  <a:gd name="T21" fmla="*/ 65 h 101"/>
                  <a:gd name="T22" fmla="*/ 49 w 197"/>
                  <a:gd name="T23" fmla="*/ 54 h 101"/>
                  <a:gd name="T24" fmla="*/ 73 w 197"/>
                  <a:gd name="T25" fmla="*/ 42 h 101"/>
                  <a:gd name="T26" fmla="*/ 97 w 197"/>
                  <a:gd name="T27" fmla="*/ 33 h 101"/>
                  <a:gd name="T28" fmla="*/ 123 w 197"/>
                  <a:gd name="T29" fmla="*/ 23 h 101"/>
                  <a:gd name="T30" fmla="*/ 147 w 197"/>
                  <a:gd name="T31" fmla="*/ 15 h 101"/>
                  <a:gd name="T32" fmla="*/ 172 w 197"/>
                  <a:gd name="T33" fmla="*/ 6 h 101"/>
                  <a:gd name="T34" fmla="*/ 196 w 197"/>
                  <a:gd name="T35" fmla="*/ 0 h 101"/>
                  <a:gd name="T36" fmla="*/ 197 w 197"/>
                  <a:gd name="T37" fmla="*/ 2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7"/>
                  <a:gd name="T58" fmla="*/ 0 h 101"/>
                  <a:gd name="T59" fmla="*/ 197 w 197"/>
                  <a:gd name="T60" fmla="*/ 101 h 10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7" h="101">
                    <a:moveTo>
                      <a:pt x="197" y="27"/>
                    </a:moveTo>
                    <a:lnTo>
                      <a:pt x="175" y="34"/>
                    </a:lnTo>
                    <a:lnTo>
                      <a:pt x="151" y="41"/>
                    </a:lnTo>
                    <a:lnTo>
                      <a:pt x="128" y="49"/>
                    </a:lnTo>
                    <a:lnTo>
                      <a:pt x="104" y="58"/>
                    </a:lnTo>
                    <a:lnTo>
                      <a:pt x="81" y="68"/>
                    </a:lnTo>
                    <a:lnTo>
                      <a:pt x="57" y="79"/>
                    </a:lnTo>
                    <a:lnTo>
                      <a:pt x="36" y="88"/>
                    </a:lnTo>
                    <a:lnTo>
                      <a:pt x="12" y="101"/>
                    </a:lnTo>
                    <a:lnTo>
                      <a:pt x="0" y="78"/>
                    </a:lnTo>
                    <a:lnTo>
                      <a:pt x="24" y="65"/>
                    </a:lnTo>
                    <a:lnTo>
                      <a:pt x="49" y="54"/>
                    </a:lnTo>
                    <a:lnTo>
                      <a:pt x="73" y="42"/>
                    </a:lnTo>
                    <a:lnTo>
                      <a:pt x="97" y="33"/>
                    </a:lnTo>
                    <a:lnTo>
                      <a:pt x="123" y="23"/>
                    </a:lnTo>
                    <a:lnTo>
                      <a:pt x="147" y="15"/>
                    </a:lnTo>
                    <a:lnTo>
                      <a:pt x="172" y="6"/>
                    </a:lnTo>
                    <a:lnTo>
                      <a:pt x="196" y="0"/>
                    </a:lnTo>
                    <a:lnTo>
                      <a:pt x="197" y="27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4" name="Freeform 219"/>
              <p:cNvSpPr>
                <a:spLocks/>
              </p:cNvSpPr>
              <p:nvPr/>
            </p:nvSpPr>
            <p:spPr bwMode="auto">
              <a:xfrm>
                <a:off x="2882" y="1301"/>
                <a:ext cx="20" cy="34"/>
              </a:xfrm>
              <a:custGeom>
                <a:avLst/>
                <a:gdLst>
                  <a:gd name="T0" fmla="*/ 0 w 20"/>
                  <a:gd name="T1" fmla="*/ 6 h 34"/>
                  <a:gd name="T2" fmla="*/ 19 w 20"/>
                  <a:gd name="T3" fmla="*/ 0 h 34"/>
                  <a:gd name="T4" fmla="*/ 20 w 20"/>
                  <a:gd name="T5" fmla="*/ 28 h 34"/>
                  <a:gd name="T6" fmla="*/ 1 w 20"/>
                  <a:gd name="T7" fmla="*/ 34 h 34"/>
                  <a:gd name="T8" fmla="*/ 0 w 20"/>
                  <a:gd name="T9" fmla="*/ 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34"/>
                  <a:gd name="T17" fmla="*/ 20 w 20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34">
                    <a:moveTo>
                      <a:pt x="0" y="6"/>
                    </a:moveTo>
                    <a:lnTo>
                      <a:pt x="19" y="0"/>
                    </a:lnTo>
                    <a:lnTo>
                      <a:pt x="20" y="28"/>
                    </a:lnTo>
                    <a:lnTo>
                      <a:pt x="1" y="3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5" name="Freeform 220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6" name="Freeform 221"/>
              <p:cNvSpPr>
                <a:spLocks/>
              </p:cNvSpPr>
              <p:nvPr/>
            </p:nvSpPr>
            <p:spPr bwMode="auto">
              <a:xfrm>
                <a:off x="2390" y="1522"/>
                <a:ext cx="174" cy="91"/>
              </a:xfrm>
              <a:custGeom>
                <a:avLst/>
                <a:gdLst>
                  <a:gd name="T0" fmla="*/ 28 w 174"/>
                  <a:gd name="T1" fmla="*/ 76 h 91"/>
                  <a:gd name="T2" fmla="*/ 17 w 174"/>
                  <a:gd name="T3" fmla="*/ 68 h 91"/>
                  <a:gd name="T4" fmla="*/ 169 w 174"/>
                  <a:gd name="T5" fmla="*/ 0 h 91"/>
                  <a:gd name="T6" fmla="*/ 174 w 174"/>
                  <a:gd name="T7" fmla="*/ 15 h 91"/>
                  <a:gd name="T8" fmla="*/ 22 w 174"/>
                  <a:gd name="T9" fmla="*/ 81 h 91"/>
                  <a:gd name="T10" fmla="*/ 12 w 174"/>
                  <a:gd name="T11" fmla="*/ 72 h 91"/>
                  <a:gd name="T12" fmla="*/ 22 w 174"/>
                  <a:gd name="T13" fmla="*/ 81 h 91"/>
                  <a:gd name="T14" fmla="*/ 0 w 174"/>
                  <a:gd name="T15" fmla="*/ 91 h 91"/>
                  <a:gd name="T16" fmla="*/ 12 w 174"/>
                  <a:gd name="T17" fmla="*/ 72 h 91"/>
                  <a:gd name="T18" fmla="*/ 28 w 174"/>
                  <a:gd name="T19" fmla="*/ 7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4"/>
                  <a:gd name="T31" fmla="*/ 0 h 91"/>
                  <a:gd name="T32" fmla="*/ 174 w 174"/>
                  <a:gd name="T33" fmla="*/ 91 h 9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4" h="91">
                    <a:moveTo>
                      <a:pt x="28" y="76"/>
                    </a:moveTo>
                    <a:lnTo>
                      <a:pt x="17" y="68"/>
                    </a:lnTo>
                    <a:lnTo>
                      <a:pt x="169" y="0"/>
                    </a:lnTo>
                    <a:lnTo>
                      <a:pt x="174" y="15"/>
                    </a:lnTo>
                    <a:lnTo>
                      <a:pt x="22" y="81"/>
                    </a:lnTo>
                    <a:lnTo>
                      <a:pt x="12" y="72"/>
                    </a:lnTo>
                    <a:lnTo>
                      <a:pt x="22" y="81"/>
                    </a:lnTo>
                    <a:lnTo>
                      <a:pt x="0" y="91"/>
                    </a:lnTo>
                    <a:lnTo>
                      <a:pt x="12" y="72"/>
                    </a:lnTo>
                    <a:lnTo>
                      <a:pt x="28" y="7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7" name="Freeform 222"/>
              <p:cNvSpPr>
                <a:spLocks/>
              </p:cNvSpPr>
              <p:nvPr/>
            </p:nvSpPr>
            <p:spPr bwMode="auto">
              <a:xfrm>
                <a:off x="2398" y="1459"/>
                <a:ext cx="96" cy="142"/>
              </a:xfrm>
              <a:custGeom>
                <a:avLst/>
                <a:gdLst>
                  <a:gd name="T0" fmla="*/ 80 w 96"/>
                  <a:gd name="T1" fmla="*/ 20 h 142"/>
                  <a:gd name="T2" fmla="*/ 96 w 96"/>
                  <a:gd name="T3" fmla="*/ 16 h 142"/>
                  <a:gd name="T4" fmla="*/ 17 w 96"/>
                  <a:gd name="T5" fmla="*/ 142 h 142"/>
                  <a:gd name="T6" fmla="*/ 0 w 96"/>
                  <a:gd name="T7" fmla="*/ 139 h 142"/>
                  <a:gd name="T8" fmla="*/ 80 w 96"/>
                  <a:gd name="T9" fmla="*/ 13 h 142"/>
                  <a:gd name="T10" fmla="*/ 95 w 96"/>
                  <a:gd name="T11" fmla="*/ 8 h 142"/>
                  <a:gd name="T12" fmla="*/ 80 w 96"/>
                  <a:gd name="T13" fmla="*/ 13 h 142"/>
                  <a:gd name="T14" fmla="*/ 88 w 96"/>
                  <a:gd name="T15" fmla="*/ 0 h 142"/>
                  <a:gd name="T16" fmla="*/ 95 w 96"/>
                  <a:gd name="T17" fmla="*/ 8 h 142"/>
                  <a:gd name="T18" fmla="*/ 80 w 96"/>
                  <a:gd name="T19" fmla="*/ 20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142"/>
                  <a:gd name="T32" fmla="*/ 96 w 96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142">
                    <a:moveTo>
                      <a:pt x="80" y="20"/>
                    </a:moveTo>
                    <a:lnTo>
                      <a:pt x="96" y="16"/>
                    </a:lnTo>
                    <a:lnTo>
                      <a:pt x="17" y="142"/>
                    </a:lnTo>
                    <a:lnTo>
                      <a:pt x="0" y="139"/>
                    </a:lnTo>
                    <a:lnTo>
                      <a:pt x="80" y="13"/>
                    </a:lnTo>
                    <a:lnTo>
                      <a:pt x="95" y="8"/>
                    </a:lnTo>
                    <a:lnTo>
                      <a:pt x="80" y="13"/>
                    </a:lnTo>
                    <a:lnTo>
                      <a:pt x="88" y="0"/>
                    </a:lnTo>
                    <a:lnTo>
                      <a:pt x="95" y="8"/>
                    </a:lnTo>
                    <a:lnTo>
                      <a:pt x="80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8" name="Freeform 223"/>
              <p:cNvSpPr>
                <a:spLocks/>
              </p:cNvSpPr>
              <p:nvPr/>
            </p:nvSpPr>
            <p:spPr bwMode="auto">
              <a:xfrm>
                <a:off x="2484" y="1467"/>
                <a:ext cx="96" cy="72"/>
              </a:xfrm>
              <a:custGeom>
                <a:avLst/>
                <a:gdLst>
                  <a:gd name="T0" fmla="*/ 78 w 96"/>
                  <a:gd name="T1" fmla="*/ 57 h 72"/>
                  <a:gd name="T2" fmla="*/ 72 w 96"/>
                  <a:gd name="T3" fmla="*/ 71 h 72"/>
                  <a:gd name="T4" fmla="*/ 0 w 96"/>
                  <a:gd name="T5" fmla="*/ 12 h 72"/>
                  <a:gd name="T6" fmla="*/ 15 w 96"/>
                  <a:gd name="T7" fmla="*/ 0 h 72"/>
                  <a:gd name="T8" fmla="*/ 89 w 96"/>
                  <a:gd name="T9" fmla="*/ 60 h 72"/>
                  <a:gd name="T10" fmla="*/ 82 w 96"/>
                  <a:gd name="T11" fmla="*/ 72 h 72"/>
                  <a:gd name="T12" fmla="*/ 89 w 96"/>
                  <a:gd name="T13" fmla="*/ 60 h 72"/>
                  <a:gd name="T14" fmla="*/ 96 w 96"/>
                  <a:gd name="T15" fmla="*/ 66 h 72"/>
                  <a:gd name="T16" fmla="*/ 82 w 96"/>
                  <a:gd name="T17" fmla="*/ 72 h 72"/>
                  <a:gd name="T18" fmla="*/ 78 w 96"/>
                  <a:gd name="T19" fmla="*/ 57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6"/>
                  <a:gd name="T31" fmla="*/ 0 h 72"/>
                  <a:gd name="T32" fmla="*/ 96 w 96"/>
                  <a:gd name="T33" fmla="*/ 72 h 7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6" h="72">
                    <a:moveTo>
                      <a:pt x="78" y="57"/>
                    </a:moveTo>
                    <a:lnTo>
                      <a:pt x="72" y="71"/>
                    </a:lnTo>
                    <a:lnTo>
                      <a:pt x="0" y="12"/>
                    </a:lnTo>
                    <a:lnTo>
                      <a:pt x="15" y="0"/>
                    </a:lnTo>
                    <a:lnTo>
                      <a:pt x="89" y="60"/>
                    </a:lnTo>
                    <a:lnTo>
                      <a:pt x="82" y="72"/>
                    </a:lnTo>
                    <a:lnTo>
                      <a:pt x="89" y="60"/>
                    </a:lnTo>
                    <a:lnTo>
                      <a:pt x="96" y="66"/>
                    </a:lnTo>
                    <a:lnTo>
                      <a:pt x="82" y="72"/>
                    </a:lnTo>
                    <a:lnTo>
                      <a:pt x="78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79" name="Freeform 224"/>
              <p:cNvSpPr>
                <a:spLocks/>
              </p:cNvSpPr>
              <p:nvPr/>
            </p:nvSpPr>
            <p:spPr bwMode="auto">
              <a:xfrm>
                <a:off x="2418" y="1551"/>
                <a:ext cx="44" cy="35"/>
              </a:xfrm>
              <a:custGeom>
                <a:avLst/>
                <a:gdLst>
                  <a:gd name="T0" fmla="*/ 44 w 44"/>
                  <a:gd name="T1" fmla="*/ 21 h 35"/>
                  <a:gd name="T2" fmla="*/ 27 w 44"/>
                  <a:gd name="T3" fmla="*/ 35 h 35"/>
                  <a:gd name="T4" fmla="*/ 0 w 44"/>
                  <a:gd name="T5" fmla="*/ 16 h 35"/>
                  <a:gd name="T6" fmla="*/ 17 w 44"/>
                  <a:gd name="T7" fmla="*/ 0 h 35"/>
                  <a:gd name="T8" fmla="*/ 44 w 44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"/>
                  <a:gd name="T16" fmla="*/ 0 h 35"/>
                  <a:gd name="T17" fmla="*/ 44 w 44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" h="35">
                    <a:moveTo>
                      <a:pt x="44" y="21"/>
                    </a:moveTo>
                    <a:lnTo>
                      <a:pt x="27" y="35"/>
                    </a:lnTo>
                    <a:lnTo>
                      <a:pt x="0" y="16"/>
                    </a:lnTo>
                    <a:lnTo>
                      <a:pt x="17" y="0"/>
                    </a:lnTo>
                    <a:lnTo>
                      <a:pt x="44" y="2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0" name="Freeform 225"/>
              <p:cNvSpPr>
                <a:spLocks/>
              </p:cNvSpPr>
              <p:nvPr/>
            </p:nvSpPr>
            <p:spPr bwMode="auto">
              <a:xfrm>
                <a:off x="2436" y="1407"/>
                <a:ext cx="213" cy="162"/>
              </a:xfrm>
              <a:custGeom>
                <a:avLst/>
                <a:gdLst>
                  <a:gd name="T0" fmla="*/ 213 w 213"/>
                  <a:gd name="T1" fmla="*/ 28 h 162"/>
                  <a:gd name="T2" fmla="*/ 213 w 213"/>
                  <a:gd name="T3" fmla="*/ 28 h 162"/>
                  <a:gd name="T4" fmla="*/ 188 w 213"/>
                  <a:gd name="T5" fmla="*/ 43 h 162"/>
                  <a:gd name="T6" fmla="*/ 161 w 213"/>
                  <a:gd name="T7" fmla="*/ 59 h 162"/>
                  <a:gd name="T8" fmla="*/ 139 w 213"/>
                  <a:gd name="T9" fmla="*/ 75 h 162"/>
                  <a:gd name="T10" fmla="*/ 114 w 213"/>
                  <a:gd name="T11" fmla="*/ 92 h 162"/>
                  <a:gd name="T12" fmla="*/ 91 w 213"/>
                  <a:gd name="T13" fmla="*/ 109 h 162"/>
                  <a:gd name="T14" fmla="*/ 69 w 213"/>
                  <a:gd name="T15" fmla="*/ 126 h 162"/>
                  <a:gd name="T16" fmla="*/ 48 w 213"/>
                  <a:gd name="T17" fmla="*/ 144 h 162"/>
                  <a:gd name="T18" fmla="*/ 26 w 213"/>
                  <a:gd name="T19" fmla="*/ 162 h 162"/>
                  <a:gd name="T20" fmla="*/ 0 w 213"/>
                  <a:gd name="T21" fmla="*/ 142 h 162"/>
                  <a:gd name="T22" fmla="*/ 21 w 213"/>
                  <a:gd name="T23" fmla="*/ 123 h 162"/>
                  <a:gd name="T24" fmla="*/ 44 w 213"/>
                  <a:gd name="T25" fmla="*/ 103 h 162"/>
                  <a:gd name="T26" fmla="*/ 68 w 213"/>
                  <a:gd name="T27" fmla="*/ 84 h 162"/>
                  <a:gd name="T28" fmla="*/ 93 w 213"/>
                  <a:gd name="T29" fmla="*/ 66 h 162"/>
                  <a:gd name="T30" fmla="*/ 117 w 213"/>
                  <a:gd name="T31" fmla="*/ 50 h 162"/>
                  <a:gd name="T32" fmla="*/ 144 w 213"/>
                  <a:gd name="T33" fmla="*/ 33 h 162"/>
                  <a:gd name="T34" fmla="*/ 170 w 213"/>
                  <a:gd name="T35" fmla="*/ 17 h 162"/>
                  <a:gd name="T36" fmla="*/ 196 w 213"/>
                  <a:gd name="T37" fmla="*/ 0 h 162"/>
                  <a:gd name="T38" fmla="*/ 213 w 213"/>
                  <a:gd name="T39" fmla="*/ 28 h 1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3"/>
                  <a:gd name="T61" fmla="*/ 0 h 162"/>
                  <a:gd name="T62" fmla="*/ 213 w 213"/>
                  <a:gd name="T63" fmla="*/ 162 h 1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3" h="162">
                    <a:moveTo>
                      <a:pt x="213" y="28"/>
                    </a:moveTo>
                    <a:lnTo>
                      <a:pt x="213" y="28"/>
                    </a:lnTo>
                    <a:lnTo>
                      <a:pt x="188" y="43"/>
                    </a:lnTo>
                    <a:lnTo>
                      <a:pt x="161" y="59"/>
                    </a:lnTo>
                    <a:lnTo>
                      <a:pt x="139" y="75"/>
                    </a:lnTo>
                    <a:lnTo>
                      <a:pt x="114" y="92"/>
                    </a:lnTo>
                    <a:lnTo>
                      <a:pt x="91" y="109"/>
                    </a:lnTo>
                    <a:lnTo>
                      <a:pt x="69" y="126"/>
                    </a:lnTo>
                    <a:lnTo>
                      <a:pt x="48" y="144"/>
                    </a:lnTo>
                    <a:lnTo>
                      <a:pt x="26" y="162"/>
                    </a:lnTo>
                    <a:lnTo>
                      <a:pt x="0" y="142"/>
                    </a:lnTo>
                    <a:lnTo>
                      <a:pt x="21" y="123"/>
                    </a:lnTo>
                    <a:lnTo>
                      <a:pt x="44" y="103"/>
                    </a:lnTo>
                    <a:lnTo>
                      <a:pt x="68" y="84"/>
                    </a:lnTo>
                    <a:lnTo>
                      <a:pt x="93" y="66"/>
                    </a:lnTo>
                    <a:lnTo>
                      <a:pt x="117" y="50"/>
                    </a:lnTo>
                    <a:lnTo>
                      <a:pt x="144" y="33"/>
                    </a:lnTo>
                    <a:lnTo>
                      <a:pt x="170" y="17"/>
                    </a:lnTo>
                    <a:lnTo>
                      <a:pt x="196" y="0"/>
                    </a:lnTo>
                    <a:lnTo>
                      <a:pt x="213" y="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1" name="Freeform 226"/>
              <p:cNvSpPr>
                <a:spLocks/>
              </p:cNvSpPr>
              <p:nvPr/>
            </p:nvSpPr>
            <p:spPr bwMode="auto">
              <a:xfrm>
                <a:off x="2637" y="1326"/>
                <a:ext cx="198" cy="113"/>
              </a:xfrm>
              <a:custGeom>
                <a:avLst/>
                <a:gdLst>
                  <a:gd name="T0" fmla="*/ 198 w 198"/>
                  <a:gd name="T1" fmla="*/ 32 h 113"/>
                  <a:gd name="T2" fmla="*/ 175 w 198"/>
                  <a:gd name="T3" fmla="*/ 40 h 113"/>
                  <a:gd name="T4" fmla="*/ 151 w 198"/>
                  <a:gd name="T5" fmla="*/ 48 h 113"/>
                  <a:gd name="T6" fmla="*/ 128 w 198"/>
                  <a:gd name="T7" fmla="*/ 58 h 113"/>
                  <a:gd name="T8" fmla="*/ 106 w 198"/>
                  <a:gd name="T9" fmla="*/ 67 h 113"/>
                  <a:gd name="T10" fmla="*/ 84 w 198"/>
                  <a:gd name="T11" fmla="*/ 78 h 113"/>
                  <a:gd name="T12" fmla="*/ 61 w 198"/>
                  <a:gd name="T13" fmla="*/ 88 h 113"/>
                  <a:gd name="T14" fmla="*/ 38 w 198"/>
                  <a:gd name="T15" fmla="*/ 100 h 113"/>
                  <a:gd name="T16" fmla="*/ 16 w 198"/>
                  <a:gd name="T17" fmla="*/ 113 h 113"/>
                  <a:gd name="T18" fmla="*/ 0 w 198"/>
                  <a:gd name="T19" fmla="*/ 86 h 113"/>
                  <a:gd name="T20" fmla="*/ 23 w 198"/>
                  <a:gd name="T21" fmla="*/ 72 h 113"/>
                  <a:gd name="T22" fmla="*/ 47 w 198"/>
                  <a:gd name="T23" fmla="*/ 62 h 113"/>
                  <a:gd name="T24" fmla="*/ 71 w 198"/>
                  <a:gd name="T25" fmla="*/ 49 h 113"/>
                  <a:gd name="T26" fmla="*/ 97 w 198"/>
                  <a:gd name="T27" fmla="*/ 38 h 113"/>
                  <a:gd name="T28" fmla="*/ 120 w 198"/>
                  <a:gd name="T29" fmla="*/ 26 h 113"/>
                  <a:gd name="T30" fmla="*/ 145 w 198"/>
                  <a:gd name="T31" fmla="*/ 18 h 113"/>
                  <a:gd name="T32" fmla="*/ 168 w 198"/>
                  <a:gd name="T33" fmla="*/ 8 h 113"/>
                  <a:gd name="T34" fmla="*/ 194 w 198"/>
                  <a:gd name="T35" fmla="*/ 0 h 113"/>
                  <a:gd name="T36" fmla="*/ 198 w 198"/>
                  <a:gd name="T37" fmla="*/ 32 h 1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8"/>
                  <a:gd name="T58" fmla="*/ 0 h 113"/>
                  <a:gd name="T59" fmla="*/ 198 w 198"/>
                  <a:gd name="T60" fmla="*/ 113 h 1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8" h="113">
                    <a:moveTo>
                      <a:pt x="198" y="32"/>
                    </a:moveTo>
                    <a:lnTo>
                      <a:pt x="175" y="40"/>
                    </a:lnTo>
                    <a:lnTo>
                      <a:pt x="151" y="48"/>
                    </a:lnTo>
                    <a:lnTo>
                      <a:pt x="128" y="58"/>
                    </a:lnTo>
                    <a:lnTo>
                      <a:pt x="106" y="67"/>
                    </a:lnTo>
                    <a:lnTo>
                      <a:pt x="84" y="78"/>
                    </a:lnTo>
                    <a:lnTo>
                      <a:pt x="61" y="88"/>
                    </a:lnTo>
                    <a:lnTo>
                      <a:pt x="38" y="100"/>
                    </a:lnTo>
                    <a:lnTo>
                      <a:pt x="16" y="113"/>
                    </a:lnTo>
                    <a:lnTo>
                      <a:pt x="0" y="86"/>
                    </a:lnTo>
                    <a:lnTo>
                      <a:pt x="23" y="72"/>
                    </a:lnTo>
                    <a:lnTo>
                      <a:pt x="47" y="62"/>
                    </a:lnTo>
                    <a:lnTo>
                      <a:pt x="71" y="49"/>
                    </a:lnTo>
                    <a:lnTo>
                      <a:pt x="97" y="38"/>
                    </a:lnTo>
                    <a:lnTo>
                      <a:pt x="120" y="26"/>
                    </a:lnTo>
                    <a:lnTo>
                      <a:pt x="145" y="18"/>
                    </a:lnTo>
                    <a:lnTo>
                      <a:pt x="168" y="8"/>
                    </a:lnTo>
                    <a:lnTo>
                      <a:pt x="194" y="0"/>
                    </a:lnTo>
                    <a:lnTo>
                      <a:pt x="198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2" name="Freeform 227"/>
              <p:cNvSpPr>
                <a:spLocks/>
              </p:cNvSpPr>
              <p:nvPr/>
            </p:nvSpPr>
            <p:spPr bwMode="auto">
              <a:xfrm>
                <a:off x="2833" y="1318"/>
                <a:ext cx="26" cy="39"/>
              </a:xfrm>
              <a:custGeom>
                <a:avLst/>
                <a:gdLst>
                  <a:gd name="T0" fmla="*/ 0 w 26"/>
                  <a:gd name="T1" fmla="*/ 7 h 39"/>
                  <a:gd name="T2" fmla="*/ 22 w 26"/>
                  <a:gd name="T3" fmla="*/ 0 h 39"/>
                  <a:gd name="T4" fmla="*/ 26 w 26"/>
                  <a:gd name="T5" fmla="*/ 32 h 39"/>
                  <a:gd name="T6" fmla="*/ 5 w 26"/>
                  <a:gd name="T7" fmla="*/ 39 h 39"/>
                  <a:gd name="T8" fmla="*/ 0 w 26"/>
                  <a:gd name="T9" fmla="*/ 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9"/>
                  <a:gd name="T17" fmla="*/ 26 w 26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9">
                    <a:moveTo>
                      <a:pt x="0" y="7"/>
                    </a:moveTo>
                    <a:lnTo>
                      <a:pt x="22" y="0"/>
                    </a:lnTo>
                    <a:lnTo>
                      <a:pt x="26" y="32"/>
                    </a:lnTo>
                    <a:lnTo>
                      <a:pt x="5" y="3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3" name="Freeform 228"/>
              <p:cNvSpPr>
                <a:spLocks/>
              </p:cNvSpPr>
              <p:nvPr/>
            </p:nvSpPr>
            <p:spPr bwMode="auto">
              <a:xfrm>
                <a:off x="2411" y="1471"/>
                <a:ext cx="151" cy="127"/>
              </a:xfrm>
              <a:custGeom>
                <a:avLst/>
                <a:gdLst>
                  <a:gd name="T0" fmla="*/ 151 w 151"/>
                  <a:gd name="T1" fmla="*/ 59 h 127"/>
                  <a:gd name="T2" fmla="*/ 0 w 151"/>
                  <a:gd name="T3" fmla="*/ 127 h 127"/>
                  <a:gd name="T4" fmla="*/ 79 w 151"/>
                  <a:gd name="T5" fmla="*/ 0 h 127"/>
                  <a:gd name="T6" fmla="*/ 151 w 151"/>
                  <a:gd name="T7" fmla="*/ 59 h 1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1"/>
                  <a:gd name="T13" fmla="*/ 0 h 127"/>
                  <a:gd name="T14" fmla="*/ 151 w 151"/>
                  <a:gd name="T15" fmla="*/ 127 h 1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1" h="127">
                    <a:moveTo>
                      <a:pt x="151" y="59"/>
                    </a:moveTo>
                    <a:lnTo>
                      <a:pt x="0" y="127"/>
                    </a:lnTo>
                    <a:lnTo>
                      <a:pt x="79" y="0"/>
                    </a:lnTo>
                    <a:lnTo>
                      <a:pt x="151" y="59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4" name="Freeform 229"/>
              <p:cNvSpPr>
                <a:spLocks/>
              </p:cNvSpPr>
              <p:nvPr/>
            </p:nvSpPr>
            <p:spPr bwMode="auto">
              <a:xfrm>
                <a:off x="2398" y="1524"/>
                <a:ext cx="166" cy="82"/>
              </a:xfrm>
              <a:custGeom>
                <a:avLst/>
                <a:gdLst>
                  <a:gd name="T0" fmla="*/ 17 w 166"/>
                  <a:gd name="T1" fmla="*/ 73 h 82"/>
                  <a:gd name="T2" fmla="*/ 11 w 166"/>
                  <a:gd name="T3" fmla="*/ 67 h 82"/>
                  <a:gd name="T4" fmla="*/ 163 w 166"/>
                  <a:gd name="T5" fmla="*/ 0 h 82"/>
                  <a:gd name="T6" fmla="*/ 166 w 166"/>
                  <a:gd name="T7" fmla="*/ 8 h 82"/>
                  <a:gd name="T8" fmla="*/ 14 w 166"/>
                  <a:gd name="T9" fmla="*/ 76 h 82"/>
                  <a:gd name="T10" fmla="*/ 7 w 166"/>
                  <a:gd name="T11" fmla="*/ 71 h 82"/>
                  <a:gd name="T12" fmla="*/ 14 w 166"/>
                  <a:gd name="T13" fmla="*/ 76 h 82"/>
                  <a:gd name="T14" fmla="*/ 0 w 166"/>
                  <a:gd name="T15" fmla="*/ 82 h 82"/>
                  <a:gd name="T16" fmla="*/ 7 w 166"/>
                  <a:gd name="T17" fmla="*/ 71 h 82"/>
                  <a:gd name="T18" fmla="*/ 17 w 166"/>
                  <a:gd name="T19" fmla="*/ 73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6"/>
                  <a:gd name="T31" fmla="*/ 0 h 82"/>
                  <a:gd name="T32" fmla="*/ 166 w 166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6" h="82">
                    <a:moveTo>
                      <a:pt x="17" y="73"/>
                    </a:moveTo>
                    <a:lnTo>
                      <a:pt x="11" y="67"/>
                    </a:lnTo>
                    <a:lnTo>
                      <a:pt x="163" y="0"/>
                    </a:lnTo>
                    <a:lnTo>
                      <a:pt x="166" y="8"/>
                    </a:lnTo>
                    <a:lnTo>
                      <a:pt x="14" y="76"/>
                    </a:lnTo>
                    <a:lnTo>
                      <a:pt x="7" y="71"/>
                    </a:lnTo>
                    <a:lnTo>
                      <a:pt x="14" y="76"/>
                    </a:lnTo>
                    <a:lnTo>
                      <a:pt x="0" y="82"/>
                    </a:lnTo>
                    <a:lnTo>
                      <a:pt x="7" y="71"/>
                    </a:lnTo>
                    <a:lnTo>
                      <a:pt x="17" y="7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5" name="Freeform 230"/>
              <p:cNvSpPr>
                <a:spLocks/>
              </p:cNvSpPr>
              <p:nvPr/>
            </p:nvSpPr>
            <p:spPr bwMode="auto">
              <a:xfrm>
                <a:off x="2402" y="1462"/>
                <a:ext cx="91" cy="137"/>
              </a:xfrm>
              <a:custGeom>
                <a:avLst/>
                <a:gdLst>
                  <a:gd name="T0" fmla="*/ 81 w 91"/>
                  <a:gd name="T1" fmla="*/ 13 h 137"/>
                  <a:gd name="T2" fmla="*/ 91 w 91"/>
                  <a:gd name="T3" fmla="*/ 9 h 137"/>
                  <a:gd name="T4" fmla="*/ 10 w 91"/>
                  <a:gd name="T5" fmla="*/ 137 h 137"/>
                  <a:gd name="T6" fmla="*/ 0 w 91"/>
                  <a:gd name="T7" fmla="*/ 135 h 137"/>
                  <a:gd name="T8" fmla="*/ 81 w 91"/>
                  <a:gd name="T9" fmla="*/ 7 h 137"/>
                  <a:gd name="T10" fmla="*/ 91 w 91"/>
                  <a:gd name="T11" fmla="*/ 5 h 137"/>
                  <a:gd name="T12" fmla="*/ 81 w 91"/>
                  <a:gd name="T13" fmla="*/ 7 h 137"/>
                  <a:gd name="T14" fmla="*/ 86 w 91"/>
                  <a:gd name="T15" fmla="*/ 0 h 137"/>
                  <a:gd name="T16" fmla="*/ 91 w 91"/>
                  <a:gd name="T17" fmla="*/ 5 h 137"/>
                  <a:gd name="T18" fmla="*/ 81 w 91"/>
                  <a:gd name="T19" fmla="*/ 1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37"/>
                  <a:gd name="T32" fmla="*/ 91 w 91"/>
                  <a:gd name="T33" fmla="*/ 137 h 1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37">
                    <a:moveTo>
                      <a:pt x="81" y="13"/>
                    </a:moveTo>
                    <a:lnTo>
                      <a:pt x="91" y="9"/>
                    </a:lnTo>
                    <a:lnTo>
                      <a:pt x="10" y="137"/>
                    </a:lnTo>
                    <a:lnTo>
                      <a:pt x="0" y="135"/>
                    </a:lnTo>
                    <a:lnTo>
                      <a:pt x="81" y="7"/>
                    </a:lnTo>
                    <a:lnTo>
                      <a:pt x="91" y="5"/>
                    </a:lnTo>
                    <a:lnTo>
                      <a:pt x="81" y="7"/>
                    </a:lnTo>
                    <a:lnTo>
                      <a:pt x="86" y="0"/>
                    </a:lnTo>
                    <a:lnTo>
                      <a:pt x="91" y="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6" name="Freeform 231"/>
              <p:cNvSpPr>
                <a:spLocks/>
              </p:cNvSpPr>
              <p:nvPr/>
            </p:nvSpPr>
            <p:spPr bwMode="auto">
              <a:xfrm>
                <a:off x="2486" y="1469"/>
                <a:ext cx="87" cy="66"/>
              </a:xfrm>
              <a:custGeom>
                <a:avLst/>
                <a:gdLst>
                  <a:gd name="T0" fmla="*/ 76 w 87"/>
                  <a:gd name="T1" fmla="*/ 58 h 66"/>
                  <a:gd name="T2" fmla="*/ 72 w 87"/>
                  <a:gd name="T3" fmla="*/ 66 h 66"/>
                  <a:gd name="T4" fmla="*/ 0 w 87"/>
                  <a:gd name="T5" fmla="*/ 6 h 66"/>
                  <a:gd name="T6" fmla="*/ 8 w 87"/>
                  <a:gd name="T7" fmla="*/ 0 h 66"/>
                  <a:gd name="T8" fmla="*/ 81 w 87"/>
                  <a:gd name="T9" fmla="*/ 58 h 66"/>
                  <a:gd name="T10" fmla="*/ 78 w 87"/>
                  <a:gd name="T11" fmla="*/ 66 h 66"/>
                  <a:gd name="T12" fmla="*/ 81 w 87"/>
                  <a:gd name="T13" fmla="*/ 58 h 66"/>
                  <a:gd name="T14" fmla="*/ 87 w 87"/>
                  <a:gd name="T15" fmla="*/ 63 h 66"/>
                  <a:gd name="T16" fmla="*/ 78 w 87"/>
                  <a:gd name="T17" fmla="*/ 66 h 66"/>
                  <a:gd name="T18" fmla="*/ 76 w 87"/>
                  <a:gd name="T19" fmla="*/ 58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7"/>
                  <a:gd name="T31" fmla="*/ 0 h 66"/>
                  <a:gd name="T32" fmla="*/ 87 w 87"/>
                  <a:gd name="T33" fmla="*/ 66 h 6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7" h="66">
                    <a:moveTo>
                      <a:pt x="76" y="58"/>
                    </a:moveTo>
                    <a:lnTo>
                      <a:pt x="72" y="66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81" y="58"/>
                    </a:lnTo>
                    <a:lnTo>
                      <a:pt x="78" y="66"/>
                    </a:lnTo>
                    <a:lnTo>
                      <a:pt x="81" y="58"/>
                    </a:lnTo>
                    <a:lnTo>
                      <a:pt x="87" y="63"/>
                    </a:lnTo>
                    <a:lnTo>
                      <a:pt x="78" y="66"/>
                    </a:lnTo>
                    <a:lnTo>
                      <a:pt x="76" y="5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7" name="Freeform 232"/>
              <p:cNvSpPr>
                <a:spLocks/>
              </p:cNvSpPr>
              <p:nvPr/>
            </p:nvSpPr>
            <p:spPr bwMode="auto">
              <a:xfrm>
                <a:off x="2423" y="1551"/>
                <a:ext cx="34" cy="30"/>
              </a:xfrm>
              <a:custGeom>
                <a:avLst/>
                <a:gdLst>
                  <a:gd name="T0" fmla="*/ 34 w 34"/>
                  <a:gd name="T1" fmla="*/ 17 h 30"/>
                  <a:gd name="T2" fmla="*/ 21 w 34"/>
                  <a:gd name="T3" fmla="*/ 30 h 30"/>
                  <a:gd name="T4" fmla="*/ 0 w 34"/>
                  <a:gd name="T5" fmla="*/ 13 h 30"/>
                  <a:gd name="T6" fmla="*/ 13 w 34"/>
                  <a:gd name="T7" fmla="*/ 0 h 30"/>
                  <a:gd name="T8" fmla="*/ 34 w 34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34" y="17"/>
                    </a:moveTo>
                    <a:lnTo>
                      <a:pt x="21" y="30"/>
                    </a:lnTo>
                    <a:lnTo>
                      <a:pt x="0" y="13"/>
                    </a:lnTo>
                    <a:lnTo>
                      <a:pt x="13" y="0"/>
                    </a:lnTo>
                    <a:lnTo>
                      <a:pt x="34" y="1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8" name="Freeform 233"/>
              <p:cNvSpPr>
                <a:spLocks/>
              </p:cNvSpPr>
              <p:nvPr/>
            </p:nvSpPr>
            <p:spPr bwMode="auto">
              <a:xfrm>
                <a:off x="2442" y="1411"/>
                <a:ext cx="207" cy="157"/>
              </a:xfrm>
              <a:custGeom>
                <a:avLst/>
                <a:gdLst>
                  <a:gd name="T0" fmla="*/ 207 w 207"/>
                  <a:gd name="T1" fmla="*/ 24 h 157"/>
                  <a:gd name="T2" fmla="*/ 207 w 207"/>
                  <a:gd name="T3" fmla="*/ 24 h 157"/>
                  <a:gd name="T4" fmla="*/ 182 w 207"/>
                  <a:gd name="T5" fmla="*/ 39 h 157"/>
                  <a:gd name="T6" fmla="*/ 157 w 207"/>
                  <a:gd name="T7" fmla="*/ 54 h 157"/>
                  <a:gd name="T8" fmla="*/ 134 w 207"/>
                  <a:gd name="T9" fmla="*/ 70 h 157"/>
                  <a:gd name="T10" fmla="*/ 109 w 207"/>
                  <a:gd name="T11" fmla="*/ 87 h 157"/>
                  <a:gd name="T12" fmla="*/ 86 w 207"/>
                  <a:gd name="T13" fmla="*/ 104 h 157"/>
                  <a:gd name="T14" fmla="*/ 64 w 207"/>
                  <a:gd name="T15" fmla="*/ 121 h 157"/>
                  <a:gd name="T16" fmla="*/ 43 w 207"/>
                  <a:gd name="T17" fmla="*/ 139 h 157"/>
                  <a:gd name="T18" fmla="*/ 23 w 207"/>
                  <a:gd name="T19" fmla="*/ 157 h 157"/>
                  <a:gd name="T20" fmla="*/ 0 w 207"/>
                  <a:gd name="T21" fmla="*/ 140 h 157"/>
                  <a:gd name="T22" fmla="*/ 22 w 207"/>
                  <a:gd name="T23" fmla="*/ 121 h 157"/>
                  <a:gd name="T24" fmla="*/ 44 w 207"/>
                  <a:gd name="T25" fmla="*/ 104 h 157"/>
                  <a:gd name="T26" fmla="*/ 67 w 207"/>
                  <a:gd name="T27" fmla="*/ 85 h 157"/>
                  <a:gd name="T28" fmla="*/ 92 w 207"/>
                  <a:gd name="T29" fmla="*/ 66 h 157"/>
                  <a:gd name="T30" fmla="*/ 118 w 207"/>
                  <a:gd name="T31" fmla="*/ 48 h 157"/>
                  <a:gd name="T32" fmla="*/ 142 w 207"/>
                  <a:gd name="T33" fmla="*/ 31 h 157"/>
                  <a:gd name="T34" fmla="*/ 168 w 207"/>
                  <a:gd name="T35" fmla="*/ 16 h 157"/>
                  <a:gd name="T36" fmla="*/ 195 w 207"/>
                  <a:gd name="T37" fmla="*/ 0 h 157"/>
                  <a:gd name="T38" fmla="*/ 207 w 207"/>
                  <a:gd name="T39" fmla="*/ 24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7"/>
                  <a:gd name="T61" fmla="*/ 0 h 157"/>
                  <a:gd name="T62" fmla="*/ 207 w 207"/>
                  <a:gd name="T63" fmla="*/ 157 h 15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7" h="157">
                    <a:moveTo>
                      <a:pt x="207" y="24"/>
                    </a:moveTo>
                    <a:lnTo>
                      <a:pt x="207" y="24"/>
                    </a:lnTo>
                    <a:lnTo>
                      <a:pt x="182" y="39"/>
                    </a:lnTo>
                    <a:lnTo>
                      <a:pt x="157" y="54"/>
                    </a:lnTo>
                    <a:lnTo>
                      <a:pt x="134" y="70"/>
                    </a:lnTo>
                    <a:lnTo>
                      <a:pt x="109" y="87"/>
                    </a:lnTo>
                    <a:lnTo>
                      <a:pt x="86" y="104"/>
                    </a:lnTo>
                    <a:lnTo>
                      <a:pt x="64" y="121"/>
                    </a:lnTo>
                    <a:lnTo>
                      <a:pt x="43" y="139"/>
                    </a:lnTo>
                    <a:lnTo>
                      <a:pt x="23" y="157"/>
                    </a:lnTo>
                    <a:lnTo>
                      <a:pt x="0" y="140"/>
                    </a:lnTo>
                    <a:lnTo>
                      <a:pt x="22" y="121"/>
                    </a:lnTo>
                    <a:lnTo>
                      <a:pt x="44" y="104"/>
                    </a:lnTo>
                    <a:lnTo>
                      <a:pt x="67" y="85"/>
                    </a:lnTo>
                    <a:lnTo>
                      <a:pt x="92" y="66"/>
                    </a:lnTo>
                    <a:lnTo>
                      <a:pt x="118" y="48"/>
                    </a:lnTo>
                    <a:lnTo>
                      <a:pt x="142" y="31"/>
                    </a:lnTo>
                    <a:lnTo>
                      <a:pt x="168" y="16"/>
                    </a:lnTo>
                    <a:lnTo>
                      <a:pt x="195" y="0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89" name="Freeform 234"/>
              <p:cNvSpPr>
                <a:spLocks/>
              </p:cNvSpPr>
              <p:nvPr/>
            </p:nvSpPr>
            <p:spPr bwMode="auto">
              <a:xfrm>
                <a:off x="2639" y="1329"/>
                <a:ext cx="196" cy="108"/>
              </a:xfrm>
              <a:custGeom>
                <a:avLst/>
                <a:gdLst>
                  <a:gd name="T0" fmla="*/ 196 w 196"/>
                  <a:gd name="T1" fmla="*/ 27 h 108"/>
                  <a:gd name="T2" fmla="*/ 173 w 196"/>
                  <a:gd name="T3" fmla="*/ 35 h 108"/>
                  <a:gd name="T4" fmla="*/ 148 w 196"/>
                  <a:gd name="T5" fmla="*/ 44 h 108"/>
                  <a:gd name="T6" fmla="*/ 126 w 196"/>
                  <a:gd name="T7" fmla="*/ 53 h 108"/>
                  <a:gd name="T8" fmla="*/ 103 w 196"/>
                  <a:gd name="T9" fmla="*/ 63 h 108"/>
                  <a:gd name="T10" fmla="*/ 81 w 196"/>
                  <a:gd name="T11" fmla="*/ 73 h 108"/>
                  <a:gd name="T12" fmla="*/ 59 w 196"/>
                  <a:gd name="T13" fmla="*/ 84 h 108"/>
                  <a:gd name="T14" fmla="*/ 35 w 196"/>
                  <a:gd name="T15" fmla="*/ 97 h 108"/>
                  <a:gd name="T16" fmla="*/ 14 w 196"/>
                  <a:gd name="T17" fmla="*/ 108 h 108"/>
                  <a:gd name="T18" fmla="*/ 0 w 196"/>
                  <a:gd name="T19" fmla="*/ 85 h 108"/>
                  <a:gd name="T20" fmla="*/ 23 w 196"/>
                  <a:gd name="T21" fmla="*/ 73 h 108"/>
                  <a:gd name="T22" fmla="*/ 47 w 196"/>
                  <a:gd name="T23" fmla="*/ 61 h 108"/>
                  <a:gd name="T24" fmla="*/ 71 w 196"/>
                  <a:gd name="T25" fmla="*/ 48 h 108"/>
                  <a:gd name="T26" fmla="*/ 95 w 196"/>
                  <a:gd name="T27" fmla="*/ 37 h 108"/>
                  <a:gd name="T28" fmla="*/ 119 w 196"/>
                  <a:gd name="T29" fmla="*/ 27 h 108"/>
                  <a:gd name="T30" fmla="*/ 143 w 196"/>
                  <a:gd name="T31" fmla="*/ 18 h 108"/>
                  <a:gd name="T32" fmla="*/ 168 w 196"/>
                  <a:gd name="T33" fmla="*/ 8 h 108"/>
                  <a:gd name="T34" fmla="*/ 192 w 196"/>
                  <a:gd name="T35" fmla="*/ 0 h 108"/>
                  <a:gd name="T36" fmla="*/ 196 w 196"/>
                  <a:gd name="T37" fmla="*/ 27 h 10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08"/>
                  <a:gd name="T59" fmla="*/ 196 w 196"/>
                  <a:gd name="T60" fmla="*/ 108 h 10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08">
                    <a:moveTo>
                      <a:pt x="196" y="27"/>
                    </a:moveTo>
                    <a:lnTo>
                      <a:pt x="173" y="35"/>
                    </a:lnTo>
                    <a:lnTo>
                      <a:pt x="148" y="44"/>
                    </a:lnTo>
                    <a:lnTo>
                      <a:pt x="126" y="53"/>
                    </a:lnTo>
                    <a:lnTo>
                      <a:pt x="103" y="63"/>
                    </a:lnTo>
                    <a:lnTo>
                      <a:pt x="81" y="73"/>
                    </a:lnTo>
                    <a:lnTo>
                      <a:pt x="59" y="84"/>
                    </a:lnTo>
                    <a:lnTo>
                      <a:pt x="35" y="97"/>
                    </a:lnTo>
                    <a:lnTo>
                      <a:pt x="14" y="108"/>
                    </a:lnTo>
                    <a:lnTo>
                      <a:pt x="0" y="85"/>
                    </a:lnTo>
                    <a:lnTo>
                      <a:pt x="23" y="73"/>
                    </a:lnTo>
                    <a:lnTo>
                      <a:pt x="47" y="61"/>
                    </a:lnTo>
                    <a:lnTo>
                      <a:pt x="71" y="48"/>
                    </a:lnTo>
                    <a:lnTo>
                      <a:pt x="95" y="37"/>
                    </a:lnTo>
                    <a:lnTo>
                      <a:pt x="119" y="27"/>
                    </a:lnTo>
                    <a:lnTo>
                      <a:pt x="143" y="18"/>
                    </a:lnTo>
                    <a:lnTo>
                      <a:pt x="168" y="8"/>
                    </a:lnTo>
                    <a:lnTo>
                      <a:pt x="192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0" name="Freeform 235"/>
              <p:cNvSpPr>
                <a:spLocks/>
              </p:cNvSpPr>
              <p:nvPr/>
            </p:nvSpPr>
            <p:spPr bwMode="auto">
              <a:xfrm>
                <a:off x="2834" y="1321"/>
                <a:ext cx="22" cy="34"/>
              </a:xfrm>
              <a:custGeom>
                <a:avLst/>
                <a:gdLst>
                  <a:gd name="T0" fmla="*/ 0 w 22"/>
                  <a:gd name="T1" fmla="*/ 8 h 34"/>
                  <a:gd name="T2" fmla="*/ 18 w 22"/>
                  <a:gd name="T3" fmla="*/ 0 h 34"/>
                  <a:gd name="T4" fmla="*/ 22 w 22"/>
                  <a:gd name="T5" fmla="*/ 27 h 34"/>
                  <a:gd name="T6" fmla="*/ 4 w 22"/>
                  <a:gd name="T7" fmla="*/ 34 h 34"/>
                  <a:gd name="T8" fmla="*/ 0 w 22"/>
                  <a:gd name="T9" fmla="*/ 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34"/>
                  <a:gd name="T17" fmla="*/ 22 w 2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34">
                    <a:moveTo>
                      <a:pt x="0" y="8"/>
                    </a:moveTo>
                    <a:lnTo>
                      <a:pt x="18" y="0"/>
                    </a:lnTo>
                    <a:lnTo>
                      <a:pt x="22" y="27"/>
                    </a:lnTo>
                    <a:lnTo>
                      <a:pt x="4" y="3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1" name="Freeform 236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2" name="Freeform 237"/>
              <p:cNvSpPr>
                <a:spLocks/>
              </p:cNvSpPr>
              <p:nvPr/>
            </p:nvSpPr>
            <p:spPr bwMode="auto">
              <a:xfrm>
                <a:off x="2366" y="1543"/>
                <a:ext cx="172" cy="98"/>
              </a:xfrm>
              <a:custGeom>
                <a:avLst/>
                <a:gdLst>
                  <a:gd name="T0" fmla="*/ 28 w 172"/>
                  <a:gd name="T1" fmla="*/ 81 h 98"/>
                  <a:gd name="T2" fmla="*/ 17 w 172"/>
                  <a:gd name="T3" fmla="*/ 73 h 98"/>
                  <a:gd name="T4" fmla="*/ 167 w 172"/>
                  <a:gd name="T5" fmla="*/ 0 h 98"/>
                  <a:gd name="T6" fmla="*/ 172 w 172"/>
                  <a:gd name="T7" fmla="*/ 13 h 98"/>
                  <a:gd name="T8" fmla="*/ 23 w 172"/>
                  <a:gd name="T9" fmla="*/ 86 h 98"/>
                  <a:gd name="T10" fmla="*/ 11 w 172"/>
                  <a:gd name="T11" fmla="*/ 79 h 98"/>
                  <a:gd name="T12" fmla="*/ 23 w 172"/>
                  <a:gd name="T13" fmla="*/ 86 h 98"/>
                  <a:gd name="T14" fmla="*/ 0 w 172"/>
                  <a:gd name="T15" fmla="*/ 98 h 98"/>
                  <a:gd name="T16" fmla="*/ 11 w 172"/>
                  <a:gd name="T17" fmla="*/ 79 h 98"/>
                  <a:gd name="T18" fmla="*/ 28 w 172"/>
                  <a:gd name="T19" fmla="*/ 8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2"/>
                  <a:gd name="T31" fmla="*/ 0 h 98"/>
                  <a:gd name="T32" fmla="*/ 172 w 172"/>
                  <a:gd name="T33" fmla="*/ 98 h 9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2" h="98">
                    <a:moveTo>
                      <a:pt x="28" y="81"/>
                    </a:moveTo>
                    <a:lnTo>
                      <a:pt x="17" y="73"/>
                    </a:lnTo>
                    <a:lnTo>
                      <a:pt x="167" y="0"/>
                    </a:lnTo>
                    <a:lnTo>
                      <a:pt x="172" y="13"/>
                    </a:lnTo>
                    <a:lnTo>
                      <a:pt x="23" y="86"/>
                    </a:lnTo>
                    <a:lnTo>
                      <a:pt x="11" y="79"/>
                    </a:lnTo>
                    <a:lnTo>
                      <a:pt x="23" y="86"/>
                    </a:lnTo>
                    <a:lnTo>
                      <a:pt x="0" y="98"/>
                    </a:lnTo>
                    <a:lnTo>
                      <a:pt x="11" y="79"/>
                    </a:lnTo>
                    <a:lnTo>
                      <a:pt x="28" y="8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3" name="Freeform 238"/>
              <p:cNvSpPr>
                <a:spLocks/>
              </p:cNvSpPr>
              <p:nvPr/>
            </p:nvSpPr>
            <p:spPr bwMode="auto">
              <a:xfrm>
                <a:off x="2377" y="1482"/>
                <a:ext cx="91" cy="143"/>
              </a:xfrm>
              <a:custGeom>
                <a:avLst/>
                <a:gdLst>
                  <a:gd name="T0" fmla="*/ 74 w 91"/>
                  <a:gd name="T1" fmla="*/ 20 h 143"/>
                  <a:gd name="T2" fmla="*/ 91 w 91"/>
                  <a:gd name="T3" fmla="*/ 15 h 143"/>
                  <a:gd name="T4" fmla="*/ 17 w 91"/>
                  <a:gd name="T5" fmla="*/ 143 h 143"/>
                  <a:gd name="T6" fmla="*/ 0 w 91"/>
                  <a:gd name="T7" fmla="*/ 141 h 143"/>
                  <a:gd name="T8" fmla="*/ 73 w 91"/>
                  <a:gd name="T9" fmla="*/ 12 h 143"/>
                  <a:gd name="T10" fmla="*/ 89 w 91"/>
                  <a:gd name="T11" fmla="*/ 6 h 143"/>
                  <a:gd name="T12" fmla="*/ 73 w 91"/>
                  <a:gd name="T13" fmla="*/ 12 h 143"/>
                  <a:gd name="T14" fmla="*/ 79 w 91"/>
                  <a:gd name="T15" fmla="*/ 0 h 143"/>
                  <a:gd name="T16" fmla="*/ 89 w 91"/>
                  <a:gd name="T17" fmla="*/ 6 h 143"/>
                  <a:gd name="T18" fmla="*/ 74 w 91"/>
                  <a:gd name="T19" fmla="*/ 2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1"/>
                  <a:gd name="T31" fmla="*/ 0 h 143"/>
                  <a:gd name="T32" fmla="*/ 91 w 91"/>
                  <a:gd name="T33" fmla="*/ 143 h 1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1" h="143">
                    <a:moveTo>
                      <a:pt x="74" y="20"/>
                    </a:moveTo>
                    <a:lnTo>
                      <a:pt x="91" y="15"/>
                    </a:lnTo>
                    <a:lnTo>
                      <a:pt x="17" y="143"/>
                    </a:lnTo>
                    <a:lnTo>
                      <a:pt x="0" y="141"/>
                    </a:lnTo>
                    <a:lnTo>
                      <a:pt x="73" y="12"/>
                    </a:lnTo>
                    <a:lnTo>
                      <a:pt x="89" y="6"/>
                    </a:lnTo>
                    <a:lnTo>
                      <a:pt x="73" y="12"/>
                    </a:lnTo>
                    <a:lnTo>
                      <a:pt x="79" y="0"/>
                    </a:lnTo>
                    <a:lnTo>
                      <a:pt x="89" y="6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4" name="Freeform 239"/>
              <p:cNvSpPr>
                <a:spLocks/>
              </p:cNvSpPr>
              <p:nvPr/>
            </p:nvSpPr>
            <p:spPr bwMode="auto">
              <a:xfrm>
                <a:off x="2453" y="1488"/>
                <a:ext cx="102" cy="69"/>
              </a:xfrm>
              <a:custGeom>
                <a:avLst/>
                <a:gdLst>
                  <a:gd name="T0" fmla="*/ 82 w 102"/>
                  <a:gd name="T1" fmla="*/ 57 h 69"/>
                  <a:gd name="T2" fmla="*/ 78 w 102"/>
                  <a:gd name="T3" fmla="*/ 69 h 69"/>
                  <a:gd name="T4" fmla="*/ 0 w 102"/>
                  <a:gd name="T5" fmla="*/ 14 h 69"/>
                  <a:gd name="T6" fmla="*/ 15 w 102"/>
                  <a:gd name="T7" fmla="*/ 0 h 69"/>
                  <a:gd name="T8" fmla="*/ 92 w 102"/>
                  <a:gd name="T9" fmla="*/ 57 h 69"/>
                  <a:gd name="T10" fmla="*/ 89 w 102"/>
                  <a:gd name="T11" fmla="*/ 68 h 69"/>
                  <a:gd name="T12" fmla="*/ 92 w 102"/>
                  <a:gd name="T13" fmla="*/ 57 h 69"/>
                  <a:gd name="T14" fmla="*/ 102 w 102"/>
                  <a:gd name="T15" fmla="*/ 62 h 69"/>
                  <a:gd name="T16" fmla="*/ 89 w 102"/>
                  <a:gd name="T17" fmla="*/ 68 h 69"/>
                  <a:gd name="T18" fmla="*/ 82 w 102"/>
                  <a:gd name="T19" fmla="*/ 57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2"/>
                  <a:gd name="T31" fmla="*/ 0 h 69"/>
                  <a:gd name="T32" fmla="*/ 102 w 102"/>
                  <a:gd name="T33" fmla="*/ 69 h 6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2" h="69">
                    <a:moveTo>
                      <a:pt x="82" y="57"/>
                    </a:moveTo>
                    <a:lnTo>
                      <a:pt x="78" y="69"/>
                    </a:lnTo>
                    <a:lnTo>
                      <a:pt x="0" y="14"/>
                    </a:lnTo>
                    <a:lnTo>
                      <a:pt x="15" y="0"/>
                    </a:lnTo>
                    <a:lnTo>
                      <a:pt x="92" y="57"/>
                    </a:lnTo>
                    <a:lnTo>
                      <a:pt x="89" y="68"/>
                    </a:lnTo>
                    <a:lnTo>
                      <a:pt x="92" y="57"/>
                    </a:lnTo>
                    <a:lnTo>
                      <a:pt x="102" y="62"/>
                    </a:lnTo>
                    <a:lnTo>
                      <a:pt x="89" y="68"/>
                    </a:lnTo>
                    <a:lnTo>
                      <a:pt x="82" y="5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5" name="Freeform 240"/>
              <p:cNvSpPr>
                <a:spLocks/>
              </p:cNvSpPr>
              <p:nvPr/>
            </p:nvSpPr>
            <p:spPr bwMode="auto">
              <a:xfrm>
                <a:off x="2405" y="1565"/>
                <a:ext cx="45" cy="33"/>
              </a:xfrm>
              <a:custGeom>
                <a:avLst/>
                <a:gdLst>
                  <a:gd name="T0" fmla="*/ 45 w 45"/>
                  <a:gd name="T1" fmla="*/ 17 h 33"/>
                  <a:gd name="T2" fmla="*/ 29 w 45"/>
                  <a:gd name="T3" fmla="*/ 33 h 33"/>
                  <a:gd name="T4" fmla="*/ 0 w 45"/>
                  <a:gd name="T5" fmla="*/ 16 h 33"/>
                  <a:gd name="T6" fmla="*/ 16 w 45"/>
                  <a:gd name="T7" fmla="*/ 0 h 33"/>
                  <a:gd name="T8" fmla="*/ 45 w 45"/>
                  <a:gd name="T9" fmla="*/ 1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33"/>
                  <a:gd name="T17" fmla="*/ 45 w 45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33">
                    <a:moveTo>
                      <a:pt x="45" y="17"/>
                    </a:moveTo>
                    <a:lnTo>
                      <a:pt x="29" y="33"/>
                    </a:lnTo>
                    <a:lnTo>
                      <a:pt x="0" y="16"/>
                    </a:lnTo>
                    <a:lnTo>
                      <a:pt x="16" y="0"/>
                    </a:lnTo>
                    <a:lnTo>
                      <a:pt x="45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6" name="Freeform 241"/>
              <p:cNvSpPr>
                <a:spLocks/>
              </p:cNvSpPr>
              <p:nvPr/>
            </p:nvSpPr>
            <p:spPr bwMode="auto">
              <a:xfrm>
                <a:off x="2423" y="1429"/>
                <a:ext cx="197" cy="156"/>
              </a:xfrm>
              <a:custGeom>
                <a:avLst/>
                <a:gdLst>
                  <a:gd name="T0" fmla="*/ 197 w 197"/>
                  <a:gd name="T1" fmla="*/ 26 h 156"/>
                  <a:gd name="T2" fmla="*/ 197 w 197"/>
                  <a:gd name="T3" fmla="*/ 26 h 156"/>
                  <a:gd name="T4" fmla="*/ 172 w 197"/>
                  <a:gd name="T5" fmla="*/ 42 h 156"/>
                  <a:gd name="T6" fmla="*/ 150 w 197"/>
                  <a:gd name="T7" fmla="*/ 57 h 156"/>
                  <a:gd name="T8" fmla="*/ 127 w 197"/>
                  <a:gd name="T9" fmla="*/ 73 h 156"/>
                  <a:gd name="T10" fmla="*/ 106 w 197"/>
                  <a:gd name="T11" fmla="*/ 88 h 156"/>
                  <a:gd name="T12" fmla="*/ 85 w 197"/>
                  <a:gd name="T13" fmla="*/ 104 h 156"/>
                  <a:gd name="T14" fmla="*/ 66 w 197"/>
                  <a:gd name="T15" fmla="*/ 120 h 156"/>
                  <a:gd name="T16" fmla="*/ 47 w 197"/>
                  <a:gd name="T17" fmla="*/ 137 h 156"/>
                  <a:gd name="T18" fmla="*/ 28 w 197"/>
                  <a:gd name="T19" fmla="*/ 156 h 156"/>
                  <a:gd name="T20" fmla="*/ 0 w 197"/>
                  <a:gd name="T21" fmla="*/ 138 h 156"/>
                  <a:gd name="T22" fmla="*/ 20 w 197"/>
                  <a:gd name="T23" fmla="*/ 118 h 156"/>
                  <a:gd name="T24" fmla="*/ 41 w 197"/>
                  <a:gd name="T25" fmla="*/ 100 h 156"/>
                  <a:gd name="T26" fmla="*/ 62 w 197"/>
                  <a:gd name="T27" fmla="*/ 83 h 156"/>
                  <a:gd name="T28" fmla="*/ 83 w 197"/>
                  <a:gd name="T29" fmla="*/ 65 h 156"/>
                  <a:gd name="T30" fmla="*/ 106 w 197"/>
                  <a:gd name="T31" fmla="*/ 48 h 156"/>
                  <a:gd name="T32" fmla="*/ 129 w 197"/>
                  <a:gd name="T33" fmla="*/ 32 h 156"/>
                  <a:gd name="T34" fmla="*/ 154 w 197"/>
                  <a:gd name="T35" fmla="*/ 17 h 156"/>
                  <a:gd name="T36" fmla="*/ 179 w 197"/>
                  <a:gd name="T37" fmla="*/ 0 h 156"/>
                  <a:gd name="T38" fmla="*/ 197 w 197"/>
                  <a:gd name="T39" fmla="*/ 26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7"/>
                  <a:gd name="T61" fmla="*/ 0 h 156"/>
                  <a:gd name="T62" fmla="*/ 197 w 197"/>
                  <a:gd name="T63" fmla="*/ 156 h 1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7" h="156">
                    <a:moveTo>
                      <a:pt x="197" y="26"/>
                    </a:moveTo>
                    <a:lnTo>
                      <a:pt x="197" y="26"/>
                    </a:lnTo>
                    <a:lnTo>
                      <a:pt x="172" y="42"/>
                    </a:lnTo>
                    <a:lnTo>
                      <a:pt x="150" y="57"/>
                    </a:lnTo>
                    <a:lnTo>
                      <a:pt x="127" y="73"/>
                    </a:lnTo>
                    <a:lnTo>
                      <a:pt x="106" y="88"/>
                    </a:lnTo>
                    <a:lnTo>
                      <a:pt x="85" y="104"/>
                    </a:lnTo>
                    <a:lnTo>
                      <a:pt x="66" y="120"/>
                    </a:lnTo>
                    <a:lnTo>
                      <a:pt x="47" y="137"/>
                    </a:lnTo>
                    <a:lnTo>
                      <a:pt x="28" y="156"/>
                    </a:lnTo>
                    <a:lnTo>
                      <a:pt x="0" y="138"/>
                    </a:lnTo>
                    <a:lnTo>
                      <a:pt x="20" y="118"/>
                    </a:lnTo>
                    <a:lnTo>
                      <a:pt x="41" y="100"/>
                    </a:lnTo>
                    <a:lnTo>
                      <a:pt x="62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4" y="17"/>
                    </a:lnTo>
                    <a:lnTo>
                      <a:pt x="179" y="0"/>
                    </a:lnTo>
                    <a:lnTo>
                      <a:pt x="197" y="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7" name="Freeform 242"/>
              <p:cNvSpPr>
                <a:spLocks/>
              </p:cNvSpPr>
              <p:nvPr/>
            </p:nvSpPr>
            <p:spPr bwMode="auto">
              <a:xfrm>
                <a:off x="2608" y="1336"/>
                <a:ext cx="196" cy="120"/>
              </a:xfrm>
              <a:custGeom>
                <a:avLst/>
                <a:gdLst>
                  <a:gd name="T0" fmla="*/ 196 w 196"/>
                  <a:gd name="T1" fmla="*/ 32 h 120"/>
                  <a:gd name="T2" fmla="*/ 174 w 196"/>
                  <a:gd name="T3" fmla="*/ 41 h 120"/>
                  <a:gd name="T4" fmla="*/ 152 w 196"/>
                  <a:gd name="T5" fmla="*/ 49 h 120"/>
                  <a:gd name="T6" fmla="*/ 128 w 196"/>
                  <a:gd name="T7" fmla="*/ 60 h 120"/>
                  <a:gd name="T8" fmla="*/ 106 w 196"/>
                  <a:gd name="T9" fmla="*/ 71 h 120"/>
                  <a:gd name="T10" fmla="*/ 83 w 196"/>
                  <a:gd name="T11" fmla="*/ 83 h 120"/>
                  <a:gd name="T12" fmla="*/ 61 w 196"/>
                  <a:gd name="T13" fmla="*/ 94 h 120"/>
                  <a:gd name="T14" fmla="*/ 38 w 196"/>
                  <a:gd name="T15" fmla="*/ 107 h 120"/>
                  <a:gd name="T16" fmla="*/ 17 w 196"/>
                  <a:gd name="T17" fmla="*/ 120 h 120"/>
                  <a:gd name="T18" fmla="*/ 0 w 196"/>
                  <a:gd name="T19" fmla="*/ 94 h 120"/>
                  <a:gd name="T20" fmla="*/ 22 w 196"/>
                  <a:gd name="T21" fmla="*/ 79 h 120"/>
                  <a:gd name="T22" fmla="*/ 45 w 196"/>
                  <a:gd name="T23" fmla="*/ 67 h 120"/>
                  <a:gd name="T24" fmla="*/ 70 w 196"/>
                  <a:gd name="T25" fmla="*/ 54 h 120"/>
                  <a:gd name="T26" fmla="*/ 93 w 196"/>
                  <a:gd name="T27" fmla="*/ 42 h 120"/>
                  <a:gd name="T28" fmla="*/ 116 w 196"/>
                  <a:gd name="T29" fmla="*/ 31 h 120"/>
                  <a:gd name="T30" fmla="*/ 141 w 196"/>
                  <a:gd name="T31" fmla="*/ 20 h 120"/>
                  <a:gd name="T32" fmla="*/ 165 w 196"/>
                  <a:gd name="T33" fmla="*/ 9 h 120"/>
                  <a:gd name="T34" fmla="*/ 190 w 196"/>
                  <a:gd name="T35" fmla="*/ 0 h 120"/>
                  <a:gd name="T36" fmla="*/ 196 w 196"/>
                  <a:gd name="T37" fmla="*/ 32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20"/>
                  <a:gd name="T59" fmla="*/ 196 w 196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20">
                    <a:moveTo>
                      <a:pt x="196" y="32"/>
                    </a:moveTo>
                    <a:lnTo>
                      <a:pt x="174" y="41"/>
                    </a:lnTo>
                    <a:lnTo>
                      <a:pt x="152" y="49"/>
                    </a:lnTo>
                    <a:lnTo>
                      <a:pt x="128" y="60"/>
                    </a:lnTo>
                    <a:lnTo>
                      <a:pt x="106" y="71"/>
                    </a:lnTo>
                    <a:lnTo>
                      <a:pt x="83" y="83"/>
                    </a:lnTo>
                    <a:lnTo>
                      <a:pt x="61" y="94"/>
                    </a:lnTo>
                    <a:lnTo>
                      <a:pt x="38" y="107"/>
                    </a:lnTo>
                    <a:lnTo>
                      <a:pt x="17" y="120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5" y="67"/>
                    </a:lnTo>
                    <a:lnTo>
                      <a:pt x="70" y="54"/>
                    </a:lnTo>
                    <a:lnTo>
                      <a:pt x="93" y="42"/>
                    </a:lnTo>
                    <a:lnTo>
                      <a:pt x="116" y="31"/>
                    </a:lnTo>
                    <a:lnTo>
                      <a:pt x="141" y="20"/>
                    </a:lnTo>
                    <a:lnTo>
                      <a:pt x="165" y="9"/>
                    </a:lnTo>
                    <a:lnTo>
                      <a:pt x="190" y="0"/>
                    </a:lnTo>
                    <a:lnTo>
                      <a:pt x="196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8" name="Freeform 243"/>
              <p:cNvSpPr>
                <a:spLocks/>
              </p:cNvSpPr>
              <p:nvPr/>
            </p:nvSpPr>
            <p:spPr bwMode="auto">
              <a:xfrm>
                <a:off x="2799" y="1331"/>
                <a:ext cx="27" cy="37"/>
              </a:xfrm>
              <a:custGeom>
                <a:avLst/>
                <a:gdLst>
                  <a:gd name="T0" fmla="*/ 0 w 27"/>
                  <a:gd name="T1" fmla="*/ 9 h 37"/>
                  <a:gd name="T2" fmla="*/ 19 w 27"/>
                  <a:gd name="T3" fmla="*/ 0 h 37"/>
                  <a:gd name="T4" fmla="*/ 27 w 27"/>
                  <a:gd name="T5" fmla="*/ 31 h 37"/>
                  <a:gd name="T6" fmla="*/ 8 w 27"/>
                  <a:gd name="T7" fmla="*/ 37 h 37"/>
                  <a:gd name="T8" fmla="*/ 0 w 27"/>
                  <a:gd name="T9" fmla="*/ 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0" y="9"/>
                    </a:moveTo>
                    <a:lnTo>
                      <a:pt x="19" y="0"/>
                    </a:lnTo>
                    <a:lnTo>
                      <a:pt x="27" y="31"/>
                    </a:lnTo>
                    <a:lnTo>
                      <a:pt x="8" y="3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199" name="Freeform 244"/>
              <p:cNvSpPr>
                <a:spLocks/>
              </p:cNvSpPr>
              <p:nvPr/>
            </p:nvSpPr>
            <p:spPr bwMode="auto">
              <a:xfrm>
                <a:off x="2387" y="1497"/>
                <a:ext cx="149" cy="128"/>
              </a:xfrm>
              <a:custGeom>
                <a:avLst/>
                <a:gdLst>
                  <a:gd name="T0" fmla="*/ 149 w 149"/>
                  <a:gd name="T1" fmla="*/ 54 h 128"/>
                  <a:gd name="T2" fmla="*/ 0 w 149"/>
                  <a:gd name="T3" fmla="*/ 128 h 128"/>
                  <a:gd name="T4" fmla="*/ 72 w 149"/>
                  <a:gd name="T5" fmla="*/ 0 h 128"/>
                  <a:gd name="T6" fmla="*/ 149 w 149"/>
                  <a:gd name="T7" fmla="*/ 54 h 1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9"/>
                  <a:gd name="T13" fmla="*/ 0 h 128"/>
                  <a:gd name="T14" fmla="*/ 149 w 149"/>
                  <a:gd name="T15" fmla="*/ 128 h 1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9" h="128">
                    <a:moveTo>
                      <a:pt x="149" y="54"/>
                    </a:moveTo>
                    <a:lnTo>
                      <a:pt x="0" y="128"/>
                    </a:lnTo>
                    <a:lnTo>
                      <a:pt x="72" y="0"/>
                    </a:ln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0" name="Freeform 245"/>
              <p:cNvSpPr>
                <a:spLocks/>
              </p:cNvSpPr>
              <p:nvPr/>
            </p:nvSpPr>
            <p:spPr bwMode="auto">
              <a:xfrm>
                <a:off x="2376" y="1545"/>
                <a:ext cx="163" cy="87"/>
              </a:xfrm>
              <a:custGeom>
                <a:avLst/>
                <a:gdLst>
                  <a:gd name="T0" fmla="*/ 16 w 163"/>
                  <a:gd name="T1" fmla="*/ 77 h 87"/>
                  <a:gd name="T2" fmla="*/ 9 w 163"/>
                  <a:gd name="T3" fmla="*/ 72 h 87"/>
                  <a:gd name="T4" fmla="*/ 159 w 163"/>
                  <a:gd name="T5" fmla="*/ 0 h 87"/>
                  <a:gd name="T6" fmla="*/ 163 w 163"/>
                  <a:gd name="T7" fmla="*/ 8 h 87"/>
                  <a:gd name="T8" fmla="*/ 14 w 163"/>
                  <a:gd name="T9" fmla="*/ 81 h 87"/>
                  <a:gd name="T10" fmla="*/ 6 w 163"/>
                  <a:gd name="T11" fmla="*/ 77 h 87"/>
                  <a:gd name="T12" fmla="*/ 14 w 163"/>
                  <a:gd name="T13" fmla="*/ 81 h 87"/>
                  <a:gd name="T14" fmla="*/ 0 w 163"/>
                  <a:gd name="T15" fmla="*/ 87 h 87"/>
                  <a:gd name="T16" fmla="*/ 6 w 163"/>
                  <a:gd name="T17" fmla="*/ 77 h 87"/>
                  <a:gd name="T18" fmla="*/ 16 w 163"/>
                  <a:gd name="T19" fmla="*/ 77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3"/>
                  <a:gd name="T31" fmla="*/ 0 h 87"/>
                  <a:gd name="T32" fmla="*/ 163 w 163"/>
                  <a:gd name="T33" fmla="*/ 87 h 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3" h="87">
                    <a:moveTo>
                      <a:pt x="16" y="77"/>
                    </a:moveTo>
                    <a:lnTo>
                      <a:pt x="9" y="72"/>
                    </a:lnTo>
                    <a:lnTo>
                      <a:pt x="159" y="0"/>
                    </a:lnTo>
                    <a:lnTo>
                      <a:pt x="163" y="8"/>
                    </a:lnTo>
                    <a:lnTo>
                      <a:pt x="14" y="81"/>
                    </a:lnTo>
                    <a:lnTo>
                      <a:pt x="6" y="77"/>
                    </a:lnTo>
                    <a:lnTo>
                      <a:pt x="14" y="81"/>
                    </a:lnTo>
                    <a:lnTo>
                      <a:pt x="0" y="87"/>
                    </a:lnTo>
                    <a:lnTo>
                      <a:pt x="6" y="77"/>
                    </a:lnTo>
                    <a:lnTo>
                      <a:pt x="16" y="7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1" name="Freeform 246"/>
              <p:cNvSpPr>
                <a:spLocks/>
              </p:cNvSpPr>
              <p:nvPr/>
            </p:nvSpPr>
            <p:spPr bwMode="auto">
              <a:xfrm>
                <a:off x="2380" y="1486"/>
                <a:ext cx="82" cy="138"/>
              </a:xfrm>
              <a:custGeom>
                <a:avLst/>
                <a:gdLst>
                  <a:gd name="T0" fmla="*/ 72 w 82"/>
                  <a:gd name="T1" fmla="*/ 13 h 138"/>
                  <a:gd name="T2" fmla="*/ 82 w 82"/>
                  <a:gd name="T3" fmla="*/ 8 h 138"/>
                  <a:gd name="T4" fmla="*/ 9 w 82"/>
                  <a:gd name="T5" fmla="*/ 138 h 138"/>
                  <a:gd name="T6" fmla="*/ 0 w 82"/>
                  <a:gd name="T7" fmla="*/ 136 h 138"/>
                  <a:gd name="T8" fmla="*/ 72 w 82"/>
                  <a:gd name="T9" fmla="*/ 7 h 138"/>
                  <a:gd name="T10" fmla="*/ 81 w 82"/>
                  <a:gd name="T11" fmla="*/ 4 h 138"/>
                  <a:gd name="T12" fmla="*/ 72 w 82"/>
                  <a:gd name="T13" fmla="*/ 7 h 138"/>
                  <a:gd name="T14" fmla="*/ 76 w 82"/>
                  <a:gd name="T15" fmla="*/ 0 h 138"/>
                  <a:gd name="T16" fmla="*/ 81 w 82"/>
                  <a:gd name="T17" fmla="*/ 4 h 138"/>
                  <a:gd name="T18" fmla="*/ 72 w 82"/>
                  <a:gd name="T19" fmla="*/ 13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138"/>
                  <a:gd name="T32" fmla="*/ 82 w 82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138">
                    <a:moveTo>
                      <a:pt x="72" y="13"/>
                    </a:moveTo>
                    <a:lnTo>
                      <a:pt x="82" y="8"/>
                    </a:lnTo>
                    <a:lnTo>
                      <a:pt x="9" y="138"/>
                    </a:lnTo>
                    <a:lnTo>
                      <a:pt x="0" y="136"/>
                    </a:lnTo>
                    <a:lnTo>
                      <a:pt x="72" y="7"/>
                    </a:lnTo>
                    <a:lnTo>
                      <a:pt x="81" y="4"/>
                    </a:lnTo>
                    <a:lnTo>
                      <a:pt x="72" y="7"/>
                    </a:lnTo>
                    <a:lnTo>
                      <a:pt x="76" y="0"/>
                    </a:lnTo>
                    <a:lnTo>
                      <a:pt x="81" y="4"/>
                    </a:lnTo>
                    <a:lnTo>
                      <a:pt x="72" y="1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2" name="Freeform 247"/>
              <p:cNvSpPr>
                <a:spLocks/>
              </p:cNvSpPr>
              <p:nvPr/>
            </p:nvSpPr>
            <p:spPr bwMode="auto">
              <a:xfrm>
                <a:off x="2454" y="1491"/>
                <a:ext cx="92" cy="63"/>
              </a:xfrm>
              <a:custGeom>
                <a:avLst/>
                <a:gdLst>
                  <a:gd name="T0" fmla="*/ 80 w 92"/>
                  <a:gd name="T1" fmla="*/ 55 h 63"/>
                  <a:gd name="T2" fmla="*/ 77 w 92"/>
                  <a:gd name="T3" fmla="*/ 63 h 63"/>
                  <a:gd name="T4" fmla="*/ 0 w 92"/>
                  <a:gd name="T5" fmla="*/ 9 h 63"/>
                  <a:gd name="T6" fmla="*/ 8 w 92"/>
                  <a:gd name="T7" fmla="*/ 0 h 63"/>
                  <a:gd name="T8" fmla="*/ 88 w 92"/>
                  <a:gd name="T9" fmla="*/ 55 h 63"/>
                  <a:gd name="T10" fmla="*/ 83 w 92"/>
                  <a:gd name="T11" fmla="*/ 63 h 63"/>
                  <a:gd name="T12" fmla="*/ 88 w 92"/>
                  <a:gd name="T13" fmla="*/ 55 h 63"/>
                  <a:gd name="T14" fmla="*/ 92 w 92"/>
                  <a:gd name="T15" fmla="*/ 60 h 63"/>
                  <a:gd name="T16" fmla="*/ 83 w 92"/>
                  <a:gd name="T17" fmla="*/ 63 h 63"/>
                  <a:gd name="T18" fmla="*/ 80 w 92"/>
                  <a:gd name="T19" fmla="*/ 55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2"/>
                  <a:gd name="T31" fmla="*/ 0 h 63"/>
                  <a:gd name="T32" fmla="*/ 92 w 92"/>
                  <a:gd name="T33" fmla="*/ 63 h 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2" h="63">
                    <a:moveTo>
                      <a:pt x="80" y="55"/>
                    </a:moveTo>
                    <a:lnTo>
                      <a:pt x="77" y="63"/>
                    </a:lnTo>
                    <a:lnTo>
                      <a:pt x="0" y="9"/>
                    </a:lnTo>
                    <a:lnTo>
                      <a:pt x="8" y="0"/>
                    </a:lnTo>
                    <a:lnTo>
                      <a:pt x="88" y="55"/>
                    </a:lnTo>
                    <a:lnTo>
                      <a:pt x="83" y="63"/>
                    </a:lnTo>
                    <a:lnTo>
                      <a:pt x="88" y="55"/>
                    </a:lnTo>
                    <a:lnTo>
                      <a:pt x="92" y="60"/>
                    </a:lnTo>
                    <a:lnTo>
                      <a:pt x="83" y="63"/>
                    </a:lnTo>
                    <a:lnTo>
                      <a:pt x="80" y="5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3" name="Freeform 248"/>
              <p:cNvSpPr>
                <a:spLocks/>
              </p:cNvSpPr>
              <p:nvPr/>
            </p:nvSpPr>
            <p:spPr bwMode="auto">
              <a:xfrm>
                <a:off x="2409" y="1567"/>
                <a:ext cx="38" cy="28"/>
              </a:xfrm>
              <a:custGeom>
                <a:avLst/>
                <a:gdLst>
                  <a:gd name="T0" fmla="*/ 38 w 38"/>
                  <a:gd name="T1" fmla="*/ 15 h 28"/>
                  <a:gd name="T2" fmla="*/ 25 w 38"/>
                  <a:gd name="T3" fmla="*/ 28 h 28"/>
                  <a:gd name="T4" fmla="*/ 0 w 38"/>
                  <a:gd name="T5" fmla="*/ 13 h 28"/>
                  <a:gd name="T6" fmla="*/ 14 w 38"/>
                  <a:gd name="T7" fmla="*/ 0 h 28"/>
                  <a:gd name="T8" fmla="*/ 38 w 38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28"/>
                  <a:gd name="T17" fmla="*/ 38 w 38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28">
                    <a:moveTo>
                      <a:pt x="38" y="15"/>
                    </a:moveTo>
                    <a:lnTo>
                      <a:pt x="25" y="28"/>
                    </a:lnTo>
                    <a:lnTo>
                      <a:pt x="0" y="13"/>
                    </a:lnTo>
                    <a:lnTo>
                      <a:pt x="14" y="0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4" name="Freeform 249"/>
              <p:cNvSpPr>
                <a:spLocks/>
              </p:cNvSpPr>
              <p:nvPr/>
            </p:nvSpPr>
            <p:spPr bwMode="auto">
              <a:xfrm>
                <a:off x="2425" y="1429"/>
                <a:ext cx="193" cy="153"/>
              </a:xfrm>
              <a:custGeom>
                <a:avLst/>
                <a:gdLst>
                  <a:gd name="T0" fmla="*/ 193 w 193"/>
                  <a:gd name="T1" fmla="*/ 23 h 153"/>
                  <a:gd name="T2" fmla="*/ 193 w 193"/>
                  <a:gd name="T3" fmla="*/ 23 h 153"/>
                  <a:gd name="T4" fmla="*/ 169 w 193"/>
                  <a:gd name="T5" fmla="*/ 39 h 153"/>
                  <a:gd name="T6" fmla="*/ 144 w 193"/>
                  <a:gd name="T7" fmla="*/ 54 h 153"/>
                  <a:gd name="T8" fmla="*/ 123 w 193"/>
                  <a:gd name="T9" fmla="*/ 69 h 153"/>
                  <a:gd name="T10" fmla="*/ 102 w 193"/>
                  <a:gd name="T11" fmla="*/ 85 h 153"/>
                  <a:gd name="T12" fmla="*/ 83 w 193"/>
                  <a:gd name="T13" fmla="*/ 100 h 153"/>
                  <a:gd name="T14" fmla="*/ 62 w 193"/>
                  <a:gd name="T15" fmla="*/ 117 h 153"/>
                  <a:gd name="T16" fmla="*/ 43 w 193"/>
                  <a:gd name="T17" fmla="*/ 134 h 153"/>
                  <a:gd name="T18" fmla="*/ 24 w 193"/>
                  <a:gd name="T19" fmla="*/ 153 h 153"/>
                  <a:gd name="T20" fmla="*/ 0 w 193"/>
                  <a:gd name="T21" fmla="*/ 138 h 153"/>
                  <a:gd name="T22" fmla="*/ 20 w 193"/>
                  <a:gd name="T23" fmla="*/ 119 h 153"/>
                  <a:gd name="T24" fmla="*/ 41 w 193"/>
                  <a:gd name="T25" fmla="*/ 100 h 153"/>
                  <a:gd name="T26" fmla="*/ 61 w 193"/>
                  <a:gd name="T27" fmla="*/ 83 h 153"/>
                  <a:gd name="T28" fmla="*/ 83 w 193"/>
                  <a:gd name="T29" fmla="*/ 65 h 153"/>
                  <a:gd name="T30" fmla="*/ 106 w 193"/>
                  <a:gd name="T31" fmla="*/ 48 h 153"/>
                  <a:gd name="T32" fmla="*/ 129 w 193"/>
                  <a:gd name="T33" fmla="*/ 32 h 153"/>
                  <a:gd name="T34" fmla="*/ 153 w 193"/>
                  <a:gd name="T35" fmla="*/ 16 h 153"/>
                  <a:gd name="T36" fmla="*/ 178 w 193"/>
                  <a:gd name="T37" fmla="*/ 0 h 153"/>
                  <a:gd name="T38" fmla="*/ 193 w 193"/>
                  <a:gd name="T39" fmla="*/ 23 h 1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3"/>
                  <a:gd name="T61" fmla="*/ 0 h 153"/>
                  <a:gd name="T62" fmla="*/ 193 w 193"/>
                  <a:gd name="T63" fmla="*/ 153 h 15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3" h="153">
                    <a:moveTo>
                      <a:pt x="193" y="23"/>
                    </a:moveTo>
                    <a:lnTo>
                      <a:pt x="193" y="23"/>
                    </a:lnTo>
                    <a:lnTo>
                      <a:pt x="169" y="39"/>
                    </a:lnTo>
                    <a:lnTo>
                      <a:pt x="144" y="54"/>
                    </a:lnTo>
                    <a:lnTo>
                      <a:pt x="123" y="69"/>
                    </a:lnTo>
                    <a:lnTo>
                      <a:pt x="102" y="85"/>
                    </a:lnTo>
                    <a:lnTo>
                      <a:pt x="83" y="100"/>
                    </a:lnTo>
                    <a:lnTo>
                      <a:pt x="62" y="117"/>
                    </a:lnTo>
                    <a:lnTo>
                      <a:pt x="43" y="134"/>
                    </a:lnTo>
                    <a:lnTo>
                      <a:pt x="24" y="153"/>
                    </a:lnTo>
                    <a:lnTo>
                      <a:pt x="0" y="138"/>
                    </a:lnTo>
                    <a:lnTo>
                      <a:pt x="20" y="119"/>
                    </a:lnTo>
                    <a:lnTo>
                      <a:pt x="41" y="100"/>
                    </a:lnTo>
                    <a:lnTo>
                      <a:pt x="61" y="83"/>
                    </a:lnTo>
                    <a:lnTo>
                      <a:pt x="83" y="65"/>
                    </a:lnTo>
                    <a:lnTo>
                      <a:pt x="106" y="48"/>
                    </a:lnTo>
                    <a:lnTo>
                      <a:pt x="129" y="32"/>
                    </a:lnTo>
                    <a:lnTo>
                      <a:pt x="153" y="16"/>
                    </a:lnTo>
                    <a:lnTo>
                      <a:pt x="178" y="0"/>
                    </a:lnTo>
                    <a:lnTo>
                      <a:pt x="193" y="23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5" name="Freeform 250"/>
              <p:cNvSpPr>
                <a:spLocks/>
              </p:cNvSpPr>
              <p:nvPr/>
            </p:nvSpPr>
            <p:spPr bwMode="auto">
              <a:xfrm>
                <a:off x="2607" y="1340"/>
                <a:ext cx="196" cy="115"/>
              </a:xfrm>
              <a:custGeom>
                <a:avLst/>
                <a:gdLst>
                  <a:gd name="T0" fmla="*/ 196 w 196"/>
                  <a:gd name="T1" fmla="*/ 27 h 115"/>
                  <a:gd name="T2" fmla="*/ 173 w 196"/>
                  <a:gd name="T3" fmla="*/ 36 h 115"/>
                  <a:gd name="T4" fmla="*/ 149 w 196"/>
                  <a:gd name="T5" fmla="*/ 45 h 115"/>
                  <a:gd name="T6" fmla="*/ 127 w 196"/>
                  <a:gd name="T7" fmla="*/ 55 h 115"/>
                  <a:gd name="T8" fmla="*/ 104 w 196"/>
                  <a:gd name="T9" fmla="*/ 65 h 115"/>
                  <a:gd name="T10" fmla="*/ 81 w 196"/>
                  <a:gd name="T11" fmla="*/ 76 h 115"/>
                  <a:gd name="T12" fmla="*/ 58 w 196"/>
                  <a:gd name="T13" fmla="*/ 89 h 115"/>
                  <a:gd name="T14" fmla="*/ 36 w 196"/>
                  <a:gd name="T15" fmla="*/ 102 h 115"/>
                  <a:gd name="T16" fmla="*/ 13 w 196"/>
                  <a:gd name="T17" fmla="*/ 115 h 115"/>
                  <a:gd name="T18" fmla="*/ 0 w 196"/>
                  <a:gd name="T19" fmla="*/ 94 h 115"/>
                  <a:gd name="T20" fmla="*/ 22 w 196"/>
                  <a:gd name="T21" fmla="*/ 79 h 115"/>
                  <a:gd name="T22" fmla="*/ 46 w 196"/>
                  <a:gd name="T23" fmla="*/ 65 h 115"/>
                  <a:gd name="T24" fmla="*/ 69 w 196"/>
                  <a:gd name="T25" fmla="*/ 53 h 115"/>
                  <a:gd name="T26" fmla="*/ 93 w 196"/>
                  <a:gd name="T27" fmla="*/ 41 h 115"/>
                  <a:gd name="T28" fmla="*/ 117 w 196"/>
                  <a:gd name="T29" fmla="*/ 29 h 115"/>
                  <a:gd name="T30" fmla="*/ 142 w 196"/>
                  <a:gd name="T31" fmla="*/ 19 h 115"/>
                  <a:gd name="T32" fmla="*/ 165 w 196"/>
                  <a:gd name="T33" fmla="*/ 8 h 115"/>
                  <a:gd name="T34" fmla="*/ 191 w 196"/>
                  <a:gd name="T35" fmla="*/ 0 h 115"/>
                  <a:gd name="T36" fmla="*/ 196 w 196"/>
                  <a:gd name="T37" fmla="*/ 27 h 1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96"/>
                  <a:gd name="T58" fmla="*/ 0 h 115"/>
                  <a:gd name="T59" fmla="*/ 196 w 196"/>
                  <a:gd name="T60" fmla="*/ 115 h 11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96" h="115">
                    <a:moveTo>
                      <a:pt x="196" y="27"/>
                    </a:moveTo>
                    <a:lnTo>
                      <a:pt x="173" y="36"/>
                    </a:lnTo>
                    <a:lnTo>
                      <a:pt x="149" y="45"/>
                    </a:lnTo>
                    <a:lnTo>
                      <a:pt x="127" y="55"/>
                    </a:lnTo>
                    <a:lnTo>
                      <a:pt x="104" y="65"/>
                    </a:lnTo>
                    <a:lnTo>
                      <a:pt x="81" y="76"/>
                    </a:lnTo>
                    <a:lnTo>
                      <a:pt x="58" y="89"/>
                    </a:lnTo>
                    <a:lnTo>
                      <a:pt x="36" y="102"/>
                    </a:lnTo>
                    <a:lnTo>
                      <a:pt x="13" y="115"/>
                    </a:lnTo>
                    <a:lnTo>
                      <a:pt x="0" y="94"/>
                    </a:lnTo>
                    <a:lnTo>
                      <a:pt x="22" y="79"/>
                    </a:lnTo>
                    <a:lnTo>
                      <a:pt x="46" y="65"/>
                    </a:lnTo>
                    <a:lnTo>
                      <a:pt x="69" y="53"/>
                    </a:lnTo>
                    <a:lnTo>
                      <a:pt x="93" y="41"/>
                    </a:lnTo>
                    <a:lnTo>
                      <a:pt x="117" y="29"/>
                    </a:lnTo>
                    <a:lnTo>
                      <a:pt x="142" y="19"/>
                    </a:lnTo>
                    <a:lnTo>
                      <a:pt x="165" y="8"/>
                    </a:lnTo>
                    <a:lnTo>
                      <a:pt x="191" y="0"/>
                    </a:lnTo>
                    <a:lnTo>
                      <a:pt x="196" y="2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6" name="Freeform 251"/>
              <p:cNvSpPr>
                <a:spLocks/>
              </p:cNvSpPr>
              <p:nvPr/>
            </p:nvSpPr>
            <p:spPr bwMode="auto">
              <a:xfrm>
                <a:off x="2799" y="1333"/>
                <a:ext cx="24" cy="33"/>
              </a:xfrm>
              <a:custGeom>
                <a:avLst/>
                <a:gdLst>
                  <a:gd name="T0" fmla="*/ 0 w 24"/>
                  <a:gd name="T1" fmla="*/ 7 h 33"/>
                  <a:gd name="T2" fmla="*/ 18 w 24"/>
                  <a:gd name="T3" fmla="*/ 0 h 33"/>
                  <a:gd name="T4" fmla="*/ 24 w 24"/>
                  <a:gd name="T5" fmla="*/ 27 h 33"/>
                  <a:gd name="T6" fmla="*/ 5 w 24"/>
                  <a:gd name="T7" fmla="*/ 33 h 33"/>
                  <a:gd name="T8" fmla="*/ 0 w 24"/>
                  <a:gd name="T9" fmla="*/ 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33"/>
                  <a:gd name="T17" fmla="*/ 24 w 2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33">
                    <a:moveTo>
                      <a:pt x="0" y="7"/>
                    </a:moveTo>
                    <a:lnTo>
                      <a:pt x="18" y="0"/>
                    </a:lnTo>
                    <a:lnTo>
                      <a:pt x="24" y="27"/>
                    </a:lnTo>
                    <a:lnTo>
                      <a:pt x="5" y="33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7" name="Freeform 252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8" name="Freeform 253"/>
              <p:cNvSpPr>
                <a:spLocks/>
              </p:cNvSpPr>
              <p:nvPr/>
            </p:nvSpPr>
            <p:spPr bwMode="auto">
              <a:xfrm>
                <a:off x="2231" y="2599"/>
                <a:ext cx="35" cy="188"/>
              </a:xfrm>
              <a:custGeom>
                <a:avLst/>
                <a:gdLst>
                  <a:gd name="T0" fmla="*/ 29 w 35"/>
                  <a:gd name="T1" fmla="*/ 156 h 188"/>
                  <a:gd name="T2" fmla="*/ 18 w 35"/>
                  <a:gd name="T3" fmla="*/ 162 h 188"/>
                  <a:gd name="T4" fmla="*/ 0 w 35"/>
                  <a:gd name="T5" fmla="*/ 0 h 188"/>
                  <a:gd name="T6" fmla="*/ 15 w 35"/>
                  <a:gd name="T7" fmla="*/ 2 h 188"/>
                  <a:gd name="T8" fmla="*/ 33 w 35"/>
                  <a:gd name="T9" fmla="*/ 164 h 188"/>
                  <a:gd name="T10" fmla="*/ 20 w 35"/>
                  <a:gd name="T11" fmla="*/ 170 h 188"/>
                  <a:gd name="T12" fmla="*/ 33 w 35"/>
                  <a:gd name="T13" fmla="*/ 164 h 188"/>
                  <a:gd name="T14" fmla="*/ 35 w 35"/>
                  <a:gd name="T15" fmla="*/ 188 h 188"/>
                  <a:gd name="T16" fmla="*/ 20 w 35"/>
                  <a:gd name="T17" fmla="*/ 170 h 188"/>
                  <a:gd name="T18" fmla="*/ 29 w 35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88"/>
                  <a:gd name="T32" fmla="*/ 35 w 35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88">
                    <a:moveTo>
                      <a:pt x="29" y="156"/>
                    </a:moveTo>
                    <a:lnTo>
                      <a:pt x="18" y="16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33" y="164"/>
                    </a:lnTo>
                    <a:lnTo>
                      <a:pt x="20" y="170"/>
                    </a:lnTo>
                    <a:lnTo>
                      <a:pt x="33" y="164"/>
                    </a:lnTo>
                    <a:lnTo>
                      <a:pt x="35" y="188"/>
                    </a:lnTo>
                    <a:lnTo>
                      <a:pt x="20" y="170"/>
                    </a:lnTo>
                    <a:lnTo>
                      <a:pt x="29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09" name="Freeform 254"/>
              <p:cNvSpPr>
                <a:spLocks/>
              </p:cNvSpPr>
              <p:nvPr/>
            </p:nvSpPr>
            <p:spPr bwMode="auto">
              <a:xfrm>
                <a:off x="2144" y="2630"/>
                <a:ext cx="116" cy="138"/>
              </a:xfrm>
              <a:custGeom>
                <a:avLst/>
                <a:gdLst>
                  <a:gd name="T0" fmla="*/ 17 w 116"/>
                  <a:gd name="T1" fmla="*/ 19 h 138"/>
                  <a:gd name="T2" fmla="*/ 18 w 116"/>
                  <a:gd name="T3" fmla="*/ 2 h 138"/>
                  <a:gd name="T4" fmla="*/ 116 w 116"/>
                  <a:gd name="T5" fmla="*/ 125 h 138"/>
                  <a:gd name="T6" fmla="*/ 108 w 116"/>
                  <a:gd name="T7" fmla="*/ 138 h 138"/>
                  <a:gd name="T8" fmla="*/ 10 w 116"/>
                  <a:gd name="T9" fmla="*/ 16 h 138"/>
                  <a:gd name="T10" fmla="*/ 11 w 116"/>
                  <a:gd name="T11" fmla="*/ 0 h 138"/>
                  <a:gd name="T12" fmla="*/ 10 w 116"/>
                  <a:gd name="T13" fmla="*/ 16 h 138"/>
                  <a:gd name="T14" fmla="*/ 0 w 116"/>
                  <a:gd name="T15" fmla="*/ 4 h 138"/>
                  <a:gd name="T16" fmla="*/ 11 w 116"/>
                  <a:gd name="T17" fmla="*/ 0 h 138"/>
                  <a:gd name="T18" fmla="*/ 17 w 116"/>
                  <a:gd name="T19" fmla="*/ 19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6"/>
                  <a:gd name="T31" fmla="*/ 0 h 138"/>
                  <a:gd name="T32" fmla="*/ 116 w 116"/>
                  <a:gd name="T33" fmla="*/ 138 h 1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6" h="138">
                    <a:moveTo>
                      <a:pt x="17" y="19"/>
                    </a:moveTo>
                    <a:lnTo>
                      <a:pt x="18" y="2"/>
                    </a:lnTo>
                    <a:lnTo>
                      <a:pt x="116" y="125"/>
                    </a:lnTo>
                    <a:lnTo>
                      <a:pt x="108" y="138"/>
                    </a:lnTo>
                    <a:lnTo>
                      <a:pt x="10" y="16"/>
                    </a:lnTo>
                    <a:lnTo>
                      <a:pt x="11" y="0"/>
                    </a:lnTo>
                    <a:lnTo>
                      <a:pt x="10" y="16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0" name="Freeform 255"/>
              <p:cNvSpPr>
                <a:spLocks/>
              </p:cNvSpPr>
              <p:nvPr/>
            </p:nvSpPr>
            <p:spPr bwMode="auto">
              <a:xfrm>
                <a:off x="2150" y="2585"/>
                <a:ext cx="94" cy="64"/>
              </a:xfrm>
              <a:custGeom>
                <a:avLst/>
                <a:gdLst>
                  <a:gd name="T0" fmla="*/ 79 w 94"/>
                  <a:gd name="T1" fmla="*/ 13 h 64"/>
                  <a:gd name="T2" fmla="*/ 91 w 94"/>
                  <a:gd name="T3" fmla="*/ 24 h 64"/>
                  <a:gd name="T4" fmla="*/ 9 w 94"/>
                  <a:gd name="T5" fmla="*/ 64 h 64"/>
                  <a:gd name="T6" fmla="*/ 0 w 94"/>
                  <a:gd name="T7" fmla="*/ 45 h 64"/>
                  <a:gd name="T8" fmla="*/ 84 w 94"/>
                  <a:gd name="T9" fmla="*/ 4 h 64"/>
                  <a:gd name="T10" fmla="*/ 94 w 94"/>
                  <a:gd name="T11" fmla="*/ 15 h 64"/>
                  <a:gd name="T12" fmla="*/ 84 w 94"/>
                  <a:gd name="T13" fmla="*/ 4 h 64"/>
                  <a:gd name="T14" fmla="*/ 93 w 94"/>
                  <a:gd name="T15" fmla="*/ 0 h 64"/>
                  <a:gd name="T16" fmla="*/ 94 w 94"/>
                  <a:gd name="T17" fmla="*/ 15 h 64"/>
                  <a:gd name="T18" fmla="*/ 79 w 94"/>
                  <a:gd name="T19" fmla="*/ 1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4"/>
                  <a:gd name="T31" fmla="*/ 0 h 64"/>
                  <a:gd name="T32" fmla="*/ 94 w 94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4" h="64">
                    <a:moveTo>
                      <a:pt x="79" y="13"/>
                    </a:moveTo>
                    <a:lnTo>
                      <a:pt x="91" y="24"/>
                    </a:lnTo>
                    <a:lnTo>
                      <a:pt x="9" y="64"/>
                    </a:lnTo>
                    <a:lnTo>
                      <a:pt x="0" y="45"/>
                    </a:lnTo>
                    <a:lnTo>
                      <a:pt x="84" y="4"/>
                    </a:lnTo>
                    <a:lnTo>
                      <a:pt x="94" y="15"/>
                    </a:lnTo>
                    <a:lnTo>
                      <a:pt x="84" y="4"/>
                    </a:lnTo>
                    <a:lnTo>
                      <a:pt x="93" y="0"/>
                    </a:lnTo>
                    <a:lnTo>
                      <a:pt x="94" y="15"/>
                    </a:lnTo>
                    <a:lnTo>
                      <a:pt x="79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1" name="Freeform 256"/>
              <p:cNvSpPr>
                <a:spLocks/>
              </p:cNvSpPr>
              <p:nvPr/>
            </p:nvSpPr>
            <p:spPr bwMode="auto">
              <a:xfrm>
                <a:off x="2220" y="2704"/>
                <a:ext cx="36" cy="34"/>
              </a:xfrm>
              <a:custGeom>
                <a:avLst/>
                <a:gdLst>
                  <a:gd name="T0" fmla="*/ 28 w 36"/>
                  <a:gd name="T1" fmla="*/ 0 h 34"/>
                  <a:gd name="T2" fmla="*/ 36 w 36"/>
                  <a:gd name="T3" fmla="*/ 19 h 34"/>
                  <a:gd name="T4" fmla="*/ 7 w 36"/>
                  <a:gd name="T5" fmla="*/ 34 h 34"/>
                  <a:gd name="T6" fmla="*/ 0 w 36"/>
                  <a:gd name="T7" fmla="*/ 15 h 34"/>
                  <a:gd name="T8" fmla="*/ 28 w 36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34"/>
                  <a:gd name="T17" fmla="*/ 36 w 3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34">
                    <a:moveTo>
                      <a:pt x="28" y="0"/>
                    </a:moveTo>
                    <a:lnTo>
                      <a:pt x="36" y="19"/>
                    </a:lnTo>
                    <a:lnTo>
                      <a:pt x="7" y="34"/>
                    </a:lnTo>
                    <a:lnTo>
                      <a:pt x="0" y="1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2" name="Freeform 257"/>
              <p:cNvSpPr>
                <a:spLocks/>
              </p:cNvSpPr>
              <p:nvPr/>
            </p:nvSpPr>
            <p:spPr bwMode="auto">
              <a:xfrm>
                <a:off x="2142" y="2485"/>
                <a:ext cx="101" cy="233"/>
              </a:xfrm>
              <a:custGeom>
                <a:avLst/>
                <a:gdLst>
                  <a:gd name="T0" fmla="*/ 32 w 101"/>
                  <a:gd name="T1" fmla="*/ 0 h 233"/>
                  <a:gd name="T2" fmla="*/ 32 w 101"/>
                  <a:gd name="T3" fmla="*/ 0 h 233"/>
                  <a:gd name="T4" fmla="*/ 45 w 101"/>
                  <a:gd name="T5" fmla="*/ 56 h 233"/>
                  <a:gd name="T6" fmla="*/ 61 w 101"/>
                  <a:gd name="T7" fmla="*/ 112 h 233"/>
                  <a:gd name="T8" fmla="*/ 80 w 101"/>
                  <a:gd name="T9" fmla="*/ 165 h 233"/>
                  <a:gd name="T10" fmla="*/ 101 w 101"/>
                  <a:gd name="T11" fmla="*/ 217 h 233"/>
                  <a:gd name="T12" fmla="*/ 75 w 101"/>
                  <a:gd name="T13" fmla="*/ 233 h 233"/>
                  <a:gd name="T14" fmla="*/ 52 w 101"/>
                  <a:gd name="T15" fmla="*/ 178 h 233"/>
                  <a:gd name="T16" fmla="*/ 31 w 101"/>
                  <a:gd name="T17" fmla="*/ 122 h 233"/>
                  <a:gd name="T18" fmla="*/ 15 w 101"/>
                  <a:gd name="T19" fmla="*/ 63 h 233"/>
                  <a:gd name="T20" fmla="*/ 0 w 101"/>
                  <a:gd name="T21" fmla="*/ 3 h 233"/>
                  <a:gd name="T22" fmla="*/ 32 w 101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233"/>
                  <a:gd name="T38" fmla="*/ 101 w 101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233">
                    <a:moveTo>
                      <a:pt x="32" y="0"/>
                    </a:moveTo>
                    <a:lnTo>
                      <a:pt x="32" y="0"/>
                    </a:lnTo>
                    <a:lnTo>
                      <a:pt x="45" y="56"/>
                    </a:lnTo>
                    <a:lnTo>
                      <a:pt x="61" y="112"/>
                    </a:lnTo>
                    <a:lnTo>
                      <a:pt x="80" y="165"/>
                    </a:lnTo>
                    <a:lnTo>
                      <a:pt x="101" y="217"/>
                    </a:lnTo>
                    <a:lnTo>
                      <a:pt x="75" y="233"/>
                    </a:lnTo>
                    <a:lnTo>
                      <a:pt x="52" y="178"/>
                    </a:lnTo>
                    <a:lnTo>
                      <a:pt x="31" y="122"/>
                    </a:lnTo>
                    <a:lnTo>
                      <a:pt x="15" y="63"/>
                    </a:lnTo>
                    <a:lnTo>
                      <a:pt x="0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3" name="Freeform 258"/>
              <p:cNvSpPr>
                <a:spLocks/>
              </p:cNvSpPr>
              <p:nvPr/>
            </p:nvSpPr>
            <p:spPr bwMode="auto">
              <a:xfrm>
                <a:off x="2117" y="2281"/>
                <a:ext cx="53" cy="206"/>
              </a:xfrm>
              <a:custGeom>
                <a:avLst/>
                <a:gdLst>
                  <a:gd name="T0" fmla="*/ 33 w 53"/>
                  <a:gd name="T1" fmla="*/ 9 h 206"/>
                  <a:gd name="T2" fmla="*/ 33 w 53"/>
                  <a:gd name="T3" fmla="*/ 33 h 206"/>
                  <a:gd name="T4" fmla="*/ 33 w 53"/>
                  <a:gd name="T5" fmla="*/ 56 h 206"/>
                  <a:gd name="T6" fmla="*/ 37 w 53"/>
                  <a:gd name="T7" fmla="*/ 80 h 206"/>
                  <a:gd name="T8" fmla="*/ 39 w 53"/>
                  <a:gd name="T9" fmla="*/ 104 h 206"/>
                  <a:gd name="T10" fmla="*/ 41 w 53"/>
                  <a:gd name="T11" fmla="*/ 129 h 206"/>
                  <a:gd name="T12" fmla="*/ 44 w 53"/>
                  <a:gd name="T13" fmla="*/ 152 h 206"/>
                  <a:gd name="T14" fmla="*/ 48 w 53"/>
                  <a:gd name="T15" fmla="*/ 179 h 206"/>
                  <a:gd name="T16" fmla="*/ 53 w 53"/>
                  <a:gd name="T17" fmla="*/ 204 h 206"/>
                  <a:gd name="T18" fmla="*/ 22 w 53"/>
                  <a:gd name="T19" fmla="*/ 206 h 206"/>
                  <a:gd name="T20" fmla="*/ 16 w 53"/>
                  <a:gd name="T21" fmla="*/ 180 h 206"/>
                  <a:gd name="T22" fmla="*/ 12 w 53"/>
                  <a:gd name="T23" fmla="*/ 155 h 206"/>
                  <a:gd name="T24" fmla="*/ 8 w 53"/>
                  <a:gd name="T25" fmla="*/ 127 h 206"/>
                  <a:gd name="T26" fmla="*/ 5 w 53"/>
                  <a:gd name="T27" fmla="*/ 101 h 206"/>
                  <a:gd name="T28" fmla="*/ 3 w 53"/>
                  <a:gd name="T29" fmla="*/ 76 h 206"/>
                  <a:gd name="T30" fmla="*/ 1 w 53"/>
                  <a:gd name="T31" fmla="*/ 50 h 206"/>
                  <a:gd name="T32" fmla="*/ 1 w 53"/>
                  <a:gd name="T33" fmla="*/ 24 h 206"/>
                  <a:gd name="T34" fmla="*/ 0 w 53"/>
                  <a:gd name="T35" fmla="*/ 0 h 206"/>
                  <a:gd name="T36" fmla="*/ 33 w 53"/>
                  <a:gd name="T37" fmla="*/ 9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3"/>
                  <a:gd name="T58" fmla="*/ 0 h 206"/>
                  <a:gd name="T59" fmla="*/ 53 w 53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3" h="206">
                    <a:moveTo>
                      <a:pt x="33" y="9"/>
                    </a:moveTo>
                    <a:lnTo>
                      <a:pt x="33" y="33"/>
                    </a:lnTo>
                    <a:lnTo>
                      <a:pt x="33" y="56"/>
                    </a:lnTo>
                    <a:lnTo>
                      <a:pt x="37" y="80"/>
                    </a:lnTo>
                    <a:lnTo>
                      <a:pt x="39" y="104"/>
                    </a:lnTo>
                    <a:lnTo>
                      <a:pt x="41" y="129"/>
                    </a:lnTo>
                    <a:lnTo>
                      <a:pt x="44" y="152"/>
                    </a:lnTo>
                    <a:lnTo>
                      <a:pt x="48" y="179"/>
                    </a:lnTo>
                    <a:lnTo>
                      <a:pt x="53" y="204"/>
                    </a:lnTo>
                    <a:lnTo>
                      <a:pt x="22" y="206"/>
                    </a:lnTo>
                    <a:lnTo>
                      <a:pt x="16" y="180"/>
                    </a:lnTo>
                    <a:lnTo>
                      <a:pt x="12" y="155"/>
                    </a:lnTo>
                    <a:lnTo>
                      <a:pt x="8" y="127"/>
                    </a:lnTo>
                    <a:lnTo>
                      <a:pt x="5" y="101"/>
                    </a:lnTo>
                    <a:lnTo>
                      <a:pt x="3" y="76"/>
                    </a:lnTo>
                    <a:lnTo>
                      <a:pt x="1" y="50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3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4" name="Freeform 259"/>
              <p:cNvSpPr>
                <a:spLocks/>
              </p:cNvSpPr>
              <p:nvPr/>
            </p:nvSpPr>
            <p:spPr bwMode="auto">
              <a:xfrm>
                <a:off x="2115" y="2257"/>
                <a:ext cx="33" cy="32"/>
              </a:xfrm>
              <a:custGeom>
                <a:avLst/>
                <a:gdLst>
                  <a:gd name="T0" fmla="*/ 0 w 33"/>
                  <a:gd name="T1" fmla="*/ 22 h 32"/>
                  <a:gd name="T2" fmla="*/ 0 w 33"/>
                  <a:gd name="T3" fmla="*/ 0 h 32"/>
                  <a:gd name="T4" fmla="*/ 33 w 33"/>
                  <a:gd name="T5" fmla="*/ 11 h 32"/>
                  <a:gd name="T6" fmla="*/ 33 w 33"/>
                  <a:gd name="T7" fmla="*/ 32 h 32"/>
                  <a:gd name="T8" fmla="*/ 0 w 33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22"/>
                    </a:moveTo>
                    <a:lnTo>
                      <a:pt x="0" y="0"/>
                    </a:lnTo>
                    <a:lnTo>
                      <a:pt x="33" y="11"/>
                    </a:lnTo>
                    <a:lnTo>
                      <a:pt x="33" y="3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5" name="Freeform 260"/>
              <p:cNvSpPr>
                <a:spLocks/>
              </p:cNvSpPr>
              <p:nvPr/>
            </p:nvSpPr>
            <p:spPr bwMode="auto">
              <a:xfrm>
                <a:off x="2159" y="2599"/>
                <a:ext cx="99" cy="164"/>
              </a:xfrm>
              <a:custGeom>
                <a:avLst/>
                <a:gdLst>
                  <a:gd name="T0" fmla="*/ 81 w 99"/>
                  <a:gd name="T1" fmla="*/ 0 h 164"/>
                  <a:gd name="T2" fmla="*/ 99 w 99"/>
                  <a:gd name="T3" fmla="*/ 164 h 164"/>
                  <a:gd name="T4" fmla="*/ 0 w 99"/>
                  <a:gd name="T5" fmla="*/ 41 h 164"/>
                  <a:gd name="T6" fmla="*/ 81 w 99"/>
                  <a:gd name="T7" fmla="*/ 0 h 1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9"/>
                  <a:gd name="T13" fmla="*/ 0 h 164"/>
                  <a:gd name="T14" fmla="*/ 99 w 99"/>
                  <a:gd name="T15" fmla="*/ 164 h 1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9" h="164">
                    <a:moveTo>
                      <a:pt x="81" y="0"/>
                    </a:moveTo>
                    <a:lnTo>
                      <a:pt x="99" y="164"/>
                    </a:lnTo>
                    <a:lnTo>
                      <a:pt x="0" y="4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6" name="Freeform 261"/>
              <p:cNvSpPr>
                <a:spLocks/>
              </p:cNvSpPr>
              <p:nvPr/>
            </p:nvSpPr>
            <p:spPr bwMode="auto">
              <a:xfrm>
                <a:off x="2235" y="2601"/>
                <a:ext cx="28" cy="178"/>
              </a:xfrm>
              <a:custGeom>
                <a:avLst/>
                <a:gdLst>
                  <a:gd name="T0" fmla="*/ 24 w 28"/>
                  <a:gd name="T1" fmla="*/ 158 h 178"/>
                  <a:gd name="T2" fmla="*/ 17 w 28"/>
                  <a:gd name="T3" fmla="*/ 162 h 178"/>
                  <a:gd name="T4" fmla="*/ 0 w 28"/>
                  <a:gd name="T5" fmla="*/ 0 h 178"/>
                  <a:gd name="T6" fmla="*/ 9 w 28"/>
                  <a:gd name="T7" fmla="*/ 1 h 178"/>
                  <a:gd name="T8" fmla="*/ 27 w 28"/>
                  <a:gd name="T9" fmla="*/ 163 h 178"/>
                  <a:gd name="T10" fmla="*/ 18 w 28"/>
                  <a:gd name="T11" fmla="*/ 165 h 178"/>
                  <a:gd name="T12" fmla="*/ 27 w 28"/>
                  <a:gd name="T13" fmla="*/ 163 h 178"/>
                  <a:gd name="T14" fmla="*/ 28 w 28"/>
                  <a:gd name="T15" fmla="*/ 178 h 178"/>
                  <a:gd name="T16" fmla="*/ 18 w 28"/>
                  <a:gd name="T17" fmla="*/ 165 h 178"/>
                  <a:gd name="T18" fmla="*/ 24 w 28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8"/>
                  <a:gd name="T31" fmla="*/ 0 h 178"/>
                  <a:gd name="T32" fmla="*/ 28 w 28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8" h="178">
                    <a:moveTo>
                      <a:pt x="24" y="158"/>
                    </a:moveTo>
                    <a:lnTo>
                      <a:pt x="17" y="162"/>
                    </a:lnTo>
                    <a:lnTo>
                      <a:pt x="0" y="0"/>
                    </a:lnTo>
                    <a:lnTo>
                      <a:pt x="9" y="1"/>
                    </a:lnTo>
                    <a:lnTo>
                      <a:pt x="27" y="163"/>
                    </a:lnTo>
                    <a:lnTo>
                      <a:pt x="18" y="165"/>
                    </a:lnTo>
                    <a:lnTo>
                      <a:pt x="27" y="163"/>
                    </a:lnTo>
                    <a:lnTo>
                      <a:pt x="28" y="178"/>
                    </a:lnTo>
                    <a:lnTo>
                      <a:pt x="18" y="165"/>
                    </a:lnTo>
                    <a:lnTo>
                      <a:pt x="24" y="158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7" name="Freeform 262"/>
              <p:cNvSpPr>
                <a:spLocks/>
              </p:cNvSpPr>
              <p:nvPr/>
            </p:nvSpPr>
            <p:spPr bwMode="auto">
              <a:xfrm>
                <a:off x="2149" y="2633"/>
                <a:ext cx="111" cy="131"/>
              </a:xfrm>
              <a:custGeom>
                <a:avLst/>
                <a:gdLst>
                  <a:gd name="T0" fmla="*/ 11 w 111"/>
                  <a:gd name="T1" fmla="*/ 12 h 131"/>
                  <a:gd name="T2" fmla="*/ 11 w 111"/>
                  <a:gd name="T3" fmla="*/ 2 h 131"/>
                  <a:gd name="T4" fmla="*/ 111 w 111"/>
                  <a:gd name="T5" fmla="*/ 125 h 131"/>
                  <a:gd name="T6" fmla="*/ 105 w 111"/>
                  <a:gd name="T7" fmla="*/ 131 h 131"/>
                  <a:gd name="T8" fmla="*/ 6 w 111"/>
                  <a:gd name="T9" fmla="*/ 9 h 131"/>
                  <a:gd name="T10" fmla="*/ 6 w 111"/>
                  <a:gd name="T11" fmla="*/ 0 h 131"/>
                  <a:gd name="T12" fmla="*/ 6 w 111"/>
                  <a:gd name="T13" fmla="*/ 9 h 131"/>
                  <a:gd name="T14" fmla="*/ 0 w 111"/>
                  <a:gd name="T15" fmla="*/ 3 h 131"/>
                  <a:gd name="T16" fmla="*/ 6 w 111"/>
                  <a:gd name="T17" fmla="*/ 0 h 131"/>
                  <a:gd name="T18" fmla="*/ 11 w 111"/>
                  <a:gd name="T19" fmla="*/ 12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"/>
                  <a:gd name="T31" fmla="*/ 0 h 131"/>
                  <a:gd name="T32" fmla="*/ 111 w 111"/>
                  <a:gd name="T33" fmla="*/ 131 h 13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" h="131">
                    <a:moveTo>
                      <a:pt x="11" y="12"/>
                    </a:moveTo>
                    <a:lnTo>
                      <a:pt x="11" y="2"/>
                    </a:lnTo>
                    <a:lnTo>
                      <a:pt x="111" y="125"/>
                    </a:lnTo>
                    <a:lnTo>
                      <a:pt x="105" y="131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8" name="Freeform 263"/>
              <p:cNvSpPr>
                <a:spLocks/>
              </p:cNvSpPr>
              <p:nvPr/>
            </p:nvSpPr>
            <p:spPr bwMode="auto">
              <a:xfrm>
                <a:off x="2154" y="2593"/>
                <a:ext cx="88" cy="53"/>
              </a:xfrm>
              <a:custGeom>
                <a:avLst/>
                <a:gdLst>
                  <a:gd name="T0" fmla="*/ 80 w 88"/>
                  <a:gd name="T1" fmla="*/ 7 h 53"/>
                  <a:gd name="T2" fmla="*/ 86 w 88"/>
                  <a:gd name="T3" fmla="*/ 12 h 53"/>
                  <a:gd name="T4" fmla="*/ 4 w 88"/>
                  <a:gd name="T5" fmla="*/ 53 h 53"/>
                  <a:gd name="T6" fmla="*/ 0 w 88"/>
                  <a:gd name="T7" fmla="*/ 42 h 53"/>
                  <a:gd name="T8" fmla="*/ 82 w 88"/>
                  <a:gd name="T9" fmla="*/ 2 h 53"/>
                  <a:gd name="T10" fmla="*/ 88 w 88"/>
                  <a:gd name="T11" fmla="*/ 8 h 53"/>
                  <a:gd name="T12" fmla="*/ 82 w 88"/>
                  <a:gd name="T13" fmla="*/ 2 h 53"/>
                  <a:gd name="T14" fmla="*/ 87 w 88"/>
                  <a:gd name="T15" fmla="*/ 0 h 53"/>
                  <a:gd name="T16" fmla="*/ 88 w 88"/>
                  <a:gd name="T17" fmla="*/ 8 h 53"/>
                  <a:gd name="T18" fmla="*/ 80 w 88"/>
                  <a:gd name="T19" fmla="*/ 7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53"/>
                  <a:gd name="T32" fmla="*/ 88 w 88"/>
                  <a:gd name="T33" fmla="*/ 53 h 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53">
                    <a:moveTo>
                      <a:pt x="80" y="7"/>
                    </a:moveTo>
                    <a:lnTo>
                      <a:pt x="86" y="12"/>
                    </a:lnTo>
                    <a:lnTo>
                      <a:pt x="4" y="53"/>
                    </a:lnTo>
                    <a:lnTo>
                      <a:pt x="0" y="42"/>
                    </a:lnTo>
                    <a:lnTo>
                      <a:pt x="82" y="2"/>
                    </a:lnTo>
                    <a:lnTo>
                      <a:pt x="88" y="8"/>
                    </a:lnTo>
                    <a:lnTo>
                      <a:pt x="82" y="2"/>
                    </a:lnTo>
                    <a:lnTo>
                      <a:pt x="87" y="0"/>
                    </a:lnTo>
                    <a:lnTo>
                      <a:pt x="88" y="8"/>
                    </a:lnTo>
                    <a:lnTo>
                      <a:pt x="80" y="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19" name="Freeform 264"/>
              <p:cNvSpPr>
                <a:spLocks/>
              </p:cNvSpPr>
              <p:nvPr/>
            </p:nvSpPr>
            <p:spPr bwMode="auto">
              <a:xfrm>
                <a:off x="2222" y="2703"/>
                <a:ext cx="31" cy="31"/>
              </a:xfrm>
              <a:custGeom>
                <a:avLst/>
                <a:gdLst>
                  <a:gd name="T0" fmla="*/ 21 w 31"/>
                  <a:gd name="T1" fmla="*/ 0 h 31"/>
                  <a:gd name="T2" fmla="*/ 31 w 31"/>
                  <a:gd name="T3" fmla="*/ 19 h 31"/>
                  <a:gd name="T4" fmla="*/ 6 w 31"/>
                  <a:gd name="T5" fmla="*/ 31 h 31"/>
                  <a:gd name="T6" fmla="*/ 0 w 31"/>
                  <a:gd name="T7" fmla="*/ 14 h 31"/>
                  <a:gd name="T8" fmla="*/ 21 w 31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1"/>
                  <a:gd name="T17" fmla="*/ 31 w 31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1">
                    <a:moveTo>
                      <a:pt x="21" y="0"/>
                    </a:moveTo>
                    <a:lnTo>
                      <a:pt x="31" y="19"/>
                    </a:lnTo>
                    <a:lnTo>
                      <a:pt x="6" y="31"/>
                    </a:lnTo>
                    <a:lnTo>
                      <a:pt x="0" y="1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0" name="Freeform 265"/>
              <p:cNvSpPr>
                <a:spLocks/>
              </p:cNvSpPr>
              <p:nvPr/>
            </p:nvSpPr>
            <p:spPr bwMode="auto">
              <a:xfrm>
                <a:off x="2144" y="2485"/>
                <a:ext cx="98" cy="233"/>
              </a:xfrm>
              <a:custGeom>
                <a:avLst/>
                <a:gdLst>
                  <a:gd name="T0" fmla="*/ 27 w 98"/>
                  <a:gd name="T1" fmla="*/ 0 h 233"/>
                  <a:gd name="T2" fmla="*/ 27 w 98"/>
                  <a:gd name="T3" fmla="*/ 0 h 233"/>
                  <a:gd name="T4" fmla="*/ 41 w 98"/>
                  <a:gd name="T5" fmla="*/ 56 h 233"/>
                  <a:gd name="T6" fmla="*/ 57 w 98"/>
                  <a:gd name="T7" fmla="*/ 113 h 233"/>
                  <a:gd name="T8" fmla="*/ 77 w 98"/>
                  <a:gd name="T9" fmla="*/ 166 h 233"/>
                  <a:gd name="T10" fmla="*/ 98 w 98"/>
                  <a:gd name="T11" fmla="*/ 219 h 233"/>
                  <a:gd name="T12" fmla="*/ 76 w 98"/>
                  <a:gd name="T13" fmla="*/ 233 h 233"/>
                  <a:gd name="T14" fmla="*/ 52 w 98"/>
                  <a:gd name="T15" fmla="*/ 177 h 233"/>
                  <a:gd name="T16" fmla="*/ 32 w 98"/>
                  <a:gd name="T17" fmla="*/ 120 h 233"/>
                  <a:gd name="T18" fmla="*/ 15 w 98"/>
                  <a:gd name="T19" fmla="*/ 63 h 233"/>
                  <a:gd name="T20" fmla="*/ 0 w 98"/>
                  <a:gd name="T21" fmla="*/ 2 h 233"/>
                  <a:gd name="T22" fmla="*/ 27 w 98"/>
                  <a:gd name="T23" fmla="*/ 0 h 2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8"/>
                  <a:gd name="T37" fmla="*/ 0 h 233"/>
                  <a:gd name="T38" fmla="*/ 98 w 98"/>
                  <a:gd name="T39" fmla="*/ 233 h 2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8" h="233">
                    <a:moveTo>
                      <a:pt x="27" y="0"/>
                    </a:moveTo>
                    <a:lnTo>
                      <a:pt x="27" y="0"/>
                    </a:lnTo>
                    <a:lnTo>
                      <a:pt x="41" y="56"/>
                    </a:lnTo>
                    <a:lnTo>
                      <a:pt x="57" y="113"/>
                    </a:lnTo>
                    <a:lnTo>
                      <a:pt x="77" y="166"/>
                    </a:lnTo>
                    <a:lnTo>
                      <a:pt x="98" y="219"/>
                    </a:lnTo>
                    <a:lnTo>
                      <a:pt x="76" y="233"/>
                    </a:lnTo>
                    <a:lnTo>
                      <a:pt x="52" y="177"/>
                    </a:lnTo>
                    <a:lnTo>
                      <a:pt x="32" y="120"/>
                    </a:lnTo>
                    <a:lnTo>
                      <a:pt x="15" y="63"/>
                    </a:lnTo>
                    <a:lnTo>
                      <a:pt x="0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1" name="Freeform 266"/>
              <p:cNvSpPr>
                <a:spLocks/>
              </p:cNvSpPr>
              <p:nvPr/>
            </p:nvSpPr>
            <p:spPr bwMode="auto">
              <a:xfrm>
                <a:off x="2118" y="2281"/>
                <a:ext cx="47" cy="205"/>
              </a:xfrm>
              <a:custGeom>
                <a:avLst/>
                <a:gdLst>
                  <a:gd name="T0" fmla="*/ 28 w 47"/>
                  <a:gd name="T1" fmla="*/ 6 h 205"/>
                  <a:gd name="T2" fmla="*/ 28 w 47"/>
                  <a:gd name="T3" fmla="*/ 31 h 205"/>
                  <a:gd name="T4" fmla="*/ 29 w 47"/>
                  <a:gd name="T5" fmla="*/ 54 h 205"/>
                  <a:gd name="T6" fmla="*/ 30 w 47"/>
                  <a:gd name="T7" fmla="*/ 79 h 205"/>
                  <a:gd name="T8" fmla="*/ 32 w 47"/>
                  <a:gd name="T9" fmla="*/ 103 h 205"/>
                  <a:gd name="T10" fmla="*/ 36 w 47"/>
                  <a:gd name="T11" fmla="*/ 127 h 205"/>
                  <a:gd name="T12" fmla="*/ 39 w 47"/>
                  <a:gd name="T13" fmla="*/ 152 h 205"/>
                  <a:gd name="T14" fmla="*/ 43 w 47"/>
                  <a:gd name="T15" fmla="*/ 177 h 205"/>
                  <a:gd name="T16" fmla="*/ 47 w 47"/>
                  <a:gd name="T17" fmla="*/ 203 h 205"/>
                  <a:gd name="T18" fmla="*/ 21 w 47"/>
                  <a:gd name="T19" fmla="*/ 205 h 205"/>
                  <a:gd name="T20" fmla="*/ 16 w 47"/>
                  <a:gd name="T21" fmla="*/ 179 h 205"/>
                  <a:gd name="T22" fmla="*/ 11 w 47"/>
                  <a:gd name="T23" fmla="*/ 152 h 205"/>
                  <a:gd name="T24" fmla="*/ 8 w 47"/>
                  <a:gd name="T25" fmla="*/ 126 h 205"/>
                  <a:gd name="T26" fmla="*/ 5 w 47"/>
                  <a:gd name="T27" fmla="*/ 100 h 205"/>
                  <a:gd name="T28" fmla="*/ 2 w 47"/>
                  <a:gd name="T29" fmla="*/ 76 h 205"/>
                  <a:gd name="T30" fmla="*/ 1 w 47"/>
                  <a:gd name="T31" fmla="*/ 50 h 205"/>
                  <a:gd name="T32" fmla="*/ 0 w 47"/>
                  <a:gd name="T33" fmla="*/ 24 h 205"/>
                  <a:gd name="T34" fmla="*/ 0 w 47"/>
                  <a:gd name="T35" fmla="*/ 0 h 205"/>
                  <a:gd name="T36" fmla="*/ 28 w 47"/>
                  <a:gd name="T37" fmla="*/ 6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7"/>
                  <a:gd name="T58" fmla="*/ 0 h 205"/>
                  <a:gd name="T59" fmla="*/ 47 w 47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7" h="205">
                    <a:moveTo>
                      <a:pt x="28" y="6"/>
                    </a:moveTo>
                    <a:lnTo>
                      <a:pt x="28" y="31"/>
                    </a:lnTo>
                    <a:lnTo>
                      <a:pt x="29" y="54"/>
                    </a:lnTo>
                    <a:lnTo>
                      <a:pt x="30" y="79"/>
                    </a:lnTo>
                    <a:lnTo>
                      <a:pt x="32" y="103"/>
                    </a:lnTo>
                    <a:lnTo>
                      <a:pt x="36" y="127"/>
                    </a:lnTo>
                    <a:lnTo>
                      <a:pt x="39" y="152"/>
                    </a:lnTo>
                    <a:lnTo>
                      <a:pt x="43" y="177"/>
                    </a:lnTo>
                    <a:lnTo>
                      <a:pt x="47" y="203"/>
                    </a:lnTo>
                    <a:lnTo>
                      <a:pt x="21" y="205"/>
                    </a:lnTo>
                    <a:lnTo>
                      <a:pt x="16" y="179"/>
                    </a:lnTo>
                    <a:lnTo>
                      <a:pt x="11" y="152"/>
                    </a:lnTo>
                    <a:lnTo>
                      <a:pt x="8" y="126"/>
                    </a:lnTo>
                    <a:lnTo>
                      <a:pt x="5" y="100"/>
                    </a:lnTo>
                    <a:lnTo>
                      <a:pt x="2" y="76"/>
                    </a:lnTo>
                    <a:lnTo>
                      <a:pt x="1" y="50"/>
                    </a:lnTo>
                    <a:lnTo>
                      <a:pt x="0" y="24"/>
                    </a:lnTo>
                    <a:lnTo>
                      <a:pt x="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2" name="Freeform 267"/>
              <p:cNvSpPr>
                <a:spLocks/>
              </p:cNvSpPr>
              <p:nvPr/>
            </p:nvSpPr>
            <p:spPr bwMode="auto">
              <a:xfrm>
                <a:off x="2117" y="2263"/>
                <a:ext cx="27" cy="24"/>
              </a:xfrm>
              <a:custGeom>
                <a:avLst/>
                <a:gdLst>
                  <a:gd name="T0" fmla="*/ 0 w 27"/>
                  <a:gd name="T1" fmla="*/ 17 h 24"/>
                  <a:gd name="T2" fmla="*/ 0 w 27"/>
                  <a:gd name="T3" fmla="*/ 0 h 24"/>
                  <a:gd name="T4" fmla="*/ 27 w 27"/>
                  <a:gd name="T5" fmla="*/ 7 h 24"/>
                  <a:gd name="T6" fmla="*/ 27 w 27"/>
                  <a:gd name="T7" fmla="*/ 24 h 24"/>
                  <a:gd name="T8" fmla="*/ 0 w 27"/>
                  <a:gd name="T9" fmla="*/ 1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4"/>
                  <a:gd name="T17" fmla="*/ 27 w 27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4">
                    <a:moveTo>
                      <a:pt x="0" y="17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27" y="2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3" name="Freeform 268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4" name="Freeform 269"/>
              <p:cNvSpPr>
                <a:spLocks/>
              </p:cNvSpPr>
              <p:nvPr/>
            </p:nvSpPr>
            <p:spPr bwMode="auto">
              <a:xfrm>
                <a:off x="2246" y="2633"/>
                <a:ext cx="42" cy="188"/>
              </a:xfrm>
              <a:custGeom>
                <a:avLst/>
                <a:gdLst>
                  <a:gd name="T0" fmla="*/ 35 w 42"/>
                  <a:gd name="T1" fmla="*/ 156 h 188"/>
                  <a:gd name="T2" fmla="*/ 23 w 42"/>
                  <a:gd name="T3" fmla="*/ 164 h 188"/>
                  <a:gd name="T4" fmla="*/ 0 w 42"/>
                  <a:gd name="T5" fmla="*/ 0 h 188"/>
                  <a:gd name="T6" fmla="*/ 14 w 42"/>
                  <a:gd name="T7" fmla="*/ 1 h 188"/>
                  <a:gd name="T8" fmla="*/ 39 w 42"/>
                  <a:gd name="T9" fmla="*/ 164 h 188"/>
                  <a:gd name="T10" fmla="*/ 27 w 42"/>
                  <a:gd name="T11" fmla="*/ 170 h 188"/>
                  <a:gd name="T12" fmla="*/ 39 w 42"/>
                  <a:gd name="T13" fmla="*/ 164 h 188"/>
                  <a:gd name="T14" fmla="*/ 42 w 42"/>
                  <a:gd name="T15" fmla="*/ 188 h 188"/>
                  <a:gd name="T16" fmla="*/ 27 w 42"/>
                  <a:gd name="T17" fmla="*/ 170 h 188"/>
                  <a:gd name="T18" fmla="*/ 35 w 42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2"/>
                  <a:gd name="T31" fmla="*/ 0 h 188"/>
                  <a:gd name="T32" fmla="*/ 42 w 42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2" h="188">
                    <a:moveTo>
                      <a:pt x="35" y="156"/>
                    </a:moveTo>
                    <a:lnTo>
                      <a:pt x="23" y="164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39" y="164"/>
                    </a:lnTo>
                    <a:lnTo>
                      <a:pt x="27" y="170"/>
                    </a:lnTo>
                    <a:lnTo>
                      <a:pt x="39" y="164"/>
                    </a:lnTo>
                    <a:lnTo>
                      <a:pt x="42" y="188"/>
                    </a:lnTo>
                    <a:lnTo>
                      <a:pt x="27" y="170"/>
                    </a:lnTo>
                    <a:lnTo>
                      <a:pt x="35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5" name="Freeform 270"/>
              <p:cNvSpPr>
                <a:spLocks/>
              </p:cNvSpPr>
              <p:nvPr/>
            </p:nvSpPr>
            <p:spPr bwMode="auto">
              <a:xfrm>
                <a:off x="2160" y="2670"/>
                <a:ext cx="121" cy="133"/>
              </a:xfrm>
              <a:custGeom>
                <a:avLst/>
                <a:gdLst>
                  <a:gd name="T0" fmla="*/ 18 w 121"/>
                  <a:gd name="T1" fmla="*/ 19 h 133"/>
                  <a:gd name="T2" fmla="*/ 18 w 121"/>
                  <a:gd name="T3" fmla="*/ 3 h 133"/>
                  <a:gd name="T4" fmla="*/ 121 w 121"/>
                  <a:gd name="T5" fmla="*/ 118 h 133"/>
                  <a:gd name="T6" fmla="*/ 112 w 121"/>
                  <a:gd name="T7" fmla="*/ 133 h 133"/>
                  <a:gd name="T8" fmla="*/ 10 w 121"/>
                  <a:gd name="T9" fmla="*/ 17 h 133"/>
                  <a:gd name="T10" fmla="*/ 10 w 121"/>
                  <a:gd name="T11" fmla="*/ 0 h 133"/>
                  <a:gd name="T12" fmla="*/ 10 w 121"/>
                  <a:gd name="T13" fmla="*/ 17 h 133"/>
                  <a:gd name="T14" fmla="*/ 0 w 121"/>
                  <a:gd name="T15" fmla="*/ 5 h 133"/>
                  <a:gd name="T16" fmla="*/ 10 w 121"/>
                  <a:gd name="T17" fmla="*/ 0 h 133"/>
                  <a:gd name="T18" fmla="*/ 18 w 121"/>
                  <a:gd name="T19" fmla="*/ 19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1"/>
                  <a:gd name="T31" fmla="*/ 0 h 133"/>
                  <a:gd name="T32" fmla="*/ 121 w 121"/>
                  <a:gd name="T33" fmla="*/ 133 h 13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1" h="133">
                    <a:moveTo>
                      <a:pt x="18" y="19"/>
                    </a:moveTo>
                    <a:lnTo>
                      <a:pt x="18" y="3"/>
                    </a:lnTo>
                    <a:lnTo>
                      <a:pt x="121" y="118"/>
                    </a:lnTo>
                    <a:lnTo>
                      <a:pt x="112" y="133"/>
                    </a:lnTo>
                    <a:lnTo>
                      <a:pt x="10" y="17"/>
                    </a:lnTo>
                    <a:lnTo>
                      <a:pt x="10" y="0"/>
                    </a:lnTo>
                    <a:lnTo>
                      <a:pt x="10" y="17"/>
                    </a:lnTo>
                    <a:lnTo>
                      <a:pt x="0" y="5"/>
                    </a:lnTo>
                    <a:lnTo>
                      <a:pt x="10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6" name="Freeform 271"/>
              <p:cNvSpPr>
                <a:spLocks/>
              </p:cNvSpPr>
              <p:nvPr/>
            </p:nvSpPr>
            <p:spPr bwMode="auto">
              <a:xfrm>
                <a:off x="2168" y="2617"/>
                <a:ext cx="89" cy="71"/>
              </a:xfrm>
              <a:custGeom>
                <a:avLst/>
                <a:gdLst>
                  <a:gd name="T0" fmla="*/ 75 w 89"/>
                  <a:gd name="T1" fmla="*/ 16 h 71"/>
                  <a:gd name="T2" fmla="*/ 87 w 89"/>
                  <a:gd name="T3" fmla="*/ 25 h 71"/>
                  <a:gd name="T4" fmla="*/ 8 w 89"/>
                  <a:gd name="T5" fmla="*/ 71 h 71"/>
                  <a:gd name="T6" fmla="*/ 0 w 89"/>
                  <a:gd name="T7" fmla="*/ 52 h 71"/>
                  <a:gd name="T8" fmla="*/ 79 w 89"/>
                  <a:gd name="T9" fmla="*/ 6 h 71"/>
                  <a:gd name="T10" fmla="*/ 89 w 89"/>
                  <a:gd name="T11" fmla="*/ 16 h 71"/>
                  <a:gd name="T12" fmla="*/ 79 w 89"/>
                  <a:gd name="T13" fmla="*/ 6 h 71"/>
                  <a:gd name="T14" fmla="*/ 88 w 89"/>
                  <a:gd name="T15" fmla="*/ 0 h 71"/>
                  <a:gd name="T16" fmla="*/ 89 w 89"/>
                  <a:gd name="T17" fmla="*/ 16 h 71"/>
                  <a:gd name="T18" fmla="*/ 75 w 89"/>
                  <a:gd name="T19" fmla="*/ 16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9"/>
                  <a:gd name="T31" fmla="*/ 0 h 71"/>
                  <a:gd name="T32" fmla="*/ 89 w 89"/>
                  <a:gd name="T33" fmla="*/ 71 h 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9" h="71">
                    <a:moveTo>
                      <a:pt x="75" y="16"/>
                    </a:moveTo>
                    <a:lnTo>
                      <a:pt x="87" y="25"/>
                    </a:lnTo>
                    <a:lnTo>
                      <a:pt x="8" y="71"/>
                    </a:lnTo>
                    <a:lnTo>
                      <a:pt x="0" y="52"/>
                    </a:lnTo>
                    <a:lnTo>
                      <a:pt x="79" y="6"/>
                    </a:lnTo>
                    <a:lnTo>
                      <a:pt x="89" y="16"/>
                    </a:lnTo>
                    <a:lnTo>
                      <a:pt x="79" y="6"/>
                    </a:lnTo>
                    <a:lnTo>
                      <a:pt x="88" y="0"/>
                    </a:lnTo>
                    <a:lnTo>
                      <a:pt x="89" y="16"/>
                    </a:lnTo>
                    <a:lnTo>
                      <a:pt x="75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7" name="Freeform 272"/>
              <p:cNvSpPr>
                <a:spLocks/>
              </p:cNvSpPr>
              <p:nvPr/>
            </p:nvSpPr>
            <p:spPr bwMode="auto">
              <a:xfrm>
                <a:off x="2236" y="2738"/>
                <a:ext cx="37" cy="36"/>
              </a:xfrm>
              <a:custGeom>
                <a:avLst/>
                <a:gdLst>
                  <a:gd name="T0" fmla="*/ 29 w 37"/>
                  <a:gd name="T1" fmla="*/ 0 h 36"/>
                  <a:gd name="T2" fmla="*/ 37 w 37"/>
                  <a:gd name="T3" fmla="*/ 19 h 36"/>
                  <a:gd name="T4" fmla="*/ 8 w 37"/>
                  <a:gd name="T5" fmla="*/ 36 h 36"/>
                  <a:gd name="T6" fmla="*/ 0 w 37"/>
                  <a:gd name="T7" fmla="*/ 17 h 36"/>
                  <a:gd name="T8" fmla="*/ 29 w 37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36"/>
                  <a:gd name="T17" fmla="*/ 37 w 37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36">
                    <a:moveTo>
                      <a:pt x="29" y="0"/>
                    </a:moveTo>
                    <a:lnTo>
                      <a:pt x="37" y="19"/>
                    </a:lnTo>
                    <a:lnTo>
                      <a:pt x="8" y="36"/>
                    </a:lnTo>
                    <a:lnTo>
                      <a:pt x="0" y="1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8" name="Freeform 273"/>
              <p:cNvSpPr>
                <a:spLocks/>
              </p:cNvSpPr>
              <p:nvPr/>
            </p:nvSpPr>
            <p:spPr bwMode="auto">
              <a:xfrm>
                <a:off x="2150" y="2523"/>
                <a:ext cx="112" cy="230"/>
              </a:xfrm>
              <a:custGeom>
                <a:avLst/>
                <a:gdLst>
                  <a:gd name="T0" fmla="*/ 32 w 112"/>
                  <a:gd name="T1" fmla="*/ 0 h 230"/>
                  <a:gd name="T2" fmla="*/ 32 w 112"/>
                  <a:gd name="T3" fmla="*/ 0 h 230"/>
                  <a:gd name="T4" fmla="*/ 40 w 112"/>
                  <a:gd name="T5" fmla="*/ 27 h 230"/>
                  <a:gd name="T6" fmla="*/ 48 w 112"/>
                  <a:gd name="T7" fmla="*/ 56 h 230"/>
                  <a:gd name="T8" fmla="*/ 57 w 112"/>
                  <a:gd name="T9" fmla="*/ 84 h 230"/>
                  <a:gd name="T10" fmla="*/ 67 w 112"/>
                  <a:gd name="T11" fmla="*/ 109 h 230"/>
                  <a:gd name="T12" fmla="*/ 76 w 112"/>
                  <a:gd name="T13" fmla="*/ 136 h 230"/>
                  <a:gd name="T14" fmla="*/ 88 w 112"/>
                  <a:gd name="T15" fmla="*/ 163 h 230"/>
                  <a:gd name="T16" fmla="*/ 99 w 112"/>
                  <a:gd name="T17" fmla="*/ 187 h 230"/>
                  <a:gd name="T18" fmla="*/ 112 w 112"/>
                  <a:gd name="T19" fmla="*/ 213 h 230"/>
                  <a:gd name="T20" fmla="*/ 84 w 112"/>
                  <a:gd name="T21" fmla="*/ 230 h 230"/>
                  <a:gd name="T22" fmla="*/ 71 w 112"/>
                  <a:gd name="T23" fmla="*/ 204 h 230"/>
                  <a:gd name="T24" fmla="*/ 58 w 112"/>
                  <a:gd name="T25" fmla="*/ 176 h 230"/>
                  <a:gd name="T26" fmla="*/ 47 w 112"/>
                  <a:gd name="T27" fmla="*/ 150 h 230"/>
                  <a:gd name="T28" fmla="*/ 37 w 112"/>
                  <a:gd name="T29" fmla="*/ 122 h 230"/>
                  <a:gd name="T30" fmla="*/ 26 w 112"/>
                  <a:gd name="T31" fmla="*/ 94 h 230"/>
                  <a:gd name="T32" fmla="*/ 18 w 112"/>
                  <a:gd name="T33" fmla="*/ 64 h 230"/>
                  <a:gd name="T34" fmla="*/ 9 w 112"/>
                  <a:gd name="T35" fmla="*/ 34 h 230"/>
                  <a:gd name="T36" fmla="*/ 0 w 112"/>
                  <a:gd name="T37" fmla="*/ 4 h 230"/>
                  <a:gd name="T38" fmla="*/ 32 w 112"/>
                  <a:gd name="T39" fmla="*/ 0 h 2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30"/>
                  <a:gd name="T62" fmla="*/ 112 w 112"/>
                  <a:gd name="T63" fmla="*/ 230 h 23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30">
                    <a:moveTo>
                      <a:pt x="32" y="0"/>
                    </a:moveTo>
                    <a:lnTo>
                      <a:pt x="32" y="0"/>
                    </a:lnTo>
                    <a:lnTo>
                      <a:pt x="40" y="27"/>
                    </a:lnTo>
                    <a:lnTo>
                      <a:pt x="48" y="56"/>
                    </a:lnTo>
                    <a:lnTo>
                      <a:pt x="57" y="84"/>
                    </a:lnTo>
                    <a:lnTo>
                      <a:pt x="67" y="109"/>
                    </a:lnTo>
                    <a:lnTo>
                      <a:pt x="76" y="136"/>
                    </a:lnTo>
                    <a:lnTo>
                      <a:pt x="88" y="163"/>
                    </a:lnTo>
                    <a:lnTo>
                      <a:pt x="99" y="187"/>
                    </a:lnTo>
                    <a:lnTo>
                      <a:pt x="112" y="213"/>
                    </a:lnTo>
                    <a:lnTo>
                      <a:pt x="84" y="230"/>
                    </a:lnTo>
                    <a:lnTo>
                      <a:pt x="71" y="204"/>
                    </a:lnTo>
                    <a:lnTo>
                      <a:pt x="58" y="176"/>
                    </a:lnTo>
                    <a:lnTo>
                      <a:pt x="47" y="150"/>
                    </a:lnTo>
                    <a:lnTo>
                      <a:pt x="37" y="122"/>
                    </a:lnTo>
                    <a:lnTo>
                      <a:pt x="26" y="94"/>
                    </a:lnTo>
                    <a:lnTo>
                      <a:pt x="18" y="64"/>
                    </a:lnTo>
                    <a:lnTo>
                      <a:pt x="9" y="34"/>
                    </a:lnTo>
                    <a:lnTo>
                      <a:pt x="0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29" name="Freeform 274"/>
              <p:cNvSpPr>
                <a:spLocks/>
              </p:cNvSpPr>
              <p:nvPr/>
            </p:nvSpPr>
            <p:spPr bwMode="auto">
              <a:xfrm>
                <a:off x="2117" y="2318"/>
                <a:ext cx="61" cy="206"/>
              </a:xfrm>
              <a:custGeom>
                <a:avLst/>
                <a:gdLst>
                  <a:gd name="T0" fmla="*/ 33 w 61"/>
                  <a:gd name="T1" fmla="*/ 7 h 206"/>
                  <a:gd name="T2" fmla="*/ 36 w 61"/>
                  <a:gd name="T3" fmla="*/ 31 h 206"/>
                  <a:gd name="T4" fmla="*/ 38 w 61"/>
                  <a:gd name="T5" fmla="*/ 56 h 206"/>
                  <a:gd name="T6" fmla="*/ 40 w 61"/>
                  <a:gd name="T7" fmla="*/ 79 h 206"/>
                  <a:gd name="T8" fmla="*/ 43 w 61"/>
                  <a:gd name="T9" fmla="*/ 103 h 206"/>
                  <a:gd name="T10" fmla="*/ 46 w 61"/>
                  <a:gd name="T11" fmla="*/ 127 h 206"/>
                  <a:gd name="T12" fmla="*/ 51 w 61"/>
                  <a:gd name="T13" fmla="*/ 153 h 206"/>
                  <a:gd name="T14" fmla="*/ 56 w 61"/>
                  <a:gd name="T15" fmla="*/ 176 h 206"/>
                  <a:gd name="T16" fmla="*/ 61 w 61"/>
                  <a:gd name="T17" fmla="*/ 202 h 206"/>
                  <a:gd name="T18" fmla="*/ 30 w 61"/>
                  <a:gd name="T19" fmla="*/ 206 h 206"/>
                  <a:gd name="T20" fmla="*/ 24 w 61"/>
                  <a:gd name="T21" fmla="*/ 181 h 206"/>
                  <a:gd name="T22" fmla="*/ 18 w 61"/>
                  <a:gd name="T23" fmla="*/ 155 h 206"/>
                  <a:gd name="T24" fmla="*/ 14 w 61"/>
                  <a:gd name="T25" fmla="*/ 128 h 206"/>
                  <a:gd name="T26" fmla="*/ 11 w 61"/>
                  <a:gd name="T27" fmla="*/ 103 h 206"/>
                  <a:gd name="T28" fmla="*/ 7 w 61"/>
                  <a:gd name="T29" fmla="*/ 77 h 206"/>
                  <a:gd name="T30" fmla="*/ 5 w 61"/>
                  <a:gd name="T31" fmla="*/ 51 h 206"/>
                  <a:gd name="T32" fmla="*/ 2 w 61"/>
                  <a:gd name="T33" fmla="*/ 26 h 206"/>
                  <a:gd name="T34" fmla="*/ 0 w 61"/>
                  <a:gd name="T35" fmla="*/ 0 h 206"/>
                  <a:gd name="T36" fmla="*/ 33 w 61"/>
                  <a:gd name="T37" fmla="*/ 7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1"/>
                  <a:gd name="T58" fmla="*/ 0 h 206"/>
                  <a:gd name="T59" fmla="*/ 61 w 61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1" h="206">
                    <a:moveTo>
                      <a:pt x="33" y="7"/>
                    </a:moveTo>
                    <a:lnTo>
                      <a:pt x="36" y="31"/>
                    </a:lnTo>
                    <a:lnTo>
                      <a:pt x="38" y="56"/>
                    </a:lnTo>
                    <a:lnTo>
                      <a:pt x="40" y="79"/>
                    </a:lnTo>
                    <a:lnTo>
                      <a:pt x="43" y="103"/>
                    </a:lnTo>
                    <a:lnTo>
                      <a:pt x="46" y="127"/>
                    </a:lnTo>
                    <a:lnTo>
                      <a:pt x="51" y="153"/>
                    </a:lnTo>
                    <a:lnTo>
                      <a:pt x="56" y="176"/>
                    </a:lnTo>
                    <a:lnTo>
                      <a:pt x="61" y="202"/>
                    </a:lnTo>
                    <a:lnTo>
                      <a:pt x="30" y="206"/>
                    </a:lnTo>
                    <a:lnTo>
                      <a:pt x="24" y="181"/>
                    </a:lnTo>
                    <a:lnTo>
                      <a:pt x="18" y="155"/>
                    </a:lnTo>
                    <a:lnTo>
                      <a:pt x="14" y="128"/>
                    </a:lnTo>
                    <a:lnTo>
                      <a:pt x="11" y="103"/>
                    </a:lnTo>
                    <a:lnTo>
                      <a:pt x="7" y="77"/>
                    </a:lnTo>
                    <a:lnTo>
                      <a:pt x="5" y="51"/>
                    </a:lnTo>
                    <a:lnTo>
                      <a:pt x="2" y="26"/>
                    </a:lnTo>
                    <a:lnTo>
                      <a:pt x="0" y="0"/>
                    </a:lnTo>
                    <a:lnTo>
                      <a:pt x="33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0" name="Freeform 275"/>
              <p:cNvSpPr>
                <a:spLocks/>
              </p:cNvSpPr>
              <p:nvPr/>
            </p:nvSpPr>
            <p:spPr bwMode="auto">
              <a:xfrm>
                <a:off x="2113" y="2295"/>
                <a:ext cx="35" cy="28"/>
              </a:xfrm>
              <a:custGeom>
                <a:avLst/>
                <a:gdLst>
                  <a:gd name="T0" fmla="*/ 1 w 35"/>
                  <a:gd name="T1" fmla="*/ 22 h 28"/>
                  <a:gd name="T2" fmla="*/ 0 w 35"/>
                  <a:gd name="T3" fmla="*/ 0 h 28"/>
                  <a:gd name="T4" fmla="*/ 35 w 35"/>
                  <a:gd name="T5" fmla="*/ 6 h 28"/>
                  <a:gd name="T6" fmla="*/ 35 w 35"/>
                  <a:gd name="T7" fmla="*/ 28 h 28"/>
                  <a:gd name="T8" fmla="*/ 1 w 35"/>
                  <a:gd name="T9" fmla="*/ 2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8"/>
                  <a:gd name="T17" fmla="*/ 35 w 35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8">
                    <a:moveTo>
                      <a:pt x="1" y="22"/>
                    </a:moveTo>
                    <a:lnTo>
                      <a:pt x="0" y="0"/>
                    </a:lnTo>
                    <a:lnTo>
                      <a:pt x="35" y="6"/>
                    </a:lnTo>
                    <a:lnTo>
                      <a:pt x="35" y="28"/>
                    </a:lnTo>
                    <a:lnTo>
                      <a:pt x="1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1" name="Freeform 276"/>
              <p:cNvSpPr>
                <a:spLocks/>
              </p:cNvSpPr>
              <p:nvPr/>
            </p:nvSpPr>
            <p:spPr bwMode="auto">
              <a:xfrm>
                <a:off x="2173" y="2631"/>
                <a:ext cx="102" cy="162"/>
              </a:xfrm>
              <a:custGeom>
                <a:avLst/>
                <a:gdLst>
                  <a:gd name="T0" fmla="*/ 80 w 102"/>
                  <a:gd name="T1" fmla="*/ 0 h 162"/>
                  <a:gd name="T2" fmla="*/ 102 w 102"/>
                  <a:gd name="T3" fmla="*/ 162 h 162"/>
                  <a:gd name="T4" fmla="*/ 0 w 102"/>
                  <a:gd name="T5" fmla="*/ 46 h 162"/>
                  <a:gd name="T6" fmla="*/ 80 w 10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2"/>
                  <a:gd name="T13" fmla="*/ 0 h 162"/>
                  <a:gd name="T14" fmla="*/ 102 w 102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2" h="162">
                    <a:moveTo>
                      <a:pt x="80" y="0"/>
                    </a:moveTo>
                    <a:lnTo>
                      <a:pt x="102" y="162"/>
                    </a:lnTo>
                    <a:lnTo>
                      <a:pt x="0" y="4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2" name="Freeform 277"/>
              <p:cNvSpPr>
                <a:spLocks/>
              </p:cNvSpPr>
              <p:nvPr/>
            </p:nvSpPr>
            <p:spPr bwMode="auto">
              <a:xfrm>
                <a:off x="2248" y="2635"/>
                <a:ext cx="34" cy="176"/>
              </a:xfrm>
              <a:custGeom>
                <a:avLst/>
                <a:gdLst>
                  <a:gd name="T0" fmla="*/ 31 w 34"/>
                  <a:gd name="T1" fmla="*/ 157 h 176"/>
                  <a:gd name="T2" fmla="*/ 23 w 34"/>
                  <a:gd name="T3" fmla="*/ 162 h 176"/>
                  <a:gd name="T4" fmla="*/ 0 w 34"/>
                  <a:gd name="T5" fmla="*/ 0 h 176"/>
                  <a:gd name="T6" fmla="*/ 8 w 34"/>
                  <a:gd name="T7" fmla="*/ 0 h 176"/>
                  <a:gd name="T8" fmla="*/ 32 w 34"/>
                  <a:gd name="T9" fmla="*/ 161 h 176"/>
                  <a:gd name="T10" fmla="*/ 25 w 34"/>
                  <a:gd name="T11" fmla="*/ 165 h 176"/>
                  <a:gd name="T12" fmla="*/ 32 w 34"/>
                  <a:gd name="T13" fmla="*/ 161 h 176"/>
                  <a:gd name="T14" fmla="*/ 34 w 34"/>
                  <a:gd name="T15" fmla="*/ 176 h 176"/>
                  <a:gd name="T16" fmla="*/ 25 w 34"/>
                  <a:gd name="T17" fmla="*/ 165 h 176"/>
                  <a:gd name="T18" fmla="*/ 31 w 34"/>
                  <a:gd name="T19" fmla="*/ 157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"/>
                  <a:gd name="T31" fmla="*/ 0 h 176"/>
                  <a:gd name="T32" fmla="*/ 34 w 3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" h="176">
                    <a:moveTo>
                      <a:pt x="31" y="157"/>
                    </a:moveTo>
                    <a:lnTo>
                      <a:pt x="23" y="16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2" y="161"/>
                    </a:lnTo>
                    <a:lnTo>
                      <a:pt x="25" y="165"/>
                    </a:lnTo>
                    <a:lnTo>
                      <a:pt x="32" y="161"/>
                    </a:lnTo>
                    <a:lnTo>
                      <a:pt x="34" y="176"/>
                    </a:lnTo>
                    <a:lnTo>
                      <a:pt x="25" y="165"/>
                    </a:lnTo>
                    <a:lnTo>
                      <a:pt x="31" y="157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3" name="Freeform 278"/>
              <p:cNvSpPr>
                <a:spLocks/>
              </p:cNvSpPr>
              <p:nvPr/>
            </p:nvSpPr>
            <p:spPr bwMode="auto">
              <a:xfrm>
                <a:off x="2165" y="2674"/>
                <a:ext cx="114" cy="125"/>
              </a:xfrm>
              <a:custGeom>
                <a:avLst/>
                <a:gdLst>
                  <a:gd name="T0" fmla="*/ 11 w 114"/>
                  <a:gd name="T1" fmla="*/ 11 h 125"/>
                  <a:gd name="T2" fmla="*/ 11 w 114"/>
                  <a:gd name="T3" fmla="*/ 2 h 125"/>
                  <a:gd name="T4" fmla="*/ 114 w 114"/>
                  <a:gd name="T5" fmla="*/ 116 h 125"/>
                  <a:gd name="T6" fmla="*/ 107 w 114"/>
                  <a:gd name="T7" fmla="*/ 125 h 125"/>
                  <a:gd name="T8" fmla="*/ 6 w 114"/>
                  <a:gd name="T9" fmla="*/ 9 h 125"/>
                  <a:gd name="T10" fmla="*/ 6 w 114"/>
                  <a:gd name="T11" fmla="*/ 0 h 125"/>
                  <a:gd name="T12" fmla="*/ 6 w 114"/>
                  <a:gd name="T13" fmla="*/ 9 h 125"/>
                  <a:gd name="T14" fmla="*/ 0 w 114"/>
                  <a:gd name="T15" fmla="*/ 4 h 125"/>
                  <a:gd name="T16" fmla="*/ 6 w 114"/>
                  <a:gd name="T17" fmla="*/ 0 h 125"/>
                  <a:gd name="T18" fmla="*/ 11 w 114"/>
                  <a:gd name="T19" fmla="*/ 11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4"/>
                  <a:gd name="T31" fmla="*/ 0 h 125"/>
                  <a:gd name="T32" fmla="*/ 114 w 114"/>
                  <a:gd name="T33" fmla="*/ 125 h 1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4" h="125">
                    <a:moveTo>
                      <a:pt x="11" y="11"/>
                    </a:moveTo>
                    <a:lnTo>
                      <a:pt x="11" y="2"/>
                    </a:lnTo>
                    <a:lnTo>
                      <a:pt x="114" y="116"/>
                    </a:lnTo>
                    <a:lnTo>
                      <a:pt x="107" y="125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4" name="Freeform 279"/>
              <p:cNvSpPr>
                <a:spLocks/>
              </p:cNvSpPr>
              <p:nvPr/>
            </p:nvSpPr>
            <p:spPr bwMode="auto">
              <a:xfrm>
                <a:off x="2169" y="2625"/>
                <a:ext cx="86" cy="60"/>
              </a:xfrm>
              <a:custGeom>
                <a:avLst/>
                <a:gdLst>
                  <a:gd name="T0" fmla="*/ 78 w 86"/>
                  <a:gd name="T1" fmla="*/ 8 h 60"/>
                  <a:gd name="T2" fmla="*/ 84 w 86"/>
                  <a:gd name="T3" fmla="*/ 14 h 60"/>
                  <a:gd name="T4" fmla="*/ 4 w 86"/>
                  <a:gd name="T5" fmla="*/ 60 h 60"/>
                  <a:gd name="T6" fmla="*/ 0 w 86"/>
                  <a:gd name="T7" fmla="*/ 49 h 60"/>
                  <a:gd name="T8" fmla="*/ 80 w 86"/>
                  <a:gd name="T9" fmla="*/ 3 h 60"/>
                  <a:gd name="T10" fmla="*/ 86 w 86"/>
                  <a:gd name="T11" fmla="*/ 8 h 60"/>
                  <a:gd name="T12" fmla="*/ 80 w 86"/>
                  <a:gd name="T13" fmla="*/ 3 h 60"/>
                  <a:gd name="T14" fmla="*/ 84 w 86"/>
                  <a:gd name="T15" fmla="*/ 0 h 60"/>
                  <a:gd name="T16" fmla="*/ 86 w 86"/>
                  <a:gd name="T17" fmla="*/ 8 h 60"/>
                  <a:gd name="T18" fmla="*/ 78 w 86"/>
                  <a:gd name="T19" fmla="*/ 8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60"/>
                  <a:gd name="T32" fmla="*/ 86 w 86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60">
                    <a:moveTo>
                      <a:pt x="78" y="8"/>
                    </a:moveTo>
                    <a:lnTo>
                      <a:pt x="84" y="14"/>
                    </a:lnTo>
                    <a:lnTo>
                      <a:pt x="4" y="60"/>
                    </a:lnTo>
                    <a:lnTo>
                      <a:pt x="0" y="49"/>
                    </a:lnTo>
                    <a:lnTo>
                      <a:pt x="80" y="3"/>
                    </a:lnTo>
                    <a:lnTo>
                      <a:pt x="86" y="8"/>
                    </a:lnTo>
                    <a:lnTo>
                      <a:pt x="80" y="3"/>
                    </a:lnTo>
                    <a:lnTo>
                      <a:pt x="84" y="0"/>
                    </a:lnTo>
                    <a:lnTo>
                      <a:pt x="86" y="8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5" name="Freeform 280"/>
              <p:cNvSpPr>
                <a:spLocks/>
              </p:cNvSpPr>
              <p:nvPr/>
            </p:nvSpPr>
            <p:spPr bwMode="auto">
              <a:xfrm>
                <a:off x="2239" y="2738"/>
                <a:ext cx="32" cy="32"/>
              </a:xfrm>
              <a:custGeom>
                <a:avLst/>
                <a:gdLst>
                  <a:gd name="T0" fmla="*/ 25 w 32"/>
                  <a:gd name="T1" fmla="*/ 0 h 32"/>
                  <a:gd name="T2" fmla="*/ 32 w 32"/>
                  <a:gd name="T3" fmla="*/ 17 h 32"/>
                  <a:gd name="T4" fmla="*/ 10 w 32"/>
                  <a:gd name="T5" fmla="*/ 32 h 32"/>
                  <a:gd name="T6" fmla="*/ 0 w 32"/>
                  <a:gd name="T7" fmla="*/ 15 h 32"/>
                  <a:gd name="T8" fmla="*/ 25 w 3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2"/>
                  <a:gd name="T17" fmla="*/ 32 w 32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2">
                    <a:moveTo>
                      <a:pt x="25" y="0"/>
                    </a:moveTo>
                    <a:lnTo>
                      <a:pt x="32" y="17"/>
                    </a:lnTo>
                    <a:lnTo>
                      <a:pt x="10" y="32"/>
                    </a:lnTo>
                    <a:lnTo>
                      <a:pt x="0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6" name="Freeform 281"/>
              <p:cNvSpPr>
                <a:spLocks/>
              </p:cNvSpPr>
              <p:nvPr/>
            </p:nvSpPr>
            <p:spPr bwMode="auto">
              <a:xfrm>
                <a:off x="2154" y="2522"/>
                <a:ext cx="104" cy="231"/>
              </a:xfrm>
              <a:custGeom>
                <a:avLst/>
                <a:gdLst>
                  <a:gd name="T0" fmla="*/ 26 w 104"/>
                  <a:gd name="T1" fmla="*/ 0 h 231"/>
                  <a:gd name="T2" fmla="*/ 26 w 104"/>
                  <a:gd name="T3" fmla="*/ 0 h 231"/>
                  <a:gd name="T4" fmla="*/ 33 w 104"/>
                  <a:gd name="T5" fmla="*/ 30 h 231"/>
                  <a:gd name="T6" fmla="*/ 41 w 104"/>
                  <a:gd name="T7" fmla="*/ 57 h 231"/>
                  <a:gd name="T8" fmla="*/ 50 w 104"/>
                  <a:gd name="T9" fmla="*/ 85 h 231"/>
                  <a:gd name="T10" fmla="*/ 61 w 104"/>
                  <a:gd name="T11" fmla="*/ 111 h 231"/>
                  <a:gd name="T12" fmla="*/ 70 w 104"/>
                  <a:gd name="T13" fmla="*/ 139 h 231"/>
                  <a:gd name="T14" fmla="*/ 82 w 104"/>
                  <a:gd name="T15" fmla="*/ 166 h 231"/>
                  <a:gd name="T16" fmla="*/ 93 w 104"/>
                  <a:gd name="T17" fmla="*/ 190 h 231"/>
                  <a:gd name="T18" fmla="*/ 104 w 104"/>
                  <a:gd name="T19" fmla="*/ 215 h 231"/>
                  <a:gd name="T20" fmla="*/ 83 w 104"/>
                  <a:gd name="T21" fmla="*/ 231 h 231"/>
                  <a:gd name="T22" fmla="*/ 69 w 104"/>
                  <a:gd name="T23" fmla="*/ 205 h 231"/>
                  <a:gd name="T24" fmla="*/ 57 w 104"/>
                  <a:gd name="T25" fmla="*/ 176 h 231"/>
                  <a:gd name="T26" fmla="*/ 46 w 104"/>
                  <a:gd name="T27" fmla="*/ 150 h 231"/>
                  <a:gd name="T28" fmla="*/ 35 w 104"/>
                  <a:gd name="T29" fmla="*/ 122 h 231"/>
                  <a:gd name="T30" fmla="*/ 25 w 104"/>
                  <a:gd name="T31" fmla="*/ 93 h 231"/>
                  <a:gd name="T32" fmla="*/ 17 w 104"/>
                  <a:gd name="T33" fmla="*/ 64 h 231"/>
                  <a:gd name="T34" fmla="*/ 7 w 104"/>
                  <a:gd name="T35" fmla="*/ 35 h 231"/>
                  <a:gd name="T36" fmla="*/ 0 w 104"/>
                  <a:gd name="T37" fmla="*/ 5 h 231"/>
                  <a:gd name="T38" fmla="*/ 26 w 104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4"/>
                  <a:gd name="T61" fmla="*/ 0 h 231"/>
                  <a:gd name="T62" fmla="*/ 104 w 104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4" h="231">
                    <a:moveTo>
                      <a:pt x="26" y="0"/>
                    </a:moveTo>
                    <a:lnTo>
                      <a:pt x="26" y="0"/>
                    </a:lnTo>
                    <a:lnTo>
                      <a:pt x="33" y="30"/>
                    </a:lnTo>
                    <a:lnTo>
                      <a:pt x="41" y="57"/>
                    </a:lnTo>
                    <a:lnTo>
                      <a:pt x="50" y="85"/>
                    </a:lnTo>
                    <a:lnTo>
                      <a:pt x="61" y="111"/>
                    </a:lnTo>
                    <a:lnTo>
                      <a:pt x="70" y="139"/>
                    </a:lnTo>
                    <a:lnTo>
                      <a:pt x="82" y="166"/>
                    </a:lnTo>
                    <a:lnTo>
                      <a:pt x="93" y="190"/>
                    </a:lnTo>
                    <a:lnTo>
                      <a:pt x="104" y="215"/>
                    </a:lnTo>
                    <a:lnTo>
                      <a:pt x="83" y="231"/>
                    </a:lnTo>
                    <a:lnTo>
                      <a:pt x="69" y="205"/>
                    </a:lnTo>
                    <a:lnTo>
                      <a:pt x="57" y="176"/>
                    </a:lnTo>
                    <a:lnTo>
                      <a:pt x="46" y="150"/>
                    </a:lnTo>
                    <a:lnTo>
                      <a:pt x="35" y="122"/>
                    </a:lnTo>
                    <a:lnTo>
                      <a:pt x="25" y="93"/>
                    </a:lnTo>
                    <a:lnTo>
                      <a:pt x="17" y="64"/>
                    </a:lnTo>
                    <a:lnTo>
                      <a:pt x="7" y="35"/>
                    </a:lnTo>
                    <a:lnTo>
                      <a:pt x="0" y="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7" name="Freeform 282"/>
              <p:cNvSpPr>
                <a:spLocks/>
              </p:cNvSpPr>
              <p:nvPr/>
            </p:nvSpPr>
            <p:spPr bwMode="auto">
              <a:xfrm>
                <a:off x="2120" y="2320"/>
                <a:ext cx="55" cy="205"/>
              </a:xfrm>
              <a:custGeom>
                <a:avLst/>
                <a:gdLst>
                  <a:gd name="T0" fmla="*/ 29 w 55"/>
                  <a:gd name="T1" fmla="*/ 5 h 205"/>
                  <a:gd name="T2" fmla="*/ 30 w 55"/>
                  <a:gd name="T3" fmla="*/ 28 h 205"/>
                  <a:gd name="T4" fmla="*/ 31 w 55"/>
                  <a:gd name="T5" fmla="*/ 54 h 205"/>
                  <a:gd name="T6" fmla="*/ 34 w 55"/>
                  <a:gd name="T7" fmla="*/ 77 h 205"/>
                  <a:gd name="T8" fmla="*/ 37 w 55"/>
                  <a:gd name="T9" fmla="*/ 102 h 205"/>
                  <a:gd name="T10" fmla="*/ 40 w 55"/>
                  <a:gd name="T11" fmla="*/ 126 h 205"/>
                  <a:gd name="T12" fmla="*/ 44 w 55"/>
                  <a:gd name="T13" fmla="*/ 151 h 205"/>
                  <a:gd name="T14" fmla="*/ 51 w 55"/>
                  <a:gd name="T15" fmla="*/ 175 h 205"/>
                  <a:gd name="T16" fmla="*/ 55 w 55"/>
                  <a:gd name="T17" fmla="*/ 201 h 205"/>
                  <a:gd name="T18" fmla="*/ 29 w 55"/>
                  <a:gd name="T19" fmla="*/ 205 h 205"/>
                  <a:gd name="T20" fmla="*/ 23 w 55"/>
                  <a:gd name="T21" fmla="*/ 180 h 205"/>
                  <a:gd name="T22" fmla="*/ 18 w 55"/>
                  <a:gd name="T23" fmla="*/ 154 h 205"/>
                  <a:gd name="T24" fmla="*/ 13 w 55"/>
                  <a:gd name="T25" fmla="*/ 126 h 205"/>
                  <a:gd name="T26" fmla="*/ 9 w 55"/>
                  <a:gd name="T27" fmla="*/ 102 h 205"/>
                  <a:gd name="T28" fmla="*/ 6 w 55"/>
                  <a:gd name="T29" fmla="*/ 76 h 205"/>
                  <a:gd name="T30" fmla="*/ 4 w 55"/>
                  <a:gd name="T31" fmla="*/ 50 h 205"/>
                  <a:gd name="T32" fmla="*/ 2 w 55"/>
                  <a:gd name="T33" fmla="*/ 25 h 205"/>
                  <a:gd name="T34" fmla="*/ 0 w 55"/>
                  <a:gd name="T35" fmla="*/ 0 h 205"/>
                  <a:gd name="T36" fmla="*/ 29 w 55"/>
                  <a:gd name="T37" fmla="*/ 5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5"/>
                  <a:gd name="T58" fmla="*/ 0 h 205"/>
                  <a:gd name="T59" fmla="*/ 55 w 55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5" h="205">
                    <a:moveTo>
                      <a:pt x="29" y="5"/>
                    </a:moveTo>
                    <a:lnTo>
                      <a:pt x="30" y="28"/>
                    </a:lnTo>
                    <a:lnTo>
                      <a:pt x="31" y="54"/>
                    </a:lnTo>
                    <a:lnTo>
                      <a:pt x="34" y="77"/>
                    </a:lnTo>
                    <a:lnTo>
                      <a:pt x="37" y="102"/>
                    </a:lnTo>
                    <a:lnTo>
                      <a:pt x="40" y="126"/>
                    </a:lnTo>
                    <a:lnTo>
                      <a:pt x="44" y="151"/>
                    </a:lnTo>
                    <a:lnTo>
                      <a:pt x="51" y="175"/>
                    </a:lnTo>
                    <a:lnTo>
                      <a:pt x="55" y="201"/>
                    </a:lnTo>
                    <a:lnTo>
                      <a:pt x="29" y="205"/>
                    </a:lnTo>
                    <a:lnTo>
                      <a:pt x="23" y="180"/>
                    </a:lnTo>
                    <a:lnTo>
                      <a:pt x="18" y="154"/>
                    </a:lnTo>
                    <a:lnTo>
                      <a:pt x="13" y="126"/>
                    </a:lnTo>
                    <a:lnTo>
                      <a:pt x="9" y="102"/>
                    </a:lnTo>
                    <a:lnTo>
                      <a:pt x="6" y="76"/>
                    </a:lnTo>
                    <a:lnTo>
                      <a:pt x="4" y="50"/>
                    </a:lnTo>
                    <a:lnTo>
                      <a:pt x="2" y="25"/>
                    </a:lnTo>
                    <a:lnTo>
                      <a:pt x="0" y="0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8" name="Freeform 283"/>
              <p:cNvSpPr>
                <a:spLocks/>
              </p:cNvSpPr>
              <p:nvPr/>
            </p:nvSpPr>
            <p:spPr bwMode="auto">
              <a:xfrm>
                <a:off x="2115" y="2301"/>
                <a:ext cx="31" cy="22"/>
              </a:xfrm>
              <a:custGeom>
                <a:avLst/>
                <a:gdLst>
                  <a:gd name="T0" fmla="*/ 1 w 31"/>
                  <a:gd name="T1" fmla="*/ 18 h 22"/>
                  <a:gd name="T2" fmla="*/ 0 w 31"/>
                  <a:gd name="T3" fmla="*/ 0 h 22"/>
                  <a:gd name="T4" fmla="*/ 30 w 31"/>
                  <a:gd name="T5" fmla="*/ 4 h 22"/>
                  <a:gd name="T6" fmla="*/ 31 w 31"/>
                  <a:gd name="T7" fmla="*/ 22 h 22"/>
                  <a:gd name="T8" fmla="*/ 1 w 31"/>
                  <a:gd name="T9" fmla="*/ 1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2"/>
                  <a:gd name="T17" fmla="*/ 31 w 31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2">
                    <a:moveTo>
                      <a:pt x="1" y="18"/>
                    </a:moveTo>
                    <a:lnTo>
                      <a:pt x="0" y="0"/>
                    </a:lnTo>
                    <a:lnTo>
                      <a:pt x="30" y="4"/>
                    </a:lnTo>
                    <a:lnTo>
                      <a:pt x="31" y="22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3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39" name="Freeform 284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0" name="Freeform 285"/>
              <p:cNvSpPr>
                <a:spLocks/>
              </p:cNvSpPr>
              <p:nvPr/>
            </p:nvSpPr>
            <p:spPr bwMode="auto">
              <a:xfrm>
                <a:off x="2259" y="2665"/>
                <a:ext cx="48" cy="188"/>
              </a:xfrm>
              <a:custGeom>
                <a:avLst/>
                <a:gdLst>
                  <a:gd name="T0" fmla="*/ 41 w 48"/>
                  <a:gd name="T1" fmla="*/ 156 h 188"/>
                  <a:gd name="T2" fmla="*/ 29 w 48"/>
                  <a:gd name="T3" fmla="*/ 165 h 188"/>
                  <a:gd name="T4" fmla="*/ 0 w 48"/>
                  <a:gd name="T5" fmla="*/ 1 h 188"/>
                  <a:gd name="T6" fmla="*/ 15 w 48"/>
                  <a:gd name="T7" fmla="*/ 0 h 188"/>
                  <a:gd name="T8" fmla="*/ 44 w 48"/>
                  <a:gd name="T9" fmla="*/ 164 h 188"/>
                  <a:gd name="T10" fmla="*/ 32 w 48"/>
                  <a:gd name="T11" fmla="*/ 171 h 188"/>
                  <a:gd name="T12" fmla="*/ 44 w 48"/>
                  <a:gd name="T13" fmla="*/ 164 h 188"/>
                  <a:gd name="T14" fmla="*/ 48 w 48"/>
                  <a:gd name="T15" fmla="*/ 188 h 188"/>
                  <a:gd name="T16" fmla="*/ 32 w 48"/>
                  <a:gd name="T17" fmla="*/ 171 h 188"/>
                  <a:gd name="T18" fmla="*/ 41 w 48"/>
                  <a:gd name="T19" fmla="*/ 156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8"/>
                  <a:gd name="T31" fmla="*/ 0 h 188"/>
                  <a:gd name="T32" fmla="*/ 48 w 48"/>
                  <a:gd name="T33" fmla="*/ 188 h 18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8" h="188">
                    <a:moveTo>
                      <a:pt x="41" y="156"/>
                    </a:moveTo>
                    <a:lnTo>
                      <a:pt x="29" y="165"/>
                    </a:lnTo>
                    <a:lnTo>
                      <a:pt x="0" y="1"/>
                    </a:lnTo>
                    <a:lnTo>
                      <a:pt x="15" y="0"/>
                    </a:lnTo>
                    <a:lnTo>
                      <a:pt x="44" y="164"/>
                    </a:lnTo>
                    <a:lnTo>
                      <a:pt x="32" y="171"/>
                    </a:lnTo>
                    <a:lnTo>
                      <a:pt x="44" y="164"/>
                    </a:lnTo>
                    <a:lnTo>
                      <a:pt x="48" y="188"/>
                    </a:lnTo>
                    <a:lnTo>
                      <a:pt x="32" y="171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1" name="Freeform 286"/>
              <p:cNvSpPr>
                <a:spLocks/>
              </p:cNvSpPr>
              <p:nvPr/>
            </p:nvSpPr>
            <p:spPr bwMode="auto">
              <a:xfrm>
                <a:off x="2177" y="2710"/>
                <a:ext cx="123" cy="126"/>
              </a:xfrm>
              <a:custGeom>
                <a:avLst/>
                <a:gdLst>
                  <a:gd name="T0" fmla="*/ 18 w 123"/>
                  <a:gd name="T1" fmla="*/ 19 h 126"/>
                  <a:gd name="T2" fmla="*/ 18 w 123"/>
                  <a:gd name="T3" fmla="*/ 2 h 126"/>
                  <a:gd name="T4" fmla="*/ 123 w 123"/>
                  <a:gd name="T5" fmla="*/ 113 h 126"/>
                  <a:gd name="T6" fmla="*/ 114 w 123"/>
                  <a:gd name="T7" fmla="*/ 126 h 126"/>
                  <a:gd name="T8" fmla="*/ 11 w 123"/>
                  <a:gd name="T9" fmla="*/ 17 h 126"/>
                  <a:gd name="T10" fmla="*/ 9 w 123"/>
                  <a:gd name="T11" fmla="*/ 0 h 126"/>
                  <a:gd name="T12" fmla="*/ 11 w 123"/>
                  <a:gd name="T13" fmla="*/ 17 h 126"/>
                  <a:gd name="T14" fmla="*/ 0 w 123"/>
                  <a:gd name="T15" fmla="*/ 7 h 126"/>
                  <a:gd name="T16" fmla="*/ 9 w 123"/>
                  <a:gd name="T17" fmla="*/ 0 h 126"/>
                  <a:gd name="T18" fmla="*/ 18 w 123"/>
                  <a:gd name="T19" fmla="*/ 19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3"/>
                  <a:gd name="T31" fmla="*/ 0 h 126"/>
                  <a:gd name="T32" fmla="*/ 123 w 123"/>
                  <a:gd name="T33" fmla="*/ 126 h 12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3" h="126">
                    <a:moveTo>
                      <a:pt x="18" y="19"/>
                    </a:moveTo>
                    <a:lnTo>
                      <a:pt x="18" y="2"/>
                    </a:lnTo>
                    <a:lnTo>
                      <a:pt x="123" y="113"/>
                    </a:lnTo>
                    <a:lnTo>
                      <a:pt x="114" y="126"/>
                    </a:lnTo>
                    <a:lnTo>
                      <a:pt x="11" y="17"/>
                    </a:lnTo>
                    <a:lnTo>
                      <a:pt x="9" y="0"/>
                    </a:lnTo>
                    <a:lnTo>
                      <a:pt x="11" y="17"/>
                    </a:lnTo>
                    <a:lnTo>
                      <a:pt x="0" y="7"/>
                    </a:lnTo>
                    <a:lnTo>
                      <a:pt x="9" y="0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2" name="Freeform 287"/>
              <p:cNvSpPr>
                <a:spLocks/>
              </p:cNvSpPr>
              <p:nvPr/>
            </p:nvSpPr>
            <p:spPr bwMode="auto">
              <a:xfrm>
                <a:off x="2184" y="2649"/>
                <a:ext cx="88" cy="79"/>
              </a:xfrm>
              <a:custGeom>
                <a:avLst/>
                <a:gdLst>
                  <a:gd name="T0" fmla="*/ 73 w 88"/>
                  <a:gd name="T1" fmla="*/ 17 h 79"/>
                  <a:gd name="T2" fmla="*/ 86 w 88"/>
                  <a:gd name="T3" fmla="*/ 26 h 79"/>
                  <a:gd name="T4" fmla="*/ 8 w 88"/>
                  <a:gd name="T5" fmla="*/ 79 h 79"/>
                  <a:gd name="T6" fmla="*/ 0 w 88"/>
                  <a:gd name="T7" fmla="*/ 60 h 79"/>
                  <a:gd name="T8" fmla="*/ 76 w 88"/>
                  <a:gd name="T9" fmla="*/ 7 h 79"/>
                  <a:gd name="T10" fmla="*/ 88 w 88"/>
                  <a:gd name="T11" fmla="*/ 16 h 79"/>
                  <a:gd name="T12" fmla="*/ 76 w 88"/>
                  <a:gd name="T13" fmla="*/ 7 h 79"/>
                  <a:gd name="T14" fmla="*/ 86 w 88"/>
                  <a:gd name="T15" fmla="*/ 0 h 79"/>
                  <a:gd name="T16" fmla="*/ 88 w 88"/>
                  <a:gd name="T17" fmla="*/ 16 h 79"/>
                  <a:gd name="T18" fmla="*/ 73 w 88"/>
                  <a:gd name="T19" fmla="*/ 17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8"/>
                  <a:gd name="T31" fmla="*/ 0 h 79"/>
                  <a:gd name="T32" fmla="*/ 88 w 8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8" h="79">
                    <a:moveTo>
                      <a:pt x="73" y="17"/>
                    </a:moveTo>
                    <a:lnTo>
                      <a:pt x="86" y="26"/>
                    </a:lnTo>
                    <a:lnTo>
                      <a:pt x="8" y="79"/>
                    </a:lnTo>
                    <a:lnTo>
                      <a:pt x="0" y="60"/>
                    </a:lnTo>
                    <a:lnTo>
                      <a:pt x="76" y="7"/>
                    </a:lnTo>
                    <a:lnTo>
                      <a:pt x="88" y="16"/>
                    </a:lnTo>
                    <a:lnTo>
                      <a:pt x="76" y="7"/>
                    </a:lnTo>
                    <a:lnTo>
                      <a:pt x="86" y="0"/>
                    </a:lnTo>
                    <a:lnTo>
                      <a:pt x="88" y="16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3" name="Freeform 288"/>
              <p:cNvSpPr>
                <a:spLocks/>
              </p:cNvSpPr>
              <p:nvPr/>
            </p:nvSpPr>
            <p:spPr bwMode="auto">
              <a:xfrm>
                <a:off x="2255" y="2771"/>
                <a:ext cx="38" cy="40"/>
              </a:xfrm>
              <a:custGeom>
                <a:avLst/>
                <a:gdLst>
                  <a:gd name="T0" fmla="*/ 27 w 38"/>
                  <a:gd name="T1" fmla="*/ 0 h 40"/>
                  <a:gd name="T2" fmla="*/ 38 w 38"/>
                  <a:gd name="T3" fmla="*/ 19 h 40"/>
                  <a:gd name="T4" fmla="*/ 11 w 38"/>
                  <a:gd name="T5" fmla="*/ 40 h 40"/>
                  <a:gd name="T6" fmla="*/ 0 w 38"/>
                  <a:gd name="T7" fmla="*/ 20 h 40"/>
                  <a:gd name="T8" fmla="*/ 27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0"/>
                  <a:gd name="T17" fmla="*/ 38 w 38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0">
                    <a:moveTo>
                      <a:pt x="27" y="0"/>
                    </a:moveTo>
                    <a:lnTo>
                      <a:pt x="38" y="19"/>
                    </a:lnTo>
                    <a:lnTo>
                      <a:pt x="11" y="40"/>
                    </a:lnTo>
                    <a:lnTo>
                      <a:pt x="0" y="2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4" name="Freeform 289"/>
              <p:cNvSpPr>
                <a:spLocks/>
              </p:cNvSpPr>
              <p:nvPr/>
            </p:nvSpPr>
            <p:spPr bwMode="auto">
              <a:xfrm>
                <a:off x="2163" y="2558"/>
                <a:ext cx="117" cy="231"/>
              </a:xfrm>
              <a:custGeom>
                <a:avLst/>
                <a:gdLst>
                  <a:gd name="T0" fmla="*/ 31 w 117"/>
                  <a:gd name="T1" fmla="*/ 0 h 231"/>
                  <a:gd name="T2" fmla="*/ 31 w 117"/>
                  <a:gd name="T3" fmla="*/ 0 h 231"/>
                  <a:gd name="T4" fmla="*/ 40 w 117"/>
                  <a:gd name="T5" fmla="*/ 28 h 231"/>
                  <a:gd name="T6" fmla="*/ 49 w 117"/>
                  <a:gd name="T7" fmla="*/ 57 h 231"/>
                  <a:gd name="T8" fmla="*/ 58 w 117"/>
                  <a:gd name="T9" fmla="*/ 84 h 231"/>
                  <a:gd name="T10" fmla="*/ 70 w 117"/>
                  <a:gd name="T11" fmla="*/ 111 h 231"/>
                  <a:gd name="T12" fmla="*/ 79 w 117"/>
                  <a:gd name="T13" fmla="*/ 137 h 231"/>
                  <a:gd name="T14" fmla="*/ 92 w 117"/>
                  <a:gd name="T15" fmla="*/ 162 h 231"/>
                  <a:gd name="T16" fmla="*/ 104 w 117"/>
                  <a:gd name="T17" fmla="*/ 187 h 231"/>
                  <a:gd name="T18" fmla="*/ 117 w 117"/>
                  <a:gd name="T19" fmla="*/ 212 h 231"/>
                  <a:gd name="T20" fmla="*/ 92 w 117"/>
                  <a:gd name="T21" fmla="*/ 231 h 231"/>
                  <a:gd name="T22" fmla="*/ 78 w 117"/>
                  <a:gd name="T23" fmla="*/ 206 h 231"/>
                  <a:gd name="T24" fmla="*/ 64 w 117"/>
                  <a:gd name="T25" fmla="*/ 180 h 231"/>
                  <a:gd name="T26" fmla="*/ 52 w 117"/>
                  <a:gd name="T27" fmla="*/ 153 h 231"/>
                  <a:gd name="T28" fmla="*/ 40 w 117"/>
                  <a:gd name="T29" fmla="*/ 124 h 231"/>
                  <a:gd name="T30" fmla="*/ 29 w 117"/>
                  <a:gd name="T31" fmla="*/ 97 h 231"/>
                  <a:gd name="T32" fmla="*/ 18 w 117"/>
                  <a:gd name="T33" fmla="*/ 67 h 231"/>
                  <a:gd name="T34" fmla="*/ 9 w 117"/>
                  <a:gd name="T35" fmla="*/ 39 h 231"/>
                  <a:gd name="T36" fmla="*/ 0 w 117"/>
                  <a:gd name="T37" fmla="*/ 9 h 231"/>
                  <a:gd name="T38" fmla="*/ 31 w 117"/>
                  <a:gd name="T39" fmla="*/ 0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7"/>
                  <a:gd name="T61" fmla="*/ 0 h 231"/>
                  <a:gd name="T62" fmla="*/ 117 w 117"/>
                  <a:gd name="T63" fmla="*/ 231 h 2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7" h="231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49" y="57"/>
                    </a:lnTo>
                    <a:lnTo>
                      <a:pt x="58" y="84"/>
                    </a:lnTo>
                    <a:lnTo>
                      <a:pt x="70" y="111"/>
                    </a:lnTo>
                    <a:lnTo>
                      <a:pt x="79" y="137"/>
                    </a:lnTo>
                    <a:lnTo>
                      <a:pt x="92" y="162"/>
                    </a:lnTo>
                    <a:lnTo>
                      <a:pt x="104" y="187"/>
                    </a:lnTo>
                    <a:lnTo>
                      <a:pt x="117" y="212"/>
                    </a:lnTo>
                    <a:lnTo>
                      <a:pt x="92" y="231"/>
                    </a:lnTo>
                    <a:lnTo>
                      <a:pt x="78" y="206"/>
                    </a:lnTo>
                    <a:lnTo>
                      <a:pt x="64" y="180"/>
                    </a:lnTo>
                    <a:lnTo>
                      <a:pt x="52" y="153"/>
                    </a:lnTo>
                    <a:lnTo>
                      <a:pt x="40" y="124"/>
                    </a:lnTo>
                    <a:lnTo>
                      <a:pt x="29" y="97"/>
                    </a:lnTo>
                    <a:lnTo>
                      <a:pt x="18" y="67"/>
                    </a:lnTo>
                    <a:lnTo>
                      <a:pt x="9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5" name="Freeform 290"/>
              <p:cNvSpPr>
                <a:spLocks/>
              </p:cNvSpPr>
              <p:nvPr/>
            </p:nvSpPr>
            <p:spPr bwMode="auto">
              <a:xfrm>
                <a:off x="2123" y="2358"/>
                <a:ext cx="67" cy="207"/>
              </a:xfrm>
              <a:custGeom>
                <a:avLst/>
                <a:gdLst>
                  <a:gd name="T0" fmla="*/ 31 w 67"/>
                  <a:gd name="T1" fmla="*/ 4 h 207"/>
                  <a:gd name="T2" fmla="*/ 34 w 67"/>
                  <a:gd name="T3" fmla="*/ 27 h 207"/>
                  <a:gd name="T4" fmla="*/ 37 w 67"/>
                  <a:gd name="T5" fmla="*/ 51 h 207"/>
                  <a:gd name="T6" fmla="*/ 40 w 67"/>
                  <a:gd name="T7" fmla="*/ 77 h 207"/>
                  <a:gd name="T8" fmla="*/ 45 w 67"/>
                  <a:gd name="T9" fmla="*/ 101 h 207"/>
                  <a:gd name="T10" fmla="*/ 49 w 67"/>
                  <a:gd name="T11" fmla="*/ 125 h 207"/>
                  <a:gd name="T12" fmla="*/ 55 w 67"/>
                  <a:gd name="T13" fmla="*/ 150 h 207"/>
                  <a:gd name="T14" fmla="*/ 61 w 67"/>
                  <a:gd name="T15" fmla="*/ 175 h 207"/>
                  <a:gd name="T16" fmla="*/ 67 w 67"/>
                  <a:gd name="T17" fmla="*/ 199 h 207"/>
                  <a:gd name="T18" fmla="*/ 37 w 67"/>
                  <a:gd name="T19" fmla="*/ 207 h 207"/>
                  <a:gd name="T20" fmla="*/ 31 w 67"/>
                  <a:gd name="T21" fmla="*/ 180 h 207"/>
                  <a:gd name="T22" fmla="*/ 23 w 67"/>
                  <a:gd name="T23" fmla="*/ 153 h 207"/>
                  <a:gd name="T24" fmla="*/ 18 w 67"/>
                  <a:gd name="T25" fmla="*/ 128 h 207"/>
                  <a:gd name="T26" fmla="*/ 11 w 67"/>
                  <a:gd name="T27" fmla="*/ 102 h 207"/>
                  <a:gd name="T28" fmla="*/ 8 w 67"/>
                  <a:gd name="T29" fmla="*/ 77 h 207"/>
                  <a:gd name="T30" fmla="*/ 4 w 67"/>
                  <a:gd name="T31" fmla="*/ 51 h 207"/>
                  <a:gd name="T32" fmla="*/ 1 w 67"/>
                  <a:gd name="T33" fmla="*/ 24 h 207"/>
                  <a:gd name="T34" fmla="*/ 0 w 67"/>
                  <a:gd name="T35" fmla="*/ 0 h 207"/>
                  <a:gd name="T36" fmla="*/ 31 w 67"/>
                  <a:gd name="T37" fmla="*/ 4 h 20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7"/>
                  <a:gd name="T58" fmla="*/ 0 h 207"/>
                  <a:gd name="T59" fmla="*/ 67 w 67"/>
                  <a:gd name="T60" fmla="*/ 207 h 20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7" h="207">
                    <a:moveTo>
                      <a:pt x="31" y="4"/>
                    </a:moveTo>
                    <a:lnTo>
                      <a:pt x="34" y="27"/>
                    </a:lnTo>
                    <a:lnTo>
                      <a:pt x="37" y="51"/>
                    </a:lnTo>
                    <a:lnTo>
                      <a:pt x="40" y="77"/>
                    </a:lnTo>
                    <a:lnTo>
                      <a:pt x="45" y="101"/>
                    </a:lnTo>
                    <a:lnTo>
                      <a:pt x="49" y="125"/>
                    </a:lnTo>
                    <a:lnTo>
                      <a:pt x="55" y="150"/>
                    </a:lnTo>
                    <a:lnTo>
                      <a:pt x="61" y="175"/>
                    </a:lnTo>
                    <a:lnTo>
                      <a:pt x="67" y="199"/>
                    </a:lnTo>
                    <a:lnTo>
                      <a:pt x="37" y="207"/>
                    </a:lnTo>
                    <a:lnTo>
                      <a:pt x="31" y="180"/>
                    </a:lnTo>
                    <a:lnTo>
                      <a:pt x="23" y="153"/>
                    </a:lnTo>
                    <a:lnTo>
                      <a:pt x="18" y="128"/>
                    </a:lnTo>
                    <a:lnTo>
                      <a:pt x="11" y="102"/>
                    </a:lnTo>
                    <a:lnTo>
                      <a:pt x="8" y="77"/>
                    </a:lnTo>
                    <a:lnTo>
                      <a:pt x="4" y="51"/>
                    </a:lnTo>
                    <a:lnTo>
                      <a:pt x="1" y="24"/>
                    </a:lnTo>
                    <a:lnTo>
                      <a:pt x="0" y="0"/>
                    </a:ln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6" name="Freeform 291"/>
              <p:cNvSpPr>
                <a:spLocks/>
              </p:cNvSpPr>
              <p:nvPr/>
            </p:nvSpPr>
            <p:spPr bwMode="auto">
              <a:xfrm>
                <a:off x="2118" y="2334"/>
                <a:ext cx="36" cy="27"/>
              </a:xfrm>
              <a:custGeom>
                <a:avLst/>
                <a:gdLst>
                  <a:gd name="T0" fmla="*/ 2 w 36"/>
                  <a:gd name="T1" fmla="*/ 23 h 27"/>
                  <a:gd name="T2" fmla="*/ 0 w 36"/>
                  <a:gd name="T3" fmla="*/ 0 h 27"/>
                  <a:gd name="T4" fmla="*/ 33 w 36"/>
                  <a:gd name="T5" fmla="*/ 4 h 27"/>
                  <a:gd name="T6" fmla="*/ 36 w 36"/>
                  <a:gd name="T7" fmla="*/ 27 h 27"/>
                  <a:gd name="T8" fmla="*/ 2 w 36"/>
                  <a:gd name="T9" fmla="*/ 2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7"/>
                  <a:gd name="T17" fmla="*/ 36 w 36"/>
                  <a:gd name="T18" fmla="*/ 27 h 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7">
                    <a:moveTo>
                      <a:pt x="2" y="23"/>
                    </a:moveTo>
                    <a:lnTo>
                      <a:pt x="0" y="0"/>
                    </a:lnTo>
                    <a:lnTo>
                      <a:pt x="33" y="4"/>
                    </a:lnTo>
                    <a:lnTo>
                      <a:pt x="36" y="27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7" name="Freeform 292"/>
              <p:cNvSpPr>
                <a:spLocks/>
              </p:cNvSpPr>
              <p:nvPr/>
            </p:nvSpPr>
            <p:spPr bwMode="auto">
              <a:xfrm>
                <a:off x="2190" y="2665"/>
                <a:ext cx="106" cy="163"/>
              </a:xfrm>
              <a:custGeom>
                <a:avLst/>
                <a:gdLst>
                  <a:gd name="T0" fmla="*/ 75 w 106"/>
                  <a:gd name="T1" fmla="*/ 0 h 163"/>
                  <a:gd name="T2" fmla="*/ 106 w 106"/>
                  <a:gd name="T3" fmla="*/ 163 h 163"/>
                  <a:gd name="T4" fmla="*/ 0 w 106"/>
                  <a:gd name="T5" fmla="*/ 54 h 163"/>
                  <a:gd name="T6" fmla="*/ 75 w 106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163"/>
                  <a:gd name="T14" fmla="*/ 106 w 106"/>
                  <a:gd name="T15" fmla="*/ 163 h 1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163">
                    <a:moveTo>
                      <a:pt x="75" y="0"/>
                    </a:moveTo>
                    <a:lnTo>
                      <a:pt x="106" y="163"/>
                    </a:lnTo>
                    <a:lnTo>
                      <a:pt x="0" y="5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8" name="Freeform 293"/>
              <p:cNvSpPr>
                <a:spLocks/>
              </p:cNvSpPr>
              <p:nvPr/>
            </p:nvSpPr>
            <p:spPr bwMode="auto">
              <a:xfrm>
                <a:off x="2263" y="2666"/>
                <a:ext cx="40" cy="178"/>
              </a:xfrm>
              <a:custGeom>
                <a:avLst/>
                <a:gdLst>
                  <a:gd name="T0" fmla="*/ 36 w 40"/>
                  <a:gd name="T1" fmla="*/ 158 h 178"/>
                  <a:gd name="T2" fmla="*/ 28 w 40"/>
                  <a:gd name="T3" fmla="*/ 163 h 178"/>
                  <a:gd name="T4" fmla="*/ 0 w 40"/>
                  <a:gd name="T5" fmla="*/ 0 h 178"/>
                  <a:gd name="T6" fmla="*/ 8 w 40"/>
                  <a:gd name="T7" fmla="*/ 0 h 178"/>
                  <a:gd name="T8" fmla="*/ 38 w 40"/>
                  <a:gd name="T9" fmla="*/ 163 h 178"/>
                  <a:gd name="T10" fmla="*/ 32 w 40"/>
                  <a:gd name="T11" fmla="*/ 167 h 178"/>
                  <a:gd name="T12" fmla="*/ 38 w 40"/>
                  <a:gd name="T13" fmla="*/ 163 h 178"/>
                  <a:gd name="T14" fmla="*/ 40 w 40"/>
                  <a:gd name="T15" fmla="*/ 178 h 178"/>
                  <a:gd name="T16" fmla="*/ 32 w 40"/>
                  <a:gd name="T17" fmla="*/ 167 h 178"/>
                  <a:gd name="T18" fmla="*/ 36 w 40"/>
                  <a:gd name="T19" fmla="*/ 158 h 1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0"/>
                  <a:gd name="T31" fmla="*/ 0 h 178"/>
                  <a:gd name="T32" fmla="*/ 40 w 40"/>
                  <a:gd name="T33" fmla="*/ 178 h 1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0" h="178">
                    <a:moveTo>
                      <a:pt x="36" y="158"/>
                    </a:moveTo>
                    <a:lnTo>
                      <a:pt x="28" y="163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38" y="163"/>
                    </a:lnTo>
                    <a:lnTo>
                      <a:pt x="32" y="167"/>
                    </a:lnTo>
                    <a:lnTo>
                      <a:pt x="38" y="163"/>
                    </a:lnTo>
                    <a:lnTo>
                      <a:pt x="40" y="178"/>
                    </a:lnTo>
                    <a:lnTo>
                      <a:pt x="32" y="167"/>
                    </a:lnTo>
                    <a:lnTo>
                      <a:pt x="36" y="15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49" name="Freeform 294"/>
              <p:cNvSpPr>
                <a:spLocks/>
              </p:cNvSpPr>
              <p:nvPr/>
            </p:nvSpPr>
            <p:spPr bwMode="auto">
              <a:xfrm>
                <a:off x="2184" y="2711"/>
                <a:ext cx="115" cy="120"/>
              </a:xfrm>
              <a:custGeom>
                <a:avLst/>
                <a:gdLst>
                  <a:gd name="T0" fmla="*/ 10 w 115"/>
                  <a:gd name="T1" fmla="*/ 12 h 120"/>
                  <a:gd name="T2" fmla="*/ 10 w 115"/>
                  <a:gd name="T3" fmla="*/ 1 h 120"/>
                  <a:gd name="T4" fmla="*/ 115 w 115"/>
                  <a:gd name="T5" fmla="*/ 112 h 120"/>
                  <a:gd name="T6" fmla="*/ 111 w 115"/>
                  <a:gd name="T7" fmla="*/ 120 h 120"/>
                  <a:gd name="T8" fmla="*/ 5 w 115"/>
                  <a:gd name="T9" fmla="*/ 9 h 120"/>
                  <a:gd name="T10" fmla="*/ 5 w 115"/>
                  <a:gd name="T11" fmla="*/ 0 h 120"/>
                  <a:gd name="T12" fmla="*/ 5 w 115"/>
                  <a:gd name="T13" fmla="*/ 9 h 120"/>
                  <a:gd name="T14" fmla="*/ 0 w 115"/>
                  <a:gd name="T15" fmla="*/ 3 h 120"/>
                  <a:gd name="T16" fmla="*/ 5 w 115"/>
                  <a:gd name="T17" fmla="*/ 0 h 120"/>
                  <a:gd name="T18" fmla="*/ 10 w 115"/>
                  <a:gd name="T19" fmla="*/ 1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5"/>
                  <a:gd name="T31" fmla="*/ 0 h 120"/>
                  <a:gd name="T32" fmla="*/ 115 w 115"/>
                  <a:gd name="T33" fmla="*/ 120 h 1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5" h="120">
                    <a:moveTo>
                      <a:pt x="10" y="12"/>
                    </a:moveTo>
                    <a:lnTo>
                      <a:pt x="10" y="1"/>
                    </a:lnTo>
                    <a:lnTo>
                      <a:pt x="115" y="112"/>
                    </a:lnTo>
                    <a:lnTo>
                      <a:pt x="111" y="12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5" y="9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0" name="Freeform 295"/>
              <p:cNvSpPr>
                <a:spLocks/>
              </p:cNvSpPr>
              <p:nvPr/>
            </p:nvSpPr>
            <p:spPr bwMode="auto">
              <a:xfrm>
                <a:off x="2185" y="2657"/>
                <a:ext cx="84" cy="67"/>
              </a:xfrm>
              <a:custGeom>
                <a:avLst/>
                <a:gdLst>
                  <a:gd name="T0" fmla="*/ 75 w 84"/>
                  <a:gd name="T1" fmla="*/ 8 h 67"/>
                  <a:gd name="T2" fmla="*/ 82 w 84"/>
                  <a:gd name="T3" fmla="*/ 15 h 67"/>
                  <a:gd name="T4" fmla="*/ 5 w 84"/>
                  <a:gd name="T5" fmla="*/ 67 h 67"/>
                  <a:gd name="T6" fmla="*/ 0 w 84"/>
                  <a:gd name="T7" fmla="*/ 56 h 67"/>
                  <a:gd name="T8" fmla="*/ 75 w 84"/>
                  <a:gd name="T9" fmla="*/ 3 h 67"/>
                  <a:gd name="T10" fmla="*/ 84 w 84"/>
                  <a:gd name="T11" fmla="*/ 8 h 67"/>
                  <a:gd name="T12" fmla="*/ 75 w 84"/>
                  <a:gd name="T13" fmla="*/ 3 h 67"/>
                  <a:gd name="T14" fmla="*/ 82 w 84"/>
                  <a:gd name="T15" fmla="*/ 0 h 67"/>
                  <a:gd name="T16" fmla="*/ 84 w 84"/>
                  <a:gd name="T17" fmla="*/ 8 h 67"/>
                  <a:gd name="T18" fmla="*/ 75 w 84"/>
                  <a:gd name="T19" fmla="*/ 8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67"/>
                  <a:gd name="T32" fmla="*/ 84 w 84"/>
                  <a:gd name="T33" fmla="*/ 67 h 6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67">
                    <a:moveTo>
                      <a:pt x="75" y="8"/>
                    </a:moveTo>
                    <a:lnTo>
                      <a:pt x="82" y="15"/>
                    </a:lnTo>
                    <a:lnTo>
                      <a:pt x="5" y="67"/>
                    </a:lnTo>
                    <a:lnTo>
                      <a:pt x="0" y="56"/>
                    </a:lnTo>
                    <a:lnTo>
                      <a:pt x="75" y="3"/>
                    </a:lnTo>
                    <a:lnTo>
                      <a:pt x="84" y="8"/>
                    </a:lnTo>
                    <a:lnTo>
                      <a:pt x="75" y="3"/>
                    </a:lnTo>
                    <a:lnTo>
                      <a:pt x="82" y="0"/>
                    </a:lnTo>
                    <a:lnTo>
                      <a:pt x="84" y="8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1" name="Freeform 296"/>
              <p:cNvSpPr>
                <a:spLocks/>
              </p:cNvSpPr>
              <p:nvPr/>
            </p:nvSpPr>
            <p:spPr bwMode="auto">
              <a:xfrm>
                <a:off x="2250" y="2758"/>
                <a:ext cx="30" cy="32"/>
              </a:xfrm>
              <a:custGeom>
                <a:avLst/>
                <a:gdLst>
                  <a:gd name="T0" fmla="*/ 20 w 30"/>
                  <a:gd name="T1" fmla="*/ 0 h 32"/>
                  <a:gd name="T2" fmla="*/ 30 w 30"/>
                  <a:gd name="T3" fmla="*/ 15 h 32"/>
                  <a:gd name="T4" fmla="*/ 9 w 30"/>
                  <a:gd name="T5" fmla="*/ 32 h 32"/>
                  <a:gd name="T6" fmla="*/ 0 w 30"/>
                  <a:gd name="T7" fmla="*/ 15 h 32"/>
                  <a:gd name="T8" fmla="*/ 20 w 30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2"/>
                  <a:gd name="T17" fmla="*/ 30 w 30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2">
                    <a:moveTo>
                      <a:pt x="20" y="0"/>
                    </a:moveTo>
                    <a:lnTo>
                      <a:pt x="30" y="15"/>
                    </a:lnTo>
                    <a:lnTo>
                      <a:pt x="9" y="32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2" name="Freeform 297"/>
              <p:cNvSpPr>
                <a:spLocks/>
              </p:cNvSpPr>
              <p:nvPr/>
            </p:nvSpPr>
            <p:spPr bwMode="auto">
              <a:xfrm>
                <a:off x="2157" y="2547"/>
                <a:ext cx="112" cy="229"/>
              </a:xfrm>
              <a:custGeom>
                <a:avLst/>
                <a:gdLst>
                  <a:gd name="T0" fmla="*/ 25 w 112"/>
                  <a:gd name="T1" fmla="*/ 0 h 229"/>
                  <a:gd name="T2" fmla="*/ 25 w 112"/>
                  <a:gd name="T3" fmla="*/ 0 h 229"/>
                  <a:gd name="T4" fmla="*/ 35 w 112"/>
                  <a:gd name="T5" fmla="*/ 27 h 229"/>
                  <a:gd name="T6" fmla="*/ 44 w 112"/>
                  <a:gd name="T7" fmla="*/ 56 h 229"/>
                  <a:gd name="T8" fmla="*/ 54 w 112"/>
                  <a:gd name="T9" fmla="*/ 84 h 229"/>
                  <a:gd name="T10" fmla="*/ 64 w 112"/>
                  <a:gd name="T11" fmla="*/ 111 h 229"/>
                  <a:gd name="T12" fmla="*/ 75 w 112"/>
                  <a:gd name="T13" fmla="*/ 136 h 229"/>
                  <a:gd name="T14" fmla="*/ 86 w 112"/>
                  <a:gd name="T15" fmla="*/ 162 h 229"/>
                  <a:gd name="T16" fmla="*/ 99 w 112"/>
                  <a:gd name="T17" fmla="*/ 188 h 229"/>
                  <a:gd name="T18" fmla="*/ 112 w 112"/>
                  <a:gd name="T19" fmla="*/ 212 h 229"/>
                  <a:gd name="T20" fmla="*/ 91 w 112"/>
                  <a:gd name="T21" fmla="*/ 229 h 229"/>
                  <a:gd name="T22" fmla="*/ 77 w 112"/>
                  <a:gd name="T23" fmla="*/ 204 h 229"/>
                  <a:gd name="T24" fmla="*/ 64 w 112"/>
                  <a:gd name="T25" fmla="*/ 176 h 229"/>
                  <a:gd name="T26" fmla="*/ 51 w 112"/>
                  <a:gd name="T27" fmla="*/ 150 h 229"/>
                  <a:gd name="T28" fmla="*/ 40 w 112"/>
                  <a:gd name="T29" fmla="*/ 120 h 229"/>
                  <a:gd name="T30" fmla="*/ 29 w 112"/>
                  <a:gd name="T31" fmla="*/ 94 h 229"/>
                  <a:gd name="T32" fmla="*/ 19 w 112"/>
                  <a:gd name="T33" fmla="*/ 65 h 229"/>
                  <a:gd name="T34" fmla="*/ 8 w 112"/>
                  <a:gd name="T35" fmla="*/ 36 h 229"/>
                  <a:gd name="T36" fmla="*/ 0 w 112"/>
                  <a:gd name="T37" fmla="*/ 6 h 229"/>
                  <a:gd name="T38" fmla="*/ 25 w 112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2"/>
                  <a:gd name="T61" fmla="*/ 0 h 229"/>
                  <a:gd name="T62" fmla="*/ 112 w 112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2" h="229">
                    <a:moveTo>
                      <a:pt x="25" y="0"/>
                    </a:moveTo>
                    <a:lnTo>
                      <a:pt x="25" y="0"/>
                    </a:lnTo>
                    <a:lnTo>
                      <a:pt x="35" y="27"/>
                    </a:lnTo>
                    <a:lnTo>
                      <a:pt x="44" y="56"/>
                    </a:lnTo>
                    <a:lnTo>
                      <a:pt x="54" y="84"/>
                    </a:lnTo>
                    <a:lnTo>
                      <a:pt x="64" y="111"/>
                    </a:lnTo>
                    <a:lnTo>
                      <a:pt x="75" y="136"/>
                    </a:lnTo>
                    <a:lnTo>
                      <a:pt x="86" y="162"/>
                    </a:lnTo>
                    <a:lnTo>
                      <a:pt x="99" y="188"/>
                    </a:lnTo>
                    <a:lnTo>
                      <a:pt x="112" y="212"/>
                    </a:lnTo>
                    <a:lnTo>
                      <a:pt x="91" y="229"/>
                    </a:lnTo>
                    <a:lnTo>
                      <a:pt x="77" y="204"/>
                    </a:lnTo>
                    <a:lnTo>
                      <a:pt x="64" y="176"/>
                    </a:lnTo>
                    <a:lnTo>
                      <a:pt x="51" y="150"/>
                    </a:lnTo>
                    <a:lnTo>
                      <a:pt x="40" y="120"/>
                    </a:lnTo>
                    <a:lnTo>
                      <a:pt x="29" y="94"/>
                    </a:lnTo>
                    <a:lnTo>
                      <a:pt x="19" y="65"/>
                    </a:lnTo>
                    <a:lnTo>
                      <a:pt x="8" y="36"/>
                    </a:lnTo>
                    <a:lnTo>
                      <a:pt x="0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3" name="Freeform 298"/>
              <p:cNvSpPr>
                <a:spLocks/>
              </p:cNvSpPr>
              <p:nvPr/>
            </p:nvSpPr>
            <p:spPr bwMode="auto">
              <a:xfrm>
                <a:off x="2115" y="2345"/>
                <a:ext cx="63" cy="205"/>
              </a:xfrm>
              <a:custGeom>
                <a:avLst/>
                <a:gdLst>
                  <a:gd name="T0" fmla="*/ 28 w 63"/>
                  <a:gd name="T1" fmla="*/ 3 h 205"/>
                  <a:gd name="T2" fmla="*/ 31 w 63"/>
                  <a:gd name="T3" fmla="*/ 27 h 205"/>
                  <a:gd name="T4" fmla="*/ 33 w 63"/>
                  <a:gd name="T5" fmla="*/ 51 h 205"/>
                  <a:gd name="T6" fmla="*/ 36 w 63"/>
                  <a:gd name="T7" fmla="*/ 76 h 205"/>
                  <a:gd name="T8" fmla="*/ 41 w 63"/>
                  <a:gd name="T9" fmla="*/ 100 h 205"/>
                  <a:gd name="T10" fmla="*/ 46 w 63"/>
                  <a:gd name="T11" fmla="*/ 124 h 205"/>
                  <a:gd name="T12" fmla="*/ 50 w 63"/>
                  <a:gd name="T13" fmla="*/ 148 h 205"/>
                  <a:gd name="T14" fmla="*/ 57 w 63"/>
                  <a:gd name="T15" fmla="*/ 173 h 205"/>
                  <a:gd name="T16" fmla="*/ 63 w 63"/>
                  <a:gd name="T17" fmla="*/ 199 h 205"/>
                  <a:gd name="T18" fmla="*/ 39 w 63"/>
                  <a:gd name="T19" fmla="*/ 205 h 205"/>
                  <a:gd name="T20" fmla="*/ 30 w 63"/>
                  <a:gd name="T21" fmla="*/ 179 h 205"/>
                  <a:gd name="T22" fmla="*/ 25 w 63"/>
                  <a:gd name="T23" fmla="*/ 154 h 205"/>
                  <a:gd name="T24" fmla="*/ 18 w 63"/>
                  <a:gd name="T25" fmla="*/ 126 h 205"/>
                  <a:gd name="T26" fmla="*/ 14 w 63"/>
                  <a:gd name="T27" fmla="*/ 101 h 205"/>
                  <a:gd name="T28" fmla="*/ 9 w 63"/>
                  <a:gd name="T29" fmla="*/ 76 h 205"/>
                  <a:gd name="T30" fmla="*/ 4 w 63"/>
                  <a:gd name="T31" fmla="*/ 51 h 205"/>
                  <a:gd name="T32" fmla="*/ 2 w 63"/>
                  <a:gd name="T33" fmla="*/ 24 h 205"/>
                  <a:gd name="T34" fmla="*/ 0 w 63"/>
                  <a:gd name="T35" fmla="*/ 0 h 205"/>
                  <a:gd name="T36" fmla="*/ 28 w 63"/>
                  <a:gd name="T37" fmla="*/ 3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3"/>
                  <a:gd name="T58" fmla="*/ 0 h 205"/>
                  <a:gd name="T59" fmla="*/ 63 w 6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3" h="205">
                    <a:moveTo>
                      <a:pt x="28" y="3"/>
                    </a:moveTo>
                    <a:lnTo>
                      <a:pt x="31" y="27"/>
                    </a:lnTo>
                    <a:lnTo>
                      <a:pt x="33" y="51"/>
                    </a:lnTo>
                    <a:lnTo>
                      <a:pt x="36" y="76"/>
                    </a:lnTo>
                    <a:lnTo>
                      <a:pt x="41" y="100"/>
                    </a:lnTo>
                    <a:lnTo>
                      <a:pt x="46" y="124"/>
                    </a:lnTo>
                    <a:lnTo>
                      <a:pt x="50" y="148"/>
                    </a:lnTo>
                    <a:lnTo>
                      <a:pt x="57" y="173"/>
                    </a:lnTo>
                    <a:lnTo>
                      <a:pt x="63" y="199"/>
                    </a:lnTo>
                    <a:lnTo>
                      <a:pt x="39" y="205"/>
                    </a:lnTo>
                    <a:lnTo>
                      <a:pt x="30" y="179"/>
                    </a:lnTo>
                    <a:lnTo>
                      <a:pt x="25" y="154"/>
                    </a:lnTo>
                    <a:lnTo>
                      <a:pt x="18" y="126"/>
                    </a:lnTo>
                    <a:lnTo>
                      <a:pt x="14" y="101"/>
                    </a:lnTo>
                    <a:lnTo>
                      <a:pt x="9" y="76"/>
                    </a:lnTo>
                    <a:lnTo>
                      <a:pt x="4" y="51"/>
                    </a:lnTo>
                    <a:lnTo>
                      <a:pt x="2" y="24"/>
                    </a:lnTo>
                    <a:lnTo>
                      <a:pt x="0" y="0"/>
                    </a:lnTo>
                    <a:lnTo>
                      <a:pt x="28" y="3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4" name="Freeform 299"/>
              <p:cNvSpPr>
                <a:spLocks/>
              </p:cNvSpPr>
              <p:nvPr/>
            </p:nvSpPr>
            <p:spPr bwMode="auto">
              <a:xfrm>
                <a:off x="2111" y="2328"/>
                <a:ext cx="30" cy="21"/>
              </a:xfrm>
              <a:custGeom>
                <a:avLst/>
                <a:gdLst>
                  <a:gd name="T0" fmla="*/ 1 w 30"/>
                  <a:gd name="T1" fmla="*/ 18 h 21"/>
                  <a:gd name="T2" fmla="*/ 0 w 30"/>
                  <a:gd name="T3" fmla="*/ 0 h 21"/>
                  <a:gd name="T4" fmla="*/ 29 w 30"/>
                  <a:gd name="T5" fmla="*/ 3 h 21"/>
                  <a:gd name="T6" fmla="*/ 30 w 30"/>
                  <a:gd name="T7" fmla="*/ 21 h 21"/>
                  <a:gd name="T8" fmla="*/ 1 w 30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1"/>
                  <a:gd name="T17" fmla="*/ 30 w 3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1">
                    <a:moveTo>
                      <a:pt x="1" y="18"/>
                    </a:moveTo>
                    <a:lnTo>
                      <a:pt x="0" y="0"/>
                    </a:lnTo>
                    <a:lnTo>
                      <a:pt x="29" y="3"/>
                    </a:lnTo>
                    <a:lnTo>
                      <a:pt x="30" y="21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7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5" name="Freeform 300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6" name="Freeform 301"/>
              <p:cNvSpPr>
                <a:spLocks/>
              </p:cNvSpPr>
              <p:nvPr/>
            </p:nvSpPr>
            <p:spPr bwMode="auto">
              <a:xfrm>
                <a:off x="2274" y="2698"/>
                <a:ext cx="56" cy="186"/>
              </a:xfrm>
              <a:custGeom>
                <a:avLst/>
                <a:gdLst>
                  <a:gd name="T0" fmla="*/ 47 w 56"/>
                  <a:gd name="T1" fmla="*/ 156 h 186"/>
                  <a:gd name="T2" fmla="*/ 36 w 56"/>
                  <a:gd name="T3" fmla="*/ 165 h 186"/>
                  <a:gd name="T4" fmla="*/ 0 w 56"/>
                  <a:gd name="T5" fmla="*/ 3 h 186"/>
                  <a:gd name="T6" fmla="*/ 15 w 56"/>
                  <a:gd name="T7" fmla="*/ 0 h 186"/>
                  <a:gd name="T8" fmla="*/ 51 w 56"/>
                  <a:gd name="T9" fmla="*/ 163 h 186"/>
                  <a:gd name="T10" fmla="*/ 40 w 56"/>
                  <a:gd name="T11" fmla="*/ 170 h 186"/>
                  <a:gd name="T12" fmla="*/ 51 w 56"/>
                  <a:gd name="T13" fmla="*/ 163 h 186"/>
                  <a:gd name="T14" fmla="*/ 56 w 56"/>
                  <a:gd name="T15" fmla="*/ 186 h 186"/>
                  <a:gd name="T16" fmla="*/ 40 w 56"/>
                  <a:gd name="T17" fmla="*/ 170 h 186"/>
                  <a:gd name="T18" fmla="*/ 47 w 56"/>
                  <a:gd name="T19" fmla="*/ 156 h 1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6"/>
                  <a:gd name="T31" fmla="*/ 0 h 186"/>
                  <a:gd name="T32" fmla="*/ 56 w 56"/>
                  <a:gd name="T33" fmla="*/ 186 h 18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6" h="186">
                    <a:moveTo>
                      <a:pt x="47" y="156"/>
                    </a:moveTo>
                    <a:lnTo>
                      <a:pt x="36" y="165"/>
                    </a:lnTo>
                    <a:lnTo>
                      <a:pt x="0" y="3"/>
                    </a:lnTo>
                    <a:lnTo>
                      <a:pt x="15" y="0"/>
                    </a:lnTo>
                    <a:lnTo>
                      <a:pt x="51" y="163"/>
                    </a:lnTo>
                    <a:lnTo>
                      <a:pt x="40" y="170"/>
                    </a:lnTo>
                    <a:lnTo>
                      <a:pt x="51" y="163"/>
                    </a:lnTo>
                    <a:lnTo>
                      <a:pt x="56" y="186"/>
                    </a:lnTo>
                    <a:lnTo>
                      <a:pt x="40" y="170"/>
                    </a:lnTo>
                    <a:lnTo>
                      <a:pt x="47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7" name="Freeform 302"/>
              <p:cNvSpPr>
                <a:spLocks/>
              </p:cNvSpPr>
              <p:nvPr/>
            </p:nvSpPr>
            <p:spPr bwMode="auto">
              <a:xfrm>
                <a:off x="2196" y="2749"/>
                <a:ext cx="124" cy="119"/>
              </a:xfrm>
              <a:custGeom>
                <a:avLst/>
                <a:gdLst>
                  <a:gd name="T0" fmla="*/ 19 w 124"/>
                  <a:gd name="T1" fmla="*/ 17 h 119"/>
                  <a:gd name="T2" fmla="*/ 17 w 124"/>
                  <a:gd name="T3" fmla="*/ 1 h 119"/>
                  <a:gd name="T4" fmla="*/ 124 w 124"/>
                  <a:gd name="T5" fmla="*/ 103 h 119"/>
                  <a:gd name="T6" fmla="*/ 118 w 124"/>
                  <a:gd name="T7" fmla="*/ 119 h 119"/>
                  <a:gd name="T8" fmla="*/ 11 w 124"/>
                  <a:gd name="T9" fmla="*/ 16 h 119"/>
                  <a:gd name="T10" fmla="*/ 9 w 124"/>
                  <a:gd name="T11" fmla="*/ 0 h 119"/>
                  <a:gd name="T12" fmla="*/ 11 w 124"/>
                  <a:gd name="T13" fmla="*/ 16 h 119"/>
                  <a:gd name="T14" fmla="*/ 0 w 124"/>
                  <a:gd name="T15" fmla="*/ 6 h 119"/>
                  <a:gd name="T16" fmla="*/ 9 w 124"/>
                  <a:gd name="T17" fmla="*/ 0 h 119"/>
                  <a:gd name="T18" fmla="*/ 19 w 124"/>
                  <a:gd name="T19" fmla="*/ 17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119"/>
                  <a:gd name="T32" fmla="*/ 124 w 124"/>
                  <a:gd name="T33" fmla="*/ 119 h 1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119">
                    <a:moveTo>
                      <a:pt x="19" y="17"/>
                    </a:moveTo>
                    <a:lnTo>
                      <a:pt x="17" y="1"/>
                    </a:lnTo>
                    <a:lnTo>
                      <a:pt x="124" y="103"/>
                    </a:lnTo>
                    <a:lnTo>
                      <a:pt x="118" y="119"/>
                    </a:lnTo>
                    <a:lnTo>
                      <a:pt x="11" y="16"/>
                    </a:lnTo>
                    <a:lnTo>
                      <a:pt x="9" y="0"/>
                    </a:lnTo>
                    <a:lnTo>
                      <a:pt x="11" y="16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8" name="Freeform 303"/>
              <p:cNvSpPr>
                <a:spLocks/>
              </p:cNvSpPr>
              <p:nvPr/>
            </p:nvSpPr>
            <p:spPr bwMode="auto">
              <a:xfrm>
                <a:off x="2204" y="2683"/>
                <a:ext cx="84" cy="82"/>
              </a:xfrm>
              <a:custGeom>
                <a:avLst/>
                <a:gdLst>
                  <a:gd name="T0" fmla="*/ 70 w 84"/>
                  <a:gd name="T1" fmla="*/ 18 h 82"/>
                  <a:gd name="T2" fmla="*/ 82 w 84"/>
                  <a:gd name="T3" fmla="*/ 24 h 82"/>
                  <a:gd name="T4" fmla="*/ 8 w 84"/>
                  <a:gd name="T5" fmla="*/ 82 h 82"/>
                  <a:gd name="T6" fmla="*/ 0 w 84"/>
                  <a:gd name="T7" fmla="*/ 65 h 82"/>
                  <a:gd name="T8" fmla="*/ 72 w 84"/>
                  <a:gd name="T9" fmla="*/ 7 h 82"/>
                  <a:gd name="T10" fmla="*/ 84 w 84"/>
                  <a:gd name="T11" fmla="*/ 15 h 82"/>
                  <a:gd name="T12" fmla="*/ 72 w 84"/>
                  <a:gd name="T13" fmla="*/ 7 h 82"/>
                  <a:gd name="T14" fmla="*/ 81 w 84"/>
                  <a:gd name="T15" fmla="*/ 0 h 82"/>
                  <a:gd name="T16" fmla="*/ 84 w 84"/>
                  <a:gd name="T17" fmla="*/ 15 h 82"/>
                  <a:gd name="T18" fmla="*/ 70 w 84"/>
                  <a:gd name="T19" fmla="*/ 18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4"/>
                  <a:gd name="T31" fmla="*/ 0 h 82"/>
                  <a:gd name="T32" fmla="*/ 84 w 84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4" h="82">
                    <a:moveTo>
                      <a:pt x="70" y="18"/>
                    </a:moveTo>
                    <a:lnTo>
                      <a:pt x="82" y="24"/>
                    </a:lnTo>
                    <a:lnTo>
                      <a:pt x="8" y="82"/>
                    </a:lnTo>
                    <a:lnTo>
                      <a:pt x="0" y="65"/>
                    </a:lnTo>
                    <a:lnTo>
                      <a:pt x="72" y="7"/>
                    </a:lnTo>
                    <a:lnTo>
                      <a:pt x="84" y="15"/>
                    </a:lnTo>
                    <a:lnTo>
                      <a:pt x="72" y="7"/>
                    </a:lnTo>
                    <a:lnTo>
                      <a:pt x="81" y="0"/>
                    </a:lnTo>
                    <a:lnTo>
                      <a:pt x="84" y="15"/>
                    </a:lnTo>
                    <a:lnTo>
                      <a:pt x="70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59" name="Freeform 304"/>
              <p:cNvSpPr>
                <a:spLocks/>
              </p:cNvSpPr>
              <p:nvPr/>
            </p:nvSpPr>
            <p:spPr bwMode="auto">
              <a:xfrm>
                <a:off x="2278" y="2803"/>
                <a:ext cx="35" cy="42"/>
              </a:xfrm>
              <a:custGeom>
                <a:avLst/>
                <a:gdLst>
                  <a:gd name="T0" fmla="*/ 24 w 35"/>
                  <a:gd name="T1" fmla="*/ 0 h 42"/>
                  <a:gd name="T2" fmla="*/ 35 w 35"/>
                  <a:gd name="T3" fmla="*/ 19 h 42"/>
                  <a:gd name="T4" fmla="*/ 10 w 35"/>
                  <a:gd name="T5" fmla="*/ 42 h 42"/>
                  <a:gd name="T6" fmla="*/ 0 w 35"/>
                  <a:gd name="T7" fmla="*/ 23 h 42"/>
                  <a:gd name="T8" fmla="*/ 24 w 35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42"/>
                  <a:gd name="T17" fmla="*/ 35 w 35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42">
                    <a:moveTo>
                      <a:pt x="24" y="0"/>
                    </a:moveTo>
                    <a:lnTo>
                      <a:pt x="35" y="19"/>
                    </a:lnTo>
                    <a:lnTo>
                      <a:pt x="10" y="42"/>
                    </a:lnTo>
                    <a:lnTo>
                      <a:pt x="0" y="2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0" name="Freeform 305"/>
              <p:cNvSpPr>
                <a:spLocks/>
              </p:cNvSpPr>
              <p:nvPr/>
            </p:nvSpPr>
            <p:spPr bwMode="auto">
              <a:xfrm>
                <a:off x="2173" y="2593"/>
                <a:ext cx="125" cy="229"/>
              </a:xfrm>
              <a:custGeom>
                <a:avLst/>
                <a:gdLst>
                  <a:gd name="T0" fmla="*/ 31 w 125"/>
                  <a:gd name="T1" fmla="*/ 0 h 229"/>
                  <a:gd name="T2" fmla="*/ 31 w 125"/>
                  <a:gd name="T3" fmla="*/ 0 h 229"/>
                  <a:gd name="T4" fmla="*/ 40 w 125"/>
                  <a:gd name="T5" fmla="*/ 27 h 229"/>
                  <a:gd name="T6" fmla="*/ 51 w 125"/>
                  <a:gd name="T7" fmla="*/ 56 h 229"/>
                  <a:gd name="T8" fmla="*/ 61 w 125"/>
                  <a:gd name="T9" fmla="*/ 82 h 229"/>
                  <a:gd name="T10" fmla="*/ 73 w 125"/>
                  <a:gd name="T11" fmla="*/ 109 h 229"/>
                  <a:gd name="T12" fmla="*/ 85 w 125"/>
                  <a:gd name="T13" fmla="*/ 134 h 229"/>
                  <a:gd name="T14" fmla="*/ 97 w 125"/>
                  <a:gd name="T15" fmla="*/ 159 h 229"/>
                  <a:gd name="T16" fmla="*/ 111 w 125"/>
                  <a:gd name="T17" fmla="*/ 184 h 229"/>
                  <a:gd name="T18" fmla="*/ 125 w 125"/>
                  <a:gd name="T19" fmla="*/ 208 h 229"/>
                  <a:gd name="T20" fmla="*/ 99 w 125"/>
                  <a:gd name="T21" fmla="*/ 229 h 229"/>
                  <a:gd name="T22" fmla="*/ 85 w 125"/>
                  <a:gd name="T23" fmla="*/ 205 h 229"/>
                  <a:gd name="T24" fmla="*/ 71 w 125"/>
                  <a:gd name="T25" fmla="*/ 178 h 229"/>
                  <a:gd name="T26" fmla="*/ 58 w 125"/>
                  <a:gd name="T27" fmla="*/ 151 h 229"/>
                  <a:gd name="T28" fmla="*/ 45 w 125"/>
                  <a:gd name="T29" fmla="*/ 125 h 229"/>
                  <a:gd name="T30" fmla="*/ 33 w 125"/>
                  <a:gd name="T31" fmla="*/ 97 h 229"/>
                  <a:gd name="T32" fmla="*/ 20 w 125"/>
                  <a:gd name="T33" fmla="*/ 68 h 229"/>
                  <a:gd name="T34" fmla="*/ 11 w 125"/>
                  <a:gd name="T35" fmla="*/ 39 h 229"/>
                  <a:gd name="T36" fmla="*/ 0 w 125"/>
                  <a:gd name="T37" fmla="*/ 9 h 229"/>
                  <a:gd name="T38" fmla="*/ 31 w 125"/>
                  <a:gd name="T39" fmla="*/ 0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29"/>
                  <a:gd name="T62" fmla="*/ 125 w 125"/>
                  <a:gd name="T63" fmla="*/ 229 h 2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29">
                    <a:moveTo>
                      <a:pt x="31" y="0"/>
                    </a:moveTo>
                    <a:lnTo>
                      <a:pt x="31" y="0"/>
                    </a:lnTo>
                    <a:lnTo>
                      <a:pt x="40" y="27"/>
                    </a:lnTo>
                    <a:lnTo>
                      <a:pt x="51" y="56"/>
                    </a:lnTo>
                    <a:lnTo>
                      <a:pt x="61" y="82"/>
                    </a:lnTo>
                    <a:lnTo>
                      <a:pt x="73" y="109"/>
                    </a:lnTo>
                    <a:lnTo>
                      <a:pt x="85" y="134"/>
                    </a:lnTo>
                    <a:lnTo>
                      <a:pt x="97" y="159"/>
                    </a:lnTo>
                    <a:lnTo>
                      <a:pt x="111" y="184"/>
                    </a:lnTo>
                    <a:lnTo>
                      <a:pt x="125" y="208"/>
                    </a:lnTo>
                    <a:lnTo>
                      <a:pt x="99" y="229"/>
                    </a:lnTo>
                    <a:lnTo>
                      <a:pt x="85" y="205"/>
                    </a:lnTo>
                    <a:lnTo>
                      <a:pt x="71" y="178"/>
                    </a:lnTo>
                    <a:lnTo>
                      <a:pt x="58" y="151"/>
                    </a:lnTo>
                    <a:lnTo>
                      <a:pt x="45" y="125"/>
                    </a:lnTo>
                    <a:lnTo>
                      <a:pt x="33" y="97"/>
                    </a:lnTo>
                    <a:lnTo>
                      <a:pt x="20" y="68"/>
                    </a:lnTo>
                    <a:lnTo>
                      <a:pt x="11" y="3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1" name="Freeform 306"/>
              <p:cNvSpPr>
                <a:spLocks/>
              </p:cNvSpPr>
              <p:nvPr/>
            </p:nvSpPr>
            <p:spPr bwMode="auto">
              <a:xfrm>
                <a:off x="2126" y="2396"/>
                <a:ext cx="76" cy="206"/>
              </a:xfrm>
              <a:custGeom>
                <a:avLst/>
                <a:gdLst>
                  <a:gd name="T0" fmla="*/ 33 w 76"/>
                  <a:gd name="T1" fmla="*/ 2 h 206"/>
                  <a:gd name="T2" fmla="*/ 36 w 76"/>
                  <a:gd name="T3" fmla="*/ 26 h 206"/>
                  <a:gd name="T4" fmla="*/ 39 w 76"/>
                  <a:gd name="T5" fmla="*/ 50 h 206"/>
                  <a:gd name="T6" fmla="*/ 44 w 76"/>
                  <a:gd name="T7" fmla="*/ 75 h 206"/>
                  <a:gd name="T8" fmla="*/ 48 w 76"/>
                  <a:gd name="T9" fmla="*/ 98 h 206"/>
                  <a:gd name="T10" fmla="*/ 54 w 76"/>
                  <a:gd name="T11" fmla="*/ 122 h 206"/>
                  <a:gd name="T12" fmla="*/ 61 w 76"/>
                  <a:gd name="T13" fmla="*/ 146 h 206"/>
                  <a:gd name="T14" fmla="*/ 67 w 76"/>
                  <a:gd name="T15" fmla="*/ 172 h 206"/>
                  <a:gd name="T16" fmla="*/ 76 w 76"/>
                  <a:gd name="T17" fmla="*/ 197 h 206"/>
                  <a:gd name="T18" fmla="*/ 45 w 76"/>
                  <a:gd name="T19" fmla="*/ 206 h 206"/>
                  <a:gd name="T20" fmla="*/ 37 w 76"/>
                  <a:gd name="T21" fmla="*/ 181 h 206"/>
                  <a:gd name="T22" fmla="*/ 31 w 76"/>
                  <a:gd name="T23" fmla="*/ 155 h 206"/>
                  <a:gd name="T24" fmla="*/ 23 w 76"/>
                  <a:gd name="T25" fmla="*/ 128 h 206"/>
                  <a:gd name="T26" fmla="*/ 18 w 76"/>
                  <a:gd name="T27" fmla="*/ 102 h 206"/>
                  <a:gd name="T28" fmla="*/ 13 w 76"/>
                  <a:gd name="T29" fmla="*/ 77 h 206"/>
                  <a:gd name="T30" fmla="*/ 8 w 76"/>
                  <a:gd name="T31" fmla="*/ 50 h 206"/>
                  <a:gd name="T32" fmla="*/ 3 w 76"/>
                  <a:gd name="T33" fmla="*/ 25 h 206"/>
                  <a:gd name="T34" fmla="*/ 0 w 76"/>
                  <a:gd name="T35" fmla="*/ 0 h 206"/>
                  <a:gd name="T36" fmla="*/ 33 w 76"/>
                  <a:gd name="T37" fmla="*/ 2 h 2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206"/>
                  <a:gd name="T59" fmla="*/ 76 w 76"/>
                  <a:gd name="T60" fmla="*/ 206 h 20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206">
                    <a:moveTo>
                      <a:pt x="33" y="2"/>
                    </a:moveTo>
                    <a:lnTo>
                      <a:pt x="36" y="26"/>
                    </a:lnTo>
                    <a:lnTo>
                      <a:pt x="39" y="50"/>
                    </a:lnTo>
                    <a:lnTo>
                      <a:pt x="44" y="75"/>
                    </a:lnTo>
                    <a:lnTo>
                      <a:pt x="48" y="98"/>
                    </a:lnTo>
                    <a:lnTo>
                      <a:pt x="54" y="122"/>
                    </a:lnTo>
                    <a:lnTo>
                      <a:pt x="61" y="146"/>
                    </a:lnTo>
                    <a:lnTo>
                      <a:pt x="67" y="172"/>
                    </a:lnTo>
                    <a:lnTo>
                      <a:pt x="76" y="197"/>
                    </a:lnTo>
                    <a:lnTo>
                      <a:pt x="45" y="206"/>
                    </a:lnTo>
                    <a:lnTo>
                      <a:pt x="37" y="181"/>
                    </a:lnTo>
                    <a:lnTo>
                      <a:pt x="31" y="155"/>
                    </a:lnTo>
                    <a:lnTo>
                      <a:pt x="23" y="128"/>
                    </a:lnTo>
                    <a:lnTo>
                      <a:pt x="18" y="102"/>
                    </a:lnTo>
                    <a:lnTo>
                      <a:pt x="13" y="77"/>
                    </a:lnTo>
                    <a:lnTo>
                      <a:pt x="8" y="50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2" name="Freeform 307"/>
              <p:cNvSpPr>
                <a:spLocks/>
              </p:cNvSpPr>
              <p:nvPr/>
            </p:nvSpPr>
            <p:spPr bwMode="auto">
              <a:xfrm>
                <a:off x="2120" y="2373"/>
                <a:ext cx="34" cy="24"/>
              </a:xfrm>
              <a:custGeom>
                <a:avLst/>
                <a:gdLst>
                  <a:gd name="T0" fmla="*/ 3 w 34"/>
                  <a:gd name="T1" fmla="*/ 22 h 24"/>
                  <a:gd name="T2" fmla="*/ 0 w 34"/>
                  <a:gd name="T3" fmla="*/ 0 h 24"/>
                  <a:gd name="T4" fmla="*/ 31 w 34"/>
                  <a:gd name="T5" fmla="*/ 2 h 24"/>
                  <a:gd name="T6" fmla="*/ 34 w 34"/>
                  <a:gd name="T7" fmla="*/ 24 h 24"/>
                  <a:gd name="T8" fmla="*/ 3 w 34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24"/>
                  <a:gd name="T17" fmla="*/ 34 w 34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24">
                    <a:moveTo>
                      <a:pt x="3" y="22"/>
                    </a:moveTo>
                    <a:lnTo>
                      <a:pt x="0" y="0"/>
                    </a:lnTo>
                    <a:lnTo>
                      <a:pt x="31" y="2"/>
                    </a:lnTo>
                    <a:lnTo>
                      <a:pt x="34" y="24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3" name="Freeform 308"/>
              <p:cNvSpPr>
                <a:spLocks/>
              </p:cNvSpPr>
              <p:nvPr/>
            </p:nvSpPr>
            <p:spPr bwMode="auto">
              <a:xfrm>
                <a:off x="2211" y="2698"/>
                <a:ext cx="108" cy="162"/>
              </a:xfrm>
              <a:custGeom>
                <a:avLst/>
                <a:gdLst>
                  <a:gd name="T0" fmla="*/ 72 w 108"/>
                  <a:gd name="T1" fmla="*/ 0 h 162"/>
                  <a:gd name="T2" fmla="*/ 108 w 108"/>
                  <a:gd name="T3" fmla="*/ 162 h 162"/>
                  <a:gd name="T4" fmla="*/ 0 w 108"/>
                  <a:gd name="T5" fmla="*/ 59 h 162"/>
                  <a:gd name="T6" fmla="*/ 72 w 108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162"/>
                  <a:gd name="T14" fmla="*/ 108 w 108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162">
                    <a:moveTo>
                      <a:pt x="72" y="0"/>
                    </a:moveTo>
                    <a:lnTo>
                      <a:pt x="108" y="162"/>
                    </a:lnTo>
                    <a:lnTo>
                      <a:pt x="0" y="5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4" name="Freeform 309"/>
              <p:cNvSpPr>
                <a:spLocks/>
              </p:cNvSpPr>
              <p:nvPr/>
            </p:nvSpPr>
            <p:spPr bwMode="auto">
              <a:xfrm>
                <a:off x="2278" y="2698"/>
                <a:ext cx="47" cy="176"/>
              </a:xfrm>
              <a:custGeom>
                <a:avLst/>
                <a:gdLst>
                  <a:gd name="T0" fmla="*/ 42 w 47"/>
                  <a:gd name="T1" fmla="*/ 156 h 176"/>
                  <a:gd name="T2" fmla="*/ 35 w 47"/>
                  <a:gd name="T3" fmla="*/ 163 h 176"/>
                  <a:gd name="T4" fmla="*/ 0 w 47"/>
                  <a:gd name="T5" fmla="*/ 1 h 176"/>
                  <a:gd name="T6" fmla="*/ 8 w 47"/>
                  <a:gd name="T7" fmla="*/ 0 h 176"/>
                  <a:gd name="T8" fmla="*/ 44 w 47"/>
                  <a:gd name="T9" fmla="*/ 161 h 176"/>
                  <a:gd name="T10" fmla="*/ 37 w 47"/>
                  <a:gd name="T11" fmla="*/ 167 h 176"/>
                  <a:gd name="T12" fmla="*/ 44 w 47"/>
                  <a:gd name="T13" fmla="*/ 161 h 176"/>
                  <a:gd name="T14" fmla="*/ 47 w 47"/>
                  <a:gd name="T15" fmla="*/ 176 h 176"/>
                  <a:gd name="T16" fmla="*/ 37 w 47"/>
                  <a:gd name="T17" fmla="*/ 167 h 176"/>
                  <a:gd name="T18" fmla="*/ 42 w 47"/>
                  <a:gd name="T19" fmla="*/ 156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176"/>
                  <a:gd name="T32" fmla="*/ 47 w 47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176">
                    <a:moveTo>
                      <a:pt x="42" y="156"/>
                    </a:moveTo>
                    <a:lnTo>
                      <a:pt x="35" y="163"/>
                    </a:lnTo>
                    <a:lnTo>
                      <a:pt x="0" y="1"/>
                    </a:lnTo>
                    <a:lnTo>
                      <a:pt x="8" y="0"/>
                    </a:lnTo>
                    <a:lnTo>
                      <a:pt x="44" y="161"/>
                    </a:lnTo>
                    <a:lnTo>
                      <a:pt x="37" y="167"/>
                    </a:lnTo>
                    <a:lnTo>
                      <a:pt x="44" y="161"/>
                    </a:lnTo>
                    <a:lnTo>
                      <a:pt x="47" y="176"/>
                    </a:lnTo>
                    <a:lnTo>
                      <a:pt x="37" y="167"/>
                    </a:lnTo>
                    <a:lnTo>
                      <a:pt x="42" y="156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5" name="Freeform 310"/>
              <p:cNvSpPr>
                <a:spLocks/>
              </p:cNvSpPr>
              <p:nvPr/>
            </p:nvSpPr>
            <p:spPr bwMode="auto">
              <a:xfrm>
                <a:off x="2201" y="2750"/>
                <a:ext cx="118" cy="114"/>
              </a:xfrm>
              <a:custGeom>
                <a:avLst/>
                <a:gdLst>
                  <a:gd name="T0" fmla="*/ 10 w 118"/>
                  <a:gd name="T1" fmla="*/ 10 h 114"/>
                  <a:gd name="T2" fmla="*/ 10 w 118"/>
                  <a:gd name="T3" fmla="*/ 0 h 114"/>
                  <a:gd name="T4" fmla="*/ 118 w 118"/>
                  <a:gd name="T5" fmla="*/ 104 h 114"/>
                  <a:gd name="T6" fmla="*/ 114 w 118"/>
                  <a:gd name="T7" fmla="*/ 114 h 114"/>
                  <a:gd name="T8" fmla="*/ 5 w 118"/>
                  <a:gd name="T9" fmla="*/ 8 h 114"/>
                  <a:gd name="T10" fmla="*/ 5 w 118"/>
                  <a:gd name="T11" fmla="*/ 0 h 114"/>
                  <a:gd name="T12" fmla="*/ 5 w 118"/>
                  <a:gd name="T13" fmla="*/ 8 h 114"/>
                  <a:gd name="T14" fmla="*/ 0 w 118"/>
                  <a:gd name="T15" fmla="*/ 3 h 114"/>
                  <a:gd name="T16" fmla="*/ 5 w 118"/>
                  <a:gd name="T17" fmla="*/ 0 h 114"/>
                  <a:gd name="T18" fmla="*/ 10 w 118"/>
                  <a:gd name="T19" fmla="*/ 10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"/>
                  <a:gd name="T31" fmla="*/ 0 h 114"/>
                  <a:gd name="T32" fmla="*/ 118 w 118"/>
                  <a:gd name="T33" fmla="*/ 114 h 1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" h="114">
                    <a:moveTo>
                      <a:pt x="10" y="10"/>
                    </a:moveTo>
                    <a:lnTo>
                      <a:pt x="10" y="0"/>
                    </a:lnTo>
                    <a:lnTo>
                      <a:pt x="118" y="104"/>
                    </a:lnTo>
                    <a:lnTo>
                      <a:pt x="114" y="114"/>
                    </a:lnTo>
                    <a:lnTo>
                      <a:pt x="5" y="8"/>
                    </a:lnTo>
                    <a:lnTo>
                      <a:pt x="5" y="0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6" name="Freeform 311"/>
              <p:cNvSpPr>
                <a:spLocks/>
              </p:cNvSpPr>
              <p:nvPr/>
            </p:nvSpPr>
            <p:spPr bwMode="auto">
              <a:xfrm>
                <a:off x="2205" y="2688"/>
                <a:ext cx="80" cy="75"/>
              </a:xfrm>
              <a:custGeom>
                <a:avLst/>
                <a:gdLst>
                  <a:gd name="T0" fmla="*/ 71 w 80"/>
                  <a:gd name="T1" fmla="*/ 10 h 75"/>
                  <a:gd name="T2" fmla="*/ 79 w 80"/>
                  <a:gd name="T3" fmla="*/ 16 h 75"/>
                  <a:gd name="T4" fmla="*/ 6 w 80"/>
                  <a:gd name="T5" fmla="*/ 75 h 75"/>
                  <a:gd name="T6" fmla="*/ 0 w 80"/>
                  <a:gd name="T7" fmla="*/ 64 h 75"/>
                  <a:gd name="T8" fmla="*/ 74 w 80"/>
                  <a:gd name="T9" fmla="*/ 4 h 75"/>
                  <a:gd name="T10" fmla="*/ 80 w 80"/>
                  <a:gd name="T11" fmla="*/ 8 h 75"/>
                  <a:gd name="T12" fmla="*/ 74 w 80"/>
                  <a:gd name="T13" fmla="*/ 4 h 75"/>
                  <a:gd name="T14" fmla="*/ 78 w 80"/>
                  <a:gd name="T15" fmla="*/ 0 h 75"/>
                  <a:gd name="T16" fmla="*/ 80 w 80"/>
                  <a:gd name="T17" fmla="*/ 8 h 75"/>
                  <a:gd name="T18" fmla="*/ 71 w 80"/>
                  <a:gd name="T19" fmla="*/ 1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0"/>
                  <a:gd name="T31" fmla="*/ 0 h 75"/>
                  <a:gd name="T32" fmla="*/ 80 w 80"/>
                  <a:gd name="T33" fmla="*/ 75 h 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0" h="75">
                    <a:moveTo>
                      <a:pt x="71" y="10"/>
                    </a:moveTo>
                    <a:lnTo>
                      <a:pt x="79" y="16"/>
                    </a:lnTo>
                    <a:lnTo>
                      <a:pt x="6" y="75"/>
                    </a:lnTo>
                    <a:lnTo>
                      <a:pt x="0" y="64"/>
                    </a:lnTo>
                    <a:lnTo>
                      <a:pt x="74" y="4"/>
                    </a:lnTo>
                    <a:lnTo>
                      <a:pt x="80" y="8"/>
                    </a:lnTo>
                    <a:lnTo>
                      <a:pt x="74" y="4"/>
                    </a:lnTo>
                    <a:lnTo>
                      <a:pt x="78" y="0"/>
                    </a:lnTo>
                    <a:lnTo>
                      <a:pt x="80" y="8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7" name="Freeform 312"/>
              <p:cNvSpPr>
                <a:spLocks/>
              </p:cNvSpPr>
              <p:nvPr/>
            </p:nvSpPr>
            <p:spPr bwMode="auto">
              <a:xfrm>
                <a:off x="2280" y="2806"/>
                <a:ext cx="27" cy="35"/>
              </a:xfrm>
              <a:custGeom>
                <a:avLst/>
                <a:gdLst>
                  <a:gd name="T0" fmla="*/ 19 w 27"/>
                  <a:gd name="T1" fmla="*/ 0 h 35"/>
                  <a:gd name="T2" fmla="*/ 27 w 27"/>
                  <a:gd name="T3" fmla="*/ 16 h 35"/>
                  <a:gd name="T4" fmla="*/ 8 w 27"/>
                  <a:gd name="T5" fmla="*/ 35 h 35"/>
                  <a:gd name="T6" fmla="*/ 0 w 27"/>
                  <a:gd name="T7" fmla="*/ 18 h 35"/>
                  <a:gd name="T8" fmla="*/ 19 w 2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5"/>
                  <a:gd name="T17" fmla="*/ 27 w 27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5">
                    <a:moveTo>
                      <a:pt x="19" y="0"/>
                    </a:moveTo>
                    <a:lnTo>
                      <a:pt x="27" y="16"/>
                    </a:lnTo>
                    <a:lnTo>
                      <a:pt x="8" y="35"/>
                    </a:lnTo>
                    <a:lnTo>
                      <a:pt x="0" y="1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8" name="Freeform 313"/>
              <p:cNvSpPr>
                <a:spLocks/>
              </p:cNvSpPr>
              <p:nvPr/>
            </p:nvSpPr>
            <p:spPr bwMode="auto">
              <a:xfrm>
                <a:off x="2177" y="2593"/>
                <a:ext cx="120" cy="227"/>
              </a:xfrm>
              <a:custGeom>
                <a:avLst/>
                <a:gdLst>
                  <a:gd name="T0" fmla="*/ 26 w 120"/>
                  <a:gd name="T1" fmla="*/ 0 h 227"/>
                  <a:gd name="T2" fmla="*/ 26 w 120"/>
                  <a:gd name="T3" fmla="*/ 0 h 227"/>
                  <a:gd name="T4" fmla="*/ 35 w 120"/>
                  <a:gd name="T5" fmla="*/ 27 h 227"/>
                  <a:gd name="T6" fmla="*/ 45 w 120"/>
                  <a:gd name="T7" fmla="*/ 55 h 227"/>
                  <a:gd name="T8" fmla="*/ 57 w 120"/>
                  <a:gd name="T9" fmla="*/ 82 h 227"/>
                  <a:gd name="T10" fmla="*/ 67 w 120"/>
                  <a:gd name="T11" fmla="*/ 109 h 227"/>
                  <a:gd name="T12" fmla="*/ 80 w 120"/>
                  <a:gd name="T13" fmla="*/ 135 h 227"/>
                  <a:gd name="T14" fmla="*/ 92 w 120"/>
                  <a:gd name="T15" fmla="*/ 160 h 227"/>
                  <a:gd name="T16" fmla="*/ 106 w 120"/>
                  <a:gd name="T17" fmla="*/ 183 h 227"/>
                  <a:gd name="T18" fmla="*/ 120 w 120"/>
                  <a:gd name="T19" fmla="*/ 208 h 227"/>
                  <a:gd name="T20" fmla="*/ 98 w 120"/>
                  <a:gd name="T21" fmla="*/ 227 h 227"/>
                  <a:gd name="T22" fmla="*/ 85 w 120"/>
                  <a:gd name="T23" fmla="*/ 203 h 227"/>
                  <a:gd name="T24" fmla="*/ 70 w 120"/>
                  <a:gd name="T25" fmla="*/ 176 h 227"/>
                  <a:gd name="T26" fmla="*/ 57 w 120"/>
                  <a:gd name="T27" fmla="*/ 149 h 227"/>
                  <a:gd name="T28" fmla="*/ 44 w 120"/>
                  <a:gd name="T29" fmla="*/ 121 h 227"/>
                  <a:gd name="T30" fmla="*/ 31 w 120"/>
                  <a:gd name="T31" fmla="*/ 94 h 227"/>
                  <a:gd name="T32" fmla="*/ 20 w 120"/>
                  <a:gd name="T33" fmla="*/ 67 h 227"/>
                  <a:gd name="T34" fmla="*/ 11 w 120"/>
                  <a:gd name="T35" fmla="*/ 37 h 227"/>
                  <a:gd name="T36" fmla="*/ 0 w 120"/>
                  <a:gd name="T37" fmla="*/ 8 h 227"/>
                  <a:gd name="T38" fmla="*/ 26 w 120"/>
                  <a:gd name="T39" fmla="*/ 0 h 2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27"/>
                  <a:gd name="T62" fmla="*/ 120 w 120"/>
                  <a:gd name="T63" fmla="*/ 227 h 2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27">
                    <a:moveTo>
                      <a:pt x="26" y="0"/>
                    </a:moveTo>
                    <a:lnTo>
                      <a:pt x="26" y="0"/>
                    </a:lnTo>
                    <a:lnTo>
                      <a:pt x="35" y="27"/>
                    </a:lnTo>
                    <a:lnTo>
                      <a:pt x="45" y="55"/>
                    </a:lnTo>
                    <a:lnTo>
                      <a:pt x="57" y="82"/>
                    </a:lnTo>
                    <a:lnTo>
                      <a:pt x="67" y="109"/>
                    </a:lnTo>
                    <a:lnTo>
                      <a:pt x="80" y="135"/>
                    </a:lnTo>
                    <a:lnTo>
                      <a:pt x="92" y="160"/>
                    </a:lnTo>
                    <a:lnTo>
                      <a:pt x="106" y="183"/>
                    </a:lnTo>
                    <a:lnTo>
                      <a:pt x="120" y="208"/>
                    </a:lnTo>
                    <a:lnTo>
                      <a:pt x="98" y="227"/>
                    </a:lnTo>
                    <a:lnTo>
                      <a:pt x="85" y="203"/>
                    </a:lnTo>
                    <a:lnTo>
                      <a:pt x="70" y="176"/>
                    </a:lnTo>
                    <a:lnTo>
                      <a:pt x="57" y="149"/>
                    </a:lnTo>
                    <a:lnTo>
                      <a:pt x="44" y="121"/>
                    </a:lnTo>
                    <a:lnTo>
                      <a:pt x="31" y="94"/>
                    </a:lnTo>
                    <a:lnTo>
                      <a:pt x="20" y="67"/>
                    </a:lnTo>
                    <a:lnTo>
                      <a:pt x="11" y="37"/>
                    </a:lnTo>
                    <a:lnTo>
                      <a:pt x="0" y="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69" name="Freeform 314"/>
              <p:cNvSpPr>
                <a:spLocks/>
              </p:cNvSpPr>
              <p:nvPr/>
            </p:nvSpPr>
            <p:spPr bwMode="auto">
              <a:xfrm>
                <a:off x="2127" y="2397"/>
                <a:ext cx="69" cy="204"/>
              </a:xfrm>
              <a:custGeom>
                <a:avLst/>
                <a:gdLst>
                  <a:gd name="T0" fmla="*/ 27 w 69"/>
                  <a:gd name="T1" fmla="*/ 1 h 204"/>
                  <a:gd name="T2" fmla="*/ 30 w 69"/>
                  <a:gd name="T3" fmla="*/ 26 h 204"/>
                  <a:gd name="T4" fmla="*/ 34 w 69"/>
                  <a:gd name="T5" fmla="*/ 51 h 204"/>
                  <a:gd name="T6" fmla="*/ 37 w 69"/>
                  <a:gd name="T7" fmla="*/ 75 h 204"/>
                  <a:gd name="T8" fmla="*/ 43 w 69"/>
                  <a:gd name="T9" fmla="*/ 98 h 204"/>
                  <a:gd name="T10" fmla="*/ 49 w 69"/>
                  <a:gd name="T11" fmla="*/ 122 h 204"/>
                  <a:gd name="T12" fmla="*/ 54 w 69"/>
                  <a:gd name="T13" fmla="*/ 147 h 204"/>
                  <a:gd name="T14" fmla="*/ 63 w 69"/>
                  <a:gd name="T15" fmla="*/ 171 h 204"/>
                  <a:gd name="T16" fmla="*/ 69 w 69"/>
                  <a:gd name="T17" fmla="*/ 196 h 204"/>
                  <a:gd name="T18" fmla="*/ 45 w 69"/>
                  <a:gd name="T19" fmla="*/ 204 h 204"/>
                  <a:gd name="T20" fmla="*/ 36 w 69"/>
                  <a:gd name="T21" fmla="*/ 179 h 204"/>
                  <a:gd name="T22" fmla="*/ 30 w 69"/>
                  <a:gd name="T23" fmla="*/ 153 h 204"/>
                  <a:gd name="T24" fmla="*/ 22 w 69"/>
                  <a:gd name="T25" fmla="*/ 127 h 204"/>
                  <a:gd name="T26" fmla="*/ 16 w 69"/>
                  <a:gd name="T27" fmla="*/ 102 h 204"/>
                  <a:gd name="T28" fmla="*/ 11 w 69"/>
                  <a:gd name="T29" fmla="*/ 76 h 204"/>
                  <a:gd name="T30" fmla="*/ 6 w 69"/>
                  <a:gd name="T31" fmla="*/ 51 h 204"/>
                  <a:gd name="T32" fmla="*/ 3 w 69"/>
                  <a:gd name="T33" fmla="*/ 25 h 204"/>
                  <a:gd name="T34" fmla="*/ 0 w 69"/>
                  <a:gd name="T35" fmla="*/ 0 h 204"/>
                  <a:gd name="T36" fmla="*/ 27 w 69"/>
                  <a:gd name="T37" fmla="*/ 1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9"/>
                  <a:gd name="T58" fmla="*/ 0 h 204"/>
                  <a:gd name="T59" fmla="*/ 69 w 69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9" h="204">
                    <a:moveTo>
                      <a:pt x="27" y="1"/>
                    </a:moveTo>
                    <a:lnTo>
                      <a:pt x="30" y="26"/>
                    </a:lnTo>
                    <a:lnTo>
                      <a:pt x="34" y="51"/>
                    </a:lnTo>
                    <a:lnTo>
                      <a:pt x="37" y="75"/>
                    </a:lnTo>
                    <a:lnTo>
                      <a:pt x="43" y="98"/>
                    </a:lnTo>
                    <a:lnTo>
                      <a:pt x="49" y="122"/>
                    </a:lnTo>
                    <a:lnTo>
                      <a:pt x="54" y="147"/>
                    </a:lnTo>
                    <a:lnTo>
                      <a:pt x="63" y="171"/>
                    </a:lnTo>
                    <a:lnTo>
                      <a:pt x="69" y="196"/>
                    </a:lnTo>
                    <a:lnTo>
                      <a:pt x="45" y="204"/>
                    </a:lnTo>
                    <a:lnTo>
                      <a:pt x="36" y="179"/>
                    </a:lnTo>
                    <a:lnTo>
                      <a:pt x="30" y="153"/>
                    </a:lnTo>
                    <a:lnTo>
                      <a:pt x="22" y="127"/>
                    </a:lnTo>
                    <a:lnTo>
                      <a:pt x="16" y="102"/>
                    </a:lnTo>
                    <a:lnTo>
                      <a:pt x="11" y="76"/>
                    </a:lnTo>
                    <a:lnTo>
                      <a:pt x="6" y="51"/>
                    </a:lnTo>
                    <a:lnTo>
                      <a:pt x="3" y="25"/>
                    </a:lnTo>
                    <a:lnTo>
                      <a:pt x="0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0" name="Freeform 315"/>
              <p:cNvSpPr>
                <a:spLocks/>
              </p:cNvSpPr>
              <p:nvPr/>
            </p:nvSpPr>
            <p:spPr bwMode="auto">
              <a:xfrm>
                <a:off x="2124" y="2377"/>
                <a:ext cx="27" cy="19"/>
              </a:xfrm>
              <a:custGeom>
                <a:avLst/>
                <a:gdLst>
                  <a:gd name="T0" fmla="*/ 2 w 27"/>
                  <a:gd name="T1" fmla="*/ 18 h 19"/>
                  <a:gd name="T2" fmla="*/ 0 w 27"/>
                  <a:gd name="T3" fmla="*/ 0 h 19"/>
                  <a:gd name="T4" fmla="*/ 25 w 27"/>
                  <a:gd name="T5" fmla="*/ 1 h 19"/>
                  <a:gd name="T6" fmla="*/ 27 w 27"/>
                  <a:gd name="T7" fmla="*/ 19 h 19"/>
                  <a:gd name="T8" fmla="*/ 2 w 27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9"/>
                  <a:gd name="T17" fmla="*/ 27 w 27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9">
                    <a:moveTo>
                      <a:pt x="2" y="18"/>
                    </a:moveTo>
                    <a:lnTo>
                      <a:pt x="0" y="0"/>
                    </a:lnTo>
                    <a:lnTo>
                      <a:pt x="25" y="1"/>
                    </a:lnTo>
                    <a:lnTo>
                      <a:pt x="27" y="1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FF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1" name="Freeform 316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2" name="Freeform 317"/>
              <p:cNvSpPr>
                <a:spLocks/>
              </p:cNvSpPr>
              <p:nvPr/>
            </p:nvSpPr>
            <p:spPr bwMode="auto">
              <a:xfrm>
                <a:off x="2290" y="2727"/>
                <a:ext cx="62" cy="185"/>
              </a:xfrm>
              <a:custGeom>
                <a:avLst/>
                <a:gdLst>
                  <a:gd name="T0" fmla="*/ 52 w 62"/>
                  <a:gd name="T1" fmla="*/ 155 h 185"/>
                  <a:gd name="T2" fmla="*/ 43 w 62"/>
                  <a:gd name="T3" fmla="*/ 164 h 185"/>
                  <a:gd name="T4" fmla="*/ 0 w 62"/>
                  <a:gd name="T5" fmla="*/ 3 h 185"/>
                  <a:gd name="T6" fmla="*/ 14 w 62"/>
                  <a:gd name="T7" fmla="*/ 0 h 185"/>
                  <a:gd name="T8" fmla="*/ 57 w 62"/>
                  <a:gd name="T9" fmla="*/ 161 h 185"/>
                  <a:gd name="T10" fmla="*/ 46 w 62"/>
                  <a:gd name="T11" fmla="*/ 170 h 185"/>
                  <a:gd name="T12" fmla="*/ 57 w 62"/>
                  <a:gd name="T13" fmla="*/ 161 h 185"/>
                  <a:gd name="T14" fmla="*/ 62 w 62"/>
                  <a:gd name="T15" fmla="*/ 185 h 185"/>
                  <a:gd name="T16" fmla="*/ 46 w 62"/>
                  <a:gd name="T17" fmla="*/ 170 h 185"/>
                  <a:gd name="T18" fmla="*/ 52 w 62"/>
                  <a:gd name="T19" fmla="*/ 155 h 1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2"/>
                  <a:gd name="T31" fmla="*/ 0 h 185"/>
                  <a:gd name="T32" fmla="*/ 62 w 62"/>
                  <a:gd name="T33" fmla="*/ 185 h 18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2" h="185">
                    <a:moveTo>
                      <a:pt x="52" y="155"/>
                    </a:moveTo>
                    <a:lnTo>
                      <a:pt x="43" y="164"/>
                    </a:lnTo>
                    <a:lnTo>
                      <a:pt x="0" y="3"/>
                    </a:lnTo>
                    <a:lnTo>
                      <a:pt x="14" y="0"/>
                    </a:lnTo>
                    <a:lnTo>
                      <a:pt x="57" y="161"/>
                    </a:lnTo>
                    <a:lnTo>
                      <a:pt x="46" y="170"/>
                    </a:lnTo>
                    <a:lnTo>
                      <a:pt x="57" y="161"/>
                    </a:lnTo>
                    <a:lnTo>
                      <a:pt x="62" y="185"/>
                    </a:lnTo>
                    <a:lnTo>
                      <a:pt x="46" y="170"/>
                    </a:lnTo>
                    <a:lnTo>
                      <a:pt x="52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3" name="Freeform 318"/>
              <p:cNvSpPr>
                <a:spLocks/>
              </p:cNvSpPr>
              <p:nvPr/>
            </p:nvSpPr>
            <p:spPr bwMode="auto">
              <a:xfrm>
                <a:off x="2215" y="2782"/>
                <a:ext cx="127" cy="113"/>
              </a:xfrm>
              <a:custGeom>
                <a:avLst/>
                <a:gdLst>
                  <a:gd name="T0" fmla="*/ 18 w 127"/>
                  <a:gd name="T1" fmla="*/ 18 h 113"/>
                  <a:gd name="T2" fmla="*/ 16 w 127"/>
                  <a:gd name="T3" fmla="*/ 1 h 113"/>
                  <a:gd name="T4" fmla="*/ 127 w 127"/>
                  <a:gd name="T5" fmla="*/ 97 h 113"/>
                  <a:gd name="T6" fmla="*/ 120 w 127"/>
                  <a:gd name="T7" fmla="*/ 113 h 113"/>
                  <a:gd name="T8" fmla="*/ 9 w 127"/>
                  <a:gd name="T9" fmla="*/ 17 h 113"/>
                  <a:gd name="T10" fmla="*/ 7 w 127"/>
                  <a:gd name="T11" fmla="*/ 0 h 113"/>
                  <a:gd name="T12" fmla="*/ 9 w 127"/>
                  <a:gd name="T13" fmla="*/ 17 h 113"/>
                  <a:gd name="T14" fmla="*/ 0 w 127"/>
                  <a:gd name="T15" fmla="*/ 7 h 113"/>
                  <a:gd name="T16" fmla="*/ 7 w 127"/>
                  <a:gd name="T17" fmla="*/ 0 h 113"/>
                  <a:gd name="T18" fmla="*/ 18 w 127"/>
                  <a:gd name="T19" fmla="*/ 18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7"/>
                  <a:gd name="T31" fmla="*/ 0 h 113"/>
                  <a:gd name="T32" fmla="*/ 127 w 127"/>
                  <a:gd name="T33" fmla="*/ 113 h 1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7" h="113">
                    <a:moveTo>
                      <a:pt x="18" y="18"/>
                    </a:moveTo>
                    <a:lnTo>
                      <a:pt x="16" y="1"/>
                    </a:lnTo>
                    <a:lnTo>
                      <a:pt x="127" y="97"/>
                    </a:lnTo>
                    <a:lnTo>
                      <a:pt x="120" y="113"/>
                    </a:lnTo>
                    <a:lnTo>
                      <a:pt x="9" y="17"/>
                    </a:lnTo>
                    <a:lnTo>
                      <a:pt x="7" y="0"/>
                    </a:lnTo>
                    <a:lnTo>
                      <a:pt x="9" y="17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4" name="Freeform 319"/>
              <p:cNvSpPr>
                <a:spLocks/>
              </p:cNvSpPr>
              <p:nvPr/>
            </p:nvSpPr>
            <p:spPr bwMode="auto">
              <a:xfrm>
                <a:off x="2220" y="2709"/>
                <a:ext cx="82" cy="90"/>
              </a:xfrm>
              <a:custGeom>
                <a:avLst/>
                <a:gdLst>
                  <a:gd name="T0" fmla="*/ 67 w 82"/>
                  <a:gd name="T1" fmla="*/ 18 h 90"/>
                  <a:gd name="T2" fmla="*/ 80 w 82"/>
                  <a:gd name="T3" fmla="*/ 25 h 90"/>
                  <a:gd name="T4" fmla="*/ 11 w 82"/>
                  <a:gd name="T5" fmla="*/ 90 h 90"/>
                  <a:gd name="T6" fmla="*/ 0 w 82"/>
                  <a:gd name="T7" fmla="*/ 72 h 90"/>
                  <a:gd name="T8" fmla="*/ 69 w 82"/>
                  <a:gd name="T9" fmla="*/ 9 h 90"/>
                  <a:gd name="T10" fmla="*/ 82 w 82"/>
                  <a:gd name="T11" fmla="*/ 15 h 90"/>
                  <a:gd name="T12" fmla="*/ 69 w 82"/>
                  <a:gd name="T13" fmla="*/ 9 h 90"/>
                  <a:gd name="T14" fmla="*/ 78 w 82"/>
                  <a:gd name="T15" fmla="*/ 0 h 90"/>
                  <a:gd name="T16" fmla="*/ 82 w 82"/>
                  <a:gd name="T17" fmla="*/ 15 h 90"/>
                  <a:gd name="T18" fmla="*/ 67 w 82"/>
                  <a:gd name="T19" fmla="*/ 18 h 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90"/>
                  <a:gd name="T32" fmla="*/ 82 w 82"/>
                  <a:gd name="T33" fmla="*/ 90 h 9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90">
                    <a:moveTo>
                      <a:pt x="67" y="18"/>
                    </a:moveTo>
                    <a:lnTo>
                      <a:pt x="80" y="25"/>
                    </a:lnTo>
                    <a:lnTo>
                      <a:pt x="11" y="90"/>
                    </a:lnTo>
                    <a:lnTo>
                      <a:pt x="0" y="72"/>
                    </a:lnTo>
                    <a:lnTo>
                      <a:pt x="69" y="9"/>
                    </a:lnTo>
                    <a:lnTo>
                      <a:pt x="82" y="15"/>
                    </a:lnTo>
                    <a:lnTo>
                      <a:pt x="69" y="9"/>
                    </a:lnTo>
                    <a:lnTo>
                      <a:pt x="78" y="0"/>
                    </a:lnTo>
                    <a:lnTo>
                      <a:pt x="82" y="15"/>
                    </a:lnTo>
                    <a:lnTo>
                      <a:pt x="67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5" name="Freeform 320"/>
              <p:cNvSpPr>
                <a:spLocks/>
              </p:cNvSpPr>
              <p:nvPr/>
            </p:nvSpPr>
            <p:spPr bwMode="auto">
              <a:xfrm>
                <a:off x="2290" y="2817"/>
                <a:ext cx="37" cy="46"/>
              </a:xfrm>
              <a:custGeom>
                <a:avLst/>
                <a:gdLst>
                  <a:gd name="T0" fmla="*/ 24 w 37"/>
                  <a:gd name="T1" fmla="*/ 0 h 46"/>
                  <a:gd name="T2" fmla="*/ 37 w 37"/>
                  <a:gd name="T3" fmla="*/ 19 h 46"/>
                  <a:gd name="T4" fmla="*/ 13 w 37"/>
                  <a:gd name="T5" fmla="*/ 46 h 46"/>
                  <a:gd name="T6" fmla="*/ 0 w 37"/>
                  <a:gd name="T7" fmla="*/ 27 h 46"/>
                  <a:gd name="T8" fmla="*/ 24 w 3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46"/>
                  <a:gd name="T17" fmla="*/ 37 w 37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46">
                    <a:moveTo>
                      <a:pt x="24" y="0"/>
                    </a:moveTo>
                    <a:lnTo>
                      <a:pt x="37" y="19"/>
                    </a:lnTo>
                    <a:lnTo>
                      <a:pt x="13" y="46"/>
                    </a:lnTo>
                    <a:lnTo>
                      <a:pt x="0" y="2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6" name="Freeform 321"/>
              <p:cNvSpPr>
                <a:spLocks/>
              </p:cNvSpPr>
              <p:nvPr/>
            </p:nvSpPr>
            <p:spPr bwMode="auto">
              <a:xfrm>
                <a:off x="2186" y="2627"/>
                <a:ext cx="125" cy="216"/>
              </a:xfrm>
              <a:custGeom>
                <a:avLst/>
                <a:gdLst>
                  <a:gd name="T0" fmla="*/ 31 w 125"/>
                  <a:gd name="T1" fmla="*/ 0 h 216"/>
                  <a:gd name="T2" fmla="*/ 31 w 125"/>
                  <a:gd name="T3" fmla="*/ 0 h 216"/>
                  <a:gd name="T4" fmla="*/ 40 w 125"/>
                  <a:gd name="T5" fmla="*/ 28 h 216"/>
                  <a:gd name="T6" fmla="*/ 51 w 125"/>
                  <a:gd name="T7" fmla="*/ 52 h 216"/>
                  <a:gd name="T8" fmla="*/ 62 w 125"/>
                  <a:gd name="T9" fmla="*/ 77 h 216"/>
                  <a:gd name="T10" fmla="*/ 72 w 125"/>
                  <a:gd name="T11" fmla="*/ 101 h 216"/>
                  <a:gd name="T12" fmla="*/ 84 w 125"/>
                  <a:gd name="T13" fmla="*/ 125 h 216"/>
                  <a:gd name="T14" fmla="*/ 97 w 125"/>
                  <a:gd name="T15" fmla="*/ 146 h 216"/>
                  <a:gd name="T16" fmla="*/ 110 w 125"/>
                  <a:gd name="T17" fmla="*/ 169 h 216"/>
                  <a:gd name="T18" fmla="*/ 125 w 125"/>
                  <a:gd name="T19" fmla="*/ 191 h 216"/>
                  <a:gd name="T20" fmla="*/ 101 w 125"/>
                  <a:gd name="T21" fmla="*/ 216 h 216"/>
                  <a:gd name="T22" fmla="*/ 85 w 125"/>
                  <a:gd name="T23" fmla="*/ 191 h 216"/>
                  <a:gd name="T24" fmla="*/ 70 w 125"/>
                  <a:gd name="T25" fmla="*/ 168 h 216"/>
                  <a:gd name="T26" fmla="*/ 57 w 125"/>
                  <a:gd name="T27" fmla="*/ 144 h 216"/>
                  <a:gd name="T28" fmla="*/ 45 w 125"/>
                  <a:gd name="T29" fmla="*/ 118 h 216"/>
                  <a:gd name="T30" fmla="*/ 33 w 125"/>
                  <a:gd name="T31" fmla="*/ 93 h 216"/>
                  <a:gd name="T32" fmla="*/ 21 w 125"/>
                  <a:gd name="T33" fmla="*/ 67 h 216"/>
                  <a:gd name="T34" fmla="*/ 11 w 125"/>
                  <a:gd name="T35" fmla="*/ 39 h 216"/>
                  <a:gd name="T36" fmla="*/ 0 w 125"/>
                  <a:gd name="T37" fmla="*/ 11 h 216"/>
                  <a:gd name="T38" fmla="*/ 31 w 125"/>
                  <a:gd name="T39" fmla="*/ 0 h 2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5"/>
                  <a:gd name="T61" fmla="*/ 0 h 216"/>
                  <a:gd name="T62" fmla="*/ 125 w 125"/>
                  <a:gd name="T63" fmla="*/ 216 h 2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5" h="216">
                    <a:moveTo>
                      <a:pt x="31" y="0"/>
                    </a:moveTo>
                    <a:lnTo>
                      <a:pt x="31" y="0"/>
                    </a:lnTo>
                    <a:lnTo>
                      <a:pt x="40" y="28"/>
                    </a:lnTo>
                    <a:lnTo>
                      <a:pt x="51" y="52"/>
                    </a:lnTo>
                    <a:lnTo>
                      <a:pt x="62" y="77"/>
                    </a:lnTo>
                    <a:lnTo>
                      <a:pt x="72" y="101"/>
                    </a:lnTo>
                    <a:lnTo>
                      <a:pt x="84" y="125"/>
                    </a:lnTo>
                    <a:lnTo>
                      <a:pt x="97" y="146"/>
                    </a:lnTo>
                    <a:lnTo>
                      <a:pt x="110" y="169"/>
                    </a:lnTo>
                    <a:lnTo>
                      <a:pt x="125" y="191"/>
                    </a:lnTo>
                    <a:lnTo>
                      <a:pt x="101" y="216"/>
                    </a:lnTo>
                    <a:lnTo>
                      <a:pt x="85" y="191"/>
                    </a:lnTo>
                    <a:lnTo>
                      <a:pt x="70" y="168"/>
                    </a:lnTo>
                    <a:lnTo>
                      <a:pt x="57" y="144"/>
                    </a:lnTo>
                    <a:lnTo>
                      <a:pt x="45" y="118"/>
                    </a:lnTo>
                    <a:lnTo>
                      <a:pt x="33" y="93"/>
                    </a:lnTo>
                    <a:lnTo>
                      <a:pt x="21" y="67"/>
                    </a:lnTo>
                    <a:lnTo>
                      <a:pt x="11" y="39"/>
                    </a:lnTo>
                    <a:lnTo>
                      <a:pt x="0" y="1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7" name="Freeform 322"/>
              <p:cNvSpPr>
                <a:spLocks/>
              </p:cNvSpPr>
              <p:nvPr/>
            </p:nvSpPr>
            <p:spPr bwMode="auto">
              <a:xfrm>
                <a:off x="2130" y="2430"/>
                <a:ext cx="83" cy="205"/>
              </a:xfrm>
              <a:custGeom>
                <a:avLst/>
                <a:gdLst>
                  <a:gd name="T0" fmla="*/ 33 w 83"/>
                  <a:gd name="T1" fmla="*/ 0 h 205"/>
                  <a:gd name="T2" fmla="*/ 36 w 83"/>
                  <a:gd name="T3" fmla="*/ 25 h 205"/>
                  <a:gd name="T4" fmla="*/ 41 w 83"/>
                  <a:gd name="T5" fmla="*/ 49 h 205"/>
                  <a:gd name="T6" fmla="*/ 47 w 83"/>
                  <a:gd name="T7" fmla="*/ 73 h 205"/>
                  <a:gd name="T8" fmla="*/ 52 w 83"/>
                  <a:gd name="T9" fmla="*/ 97 h 205"/>
                  <a:gd name="T10" fmla="*/ 59 w 83"/>
                  <a:gd name="T11" fmla="*/ 122 h 205"/>
                  <a:gd name="T12" fmla="*/ 66 w 83"/>
                  <a:gd name="T13" fmla="*/ 146 h 205"/>
                  <a:gd name="T14" fmla="*/ 75 w 83"/>
                  <a:gd name="T15" fmla="*/ 170 h 205"/>
                  <a:gd name="T16" fmla="*/ 83 w 83"/>
                  <a:gd name="T17" fmla="*/ 195 h 205"/>
                  <a:gd name="T18" fmla="*/ 54 w 83"/>
                  <a:gd name="T19" fmla="*/ 205 h 205"/>
                  <a:gd name="T20" fmla="*/ 45 w 83"/>
                  <a:gd name="T21" fmla="*/ 181 h 205"/>
                  <a:gd name="T22" fmla="*/ 35 w 83"/>
                  <a:gd name="T23" fmla="*/ 155 h 205"/>
                  <a:gd name="T24" fmla="*/ 29 w 83"/>
                  <a:gd name="T25" fmla="*/ 130 h 205"/>
                  <a:gd name="T26" fmla="*/ 21 w 83"/>
                  <a:gd name="T27" fmla="*/ 103 h 205"/>
                  <a:gd name="T28" fmla="*/ 15 w 83"/>
                  <a:gd name="T29" fmla="*/ 78 h 205"/>
                  <a:gd name="T30" fmla="*/ 9 w 83"/>
                  <a:gd name="T31" fmla="*/ 53 h 205"/>
                  <a:gd name="T32" fmla="*/ 4 w 83"/>
                  <a:gd name="T33" fmla="*/ 27 h 205"/>
                  <a:gd name="T34" fmla="*/ 0 w 83"/>
                  <a:gd name="T35" fmla="*/ 1 h 205"/>
                  <a:gd name="T36" fmla="*/ 33 w 83"/>
                  <a:gd name="T37" fmla="*/ 0 h 2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3"/>
                  <a:gd name="T58" fmla="*/ 0 h 205"/>
                  <a:gd name="T59" fmla="*/ 83 w 83"/>
                  <a:gd name="T60" fmla="*/ 205 h 2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3" h="205">
                    <a:moveTo>
                      <a:pt x="33" y="0"/>
                    </a:moveTo>
                    <a:lnTo>
                      <a:pt x="36" y="25"/>
                    </a:lnTo>
                    <a:lnTo>
                      <a:pt x="41" y="49"/>
                    </a:lnTo>
                    <a:lnTo>
                      <a:pt x="47" y="73"/>
                    </a:lnTo>
                    <a:lnTo>
                      <a:pt x="52" y="97"/>
                    </a:lnTo>
                    <a:lnTo>
                      <a:pt x="59" y="122"/>
                    </a:lnTo>
                    <a:lnTo>
                      <a:pt x="66" y="146"/>
                    </a:lnTo>
                    <a:lnTo>
                      <a:pt x="75" y="170"/>
                    </a:lnTo>
                    <a:lnTo>
                      <a:pt x="83" y="195"/>
                    </a:lnTo>
                    <a:lnTo>
                      <a:pt x="54" y="205"/>
                    </a:lnTo>
                    <a:lnTo>
                      <a:pt x="45" y="181"/>
                    </a:lnTo>
                    <a:lnTo>
                      <a:pt x="35" y="155"/>
                    </a:lnTo>
                    <a:lnTo>
                      <a:pt x="29" y="130"/>
                    </a:lnTo>
                    <a:lnTo>
                      <a:pt x="21" y="103"/>
                    </a:lnTo>
                    <a:lnTo>
                      <a:pt x="15" y="78"/>
                    </a:lnTo>
                    <a:lnTo>
                      <a:pt x="9" y="53"/>
                    </a:lnTo>
                    <a:lnTo>
                      <a:pt x="4" y="27"/>
                    </a:lnTo>
                    <a:lnTo>
                      <a:pt x="0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8" name="Freeform 323"/>
              <p:cNvSpPr>
                <a:spLocks/>
              </p:cNvSpPr>
              <p:nvPr/>
            </p:nvSpPr>
            <p:spPr bwMode="auto">
              <a:xfrm>
                <a:off x="2125" y="2409"/>
                <a:ext cx="36" cy="23"/>
              </a:xfrm>
              <a:custGeom>
                <a:avLst/>
                <a:gdLst>
                  <a:gd name="T0" fmla="*/ 3 w 36"/>
                  <a:gd name="T1" fmla="*/ 23 h 23"/>
                  <a:gd name="T2" fmla="*/ 0 w 36"/>
                  <a:gd name="T3" fmla="*/ 0 h 23"/>
                  <a:gd name="T4" fmla="*/ 33 w 36"/>
                  <a:gd name="T5" fmla="*/ 0 h 23"/>
                  <a:gd name="T6" fmla="*/ 36 w 36"/>
                  <a:gd name="T7" fmla="*/ 23 h 23"/>
                  <a:gd name="T8" fmla="*/ 3 w 36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3"/>
                  <a:gd name="T17" fmla="*/ 36 w 36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3">
                    <a:moveTo>
                      <a:pt x="3" y="23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6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79" name="Freeform 324"/>
              <p:cNvSpPr>
                <a:spLocks/>
              </p:cNvSpPr>
              <p:nvPr/>
            </p:nvSpPr>
            <p:spPr bwMode="auto">
              <a:xfrm>
                <a:off x="2226" y="2727"/>
                <a:ext cx="114" cy="162"/>
              </a:xfrm>
              <a:custGeom>
                <a:avLst/>
                <a:gdLst>
                  <a:gd name="T0" fmla="*/ 72 w 114"/>
                  <a:gd name="T1" fmla="*/ 0 h 162"/>
                  <a:gd name="T2" fmla="*/ 114 w 114"/>
                  <a:gd name="T3" fmla="*/ 162 h 162"/>
                  <a:gd name="T4" fmla="*/ 0 w 114"/>
                  <a:gd name="T5" fmla="*/ 64 h 162"/>
                  <a:gd name="T6" fmla="*/ 72 w 114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4"/>
                  <a:gd name="T13" fmla="*/ 0 h 162"/>
                  <a:gd name="T14" fmla="*/ 114 w 114"/>
                  <a:gd name="T15" fmla="*/ 162 h 16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4" h="162">
                    <a:moveTo>
                      <a:pt x="72" y="0"/>
                    </a:moveTo>
                    <a:lnTo>
                      <a:pt x="114" y="162"/>
                    </a:lnTo>
                    <a:lnTo>
                      <a:pt x="0" y="6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80" name="Freeform 325"/>
              <p:cNvSpPr>
                <a:spLocks/>
              </p:cNvSpPr>
              <p:nvPr/>
            </p:nvSpPr>
            <p:spPr bwMode="auto">
              <a:xfrm>
                <a:off x="2294" y="2726"/>
                <a:ext cx="54" cy="176"/>
              </a:xfrm>
              <a:custGeom>
                <a:avLst/>
                <a:gdLst>
                  <a:gd name="T0" fmla="*/ 48 w 54"/>
                  <a:gd name="T1" fmla="*/ 158 h 176"/>
                  <a:gd name="T2" fmla="*/ 41 w 54"/>
                  <a:gd name="T3" fmla="*/ 164 h 176"/>
                  <a:gd name="T4" fmla="*/ 0 w 54"/>
                  <a:gd name="T5" fmla="*/ 3 h 176"/>
                  <a:gd name="T6" fmla="*/ 8 w 54"/>
                  <a:gd name="T7" fmla="*/ 0 h 176"/>
                  <a:gd name="T8" fmla="*/ 50 w 54"/>
                  <a:gd name="T9" fmla="*/ 162 h 176"/>
                  <a:gd name="T10" fmla="*/ 43 w 54"/>
                  <a:gd name="T11" fmla="*/ 167 h 176"/>
                  <a:gd name="T12" fmla="*/ 50 w 54"/>
                  <a:gd name="T13" fmla="*/ 162 h 176"/>
                  <a:gd name="T14" fmla="*/ 54 w 54"/>
                  <a:gd name="T15" fmla="*/ 176 h 176"/>
                  <a:gd name="T16" fmla="*/ 43 w 54"/>
                  <a:gd name="T17" fmla="*/ 167 h 176"/>
                  <a:gd name="T18" fmla="*/ 48 w 54"/>
                  <a:gd name="T19" fmla="*/ 158 h 1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"/>
                  <a:gd name="T31" fmla="*/ 0 h 176"/>
                  <a:gd name="T32" fmla="*/ 54 w 54"/>
                  <a:gd name="T33" fmla="*/ 176 h 1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" h="176">
                    <a:moveTo>
                      <a:pt x="48" y="158"/>
                    </a:moveTo>
                    <a:lnTo>
                      <a:pt x="41" y="164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50" y="162"/>
                    </a:lnTo>
                    <a:lnTo>
                      <a:pt x="43" y="167"/>
                    </a:lnTo>
                    <a:lnTo>
                      <a:pt x="50" y="162"/>
                    </a:lnTo>
                    <a:lnTo>
                      <a:pt x="54" y="176"/>
                    </a:lnTo>
                    <a:lnTo>
                      <a:pt x="43" y="167"/>
                    </a:lnTo>
                    <a:lnTo>
                      <a:pt x="48" y="15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81" name="Freeform 326"/>
              <p:cNvSpPr>
                <a:spLocks/>
              </p:cNvSpPr>
              <p:nvPr/>
            </p:nvSpPr>
            <p:spPr bwMode="auto">
              <a:xfrm>
                <a:off x="2219" y="2784"/>
                <a:ext cx="122" cy="107"/>
              </a:xfrm>
              <a:custGeom>
                <a:avLst/>
                <a:gdLst>
                  <a:gd name="T0" fmla="*/ 12 w 122"/>
                  <a:gd name="T1" fmla="*/ 12 h 107"/>
                  <a:gd name="T2" fmla="*/ 10 w 122"/>
                  <a:gd name="T3" fmla="*/ 1 h 107"/>
                  <a:gd name="T4" fmla="*/ 122 w 122"/>
                  <a:gd name="T5" fmla="*/ 98 h 107"/>
                  <a:gd name="T6" fmla="*/ 118 w 122"/>
                  <a:gd name="T7" fmla="*/ 107 h 107"/>
                  <a:gd name="T8" fmla="*/ 6 w 122"/>
                  <a:gd name="T9" fmla="*/ 11 h 107"/>
                  <a:gd name="T10" fmla="*/ 4 w 122"/>
                  <a:gd name="T11" fmla="*/ 0 h 107"/>
                  <a:gd name="T12" fmla="*/ 6 w 122"/>
                  <a:gd name="T13" fmla="*/ 11 h 107"/>
                  <a:gd name="T14" fmla="*/ 0 w 122"/>
                  <a:gd name="T15" fmla="*/ 5 h 107"/>
                  <a:gd name="T16" fmla="*/ 4 w 122"/>
                  <a:gd name="T17" fmla="*/ 0 h 107"/>
                  <a:gd name="T18" fmla="*/ 12 w 122"/>
                  <a:gd name="T19" fmla="*/ 12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2"/>
                  <a:gd name="T31" fmla="*/ 0 h 107"/>
                  <a:gd name="T32" fmla="*/ 122 w 122"/>
                  <a:gd name="T33" fmla="*/ 107 h 10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2" h="107">
                    <a:moveTo>
                      <a:pt x="12" y="12"/>
                    </a:moveTo>
                    <a:lnTo>
                      <a:pt x="10" y="1"/>
                    </a:lnTo>
                    <a:lnTo>
                      <a:pt x="122" y="98"/>
                    </a:lnTo>
                    <a:lnTo>
                      <a:pt x="118" y="107"/>
                    </a:lnTo>
                    <a:lnTo>
                      <a:pt x="6" y="11"/>
                    </a:lnTo>
                    <a:lnTo>
                      <a:pt x="4" y="0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82" name="Freeform 327"/>
              <p:cNvSpPr>
                <a:spLocks/>
              </p:cNvSpPr>
              <p:nvPr/>
            </p:nvSpPr>
            <p:spPr bwMode="auto">
              <a:xfrm>
                <a:off x="2222" y="2717"/>
                <a:ext cx="78" cy="79"/>
              </a:xfrm>
              <a:custGeom>
                <a:avLst/>
                <a:gdLst>
                  <a:gd name="T0" fmla="*/ 69 w 78"/>
                  <a:gd name="T1" fmla="*/ 10 h 79"/>
                  <a:gd name="T2" fmla="*/ 77 w 78"/>
                  <a:gd name="T3" fmla="*/ 16 h 79"/>
                  <a:gd name="T4" fmla="*/ 6 w 78"/>
                  <a:gd name="T5" fmla="*/ 79 h 79"/>
                  <a:gd name="T6" fmla="*/ 0 w 78"/>
                  <a:gd name="T7" fmla="*/ 68 h 79"/>
                  <a:gd name="T8" fmla="*/ 69 w 78"/>
                  <a:gd name="T9" fmla="*/ 4 h 79"/>
                  <a:gd name="T10" fmla="*/ 78 w 78"/>
                  <a:gd name="T11" fmla="*/ 8 h 79"/>
                  <a:gd name="T12" fmla="*/ 69 w 78"/>
                  <a:gd name="T13" fmla="*/ 4 h 79"/>
                  <a:gd name="T14" fmla="*/ 75 w 78"/>
                  <a:gd name="T15" fmla="*/ 0 h 79"/>
                  <a:gd name="T16" fmla="*/ 78 w 78"/>
                  <a:gd name="T17" fmla="*/ 8 h 79"/>
                  <a:gd name="T18" fmla="*/ 69 w 78"/>
                  <a:gd name="T19" fmla="*/ 1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8"/>
                  <a:gd name="T31" fmla="*/ 0 h 79"/>
                  <a:gd name="T32" fmla="*/ 78 w 78"/>
                  <a:gd name="T33" fmla="*/ 79 h 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8" h="79">
                    <a:moveTo>
                      <a:pt x="69" y="10"/>
                    </a:moveTo>
                    <a:lnTo>
                      <a:pt x="77" y="16"/>
                    </a:lnTo>
                    <a:lnTo>
                      <a:pt x="6" y="79"/>
                    </a:lnTo>
                    <a:lnTo>
                      <a:pt x="0" y="68"/>
                    </a:lnTo>
                    <a:lnTo>
                      <a:pt x="69" y="4"/>
                    </a:lnTo>
                    <a:lnTo>
                      <a:pt x="78" y="8"/>
                    </a:lnTo>
                    <a:lnTo>
                      <a:pt x="69" y="4"/>
                    </a:lnTo>
                    <a:lnTo>
                      <a:pt x="75" y="0"/>
                    </a:lnTo>
                    <a:lnTo>
                      <a:pt x="78" y="8"/>
                    </a:lnTo>
                    <a:lnTo>
                      <a:pt x="69" y="1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83" name="Freeform 328"/>
              <p:cNvSpPr>
                <a:spLocks/>
              </p:cNvSpPr>
              <p:nvPr/>
            </p:nvSpPr>
            <p:spPr bwMode="auto">
              <a:xfrm>
                <a:off x="2290" y="2821"/>
                <a:ext cx="30" cy="37"/>
              </a:xfrm>
              <a:custGeom>
                <a:avLst/>
                <a:gdLst>
                  <a:gd name="T0" fmla="*/ 21 w 30"/>
                  <a:gd name="T1" fmla="*/ 0 h 37"/>
                  <a:gd name="T2" fmla="*/ 30 w 30"/>
                  <a:gd name="T3" fmla="*/ 16 h 37"/>
                  <a:gd name="T4" fmla="*/ 10 w 30"/>
                  <a:gd name="T5" fmla="*/ 37 h 37"/>
                  <a:gd name="T6" fmla="*/ 0 w 30"/>
                  <a:gd name="T7" fmla="*/ 22 h 37"/>
                  <a:gd name="T8" fmla="*/ 21 w 3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37"/>
                  <a:gd name="T17" fmla="*/ 30 w 30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37">
                    <a:moveTo>
                      <a:pt x="21" y="0"/>
                    </a:moveTo>
                    <a:lnTo>
                      <a:pt x="30" y="16"/>
                    </a:lnTo>
                    <a:lnTo>
                      <a:pt x="10" y="37"/>
                    </a:ln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84" name="Freeform 329"/>
              <p:cNvSpPr>
                <a:spLocks/>
              </p:cNvSpPr>
              <p:nvPr/>
            </p:nvSpPr>
            <p:spPr bwMode="auto">
              <a:xfrm>
                <a:off x="2190" y="2626"/>
                <a:ext cx="120" cy="213"/>
              </a:xfrm>
              <a:custGeom>
                <a:avLst/>
                <a:gdLst>
                  <a:gd name="T0" fmla="*/ 25 w 120"/>
                  <a:gd name="T1" fmla="*/ 0 h 213"/>
                  <a:gd name="T2" fmla="*/ 25 w 120"/>
                  <a:gd name="T3" fmla="*/ 0 h 213"/>
                  <a:gd name="T4" fmla="*/ 35 w 120"/>
                  <a:gd name="T5" fmla="*/ 28 h 213"/>
                  <a:gd name="T6" fmla="*/ 47 w 120"/>
                  <a:gd name="T7" fmla="*/ 54 h 213"/>
                  <a:gd name="T8" fmla="*/ 57 w 120"/>
                  <a:gd name="T9" fmla="*/ 78 h 213"/>
                  <a:gd name="T10" fmla="*/ 68 w 120"/>
                  <a:gd name="T11" fmla="*/ 102 h 213"/>
                  <a:gd name="T12" fmla="*/ 80 w 120"/>
                  <a:gd name="T13" fmla="*/ 125 h 213"/>
                  <a:gd name="T14" fmla="*/ 93 w 120"/>
                  <a:gd name="T15" fmla="*/ 147 h 213"/>
                  <a:gd name="T16" fmla="*/ 105 w 120"/>
                  <a:gd name="T17" fmla="*/ 171 h 213"/>
                  <a:gd name="T18" fmla="*/ 120 w 120"/>
                  <a:gd name="T19" fmla="*/ 193 h 213"/>
                  <a:gd name="T20" fmla="*/ 100 w 120"/>
                  <a:gd name="T21" fmla="*/ 213 h 213"/>
                  <a:gd name="T22" fmla="*/ 84 w 120"/>
                  <a:gd name="T23" fmla="*/ 188 h 213"/>
                  <a:gd name="T24" fmla="*/ 70 w 120"/>
                  <a:gd name="T25" fmla="*/ 164 h 213"/>
                  <a:gd name="T26" fmla="*/ 58 w 120"/>
                  <a:gd name="T27" fmla="*/ 141 h 213"/>
                  <a:gd name="T28" fmla="*/ 46 w 120"/>
                  <a:gd name="T29" fmla="*/ 116 h 213"/>
                  <a:gd name="T30" fmla="*/ 33 w 120"/>
                  <a:gd name="T31" fmla="*/ 92 h 213"/>
                  <a:gd name="T32" fmla="*/ 21 w 120"/>
                  <a:gd name="T33" fmla="*/ 65 h 213"/>
                  <a:gd name="T34" fmla="*/ 12 w 120"/>
                  <a:gd name="T35" fmla="*/ 38 h 213"/>
                  <a:gd name="T36" fmla="*/ 0 w 120"/>
                  <a:gd name="T37" fmla="*/ 10 h 213"/>
                  <a:gd name="T38" fmla="*/ 25 w 120"/>
                  <a:gd name="T39" fmla="*/ 0 h 2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0"/>
                  <a:gd name="T61" fmla="*/ 0 h 213"/>
                  <a:gd name="T62" fmla="*/ 120 w 120"/>
                  <a:gd name="T63" fmla="*/ 213 h 2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0" h="213">
                    <a:moveTo>
                      <a:pt x="25" y="0"/>
                    </a:moveTo>
                    <a:lnTo>
                      <a:pt x="25" y="0"/>
                    </a:lnTo>
                    <a:lnTo>
                      <a:pt x="35" y="28"/>
                    </a:lnTo>
                    <a:lnTo>
                      <a:pt x="47" y="54"/>
                    </a:lnTo>
                    <a:lnTo>
                      <a:pt x="57" y="78"/>
                    </a:lnTo>
                    <a:lnTo>
                      <a:pt x="68" y="102"/>
                    </a:lnTo>
                    <a:lnTo>
                      <a:pt x="80" y="125"/>
                    </a:lnTo>
                    <a:lnTo>
                      <a:pt x="93" y="147"/>
                    </a:lnTo>
                    <a:lnTo>
                      <a:pt x="105" y="171"/>
                    </a:lnTo>
                    <a:lnTo>
                      <a:pt x="120" y="193"/>
                    </a:lnTo>
                    <a:lnTo>
                      <a:pt x="100" y="213"/>
                    </a:lnTo>
                    <a:lnTo>
                      <a:pt x="84" y="188"/>
                    </a:lnTo>
                    <a:lnTo>
                      <a:pt x="70" y="164"/>
                    </a:lnTo>
                    <a:lnTo>
                      <a:pt x="58" y="141"/>
                    </a:lnTo>
                    <a:lnTo>
                      <a:pt x="46" y="116"/>
                    </a:lnTo>
                    <a:lnTo>
                      <a:pt x="33" y="92"/>
                    </a:lnTo>
                    <a:lnTo>
                      <a:pt x="21" y="65"/>
                    </a:lnTo>
                    <a:lnTo>
                      <a:pt x="12" y="38"/>
                    </a:lnTo>
                    <a:lnTo>
                      <a:pt x="0" y="1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85" name="Freeform 330"/>
              <p:cNvSpPr>
                <a:spLocks/>
              </p:cNvSpPr>
              <p:nvPr/>
            </p:nvSpPr>
            <p:spPr bwMode="auto">
              <a:xfrm>
                <a:off x="2134" y="2432"/>
                <a:ext cx="77" cy="204"/>
              </a:xfrm>
              <a:custGeom>
                <a:avLst/>
                <a:gdLst>
                  <a:gd name="T0" fmla="*/ 27 w 77"/>
                  <a:gd name="T1" fmla="*/ 0 h 204"/>
                  <a:gd name="T2" fmla="*/ 31 w 77"/>
                  <a:gd name="T3" fmla="*/ 25 h 204"/>
                  <a:gd name="T4" fmla="*/ 36 w 77"/>
                  <a:gd name="T5" fmla="*/ 48 h 204"/>
                  <a:gd name="T6" fmla="*/ 42 w 77"/>
                  <a:gd name="T7" fmla="*/ 73 h 204"/>
                  <a:gd name="T8" fmla="*/ 47 w 77"/>
                  <a:gd name="T9" fmla="*/ 98 h 204"/>
                  <a:gd name="T10" fmla="*/ 54 w 77"/>
                  <a:gd name="T11" fmla="*/ 121 h 204"/>
                  <a:gd name="T12" fmla="*/ 61 w 77"/>
                  <a:gd name="T13" fmla="*/ 146 h 204"/>
                  <a:gd name="T14" fmla="*/ 69 w 77"/>
                  <a:gd name="T15" fmla="*/ 170 h 204"/>
                  <a:gd name="T16" fmla="*/ 77 w 77"/>
                  <a:gd name="T17" fmla="*/ 194 h 204"/>
                  <a:gd name="T18" fmla="*/ 52 w 77"/>
                  <a:gd name="T19" fmla="*/ 204 h 204"/>
                  <a:gd name="T20" fmla="*/ 44 w 77"/>
                  <a:gd name="T21" fmla="*/ 180 h 204"/>
                  <a:gd name="T22" fmla="*/ 35 w 77"/>
                  <a:gd name="T23" fmla="*/ 153 h 204"/>
                  <a:gd name="T24" fmla="*/ 28 w 77"/>
                  <a:gd name="T25" fmla="*/ 129 h 204"/>
                  <a:gd name="T26" fmla="*/ 21 w 77"/>
                  <a:gd name="T27" fmla="*/ 103 h 204"/>
                  <a:gd name="T28" fmla="*/ 14 w 77"/>
                  <a:gd name="T29" fmla="*/ 77 h 204"/>
                  <a:gd name="T30" fmla="*/ 9 w 77"/>
                  <a:gd name="T31" fmla="*/ 52 h 204"/>
                  <a:gd name="T32" fmla="*/ 5 w 77"/>
                  <a:gd name="T33" fmla="*/ 26 h 204"/>
                  <a:gd name="T34" fmla="*/ 0 w 77"/>
                  <a:gd name="T35" fmla="*/ 0 h 204"/>
                  <a:gd name="T36" fmla="*/ 27 w 77"/>
                  <a:gd name="T37" fmla="*/ 0 h 2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7"/>
                  <a:gd name="T58" fmla="*/ 0 h 204"/>
                  <a:gd name="T59" fmla="*/ 77 w 77"/>
                  <a:gd name="T60" fmla="*/ 204 h 20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7" h="204">
                    <a:moveTo>
                      <a:pt x="27" y="0"/>
                    </a:moveTo>
                    <a:lnTo>
                      <a:pt x="31" y="25"/>
                    </a:lnTo>
                    <a:lnTo>
                      <a:pt x="36" y="48"/>
                    </a:lnTo>
                    <a:lnTo>
                      <a:pt x="42" y="73"/>
                    </a:lnTo>
                    <a:lnTo>
                      <a:pt x="47" y="98"/>
                    </a:lnTo>
                    <a:lnTo>
                      <a:pt x="54" y="121"/>
                    </a:lnTo>
                    <a:lnTo>
                      <a:pt x="61" y="146"/>
                    </a:lnTo>
                    <a:lnTo>
                      <a:pt x="69" y="170"/>
                    </a:lnTo>
                    <a:lnTo>
                      <a:pt x="77" y="194"/>
                    </a:lnTo>
                    <a:lnTo>
                      <a:pt x="52" y="204"/>
                    </a:lnTo>
                    <a:lnTo>
                      <a:pt x="44" y="180"/>
                    </a:lnTo>
                    <a:lnTo>
                      <a:pt x="35" y="153"/>
                    </a:lnTo>
                    <a:lnTo>
                      <a:pt x="28" y="129"/>
                    </a:lnTo>
                    <a:lnTo>
                      <a:pt x="21" y="103"/>
                    </a:lnTo>
                    <a:lnTo>
                      <a:pt x="14" y="77"/>
                    </a:lnTo>
                    <a:lnTo>
                      <a:pt x="9" y="52"/>
                    </a:lnTo>
                    <a:lnTo>
                      <a:pt x="5" y="26"/>
                    </a:lnTo>
                    <a:lnTo>
                      <a:pt x="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50286" name="Freeform 331"/>
              <p:cNvSpPr>
                <a:spLocks/>
              </p:cNvSpPr>
              <p:nvPr/>
            </p:nvSpPr>
            <p:spPr bwMode="auto">
              <a:xfrm>
                <a:off x="2127" y="2414"/>
                <a:ext cx="31" cy="18"/>
              </a:xfrm>
              <a:custGeom>
                <a:avLst/>
                <a:gdLst>
                  <a:gd name="T0" fmla="*/ 3 w 31"/>
                  <a:gd name="T1" fmla="*/ 18 h 18"/>
                  <a:gd name="T2" fmla="*/ 0 w 31"/>
                  <a:gd name="T3" fmla="*/ 0 h 18"/>
                  <a:gd name="T4" fmla="*/ 28 w 31"/>
                  <a:gd name="T5" fmla="*/ 0 h 18"/>
                  <a:gd name="T6" fmla="*/ 31 w 31"/>
                  <a:gd name="T7" fmla="*/ 18 h 18"/>
                  <a:gd name="T8" fmla="*/ 3 w 31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18"/>
                  <a:gd name="T17" fmla="*/ 31 w 3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18">
                    <a:moveTo>
                      <a:pt x="3" y="18"/>
                    </a:moveTo>
                    <a:lnTo>
                      <a:pt x="0" y="0"/>
                    </a:lnTo>
                    <a:lnTo>
                      <a:pt x="28" y="0"/>
                    </a:lnTo>
                    <a:lnTo>
                      <a:pt x="31" y="18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7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9734" name="Oval 332"/>
            <p:cNvSpPr>
              <a:spLocks noChangeArrowheads="1"/>
            </p:cNvSpPr>
            <p:nvPr/>
          </p:nvSpPr>
          <p:spPr bwMode="auto">
            <a:xfrm>
              <a:off x="2669" y="1927"/>
              <a:ext cx="1873" cy="184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735" name="Oval 333"/>
            <p:cNvSpPr>
              <a:spLocks noChangeArrowheads="1"/>
            </p:cNvSpPr>
            <p:nvPr/>
          </p:nvSpPr>
          <p:spPr bwMode="auto">
            <a:xfrm>
              <a:off x="2741" y="1930"/>
              <a:ext cx="1823" cy="1763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736" name="Rectangle 334"/>
            <p:cNvSpPr>
              <a:spLocks noChangeArrowheads="1"/>
            </p:cNvSpPr>
            <p:nvPr/>
          </p:nvSpPr>
          <p:spPr bwMode="auto">
            <a:xfrm>
              <a:off x="3952" y="2395"/>
              <a:ext cx="706" cy="3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737" name="Rectangle 335"/>
            <p:cNvSpPr>
              <a:spLocks noChangeArrowheads="1"/>
            </p:cNvSpPr>
            <p:nvPr/>
          </p:nvSpPr>
          <p:spPr bwMode="auto">
            <a:xfrm>
              <a:off x="4022" y="2444"/>
              <a:ext cx="552" cy="2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738" name="Rectangle 336"/>
            <p:cNvSpPr>
              <a:spLocks noChangeArrowheads="1"/>
            </p:cNvSpPr>
            <p:nvPr/>
          </p:nvSpPr>
          <p:spPr bwMode="auto">
            <a:xfrm>
              <a:off x="4002" y="2549"/>
              <a:ext cx="541" cy="2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2300" u="sng">
                  <a:solidFill>
                    <a:srgbClr val="000000"/>
                  </a:solidFill>
                  <a:latin typeface="Arial Narrow" pitchFamily="34" charset="0"/>
                </a:rPr>
                <a:t>CSMS</a:t>
              </a:r>
              <a:endParaRPr lang="en-US" sz="2600" b="0">
                <a:latin typeface="Times New Roman" pitchFamily="18" charset="0"/>
              </a:endParaRPr>
            </a:p>
          </p:txBody>
        </p:sp>
        <p:grpSp>
          <p:nvGrpSpPr>
            <p:cNvPr id="49739" name="Group 337"/>
            <p:cNvGrpSpPr>
              <a:grpSpLocks/>
            </p:cNvGrpSpPr>
            <p:nvPr/>
          </p:nvGrpSpPr>
          <p:grpSpPr bwMode="auto">
            <a:xfrm>
              <a:off x="3336" y="1604"/>
              <a:ext cx="668" cy="527"/>
              <a:chOff x="1254" y="3284"/>
              <a:chExt cx="541" cy="444"/>
            </a:xfrm>
          </p:grpSpPr>
          <p:grpSp>
            <p:nvGrpSpPr>
              <p:cNvPr id="49957" name="Group 338"/>
              <p:cNvGrpSpPr>
                <a:grpSpLocks/>
              </p:cNvGrpSpPr>
              <p:nvPr/>
            </p:nvGrpSpPr>
            <p:grpSpPr bwMode="auto">
              <a:xfrm>
                <a:off x="1428" y="3284"/>
                <a:ext cx="244" cy="332"/>
                <a:chOff x="3080" y="1174"/>
                <a:chExt cx="276" cy="366"/>
              </a:xfrm>
            </p:grpSpPr>
            <p:sp>
              <p:nvSpPr>
                <p:cNvPr id="49959" name="Rectangle 339"/>
                <p:cNvSpPr>
                  <a:spLocks noChangeArrowheads="1"/>
                </p:cNvSpPr>
                <p:nvPr/>
              </p:nvSpPr>
              <p:spPr bwMode="auto">
                <a:xfrm>
                  <a:off x="3129" y="1174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960" name="Rectangle 340"/>
                <p:cNvSpPr>
                  <a:spLocks noChangeArrowheads="1"/>
                </p:cNvSpPr>
                <p:nvPr/>
              </p:nvSpPr>
              <p:spPr bwMode="auto">
                <a:xfrm>
                  <a:off x="3101" y="1212"/>
                  <a:ext cx="227" cy="309"/>
                </a:xfrm>
                <a:prstGeom prst="rect">
                  <a:avLst/>
                </a:prstGeom>
                <a:solidFill>
                  <a:srgbClr val="99FFCC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49961" name="Group 341"/>
                <p:cNvGrpSpPr>
                  <a:grpSpLocks/>
                </p:cNvGrpSpPr>
                <p:nvPr/>
              </p:nvGrpSpPr>
              <p:grpSpPr bwMode="auto">
                <a:xfrm>
                  <a:off x="3080" y="1247"/>
                  <a:ext cx="223" cy="293"/>
                  <a:chOff x="3080" y="1247"/>
                  <a:chExt cx="223" cy="293"/>
                </a:xfrm>
              </p:grpSpPr>
              <p:sp>
                <p:nvSpPr>
                  <p:cNvPr id="49962" name="Freeform 342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63" name="Freeform 343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w 91"/>
                      <a:gd name="T21" fmla="*/ 121 h 12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91"/>
                      <a:gd name="T34" fmla="*/ 0 h 121"/>
                      <a:gd name="T35" fmla="*/ 91 w 91"/>
                      <a:gd name="T36" fmla="*/ 121 h 12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64" name="Freeform 344"/>
                  <p:cNvSpPr>
                    <a:spLocks/>
                  </p:cNvSpPr>
                  <p:nvPr/>
                </p:nvSpPr>
                <p:spPr bwMode="auto">
                  <a:xfrm>
                    <a:off x="3080" y="1247"/>
                    <a:ext cx="223" cy="293"/>
                  </a:xfrm>
                  <a:custGeom>
                    <a:avLst/>
                    <a:gdLst>
                      <a:gd name="T0" fmla="*/ 0 w 223"/>
                      <a:gd name="T1" fmla="*/ 0 h 293"/>
                      <a:gd name="T2" fmla="*/ 0 w 223"/>
                      <a:gd name="T3" fmla="*/ 293 h 293"/>
                      <a:gd name="T4" fmla="*/ 132 w 223"/>
                      <a:gd name="T5" fmla="*/ 293 h 293"/>
                      <a:gd name="T6" fmla="*/ 223 w 223"/>
                      <a:gd name="T7" fmla="*/ 172 h 293"/>
                      <a:gd name="T8" fmla="*/ 223 w 223"/>
                      <a:gd name="T9" fmla="*/ 0 h 293"/>
                      <a:gd name="T10" fmla="*/ 0 w 223"/>
                      <a:gd name="T11" fmla="*/ 0 h 29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23"/>
                      <a:gd name="T19" fmla="*/ 0 h 293"/>
                      <a:gd name="T20" fmla="*/ 223 w 223"/>
                      <a:gd name="T21" fmla="*/ 293 h 29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23" h="293">
                        <a:moveTo>
                          <a:pt x="0" y="0"/>
                        </a:moveTo>
                        <a:lnTo>
                          <a:pt x="0" y="293"/>
                        </a:lnTo>
                        <a:lnTo>
                          <a:pt x="132" y="293"/>
                        </a:lnTo>
                        <a:lnTo>
                          <a:pt x="223" y="172"/>
                        </a:lnTo>
                        <a:lnTo>
                          <a:pt x="2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65" name="Freeform 345"/>
                  <p:cNvSpPr>
                    <a:spLocks/>
                  </p:cNvSpPr>
                  <p:nvPr/>
                </p:nvSpPr>
                <p:spPr bwMode="auto">
                  <a:xfrm>
                    <a:off x="3212" y="1419"/>
                    <a:ext cx="91" cy="121"/>
                  </a:xfrm>
                  <a:custGeom>
                    <a:avLst/>
                    <a:gdLst>
                      <a:gd name="T0" fmla="*/ 0 w 91"/>
                      <a:gd name="T1" fmla="*/ 121 h 121"/>
                      <a:gd name="T2" fmla="*/ 23 w 91"/>
                      <a:gd name="T3" fmla="*/ 4 h 121"/>
                      <a:gd name="T4" fmla="*/ 27 w 91"/>
                      <a:gd name="T5" fmla="*/ 10 h 121"/>
                      <a:gd name="T6" fmla="*/ 34 w 91"/>
                      <a:gd name="T7" fmla="*/ 16 h 121"/>
                      <a:gd name="T8" fmla="*/ 40 w 91"/>
                      <a:gd name="T9" fmla="*/ 18 h 121"/>
                      <a:gd name="T10" fmla="*/ 49 w 91"/>
                      <a:gd name="T11" fmla="*/ 18 h 121"/>
                      <a:gd name="T12" fmla="*/ 57 w 91"/>
                      <a:gd name="T13" fmla="*/ 17 h 121"/>
                      <a:gd name="T14" fmla="*/ 68 w 91"/>
                      <a:gd name="T15" fmla="*/ 13 h 121"/>
                      <a:gd name="T16" fmla="*/ 79 w 91"/>
                      <a:gd name="T17" fmla="*/ 7 h 121"/>
                      <a:gd name="T18" fmla="*/ 91 w 91"/>
                      <a:gd name="T19" fmla="*/ 0 h 12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91"/>
                      <a:gd name="T31" fmla="*/ 0 h 121"/>
                      <a:gd name="T32" fmla="*/ 91 w 91"/>
                      <a:gd name="T33" fmla="*/ 121 h 12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91" h="121">
                        <a:moveTo>
                          <a:pt x="0" y="121"/>
                        </a:moveTo>
                        <a:lnTo>
                          <a:pt x="23" y="4"/>
                        </a:lnTo>
                        <a:lnTo>
                          <a:pt x="27" y="10"/>
                        </a:lnTo>
                        <a:lnTo>
                          <a:pt x="34" y="16"/>
                        </a:lnTo>
                        <a:lnTo>
                          <a:pt x="40" y="18"/>
                        </a:lnTo>
                        <a:lnTo>
                          <a:pt x="49" y="18"/>
                        </a:lnTo>
                        <a:lnTo>
                          <a:pt x="57" y="17"/>
                        </a:lnTo>
                        <a:lnTo>
                          <a:pt x="68" y="13"/>
                        </a:lnTo>
                        <a:lnTo>
                          <a:pt x="79" y="7"/>
                        </a:lnTo>
                        <a:lnTo>
                          <a:pt x="91" y="0"/>
                        </a:lnTo>
                      </a:path>
                    </a:pathLst>
                  </a:custGeom>
                  <a:solidFill>
                    <a:srgbClr val="99FFCC"/>
                  </a:solidFill>
                  <a:ln w="9525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9958" name="Rectangle 346"/>
              <p:cNvSpPr>
                <a:spLocks noChangeArrowheads="1"/>
              </p:cNvSpPr>
              <p:nvPr/>
            </p:nvSpPr>
            <p:spPr bwMode="auto">
              <a:xfrm>
                <a:off x="1254" y="3633"/>
                <a:ext cx="541" cy="9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1100" b="0">
                    <a:latin typeface="Arial Narrow" pitchFamily="34" charset="0"/>
                  </a:rPr>
                  <a:t>Contracted Work</a:t>
                </a:r>
              </a:p>
            </p:txBody>
          </p:sp>
        </p:grpSp>
        <p:grpSp>
          <p:nvGrpSpPr>
            <p:cNvPr id="49740" name="Group 347"/>
            <p:cNvGrpSpPr>
              <a:grpSpLocks/>
            </p:cNvGrpSpPr>
            <p:nvPr/>
          </p:nvGrpSpPr>
          <p:grpSpPr bwMode="auto">
            <a:xfrm>
              <a:off x="4018" y="2903"/>
              <a:ext cx="417" cy="570"/>
              <a:chOff x="3543" y="2349"/>
              <a:chExt cx="383" cy="529"/>
            </a:xfrm>
          </p:grpSpPr>
          <p:grpSp>
            <p:nvGrpSpPr>
              <p:cNvPr id="49742" name="Group 348"/>
              <p:cNvGrpSpPr>
                <a:grpSpLocks/>
              </p:cNvGrpSpPr>
              <p:nvPr/>
            </p:nvGrpSpPr>
            <p:grpSpPr bwMode="auto">
              <a:xfrm>
                <a:off x="3551" y="2349"/>
                <a:ext cx="355" cy="388"/>
                <a:chOff x="3563" y="2349"/>
                <a:chExt cx="355" cy="388"/>
              </a:xfrm>
            </p:grpSpPr>
            <p:grpSp>
              <p:nvGrpSpPr>
                <p:cNvPr id="49744" name="Group 349"/>
                <p:cNvGrpSpPr>
                  <a:grpSpLocks/>
                </p:cNvGrpSpPr>
                <p:nvPr/>
              </p:nvGrpSpPr>
              <p:grpSpPr bwMode="auto">
                <a:xfrm>
                  <a:off x="3563" y="2349"/>
                  <a:ext cx="355" cy="388"/>
                  <a:chOff x="3563" y="2349"/>
                  <a:chExt cx="355" cy="388"/>
                </a:xfrm>
              </p:grpSpPr>
              <p:sp>
                <p:nvSpPr>
                  <p:cNvPr id="49757" name="Freeform 350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78 w 85"/>
                      <a:gd name="T121" fmla="*/ 65 h 75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85"/>
                      <a:gd name="T184" fmla="*/ 0 h 75"/>
                      <a:gd name="T185" fmla="*/ 85 w 85"/>
                      <a:gd name="T186" fmla="*/ 75 h 75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  <a:close/>
                      </a:path>
                    </a:pathLst>
                  </a:custGeom>
                  <a:solidFill>
                    <a:srgbClr val="FF27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58" name="Freeform 351"/>
                  <p:cNvSpPr>
                    <a:spLocks/>
                  </p:cNvSpPr>
                  <p:nvPr/>
                </p:nvSpPr>
                <p:spPr bwMode="auto">
                  <a:xfrm>
                    <a:off x="3790" y="2349"/>
                    <a:ext cx="85" cy="75"/>
                  </a:xfrm>
                  <a:custGeom>
                    <a:avLst/>
                    <a:gdLst>
                      <a:gd name="T0" fmla="*/ 78 w 85"/>
                      <a:gd name="T1" fmla="*/ 65 h 75"/>
                      <a:gd name="T2" fmla="*/ 80 w 85"/>
                      <a:gd name="T3" fmla="*/ 58 h 75"/>
                      <a:gd name="T4" fmla="*/ 81 w 85"/>
                      <a:gd name="T5" fmla="*/ 50 h 75"/>
                      <a:gd name="T6" fmla="*/ 81 w 85"/>
                      <a:gd name="T7" fmla="*/ 48 h 75"/>
                      <a:gd name="T8" fmla="*/ 81 w 85"/>
                      <a:gd name="T9" fmla="*/ 41 h 75"/>
                      <a:gd name="T10" fmla="*/ 79 w 85"/>
                      <a:gd name="T11" fmla="*/ 33 h 75"/>
                      <a:gd name="T12" fmla="*/ 74 w 85"/>
                      <a:gd name="T13" fmla="*/ 27 h 75"/>
                      <a:gd name="T14" fmla="*/ 70 w 85"/>
                      <a:gd name="T15" fmla="*/ 20 h 75"/>
                      <a:gd name="T16" fmla="*/ 65 w 85"/>
                      <a:gd name="T17" fmla="*/ 15 h 75"/>
                      <a:gd name="T18" fmla="*/ 64 w 85"/>
                      <a:gd name="T19" fmla="*/ 14 h 75"/>
                      <a:gd name="T20" fmla="*/ 61 w 85"/>
                      <a:gd name="T21" fmla="*/ 13 h 75"/>
                      <a:gd name="T22" fmla="*/ 57 w 85"/>
                      <a:gd name="T23" fmla="*/ 10 h 75"/>
                      <a:gd name="T24" fmla="*/ 54 w 85"/>
                      <a:gd name="T25" fmla="*/ 9 h 75"/>
                      <a:gd name="T26" fmla="*/ 52 w 85"/>
                      <a:gd name="T27" fmla="*/ 8 h 75"/>
                      <a:gd name="T28" fmla="*/ 49 w 85"/>
                      <a:gd name="T29" fmla="*/ 6 h 75"/>
                      <a:gd name="T30" fmla="*/ 46 w 85"/>
                      <a:gd name="T31" fmla="*/ 6 h 75"/>
                      <a:gd name="T32" fmla="*/ 42 w 85"/>
                      <a:gd name="T33" fmla="*/ 5 h 75"/>
                      <a:gd name="T34" fmla="*/ 39 w 85"/>
                      <a:gd name="T35" fmla="*/ 4 h 75"/>
                      <a:gd name="T36" fmla="*/ 33 w 85"/>
                      <a:gd name="T37" fmla="*/ 4 h 75"/>
                      <a:gd name="T38" fmla="*/ 28 w 85"/>
                      <a:gd name="T39" fmla="*/ 5 h 75"/>
                      <a:gd name="T40" fmla="*/ 27 w 85"/>
                      <a:gd name="T41" fmla="*/ 5 h 75"/>
                      <a:gd name="T42" fmla="*/ 23 w 85"/>
                      <a:gd name="T43" fmla="*/ 6 h 75"/>
                      <a:gd name="T44" fmla="*/ 22 w 85"/>
                      <a:gd name="T45" fmla="*/ 6 h 75"/>
                      <a:gd name="T46" fmla="*/ 20 w 85"/>
                      <a:gd name="T47" fmla="*/ 6 h 75"/>
                      <a:gd name="T48" fmla="*/ 15 w 85"/>
                      <a:gd name="T49" fmla="*/ 9 h 75"/>
                      <a:gd name="T50" fmla="*/ 11 w 85"/>
                      <a:gd name="T51" fmla="*/ 11 h 75"/>
                      <a:gd name="T52" fmla="*/ 5 w 85"/>
                      <a:gd name="T53" fmla="*/ 15 h 75"/>
                      <a:gd name="T54" fmla="*/ 0 w 85"/>
                      <a:gd name="T55" fmla="*/ 19 h 75"/>
                      <a:gd name="T56" fmla="*/ 3 w 85"/>
                      <a:gd name="T57" fmla="*/ 16 h 75"/>
                      <a:gd name="T58" fmla="*/ 9 w 85"/>
                      <a:gd name="T59" fmla="*/ 10 h 75"/>
                      <a:gd name="T60" fmla="*/ 14 w 85"/>
                      <a:gd name="T61" fmla="*/ 8 h 75"/>
                      <a:gd name="T62" fmla="*/ 18 w 85"/>
                      <a:gd name="T63" fmla="*/ 5 h 75"/>
                      <a:gd name="T64" fmla="*/ 21 w 85"/>
                      <a:gd name="T65" fmla="*/ 3 h 75"/>
                      <a:gd name="T66" fmla="*/ 25 w 85"/>
                      <a:gd name="T67" fmla="*/ 2 h 75"/>
                      <a:gd name="T68" fmla="*/ 28 w 85"/>
                      <a:gd name="T69" fmla="*/ 1 h 75"/>
                      <a:gd name="T70" fmla="*/ 33 w 85"/>
                      <a:gd name="T71" fmla="*/ 1 h 75"/>
                      <a:gd name="T72" fmla="*/ 37 w 85"/>
                      <a:gd name="T73" fmla="*/ 0 h 75"/>
                      <a:gd name="T74" fmla="*/ 41 w 85"/>
                      <a:gd name="T75" fmla="*/ 1 h 75"/>
                      <a:gd name="T76" fmla="*/ 45 w 85"/>
                      <a:gd name="T77" fmla="*/ 1 h 75"/>
                      <a:gd name="T78" fmla="*/ 48 w 85"/>
                      <a:gd name="T79" fmla="*/ 1 h 75"/>
                      <a:gd name="T80" fmla="*/ 50 w 85"/>
                      <a:gd name="T81" fmla="*/ 2 h 75"/>
                      <a:gd name="T82" fmla="*/ 53 w 85"/>
                      <a:gd name="T83" fmla="*/ 2 h 75"/>
                      <a:gd name="T84" fmla="*/ 56 w 85"/>
                      <a:gd name="T85" fmla="*/ 3 h 75"/>
                      <a:gd name="T86" fmla="*/ 59 w 85"/>
                      <a:gd name="T87" fmla="*/ 4 h 75"/>
                      <a:gd name="T88" fmla="*/ 63 w 85"/>
                      <a:gd name="T89" fmla="*/ 6 h 75"/>
                      <a:gd name="T90" fmla="*/ 65 w 85"/>
                      <a:gd name="T91" fmla="*/ 9 h 75"/>
                      <a:gd name="T92" fmla="*/ 68 w 85"/>
                      <a:gd name="T93" fmla="*/ 10 h 75"/>
                      <a:gd name="T94" fmla="*/ 73 w 85"/>
                      <a:gd name="T95" fmla="*/ 15 h 75"/>
                      <a:gd name="T96" fmla="*/ 79 w 85"/>
                      <a:gd name="T97" fmla="*/ 21 h 75"/>
                      <a:gd name="T98" fmla="*/ 82 w 85"/>
                      <a:gd name="T99" fmla="*/ 28 h 75"/>
                      <a:gd name="T100" fmla="*/ 84 w 85"/>
                      <a:gd name="T101" fmla="*/ 35 h 75"/>
                      <a:gd name="T102" fmla="*/ 85 w 85"/>
                      <a:gd name="T103" fmla="*/ 43 h 75"/>
                      <a:gd name="T104" fmla="*/ 84 w 85"/>
                      <a:gd name="T105" fmla="*/ 50 h 75"/>
                      <a:gd name="T106" fmla="*/ 83 w 85"/>
                      <a:gd name="T107" fmla="*/ 58 h 75"/>
                      <a:gd name="T108" fmla="*/ 79 w 85"/>
                      <a:gd name="T109" fmla="*/ 64 h 75"/>
                      <a:gd name="T110" fmla="*/ 79 w 85"/>
                      <a:gd name="T111" fmla="*/ 66 h 75"/>
                      <a:gd name="T112" fmla="*/ 76 w 85"/>
                      <a:gd name="T113" fmla="*/ 71 h 75"/>
                      <a:gd name="T114" fmla="*/ 71 w 85"/>
                      <a:gd name="T115" fmla="*/ 75 h 75"/>
                      <a:gd name="T116" fmla="*/ 73 w 85"/>
                      <a:gd name="T117" fmla="*/ 73 h 75"/>
                      <a:gd name="T118" fmla="*/ 78 w 85"/>
                      <a:gd name="T119" fmla="*/ 65 h 75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85"/>
                      <a:gd name="T181" fmla="*/ 0 h 75"/>
                      <a:gd name="T182" fmla="*/ 85 w 85"/>
                      <a:gd name="T183" fmla="*/ 75 h 75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85" h="75">
                        <a:moveTo>
                          <a:pt x="78" y="65"/>
                        </a:moveTo>
                        <a:lnTo>
                          <a:pt x="80" y="58"/>
                        </a:lnTo>
                        <a:lnTo>
                          <a:pt x="81" y="50"/>
                        </a:lnTo>
                        <a:lnTo>
                          <a:pt x="81" y="48"/>
                        </a:lnTo>
                        <a:lnTo>
                          <a:pt x="81" y="41"/>
                        </a:lnTo>
                        <a:lnTo>
                          <a:pt x="79" y="33"/>
                        </a:lnTo>
                        <a:lnTo>
                          <a:pt x="74" y="27"/>
                        </a:lnTo>
                        <a:lnTo>
                          <a:pt x="70" y="20"/>
                        </a:lnTo>
                        <a:lnTo>
                          <a:pt x="65" y="15"/>
                        </a:lnTo>
                        <a:lnTo>
                          <a:pt x="64" y="14"/>
                        </a:lnTo>
                        <a:lnTo>
                          <a:pt x="61" y="13"/>
                        </a:lnTo>
                        <a:lnTo>
                          <a:pt x="57" y="10"/>
                        </a:lnTo>
                        <a:lnTo>
                          <a:pt x="54" y="9"/>
                        </a:lnTo>
                        <a:lnTo>
                          <a:pt x="52" y="8"/>
                        </a:lnTo>
                        <a:lnTo>
                          <a:pt x="49" y="6"/>
                        </a:lnTo>
                        <a:lnTo>
                          <a:pt x="46" y="6"/>
                        </a:lnTo>
                        <a:lnTo>
                          <a:pt x="42" y="5"/>
                        </a:lnTo>
                        <a:lnTo>
                          <a:pt x="39" y="4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7" y="5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5" y="9"/>
                        </a:lnTo>
                        <a:lnTo>
                          <a:pt x="11" y="11"/>
                        </a:lnTo>
                        <a:lnTo>
                          <a:pt x="5" y="15"/>
                        </a:lnTo>
                        <a:lnTo>
                          <a:pt x="0" y="19"/>
                        </a:lnTo>
                        <a:lnTo>
                          <a:pt x="3" y="16"/>
                        </a:lnTo>
                        <a:lnTo>
                          <a:pt x="9" y="10"/>
                        </a:lnTo>
                        <a:lnTo>
                          <a:pt x="14" y="8"/>
                        </a:lnTo>
                        <a:lnTo>
                          <a:pt x="18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8" y="1"/>
                        </a:lnTo>
                        <a:lnTo>
                          <a:pt x="33" y="1"/>
                        </a:lnTo>
                        <a:lnTo>
                          <a:pt x="37" y="0"/>
                        </a:lnTo>
                        <a:lnTo>
                          <a:pt x="41" y="1"/>
                        </a:lnTo>
                        <a:lnTo>
                          <a:pt x="45" y="1"/>
                        </a:lnTo>
                        <a:lnTo>
                          <a:pt x="48" y="1"/>
                        </a:lnTo>
                        <a:lnTo>
                          <a:pt x="50" y="2"/>
                        </a:lnTo>
                        <a:lnTo>
                          <a:pt x="53" y="2"/>
                        </a:lnTo>
                        <a:lnTo>
                          <a:pt x="56" y="3"/>
                        </a:lnTo>
                        <a:lnTo>
                          <a:pt x="59" y="4"/>
                        </a:lnTo>
                        <a:lnTo>
                          <a:pt x="63" y="6"/>
                        </a:lnTo>
                        <a:lnTo>
                          <a:pt x="65" y="9"/>
                        </a:lnTo>
                        <a:lnTo>
                          <a:pt x="68" y="10"/>
                        </a:lnTo>
                        <a:lnTo>
                          <a:pt x="73" y="15"/>
                        </a:lnTo>
                        <a:lnTo>
                          <a:pt x="79" y="21"/>
                        </a:lnTo>
                        <a:lnTo>
                          <a:pt x="82" y="28"/>
                        </a:lnTo>
                        <a:lnTo>
                          <a:pt x="84" y="35"/>
                        </a:lnTo>
                        <a:lnTo>
                          <a:pt x="85" y="43"/>
                        </a:lnTo>
                        <a:lnTo>
                          <a:pt x="84" y="50"/>
                        </a:lnTo>
                        <a:lnTo>
                          <a:pt x="83" y="58"/>
                        </a:lnTo>
                        <a:lnTo>
                          <a:pt x="79" y="64"/>
                        </a:lnTo>
                        <a:lnTo>
                          <a:pt x="79" y="66"/>
                        </a:lnTo>
                        <a:lnTo>
                          <a:pt x="76" y="71"/>
                        </a:lnTo>
                        <a:lnTo>
                          <a:pt x="71" y="75"/>
                        </a:lnTo>
                        <a:lnTo>
                          <a:pt x="73" y="73"/>
                        </a:lnTo>
                        <a:lnTo>
                          <a:pt x="78" y="6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59" name="Freeform 352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  <a:close/>
                      </a:path>
                    </a:pathLst>
                  </a:custGeom>
                  <a:solidFill>
                    <a:srgbClr val="FFC28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0" name="Freeform 353"/>
                  <p:cNvSpPr>
                    <a:spLocks/>
                  </p:cNvSpPr>
                  <p:nvPr/>
                </p:nvSpPr>
                <p:spPr bwMode="auto">
                  <a:xfrm>
                    <a:off x="3778" y="2353"/>
                    <a:ext cx="93" cy="87"/>
                  </a:xfrm>
                  <a:custGeom>
                    <a:avLst/>
                    <a:gdLst>
                      <a:gd name="T0" fmla="*/ 93 w 93"/>
                      <a:gd name="T1" fmla="*/ 36 h 87"/>
                      <a:gd name="T2" fmla="*/ 90 w 93"/>
                      <a:gd name="T3" fmla="*/ 29 h 87"/>
                      <a:gd name="T4" fmla="*/ 86 w 93"/>
                      <a:gd name="T5" fmla="*/ 22 h 87"/>
                      <a:gd name="T6" fmla="*/ 82 w 93"/>
                      <a:gd name="T7" fmla="*/ 16 h 87"/>
                      <a:gd name="T8" fmla="*/ 77 w 93"/>
                      <a:gd name="T9" fmla="*/ 11 h 87"/>
                      <a:gd name="T10" fmla="*/ 76 w 93"/>
                      <a:gd name="T11" fmla="*/ 9 h 87"/>
                      <a:gd name="T12" fmla="*/ 73 w 93"/>
                      <a:gd name="T13" fmla="*/ 8 h 87"/>
                      <a:gd name="T14" fmla="*/ 69 w 93"/>
                      <a:gd name="T15" fmla="*/ 6 h 87"/>
                      <a:gd name="T16" fmla="*/ 66 w 93"/>
                      <a:gd name="T17" fmla="*/ 5 h 87"/>
                      <a:gd name="T18" fmla="*/ 63 w 93"/>
                      <a:gd name="T19" fmla="*/ 4 h 87"/>
                      <a:gd name="T20" fmla="*/ 60 w 93"/>
                      <a:gd name="T21" fmla="*/ 2 h 87"/>
                      <a:gd name="T22" fmla="*/ 58 w 93"/>
                      <a:gd name="T23" fmla="*/ 1 h 87"/>
                      <a:gd name="T24" fmla="*/ 54 w 93"/>
                      <a:gd name="T25" fmla="*/ 1 h 87"/>
                      <a:gd name="T26" fmla="*/ 51 w 93"/>
                      <a:gd name="T27" fmla="*/ 0 h 87"/>
                      <a:gd name="T28" fmla="*/ 44 w 93"/>
                      <a:gd name="T29" fmla="*/ 0 h 87"/>
                      <a:gd name="T30" fmla="*/ 39 w 93"/>
                      <a:gd name="T31" fmla="*/ 1 h 87"/>
                      <a:gd name="T32" fmla="*/ 39 w 93"/>
                      <a:gd name="T33" fmla="*/ 1 h 87"/>
                      <a:gd name="T34" fmla="*/ 35 w 93"/>
                      <a:gd name="T35" fmla="*/ 1 h 87"/>
                      <a:gd name="T36" fmla="*/ 33 w 93"/>
                      <a:gd name="T37" fmla="*/ 2 h 87"/>
                      <a:gd name="T38" fmla="*/ 31 w 93"/>
                      <a:gd name="T39" fmla="*/ 2 h 87"/>
                      <a:gd name="T40" fmla="*/ 27 w 93"/>
                      <a:gd name="T41" fmla="*/ 5 h 87"/>
                      <a:gd name="T42" fmla="*/ 23 w 93"/>
                      <a:gd name="T43" fmla="*/ 7 h 87"/>
                      <a:gd name="T44" fmla="*/ 17 w 93"/>
                      <a:gd name="T45" fmla="*/ 10 h 87"/>
                      <a:gd name="T46" fmla="*/ 12 w 93"/>
                      <a:gd name="T47" fmla="*/ 15 h 87"/>
                      <a:gd name="T48" fmla="*/ 6 w 93"/>
                      <a:gd name="T49" fmla="*/ 22 h 87"/>
                      <a:gd name="T50" fmla="*/ 3 w 93"/>
                      <a:gd name="T51" fmla="*/ 28 h 87"/>
                      <a:gd name="T52" fmla="*/ 1 w 93"/>
                      <a:gd name="T53" fmla="*/ 33 h 87"/>
                      <a:gd name="T54" fmla="*/ 1 w 93"/>
                      <a:gd name="T55" fmla="*/ 36 h 87"/>
                      <a:gd name="T56" fmla="*/ 0 w 93"/>
                      <a:gd name="T57" fmla="*/ 42 h 87"/>
                      <a:gd name="T58" fmla="*/ 0 w 93"/>
                      <a:gd name="T59" fmla="*/ 51 h 87"/>
                      <a:gd name="T60" fmla="*/ 2 w 93"/>
                      <a:gd name="T61" fmla="*/ 58 h 87"/>
                      <a:gd name="T62" fmla="*/ 5 w 93"/>
                      <a:gd name="T63" fmla="*/ 64 h 87"/>
                      <a:gd name="T64" fmla="*/ 11 w 93"/>
                      <a:gd name="T65" fmla="*/ 71 h 87"/>
                      <a:gd name="T66" fmla="*/ 18 w 93"/>
                      <a:gd name="T67" fmla="*/ 77 h 87"/>
                      <a:gd name="T68" fmla="*/ 22 w 93"/>
                      <a:gd name="T69" fmla="*/ 80 h 87"/>
                      <a:gd name="T70" fmla="*/ 29 w 93"/>
                      <a:gd name="T71" fmla="*/ 84 h 87"/>
                      <a:gd name="T72" fmla="*/ 36 w 93"/>
                      <a:gd name="T73" fmla="*/ 86 h 87"/>
                      <a:gd name="T74" fmla="*/ 45 w 93"/>
                      <a:gd name="T75" fmla="*/ 87 h 87"/>
                      <a:gd name="T76" fmla="*/ 53 w 93"/>
                      <a:gd name="T77" fmla="*/ 87 h 87"/>
                      <a:gd name="T78" fmla="*/ 54 w 93"/>
                      <a:gd name="T79" fmla="*/ 86 h 87"/>
                      <a:gd name="T80" fmla="*/ 61 w 93"/>
                      <a:gd name="T81" fmla="*/ 85 h 87"/>
                      <a:gd name="T82" fmla="*/ 68 w 93"/>
                      <a:gd name="T83" fmla="*/ 82 h 87"/>
                      <a:gd name="T84" fmla="*/ 75 w 93"/>
                      <a:gd name="T85" fmla="*/ 77 h 87"/>
                      <a:gd name="T86" fmla="*/ 80 w 93"/>
                      <a:gd name="T87" fmla="*/ 73 h 87"/>
                      <a:gd name="T88" fmla="*/ 83 w 93"/>
                      <a:gd name="T89" fmla="*/ 70 h 87"/>
                      <a:gd name="T90" fmla="*/ 84 w 93"/>
                      <a:gd name="T91" fmla="*/ 68 h 87"/>
                      <a:gd name="T92" fmla="*/ 90 w 93"/>
                      <a:gd name="T93" fmla="*/ 60 h 87"/>
                      <a:gd name="T94" fmla="*/ 92 w 93"/>
                      <a:gd name="T95" fmla="*/ 53 h 87"/>
                      <a:gd name="T96" fmla="*/ 93 w 93"/>
                      <a:gd name="T97" fmla="*/ 46 h 87"/>
                      <a:gd name="T98" fmla="*/ 93 w 93"/>
                      <a:gd name="T99" fmla="*/ 44 h 87"/>
                      <a:gd name="T100" fmla="*/ 93 w 93"/>
                      <a:gd name="T101" fmla="*/ 36 h 87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93"/>
                      <a:gd name="T154" fmla="*/ 0 h 87"/>
                      <a:gd name="T155" fmla="*/ 93 w 93"/>
                      <a:gd name="T156" fmla="*/ 87 h 87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93" h="87">
                        <a:moveTo>
                          <a:pt x="93" y="36"/>
                        </a:moveTo>
                        <a:lnTo>
                          <a:pt x="90" y="29"/>
                        </a:lnTo>
                        <a:lnTo>
                          <a:pt x="86" y="22"/>
                        </a:lnTo>
                        <a:lnTo>
                          <a:pt x="82" y="16"/>
                        </a:lnTo>
                        <a:lnTo>
                          <a:pt x="77" y="11"/>
                        </a:lnTo>
                        <a:lnTo>
                          <a:pt x="76" y="9"/>
                        </a:lnTo>
                        <a:lnTo>
                          <a:pt x="73" y="8"/>
                        </a:lnTo>
                        <a:lnTo>
                          <a:pt x="69" y="6"/>
                        </a:lnTo>
                        <a:lnTo>
                          <a:pt x="66" y="5"/>
                        </a:lnTo>
                        <a:lnTo>
                          <a:pt x="63" y="4"/>
                        </a:lnTo>
                        <a:lnTo>
                          <a:pt x="60" y="2"/>
                        </a:lnTo>
                        <a:lnTo>
                          <a:pt x="58" y="1"/>
                        </a:lnTo>
                        <a:lnTo>
                          <a:pt x="54" y="1"/>
                        </a:lnTo>
                        <a:lnTo>
                          <a:pt x="51" y="0"/>
                        </a:lnTo>
                        <a:lnTo>
                          <a:pt x="44" y="0"/>
                        </a:lnTo>
                        <a:lnTo>
                          <a:pt x="39" y="1"/>
                        </a:lnTo>
                        <a:lnTo>
                          <a:pt x="35" y="1"/>
                        </a:lnTo>
                        <a:lnTo>
                          <a:pt x="33" y="2"/>
                        </a:lnTo>
                        <a:lnTo>
                          <a:pt x="31" y="2"/>
                        </a:lnTo>
                        <a:lnTo>
                          <a:pt x="27" y="5"/>
                        </a:lnTo>
                        <a:lnTo>
                          <a:pt x="23" y="7"/>
                        </a:lnTo>
                        <a:lnTo>
                          <a:pt x="17" y="10"/>
                        </a:lnTo>
                        <a:lnTo>
                          <a:pt x="12" y="15"/>
                        </a:lnTo>
                        <a:lnTo>
                          <a:pt x="6" y="22"/>
                        </a:lnTo>
                        <a:lnTo>
                          <a:pt x="3" y="28"/>
                        </a:lnTo>
                        <a:lnTo>
                          <a:pt x="1" y="33"/>
                        </a:lnTo>
                        <a:lnTo>
                          <a:pt x="1" y="36"/>
                        </a:lnTo>
                        <a:lnTo>
                          <a:pt x="0" y="42"/>
                        </a:lnTo>
                        <a:lnTo>
                          <a:pt x="0" y="51"/>
                        </a:lnTo>
                        <a:lnTo>
                          <a:pt x="2" y="58"/>
                        </a:lnTo>
                        <a:lnTo>
                          <a:pt x="5" y="64"/>
                        </a:lnTo>
                        <a:lnTo>
                          <a:pt x="11" y="71"/>
                        </a:lnTo>
                        <a:lnTo>
                          <a:pt x="18" y="77"/>
                        </a:lnTo>
                        <a:lnTo>
                          <a:pt x="22" y="80"/>
                        </a:lnTo>
                        <a:lnTo>
                          <a:pt x="29" y="84"/>
                        </a:lnTo>
                        <a:lnTo>
                          <a:pt x="36" y="86"/>
                        </a:lnTo>
                        <a:lnTo>
                          <a:pt x="45" y="87"/>
                        </a:lnTo>
                        <a:lnTo>
                          <a:pt x="53" y="87"/>
                        </a:lnTo>
                        <a:lnTo>
                          <a:pt x="54" y="86"/>
                        </a:lnTo>
                        <a:lnTo>
                          <a:pt x="61" y="85"/>
                        </a:lnTo>
                        <a:lnTo>
                          <a:pt x="68" y="82"/>
                        </a:lnTo>
                        <a:lnTo>
                          <a:pt x="75" y="77"/>
                        </a:lnTo>
                        <a:lnTo>
                          <a:pt x="80" y="73"/>
                        </a:lnTo>
                        <a:lnTo>
                          <a:pt x="83" y="70"/>
                        </a:lnTo>
                        <a:lnTo>
                          <a:pt x="84" y="68"/>
                        </a:lnTo>
                        <a:lnTo>
                          <a:pt x="90" y="60"/>
                        </a:lnTo>
                        <a:lnTo>
                          <a:pt x="92" y="53"/>
                        </a:lnTo>
                        <a:lnTo>
                          <a:pt x="93" y="46"/>
                        </a:lnTo>
                        <a:lnTo>
                          <a:pt x="93" y="44"/>
                        </a:lnTo>
                        <a:lnTo>
                          <a:pt x="93" y="3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1" name="Freeform 354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2" name="Freeform 355"/>
                  <p:cNvSpPr>
                    <a:spLocks/>
                  </p:cNvSpPr>
                  <p:nvPr/>
                </p:nvSpPr>
                <p:spPr bwMode="auto">
                  <a:xfrm>
                    <a:off x="3833" y="2415"/>
                    <a:ext cx="70" cy="26"/>
                  </a:xfrm>
                  <a:custGeom>
                    <a:avLst/>
                    <a:gdLst>
                      <a:gd name="T0" fmla="*/ 36 w 70"/>
                      <a:gd name="T1" fmla="*/ 0 h 26"/>
                      <a:gd name="T2" fmla="*/ 70 w 70"/>
                      <a:gd name="T3" fmla="*/ 11 h 26"/>
                      <a:gd name="T4" fmla="*/ 70 w 70"/>
                      <a:gd name="T5" fmla="*/ 13 h 26"/>
                      <a:gd name="T6" fmla="*/ 70 w 70"/>
                      <a:gd name="T7" fmla="*/ 16 h 26"/>
                      <a:gd name="T8" fmla="*/ 69 w 70"/>
                      <a:gd name="T9" fmla="*/ 18 h 26"/>
                      <a:gd name="T10" fmla="*/ 67 w 70"/>
                      <a:gd name="T11" fmla="*/ 20 h 26"/>
                      <a:gd name="T12" fmla="*/ 60 w 70"/>
                      <a:gd name="T13" fmla="*/ 22 h 26"/>
                      <a:gd name="T14" fmla="*/ 52 w 70"/>
                      <a:gd name="T15" fmla="*/ 24 h 26"/>
                      <a:gd name="T16" fmla="*/ 42 w 70"/>
                      <a:gd name="T17" fmla="*/ 25 h 26"/>
                      <a:gd name="T18" fmla="*/ 33 w 70"/>
                      <a:gd name="T19" fmla="*/ 26 h 26"/>
                      <a:gd name="T20" fmla="*/ 23 w 70"/>
                      <a:gd name="T21" fmla="*/ 26 h 26"/>
                      <a:gd name="T22" fmla="*/ 12 w 70"/>
                      <a:gd name="T23" fmla="*/ 26 h 26"/>
                      <a:gd name="T24" fmla="*/ 5 w 70"/>
                      <a:gd name="T25" fmla="*/ 25 h 26"/>
                      <a:gd name="T26" fmla="*/ 0 w 70"/>
                      <a:gd name="T27" fmla="*/ 25 h 26"/>
                      <a:gd name="T28" fmla="*/ 6 w 70"/>
                      <a:gd name="T29" fmla="*/ 24 h 26"/>
                      <a:gd name="T30" fmla="*/ 14 w 70"/>
                      <a:gd name="T31" fmla="*/ 21 h 26"/>
                      <a:gd name="T32" fmla="*/ 20 w 70"/>
                      <a:gd name="T33" fmla="*/ 16 h 26"/>
                      <a:gd name="T34" fmla="*/ 26 w 70"/>
                      <a:gd name="T35" fmla="*/ 11 h 26"/>
                      <a:gd name="T36" fmla="*/ 29 w 70"/>
                      <a:gd name="T37" fmla="*/ 9 h 26"/>
                      <a:gd name="T38" fmla="*/ 33 w 70"/>
                      <a:gd name="T39" fmla="*/ 5 h 26"/>
                      <a:gd name="T40" fmla="*/ 36 w 70"/>
                      <a:gd name="T41" fmla="*/ 0 h 2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0"/>
                      <a:gd name="T64" fmla="*/ 0 h 26"/>
                      <a:gd name="T65" fmla="*/ 70 w 70"/>
                      <a:gd name="T66" fmla="*/ 26 h 2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0" h="26">
                        <a:moveTo>
                          <a:pt x="36" y="0"/>
                        </a:moveTo>
                        <a:lnTo>
                          <a:pt x="70" y="11"/>
                        </a:lnTo>
                        <a:lnTo>
                          <a:pt x="70" y="13"/>
                        </a:lnTo>
                        <a:lnTo>
                          <a:pt x="70" y="16"/>
                        </a:lnTo>
                        <a:lnTo>
                          <a:pt x="69" y="18"/>
                        </a:lnTo>
                        <a:lnTo>
                          <a:pt x="67" y="20"/>
                        </a:lnTo>
                        <a:lnTo>
                          <a:pt x="60" y="22"/>
                        </a:lnTo>
                        <a:lnTo>
                          <a:pt x="52" y="24"/>
                        </a:lnTo>
                        <a:lnTo>
                          <a:pt x="42" y="25"/>
                        </a:lnTo>
                        <a:lnTo>
                          <a:pt x="33" y="26"/>
                        </a:lnTo>
                        <a:lnTo>
                          <a:pt x="23" y="26"/>
                        </a:lnTo>
                        <a:lnTo>
                          <a:pt x="12" y="26"/>
                        </a:lnTo>
                        <a:lnTo>
                          <a:pt x="5" y="25"/>
                        </a:lnTo>
                        <a:lnTo>
                          <a:pt x="0" y="25"/>
                        </a:lnTo>
                        <a:lnTo>
                          <a:pt x="6" y="24"/>
                        </a:lnTo>
                        <a:lnTo>
                          <a:pt x="14" y="21"/>
                        </a:lnTo>
                        <a:lnTo>
                          <a:pt x="20" y="16"/>
                        </a:lnTo>
                        <a:lnTo>
                          <a:pt x="26" y="11"/>
                        </a:lnTo>
                        <a:lnTo>
                          <a:pt x="29" y="9"/>
                        </a:lnTo>
                        <a:lnTo>
                          <a:pt x="33" y="5"/>
                        </a:lnTo>
                        <a:lnTo>
                          <a:pt x="36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3" name="Freeform 356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4" name="Freeform 357"/>
                  <p:cNvSpPr>
                    <a:spLocks/>
                  </p:cNvSpPr>
                  <p:nvPr/>
                </p:nvSpPr>
                <p:spPr bwMode="auto">
                  <a:xfrm>
                    <a:off x="3759" y="2417"/>
                    <a:ext cx="37" cy="13"/>
                  </a:xfrm>
                  <a:custGeom>
                    <a:avLst/>
                    <a:gdLst>
                      <a:gd name="T0" fmla="*/ 37 w 37"/>
                      <a:gd name="T1" fmla="*/ 13 h 13"/>
                      <a:gd name="T2" fmla="*/ 30 w 37"/>
                      <a:gd name="T3" fmla="*/ 7 h 13"/>
                      <a:gd name="T4" fmla="*/ 9 w 37"/>
                      <a:gd name="T5" fmla="*/ 0 h 13"/>
                      <a:gd name="T6" fmla="*/ 0 w 37"/>
                      <a:gd name="T7" fmla="*/ 9 h 13"/>
                      <a:gd name="T8" fmla="*/ 4 w 37"/>
                      <a:gd name="T9" fmla="*/ 10 h 13"/>
                      <a:gd name="T10" fmla="*/ 10 w 37"/>
                      <a:gd name="T11" fmla="*/ 5 h 13"/>
                      <a:gd name="T12" fmla="*/ 37 w 37"/>
                      <a:gd name="T13" fmla="*/ 13 h 1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7"/>
                      <a:gd name="T22" fmla="*/ 0 h 13"/>
                      <a:gd name="T23" fmla="*/ 37 w 37"/>
                      <a:gd name="T24" fmla="*/ 13 h 1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7" h="13">
                        <a:moveTo>
                          <a:pt x="37" y="13"/>
                        </a:moveTo>
                        <a:lnTo>
                          <a:pt x="30" y="7"/>
                        </a:lnTo>
                        <a:lnTo>
                          <a:pt x="9" y="0"/>
                        </a:lnTo>
                        <a:lnTo>
                          <a:pt x="0" y="9"/>
                        </a:lnTo>
                        <a:lnTo>
                          <a:pt x="4" y="10"/>
                        </a:lnTo>
                        <a:lnTo>
                          <a:pt x="10" y="5"/>
                        </a:lnTo>
                        <a:lnTo>
                          <a:pt x="37" y="1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5" name="Freeform 358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6" name="Freeform 359"/>
                  <p:cNvSpPr>
                    <a:spLocks/>
                  </p:cNvSpPr>
                  <p:nvPr/>
                </p:nvSpPr>
                <p:spPr bwMode="auto">
                  <a:xfrm>
                    <a:off x="3823" y="2439"/>
                    <a:ext cx="31" cy="9"/>
                  </a:xfrm>
                  <a:custGeom>
                    <a:avLst/>
                    <a:gdLst>
                      <a:gd name="T0" fmla="*/ 8 w 31"/>
                      <a:gd name="T1" fmla="*/ 0 h 9"/>
                      <a:gd name="T2" fmla="*/ 0 w 31"/>
                      <a:gd name="T3" fmla="*/ 1 h 9"/>
                      <a:gd name="T4" fmla="*/ 26 w 31"/>
                      <a:gd name="T5" fmla="*/ 9 h 9"/>
                      <a:gd name="T6" fmla="*/ 31 w 31"/>
                      <a:gd name="T7" fmla="*/ 5 h 9"/>
                      <a:gd name="T8" fmla="*/ 10 w 31"/>
                      <a:gd name="T9" fmla="*/ 0 h 9"/>
                      <a:gd name="T10" fmla="*/ 8 w 31"/>
                      <a:gd name="T11" fmla="*/ 0 h 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1"/>
                      <a:gd name="T19" fmla="*/ 0 h 9"/>
                      <a:gd name="T20" fmla="*/ 31 w 31"/>
                      <a:gd name="T21" fmla="*/ 9 h 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1" h="9">
                        <a:moveTo>
                          <a:pt x="8" y="0"/>
                        </a:moveTo>
                        <a:lnTo>
                          <a:pt x="0" y="1"/>
                        </a:lnTo>
                        <a:lnTo>
                          <a:pt x="26" y="9"/>
                        </a:lnTo>
                        <a:lnTo>
                          <a:pt x="31" y="5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7" name="Freeform 360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8" name="Freeform 361"/>
                  <p:cNvSpPr>
                    <a:spLocks/>
                  </p:cNvSpPr>
                  <p:nvPr/>
                </p:nvSpPr>
                <p:spPr bwMode="auto">
                  <a:xfrm>
                    <a:off x="3763" y="2422"/>
                    <a:ext cx="86" cy="32"/>
                  </a:xfrm>
                  <a:custGeom>
                    <a:avLst/>
                    <a:gdLst>
                      <a:gd name="T0" fmla="*/ 60 w 86"/>
                      <a:gd name="T1" fmla="*/ 18 h 32"/>
                      <a:gd name="T2" fmla="*/ 52 w 86"/>
                      <a:gd name="T3" fmla="*/ 18 h 32"/>
                      <a:gd name="T4" fmla="*/ 44 w 86"/>
                      <a:gd name="T5" fmla="*/ 16 h 32"/>
                      <a:gd name="T6" fmla="*/ 37 w 86"/>
                      <a:gd name="T7" fmla="*/ 11 h 32"/>
                      <a:gd name="T8" fmla="*/ 33 w 86"/>
                      <a:gd name="T9" fmla="*/ 8 h 32"/>
                      <a:gd name="T10" fmla="*/ 6 w 86"/>
                      <a:gd name="T11" fmla="*/ 0 h 32"/>
                      <a:gd name="T12" fmla="*/ 0 w 86"/>
                      <a:gd name="T13" fmla="*/ 6 h 32"/>
                      <a:gd name="T14" fmla="*/ 81 w 86"/>
                      <a:gd name="T15" fmla="*/ 32 h 32"/>
                      <a:gd name="T16" fmla="*/ 86 w 86"/>
                      <a:gd name="T17" fmla="*/ 28 h 32"/>
                      <a:gd name="T18" fmla="*/ 60 w 86"/>
                      <a:gd name="T19" fmla="*/ 18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86"/>
                      <a:gd name="T31" fmla="*/ 0 h 32"/>
                      <a:gd name="T32" fmla="*/ 86 w 86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86" h="32">
                        <a:moveTo>
                          <a:pt x="60" y="18"/>
                        </a:moveTo>
                        <a:lnTo>
                          <a:pt x="52" y="18"/>
                        </a:lnTo>
                        <a:lnTo>
                          <a:pt x="44" y="16"/>
                        </a:lnTo>
                        <a:lnTo>
                          <a:pt x="37" y="11"/>
                        </a:lnTo>
                        <a:lnTo>
                          <a:pt x="33" y="8"/>
                        </a:lnTo>
                        <a:lnTo>
                          <a:pt x="6" y="0"/>
                        </a:lnTo>
                        <a:lnTo>
                          <a:pt x="0" y="6"/>
                        </a:lnTo>
                        <a:lnTo>
                          <a:pt x="81" y="32"/>
                        </a:lnTo>
                        <a:lnTo>
                          <a:pt x="86" y="28"/>
                        </a:lnTo>
                        <a:lnTo>
                          <a:pt x="60" y="1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9" name="Freeform 362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w 346"/>
                      <a:gd name="T65" fmla="*/ 105 h 10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346"/>
                      <a:gd name="T100" fmla="*/ 0 h 105"/>
                      <a:gd name="T101" fmla="*/ 346 w 346"/>
                      <a:gd name="T102" fmla="*/ 105 h 10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0" name="Freeform 363"/>
                  <p:cNvSpPr>
                    <a:spLocks/>
                  </p:cNvSpPr>
                  <p:nvPr/>
                </p:nvSpPr>
                <p:spPr bwMode="auto">
                  <a:xfrm>
                    <a:off x="3570" y="2385"/>
                    <a:ext cx="346" cy="105"/>
                  </a:xfrm>
                  <a:custGeom>
                    <a:avLst/>
                    <a:gdLst>
                      <a:gd name="T0" fmla="*/ 0 w 346"/>
                      <a:gd name="T1" fmla="*/ 105 h 105"/>
                      <a:gd name="T2" fmla="*/ 138 w 346"/>
                      <a:gd name="T3" fmla="*/ 62 h 105"/>
                      <a:gd name="T4" fmla="*/ 277 w 346"/>
                      <a:gd name="T5" fmla="*/ 105 h 105"/>
                      <a:gd name="T6" fmla="*/ 346 w 346"/>
                      <a:gd name="T7" fmla="*/ 44 h 105"/>
                      <a:gd name="T8" fmla="*/ 333 w 346"/>
                      <a:gd name="T9" fmla="*/ 41 h 105"/>
                      <a:gd name="T10" fmla="*/ 333 w 346"/>
                      <a:gd name="T11" fmla="*/ 43 h 105"/>
                      <a:gd name="T12" fmla="*/ 333 w 346"/>
                      <a:gd name="T13" fmla="*/ 46 h 105"/>
                      <a:gd name="T14" fmla="*/ 332 w 346"/>
                      <a:gd name="T15" fmla="*/ 47 h 105"/>
                      <a:gd name="T16" fmla="*/ 330 w 346"/>
                      <a:gd name="T17" fmla="*/ 50 h 105"/>
                      <a:gd name="T18" fmla="*/ 324 w 346"/>
                      <a:gd name="T19" fmla="*/ 52 h 105"/>
                      <a:gd name="T20" fmla="*/ 315 w 346"/>
                      <a:gd name="T21" fmla="*/ 54 h 105"/>
                      <a:gd name="T22" fmla="*/ 305 w 346"/>
                      <a:gd name="T23" fmla="*/ 55 h 105"/>
                      <a:gd name="T24" fmla="*/ 296 w 346"/>
                      <a:gd name="T25" fmla="*/ 56 h 105"/>
                      <a:gd name="T26" fmla="*/ 286 w 346"/>
                      <a:gd name="T27" fmla="*/ 56 h 105"/>
                      <a:gd name="T28" fmla="*/ 275 w 346"/>
                      <a:gd name="T29" fmla="*/ 55 h 105"/>
                      <a:gd name="T30" fmla="*/ 268 w 346"/>
                      <a:gd name="T31" fmla="*/ 55 h 105"/>
                      <a:gd name="T32" fmla="*/ 263 w 346"/>
                      <a:gd name="T33" fmla="*/ 55 h 105"/>
                      <a:gd name="T34" fmla="*/ 284 w 346"/>
                      <a:gd name="T35" fmla="*/ 60 h 105"/>
                      <a:gd name="T36" fmla="*/ 274 w 346"/>
                      <a:gd name="T37" fmla="*/ 69 h 105"/>
                      <a:gd name="T38" fmla="*/ 193 w 346"/>
                      <a:gd name="T39" fmla="*/ 43 h 105"/>
                      <a:gd name="T40" fmla="*/ 189 w 346"/>
                      <a:gd name="T41" fmla="*/ 41 h 105"/>
                      <a:gd name="T42" fmla="*/ 198 w 346"/>
                      <a:gd name="T43" fmla="*/ 32 h 105"/>
                      <a:gd name="T44" fmla="*/ 219 w 346"/>
                      <a:gd name="T45" fmla="*/ 39 h 105"/>
                      <a:gd name="T46" fmla="*/ 213 w 346"/>
                      <a:gd name="T47" fmla="*/ 32 h 105"/>
                      <a:gd name="T48" fmla="*/ 210 w 346"/>
                      <a:gd name="T49" fmla="*/ 26 h 105"/>
                      <a:gd name="T50" fmla="*/ 208 w 346"/>
                      <a:gd name="T51" fmla="*/ 19 h 105"/>
                      <a:gd name="T52" fmla="*/ 208 w 346"/>
                      <a:gd name="T53" fmla="*/ 11 h 105"/>
                      <a:gd name="T54" fmla="*/ 209 w 346"/>
                      <a:gd name="T55" fmla="*/ 4 h 105"/>
                      <a:gd name="T56" fmla="*/ 209 w 346"/>
                      <a:gd name="T57" fmla="*/ 1 h 105"/>
                      <a:gd name="T58" fmla="*/ 205 w 346"/>
                      <a:gd name="T59" fmla="*/ 0 h 105"/>
                      <a:gd name="T60" fmla="*/ 66 w 346"/>
                      <a:gd name="T61" fmla="*/ 44 h 105"/>
                      <a:gd name="T62" fmla="*/ 0 w 346"/>
                      <a:gd name="T63" fmla="*/ 105 h 10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346"/>
                      <a:gd name="T97" fmla="*/ 0 h 105"/>
                      <a:gd name="T98" fmla="*/ 346 w 346"/>
                      <a:gd name="T99" fmla="*/ 105 h 10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346" h="105">
                        <a:moveTo>
                          <a:pt x="0" y="105"/>
                        </a:moveTo>
                        <a:lnTo>
                          <a:pt x="138" y="62"/>
                        </a:lnTo>
                        <a:lnTo>
                          <a:pt x="277" y="105"/>
                        </a:lnTo>
                        <a:lnTo>
                          <a:pt x="346" y="44"/>
                        </a:lnTo>
                        <a:lnTo>
                          <a:pt x="333" y="41"/>
                        </a:lnTo>
                        <a:lnTo>
                          <a:pt x="333" y="43"/>
                        </a:lnTo>
                        <a:lnTo>
                          <a:pt x="333" y="46"/>
                        </a:lnTo>
                        <a:lnTo>
                          <a:pt x="332" y="47"/>
                        </a:lnTo>
                        <a:lnTo>
                          <a:pt x="330" y="50"/>
                        </a:lnTo>
                        <a:lnTo>
                          <a:pt x="324" y="52"/>
                        </a:lnTo>
                        <a:lnTo>
                          <a:pt x="315" y="54"/>
                        </a:lnTo>
                        <a:lnTo>
                          <a:pt x="305" y="55"/>
                        </a:lnTo>
                        <a:lnTo>
                          <a:pt x="296" y="56"/>
                        </a:lnTo>
                        <a:lnTo>
                          <a:pt x="286" y="56"/>
                        </a:lnTo>
                        <a:lnTo>
                          <a:pt x="275" y="55"/>
                        </a:lnTo>
                        <a:lnTo>
                          <a:pt x="268" y="55"/>
                        </a:lnTo>
                        <a:lnTo>
                          <a:pt x="263" y="55"/>
                        </a:lnTo>
                        <a:lnTo>
                          <a:pt x="284" y="60"/>
                        </a:lnTo>
                        <a:lnTo>
                          <a:pt x="274" y="69"/>
                        </a:lnTo>
                        <a:lnTo>
                          <a:pt x="193" y="43"/>
                        </a:lnTo>
                        <a:lnTo>
                          <a:pt x="189" y="41"/>
                        </a:lnTo>
                        <a:lnTo>
                          <a:pt x="198" y="32"/>
                        </a:lnTo>
                        <a:lnTo>
                          <a:pt x="219" y="39"/>
                        </a:lnTo>
                        <a:lnTo>
                          <a:pt x="213" y="32"/>
                        </a:lnTo>
                        <a:lnTo>
                          <a:pt x="210" y="26"/>
                        </a:lnTo>
                        <a:lnTo>
                          <a:pt x="208" y="19"/>
                        </a:lnTo>
                        <a:lnTo>
                          <a:pt x="208" y="11"/>
                        </a:lnTo>
                        <a:lnTo>
                          <a:pt x="209" y="4"/>
                        </a:lnTo>
                        <a:lnTo>
                          <a:pt x="209" y="1"/>
                        </a:lnTo>
                        <a:lnTo>
                          <a:pt x="205" y="0"/>
                        </a:lnTo>
                        <a:lnTo>
                          <a:pt x="66" y="44"/>
                        </a:lnTo>
                        <a:lnTo>
                          <a:pt x="0" y="10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1" name="Freeform 364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2" name="Freeform 365"/>
                  <p:cNvSpPr>
                    <a:spLocks/>
                  </p:cNvSpPr>
                  <p:nvPr/>
                </p:nvSpPr>
                <p:spPr bwMode="auto">
                  <a:xfrm>
                    <a:off x="3846" y="2429"/>
                    <a:ext cx="70" cy="69"/>
                  </a:xfrm>
                  <a:custGeom>
                    <a:avLst/>
                    <a:gdLst>
                      <a:gd name="T0" fmla="*/ 70 w 70"/>
                      <a:gd name="T1" fmla="*/ 0 h 69"/>
                      <a:gd name="T2" fmla="*/ 70 w 70"/>
                      <a:gd name="T3" fmla="*/ 6 h 69"/>
                      <a:gd name="T4" fmla="*/ 59 w 70"/>
                      <a:gd name="T5" fmla="*/ 15 h 69"/>
                      <a:gd name="T6" fmla="*/ 0 w 70"/>
                      <a:gd name="T7" fmla="*/ 69 h 69"/>
                      <a:gd name="T8" fmla="*/ 0 w 70"/>
                      <a:gd name="T9" fmla="*/ 64 h 69"/>
                      <a:gd name="T10" fmla="*/ 1 w 70"/>
                      <a:gd name="T11" fmla="*/ 61 h 69"/>
                      <a:gd name="T12" fmla="*/ 70 w 70"/>
                      <a:gd name="T13" fmla="*/ 0 h 6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0"/>
                      <a:gd name="T22" fmla="*/ 0 h 69"/>
                      <a:gd name="T23" fmla="*/ 70 w 70"/>
                      <a:gd name="T24" fmla="*/ 69 h 6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0" h="69">
                        <a:moveTo>
                          <a:pt x="70" y="0"/>
                        </a:moveTo>
                        <a:lnTo>
                          <a:pt x="70" y="6"/>
                        </a:lnTo>
                        <a:lnTo>
                          <a:pt x="59" y="15"/>
                        </a:lnTo>
                        <a:lnTo>
                          <a:pt x="0" y="69"/>
                        </a:lnTo>
                        <a:lnTo>
                          <a:pt x="0" y="64"/>
                        </a:lnTo>
                        <a:lnTo>
                          <a:pt x="1" y="61"/>
                        </a:lnTo>
                        <a:lnTo>
                          <a:pt x="7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3" name="Freeform 366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4" name="Freeform 367"/>
                  <p:cNvSpPr>
                    <a:spLocks/>
                  </p:cNvSpPr>
                  <p:nvPr/>
                </p:nvSpPr>
                <p:spPr bwMode="auto">
                  <a:xfrm>
                    <a:off x="3570" y="2447"/>
                    <a:ext cx="277" cy="46"/>
                  </a:xfrm>
                  <a:custGeom>
                    <a:avLst/>
                    <a:gdLst>
                      <a:gd name="T0" fmla="*/ 276 w 277"/>
                      <a:gd name="T1" fmla="*/ 46 h 46"/>
                      <a:gd name="T2" fmla="*/ 277 w 277"/>
                      <a:gd name="T3" fmla="*/ 43 h 46"/>
                      <a:gd name="T4" fmla="*/ 138 w 277"/>
                      <a:gd name="T5" fmla="*/ 0 h 46"/>
                      <a:gd name="T6" fmla="*/ 0 w 277"/>
                      <a:gd name="T7" fmla="*/ 43 h 46"/>
                      <a:gd name="T8" fmla="*/ 1 w 277"/>
                      <a:gd name="T9" fmla="*/ 46 h 46"/>
                      <a:gd name="T10" fmla="*/ 29 w 277"/>
                      <a:gd name="T11" fmla="*/ 46 h 46"/>
                      <a:gd name="T12" fmla="*/ 138 w 277"/>
                      <a:gd name="T13" fmla="*/ 14 h 46"/>
                      <a:gd name="T14" fmla="*/ 239 w 277"/>
                      <a:gd name="T15" fmla="*/ 46 h 46"/>
                      <a:gd name="T16" fmla="*/ 276 w 277"/>
                      <a:gd name="T17" fmla="*/ 46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77"/>
                      <a:gd name="T28" fmla="*/ 0 h 46"/>
                      <a:gd name="T29" fmla="*/ 277 w 277"/>
                      <a:gd name="T30" fmla="*/ 46 h 4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77" h="46">
                        <a:moveTo>
                          <a:pt x="276" y="46"/>
                        </a:moveTo>
                        <a:lnTo>
                          <a:pt x="277" y="43"/>
                        </a:lnTo>
                        <a:lnTo>
                          <a:pt x="138" y="0"/>
                        </a:lnTo>
                        <a:lnTo>
                          <a:pt x="0" y="43"/>
                        </a:lnTo>
                        <a:lnTo>
                          <a:pt x="1" y="46"/>
                        </a:lnTo>
                        <a:lnTo>
                          <a:pt x="29" y="46"/>
                        </a:lnTo>
                        <a:lnTo>
                          <a:pt x="138" y="14"/>
                        </a:lnTo>
                        <a:lnTo>
                          <a:pt x="239" y="46"/>
                        </a:lnTo>
                        <a:lnTo>
                          <a:pt x="276" y="4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5" name="Freeform 368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6" name="Freeform 369"/>
                  <p:cNvSpPr>
                    <a:spLocks/>
                  </p:cNvSpPr>
                  <p:nvPr/>
                </p:nvSpPr>
                <p:spPr bwMode="auto">
                  <a:xfrm>
                    <a:off x="3600" y="2461"/>
                    <a:ext cx="209" cy="32"/>
                  </a:xfrm>
                  <a:custGeom>
                    <a:avLst/>
                    <a:gdLst>
                      <a:gd name="T0" fmla="*/ 0 w 209"/>
                      <a:gd name="T1" fmla="*/ 32 h 32"/>
                      <a:gd name="T2" fmla="*/ 108 w 209"/>
                      <a:gd name="T3" fmla="*/ 0 h 32"/>
                      <a:gd name="T4" fmla="*/ 209 w 209"/>
                      <a:gd name="T5" fmla="*/ 32 h 32"/>
                      <a:gd name="T6" fmla="*/ 188 w 209"/>
                      <a:gd name="T7" fmla="*/ 32 h 32"/>
                      <a:gd name="T8" fmla="*/ 108 w 209"/>
                      <a:gd name="T9" fmla="*/ 7 h 32"/>
                      <a:gd name="T10" fmla="*/ 24 w 209"/>
                      <a:gd name="T11" fmla="*/ 32 h 32"/>
                      <a:gd name="T12" fmla="*/ 0 w 209"/>
                      <a:gd name="T13" fmla="*/ 32 h 3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09"/>
                      <a:gd name="T22" fmla="*/ 0 h 32"/>
                      <a:gd name="T23" fmla="*/ 209 w 209"/>
                      <a:gd name="T24" fmla="*/ 32 h 3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09" h="32">
                        <a:moveTo>
                          <a:pt x="0" y="32"/>
                        </a:moveTo>
                        <a:lnTo>
                          <a:pt x="108" y="0"/>
                        </a:lnTo>
                        <a:lnTo>
                          <a:pt x="209" y="32"/>
                        </a:lnTo>
                        <a:lnTo>
                          <a:pt x="188" y="32"/>
                        </a:lnTo>
                        <a:lnTo>
                          <a:pt x="108" y="7"/>
                        </a:lnTo>
                        <a:lnTo>
                          <a:pt x="24" y="32"/>
                        </a:lnTo>
                        <a:lnTo>
                          <a:pt x="0" y="3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7" name="Freeform 370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8" name="Freeform 371"/>
                  <p:cNvSpPr>
                    <a:spLocks/>
                  </p:cNvSpPr>
                  <p:nvPr/>
                </p:nvSpPr>
                <p:spPr bwMode="auto">
                  <a:xfrm>
                    <a:off x="3624" y="2468"/>
                    <a:ext cx="164" cy="25"/>
                  </a:xfrm>
                  <a:custGeom>
                    <a:avLst/>
                    <a:gdLst>
                      <a:gd name="T0" fmla="*/ 164 w 164"/>
                      <a:gd name="T1" fmla="*/ 25 h 25"/>
                      <a:gd name="T2" fmla="*/ 84 w 164"/>
                      <a:gd name="T3" fmla="*/ 0 h 25"/>
                      <a:gd name="T4" fmla="*/ 0 w 164"/>
                      <a:gd name="T5" fmla="*/ 25 h 25"/>
                      <a:gd name="T6" fmla="*/ 164 w 164"/>
                      <a:gd name="T7" fmla="*/ 25 h 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64"/>
                      <a:gd name="T13" fmla="*/ 0 h 25"/>
                      <a:gd name="T14" fmla="*/ 164 w 164"/>
                      <a:gd name="T15" fmla="*/ 25 h 25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64" h="25">
                        <a:moveTo>
                          <a:pt x="164" y="25"/>
                        </a:moveTo>
                        <a:lnTo>
                          <a:pt x="84" y="0"/>
                        </a:lnTo>
                        <a:lnTo>
                          <a:pt x="0" y="25"/>
                        </a:lnTo>
                        <a:lnTo>
                          <a:pt x="164" y="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9" name="Rectangle 372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0" name="Rectangle 373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493"/>
                    <a:ext cx="275" cy="5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1" name="Rectangle 374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2" name="Rectangle 37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498"/>
                    <a:ext cx="260" cy="7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3" name="Freeform 376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4" name="Freeform 377"/>
                  <p:cNvSpPr>
                    <a:spLocks/>
                  </p:cNvSpPr>
                  <p:nvPr/>
                </p:nvSpPr>
                <p:spPr bwMode="auto">
                  <a:xfrm>
                    <a:off x="3838" y="2498"/>
                    <a:ext cx="8" cy="7"/>
                  </a:xfrm>
                  <a:custGeom>
                    <a:avLst/>
                    <a:gdLst>
                      <a:gd name="T0" fmla="*/ 8 w 8"/>
                      <a:gd name="T1" fmla="*/ 0 h 7"/>
                      <a:gd name="T2" fmla="*/ 0 w 8"/>
                      <a:gd name="T3" fmla="*/ 0 h 7"/>
                      <a:gd name="T4" fmla="*/ 0 w 8"/>
                      <a:gd name="T5" fmla="*/ 7 h 7"/>
                      <a:gd name="T6" fmla="*/ 8 w 8"/>
                      <a:gd name="T7" fmla="*/ 0 h 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"/>
                      <a:gd name="T13" fmla="*/ 0 h 7"/>
                      <a:gd name="T14" fmla="*/ 8 w 8"/>
                      <a:gd name="T15" fmla="*/ 7 h 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" h="7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5" name="Rectangle 378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6" name="Rectangle 379"/>
                  <p:cNvSpPr>
                    <a:spLocks noChangeArrowheads="1"/>
                  </p:cNvSpPr>
                  <p:nvPr/>
                </p:nvSpPr>
                <p:spPr bwMode="auto">
                  <a:xfrm>
                    <a:off x="3582" y="2505"/>
                    <a:ext cx="250" cy="24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7" name="Freeform 380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8" name="Freeform 381"/>
                  <p:cNvSpPr>
                    <a:spLocks/>
                  </p:cNvSpPr>
                  <p:nvPr/>
                </p:nvSpPr>
                <p:spPr bwMode="auto">
                  <a:xfrm>
                    <a:off x="3599" y="2520"/>
                    <a:ext cx="244" cy="160"/>
                  </a:xfrm>
                  <a:custGeom>
                    <a:avLst/>
                    <a:gdLst>
                      <a:gd name="T0" fmla="*/ 4 w 244"/>
                      <a:gd name="T1" fmla="*/ 12 h 160"/>
                      <a:gd name="T2" fmla="*/ 4 w 244"/>
                      <a:gd name="T3" fmla="*/ 13 h 160"/>
                      <a:gd name="T4" fmla="*/ 1 w 244"/>
                      <a:gd name="T5" fmla="*/ 14 h 160"/>
                      <a:gd name="T6" fmla="*/ 0 w 244"/>
                      <a:gd name="T7" fmla="*/ 21 h 160"/>
                      <a:gd name="T8" fmla="*/ 4 w 244"/>
                      <a:gd name="T9" fmla="*/ 21 h 160"/>
                      <a:gd name="T10" fmla="*/ 4 w 244"/>
                      <a:gd name="T11" fmla="*/ 27 h 160"/>
                      <a:gd name="T12" fmla="*/ 1 w 244"/>
                      <a:gd name="T13" fmla="*/ 28 h 160"/>
                      <a:gd name="T14" fmla="*/ 3 w 244"/>
                      <a:gd name="T15" fmla="*/ 132 h 160"/>
                      <a:gd name="T16" fmla="*/ 12 w 244"/>
                      <a:gd name="T17" fmla="*/ 146 h 160"/>
                      <a:gd name="T18" fmla="*/ 15 w 244"/>
                      <a:gd name="T19" fmla="*/ 157 h 160"/>
                      <a:gd name="T20" fmla="*/ 24 w 244"/>
                      <a:gd name="T21" fmla="*/ 157 h 160"/>
                      <a:gd name="T22" fmla="*/ 28 w 244"/>
                      <a:gd name="T23" fmla="*/ 159 h 160"/>
                      <a:gd name="T24" fmla="*/ 35 w 244"/>
                      <a:gd name="T25" fmla="*/ 160 h 160"/>
                      <a:gd name="T26" fmla="*/ 41 w 244"/>
                      <a:gd name="T27" fmla="*/ 160 h 160"/>
                      <a:gd name="T28" fmla="*/ 46 w 244"/>
                      <a:gd name="T29" fmla="*/ 158 h 160"/>
                      <a:gd name="T30" fmla="*/ 50 w 244"/>
                      <a:gd name="T31" fmla="*/ 157 h 160"/>
                      <a:gd name="T32" fmla="*/ 67 w 244"/>
                      <a:gd name="T33" fmla="*/ 157 h 160"/>
                      <a:gd name="T34" fmla="*/ 71 w 244"/>
                      <a:gd name="T35" fmla="*/ 159 h 160"/>
                      <a:gd name="T36" fmla="*/ 77 w 244"/>
                      <a:gd name="T37" fmla="*/ 160 h 160"/>
                      <a:gd name="T38" fmla="*/ 84 w 244"/>
                      <a:gd name="T39" fmla="*/ 160 h 160"/>
                      <a:gd name="T40" fmla="*/ 90 w 244"/>
                      <a:gd name="T41" fmla="*/ 158 h 160"/>
                      <a:gd name="T42" fmla="*/ 93 w 244"/>
                      <a:gd name="T43" fmla="*/ 157 h 160"/>
                      <a:gd name="T44" fmla="*/ 123 w 244"/>
                      <a:gd name="T45" fmla="*/ 157 h 160"/>
                      <a:gd name="T46" fmla="*/ 128 w 244"/>
                      <a:gd name="T47" fmla="*/ 159 h 160"/>
                      <a:gd name="T48" fmla="*/ 134 w 244"/>
                      <a:gd name="T49" fmla="*/ 160 h 160"/>
                      <a:gd name="T50" fmla="*/ 140 w 244"/>
                      <a:gd name="T51" fmla="*/ 160 h 160"/>
                      <a:gd name="T52" fmla="*/ 146 w 244"/>
                      <a:gd name="T53" fmla="*/ 158 h 160"/>
                      <a:gd name="T54" fmla="*/ 149 w 244"/>
                      <a:gd name="T55" fmla="*/ 157 h 160"/>
                      <a:gd name="T56" fmla="*/ 167 w 244"/>
                      <a:gd name="T57" fmla="*/ 157 h 160"/>
                      <a:gd name="T58" fmla="*/ 171 w 244"/>
                      <a:gd name="T59" fmla="*/ 159 h 160"/>
                      <a:gd name="T60" fmla="*/ 178 w 244"/>
                      <a:gd name="T61" fmla="*/ 160 h 160"/>
                      <a:gd name="T62" fmla="*/ 184 w 244"/>
                      <a:gd name="T63" fmla="*/ 160 h 160"/>
                      <a:gd name="T64" fmla="*/ 191 w 244"/>
                      <a:gd name="T65" fmla="*/ 158 h 160"/>
                      <a:gd name="T66" fmla="*/ 193 w 244"/>
                      <a:gd name="T67" fmla="*/ 157 h 160"/>
                      <a:gd name="T68" fmla="*/ 213 w 244"/>
                      <a:gd name="T69" fmla="*/ 141 h 160"/>
                      <a:gd name="T70" fmla="*/ 209 w 244"/>
                      <a:gd name="T71" fmla="*/ 138 h 160"/>
                      <a:gd name="T72" fmla="*/ 244 w 244"/>
                      <a:gd name="T73" fmla="*/ 131 h 160"/>
                      <a:gd name="T74" fmla="*/ 240 w 244"/>
                      <a:gd name="T75" fmla="*/ 3 h 160"/>
                      <a:gd name="T76" fmla="*/ 9 w 244"/>
                      <a:gd name="T77" fmla="*/ 9 h 16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244"/>
                      <a:gd name="T118" fmla="*/ 0 h 160"/>
                      <a:gd name="T119" fmla="*/ 244 w 244"/>
                      <a:gd name="T120" fmla="*/ 160 h 16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244" h="160">
                        <a:moveTo>
                          <a:pt x="9" y="9"/>
                        </a:move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4" y="22"/>
                        </a:lnTo>
                        <a:lnTo>
                          <a:pt x="4" y="27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3" y="132"/>
                        </a:lnTo>
                        <a:lnTo>
                          <a:pt x="12" y="132"/>
                        </a:lnTo>
                        <a:lnTo>
                          <a:pt x="12" y="146"/>
                        </a:lnTo>
                        <a:lnTo>
                          <a:pt x="15" y="152"/>
                        </a:lnTo>
                        <a:lnTo>
                          <a:pt x="15" y="157"/>
                        </a:lnTo>
                        <a:lnTo>
                          <a:pt x="23" y="157"/>
                        </a:lnTo>
                        <a:lnTo>
                          <a:pt x="24" y="157"/>
                        </a:lnTo>
                        <a:lnTo>
                          <a:pt x="26" y="158"/>
                        </a:lnTo>
                        <a:lnTo>
                          <a:pt x="28" y="159"/>
                        </a:lnTo>
                        <a:lnTo>
                          <a:pt x="31" y="160"/>
                        </a:lnTo>
                        <a:lnTo>
                          <a:pt x="35" y="160"/>
                        </a:lnTo>
                        <a:lnTo>
                          <a:pt x="37" y="160"/>
                        </a:lnTo>
                        <a:lnTo>
                          <a:pt x="41" y="160"/>
                        </a:lnTo>
                        <a:lnTo>
                          <a:pt x="43" y="159"/>
                        </a:lnTo>
                        <a:lnTo>
                          <a:pt x="46" y="158"/>
                        </a:lnTo>
                        <a:lnTo>
                          <a:pt x="49" y="158"/>
                        </a:lnTo>
                        <a:lnTo>
                          <a:pt x="50" y="157"/>
                        </a:lnTo>
                        <a:lnTo>
                          <a:pt x="66" y="157"/>
                        </a:lnTo>
                        <a:lnTo>
                          <a:pt x="67" y="157"/>
                        </a:lnTo>
                        <a:lnTo>
                          <a:pt x="69" y="158"/>
                        </a:lnTo>
                        <a:lnTo>
                          <a:pt x="71" y="159"/>
                        </a:lnTo>
                        <a:lnTo>
                          <a:pt x="74" y="160"/>
                        </a:lnTo>
                        <a:lnTo>
                          <a:pt x="77" y="160"/>
                        </a:lnTo>
                        <a:lnTo>
                          <a:pt x="81" y="160"/>
                        </a:lnTo>
                        <a:lnTo>
                          <a:pt x="84" y="160"/>
                        </a:lnTo>
                        <a:lnTo>
                          <a:pt x="87" y="159"/>
                        </a:lnTo>
                        <a:lnTo>
                          <a:pt x="90" y="158"/>
                        </a:lnTo>
                        <a:lnTo>
                          <a:pt x="91" y="158"/>
                        </a:lnTo>
                        <a:lnTo>
                          <a:pt x="93" y="157"/>
                        </a:lnTo>
                        <a:lnTo>
                          <a:pt x="122" y="157"/>
                        </a:lnTo>
                        <a:lnTo>
                          <a:pt x="123" y="157"/>
                        </a:lnTo>
                        <a:lnTo>
                          <a:pt x="125" y="158"/>
                        </a:lnTo>
                        <a:lnTo>
                          <a:pt x="128" y="159"/>
                        </a:lnTo>
                        <a:lnTo>
                          <a:pt x="131" y="160"/>
                        </a:lnTo>
                        <a:lnTo>
                          <a:pt x="134" y="160"/>
                        </a:lnTo>
                        <a:lnTo>
                          <a:pt x="137" y="160"/>
                        </a:lnTo>
                        <a:lnTo>
                          <a:pt x="140" y="160"/>
                        </a:lnTo>
                        <a:lnTo>
                          <a:pt x="144" y="159"/>
                        </a:lnTo>
                        <a:lnTo>
                          <a:pt x="146" y="158"/>
                        </a:lnTo>
                        <a:lnTo>
                          <a:pt x="148" y="158"/>
                        </a:lnTo>
                        <a:lnTo>
                          <a:pt x="149" y="157"/>
                        </a:lnTo>
                        <a:lnTo>
                          <a:pt x="166" y="157"/>
                        </a:lnTo>
                        <a:lnTo>
                          <a:pt x="167" y="157"/>
                        </a:lnTo>
                        <a:lnTo>
                          <a:pt x="169" y="158"/>
                        </a:lnTo>
                        <a:lnTo>
                          <a:pt x="171" y="159"/>
                        </a:lnTo>
                        <a:lnTo>
                          <a:pt x="175" y="160"/>
                        </a:lnTo>
                        <a:lnTo>
                          <a:pt x="178" y="160"/>
                        </a:lnTo>
                        <a:lnTo>
                          <a:pt x="181" y="160"/>
                        </a:lnTo>
                        <a:lnTo>
                          <a:pt x="184" y="160"/>
                        </a:lnTo>
                        <a:lnTo>
                          <a:pt x="187" y="159"/>
                        </a:lnTo>
                        <a:lnTo>
                          <a:pt x="191" y="158"/>
                        </a:lnTo>
                        <a:lnTo>
                          <a:pt x="192" y="158"/>
                        </a:lnTo>
                        <a:lnTo>
                          <a:pt x="193" y="157"/>
                        </a:lnTo>
                        <a:lnTo>
                          <a:pt x="213" y="157"/>
                        </a:lnTo>
                        <a:lnTo>
                          <a:pt x="213" y="141"/>
                        </a:lnTo>
                        <a:lnTo>
                          <a:pt x="211" y="141"/>
                        </a:lnTo>
                        <a:lnTo>
                          <a:pt x="209" y="138"/>
                        </a:lnTo>
                        <a:lnTo>
                          <a:pt x="236" y="138"/>
                        </a:lnTo>
                        <a:lnTo>
                          <a:pt x="244" y="131"/>
                        </a:lnTo>
                        <a:lnTo>
                          <a:pt x="244" y="0"/>
                        </a:lnTo>
                        <a:lnTo>
                          <a:pt x="240" y="3"/>
                        </a:lnTo>
                        <a:lnTo>
                          <a:pt x="233" y="9"/>
                        </a:lnTo>
                        <a:lnTo>
                          <a:pt x="9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9" name="Freeform 382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0" name="Freeform 383"/>
                  <p:cNvSpPr>
                    <a:spLocks/>
                  </p:cNvSpPr>
                  <p:nvPr/>
                </p:nvSpPr>
                <p:spPr bwMode="auto">
                  <a:xfrm>
                    <a:off x="3808" y="2443"/>
                    <a:ext cx="110" cy="294"/>
                  </a:xfrm>
                  <a:custGeom>
                    <a:avLst/>
                    <a:gdLst>
                      <a:gd name="T0" fmla="*/ 35 w 110"/>
                      <a:gd name="T1" fmla="*/ 208 h 294"/>
                      <a:gd name="T2" fmla="*/ 35 w 110"/>
                      <a:gd name="T3" fmla="*/ 77 h 294"/>
                      <a:gd name="T4" fmla="*/ 31 w 110"/>
                      <a:gd name="T5" fmla="*/ 79 h 294"/>
                      <a:gd name="T6" fmla="*/ 24 w 110"/>
                      <a:gd name="T7" fmla="*/ 86 h 294"/>
                      <a:gd name="T8" fmla="*/ 24 w 110"/>
                      <a:gd name="T9" fmla="*/ 61 h 294"/>
                      <a:gd name="T10" fmla="*/ 30 w 110"/>
                      <a:gd name="T11" fmla="*/ 61 h 294"/>
                      <a:gd name="T12" fmla="*/ 38 w 110"/>
                      <a:gd name="T13" fmla="*/ 55 h 294"/>
                      <a:gd name="T14" fmla="*/ 98 w 110"/>
                      <a:gd name="T15" fmla="*/ 0 h 294"/>
                      <a:gd name="T16" fmla="*/ 98 w 110"/>
                      <a:gd name="T17" fmla="*/ 181 h 294"/>
                      <a:gd name="T18" fmla="*/ 107 w 110"/>
                      <a:gd name="T19" fmla="*/ 181 h 294"/>
                      <a:gd name="T20" fmla="*/ 98 w 110"/>
                      <a:gd name="T21" fmla="*/ 189 h 294"/>
                      <a:gd name="T22" fmla="*/ 98 w 110"/>
                      <a:gd name="T23" fmla="*/ 222 h 294"/>
                      <a:gd name="T24" fmla="*/ 110 w 110"/>
                      <a:gd name="T25" fmla="*/ 232 h 294"/>
                      <a:gd name="T26" fmla="*/ 41 w 110"/>
                      <a:gd name="T27" fmla="*/ 294 h 294"/>
                      <a:gd name="T28" fmla="*/ 29 w 110"/>
                      <a:gd name="T29" fmla="*/ 283 h 294"/>
                      <a:gd name="T30" fmla="*/ 29 w 110"/>
                      <a:gd name="T31" fmla="*/ 246 h 294"/>
                      <a:gd name="T32" fmla="*/ 32 w 110"/>
                      <a:gd name="T33" fmla="*/ 246 h 294"/>
                      <a:gd name="T34" fmla="*/ 38 w 110"/>
                      <a:gd name="T35" fmla="*/ 240 h 294"/>
                      <a:gd name="T36" fmla="*/ 27 w 110"/>
                      <a:gd name="T37" fmla="*/ 240 h 294"/>
                      <a:gd name="T38" fmla="*/ 35 w 110"/>
                      <a:gd name="T39" fmla="*/ 232 h 294"/>
                      <a:gd name="T40" fmla="*/ 35 w 110"/>
                      <a:gd name="T41" fmla="*/ 211 h 294"/>
                      <a:gd name="T42" fmla="*/ 27 w 110"/>
                      <a:gd name="T43" fmla="*/ 218 h 294"/>
                      <a:gd name="T44" fmla="*/ 1 w 110"/>
                      <a:gd name="T45" fmla="*/ 218 h 294"/>
                      <a:gd name="T46" fmla="*/ 0 w 110"/>
                      <a:gd name="T47" fmla="*/ 215 h 294"/>
                      <a:gd name="T48" fmla="*/ 27 w 110"/>
                      <a:gd name="T49" fmla="*/ 215 h 294"/>
                      <a:gd name="T50" fmla="*/ 35 w 110"/>
                      <a:gd name="T51" fmla="*/ 208 h 2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10"/>
                      <a:gd name="T79" fmla="*/ 0 h 294"/>
                      <a:gd name="T80" fmla="*/ 110 w 110"/>
                      <a:gd name="T81" fmla="*/ 294 h 2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10" h="294">
                        <a:moveTo>
                          <a:pt x="35" y="208"/>
                        </a:moveTo>
                        <a:lnTo>
                          <a:pt x="35" y="77"/>
                        </a:lnTo>
                        <a:lnTo>
                          <a:pt x="31" y="79"/>
                        </a:lnTo>
                        <a:lnTo>
                          <a:pt x="24" y="86"/>
                        </a:lnTo>
                        <a:lnTo>
                          <a:pt x="24" y="61"/>
                        </a:lnTo>
                        <a:lnTo>
                          <a:pt x="30" y="61"/>
                        </a:lnTo>
                        <a:lnTo>
                          <a:pt x="38" y="55"/>
                        </a:lnTo>
                        <a:lnTo>
                          <a:pt x="98" y="0"/>
                        </a:lnTo>
                        <a:lnTo>
                          <a:pt x="98" y="181"/>
                        </a:lnTo>
                        <a:lnTo>
                          <a:pt x="107" y="181"/>
                        </a:lnTo>
                        <a:lnTo>
                          <a:pt x="98" y="189"/>
                        </a:lnTo>
                        <a:lnTo>
                          <a:pt x="98" y="222"/>
                        </a:lnTo>
                        <a:lnTo>
                          <a:pt x="110" y="232"/>
                        </a:lnTo>
                        <a:lnTo>
                          <a:pt x="41" y="294"/>
                        </a:lnTo>
                        <a:lnTo>
                          <a:pt x="29" y="283"/>
                        </a:lnTo>
                        <a:lnTo>
                          <a:pt x="29" y="246"/>
                        </a:lnTo>
                        <a:lnTo>
                          <a:pt x="32" y="246"/>
                        </a:lnTo>
                        <a:lnTo>
                          <a:pt x="38" y="240"/>
                        </a:lnTo>
                        <a:lnTo>
                          <a:pt x="27" y="240"/>
                        </a:lnTo>
                        <a:lnTo>
                          <a:pt x="35" y="232"/>
                        </a:lnTo>
                        <a:lnTo>
                          <a:pt x="35" y="211"/>
                        </a:lnTo>
                        <a:lnTo>
                          <a:pt x="27" y="218"/>
                        </a:lnTo>
                        <a:lnTo>
                          <a:pt x="1" y="218"/>
                        </a:lnTo>
                        <a:lnTo>
                          <a:pt x="0" y="215"/>
                        </a:lnTo>
                        <a:lnTo>
                          <a:pt x="27" y="215"/>
                        </a:lnTo>
                        <a:lnTo>
                          <a:pt x="35" y="20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1" name="Rectangle 384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2" name="Rectangle 385"/>
                  <p:cNvSpPr>
                    <a:spLocks noChangeArrowheads="1"/>
                  </p:cNvSpPr>
                  <p:nvPr/>
                </p:nvSpPr>
                <p:spPr bwMode="auto">
                  <a:xfrm>
                    <a:off x="3578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3" name="Freeform 386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4" name="Freeform 387"/>
                  <p:cNvSpPr>
                    <a:spLocks/>
                  </p:cNvSpPr>
                  <p:nvPr/>
                </p:nvSpPr>
                <p:spPr bwMode="auto">
                  <a:xfrm>
                    <a:off x="3579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1 w 24"/>
                      <a:gd name="T5" fmla="*/ 2 h 3"/>
                      <a:gd name="T6" fmla="*/ 1 w 24"/>
                      <a:gd name="T7" fmla="*/ 2 h 3"/>
                      <a:gd name="T8" fmla="*/ 3 w 24"/>
                      <a:gd name="T9" fmla="*/ 2 h 3"/>
                      <a:gd name="T10" fmla="*/ 5 w 24"/>
                      <a:gd name="T11" fmla="*/ 3 h 3"/>
                      <a:gd name="T12" fmla="*/ 11 w 24"/>
                      <a:gd name="T13" fmla="*/ 3 h 3"/>
                      <a:gd name="T14" fmla="*/ 17 w 24"/>
                      <a:gd name="T15" fmla="*/ 3 h 3"/>
                      <a:gd name="T16" fmla="*/ 20 w 24"/>
                      <a:gd name="T17" fmla="*/ 2 h 3"/>
                      <a:gd name="T18" fmla="*/ 21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1 h 3"/>
                      <a:gd name="T24" fmla="*/ 24 w 24"/>
                      <a:gd name="T25" fmla="*/ 0 h 3"/>
                      <a:gd name="T26" fmla="*/ 0 w 24"/>
                      <a:gd name="T27" fmla="*/ 0 h 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24"/>
                      <a:gd name="T43" fmla="*/ 0 h 3"/>
                      <a:gd name="T44" fmla="*/ 24 w 24"/>
                      <a:gd name="T45" fmla="*/ 3 h 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5" name="Freeform 388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6" name="Freeform 389"/>
                  <p:cNvSpPr>
                    <a:spLocks/>
                  </p:cNvSpPr>
                  <p:nvPr/>
                </p:nvSpPr>
                <p:spPr bwMode="auto">
                  <a:xfrm>
                    <a:off x="3578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7 w 25"/>
                      <a:gd name="T3" fmla="*/ 0 h 10"/>
                      <a:gd name="T4" fmla="*/ 12 w 25"/>
                      <a:gd name="T5" fmla="*/ 1 h 10"/>
                      <a:gd name="T6" fmla="*/ 5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2 w 25"/>
                      <a:gd name="T23" fmla="*/ 9 h 10"/>
                      <a:gd name="T24" fmla="*/ 6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1 w 25"/>
                      <a:gd name="T31" fmla="*/ 9 h 10"/>
                      <a:gd name="T32" fmla="*/ 24 w 25"/>
                      <a:gd name="T33" fmla="*/ 9 h 10"/>
                      <a:gd name="T34" fmla="*/ 25 w 25"/>
                      <a:gd name="T35" fmla="*/ 7 h 10"/>
                      <a:gd name="T36" fmla="*/ 24 w 25"/>
                      <a:gd name="T37" fmla="*/ 6 h 10"/>
                      <a:gd name="T38" fmla="*/ 22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7" y="0"/>
                        </a:lnTo>
                        <a:lnTo>
                          <a:pt x="12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2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4" y="9"/>
                        </a:lnTo>
                        <a:lnTo>
                          <a:pt x="25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7" name="Freeform 390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8" name="Freeform 391"/>
                  <p:cNvSpPr>
                    <a:spLocks/>
                  </p:cNvSpPr>
                  <p:nvPr/>
                </p:nvSpPr>
                <p:spPr bwMode="auto">
                  <a:xfrm>
                    <a:off x="3578" y="2542"/>
                    <a:ext cx="25" cy="7"/>
                  </a:xfrm>
                  <a:custGeom>
                    <a:avLst/>
                    <a:gdLst>
                      <a:gd name="T0" fmla="*/ 24 w 25"/>
                      <a:gd name="T1" fmla="*/ 5 h 7"/>
                      <a:gd name="T2" fmla="*/ 22 w 25"/>
                      <a:gd name="T3" fmla="*/ 6 h 7"/>
                      <a:gd name="T4" fmla="*/ 21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3 w 25"/>
                      <a:gd name="T11" fmla="*/ 6 h 7"/>
                      <a:gd name="T12" fmla="*/ 2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2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4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4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9" name="Freeform 392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0" name="Freeform 393"/>
                  <p:cNvSpPr>
                    <a:spLocks/>
                  </p:cNvSpPr>
                  <p:nvPr/>
                </p:nvSpPr>
                <p:spPr bwMode="auto">
                  <a:xfrm>
                    <a:off x="3580" y="2548"/>
                    <a:ext cx="22" cy="107"/>
                  </a:xfrm>
                  <a:custGeom>
                    <a:avLst/>
                    <a:gdLst>
                      <a:gd name="T0" fmla="*/ 22 w 22"/>
                      <a:gd name="T1" fmla="*/ 104 h 107"/>
                      <a:gd name="T2" fmla="*/ 19 w 22"/>
                      <a:gd name="T3" fmla="*/ 0 h 107"/>
                      <a:gd name="T4" fmla="*/ 15 w 22"/>
                      <a:gd name="T5" fmla="*/ 1 h 107"/>
                      <a:gd name="T6" fmla="*/ 4 w 22"/>
                      <a:gd name="T7" fmla="*/ 1 h 107"/>
                      <a:gd name="T8" fmla="*/ 2 w 22"/>
                      <a:gd name="T9" fmla="*/ 0 h 107"/>
                      <a:gd name="T10" fmla="*/ 0 w 22"/>
                      <a:gd name="T11" fmla="*/ 102 h 107"/>
                      <a:gd name="T12" fmla="*/ 0 w 22"/>
                      <a:gd name="T13" fmla="*/ 106 h 107"/>
                      <a:gd name="T14" fmla="*/ 4 w 22"/>
                      <a:gd name="T15" fmla="*/ 107 h 107"/>
                      <a:gd name="T16" fmla="*/ 11 w 22"/>
                      <a:gd name="T17" fmla="*/ 107 h 107"/>
                      <a:gd name="T18" fmla="*/ 16 w 22"/>
                      <a:gd name="T19" fmla="*/ 107 h 107"/>
                      <a:gd name="T20" fmla="*/ 22 w 22"/>
                      <a:gd name="T21" fmla="*/ 106 h 107"/>
                      <a:gd name="T22" fmla="*/ 22 w 22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107"/>
                      <a:gd name="T38" fmla="*/ 22 w 22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107">
                        <a:moveTo>
                          <a:pt x="22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6" y="107"/>
                        </a:lnTo>
                        <a:lnTo>
                          <a:pt x="22" y="106"/>
                        </a:lnTo>
                        <a:lnTo>
                          <a:pt x="22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1" name="Freeform 394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2" name="Freeform 395"/>
                  <p:cNvSpPr>
                    <a:spLocks/>
                  </p:cNvSpPr>
                  <p:nvPr/>
                </p:nvSpPr>
                <p:spPr bwMode="auto">
                  <a:xfrm>
                    <a:off x="3648" y="2529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0 w 5"/>
                      <a:gd name="T3" fmla="*/ 3 h 3"/>
                      <a:gd name="T4" fmla="*/ 5 w 5"/>
                      <a:gd name="T5" fmla="*/ 0 h 3"/>
                      <a:gd name="T6" fmla="*/ 0 w 5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5"/>
                      <a:gd name="T13" fmla="*/ 0 h 3"/>
                      <a:gd name="T14" fmla="*/ 5 w 5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3" name="Freeform 396"/>
                  <p:cNvSpPr>
                    <a:spLocks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custGeom>
                    <a:avLst/>
                    <a:gdLst>
                      <a:gd name="T0" fmla="*/ 0 w 25"/>
                      <a:gd name="T1" fmla="*/ 0 h 3"/>
                      <a:gd name="T2" fmla="*/ 0 w 25"/>
                      <a:gd name="T3" fmla="*/ 3 h 3"/>
                      <a:gd name="T4" fmla="*/ 25 w 25"/>
                      <a:gd name="T5" fmla="*/ 3 h 3"/>
                      <a:gd name="T6" fmla="*/ 25 w 25"/>
                      <a:gd name="T7" fmla="*/ 0 h 3"/>
                      <a:gd name="T8" fmla="*/ 0 w 25"/>
                      <a:gd name="T9" fmla="*/ 0 h 3"/>
                      <a:gd name="T10" fmla="*/ 0 w 25"/>
                      <a:gd name="T11" fmla="*/ 0 h 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"/>
                      <a:gd name="T19" fmla="*/ 0 h 3"/>
                      <a:gd name="T20" fmla="*/ 25 w 25"/>
                      <a:gd name="T21" fmla="*/ 3 h 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25" y="3"/>
                        </a:lnTo>
                        <a:lnTo>
                          <a:pt x="2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4" name="Rectangle 397"/>
                  <p:cNvSpPr>
                    <a:spLocks noChangeArrowheads="1"/>
                  </p:cNvSpPr>
                  <p:nvPr/>
                </p:nvSpPr>
                <p:spPr bwMode="auto">
                  <a:xfrm>
                    <a:off x="3623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5" name="Freeform 398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6" name="Freeform 399"/>
                  <p:cNvSpPr>
                    <a:spLocks/>
                  </p:cNvSpPr>
                  <p:nvPr/>
                </p:nvSpPr>
                <p:spPr bwMode="auto">
                  <a:xfrm>
                    <a:off x="3624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2 h 3"/>
                      <a:gd name="T4" fmla="*/ 1 w 22"/>
                      <a:gd name="T5" fmla="*/ 2 h 3"/>
                      <a:gd name="T6" fmla="*/ 2 w 22"/>
                      <a:gd name="T7" fmla="*/ 2 h 3"/>
                      <a:gd name="T8" fmla="*/ 5 w 22"/>
                      <a:gd name="T9" fmla="*/ 3 h 3"/>
                      <a:gd name="T10" fmla="*/ 11 w 22"/>
                      <a:gd name="T11" fmla="*/ 3 h 3"/>
                      <a:gd name="T12" fmla="*/ 17 w 22"/>
                      <a:gd name="T13" fmla="*/ 3 h 3"/>
                      <a:gd name="T14" fmla="*/ 19 w 22"/>
                      <a:gd name="T15" fmla="*/ 2 h 3"/>
                      <a:gd name="T16" fmla="*/ 21 w 22"/>
                      <a:gd name="T17" fmla="*/ 2 h 3"/>
                      <a:gd name="T18" fmla="*/ 22 w 22"/>
                      <a:gd name="T19" fmla="*/ 1 h 3"/>
                      <a:gd name="T20" fmla="*/ 22 w 22"/>
                      <a:gd name="T21" fmla="*/ 0 h 3"/>
                      <a:gd name="T22" fmla="*/ 0 w 22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"/>
                      <a:gd name="T37" fmla="*/ 0 h 3"/>
                      <a:gd name="T38" fmla="*/ 22 w 2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7" name="Freeform 400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8" name="Freeform 401"/>
                  <p:cNvSpPr>
                    <a:spLocks/>
                  </p:cNvSpPr>
                  <p:nvPr/>
                </p:nvSpPr>
                <p:spPr bwMode="auto">
                  <a:xfrm>
                    <a:off x="3623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6 w 25"/>
                      <a:gd name="T7" fmla="*/ 0 h 10"/>
                      <a:gd name="T8" fmla="*/ 4 w 25"/>
                      <a:gd name="T9" fmla="*/ 0 h 10"/>
                      <a:gd name="T10" fmla="*/ 4 w 25"/>
                      <a:gd name="T11" fmla="*/ 6 h 10"/>
                      <a:gd name="T12" fmla="*/ 2 w 25"/>
                      <a:gd name="T13" fmla="*/ 6 h 10"/>
                      <a:gd name="T14" fmla="*/ 1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7 h 10"/>
                      <a:gd name="T20" fmla="*/ 0 w 25"/>
                      <a:gd name="T21" fmla="*/ 9 h 10"/>
                      <a:gd name="T22" fmla="*/ 1 w 25"/>
                      <a:gd name="T23" fmla="*/ 9 h 10"/>
                      <a:gd name="T24" fmla="*/ 3 w 25"/>
                      <a:gd name="T25" fmla="*/ 9 h 10"/>
                      <a:gd name="T26" fmla="*/ 6 w 25"/>
                      <a:gd name="T27" fmla="*/ 10 h 10"/>
                      <a:gd name="T28" fmla="*/ 12 w 25"/>
                      <a:gd name="T29" fmla="*/ 10 h 10"/>
                      <a:gd name="T30" fmla="*/ 18 w 25"/>
                      <a:gd name="T31" fmla="*/ 10 h 10"/>
                      <a:gd name="T32" fmla="*/ 21 w 25"/>
                      <a:gd name="T33" fmla="*/ 9 h 10"/>
                      <a:gd name="T34" fmla="*/ 23 w 25"/>
                      <a:gd name="T35" fmla="*/ 9 h 10"/>
                      <a:gd name="T36" fmla="*/ 25 w 25"/>
                      <a:gd name="T37" fmla="*/ 7 h 10"/>
                      <a:gd name="T38" fmla="*/ 23 w 25"/>
                      <a:gd name="T39" fmla="*/ 6 h 10"/>
                      <a:gd name="T40" fmla="*/ 22 w 25"/>
                      <a:gd name="T41" fmla="*/ 6 h 10"/>
                      <a:gd name="T42" fmla="*/ 20 w 25"/>
                      <a:gd name="T43" fmla="*/ 6 h 10"/>
                      <a:gd name="T44" fmla="*/ 20 w 25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5"/>
                      <a:gd name="T70" fmla="*/ 0 h 10"/>
                      <a:gd name="T71" fmla="*/ 25 w 25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5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9" name="Freeform 402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0" name="Freeform 403"/>
                  <p:cNvSpPr>
                    <a:spLocks/>
                  </p:cNvSpPr>
                  <p:nvPr/>
                </p:nvSpPr>
                <p:spPr bwMode="auto">
                  <a:xfrm>
                    <a:off x="3623" y="2542"/>
                    <a:ext cx="25" cy="7"/>
                  </a:xfrm>
                  <a:custGeom>
                    <a:avLst/>
                    <a:gdLst>
                      <a:gd name="T0" fmla="*/ 23 w 25"/>
                      <a:gd name="T1" fmla="*/ 5 h 7"/>
                      <a:gd name="T2" fmla="*/ 21 w 25"/>
                      <a:gd name="T3" fmla="*/ 6 h 7"/>
                      <a:gd name="T4" fmla="*/ 20 w 25"/>
                      <a:gd name="T5" fmla="*/ 6 h 7"/>
                      <a:gd name="T6" fmla="*/ 17 w 25"/>
                      <a:gd name="T7" fmla="*/ 7 h 7"/>
                      <a:gd name="T8" fmla="*/ 6 w 25"/>
                      <a:gd name="T9" fmla="*/ 7 h 7"/>
                      <a:gd name="T10" fmla="*/ 4 w 25"/>
                      <a:gd name="T11" fmla="*/ 6 h 7"/>
                      <a:gd name="T12" fmla="*/ 3 w 25"/>
                      <a:gd name="T13" fmla="*/ 6 h 7"/>
                      <a:gd name="T14" fmla="*/ 1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1 w 25"/>
                      <a:gd name="T23" fmla="*/ 2 h 7"/>
                      <a:gd name="T24" fmla="*/ 3 w 25"/>
                      <a:gd name="T25" fmla="*/ 2 h 7"/>
                      <a:gd name="T26" fmla="*/ 6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1 w 25"/>
                      <a:gd name="T33" fmla="*/ 2 h 7"/>
                      <a:gd name="T34" fmla="*/ 23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3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3" y="5"/>
                        </a:moveTo>
                        <a:lnTo>
                          <a:pt x="21" y="6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1" name="Freeform 404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27 w 27"/>
                      <a:gd name="T47" fmla="*/ 125 h 12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27"/>
                      <a:gd name="T73" fmla="*/ 0 h 128"/>
                      <a:gd name="T74" fmla="*/ 27 w 27"/>
                      <a:gd name="T75" fmla="*/ 128 h 128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2" name="Freeform 405"/>
                  <p:cNvSpPr>
                    <a:spLocks/>
                  </p:cNvSpPr>
                  <p:nvPr/>
                </p:nvSpPr>
                <p:spPr bwMode="auto">
                  <a:xfrm>
                    <a:off x="3622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3 w 27"/>
                      <a:gd name="T5" fmla="*/ 126 h 128"/>
                      <a:gd name="T6" fmla="*/ 20 w 27"/>
                      <a:gd name="T7" fmla="*/ 127 h 128"/>
                      <a:gd name="T8" fmla="*/ 18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1 w 27"/>
                      <a:gd name="T37" fmla="*/ 0 h 128"/>
                      <a:gd name="T38" fmla="*/ 23 w 27"/>
                      <a:gd name="T39" fmla="*/ 124 h 128"/>
                      <a:gd name="T40" fmla="*/ 24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3" y="126"/>
                        </a:lnTo>
                        <a:lnTo>
                          <a:pt x="20" y="127"/>
                        </a:lnTo>
                        <a:lnTo>
                          <a:pt x="18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1" y="0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3" name="Freeform 406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w 27"/>
                      <a:gd name="T51" fmla="*/ 0 h 7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27"/>
                      <a:gd name="T79" fmla="*/ 0 h 7"/>
                      <a:gd name="T80" fmla="*/ 27 w 27"/>
                      <a:gd name="T81" fmla="*/ 7 h 7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4" name="Freeform 407"/>
                  <p:cNvSpPr>
                    <a:spLocks/>
                  </p:cNvSpPr>
                  <p:nvPr/>
                </p:nvSpPr>
                <p:spPr bwMode="auto">
                  <a:xfrm>
                    <a:off x="3622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0 w 27"/>
                      <a:gd name="T17" fmla="*/ 2 h 7"/>
                      <a:gd name="T18" fmla="*/ 23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3 w 27"/>
                      <a:gd name="T29" fmla="*/ 5 h 7"/>
                      <a:gd name="T30" fmla="*/ 20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23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3" y="5"/>
                        </a:lnTo>
                        <a:lnTo>
                          <a:pt x="20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5" name="Freeform 408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6" name="Freeform 409"/>
                  <p:cNvSpPr>
                    <a:spLocks/>
                  </p:cNvSpPr>
                  <p:nvPr/>
                </p:nvSpPr>
                <p:spPr bwMode="auto">
                  <a:xfrm>
                    <a:off x="3690" y="2529"/>
                    <a:ext cx="7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0 w 7"/>
                      <a:gd name="T3" fmla="*/ 3 h 3"/>
                      <a:gd name="T4" fmla="*/ 7 w 7"/>
                      <a:gd name="T5" fmla="*/ 0 h 3"/>
                      <a:gd name="T6" fmla="*/ 0 w 7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7"/>
                      <a:gd name="T13" fmla="*/ 0 h 3"/>
                      <a:gd name="T14" fmla="*/ 7 w 7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7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7" name="Rectangle 410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8" name="Rectangle 411"/>
                  <p:cNvSpPr>
                    <a:spLocks noChangeArrowheads="1"/>
                  </p:cNvSpPr>
                  <p:nvPr/>
                </p:nvSpPr>
                <p:spPr bwMode="auto">
                  <a:xfrm>
                    <a:off x="3666" y="2529"/>
                    <a:ext cx="24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9" name="Freeform 412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0" name="Freeform 413"/>
                  <p:cNvSpPr>
                    <a:spLocks/>
                  </p:cNvSpPr>
                  <p:nvPr/>
                </p:nvSpPr>
                <p:spPr bwMode="auto">
                  <a:xfrm>
                    <a:off x="3667" y="2532"/>
                    <a:ext cx="23" cy="3"/>
                  </a:xfrm>
                  <a:custGeom>
                    <a:avLst/>
                    <a:gdLst>
                      <a:gd name="T0" fmla="*/ 0 w 23"/>
                      <a:gd name="T1" fmla="*/ 0 h 3"/>
                      <a:gd name="T2" fmla="*/ 0 w 23"/>
                      <a:gd name="T3" fmla="*/ 2 h 3"/>
                      <a:gd name="T4" fmla="*/ 1 w 23"/>
                      <a:gd name="T5" fmla="*/ 2 h 3"/>
                      <a:gd name="T6" fmla="*/ 3 w 23"/>
                      <a:gd name="T7" fmla="*/ 2 h 3"/>
                      <a:gd name="T8" fmla="*/ 5 w 23"/>
                      <a:gd name="T9" fmla="*/ 3 h 3"/>
                      <a:gd name="T10" fmla="*/ 12 w 23"/>
                      <a:gd name="T11" fmla="*/ 3 h 3"/>
                      <a:gd name="T12" fmla="*/ 17 w 23"/>
                      <a:gd name="T13" fmla="*/ 3 h 3"/>
                      <a:gd name="T14" fmla="*/ 20 w 23"/>
                      <a:gd name="T15" fmla="*/ 2 h 3"/>
                      <a:gd name="T16" fmla="*/ 22 w 23"/>
                      <a:gd name="T17" fmla="*/ 2 h 3"/>
                      <a:gd name="T18" fmla="*/ 23 w 23"/>
                      <a:gd name="T19" fmla="*/ 1 h 3"/>
                      <a:gd name="T20" fmla="*/ 23 w 23"/>
                      <a:gd name="T21" fmla="*/ 0 h 3"/>
                      <a:gd name="T22" fmla="*/ 0 w 23"/>
                      <a:gd name="T23" fmla="*/ 0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3"/>
                      <a:gd name="T37" fmla="*/ 0 h 3"/>
                      <a:gd name="T38" fmla="*/ 23 w 23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3" h="3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2" y="2"/>
                        </a:lnTo>
                        <a:lnTo>
                          <a:pt x="23" y="1"/>
                        </a:lnTo>
                        <a:lnTo>
                          <a:pt x="23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1" name="Freeform 414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2" name="Freeform 415"/>
                  <p:cNvSpPr>
                    <a:spLocks/>
                  </p:cNvSpPr>
                  <p:nvPr/>
                </p:nvSpPr>
                <p:spPr bwMode="auto">
                  <a:xfrm>
                    <a:off x="3666" y="2535"/>
                    <a:ext cx="24" cy="10"/>
                  </a:xfrm>
                  <a:custGeom>
                    <a:avLst/>
                    <a:gdLst>
                      <a:gd name="T0" fmla="*/ 20 w 24"/>
                      <a:gd name="T1" fmla="*/ 0 h 10"/>
                      <a:gd name="T2" fmla="*/ 18 w 24"/>
                      <a:gd name="T3" fmla="*/ 0 h 10"/>
                      <a:gd name="T4" fmla="*/ 11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1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1 w 24"/>
                      <a:gd name="T23" fmla="*/ 9 h 10"/>
                      <a:gd name="T24" fmla="*/ 3 w 24"/>
                      <a:gd name="T25" fmla="*/ 9 h 10"/>
                      <a:gd name="T26" fmla="*/ 6 w 24"/>
                      <a:gd name="T27" fmla="*/ 10 h 10"/>
                      <a:gd name="T28" fmla="*/ 11 w 24"/>
                      <a:gd name="T29" fmla="*/ 10 h 10"/>
                      <a:gd name="T30" fmla="*/ 18 w 24"/>
                      <a:gd name="T31" fmla="*/ 10 h 10"/>
                      <a:gd name="T32" fmla="*/ 21 w 24"/>
                      <a:gd name="T33" fmla="*/ 9 h 10"/>
                      <a:gd name="T34" fmla="*/ 23 w 24"/>
                      <a:gd name="T35" fmla="*/ 9 h 10"/>
                      <a:gd name="T36" fmla="*/ 24 w 24"/>
                      <a:gd name="T37" fmla="*/ 7 h 10"/>
                      <a:gd name="T38" fmla="*/ 23 w 24"/>
                      <a:gd name="T39" fmla="*/ 6 h 10"/>
                      <a:gd name="T40" fmla="*/ 22 w 24"/>
                      <a:gd name="T41" fmla="*/ 6 h 10"/>
                      <a:gd name="T42" fmla="*/ 20 w 24"/>
                      <a:gd name="T43" fmla="*/ 6 h 10"/>
                      <a:gd name="T44" fmla="*/ 20 w 24"/>
                      <a:gd name="T45" fmla="*/ 0 h 10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4"/>
                      <a:gd name="T70" fmla="*/ 0 h 10"/>
                      <a:gd name="T71" fmla="*/ 24 w 24"/>
                      <a:gd name="T72" fmla="*/ 10 h 10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4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1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1" y="10"/>
                        </a:lnTo>
                        <a:lnTo>
                          <a:pt x="18" y="10"/>
                        </a:lnTo>
                        <a:lnTo>
                          <a:pt x="21" y="9"/>
                        </a:lnTo>
                        <a:lnTo>
                          <a:pt x="23" y="9"/>
                        </a:lnTo>
                        <a:lnTo>
                          <a:pt x="24" y="7"/>
                        </a:ln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3" name="Freeform 416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4" name="Freeform 417"/>
                  <p:cNvSpPr>
                    <a:spLocks/>
                  </p:cNvSpPr>
                  <p:nvPr/>
                </p:nvSpPr>
                <p:spPr bwMode="auto">
                  <a:xfrm>
                    <a:off x="3666" y="2542"/>
                    <a:ext cx="24" cy="7"/>
                  </a:xfrm>
                  <a:custGeom>
                    <a:avLst/>
                    <a:gdLst>
                      <a:gd name="T0" fmla="*/ 23 w 24"/>
                      <a:gd name="T1" fmla="*/ 5 h 7"/>
                      <a:gd name="T2" fmla="*/ 22 w 24"/>
                      <a:gd name="T3" fmla="*/ 6 h 7"/>
                      <a:gd name="T4" fmla="*/ 20 w 24"/>
                      <a:gd name="T5" fmla="*/ 6 h 7"/>
                      <a:gd name="T6" fmla="*/ 16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1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1 w 24"/>
                      <a:gd name="T23" fmla="*/ 2 h 7"/>
                      <a:gd name="T24" fmla="*/ 3 w 24"/>
                      <a:gd name="T25" fmla="*/ 2 h 7"/>
                      <a:gd name="T26" fmla="*/ 6 w 24"/>
                      <a:gd name="T27" fmla="*/ 3 h 7"/>
                      <a:gd name="T28" fmla="*/ 11 w 24"/>
                      <a:gd name="T29" fmla="*/ 3 h 7"/>
                      <a:gd name="T30" fmla="*/ 18 w 24"/>
                      <a:gd name="T31" fmla="*/ 3 h 7"/>
                      <a:gd name="T32" fmla="*/ 21 w 24"/>
                      <a:gd name="T33" fmla="*/ 2 h 7"/>
                      <a:gd name="T34" fmla="*/ 23 w 24"/>
                      <a:gd name="T35" fmla="*/ 2 h 7"/>
                      <a:gd name="T36" fmla="*/ 24 w 24"/>
                      <a:gd name="T37" fmla="*/ 0 h 7"/>
                      <a:gd name="T38" fmla="*/ 24 w 24"/>
                      <a:gd name="T39" fmla="*/ 5 h 7"/>
                      <a:gd name="T40" fmla="*/ 23 w 24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4"/>
                      <a:gd name="T64" fmla="*/ 0 h 7"/>
                      <a:gd name="T65" fmla="*/ 24 w 24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4" h="7">
                        <a:moveTo>
                          <a:pt x="23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1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lnTo>
                          <a:pt x="23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5" name="Freeform 418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6" name="Freeform 419"/>
                  <p:cNvSpPr>
                    <a:spLocks/>
                  </p:cNvSpPr>
                  <p:nvPr/>
                </p:nvSpPr>
                <p:spPr bwMode="auto">
                  <a:xfrm>
                    <a:off x="36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8 w 27"/>
                      <a:gd name="T9" fmla="*/ 127 h 128"/>
                      <a:gd name="T10" fmla="*/ 15 w 27"/>
                      <a:gd name="T11" fmla="*/ 128 h 128"/>
                      <a:gd name="T12" fmla="*/ 11 w 27"/>
                      <a:gd name="T13" fmla="*/ 128 h 128"/>
                      <a:gd name="T14" fmla="*/ 8 w 27"/>
                      <a:gd name="T15" fmla="*/ 127 h 128"/>
                      <a:gd name="T16" fmla="*/ 5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5 w 27"/>
                      <a:gd name="T31" fmla="*/ 0 h 128"/>
                      <a:gd name="T32" fmla="*/ 7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8" y="127"/>
                        </a:lnTo>
                        <a:lnTo>
                          <a:pt x="15" y="128"/>
                        </a:lnTo>
                        <a:lnTo>
                          <a:pt x="11" y="128"/>
                        </a:lnTo>
                        <a:lnTo>
                          <a:pt x="8" y="127"/>
                        </a:lnTo>
                        <a:lnTo>
                          <a:pt x="5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5" y="0"/>
                        </a:lnTo>
                        <a:lnTo>
                          <a:pt x="7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7" name="Freeform 420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8" name="Freeform 421"/>
                  <p:cNvSpPr>
                    <a:spLocks/>
                  </p:cNvSpPr>
                  <p:nvPr/>
                </p:nvSpPr>
                <p:spPr bwMode="auto">
                  <a:xfrm>
                    <a:off x="36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5 w 27"/>
                      <a:gd name="T7" fmla="*/ 2 h 7"/>
                      <a:gd name="T8" fmla="*/ 8 w 27"/>
                      <a:gd name="T9" fmla="*/ 3 h 7"/>
                      <a:gd name="T10" fmla="*/ 11 w 27"/>
                      <a:gd name="T11" fmla="*/ 3 h 7"/>
                      <a:gd name="T12" fmla="*/ 15 w 27"/>
                      <a:gd name="T13" fmla="*/ 3 h 7"/>
                      <a:gd name="T14" fmla="*/ 18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5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8 w 27"/>
                      <a:gd name="T33" fmla="*/ 7 h 7"/>
                      <a:gd name="T34" fmla="*/ 15 w 27"/>
                      <a:gd name="T35" fmla="*/ 7 h 7"/>
                      <a:gd name="T36" fmla="*/ 11 w 27"/>
                      <a:gd name="T37" fmla="*/ 7 h 7"/>
                      <a:gd name="T38" fmla="*/ 8 w 27"/>
                      <a:gd name="T39" fmla="*/ 7 h 7"/>
                      <a:gd name="T40" fmla="*/ 5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1" y="3"/>
                        </a:lnTo>
                        <a:lnTo>
                          <a:pt x="15" y="3"/>
                        </a:lnTo>
                        <a:lnTo>
                          <a:pt x="18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5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8" y="7"/>
                        </a:lnTo>
                        <a:lnTo>
                          <a:pt x="15" y="7"/>
                        </a:lnTo>
                        <a:lnTo>
                          <a:pt x="11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9" name="Freeform 422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w 6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3"/>
                      <a:gd name="T17" fmla="*/ 6 w 6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0" name="Freeform 423"/>
                  <p:cNvSpPr>
                    <a:spLocks/>
                  </p:cNvSpPr>
                  <p:nvPr/>
                </p:nvSpPr>
                <p:spPr bwMode="auto">
                  <a:xfrm>
                    <a:off x="3747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1" name="Rectangle 424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2" name="Rectangle 425"/>
                  <p:cNvSpPr>
                    <a:spLocks noChangeArrowheads="1"/>
                  </p:cNvSpPr>
                  <p:nvPr/>
                </p:nvSpPr>
                <p:spPr bwMode="auto">
                  <a:xfrm>
                    <a:off x="3722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3" name="Freeform 426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4" name="Freeform 427"/>
                  <p:cNvSpPr>
                    <a:spLocks/>
                  </p:cNvSpPr>
                  <p:nvPr/>
                </p:nvSpPr>
                <p:spPr bwMode="auto">
                  <a:xfrm>
                    <a:off x="3723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1 w 24"/>
                      <a:gd name="T7" fmla="*/ 2 h 3"/>
                      <a:gd name="T8" fmla="*/ 4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4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5" name="Freeform 428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6" name="Freeform 429"/>
                  <p:cNvSpPr>
                    <a:spLocks/>
                  </p:cNvSpPr>
                  <p:nvPr/>
                </p:nvSpPr>
                <p:spPr bwMode="auto">
                  <a:xfrm>
                    <a:off x="3722" y="2535"/>
                    <a:ext cx="25" cy="10"/>
                  </a:xfrm>
                  <a:custGeom>
                    <a:avLst/>
                    <a:gdLst>
                      <a:gd name="T0" fmla="*/ 21 w 25"/>
                      <a:gd name="T1" fmla="*/ 0 h 10"/>
                      <a:gd name="T2" fmla="*/ 18 w 25"/>
                      <a:gd name="T3" fmla="*/ 0 h 10"/>
                      <a:gd name="T4" fmla="*/ 13 w 25"/>
                      <a:gd name="T5" fmla="*/ 1 h 10"/>
                      <a:gd name="T6" fmla="*/ 7 w 25"/>
                      <a:gd name="T7" fmla="*/ 0 h 10"/>
                      <a:gd name="T8" fmla="*/ 5 w 25"/>
                      <a:gd name="T9" fmla="*/ 0 h 10"/>
                      <a:gd name="T10" fmla="*/ 5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4 w 25"/>
                      <a:gd name="T23" fmla="*/ 9 h 10"/>
                      <a:gd name="T24" fmla="*/ 8 w 25"/>
                      <a:gd name="T25" fmla="*/ 10 h 10"/>
                      <a:gd name="T26" fmla="*/ 13 w 25"/>
                      <a:gd name="T27" fmla="*/ 10 h 10"/>
                      <a:gd name="T28" fmla="*/ 18 w 25"/>
                      <a:gd name="T29" fmla="*/ 10 h 10"/>
                      <a:gd name="T30" fmla="*/ 23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1 w 25"/>
                      <a:gd name="T41" fmla="*/ 6 h 10"/>
                      <a:gd name="T42" fmla="*/ 21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3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5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4" y="9"/>
                        </a:lnTo>
                        <a:lnTo>
                          <a:pt x="8" y="10"/>
                        </a:lnTo>
                        <a:lnTo>
                          <a:pt x="13" y="10"/>
                        </a:lnTo>
                        <a:lnTo>
                          <a:pt x="18" y="10"/>
                        </a:lnTo>
                        <a:lnTo>
                          <a:pt x="23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7" name="Freeform 430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8" name="Freeform 431"/>
                  <p:cNvSpPr>
                    <a:spLocks/>
                  </p:cNvSpPr>
                  <p:nvPr/>
                </p:nvSpPr>
                <p:spPr bwMode="auto">
                  <a:xfrm>
                    <a:off x="3722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3 w 25"/>
                      <a:gd name="T3" fmla="*/ 6 h 7"/>
                      <a:gd name="T4" fmla="*/ 22 w 25"/>
                      <a:gd name="T5" fmla="*/ 6 h 7"/>
                      <a:gd name="T6" fmla="*/ 17 w 25"/>
                      <a:gd name="T7" fmla="*/ 7 h 7"/>
                      <a:gd name="T8" fmla="*/ 8 w 25"/>
                      <a:gd name="T9" fmla="*/ 7 h 7"/>
                      <a:gd name="T10" fmla="*/ 5 w 25"/>
                      <a:gd name="T11" fmla="*/ 6 h 7"/>
                      <a:gd name="T12" fmla="*/ 4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4 w 25"/>
                      <a:gd name="T25" fmla="*/ 2 h 7"/>
                      <a:gd name="T26" fmla="*/ 8 w 25"/>
                      <a:gd name="T27" fmla="*/ 3 h 7"/>
                      <a:gd name="T28" fmla="*/ 13 w 25"/>
                      <a:gd name="T29" fmla="*/ 3 h 7"/>
                      <a:gd name="T30" fmla="*/ 18 w 25"/>
                      <a:gd name="T31" fmla="*/ 3 h 7"/>
                      <a:gd name="T32" fmla="*/ 23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3" y="6"/>
                        </a:lnTo>
                        <a:lnTo>
                          <a:pt x="22" y="6"/>
                        </a:lnTo>
                        <a:lnTo>
                          <a:pt x="17" y="7"/>
                        </a:lnTo>
                        <a:lnTo>
                          <a:pt x="8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" y="2"/>
                        </a:lnTo>
                        <a:lnTo>
                          <a:pt x="8" y="3"/>
                        </a:lnTo>
                        <a:lnTo>
                          <a:pt x="13" y="3"/>
                        </a:lnTo>
                        <a:lnTo>
                          <a:pt x="18" y="3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9" name="Freeform 432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0" name="Freeform 433"/>
                  <p:cNvSpPr>
                    <a:spLocks/>
                  </p:cNvSpPr>
                  <p:nvPr/>
                </p:nvSpPr>
                <p:spPr bwMode="auto">
                  <a:xfrm>
                    <a:off x="3721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1 w 27"/>
                      <a:gd name="T7" fmla="*/ 127 h 128"/>
                      <a:gd name="T8" fmla="*/ 17 w 27"/>
                      <a:gd name="T9" fmla="*/ 127 h 128"/>
                      <a:gd name="T10" fmla="*/ 15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6 w 27"/>
                      <a:gd name="T17" fmla="*/ 127 h 128"/>
                      <a:gd name="T18" fmla="*/ 3 w 27"/>
                      <a:gd name="T19" fmla="*/ 126 h 128"/>
                      <a:gd name="T20" fmla="*/ 1 w 27"/>
                      <a:gd name="T21" fmla="*/ 126 h 128"/>
                      <a:gd name="T22" fmla="*/ 0 w 27"/>
                      <a:gd name="T23" fmla="*/ 125 h 128"/>
                      <a:gd name="T24" fmla="*/ 1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6 w 27"/>
                      <a:gd name="T31" fmla="*/ 0 h 128"/>
                      <a:gd name="T32" fmla="*/ 9 w 27"/>
                      <a:gd name="T33" fmla="*/ 1 h 128"/>
                      <a:gd name="T34" fmla="*/ 18 w 27"/>
                      <a:gd name="T35" fmla="*/ 1 h 128"/>
                      <a:gd name="T36" fmla="*/ 22 w 27"/>
                      <a:gd name="T37" fmla="*/ 0 h 128"/>
                      <a:gd name="T38" fmla="*/ 24 w 27"/>
                      <a:gd name="T39" fmla="*/ 124 h 128"/>
                      <a:gd name="T40" fmla="*/ 25 w 27"/>
                      <a:gd name="T41" fmla="*/ 124 h 128"/>
                      <a:gd name="T42" fmla="*/ 26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1" y="127"/>
                        </a:lnTo>
                        <a:lnTo>
                          <a:pt x="17" y="127"/>
                        </a:lnTo>
                        <a:lnTo>
                          <a:pt x="15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6" y="127"/>
                        </a:lnTo>
                        <a:lnTo>
                          <a:pt x="3" y="126"/>
                        </a:lnTo>
                        <a:lnTo>
                          <a:pt x="1" y="126"/>
                        </a:lnTo>
                        <a:lnTo>
                          <a:pt x="0" y="125"/>
                        </a:lnTo>
                        <a:lnTo>
                          <a:pt x="1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6" y="0"/>
                        </a:lnTo>
                        <a:lnTo>
                          <a:pt x="9" y="1"/>
                        </a:lnTo>
                        <a:lnTo>
                          <a:pt x="18" y="1"/>
                        </a:lnTo>
                        <a:lnTo>
                          <a:pt x="22" y="0"/>
                        </a:lnTo>
                        <a:lnTo>
                          <a:pt x="24" y="124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1" name="Freeform 434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2" name="Freeform 435"/>
                  <p:cNvSpPr>
                    <a:spLocks/>
                  </p:cNvSpPr>
                  <p:nvPr/>
                </p:nvSpPr>
                <p:spPr bwMode="auto">
                  <a:xfrm>
                    <a:off x="3721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1 w 27"/>
                      <a:gd name="T3" fmla="*/ 1 h 7"/>
                      <a:gd name="T4" fmla="*/ 3 w 27"/>
                      <a:gd name="T5" fmla="*/ 2 h 7"/>
                      <a:gd name="T6" fmla="*/ 6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5 w 27"/>
                      <a:gd name="T13" fmla="*/ 3 h 7"/>
                      <a:gd name="T14" fmla="*/ 17 w 27"/>
                      <a:gd name="T15" fmla="*/ 3 h 7"/>
                      <a:gd name="T16" fmla="*/ 21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1 w 27"/>
                      <a:gd name="T31" fmla="*/ 6 h 7"/>
                      <a:gd name="T32" fmla="*/ 17 w 27"/>
                      <a:gd name="T33" fmla="*/ 7 h 7"/>
                      <a:gd name="T34" fmla="*/ 15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6 w 27"/>
                      <a:gd name="T41" fmla="*/ 6 h 7"/>
                      <a:gd name="T42" fmla="*/ 3 w 27"/>
                      <a:gd name="T43" fmla="*/ 5 h 7"/>
                      <a:gd name="T44" fmla="*/ 1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6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3" name="Freeform 436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4" name="Freeform 437"/>
                  <p:cNvSpPr>
                    <a:spLocks/>
                  </p:cNvSpPr>
                  <p:nvPr/>
                </p:nvSpPr>
                <p:spPr bwMode="auto">
                  <a:xfrm>
                    <a:off x="3791" y="2529"/>
                    <a:ext cx="6" cy="3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0 w 6"/>
                      <a:gd name="T3" fmla="*/ 3 h 3"/>
                      <a:gd name="T4" fmla="*/ 6 w 6"/>
                      <a:gd name="T5" fmla="*/ 0 h 3"/>
                      <a:gd name="T6" fmla="*/ 0 w 6"/>
                      <a:gd name="T7" fmla="*/ 0 h 3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"/>
                      <a:gd name="T13" fmla="*/ 0 h 3"/>
                      <a:gd name="T14" fmla="*/ 6 w 6"/>
                      <a:gd name="T15" fmla="*/ 3 h 3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5" name="Rectangle 438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6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3766" y="2529"/>
                    <a:ext cx="25" cy="3"/>
                  </a:xfrm>
                  <a:prstGeom prst="rect">
                    <a:avLst/>
                  </a:prstGeom>
                  <a:noFill/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7" name="Freeform 440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8" name="Freeform 441"/>
                  <p:cNvSpPr>
                    <a:spLocks/>
                  </p:cNvSpPr>
                  <p:nvPr/>
                </p:nvSpPr>
                <p:spPr bwMode="auto">
                  <a:xfrm>
                    <a:off x="3767" y="2532"/>
                    <a:ext cx="24" cy="3"/>
                  </a:xfrm>
                  <a:custGeom>
                    <a:avLst/>
                    <a:gdLst>
                      <a:gd name="T0" fmla="*/ 0 w 24"/>
                      <a:gd name="T1" fmla="*/ 0 h 3"/>
                      <a:gd name="T2" fmla="*/ 0 w 24"/>
                      <a:gd name="T3" fmla="*/ 1 h 3"/>
                      <a:gd name="T4" fmla="*/ 0 w 24"/>
                      <a:gd name="T5" fmla="*/ 2 h 3"/>
                      <a:gd name="T6" fmla="*/ 2 w 24"/>
                      <a:gd name="T7" fmla="*/ 2 h 3"/>
                      <a:gd name="T8" fmla="*/ 3 w 24"/>
                      <a:gd name="T9" fmla="*/ 2 h 3"/>
                      <a:gd name="T10" fmla="*/ 6 w 24"/>
                      <a:gd name="T11" fmla="*/ 3 h 3"/>
                      <a:gd name="T12" fmla="*/ 12 w 24"/>
                      <a:gd name="T13" fmla="*/ 3 h 3"/>
                      <a:gd name="T14" fmla="*/ 17 w 24"/>
                      <a:gd name="T15" fmla="*/ 3 h 3"/>
                      <a:gd name="T16" fmla="*/ 21 w 24"/>
                      <a:gd name="T17" fmla="*/ 2 h 3"/>
                      <a:gd name="T18" fmla="*/ 23 w 24"/>
                      <a:gd name="T19" fmla="*/ 2 h 3"/>
                      <a:gd name="T20" fmla="*/ 24 w 24"/>
                      <a:gd name="T21" fmla="*/ 1 h 3"/>
                      <a:gd name="T22" fmla="*/ 24 w 24"/>
                      <a:gd name="T23" fmla="*/ 0 h 3"/>
                      <a:gd name="T24" fmla="*/ 0 w 2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3"/>
                      <a:gd name="T41" fmla="*/ 24 w 2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7" y="3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4" y="1"/>
                        </a:lnTo>
                        <a:lnTo>
                          <a:pt x="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9" name="Freeform 442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0" name="Freeform 443"/>
                  <p:cNvSpPr>
                    <a:spLocks/>
                  </p:cNvSpPr>
                  <p:nvPr/>
                </p:nvSpPr>
                <p:spPr bwMode="auto">
                  <a:xfrm>
                    <a:off x="3766" y="2535"/>
                    <a:ext cx="25" cy="10"/>
                  </a:xfrm>
                  <a:custGeom>
                    <a:avLst/>
                    <a:gdLst>
                      <a:gd name="T0" fmla="*/ 20 w 25"/>
                      <a:gd name="T1" fmla="*/ 0 h 10"/>
                      <a:gd name="T2" fmla="*/ 18 w 25"/>
                      <a:gd name="T3" fmla="*/ 0 h 10"/>
                      <a:gd name="T4" fmla="*/ 12 w 25"/>
                      <a:gd name="T5" fmla="*/ 1 h 10"/>
                      <a:gd name="T6" fmla="*/ 7 w 25"/>
                      <a:gd name="T7" fmla="*/ 0 h 10"/>
                      <a:gd name="T8" fmla="*/ 3 w 25"/>
                      <a:gd name="T9" fmla="*/ 0 h 10"/>
                      <a:gd name="T10" fmla="*/ 3 w 25"/>
                      <a:gd name="T11" fmla="*/ 6 h 10"/>
                      <a:gd name="T12" fmla="*/ 2 w 25"/>
                      <a:gd name="T13" fmla="*/ 6 h 10"/>
                      <a:gd name="T14" fmla="*/ 0 w 25"/>
                      <a:gd name="T15" fmla="*/ 6 h 10"/>
                      <a:gd name="T16" fmla="*/ 0 w 25"/>
                      <a:gd name="T17" fmla="*/ 7 h 10"/>
                      <a:gd name="T18" fmla="*/ 0 w 25"/>
                      <a:gd name="T19" fmla="*/ 9 h 10"/>
                      <a:gd name="T20" fmla="*/ 0 w 25"/>
                      <a:gd name="T21" fmla="*/ 9 h 10"/>
                      <a:gd name="T22" fmla="*/ 3 w 25"/>
                      <a:gd name="T23" fmla="*/ 9 h 10"/>
                      <a:gd name="T24" fmla="*/ 7 w 25"/>
                      <a:gd name="T25" fmla="*/ 10 h 10"/>
                      <a:gd name="T26" fmla="*/ 12 w 25"/>
                      <a:gd name="T27" fmla="*/ 10 h 10"/>
                      <a:gd name="T28" fmla="*/ 18 w 25"/>
                      <a:gd name="T29" fmla="*/ 10 h 10"/>
                      <a:gd name="T30" fmla="*/ 22 w 25"/>
                      <a:gd name="T31" fmla="*/ 9 h 10"/>
                      <a:gd name="T32" fmla="*/ 25 w 25"/>
                      <a:gd name="T33" fmla="*/ 9 h 10"/>
                      <a:gd name="T34" fmla="*/ 25 w 25"/>
                      <a:gd name="T35" fmla="*/ 7 h 10"/>
                      <a:gd name="T36" fmla="*/ 25 w 25"/>
                      <a:gd name="T37" fmla="*/ 6 h 10"/>
                      <a:gd name="T38" fmla="*/ 23 w 25"/>
                      <a:gd name="T39" fmla="*/ 6 h 10"/>
                      <a:gd name="T40" fmla="*/ 20 w 25"/>
                      <a:gd name="T41" fmla="*/ 6 h 10"/>
                      <a:gd name="T42" fmla="*/ 20 w 25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5"/>
                      <a:gd name="T67" fmla="*/ 0 h 10"/>
                      <a:gd name="T68" fmla="*/ 25 w 25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5" h="10">
                        <a:moveTo>
                          <a:pt x="20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7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5" y="6"/>
                        </a:lnTo>
                        <a:lnTo>
                          <a:pt x="23" y="6"/>
                        </a:lnTo>
                        <a:lnTo>
                          <a:pt x="20" y="6"/>
                        </a:lnTo>
                        <a:lnTo>
                          <a:pt x="2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1" name="Freeform 444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2" name="Freeform 445"/>
                  <p:cNvSpPr>
                    <a:spLocks/>
                  </p:cNvSpPr>
                  <p:nvPr/>
                </p:nvSpPr>
                <p:spPr bwMode="auto">
                  <a:xfrm>
                    <a:off x="3766" y="2542"/>
                    <a:ext cx="25" cy="7"/>
                  </a:xfrm>
                  <a:custGeom>
                    <a:avLst/>
                    <a:gdLst>
                      <a:gd name="T0" fmla="*/ 25 w 25"/>
                      <a:gd name="T1" fmla="*/ 5 h 7"/>
                      <a:gd name="T2" fmla="*/ 22 w 25"/>
                      <a:gd name="T3" fmla="*/ 6 h 7"/>
                      <a:gd name="T4" fmla="*/ 20 w 25"/>
                      <a:gd name="T5" fmla="*/ 6 h 7"/>
                      <a:gd name="T6" fmla="*/ 16 w 25"/>
                      <a:gd name="T7" fmla="*/ 7 h 7"/>
                      <a:gd name="T8" fmla="*/ 7 w 25"/>
                      <a:gd name="T9" fmla="*/ 7 h 7"/>
                      <a:gd name="T10" fmla="*/ 3 w 25"/>
                      <a:gd name="T11" fmla="*/ 6 h 7"/>
                      <a:gd name="T12" fmla="*/ 3 w 25"/>
                      <a:gd name="T13" fmla="*/ 6 h 7"/>
                      <a:gd name="T14" fmla="*/ 0 w 25"/>
                      <a:gd name="T15" fmla="*/ 5 h 7"/>
                      <a:gd name="T16" fmla="*/ 0 w 25"/>
                      <a:gd name="T17" fmla="*/ 5 h 7"/>
                      <a:gd name="T18" fmla="*/ 0 w 25"/>
                      <a:gd name="T19" fmla="*/ 0 h 7"/>
                      <a:gd name="T20" fmla="*/ 0 w 25"/>
                      <a:gd name="T21" fmla="*/ 2 h 7"/>
                      <a:gd name="T22" fmla="*/ 0 w 25"/>
                      <a:gd name="T23" fmla="*/ 2 h 7"/>
                      <a:gd name="T24" fmla="*/ 3 w 25"/>
                      <a:gd name="T25" fmla="*/ 2 h 7"/>
                      <a:gd name="T26" fmla="*/ 7 w 25"/>
                      <a:gd name="T27" fmla="*/ 3 h 7"/>
                      <a:gd name="T28" fmla="*/ 12 w 25"/>
                      <a:gd name="T29" fmla="*/ 3 h 7"/>
                      <a:gd name="T30" fmla="*/ 18 w 25"/>
                      <a:gd name="T31" fmla="*/ 3 h 7"/>
                      <a:gd name="T32" fmla="*/ 22 w 25"/>
                      <a:gd name="T33" fmla="*/ 2 h 7"/>
                      <a:gd name="T34" fmla="*/ 25 w 25"/>
                      <a:gd name="T35" fmla="*/ 2 h 7"/>
                      <a:gd name="T36" fmla="*/ 25 w 25"/>
                      <a:gd name="T37" fmla="*/ 0 h 7"/>
                      <a:gd name="T38" fmla="*/ 25 w 25"/>
                      <a:gd name="T39" fmla="*/ 5 h 7"/>
                      <a:gd name="T40" fmla="*/ 25 w 25"/>
                      <a:gd name="T41" fmla="*/ 5 h 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25"/>
                      <a:gd name="T64" fmla="*/ 0 h 7"/>
                      <a:gd name="T65" fmla="*/ 25 w 25"/>
                      <a:gd name="T66" fmla="*/ 7 h 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25" h="7">
                        <a:moveTo>
                          <a:pt x="25" y="5"/>
                        </a:move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6" y="7"/>
                        </a:lnTo>
                        <a:lnTo>
                          <a:pt x="7" y="7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7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5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3" name="Freeform 446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4" name="Freeform 447"/>
                  <p:cNvSpPr>
                    <a:spLocks/>
                  </p:cNvSpPr>
                  <p:nvPr/>
                </p:nvSpPr>
                <p:spPr bwMode="auto">
                  <a:xfrm>
                    <a:off x="3765" y="2548"/>
                    <a:ext cx="27" cy="128"/>
                  </a:xfrm>
                  <a:custGeom>
                    <a:avLst/>
                    <a:gdLst>
                      <a:gd name="T0" fmla="*/ 27 w 27"/>
                      <a:gd name="T1" fmla="*/ 125 h 128"/>
                      <a:gd name="T2" fmla="*/ 26 w 27"/>
                      <a:gd name="T3" fmla="*/ 126 h 128"/>
                      <a:gd name="T4" fmla="*/ 24 w 27"/>
                      <a:gd name="T5" fmla="*/ 126 h 128"/>
                      <a:gd name="T6" fmla="*/ 20 w 27"/>
                      <a:gd name="T7" fmla="*/ 127 h 128"/>
                      <a:gd name="T8" fmla="*/ 17 w 27"/>
                      <a:gd name="T9" fmla="*/ 127 h 128"/>
                      <a:gd name="T10" fmla="*/ 14 w 27"/>
                      <a:gd name="T11" fmla="*/ 128 h 128"/>
                      <a:gd name="T12" fmla="*/ 12 w 27"/>
                      <a:gd name="T13" fmla="*/ 128 h 128"/>
                      <a:gd name="T14" fmla="*/ 9 w 27"/>
                      <a:gd name="T15" fmla="*/ 127 h 128"/>
                      <a:gd name="T16" fmla="*/ 5 w 27"/>
                      <a:gd name="T17" fmla="*/ 127 h 128"/>
                      <a:gd name="T18" fmla="*/ 2 w 27"/>
                      <a:gd name="T19" fmla="*/ 126 h 128"/>
                      <a:gd name="T20" fmla="*/ 0 w 27"/>
                      <a:gd name="T21" fmla="*/ 126 h 128"/>
                      <a:gd name="T22" fmla="*/ 0 w 27"/>
                      <a:gd name="T23" fmla="*/ 125 h 128"/>
                      <a:gd name="T24" fmla="*/ 0 w 27"/>
                      <a:gd name="T25" fmla="*/ 124 h 128"/>
                      <a:gd name="T26" fmla="*/ 2 w 27"/>
                      <a:gd name="T27" fmla="*/ 124 h 128"/>
                      <a:gd name="T28" fmla="*/ 3 w 27"/>
                      <a:gd name="T29" fmla="*/ 123 h 128"/>
                      <a:gd name="T30" fmla="*/ 4 w 27"/>
                      <a:gd name="T31" fmla="*/ 0 h 128"/>
                      <a:gd name="T32" fmla="*/ 8 w 27"/>
                      <a:gd name="T33" fmla="*/ 1 h 128"/>
                      <a:gd name="T34" fmla="*/ 17 w 27"/>
                      <a:gd name="T35" fmla="*/ 1 h 128"/>
                      <a:gd name="T36" fmla="*/ 21 w 27"/>
                      <a:gd name="T37" fmla="*/ 0 h 128"/>
                      <a:gd name="T38" fmla="*/ 24 w 27"/>
                      <a:gd name="T39" fmla="*/ 124 h 128"/>
                      <a:gd name="T40" fmla="*/ 26 w 27"/>
                      <a:gd name="T41" fmla="*/ 124 h 128"/>
                      <a:gd name="T42" fmla="*/ 27 w 27"/>
                      <a:gd name="T43" fmla="*/ 124 h 128"/>
                      <a:gd name="T44" fmla="*/ 27 w 27"/>
                      <a:gd name="T45" fmla="*/ 125 h 128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7"/>
                      <a:gd name="T70" fmla="*/ 0 h 128"/>
                      <a:gd name="T71" fmla="*/ 27 w 27"/>
                      <a:gd name="T72" fmla="*/ 128 h 128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7" h="128">
                        <a:moveTo>
                          <a:pt x="27" y="125"/>
                        </a:moveTo>
                        <a:lnTo>
                          <a:pt x="26" y="126"/>
                        </a:lnTo>
                        <a:lnTo>
                          <a:pt x="24" y="126"/>
                        </a:lnTo>
                        <a:lnTo>
                          <a:pt x="20" y="127"/>
                        </a:lnTo>
                        <a:lnTo>
                          <a:pt x="17" y="127"/>
                        </a:lnTo>
                        <a:lnTo>
                          <a:pt x="14" y="128"/>
                        </a:lnTo>
                        <a:lnTo>
                          <a:pt x="12" y="128"/>
                        </a:lnTo>
                        <a:lnTo>
                          <a:pt x="9" y="127"/>
                        </a:lnTo>
                        <a:lnTo>
                          <a:pt x="5" y="127"/>
                        </a:lnTo>
                        <a:lnTo>
                          <a:pt x="2" y="126"/>
                        </a:lnTo>
                        <a:lnTo>
                          <a:pt x="0" y="126"/>
                        </a:lnTo>
                        <a:lnTo>
                          <a:pt x="0" y="125"/>
                        </a:lnTo>
                        <a:lnTo>
                          <a:pt x="0" y="124"/>
                        </a:lnTo>
                        <a:lnTo>
                          <a:pt x="2" y="124"/>
                        </a:lnTo>
                        <a:lnTo>
                          <a:pt x="3" y="123"/>
                        </a:lnTo>
                        <a:lnTo>
                          <a:pt x="4" y="0"/>
                        </a:lnTo>
                        <a:lnTo>
                          <a:pt x="8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4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5" name="Freeform 448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6" name="Freeform 449"/>
                  <p:cNvSpPr>
                    <a:spLocks/>
                  </p:cNvSpPr>
                  <p:nvPr/>
                </p:nvSpPr>
                <p:spPr bwMode="auto">
                  <a:xfrm>
                    <a:off x="3765" y="2673"/>
                    <a:ext cx="27" cy="7"/>
                  </a:xfrm>
                  <a:custGeom>
                    <a:avLst/>
                    <a:gdLst>
                      <a:gd name="T0" fmla="*/ 0 w 27"/>
                      <a:gd name="T1" fmla="*/ 0 h 7"/>
                      <a:gd name="T2" fmla="*/ 0 w 27"/>
                      <a:gd name="T3" fmla="*/ 1 h 7"/>
                      <a:gd name="T4" fmla="*/ 2 w 27"/>
                      <a:gd name="T5" fmla="*/ 2 h 7"/>
                      <a:gd name="T6" fmla="*/ 5 w 27"/>
                      <a:gd name="T7" fmla="*/ 2 h 7"/>
                      <a:gd name="T8" fmla="*/ 9 w 27"/>
                      <a:gd name="T9" fmla="*/ 3 h 7"/>
                      <a:gd name="T10" fmla="*/ 12 w 27"/>
                      <a:gd name="T11" fmla="*/ 3 h 7"/>
                      <a:gd name="T12" fmla="*/ 14 w 27"/>
                      <a:gd name="T13" fmla="*/ 3 h 7"/>
                      <a:gd name="T14" fmla="*/ 17 w 27"/>
                      <a:gd name="T15" fmla="*/ 3 h 7"/>
                      <a:gd name="T16" fmla="*/ 20 w 27"/>
                      <a:gd name="T17" fmla="*/ 2 h 7"/>
                      <a:gd name="T18" fmla="*/ 24 w 27"/>
                      <a:gd name="T19" fmla="*/ 2 h 7"/>
                      <a:gd name="T20" fmla="*/ 26 w 27"/>
                      <a:gd name="T21" fmla="*/ 1 h 7"/>
                      <a:gd name="T22" fmla="*/ 27 w 27"/>
                      <a:gd name="T23" fmla="*/ 0 h 7"/>
                      <a:gd name="T24" fmla="*/ 27 w 27"/>
                      <a:gd name="T25" fmla="*/ 4 h 7"/>
                      <a:gd name="T26" fmla="*/ 26 w 27"/>
                      <a:gd name="T27" fmla="*/ 5 h 7"/>
                      <a:gd name="T28" fmla="*/ 24 w 27"/>
                      <a:gd name="T29" fmla="*/ 5 h 7"/>
                      <a:gd name="T30" fmla="*/ 20 w 27"/>
                      <a:gd name="T31" fmla="*/ 6 h 7"/>
                      <a:gd name="T32" fmla="*/ 17 w 27"/>
                      <a:gd name="T33" fmla="*/ 7 h 7"/>
                      <a:gd name="T34" fmla="*/ 14 w 27"/>
                      <a:gd name="T35" fmla="*/ 7 h 7"/>
                      <a:gd name="T36" fmla="*/ 12 w 27"/>
                      <a:gd name="T37" fmla="*/ 7 h 7"/>
                      <a:gd name="T38" fmla="*/ 9 w 27"/>
                      <a:gd name="T39" fmla="*/ 7 h 7"/>
                      <a:gd name="T40" fmla="*/ 5 w 27"/>
                      <a:gd name="T41" fmla="*/ 6 h 7"/>
                      <a:gd name="T42" fmla="*/ 2 w 27"/>
                      <a:gd name="T43" fmla="*/ 5 h 7"/>
                      <a:gd name="T44" fmla="*/ 0 w 27"/>
                      <a:gd name="T45" fmla="*/ 4 h 7"/>
                      <a:gd name="T46" fmla="*/ 0 w 27"/>
                      <a:gd name="T47" fmla="*/ 4 h 7"/>
                      <a:gd name="T48" fmla="*/ 0 w 27"/>
                      <a:gd name="T49" fmla="*/ 0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7"/>
                      <a:gd name="T76" fmla="*/ 0 h 7"/>
                      <a:gd name="T77" fmla="*/ 27 w 27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7" h="7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2"/>
                        </a:lnTo>
                        <a:lnTo>
                          <a:pt x="5" y="2"/>
                        </a:lnTo>
                        <a:lnTo>
                          <a:pt x="9" y="3"/>
                        </a:lnTo>
                        <a:lnTo>
                          <a:pt x="12" y="3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2"/>
                        </a:lnTo>
                        <a:lnTo>
                          <a:pt x="24" y="2"/>
                        </a:lnTo>
                        <a:lnTo>
                          <a:pt x="26" y="1"/>
                        </a:lnTo>
                        <a:lnTo>
                          <a:pt x="27" y="0"/>
                        </a:lnTo>
                        <a:lnTo>
                          <a:pt x="27" y="4"/>
                        </a:lnTo>
                        <a:lnTo>
                          <a:pt x="26" y="5"/>
                        </a:lnTo>
                        <a:lnTo>
                          <a:pt x="24" y="5"/>
                        </a:lnTo>
                        <a:lnTo>
                          <a:pt x="20" y="6"/>
                        </a:lnTo>
                        <a:lnTo>
                          <a:pt x="17" y="7"/>
                        </a:lnTo>
                        <a:lnTo>
                          <a:pt x="14" y="7"/>
                        </a:lnTo>
                        <a:lnTo>
                          <a:pt x="12" y="7"/>
                        </a:lnTo>
                        <a:lnTo>
                          <a:pt x="9" y="7"/>
                        </a:lnTo>
                        <a:lnTo>
                          <a:pt x="5" y="6"/>
                        </a:lnTo>
                        <a:lnTo>
                          <a:pt x="2" y="5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7" name="Freeform 450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8" name="Freeform 451"/>
                  <p:cNvSpPr>
                    <a:spLocks/>
                  </p:cNvSpPr>
                  <p:nvPr/>
                </p:nvSpPr>
                <p:spPr bwMode="auto">
                  <a:xfrm>
                    <a:off x="3809" y="2523"/>
                    <a:ext cx="30" cy="9"/>
                  </a:xfrm>
                  <a:custGeom>
                    <a:avLst/>
                    <a:gdLst>
                      <a:gd name="T0" fmla="*/ 0 w 30"/>
                      <a:gd name="T1" fmla="*/ 6 h 9"/>
                      <a:gd name="T2" fmla="*/ 0 w 30"/>
                      <a:gd name="T3" fmla="*/ 9 h 9"/>
                      <a:gd name="T4" fmla="*/ 24 w 30"/>
                      <a:gd name="T5" fmla="*/ 9 h 9"/>
                      <a:gd name="T6" fmla="*/ 30 w 30"/>
                      <a:gd name="T7" fmla="*/ 4 h 9"/>
                      <a:gd name="T8" fmla="*/ 30 w 30"/>
                      <a:gd name="T9" fmla="*/ 0 h 9"/>
                      <a:gd name="T10" fmla="*/ 23 w 30"/>
                      <a:gd name="T11" fmla="*/ 6 h 9"/>
                      <a:gd name="T12" fmla="*/ 0 w 30"/>
                      <a:gd name="T13" fmla="*/ 6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0"/>
                      <a:gd name="T22" fmla="*/ 0 h 9"/>
                      <a:gd name="T23" fmla="*/ 30 w 30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0" h="9">
                        <a:moveTo>
                          <a:pt x="0" y="6"/>
                        </a:moveTo>
                        <a:lnTo>
                          <a:pt x="0" y="9"/>
                        </a:lnTo>
                        <a:lnTo>
                          <a:pt x="24" y="9"/>
                        </a:lnTo>
                        <a:lnTo>
                          <a:pt x="30" y="4"/>
                        </a:lnTo>
                        <a:lnTo>
                          <a:pt x="30" y="0"/>
                        </a:lnTo>
                        <a:lnTo>
                          <a:pt x="23" y="6"/>
                        </a:lnTo>
                        <a:lnTo>
                          <a:pt x="0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9" name="Freeform 452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0" name="Freeform 453"/>
                  <p:cNvSpPr>
                    <a:spLocks/>
                  </p:cNvSpPr>
                  <p:nvPr/>
                </p:nvSpPr>
                <p:spPr bwMode="auto">
                  <a:xfrm>
                    <a:off x="3810" y="2532"/>
                    <a:ext cx="22" cy="3"/>
                  </a:xfrm>
                  <a:custGeom>
                    <a:avLst/>
                    <a:gdLst>
                      <a:gd name="T0" fmla="*/ 0 w 22"/>
                      <a:gd name="T1" fmla="*/ 0 h 3"/>
                      <a:gd name="T2" fmla="*/ 0 w 22"/>
                      <a:gd name="T3" fmla="*/ 1 h 3"/>
                      <a:gd name="T4" fmla="*/ 1 w 22"/>
                      <a:gd name="T5" fmla="*/ 2 h 3"/>
                      <a:gd name="T6" fmla="*/ 1 w 22"/>
                      <a:gd name="T7" fmla="*/ 2 h 3"/>
                      <a:gd name="T8" fmla="*/ 3 w 22"/>
                      <a:gd name="T9" fmla="*/ 2 h 3"/>
                      <a:gd name="T10" fmla="*/ 5 w 22"/>
                      <a:gd name="T11" fmla="*/ 3 h 3"/>
                      <a:gd name="T12" fmla="*/ 11 w 22"/>
                      <a:gd name="T13" fmla="*/ 3 h 3"/>
                      <a:gd name="T14" fmla="*/ 17 w 22"/>
                      <a:gd name="T15" fmla="*/ 3 h 3"/>
                      <a:gd name="T16" fmla="*/ 19 w 22"/>
                      <a:gd name="T17" fmla="*/ 2 h 3"/>
                      <a:gd name="T18" fmla="*/ 21 w 22"/>
                      <a:gd name="T19" fmla="*/ 2 h 3"/>
                      <a:gd name="T20" fmla="*/ 22 w 22"/>
                      <a:gd name="T21" fmla="*/ 1 h 3"/>
                      <a:gd name="T22" fmla="*/ 22 w 22"/>
                      <a:gd name="T23" fmla="*/ 0 h 3"/>
                      <a:gd name="T24" fmla="*/ 0 w 22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2"/>
                      <a:gd name="T40" fmla="*/ 0 h 3"/>
                      <a:gd name="T41" fmla="*/ 22 w 22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2"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5" y="3"/>
                        </a:lnTo>
                        <a:lnTo>
                          <a:pt x="11" y="3"/>
                        </a:lnTo>
                        <a:lnTo>
                          <a:pt x="17" y="3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2" y="1"/>
                        </a:lnTo>
                        <a:lnTo>
                          <a:pt x="2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1" name="Freeform 454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2" name="Freeform 455"/>
                  <p:cNvSpPr>
                    <a:spLocks/>
                  </p:cNvSpPr>
                  <p:nvPr/>
                </p:nvSpPr>
                <p:spPr bwMode="auto">
                  <a:xfrm>
                    <a:off x="3809" y="2535"/>
                    <a:ext cx="24" cy="10"/>
                  </a:xfrm>
                  <a:custGeom>
                    <a:avLst/>
                    <a:gdLst>
                      <a:gd name="T0" fmla="*/ 21 w 24"/>
                      <a:gd name="T1" fmla="*/ 0 h 10"/>
                      <a:gd name="T2" fmla="*/ 18 w 24"/>
                      <a:gd name="T3" fmla="*/ 0 h 10"/>
                      <a:gd name="T4" fmla="*/ 12 w 24"/>
                      <a:gd name="T5" fmla="*/ 1 h 10"/>
                      <a:gd name="T6" fmla="*/ 6 w 24"/>
                      <a:gd name="T7" fmla="*/ 0 h 10"/>
                      <a:gd name="T8" fmla="*/ 4 w 24"/>
                      <a:gd name="T9" fmla="*/ 0 h 10"/>
                      <a:gd name="T10" fmla="*/ 4 w 24"/>
                      <a:gd name="T11" fmla="*/ 6 h 10"/>
                      <a:gd name="T12" fmla="*/ 2 w 24"/>
                      <a:gd name="T13" fmla="*/ 6 h 10"/>
                      <a:gd name="T14" fmla="*/ 0 w 24"/>
                      <a:gd name="T15" fmla="*/ 6 h 10"/>
                      <a:gd name="T16" fmla="*/ 0 w 24"/>
                      <a:gd name="T17" fmla="*/ 7 h 10"/>
                      <a:gd name="T18" fmla="*/ 0 w 24"/>
                      <a:gd name="T19" fmla="*/ 7 h 10"/>
                      <a:gd name="T20" fmla="*/ 0 w 24"/>
                      <a:gd name="T21" fmla="*/ 9 h 10"/>
                      <a:gd name="T22" fmla="*/ 3 w 24"/>
                      <a:gd name="T23" fmla="*/ 9 h 10"/>
                      <a:gd name="T24" fmla="*/ 6 w 24"/>
                      <a:gd name="T25" fmla="*/ 10 h 10"/>
                      <a:gd name="T26" fmla="*/ 12 w 24"/>
                      <a:gd name="T27" fmla="*/ 10 h 10"/>
                      <a:gd name="T28" fmla="*/ 18 w 24"/>
                      <a:gd name="T29" fmla="*/ 10 h 10"/>
                      <a:gd name="T30" fmla="*/ 22 w 24"/>
                      <a:gd name="T31" fmla="*/ 9 h 10"/>
                      <a:gd name="T32" fmla="*/ 24 w 24"/>
                      <a:gd name="T33" fmla="*/ 9 h 10"/>
                      <a:gd name="T34" fmla="*/ 24 w 24"/>
                      <a:gd name="T35" fmla="*/ 7 h 10"/>
                      <a:gd name="T36" fmla="*/ 24 w 24"/>
                      <a:gd name="T37" fmla="*/ 6 h 10"/>
                      <a:gd name="T38" fmla="*/ 22 w 24"/>
                      <a:gd name="T39" fmla="*/ 6 h 10"/>
                      <a:gd name="T40" fmla="*/ 21 w 24"/>
                      <a:gd name="T41" fmla="*/ 6 h 10"/>
                      <a:gd name="T42" fmla="*/ 21 w 24"/>
                      <a:gd name="T43" fmla="*/ 0 h 1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4"/>
                      <a:gd name="T67" fmla="*/ 0 h 10"/>
                      <a:gd name="T68" fmla="*/ 24 w 24"/>
                      <a:gd name="T69" fmla="*/ 10 h 1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4" h="10">
                        <a:moveTo>
                          <a:pt x="21" y="0"/>
                        </a:moveTo>
                        <a:lnTo>
                          <a:pt x="18" y="0"/>
                        </a:lnTo>
                        <a:lnTo>
                          <a:pt x="12" y="1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3" y="9"/>
                        </a:lnTo>
                        <a:lnTo>
                          <a:pt x="6" y="10"/>
                        </a:lnTo>
                        <a:lnTo>
                          <a:pt x="12" y="10"/>
                        </a:lnTo>
                        <a:lnTo>
                          <a:pt x="18" y="10"/>
                        </a:lnTo>
                        <a:lnTo>
                          <a:pt x="22" y="9"/>
                        </a:lnTo>
                        <a:lnTo>
                          <a:pt x="24" y="9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21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3" name="Freeform 456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4" name="Freeform 457"/>
                  <p:cNvSpPr>
                    <a:spLocks/>
                  </p:cNvSpPr>
                  <p:nvPr/>
                </p:nvSpPr>
                <p:spPr bwMode="auto">
                  <a:xfrm>
                    <a:off x="3809" y="2542"/>
                    <a:ext cx="24" cy="7"/>
                  </a:xfrm>
                  <a:custGeom>
                    <a:avLst/>
                    <a:gdLst>
                      <a:gd name="T0" fmla="*/ 24 w 24"/>
                      <a:gd name="T1" fmla="*/ 5 h 7"/>
                      <a:gd name="T2" fmla="*/ 22 w 24"/>
                      <a:gd name="T3" fmla="*/ 6 h 7"/>
                      <a:gd name="T4" fmla="*/ 21 w 24"/>
                      <a:gd name="T5" fmla="*/ 6 h 7"/>
                      <a:gd name="T6" fmla="*/ 17 w 24"/>
                      <a:gd name="T7" fmla="*/ 7 h 7"/>
                      <a:gd name="T8" fmla="*/ 6 w 24"/>
                      <a:gd name="T9" fmla="*/ 7 h 7"/>
                      <a:gd name="T10" fmla="*/ 4 w 24"/>
                      <a:gd name="T11" fmla="*/ 6 h 7"/>
                      <a:gd name="T12" fmla="*/ 3 w 24"/>
                      <a:gd name="T13" fmla="*/ 6 h 7"/>
                      <a:gd name="T14" fmla="*/ 0 w 24"/>
                      <a:gd name="T15" fmla="*/ 5 h 7"/>
                      <a:gd name="T16" fmla="*/ 0 w 24"/>
                      <a:gd name="T17" fmla="*/ 5 h 7"/>
                      <a:gd name="T18" fmla="*/ 0 w 24"/>
                      <a:gd name="T19" fmla="*/ 0 h 7"/>
                      <a:gd name="T20" fmla="*/ 0 w 24"/>
                      <a:gd name="T21" fmla="*/ 2 h 7"/>
                      <a:gd name="T22" fmla="*/ 3 w 24"/>
                      <a:gd name="T23" fmla="*/ 2 h 7"/>
                      <a:gd name="T24" fmla="*/ 6 w 24"/>
                      <a:gd name="T25" fmla="*/ 3 h 7"/>
                      <a:gd name="T26" fmla="*/ 12 w 24"/>
                      <a:gd name="T27" fmla="*/ 3 h 7"/>
                      <a:gd name="T28" fmla="*/ 18 w 24"/>
                      <a:gd name="T29" fmla="*/ 3 h 7"/>
                      <a:gd name="T30" fmla="*/ 22 w 24"/>
                      <a:gd name="T31" fmla="*/ 2 h 7"/>
                      <a:gd name="T32" fmla="*/ 24 w 24"/>
                      <a:gd name="T33" fmla="*/ 2 h 7"/>
                      <a:gd name="T34" fmla="*/ 24 w 24"/>
                      <a:gd name="T35" fmla="*/ 0 h 7"/>
                      <a:gd name="T36" fmla="*/ 24 w 24"/>
                      <a:gd name="T37" fmla="*/ 5 h 7"/>
                      <a:gd name="T38" fmla="*/ 24 w 24"/>
                      <a:gd name="T39" fmla="*/ 5 h 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24"/>
                      <a:gd name="T61" fmla="*/ 0 h 7"/>
                      <a:gd name="T62" fmla="*/ 24 w 24"/>
                      <a:gd name="T63" fmla="*/ 7 h 7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24" h="7">
                        <a:moveTo>
                          <a:pt x="24" y="5"/>
                        </a:moveTo>
                        <a:lnTo>
                          <a:pt x="22" y="6"/>
                        </a:lnTo>
                        <a:lnTo>
                          <a:pt x="21" y="6"/>
                        </a:lnTo>
                        <a:lnTo>
                          <a:pt x="17" y="7"/>
                        </a:lnTo>
                        <a:lnTo>
                          <a:pt x="6" y="7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6" y="3"/>
                        </a:lnTo>
                        <a:lnTo>
                          <a:pt x="12" y="3"/>
                        </a:lnTo>
                        <a:lnTo>
                          <a:pt x="18" y="3"/>
                        </a:lnTo>
                        <a:lnTo>
                          <a:pt x="22" y="2"/>
                        </a:lnTo>
                        <a:lnTo>
                          <a:pt x="24" y="2"/>
                        </a:lnTo>
                        <a:lnTo>
                          <a:pt x="24" y="0"/>
                        </a:lnTo>
                        <a:lnTo>
                          <a:pt x="24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5" name="Freeform 458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6" name="Freeform 459"/>
                  <p:cNvSpPr>
                    <a:spLocks/>
                  </p:cNvSpPr>
                  <p:nvPr/>
                </p:nvSpPr>
                <p:spPr bwMode="auto">
                  <a:xfrm>
                    <a:off x="3810" y="2548"/>
                    <a:ext cx="21" cy="107"/>
                  </a:xfrm>
                  <a:custGeom>
                    <a:avLst/>
                    <a:gdLst>
                      <a:gd name="T0" fmla="*/ 21 w 21"/>
                      <a:gd name="T1" fmla="*/ 104 h 107"/>
                      <a:gd name="T2" fmla="*/ 19 w 21"/>
                      <a:gd name="T3" fmla="*/ 0 h 107"/>
                      <a:gd name="T4" fmla="*/ 15 w 21"/>
                      <a:gd name="T5" fmla="*/ 1 h 107"/>
                      <a:gd name="T6" fmla="*/ 5 w 21"/>
                      <a:gd name="T7" fmla="*/ 1 h 107"/>
                      <a:gd name="T8" fmla="*/ 2 w 21"/>
                      <a:gd name="T9" fmla="*/ 0 h 107"/>
                      <a:gd name="T10" fmla="*/ 0 w 21"/>
                      <a:gd name="T11" fmla="*/ 102 h 107"/>
                      <a:gd name="T12" fmla="*/ 0 w 21"/>
                      <a:gd name="T13" fmla="*/ 106 h 107"/>
                      <a:gd name="T14" fmla="*/ 4 w 21"/>
                      <a:gd name="T15" fmla="*/ 107 h 107"/>
                      <a:gd name="T16" fmla="*/ 11 w 21"/>
                      <a:gd name="T17" fmla="*/ 107 h 107"/>
                      <a:gd name="T18" fmla="*/ 17 w 21"/>
                      <a:gd name="T19" fmla="*/ 107 h 107"/>
                      <a:gd name="T20" fmla="*/ 21 w 21"/>
                      <a:gd name="T21" fmla="*/ 106 h 107"/>
                      <a:gd name="T22" fmla="*/ 21 w 21"/>
                      <a:gd name="T23" fmla="*/ 104 h 107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"/>
                      <a:gd name="T37" fmla="*/ 0 h 107"/>
                      <a:gd name="T38" fmla="*/ 21 w 21"/>
                      <a:gd name="T39" fmla="*/ 107 h 107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" h="107">
                        <a:moveTo>
                          <a:pt x="21" y="104"/>
                        </a:move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0" y="102"/>
                        </a:lnTo>
                        <a:lnTo>
                          <a:pt x="0" y="106"/>
                        </a:lnTo>
                        <a:lnTo>
                          <a:pt x="4" y="107"/>
                        </a:lnTo>
                        <a:lnTo>
                          <a:pt x="11" y="107"/>
                        </a:lnTo>
                        <a:lnTo>
                          <a:pt x="17" y="107"/>
                        </a:lnTo>
                        <a:lnTo>
                          <a:pt x="21" y="106"/>
                        </a:lnTo>
                        <a:lnTo>
                          <a:pt x="21" y="10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7" name="Freeform 460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25 w 37"/>
                      <a:gd name="T35" fmla="*/ 2 h 3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7"/>
                      <a:gd name="T55" fmla="*/ 0 h 31"/>
                      <a:gd name="T56" fmla="*/ 37 w 37"/>
                      <a:gd name="T57" fmla="*/ 31 h 3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8" name="Freeform 461"/>
                  <p:cNvSpPr>
                    <a:spLocks/>
                  </p:cNvSpPr>
                  <p:nvPr/>
                </p:nvSpPr>
                <p:spPr bwMode="auto">
                  <a:xfrm>
                    <a:off x="3577" y="2652"/>
                    <a:ext cx="37" cy="31"/>
                  </a:xfrm>
                  <a:custGeom>
                    <a:avLst/>
                    <a:gdLst>
                      <a:gd name="T0" fmla="*/ 25 w 37"/>
                      <a:gd name="T1" fmla="*/ 2 h 31"/>
                      <a:gd name="T2" fmla="*/ 19 w 37"/>
                      <a:gd name="T3" fmla="*/ 3 h 31"/>
                      <a:gd name="T4" fmla="*/ 13 w 37"/>
                      <a:gd name="T5" fmla="*/ 3 h 31"/>
                      <a:gd name="T6" fmla="*/ 7 w 37"/>
                      <a:gd name="T7" fmla="*/ 3 h 31"/>
                      <a:gd name="T8" fmla="*/ 3 w 37"/>
                      <a:gd name="T9" fmla="*/ 2 h 31"/>
                      <a:gd name="T10" fmla="*/ 0 w 37"/>
                      <a:gd name="T11" fmla="*/ 6 h 31"/>
                      <a:gd name="T12" fmla="*/ 29 w 37"/>
                      <a:gd name="T13" fmla="*/ 6 h 31"/>
                      <a:gd name="T14" fmla="*/ 26 w 37"/>
                      <a:gd name="T15" fmla="*/ 9 h 31"/>
                      <a:gd name="T16" fmla="*/ 26 w 37"/>
                      <a:gd name="T17" fmla="*/ 23 h 31"/>
                      <a:gd name="T18" fmla="*/ 29 w 37"/>
                      <a:gd name="T19" fmla="*/ 29 h 31"/>
                      <a:gd name="T20" fmla="*/ 29 w 37"/>
                      <a:gd name="T21" fmla="*/ 31 h 31"/>
                      <a:gd name="T22" fmla="*/ 37 w 37"/>
                      <a:gd name="T23" fmla="*/ 25 h 31"/>
                      <a:gd name="T24" fmla="*/ 37 w 37"/>
                      <a:gd name="T25" fmla="*/ 20 h 31"/>
                      <a:gd name="T26" fmla="*/ 34 w 37"/>
                      <a:gd name="T27" fmla="*/ 14 h 31"/>
                      <a:gd name="T28" fmla="*/ 34 w 37"/>
                      <a:gd name="T29" fmla="*/ 0 h 31"/>
                      <a:gd name="T30" fmla="*/ 25 w 37"/>
                      <a:gd name="T31" fmla="*/ 0 h 31"/>
                      <a:gd name="T32" fmla="*/ 25 w 37"/>
                      <a:gd name="T33" fmla="*/ 2 h 3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37"/>
                      <a:gd name="T52" fmla="*/ 0 h 31"/>
                      <a:gd name="T53" fmla="*/ 37 w 37"/>
                      <a:gd name="T54" fmla="*/ 31 h 3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37" h="31">
                        <a:moveTo>
                          <a:pt x="25" y="2"/>
                        </a:moveTo>
                        <a:lnTo>
                          <a:pt x="19" y="3"/>
                        </a:lnTo>
                        <a:lnTo>
                          <a:pt x="13" y="3"/>
                        </a:lnTo>
                        <a:lnTo>
                          <a:pt x="7" y="3"/>
                        </a:lnTo>
                        <a:lnTo>
                          <a:pt x="3" y="2"/>
                        </a:lnTo>
                        <a:lnTo>
                          <a:pt x="0" y="6"/>
                        </a:lnTo>
                        <a:lnTo>
                          <a:pt x="29" y="6"/>
                        </a:lnTo>
                        <a:lnTo>
                          <a:pt x="26" y="9"/>
                        </a:lnTo>
                        <a:lnTo>
                          <a:pt x="26" y="23"/>
                        </a:lnTo>
                        <a:lnTo>
                          <a:pt x="29" y="29"/>
                        </a:lnTo>
                        <a:lnTo>
                          <a:pt x="29" y="31"/>
                        </a:lnTo>
                        <a:lnTo>
                          <a:pt x="37" y="25"/>
                        </a:lnTo>
                        <a:lnTo>
                          <a:pt x="37" y="20"/>
                        </a:lnTo>
                        <a:lnTo>
                          <a:pt x="34" y="14"/>
                        </a:lnTo>
                        <a:lnTo>
                          <a:pt x="34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9" name="Freeform 462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0" name="Freeform 463"/>
                  <p:cNvSpPr>
                    <a:spLocks/>
                  </p:cNvSpPr>
                  <p:nvPr/>
                </p:nvSpPr>
                <p:spPr bwMode="auto">
                  <a:xfrm>
                    <a:off x="3581" y="2661"/>
                    <a:ext cx="24" cy="22"/>
                  </a:xfrm>
                  <a:custGeom>
                    <a:avLst/>
                    <a:gdLst>
                      <a:gd name="T0" fmla="*/ 0 w 24"/>
                      <a:gd name="T1" fmla="*/ 22 h 22"/>
                      <a:gd name="T2" fmla="*/ 0 w 24"/>
                      <a:gd name="T3" fmla="*/ 0 h 22"/>
                      <a:gd name="T4" fmla="*/ 21 w 24"/>
                      <a:gd name="T5" fmla="*/ 0 h 22"/>
                      <a:gd name="T6" fmla="*/ 21 w 24"/>
                      <a:gd name="T7" fmla="*/ 14 h 22"/>
                      <a:gd name="T8" fmla="*/ 24 w 24"/>
                      <a:gd name="T9" fmla="*/ 20 h 22"/>
                      <a:gd name="T10" fmla="*/ 24 w 24"/>
                      <a:gd name="T11" fmla="*/ 22 h 22"/>
                      <a:gd name="T12" fmla="*/ 0 w 24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4"/>
                      <a:gd name="T22" fmla="*/ 0 h 22"/>
                      <a:gd name="T23" fmla="*/ 24 w 24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4" h="22">
                        <a:moveTo>
                          <a:pt x="0" y="22"/>
                        </a:moveTo>
                        <a:lnTo>
                          <a:pt x="0" y="0"/>
                        </a:lnTo>
                        <a:lnTo>
                          <a:pt x="21" y="0"/>
                        </a:lnTo>
                        <a:lnTo>
                          <a:pt x="21" y="14"/>
                        </a:lnTo>
                        <a:lnTo>
                          <a:pt x="24" y="20"/>
                        </a:lnTo>
                        <a:lnTo>
                          <a:pt x="24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1" name="Freeform 464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w 11"/>
                      <a:gd name="T9" fmla="*/ 9 h 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"/>
                      <a:gd name="T16" fmla="*/ 0 h 9"/>
                      <a:gd name="T17" fmla="*/ 11 w 11"/>
                      <a:gd name="T18" fmla="*/ 9 h 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2" name="Freeform 465"/>
                  <p:cNvSpPr>
                    <a:spLocks/>
                  </p:cNvSpPr>
                  <p:nvPr/>
                </p:nvSpPr>
                <p:spPr bwMode="auto">
                  <a:xfrm>
                    <a:off x="3570" y="2674"/>
                    <a:ext cx="11" cy="9"/>
                  </a:xfrm>
                  <a:custGeom>
                    <a:avLst/>
                    <a:gdLst>
                      <a:gd name="T0" fmla="*/ 0 w 11"/>
                      <a:gd name="T1" fmla="*/ 9 h 9"/>
                      <a:gd name="T2" fmla="*/ 11 w 11"/>
                      <a:gd name="T3" fmla="*/ 0 h 9"/>
                      <a:gd name="T4" fmla="*/ 11 w 11"/>
                      <a:gd name="T5" fmla="*/ 9 h 9"/>
                      <a:gd name="T6" fmla="*/ 0 w 11"/>
                      <a:gd name="T7" fmla="*/ 9 h 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1"/>
                      <a:gd name="T13" fmla="*/ 0 h 9"/>
                      <a:gd name="T14" fmla="*/ 11 w 11"/>
                      <a:gd name="T15" fmla="*/ 9 h 9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1" h="9">
                        <a:moveTo>
                          <a:pt x="0" y="9"/>
                        </a:moveTo>
                        <a:lnTo>
                          <a:pt x="11" y="0"/>
                        </a:lnTo>
                        <a:lnTo>
                          <a:pt x="11" y="9"/>
                        </a:lnTo>
                        <a:lnTo>
                          <a:pt x="0" y="9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3" name="Freeform 466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4" name="Freeform 467"/>
                  <p:cNvSpPr>
                    <a:spLocks/>
                  </p:cNvSpPr>
                  <p:nvPr/>
                </p:nvSpPr>
                <p:spPr bwMode="auto">
                  <a:xfrm>
                    <a:off x="3605" y="2677"/>
                    <a:ext cx="17" cy="6"/>
                  </a:xfrm>
                  <a:custGeom>
                    <a:avLst/>
                    <a:gdLst>
                      <a:gd name="T0" fmla="*/ 9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9 w 17"/>
                      <a:gd name="T11" fmla="*/ 0 h 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7"/>
                      <a:gd name="T19" fmla="*/ 0 h 6"/>
                      <a:gd name="T20" fmla="*/ 17 w 17"/>
                      <a:gd name="T21" fmla="*/ 6 h 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7" h="6">
                        <a:moveTo>
                          <a:pt x="9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5" name="Freeform 468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28 w 30"/>
                      <a:gd name="T37" fmla="*/ 0 h 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0"/>
                      <a:gd name="T58" fmla="*/ 0 h 6"/>
                      <a:gd name="T59" fmla="*/ 30 w 30"/>
                      <a:gd name="T60" fmla="*/ 6 h 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6" name="Freeform 469"/>
                  <p:cNvSpPr>
                    <a:spLocks/>
                  </p:cNvSpPr>
                  <p:nvPr/>
                </p:nvSpPr>
                <p:spPr bwMode="auto">
                  <a:xfrm>
                    <a:off x="3621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4 w 30"/>
                      <a:gd name="T5" fmla="*/ 2 h 6"/>
                      <a:gd name="T6" fmla="*/ 21 w 30"/>
                      <a:gd name="T7" fmla="*/ 2 h 6"/>
                      <a:gd name="T8" fmla="*/ 19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9 w 30"/>
                      <a:gd name="T15" fmla="*/ 3 h 6"/>
                      <a:gd name="T16" fmla="*/ 6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4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7" name="Freeform 470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8" name="Freeform 471"/>
                  <p:cNvSpPr>
                    <a:spLocks/>
                  </p:cNvSpPr>
                  <p:nvPr/>
                </p:nvSpPr>
                <p:spPr bwMode="auto">
                  <a:xfrm>
                    <a:off x="3648" y="2677"/>
                    <a:ext cx="17" cy="6"/>
                  </a:xfrm>
                  <a:custGeom>
                    <a:avLst/>
                    <a:gdLst>
                      <a:gd name="T0" fmla="*/ 3 w 17"/>
                      <a:gd name="T1" fmla="*/ 0 h 6"/>
                      <a:gd name="T2" fmla="*/ 17 w 17"/>
                      <a:gd name="T3" fmla="*/ 0 h 6"/>
                      <a:gd name="T4" fmla="*/ 16 w 17"/>
                      <a:gd name="T5" fmla="*/ 3 h 6"/>
                      <a:gd name="T6" fmla="*/ 16 w 17"/>
                      <a:gd name="T7" fmla="*/ 6 h 6"/>
                      <a:gd name="T8" fmla="*/ 0 w 17"/>
                      <a:gd name="T9" fmla="*/ 6 h 6"/>
                      <a:gd name="T10" fmla="*/ 3 w 17"/>
                      <a:gd name="T11" fmla="*/ 3 h 6"/>
                      <a:gd name="T12" fmla="*/ 3 w 17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7"/>
                      <a:gd name="T22" fmla="*/ 0 h 6"/>
                      <a:gd name="T23" fmla="*/ 17 w 17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7" h="6">
                        <a:moveTo>
                          <a:pt x="3" y="0"/>
                        </a:moveTo>
                        <a:lnTo>
                          <a:pt x="17" y="0"/>
                        </a:lnTo>
                        <a:lnTo>
                          <a:pt x="16" y="3"/>
                        </a:lnTo>
                        <a:lnTo>
                          <a:pt x="16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9" name="Freeform 472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0" name="Freeform 473"/>
                  <p:cNvSpPr>
                    <a:spLocks/>
                  </p:cNvSpPr>
                  <p:nvPr/>
                </p:nvSpPr>
                <p:spPr bwMode="auto">
                  <a:xfrm>
                    <a:off x="3664" y="2677"/>
                    <a:ext cx="31" cy="6"/>
                  </a:xfrm>
                  <a:custGeom>
                    <a:avLst/>
                    <a:gdLst>
                      <a:gd name="T0" fmla="*/ 28 w 31"/>
                      <a:gd name="T1" fmla="*/ 0 h 6"/>
                      <a:gd name="T2" fmla="*/ 26 w 31"/>
                      <a:gd name="T3" fmla="*/ 1 h 6"/>
                      <a:gd name="T4" fmla="*/ 25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2 w 31"/>
                      <a:gd name="T13" fmla="*/ 3 h 6"/>
                      <a:gd name="T14" fmla="*/ 9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6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8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8" y="0"/>
                        </a:moveTo>
                        <a:lnTo>
                          <a:pt x="26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2" y="3"/>
                        </a:lnTo>
                        <a:lnTo>
                          <a:pt x="9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6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1" name="Freeform 474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5 w 31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1"/>
                      <a:gd name="T25" fmla="*/ 0 h 6"/>
                      <a:gd name="T26" fmla="*/ 31 w 3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2" name="Freeform 475"/>
                  <p:cNvSpPr>
                    <a:spLocks/>
                  </p:cNvSpPr>
                  <p:nvPr/>
                </p:nvSpPr>
                <p:spPr bwMode="auto">
                  <a:xfrm>
                    <a:off x="3690" y="2677"/>
                    <a:ext cx="31" cy="6"/>
                  </a:xfrm>
                  <a:custGeom>
                    <a:avLst/>
                    <a:gdLst>
                      <a:gd name="T0" fmla="*/ 5 w 31"/>
                      <a:gd name="T1" fmla="*/ 0 h 6"/>
                      <a:gd name="T2" fmla="*/ 31 w 31"/>
                      <a:gd name="T3" fmla="*/ 0 h 6"/>
                      <a:gd name="T4" fmla="*/ 30 w 31"/>
                      <a:gd name="T5" fmla="*/ 3 h 6"/>
                      <a:gd name="T6" fmla="*/ 30 w 31"/>
                      <a:gd name="T7" fmla="*/ 6 h 6"/>
                      <a:gd name="T8" fmla="*/ 0 w 31"/>
                      <a:gd name="T9" fmla="*/ 6 h 6"/>
                      <a:gd name="T10" fmla="*/ 5 w 31"/>
                      <a:gd name="T11" fmla="*/ 3 h 6"/>
                      <a:gd name="T12" fmla="*/ 5 w 31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1"/>
                      <a:gd name="T22" fmla="*/ 0 h 6"/>
                      <a:gd name="T23" fmla="*/ 31 w 3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1" h="6">
                        <a:moveTo>
                          <a:pt x="5" y="0"/>
                        </a:moveTo>
                        <a:lnTo>
                          <a:pt x="31" y="0"/>
                        </a:lnTo>
                        <a:lnTo>
                          <a:pt x="30" y="3"/>
                        </a:lnTo>
                        <a:lnTo>
                          <a:pt x="30" y="6"/>
                        </a:lnTo>
                        <a:lnTo>
                          <a:pt x="0" y="6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3" name="Freeform 476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4" name="Freeform 477"/>
                  <p:cNvSpPr>
                    <a:spLocks/>
                  </p:cNvSpPr>
                  <p:nvPr/>
                </p:nvSpPr>
                <p:spPr bwMode="auto">
                  <a:xfrm>
                    <a:off x="3720" y="2677"/>
                    <a:ext cx="30" cy="6"/>
                  </a:xfrm>
                  <a:custGeom>
                    <a:avLst/>
                    <a:gdLst>
                      <a:gd name="T0" fmla="*/ 28 w 30"/>
                      <a:gd name="T1" fmla="*/ 0 h 6"/>
                      <a:gd name="T2" fmla="*/ 27 w 30"/>
                      <a:gd name="T3" fmla="*/ 1 h 6"/>
                      <a:gd name="T4" fmla="*/ 25 w 30"/>
                      <a:gd name="T5" fmla="*/ 2 h 6"/>
                      <a:gd name="T6" fmla="*/ 22 w 30"/>
                      <a:gd name="T7" fmla="*/ 2 h 6"/>
                      <a:gd name="T8" fmla="*/ 18 w 30"/>
                      <a:gd name="T9" fmla="*/ 3 h 6"/>
                      <a:gd name="T10" fmla="*/ 16 w 30"/>
                      <a:gd name="T11" fmla="*/ 3 h 6"/>
                      <a:gd name="T12" fmla="*/ 13 w 30"/>
                      <a:gd name="T13" fmla="*/ 3 h 6"/>
                      <a:gd name="T14" fmla="*/ 10 w 30"/>
                      <a:gd name="T15" fmla="*/ 3 h 6"/>
                      <a:gd name="T16" fmla="*/ 7 w 30"/>
                      <a:gd name="T17" fmla="*/ 2 h 6"/>
                      <a:gd name="T18" fmla="*/ 4 w 30"/>
                      <a:gd name="T19" fmla="*/ 2 h 6"/>
                      <a:gd name="T20" fmla="*/ 2 w 30"/>
                      <a:gd name="T21" fmla="*/ 0 h 6"/>
                      <a:gd name="T22" fmla="*/ 1 w 30"/>
                      <a:gd name="T23" fmla="*/ 0 h 6"/>
                      <a:gd name="T24" fmla="*/ 0 w 30"/>
                      <a:gd name="T25" fmla="*/ 3 h 6"/>
                      <a:gd name="T26" fmla="*/ 0 w 30"/>
                      <a:gd name="T27" fmla="*/ 6 h 6"/>
                      <a:gd name="T28" fmla="*/ 27 w 30"/>
                      <a:gd name="T29" fmla="*/ 6 h 6"/>
                      <a:gd name="T30" fmla="*/ 30 w 30"/>
                      <a:gd name="T31" fmla="*/ 3 h 6"/>
                      <a:gd name="T32" fmla="*/ 30 w 30"/>
                      <a:gd name="T33" fmla="*/ 0 h 6"/>
                      <a:gd name="T34" fmla="*/ 28 w 30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0"/>
                      <a:gd name="T55" fmla="*/ 0 h 6"/>
                      <a:gd name="T56" fmla="*/ 30 w 30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0" h="6">
                        <a:moveTo>
                          <a:pt x="28" y="0"/>
                        </a:moveTo>
                        <a:lnTo>
                          <a:pt x="27" y="1"/>
                        </a:lnTo>
                        <a:lnTo>
                          <a:pt x="25" y="2"/>
                        </a:lnTo>
                        <a:lnTo>
                          <a:pt x="22" y="2"/>
                        </a:lnTo>
                        <a:lnTo>
                          <a:pt x="18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0" y="3"/>
                        </a:lnTo>
                        <a:lnTo>
                          <a:pt x="7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7" y="6"/>
                        </a:lnTo>
                        <a:lnTo>
                          <a:pt x="30" y="3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5" name="Freeform 478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6" name="Freeform 479"/>
                  <p:cNvSpPr>
                    <a:spLocks/>
                  </p:cNvSpPr>
                  <p:nvPr/>
                </p:nvSpPr>
                <p:spPr bwMode="auto">
                  <a:xfrm>
                    <a:off x="3747" y="2677"/>
                    <a:ext cx="18" cy="6"/>
                  </a:xfrm>
                  <a:custGeom>
                    <a:avLst/>
                    <a:gdLst>
                      <a:gd name="T0" fmla="*/ 3 w 18"/>
                      <a:gd name="T1" fmla="*/ 0 h 6"/>
                      <a:gd name="T2" fmla="*/ 18 w 18"/>
                      <a:gd name="T3" fmla="*/ 0 h 6"/>
                      <a:gd name="T4" fmla="*/ 17 w 18"/>
                      <a:gd name="T5" fmla="*/ 3 h 6"/>
                      <a:gd name="T6" fmla="*/ 17 w 18"/>
                      <a:gd name="T7" fmla="*/ 6 h 6"/>
                      <a:gd name="T8" fmla="*/ 0 w 18"/>
                      <a:gd name="T9" fmla="*/ 6 h 6"/>
                      <a:gd name="T10" fmla="*/ 3 w 18"/>
                      <a:gd name="T11" fmla="*/ 3 h 6"/>
                      <a:gd name="T12" fmla="*/ 3 w 18"/>
                      <a:gd name="T13" fmla="*/ 0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8"/>
                      <a:gd name="T22" fmla="*/ 0 h 6"/>
                      <a:gd name="T23" fmla="*/ 18 w 18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8" h="6">
                        <a:moveTo>
                          <a:pt x="3" y="0"/>
                        </a:moveTo>
                        <a:lnTo>
                          <a:pt x="18" y="0"/>
                        </a:lnTo>
                        <a:lnTo>
                          <a:pt x="17" y="3"/>
                        </a:lnTo>
                        <a:lnTo>
                          <a:pt x="17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7" name="Freeform 480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8" name="Freeform 481"/>
                  <p:cNvSpPr>
                    <a:spLocks/>
                  </p:cNvSpPr>
                  <p:nvPr/>
                </p:nvSpPr>
                <p:spPr bwMode="auto">
                  <a:xfrm>
                    <a:off x="3764" y="2677"/>
                    <a:ext cx="31" cy="6"/>
                  </a:xfrm>
                  <a:custGeom>
                    <a:avLst/>
                    <a:gdLst>
                      <a:gd name="T0" fmla="*/ 29 w 31"/>
                      <a:gd name="T1" fmla="*/ 0 h 6"/>
                      <a:gd name="T2" fmla="*/ 28 w 31"/>
                      <a:gd name="T3" fmla="*/ 1 h 6"/>
                      <a:gd name="T4" fmla="*/ 26 w 31"/>
                      <a:gd name="T5" fmla="*/ 2 h 6"/>
                      <a:gd name="T6" fmla="*/ 22 w 31"/>
                      <a:gd name="T7" fmla="*/ 2 h 6"/>
                      <a:gd name="T8" fmla="*/ 19 w 31"/>
                      <a:gd name="T9" fmla="*/ 3 h 6"/>
                      <a:gd name="T10" fmla="*/ 16 w 31"/>
                      <a:gd name="T11" fmla="*/ 3 h 6"/>
                      <a:gd name="T12" fmla="*/ 13 w 31"/>
                      <a:gd name="T13" fmla="*/ 3 h 6"/>
                      <a:gd name="T14" fmla="*/ 11 w 31"/>
                      <a:gd name="T15" fmla="*/ 3 h 6"/>
                      <a:gd name="T16" fmla="*/ 6 w 31"/>
                      <a:gd name="T17" fmla="*/ 2 h 6"/>
                      <a:gd name="T18" fmla="*/ 4 w 31"/>
                      <a:gd name="T19" fmla="*/ 2 h 6"/>
                      <a:gd name="T20" fmla="*/ 2 w 31"/>
                      <a:gd name="T21" fmla="*/ 0 h 6"/>
                      <a:gd name="T22" fmla="*/ 1 w 31"/>
                      <a:gd name="T23" fmla="*/ 0 h 6"/>
                      <a:gd name="T24" fmla="*/ 0 w 31"/>
                      <a:gd name="T25" fmla="*/ 3 h 6"/>
                      <a:gd name="T26" fmla="*/ 0 w 31"/>
                      <a:gd name="T27" fmla="*/ 6 h 6"/>
                      <a:gd name="T28" fmla="*/ 28 w 31"/>
                      <a:gd name="T29" fmla="*/ 6 h 6"/>
                      <a:gd name="T30" fmla="*/ 31 w 31"/>
                      <a:gd name="T31" fmla="*/ 3 h 6"/>
                      <a:gd name="T32" fmla="*/ 31 w 31"/>
                      <a:gd name="T33" fmla="*/ 0 h 6"/>
                      <a:gd name="T34" fmla="*/ 29 w 31"/>
                      <a:gd name="T35" fmla="*/ 0 h 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1"/>
                      <a:gd name="T55" fmla="*/ 0 h 6"/>
                      <a:gd name="T56" fmla="*/ 31 w 31"/>
                      <a:gd name="T57" fmla="*/ 6 h 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1" h="6">
                        <a:moveTo>
                          <a:pt x="29" y="0"/>
                        </a:moveTo>
                        <a:lnTo>
                          <a:pt x="28" y="1"/>
                        </a:lnTo>
                        <a:lnTo>
                          <a:pt x="26" y="2"/>
                        </a:lnTo>
                        <a:lnTo>
                          <a:pt x="22" y="2"/>
                        </a:lnTo>
                        <a:lnTo>
                          <a:pt x="19" y="3"/>
                        </a:lnTo>
                        <a:lnTo>
                          <a:pt x="16" y="3"/>
                        </a:lnTo>
                        <a:lnTo>
                          <a:pt x="13" y="3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28" y="6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9" name="Freeform 482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0" name="Freeform 483"/>
                  <p:cNvSpPr>
                    <a:spLocks/>
                  </p:cNvSpPr>
                  <p:nvPr/>
                </p:nvSpPr>
                <p:spPr bwMode="auto">
                  <a:xfrm>
                    <a:off x="3791" y="2677"/>
                    <a:ext cx="21" cy="6"/>
                  </a:xfrm>
                  <a:custGeom>
                    <a:avLst/>
                    <a:gdLst>
                      <a:gd name="T0" fmla="*/ 3 w 21"/>
                      <a:gd name="T1" fmla="*/ 3 h 6"/>
                      <a:gd name="T2" fmla="*/ 3 w 21"/>
                      <a:gd name="T3" fmla="*/ 0 h 6"/>
                      <a:gd name="T4" fmla="*/ 21 w 21"/>
                      <a:gd name="T5" fmla="*/ 0 h 6"/>
                      <a:gd name="T6" fmla="*/ 18 w 21"/>
                      <a:gd name="T7" fmla="*/ 5 h 6"/>
                      <a:gd name="T8" fmla="*/ 18 w 21"/>
                      <a:gd name="T9" fmla="*/ 6 h 6"/>
                      <a:gd name="T10" fmla="*/ 0 w 21"/>
                      <a:gd name="T11" fmla="*/ 6 h 6"/>
                      <a:gd name="T12" fmla="*/ 3 w 21"/>
                      <a:gd name="T13" fmla="*/ 3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1"/>
                      <a:gd name="T22" fmla="*/ 0 h 6"/>
                      <a:gd name="T23" fmla="*/ 21 w 21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1" h="6">
                        <a:moveTo>
                          <a:pt x="3" y="3"/>
                        </a:moveTo>
                        <a:lnTo>
                          <a:pt x="3" y="0"/>
                        </a:lnTo>
                        <a:lnTo>
                          <a:pt x="21" y="0"/>
                        </a:lnTo>
                        <a:lnTo>
                          <a:pt x="18" y="5"/>
                        </a:lnTo>
                        <a:lnTo>
                          <a:pt x="18" y="6"/>
                        </a:lnTo>
                        <a:lnTo>
                          <a:pt x="0" y="6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1" name="Freeform 484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2" name="Freeform 485"/>
                  <p:cNvSpPr>
                    <a:spLocks/>
                  </p:cNvSpPr>
                  <p:nvPr/>
                </p:nvSpPr>
                <p:spPr bwMode="auto">
                  <a:xfrm>
                    <a:off x="3835" y="2654"/>
                    <a:ext cx="8" cy="29"/>
                  </a:xfrm>
                  <a:custGeom>
                    <a:avLst/>
                    <a:gdLst>
                      <a:gd name="T0" fmla="*/ 0 w 8"/>
                      <a:gd name="T1" fmla="*/ 7 h 29"/>
                      <a:gd name="T2" fmla="*/ 8 w 8"/>
                      <a:gd name="T3" fmla="*/ 0 h 29"/>
                      <a:gd name="T4" fmla="*/ 8 w 8"/>
                      <a:gd name="T5" fmla="*/ 21 h 29"/>
                      <a:gd name="T6" fmla="*/ 0 w 8"/>
                      <a:gd name="T7" fmla="*/ 29 h 29"/>
                      <a:gd name="T8" fmla="*/ 0 w 8"/>
                      <a:gd name="T9" fmla="*/ 7 h 2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29"/>
                      <a:gd name="T17" fmla="*/ 8 w 8"/>
                      <a:gd name="T18" fmla="*/ 29 h 2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29">
                        <a:moveTo>
                          <a:pt x="0" y="7"/>
                        </a:moveTo>
                        <a:lnTo>
                          <a:pt x="8" y="0"/>
                        </a:lnTo>
                        <a:lnTo>
                          <a:pt x="8" y="21"/>
                        </a:lnTo>
                        <a:lnTo>
                          <a:pt x="0" y="29"/>
                        </a:lnTo>
                        <a:lnTo>
                          <a:pt x="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3" name="Freeform 486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4" name="Freeform 487"/>
                  <p:cNvSpPr>
                    <a:spLocks/>
                  </p:cNvSpPr>
                  <p:nvPr/>
                </p:nvSpPr>
                <p:spPr bwMode="auto">
                  <a:xfrm>
                    <a:off x="3808" y="2661"/>
                    <a:ext cx="27" cy="22"/>
                  </a:xfrm>
                  <a:custGeom>
                    <a:avLst/>
                    <a:gdLst>
                      <a:gd name="T0" fmla="*/ 0 w 27"/>
                      <a:gd name="T1" fmla="*/ 22 h 22"/>
                      <a:gd name="T2" fmla="*/ 0 w 27"/>
                      <a:gd name="T3" fmla="*/ 20 h 22"/>
                      <a:gd name="T4" fmla="*/ 3 w 27"/>
                      <a:gd name="T5" fmla="*/ 16 h 22"/>
                      <a:gd name="T6" fmla="*/ 3 w 27"/>
                      <a:gd name="T7" fmla="*/ 0 h 22"/>
                      <a:gd name="T8" fmla="*/ 27 w 27"/>
                      <a:gd name="T9" fmla="*/ 0 h 22"/>
                      <a:gd name="T10" fmla="*/ 27 w 27"/>
                      <a:gd name="T11" fmla="*/ 22 h 22"/>
                      <a:gd name="T12" fmla="*/ 0 w 27"/>
                      <a:gd name="T13" fmla="*/ 22 h 2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7"/>
                      <a:gd name="T22" fmla="*/ 0 h 22"/>
                      <a:gd name="T23" fmla="*/ 27 w 27"/>
                      <a:gd name="T24" fmla="*/ 22 h 2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7" h="22">
                        <a:moveTo>
                          <a:pt x="0" y="22"/>
                        </a:moveTo>
                        <a:lnTo>
                          <a:pt x="0" y="20"/>
                        </a:lnTo>
                        <a:lnTo>
                          <a:pt x="3" y="16"/>
                        </a:lnTo>
                        <a:lnTo>
                          <a:pt x="3" y="0"/>
                        </a:lnTo>
                        <a:lnTo>
                          <a:pt x="27" y="0"/>
                        </a:lnTo>
                        <a:lnTo>
                          <a:pt x="27" y="22"/>
                        </a:lnTo>
                        <a:lnTo>
                          <a:pt x="0" y="2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5" name="Freeform 488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6" name="Freeform 489"/>
                  <p:cNvSpPr>
                    <a:spLocks/>
                  </p:cNvSpPr>
                  <p:nvPr/>
                </p:nvSpPr>
                <p:spPr bwMode="auto">
                  <a:xfrm>
                    <a:off x="3570" y="2683"/>
                    <a:ext cx="35" cy="54"/>
                  </a:xfrm>
                  <a:custGeom>
                    <a:avLst/>
                    <a:gdLst>
                      <a:gd name="T0" fmla="*/ 32 w 35"/>
                      <a:gd name="T1" fmla="*/ 6 h 54"/>
                      <a:gd name="T2" fmla="*/ 3 w 35"/>
                      <a:gd name="T3" fmla="*/ 6 h 54"/>
                      <a:gd name="T4" fmla="*/ 0 w 35"/>
                      <a:gd name="T5" fmla="*/ 0 h 54"/>
                      <a:gd name="T6" fmla="*/ 35 w 35"/>
                      <a:gd name="T7" fmla="*/ 0 h 54"/>
                      <a:gd name="T8" fmla="*/ 35 w 35"/>
                      <a:gd name="T9" fmla="*/ 54 h 54"/>
                      <a:gd name="T10" fmla="*/ 32 w 35"/>
                      <a:gd name="T11" fmla="*/ 54 h 54"/>
                      <a:gd name="T12" fmla="*/ 32 w 35"/>
                      <a:gd name="T13" fmla="*/ 6 h 54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5"/>
                      <a:gd name="T22" fmla="*/ 0 h 54"/>
                      <a:gd name="T23" fmla="*/ 35 w 35"/>
                      <a:gd name="T24" fmla="*/ 54 h 54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5" h="54">
                        <a:moveTo>
                          <a:pt x="32" y="6"/>
                        </a:moveTo>
                        <a:lnTo>
                          <a:pt x="3" y="6"/>
                        </a:lnTo>
                        <a:lnTo>
                          <a:pt x="0" y="0"/>
                        </a:lnTo>
                        <a:lnTo>
                          <a:pt x="35" y="0"/>
                        </a:lnTo>
                        <a:lnTo>
                          <a:pt x="35" y="54"/>
                        </a:lnTo>
                        <a:lnTo>
                          <a:pt x="32" y="54"/>
                        </a:lnTo>
                        <a:lnTo>
                          <a:pt x="32" y="6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7" name="Freeform 490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8" name="Freeform 491"/>
                  <p:cNvSpPr>
                    <a:spLocks/>
                  </p:cNvSpPr>
                  <p:nvPr/>
                </p:nvSpPr>
                <p:spPr bwMode="auto">
                  <a:xfrm>
                    <a:off x="3563" y="2689"/>
                    <a:ext cx="39" cy="48"/>
                  </a:xfrm>
                  <a:custGeom>
                    <a:avLst/>
                    <a:gdLst>
                      <a:gd name="T0" fmla="*/ 39 w 39"/>
                      <a:gd name="T1" fmla="*/ 48 h 48"/>
                      <a:gd name="T2" fmla="*/ 0 w 39"/>
                      <a:gd name="T3" fmla="*/ 48 h 48"/>
                      <a:gd name="T4" fmla="*/ 14 w 39"/>
                      <a:gd name="T5" fmla="*/ 36 h 48"/>
                      <a:gd name="T6" fmla="*/ 14 w 39"/>
                      <a:gd name="T7" fmla="*/ 0 h 48"/>
                      <a:gd name="T8" fmla="*/ 39 w 39"/>
                      <a:gd name="T9" fmla="*/ 0 h 48"/>
                      <a:gd name="T10" fmla="*/ 39 w 39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9"/>
                      <a:gd name="T19" fmla="*/ 0 h 48"/>
                      <a:gd name="T20" fmla="*/ 39 w 39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9" h="48">
                        <a:moveTo>
                          <a:pt x="39" y="48"/>
                        </a:moveTo>
                        <a:lnTo>
                          <a:pt x="0" y="48"/>
                        </a:lnTo>
                        <a:lnTo>
                          <a:pt x="14" y="36"/>
                        </a:lnTo>
                        <a:lnTo>
                          <a:pt x="14" y="0"/>
                        </a:lnTo>
                        <a:lnTo>
                          <a:pt x="39" y="0"/>
                        </a:lnTo>
                        <a:lnTo>
                          <a:pt x="39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9" name="Freeform 492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0" name="Freeform 493"/>
                  <p:cNvSpPr>
                    <a:spLocks/>
                  </p:cNvSpPr>
                  <p:nvPr/>
                </p:nvSpPr>
                <p:spPr bwMode="auto">
                  <a:xfrm>
                    <a:off x="3808" y="2683"/>
                    <a:ext cx="38" cy="54"/>
                  </a:xfrm>
                  <a:custGeom>
                    <a:avLst/>
                    <a:gdLst>
                      <a:gd name="T0" fmla="*/ 0 w 38"/>
                      <a:gd name="T1" fmla="*/ 5 h 54"/>
                      <a:gd name="T2" fmla="*/ 0 w 38"/>
                      <a:gd name="T3" fmla="*/ 54 h 54"/>
                      <a:gd name="T4" fmla="*/ 5 w 38"/>
                      <a:gd name="T5" fmla="*/ 54 h 54"/>
                      <a:gd name="T6" fmla="*/ 5 w 38"/>
                      <a:gd name="T7" fmla="*/ 6 h 54"/>
                      <a:gd name="T8" fmla="*/ 33 w 38"/>
                      <a:gd name="T9" fmla="*/ 6 h 54"/>
                      <a:gd name="T10" fmla="*/ 38 w 38"/>
                      <a:gd name="T11" fmla="*/ 0 h 54"/>
                      <a:gd name="T12" fmla="*/ 0 w 38"/>
                      <a:gd name="T13" fmla="*/ 0 h 54"/>
                      <a:gd name="T14" fmla="*/ 0 w 38"/>
                      <a:gd name="T15" fmla="*/ 5 h 5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8"/>
                      <a:gd name="T25" fmla="*/ 0 h 54"/>
                      <a:gd name="T26" fmla="*/ 38 w 38"/>
                      <a:gd name="T27" fmla="*/ 54 h 5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8" h="54">
                        <a:moveTo>
                          <a:pt x="0" y="5"/>
                        </a:moveTo>
                        <a:lnTo>
                          <a:pt x="0" y="54"/>
                        </a:lnTo>
                        <a:lnTo>
                          <a:pt x="5" y="54"/>
                        </a:lnTo>
                        <a:lnTo>
                          <a:pt x="5" y="6"/>
                        </a:lnTo>
                        <a:lnTo>
                          <a:pt x="33" y="6"/>
                        </a:lnTo>
                        <a:lnTo>
                          <a:pt x="38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1" name="Freeform 494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2" name="Freeform 495"/>
                  <p:cNvSpPr>
                    <a:spLocks/>
                  </p:cNvSpPr>
                  <p:nvPr/>
                </p:nvSpPr>
                <p:spPr bwMode="auto">
                  <a:xfrm>
                    <a:off x="3813" y="2689"/>
                    <a:ext cx="36" cy="48"/>
                  </a:xfrm>
                  <a:custGeom>
                    <a:avLst/>
                    <a:gdLst>
                      <a:gd name="T0" fmla="*/ 36 w 36"/>
                      <a:gd name="T1" fmla="*/ 48 h 48"/>
                      <a:gd name="T2" fmla="*/ 0 w 36"/>
                      <a:gd name="T3" fmla="*/ 48 h 48"/>
                      <a:gd name="T4" fmla="*/ 0 w 36"/>
                      <a:gd name="T5" fmla="*/ 0 h 48"/>
                      <a:gd name="T6" fmla="*/ 24 w 36"/>
                      <a:gd name="T7" fmla="*/ 0 h 48"/>
                      <a:gd name="T8" fmla="*/ 24 w 36"/>
                      <a:gd name="T9" fmla="*/ 37 h 48"/>
                      <a:gd name="T10" fmla="*/ 36 w 36"/>
                      <a:gd name="T11" fmla="*/ 48 h 4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36"/>
                      <a:gd name="T19" fmla="*/ 0 h 48"/>
                      <a:gd name="T20" fmla="*/ 36 w 36"/>
                      <a:gd name="T21" fmla="*/ 48 h 4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36" h="48">
                        <a:moveTo>
                          <a:pt x="36" y="48"/>
                        </a:moveTo>
                        <a:lnTo>
                          <a:pt x="0" y="48"/>
                        </a:lnTo>
                        <a:lnTo>
                          <a:pt x="0" y="0"/>
                        </a:lnTo>
                        <a:lnTo>
                          <a:pt x="24" y="0"/>
                        </a:lnTo>
                        <a:lnTo>
                          <a:pt x="24" y="37"/>
                        </a:lnTo>
                        <a:lnTo>
                          <a:pt x="36" y="48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3" name="Freeform 496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0083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4" name="Freeform 497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12" cy="54"/>
                  </a:xfrm>
                  <a:custGeom>
                    <a:avLst/>
                    <a:gdLst>
                      <a:gd name="T0" fmla="*/ 0 w 12"/>
                      <a:gd name="T1" fmla="*/ 54 h 54"/>
                      <a:gd name="T2" fmla="*/ 1 w 12"/>
                      <a:gd name="T3" fmla="*/ 50 h 54"/>
                      <a:gd name="T4" fmla="*/ 2 w 12"/>
                      <a:gd name="T5" fmla="*/ 45 h 54"/>
                      <a:gd name="T6" fmla="*/ 3 w 12"/>
                      <a:gd name="T7" fmla="*/ 40 h 54"/>
                      <a:gd name="T8" fmla="*/ 4 w 12"/>
                      <a:gd name="T9" fmla="*/ 37 h 54"/>
                      <a:gd name="T10" fmla="*/ 4 w 12"/>
                      <a:gd name="T11" fmla="*/ 31 h 54"/>
                      <a:gd name="T12" fmla="*/ 5 w 12"/>
                      <a:gd name="T13" fmla="*/ 27 h 54"/>
                      <a:gd name="T14" fmla="*/ 7 w 12"/>
                      <a:gd name="T15" fmla="*/ 23 h 54"/>
                      <a:gd name="T16" fmla="*/ 8 w 12"/>
                      <a:gd name="T17" fmla="*/ 19 h 54"/>
                      <a:gd name="T18" fmla="*/ 8 w 12"/>
                      <a:gd name="T19" fmla="*/ 14 h 54"/>
                      <a:gd name="T20" fmla="*/ 9 w 12"/>
                      <a:gd name="T21" fmla="*/ 10 h 54"/>
                      <a:gd name="T22" fmla="*/ 10 w 12"/>
                      <a:gd name="T23" fmla="*/ 5 h 54"/>
                      <a:gd name="T24" fmla="*/ 12 w 12"/>
                      <a:gd name="T25" fmla="*/ 0 h 54"/>
                      <a:gd name="T26" fmla="*/ 0 w 12"/>
                      <a:gd name="T27" fmla="*/ 0 h 54"/>
                      <a:gd name="T28" fmla="*/ 0 w 12"/>
                      <a:gd name="T29" fmla="*/ 54 h 5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2"/>
                      <a:gd name="T46" fmla="*/ 0 h 54"/>
                      <a:gd name="T47" fmla="*/ 12 w 12"/>
                      <a:gd name="T48" fmla="*/ 54 h 54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2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4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7" y="23"/>
                        </a:lnTo>
                        <a:lnTo>
                          <a:pt x="8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5" name="Freeform 498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6" name="Freeform 499"/>
                  <p:cNvSpPr>
                    <a:spLocks/>
                  </p:cNvSpPr>
                  <p:nvPr/>
                </p:nvSpPr>
                <p:spPr bwMode="auto">
                  <a:xfrm>
                    <a:off x="3605" y="2683"/>
                    <a:ext cx="203" cy="54"/>
                  </a:xfrm>
                  <a:custGeom>
                    <a:avLst/>
                    <a:gdLst>
                      <a:gd name="T0" fmla="*/ 0 w 203"/>
                      <a:gd name="T1" fmla="*/ 54 h 54"/>
                      <a:gd name="T2" fmla="*/ 1 w 203"/>
                      <a:gd name="T3" fmla="*/ 50 h 54"/>
                      <a:gd name="T4" fmla="*/ 2 w 203"/>
                      <a:gd name="T5" fmla="*/ 45 h 54"/>
                      <a:gd name="T6" fmla="*/ 3 w 203"/>
                      <a:gd name="T7" fmla="*/ 40 h 54"/>
                      <a:gd name="T8" fmla="*/ 3 w 203"/>
                      <a:gd name="T9" fmla="*/ 37 h 54"/>
                      <a:gd name="T10" fmla="*/ 4 w 203"/>
                      <a:gd name="T11" fmla="*/ 31 h 54"/>
                      <a:gd name="T12" fmla="*/ 5 w 203"/>
                      <a:gd name="T13" fmla="*/ 27 h 54"/>
                      <a:gd name="T14" fmla="*/ 6 w 203"/>
                      <a:gd name="T15" fmla="*/ 23 h 54"/>
                      <a:gd name="T16" fmla="*/ 7 w 203"/>
                      <a:gd name="T17" fmla="*/ 19 h 54"/>
                      <a:gd name="T18" fmla="*/ 8 w 203"/>
                      <a:gd name="T19" fmla="*/ 14 h 54"/>
                      <a:gd name="T20" fmla="*/ 9 w 203"/>
                      <a:gd name="T21" fmla="*/ 10 h 54"/>
                      <a:gd name="T22" fmla="*/ 10 w 203"/>
                      <a:gd name="T23" fmla="*/ 5 h 54"/>
                      <a:gd name="T24" fmla="*/ 12 w 203"/>
                      <a:gd name="T25" fmla="*/ 0 h 54"/>
                      <a:gd name="T26" fmla="*/ 203 w 203"/>
                      <a:gd name="T27" fmla="*/ 0 h 54"/>
                      <a:gd name="T28" fmla="*/ 203 w 203"/>
                      <a:gd name="T29" fmla="*/ 54 h 54"/>
                      <a:gd name="T30" fmla="*/ 0 w 203"/>
                      <a:gd name="T31" fmla="*/ 54 h 5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03"/>
                      <a:gd name="T49" fmla="*/ 0 h 54"/>
                      <a:gd name="T50" fmla="*/ 203 w 203"/>
                      <a:gd name="T51" fmla="*/ 54 h 5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03" h="54">
                        <a:moveTo>
                          <a:pt x="0" y="54"/>
                        </a:moveTo>
                        <a:lnTo>
                          <a:pt x="1" y="50"/>
                        </a:lnTo>
                        <a:lnTo>
                          <a:pt x="2" y="45"/>
                        </a:lnTo>
                        <a:lnTo>
                          <a:pt x="3" y="40"/>
                        </a:lnTo>
                        <a:lnTo>
                          <a:pt x="3" y="37"/>
                        </a:lnTo>
                        <a:lnTo>
                          <a:pt x="4" y="31"/>
                        </a:lnTo>
                        <a:lnTo>
                          <a:pt x="5" y="27"/>
                        </a:lnTo>
                        <a:lnTo>
                          <a:pt x="6" y="23"/>
                        </a:lnTo>
                        <a:lnTo>
                          <a:pt x="7" y="19"/>
                        </a:lnTo>
                        <a:lnTo>
                          <a:pt x="8" y="14"/>
                        </a:lnTo>
                        <a:lnTo>
                          <a:pt x="9" y="10"/>
                        </a:lnTo>
                        <a:lnTo>
                          <a:pt x="10" y="5"/>
                        </a:lnTo>
                        <a:lnTo>
                          <a:pt x="12" y="0"/>
                        </a:lnTo>
                        <a:lnTo>
                          <a:pt x="203" y="0"/>
                        </a:lnTo>
                        <a:lnTo>
                          <a:pt x="203" y="54"/>
                        </a:lnTo>
                        <a:lnTo>
                          <a:pt x="0" y="5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7" name="Freeform 500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8" name="Freeform 501"/>
                  <p:cNvSpPr>
                    <a:spLocks/>
                  </p:cNvSpPr>
                  <p:nvPr/>
                </p:nvSpPr>
                <p:spPr bwMode="auto">
                  <a:xfrm>
                    <a:off x="3805" y="2651"/>
                    <a:ext cx="38" cy="7"/>
                  </a:xfrm>
                  <a:custGeom>
                    <a:avLst/>
                    <a:gdLst>
                      <a:gd name="T0" fmla="*/ 30 w 38"/>
                      <a:gd name="T1" fmla="*/ 7 h 7"/>
                      <a:gd name="T2" fmla="*/ 0 w 38"/>
                      <a:gd name="T3" fmla="*/ 7 h 7"/>
                      <a:gd name="T4" fmla="*/ 6 w 38"/>
                      <a:gd name="T5" fmla="*/ 3 h 7"/>
                      <a:gd name="T6" fmla="*/ 10 w 38"/>
                      <a:gd name="T7" fmla="*/ 4 h 7"/>
                      <a:gd name="T8" fmla="*/ 16 w 38"/>
                      <a:gd name="T9" fmla="*/ 5 h 7"/>
                      <a:gd name="T10" fmla="*/ 22 w 38"/>
                      <a:gd name="T11" fmla="*/ 5 h 7"/>
                      <a:gd name="T12" fmla="*/ 26 w 38"/>
                      <a:gd name="T13" fmla="*/ 3 h 7"/>
                      <a:gd name="T14" fmla="*/ 26 w 38"/>
                      <a:gd name="T15" fmla="*/ 0 h 7"/>
                      <a:gd name="T16" fmla="*/ 38 w 38"/>
                      <a:gd name="T17" fmla="*/ 0 h 7"/>
                      <a:gd name="T18" fmla="*/ 30 w 38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7"/>
                      <a:gd name="T32" fmla="*/ 38 w 38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7">
                        <a:moveTo>
                          <a:pt x="30" y="7"/>
                        </a:moveTo>
                        <a:lnTo>
                          <a:pt x="0" y="7"/>
                        </a:lnTo>
                        <a:lnTo>
                          <a:pt x="6" y="3"/>
                        </a:lnTo>
                        <a:lnTo>
                          <a:pt x="10" y="4"/>
                        </a:lnTo>
                        <a:lnTo>
                          <a:pt x="16" y="5"/>
                        </a:lnTo>
                        <a:lnTo>
                          <a:pt x="22" y="5"/>
                        </a:lnTo>
                        <a:lnTo>
                          <a:pt x="26" y="3"/>
                        </a:lnTo>
                        <a:lnTo>
                          <a:pt x="26" y="0"/>
                        </a:lnTo>
                        <a:lnTo>
                          <a:pt x="38" y="0"/>
                        </a:lnTo>
                        <a:lnTo>
                          <a:pt x="30" y="7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9" name="Freeform 502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0" name="Freeform 503"/>
                  <p:cNvSpPr>
                    <a:spLocks/>
                  </p:cNvSpPr>
                  <p:nvPr/>
                </p:nvSpPr>
                <p:spPr bwMode="auto">
                  <a:xfrm>
                    <a:off x="3577" y="2658"/>
                    <a:ext cx="29" cy="3"/>
                  </a:xfrm>
                  <a:custGeom>
                    <a:avLst/>
                    <a:gdLst>
                      <a:gd name="T0" fmla="*/ 26 w 29"/>
                      <a:gd name="T1" fmla="*/ 3 h 3"/>
                      <a:gd name="T2" fmla="*/ 29 w 29"/>
                      <a:gd name="T3" fmla="*/ 0 h 3"/>
                      <a:gd name="T4" fmla="*/ 0 w 29"/>
                      <a:gd name="T5" fmla="*/ 0 h 3"/>
                      <a:gd name="T6" fmla="*/ 0 w 29"/>
                      <a:gd name="T7" fmla="*/ 3 h 3"/>
                      <a:gd name="T8" fmla="*/ 26 w 2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"/>
                      <a:gd name="T16" fmla="*/ 0 h 3"/>
                      <a:gd name="T17" fmla="*/ 29 w 2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" h="3">
                        <a:moveTo>
                          <a:pt x="26" y="3"/>
                        </a:move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6" y="3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1" name="Freeform 504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2" name="Freeform 505"/>
                  <p:cNvSpPr>
                    <a:spLocks/>
                  </p:cNvSpPr>
                  <p:nvPr/>
                </p:nvSpPr>
                <p:spPr bwMode="auto">
                  <a:xfrm>
                    <a:off x="3808" y="2658"/>
                    <a:ext cx="27" cy="3"/>
                  </a:xfrm>
                  <a:custGeom>
                    <a:avLst/>
                    <a:gdLst>
                      <a:gd name="T0" fmla="*/ 27 w 27"/>
                      <a:gd name="T1" fmla="*/ 0 h 3"/>
                      <a:gd name="T2" fmla="*/ 0 w 27"/>
                      <a:gd name="T3" fmla="*/ 0 h 3"/>
                      <a:gd name="T4" fmla="*/ 1 w 27"/>
                      <a:gd name="T5" fmla="*/ 3 h 3"/>
                      <a:gd name="T6" fmla="*/ 27 w 27"/>
                      <a:gd name="T7" fmla="*/ 3 h 3"/>
                      <a:gd name="T8" fmla="*/ 27 w 27"/>
                      <a:gd name="T9" fmla="*/ 0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0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27" y="3"/>
                        </a:lnTo>
                        <a:lnTo>
                          <a:pt x="27" y="0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3" name="Line 50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4" name="Line 50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4" y="235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5" name="Line 50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6" name="Line 50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1" y="2358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7" name="Line 51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8" name="Line 5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8" y="2355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9" name="Line 51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0" name="Line 51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5" y="2353"/>
                    <a:ext cx="4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1" name="Line 5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2" name="Line 5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42" y="2353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3" name="Line 51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4" name="Line 51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9" y="2351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5" name="Line 51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6" name="Line 5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6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7" name="Line 5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8" name="Line 52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32" y="2350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9" name="Line 5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0" name="Line 5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9" y="2349"/>
                    <a:ext cx="6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1" name="Line 5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2" name="Line 5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7" y="2349"/>
                    <a:ext cx="3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3" name="Line 5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4" name="Line 5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23" y="2349"/>
                    <a:ext cx="4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5" name="Line 5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6" name="Line 5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8" y="2349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7" name="Line 53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8" name="Line 53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3" y="2350"/>
                    <a:ext cx="5" cy="5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9" name="Line 5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0" name="Line 5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10" y="2351"/>
                    <a:ext cx="5" cy="4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1" name="Line 53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2" name="Line 53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5" y="2352"/>
                    <a:ext cx="6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3" name="Line 53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4" name="Line 53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01" y="2354"/>
                    <a:ext cx="7" cy="6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5" name="Freeform 538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6" name="Freeform 539"/>
                  <p:cNvSpPr>
                    <a:spLocks/>
                  </p:cNvSpPr>
                  <p:nvPr/>
                </p:nvSpPr>
                <p:spPr bwMode="auto">
                  <a:xfrm>
                    <a:off x="3805" y="2654"/>
                    <a:ext cx="5" cy="4"/>
                  </a:xfrm>
                  <a:custGeom>
                    <a:avLst/>
                    <a:gdLst>
                      <a:gd name="T0" fmla="*/ 5 w 5"/>
                      <a:gd name="T1" fmla="*/ 0 h 4"/>
                      <a:gd name="T2" fmla="*/ 0 w 5"/>
                      <a:gd name="T3" fmla="*/ 4 h 4"/>
                      <a:gd name="T4" fmla="*/ 3 w 5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4"/>
                      <a:gd name="T11" fmla="*/ 5 w 5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4">
                        <a:moveTo>
                          <a:pt x="5" y="0"/>
                        </a:moveTo>
                        <a:lnTo>
                          <a:pt x="0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7" name="Line 54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8" name="Line 54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5" y="2688"/>
                    <a:ext cx="193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9" name="Line 54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0" name="Line 5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2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1" name="Line 54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2" name="Line 54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4" y="2697"/>
                    <a:ext cx="194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3" name="Line 5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4" name="Line 5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3" y="2702"/>
                    <a:ext cx="195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5" name="Line 5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6" name="Line 5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12" y="2706"/>
                    <a:ext cx="196" cy="1"/>
                  </a:xfrm>
                  <a:prstGeom prst="line">
                    <a:avLst/>
                  </a:prstGeom>
                  <a:noFill/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49745" name="Line 550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46" name="Line 551"/>
                <p:cNvSpPr>
                  <a:spLocks noChangeShapeType="1"/>
                </p:cNvSpPr>
                <p:nvPr/>
              </p:nvSpPr>
              <p:spPr bwMode="auto">
                <a:xfrm flipH="1">
                  <a:off x="3611" y="2710"/>
                  <a:ext cx="19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47" name="Line 552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48" name="Line 553"/>
                <p:cNvSpPr>
                  <a:spLocks noChangeShapeType="1"/>
                </p:cNvSpPr>
                <p:nvPr/>
              </p:nvSpPr>
              <p:spPr bwMode="auto">
                <a:xfrm flipH="1">
                  <a:off x="3610" y="2714"/>
                  <a:ext cx="198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49" name="Line 554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50" name="Line 555"/>
                <p:cNvSpPr>
                  <a:spLocks noChangeShapeType="1"/>
                </p:cNvSpPr>
                <p:nvPr/>
              </p:nvSpPr>
              <p:spPr bwMode="auto">
                <a:xfrm flipH="1">
                  <a:off x="3609" y="2720"/>
                  <a:ext cx="199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51" name="Line 556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52" name="Line 557"/>
                <p:cNvSpPr>
                  <a:spLocks noChangeShapeType="1"/>
                </p:cNvSpPr>
                <p:nvPr/>
              </p:nvSpPr>
              <p:spPr bwMode="auto">
                <a:xfrm flipH="1">
                  <a:off x="3608" y="2723"/>
                  <a:ext cx="20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53" name="Line 558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54" name="Line 559"/>
                <p:cNvSpPr>
                  <a:spLocks noChangeShapeType="1"/>
                </p:cNvSpPr>
                <p:nvPr/>
              </p:nvSpPr>
              <p:spPr bwMode="auto">
                <a:xfrm flipH="1">
                  <a:off x="3607" y="2728"/>
                  <a:ext cx="201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55" name="Line 560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56" name="Line 561"/>
                <p:cNvSpPr>
                  <a:spLocks noChangeShapeType="1"/>
                </p:cNvSpPr>
                <p:nvPr/>
              </p:nvSpPr>
              <p:spPr bwMode="auto">
                <a:xfrm flipH="1">
                  <a:off x="3606" y="2733"/>
                  <a:ext cx="202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49743" name="Rectangle 562"/>
              <p:cNvSpPr>
                <a:spLocks noChangeArrowheads="1"/>
              </p:cNvSpPr>
              <p:nvPr/>
            </p:nvSpPr>
            <p:spPr bwMode="auto">
              <a:xfrm>
                <a:off x="3543" y="2773"/>
                <a:ext cx="383" cy="10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1100" b="0">
                    <a:solidFill>
                      <a:srgbClr val="000000"/>
                    </a:solidFill>
                    <a:latin typeface="Arial Narrow" pitchFamily="34" charset="0"/>
                  </a:rPr>
                  <a:t>Data Bank</a:t>
                </a:r>
                <a:endParaRPr lang="en-US" sz="1100" b="0">
                  <a:latin typeface="Times New Roman" pitchFamily="18" charset="0"/>
                </a:endParaRPr>
              </a:p>
            </p:txBody>
          </p:sp>
        </p:grpSp>
        <p:sp>
          <p:nvSpPr>
            <p:cNvPr id="49741" name="Rectangle 563"/>
            <p:cNvSpPr>
              <a:spLocks noChangeArrowheads="1"/>
            </p:cNvSpPr>
            <p:nvPr/>
          </p:nvSpPr>
          <p:spPr bwMode="auto">
            <a:xfrm>
              <a:off x="2944" y="2195"/>
              <a:ext cx="1025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grpSp>
        <p:nvGrpSpPr>
          <p:cNvPr id="49160" name="Group 564"/>
          <p:cNvGrpSpPr>
            <a:grpSpLocks/>
          </p:cNvGrpSpPr>
          <p:nvPr/>
        </p:nvGrpSpPr>
        <p:grpSpPr bwMode="auto">
          <a:xfrm>
            <a:off x="3292475" y="3071813"/>
            <a:ext cx="2428875" cy="2881312"/>
            <a:chOff x="2199" y="2195"/>
            <a:chExt cx="1835" cy="1936"/>
          </a:xfrm>
        </p:grpSpPr>
        <p:sp>
          <p:nvSpPr>
            <p:cNvPr id="49177" name="Rectangle 565"/>
            <p:cNvSpPr>
              <a:spLocks noChangeArrowheads="1"/>
            </p:cNvSpPr>
            <p:nvPr/>
          </p:nvSpPr>
          <p:spPr bwMode="auto">
            <a:xfrm>
              <a:off x="2199" y="2846"/>
              <a:ext cx="1720" cy="643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178" name="Oval 566"/>
            <p:cNvSpPr>
              <a:spLocks noChangeArrowheads="1"/>
            </p:cNvSpPr>
            <p:nvPr/>
          </p:nvSpPr>
          <p:spPr bwMode="auto">
            <a:xfrm>
              <a:off x="2954" y="3389"/>
              <a:ext cx="210" cy="94"/>
            </a:xfrm>
            <a:prstGeom prst="ellipse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179" name="Rectangle 567"/>
            <p:cNvSpPr>
              <a:spLocks noChangeArrowheads="1"/>
            </p:cNvSpPr>
            <p:nvPr/>
          </p:nvSpPr>
          <p:spPr bwMode="auto">
            <a:xfrm>
              <a:off x="3014" y="2820"/>
              <a:ext cx="90" cy="57"/>
            </a:xfrm>
            <a:prstGeom prst="rect">
              <a:avLst/>
            </a:prstGeom>
            <a:solidFill>
              <a:srgbClr val="FFFF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180" name="Rectangle 568"/>
            <p:cNvSpPr>
              <a:spLocks noChangeArrowheads="1"/>
            </p:cNvSpPr>
            <p:nvPr/>
          </p:nvSpPr>
          <p:spPr bwMode="auto">
            <a:xfrm>
              <a:off x="2199" y="2200"/>
              <a:ext cx="1720" cy="644"/>
            </a:xfrm>
            <a:prstGeom prst="rect">
              <a:avLst/>
            </a:prstGeom>
            <a:solidFill>
              <a:srgbClr val="99FFCC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49181" name="Group 569"/>
            <p:cNvGrpSpPr>
              <a:grpSpLocks/>
            </p:cNvGrpSpPr>
            <p:nvPr/>
          </p:nvGrpSpPr>
          <p:grpSpPr bwMode="auto">
            <a:xfrm>
              <a:off x="2911" y="2322"/>
              <a:ext cx="298" cy="272"/>
              <a:chOff x="2528" y="1791"/>
              <a:chExt cx="326" cy="334"/>
            </a:xfrm>
          </p:grpSpPr>
          <p:grpSp>
            <p:nvGrpSpPr>
              <p:cNvPr id="49397" name="Group 570"/>
              <p:cNvGrpSpPr>
                <a:grpSpLocks/>
              </p:cNvGrpSpPr>
              <p:nvPr/>
            </p:nvGrpSpPr>
            <p:grpSpPr bwMode="auto">
              <a:xfrm>
                <a:off x="2616" y="1878"/>
                <a:ext cx="150" cy="247"/>
                <a:chOff x="2616" y="1878"/>
                <a:chExt cx="150" cy="247"/>
              </a:xfrm>
            </p:grpSpPr>
            <p:sp>
              <p:nvSpPr>
                <p:cNvPr id="49533" name="Freeform 571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34" name="Freeform 572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21" cy="23"/>
                </a:xfrm>
                <a:custGeom>
                  <a:avLst/>
                  <a:gdLst>
                    <a:gd name="T0" fmla="*/ 0 w 21"/>
                    <a:gd name="T1" fmla="*/ 8 h 23"/>
                    <a:gd name="T2" fmla="*/ 0 w 21"/>
                    <a:gd name="T3" fmla="*/ 8 h 23"/>
                    <a:gd name="T4" fmla="*/ 0 w 21"/>
                    <a:gd name="T5" fmla="*/ 6 h 23"/>
                    <a:gd name="T6" fmla="*/ 2 w 21"/>
                    <a:gd name="T7" fmla="*/ 2 h 23"/>
                    <a:gd name="T8" fmla="*/ 5 w 21"/>
                    <a:gd name="T9" fmla="*/ 0 h 23"/>
                    <a:gd name="T10" fmla="*/ 7 w 21"/>
                    <a:gd name="T11" fmla="*/ 0 h 23"/>
                    <a:gd name="T12" fmla="*/ 7 w 21"/>
                    <a:gd name="T13" fmla="*/ 23 h 23"/>
                    <a:gd name="T14" fmla="*/ 11 w 21"/>
                    <a:gd name="T15" fmla="*/ 22 h 23"/>
                    <a:gd name="T16" fmla="*/ 17 w 21"/>
                    <a:gd name="T17" fmla="*/ 18 h 23"/>
                    <a:gd name="T18" fmla="*/ 20 w 21"/>
                    <a:gd name="T19" fmla="*/ 13 h 23"/>
                    <a:gd name="T20" fmla="*/ 21 w 21"/>
                    <a:gd name="T21" fmla="*/ 8 h 23"/>
                    <a:gd name="T22" fmla="*/ 0 w 21"/>
                    <a:gd name="T23" fmla="*/ 8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3"/>
                    <a:gd name="T38" fmla="*/ 21 w 21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3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3"/>
                      </a:lnTo>
                      <a:lnTo>
                        <a:pt x="11" y="22"/>
                      </a:lnTo>
                      <a:lnTo>
                        <a:pt x="17" y="18"/>
                      </a:lnTo>
                      <a:lnTo>
                        <a:pt x="20" y="13"/>
                      </a:lnTo>
                      <a:lnTo>
                        <a:pt x="21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35" name="Freeform 573"/>
                <p:cNvSpPr>
                  <a:spLocks/>
                </p:cNvSpPr>
                <p:nvPr/>
              </p:nvSpPr>
              <p:spPr bwMode="auto">
                <a:xfrm>
                  <a:off x="2685" y="2095"/>
                  <a:ext cx="21" cy="22"/>
                </a:xfrm>
                <a:custGeom>
                  <a:avLst/>
                  <a:gdLst>
                    <a:gd name="T0" fmla="*/ 7 w 21"/>
                    <a:gd name="T1" fmla="*/ 22 h 22"/>
                    <a:gd name="T2" fmla="*/ 7 w 21"/>
                    <a:gd name="T3" fmla="*/ 22 h 22"/>
                    <a:gd name="T4" fmla="*/ 5 w 21"/>
                    <a:gd name="T5" fmla="*/ 22 h 22"/>
                    <a:gd name="T6" fmla="*/ 2 w 21"/>
                    <a:gd name="T7" fmla="*/ 20 h 22"/>
                    <a:gd name="T8" fmla="*/ 0 w 21"/>
                    <a:gd name="T9" fmla="*/ 17 h 22"/>
                    <a:gd name="T10" fmla="*/ 0 w 21"/>
                    <a:gd name="T11" fmla="*/ 15 h 22"/>
                    <a:gd name="T12" fmla="*/ 21 w 21"/>
                    <a:gd name="T13" fmla="*/ 15 h 22"/>
                    <a:gd name="T14" fmla="*/ 20 w 21"/>
                    <a:gd name="T15" fmla="*/ 9 h 22"/>
                    <a:gd name="T16" fmla="*/ 17 w 21"/>
                    <a:gd name="T17" fmla="*/ 4 h 22"/>
                    <a:gd name="T18" fmla="*/ 11 w 21"/>
                    <a:gd name="T19" fmla="*/ 1 h 22"/>
                    <a:gd name="T20" fmla="*/ 7 w 21"/>
                    <a:gd name="T21" fmla="*/ 0 h 22"/>
                    <a:gd name="T22" fmla="*/ 7 w 21"/>
                    <a:gd name="T23" fmla="*/ 22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"/>
                    <a:gd name="T37" fmla="*/ 0 h 22"/>
                    <a:gd name="T38" fmla="*/ 21 w 21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" h="22">
                      <a:moveTo>
                        <a:pt x="7" y="22"/>
                      </a:moveTo>
                      <a:lnTo>
                        <a:pt x="7" y="22"/>
                      </a:lnTo>
                      <a:lnTo>
                        <a:pt x="5" y="22"/>
                      </a:lnTo>
                      <a:lnTo>
                        <a:pt x="2" y="20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21" y="15"/>
                      </a:lnTo>
                      <a:lnTo>
                        <a:pt x="20" y="9"/>
                      </a:lnTo>
                      <a:lnTo>
                        <a:pt x="17" y="4"/>
                      </a:lnTo>
                      <a:lnTo>
                        <a:pt x="11" y="1"/>
                      </a:lnTo>
                      <a:lnTo>
                        <a:pt x="7" y="0"/>
                      </a:lnTo>
                      <a:lnTo>
                        <a:pt x="7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36" name="Freeform 574"/>
                <p:cNvSpPr>
                  <a:spLocks/>
                </p:cNvSpPr>
                <p:nvPr/>
              </p:nvSpPr>
              <p:spPr bwMode="auto">
                <a:xfrm>
                  <a:off x="2677" y="2095"/>
                  <a:ext cx="23" cy="22"/>
                </a:xfrm>
                <a:custGeom>
                  <a:avLst/>
                  <a:gdLst>
                    <a:gd name="T0" fmla="*/ 23 w 23"/>
                    <a:gd name="T1" fmla="*/ 15 h 22"/>
                    <a:gd name="T2" fmla="*/ 23 w 23"/>
                    <a:gd name="T3" fmla="*/ 15 h 22"/>
                    <a:gd name="T4" fmla="*/ 23 w 23"/>
                    <a:gd name="T5" fmla="*/ 17 h 22"/>
                    <a:gd name="T6" fmla="*/ 21 w 23"/>
                    <a:gd name="T7" fmla="*/ 19 h 22"/>
                    <a:gd name="T8" fmla="*/ 17 w 23"/>
                    <a:gd name="T9" fmla="*/ 22 h 22"/>
                    <a:gd name="T10" fmla="*/ 15 w 23"/>
                    <a:gd name="T11" fmla="*/ 22 h 22"/>
                    <a:gd name="T12" fmla="*/ 15 w 23"/>
                    <a:gd name="T13" fmla="*/ 0 h 22"/>
                    <a:gd name="T14" fmla="*/ 10 w 23"/>
                    <a:gd name="T15" fmla="*/ 1 h 22"/>
                    <a:gd name="T16" fmla="*/ 3 w 23"/>
                    <a:gd name="T17" fmla="*/ 5 h 22"/>
                    <a:gd name="T18" fmla="*/ 1 w 23"/>
                    <a:gd name="T19" fmla="*/ 9 h 22"/>
                    <a:gd name="T20" fmla="*/ 0 w 23"/>
                    <a:gd name="T21" fmla="*/ 15 h 22"/>
                    <a:gd name="T22" fmla="*/ 23 w 23"/>
                    <a:gd name="T23" fmla="*/ 15 h 2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2"/>
                    <a:gd name="T38" fmla="*/ 23 w 23"/>
                    <a:gd name="T39" fmla="*/ 22 h 2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2">
                      <a:moveTo>
                        <a:pt x="23" y="15"/>
                      </a:move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1" y="19"/>
                      </a:lnTo>
                      <a:lnTo>
                        <a:pt x="17" y="22"/>
                      </a:lnTo>
                      <a:lnTo>
                        <a:pt x="15" y="22"/>
                      </a:lnTo>
                      <a:lnTo>
                        <a:pt x="15" y="0"/>
                      </a:lnTo>
                      <a:lnTo>
                        <a:pt x="10" y="1"/>
                      </a:lnTo>
                      <a:lnTo>
                        <a:pt x="3" y="5"/>
                      </a:lnTo>
                      <a:lnTo>
                        <a:pt x="1" y="9"/>
                      </a:lnTo>
                      <a:lnTo>
                        <a:pt x="0" y="15"/>
                      </a:lnTo>
                      <a:lnTo>
                        <a:pt x="23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37" name="Freeform 575"/>
                <p:cNvSpPr>
                  <a:spLocks/>
                </p:cNvSpPr>
                <p:nvPr/>
              </p:nvSpPr>
              <p:spPr bwMode="auto">
                <a:xfrm>
                  <a:off x="2677" y="2102"/>
                  <a:ext cx="23" cy="23"/>
                </a:xfrm>
                <a:custGeom>
                  <a:avLst/>
                  <a:gdLst>
                    <a:gd name="T0" fmla="*/ 15 w 23"/>
                    <a:gd name="T1" fmla="*/ 0 h 23"/>
                    <a:gd name="T2" fmla="*/ 15 w 23"/>
                    <a:gd name="T3" fmla="*/ 0 h 23"/>
                    <a:gd name="T4" fmla="*/ 17 w 23"/>
                    <a:gd name="T5" fmla="*/ 0 h 23"/>
                    <a:gd name="T6" fmla="*/ 21 w 23"/>
                    <a:gd name="T7" fmla="*/ 4 h 23"/>
                    <a:gd name="T8" fmla="*/ 23 w 23"/>
                    <a:gd name="T9" fmla="*/ 6 h 23"/>
                    <a:gd name="T10" fmla="*/ 23 w 23"/>
                    <a:gd name="T11" fmla="*/ 8 h 23"/>
                    <a:gd name="T12" fmla="*/ 0 w 23"/>
                    <a:gd name="T13" fmla="*/ 8 h 23"/>
                    <a:gd name="T14" fmla="*/ 1 w 23"/>
                    <a:gd name="T15" fmla="*/ 13 h 23"/>
                    <a:gd name="T16" fmla="*/ 3 w 23"/>
                    <a:gd name="T17" fmla="*/ 17 h 23"/>
                    <a:gd name="T18" fmla="*/ 10 w 23"/>
                    <a:gd name="T19" fmla="*/ 22 h 23"/>
                    <a:gd name="T20" fmla="*/ 15 w 23"/>
                    <a:gd name="T21" fmla="*/ 23 h 23"/>
                    <a:gd name="T22" fmla="*/ 15 w 23"/>
                    <a:gd name="T23" fmla="*/ 0 h 2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3"/>
                    <a:gd name="T37" fmla="*/ 0 h 23"/>
                    <a:gd name="T38" fmla="*/ 23 w 23"/>
                    <a:gd name="T39" fmla="*/ 23 h 2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3" h="23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21" y="4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0" y="8"/>
                      </a:lnTo>
                      <a:lnTo>
                        <a:pt x="1" y="13"/>
                      </a:lnTo>
                      <a:lnTo>
                        <a:pt x="3" y="17"/>
                      </a:lnTo>
                      <a:lnTo>
                        <a:pt x="10" y="22"/>
                      </a:lnTo>
                      <a:lnTo>
                        <a:pt x="15" y="2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38" name="Freeform 576"/>
                <p:cNvSpPr>
                  <a:spLocks/>
                </p:cNvSpPr>
                <p:nvPr/>
              </p:nvSpPr>
              <p:spPr bwMode="auto">
                <a:xfrm>
                  <a:off x="2689" y="2107"/>
                  <a:ext cx="6" cy="7"/>
                </a:xfrm>
                <a:custGeom>
                  <a:avLst/>
                  <a:gdLst>
                    <a:gd name="T0" fmla="*/ 3 w 6"/>
                    <a:gd name="T1" fmla="*/ 7 h 7"/>
                    <a:gd name="T2" fmla="*/ 4 w 6"/>
                    <a:gd name="T3" fmla="*/ 7 h 7"/>
                    <a:gd name="T4" fmla="*/ 5 w 6"/>
                    <a:gd name="T5" fmla="*/ 6 h 7"/>
                    <a:gd name="T6" fmla="*/ 6 w 6"/>
                    <a:gd name="T7" fmla="*/ 5 h 7"/>
                    <a:gd name="T8" fmla="*/ 6 w 6"/>
                    <a:gd name="T9" fmla="*/ 3 h 7"/>
                    <a:gd name="T10" fmla="*/ 6 w 6"/>
                    <a:gd name="T11" fmla="*/ 2 h 7"/>
                    <a:gd name="T12" fmla="*/ 5 w 6"/>
                    <a:gd name="T13" fmla="*/ 1 h 7"/>
                    <a:gd name="T14" fmla="*/ 4 w 6"/>
                    <a:gd name="T15" fmla="*/ 0 h 7"/>
                    <a:gd name="T16" fmla="*/ 3 w 6"/>
                    <a:gd name="T17" fmla="*/ 0 h 7"/>
                    <a:gd name="T18" fmla="*/ 2 w 6"/>
                    <a:gd name="T19" fmla="*/ 0 h 7"/>
                    <a:gd name="T20" fmla="*/ 1 w 6"/>
                    <a:gd name="T21" fmla="*/ 1 h 7"/>
                    <a:gd name="T22" fmla="*/ 0 w 6"/>
                    <a:gd name="T23" fmla="*/ 2 h 7"/>
                    <a:gd name="T24" fmla="*/ 0 w 6"/>
                    <a:gd name="T25" fmla="*/ 3 h 7"/>
                    <a:gd name="T26" fmla="*/ 0 w 6"/>
                    <a:gd name="T27" fmla="*/ 5 h 7"/>
                    <a:gd name="T28" fmla="*/ 1 w 6"/>
                    <a:gd name="T29" fmla="*/ 6 h 7"/>
                    <a:gd name="T30" fmla="*/ 2 w 6"/>
                    <a:gd name="T31" fmla="*/ 7 h 7"/>
                    <a:gd name="T32" fmla="*/ 3 w 6"/>
                    <a:gd name="T33" fmla="*/ 7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7"/>
                    <a:gd name="T53" fmla="*/ 6 w 6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39" name="Freeform 577"/>
                <p:cNvSpPr>
                  <a:spLocks/>
                </p:cNvSpPr>
                <p:nvPr/>
              </p:nvSpPr>
              <p:spPr bwMode="auto">
                <a:xfrm>
                  <a:off x="2691" y="2110"/>
                  <a:ext cx="9" cy="7"/>
                </a:xfrm>
                <a:custGeom>
                  <a:avLst/>
                  <a:gdLst>
                    <a:gd name="T0" fmla="*/ 0 w 9"/>
                    <a:gd name="T1" fmla="*/ 0 h 7"/>
                    <a:gd name="T2" fmla="*/ 0 w 9"/>
                    <a:gd name="T3" fmla="*/ 0 h 7"/>
                    <a:gd name="T4" fmla="*/ 0 w 9"/>
                    <a:gd name="T5" fmla="*/ 0 h 7"/>
                    <a:gd name="T6" fmla="*/ 0 w 9"/>
                    <a:gd name="T7" fmla="*/ 0 h 7"/>
                    <a:gd name="T8" fmla="*/ 0 w 9"/>
                    <a:gd name="T9" fmla="*/ 7 h 7"/>
                    <a:gd name="T10" fmla="*/ 3 w 9"/>
                    <a:gd name="T11" fmla="*/ 6 h 7"/>
                    <a:gd name="T12" fmla="*/ 7 w 9"/>
                    <a:gd name="T13" fmla="*/ 5 h 7"/>
                    <a:gd name="T14" fmla="*/ 8 w 9"/>
                    <a:gd name="T15" fmla="*/ 3 h 7"/>
                    <a:gd name="T16" fmla="*/ 9 w 9"/>
                    <a:gd name="T17" fmla="*/ 0 h 7"/>
                    <a:gd name="T18" fmla="*/ 0 w 9"/>
                    <a:gd name="T19" fmla="*/ 0 h 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7"/>
                    <a:gd name="T32" fmla="*/ 9 w 9"/>
                    <a:gd name="T33" fmla="*/ 7 h 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3" y="6"/>
                      </a:lnTo>
                      <a:lnTo>
                        <a:pt x="7" y="5"/>
                      </a:lnTo>
                      <a:lnTo>
                        <a:pt x="8" y="3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0" name="Freeform 578"/>
                <p:cNvSpPr>
                  <a:spLocks/>
                </p:cNvSpPr>
                <p:nvPr/>
              </p:nvSpPr>
              <p:spPr bwMode="auto">
                <a:xfrm>
                  <a:off x="2691" y="2102"/>
                  <a:ext cx="9" cy="8"/>
                </a:xfrm>
                <a:custGeom>
                  <a:avLst/>
                  <a:gdLst>
                    <a:gd name="T0" fmla="*/ 0 w 9"/>
                    <a:gd name="T1" fmla="*/ 8 h 8"/>
                    <a:gd name="T2" fmla="*/ 0 w 9"/>
                    <a:gd name="T3" fmla="*/ 8 h 8"/>
                    <a:gd name="T4" fmla="*/ 0 w 9"/>
                    <a:gd name="T5" fmla="*/ 8 h 8"/>
                    <a:gd name="T6" fmla="*/ 0 w 9"/>
                    <a:gd name="T7" fmla="*/ 8 h 8"/>
                    <a:gd name="T8" fmla="*/ 9 w 9"/>
                    <a:gd name="T9" fmla="*/ 8 h 8"/>
                    <a:gd name="T10" fmla="*/ 8 w 9"/>
                    <a:gd name="T11" fmla="*/ 5 h 8"/>
                    <a:gd name="T12" fmla="*/ 7 w 9"/>
                    <a:gd name="T13" fmla="*/ 2 h 8"/>
                    <a:gd name="T14" fmla="*/ 3 w 9"/>
                    <a:gd name="T15" fmla="*/ 1 h 8"/>
                    <a:gd name="T16" fmla="*/ 0 w 9"/>
                    <a:gd name="T17" fmla="*/ 0 h 8"/>
                    <a:gd name="T18" fmla="*/ 0 w 9"/>
                    <a:gd name="T19" fmla="*/ 8 h 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8"/>
                    <a:gd name="T32" fmla="*/ 9 w 9"/>
                    <a:gd name="T33" fmla="*/ 8 h 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9" y="8"/>
                      </a:lnTo>
                      <a:lnTo>
                        <a:pt x="8" y="5"/>
                      </a:lnTo>
                      <a:lnTo>
                        <a:pt x="7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1" name="Freeform 579"/>
                <p:cNvSpPr>
                  <a:spLocks/>
                </p:cNvSpPr>
                <p:nvPr/>
              </p:nvSpPr>
              <p:spPr bwMode="auto">
                <a:xfrm>
                  <a:off x="2685" y="2102"/>
                  <a:ext cx="7" cy="8"/>
                </a:xfrm>
                <a:custGeom>
                  <a:avLst/>
                  <a:gdLst>
                    <a:gd name="T0" fmla="*/ 7 w 7"/>
                    <a:gd name="T1" fmla="*/ 8 h 8"/>
                    <a:gd name="T2" fmla="*/ 7 w 7"/>
                    <a:gd name="T3" fmla="*/ 8 h 8"/>
                    <a:gd name="T4" fmla="*/ 7 w 7"/>
                    <a:gd name="T5" fmla="*/ 7 h 8"/>
                    <a:gd name="T6" fmla="*/ 6 w 7"/>
                    <a:gd name="T7" fmla="*/ 8 h 8"/>
                    <a:gd name="T8" fmla="*/ 7 w 7"/>
                    <a:gd name="T9" fmla="*/ 8 h 8"/>
                    <a:gd name="T10" fmla="*/ 7 w 7"/>
                    <a:gd name="T11" fmla="*/ 0 h 8"/>
                    <a:gd name="T12" fmla="*/ 4 w 7"/>
                    <a:gd name="T13" fmla="*/ 1 h 8"/>
                    <a:gd name="T14" fmla="*/ 2 w 7"/>
                    <a:gd name="T15" fmla="*/ 2 h 8"/>
                    <a:gd name="T16" fmla="*/ 1 w 7"/>
                    <a:gd name="T17" fmla="*/ 5 h 8"/>
                    <a:gd name="T18" fmla="*/ 0 w 7"/>
                    <a:gd name="T19" fmla="*/ 8 h 8"/>
                    <a:gd name="T20" fmla="*/ 7 w 7"/>
                    <a:gd name="T21" fmla="*/ 8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8"/>
                    <a:gd name="T35" fmla="*/ 7 w 7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8">
                      <a:moveTo>
                        <a:pt x="7" y="8"/>
                      </a:moveTo>
                      <a:lnTo>
                        <a:pt x="7" y="8"/>
                      </a:lnTo>
                      <a:lnTo>
                        <a:pt x="7" y="7"/>
                      </a:lnTo>
                      <a:lnTo>
                        <a:pt x="6" y="8"/>
                      </a:lnTo>
                      <a:lnTo>
                        <a:pt x="7" y="8"/>
                      </a:lnTo>
                      <a:lnTo>
                        <a:pt x="7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2" name="Freeform 580"/>
                <p:cNvSpPr>
                  <a:spLocks/>
                </p:cNvSpPr>
                <p:nvPr/>
              </p:nvSpPr>
              <p:spPr bwMode="auto">
                <a:xfrm>
                  <a:off x="2685" y="2110"/>
                  <a:ext cx="7" cy="7"/>
                </a:xfrm>
                <a:custGeom>
                  <a:avLst/>
                  <a:gdLst>
                    <a:gd name="T0" fmla="*/ 7 w 7"/>
                    <a:gd name="T1" fmla="*/ 0 h 7"/>
                    <a:gd name="T2" fmla="*/ 7 w 7"/>
                    <a:gd name="T3" fmla="*/ 0 h 7"/>
                    <a:gd name="T4" fmla="*/ 6 w 7"/>
                    <a:gd name="T5" fmla="*/ 0 h 7"/>
                    <a:gd name="T6" fmla="*/ 7 w 7"/>
                    <a:gd name="T7" fmla="*/ 1 h 7"/>
                    <a:gd name="T8" fmla="*/ 7 w 7"/>
                    <a:gd name="T9" fmla="*/ 0 h 7"/>
                    <a:gd name="T10" fmla="*/ 0 w 7"/>
                    <a:gd name="T11" fmla="*/ 0 h 7"/>
                    <a:gd name="T12" fmla="*/ 1 w 7"/>
                    <a:gd name="T13" fmla="*/ 3 h 7"/>
                    <a:gd name="T14" fmla="*/ 2 w 7"/>
                    <a:gd name="T15" fmla="*/ 5 h 7"/>
                    <a:gd name="T16" fmla="*/ 4 w 7"/>
                    <a:gd name="T17" fmla="*/ 6 h 7"/>
                    <a:gd name="T18" fmla="*/ 7 w 7"/>
                    <a:gd name="T19" fmla="*/ 7 h 7"/>
                    <a:gd name="T20" fmla="*/ 7 w 7"/>
                    <a:gd name="T21" fmla="*/ 0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7"/>
                    <a:gd name="T35" fmla="*/ 7 w 7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7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7" y="7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3" name="Freeform 581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4" name="Freeform 582"/>
                <p:cNvSpPr>
                  <a:spLocks/>
                </p:cNvSpPr>
                <p:nvPr/>
              </p:nvSpPr>
              <p:spPr bwMode="auto">
                <a:xfrm>
                  <a:off x="2704" y="1992"/>
                  <a:ext cx="41" cy="61"/>
                </a:xfrm>
                <a:custGeom>
                  <a:avLst/>
                  <a:gdLst>
                    <a:gd name="T0" fmla="*/ 28 w 41"/>
                    <a:gd name="T1" fmla="*/ 0 h 61"/>
                    <a:gd name="T2" fmla="*/ 28 w 41"/>
                    <a:gd name="T3" fmla="*/ 0 h 61"/>
                    <a:gd name="T4" fmla="*/ 26 w 41"/>
                    <a:gd name="T5" fmla="*/ 3 h 61"/>
                    <a:gd name="T6" fmla="*/ 21 w 41"/>
                    <a:gd name="T7" fmla="*/ 7 h 61"/>
                    <a:gd name="T8" fmla="*/ 17 w 41"/>
                    <a:gd name="T9" fmla="*/ 12 h 61"/>
                    <a:gd name="T10" fmla="*/ 12 w 41"/>
                    <a:gd name="T11" fmla="*/ 18 h 61"/>
                    <a:gd name="T12" fmla="*/ 7 w 41"/>
                    <a:gd name="T13" fmla="*/ 27 h 61"/>
                    <a:gd name="T14" fmla="*/ 3 w 41"/>
                    <a:gd name="T15" fmla="*/ 37 h 61"/>
                    <a:gd name="T16" fmla="*/ 1 w 41"/>
                    <a:gd name="T17" fmla="*/ 48 h 61"/>
                    <a:gd name="T18" fmla="*/ 0 w 41"/>
                    <a:gd name="T19" fmla="*/ 61 h 61"/>
                    <a:gd name="T20" fmla="*/ 18 w 41"/>
                    <a:gd name="T21" fmla="*/ 61 h 61"/>
                    <a:gd name="T22" fmla="*/ 18 w 41"/>
                    <a:gd name="T23" fmla="*/ 50 h 61"/>
                    <a:gd name="T24" fmla="*/ 20 w 41"/>
                    <a:gd name="T25" fmla="*/ 41 h 61"/>
                    <a:gd name="T26" fmla="*/ 23 w 41"/>
                    <a:gd name="T27" fmla="*/ 34 h 61"/>
                    <a:gd name="T28" fmla="*/ 27 w 41"/>
                    <a:gd name="T29" fmla="*/ 28 h 61"/>
                    <a:gd name="T30" fmla="*/ 31 w 41"/>
                    <a:gd name="T31" fmla="*/ 23 h 61"/>
                    <a:gd name="T32" fmla="*/ 34 w 41"/>
                    <a:gd name="T33" fmla="*/ 20 h 61"/>
                    <a:gd name="T34" fmla="*/ 37 w 41"/>
                    <a:gd name="T35" fmla="*/ 15 h 61"/>
                    <a:gd name="T36" fmla="*/ 41 w 41"/>
                    <a:gd name="T37" fmla="*/ 13 h 61"/>
                    <a:gd name="T38" fmla="*/ 28 w 41"/>
                    <a:gd name="T39" fmla="*/ 0 h 6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41"/>
                    <a:gd name="T61" fmla="*/ 0 h 61"/>
                    <a:gd name="T62" fmla="*/ 41 w 41"/>
                    <a:gd name="T63" fmla="*/ 61 h 6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41" h="61">
                      <a:moveTo>
                        <a:pt x="28" y="0"/>
                      </a:moveTo>
                      <a:lnTo>
                        <a:pt x="28" y="0"/>
                      </a:lnTo>
                      <a:lnTo>
                        <a:pt x="26" y="3"/>
                      </a:lnTo>
                      <a:lnTo>
                        <a:pt x="21" y="7"/>
                      </a:lnTo>
                      <a:lnTo>
                        <a:pt x="17" y="12"/>
                      </a:lnTo>
                      <a:lnTo>
                        <a:pt x="12" y="18"/>
                      </a:lnTo>
                      <a:lnTo>
                        <a:pt x="7" y="27"/>
                      </a:lnTo>
                      <a:lnTo>
                        <a:pt x="3" y="37"/>
                      </a:lnTo>
                      <a:lnTo>
                        <a:pt x="1" y="48"/>
                      </a:lnTo>
                      <a:lnTo>
                        <a:pt x="0" y="61"/>
                      </a:lnTo>
                      <a:lnTo>
                        <a:pt x="18" y="61"/>
                      </a:lnTo>
                      <a:lnTo>
                        <a:pt x="18" y="50"/>
                      </a:lnTo>
                      <a:lnTo>
                        <a:pt x="20" y="41"/>
                      </a:lnTo>
                      <a:lnTo>
                        <a:pt x="23" y="34"/>
                      </a:lnTo>
                      <a:lnTo>
                        <a:pt x="27" y="28"/>
                      </a:lnTo>
                      <a:lnTo>
                        <a:pt x="31" y="23"/>
                      </a:lnTo>
                      <a:lnTo>
                        <a:pt x="34" y="20"/>
                      </a:lnTo>
                      <a:lnTo>
                        <a:pt x="37" y="15"/>
                      </a:lnTo>
                      <a:lnTo>
                        <a:pt x="41" y="13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5" name="Freeform 583"/>
                <p:cNvSpPr>
                  <a:spLocks/>
                </p:cNvSpPr>
                <p:nvPr/>
              </p:nvSpPr>
              <p:spPr bwMode="auto">
                <a:xfrm>
                  <a:off x="2733" y="1953"/>
                  <a:ext cx="33" cy="52"/>
                </a:xfrm>
                <a:custGeom>
                  <a:avLst/>
                  <a:gdLst>
                    <a:gd name="T0" fmla="*/ 15 w 33"/>
                    <a:gd name="T1" fmla="*/ 0 h 52"/>
                    <a:gd name="T2" fmla="*/ 15 w 33"/>
                    <a:gd name="T3" fmla="*/ 0 h 52"/>
                    <a:gd name="T4" fmla="*/ 15 w 33"/>
                    <a:gd name="T5" fmla="*/ 5 h 52"/>
                    <a:gd name="T6" fmla="*/ 14 w 33"/>
                    <a:gd name="T7" fmla="*/ 12 h 52"/>
                    <a:gd name="T8" fmla="*/ 13 w 33"/>
                    <a:gd name="T9" fmla="*/ 17 h 52"/>
                    <a:gd name="T10" fmla="*/ 10 w 33"/>
                    <a:gd name="T11" fmla="*/ 22 h 52"/>
                    <a:gd name="T12" fmla="*/ 9 w 33"/>
                    <a:gd name="T13" fmla="*/ 26 h 52"/>
                    <a:gd name="T14" fmla="*/ 6 w 33"/>
                    <a:gd name="T15" fmla="*/ 32 h 52"/>
                    <a:gd name="T16" fmla="*/ 3 w 33"/>
                    <a:gd name="T17" fmla="*/ 36 h 52"/>
                    <a:gd name="T18" fmla="*/ 0 w 33"/>
                    <a:gd name="T19" fmla="*/ 39 h 52"/>
                    <a:gd name="T20" fmla="*/ 12 w 33"/>
                    <a:gd name="T21" fmla="*/ 52 h 52"/>
                    <a:gd name="T22" fmla="*/ 17 w 33"/>
                    <a:gd name="T23" fmla="*/ 47 h 52"/>
                    <a:gd name="T24" fmla="*/ 21 w 33"/>
                    <a:gd name="T25" fmla="*/ 41 h 52"/>
                    <a:gd name="T26" fmla="*/ 24 w 33"/>
                    <a:gd name="T27" fmla="*/ 35 h 52"/>
                    <a:gd name="T28" fmla="*/ 28 w 33"/>
                    <a:gd name="T29" fmla="*/ 29 h 52"/>
                    <a:gd name="T30" fmla="*/ 30 w 33"/>
                    <a:gd name="T31" fmla="*/ 21 h 52"/>
                    <a:gd name="T32" fmla="*/ 31 w 33"/>
                    <a:gd name="T33" fmla="*/ 15 h 52"/>
                    <a:gd name="T34" fmla="*/ 32 w 33"/>
                    <a:gd name="T35" fmla="*/ 7 h 52"/>
                    <a:gd name="T36" fmla="*/ 33 w 33"/>
                    <a:gd name="T37" fmla="*/ 0 h 52"/>
                    <a:gd name="T38" fmla="*/ 15 w 33"/>
                    <a:gd name="T39" fmla="*/ 0 h 5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3"/>
                    <a:gd name="T61" fmla="*/ 0 h 52"/>
                    <a:gd name="T62" fmla="*/ 33 w 33"/>
                    <a:gd name="T63" fmla="*/ 52 h 5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3" h="52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4" y="12"/>
                      </a:lnTo>
                      <a:lnTo>
                        <a:pt x="13" y="17"/>
                      </a:lnTo>
                      <a:lnTo>
                        <a:pt x="10" y="22"/>
                      </a:lnTo>
                      <a:lnTo>
                        <a:pt x="9" y="26"/>
                      </a:lnTo>
                      <a:lnTo>
                        <a:pt x="6" y="32"/>
                      </a:lnTo>
                      <a:lnTo>
                        <a:pt x="3" y="36"/>
                      </a:lnTo>
                      <a:lnTo>
                        <a:pt x="0" y="39"/>
                      </a:lnTo>
                      <a:lnTo>
                        <a:pt x="12" y="52"/>
                      </a:lnTo>
                      <a:lnTo>
                        <a:pt x="17" y="47"/>
                      </a:lnTo>
                      <a:lnTo>
                        <a:pt x="21" y="41"/>
                      </a:lnTo>
                      <a:lnTo>
                        <a:pt x="24" y="35"/>
                      </a:lnTo>
                      <a:lnTo>
                        <a:pt x="28" y="29"/>
                      </a:lnTo>
                      <a:lnTo>
                        <a:pt x="30" y="21"/>
                      </a:lnTo>
                      <a:lnTo>
                        <a:pt x="31" y="15"/>
                      </a:lnTo>
                      <a:lnTo>
                        <a:pt x="32" y="7"/>
                      </a:lnTo>
                      <a:lnTo>
                        <a:pt x="33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6" name="Freeform 584"/>
                <p:cNvSpPr>
                  <a:spLocks/>
                </p:cNvSpPr>
                <p:nvPr/>
              </p:nvSpPr>
              <p:spPr bwMode="auto">
                <a:xfrm>
                  <a:off x="2691" y="1878"/>
                  <a:ext cx="75" cy="75"/>
                </a:xfrm>
                <a:custGeom>
                  <a:avLst/>
                  <a:gdLst>
                    <a:gd name="T0" fmla="*/ 0 w 75"/>
                    <a:gd name="T1" fmla="*/ 18 h 75"/>
                    <a:gd name="T2" fmla="*/ 0 w 75"/>
                    <a:gd name="T3" fmla="*/ 18 h 75"/>
                    <a:gd name="T4" fmla="*/ 7 w 75"/>
                    <a:gd name="T5" fmla="*/ 18 h 75"/>
                    <a:gd name="T6" fmla="*/ 12 w 75"/>
                    <a:gd name="T7" fmla="*/ 19 h 75"/>
                    <a:gd name="T8" fmla="*/ 17 w 75"/>
                    <a:gd name="T9" fmla="*/ 20 h 75"/>
                    <a:gd name="T10" fmla="*/ 21 w 75"/>
                    <a:gd name="T11" fmla="*/ 22 h 75"/>
                    <a:gd name="T12" fmla="*/ 27 w 75"/>
                    <a:gd name="T13" fmla="*/ 25 h 75"/>
                    <a:gd name="T14" fmla="*/ 32 w 75"/>
                    <a:gd name="T15" fmla="*/ 28 h 75"/>
                    <a:gd name="T16" fmla="*/ 36 w 75"/>
                    <a:gd name="T17" fmla="*/ 31 h 75"/>
                    <a:gd name="T18" fmla="*/ 41 w 75"/>
                    <a:gd name="T19" fmla="*/ 34 h 75"/>
                    <a:gd name="T20" fmla="*/ 44 w 75"/>
                    <a:gd name="T21" fmla="*/ 38 h 75"/>
                    <a:gd name="T22" fmla="*/ 47 w 75"/>
                    <a:gd name="T23" fmla="*/ 43 h 75"/>
                    <a:gd name="T24" fmla="*/ 50 w 75"/>
                    <a:gd name="T25" fmla="*/ 47 h 75"/>
                    <a:gd name="T26" fmla="*/ 52 w 75"/>
                    <a:gd name="T27" fmla="*/ 52 h 75"/>
                    <a:gd name="T28" fmla="*/ 55 w 75"/>
                    <a:gd name="T29" fmla="*/ 58 h 75"/>
                    <a:gd name="T30" fmla="*/ 56 w 75"/>
                    <a:gd name="T31" fmla="*/ 63 h 75"/>
                    <a:gd name="T32" fmla="*/ 57 w 75"/>
                    <a:gd name="T33" fmla="*/ 68 h 75"/>
                    <a:gd name="T34" fmla="*/ 57 w 75"/>
                    <a:gd name="T35" fmla="*/ 75 h 75"/>
                    <a:gd name="T36" fmla="*/ 75 w 75"/>
                    <a:gd name="T37" fmla="*/ 75 h 75"/>
                    <a:gd name="T38" fmla="*/ 74 w 75"/>
                    <a:gd name="T39" fmla="*/ 67 h 75"/>
                    <a:gd name="T40" fmla="*/ 73 w 75"/>
                    <a:gd name="T41" fmla="*/ 60 h 75"/>
                    <a:gd name="T42" fmla="*/ 72 w 75"/>
                    <a:gd name="T43" fmla="*/ 52 h 75"/>
                    <a:gd name="T44" fmla="*/ 69 w 75"/>
                    <a:gd name="T45" fmla="*/ 46 h 75"/>
                    <a:gd name="T46" fmla="*/ 65 w 75"/>
                    <a:gd name="T47" fmla="*/ 39 h 75"/>
                    <a:gd name="T48" fmla="*/ 62 w 75"/>
                    <a:gd name="T49" fmla="*/ 33 h 75"/>
                    <a:gd name="T50" fmla="*/ 58 w 75"/>
                    <a:gd name="T51" fmla="*/ 28 h 75"/>
                    <a:gd name="T52" fmla="*/ 52 w 75"/>
                    <a:gd name="T53" fmla="*/ 22 h 75"/>
                    <a:gd name="T54" fmla="*/ 47 w 75"/>
                    <a:gd name="T55" fmla="*/ 17 h 75"/>
                    <a:gd name="T56" fmla="*/ 42 w 75"/>
                    <a:gd name="T57" fmla="*/ 13 h 75"/>
                    <a:gd name="T58" fmla="*/ 35 w 75"/>
                    <a:gd name="T59" fmla="*/ 10 h 75"/>
                    <a:gd name="T60" fmla="*/ 29 w 75"/>
                    <a:gd name="T61" fmla="*/ 6 h 75"/>
                    <a:gd name="T62" fmla="*/ 23 w 75"/>
                    <a:gd name="T63" fmla="*/ 3 h 75"/>
                    <a:gd name="T64" fmla="*/ 15 w 75"/>
                    <a:gd name="T65" fmla="*/ 1 h 75"/>
                    <a:gd name="T66" fmla="*/ 8 w 75"/>
                    <a:gd name="T67" fmla="*/ 1 h 75"/>
                    <a:gd name="T68" fmla="*/ 0 w 75"/>
                    <a:gd name="T69" fmla="*/ 0 h 75"/>
                    <a:gd name="T70" fmla="*/ 0 w 75"/>
                    <a:gd name="T71" fmla="*/ 18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7" y="18"/>
                      </a:lnTo>
                      <a:lnTo>
                        <a:pt x="12" y="19"/>
                      </a:lnTo>
                      <a:lnTo>
                        <a:pt x="17" y="20"/>
                      </a:lnTo>
                      <a:lnTo>
                        <a:pt x="21" y="22"/>
                      </a:lnTo>
                      <a:lnTo>
                        <a:pt x="27" y="25"/>
                      </a:lnTo>
                      <a:lnTo>
                        <a:pt x="32" y="28"/>
                      </a:lnTo>
                      <a:lnTo>
                        <a:pt x="36" y="31"/>
                      </a:lnTo>
                      <a:lnTo>
                        <a:pt x="41" y="34"/>
                      </a:lnTo>
                      <a:lnTo>
                        <a:pt x="44" y="38"/>
                      </a:lnTo>
                      <a:lnTo>
                        <a:pt x="47" y="43"/>
                      </a:lnTo>
                      <a:lnTo>
                        <a:pt x="50" y="47"/>
                      </a:lnTo>
                      <a:lnTo>
                        <a:pt x="52" y="52"/>
                      </a:lnTo>
                      <a:lnTo>
                        <a:pt x="55" y="58"/>
                      </a:lnTo>
                      <a:lnTo>
                        <a:pt x="56" y="63"/>
                      </a:lnTo>
                      <a:lnTo>
                        <a:pt x="57" y="68"/>
                      </a:lnTo>
                      <a:lnTo>
                        <a:pt x="57" y="75"/>
                      </a:lnTo>
                      <a:lnTo>
                        <a:pt x="75" y="75"/>
                      </a:lnTo>
                      <a:lnTo>
                        <a:pt x="74" y="67"/>
                      </a:lnTo>
                      <a:lnTo>
                        <a:pt x="73" y="60"/>
                      </a:lnTo>
                      <a:lnTo>
                        <a:pt x="72" y="52"/>
                      </a:lnTo>
                      <a:lnTo>
                        <a:pt x="69" y="46"/>
                      </a:lnTo>
                      <a:lnTo>
                        <a:pt x="65" y="39"/>
                      </a:lnTo>
                      <a:lnTo>
                        <a:pt x="62" y="33"/>
                      </a:lnTo>
                      <a:lnTo>
                        <a:pt x="58" y="28"/>
                      </a:lnTo>
                      <a:lnTo>
                        <a:pt x="52" y="22"/>
                      </a:lnTo>
                      <a:lnTo>
                        <a:pt x="47" y="17"/>
                      </a:lnTo>
                      <a:lnTo>
                        <a:pt x="42" y="13"/>
                      </a:lnTo>
                      <a:lnTo>
                        <a:pt x="35" y="10"/>
                      </a:lnTo>
                      <a:lnTo>
                        <a:pt x="29" y="6"/>
                      </a:lnTo>
                      <a:lnTo>
                        <a:pt x="23" y="3"/>
                      </a:lnTo>
                      <a:lnTo>
                        <a:pt x="15" y="1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7" name="Freeform 585"/>
                <p:cNvSpPr>
                  <a:spLocks/>
                </p:cNvSpPr>
                <p:nvPr/>
              </p:nvSpPr>
              <p:spPr bwMode="auto">
                <a:xfrm>
                  <a:off x="2616" y="1878"/>
                  <a:ext cx="75" cy="75"/>
                </a:xfrm>
                <a:custGeom>
                  <a:avLst/>
                  <a:gdLst>
                    <a:gd name="T0" fmla="*/ 18 w 75"/>
                    <a:gd name="T1" fmla="*/ 75 h 75"/>
                    <a:gd name="T2" fmla="*/ 18 w 75"/>
                    <a:gd name="T3" fmla="*/ 75 h 75"/>
                    <a:gd name="T4" fmla="*/ 18 w 75"/>
                    <a:gd name="T5" fmla="*/ 68 h 75"/>
                    <a:gd name="T6" fmla="*/ 20 w 75"/>
                    <a:gd name="T7" fmla="*/ 63 h 75"/>
                    <a:gd name="T8" fmla="*/ 21 w 75"/>
                    <a:gd name="T9" fmla="*/ 58 h 75"/>
                    <a:gd name="T10" fmla="*/ 23 w 75"/>
                    <a:gd name="T11" fmla="*/ 52 h 75"/>
                    <a:gd name="T12" fmla="*/ 25 w 75"/>
                    <a:gd name="T13" fmla="*/ 47 h 75"/>
                    <a:gd name="T14" fmla="*/ 28 w 75"/>
                    <a:gd name="T15" fmla="*/ 43 h 75"/>
                    <a:gd name="T16" fmla="*/ 31 w 75"/>
                    <a:gd name="T17" fmla="*/ 38 h 75"/>
                    <a:gd name="T18" fmla="*/ 36 w 75"/>
                    <a:gd name="T19" fmla="*/ 34 h 75"/>
                    <a:gd name="T20" fmla="*/ 39 w 75"/>
                    <a:gd name="T21" fmla="*/ 31 h 75"/>
                    <a:gd name="T22" fmla="*/ 43 w 75"/>
                    <a:gd name="T23" fmla="*/ 28 h 75"/>
                    <a:gd name="T24" fmla="*/ 48 w 75"/>
                    <a:gd name="T25" fmla="*/ 25 h 75"/>
                    <a:gd name="T26" fmla="*/ 53 w 75"/>
                    <a:gd name="T27" fmla="*/ 22 h 75"/>
                    <a:gd name="T28" fmla="*/ 58 w 75"/>
                    <a:gd name="T29" fmla="*/ 20 h 75"/>
                    <a:gd name="T30" fmla="*/ 63 w 75"/>
                    <a:gd name="T31" fmla="*/ 19 h 75"/>
                    <a:gd name="T32" fmla="*/ 69 w 75"/>
                    <a:gd name="T33" fmla="*/ 18 h 75"/>
                    <a:gd name="T34" fmla="*/ 75 w 75"/>
                    <a:gd name="T35" fmla="*/ 18 h 75"/>
                    <a:gd name="T36" fmla="*/ 75 w 75"/>
                    <a:gd name="T37" fmla="*/ 0 h 75"/>
                    <a:gd name="T38" fmla="*/ 68 w 75"/>
                    <a:gd name="T39" fmla="*/ 1 h 75"/>
                    <a:gd name="T40" fmla="*/ 60 w 75"/>
                    <a:gd name="T41" fmla="*/ 1 h 75"/>
                    <a:gd name="T42" fmla="*/ 53 w 75"/>
                    <a:gd name="T43" fmla="*/ 3 h 75"/>
                    <a:gd name="T44" fmla="*/ 46 w 75"/>
                    <a:gd name="T45" fmla="*/ 6 h 75"/>
                    <a:gd name="T46" fmla="*/ 40 w 75"/>
                    <a:gd name="T47" fmla="*/ 10 h 75"/>
                    <a:gd name="T48" fmla="*/ 33 w 75"/>
                    <a:gd name="T49" fmla="*/ 13 h 75"/>
                    <a:gd name="T50" fmla="*/ 28 w 75"/>
                    <a:gd name="T51" fmla="*/ 17 h 75"/>
                    <a:gd name="T52" fmla="*/ 23 w 75"/>
                    <a:gd name="T53" fmla="*/ 22 h 75"/>
                    <a:gd name="T54" fmla="*/ 17 w 75"/>
                    <a:gd name="T55" fmla="*/ 28 h 75"/>
                    <a:gd name="T56" fmla="*/ 13 w 75"/>
                    <a:gd name="T57" fmla="*/ 33 h 75"/>
                    <a:gd name="T58" fmla="*/ 10 w 75"/>
                    <a:gd name="T59" fmla="*/ 39 h 75"/>
                    <a:gd name="T60" fmla="*/ 7 w 75"/>
                    <a:gd name="T61" fmla="*/ 46 h 75"/>
                    <a:gd name="T62" fmla="*/ 4 w 75"/>
                    <a:gd name="T63" fmla="*/ 52 h 75"/>
                    <a:gd name="T64" fmla="*/ 2 w 75"/>
                    <a:gd name="T65" fmla="*/ 60 h 75"/>
                    <a:gd name="T66" fmla="*/ 1 w 75"/>
                    <a:gd name="T67" fmla="*/ 67 h 75"/>
                    <a:gd name="T68" fmla="*/ 0 w 75"/>
                    <a:gd name="T69" fmla="*/ 75 h 75"/>
                    <a:gd name="T70" fmla="*/ 18 w 75"/>
                    <a:gd name="T71" fmla="*/ 75 h 75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5"/>
                    <a:gd name="T109" fmla="*/ 0 h 75"/>
                    <a:gd name="T110" fmla="*/ 75 w 75"/>
                    <a:gd name="T111" fmla="*/ 75 h 75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5" h="75">
                      <a:moveTo>
                        <a:pt x="18" y="75"/>
                      </a:moveTo>
                      <a:lnTo>
                        <a:pt x="18" y="75"/>
                      </a:lnTo>
                      <a:lnTo>
                        <a:pt x="18" y="68"/>
                      </a:lnTo>
                      <a:lnTo>
                        <a:pt x="20" y="63"/>
                      </a:lnTo>
                      <a:lnTo>
                        <a:pt x="21" y="58"/>
                      </a:lnTo>
                      <a:lnTo>
                        <a:pt x="23" y="52"/>
                      </a:lnTo>
                      <a:lnTo>
                        <a:pt x="25" y="47"/>
                      </a:lnTo>
                      <a:lnTo>
                        <a:pt x="28" y="43"/>
                      </a:lnTo>
                      <a:lnTo>
                        <a:pt x="31" y="38"/>
                      </a:lnTo>
                      <a:lnTo>
                        <a:pt x="36" y="34"/>
                      </a:lnTo>
                      <a:lnTo>
                        <a:pt x="39" y="31"/>
                      </a:lnTo>
                      <a:lnTo>
                        <a:pt x="43" y="28"/>
                      </a:lnTo>
                      <a:lnTo>
                        <a:pt x="48" y="25"/>
                      </a:lnTo>
                      <a:lnTo>
                        <a:pt x="53" y="22"/>
                      </a:lnTo>
                      <a:lnTo>
                        <a:pt x="58" y="20"/>
                      </a:lnTo>
                      <a:lnTo>
                        <a:pt x="63" y="19"/>
                      </a:lnTo>
                      <a:lnTo>
                        <a:pt x="69" y="18"/>
                      </a:lnTo>
                      <a:lnTo>
                        <a:pt x="75" y="18"/>
                      </a:lnTo>
                      <a:lnTo>
                        <a:pt x="75" y="0"/>
                      </a:lnTo>
                      <a:lnTo>
                        <a:pt x="68" y="1"/>
                      </a:lnTo>
                      <a:lnTo>
                        <a:pt x="60" y="1"/>
                      </a:lnTo>
                      <a:lnTo>
                        <a:pt x="53" y="3"/>
                      </a:lnTo>
                      <a:lnTo>
                        <a:pt x="46" y="6"/>
                      </a:lnTo>
                      <a:lnTo>
                        <a:pt x="40" y="10"/>
                      </a:lnTo>
                      <a:lnTo>
                        <a:pt x="33" y="13"/>
                      </a:lnTo>
                      <a:lnTo>
                        <a:pt x="28" y="17"/>
                      </a:lnTo>
                      <a:lnTo>
                        <a:pt x="23" y="22"/>
                      </a:lnTo>
                      <a:lnTo>
                        <a:pt x="17" y="28"/>
                      </a:lnTo>
                      <a:lnTo>
                        <a:pt x="13" y="33"/>
                      </a:lnTo>
                      <a:lnTo>
                        <a:pt x="10" y="39"/>
                      </a:lnTo>
                      <a:lnTo>
                        <a:pt x="7" y="46"/>
                      </a:lnTo>
                      <a:lnTo>
                        <a:pt x="4" y="52"/>
                      </a:lnTo>
                      <a:lnTo>
                        <a:pt x="2" y="60"/>
                      </a:lnTo>
                      <a:lnTo>
                        <a:pt x="1" y="67"/>
                      </a:lnTo>
                      <a:lnTo>
                        <a:pt x="0" y="75"/>
                      </a:lnTo>
                      <a:lnTo>
                        <a:pt x="18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8" name="Freeform 586"/>
                <p:cNvSpPr>
                  <a:spLocks/>
                </p:cNvSpPr>
                <p:nvPr/>
              </p:nvSpPr>
              <p:spPr bwMode="auto">
                <a:xfrm>
                  <a:off x="2616" y="1953"/>
                  <a:ext cx="35" cy="52"/>
                </a:xfrm>
                <a:custGeom>
                  <a:avLst/>
                  <a:gdLst>
                    <a:gd name="T0" fmla="*/ 35 w 35"/>
                    <a:gd name="T1" fmla="*/ 39 h 52"/>
                    <a:gd name="T2" fmla="*/ 35 w 35"/>
                    <a:gd name="T3" fmla="*/ 39 h 52"/>
                    <a:gd name="T4" fmla="*/ 31 w 35"/>
                    <a:gd name="T5" fmla="*/ 36 h 52"/>
                    <a:gd name="T6" fmla="*/ 28 w 35"/>
                    <a:gd name="T7" fmla="*/ 32 h 52"/>
                    <a:gd name="T8" fmla="*/ 25 w 35"/>
                    <a:gd name="T9" fmla="*/ 26 h 52"/>
                    <a:gd name="T10" fmla="*/ 23 w 35"/>
                    <a:gd name="T11" fmla="*/ 22 h 52"/>
                    <a:gd name="T12" fmla="*/ 21 w 35"/>
                    <a:gd name="T13" fmla="*/ 17 h 52"/>
                    <a:gd name="T14" fmla="*/ 20 w 35"/>
                    <a:gd name="T15" fmla="*/ 12 h 52"/>
                    <a:gd name="T16" fmla="*/ 18 w 35"/>
                    <a:gd name="T17" fmla="*/ 5 h 52"/>
                    <a:gd name="T18" fmla="*/ 18 w 35"/>
                    <a:gd name="T19" fmla="*/ 0 h 52"/>
                    <a:gd name="T20" fmla="*/ 0 w 35"/>
                    <a:gd name="T21" fmla="*/ 0 h 52"/>
                    <a:gd name="T22" fmla="*/ 1 w 35"/>
                    <a:gd name="T23" fmla="*/ 7 h 52"/>
                    <a:gd name="T24" fmla="*/ 2 w 35"/>
                    <a:gd name="T25" fmla="*/ 15 h 52"/>
                    <a:gd name="T26" fmla="*/ 4 w 35"/>
                    <a:gd name="T27" fmla="*/ 21 h 52"/>
                    <a:gd name="T28" fmla="*/ 7 w 35"/>
                    <a:gd name="T29" fmla="*/ 29 h 52"/>
                    <a:gd name="T30" fmla="*/ 10 w 35"/>
                    <a:gd name="T31" fmla="*/ 35 h 52"/>
                    <a:gd name="T32" fmla="*/ 13 w 35"/>
                    <a:gd name="T33" fmla="*/ 41 h 52"/>
                    <a:gd name="T34" fmla="*/ 17 w 35"/>
                    <a:gd name="T35" fmla="*/ 47 h 52"/>
                    <a:gd name="T36" fmla="*/ 22 w 35"/>
                    <a:gd name="T37" fmla="*/ 52 h 52"/>
                    <a:gd name="T38" fmla="*/ 22 w 35"/>
                    <a:gd name="T39" fmla="*/ 52 h 52"/>
                    <a:gd name="T40" fmla="*/ 35 w 35"/>
                    <a:gd name="T41" fmla="*/ 39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5"/>
                    <a:gd name="T64" fmla="*/ 0 h 52"/>
                    <a:gd name="T65" fmla="*/ 35 w 35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5" h="52">
                      <a:moveTo>
                        <a:pt x="35" y="39"/>
                      </a:moveTo>
                      <a:lnTo>
                        <a:pt x="35" y="39"/>
                      </a:lnTo>
                      <a:lnTo>
                        <a:pt x="31" y="36"/>
                      </a:lnTo>
                      <a:lnTo>
                        <a:pt x="28" y="32"/>
                      </a:lnTo>
                      <a:lnTo>
                        <a:pt x="25" y="26"/>
                      </a:lnTo>
                      <a:lnTo>
                        <a:pt x="23" y="22"/>
                      </a:lnTo>
                      <a:lnTo>
                        <a:pt x="21" y="17"/>
                      </a:lnTo>
                      <a:lnTo>
                        <a:pt x="20" y="12"/>
                      </a:lnTo>
                      <a:lnTo>
                        <a:pt x="18" y="5"/>
                      </a:lnTo>
                      <a:lnTo>
                        <a:pt x="18" y="0"/>
                      </a:lnTo>
                      <a:lnTo>
                        <a:pt x="0" y="0"/>
                      </a:lnTo>
                      <a:lnTo>
                        <a:pt x="1" y="7"/>
                      </a:lnTo>
                      <a:lnTo>
                        <a:pt x="2" y="15"/>
                      </a:lnTo>
                      <a:lnTo>
                        <a:pt x="4" y="21"/>
                      </a:lnTo>
                      <a:lnTo>
                        <a:pt x="7" y="29"/>
                      </a:lnTo>
                      <a:lnTo>
                        <a:pt x="10" y="35"/>
                      </a:lnTo>
                      <a:lnTo>
                        <a:pt x="13" y="41"/>
                      </a:lnTo>
                      <a:lnTo>
                        <a:pt x="17" y="47"/>
                      </a:lnTo>
                      <a:lnTo>
                        <a:pt x="22" y="52"/>
                      </a:lnTo>
                      <a:lnTo>
                        <a:pt x="35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49" name="Freeform 587"/>
                <p:cNvSpPr>
                  <a:spLocks/>
                </p:cNvSpPr>
                <p:nvPr/>
              </p:nvSpPr>
              <p:spPr bwMode="auto">
                <a:xfrm>
                  <a:off x="2638" y="1992"/>
                  <a:ext cx="40" cy="71"/>
                </a:xfrm>
                <a:custGeom>
                  <a:avLst/>
                  <a:gdLst>
                    <a:gd name="T0" fmla="*/ 31 w 40"/>
                    <a:gd name="T1" fmla="*/ 53 h 71"/>
                    <a:gd name="T2" fmla="*/ 40 w 40"/>
                    <a:gd name="T3" fmla="*/ 62 h 71"/>
                    <a:gd name="T4" fmla="*/ 39 w 40"/>
                    <a:gd name="T5" fmla="*/ 48 h 71"/>
                    <a:gd name="T6" fmla="*/ 37 w 40"/>
                    <a:gd name="T7" fmla="*/ 38 h 71"/>
                    <a:gd name="T8" fmla="*/ 33 w 40"/>
                    <a:gd name="T9" fmla="*/ 27 h 71"/>
                    <a:gd name="T10" fmla="*/ 29 w 40"/>
                    <a:gd name="T11" fmla="*/ 20 h 71"/>
                    <a:gd name="T12" fmla="*/ 23 w 40"/>
                    <a:gd name="T13" fmla="*/ 12 h 71"/>
                    <a:gd name="T14" fmla="*/ 19 w 40"/>
                    <a:gd name="T15" fmla="*/ 7 h 71"/>
                    <a:gd name="T16" fmla="*/ 15 w 40"/>
                    <a:gd name="T17" fmla="*/ 3 h 71"/>
                    <a:gd name="T18" fmla="*/ 13 w 40"/>
                    <a:gd name="T19" fmla="*/ 0 h 71"/>
                    <a:gd name="T20" fmla="*/ 0 w 40"/>
                    <a:gd name="T21" fmla="*/ 13 h 71"/>
                    <a:gd name="T22" fmla="*/ 3 w 40"/>
                    <a:gd name="T23" fmla="*/ 16 h 71"/>
                    <a:gd name="T24" fmla="*/ 6 w 40"/>
                    <a:gd name="T25" fmla="*/ 20 h 71"/>
                    <a:gd name="T26" fmla="*/ 9 w 40"/>
                    <a:gd name="T27" fmla="*/ 24 h 71"/>
                    <a:gd name="T28" fmla="*/ 14 w 40"/>
                    <a:gd name="T29" fmla="*/ 28 h 71"/>
                    <a:gd name="T30" fmla="*/ 17 w 40"/>
                    <a:gd name="T31" fmla="*/ 34 h 71"/>
                    <a:gd name="T32" fmla="*/ 20 w 40"/>
                    <a:gd name="T33" fmla="*/ 42 h 71"/>
                    <a:gd name="T34" fmla="*/ 22 w 40"/>
                    <a:gd name="T35" fmla="*/ 50 h 71"/>
                    <a:gd name="T36" fmla="*/ 22 w 40"/>
                    <a:gd name="T37" fmla="*/ 62 h 71"/>
                    <a:gd name="T38" fmla="*/ 31 w 40"/>
                    <a:gd name="T39" fmla="*/ 71 h 71"/>
                    <a:gd name="T40" fmla="*/ 22 w 40"/>
                    <a:gd name="T41" fmla="*/ 62 h 71"/>
                    <a:gd name="T42" fmla="*/ 22 w 40"/>
                    <a:gd name="T43" fmla="*/ 71 h 71"/>
                    <a:gd name="T44" fmla="*/ 31 w 40"/>
                    <a:gd name="T45" fmla="*/ 71 h 71"/>
                    <a:gd name="T46" fmla="*/ 31 w 40"/>
                    <a:gd name="T47" fmla="*/ 53 h 7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40"/>
                    <a:gd name="T73" fmla="*/ 0 h 71"/>
                    <a:gd name="T74" fmla="*/ 40 w 40"/>
                    <a:gd name="T75" fmla="*/ 71 h 7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40" h="71">
                      <a:moveTo>
                        <a:pt x="31" y="53"/>
                      </a:moveTo>
                      <a:lnTo>
                        <a:pt x="40" y="62"/>
                      </a:lnTo>
                      <a:lnTo>
                        <a:pt x="39" y="48"/>
                      </a:lnTo>
                      <a:lnTo>
                        <a:pt x="37" y="38"/>
                      </a:lnTo>
                      <a:lnTo>
                        <a:pt x="33" y="27"/>
                      </a:lnTo>
                      <a:lnTo>
                        <a:pt x="29" y="20"/>
                      </a:lnTo>
                      <a:lnTo>
                        <a:pt x="23" y="12"/>
                      </a:lnTo>
                      <a:lnTo>
                        <a:pt x="19" y="7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0" y="13"/>
                      </a:lnTo>
                      <a:lnTo>
                        <a:pt x="3" y="16"/>
                      </a:lnTo>
                      <a:lnTo>
                        <a:pt x="6" y="20"/>
                      </a:lnTo>
                      <a:lnTo>
                        <a:pt x="9" y="24"/>
                      </a:lnTo>
                      <a:lnTo>
                        <a:pt x="14" y="28"/>
                      </a:lnTo>
                      <a:lnTo>
                        <a:pt x="17" y="34"/>
                      </a:lnTo>
                      <a:lnTo>
                        <a:pt x="20" y="42"/>
                      </a:lnTo>
                      <a:lnTo>
                        <a:pt x="22" y="50"/>
                      </a:lnTo>
                      <a:lnTo>
                        <a:pt x="22" y="62"/>
                      </a:lnTo>
                      <a:lnTo>
                        <a:pt x="31" y="71"/>
                      </a:lnTo>
                      <a:lnTo>
                        <a:pt x="22" y="62"/>
                      </a:lnTo>
                      <a:lnTo>
                        <a:pt x="22" y="71"/>
                      </a:lnTo>
                      <a:lnTo>
                        <a:pt x="31" y="71"/>
                      </a:lnTo>
                      <a:lnTo>
                        <a:pt x="31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0" name="Freeform 588"/>
                <p:cNvSpPr>
                  <a:spLocks/>
                </p:cNvSpPr>
                <p:nvPr/>
              </p:nvSpPr>
              <p:spPr bwMode="auto">
                <a:xfrm>
                  <a:off x="2669" y="2045"/>
                  <a:ext cx="53" cy="18"/>
                </a:xfrm>
                <a:custGeom>
                  <a:avLst/>
                  <a:gdLst>
                    <a:gd name="T0" fmla="*/ 35 w 53"/>
                    <a:gd name="T1" fmla="*/ 9 h 18"/>
                    <a:gd name="T2" fmla="*/ 45 w 53"/>
                    <a:gd name="T3" fmla="*/ 0 h 18"/>
                    <a:gd name="T4" fmla="*/ 0 w 53"/>
                    <a:gd name="T5" fmla="*/ 0 h 18"/>
                    <a:gd name="T6" fmla="*/ 0 w 53"/>
                    <a:gd name="T7" fmla="*/ 18 h 18"/>
                    <a:gd name="T8" fmla="*/ 45 w 53"/>
                    <a:gd name="T9" fmla="*/ 18 h 18"/>
                    <a:gd name="T10" fmla="*/ 53 w 53"/>
                    <a:gd name="T11" fmla="*/ 9 h 18"/>
                    <a:gd name="T12" fmla="*/ 45 w 53"/>
                    <a:gd name="T13" fmla="*/ 18 h 18"/>
                    <a:gd name="T14" fmla="*/ 53 w 53"/>
                    <a:gd name="T15" fmla="*/ 18 h 18"/>
                    <a:gd name="T16" fmla="*/ 53 w 53"/>
                    <a:gd name="T17" fmla="*/ 9 h 18"/>
                    <a:gd name="T18" fmla="*/ 35 w 53"/>
                    <a:gd name="T19" fmla="*/ 9 h 1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3"/>
                    <a:gd name="T31" fmla="*/ 0 h 18"/>
                    <a:gd name="T32" fmla="*/ 53 w 53"/>
                    <a:gd name="T33" fmla="*/ 18 h 1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3" h="18">
                      <a:moveTo>
                        <a:pt x="35" y="9"/>
                      </a:moveTo>
                      <a:lnTo>
                        <a:pt x="45" y="0"/>
                      </a:lnTo>
                      <a:lnTo>
                        <a:pt x="0" y="0"/>
                      </a:lnTo>
                      <a:lnTo>
                        <a:pt x="0" y="18"/>
                      </a:lnTo>
                      <a:lnTo>
                        <a:pt x="45" y="18"/>
                      </a:lnTo>
                      <a:lnTo>
                        <a:pt x="53" y="9"/>
                      </a:lnTo>
                      <a:lnTo>
                        <a:pt x="45" y="18"/>
                      </a:lnTo>
                      <a:lnTo>
                        <a:pt x="53" y="18"/>
                      </a:lnTo>
                      <a:lnTo>
                        <a:pt x="53" y="9"/>
                      </a:lnTo>
                      <a:lnTo>
                        <a:pt x="35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1" name="Freeform 589"/>
                <p:cNvSpPr>
                  <a:spLocks/>
                </p:cNvSpPr>
                <p:nvPr/>
              </p:nvSpPr>
              <p:spPr bwMode="auto">
                <a:xfrm>
                  <a:off x="2653" y="2056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4 h 20"/>
                    <a:gd name="T6" fmla="*/ 1 w 10"/>
                    <a:gd name="T7" fmla="*/ 7 h 20"/>
                    <a:gd name="T8" fmla="*/ 0 w 10"/>
                    <a:gd name="T9" fmla="*/ 10 h 20"/>
                    <a:gd name="T10" fmla="*/ 1 w 10"/>
                    <a:gd name="T11" fmla="*/ 13 h 20"/>
                    <a:gd name="T12" fmla="*/ 3 w 10"/>
                    <a:gd name="T13" fmla="*/ 16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4"/>
                      </a:lnTo>
                      <a:lnTo>
                        <a:pt x="1" y="7"/>
                      </a:lnTo>
                      <a:lnTo>
                        <a:pt x="0" y="10"/>
                      </a:lnTo>
                      <a:lnTo>
                        <a:pt x="1" y="13"/>
                      </a:lnTo>
                      <a:lnTo>
                        <a:pt x="3" y="16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2" name="Freeform 590"/>
                <p:cNvSpPr>
                  <a:spLocks/>
                </p:cNvSpPr>
                <p:nvPr/>
              </p:nvSpPr>
              <p:spPr bwMode="auto">
                <a:xfrm>
                  <a:off x="2663" y="2056"/>
                  <a:ext cx="57" cy="20"/>
                </a:xfrm>
                <a:custGeom>
                  <a:avLst/>
                  <a:gdLst>
                    <a:gd name="T0" fmla="*/ 57 w 57"/>
                    <a:gd name="T1" fmla="*/ 10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0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0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3" name="Freeform 591"/>
                <p:cNvSpPr>
                  <a:spLocks/>
                </p:cNvSpPr>
                <p:nvPr/>
              </p:nvSpPr>
              <p:spPr bwMode="auto">
                <a:xfrm>
                  <a:off x="2720" y="2056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6 h 20"/>
                    <a:gd name="T6" fmla="*/ 9 w 10"/>
                    <a:gd name="T7" fmla="*/ 13 h 20"/>
                    <a:gd name="T8" fmla="*/ 10 w 10"/>
                    <a:gd name="T9" fmla="*/ 10 h 20"/>
                    <a:gd name="T10" fmla="*/ 9 w 10"/>
                    <a:gd name="T11" fmla="*/ 7 h 20"/>
                    <a:gd name="T12" fmla="*/ 7 w 10"/>
                    <a:gd name="T13" fmla="*/ 4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6"/>
                      </a:lnTo>
                      <a:lnTo>
                        <a:pt x="9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7" y="4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4" name="Freeform 592"/>
                <p:cNvSpPr>
                  <a:spLocks/>
                </p:cNvSpPr>
                <p:nvPr/>
              </p:nvSpPr>
              <p:spPr bwMode="auto">
                <a:xfrm>
                  <a:off x="2625" y="1887"/>
                  <a:ext cx="131" cy="166"/>
                </a:xfrm>
                <a:custGeom>
                  <a:avLst/>
                  <a:gdLst>
                    <a:gd name="T0" fmla="*/ 89 w 131"/>
                    <a:gd name="T1" fmla="*/ 154 h 166"/>
                    <a:gd name="T2" fmla="*/ 94 w 131"/>
                    <a:gd name="T3" fmla="*/ 135 h 166"/>
                    <a:gd name="T4" fmla="*/ 102 w 131"/>
                    <a:gd name="T5" fmla="*/ 122 h 166"/>
                    <a:gd name="T6" fmla="*/ 110 w 131"/>
                    <a:gd name="T7" fmla="*/ 115 h 166"/>
                    <a:gd name="T8" fmla="*/ 117 w 131"/>
                    <a:gd name="T9" fmla="*/ 107 h 166"/>
                    <a:gd name="T10" fmla="*/ 124 w 131"/>
                    <a:gd name="T11" fmla="*/ 97 h 166"/>
                    <a:gd name="T12" fmla="*/ 128 w 131"/>
                    <a:gd name="T13" fmla="*/ 85 h 166"/>
                    <a:gd name="T14" fmla="*/ 131 w 131"/>
                    <a:gd name="T15" fmla="*/ 72 h 166"/>
                    <a:gd name="T16" fmla="*/ 131 w 131"/>
                    <a:gd name="T17" fmla="*/ 58 h 166"/>
                    <a:gd name="T18" fmla="*/ 128 w 131"/>
                    <a:gd name="T19" fmla="*/ 47 h 166"/>
                    <a:gd name="T20" fmla="*/ 124 w 131"/>
                    <a:gd name="T21" fmla="*/ 34 h 166"/>
                    <a:gd name="T22" fmla="*/ 116 w 131"/>
                    <a:gd name="T23" fmla="*/ 24 h 166"/>
                    <a:gd name="T24" fmla="*/ 108 w 131"/>
                    <a:gd name="T25" fmla="*/ 14 h 166"/>
                    <a:gd name="T26" fmla="*/ 97 w 131"/>
                    <a:gd name="T27" fmla="*/ 8 h 166"/>
                    <a:gd name="T28" fmla="*/ 85 w 131"/>
                    <a:gd name="T29" fmla="*/ 3 h 166"/>
                    <a:gd name="T30" fmla="*/ 73 w 131"/>
                    <a:gd name="T31" fmla="*/ 0 h 166"/>
                    <a:gd name="T32" fmla="*/ 59 w 131"/>
                    <a:gd name="T33" fmla="*/ 0 h 166"/>
                    <a:gd name="T34" fmla="*/ 46 w 131"/>
                    <a:gd name="T35" fmla="*/ 3 h 166"/>
                    <a:gd name="T36" fmla="*/ 34 w 131"/>
                    <a:gd name="T37" fmla="*/ 8 h 166"/>
                    <a:gd name="T38" fmla="*/ 23 w 131"/>
                    <a:gd name="T39" fmla="*/ 14 h 166"/>
                    <a:gd name="T40" fmla="*/ 15 w 131"/>
                    <a:gd name="T41" fmla="*/ 24 h 166"/>
                    <a:gd name="T42" fmla="*/ 8 w 131"/>
                    <a:gd name="T43" fmla="*/ 34 h 166"/>
                    <a:gd name="T44" fmla="*/ 3 w 131"/>
                    <a:gd name="T45" fmla="*/ 47 h 166"/>
                    <a:gd name="T46" fmla="*/ 0 w 131"/>
                    <a:gd name="T47" fmla="*/ 58 h 166"/>
                    <a:gd name="T48" fmla="*/ 0 w 131"/>
                    <a:gd name="T49" fmla="*/ 72 h 166"/>
                    <a:gd name="T50" fmla="*/ 3 w 131"/>
                    <a:gd name="T51" fmla="*/ 85 h 166"/>
                    <a:gd name="T52" fmla="*/ 7 w 131"/>
                    <a:gd name="T53" fmla="*/ 97 h 166"/>
                    <a:gd name="T54" fmla="*/ 15 w 131"/>
                    <a:gd name="T55" fmla="*/ 107 h 166"/>
                    <a:gd name="T56" fmla="*/ 21 w 131"/>
                    <a:gd name="T57" fmla="*/ 115 h 166"/>
                    <a:gd name="T58" fmla="*/ 29 w 131"/>
                    <a:gd name="T59" fmla="*/ 122 h 166"/>
                    <a:gd name="T60" fmla="*/ 37 w 131"/>
                    <a:gd name="T61" fmla="*/ 135 h 166"/>
                    <a:gd name="T62" fmla="*/ 43 w 131"/>
                    <a:gd name="T63" fmla="*/ 154 h 166"/>
                    <a:gd name="T64" fmla="*/ 87 w 131"/>
                    <a:gd name="T65" fmla="*/ 166 h 16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1"/>
                    <a:gd name="T100" fmla="*/ 0 h 166"/>
                    <a:gd name="T101" fmla="*/ 131 w 131"/>
                    <a:gd name="T102" fmla="*/ 166 h 16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1" h="166">
                      <a:moveTo>
                        <a:pt x="87" y="166"/>
                      </a:moveTo>
                      <a:lnTo>
                        <a:pt x="89" y="154"/>
                      </a:lnTo>
                      <a:lnTo>
                        <a:pt x="91" y="144"/>
                      </a:lnTo>
                      <a:lnTo>
                        <a:pt x="94" y="135"/>
                      </a:lnTo>
                      <a:lnTo>
                        <a:pt x="98" y="129"/>
                      </a:lnTo>
                      <a:lnTo>
                        <a:pt x="102" y="122"/>
                      </a:lnTo>
                      <a:lnTo>
                        <a:pt x="107" y="118"/>
                      </a:lnTo>
                      <a:lnTo>
                        <a:pt x="110" y="115"/>
                      </a:lnTo>
                      <a:lnTo>
                        <a:pt x="113" y="112"/>
                      </a:lnTo>
                      <a:lnTo>
                        <a:pt x="117" y="107"/>
                      </a:lnTo>
                      <a:lnTo>
                        <a:pt x="121" y="102"/>
                      </a:lnTo>
                      <a:lnTo>
                        <a:pt x="124" y="97"/>
                      </a:lnTo>
                      <a:lnTo>
                        <a:pt x="126" y="91"/>
                      </a:lnTo>
                      <a:lnTo>
                        <a:pt x="128" y="85"/>
                      </a:lnTo>
                      <a:lnTo>
                        <a:pt x="130" y="79"/>
                      </a:lnTo>
                      <a:lnTo>
                        <a:pt x="131" y="72"/>
                      </a:lnTo>
                      <a:lnTo>
                        <a:pt x="131" y="66"/>
                      </a:lnTo>
                      <a:lnTo>
                        <a:pt x="131" y="58"/>
                      </a:lnTo>
                      <a:lnTo>
                        <a:pt x="130" y="52"/>
                      </a:lnTo>
                      <a:lnTo>
                        <a:pt x="128" y="47"/>
                      </a:lnTo>
                      <a:lnTo>
                        <a:pt x="126" y="40"/>
                      </a:lnTo>
                      <a:lnTo>
                        <a:pt x="124" y="34"/>
                      </a:lnTo>
                      <a:lnTo>
                        <a:pt x="120" y="28"/>
                      </a:lnTo>
                      <a:lnTo>
                        <a:pt x="116" y="24"/>
                      </a:lnTo>
                      <a:lnTo>
                        <a:pt x="112" y="19"/>
                      </a:lnTo>
                      <a:lnTo>
                        <a:pt x="108" y="14"/>
                      </a:lnTo>
                      <a:lnTo>
                        <a:pt x="102" y="11"/>
                      </a:lnTo>
                      <a:lnTo>
                        <a:pt x="97" y="8"/>
                      </a:lnTo>
                      <a:lnTo>
                        <a:pt x="91" y="5"/>
                      </a:lnTo>
                      <a:lnTo>
                        <a:pt x="85" y="3"/>
                      </a:lnTo>
                      <a:lnTo>
                        <a:pt x="79" y="1"/>
                      </a:lnTo>
                      <a:lnTo>
                        <a:pt x="73" y="0"/>
                      </a:lnTo>
                      <a:lnTo>
                        <a:pt x="66" y="0"/>
                      </a:lnTo>
                      <a:lnTo>
                        <a:pt x="59" y="0"/>
                      </a:lnTo>
                      <a:lnTo>
                        <a:pt x="52" y="1"/>
                      </a:lnTo>
                      <a:lnTo>
                        <a:pt x="46" y="3"/>
                      </a:lnTo>
                      <a:lnTo>
                        <a:pt x="40" y="5"/>
                      </a:lnTo>
                      <a:lnTo>
                        <a:pt x="34" y="8"/>
                      </a:lnTo>
                      <a:lnTo>
                        <a:pt x="29" y="11"/>
                      </a:lnTo>
                      <a:lnTo>
                        <a:pt x="23" y="14"/>
                      </a:lnTo>
                      <a:lnTo>
                        <a:pt x="19" y="19"/>
                      </a:lnTo>
                      <a:lnTo>
                        <a:pt x="15" y="24"/>
                      </a:lnTo>
                      <a:lnTo>
                        <a:pt x="12" y="28"/>
                      </a:lnTo>
                      <a:lnTo>
                        <a:pt x="8" y="34"/>
                      </a:lnTo>
                      <a:lnTo>
                        <a:pt x="5" y="40"/>
                      </a:lnTo>
                      <a:lnTo>
                        <a:pt x="3" y="47"/>
                      </a:lnTo>
                      <a:lnTo>
                        <a:pt x="1" y="52"/>
                      </a:lnTo>
                      <a:lnTo>
                        <a:pt x="0" y="58"/>
                      </a:lnTo>
                      <a:lnTo>
                        <a:pt x="0" y="66"/>
                      </a:lnTo>
                      <a:lnTo>
                        <a:pt x="0" y="72"/>
                      </a:lnTo>
                      <a:lnTo>
                        <a:pt x="1" y="79"/>
                      </a:lnTo>
                      <a:lnTo>
                        <a:pt x="3" y="85"/>
                      </a:lnTo>
                      <a:lnTo>
                        <a:pt x="5" y="91"/>
                      </a:lnTo>
                      <a:lnTo>
                        <a:pt x="7" y="97"/>
                      </a:lnTo>
                      <a:lnTo>
                        <a:pt x="11" y="102"/>
                      </a:lnTo>
                      <a:lnTo>
                        <a:pt x="15" y="107"/>
                      </a:lnTo>
                      <a:lnTo>
                        <a:pt x="18" y="112"/>
                      </a:lnTo>
                      <a:lnTo>
                        <a:pt x="21" y="115"/>
                      </a:lnTo>
                      <a:lnTo>
                        <a:pt x="24" y="118"/>
                      </a:lnTo>
                      <a:lnTo>
                        <a:pt x="29" y="122"/>
                      </a:lnTo>
                      <a:lnTo>
                        <a:pt x="33" y="129"/>
                      </a:lnTo>
                      <a:lnTo>
                        <a:pt x="37" y="135"/>
                      </a:lnTo>
                      <a:lnTo>
                        <a:pt x="40" y="144"/>
                      </a:lnTo>
                      <a:lnTo>
                        <a:pt x="43" y="154"/>
                      </a:lnTo>
                      <a:lnTo>
                        <a:pt x="44" y="166"/>
                      </a:lnTo>
                      <a:lnTo>
                        <a:pt x="87" y="16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5" name="Freeform 593"/>
                <p:cNvSpPr>
                  <a:spLocks/>
                </p:cNvSpPr>
                <p:nvPr/>
              </p:nvSpPr>
              <p:spPr bwMode="auto">
                <a:xfrm>
                  <a:off x="2653" y="2068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7 h 20"/>
                    <a:gd name="T8" fmla="*/ 0 w 10"/>
                    <a:gd name="T9" fmla="*/ 11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7"/>
                      </a:lnTo>
                      <a:lnTo>
                        <a:pt x="0" y="11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6" name="Freeform 594"/>
                <p:cNvSpPr>
                  <a:spLocks/>
                </p:cNvSpPr>
                <p:nvPr/>
              </p:nvSpPr>
              <p:spPr bwMode="auto">
                <a:xfrm>
                  <a:off x="2663" y="2068"/>
                  <a:ext cx="57" cy="20"/>
                </a:xfrm>
                <a:custGeom>
                  <a:avLst/>
                  <a:gdLst>
                    <a:gd name="T0" fmla="*/ 57 w 57"/>
                    <a:gd name="T1" fmla="*/ 11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11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11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7" name="Freeform 595"/>
                <p:cNvSpPr>
                  <a:spLocks/>
                </p:cNvSpPr>
                <p:nvPr/>
              </p:nvSpPr>
              <p:spPr bwMode="auto">
                <a:xfrm>
                  <a:off x="2720" y="2068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11 h 20"/>
                    <a:gd name="T10" fmla="*/ 9 w 10"/>
                    <a:gd name="T11" fmla="*/ 7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11"/>
                      </a:lnTo>
                      <a:lnTo>
                        <a:pt x="9" y="7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8" name="Freeform 596"/>
                <p:cNvSpPr>
                  <a:spLocks/>
                </p:cNvSpPr>
                <p:nvPr/>
              </p:nvSpPr>
              <p:spPr bwMode="auto">
                <a:xfrm>
                  <a:off x="2653" y="2080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59" name="Freeform 597"/>
                <p:cNvSpPr>
                  <a:spLocks/>
                </p:cNvSpPr>
                <p:nvPr/>
              </p:nvSpPr>
              <p:spPr bwMode="auto">
                <a:xfrm>
                  <a:off x="2663" y="2080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0" name="Freeform 598"/>
                <p:cNvSpPr>
                  <a:spLocks/>
                </p:cNvSpPr>
                <p:nvPr/>
              </p:nvSpPr>
              <p:spPr bwMode="auto">
                <a:xfrm>
                  <a:off x="2720" y="2080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1" name="Freeform 599"/>
                <p:cNvSpPr>
                  <a:spLocks/>
                </p:cNvSpPr>
                <p:nvPr/>
              </p:nvSpPr>
              <p:spPr bwMode="auto">
                <a:xfrm>
                  <a:off x="2653" y="2092"/>
                  <a:ext cx="10" cy="20"/>
                </a:xfrm>
                <a:custGeom>
                  <a:avLst/>
                  <a:gdLst>
                    <a:gd name="T0" fmla="*/ 10 w 10"/>
                    <a:gd name="T1" fmla="*/ 0 h 20"/>
                    <a:gd name="T2" fmla="*/ 6 w 10"/>
                    <a:gd name="T3" fmla="*/ 1 h 20"/>
                    <a:gd name="T4" fmla="*/ 3 w 10"/>
                    <a:gd name="T5" fmla="*/ 3 h 20"/>
                    <a:gd name="T6" fmla="*/ 1 w 10"/>
                    <a:gd name="T7" fmla="*/ 6 h 20"/>
                    <a:gd name="T8" fmla="*/ 0 w 10"/>
                    <a:gd name="T9" fmla="*/ 9 h 20"/>
                    <a:gd name="T10" fmla="*/ 1 w 10"/>
                    <a:gd name="T11" fmla="*/ 14 h 20"/>
                    <a:gd name="T12" fmla="*/ 3 w 10"/>
                    <a:gd name="T13" fmla="*/ 17 h 20"/>
                    <a:gd name="T14" fmla="*/ 6 w 10"/>
                    <a:gd name="T15" fmla="*/ 19 h 20"/>
                    <a:gd name="T16" fmla="*/ 10 w 10"/>
                    <a:gd name="T17" fmla="*/ 20 h 20"/>
                    <a:gd name="T18" fmla="*/ 10 w 10"/>
                    <a:gd name="T19" fmla="*/ 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10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1" y="14"/>
                      </a:lnTo>
                      <a:lnTo>
                        <a:pt x="3" y="17"/>
                      </a:lnTo>
                      <a:lnTo>
                        <a:pt x="6" y="19"/>
                      </a:lnTo>
                      <a:lnTo>
                        <a:pt x="10" y="2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2" name="Freeform 600"/>
                <p:cNvSpPr>
                  <a:spLocks/>
                </p:cNvSpPr>
                <p:nvPr/>
              </p:nvSpPr>
              <p:spPr bwMode="auto">
                <a:xfrm>
                  <a:off x="2663" y="2092"/>
                  <a:ext cx="57" cy="20"/>
                </a:xfrm>
                <a:custGeom>
                  <a:avLst/>
                  <a:gdLst>
                    <a:gd name="T0" fmla="*/ 57 w 57"/>
                    <a:gd name="T1" fmla="*/ 9 h 20"/>
                    <a:gd name="T2" fmla="*/ 57 w 57"/>
                    <a:gd name="T3" fmla="*/ 0 h 20"/>
                    <a:gd name="T4" fmla="*/ 0 w 57"/>
                    <a:gd name="T5" fmla="*/ 0 h 20"/>
                    <a:gd name="T6" fmla="*/ 0 w 57"/>
                    <a:gd name="T7" fmla="*/ 20 h 20"/>
                    <a:gd name="T8" fmla="*/ 57 w 57"/>
                    <a:gd name="T9" fmla="*/ 20 h 20"/>
                    <a:gd name="T10" fmla="*/ 57 w 57"/>
                    <a:gd name="T11" fmla="*/ 9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20"/>
                    <a:gd name="T20" fmla="*/ 57 w 57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20">
                      <a:moveTo>
                        <a:pt x="57" y="9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57" y="20"/>
                      </a:lnTo>
                      <a:lnTo>
                        <a:pt x="57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3" name="Freeform 601"/>
                <p:cNvSpPr>
                  <a:spLocks/>
                </p:cNvSpPr>
                <p:nvPr/>
              </p:nvSpPr>
              <p:spPr bwMode="auto">
                <a:xfrm>
                  <a:off x="2720" y="2092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4 w 10"/>
                    <a:gd name="T3" fmla="*/ 19 h 20"/>
                    <a:gd name="T4" fmla="*/ 7 w 10"/>
                    <a:gd name="T5" fmla="*/ 17 h 20"/>
                    <a:gd name="T6" fmla="*/ 9 w 10"/>
                    <a:gd name="T7" fmla="*/ 14 h 20"/>
                    <a:gd name="T8" fmla="*/ 10 w 10"/>
                    <a:gd name="T9" fmla="*/ 9 h 20"/>
                    <a:gd name="T10" fmla="*/ 9 w 10"/>
                    <a:gd name="T11" fmla="*/ 6 h 20"/>
                    <a:gd name="T12" fmla="*/ 7 w 10"/>
                    <a:gd name="T13" fmla="*/ 3 h 20"/>
                    <a:gd name="T14" fmla="*/ 4 w 10"/>
                    <a:gd name="T15" fmla="*/ 1 h 20"/>
                    <a:gd name="T16" fmla="*/ 0 w 10"/>
                    <a:gd name="T17" fmla="*/ 0 h 20"/>
                    <a:gd name="T18" fmla="*/ 0 w 10"/>
                    <a:gd name="T19" fmla="*/ 20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0"/>
                    <a:gd name="T31" fmla="*/ 0 h 20"/>
                    <a:gd name="T32" fmla="*/ 10 w 10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0" h="20">
                      <a:moveTo>
                        <a:pt x="0" y="20"/>
                      </a:moveTo>
                      <a:lnTo>
                        <a:pt x="4" y="19"/>
                      </a:lnTo>
                      <a:lnTo>
                        <a:pt x="7" y="17"/>
                      </a:lnTo>
                      <a:lnTo>
                        <a:pt x="9" y="14"/>
                      </a:lnTo>
                      <a:lnTo>
                        <a:pt x="10" y="9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4" name="Freeform 602"/>
                <p:cNvSpPr>
                  <a:spLocks/>
                </p:cNvSpPr>
                <p:nvPr/>
              </p:nvSpPr>
              <p:spPr bwMode="auto">
                <a:xfrm>
                  <a:off x="2660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5" name="Freeform 603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6" name="Freeform 604"/>
                <p:cNvSpPr>
                  <a:spLocks/>
                </p:cNvSpPr>
                <p:nvPr/>
              </p:nvSpPr>
              <p:spPr bwMode="auto">
                <a:xfrm>
                  <a:off x="272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7" name="Freeform 605"/>
                <p:cNvSpPr>
                  <a:spLocks/>
                </p:cNvSpPr>
                <p:nvPr/>
              </p:nvSpPr>
              <p:spPr bwMode="auto">
                <a:xfrm>
                  <a:off x="266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8" name="Freeform 606"/>
                <p:cNvSpPr>
                  <a:spLocks/>
                </p:cNvSpPr>
                <p:nvPr/>
              </p:nvSpPr>
              <p:spPr bwMode="auto">
                <a:xfrm>
                  <a:off x="2663" y="2075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3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69" name="Freeform 607"/>
                <p:cNvSpPr>
                  <a:spLocks/>
                </p:cNvSpPr>
                <p:nvPr/>
              </p:nvSpPr>
              <p:spPr bwMode="auto">
                <a:xfrm>
                  <a:off x="272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0" name="Freeform 608"/>
                <p:cNvSpPr>
                  <a:spLocks/>
                </p:cNvSpPr>
                <p:nvPr/>
              </p:nvSpPr>
              <p:spPr bwMode="auto">
                <a:xfrm>
                  <a:off x="266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1" name="Freeform 609"/>
                <p:cNvSpPr>
                  <a:spLocks/>
                </p:cNvSpPr>
                <p:nvPr/>
              </p:nvSpPr>
              <p:spPr bwMode="auto">
                <a:xfrm>
                  <a:off x="2663" y="2087"/>
                  <a:ext cx="57" cy="6"/>
                </a:xfrm>
                <a:custGeom>
                  <a:avLst/>
                  <a:gdLst>
                    <a:gd name="T0" fmla="*/ 57 w 57"/>
                    <a:gd name="T1" fmla="*/ 2 h 6"/>
                    <a:gd name="T2" fmla="*/ 57 w 57"/>
                    <a:gd name="T3" fmla="*/ 0 h 6"/>
                    <a:gd name="T4" fmla="*/ 0 w 57"/>
                    <a:gd name="T5" fmla="*/ 0 h 6"/>
                    <a:gd name="T6" fmla="*/ 0 w 57"/>
                    <a:gd name="T7" fmla="*/ 6 h 6"/>
                    <a:gd name="T8" fmla="*/ 57 w 57"/>
                    <a:gd name="T9" fmla="*/ 6 h 6"/>
                    <a:gd name="T10" fmla="*/ 57 w 5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6"/>
                    <a:gd name="T20" fmla="*/ 57 w 5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6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7" y="6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2" name="Freeform 610"/>
                <p:cNvSpPr>
                  <a:spLocks/>
                </p:cNvSpPr>
                <p:nvPr/>
              </p:nvSpPr>
              <p:spPr bwMode="auto">
                <a:xfrm>
                  <a:off x="272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3" name="Freeform 611"/>
                <p:cNvSpPr>
                  <a:spLocks/>
                </p:cNvSpPr>
                <p:nvPr/>
              </p:nvSpPr>
              <p:spPr bwMode="auto">
                <a:xfrm>
                  <a:off x="266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4" name="Freeform 612"/>
                <p:cNvSpPr>
                  <a:spLocks/>
                </p:cNvSpPr>
                <p:nvPr/>
              </p:nvSpPr>
              <p:spPr bwMode="auto">
                <a:xfrm>
                  <a:off x="2663" y="2099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0 h 5"/>
                    <a:gd name="T4" fmla="*/ 0 w 57"/>
                    <a:gd name="T5" fmla="*/ 0 h 5"/>
                    <a:gd name="T6" fmla="*/ 0 w 57"/>
                    <a:gd name="T7" fmla="*/ 5 h 5"/>
                    <a:gd name="T8" fmla="*/ 57 w 57"/>
                    <a:gd name="T9" fmla="*/ 5 h 5"/>
                    <a:gd name="T10" fmla="*/ 57 w 5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5"/>
                    <a:gd name="T20" fmla="*/ 57 w 5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5">
                      <a:moveTo>
                        <a:pt x="57" y="2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5" name="Freeform 613"/>
                <p:cNvSpPr>
                  <a:spLocks/>
                </p:cNvSpPr>
                <p:nvPr/>
              </p:nvSpPr>
              <p:spPr bwMode="auto">
                <a:xfrm>
                  <a:off x="2720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6" name="Freeform 614"/>
                <p:cNvSpPr>
                  <a:spLocks/>
                </p:cNvSpPr>
                <p:nvPr/>
              </p:nvSpPr>
              <p:spPr bwMode="auto">
                <a:xfrm>
                  <a:off x="2661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7" name="Freeform 615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54" cy="6"/>
                </a:xfrm>
                <a:custGeom>
                  <a:avLst/>
                  <a:gdLst>
                    <a:gd name="T0" fmla="*/ 54 w 54"/>
                    <a:gd name="T1" fmla="*/ 3 h 6"/>
                    <a:gd name="T2" fmla="*/ 54 w 54"/>
                    <a:gd name="T3" fmla="*/ 0 h 6"/>
                    <a:gd name="T4" fmla="*/ 0 w 54"/>
                    <a:gd name="T5" fmla="*/ 0 h 6"/>
                    <a:gd name="T6" fmla="*/ 0 w 54"/>
                    <a:gd name="T7" fmla="*/ 6 h 6"/>
                    <a:gd name="T8" fmla="*/ 54 w 54"/>
                    <a:gd name="T9" fmla="*/ 6 h 6"/>
                    <a:gd name="T10" fmla="*/ 54 w 5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4"/>
                    <a:gd name="T19" fmla="*/ 0 h 6"/>
                    <a:gd name="T20" fmla="*/ 54 w 5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4" h="6">
                      <a:moveTo>
                        <a:pt x="54" y="3"/>
                      </a:moveTo>
                      <a:lnTo>
                        <a:pt x="5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4" y="6"/>
                      </a:lnTo>
                      <a:lnTo>
                        <a:pt x="54" y="3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8" name="Freeform 616"/>
                <p:cNvSpPr>
                  <a:spLocks/>
                </p:cNvSpPr>
                <p:nvPr/>
              </p:nvSpPr>
              <p:spPr bwMode="auto">
                <a:xfrm>
                  <a:off x="271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6565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79" name="Freeform 617"/>
                <p:cNvSpPr>
                  <a:spLocks/>
                </p:cNvSpPr>
                <p:nvPr/>
              </p:nvSpPr>
              <p:spPr bwMode="auto">
                <a:xfrm>
                  <a:off x="2663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0" name="Freeform 618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50" cy="6"/>
                </a:xfrm>
                <a:custGeom>
                  <a:avLst/>
                  <a:gdLst>
                    <a:gd name="T0" fmla="*/ 50 w 50"/>
                    <a:gd name="T1" fmla="*/ 3 h 6"/>
                    <a:gd name="T2" fmla="*/ 50 w 50"/>
                    <a:gd name="T3" fmla="*/ 0 h 6"/>
                    <a:gd name="T4" fmla="*/ 0 w 50"/>
                    <a:gd name="T5" fmla="*/ 0 h 6"/>
                    <a:gd name="T6" fmla="*/ 0 w 50"/>
                    <a:gd name="T7" fmla="*/ 6 h 6"/>
                    <a:gd name="T8" fmla="*/ 50 w 50"/>
                    <a:gd name="T9" fmla="*/ 6 h 6"/>
                    <a:gd name="T10" fmla="*/ 50 w 50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0"/>
                    <a:gd name="T19" fmla="*/ 0 h 6"/>
                    <a:gd name="T20" fmla="*/ 50 w 50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0" h="6">
                      <a:moveTo>
                        <a:pt x="50" y="3"/>
                      </a:move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0" y="6"/>
                      </a:lnTo>
                      <a:lnTo>
                        <a:pt x="50" y="3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1" name="Freeform 619"/>
                <p:cNvSpPr>
                  <a:spLocks/>
                </p:cNvSpPr>
                <p:nvPr/>
              </p:nvSpPr>
              <p:spPr bwMode="auto">
                <a:xfrm>
                  <a:off x="2717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2" name="Freeform 620"/>
                <p:cNvSpPr>
                  <a:spLocks/>
                </p:cNvSpPr>
                <p:nvPr/>
              </p:nvSpPr>
              <p:spPr bwMode="auto">
                <a:xfrm>
                  <a:off x="2664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3" name="Freeform 621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48" cy="6"/>
                </a:xfrm>
                <a:custGeom>
                  <a:avLst/>
                  <a:gdLst>
                    <a:gd name="T0" fmla="*/ 48 w 48"/>
                    <a:gd name="T1" fmla="*/ 3 h 6"/>
                    <a:gd name="T2" fmla="*/ 48 w 48"/>
                    <a:gd name="T3" fmla="*/ 0 h 6"/>
                    <a:gd name="T4" fmla="*/ 0 w 48"/>
                    <a:gd name="T5" fmla="*/ 0 h 6"/>
                    <a:gd name="T6" fmla="*/ 0 w 48"/>
                    <a:gd name="T7" fmla="*/ 6 h 6"/>
                    <a:gd name="T8" fmla="*/ 48 w 48"/>
                    <a:gd name="T9" fmla="*/ 6 h 6"/>
                    <a:gd name="T10" fmla="*/ 48 w 4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8"/>
                    <a:gd name="T19" fmla="*/ 0 h 6"/>
                    <a:gd name="T20" fmla="*/ 48 w 4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8" h="6">
                      <a:moveTo>
                        <a:pt x="48" y="3"/>
                      </a:moveTo>
                      <a:lnTo>
                        <a:pt x="4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8" y="6"/>
                      </a:lnTo>
                      <a:lnTo>
                        <a:pt x="48" y="3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4" name="Freeform 622"/>
                <p:cNvSpPr>
                  <a:spLocks/>
                </p:cNvSpPr>
                <p:nvPr/>
              </p:nvSpPr>
              <p:spPr bwMode="auto">
                <a:xfrm>
                  <a:off x="2716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8686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5" name="Freeform 623"/>
                <p:cNvSpPr>
                  <a:spLocks/>
                </p:cNvSpPr>
                <p:nvPr/>
              </p:nvSpPr>
              <p:spPr bwMode="auto">
                <a:xfrm>
                  <a:off x="266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6" name="Freeform 624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7" name="Freeform 625"/>
                <p:cNvSpPr>
                  <a:spLocks/>
                </p:cNvSpPr>
                <p:nvPr/>
              </p:nvSpPr>
              <p:spPr bwMode="auto">
                <a:xfrm>
                  <a:off x="2715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8" name="Freeform 626"/>
                <p:cNvSpPr>
                  <a:spLocks/>
                </p:cNvSpPr>
                <p:nvPr/>
              </p:nvSpPr>
              <p:spPr bwMode="auto">
                <a:xfrm>
                  <a:off x="266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89" name="Freeform 627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0" name="Freeform 628"/>
                <p:cNvSpPr>
                  <a:spLocks/>
                </p:cNvSpPr>
                <p:nvPr/>
              </p:nvSpPr>
              <p:spPr bwMode="auto">
                <a:xfrm>
                  <a:off x="2712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1" name="Freeform 629"/>
                <p:cNvSpPr>
                  <a:spLocks/>
                </p:cNvSpPr>
                <p:nvPr/>
              </p:nvSpPr>
              <p:spPr bwMode="auto">
                <a:xfrm>
                  <a:off x="2669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2" name="Freeform 630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39" cy="6"/>
                </a:xfrm>
                <a:custGeom>
                  <a:avLst/>
                  <a:gdLst>
                    <a:gd name="T0" fmla="*/ 39 w 39"/>
                    <a:gd name="T1" fmla="*/ 3 h 6"/>
                    <a:gd name="T2" fmla="*/ 39 w 39"/>
                    <a:gd name="T3" fmla="*/ 0 h 6"/>
                    <a:gd name="T4" fmla="*/ 0 w 39"/>
                    <a:gd name="T5" fmla="*/ 0 h 6"/>
                    <a:gd name="T6" fmla="*/ 0 w 39"/>
                    <a:gd name="T7" fmla="*/ 6 h 6"/>
                    <a:gd name="T8" fmla="*/ 39 w 39"/>
                    <a:gd name="T9" fmla="*/ 6 h 6"/>
                    <a:gd name="T10" fmla="*/ 39 w 3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"/>
                    <a:gd name="T19" fmla="*/ 0 h 6"/>
                    <a:gd name="T20" fmla="*/ 39 w 3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" h="6">
                      <a:moveTo>
                        <a:pt x="39" y="3"/>
                      </a:moveTo>
                      <a:lnTo>
                        <a:pt x="3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9" y="6"/>
                      </a:lnTo>
                      <a:lnTo>
                        <a:pt x="39" y="3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3" name="Freeform 631"/>
                <p:cNvSpPr>
                  <a:spLocks/>
                </p:cNvSpPr>
                <p:nvPr/>
              </p:nvSpPr>
              <p:spPr bwMode="auto">
                <a:xfrm>
                  <a:off x="2711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4848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4" name="Freeform 632"/>
                <p:cNvSpPr>
                  <a:spLocks/>
                </p:cNvSpPr>
                <p:nvPr/>
              </p:nvSpPr>
              <p:spPr bwMode="auto">
                <a:xfrm>
                  <a:off x="2671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5" name="Freeform 633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6" name="Freeform 634"/>
                <p:cNvSpPr>
                  <a:spLocks/>
                </p:cNvSpPr>
                <p:nvPr/>
              </p:nvSpPr>
              <p:spPr bwMode="auto">
                <a:xfrm>
                  <a:off x="271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7" name="Freeform 635"/>
                <p:cNvSpPr>
                  <a:spLocks/>
                </p:cNvSpPr>
                <p:nvPr/>
              </p:nvSpPr>
              <p:spPr bwMode="auto">
                <a:xfrm>
                  <a:off x="2672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8" name="Freeform 636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5" cy="6"/>
                </a:xfrm>
                <a:custGeom>
                  <a:avLst/>
                  <a:gdLst>
                    <a:gd name="T0" fmla="*/ 35 w 35"/>
                    <a:gd name="T1" fmla="*/ 3 h 6"/>
                    <a:gd name="T2" fmla="*/ 35 w 35"/>
                    <a:gd name="T3" fmla="*/ 0 h 6"/>
                    <a:gd name="T4" fmla="*/ 0 w 35"/>
                    <a:gd name="T5" fmla="*/ 0 h 6"/>
                    <a:gd name="T6" fmla="*/ 0 w 35"/>
                    <a:gd name="T7" fmla="*/ 6 h 6"/>
                    <a:gd name="T8" fmla="*/ 35 w 35"/>
                    <a:gd name="T9" fmla="*/ 6 h 6"/>
                    <a:gd name="T10" fmla="*/ 35 w 3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5"/>
                    <a:gd name="T19" fmla="*/ 0 h 6"/>
                    <a:gd name="T20" fmla="*/ 35 w 3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5" h="6">
                      <a:moveTo>
                        <a:pt x="35" y="3"/>
                      </a:move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5" y="6"/>
                      </a:lnTo>
                      <a:lnTo>
                        <a:pt x="35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599" name="Freeform 637"/>
                <p:cNvSpPr>
                  <a:spLocks/>
                </p:cNvSpPr>
                <p:nvPr/>
              </p:nvSpPr>
              <p:spPr bwMode="auto">
                <a:xfrm>
                  <a:off x="2709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0" name="Freeform 638"/>
                <p:cNvSpPr>
                  <a:spLocks/>
                </p:cNvSpPr>
                <p:nvPr/>
              </p:nvSpPr>
              <p:spPr bwMode="auto">
                <a:xfrm>
                  <a:off x="2673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1" name="Freeform 639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32" cy="6"/>
                </a:xfrm>
                <a:custGeom>
                  <a:avLst/>
                  <a:gdLst>
                    <a:gd name="T0" fmla="*/ 32 w 32"/>
                    <a:gd name="T1" fmla="*/ 3 h 6"/>
                    <a:gd name="T2" fmla="*/ 32 w 32"/>
                    <a:gd name="T3" fmla="*/ 0 h 6"/>
                    <a:gd name="T4" fmla="*/ 0 w 32"/>
                    <a:gd name="T5" fmla="*/ 0 h 6"/>
                    <a:gd name="T6" fmla="*/ 0 w 32"/>
                    <a:gd name="T7" fmla="*/ 6 h 6"/>
                    <a:gd name="T8" fmla="*/ 32 w 32"/>
                    <a:gd name="T9" fmla="*/ 6 h 6"/>
                    <a:gd name="T10" fmla="*/ 32 w 3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2"/>
                    <a:gd name="T19" fmla="*/ 0 h 6"/>
                    <a:gd name="T20" fmla="*/ 32 w 3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2" h="6">
                      <a:moveTo>
                        <a:pt x="32" y="3"/>
                      </a:moveTo>
                      <a:lnTo>
                        <a:pt x="3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2" y="6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2" name="Freeform 640"/>
                <p:cNvSpPr>
                  <a:spLocks/>
                </p:cNvSpPr>
                <p:nvPr/>
              </p:nvSpPr>
              <p:spPr bwMode="auto">
                <a:xfrm>
                  <a:off x="2708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3" name="Freeform 641"/>
                <p:cNvSpPr>
                  <a:spLocks/>
                </p:cNvSpPr>
                <p:nvPr/>
              </p:nvSpPr>
              <p:spPr bwMode="auto">
                <a:xfrm>
                  <a:off x="267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4" name="Freeform 642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29" cy="6"/>
                </a:xfrm>
                <a:custGeom>
                  <a:avLst/>
                  <a:gdLst>
                    <a:gd name="T0" fmla="*/ 29 w 29"/>
                    <a:gd name="T1" fmla="*/ 3 h 6"/>
                    <a:gd name="T2" fmla="*/ 29 w 29"/>
                    <a:gd name="T3" fmla="*/ 0 h 6"/>
                    <a:gd name="T4" fmla="*/ 0 w 29"/>
                    <a:gd name="T5" fmla="*/ 0 h 6"/>
                    <a:gd name="T6" fmla="*/ 0 w 29"/>
                    <a:gd name="T7" fmla="*/ 6 h 6"/>
                    <a:gd name="T8" fmla="*/ 29 w 29"/>
                    <a:gd name="T9" fmla="*/ 6 h 6"/>
                    <a:gd name="T10" fmla="*/ 29 w 2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9"/>
                    <a:gd name="T19" fmla="*/ 0 h 6"/>
                    <a:gd name="T20" fmla="*/ 29 w 2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9" h="6">
                      <a:moveTo>
                        <a:pt x="29" y="3"/>
                      </a:move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5" name="Freeform 643"/>
                <p:cNvSpPr>
                  <a:spLocks/>
                </p:cNvSpPr>
                <p:nvPr/>
              </p:nvSpPr>
              <p:spPr bwMode="auto">
                <a:xfrm>
                  <a:off x="2706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6" name="Freeform 644"/>
                <p:cNvSpPr>
                  <a:spLocks/>
                </p:cNvSpPr>
                <p:nvPr/>
              </p:nvSpPr>
              <p:spPr bwMode="auto">
                <a:xfrm>
                  <a:off x="2676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7" name="Freeform 645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8" name="Freeform 646"/>
                <p:cNvSpPr>
                  <a:spLocks/>
                </p:cNvSpPr>
                <p:nvPr/>
              </p:nvSpPr>
              <p:spPr bwMode="auto">
                <a:xfrm>
                  <a:off x="270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09" name="Freeform 647"/>
                <p:cNvSpPr>
                  <a:spLocks/>
                </p:cNvSpPr>
                <p:nvPr/>
              </p:nvSpPr>
              <p:spPr bwMode="auto">
                <a:xfrm>
                  <a:off x="2677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0" name="Freeform 648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1" name="Freeform 649"/>
                <p:cNvSpPr>
                  <a:spLocks/>
                </p:cNvSpPr>
                <p:nvPr/>
              </p:nvSpPr>
              <p:spPr bwMode="auto">
                <a:xfrm>
                  <a:off x="2704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2" name="Freeform 650"/>
                <p:cNvSpPr>
                  <a:spLocks/>
                </p:cNvSpPr>
                <p:nvPr/>
              </p:nvSpPr>
              <p:spPr bwMode="auto">
                <a:xfrm>
                  <a:off x="267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3" name="Freeform 651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21" cy="6"/>
                </a:xfrm>
                <a:custGeom>
                  <a:avLst/>
                  <a:gdLst>
                    <a:gd name="T0" fmla="*/ 21 w 21"/>
                    <a:gd name="T1" fmla="*/ 3 h 6"/>
                    <a:gd name="T2" fmla="*/ 21 w 21"/>
                    <a:gd name="T3" fmla="*/ 0 h 6"/>
                    <a:gd name="T4" fmla="*/ 0 w 21"/>
                    <a:gd name="T5" fmla="*/ 0 h 6"/>
                    <a:gd name="T6" fmla="*/ 0 w 21"/>
                    <a:gd name="T7" fmla="*/ 6 h 6"/>
                    <a:gd name="T8" fmla="*/ 21 w 21"/>
                    <a:gd name="T9" fmla="*/ 6 h 6"/>
                    <a:gd name="T10" fmla="*/ 21 w 2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6"/>
                    <a:gd name="T20" fmla="*/ 21 w 2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6">
                      <a:moveTo>
                        <a:pt x="21" y="3"/>
                      </a:move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1" y="6"/>
                      </a:lnTo>
                      <a:lnTo>
                        <a:pt x="21" y="3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4" name="Freeform 652"/>
                <p:cNvSpPr>
                  <a:spLocks/>
                </p:cNvSpPr>
                <p:nvPr/>
              </p:nvSpPr>
              <p:spPr bwMode="auto">
                <a:xfrm>
                  <a:off x="2702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6C6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5" name="Freeform 653"/>
                <p:cNvSpPr>
                  <a:spLocks/>
                </p:cNvSpPr>
                <p:nvPr/>
              </p:nvSpPr>
              <p:spPr bwMode="auto">
                <a:xfrm>
                  <a:off x="2680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1 w 4"/>
                    <a:gd name="T3" fmla="*/ 1 h 6"/>
                    <a:gd name="T4" fmla="*/ 0 w 4"/>
                    <a:gd name="T5" fmla="*/ 3 h 6"/>
                    <a:gd name="T6" fmla="*/ 1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6" name="Freeform 654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17" cy="6"/>
                </a:xfrm>
                <a:custGeom>
                  <a:avLst/>
                  <a:gdLst>
                    <a:gd name="T0" fmla="*/ 17 w 17"/>
                    <a:gd name="T1" fmla="*/ 3 h 6"/>
                    <a:gd name="T2" fmla="*/ 17 w 17"/>
                    <a:gd name="T3" fmla="*/ 0 h 6"/>
                    <a:gd name="T4" fmla="*/ 0 w 17"/>
                    <a:gd name="T5" fmla="*/ 0 h 6"/>
                    <a:gd name="T6" fmla="*/ 0 w 17"/>
                    <a:gd name="T7" fmla="*/ 6 h 6"/>
                    <a:gd name="T8" fmla="*/ 17 w 17"/>
                    <a:gd name="T9" fmla="*/ 6 h 6"/>
                    <a:gd name="T10" fmla="*/ 17 w 1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6"/>
                    <a:gd name="T20" fmla="*/ 17 w 1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6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7" y="6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7" name="Freeform 655"/>
                <p:cNvSpPr>
                  <a:spLocks/>
                </p:cNvSpPr>
                <p:nvPr/>
              </p:nvSpPr>
              <p:spPr bwMode="auto">
                <a:xfrm>
                  <a:off x="2701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8" name="Freeform 656"/>
                <p:cNvSpPr>
                  <a:spLocks/>
                </p:cNvSpPr>
                <p:nvPr/>
              </p:nvSpPr>
              <p:spPr bwMode="auto">
                <a:xfrm>
                  <a:off x="2681" y="2063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19" name="Freeform 657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0" name="Freeform 658"/>
                <p:cNvSpPr>
                  <a:spLocks/>
                </p:cNvSpPr>
                <p:nvPr/>
              </p:nvSpPr>
              <p:spPr bwMode="auto">
                <a:xfrm>
                  <a:off x="2700" y="2063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1" name="Freeform 659"/>
                <p:cNvSpPr>
                  <a:spLocks/>
                </p:cNvSpPr>
                <p:nvPr/>
              </p:nvSpPr>
              <p:spPr bwMode="auto">
                <a:xfrm>
                  <a:off x="2684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2" name="Freeform 660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3" name="Freeform 661"/>
                <p:cNvSpPr>
                  <a:spLocks/>
                </p:cNvSpPr>
                <p:nvPr/>
              </p:nvSpPr>
              <p:spPr bwMode="auto">
                <a:xfrm>
                  <a:off x="2698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4" name="Freeform 662"/>
                <p:cNvSpPr>
                  <a:spLocks/>
                </p:cNvSpPr>
                <p:nvPr/>
              </p:nvSpPr>
              <p:spPr bwMode="auto">
                <a:xfrm>
                  <a:off x="2685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5" name="Freeform 663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8" cy="6"/>
                </a:xfrm>
                <a:custGeom>
                  <a:avLst/>
                  <a:gdLst>
                    <a:gd name="T0" fmla="*/ 8 w 8"/>
                    <a:gd name="T1" fmla="*/ 3 h 6"/>
                    <a:gd name="T2" fmla="*/ 8 w 8"/>
                    <a:gd name="T3" fmla="*/ 0 h 6"/>
                    <a:gd name="T4" fmla="*/ 0 w 8"/>
                    <a:gd name="T5" fmla="*/ 0 h 6"/>
                    <a:gd name="T6" fmla="*/ 0 w 8"/>
                    <a:gd name="T7" fmla="*/ 6 h 6"/>
                    <a:gd name="T8" fmla="*/ 8 w 8"/>
                    <a:gd name="T9" fmla="*/ 6 h 6"/>
                    <a:gd name="T10" fmla="*/ 8 w 8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6"/>
                    <a:gd name="T20" fmla="*/ 8 w 8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6">
                      <a:moveTo>
                        <a:pt x="8" y="3"/>
                      </a:move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6" name="Freeform 664"/>
                <p:cNvSpPr>
                  <a:spLocks/>
                </p:cNvSpPr>
                <p:nvPr/>
              </p:nvSpPr>
              <p:spPr bwMode="auto">
                <a:xfrm>
                  <a:off x="2696" y="2063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DEDE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7" name="Freeform 665"/>
                <p:cNvSpPr>
                  <a:spLocks/>
                </p:cNvSpPr>
                <p:nvPr/>
              </p:nvSpPr>
              <p:spPr bwMode="auto">
                <a:xfrm>
                  <a:off x="2687" y="2063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8" name="Freeform 666"/>
                <p:cNvSpPr>
                  <a:spLocks/>
                </p:cNvSpPr>
                <p:nvPr/>
              </p:nvSpPr>
              <p:spPr bwMode="auto">
                <a:xfrm>
                  <a:off x="2689" y="2063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29" name="Freeform 667"/>
                <p:cNvSpPr>
                  <a:spLocks/>
                </p:cNvSpPr>
                <p:nvPr/>
              </p:nvSpPr>
              <p:spPr bwMode="auto">
                <a:xfrm>
                  <a:off x="2695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3 w 3"/>
                    <a:gd name="T3" fmla="*/ 5 h 6"/>
                    <a:gd name="T4" fmla="*/ 3 w 3"/>
                    <a:gd name="T5" fmla="*/ 3 h 6"/>
                    <a:gd name="T6" fmla="*/ 3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4F4F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0" name="Freeform 668"/>
                <p:cNvSpPr>
                  <a:spLocks/>
                </p:cNvSpPr>
                <p:nvPr/>
              </p:nvSpPr>
              <p:spPr bwMode="auto">
                <a:xfrm>
                  <a:off x="2688" y="2063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1" name="Freeform 669"/>
                <p:cNvSpPr>
                  <a:spLocks/>
                </p:cNvSpPr>
                <p:nvPr/>
              </p:nvSpPr>
              <p:spPr bwMode="auto">
                <a:xfrm>
                  <a:off x="2691" y="2063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2" name="Freeform 670"/>
                <p:cNvSpPr>
                  <a:spLocks/>
                </p:cNvSpPr>
                <p:nvPr/>
              </p:nvSpPr>
              <p:spPr bwMode="auto">
                <a:xfrm>
                  <a:off x="2693" y="2063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3" name="Freeform 671"/>
                <p:cNvSpPr>
                  <a:spLocks/>
                </p:cNvSpPr>
                <p:nvPr/>
              </p:nvSpPr>
              <p:spPr bwMode="auto">
                <a:xfrm>
                  <a:off x="2662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4" name="Freeform 672"/>
                <p:cNvSpPr>
                  <a:spLocks/>
                </p:cNvSpPr>
                <p:nvPr/>
              </p:nvSpPr>
              <p:spPr bwMode="auto">
                <a:xfrm>
                  <a:off x="2665" y="2075"/>
                  <a:ext cx="53" cy="6"/>
                </a:xfrm>
                <a:custGeom>
                  <a:avLst/>
                  <a:gdLst>
                    <a:gd name="T0" fmla="*/ 53 w 53"/>
                    <a:gd name="T1" fmla="*/ 3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3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3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5" name="Freeform 673"/>
                <p:cNvSpPr>
                  <a:spLocks/>
                </p:cNvSpPr>
                <p:nvPr/>
              </p:nvSpPr>
              <p:spPr bwMode="auto">
                <a:xfrm>
                  <a:off x="271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6" name="Freeform 674"/>
                <p:cNvSpPr>
                  <a:spLocks/>
                </p:cNvSpPr>
                <p:nvPr/>
              </p:nvSpPr>
              <p:spPr bwMode="auto">
                <a:xfrm>
                  <a:off x="266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7" name="Freeform 675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49" cy="6"/>
                </a:xfrm>
                <a:custGeom>
                  <a:avLst/>
                  <a:gdLst>
                    <a:gd name="T0" fmla="*/ 49 w 49"/>
                    <a:gd name="T1" fmla="*/ 3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3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3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8" name="Freeform 676"/>
                <p:cNvSpPr>
                  <a:spLocks/>
                </p:cNvSpPr>
                <p:nvPr/>
              </p:nvSpPr>
              <p:spPr bwMode="auto">
                <a:xfrm>
                  <a:off x="2716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39" name="Freeform 677"/>
                <p:cNvSpPr>
                  <a:spLocks/>
                </p:cNvSpPr>
                <p:nvPr/>
              </p:nvSpPr>
              <p:spPr bwMode="auto">
                <a:xfrm>
                  <a:off x="2667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0" name="Freeform 678"/>
                <p:cNvSpPr>
                  <a:spLocks/>
                </p:cNvSpPr>
                <p:nvPr/>
              </p:nvSpPr>
              <p:spPr bwMode="auto">
                <a:xfrm>
                  <a:off x="2669" y="2075"/>
                  <a:ext cx="46" cy="6"/>
                </a:xfrm>
                <a:custGeom>
                  <a:avLst/>
                  <a:gdLst>
                    <a:gd name="T0" fmla="*/ 46 w 46"/>
                    <a:gd name="T1" fmla="*/ 3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3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3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1" name="Freeform 679"/>
                <p:cNvSpPr>
                  <a:spLocks/>
                </p:cNvSpPr>
                <p:nvPr/>
              </p:nvSpPr>
              <p:spPr bwMode="auto">
                <a:xfrm>
                  <a:off x="2715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2" name="Freeform 680"/>
                <p:cNvSpPr>
                  <a:spLocks/>
                </p:cNvSpPr>
                <p:nvPr/>
              </p:nvSpPr>
              <p:spPr bwMode="auto">
                <a:xfrm>
                  <a:off x="266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3" name="Freeform 681"/>
                <p:cNvSpPr>
                  <a:spLocks/>
                </p:cNvSpPr>
                <p:nvPr/>
              </p:nvSpPr>
              <p:spPr bwMode="auto">
                <a:xfrm>
                  <a:off x="2671" y="2075"/>
                  <a:ext cx="41" cy="6"/>
                </a:xfrm>
                <a:custGeom>
                  <a:avLst/>
                  <a:gdLst>
                    <a:gd name="T0" fmla="*/ 41 w 41"/>
                    <a:gd name="T1" fmla="*/ 3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3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4" name="Freeform 682"/>
                <p:cNvSpPr>
                  <a:spLocks/>
                </p:cNvSpPr>
                <p:nvPr/>
              </p:nvSpPr>
              <p:spPr bwMode="auto">
                <a:xfrm>
                  <a:off x="2712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5" name="Freeform 683"/>
                <p:cNvSpPr>
                  <a:spLocks/>
                </p:cNvSpPr>
                <p:nvPr/>
              </p:nvSpPr>
              <p:spPr bwMode="auto">
                <a:xfrm>
                  <a:off x="267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6" name="Freeform 684"/>
                <p:cNvSpPr>
                  <a:spLocks/>
                </p:cNvSpPr>
                <p:nvPr/>
              </p:nvSpPr>
              <p:spPr bwMode="auto">
                <a:xfrm>
                  <a:off x="2673" y="2075"/>
                  <a:ext cx="37" cy="6"/>
                </a:xfrm>
                <a:custGeom>
                  <a:avLst/>
                  <a:gdLst>
                    <a:gd name="T0" fmla="*/ 37 w 37"/>
                    <a:gd name="T1" fmla="*/ 3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3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7" name="Freeform 685"/>
                <p:cNvSpPr>
                  <a:spLocks/>
                </p:cNvSpPr>
                <p:nvPr/>
              </p:nvSpPr>
              <p:spPr bwMode="auto">
                <a:xfrm>
                  <a:off x="2710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3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8" name="Freeform 686"/>
                <p:cNvSpPr>
                  <a:spLocks/>
                </p:cNvSpPr>
                <p:nvPr/>
              </p:nvSpPr>
              <p:spPr bwMode="auto">
                <a:xfrm>
                  <a:off x="2672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49" name="Freeform 687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34" cy="6"/>
                </a:xfrm>
                <a:custGeom>
                  <a:avLst/>
                  <a:gdLst>
                    <a:gd name="T0" fmla="*/ 34 w 34"/>
                    <a:gd name="T1" fmla="*/ 3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3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3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0" name="Freeform 688"/>
                <p:cNvSpPr>
                  <a:spLocks/>
                </p:cNvSpPr>
                <p:nvPr/>
              </p:nvSpPr>
              <p:spPr bwMode="auto">
                <a:xfrm>
                  <a:off x="270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1" name="Freeform 689"/>
                <p:cNvSpPr>
                  <a:spLocks/>
                </p:cNvSpPr>
                <p:nvPr/>
              </p:nvSpPr>
              <p:spPr bwMode="auto">
                <a:xfrm>
                  <a:off x="2674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2" name="Freeform 690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31" cy="6"/>
                </a:xfrm>
                <a:custGeom>
                  <a:avLst/>
                  <a:gdLst>
                    <a:gd name="T0" fmla="*/ 31 w 31"/>
                    <a:gd name="T1" fmla="*/ 3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3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3" name="Freeform 691"/>
                <p:cNvSpPr>
                  <a:spLocks/>
                </p:cNvSpPr>
                <p:nvPr/>
              </p:nvSpPr>
              <p:spPr bwMode="auto">
                <a:xfrm>
                  <a:off x="2707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4" name="Freeform 692"/>
                <p:cNvSpPr>
                  <a:spLocks/>
                </p:cNvSpPr>
                <p:nvPr/>
              </p:nvSpPr>
              <p:spPr bwMode="auto">
                <a:xfrm>
                  <a:off x="2676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5" name="Freeform 693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7" cy="6"/>
                </a:xfrm>
                <a:custGeom>
                  <a:avLst/>
                  <a:gdLst>
                    <a:gd name="T0" fmla="*/ 27 w 27"/>
                    <a:gd name="T1" fmla="*/ 3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3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6" name="Freeform 694"/>
                <p:cNvSpPr>
                  <a:spLocks/>
                </p:cNvSpPr>
                <p:nvPr/>
              </p:nvSpPr>
              <p:spPr bwMode="auto">
                <a:xfrm>
                  <a:off x="2705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7" name="Freeform 695"/>
                <p:cNvSpPr>
                  <a:spLocks/>
                </p:cNvSpPr>
                <p:nvPr/>
              </p:nvSpPr>
              <p:spPr bwMode="auto">
                <a:xfrm>
                  <a:off x="2678" y="2075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3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8" name="Freeform 696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24" cy="6"/>
                </a:xfrm>
                <a:custGeom>
                  <a:avLst/>
                  <a:gdLst>
                    <a:gd name="T0" fmla="*/ 24 w 24"/>
                    <a:gd name="T1" fmla="*/ 3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3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59" name="Freeform 697"/>
                <p:cNvSpPr>
                  <a:spLocks/>
                </p:cNvSpPr>
                <p:nvPr/>
              </p:nvSpPr>
              <p:spPr bwMode="auto">
                <a:xfrm>
                  <a:off x="2704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0" name="Freeform 698"/>
                <p:cNvSpPr>
                  <a:spLocks/>
                </p:cNvSpPr>
                <p:nvPr/>
              </p:nvSpPr>
              <p:spPr bwMode="auto">
                <a:xfrm>
                  <a:off x="2680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3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1" name="Freeform 699"/>
                <p:cNvSpPr>
                  <a:spLocks/>
                </p:cNvSpPr>
                <p:nvPr/>
              </p:nvSpPr>
              <p:spPr bwMode="auto">
                <a:xfrm>
                  <a:off x="2683" y="2075"/>
                  <a:ext cx="19" cy="6"/>
                </a:xfrm>
                <a:custGeom>
                  <a:avLst/>
                  <a:gdLst>
                    <a:gd name="T0" fmla="*/ 19 w 19"/>
                    <a:gd name="T1" fmla="*/ 3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3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2" name="Freeform 700"/>
                <p:cNvSpPr>
                  <a:spLocks/>
                </p:cNvSpPr>
                <p:nvPr/>
              </p:nvSpPr>
              <p:spPr bwMode="auto">
                <a:xfrm>
                  <a:off x="2702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3" name="Freeform 701"/>
                <p:cNvSpPr>
                  <a:spLocks/>
                </p:cNvSpPr>
                <p:nvPr/>
              </p:nvSpPr>
              <p:spPr bwMode="auto">
                <a:xfrm>
                  <a:off x="2681" y="2075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3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4" name="Freeform 702"/>
                <p:cNvSpPr>
                  <a:spLocks/>
                </p:cNvSpPr>
                <p:nvPr/>
              </p:nvSpPr>
              <p:spPr bwMode="auto">
                <a:xfrm>
                  <a:off x="2685" y="2075"/>
                  <a:ext cx="15" cy="6"/>
                </a:xfrm>
                <a:custGeom>
                  <a:avLst/>
                  <a:gdLst>
                    <a:gd name="T0" fmla="*/ 15 w 15"/>
                    <a:gd name="T1" fmla="*/ 3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3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5" name="Freeform 703"/>
                <p:cNvSpPr>
                  <a:spLocks/>
                </p:cNvSpPr>
                <p:nvPr/>
              </p:nvSpPr>
              <p:spPr bwMode="auto">
                <a:xfrm>
                  <a:off x="2700" y="2075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3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6" name="Freeform 704"/>
                <p:cNvSpPr>
                  <a:spLocks/>
                </p:cNvSpPr>
                <p:nvPr/>
              </p:nvSpPr>
              <p:spPr bwMode="auto">
                <a:xfrm>
                  <a:off x="2684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7" name="Freeform 705"/>
                <p:cNvSpPr>
                  <a:spLocks/>
                </p:cNvSpPr>
                <p:nvPr/>
              </p:nvSpPr>
              <p:spPr bwMode="auto">
                <a:xfrm>
                  <a:off x="2687" y="2075"/>
                  <a:ext cx="11" cy="6"/>
                </a:xfrm>
                <a:custGeom>
                  <a:avLst/>
                  <a:gdLst>
                    <a:gd name="T0" fmla="*/ 11 w 11"/>
                    <a:gd name="T1" fmla="*/ 3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3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8" name="Freeform 706"/>
                <p:cNvSpPr>
                  <a:spLocks/>
                </p:cNvSpPr>
                <p:nvPr/>
              </p:nvSpPr>
              <p:spPr bwMode="auto">
                <a:xfrm>
                  <a:off x="2698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69" name="Freeform 707"/>
                <p:cNvSpPr>
                  <a:spLocks/>
                </p:cNvSpPr>
                <p:nvPr/>
              </p:nvSpPr>
              <p:spPr bwMode="auto">
                <a:xfrm>
                  <a:off x="2686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0" name="Freeform 708"/>
                <p:cNvSpPr>
                  <a:spLocks/>
                </p:cNvSpPr>
                <p:nvPr/>
              </p:nvSpPr>
              <p:spPr bwMode="auto">
                <a:xfrm>
                  <a:off x="2689" y="2075"/>
                  <a:ext cx="6" cy="6"/>
                </a:xfrm>
                <a:custGeom>
                  <a:avLst/>
                  <a:gdLst>
                    <a:gd name="T0" fmla="*/ 6 w 6"/>
                    <a:gd name="T1" fmla="*/ 3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3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1" name="Freeform 709"/>
                <p:cNvSpPr>
                  <a:spLocks/>
                </p:cNvSpPr>
                <p:nvPr/>
              </p:nvSpPr>
              <p:spPr bwMode="auto">
                <a:xfrm>
                  <a:off x="2695" y="2075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3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2" name="Freeform 710"/>
                <p:cNvSpPr>
                  <a:spLocks/>
                </p:cNvSpPr>
                <p:nvPr/>
              </p:nvSpPr>
              <p:spPr bwMode="auto">
                <a:xfrm>
                  <a:off x="2688" y="2075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3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3" name="Freeform 711"/>
                <p:cNvSpPr>
                  <a:spLocks/>
                </p:cNvSpPr>
                <p:nvPr/>
              </p:nvSpPr>
              <p:spPr bwMode="auto">
                <a:xfrm>
                  <a:off x="2691" y="2075"/>
                  <a:ext cx="2" cy="6"/>
                </a:xfrm>
                <a:custGeom>
                  <a:avLst/>
                  <a:gdLst>
                    <a:gd name="T0" fmla="*/ 2 w 2"/>
                    <a:gd name="T1" fmla="*/ 3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3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3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4" name="Freeform 712"/>
                <p:cNvSpPr>
                  <a:spLocks/>
                </p:cNvSpPr>
                <p:nvPr/>
              </p:nvSpPr>
              <p:spPr bwMode="auto">
                <a:xfrm>
                  <a:off x="2693" y="2075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3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5" name="Freeform 713"/>
                <p:cNvSpPr>
                  <a:spLocks/>
                </p:cNvSpPr>
                <p:nvPr/>
              </p:nvSpPr>
              <p:spPr bwMode="auto">
                <a:xfrm>
                  <a:off x="2662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6" name="Freeform 714"/>
                <p:cNvSpPr>
                  <a:spLocks/>
                </p:cNvSpPr>
                <p:nvPr/>
              </p:nvSpPr>
              <p:spPr bwMode="auto">
                <a:xfrm>
                  <a:off x="2665" y="2087"/>
                  <a:ext cx="53" cy="6"/>
                </a:xfrm>
                <a:custGeom>
                  <a:avLst/>
                  <a:gdLst>
                    <a:gd name="T0" fmla="*/ 53 w 53"/>
                    <a:gd name="T1" fmla="*/ 2 h 6"/>
                    <a:gd name="T2" fmla="*/ 53 w 53"/>
                    <a:gd name="T3" fmla="*/ 0 h 6"/>
                    <a:gd name="T4" fmla="*/ 0 w 53"/>
                    <a:gd name="T5" fmla="*/ 0 h 6"/>
                    <a:gd name="T6" fmla="*/ 0 w 53"/>
                    <a:gd name="T7" fmla="*/ 6 h 6"/>
                    <a:gd name="T8" fmla="*/ 53 w 53"/>
                    <a:gd name="T9" fmla="*/ 6 h 6"/>
                    <a:gd name="T10" fmla="*/ 53 w 53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6"/>
                    <a:gd name="T20" fmla="*/ 53 w 5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6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53" y="6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7" name="Freeform 715"/>
                <p:cNvSpPr>
                  <a:spLocks/>
                </p:cNvSpPr>
                <p:nvPr/>
              </p:nvSpPr>
              <p:spPr bwMode="auto">
                <a:xfrm>
                  <a:off x="271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8" name="Freeform 716"/>
                <p:cNvSpPr>
                  <a:spLocks/>
                </p:cNvSpPr>
                <p:nvPr/>
              </p:nvSpPr>
              <p:spPr bwMode="auto">
                <a:xfrm>
                  <a:off x="266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79" name="Freeform 717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49" cy="6"/>
                </a:xfrm>
                <a:custGeom>
                  <a:avLst/>
                  <a:gdLst>
                    <a:gd name="T0" fmla="*/ 49 w 49"/>
                    <a:gd name="T1" fmla="*/ 2 h 6"/>
                    <a:gd name="T2" fmla="*/ 49 w 49"/>
                    <a:gd name="T3" fmla="*/ 0 h 6"/>
                    <a:gd name="T4" fmla="*/ 0 w 49"/>
                    <a:gd name="T5" fmla="*/ 0 h 6"/>
                    <a:gd name="T6" fmla="*/ 0 w 49"/>
                    <a:gd name="T7" fmla="*/ 6 h 6"/>
                    <a:gd name="T8" fmla="*/ 49 w 49"/>
                    <a:gd name="T9" fmla="*/ 6 h 6"/>
                    <a:gd name="T10" fmla="*/ 49 w 4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6"/>
                    <a:gd name="T20" fmla="*/ 49 w 4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6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9" y="6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0" name="Freeform 718"/>
                <p:cNvSpPr>
                  <a:spLocks/>
                </p:cNvSpPr>
                <p:nvPr/>
              </p:nvSpPr>
              <p:spPr bwMode="auto">
                <a:xfrm>
                  <a:off x="2716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1" name="Freeform 719"/>
                <p:cNvSpPr>
                  <a:spLocks/>
                </p:cNvSpPr>
                <p:nvPr/>
              </p:nvSpPr>
              <p:spPr bwMode="auto">
                <a:xfrm>
                  <a:off x="2667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2" name="Freeform 720"/>
                <p:cNvSpPr>
                  <a:spLocks/>
                </p:cNvSpPr>
                <p:nvPr/>
              </p:nvSpPr>
              <p:spPr bwMode="auto">
                <a:xfrm>
                  <a:off x="2669" y="2087"/>
                  <a:ext cx="46" cy="6"/>
                </a:xfrm>
                <a:custGeom>
                  <a:avLst/>
                  <a:gdLst>
                    <a:gd name="T0" fmla="*/ 46 w 46"/>
                    <a:gd name="T1" fmla="*/ 2 h 6"/>
                    <a:gd name="T2" fmla="*/ 46 w 46"/>
                    <a:gd name="T3" fmla="*/ 0 h 6"/>
                    <a:gd name="T4" fmla="*/ 0 w 46"/>
                    <a:gd name="T5" fmla="*/ 0 h 6"/>
                    <a:gd name="T6" fmla="*/ 0 w 46"/>
                    <a:gd name="T7" fmla="*/ 6 h 6"/>
                    <a:gd name="T8" fmla="*/ 46 w 46"/>
                    <a:gd name="T9" fmla="*/ 6 h 6"/>
                    <a:gd name="T10" fmla="*/ 46 w 4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6"/>
                    <a:gd name="T20" fmla="*/ 46 w 4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6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6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3" name="Freeform 721"/>
                <p:cNvSpPr>
                  <a:spLocks/>
                </p:cNvSpPr>
                <p:nvPr/>
              </p:nvSpPr>
              <p:spPr bwMode="auto">
                <a:xfrm>
                  <a:off x="2715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4" name="Freeform 722"/>
                <p:cNvSpPr>
                  <a:spLocks/>
                </p:cNvSpPr>
                <p:nvPr/>
              </p:nvSpPr>
              <p:spPr bwMode="auto">
                <a:xfrm>
                  <a:off x="266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5" name="Freeform 723"/>
                <p:cNvSpPr>
                  <a:spLocks/>
                </p:cNvSpPr>
                <p:nvPr/>
              </p:nvSpPr>
              <p:spPr bwMode="auto">
                <a:xfrm>
                  <a:off x="2671" y="2087"/>
                  <a:ext cx="41" cy="6"/>
                </a:xfrm>
                <a:custGeom>
                  <a:avLst/>
                  <a:gdLst>
                    <a:gd name="T0" fmla="*/ 41 w 41"/>
                    <a:gd name="T1" fmla="*/ 2 h 6"/>
                    <a:gd name="T2" fmla="*/ 41 w 41"/>
                    <a:gd name="T3" fmla="*/ 0 h 6"/>
                    <a:gd name="T4" fmla="*/ 0 w 41"/>
                    <a:gd name="T5" fmla="*/ 0 h 6"/>
                    <a:gd name="T6" fmla="*/ 0 w 41"/>
                    <a:gd name="T7" fmla="*/ 6 h 6"/>
                    <a:gd name="T8" fmla="*/ 41 w 41"/>
                    <a:gd name="T9" fmla="*/ 6 h 6"/>
                    <a:gd name="T10" fmla="*/ 41 w 4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6"/>
                    <a:gd name="T20" fmla="*/ 41 w 4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6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1" y="6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6" name="Freeform 724"/>
                <p:cNvSpPr>
                  <a:spLocks/>
                </p:cNvSpPr>
                <p:nvPr/>
              </p:nvSpPr>
              <p:spPr bwMode="auto">
                <a:xfrm>
                  <a:off x="2712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7" name="Freeform 725"/>
                <p:cNvSpPr>
                  <a:spLocks/>
                </p:cNvSpPr>
                <p:nvPr/>
              </p:nvSpPr>
              <p:spPr bwMode="auto">
                <a:xfrm>
                  <a:off x="267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8" name="Freeform 726"/>
                <p:cNvSpPr>
                  <a:spLocks/>
                </p:cNvSpPr>
                <p:nvPr/>
              </p:nvSpPr>
              <p:spPr bwMode="auto">
                <a:xfrm>
                  <a:off x="2673" y="2087"/>
                  <a:ext cx="37" cy="6"/>
                </a:xfrm>
                <a:custGeom>
                  <a:avLst/>
                  <a:gdLst>
                    <a:gd name="T0" fmla="*/ 37 w 37"/>
                    <a:gd name="T1" fmla="*/ 2 h 6"/>
                    <a:gd name="T2" fmla="*/ 37 w 37"/>
                    <a:gd name="T3" fmla="*/ 0 h 6"/>
                    <a:gd name="T4" fmla="*/ 0 w 37"/>
                    <a:gd name="T5" fmla="*/ 0 h 6"/>
                    <a:gd name="T6" fmla="*/ 0 w 37"/>
                    <a:gd name="T7" fmla="*/ 6 h 6"/>
                    <a:gd name="T8" fmla="*/ 37 w 37"/>
                    <a:gd name="T9" fmla="*/ 6 h 6"/>
                    <a:gd name="T10" fmla="*/ 37 w 3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6"/>
                    <a:gd name="T20" fmla="*/ 37 w 3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6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7" y="6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89" name="Freeform 727"/>
                <p:cNvSpPr>
                  <a:spLocks/>
                </p:cNvSpPr>
                <p:nvPr/>
              </p:nvSpPr>
              <p:spPr bwMode="auto">
                <a:xfrm>
                  <a:off x="2710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2 w 4"/>
                    <a:gd name="T3" fmla="*/ 5 h 6"/>
                    <a:gd name="T4" fmla="*/ 4 w 4"/>
                    <a:gd name="T5" fmla="*/ 2 h 6"/>
                    <a:gd name="T6" fmla="*/ 2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0" name="Freeform 728"/>
                <p:cNvSpPr>
                  <a:spLocks/>
                </p:cNvSpPr>
                <p:nvPr/>
              </p:nvSpPr>
              <p:spPr bwMode="auto">
                <a:xfrm>
                  <a:off x="2672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1" name="Freeform 729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34" cy="6"/>
                </a:xfrm>
                <a:custGeom>
                  <a:avLst/>
                  <a:gdLst>
                    <a:gd name="T0" fmla="*/ 34 w 34"/>
                    <a:gd name="T1" fmla="*/ 2 h 6"/>
                    <a:gd name="T2" fmla="*/ 34 w 34"/>
                    <a:gd name="T3" fmla="*/ 0 h 6"/>
                    <a:gd name="T4" fmla="*/ 0 w 34"/>
                    <a:gd name="T5" fmla="*/ 0 h 6"/>
                    <a:gd name="T6" fmla="*/ 0 w 34"/>
                    <a:gd name="T7" fmla="*/ 6 h 6"/>
                    <a:gd name="T8" fmla="*/ 34 w 34"/>
                    <a:gd name="T9" fmla="*/ 6 h 6"/>
                    <a:gd name="T10" fmla="*/ 34 w 3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6"/>
                    <a:gd name="T20" fmla="*/ 34 w 3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6">
                      <a:moveTo>
                        <a:pt x="34" y="2"/>
                      </a:moveTo>
                      <a:lnTo>
                        <a:pt x="3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4" y="6"/>
                      </a:lnTo>
                      <a:lnTo>
                        <a:pt x="34" y="2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2" name="Freeform 730"/>
                <p:cNvSpPr>
                  <a:spLocks/>
                </p:cNvSpPr>
                <p:nvPr/>
              </p:nvSpPr>
              <p:spPr bwMode="auto">
                <a:xfrm>
                  <a:off x="270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3" name="Freeform 731"/>
                <p:cNvSpPr>
                  <a:spLocks/>
                </p:cNvSpPr>
                <p:nvPr/>
              </p:nvSpPr>
              <p:spPr bwMode="auto">
                <a:xfrm>
                  <a:off x="2674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4" name="Freeform 732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31" cy="6"/>
                </a:xfrm>
                <a:custGeom>
                  <a:avLst/>
                  <a:gdLst>
                    <a:gd name="T0" fmla="*/ 31 w 31"/>
                    <a:gd name="T1" fmla="*/ 2 h 6"/>
                    <a:gd name="T2" fmla="*/ 31 w 31"/>
                    <a:gd name="T3" fmla="*/ 0 h 6"/>
                    <a:gd name="T4" fmla="*/ 0 w 31"/>
                    <a:gd name="T5" fmla="*/ 0 h 6"/>
                    <a:gd name="T6" fmla="*/ 0 w 31"/>
                    <a:gd name="T7" fmla="*/ 6 h 6"/>
                    <a:gd name="T8" fmla="*/ 31 w 31"/>
                    <a:gd name="T9" fmla="*/ 6 h 6"/>
                    <a:gd name="T10" fmla="*/ 31 w 3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6"/>
                    <a:gd name="T20" fmla="*/ 31 w 3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6">
                      <a:moveTo>
                        <a:pt x="31" y="2"/>
                      </a:move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31" y="6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5" name="Freeform 733"/>
                <p:cNvSpPr>
                  <a:spLocks/>
                </p:cNvSpPr>
                <p:nvPr/>
              </p:nvSpPr>
              <p:spPr bwMode="auto">
                <a:xfrm>
                  <a:off x="2707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6" name="Freeform 734"/>
                <p:cNvSpPr>
                  <a:spLocks/>
                </p:cNvSpPr>
                <p:nvPr/>
              </p:nvSpPr>
              <p:spPr bwMode="auto">
                <a:xfrm>
                  <a:off x="2676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7" name="Freeform 735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7" cy="6"/>
                </a:xfrm>
                <a:custGeom>
                  <a:avLst/>
                  <a:gdLst>
                    <a:gd name="T0" fmla="*/ 27 w 27"/>
                    <a:gd name="T1" fmla="*/ 2 h 6"/>
                    <a:gd name="T2" fmla="*/ 27 w 27"/>
                    <a:gd name="T3" fmla="*/ 0 h 6"/>
                    <a:gd name="T4" fmla="*/ 0 w 27"/>
                    <a:gd name="T5" fmla="*/ 0 h 6"/>
                    <a:gd name="T6" fmla="*/ 0 w 27"/>
                    <a:gd name="T7" fmla="*/ 6 h 6"/>
                    <a:gd name="T8" fmla="*/ 27 w 27"/>
                    <a:gd name="T9" fmla="*/ 6 h 6"/>
                    <a:gd name="T10" fmla="*/ 27 w 27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6"/>
                    <a:gd name="T20" fmla="*/ 27 w 27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6">
                      <a:moveTo>
                        <a:pt x="27" y="2"/>
                      </a:moveTo>
                      <a:lnTo>
                        <a:pt x="2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7" y="6"/>
                      </a:lnTo>
                      <a:lnTo>
                        <a:pt x="27" y="2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8" name="Freeform 736"/>
                <p:cNvSpPr>
                  <a:spLocks/>
                </p:cNvSpPr>
                <p:nvPr/>
              </p:nvSpPr>
              <p:spPr bwMode="auto">
                <a:xfrm>
                  <a:off x="2705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699" name="Freeform 737"/>
                <p:cNvSpPr>
                  <a:spLocks/>
                </p:cNvSpPr>
                <p:nvPr/>
              </p:nvSpPr>
              <p:spPr bwMode="auto">
                <a:xfrm>
                  <a:off x="2678" y="2087"/>
                  <a:ext cx="2" cy="6"/>
                </a:xfrm>
                <a:custGeom>
                  <a:avLst/>
                  <a:gdLst>
                    <a:gd name="T0" fmla="*/ 2 w 2"/>
                    <a:gd name="T1" fmla="*/ 0 h 6"/>
                    <a:gd name="T2" fmla="*/ 0 w 2"/>
                    <a:gd name="T3" fmla="*/ 1 h 6"/>
                    <a:gd name="T4" fmla="*/ 0 w 2"/>
                    <a:gd name="T5" fmla="*/ 2 h 6"/>
                    <a:gd name="T6" fmla="*/ 0 w 2"/>
                    <a:gd name="T7" fmla="*/ 5 h 6"/>
                    <a:gd name="T8" fmla="*/ 2 w 2"/>
                    <a:gd name="T9" fmla="*/ 6 h 6"/>
                    <a:gd name="T10" fmla="*/ 2 w 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0" name="Freeform 738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24" cy="6"/>
                </a:xfrm>
                <a:custGeom>
                  <a:avLst/>
                  <a:gdLst>
                    <a:gd name="T0" fmla="*/ 24 w 24"/>
                    <a:gd name="T1" fmla="*/ 2 h 6"/>
                    <a:gd name="T2" fmla="*/ 24 w 24"/>
                    <a:gd name="T3" fmla="*/ 0 h 6"/>
                    <a:gd name="T4" fmla="*/ 0 w 24"/>
                    <a:gd name="T5" fmla="*/ 0 h 6"/>
                    <a:gd name="T6" fmla="*/ 0 w 24"/>
                    <a:gd name="T7" fmla="*/ 6 h 6"/>
                    <a:gd name="T8" fmla="*/ 24 w 24"/>
                    <a:gd name="T9" fmla="*/ 6 h 6"/>
                    <a:gd name="T10" fmla="*/ 24 w 24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4"/>
                    <a:gd name="T19" fmla="*/ 0 h 6"/>
                    <a:gd name="T20" fmla="*/ 24 w 2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4" h="6">
                      <a:moveTo>
                        <a:pt x="24" y="2"/>
                      </a:moveTo>
                      <a:lnTo>
                        <a:pt x="24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4" y="6"/>
                      </a:lnTo>
                      <a:lnTo>
                        <a:pt x="24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1" name="Freeform 739"/>
                <p:cNvSpPr>
                  <a:spLocks/>
                </p:cNvSpPr>
                <p:nvPr/>
              </p:nvSpPr>
              <p:spPr bwMode="auto">
                <a:xfrm>
                  <a:off x="2704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2" name="Freeform 740"/>
                <p:cNvSpPr>
                  <a:spLocks/>
                </p:cNvSpPr>
                <p:nvPr/>
              </p:nvSpPr>
              <p:spPr bwMode="auto">
                <a:xfrm>
                  <a:off x="2680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1 h 6"/>
                    <a:gd name="T4" fmla="*/ 0 w 3"/>
                    <a:gd name="T5" fmla="*/ 2 h 6"/>
                    <a:gd name="T6" fmla="*/ 0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3" name="Freeform 741"/>
                <p:cNvSpPr>
                  <a:spLocks/>
                </p:cNvSpPr>
                <p:nvPr/>
              </p:nvSpPr>
              <p:spPr bwMode="auto">
                <a:xfrm>
                  <a:off x="2683" y="2087"/>
                  <a:ext cx="19" cy="6"/>
                </a:xfrm>
                <a:custGeom>
                  <a:avLst/>
                  <a:gdLst>
                    <a:gd name="T0" fmla="*/ 19 w 19"/>
                    <a:gd name="T1" fmla="*/ 2 h 6"/>
                    <a:gd name="T2" fmla="*/ 19 w 19"/>
                    <a:gd name="T3" fmla="*/ 0 h 6"/>
                    <a:gd name="T4" fmla="*/ 0 w 19"/>
                    <a:gd name="T5" fmla="*/ 0 h 6"/>
                    <a:gd name="T6" fmla="*/ 0 w 19"/>
                    <a:gd name="T7" fmla="*/ 6 h 6"/>
                    <a:gd name="T8" fmla="*/ 19 w 19"/>
                    <a:gd name="T9" fmla="*/ 6 h 6"/>
                    <a:gd name="T10" fmla="*/ 19 w 19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"/>
                    <a:gd name="T19" fmla="*/ 0 h 6"/>
                    <a:gd name="T20" fmla="*/ 19 w 19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" h="6">
                      <a:moveTo>
                        <a:pt x="19" y="2"/>
                      </a:move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9" y="6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4" name="Freeform 742"/>
                <p:cNvSpPr>
                  <a:spLocks/>
                </p:cNvSpPr>
                <p:nvPr/>
              </p:nvSpPr>
              <p:spPr bwMode="auto">
                <a:xfrm>
                  <a:off x="2702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5" name="Freeform 743"/>
                <p:cNvSpPr>
                  <a:spLocks/>
                </p:cNvSpPr>
                <p:nvPr/>
              </p:nvSpPr>
              <p:spPr bwMode="auto">
                <a:xfrm>
                  <a:off x="2681" y="2087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2 w 4"/>
                    <a:gd name="T3" fmla="*/ 1 h 6"/>
                    <a:gd name="T4" fmla="*/ 0 w 4"/>
                    <a:gd name="T5" fmla="*/ 2 h 6"/>
                    <a:gd name="T6" fmla="*/ 2 w 4"/>
                    <a:gd name="T7" fmla="*/ 5 h 6"/>
                    <a:gd name="T8" fmla="*/ 4 w 4"/>
                    <a:gd name="T9" fmla="*/ 6 h 6"/>
                    <a:gd name="T10" fmla="*/ 4 w 4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4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6" name="Freeform 744"/>
                <p:cNvSpPr>
                  <a:spLocks/>
                </p:cNvSpPr>
                <p:nvPr/>
              </p:nvSpPr>
              <p:spPr bwMode="auto">
                <a:xfrm>
                  <a:off x="2685" y="2087"/>
                  <a:ext cx="15" cy="6"/>
                </a:xfrm>
                <a:custGeom>
                  <a:avLst/>
                  <a:gdLst>
                    <a:gd name="T0" fmla="*/ 15 w 15"/>
                    <a:gd name="T1" fmla="*/ 2 h 6"/>
                    <a:gd name="T2" fmla="*/ 15 w 15"/>
                    <a:gd name="T3" fmla="*/ 0 h 6"/>
                    <a:gd name="T4" fmla="*/ 0 w 15"/>
                    <a:gd name="T5" fmla="*/ 0 h 6"/>
                    <a:gd name="T6" fmla="*/ 0 w 15"/>
                    <a:gd name="T7" fmla="*/ 6 h 6"/>
                    <a:gd name="T8" fmla="*/ 15 w 15"/>
                    <a:gd name="T9" fmla="*/ 6 h 6"/>
                    <a:gd name="T10" fmla="*/ 15 w 15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6"/>
                    <a:gd name="T20" fmla="*/ 15 w 15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6">
                      <a:moveTo>
                        <a:pt x="15" y="2"/>
                      </a:move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5" y="6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7" name="Freeform 745"/>
                <p:cNvSpPr>
                  <a:spLocks/>
                </p:cNvSpPr>
                <p:nvPr/>
              </p:nvSpPr>
              <p:spPr bwMode="auto">
                <a:xfrm>
                  <a:off x="2700" y="2087"/>
                  <a:ext cx="2" cy="6"/>
                </a:xfrm>
                <a:custGeom>
                  <a:avLst/>
                  <a:gdLst>
                    <a:gd name="T0" fmla="*/ 0 w 2"/>
                    <a:gd name="T1" fmla="*/ 6 h 6"/>
                    <a:gd name="T2" fmla="*/ 2 w 2"/>
                    <a:gd name="T3" fmla="*/ 5 h 6"/>
                    <a:gd name="T4" fmla="*/ 2 w 2"/>
                    <a:gd name="T5" fmla="*/ 2 h 6"/>
                    <a:gd name="T6" fmla="*/ 2 w 2"/>
                    <a:gd name="T7" fmla="*/ 1 h 6"/>
                    <a:gd name="T8" fmla="*/ 0 w 2"/>
                    <a:gd name="T9" fmla="*/ 0 h 6"/>
                    <a:gd name="T10" fmla="*/ 0 w 2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8D8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8" name="Freeform 746"/>
                <p:cNvSpPr>
                  <a:spLocks/>
                </p:cNvSpPr>
                <p:nvPr/>
              </p:nvSpPr>
              <p:spPr bwMode="auto">
                <a:xfrm>
                  <a:off x="2684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09" name="Freeform 747"/>
                <p:cNvSpPr>
                  <a:spLocks/>
                </p:cNvSpPr>
                <p:nvPr/>
              </p:nvSpPr>
              <p:spPr bwMode="auto">
                <a:xfrm>
                  <a:off x="2687" y="2087"/>
                  <a:ext cx="11" cy="6"/>
                </a:xfrm>
                <a:custGeom>
                  <a:avLst/>
                  <a:gdLst>
                    <a:gd name="T0" fmla="*/ 11 w 11"/>
                    <a:gd name="T1" fmla="*/ 2 h 6"/>
                    <a:gd name="T2" fmla="*/ 11 w 11"/>
                    <a:gd name="T3" fmla="*/ 0 h 6"/>
                    <a:gd name="T4" fmla="*/ 0 w 11"/>
                    <a:gd name="T5" fmla="*/ 0 h 6"/>
                    <a:gd name="T6" fmla="*/ 0 w 11"/>
                    <a:gd name="T7" fmla="*/ 6 h 6"/>
                    <a:gd name="T8" fmla="*/ 11 w 11"/>
                    <a:gd name="T9" fmla="*/ 6 h 6"/>
                    <a:gd name="T10" fmla="*/ 11 w 11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1"/>
                    <a:gd name="T19" fmla="*/ 0 h 6"/>
                    <a:gd name="T20" fmla="*/ 11 w 11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1" h="6">
                      <a:moveTo>
                        <a:pt x="11" y="2"/>
                      </a:move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6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0" name="Freeform 748"/>
                <p:cNvSpPr>
                  <a:spLocks/>
                </p:cNvSpPr>
                <p:nvPr/>
              </p:nvSpPr>
              <p:spPr bwMode="auto">
                <a:xfrm>
                  <a:off x="2698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1" name="Freeform 749"/>
                <p:cNvSpPr>
                  <a:spLocks/>
                </p:cNvSpPr>
                <p:nvPr/>
              </p:nvSpPr>
              <p:spPr bwMode="auto">
                <a:xfrm>
                  <a:off x="2686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2" name="Freeform 750"/>
                <p:cNvSpPr>
                  <a:spLocks/>
                </p:cNvSpPr>
                <p:nvPr/>
              </p:nvSpPr>
              <p:spPr bwMode="auto">
                <a:xfrm>
                  <a:off x="2689" y="2087"/>
                  <a:ext cx="6" cy="6"/>
                </a:xfrm>
                <a:custGeom>
                  <a:avLst/>
                  <a:gdLst>
                    <a:gd name="T0" fmla="*/ 6 w 6"/>
                    <a:gd name="T1" fmla="*/ 2 h 6"/>
                    <a:gd name="T2" fmla="*/ 6 w 6"/>
                    <a:gd name="T3" fmla="*/ 0 h 6"/>
                    <a:gd name="T4" fmla="*/ 0 w 6"/>
                    <a:gd name="T5" fmla="*/ 0 h 6"/>
                    <a:gd name="T6" fmla="*/ 0 w 6"/>
                    <a:gd name="T7" fmla="*/ 6 h 6"/>
                    <a:gd name="T8" fmla="*/ 6 w 6"/>
                    <a:gd name="T9" fmla="*/ 6 h 6"/>
                    <a:gd name="T10" fmla="*/ 6 w 6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6"/>
                    <a:gd name="T19" fmla="*/ 0 h 6"/>
                    <a:gd name="T20" fmla="*/ 6 w 6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6" h="6"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3" name="Freeform 751"/>
                <p:cNvSpPr>
                  <a:spLocks/>
                </p:cNvSpPr>
                <p:nvPr/>
              </p:nvSpPr>
              <p:spPr bwMode="auto">
                <a:xfrm>
                  <a:off x="2695" y="2087"/>
                  <a:ext cx="4" cy="6"/>
                </a:xfrm>
                <a:custGeom>
                  <a:avLst/>
                  <a:gdLst>
                    <a:gd name="T0" fmla="*/ 0 w 4"/>
                    <a:gd name="T1" fmla="*/ 6 h 6"/>
                    <a:gd name="T2" fmla="*/ 3 w 4"/>
                    <a:gd name="T3" fmla="*/ 5 h 6"/>
                    <a:gd name="T4" fmla="*/ 4 w 4"/>
                    <a:gd name="T5" fmla="*/ 2 h 6"/>
                    <a:gd name="T6" fmla="*/ 3 w 4"/>
                    <a:gd name="T7" fmla="*/ 1 h 6"/>
                    <a:gd name="T8" fmla="*/ 0 w 4"/>
                    <a:gd name="T9" fmla="*/ 0 h 6"/>
                    <a:gd name="T10" fmla="*/ 0 w 4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6"/>
                    <a:gd name="T20" fmla="*/ 4 w 4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6">
                      <a:moveTo>
                        <a:pt x="0" y="6"/>
                      </a:moveTo>
                      <a:lnTo>
                        <a:pt x="3" y="5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4" name="Freeform 752"/>
                <p:cNvSpPr>
                  <a:spLocks/>
                </p:cNvSpPr>
                <p:nvPr/>
              </p:nvSpPr>
              <p:spPr bwMode="auto">
                <a:xfrm>
                  <a:off x="2688" y="2087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1 w 3"/>
                    <a:gd name="T3" fmla="*/ 1 h 6"/>
                    <a:gd name="T4" fmla="*/ 0 w 3"/>
                    <a:gd name="T5" fmla="*/ 2 h 6"/>
                    <a:gd name="T6" fmla="*/ 1 w 3"/>
                    <a:gd name="T7" fmla="*/ 5 h 6"/>
                    <a:gd name="T8" fmla="*/ 3 w 3"/>
                    <a:gd name="T9" fmla="*/ 6 h 6"/>
                    <a:gd name="T10" fmla="*/ 3 w 3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5" name="Freeform 753"/>
                <p:cNvSpPr>
                  <a:spLocks/>
                </p:cNvSpPr>
                <p:nvPr/>
              </p:nvSpPr>
              <p:spPr bwMode="auto">
                <a:xfrm>
                  <a:off x="2691" y="2087"/>
                  <a:ext cx="2" cy="6"/>
                </a:xfrm>
                <a:custGeom>
                  <a:avLst/>
                  <a:gdLst>
                    <a:gd name="T0" fmla="*/ 2 w 2"/>
                    <a:gd name="T1" fmla="*/ 2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6 h 6"/>
                    <a:gd name="T8" fmla="*/ 2 w 2"/>
                    <a:gd name="T9" fmla="*/ 6 h 6"/>
                    <a:gd name="T10" fmla="*/ 2 w 2"/>
                    <a:gd name="T11" fmla="*/ 2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6"/>
                    <a:gd name="T20" fmla="*/ 2 w 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6"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6" name="Freeform 754"/>
                <p:cNvSpPr>
                  <a:spLocks/>
                </p:cNvSpPr>
                <p:nvPr/>
              </p:nvSpPr>
              <p:spPr bwMode="auto">
                <a:xfrm>
                  <a:off x="2693" y="2087"/>
                  <a:ext cx="3" cy="6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5 h 6"/>
                    <a:gd name="T4" fmla="*/ 3 w 3"/>
                    <a:gd name="T5" fmla="*/ 2 h 6"/>
                    <a:gd name="T6" fmla="*/ 2 w 3"/>
                    <a:gd name="T7" fmla="*/ 1 h 6"/>
                    <a:gd name="T8" fmla="*/ 0 w 3"/>
                    <a:gd name="T9" fmla="*/ 0 h 6"/>
                    <a:gd name="T10" fmla="*/ 0 w 3"/>
                    <a:gd name="T11" fmla="*/ 6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6"/>
                    <a:gd name="T20" fmla="*/ 3 w 3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6">
                      <a:moveTo>
                        <a:pt x="0" y="6"/>
                      </a:move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7" name="Freeform 755"/>
                <p:cNvSpPr>
                  <a:spLocks/>
                </p:cNvSpPr>
                <p:nvPr/>
              </p:nvSpPr>
              <p:spPr bwMode="auto">
                <a:xfrm>
                  <a:off x="2662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8" name="Freeform 756"/>
                <p:cNvSpPr>
                  <a:spLocks/>
                </p:cNvSpPr>
                <p:nvPr/>
              </p:nvSpPr>
              <p:spPr bwMode="auto">
                <a:xfrm>
                  <a:off x="2665" y="2099"/>
                  <a:ext cx="53" cy="5"/>
                </a:xfrm>
                <a:custGeom>
                  <a:avLst/>
                  <a:gdLst>
                    <a:gd name="T0" fmla="*/ 53 w 53"/>
                    <a:gd name="T1" fmla="*/ 2 h 5"/>
                    <a:gd name="T2" fmla="*/ 53 w 53"/>
                    <a:gd name="T3" fmla="*/ 0 h 5"/>
                    <a:gd name="T4" fmla="*/ 0 w 53"/>
                    <a:gd name="T5" fmla="*/ 0 h 5"/>
                    <a:gd name="T6" fmla="*/ 0 w 53"/>
                    <a:gd name="T7" fmla="*/ 5 h 5"/>
                    <a:gd name="T8" fmla="*/ 53 w 53"/>
                    <a:gd name="T9" fmla="*/ 5 h 5"/>
                    <a:gd name="T10" fmla="*/ 53 w 53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5"/>
                    <a:gd name="T20" fmla="*/ 53 w 5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5">
                      <a:moveTo>
                        <a:pt x="53" y="2"/>
                      </a:move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3" y="5"/>
                      </a:lnTo>
                      <a:lnTo>
                        <a:pt x="53" y="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19" name="Freeform 757"/>
                <p:cNvSpPr>
                  <a:spLocks/>
                </p:cNvSpPr>
                <p:nvPr/>
              </p:nvSpPr>
              <p:spPr bwMode="auto">
                <a:xfrm>
                  <a:off x="2718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0" name="Freeform 758"/>
                <p:cNvSpPr>
                  <a:spLocks/>
                </p:cNvSpPr>
                <p:nvPr/>
              </p:nvSpPr>
              <p:spPr bwMode="auto">
                <a:xfrm>
                  <a:off x="2664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0 w 3"/>
                    <a:gd name="T3" fmla="*/ 1 h 5"/>
                    <a:gd name="T4" fmla="*/ 0 w 3"/>
                    <a:gd name="T5" fmla="*/ 2 h 5"/>
                    <a:gd name="T6" fmla="*/ 0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1" name="Freeform 759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49" cy="5"/>
                </a:xfrm>
                <a:custGeom>
                  <a:avLst/>
                  <a:gdLst>
                    <a:gd name="T0" fmla="*/ 49 w 49"/>
                    <a:gd name="T1" fmla="*/ 2 h 5"/>
                    <a:gd name="T2" fmla="*/ 49 w 49"/>
                    <a:gd name="T3" fmla="*/ 0 h 5"/>
                    <a:gd name="T4" fmla="*/ 0 w 49"/>
                    <a:gd name="T5" fmla="*/ 0 h 5"/>
                    <a:gd name="T6" fmla="*/ 0 w 49"/>
                    <a:gd name="T7" fmla="*/ 5 h 5"/>
                    <a:gd name="T8" fmla="*/ 49 w 49"/>
                    <a:gd name="T9" fmla="*/ 5 h 5"/>
                    <a:gd name="T10" fmla="*/ 49 w 49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9"/>
                    <a:gd name="T19" fmla="*/ 0 h 5"/>
                    <a:gd name="T20" fmla="*/ 49 w 49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9" h="5">
                      <a:moveTo>
                        <a:pt x="49" y="2"/>
                      </a:move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9" y="5"/>
                      </a:lnTo>
                      <a:lnTo>
                        <a:pt x="49" y="2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2" name="Freeform 760"/>
                <p:cNvSpPr>
                  <a:spLocks/>
                </p:cNvSpPr>
                <p:nvPr/>
              </p:nvSpPr>
              <p:spPr bwMode="auto">
                <a:xfrm>
                  <a:off x="2716" y="2099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2 w 3"/>
                    <a:gd name="T3" fmla="*/ 4 h 5"/>
                    <a:gd name="T4" fmla="*/ 3 w 3"/>
                    <a:gd name="T5" fmla="*/ 2 h 5"/>
                    <a:gd name="T6" fmla="*/ 2 w 3"/>
                    <a:gd name="T7" fmla="*/ 1 h 5"/>
                    <a:gd name="T8" fmla="*/ 0 w 3"/>
                    <a:gd name="T9" fmla="*/ 0 h 5"/>
                    <a:gd name="T10" fmla="*/ 0 w 3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3" name="Freeform 761"/>
                <p:cNvSpPr>
                  <a:spLocks/>
                </p:cNvSpPr>
                <p:nvPr/>
              </p:nvSpPr>
              <p:spPr bwMode="auto">
                <a:xfrm>
                  <a:off x="2667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4" name="Freeform 762"/>
                <p:cNvSpPr>
                  <a:spLocks/>
                </p:cNvSpPr>
                <p:nvPr/>
              </p:nvSpPr>
              <p:spPr bwMode="auto">
                <a:xfrm>
                  <a:off x="2669" y="2099"/>
                  <a:ext cx="46" cy="5"/>
                </a:xfrm>
                <a:custGeom>
                  <a:avLst/>
                  <a:gdLst>
                    <a:gd name="T0" fmla="*/ 46 w 46"/>
                    <a:gd name="T1" fmla="*/ 2 h 5"/>
                    <a:gd name="T2" fmla="*/ 46 w 46"/>
                    <a:gd name="T3" fmla="*/ 0 h 5"/>
                    <a:gd name="T4" fmla="*/ 0 w 46"/>
                    <a:gd name="T5" fmla="*/ 0 h 5"/>
                    <a:gd name="T6" fmla="*/ 0 w 46"/>
                    <a:gd name="T7" fmla="*/ 5 h 5"/>
                    <a:gd name="T8" fmla="*/ 46 w 46"/>
                    <a:gd name="T9" fmla="*/ 5 h 5"/>
                    <a:gd name="T10" fmla="*/ 46 w 46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5"/>
                    <a:gd name="T20" fmla="*/ 46 w 46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5">
                      <a:moveTo>
                        <a:pt x="46" y="2"/>
                      </a:move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6" y="5"/>
                      </a:lnTo>
                      <a:lnTo>
                        <a:pt x="46" y="2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5" name="Freeform 763"/>
                <p:cNvSpPr>
                  <a:spLocks/>
                </p:cNvSpPr>
                <p:nvPr/>
              </p:nvSpPr>
              <p:spPr bwMode="auto">
                <a:xfrm>
                  <a:off x="2715" y="2099"/>
                  <a:ext cx="2" cy="5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4 h 5"/>
                    <a:gd name="T4" fmla="*/ 2 w 2"/>
                    <a:gd name="T5" fmla="*/ 2 h 5"/>
                    <a:gd name="T6" fmla="*/ 2 w 2"/>
                    <a:gd name="T7" fmla="*/ 1 h 5"/>
                    <a:gd name="T8" fmla="*/ 0 w 2"/>
                    <a:gd name="T9" fmla="*/ 0 h 5"/>
                    <a:gd name="T10" fmla="*/ 0 w 2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2727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6" name="Freeform 764"/>
                <p:cNvSpPr>
                  <a:spLocks/>
                </p:cNvSpPr>
                <p:nvPr/>
              </p:nvSpPr>
              <p:spPr bwMode="auto">
                <a:xfrm>
                  <a:off x="2668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7" name="Freeform 765"/>
                <p:cNvSpPr>
                  <a:spLocks/>
                </p:cNvSpPr>
                <p:nvPr/>
              </p:nvSpPr>
              <p:spPr bwMode="auto">
                <a:xfrm>
                  <a:off x="2671" y="2099"/>
                  <a:ext cx="41" cy="5"/>
                </a:xfrm>
                <a:custGeom>
                  <a:avLst/>
                  <a:gdLst>
                    <a:gd name="T0" fmla="*/ 41 w 41"/>
                    <a:gd name="T1" fmla="*/ 2 h 5"/>
                    <a:gd name="T2" fmla="*/ 41 w 41"/>
                    <a:gd name="T3" fmla="*/ 0 h 5"/>
                    <a:gd name="T4" fmla="*/ 0 w 41"/>
                    <a:gd name="T5" fmla="*/ 0 h 5"/>
                    <a:gd name="T6" fmla="*/ 0 w 41"/>
                    <a:gd name="T7" fmla="*/ 5 h 5"/>
                    <a:gd name="T8" fmla="*/ 41 w 41"/>
                    <a:gd name="T9" fmla="*/ 5 h 5"/>
                    <a:gd name="T10" fmla="*/ 41 w 41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5"/>
                    <a:gd name="T20" fmla="*/ 41 w 41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5">
                      <a:moveTo>
                        <a:pt x="41" y="2"/>
                      </a:moveTo>
                      <a:lnTo>
                        <a:pt x="4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1" y="5"/>
                      </a:lnTo>
                      <a:lnTo>
                        <a:pt x="41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8" name="Freeform 766"/>
                <p:cNvSpPr>
                  <a:spLocks/>
                </p:cNvSpPr>
                <p:nvPr/>
              </p:nvSpPr>
              <p:spPr bwMode="auto">
                <a:xfrm>
                  <a:off x="2712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3 w 4"/>
                    <a:gd name="T3" fmla="*/ 4 h 5"/>
                    <a:gd name="T4" fmla="*/ 4 w 4"/>
                    <a:gd name="T5" fmla="*/ 2 h 5"/>
                    <a:gd name="T6" fmla="*/ 3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3" y="4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29" name="Freeform 767"/>
                <p:cNvSpPr>
                  <a:spLocks/>
                </p:cNvSpPr>
                <p:nvPr/>
              </p:nvSpPr>
              <p:spPr bwMode="auto">
                <a:xfrm>
                  <a:off x="2670" y="2099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1 w 3"/>
                    <a:gd name="T3" fmla="*/ 1 h 5"/>
                    <a:gd name="T4" fmla="*/ 0 w 3"/>
                    <a:gd name="T5" fmla="*/ 2 h 5"/>
                    <a:gd name="T6" fmla="*/ 1 w 3"/>
                    <a:gd name="T7" fmla="*/ 4 h 5"/>
                    <a:gd name="T8" fmla="*/ 3 w 3"/>
                    <a:gd name="T9" fmla="*/ 5 h 5"/>
                    <a:gd name="T10" fmla="*/ 3 w 3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"/>
                    <a:gd name="T19" fmla="*/ 0 h 5"/>
                    <a:gd name="T20" fmla="*/ 3 w 3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" h="5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30" name="Freeform 768"/>
                <p:cNvSpPr>
                  <a:spLocks/>
                </p:cNvSpPr>
                <p:nvPr/>
              </p:nvSpPr>
              <p:spPr bwMode="auto">
                <a:xfrm>
                  <a:off x="2673" y="2099"/>
                  <a:ext cx="37" cy="5"/>
                </a:xfrm>
                <a:custGeom>
                  <a:avLst/>
                  <a:gdLst>
                    <a:gd name="T0" fmla="*/ 37 w 37"/>
                    <a:gd name="T1" fmla="*/ 2 h 5"/>
                    <a:gd name="T2" fmla="*/ 37 w 37"/>
                    <a:gd name="T3" fmla="*/ 0 h 5"/>
                    <a:gd name="T4" fmla="*/ 0 w 37"/>
                    <a:gd name="T5" fmla="*/ 0 h 5"/>
                    <a:gd name="T6" fmla="*/ 0 w 37"/>
                    <a:gd name="T7" fmla="*/ 5 h 5"/>
                    <a:gd name="T8" fmla="*/ 37 w 37"/>
                    <a:gd name="T9" fmla="*/ 5 h 5"/>
                    <a:gd name="T10" fmla="*/ 37 w 37"/>
                    <a:gd name="T11" fmla="*/ 2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5"/>
                    <a:gd name="T20" fmla="*/ 37 w 37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5">
                      <a:moveTo>
                        <a:pt x="37" y="2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37" y="5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31" name="Freeform 769"/>
                <p:cNvSpPr>
                  <a:spLocks/>
                </p:cNvSpPr>
                <p:nvPr/>
              </p:nvSpPr>
              <p:spPr bwMode="auto">
                <a:xfrm>
                  <a:off x="2710" y="2099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2 w 4"/>
                    <a:gd name="T3" fmla="*/ 4 h 5"/>
                    <a:gd name="T4" fmla="*/ 4 w 4"/>
                    <a:gd name="T5" fmla="*/ 2 h 5"/>
                    <a:gd name="T6" fmla="*/ 2 w 4"/>
                    <a:gd name="T7" fmla="*/ 1 h 5"/>
                    <a:gd name="T8" fmla="*/ 0 w 4"/>
                    <a:gd name="T9" fmla="*/ 0 h 5"/>
                    <a:gd name="T10" fmla="*/ 0 w 4"/>
                    <a:gd name="T11" fmla="*/ 5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"/>
                    <a:gd name="T19" fmla="*/ 0 h 5"/>
                    <a:gd name="T20" fmla="*/ 4 w 4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" h="5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732" name="Freeform 770"/>
                <p:cNvSpPr>
                  <a:spLocks/>
                </p:cNvSpPr>
                <p:nvPr/>
              </p:nvSpPr>
              <p:spPr bwMode="auto">
                <a:xfrm>
                  <a:off x="2672" y="2099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1 h 5"/>
                    <a:gd name="T4" fmla="*/ 0 w 2"/>
                    <a:gd name="T5" fmla="*/ 2 h 5"/>
                    <a:gd name="T6" fmla="*/ 0 w 2"/>
                    <a:gd name="T7" fmla="*/ 4 h 5"/>
                    <a:gd name="T8" fmla="*/ 2 w 2"/>
                    <a:gd name="T9" fmla="*/ 5 h 5"/>
                    <a:gd name="T10" fmla="*/ 2 w 2"/>
                    <a:gd name="T11" fmla="*/ 0 h 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"/>
                    <a:gd name="T19" fmla="*/ 0 h 5"/>
                    <a:gd name="T20" fmla="*/ 2 w 2"/>
                    <a:gd name="T21" fmla="*/ 5 h 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" h="5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49398" name="Freeform 771"/>
              <p:cNvSpPr>
                <a:spLocks/>
              </p:cNvSpPr>
              <p:nvPr/>
            </p:nvSpPr>
            <p:spPr bwMode="auto">
              <a:xfrm>
                <a:off x="2674" y="2099"/>
                <a:ext cx="34" cy="5"/>
              </a:xfrm>
              <a:custGeom>
                <a:avLst/>
                <a:gdLst>
                  <a:gd name="T0" fmla="*/ 34 w 34"/>
                  <a:gd name="T1" fmla="*/ 2 h 5"/>
                  <a:gd name="T2" fmla="*/ 34 w 34"/>
                  <a:gd name="T3" fmla="*/ 0 h 5"/>
                  <a:gd name="T4" fmla="*/ 0 w 34"/>
                  <a:gd name="T5" fmla="*/ 0 h 5"/>
                  <a:gd name="T6" fmla="*/ 0 w 34"/>
                  <a:gd name="T7" fmla="*/ 5 h 5"/>
                  <a:gd name="T8" fmla="*/ 34 w 34"/>
                  <a:gd name="T9" fmla="*/ 5 h 5"/>
                  <a:gd name="T10" fmla="*/ 34 w 3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5"/>
                  <a:gd name="T20" fmla="*/ 34 w 3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5">
                    <a:moveTo>
                      <a:pt x="34" y="2"/>
                    </a:moveTo>
                    <a:lnTo>
                      <a:pt x="3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4" y="5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9" name="Freeform 772"/>
              <p:cNvSpPr>
                <a:spLocks/>
              </p:cNvSpPr>
              <p:nvPr/>
            </p:nvSpPr>
            <p:spPr bwMode="auto">
              <a:xfrm>
                <a:off x="270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0" name="Freeform 773"/>
              <p:cNvSpPr>
                <a:spLocks/>
              </p:cNvSpPr>
              <p:nvPr/>
            </p:nvSpPr>
            <p:spPr bwMode="auto">
              <a:xfrm>
                <a:off x="2674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1" name="Freeform 774"/>
              <p:cNvSpPr>
                <a:spLocks/>
              </p:cNvSpPr>
              <p:nvPr/>
            </p:nvSpPr>
            <p:spPr bwMode="auto">
              <a:xfrm>
                <a:off x="2676" y="2099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0 h 5"/>
                  <a:gd name="T4" fmla="*/ 0 w 31"/>
                  <a:gd name="T5" fmla="*/ 0 h 5"/>
                  <a:gd name="T6" fmla="*/ 0 w 31"/>
                  <a:gd name="T7" fmla="*/ 5 h 5"/>
                  <a:gd name="T8" fmla="*/ 31 w 31"/>
                  <a:gd name="T9" fmla="*/ 5 h 5"/>
                  <a:gd name="T10" fmla="*/ 31 w 3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5"/>
                  <a:gd name="T20" fmla="*/ 31 w 3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5">
                    <a:moveTo>
                      <a:pt x="31" y="2"/>
                    </a:moveTo>
                    <a:lnTo>
                      <a:pt x="3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2" name="Freeform 775"/>
              <p:cNvSpPr>
                <a:spLocks/>
              </p:cNvSpPr>
              <p:nvPr/>
            </p:nvSpPr>
            <p:spPr bwMode="auto">
              <a:xfrm>
                <a:off x="2707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3" name="Freeform 776"/>
              <p:cNvSpPr>
                <a:spLocks/>
              </p:cNvSpPr>
              <p:nvPr/>
            </p:nvSpPr>
            <p:spPr bwMode="auto">
              <a:xfrm>
                <a:off x="2676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4" name="Freeform 777"/>
              <p:cNvSpPr>
                <a:spLocks/>
              </p:cNvSpPr>
              <p:nvPr/>
            </p:nvSpPr>
            <p:spPr bwMode="auto">
              <a:xfrm>
                <a:off x="2678" y="2099"/>
                <a:ext cx="27" cy="5"/>
              </a:xfrm>
              <a:custGeom>
                <a:avLst/>
                <a:gdLst>
                  <a:gd name="T0" fmla="*/ 27 w 27"/>
                  <a:gd name="T1" fmla="*/ 2 h 5"/>
                  <a:gd name="T2" fmla="*/ 27 w 27"/>
                  <a:gd name="T3" fmla="*/ 0 h 5"/>
                  <a:gd name="T4" fmla="*/ 0 w 27"/>
                  <a:gd name="T5" fmla="*/ 0 h 5"/>
                  <a:gd name="T6" fmla="*/ 0 w 27"/>
                  <a:gd name="T7" fmla="*/ 5 h 5"/>
                  <a:gd name="T8" fmla="*/ 27 w 27"/>
                  <a:gd name="T9" fmla="*/ 5 h 5"/>
                  <a:gd name="T10" fmla="*/ 27 w 27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5"/>
                  <a:gd name="T20" fmla="*/ 27 w 27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5">
                    <a:moveTo>
                      <a:pt x="27" y="2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5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5" name="Freeform 778"/>
              <p:cNvSpPr>
                <a:spLocks/>
              </p:cNvSpPr>
              <p:nvPr/>
            </p:nvSpPr>
            <p:spPr bwMode="auto">
              <a:xfrm>
                <a:off x="2705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6" name="Freeform 779"/>
              <p:cNvSpPr>
                <a:spLocks/>
              </p:cNvSpPr>
              <p:nvPr/>
            </p:nvSpPr>
            <p:spPr bwMode="auto">
              <a:xfrm>
                <a:off x="2678" y="2099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 h 5"/>
                  <a:gd name="T4" fmla="*/ 0 w 2"/>
                  <a:gd name="T5" fmla="*/ 2 h 5"/>
                  <a:gd name="T6" fmla="*/ 0 w 2"/>
                  <a:gd name="T7" fmla="*/ 4 h 5"/>
                  <a:gd name="T8" fmla="*/ 2 w 2"/>
                  <a:gd name="T9" fmla="*/ 5 h 5"/>
                  <a:gd name="T10" fmla="*/ 2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7" name="Freeform 780"/>
              <p:cNvSpPr>
                <a:spLocks/>
              </p:cNvSpPr>
              <p:nvPr/>
            </p:nvSpPr>
            <p:spPr bwMode="auto">
              <a:xfrm>
                <a:off x="2680" y="2099"/>
                <a:ext cx="23" cy="5"/>
              </a:xfrm>
              <a:custGeom>
                <a:avLst/>
                <a:gdLst>
                  <a:gd name="T0" fmla="*/ 23 w 23"/>
                  <a:gd name="T1" fmla="*/ 2 h 5"/>
                  <a:gd name="T2" fmla="*/ 23 w 23"/>
                  <a:gd name="T3" fmla="*/ 0 h 5"/>
                  <a:gd name="T4" fmla="*/ 0 w 23"/>
                  <a:gd name="T5" fmla="*/ 0 h 5"/>
                  <a:gd name="T6" fmla="*/ 0 w 23"/>
                  <a:gd name="T7" fmla="*/ 5 h 5"/>
                  <a:gd name="T8" fmla="*/ 23 w 23"/>
                  <a:gd name="T9" fmla="*/ 5 h 5"/>
                  <a:gd name="T10" fmla="*/ 23 w 23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"/>
                  <a:gd name="T20" fmla="*/ 23 w 2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">
                    <a:moveTo>
                      <a:pt x="23" y="2"/>
                    </a:moveTo>
                    <a:lnTo>
                      <a:pt x="23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3" y="5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8" name="Freeform 781"/>
              <p:cNvSpPr>
                <a:spLocks/>
              </p:cNvSpPr>
              <p:nvPr/>
            </p:nvSpPr>
            <p:spPr bwMode="auto">
              <a:xfrm>
                <a:off x="270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09" name="Freeform 782"/>
              <p:cNvSpPr>
                <a:spLocks/>
              </p:cNvSpPr>
              <p:nvPr/>
            </p:nvSpPr>
            <p:spPr bwMode="auto">
              <a:xfrm>
                <a:off x="2680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0 w 3"/>
                  <a:gd name="T5" fmla="*/ 2 h 5"/>
                  <a:gd name="T6" fmla="*/ 0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0" name="Freeform 783"/>
              <p:cNvSpPr>
                <a:spLocks/>
              </p:cNvSpPr>
              <p:nvPr/>
            </p:nvSpPr>
            <p:spPr bwMode="auto">
              <a:xfrm>
                <a:off x="2683" y="2099"/>
                <a:ext cx="18" cy="5"/>
              </a:xfrm>
              <a:custGeom>
                <a:avLst/>
                <a:gdLst>
                  <a:gd name="T0" fmla="*/ 18 w 18"/>
                  <a:gd name="T1" fmla="*/ 2 h 5"/>
                  <a:gd name="T2" fmla="*/ 18 w 18"/>
                  <a:gd name="T3" fmla="*/ 0 h 5"/>
                  <a:gd name="T4" fmla="*/ 0 w 18"/>
                  <a:gd name="T5" fmla="*/ 0 h 5"/>
                  <a:gd name="T6" fmla="*/ 0 w 18"/>
                  <a:gd name="T7" fmla="*/ 5 h 5"/>
                  <a:gd name="T8" fmla="*/ 18 w 18"/>
                  <a:gd name="T9" fmla="*/ 5 h 5"/>
                  <a:gd name="T10" fmla="*/ 18 w 18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5"/>
                  <a:gd name="T20" fmla="*/ 18 w 18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5">
                    <a:moveTo>
                      <a:pt x="18" y="2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8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1" name="Freeform 784"/>
              <p:cNvSpPr>
                <a:spLocks/>
              </p:cNvSpPr>
              <p:nvPr/>
            </p:nvSpPr>
            <p:spPr bwMode="auto">
              <a:xfrm>
                <a:off x="2701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2" name="Freeform 785"/>
              <p:cNvSpPr>
                <a:spLocks/>
              </p:cNvSpPr>
              <p:nvPr/>
            </p:nvSpPr>
            <p:spPr bwMode="auto">
              <a:xfrm>
                <a:off x="2681" y="2099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2 w 4"/>
                  <a:gd name="T3" fmla="*/ 1 h 5"/>
                  <a:gd name="T4" fmla="*/ 0 w 4"/>
                  <a:gd name="T5" fmla="*/ 2 h 5"/>
                  <a:gd name="T6" fmla="*/ 2 w 4"/>
                  <a:gd name="T7" fmla="*/ 4 h 5"/>
                  <a:gd name="T8" fmla="*/ 4 w 4"/>
                  <a:gd name="T9" fmla="*/ 5 h 5"/>
                  <a:gd name="T10" fmla="*/ 4 w 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4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3" name="Freeform 786"/>
              <p:cNvSpPr>
                <a:spLocks/>
              </p:cNvSpPr>
              <p:nvPr/>
            </p:nvSpPr>
            <p:spPr bwMode="auto">
              <a:xfrm>
                <a:off x="2685" y="2099"/>
                <a:ext cx="14" cy="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0 h 5"/>
                  <a:gd name="T4" fmla="*/ 0 w 14"/>
                  <a:gd name="T5" fmla="*/ 0 h 5"/>
                  <a:gd name="T6" fmla="*/ 0 w 14"/>
                  <a:gd name="T7" fmla="*/ 5 h 5"/>
                  <a:gd name="T8" fmla="*/ 14 w 14"/>
                  <a:gd name="T9" fmla="*/ 5 h 5"/>
                  <a:gd name="T10" fmla="*/ 14 w 14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"/>
                  <a:gd name="T20" fmla="*/ 14 w 1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">
                    <a:moveTo>
                      <a:pt x="14" y="2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4" name="Freeform 787"/>
              <p:cNvSpPr>
                <a:spLocks/>
              </p:cNvSpPr>
              <p:nvPr/>
            </p:nvSpPr>
            <p:spPr bwMode="auto">
              <a:xfrm>
                <a:off x="2699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5" name="Freeform 788"/>
              <p:cNvSpPr>
                <a:spLocks/>
              </p:cNvSpPr>
              <p:nvPr/>
            </p:nvSpPr>
            <p:spPr bwMode="auto">
              <a:xfrm>
                <a:off x="2684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6" name="Freeform 789"/>
              <p:cNvSpPr>
                <a:spLocks/>
              </p:cNvSpPr>
              <p:nvPr/>
            </p:nvSpPr>
            <p:spPr bwMode="auto">
              <a:xfrm>
                <a:off x="2687" y="2099"/>
                <a:ext cx="11" cy="5"/>
              </a:xfrm>
              <a:custGeom>
                <a:avLst/>
                <a:gdLst>
                  <a:gd name="T0" fmla="*/ 11 w 11"/>
                  <a:gd name="T1" fmla="*/ 2 h 5"/>
                  <a:gd name="T2" fmla="*/ 11 w 11"/>
                  <a:gd name="T3" fmla="*/ 0 h 5"/>
                  <a:gd name="T4" fmla="*/ 0 w 11"/>
                  <a:gd name="T5" fmla="*/ 0 h 5"/>
                  <a:gd name="T6" fmla="*/ 0 w 11"/>
                  <a:gd name="T7" fmla="*/ 5 h 5"/>
                  <a:gd name="T8" fmla="*/ 11 w 11"/>
                  <a:gd name="T9" fmla="*/ 5 h 5"/>
                  <a:gd name="T10" fmla="*/ 11 w 11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5"/>
                  <a:gd name="T20" fmla="*/ 11 w 1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5">
                    <a:moveTo>
                      <a:pt x="11" y="2"/>
                    </a:moveTo>
                    <a:lnTo>
                      <a:pt x="1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7" name="Freeform 790"/>
              <p:cNvSpPr>
                <a:spLocks/>
              </p:cNvSpPr>
              <p:nvPr/>
            </p:nvSpPr>
            <p:spPr bwMode="auto">
              <a:xfrm>
                <a:off x="2698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8" name="Freeform 791"/>
              <p:cNvSpPr>
                <a:spLocks/>
              </p:cNvSpPr>
              <p:nvPr/>
            </p:nvSpPr>
            <p:spPr bwMode="auto">
              <a:xfrm>
                <a:off x="2686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19" name="Freeform 792"/>
              <p:cNvSpPr>
                <a:spLocks/>
              </p:cNvSpPr>
              <p:nvPr/>
            </p:nvSpPr>
            <p:spPr bwMode="auto">
              <a:xfrm>
                <a:off x="2689" y="2099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6 w 6"/>
                  <a:gd name="T3" fmla="*/ 0 h 5"/>
                  <a:gd name="T4" fmla="*/ 0 w 6"/>
                  <a:gd name="T5" fmla="*/ 0 h 5"/>
                  <a:gd name="T6" fmla="*/ 0 w 6"/>
                  <a:gd name="T7" fmla="*/ 5 h 5"/>
                  <a:gd name="T8" fmla="*/ 6 w 6"/>
                  <a:gd name="T9" fmla="*/ 5 h 5"/>
                  <a:gd name="T10" fmla="*/ 6 w 6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5"/>
                  <a:gd name="T20" fmla="*/ 6 w 6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5">
                    <a:moveTo>
                      <a:pt x="6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0" name="Freeform 793"/>
              <p:cNvSpPr>
                <a:spLocks/>
              </p:cNvSpPr>
              <p:nvPr/>
            </p:nvSpPr>
            <p:spPr bwMode="auto">
              <a:xfrm>
                <a:off x="2695" y="2099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3 w 4"/>
                  <a:gd name="T3" fmla="*/ 4 h 5"/>
                  <a:gd name="T4" fmla="*/ 4 w 4"/>
                  <a:gd name="T5" fmla="*/ 2 h 5"/>
                  <a:gd name="T6" fmla="*/ 3 w 4"/>
                  <a:gd name="T7" fmla="*/ 1 h 5"/>
                  <a:gd name="T8" fmla="*/ 0 w 4"/>
                  <a:gd name="T9" fmla="*/ 0 h 5"/>
                  <a:gd name="T10" fmla="*/ 0 w 4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5"/>
                  <a:gd name="T20" fmla="*/ 4 w 4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5">
                    <a:moveTo>
                      <a:pt x="0" y="5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1" name="Freeform 794"/>
              <p:cNvSpPr>
                <a:spLocks/>
              </p:cNvSpPr>
              <p:nvPr/>
            </p:nvSpPr>
            <p:spPr bwMode="auto">
              <a:xfrm>
                <a:off x="2688" y="2099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1 h 5"/>
                  <a:gd name="T4" fmla="*/ 0 w 3"/>
                  <a:gd name="T5" fmla="*/ 2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2" name="Freeform 795"/>
              <p:cNvSpPr>
                <a:spLocks/>
              </p:cNvSpPr>
              <p:nvPr/>
            </p:nvSpPr>
            <p:spPr bwMode="auto">
              <a:xfrm>
                <a:off x="2691" y="2099"/>
                <a:ext cx="2" cy="5"/>
              </a:xfrm>
              <a:custGeom>
                <a:avLst/>
                <a:gdLst>
                  <a:gd name="T0" fmla="*/ 2 w 2"/>
                  <a:gd name="T1" fmla="*/ 2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5 h 5"/>
                  <a:gd name="T8" fmla="*/ 2 w 2"/>
                  <a:gd name="T9" fmla="*/ 5 h 5"/>
                  <a:gd name="T10" fmla="*/ 2 w 2"/>
                  <a:gd name="T11" fmla="*/ 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3" name="Freeform 796"/>
              <p:cNvSpPr>
                <a:spLocks/>
              </p:cNvSpPr>
              <p:nvPr/>
            </p:nvSpPr>
            <p:spPr bwMode="auto">
              <a:xfrm>
                <a:off x="2693" y="2099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4 h 5"/>
                  <a:gd name="T4" fmla="*/ 3 w 3"/>
                  <a:gd name="T5" fmla="*/ 2 h 5"/>
                  <a:gd name="T6" fmla="*/ 2 w 3"/>
                  <a:gd name="T7" fmla="*/ 1 h 5"/>
                  <a:gd name="T8" fmla="*/ 0 w 3"/>
                  <a:gd name="T9" fmla="*/ 0 h 5"/>
                  <a:gd name="T10" fmla="*/ 0 w 3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5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4" name="Freeform 797"/>
              <p:cNvSpPr>
                <a:spLocks/>
              </p:cNvSpPr>
              <p:nvPr/>
            </p:nvSpPr>
            <p:spPr bwMode="auto">
              <a:xfrm>
                <a:off x="2676" y="1794"/>
                <a:ext cx="29" cy="75"/>
              </a:xfrm>
              <a:custGeom>
                <a:avLst/>
                <a:gdLst>
                  <a:gd name="T0" fmla="*/ 5 w 29"/>
                  <a:gd name="T1" fmla="*/ 0 h 75"/>
                  <a:gd name="T2" fmla="*/ 16 w 29"/>
                  <a:gd name="T3" fmla="*/ 41 h 75"/>
                  <a:gd name="T4" fmla="*/ 0 w 29"/>
                  <a:gd name="T5" fmla="*/ 38 h 75"/>
                  <a:gd name="T6" fmla="*/ 17 w 29"/>
                  <a:gd name="T7" fmla="*/ 75 h 75"/>
                  <a:gd name="T8" fmla="*/ 13 w 29"/>
                  <a:gd name="T9" fmla="*/ 49 h 75"/>
                  <a:gd name="T10" fmla="*/ 29 w 29"/>
                  <a:gd name="T11" fmla="*/ 51 h 75"/>
                  <a:gd name="T12" fmla="*/ 5 w 29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75"/>
                  <a:gd name="T23" fmla="*/ 29 w 29"/>
                  <a:gd name="T24" fmla="*/ 75 h 7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75">
                    <a:moveTo>
                      <a:pt x="5" y="0"/>
                    </a:moveTo>
                    <a:lnTo>
                      <a:pt x="16" y="41"/>
                    </a:lnTo>
                    <a:lnTo>
                      <a:pt x="0" y="38"/>
                    </a:lnTo>
                    <a:lnTo>
                      <a:pt x="17" y="75"/>
                    </a:lnTo>
                    <a:lnTo>
                      <a:pt x="13" y="49"/>
                    </a:lnTo>
                    <a:lnTo>
                      <a:pt x="29" y="5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5" name="Freeform 798"/>
              <p:cNvSpPr>
                <a:spLocks/>
              </p:cNvSpPr>
              <p:nvPr/>
            </p:nvSpPr>
            <p:spPr bwMode="auto">
              <a:xfrm>
                <a:off x="2678" y="1794"/>
                <a:ext cx="16" cy="43"/>
              </a:xfrm>
              <a:custGeom>
                <a:avLst/>
                <a:gdLst>
                  <a:gd name="T0" fmla="*/ 13 w 16"/>
                  <a:gd name="T1" fmla="*/ 43 h 43"/>
                  <a:gd name="T2" fmla="*/ 16 w 16"/>
                  <a:gd name="T3" fmla="*/ 40 h 43"/>
                  <a:gd name="T4" fmla="*/ 6 w 16"/>
                  <a:gd name="T5" fmla="*/ 0 h 43"/>
                  <a:gd name="T6" fmla="*/ 0 w 16"/>
                  <a:gd name="T7" fmla="*/ 1 h 43"/>
                  <a:gd name="T8" fmla="*/ 11 w 16"/>
                  <a:gd name="T9" fmla="*/ 41 h 43"/>
                  <a:gd name="T10" fmla="*/ 14 w 16"/>
                  <a:gd name="T11" fmla="*/ 38 h 43"/>
                  <a:gd name="T12" fmla="*/ 11 w 16"/>
                  <a:gd name="T13" fmla="*/ 41 h 43"/>
                  <a:gd name="T14" fmla="*/ 12 w 16"/>
                  <a:gd name="T15" fmla="*/ 43 h 43"/>
                  <a:gd name="T16" fmla="*/ 14 w 16"/>
                  <a:gd name="T17" fmla="*/ 43 h 43"/>
                  <a:gd name="T18" fmla="*/ 16 w 16"/>
                  <a:gd name="T19" fmla="*/ 42 h 43"/>
                  <a:gd name="T20" fmla="*/ 16 w 16"/>
                  <a:gd name="T21" fmla="*/ 40 h 43"/>
                  <a:gd name="T22" fmla="*/ 13 w 16"/>
                  <a:gd name="T23" fmla="*/ 43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43"/>
                  <a:gd name="T38" fmla="*/ 16 w 16"/>
                  <a:gd name="T39" fmla="*/ 43 h 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43">
                    <a:moveTo>
                      <a:pt x="13" y="43"/>
                    </a:moveTo>
                    <a:lnTo>
                      <a:pt x="16" y="40"/>
                    </a:lnTo>
                    <a:lnTo>
                      <a:pt x="6" y="0"/>
                    </a:lnTo>
                    <a:lnTo>
                      <a:pt x="0" y="1"/>
                    </a:lnTo>
                    <a:lnTo>
                      <a:pt x="11" y="41"/>
                    </a:lnTo>
                    <a:lnTo>
                      <a:pt x="14" y="38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3" y="4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6" name="Freeform 799"/>
              <p:cNvSpPr>
                <a:spLocks/>
              </p:cNvSpPr>
              <p:nvPr/>
            </p:nvSpPr>
            <p:spPr bwMode="auto">
              <a:xfrm>
                <a:off x="2674" y="1830"/>
                <a:ext cx="18" cy="7"/>
              </a:xfrm>
              <a:custGeom>
                <a:avLst/>
                <a:gdLst>
                  <a:gd name="T0" fmla="*/ 4 w 18"/>
                  <a:gd name="T1" fmla="*/ 2 h 7"/>
                  <a:gd name="T2" fmla="*/ 2 w 18"/>
                  <a:gd name="T3" fmla="*/ 5 h 7"/>
                  <a:gd name="T4" fmla="*/ 17 w 18"/>
                  <a:gd name="T5" fmla="*/ 7 h 7"/>
                  <a:gd name="T6" fmla="*/ 18 w 18"/>
                  <a:gd name="T7" fmla="*/ 2 h 7"/>
                  <a:gd name="T8" fmla="*/ 3 w 18"/>
                  <a:gd name="T9" fmla="*/ 0 h 7"/>
                  <a:gd name="T10" fmla="*/ 0 w 18"/>
                  <a:gd name="T11" fmla="*/ 3 h 7"/>
                  <a:gd name="T12" fmla="*/ 3 w 18"/>
                  <a:gd name="T13" fmla="*/ 0 h 7"/>
                  <a:gd name="T14" fmla="*/ 1 w 18"/>
                  <a:gd name="T15" fmla="*/ 1 h 7"/>
                  <a:gd name="T16" fmla="*/ 0 w 18"/>
                  <a:gd name="T17" fmla="*/ 2 h 7"/>
                  <a:gd name="T18" fmla="*/ 0 w 18"/>
                  <a:gd name="T19" fmla="*/ 4 h 7"/>
                  <a:gd name="T20" fmla="*/ 2 w 18"/>
                  <a:gd name="T21" fmla="*/ 5 h 7"/>
                  <a:gd name="T22" fmla="*/ 4 w 18"/>
                  <a:gd name="T23" fmla="*/ 2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4" y="2"/>
                    </a:moveTo>
                    <a:lnTo>
                      <a:pt x="2" y="5"/>
                    </a:lnTo>
                    <a:lnTo>
                      <a:pt x="17" y="7"/>
                    </a:lnTo>
                    <a:lnTo>
                      <a:pt x="18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7" name="Freeform 800"/>
              <p:cNvSpPr>
                <a:spLocks/>
              </p:cNvSpPr>
              <p:nvPr/>
            </p:nvSpPr>
            <p:spPr bwMode="auto">
              <a:xfrm>
                <a:off x="2674" y="1832"/>
                <a:ext cx="21" cy="40"/>
              </a:xfrm>
              <a:custGeom>
                <a:avLst/>
                <a:gdLst>
                  <a:gd name="T0" fmla="*/ 16 w 21"/>
                  <a:gd name="T1" fmla="*/ 37 h 40"/>
                  <a:gd name="T2" fmla="*/ 21 w 21"/>
                  <a:gd name="T3" fmla="*/ 36 h 40"/>
                  <a:gd name="T4" fmla="*/ 4 w 21"/>
                  <a:gd name="T5" fmla="*/ 0 h 40"/>
                  <a:gd name="T6" fmla="*/ 0 w 21"/>
                  <a:gd name="T7" fmla="*/ 2 h 40"/>
                  <a:gd name="T8" fmla="*/ 16 w 21"/>
                  <a:gd name="T9" fmla="*/ 38 h 40"/>
                  <a:gd name="T10" fmla="*/ 21 w 21"/>
                  <a:gd name="T11" fmla="*/ 37 h 40"/>
                  <a:gd name="T12" fmla="*/ 16 w 21"/>
                  <a:gd name="T13" fmla="*/ 38 h 40"/>
                  <a:gd name="T14" fmla="*/ 18 w 21"/>
                  <a:gd name="T15" fmla="*/ 40 h 40"/>
                  <a:gd name="T16" fmla="*/ 19 w 21"/>
                  <a:gd name="T17" fmla="*/ 40 h 40"/>
                  <a:gd name="T18" fmla="*/ 21 w 21"/>
                  <a:gd name="T19" fmla="*/ 38 h 40"/>
                  <a:gd name="T20" fmla="*/ 21 w 21"/>
                  <a:gd name="T21" fmla="*/ 36 h 40"/>
                  <a:gd name="T22" fmla="*/ 16 w 21"/>
                  <a:gd name="T23" fmla="*/ 37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40"/>
                  <a:gd name="T38" fmla="*/ 21 w 21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40">
                    <a:moveTo>
                      <a:pt x="16" y="37"/>
                    </a:moveTo>
                    <a:lnTo>
                      <a:pt x="21" y="3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6" y="38"/>
                    </a:lnTo>
                    <a:lnTo>
                      <a:pt x="21" y="37"/>
                    </a:lnTo>
                    <a:lnTo>
                      <a:pt x="16" y="38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16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8" name="Freeform 801"/>
              <p:cNvSpPr>
                <a:spLocks/>
              </p:cNvSpPr>
              <p:nvPr/>
            </p:nvSpPr>
            <p:spPr bwMode="auto">
              <a:xfrm>
                <a:off x="2687" y="1841"/>
                <a:ext cx="8" cy="28"/>
              </a:xfrm>
              <a:custGeom>
                <a:avLst/>
                <a:gdLst>
                  <a:gd name="T0" fmla="*/ 3 w 8"/>
                  <a:gd name="T1" fmla="*/ 0 h 28"/>
                  <a:gd name="T2" fmla="*/ 0 w 8"/>
                  <a:gd name="T3" fmla="*/ 3 h 28"/>
                  <a:gd name="T4" fmla="*/ 3 w 8"/>
                  <a:gd name="T5" fmla="*/ 28 h 28"/>
                  <a:gd name="T6" fmla="*/ 8 w 8"/>
                  <a:gd name="T7" fmla="*/ 27 h 28"/>
                  <a:gd name="T8" fmla="*/ 4 w 8"/>
                  <a:gd name="T9" fmla="*/ 2 h 28"/>
                  <a:gd name="T10" fmla="*/ 2 w 8"/>
                  <a:gd name="T11" fmla="*/ 5 h 28"/>
                  <a:gd name="T12" fmla="*/ 4 w 8"/>
                  <a:gd name="T13" fmla="*/ 2 h 28"/>
                  <a:gd name="T14" fmla="*/ 4 w 8"/>
                  <a:gd name="T15" fmla="*/ 1 h 28"/>
                  <a:gd name="T16" fmla="*/ 2 w 8"/>
                  <a:gd name="T17" fmla="*/ 0 h 28"/>
                  <a:gd name="T18" fmla="*/ 1 w 8"/>
                  <a:gd name="T19" fmla="*/ 1 h 28"/>
                  <a:gd name="T20" fmla="*/ 0 w 8"/>
                  <a:gd name="T21" fmla="*/ 3 h 28"/>
                  <a:gd name="T22" fmla="*/ 3 w 8"/>
                  <a:gd name="T23" fmla="*/ 0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28"/>
                  <a:gd name="T38" fmla="*/ 8 w 8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28">
                    <a:moveTo>
                      <a:pt x="3" y="0"/>
                    </a:moveTo>
                    <a:lnTo>
                      <a:pt x="0" y="3"/>
                    </a:lnTo>
                    <a:lnTo>
                      <a:pt x="3" y="28"/>
                    </a:lnTo>
                    <a:lnTo>
                      <a:pt x="8" y="27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29" name="Freeform 802"/>
              <p:cNvSpPr>
                <a:spLocks/>
              </p:cNvSpPr>
              <p:nvPr/>
            </p:nvSpPr>
            <p:spPr bwMode="auto">
              <a:xfrm>
                <a:off x="2689" y="1841"/>
                <a:ext cx="18" cy="7"/>
              </a:xfrm>
              <a:custGeom>
                <a:avLst/>
                <a:gdLst>
                  <a:gd name="T0" fmla="*/ 14 w 18"/>
                  <a:gd name="T1" fmla="*/ 5 h 7"/>
                  <a:gd name="T2" fmla="*/ 16 w 18"/>
                  <a:gd name="T3" fmla="*/ 2 h 7"/>
                  <a:gd name="T4" fmla="*/ 1 w 18"/>
                  <a:gd name="T5" fmla="*/ 0 h 7"/>
                  <a:gd name="T6" fmla="*/ 0 w 18"/>
                  <a:gd name="T7" fmla="*/ 5 h 7"/>
                  <a:gd name="T8" fmla="*/ 15 w 18"/>
                  <a:gd name="T9" fmla="*/ 7 h 7"/>
                  <a:gd name="T10" fmla="*/ 18 w 18"/>
                  <a:gd name="T11" fmla="*/ 4 h 7"/>
                  <a:gd name="T12" fmla="*/ 15 w 18"/>
                  <a:gd name="T13" fmla="*/ 7 h 7"/>
                  <a:gd name="T14" fmla="*/ 17 w 18"/>
                  <a:gd name="T15" fmla="*/ 6 h 7"/>
                  <a:gd name="T16" fmla="*/ 18 w 18"/>
                  <a:gd name="T17" fmla="*/ 5 h 7"/>
                  <a:gd name="T18" fmla="*/ 17 w 18"/>
                  <a:gd name="T19" fmla="*/ 3 h 7"/>
                  <a:gd name="T20" fmla="*/ 16 w 18"/>
                  <a:gd name="T21" fmla="*/ 2 h 7"/>
                  <a:gd name="T22" fmla="*/ 14 w 18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7"/>
                  <a:gd name="T38" fmla="*/ 18 w 18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7">
                    <a:moveTo>
                      <a:pt x="14" y="5"/>
                    </a:moveTo>
                    <a:lnTo>
                      <a:pt x="16" y="2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5" y="7"/>
                    </a:lnTo>
                    <a:lnTo>
                      <a:pt x="18" y="4"/>
                    </a:lnTo>
                    <a:lnTo>
                      <a:pt x="15" y="7"/>
                    </a:lnTo>
                    <a:lnTo>
                      <a:pt x="17" y="6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0" name="Freeform 803"/>
              <p:cNvSpPr>
                <a:spLocks/>
              </p:cNvSpPr>
              <p:nvPr/>
            </p:nvSpPr>
            <p:spPr bwMode="auto">
              <a:xfrm>
                <a:off x="2678" y="1791"/>
                <a:ext cx="29" cy="55"/>
              </a:xfrm>
              <a:custGeom>
                <a:avLst/>
                <a:gdLst>
                  <a:gd name="T0" fmla="*/ 6 w 29"/>
                  <a:gd name="T1" fmla="*/ 2 h 55"/>
                  <a:gd name="T2" fmla="*/ 0 w 29"/>
                  <a:gd name="T3" fmla="*/ 4 h 55"/>
                  <a:gd name="T4" fmla="*/ 25 w 29"/>
                  <a:gd name="T5" fmla="*/ 55 h 55"/>
                  <a:gd name="T6" fmla="*/ 29 w 29"/>
                  <a:gd name="T7" fmla="*/ 53 h 55"/>
                  <a:gd name="T8" fmla="*/ 6 w 29"/>
                  <a:gd name="T9" fmla="*/ 2 h 55"/>
                  <a:gd name="T10" fmla="*/ 0 w 29"/>
                  <a:gd name="T11" fmla="*/ 4 h 55"/>
                  <a:gd name="T12" fmla="*/ 6 w 29"/>
                  <a:gd name="T13" fmla="*/ 2 h 55"/>
                  <a:gd name="T14" fmla="*/ 5 w 29"/>
                  <a:gd name="T15" fmla="*/ 0 h 55"/>
                  <a:gd name="T16" fmla="*/ 1 w 29"/>
                  <a:gd name="T17" fmla="*/ 0 h 55"/>
                  <a:gd name="T18" fmla="*/ 0 w 29"/>
                  <a:gd name="T19" fmla="*/ 2 h 55"/>
                  <a:gd name="T20" fmla="*/ 0 w 29"/>
                  <a:gd name="T21" fmla="*/ 4 h 55"/>
                  <a:gd name="T22" fmla="*/ 6 w 29"/>
                  <a:gd name="T23" fmla="*/ 2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55"/>
                  <a:gd name="T38" fmla="*/ 29 w 29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55">
                    <a:moveTo>
                      <a:pt x="6" y="2"/>
                    </a:moveTo>
                    <a:lnTo>
                      <a:pt x="0" y="4"/>
                    </a:lnTo>
                    <a:lnTo>
                      <a:pt x="25" y="55"/>
                    </a:lnTo>
                    <a:lnTo>
                      <a:pt x="29" y="53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1" name="Freeform 804"/>
              <p:cNvSpPr>
                <a:spLocks/>
              </p:cNvSpPr>
              <p:nvPr/>
            </p:nvSpPr>
            <p:spPr bwMode="auto">
              <a:xfrm>
                <a:off x="2677" y="1797"/>
                <a:ext cx="27" cy="70"/>
              </a:xfrm>
              <a:custGeom>
                <a:avLst/>
                <a:gdLst>
                  <a:gd name="T0" fmla="*/ 6 w 27"/>
                  <a:gd name="T1" fmla="*/ 0 h 70"/>
                  <a:gd name="T2" fmla="*/ 27 w 27"/>
                  <a:gd name="T3" fmla="*/ 48 h 70"/>
                  <a:gd name="T4" fmla="*/ 11 w 27"/>
                  <a:gd name="T5" fmla="*/ 46 h 70"/>
                  <a:gd name="T6" fmla="*/ 15 w 27"/>
                  <a:gd name="T7" fmla="*/ 70 h 70"/>
                  <a:gd name="T8" fmla="*/ 0 w 27"/>
                  <a:gd name="T9" fmla="*/ 36 h 70"/>
                  <a:gd name="T10" fmla="*/ 15 w 27"/>
                  <a:gd name="T11" fmla="*/ 38 h 70"/>
                  <a:gd name="T12" fmla="*/ 6 w 27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70"/>
                  <a:gd name="T23" fmla="*/ 27 w 27"/>
                  <a:gd name="T24" fmla="*/ 70 h 7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70">
                    <a:moveTo>
                      <a:pt x="6" y="0"/>
                    </a:moveTo>
                    <a:lnTo>
                      <a:pt x="27" y="48"/>
                    </a:lnTo>
                    <a:lnTo>
                      <a:pt x="11" y="46"/>
                    </a:lnTo>
                    <a:lnTo>
                      <a:pt x="15" y="70"/>
                    </a:lnTo>
                    <a:lnTo>
                      <a:pt x="0" y="36"/>
                    </a:lnTo>
                    <a:lnTo>
                      <a:pt x="15" y="3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2" name="Freeform 805"/>
              <p:cNvSpPr>
                <a:spLocks/>
              </p:cNvSpPr>
              <p:nvPr/>
            </p:nvSpPr>
            <p:spPr bwMode="auto">
              <a:xfrm>
                <a:off x="2677" y="1800"/>
                <a:ext cx="27" cy="65"/>
              </a:xfrm>
              <a:custGeom>
                <a:avLst/>
                <a:gdLst>
                  <a:gd name="T0" fmla="*/ 7 w 27"/>
                  <a:gd name="T1" fmla="*/ 0 h 65"/>
                  <a:gd name="T2" fmla="*/ 27 w 27"/>
                  <a:gd name="T3" fmla="*/ 44 h 65"/>
                  <a:gd name="T4" fmla="*/ 11 w 27"/>
                  <a:gd name="T5" fmla="*/ 42 h 65"/>
                  <a:gd name="T6" fmla="*/ 14 w 27"/>
                  <a:gd name="T7" fmla="*/ 65 h 65"/>
                  <a:gd name="T8" fmla="*/ 0 w 27"/>
                  <a:gd name="T9" fmla="*/ 33 h 65"/>
                  <a:gd name="T10" fmla="*/ 16 w 27"/>
                  <a:gd name="T11" fmla="*/ 35 h 65"/>
                  <a:gd name="T12" fmla="*/ 7 w 27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65"/>
                  <a:gd name="T23" fmla="*/ 27 w 27"/>
                  <a:gd name="T24" fmla="*/ 65 h 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65">
                    <a:moveTo>
                      <a:pt x="7" y="0"/>
                    </a:moveTo>
                    <a:lnTo>
                      <a:pt x="27" y="44"/>
                    </a:lnTo>
                    <a:lnTo>
                      <a:pt x="11" y="42"/>
                    </a:lnTo>
                    <a:lnTo>
                      <a:pt x="14" y="65"/>
                    </a:lnTo>
                    <a:lnTo>
                      <a:pt x="0" y="33"/>
                    </a:lnTo>
                    <a:lnTo>
                      <a:pt x="16" y="3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3" name="Freeform 806"/>
              <p:cNvSpPr>
                <a:spLocks/>
              </p:cNvSpPr>
              <p:nvPr/>
            </p:nvSpPr>
            <p:spPr bwMode="auto">
              <a:xfrm>
                <a:off x="2678" y="1804"/>
                <a:ext cx="25" cy="59"/>
              </a:xfrm>
              <a:custGeom>
                <a:avLst/>
                <a:gdLst>
                  <a:gd name="T0" fmla="*/ 8 w 25"/>
                  <a:gd name="T1" fmla="*/ 0 h 59"/>
                  <a:gd name="T2" fmla="*/ 25 w 25"/>
                  <a:gd name="T3" fmla="*/ 40 h 59"/>
                  <a:gd name="T4" fmla="*/ 10 w 25"/>
                  <a:gd name="T5" fmla="*/ 38 h 59"/>
                  <a:gd name="T6" fmla="*/ 13 w 25"/>
                  <a:gd name="T7" fmla="*/ 59 h 59"/>
                  <a:gd name="T8" fmla="*/ 0 w 25"/>
                  <a:gd name="T9" fmla="*/ 30 h 59"/>
                  <a:gd name="T10" fmla="*/ 15 w 25"/>
                  <a:gd name="T11" fmla="*/ 32 h 59"/>
                  <a:gd name="T12" fmla="*/ 8 w 25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9"/>
                  <a:gd name="T23" fmla="*/ 25 w 25"/>
                  <a:gd name="T24" fmla="*/ 59 h 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9">
                    <a:moveTo>
                      <a:pt x="8" y="0"/>
                    </a:moveTo>
                    <a:lnTo>
                      <a:pt x="25" y="40"/>
                    </a:lnTo>
                    <a:lnTo>
                      <a:pt x="10" y="38"/>
                    </a:lnTo>
                    <a:lnTo>
                      <a:pt x="13" y="59"/>
                    </a:lnTo>
                    <a:lnTo>
                      <a:pt x="0" y="30"/>
                    </a:lnTo>
                    <a:lnTo>
                      <a:pt x="15" y="3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4" name="Freeform 807"/>
              <p:cNvSpPr>
                <a:spLocks/>
              </p:cNvSpPr>
              <p:nvPr/>
            </p:nvSpPr>
            <p:spPr bwMode="auto">
              <a:xfrm>
                <a:off x="2678" y="1807"/>
                <a:ext cx="25" cy="54"/>
              </a:xfrm>
              <a:custGeom>
                <a:avLst/>
                <a:gdLst>
                  <a:gd name="T0" fmla="*/ 9 w 25"/>
                  <a:gd name="T1" fmla="*/ 0 h 54"/>
                  <a:gd name="T2" fmla="*/ 25 w 25"/>
                  <a:gd name="T3" fmla="*/ 37 h 54"/>
                  <a:gd name="T4" fmla="*/ 9 w 25"/>
                  <a:gd name="T5" fmla="*/ 35 h 54"/>
                  <a:gd name="T6" fmla="*/ 12 w 25"/>
                  <a:gd name="T7" fmla="*/ 54 h 54"/>
                  <a:gd name="T8" fmla="*/ 0 w 25"/>
                  <a:gd name="T9" fmla="*/ 27 h 54"/>
                  <a:gd name="T10" fmla="*/ 16 w 25"/>
                  <a:gd name="T11" fmla="*/ 29 h 54"/>
                  <a:gd name="T12" fmla="*/ 9 w 25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54"/>
                  <a:gd name="T23" fmla="*/ 25 w 25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54">
                    <a:moveTo>
                      <a:pt x="9" y="0"/>
                    </a:moveTo>
                    <a:lnTo>
                      <a:pt x="25" y="37"/>
                    </a:lnTo>
                    <a:lnTo>
                      <a:pt x="9" y="35"/>
                    </a:lnTo>
                    <a:lnTo>
                      <a:pt x="12" y="54"/>
                    </a:lnTo>
                    <a:lnTo>
                      <a:pt x="0" y="27"/>
                    </a:lnTo>
                    <a:lnTo>
                      <a:pt x="16" y="2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5" name="Freeform 808"/>
              <p:cNvSpPr>
                <a:spLocks/>
              </p:cNvSpPr>
              <p:nvPr/>
            </p:nvSpPr>
            <p:spPr bwMode="auto">
              <a:xfrm>
                <a:off x="2678" y="1811"/>
                <a:ext cx="24" cy="48"/>
              </a:xfrm>
              <a:custGeom>
                <a:avLst/>
                <a:gdLst>
                  <a:gd name="T0" fmla="*/ 9 w 24"/>
                  <a:gd name="T1" fmla="*/ 0 h 48"/>
                  <a:gd name="T2" fmla="*/ 24 w 24"/>
                  <a:gd name="T3" fmla="*/ 32 h 48"/>
                  <a:gd name="T4" fmla="*/ 8 w 24"/>
                  <a:gd name="T5" fmla="*/ 30 h 48"/>
                  <a:gd name="T6" fmla="*/ 11 w 24"/>
                  <a:gd name="T7" fmla="*/ 48 h 48"/>
                  <a:gd name="T8" fmla="*/ 0 w 24"/>
                  <a:gd name="T9" fmla="*/ 23 h 48"/>
                  <a:gd name="T10" fmla="*/ 16 w 24"/>
                  <a:gd name="T11" fmla="*/ 26 h 48"/>
                  <a:gd name="T12" fmla="*/ 9 w 24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48"/>
                  <a:gd name="T23" fmla="*/ 24 w 24"/>
                  <a:gd name="T24" fmla="*/ 48 h 4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48">
                    <a:moveTo>
                      <a:pt x="9" y="0"/>
                    </a:moveTo>
                    <a:lnTo>
                      <a:pt x="24" y="32"/>
                    </a:lnTo>
                    <a:lnTo>
                      <a:pt x="8" y="30"/>
                    </a:lnTo>
                    <a:lnTo>
                      <a:pt x="11" y="48"/>
                    </a:lnTo>
                    <a:lnTo>
                      <a:pt x="0" y="23"/>
                    </a:lnTo>
                    <a:lnTo>
                      <a:pt x="16" y="2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6" name="Freeform 809"/>
              <p:cNvSpPr>
                <a:spLocks/>
              </p:cNvSpPr>
              <p:nvPr/>
            </p:nvSpPr>
            <p:spPr bwMode="auto">
              <a:xfrm>
                <a:off x="2679" y="1814"/>
                <a:ext cx="23" cy="44"/>
              </a:xfrm>
              <a:custGeom>
                <a:avLst/>
                <a:gdLst>
                  <a:gd name="T0" fmla="*/ 10 w 23"/>
                  <a:gd name="T1" fmla="*/ 0 h 44"/>
                  <a:gd name="T2" fmla="*/ 23 w 23"/>
                  <a:gd name="T3" fmla="*/ 30 h 44"/>
                  <a:gd name="T4" fmla="*/ 7 w 23"/>
                  <a:gd name="T5" fmla="*/ 27 h 44"/>
                  <a:gd name="T6" fmla="*/ 10 w 23"/>
                  <a:gd name="T7" fmla="*/ 44 h 44"/>
                  <a:gd name="T8" fmla="*/ 0 w 23"/>
                  <a:gd name="T9" fmla="*/ 21 h 44"/>
                  <a:gd name="T10" fmla="*/ 16 w 23"/>
                  <a:gd name="T11" fmla="*/ 24 h 44"/>
                  <a:gd name="T12" fmla="*/ 10 w 23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44"/>
                  <a:gd name="T23" fmla="*/ 23 w 23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44">
                    <a:moveTo>
                      <a:pt x="10" y="0"/>
                    </a:moveTo>
                    <a:lnTo>
                      <a:pt x="23" y="30"/>
                    </a:lnTo>
                    <a:lnTo>
                      <a:pt x="7" y="27"/>
                    </a:lnTo>
                    <a:lnTo>
                      <a:pt x="10" y="44"/>
                    </a:lnTo>
                    <a:lnTo>
                      <a:pt x="0" y="21"/>
                    </a:lnTo>
                    <a:lnTo>
                      <a:pt x="16" y="2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7" name="Freeform 810"/>
              <p:cNvSpPr>
                <a:spLocks/>
              </p:cNvSpPr>
              <p:nvPr/>
            </p:nvSpPr>
            <p:spPr bwMode="auto">
              <a:xfrm>
                <a:off x="2679" y="1817"/>
                <a:ext cx="23" cy="39"/>
              </a:xfrm>
              <a:custGeom>
                <a:avLst/>
                <a:gdLst>
                  <a:gd name="T0" fmla="*/ 11 w 23"/>
                  <a:gd name="T1" fmla="*/ 0 h 39"/>
                  <a:gd name="T2" fmla="*/ 23 w 23"/>
                  <a:gd name="T3" fmla="*/ 26 h 39"/>
                  <a:gd name="T4" fmla="*/ 7 w 23"/>
                  <a:gd name="T5" fmla="*/ 24 h 39"/>
                  <a:gd name="T6" fmla="*/ 10 w 23"/>
                  <a:gd name="T7" fmla="*/ 39 h 39"/>
                  <a:gd name="T8" fmla="*/ 0 w 23"/>
                  <a:gd name="T9" fmla="*/ 19 h 39"/>
                  <a:gd name="T10" fmla="*/ 16 w 23"/>
                  <a:gd name="T11" fmla="*/ 21 h 39"/>
                  <a:gd name="T12" fmla="*/ 11 w 2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9"/>
                  <a:gd name="T23" fmla="*/ 23 w 23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9">
                    <a:moveTo>
                      <a:pt x="11" y="0"/>
                    </a:moveTo>
                    <a:lnTo>
                      <a:pt x="23" y="26"/>
                    </a:lnTo>
                    <a:lnTo>
                      <a:pt x="7" y="24"/>
                    </a:lnTo>
                    <a:lnTo>
                      <a:pt x="10" y="39"/>
                    </a:lnTo>
                    <a:lnTo>
                      <a:pt x="0" y="19"/>
                    </a:lnTo>
                    <a:lnTo>
                      <a:pt x="16" y="2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8" name="Freeform 811"/>
              <p:cNvSpPr>
                <a:spLocks/>
              </p:cNvSpPr>
              <p:nvPr/>
            </p:nvSpPr>
            <p:spPr bwMode="auto">
              <a:xfrm>
                <a:off x="2680" y="1820"/>
                <a:ext cx="21" cy="33"/>
              </a:xfrm>
              <a:custGeom>
                <a:avLst/>
                <a:gdLst>
                  <a:gd name="T0" fmla="*/ 11 w 21"/>
                  <a:gd name="T1" fmla="*/ 0 h 33"/>
                  <a:gd name="T2" fmla="*/ 21 w 21"/>
                  <a:gd name="T3" fmla="*/ 23 h 33"/>
                  <a:gd name="T4" fmla="*/ 6 w 21"/>
                  <a:gd name="T5" fmla="*/ 21 h 33"/>
                  <a:gd name="T6" fmla="*/ 8 w 21"/>
                  <a:gd name="T7" fmla="*/ 33 h 33"/>
                  <a:gd name="T8" fmla="*/ 0 w 21"/>
                  <a:gd name="T9" fmla="*/ 16 h 33"/>
                  <a:gd name="T10" fmla="*/ 15 w 21"/>
                  <a:gd name="T11" fmla="*/ 18 h 33"/>
                  <a:gd name="T12" fmla="*/ 11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3"/>
                  <a:gd name="T23" fmla="*/ 21 w 21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3">
                    <a:moveTo>
                      <a:pt x="11" y="0"/>
                    </a:moveTo>
                    <a:lnTo>
                      <a:pt x="21" y="23"/>
                    </a:lnTo>
                    <a:lnTo>
                      <a:pt x="6" y="21"/>
                    </a:lnTo>
                    <a:lnTo>
                      <a:pt x="8" y="33"/>
                    </a:lnTo>
                    <a:lnTo>
                      <a:pt x="0" y="16"/>
                    </a:lnTo>
                    <a:lnTo>
                      <a:pt x="15" y="18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39" name="Freeform 812"/>
              <p:cNvSpPr>
                <a:spLocks/>
              </p:cNvSpPr>
              <p:nvPr/>
            </p:nvSpPr>
            <p:spPr bwMode="auto">
              <a:xfrm>
                <a:off x="2680" y="1823"/>
                <a:ext cx="21" cy="28"/>
              </a:xfrm>
              <a:custGeom>
                <a:avLst/>
                <a:gdLst>
                  <a:gd name="T0" fmla="*/ 12 w 21"/>
                  <a:gd name="T1" fmla="*/ 0 h 28"/>
                  <a:gd name="T2" fmla="*/ 21 w 21"/>
                  <a:gd name="T3" fmla="*/ 19 h 28"/>
                  <a:gd name="T4" fmla="*/ 5 w 21"/>
                  <a:gd name="T5" fmla="*/ 17 h 28"/>
                  <a:gd name="T6" fmla="*/ 7 w 21"/>
                  <a:gd name="T7" fmla="*/ 28 h 28"/>
                  <a:gd name="T8" fmla="*/ 0 w 21"/>
                  <a:gd name="T9" fmla="*/ 13 h 28"/>
                  <a:gd name="T10" fmla="*/ 16 w 21"/>
                  <a:gd name="T11" fmla="*/ 17 h 28"/>
                  <a:gd name="T12" fmla="*/ 12 w 2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28"/>
                  <a:gd name="T23" fmla="*/ 21 w 21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28">
                    <a:moveTo>
                      <a:pt x="12" y="0"/>
                    </a:moveTo>
                    <a:lnTo>
                      <a:pt x="21" y="19"/>
                    </a:lnTo>
                    <a:lnTo>
                      <a:pt x="5" y="17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16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0" name="Freeform 813"/>
              <p:cNvSpPr>
                <a:spLocks/>
              </p:cNvSpPr>
              <p:nvPr/>
            </p:nvSpPr>
            <p:spPr bwMode="auto">
              <a:xfrm>
                <a:off x="2680" y="1827"/>
                <a:ext cx="20" cy="22"/>
              </a:xfrm>
              <a:custGeom>
                <a:avLst/>
                <a:gdLst>
                  <a:gd name="T0" fmla="*/ 13 w 20"/>
                  <a:gd name="T1" fmla="*/ 0 h 22"/>
                  <a:gd name="T2" fmla="*/ 16 w 20"/>
                  <a:gd name="T3" fmla="*/ 13 h 22"/>
                  <a:gd name="T4" fmla="*/ 0 w 20"/>
                  <a:gd name="T5" fmla="*/ 10 h 22"/>
                  <a:gd name="T6" fmla="*/ 6 w 20"/>
                  <a:gd name="T7" fmla="*/ 22 h 22"/>
                  <a:gd name="T8" fmla="*/ 4 w 20"/>
                  <a:gd name="T9" fmla="*/ 13 h 22"/>
                  <a:gd name="T10" fmla="*/ 20 w 20"/>
                  <a:gd name="T11" fmla="*/ 15 h 22"/>
                  <a:gd name="T12" fmla="*/ 13 w 20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22"/>
                  <a:gd name="T23" fmla="*/ 20 w 20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22">
                    <a:moveTo>
                      <a:pt x="13" y="0"/>
                    </a:moveTo>
                    <a:lnTo>
                      <a:pt x="16" y="13"/>
                    </a:lnTo>
                    <a:lnTo>
                      <a:pt x="0" y="10"/>
                    </a:lnTo>
                    <a:lnTo>
                      <a:pt x="6" y="22"/>
                    </a:lnTo>
                    <a:lnTo>
                      <a:pt x="4" y="13"/>
                    </a:lnTo>
                    <a:lnTo>
                      <a:pt x="20" y="1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1" name="Freeform 814"/>
              <p:cNvSpPr>
                <a:spLocks/>
              </p:cNvSpPr>
              <p:nvPr/>
            </p:nvSpPr>
            <p:spPr bwMode="auto">
              <a:xfrm>
                <a:off x="2570" y="1845"/>
                <a:ext cx="61" cy="46"/>
              </a:xfrm>
              <a:custGeom>
                <a:avLst/>
                <a:gdLst>
                  <a:gd name="T0" fmla="*/ 0 w 61"/>
                  <a:gd name="T1" fmla="*/ 0 h 46"/>
                  <a:gd name="T2" fmla="*/ 37 w 61"/>
                  <a:gd name="T3" fmla="*/ 22 h 46"/>
                  <a:gd name="T4" fmla="*/ 24 w 61"/>
                  <a:gd name="T5" fmla="*/ 31 h 46"/>
                  <a:gd name="T6" fmla="*/ 61 w 61"/>
                  <a:gd name="T7" fmla="*/ 46 h 46"/>
                  <a:gd name="T8" fmla="*/ 40 w 61"/>
                  <a:gd name="T9" fmla="*/ 30 h 46"/>
                  <a:gd name="T10" fmla="*/ 53 w 61"/>
                  <a:gd name="T11" fmla="*/ 20 h 46"/>
                  <a:gd name="T12" fmla="*/ 0 w 61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1"/>
                  <a:gd name="T22" fmla="*/ 0 h 46"/>
                  <a:gd name="T23" fmla="*/ 61 w 6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1" h="46">
                    <a:moveTo>
                      <a:pt x="0" y="0"/>
                    </a:moveTo>
                    <a:lnTo>
                      <a:pt x="37" y="22"/>
                    </a:lnTo>
                    <a:lnTo>
                      <a:pt x="24" y="31"/>
                    </a:lnTo>
                    <a:lnTo>
                      <a:pt x="61" y="46"/>
                    </a:lnTo>
                    <a:lnTo>
                      <a:pt x="40" y="30"/>
                    </a:lnTo>
                    <a:lnTo>
                      <a:pt x="5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2" name="Freeform 815"/>
              <p:cNvSpPr>
                <a:spLocks/>
              </p:cNvSpPr>
              <p:nvPr/>
            </p:nvSpPr>
            <p:spPr bwMode="auto">
              <a:xfrm>
                <a:off x="2569" y="1842"/>
                <a:ext cx="41" cy="26"/>
              </a:xfrm>
              <a:custGeom>
                <a:avLst/>
                <a:gdLst>
                  <a:gd name="T0" fmla="*/ 40 w 41"/>
                  <a:gd name="T1" fmla="*/ 25 h 26"/>
                  <a:gd name="T2" fmla="*/ 40 w 41"/>
                  <a:gd name="T3" fmla="*/ 21 h 26"/>
                  <a:gd name="T4" fmla="*/ 2 w 41"/>
                  <a:gd name="T5" fmla="*/ 0 h 26"/>
                  <a:gd name="T6" fmla="*/ 0 w 41"/>
                  <a:gd name="T7" fmla="*/ 4 h 26"/>
                  <a:gd name="T8" fmla="*/ 37 w 41"/>
                  <a:gd name="T9" fmla="*/ 26 h 26"/>
                  <a:gd name="T10" fmla="*/ 37 w 41"/>
                  <a:gd name="T11" fmla="*/ 22 h 26"/>
                  <a:gd name="T12" fmla="*/ 37 w 41"/>
                  <a:gd name="T13" fmla="*/ 26 h 26"/>
                  <a:gd name="T14" fmla="*/ 39 w 41"/>
                  <a:gd name="T15" fmla="*/ 26 h 26"/>
                  <a:gd name="T16" fmla="*/ 41 w 41"/>
                  <a:gd name="T17" fmla="*/ 25 h 26"/>
                  <a:gd name="T18" fmla="*/ 41 w 41"/>
                  <a:gd name="T19" fmla="*/ 23 h 26"/>
                  <a:gd name="T20" fmla="*/ 40 w 41"/>
                  <a:gd name="T21" fmla="*/ 21 h 26"/>
                  <a:gd name="T22" fmla="*/ 40 w 41"/>
                  <a:gd name="T23" fmla="*/ 25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26"/>
                  <a:gd name="T38" fmla="*/ 41 w 4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26">
                    <a:moveTo>
                      <a:pt x="40" y="25"/>
                    </a:moveTo>
                    <a:lnTo>
                      <a:pt x="40" y="2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1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3" name="Freeform 816"/>
              <p:cNvSpPr>
                <a:spLocks/>
              </p:cNvSpPr>
              <p:nvPr/>
            </p:nvSpPr>
            <p:spPr bwMode="auto">
              <a:xfrm>
                <a:off x="2592" y="1864"/>
                <a:ext cx="16" cy="14"/>
              </a:xfrm>
              <a:custGeom>
                <a:avLst/>
                <a:gdLst>
                  <a:gd name="T0" fmla="*/ 3 w 16"/>
                  <a:gd name="T1" fmla="*/ 10 h 14"/>
                  <a:gd name="T2" fmla="*/ 3 w 16"/>
                  <a:gd name="T3" fmla="*/ 14 h 14"/>
                  <a:gd name="T4" fmla="*/ 16 w 16"/>
                  <a:gd name="T5" fmla="*/ 4 h 14"/>
                  <a:gd name="T6" fmla="*/ 13 w 16"/>
                  <a:gd name="T7" fmla="*/ 0 h 14"/>
                  <a:gd name="T8" fmla="*/ 1 w 16"/>
                  <a:gd name="T9" fmla="*/ 10 h 14"/>
                  <a:gd name="T10" fmla="*/ 1 w 16"/>
                  <a:gd name="T11" fmla="*/ 14 h 14"/>
                  <a:gd name="T12" fmla="*/ 1 w 16"/>
                  <a:gd name="T13" fmla="*/ 10 h 14"/>
                  <a:gd name="T14" fmla="*/ 0 w 16"/>
                  <a:gd name="T15" fmla="*/ 12 h 14"/>
                  <a:gd name="T16" fmla="*/ 0 w 16"/>
                  <a:gd name="T17" fmla="*/ 13 h 14"/>
                  <a:gd name="T18" fmla="*/ 1 w 16"/>
                  <a:gd name="T19" fmla="*/ 14 h 14"/>
                  <a:gd name="T20" fmla="*/ 3 w 16"/>
                  <a:gd name="T21" fmla="*/ 14 h 14"/>
                  <a:gd name="T22" fmla="*/ 3 w 16"/>
                  <a:gd name="T23" fmla="*/ 10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"/>
                  <a:gd name="T37" fmla="*/ 0 h 14"/>
                  <a:gd name="T38" fmla="*/ 16 w 16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" h="14">
                    <a:moveTo>
                      <a:pt x="3" y="10"/>
                    </a:moveTo>
                    <a:lnTo>
                      <a:pt x="3" y="14"/>
                    </a:lnTo>
                    <a:lnTo>
                      <a:pt x="16" y="4"/>
                    </a:lnTo>
                    <a:lnTo>
                      <a:pt x="13" y="0"/>
                    </a:lnTo>
                    <a:lnTo>
                      <a:pt x="1" y="10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4" name="Freeform 817"/>
              <p:cNvSpPr>
                <a:spLocks/>
              </p:cNvSpPr>
              <p:nvPr/>
            </p:nvSpPr>
            <p:spPr bwMode="auto">
              <a:xfrm>
                <a:off x="2593" y="1874"/>
                <a:ext cx="40" cy="19"/>
              </a:xfrm>
              <a:custGeom>
                <a:avLst/>
                <a:gdLst>
                  <a:gd name="T0" fmla="*/ 36 w 40"/>
                  <a:gd name="T1" fmla="*/ 19 h 19"/>
                  <a:gd name="T2" fmla="*/ 39 w 40"/>
                  <a:gd name="T3" fmla="*/ 15 h 19"/>
                  <a:gd name="T4" fmla="*/ 2 w 40"/>
                  <a:gd name="T5" fmla="*/ 0 h 19"/>
                  <a:gd name="T6" fmla="*/ 0 w 40"/>
                  <a:gd name="T7" fmla="*/ 4 h 19"/>
                  <a:gd name="T8" fmla="*/ 37 w 40"/>
                  <a:gd name="T9" fmla="*/ 19 h 19"/>
                  <a:gd name="T10" fmla="*/ 39 w 40"/>
                  <a:gd name="T11" fmla="*/ 15 h 19"/>
                  <a:gd name="T12" fmla="*/ 37 w 40"/>
                  <a:gd name="T13" fmla="*/ 19 h 19"/>
                  <a:gd name="T14" fmla="*/ 39 w 40"/>
                  <a:gd name="T15" fmla="*/ 19 h 19"/>
                  <a:gd name="T16" fmla="*/ 40 w 40"/>
                  <a:gd name="T17" fmla="*/ 18 h 19"/>
                  <a:gd name="T18" fmla="*/ 40 w 40"/>
                  <a:gd name="T19" fmla="*/ 16 h 19"/>
                  <a:gd name="T20" fmla="*/ 39 w 40"/>
                  <a:gd name="T21" fmla="*/ 15 h 19"/>
                  <a:gd name="T22" fmla="*/ 36 w 40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19"/>
                  <a:gd name="T38" fmla="*/ 40 w 40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19">
                    <a:moveTo>
                      <a:pt x="36" y="19"/>
                    </a:moveTo>
                    <a:lnTo>
                      <a:pt x="39" y="15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37" y="19"/>
                    </a:lnTo>
                    <a:lnTo>
                      <a:pt x="39" y="15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40" y="18"/>
                    </a:lnTo>
                    <a:lnTo>
                      <a:pt x="40" y="16"/>
                    </a:lnTo>
                    <a:lnTo>
                      <a:pt x="39" y="15"/>
                    </a:lnTo>
                    <a:lnTo>
                      <a:pt x="36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5" name="Freeform 818"/>
              <p:cNvSpPr>
                <a:spLocks/>
              </p:cNvSpPr>
              <p:nvPr/>
            </p:nvSpPr>
            <p:spPr bwMode="auto">
              <a:xfrm>
                <a:off x="2608" y="1872"/>
                <a:ext cx="25" cy="21"/>
              </a:xfrm>
              <a:custGeom>
                <a:avLst/>
                <a:gdLst>
                  <a:gd name="T0" fmla="*/ 1 w 25"/>
                  <a:gd name="T1" fmla="*/ 1 h 21"/>
                  <a:gd name="T2" fmla="*/ 1 w 25"/>
                  <a:gd name="T3" fmla="*/ 5 h 21"/>
                  <a:gd name="T4" fmla="*/ 22 w 25"/>
                  <a:gd name="T5" fmla="*/ 21 h 21"/>
                  <a:gd name="T6" fmla="*/ 25 w 25"/>
                  <a:gd name="T7" fmla="*/ 17 h 21"/>
                  <a:gd name="T8" fmla="*/ 4 w 25"/>
                  <a:gd name="T9" fmla="*/ 1 h 21"/>
                  <a:gd name="T10" fmla="*/ 4 w 25"/>
                  <a:gd name="T11" fmla="*/ 5 h 21"/>
                  <a:gd name="T12" fmla="*/ 4 w 25"/>
                  <a:gd name="T13" fmla="*/ 1 h 21"/>
                  <a:gd name="T14" fmla="*/ 2 w 25"/>
                  <a:gd name="T15" fmla="*/ 0 h 21"/>
                  <a:gd name="T16" fmla="*/ 1 w 25"/>
                  <a:gd name="T17" fmla="*/ 1 h 21"/>
                  <a:gd name="T18" fmla="*/ 0 w 25"/>
                  <a:gd name="T19" fmla="*/ 3 h 21"/>
                  <a:gd name="T20" fmla="*/ 1 w 25"/>
                  <a:gd name="T21" fmla="*/ 5 h 21"/>
                  <a:gd name="T22" fmla="*/ 1 w 25"/>
                  <a:gd name="T23" fmla="*/ 1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21"/>
                  <a:gd name="T38" fmla="*/ 25 w 25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21">
                    <a:moveTo>
                      <a:pt x="1" y="1"/>
                    </a:moveTo>
                    <a:lnTo>
                      <a:pt x="1" y="5"/>
                    </a:lnTo>
                    <a:lnTo>
                      <a:pt x="22" y="21"/>
                    </a:lnTo>
                    <a:lnTo>
                      <a:pt x="25" y="17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6" name="Freeform 819"/>
              <p:cNvSpPr>
                <a:spLocks/>
              </p:cNvSpPr>
              <p:nvPr/>
            </p:nvSpPr>
            <p:spPr bwMode="auto">
              <a:xfrm>
                <a:off x="2608" y="1862"/>
                <a:ext cx="17" cy="15"/>
              </a:xfrm>
              <a:custGeom>
                <a:avLst/>
                <a:gdLst>
                  <a:gd name="T0" fmla="*/ 14 w 17"/>
                  <a:gd name="T1" fmla="*/ 5 h 15"/>
                  <a:gd name="T2" fmla="*/ 13 w 17"/>
                  <a:gd name="T3" fmla="*/ 1 h 15"/>
                  <a:gd name="T4" fmla="*/ 0 w 17"/>
                  <a:gd name="T5" fmla="*/ 11 h 15"/>
                  <a:gd name="T6" fmla="*/ 3 w 17"/>
                  <a:gd name="T7" fmla="*/ 15 h 15"/>
                  <a:gd name="T8" fmla="*/ 16 w 17"/>
                  <a:gd name="T9" fmla="*/ 4 h 15"/>
                  <a:gd name="T10" fmla="*/ 15 w 17"/>
                  <a:gd name="T11" fmla="*/ 0 h 15"/>
                  <a:gd name="T12" fmla="*/ 16 w 17"/>
                  <a:gd name="T13" fmla="*/ 4 h 15"/>
                  <a:gd name="T14" fmla="*/ 17 w 17"/>
                  <a:gd name="T15" fmla="*/ 3 h 15"/>
                  <a:gd name="T16" fmla="*/ 16 w 17"/>
                  <a:gd name="T17" fmla="*/ 1 h 15"/>
                  <a:gd name="T18" fmla="*/ 15 w 17"/>
                  <a:gd name="T19" fmla="*/ 0 h 15"/>
                  <a:gd name="T20" fmla="*/ 13 w 17"/>
                  <a:gd name="T21" fmla="*/ 1 h 15"/>
                  <a:gd name="T22" fmla="*/ 14 w 17"/>
                  <a:gd name="T23" fmla="*/ 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"/>
                  <a:gd name="T37" fmla="*/ 0 h 15"/>
                  <a:gd name="T38" fmla="*/ 17 w 1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" h="15">
                    <a:moveTo>
                      <a:pt x="14" y="5"/>
                    </a:moveTo>
                    <a:lnTo>
                      <a:pt x="13" y="1"/>
                    </a:lnTo>
                    <a:lnTo>
                      <a:pt x="0" y="11"/>
                    </a:lnTo>
                    <a:lnTo>
                      <a:pt x="3" y="15"/>
                    </a:lnTo>
                    <a:lnTo>
                      <a:pt x="16" y="4"/>
                    </a:lnTo>
                    <a:lnTo>
                      <a:pt x="15" y="0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7" name="Freeform 820"/>
              <p:cNvSpPr>
                <a:spLocks/>
              </p:cNvSpPr>
              <p:nvPr/>
            </p:nvSpPr>
            <p:spPr bwMode="auto">
              <a:xfrm>
                <a:off x="2568" y="1842"/>
                <a:ext cx="56" cy="25"/>
              </a:xfrm>
              <a:custGeom>
                <a:avLst/>
                <a:gdLst>
                  <a:gd name="T0" fmla="*/ 3 w 56"/>
                  <a:gd name="T1" fmla="*/ 0 h 25"/>
                  <a:gd name="T2" fmla="*/ 1 w 56"/>
                  <a:gd name="T3" fmla="*/ 5 h 25"/>
                  <a:gd name="T4" fmla="*/ 54 w 56"/>
                  <a:gd name="T5" fmla="*/ 25 h 25"/>
                  <a:gd name="T6" fmla="*/ 56 w 56"/>
                  <a:gd name="T7" fmla="*/ 21 h 25"/>
                  <a:gd name="T8" fmla="*/ 3 w 56"/>
                  <a:gd name="T9" fmla="*/ 0 h 25"/>
                  <a:gd name="T10" fmla="*/ 1 w 56"/>
                  <a:gd name="T11" fmla="*/ 5 h 25"/>
                  <a:gd name="T12" fmla="*/ 3 w 56"/>
                  <a:gd name="T13" fmla="*/ 0 h 25"/>
                  <a:gd name="T14" fmla="*/ 1 w 56"/>
                  <a:gd name="T15" fmla="*/ 0 h 25"/>
                  <a:gd name="T16" fmla="*/ 0 w 56"/>
                  <a:gd name="T17" fmla="*/ 1 h 25"/>
                  <a:gd name="T18" fmla="*/ 0 w 56"/>
                  <a:gd name="T19" fmla="*/ 3 h 25"/>
                  <a:gd name="T20" fmla="*/ 1 w 56"/>
                  <a:gd name="T21" fmla="*/ 5 h 25"/>
                  <a:gd name="T22" fmla="*/ 3 w 56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6"/>
                  <a:gd name="T37" fmla="*/ 0 h 25"/>
                  <a:gd name="T38" fmla="*/ 56 w 56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6" h="25">
                    <a:moveTo>
                      <a:pt x="3" y="0"/>
                    </a:moveTo>
                    <a:lnTo>
                      <a:pt x="1" y="5"/>
                    </a:lnTo>
                    <a:lnTo>
                      <a:pt x="54" y="25"/>
                    </a:lnTo>
                    <a:lnTo>
                      <a:pt x="56" y="21"/>
                    </a:lnTo>
                    <a:lnTo>
                      <a:pt x="3" y="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8" name="Freeform 821"/>
              <p:cNvSpPr>
                <a:spLocks/>
              </p:cNvSpPr>
              <p:nvPr/>
            </p:nvSpPr>
            <p:spPr bwMode="auto">
              <a:xfrm>
                <a:off x="2574" y="1846"/>
                <a:ext cx="55" cy="44"/>
              </a:xfrm>
              <a:custGeom>
                <a:avLst/>
                <a:gdLst>
                  <a:gd name="T0" fmla="*/ 0 w 55"/>
                  <a:gd name="T1" fmla="*/ 0 h 44"/>
                  <a:gd name="T2" fmla="*/ 48 w 55"/>
                  <a:gd name="T3" fmla="*/ 19 h 44"/>
                  <a:gd name="T4" fmla="*/ 36 w 55"/>
                  <a:gd name="T5" fmla="*/ 29 h 44"/>
                  <a:gd name="T6" fmla="*/ 55 w 55"/>
                  <a:gd name="T7" fmla="*/ 44 h 44"/>
                  <a:gd name="T8" fmla="*/ 21 w 55"/>
                  <a:gd name="T9" fmla="*/ 30 h 44"/>
                  <a:gd name="T10" fmla="*/ 34 w 55"/>
                  <a:gd name="T11" fmla="*/ 20 h 44"/>
                  <a:gd name="T12" fmla="*/ 0 w 55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44"/>
                  <a:gd name="T23" fmla="*/ 55 w 55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44">
                    <a:moveTo>
                      <a:pt x="0" y="0"/>
                    </a:moveTo>
                    <a:lnTo>
                      <a:pt x="48" y="19"/>
                    </a:lnTo>
                    <a:lnTo>
                      <a:pt x="36" y="29"/>
                    </a:lnTo>
                    <a:lnTo>
                      <a:pt x="55" y="44"/>
                    </a:lnTo>
                    <a:lnTo>
                      <a:pt x="21" y="30"/>
                    </a:lnTo>
                    <a:lnTo>
                      <a:pt x="34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49" name="Freeform 822"/>
              <p:cNvSpPr>
                <a:spLocks/>
              </p:cNvSpPr>
              <p:nvPr/>
            </p:nvSpPr>
            <p:spPr bwMode="auto">
              <a:xfrm>
                <a:off x="2577" y="1847"/>
                <a:ext cx="51" cy="42"/>
              </a:xfrm>
              <a:custGeom>
                <a:avLst/>
                <a:gdLst>
                  <a:gd name="T0" fmla="*/ 0 w 51"/>
                  <a:gd name="T1" fmla="*/ 0 h 42"/>
                  <a:gd name="T2" fmla="*/ 45 w 51"/>
                  <a:gd name="T3" fmla="*/ 18 h 42"/>
                  <a:gd name="T4" fmla="*/ 32 w 51"/>
                  <a:gd name="T5" fmla="*/ 28 h 42"/>
                  <a:gd name="T6" fmla="*/ 51 w 51"/>
                  <a:gd name="T7" fmla="*/ 42 h 42"/>
                  <a:gd name="T8" fmla="*/ 18 w 51"/>
                  <a:gd name="T9" fmla="*/ 29 h 42"/>
                  <a:gd name="T10" fmla="*/ 32 w 51"/>
                  <a:gd name="T11" fmla="*/ 19 h 42"/>
                  <a:gd name="T12" fmla="*/ 0 w 5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2"/>
                  <a:gd name="T23" fmla="*/ 51 w 51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2">
                    <a:moveTo>
                      <a:pt x="0" y="0"/>
                    </a:moveTo>
                    <a:lnTo>
                      <a:pt x="45" y="18"/>
                    </a:lnTo>
                    <a:lnTo>
                      <a:pt x="32" y="28"/>
                    </a:lnTo>
                    <a:lnTo>
                      <a:pt x="51" y="42"/>
                    </a:lnTo>
                    <a:lnTo>
                      <a:pt x="18" y="29"/>
                    </a:lnTo>
                    <a:lnTo>
                      <a:pt x="32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0" name="Freeform 823"/>
              <p:cNvSpPr>
                <a:spLocks/>
              </p:cNvSpPr>
              <p:nvPr/>
            </p:nvSpPr>
            <p:spPr bwMode="auto">
              <a:xfrm>
                <a:off x="2580" y="1849"/>
                <a:ext cx="46" cy="39"/>
              </a:xfrm>
              <a:custGeom>
                <a:avLst/>
                <a:gdLst>
                  <a:gd name="T0" fmla="*/ 0 w 46"/>
                  <a:gd name="T1" fmla="*/ 0 h 39"/>
                  <a:gd name="T2" fmla="*/ 42 w 46"/>
                  <a:gd name="T3" fmla="*/ 16 h 39"/>
                  <a:gd name="T4" fmla="*/ 29 w 46"/>
                  <a:gd name="T5" fmla="*/ 26 h 39"/>
                  <a:gd name="T6" fmla="*/ 46 w 46"/>
                  <a:gd name="T7" fmla="*/ 39 h 39"/>
                  <a:gd name="T8" fmla="*/ 16 w 46"/>
                  <a:gd name="T9" fmla="*/ 27 h 39"/>
                  <a:gd name="T10" fmla="*/ 29 w 46"/>
                  <a:gd name="T11" fmla="*/ 17 h 39"/>
                  <a:gd name="T12" fmla="*/ 0 w 46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"/>
                  <a:gd name="T22" fmla="*/ 0 h 39"/>
                  <a:gd name="T23" fmla="*/ 46 w 46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" h="39">
                    <a:moveTo>
                      <a:pt x="0" y="0"/>
                    </a:moveTo>
                    <a:lnTo>
                      <a:pt x="42" y="16"/>
                    </a:lnTo>
                    <a:lnTo>
                      <a:pt x="29" y="26"/>
                    </a:lnTo>
                    <a:lnTo>
                      <a:pt x="46" y="39"/>
                    </a:lnTo>
                    <a:lnTo>
                      <a:pt x="16" y="27"/>
                    </a:lnTo>
                    <a:lnTo>
                      <a:pt x="29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1" name="Freeform 824"/>
              <p:cNvSpPr>
                <a:spLocks/>
              </p:cNvSpPr>
              <p:nvPr/>
            </p:nvSpPr>
            <p:spPr bwMode="auto">
              <a:xfrm>
                <a:off x="2583" y="1850"/>
                <a:ext cx="41" cy="37"/>
              </a:xfrm>
              <a:custGeom>
                <a:avLst/>
                <a:gdLst>
                  <a:gd name="T0" fmla="*/ 0 w 41"/>
                  <a:gd name="T1" fmla="*/ 0 h 37"/>
                  <a:gd name="T2" fmla="*/ 38 w 41"/>
                  <a:gd name="T3" fmla="*/ 15 h 37"/>
                  <a:gd name="T4" fmla="*/ 25 w 41"/>
                  <a:gd name="T5" fmla="*/ 25 h 37"/>
                  <a:gd name="T6" fmla="*/ 41 w 41"/>
                  <a:gd name="T7" fmla="*/ 37 h 37"/>
                  <a:gd name="T8" fmla="*/ 14 w 41"/>
                  <a:gd name="T9" fmla="*/ 26 h 37"/>
                  <a:gd name="T10" fmla="*/ 27 w 41"/>
                  <a:gd name="T11" fmla="*/ 16 h 37"/>
                  <a:gd name="T12" fmla="*/ 0 w 4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37"/>
                  <a:gd name="T23" fmla="*/ 41 w 41"/>
                  <a:gd name="T24" fmla="*/ 37 h 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37">
                    <a:moveTo>
                      <a:pt x="0" y="0"/>
                    </a:moveTo>
                    <a:lnTo>
                      <a:pt x="38" y="15"/>
                    </a:lnTo>
                    <a:lnTo>
                      <a:pt x="25" y="25"/>
                    </a:lnTo>
                    <a:lnTo>
                      <a:pt x="41" y="37"/>
                    </a:lnTo>
                    <a:lnTo>
                      <a:pt x="14" y="26"/>
                    </a:lnTo>
                    <a:lnTo>
                      <a:pt x="27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2" name="Freeform 825"/>
              <p:cNvSpPr>
                <a:spLocks/>
              </p:cNvSpPr>
              <p:nvPr/>
            </p:nvSpPr>
            <p:spPr bwMode="auto">
              <a:xfrm>
                <a:off x="2586" y="1852"/>
                <a:ext cx="36" cy="33"/>
              </a:xfrm>
              <a:custGeom>
                <a:avLst/>
                <a:gdLst>
                  <a:gd name="T0" fmla="*/ 0 w 36"/>
                  <a:gd name="T1" fmla="*/ 0 h 33"/>
                  <a:gd name="T2" fmla="*/ 34 w 36"/>
                  <a:gd name="T3" fmla="*/ 13 h 33"/>
                  <a:gd name="T4" fmla="*/ 21 w 36"/>
                  <a:gd name="T5" fmla="*/ 23 h 33"/>
                  <a:gd name="T6" fmla="*/ 36 w 36"/>
                  <a:gd name="T7" fmla="*/ 33 h 33"/>
                  <a:gd name="T8" fmla="*/ 11 w 36"/>
                  <a:gd name="T9" fmla="*/ 24 h 33"/>
                  <a:gd name="T10" fmla="*/ 24 w 36"/>
                  <a:gd name="T11" fmla="*/ 14 h 33"/>
                  <a:gd name="T12" fmla="*/ 0 w 3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33"/>
                  <a:gd name="T23" fmla="*/ 36 w 36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33">
                    <a:moveTo>
                      <a:pt x="0" y="0"/>
                    </a:moveTo>
                    <a:lnTo>
                      <a:pt x="34" y="13"/>
                    </a:lnTo>
                    <a:lnTo>
                      <a:pt x="21" y="23"/>
                    </a:lnTo>
                    <a:lnTo>
                      <a:pt x="36" y="33"/>
                    </a:lnTo>
                    <a:lnTo>
                      <a:pt x="11" y="24"/>
                    </a:lnTo>
                    <a:lnTo>
                      <a:pt x="2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3" name="Freeform 826"/>
              <p:cNvSpPr>
                <a:spLocks/>
              </p:cNvSpPr>
              <p:nvPr/>
            </p:nvSpPr>
            <p:spPr bwMode="auto">
              <a:xfrm>
                <a:off x="2590" y="1853"/>
                <a:ext cx="31" cy="31"/>
              </a:xfrm>
              <a:custGeom>
                <a:avLst/>
                <a:gdLst>
                  <a:gd name="T0" fmla="*/ 0 w 31"/>
                  <a:gd name="T1" fmla="*/ 0 h 31"/>
                  <a:gd name="T2" fmla="*/ 30 w 31"/>
                  <a:gd name="T3" fmla="*/ 12 h 31"/>
                  <a:gd name="T4" fmla="*/ 17 w 31"/>
                  <a:gd name="T5" fmla="*/ 22 h 31"/>
                  <a:gd name="T6" fmla="*/ 31 w 31"/>
                  <a:gd name="T7" fmla="*/ 31 h 31"/>
                  <a:gd name="T8" fmla="*/ 8 w 31"/>
                  <a:gd name="T9" fmla="*/ 23 h 31"/>
                  <a:gd name="T10" fmla="*/ 21 w 31"/>
                  <a:gd name="T11" fmla="*/ 13 h 31"/>
                  <a:gd name="T12" fmla="*/ 0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31"/>
                  <a:gd name="T23" fmla="*/ 31 w 3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31">
                    <a:moveTo>
                      <a:pt x="0" y="0"/>
                    </a:moveTo>
                    <a:lnTo>
                      <a:pt x="30" y="12"/>
                    </a:lnTo>
                    <a:lnTo>
                      <a:pt x="17" y="22"/>
                    </a:lnTo>
                    <a:lnTo>
                      <a:pt x="31" y="31"/>
                    </a:lnTo>
                    <a:lnTo>
                      <a:pt x="8" y="23"/>
                    </a:lnTo>
                    <a:lnTo>
                      <a:pt x="2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4" name="Freeform 827"/>
              <p:cNvSpPr>
                <a:spLocks/>
              </p:cNvSpPr>
              <p:nvPr/>
            </p:nvSpPr>
            <p:spPr bwMode="auto">
              <a:xfrm>
                <a:off x="2593" y="1856"/>
                <a:ext cx="25" cy="27"/>
              </a:xfrm>
              <a:custGeom>
                <a:avLst/>
                <a:gdLst>
                  <a:gd name="T0" fmla="*/ 0 w 25"/>
                  <a:gd name="T1" fmla="*/ 0 h 27"/>
                  <a:gd name="T2" fmla="*/ 25 w 25"/>
                  <a:gd name="T3" fmla="*/ 9 h 27"/>
                  <a:gd name="T4" fmla="*/ 13 w 25"/>
                  <a:gd name="T5" fmla="*/ 19 h 27"/>
                  <a:gd name="T6" fmla="*/ 24 w 25"/>
                  <a:gd name="T7" fmla="*/ 27 h 27"/>
                  <a:gd name="T8" fmla="*/ 5 w 25"/>
                  <a:gd name="T9" fmla="*/ 20 h 27"/>
                  <a:gd name="T10" fmla="*/ 18 w 25"/>
                  <a:gd name="T11" fmla="*/ 10 h 27"/>
                  <a:gd name="T12" fmla="*/ 0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7"/>
                  <a:gd name="T23" fmla="*/ 25 w 2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7">
                    <a:moveTo>
                      <a:pt x="0" y="0"/>
                    </a:moveTo>
                    <a:lnTo>
                      <a:pt x="25" y="9"/>
                    </a:lnTo>
                    <a:lnTo>
                      <a:pt x="13" y="19"/>
                    </a:lnTo>
                    <a:lnTo>
                      <a:pt x="24" y="27"/>
                    </a:lnTo>
                    <a:lnTo>
                      <a:pt x="5" y="20"/>
                    </a:lnTo>
                    <a:lnTo>
                      <a:pt x="18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5" name="Freeform 828"/>
              <p:cNvSpPr>
                <a:spLocks/>
              </p:cNvSpPr>
              <p:nvPr/>
            </p:nvSpPr>
            <p:spPr bwMode="auto">
              <a:xfrm>
                <a:off x="2596" y="1857"/>
                <a:ext cx="22" cy="25"/>
              </a:xfrm>
              <a:custGeom>
                <a:avLst/>
                <a:gdLst>
                  <a:gd name="T0" fmla="*/ 0 w 22"/>
                  <a:gd name="T1" fmla="*/ 0 h 25"/>
                  <a:gd name="T2" fmla="*/ 22 w 22"/>
                  <a:gd name="T3" fmla="*/ 8 h 25"/>
                  <a:gd name="T4" fmla="*/ 10 w 22"/>
                  <a:gd name="T5" fmla="*/ 18 h 25"/>
                  <a:gd name="T6" fmla="*/ 20 w 22"/>
                  <a:gd name="T7" fmla="*/ 25 h 25"/>
                  <a:gd name="T8" fmla="*/ 3 w 22"/>
                  <a:gd name="T9" fmla="*/ 19 h 25"/>
                  <a:gd name="T10" fmla="*/ 16 w 22"/>
                  <a:gd name="T11" fmla="*/ 9 h 25"/>
                  <a:gd name="T12" fmla="*/ 0 w 22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25"/>
                  <a:gd name="T23" fmla="*/ 22 w 22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25">
                    <a:moveTo>
                      <a:pt x="0" y="0"/>
                    </a:moveTo>
                    <a:lnTo>
                      <a:pt x="22" y="8"/>
                    </a:lnTo>
                    <a:lnTo>
                      <a:pt x="10" y="18"/>
                    </a:lnTo>
                    <a:lnTo>
                      <a:pt x="20" y="25"/>
                    </a:lnTo>
                    <a:lnTo>
                      <a:pt x="3" y="19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6" name="Freeform 829"/>
              <p:cNvSpPr>
                <a:spLocks/>
              </p:cNvSpPr>
              <p:nvPr/>
            </p:nvSpPr>
            <p:spPr bwMode="auto">
              <a:xfrm>
                <a:off x="2599" y="1858"/>
                <a:ext cx="18" cy="23"/>
              </a:xfrm>
              <a:custGeom>
                <a:avLst/>
                <a:gdLst>
                  <a:gd name="T0" fmla="*/ 0 w 18"/>
                  <a:gd name="T1" fmla="*/ 0 h 23"/>
                  <a:gd name="T2" fmla="*/ 18 w 18"/>
                  <a:gd name="T3" fmla="*/ 7 h 23"/>
                  <a:gd name="T4" fmla="*/ 7 w 18"/>
                  <a:gd name="T5" fmla="*/ 17 h 23"/>
                  <a:gd name="T6" fmla="*/ 15 w 18"/>
                  <a:gd name="T7" fmla="*/ 23 h 23"/>
                  <a:gd name="T8" fmla="*/ 1 w 18"/>
                  <a:gd name="T9" fmla="*/ 18 h 23"/>
                  <a:gd name="T10" fmla="*/ 13 w 18"/>
                  <a:gd name="T11" fmla="*/ 8 h 23"/>
                  <a:gd name="T12" fmla="*/ 0 w 18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23"/>
                  <a:gd name="T23" fmla="*/ 18 w 18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23">
                    <a:moveTo>
                      <a:pt x="0" y="0"/>
                    </a:moveTo>
                    <a:lnTo>
                      <a:pt x="18" y="7"/>
                    </a:lnTo>
                    <a:lnTo>
                      <a:pt x="7" y="17"/>
                    </a:lnTo>
                    <a:lnTo>
                      <a:pt x="15" y="23"/>
                    </a:lnTo>
                    <a:lnTo>
                      <a:pt x="1" y="18"/>
                    </a:lnTo>
                    <a:lnTo>
                      <a:pt x="1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7" name="Freeform 830"/>
              <p:cNvSpPr>
                <a:spLocks/>
              </p:cNvSpPr>
              <p:nvPr/>
            </p:nvSpPr>
            <p:spPr bwMode="auto">
              <a:xfrm>
                <a:off x="2600" y="1860"/>
                <a:ext cx="17" cy="20"/>
              </a:xfrm>
              <a:custGeom>
                <a:avLst/>
                <a:gdLst>
                  <a:gd name="T0" fmla="*/ 2 w 17"/>
                  <a:gd name="T1" fmla="*/ 0 h 20"/>
                  <a:gd name="T2" fmla="*/ 13 w 17"/>
                  <a:gd name="T3" fmla="*/ 6 h 20"/>
                  <a:gd name="T4" fmla="*/ 0 w 17"/>
                  <a:gd name="T5" fmla="*/ 16 h 20"/>
                  <a:gd name="T6" fmla="*/ 13 w 17"/>
                  <a:gd name="T7" fmla="*/ 20 h 20"/>
                  <a:gd name="T8" fmla="*/ 5 w 17"/>
                  <a:gd name="T9" fmla="*/ 15 h 20"/>
                  <a:gd name="T10" fmla="*/ 17 w 17"/>
                  <a:gd name="T11" fmla="*/ 5 h 20"/>
                  <a:gd name="T12" fmla="*/ 2 w 17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0"/>
                  <a:gd name="T23" fmla="*/ 17 w 1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0">
                    <a:moveTo>
                      <a:pt x="2" y="0"/>
                    </a:moveTo>
                    <a:lnTo>
                      <a:pt x="13" y="6"/>
                    </a:lnTo>
                    <a:lnTo>
                      <a:pt x="0" y="16"/>
                    </a:lnTo>
                    <a:lnTo>
                      <a:pt x="13" y="20"/>
                    </a:lnTo>
                    <a:lnTo>
                      <a:pt x="5" y="15"/>
                    </a:lnTo>
                    <a:lnTo>
                      <a:pt x="17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8" name="Freeform 831"/>
              <p:cNvSpPr>
                <a:spLocks/>
              </p:cNvSpPr>
              <p:nvPr/>
            </p:nvSpPr>
            <p:spPr bwMode="auto">
              <a:xfrm>
                <a:off x="2530" y="1939"/>
                <a:ext cx="76" cy="29"/>
              </a:xfrm>
              <a:custGeom>
                <a:avLst/>
                <a:gdLst>
                  <a:gd name="T0" fmla="*/ 0 w 76"/>
                  <a:gd name="T1" fmla="*/ 23 h 29"/>
                  <a:gd name="T2" fmla="*/ 41 w 76"/>
                  <a:gd name="T3" fmla="*/ 13 h 29"/>
                  <a:gd name="T4" fmla="*/ 39 w 76"/>
                  <a:gd name="T5" fmla="*/ 29 h 29"/>
                  <a:gd name="T6" fmla="*/ 76 w 76"/>
                  <a:gd name="T7" fmla="*/ 13 h 29"/>
                  <a:gd name="T8" fmla="*/ 49 w 76"/>
                  <a:gd name="T9" fmla="*/ 16 h 29"/>
                  <a:gd name="T10" fmla="*/ 52 w 76"/>
                  <a:gd name="T11" fmla="*/ 0 h 29"/>
                  <a:gd name="T12" fmla="*/ 0 w 76"/>
                  <a:gd name="T13" fmla="*/ 2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29"/>
                  <a:gd name="T23" fmla="*/ 76 w 76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29">
                    <a:moveTo>
                      <a:pt x="0" y="23"/>
                    </a:moveTo>
                    <a:lnTo>
                      <a:pt x="41" y="13"/>
                    </a:lnTo>
                    <a:lnTo>
                      <a:pt x="39" y="29"/>
                    </a:lnTo>
                    <a:lnTo>
                      <a:pt x="76" y="13"/>
                    </a:lnTo>
                    <a:lnTo>
                      <a:pt x="49" y="16"/>
                    </a:lnTo>
                    <a:lnTo>
                      <a:pt x="52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59" name="Freeform 832"/>
              <p:cNvSpPr>
                <a:spLocks/>
              </p:cNvSpPr>
              <p:nvPr/>
            </p:nvSpPr>
            <p:spPr bwMode="auto">
              <a:xfrm>
                <a:off x="2529" y="1948"/>
                <a:ext cx="45" cy="17"/>
              </a:xfrm>
              <a:custGeom>
                <a:avLst/>
                <a:gdLst>
                  <a:gd name="T0" fmla="*/ 45 w 45"/>
                  <a:gd name="T1" fmla="*/ 4 h 17"/>
                  <a:gd name="T2" fmla="*/ 41 w 45"/>
                  <a:gd name="T3" fmla="*/ 0 h 17"/>
                  <a:gd name="T4" fmla="*/ 0 w 45"/>
                  <a:gd name="T5" fmla="*/ 11 h 17"/>
                  <a:gd name="T6" fmla="*/ 1 w 45"/>
                  <a:gd name="T7" fmla="*/ 17 h 17"/>
                  <a:gd name="T8" fmla="*/ 42 w 45"/>
                  <a:gd name="T9" fmla="*/ 6 h 17"/>
                  <a:gd name="T10" fmla="*/ 39 w 45"/>
                  <a:gd name="T11" fmla="*/ 3 h 17"/>
                  <a:gd name="T12" fmla="*/ 42 w 45"/>
                  <a:gd name="T13" fmla="*/ 6 h 17"/>
                  <a:gd name="T14" fmla="*/ 45 w 45"/>
                  <a:gd name="T15" fmla="*/ 5 h 17"/>
                  <a:gd name="T16" fmla="*/ 45 w 45"/>
                  <a:gd name="T17" fmla="*/ 3 h 17"/>
                  <a:gd name="T18" fmla="*/ 44 w 45"/>
                  <a:gd name="T19" fmla="*/ 0 h 17"/>
                  <a:gd name="T20" fmla="*/ 41 w 45"/>
                  <a:gd name="T21" fmla="*/ 0 h 17"/>
                  <a:gd name="T22" fmla="*/ 45 w 45"/>
                  <a:gd name="T23" fmla="*/ 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17"/>
                  <a:gd name="T38" fmla="*/ 45 w 45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17">
                    <a:moveTo>
                      <a:pt x="45" y="4"/>
                    </a:moveTo>
                    <a:lnTo>
                      <a:pt x="41" y="0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42" y="6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5" y="5"/>
                    </a:lnTo>
                    <a:lnTo>
                      <a:pt x="45" y="3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0" name="Freeform 833"/>
              <p:cNvSpPr>
                <a:spLocks/>
              </p:cNvSpPr>
              <p:nvPr/>
            </p:nvSpPr>
            <p:spPr bwMode="auto">
              <a:xfrm>
                <a:off x="2566" y="1951"/>
                <a:ext cx="8" cy="19"/>
              </a:xfrm>
              <a:custGeom>
                <a:avLst/>
                <a:gdLst>
                  <a:gd name="T0" fmla="*/ 1 w 8"/>
                  <a:gd name="T1" fmla="*/ 15 h 19"/>
                  <a:gd name="T2" fmla="*/ 5 w 8"/>
                  <a:gd name="T3" fmla="*/ 17 h 19"/>
                  <a:gd name="T4" fmla="*/ 8 w 8"/>
                  <a:gd name="T5" fmla="*/ 1 h 19"/>
                  <a:gd name="T6" fmla="*/ 2 w 8"/>
                  <a:gd name="T7" fmla="*/ 0 h 19"/>
                  <a:gd name="T8" fmla="*/ 0 w 8"/>
                  <a:gd name="T9" fmla="*/ 16 h 19"/>
                  <a:gd name="T10" fmla="*/ 3 w 8"/>
                  <a:gd name="T11" fmla="*/ 19 h 19"/>
                  <a:gd name="T12" fmla="*/ 0 w 8"/>
                  <a:gd name="T13" fmla="*/ 16 h 19"/>
                  <a:gd name="T14" fmla="*/ 1 w 8"/>
                  <a:gd name="T15" fmla="*/ 18 h 19"/>
                  <a:gd name="T16" fmla="*/ 2 w 8"/>
                  <a:gd name="T17" fmla="*/ 19 h 19"/>
                  <a:gd name="T18" fmla="*/ 4 w 8"/>
                  <a:gd name="T19" fmla="*/ 19 h 19"/>
                  <a:gd name="T20" fmla="*/ 5 w 8"/>
                  <a:gd name="T21" fmla="*/ 17 h 19"/>
                  <a:gd name="T22" fmla="*/ 1 w 8"/>
                  <a:gd name="T23" fmla="*/ 1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9"/>
                  <a:gd name="T38" fmla="*/ 8 w 8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9">
                    <a:moveTo>
                      <a:pt x="1" y="15"/>
                    </a:moveTo>
                    <a:lnTo>
                      <a:pt x="5" y="17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5" y="17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1" name="Freeform 834"/>
              <p:cNvSpPr>
                <a:spLocks/>
              </p:cNvSpPr>
              <p:nvPr/>
            </p:nvSpPr>
            <p:spPr bwMode="auto">
              <a:xfrm>
                <a:off x="2568" y="1948"/>
                <a:ext cx="40" cy="22"/>
              </a:xfrm>
              <a:custGeom>
                <a:avLst/>
                <a:gdLst>
                  <a:gd name="T0" fmla="*/ 38 w 40"/>
                  <a:gd name="T1" fmla="*/ 6 h 22"/>
                  <a:gd name="T2" fmla="*/ 37 w 40"/>
                  <a:gd name="T3" fmla="*/ 0 h 22"/>
                  <a:gd name="T4" fmla="*/ 0 w 40"/>
                  <a:gd name="T5" fmla="*/ 18 h 22"/>
                  <a:gd name="T6" fmla="*/ 2 w 40"/>
                  <a:gd name="T7" fmla="*/ 22 h 22"/>
                  <a:gd name="T8" fmla="*/ 39 w 40"/>
                  <a:gd name="T9" fmla="*/ 5 h 22"/>
                  <a:gd name="T10" fmla="*/ 38 w 40"/>
                  <a:gd name="T11" fmla="*/ 0 h 22"/>
                  <a:gd name="T12" fmla="*/ 39 w 40"/>
                  <a:gd name="T13" fmla="*/ 5 h 22"/>
                  <a:gd name="T14" fmla="*/ 40 w 40"/>
                  <a:gd name="T15" fmla="*/ 4 h 22"/>
                  <a:gd name="T16" fmla="*/ 40 w 40"/>
                  <a:gd name="T17" fmla="*/ 2 h 22"/>
                  <a:gd name="T18" fmla="*/ 39 w 40"/>
                  <a:gd name="T19" fmla="*/ 0 h 22"/>
                  <a:gd name="T20" fmla="*/ 37 w 40"/>
                  <a:gd name="T21" fmla="*/ 0 h 22"/>
                  <a:gd name="T22" fmla="*/ 38 w 40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2"/>
                  <a:gd name="T38" fmla="*/ 40 w 40"/>
                  <a:gd name="T39" fmla="*/ 22 h 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2">
                    <a:moveTo>
                      <a:pt x="38" y="6"/>
                    </a:moveTo>
                    <a:lnTo>
                      <a:pt x="37" y="0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39" y="5"/>
                    </a:lnTo>
                    <a:lnTo>
                      <a:pt x="38" y="0"/>
                    </a:lnTo>
                    <a:lnTo>
                      <a:pt x="39" y="5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2" name="Freeform 835"/>
              <p:cNvSpPr>
                <a:spLocks/>
              </p:cNvSpPr>
              <p:nvPr/>
            </p:nvSpPr>
            <p:spPr bwMode="auto">
              <a:xfrm>
                <a:off x="2577" y="1948"/>
                <a:ext cx="29" cy="9"/>
              </a:xfrm>
              <a:custGeom>
                <a:avLst/>
                <a:gdLst>
                  <a:gd name="T0" fmla="*/ 0 w 29"/>
                  <a:gd name="T1" fmla="*/ 6 h 9"/>
                  <a:gd name="T2" fmla="*/ 3 w 29"/>
                  <a:gd name="T3" fmla="*/ 9 h 9"/>
                  <a:gd name="T4" fmla="*/ 29 w 29"/>
                  <a:gd name="T5" fmla="*/ 6 h 9"/>
                  <a:gd name="T6" fmla="*/ 28 w 29"/>
                  <a:gd name="T7" fmla="*/ 0 h 9"/>
                  <a:gd name="T8" fmla="*/ 2 w 29"/>
                  <a:gd name="T9" fmla="*/ 4 h 9"/>
                  <a:gd name="T10" fmla="*/ 5 w 29"/>
                  <a:gd name="T11" fmla="*/ 7 h 9"/>
                  <a:gd name="T12" fmla="*/ 2 w 29"/>
                  <a:gd name="T13" fmla="*/ 4 h 9"/>
                  <a:gd name="T14" fmla="*/ 1 w 29"/>
                  <a:gd name="T15" fmla="*/ 5 h 9"/>
                  <a:gd name="T16" fmla="*/ 0 w 29"/>
                  <a:gd name="T17" fmla="*/ 7 h 9"/>
                  <a:gd name="T18" fmla="*/ 1 w 29"/>
                  <a:gd name="T19" fmla="*/ 8 h 9"/>
                  <a:gd name="T20" fmla="*/ 3 w 29"/>
                  <a:gd name="T21" fmla="*/ 9 h 9"/>
                  <a:gd name="T22" fmla="*/ 0 w 29"/>
                  <a:gd name="T23" fmla="*/ 6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9"/>
                  <a:gd name="T38" fmla="*/ 29 w 2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9">
                    <a:moveTo>
                      <a:pt x="0" y="6"/>
                    </a:moveTo>
                    <a:lnTo>
                      <a:pt x="3" y="9"/>
                    </a:lnTo>
                    <a:lnTo>
                      <a:pt x="29" y="6"/>
                    </a:lnTo>
                    <a:lnTo>
                      <a:pt x="28" y="0"/>
                    </a:lnTo>
                    <a:lnTo>
                      <a:pt x="2" y="4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3" name="Freeform 836"/>
              <p:cNvSpPr>
                <a:spLocks/>
              </p:cNvSpPr>
              <p:nvPr/>
            </p:nvSpPr>
            <p:spPr bwMode="auto">
              <a:xfrm>
                <a:off x="2577" y="1937"/>
                <a:ext cx="7" cy="18"/>
              </a:xfrm>
              <a:custGeom>
                <a:avLst/>
                <a:gdLst>
                  <a:gd name="T0" fmla="*/ 5 w 7"/>
                  <a:gd name="T1" fmla="*/ 4 h 18"/>
                  <a:gd name="T2" fmla="*/ 2 w 7"/>
                  <a:gd name="T3" fmla="*/ 2 h 18"/>
                  <a:gd name="T4" fmla="*/ 0 w 7"/>
                  <a:gd name="T5" fmla="*/ 17 h 18"/>
                  <a:gd name="T6" fmla="*/ 5 w 7"/>
                  <a:gd name="T7" fmla="*/ 18 h 18"/>
                  <a:gd name="T8" fmla="*/ 7 w 7"/>
                  <a:gd name="T9" fmla="*/ 3 h 18"/>
                  <a:gd name="T10" fmla="*/ 4 w 7"/>
                  <a:gd name="T11" fmla="*/ 0 h 18"/>
                  <a:gd name="T12" fmla="*/ 7 w 7"/>
                  <a:gd name="T13" fmla="*/ 3 h 18"/>
                  <a:gd name="T14" fmla="*/ 6 w 7"/>
                  <a:gd name="T15" fmla="*/ 1 h 18"/>
                  <a:gd name="T16" fmla="*/ 5 w 7"/>
                  <a:gd name="T17" fmla="*/ 0 h 18"/>
                  <a:gd name="T18" fmla="*/ 3 w 7"/>
                  <a:gd name="T19" fmla="*/ 1 h 18"/>
                  <a:gd name="T20" fmla="*/ 2 w 7"/>
                  <a:gd name="T21" fmla="*/ 2 h 18"/>
                  <a:gd name="T22" fmla="*/ 5 w 7"/>
                  <a:gd name="T23" fmla="*/ 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5" y="4"/>
                    </a:moveTo>
                    <a:lnTo>
                      <a:pt x="2" y="2"/>
                    </a:lnTo>
                    <a:lnTo>
                      <a:pt x="0" y="17"/>
                    </a:lnTo>
                    <a:lnTo>
                      <a:pt x="5" y="18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4" name="Freeform 837"/>
              <p:cNvSpPr>
                <a:spLocks/>
              </p:cNvSpPr>
              <p:nvPr/>
            </p:nvSpPr>
            <p:spPr bwMode="auto">
              <a:xfrm>
                <a:off x="2528" y="1937"/>
                <a:ext cx="54" cy="28"/>
              </a:xfrm>
              <a:custGeom>
                <a:avLst/>
                <a:gdLst>
                  <a:gd name="T0" fmla="*/ 2 w 54"/>
                  <a:gd name="T1" fmla="*/ 22 h 28"/>
                  <a:gd name="T2" fmla="*/ 3 w 54"/>
                  <a:gd name="T3" fmla="*/ 28 h 28"/>
                  <a:gd name="T4" fmla="*/ 54 w 54"/>
                  <a:gd name="T5" fmla="*/ 4 h 28"/>
                  <a:gd name="T6" fmla="*/ 52 w 54"/>
                  <a:gd name="T7" fmla="*/ 0 h 28"/>
                  <a:gd name="T8" fmla="*/ 1 w 54"/>
                  <a:gd name="T9" fmla="*/ 22 h 28"/>
                  <a:gd name="T10" fmla="*/ 3 w 54"/>
                  <a:gd name="T11" fmla="*/ 28 h 28"/>
                  <a:gd name="T12" fmla="*/ 1 w 54"/>
                  <a:gd name="T13" fmla="*/ 22 h 28"/>
                  <a:gd name="T14" fmla="*/ 0 w 54"/>
                  <a:gd name="T15" fmla="*/ 24 h 28"/>
                  <a:gd name="T16" fmla="*/ 0 w 54"/>
                  <a:gd name="T17" fmla="*/ 25 h 28"/>
                  <a:gd name="T18" fmla="*/ 1 w 54"/>
                  <a:gd name="T19" fmla="*/ 28 h 28"/>
                  <a:gd name="T20" fmla="*/ 3 w 54"/>
                  <a:gd name="T21" fmla="*/ 28 h 28"/>
                  <a:gd name="T22" fmla="*/ 2 w 54"/>
                  <a:gd name="T23" fmla="*/ 22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4"/>
                  <a:gd name="T37" fmla="*/ 0 h 28"/>
                  <a:gd name="T38" fmla="*/ 54 w 54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4" h="28">
                    <a:moveTo>
                      <a:pt x="2" y="22"/>
                    </a:moveTo>
                    <a:lnTo>
                      <a:pt x="3" y="28"/>
                    </a:lnTo>
                    <a:lnTo>
                      <a:pt x="54" y="4"/>
                    </a:lnTo>
                    <a:lnTo>
                      <a:pt x="52" y="0"/>
                    </a:lnTo>
                    <a:lnTo>
                      <a:pt x="1" y="22"/>
                    </a:lnTo>
                    <a:lnTo>
                      <a:pt x="3" y="28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5" name="Freeform 838"/>
              <p:cNvSpPr>
                <a:spLocks/>
              </p:cNvSpPr>
              <p:nvPr/>
            </p:nvSpPr>
            <p:spPr bwMode="auto">
              <a:xfrm>
                <a:off x="2533" y="1940"/>
                <a:ext cx="70" cy="27"/>
              </a:xfrm>
              <a:custGeom>
                <a:avLst/>
                <a:gdLst>
                  <a:gd name="T0" fmla="*/ 0 w 70"/>
                  <a:gd name="T1" fmla="*/ 20 h 27"/>
                  <a:gd name="T2" fmla="*/ 48 w 70"/>
                  <a:gd name="T3" fmla="*/ 0 h 27"/>
                  <a:gd name="T4" fmla="*/ 46 w 70"/>
                  <a:gd name="T5" fmla="*/ 15 h 27"/>
                  <a:gd name="T6" fmla="*/ 70 w 70"/>
                  <a:gd name="T7" fmla="*/ 12 h 27"/>
                  <a:gd name="T8" fmla="*/ 36 w 70"/>
                  <a:gd name="T9" fmla="*/ 27 h 27"/>
                  <a:gd name="T10" fmla="*/ 38 w 70"/>
                  <a:gd name="T11" fmla="*/ 12 h 27"/>
                  <a:gd name="T12" fmla="*/ 0 w 70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0" y="20"/>
                    </a:moveTo>
                    <a:lnTo>
                      <a:pt x="48" y="0"/>
                    </a:lnTo>
                    <a:lnTo>
                      <a:pt x="46" y="15"/>
                    </a:lnTo>
                    <a:lnTo>
                      <a:pt x="70" y="12"/>
                    </a:lnTo>
                    <a:lnTo>
                      <a:pt x="36" y="27"/>
                    </a:lnTo>
                    <a:lnTo>
                      <a:pt x="38" y="12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6" name="Freeform 839"/>
              <p:cNvSpPr>
                <a:spLocks/>
              </p:cNvSpPr>
              <p:nvPr/>
            </p:nvSpPr>
            <p:spPr bwMode="auto">
              <a:xfrm>
                <a:off x="2536" y="1940"/>
                <a:ext cx="65" cy="27"/>
              </a:xfrm>
              <a:custGeom>
                <a:avLst/>
                <a:gdLst>
                  <a:gd name="T0" fmla="*/ 0 w 65"/>
                  <a:gd name="T1" fmla="*/ 20 h 27"/>
                  <a:gd name="T2" fmla="*/ 44 w 65"/>
                  <a:gd name="T3" fmla="*/ 0 h 27"/>
                  <a:gd name="T4" fmla="*/ 42 w 65"/>
                  <a:gd name="T5" fmla="*/ 16 h 27"/>
                  <a:gd name="T6" fmla="*/ 65 w 65"/>
                  <a:gd name="T7" fmla="*/ 13 h 27"/>
                  <a:gd name="T8" fmla="*/ 33 w 65"/>
                  <a:gd name="T9" fmla="*/ 27 h 27"/>
                  <a:gd name="T10" fmla="*/ 35 w 65"/>
                  <a:gd name="T11" fmla="*/ 11 h 27"/>
                  <a:gd name="T12" fmla="*/ 0 w 65"/>
                  <a:gd name="T13" fmla="*/ 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0" y="20"/>
                    </a:moveTo>
                    <a:lnTo>
                      <a:pt x="44" y="0"/>
                    </a:lnTo>
                    <a:lnTo>
                      <a:pt x="42" y="16"/>
                    </a:lnTo>
                    <a:lnTo>
                      <a:pt x="65" y="13"/>
                    </a:lnTo>
                    <a:lnTo>
                      <a:pt x="33" y="27"/>
                    </a:lnTo>
                    <a:lnTo>
                      <a:pt x="35" y="1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7" name="Freeform 840"/>
              <p:cNvSpPr>
                <a:spLocks/>
              </p:cNvSpPr>
              <p:nvPr/>
            </p:nvSpPr>
            <p:spPr bwMode="auto">
              <a:xfrm>
                <a:off x="2540" y="1940"/>
                <a:ext cx="59" cy="26"/>
              </a:xfrm>
              <a:custGeom>
                <a:avLst/>
                <a:gdLst>
                  <a:gd name="T0" fmla="*/ 0 w 59"/>
                  <a:gd name="T1" fmla="*/ 18 h 26"/>
                  <a:gd name="T2" fmla="*/ 40 w 59"/>
                  <a:gd name="T3" fmla="*/ 0 h 26"/>
                  <a:gd name="T4" fmla="*/ 38 w 59"/>
                  <a:gd name="T5" fmla="*/ 16 h 26"/>
                  <a:gd name="T6" fmla="*/ 59 w 59"/>
                  <a:gd name="T7" fmla="*/ 13 h 26"/>
                  <a:gd name="T8" fmla="*/ 30 w 59"/>
                  <a:gd name="T9" fmla="*/ 26 h 26"/>
                  <a:gd name="T10" fmla="*/ 33 w 59"/>
                  <a:gd name="T11" fmla="*/ 10 h 26"/>
                  <a:gd name="T12" fmla="*/ 0 w 59"/>
                  <a:gd name="T13" fmla="*/ 1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0" y="18"/>
                    </a:moveTo>
                    <a:lnTo>
                      <a:pt x="40" y="0"/>
                    </a:lnTo>
                    <a:lnTo>
                      <a:pt x="38" y="16"/>
                    </a:lnTo>
                    <a:lnTo>
                      <a:pt x="59" y="13"/>
                    </a:lnTo>
                    <a:lnTo>
                      <a:pt x="30" y="26"/>
                    </a:lnTo>
                    <a:lnTo>
                      <a:pt x="33" y="1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8" name="Freeform 841"/>
              <p:cNvSpPr>
                <a:spLocks/>
              </p:cNvSpPr>
              <p:nvPr/>
            </p:nvSpPr>
            <p:spPr bwMode="auto">
              <a:xfrm>
                <a:off x="2543" y="1941"/>
                <a:ext cx="54" cy="25"/>
              </a:xfrm>
              <a:custGeom>
                <a:avLst/>
                <a:gdLst>
                  <a:gd name="T0" fmla="*/ 0 w 54"/>
                  <a:gd name="T1" fmla="*/ 16 h 25"/>
                  <a:gd name="T2" fmla="*/ 37 w 54"/>
                  <a:gd name="T3" fmla="*/ 0 h 25"/>
                  <a:gd name="T4" fmla="*/ 34 w 54"/>
                  <a:gd name="T5" fmla="*/ 16 h 25"/>
                  <a:gd name="T6" fmla="*/ 54 w 54"/>
                  <a:gd name="T7" fmla="*/ 12 h 25"/>
                  <a:gd name="T8" fmla="*/ 27 w 54"/>
                  <a:gd name="T9" fmla="*/ 25 h 25"/>
                  <a:gd name="T10" fmla="*/ 30 w 54"/>
                  <a:gd name="T11" fmla="*/ 9 h 25"/>
                  <a:gd name="T12" fmla="*/ 0 w 54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0" y="16"/>
                    </a:moveTo>
                    <a:lnTo>
                      <a:pt x="37" y="0"/>
                    </a:lnTo>
                    <a:lnTo>
                      <a:pt x="34" y="16"/>
                    </a:lnTo>
                    <a:lnTo>
                      <a:pt x="54" y="12"/>
                    </a:lnTo>
                    <a:lnTo>
                      <a:pt x="27" y="25"/>
                    </a:lnTo>
                    <a:lnTo>
                      <a:pt x="30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69" name="Freeform 842"/>
              <p:cNvSpPr>
                <a:spLocks/>
              </p:cNvSpPr>
              <p:nvPr/>
            </p:nvSpPr>
            <p:spPr bwMode="auto">
              <a:xfrm>
                <a:off x="2547" y="1941"/>
                <a:ext cx="48" cy="25"/>
              </a:xfrm>
              <a:custGeom>
                <a:avLst/>
                <a:gdLst>
                  <a:gd name="T0" fmla="*/ 0 w 48"/>
                  <a:gd name="T1" fmla="*/ 16 h 25"/>
                  <a:gd name="T2" fmla="*/ 32 w 48"/>
                  <a:gd name="T3" fmla="*/ 0 h 25"/>
                  <a:gd name="T4" fmla="*/ 30 w 48"/>
                  <a:gd name="T5" fmla="*/ 17 h 25"/>
                  <a:gd name="T6" fmla="*/ 48 w 48"/>
                  <a:gd name="T7" fmla="*/ 13 h 25"/>
                  <a:gd name="T8" fmla="*/ 24 w 48"/>
                  <a:gd name="T9" fmla="*/ 25 h 25"/>
                  <a:gd name="T10" fmla="*/ 27 w 48"/>
                  <a:gd name="T11" fmla="*/ 9 h 25"/>
                  <a:gd name="T12" fmla="*/ 0 w 48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5"/>
                  <a:gd name="T23" fmla="*/ 48 w 48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5">
                    <a:moveTo>
                      <a:pt x="0" y="16"/>
                    </a:moveTo>
                    <a:lnTo>
                      <a:pt x="32" y="0"/>
                    </a:lnTo>
                    <a:lnTo>
                      <a:pt x="30" y="17"/>
                    </a:lnTo>
                    <a:lnTo>
                      <a:pt x="48" y="13"/>
                    </a:lnTo>
                    <a:lnTo>
                      <a:pt x="24" y="25"/>
                    </a:lnTo>
                    <a:lnTo>
                      <a:pt x="27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0" name="Freeform 843"/>
              <p:cNvSpPr>
                <a:spLocks/>
              </p:cNvSpPr>
              <p:nvPr/>
            </p:nvSpPr>
            <p:spPr bwMode="auto">
              <a:xfrm>
                <a:off x="2550" y="1942"/>
                <a:ext cx="43" cy="23"/>
              </a:xfrm>
              <a:custGeom>
                <a:avLst/>
                <a:gdLst>
                  <a:gd name="T0" fmla="*/ 0 w 43"/>
                  <a:gd name="T1" fmla="*/ 13 h 23"/>
                  <a:gd name="T2" fmla="*/ 29 w 43"/>
                  <a:gd name="T3" fmla="*/ 0 h 23"/>
                  <a:gd name="T4" fmla="*/ 27 w 43"/>
                  <a:gd name="T5" fmla="*/ 15 h 23"/>
                  <a:gd name="T6" fmla="*/ 43 w 43"/>
                  <a:gd name="T7" fmla="*/ 13 h 23"/>
                  <a:gd name="T8" fmla="*/ 21 w 43"/>
                  <a:gd name="T9" fmla="*/ 23 h 23"/>
                  <a:gd name="T10" fmla="*/ 24 w 43"/>
                  <a:gd name="T11" fmla="*/ 6 h 23"/>
                  <a:gd name="T12" fmla="*/ 0 w 43"/>
                  <a:gd name="T13" fmla="*/ 1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3"/>
                  <a:gd name="T23" fmla="*/ 43 w 43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3">
                    <a:moveTo>
                      <a:pt x="0" y="13"/>
                    </a:moveTo>
                    <a:lnTo>
                      <a:pt x="29" y="0"/>
                    </a:lnTo>
                    <a:lnTo>
                      <a:pt x="27" y="15"/>
                    </a:lnTo>
                    <a:lnTo>
                      <a:pt x="43" y="13"/>
                    </a:lnTo>
                    <a:lnTo>
                      <a:pt x="21" y="23"/>
                    </a:lnTo>
                    <a:lnTo>
                      <a:pt x="24" y="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1" name="Freeform 844"/>
              <p:cNvSpPr>
                <a:spLocks/>
              </p:cNvSpPr>
              <p:nvPr/>
            </p:nvSpPr>
            <p:spPr bwMode="auto">
              <a:xfrm>
                <a:off x="2553" y="1942"/>
                <a:ext cx="38" cy="21"/>
              </a:xfrm>
              <a:custGeom>
                <a:avLst/>
                <a:gdLst>
                  <a:gd name="T0" fmla="*/ 0 w 38"/>
                  <a:gd name="T1" fmla="*/ 12 h 21"/>
                  <a:gd name="T2" fmla="*/ 26 w 38"/>
                  <a:gd name="T3" fmla="*/ 0 h 21"/>
                  <a:gd name="T4" fmla="*/ 24 w 38"/>
                  <a:gd name="T5" fmla="*/ 15 h 21"/>
                  <a:gd name="T6" fmla="*/ 38 w 38"/>
                  <a:gd name="T7" fmla="*/ 13 h 21"/>
                  <a:gd name="T8" fmla="*/ 18 w 38"/>
                  <a:gd name="T9" fmla="*/ 21 h 21"/>
                  <a:gd name="T10" fmla="*/ 21 w 38"/>
                  <a:gd name="T11" fmla="*/ 6 h 21"/>
                  <a:gd name="T12" fmla="*/ 0 w 38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0" y="12"/>
                    </a:moveTo>
                    <a:lnTo>
                      <a:pt x="26" y="0"/>
                    </a:lnTo>
                    <a:lnTo>
                      <a:pt x="24" y="15"/>
                    </a:lnTo>
                    <a:lnTo>
                      <a:pt x="38" y="13"/>
                    </a:lnTo>
                    <a:lnTo>
                      <a:pt x="18" y="21"/>
                    </a:lnTo>
                    <a:lnTo>
                      <a:pt x="21" y="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2" name="Freeform 845"/>
              <p:cNvSpPr>
                <a:spLocks/>
              </p:cNvSpPr>
              <p:nvPr/>
            </p:nvSpPr>
            <p:spPr bwMode="auto">
              <a:xfrm>
                <a:off x="2556" y="1942"/>
                <a:ext cx="34" cy="21"/>
              </a:xfrm>
              <a:custGeom>
                <a:avLst/>
                <a:gdLst>
                  <a:gd name="T0" fmla="*/ 0 w 34"/>
                  <a:gd name="T1" fmla="*/ 10 h 21"/>
                  <a:gd name="T2" fmla="*/ 23 w 34"/>
                  <a:gd name="T3" fmla="*/ 0 h 21"/>
                  <a:gd name="T4" fmla="*/ 21 w 34"/>
                  <a:gd name="T5" fmla="*/ 16 h 21"/>
                  <a:gd name="T6" fmla="*/ 34 w 34"/>
                  <a:gd name="T7" fmla="*/ 14 h 21"/>
                  <a:gd name="T8" fmla="*/ 17 w 34"/>
                  <a:gd name="T9" fmla="*/ 21 h 21"/>
                  <a:gd name="T10" fmla="*/ 19 w 34"/>
                  <a:gd name="T11" fmla="*/ 5 h 21"/>
                  <a:gd name="T12" fmla="*/ 0 w 34"/>
                  <a:gd name="T13" fmla="*/ 1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21"/>
                  <a:gd name="T23" fmla="*/ 34 w 34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21">
                    <a:moveTo>
                      <a:pt x="0" y="10"/>
                    </a:moveTo>
                    <a:lnTo>
                      <a:pt x="23" y="0"/>
                    </a:lnTo>
                    <a:lnTo>
                      <a:pt x="21" y="16"/>
                    </a:lnTo>
                    <a:lnTo>
                      <a:pt x="34" y="14"/>
                    </a:lnTo>
                    <a:lnTo>
                      <a:pt x="17" y="21"/>
                    </a:lnTo>
                    <a:lnTo>
                      <a:pt x="19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3" name="Freeform 846"/>
              <p:cNvSpPr>
                <a:spLocks/>
              </p:cNvSpPr>
              <p:nvPr/>
            </p:nvSpPr>
            <p:spPr bwMode="auto">
              <a:xfrm>
                <a:off x="2560" y="1943"/>
                <a:ext cx="27" cy="20"/>
              </a:xfrm>
              <a:custGeom>
                <a:avLst/>
                <a:gdLst>
                  <a:gd name="T0" fmla="*/ 0 w 27"/>
                  <a:gd name="T1" fmla="*/ 9 h 20"/>
                  <a:gd name="T2" fmla="*/ 18 w 27"/>
                  <a:gd name="T3" fmla="*/ 0 h 20"/>
                  <a:gd name="T4" fmla="*/ 16 w 27"/>
                  <a:gd name="T5" fmla="*/ 16 h 20"/>
                  <a:gd name="T6" fmla="*/ 27 w 27"/>
                  <a:gd name="T7" fmla="*/ 14 h 20"/>
                  <a:gd name="T8" fmla="*/ 13 w 27"/>
                  <a:gd name="T9" fmla="*/ 20 h 20"/>
                  <a:gd name="T10" fmla="*/ 16 w 27"/>
                  <a:gd name="T11" fmla="*/ 4 h 20"/>
                  <a:gd name="T12" fmla="*/ 0 w 27"/>
                  <a:gd name="T13" fmla="*/ 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0" y="9"/>
                    </a:moveTo>
                    <a:lnTo>
                      <a:pt x="18" y="0"/>
                    </a:lnTo>
                    <a:lnTo>
                      <a:pt x="16" y="16"/>
                    </a:lnTo>
                    <a:lnTo>
                      <a:pt x="27" y="14"/>
                    </a:lnTo>
                    <a:lnTo>
                      <a:pt x="13" y="20"/>
                    </a:lnTo>
                    <a:lnTo>
                      <a:pt x="16" y="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4" name="Freeform 847"/>
              <p:cNvSpPr>
                <a:spLocks/>
              </p:cNvSpPr>
              <p:nvPr/>
            </p:nvSpPr>
            <p:spPr bwMode="auto">
              <a:xfrm>
                <a:off x="2564" y="1943"/>
                <a:ext cx="21" cy="19"/>
              </a:xfrm>
              <a:custGeom>
                <a:avLst/>
                <a:gdLst>
                  <a:gd name="T0" fmla="*/ 0 w 21"/>
                  <a:gd name="T1" fmla="*/ 7 h 19"/>
                  <a:gd name="T2" fmla="*/ 12 w 21"/>
                  <a:gd name="T3" fmla="*/ 3 h 19"/>
                  <a:gd name="T4" fmla="*/ 10 w 21"/>
                  <a:gd name="T5" fmla="*/ 19 h 19"/>
                  <a:gd name="T6" fmla="*/ 21 w 21"/>
                  <a:gd name="T7" fmla="*/ 14 h 19"/>
                  <a:gd name="T8" fmla="*/ 12 w 21"/>
                  <a:gd name="T9" fmla="*/ 16 h 19"/>
                  <a:gd name="T10" fmla="*/ 14 w 21"/>
                  <a:gd name="T11" fmla="*/ 0 h 19"/>
                  <a:gd name="T12" fmla="*/ 0 w 21"/>
                  <a:gd name="T13" fmla="*/ 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0" y="7"/>
                    </a:moveTo>
                    <a:lnTo>
                      <a:pt x="12" y="3"/>
                    </a:lnTo>
                    <a:lnTo>
                      <a:pt x="10" y="19"/>
                    </a:lnTo>
                    <a:lnTo>
                      <a:pt x="21" y="14"/>
                    </a:lnTo>
                    <a:lnTo>
                      <a:pt x="12" y="16"/>
                    </a:lnTo>
                    <a:lnTo>
                      <a:pt x="1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5" name="Freeform 848"/>
              <p:cNvSpPr>
                <a:spLocks/>
              </p:cNvSpPr>
              <p:nvPr/>
            </p:nvSpPr>
            <p:spPr bwMode="auto">
              <a:xfrm>
                <a:off x="2752" y="1830"/>
                <a:ext cx="45" cy="62"/>
              </a:xfrm>
              <a:custGeom>
                <a:avLst/>
                <a:gdLst>
                  <a:gd name="T0" fmla="*/ 45 w 45"/>
                  <a:gd name="T1" fmla="*/ 0 h 62"/>
                  <a:gd name="T2" fmla="*/ 24 w 45"/>
                  <a:gd name="T3" fmla="*/ 37 h 62"/>
                  <a:gd name="T4" fmla="*/ 14 w 45"/>
                  <a:gd name="T5" fmla="*/ 24 h 62"/>
                  <a:gd name="T6" fmla="*/ 0 w 45"/>
                  <a:gd name="T7" fmla="*/ 62 h 62"/>
                  <a:gd name="T8" fmla="*/ 16 w 45"/>
                  <a:gd name="T9" fmla="*/ 40 h 62"/>
                  <a:gd name="T10" fmla="*/ 26 w 45"/>
                  <a:gd name="T11" fmla="*/ 52 h 62"/>
                  <a:gd name="T12" fmla="*/ 45 w 45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"/>
                  <a:gd name="T22" fmla="*/ 0 h 62"/>
                  <a:gd name="T23" fmla="*/ 45 w 45"/>
                  <a:gd name="T24" fmla="*/ 62 h 6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" h="62">
                    <a:moveTo>
                      <a:pt x="45" y="0"/>
                    </a:moveTo>
                    <a:lnTo>
                      <a:pt x="24" y="37"/>
                    </a:lnTo>
                    <a:lnTo>
                      <a:pt x="14" y="24"/>
                    </a:lnTo>
                    <a:lnTo>
                      <a:pt x="0" y="62"/>
                    </a:lnTo>
                    <a:lnTo>
                      <a:pt x="16" y="40"/>
                    </a:lnTo>
                    <a:lnTo>
                      <a:pt x="26" y="5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6" name="Freeform 849"/>
              <p:cNvSpPr>
                <a:spLocks/>
              </p:cNvSpPr>
              <p:nvPr/>
            </p:nvSpPr>
            <p:spPr bwMode="auto">
              <a:xfrm>
                <a:off x="2773" y="1829"/>
                <a:ext cx="26" cy="40"/>
              </a:xfrm>
              <a:custGeom>
                <a:avLst/>
                <a:gdLst>
                  <a:gd name="T0" fmla="*/ 1 w 26"/>
                  <a:gd name="T1" fmla="*/ 39 h 40"/>
                  <a:gd name="T2" fmla="*/ 5 w 26"/>
                  <a:gd name="T3" fmla="*/ 39 h 40"/>
                  <a:gd name="T4" fmla="*/ 26 w 26"/>
                  <a:gd name="T5" fmla="*/ 2 h 40"/>
                  <a:gd name="T6" fmla="*/ 22 w 26"/>
                  <a:gd name="T7" fmla="*/ 0 h 40"/>
                  <a:gd name="T8" fmla="*/ 0 w 26"/>
                  <a:gd name="T9" fmla="*/ 36 h 40"/>
                  <a:gd name="T10" fmla="*/ 5 w 26"/>
                  <a:gd name="T11" fmla="*/ 36 h 40"/>
                  <a:gd name="T12" fmla="*/ 0 w 26"/>
                  <a:gd name="T13" fmla="*/ 36 h 40"/>
                  <a:gd name="T14" fmla="*/ 0 w 26"/>
                  <a:gd name="T15" fmla="*/ 38 h 40"/>
                  <a:gd name="T16" fmla="*/ 1 w 26"/>
                  <a:gd name="T17" fmla="*/ 40 h 40"/>
                  <a:gd name="T18" fmla="*/ 4 w 26"/>
                  <a:gd name="T19" fmla="*/ 40 h 40"/>
                  <a:gd name="T20" fmla="*/ 5 w 26"/>
                  <a:gd name="T21" fmla="*/ 39 h 40"/>
                  <a:gd name="T22" fmla="*/ 1 w 26"/>
                  <a:gd name="T23" fmla="*/ 39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40"/>
                  <a:gd name="T38" fmla="*/ 26 w 26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40">
                    <a:moveTo>
                      <a:pt x="1" y="39"/>
                    </a:moveTo>
                    <a:lnTo>
                      <a:pt x="5" y="39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0" y="36"/>
                    </a:lnTo>
                    <a:lnTo>
                      <a:pt x="5" y="36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7" name="Freeform 850"/>
              <p:cNvSpPr>
                <a:spLocks/>
              </p:cNvSpPr>
              <p:nvPr/>
            </p:nvSpPr>
            <p:spPr bwMode="auto">
              <a:xfrm>
                <a:off x="2764" y="1851"/>
                <a:ext cx="14" cy="17"/>
              </a:xfrm>
              <a:custGeom>
                <a:avLst/>
                <a:gdLst>
                  <a:gd name="T0" fmla="*/ 4 w 14"/>
                  <a:gd name="T1" fmla="*/ 3 h 17"/>
                  <a:gd name="T2" fmla="*/ 0 w 14"/>
                  <a:gd name="T3" fmla="*/ 5 h 17"/>
                  <a:gd name="T4" fmla="*/ 9 w 14"/>
                  <a:gd name="T5" fmla="*/ 17 h 17"/>
                  <a:gd name="T6" fmla="*/ 14 w 14"/>
                  <a:gd name="T7" fmla="*/ 14 h 17"/>
                  <a:gd name="T8" fmla="*/ 4 w 14"/>
                  <a:gd name="T9" fmla="*/ 1 h 17"/>
                  <a:gd name="T10" fmla="*/ 0 w 14"/>
                  <a:gd name="T11" fmla="*/ 2 h 17"/>
                  <a:gd name="T12" fmla="*/ 4 w 14"/>
                  <a:gd name="T13" fmla="*/ 1 h 17"/>
                  <a:gd name="T14" fmla="*/ 2 w 14"/>
                  <a:gd name="T15" fmla="*/ 0 h 17"/>
                  <a:gd name="T16" fmla="*/ 1 w 14"/>
                  <a:gd name="T17" fmla="*/ 1 h 17"/>
                  <a:gd name="T18" fmla="*/ 0 w 14"/>
                  <a:gd name="T19" fmla="*/ 2 h 17"/>
                  <a:gd name="T20" fmla="*/ 0 w 14"/>
                  <a:gd name="T21" fmla="*/ 5 h 17"/>
                  <a:gd name="T22" fmla="*/ 4 w 14"/>
                  <a:gd name="T23" fmla="*/ 3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4" y="3"/>
                    </a:moveTo>
                    <a:lnTo>
                      <a:pt x="0" y="5"/>
                    </a:lnTo>
                    <a:lnTo>
                      <a:pt x="9" y="17"/>
                    </a:lnTo>
                    <a:lnTo>
                      <a:pt x="14" y="14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8" name="Freeform 851"/>
              <p:cNvSpPr>
                <a:spLocks/>
              </p:cNvSpPr>
              <p:nvPr/>
            </p:nvSpPr>
            <p:spPr bwMode="auto">
              <a:xfrm>
                <a:off x="2750" y="1853"/>
                <a:ext cx="18" cy="41"/>
              </a:xfrm>
              <a:custGeom>
                <a:avLst/>
                <a:gdLst>
                  <a:gd name="T0" fmla="*/ 0 w 18"/>
                  <a:gd name="T1" fmla="*/ 37 h 41"/>
                  <a:gd name="T2" fmla="*/ 4 w 18"/>
                  <a:gd name="T3" fmla="*/ 39 h 41"/>
                  <a:gd name="T4" fmla="*/ 18 w 18"/>
                  <a:gd name="T5" fmla="*/ 1 h 41"/>
                  <a:gd name="T6" fmla="*/ 14 w 18"/>
                  <a:gd name="T7" fmla="*/ 0 h 41"/>
                  <a:gd name="T8" fmla="*/ 0 w 18"/>
                  <a:gd name="T9" fmla="*/ 38 h 41"/>
                  <a:gd name="T10" fmla="*/ 4 w 18"/>
                  <a:gd name="T11" fmla="*/ 40 h 41"/>
                  <a:gd name="T12" fmla="*/ 0 w 18"/>
                  <a:gd name="T13" fmla="*/ 38 h 41"/>
                  <a:gd name="T14" fmla="*/ 0 w 18"/>
                  <a:gd name="T15" fmla="*/ 40 h 41"/>
                  <a:gd name="T16" fmla="*/ 2 w 18"/>
                  <a:gd name="T17" fmla="*/ 41 h 41"/>
                  <a:gd name="T18" fmla="*/ 3 w 18"/>
                  <a:gd name="T19" fmla="*/ 41 h 41"/>
                  <a:gd name="T20" fmla="*/ 4 w 18"/>
                  <a:gd name="T21" fmla="*/ 39 h 41"/>
                  <a:gd name="T22" fmla="*/ 0 w 18"/>
                  <a:gd name="T23" fmla="*/ 3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41"/>
                  <a:gd name="T38" fmla="*/ 18 w 18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41">
                    <a:moveTo>
                      <a:pt x="0" y="37"/>
                    </a:moveTo>
                    <a:lnTo>
                      <a:pt x="4" y="39"/>
                    </a:lnTo>
                    <a:lnTo>
                      <a:pt x="18" y="1"/>
                    </a:lnTo>
                    <a:lnTo>
                      <a:pt x="14" y="0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79" name="Freeform 852"/>
              <p:cNvSpPr>
                <a:spLocks/>
              </p:cNvSpPr>
              <p:nvPr/>
            </p:nvSpPr>
            <p:spPr bwMode="auto">
              <a:xfrm>
                <a:off x="2750" y="1867"/>
                <a:ext cx="21" cy="26"/>
              </a:xfrm>
              <a:custGeom>
                <a:avLst/>
                <a:gdLst>
                  <a:gd name="T0" fmla="*/ 20 w 21"/>
                  <a:gd name="T1" fmla="*/ 1 h 26"/>
                  <a:gd name="T2" fmla="*/ 17 w 21"/>
                  <a:gd name="T3" fmla="*/ 1 h 26"/>
                  <a:gd name="T4" fmla="*/ 0 w 21"/>
                  <a:gd name="T5" fmla="*/ 23 h 26"/>
                  <a:gd name="T6" fmla="*/ 4 w 21"/>
                  <a:gd name="T7" fmla="*/ 26 h 26"/>
                  <a:gd name="T8" fmla="*/ 20 w 21"/>
                  <a:gd name="T9" fmla="*/ 5 h 26"/>
                  <a:gd name="T10" fmla="*/ 17 w 21"/>
                  <a:gd name="T11" fmla="*/ 5 h 26"/>
                  <a:gd name="T12" fmla="*/ 20 w 21"/>
                  <a:gd name="T13" fmla="*/ 5 h 26"/>
                  <a:gd name="T14" fmla="*/ 21 w 21"/>
                  <a:gd name="T15" fmla="*/ 2 h 26"/>
                  <a:gd name="T16" fmla="*/ 20 w 21"/>
                  <a:gd name="T17" fmla="*/ 1 h 26"/>
                  <a:gd name="T18" fmla="*/ 18 w 21"/>
                  <a:gd name="T19" fmla="*/ 0 h 26"/>
                  <a:gd name="T20" fmla="*/ 17 w 21"/>
                  <a:gd name="T21" fmla="*/ 1 h 26"/>
                  <a:gd name="T22" fmla="*/ 20 w 21"/>
                  <a:gd name="T23" fmla="*/ 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26"/>
                  <a:gd name="T38" fmla="*/ 21 w 21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26">
                    <a:moveTo>
                      <a:pt x="20" y="1"/>
                    </a:moveTo>
                    <a:lnTo>
                      <a:pt x="17" y="1"/>
                    </a:lnTo>
                    <a:lnTo>
                      <a:pt x="0" y="23"/>
                    </a:lnTo>
                    <a:lnTo>
                      <a:pt x="4" y="26"/>
                    </a:lnTo>
                    <a:lnTo>
                      <a:pt x="20" y="5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0" name="Freeform 853"/>
              <p:cNvSpPr>
                <a:spLocks/>
              </p:cNvSpPr>
              <p:nvPr/>
            </p:nvSpPr>
            <p:spPr bwMode="auto">
              <a:xfrm>
                <a:off x="2766" y="1868"/>
                <a:ext cx="14" cy="17"/>
              </a:xfrm>
              <a:custGeom>
                <a:avLst/>
                <a:gdLst>
                  <a:gd name="T0" fmla="*/ 8 w 14"/>
                  <a:gd name="T1" fmla="*/ 14 h 17"/>
                  <a:gd name="T2" fmla="*/ 13 w 14"/>
                  <a:gd name="T3" fmla="*/ 13 h 17"/>
                  <a:gd name="T4" fmla="*/ 4 w 14"/>
                  <a:gd name="T5" fmla="*/ 0 h 17"/>
                  <a:gd name="T6" fmla="*/ 0 w 14"/>
                  <a:gd name="T7" fmla="*/ 4 h 17"/>
                  <a:gd name="T8" fmla="*/ 10 w 14"/>
                  <a:gd name="T9" fmla="*/ 16 h 17"/>
                  <a:gd name="T10" fmla="*/ 14 w 14"/>
                  <a:gd name="T11" fmla="*/ 15 h 17"/>
                  <a:gd name="T12" fmla="*/ 10 w 14"/>
                  <a:gd name="T13" fmla="*/ 16 h 17"/>
                  <a:gd name="T14" fmla="*/ 11 w 14"/>
                  <a:gd name="T15" fmla="*/ 17 h 17"/>
                  <a:gd name="T16" fmla="*/ 13 w 14"/>
                  <a:gd name="T17" fmla="*/ 16 h 17"/>
                  <a:gd name="T18" fmla="*/ 14 w 14"/>
                  <a:gd name="T19" fmla="*/ 15 h 17"/>
                  <a:gd name="T20" fmla="*/ 13 w 14"/>
                  <a:gd name="T21" fmla="*/ 13 h 17"/>
                  <a:gd name="T22" fmla="*/ 8 w 14"/>
                  <a:gd name="T23" fmla="*/ 1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7"/>
                  <a:gd name="T38" fmla="*/ 14 w 14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7">
                    <a:moveTo>
                      <a:pt x="8" y="14"/>
                    </a:moveTo>
                    <a:lnTo>
                      <a:pt x="13" y="13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10" y="16"/>
                    </a:lnTo>
                    <a:lnTo>
                      <a:pt x="14" y="15"/>
                    </a:lnTo>
                    <a:lnTo>
                      <a:pt x="10" y="16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1" name="Freeform 854"/>
              <p:cNvSpPr>
                <a:spLocks/>
              </p:cNvSpPr>
              <p:nvPr/>
            </p:nvSpPr>
            <p:spPr bwMode="auto">
              <a:xfrm>
                <a:off x="2776" y="1828"/>
                <a:ext cx="23" cy="55"/>
              </a:xfrm>
              <a:custGeom>
                <a:avLst/>
                <a:gdLst>
                  <a:gd name="T0" fmla="*/ 23 w 23"/>
                  <a:gd name="T1" fmla="*/ 3 h 55"/>
                  <a:gd name="T2" fmla="*/ 19 w 23"/>
                  <a:gd name="T3" fmla="*/ 1 h 55"/>
                  <a:gd name="T4" fmla="*/ 0 w 23"/>
                  <a:gd name="T5" fmla="*/ 54 h 55"/>
                  <a:gd name="T6" fmla="*/ 4 w 23"/>
                  <a:gd name="T7" fmla="*/ 55 h 55"/>
                  <a:gd name="T8" fmla="*/ 23 w 23"/>
                  <a:gd name="T9" fmla="*/ 3 h 55"/>
                  <a:gd name="T10" fmla="*/ 19 w 23"/>
                  <a:gd name="T11" fmla="*/ 1 h 55"/>
                  <a:gd name="T12" fmla="*/ 23 w 23"/>
                  <a:gd name="T13" fmla="*/ 3 h 55"/>
                  <a:gd name="T14" fmla="*/ 23 w 23"/>
                  <a:gd name="T15" fmla="*/ 1 h 55"/>
                  <a:gd name="T16" fmla="*/ 21 w 23"/>
                  <a:gd name="T17" fmla="*/ 0 h 55"/>
                  <a:gd name="T18" fmla="*/ 20 w 23"/>
                  <a:gd name="T19" fmla="*/ 0 h 55"/>
                  <a:gd name="T20" fmla="*/ 19 w 23"/>
                  <a:gd name="T21" fmla="*/ 1 h 55"/>
                  <a:gd name="T22" fmla="*/ 23 w 23"/>
                  <a:gd name="T23" fmla="*/ 3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5"/>
                  <a:gd name="T38" fmla="*/ 23 w 23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5">
                    <a:moveTo>
                      <a:pt x="23" y="3"/>
                    </a:moveTo>
                    <a:lnTo>
                      <a:pt x="19" y="1"/>
                    </a:lnTo>
                    <a:lnTo>
                      <a:pt x="0" y="54"/>
                    </a:lnTo>
                    <a:lnTo>
                      <a:pt x="4" y="55"/>
                    </a:lnTo>
                    <a:lnTo>
                      <a:pt x="23" y="3"/>
                    </a:lnTo>
                    <a:lnTo>
                      <a:pt x="19" y="1"/>
                    </a:lnTo>
                    <a:lnTo>
                      <a:pt x="23" y="3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19" y="1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2" name="Freeform 855"/>
              <p:cNvSpPr>
                <a:spLocks/>
              </p:cNvSpPr>
              <p:nvPr/>
            </p:nvSpPr>
            <p:spPr bwMode="auto">
              <a:xfrm>
                <a:off x="2753" y="1833"/>
                <a:ext cx="43" cy="57"/>
              </a:xfrm>
              <a:custGeom>
                <a:avLst/>
                <a:gdLst>
                  <a:gd name="T0" fmla="*/ 43 w 43"/>
                  <a:gd name="T1" fmla="*/ 0 h 57"/>
                  <a:gd name="T2" fmla="*/ 25 w 43"/>
                  <a:gd name="T3" fmla="*/ 49 h 57"/>
                  <a:gd name="T4" fmla="*/ 15 w 43"/>
                  <a:gd name="T5" fmla="*/ 36 h 57"/>
                  <a:gd name="T6" fmla="*/ 0 w 43"/>
                  <a:gd name="T7" fmla="*/ 57 h 57"/>
                  <a:gd name="T8" fmla="*/ 13 w 43"/>
                  <a:gd name="T9" fmla="*/ 21 h 57"/>
                  <a:gd name="T10" fmla="*/ 23 w 43"/>
                  <a:gd name="T11" fmla="*/ 34 h 57"/>
                  <a:gd name="T12" fmla="*/ 43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7"/>
                  <a:gd name="T23" fmla="*/ 43 w 43"/>
                  <a:gd name="T24" fmla="*/ 57 h 5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7">
                    <a:moveTo>
                      <a:pt x="43" y="0"/>
                    </a:moveTo>
                    <a:lnTo>
                      <a:pt x="25" y="49"/>
                    </a:lnTo>
                    <a:lnTo>
                      <a:pt x="15" y="36"/>
                    </a:lnTo>
                    <a:lnTo>
                      <a:pt x="0" y="57"/>
                    </a:lnTo>
                    <a:lnTo>
                      <a:pt x="13" y="21"/>
                    </a:lnTo>
                    <a:lnTo>
                      <a:pt x="23" y="34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3" name="Freeform 856"/>
              <p:cNvSpPr>
                <a:spLocks/>
              </p:cNvSpPr>
              <p:nvPr/>
            </p:nvSpPr>
            <p:spPr bwMode="auto">
              <a:xfrm>
                <a:off x="2754" y="1836"/>
                <a:ext cx="41" cy="52"/>
              </a:xfrm>
              <a:custGeom>
                <a:avLst/>
                <a:gdLst>
                  <a:gd name="T0" fmla="*/ 41 w 41"/>
                  <a:gd name="T1" fmla="*/ 0 h 52"/>
                  <a:gd name="T2" fmla="*/ 24 w 41"/>
                  <a:gd name="T3" fmla="*/ 45 h 52"/>
                  <a:gd name="T4" fmla="*/ 14 w 41"/>
                  <a:gd name="T5" fmla="*/ 32 h 52"/>
                  <a:gd name="T6" fmla="*/ 0 w 41"/>
                  <a:gd name="T7" fmla="*/ 52 h 52"/>
                  <a:gd name="T8" fmla="*/ 12 w 41"/>
                  <a:gd name="T9" fmla="*/ 20 h 52"/>
                  <a:gd name="T10" fmla="*/ 23 w 41"/>
                  <a:gd name="T11" fmla="*/ 31 h 52"/>
                  <a:gd name="T12" fmla="*/ 41 w 4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52"/>
                  <a:gd name="T23" fmla="*/ 41 w 41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52">
                    <a:moveTo>
                      <a:pt x="41" y="0"/>
                    </a:moveTo>
                    <a:lnTo>
                      <a:pt x="24" y="45"/>
                    </a:lnTo>
                    <a:lnTo>
                      <a:pt x="14" y="32"/>
                    </a:lnTo>
                    <a:lnTo>
                      <a:pt x="0" y="52"/>
                    </a:lnTo>
                    <a:lnTo>
                      <a:pt x="12" y="20"/>
                    </a:lnTo>
                    <a:lnTo>
                      <a:pt x="23" y="3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4" name="Freeform 857"/>
              <p:cNvSpPr>
                <a:spLocks/>
              </p:cNvSpPr>
              <p:nvPr/>
            </p:nvSpPr>
            <p:spPr bwMode="auto">
              <a:xfrm>
                <a:off x="2755" y="1840"/>
                <a:ext cx="38" cy="47"/>
              </a:xfrm>
              <a:custGeom>
                <a:avLst/>
                <a:gdLst>
                  <a:gd name="T0" fmla="*/ 38 w 38"/>
                  <a:gd name="T1" fmla="*/ 0 h 47"/>
                  <a:gd name="T2" fmla="*/ 23 w 38"/>
                  <a:gd name="T3" fmla="*/ 41 h 47"/>
                  <a:gd name="T4" fmla="*/ 13 w 38"/>
                  <a:gd name="T5" fmla="*/ 28 h 47"/>
                  <a:gd name="T6" fmla="*/ 0 w 38"/>
                  <a:gd name="T7" fmla="*/ 47 h 47"/>
                  <a:gd name="T8" fmla="*/ 11 w 38"/>
                  <a:gd name="T9" fmla="*/ 16 h 47"/>
                  <a:gd name="T10" fmla="*/ 21 w 38"/>
                  <a:gd name="T11" fmla="*/ 28 h 47"/>
                  <a:gd name="T12" fmla="*/ 38 w 38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47"/>
                  <a:gd name="T23" fmla="*/ 38 w 38"/>
                  <a:gd name="T24" fmla="*/ 47 h 4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47">
                    <a:moveTo>
                      <a:pt x="38" y="0"/>
                    </a:moveTo>
                    <a:lnTo>
                      <a:pt x="23" y="41"/>
                    </a:lnTo>
                    <a:lnTo>
                      <a:pt x="13" y="28"/>
                    </a:lnTo>
                    <a:lnTo>
                      <a:pt x="0" y="47"/>
                    </a:lnTo>
                    <a:lnTo>
                      <a:pt x="11" y="16"/>
                    </a:lnTo>
                    <a:lnTo>
                      <a:pt x="21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5" name="Freeform 858"/>
              <p:cNvSpPr>
                <a:spLocks/>
              </p:cNvSpPr>
              <p:nvPr/>
            </p:nvSpPr>
            <p:spPr bwMode="auto">
              <a:xfrm>
                <a:off x="2756" y="1843"/>
                <a:ext cx="36" cy="41"/>
              </a:xfrm>
              <a:custGeom>
                <a:avLst/>
                <a:gdLst>
                  <a:gd name="T0" fmla="*/ 36 w 36"/>
                  <a:gd name="T1" fmla="*/ 0 h 41"/>
                  <a:gd name="T2" fmla="*/ 22 w 36"/>
                  <a:gd name="T3" fmla="*/ 38 h 41"/>
                  <a:gd name="T4" fmla="*/ 12 w 36"/>
                  <a:gd name="T5" fmla="*/ 24 h 41"/>
                  <a:gd name="T6" fmla="*/ 0 w 36"/>
                  <a:gd name="T7" fmla="*/ 41 h 41"/>
                  <a:gd name="T8" fmla="*/ 11 w 36"/>
                  <a:gd name="T9" fmla="*/ 14 h 41"/>
                  <a:gd name="T10" fmla="*/ 21 w 36"/>
                  <a:gd name="T11" fmla="*/ 26 h 41"/>
                  <a:gd name="T12" fmla="*/ 36 w 3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1"/>
                  <a:gd name="T23" fmla="*/ 36 w 3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1">
                    <a:moveTo>
                      <a:pt x="36" y="0"/>
                    </a:moveTo>
                    <a:lnTo>
                      <a:pt x="22" y="38"/>
                    </a:lnTo>
                    <a:lnTo>
                      <a:pt x="12" y="24"/>
                    </a:lnTo>
                    <a:lnTo>
                      <a:pt x="0" y="41"/>
                    </a:lnTo>
                    <a:lnTo>
                      <a:pt x="11" y="14"/>
                    </a:lnTo>
                    <a:lnTo>
                      <a:pt x="21" y="2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6" name="Freeform 859"/>
              <p:cNvSpPr>
                <a:spLocks/>
              </p:cNvSpPr>
              <p:nvPr/>
            </p:nvSpPr>
            <p:spPr bwMode="auto">
              <a:xfrm>
                <a:off x="2756" y="1846"/>
                <a:ext cx="34" cy="36"/>
              </a:xfrm>
              <a:custGeom>
                <a:avLst/>
                <a:gdLst>
                  <a:gd name="T0" fmla="*/ 34 w 34"/>
                  <a:gd name="T1" fmla="*/ 0 h 36"/>
                  <a:gd name="T2" fmla="*/ 22 w 34"/>
                  <a:gd name="T3" fmla="*/ 34 h 36"/>
                  <a:gd name="T4" fmla="*/ 11 w 34"/>
                  <a:gd name="T5" fmla="*/ 21 h 36"/>
                  <a:gd name="T6" fmla="*/ 0 w 34"/>
                  <a:gd name="T7" fmla="*/ 36 h 36"/>
                  <a:gd name="T8" fmla="*/ 10 w 34"/>
                  <a:gd name="T9" fmla="*/ 12 h 36"/>
                  <a:gd name="T10" fmla="*/ 20 w 34"/>
                  <a:gd name="T11" fmla="*/ 23 h 36"/>
                  <a:gd name="T12" fmla="*/ 34 w 3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36"/>
                  <a:gd name="T23" fmla="*/ 34 w 3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36">
                    <a:moveTo>
                      <a:pt x="34" y="0"/>
                    </a:moveTo>
                    <a:lnTo>
                      <a:pt x="22" y="34"/>
                    </a:lnTo>
                    <a:lnTo>
                      <a:pt x="11" y="21"/>
                    </a:lnTo>
                    <a:lnTo>
                      <a:pt x="0" y="36"/>
                    </a:lnTo>
                    <a:lnTo>
                      <a:pt x="10" y="12"/>
                    </a:lnTo>
                    <a:lnTo>
                      <a:pt x="20" y="2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7" name="Freeform 860"/>
              <p:cNvSpPr>
                <a:spLocks/>
              </p:cNvSpPr>
              <p:nvPr/>
            </p:nvSpPr>
            <p:spPr bwMode="auto">
              <a:xfrm>
                <a:off x="2758" y="1849"/>
                <a:ext cx="30" cy="31"/>
              </a:xfrm>
              <a:custGeom>
                <a:avLst/>
                <a:gdLst>
                  <a:gd name="T0" fmla="*/ 30 w 30"/>
                  <a:gd name="T1" fmla="*/ 0 h 31"/>
                  <a:gd name="T2" fmla="*/ 20 w 30"/>
                  <a:gd name="T3" fmla="*/ 30 h 31"/>
                  <a:gd name="T4" fmla="*/ 10 w 30"/>
                  <a:gd name="T5" fmla="*/ 17 h 31"/>
                  <a:gd name="T6" fmla="*/ 0 w 30"/>
                  <a:gd name="T7" fmla="*/ 31 h 31"/>
                  <a:gd name="T8" fmla="*/ 9 w 30"/>
                  <a:gd name="T9" fmla="*/ 9 h 31"/>
                  <a:gd name="T10" fmla="*/ 18 w 30"/>
                  <a:gd name="T11" fmla="*/ 21 h 31"/>
                  <a:gd name="T12" fmla="*/ 30 w 30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30" y="0"/>
                    </a:moveTo>
                    <a:lnTo>
                      <a:pt x="20" y="30"/>
                    </a:lnTo>
                    <a:lnTo>
                      <a:pt x="10" y="17"/>
                    </a:lnTo>
                    <a:lnTo>
                      <a:pt x="0" y="31"/>
                    </a:lnTo>
                    <a:lnTo>
                      <a:pt x="9" y="9"/>
                    </a:lnTo>
                    <a:lnTo>
                      <a:pt x="18" y="2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8" name="Freeform 861"/>
              <p:cNvSpPr>
                <a:spLocks/>
              </p:cNvSpPr>
              <p:nvPr/>
            </p:nvSpPr>
            <p:spPr bwMode="auto">
              <a:xfrm>
                <a:off x="2758" y="1852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20 w 29"/>
                  <a:gd name="T3" fmla="*/ 27 h 27"/>
                  <a:gd name="T4" fmla="*/ 9 w 29"/>
                  <a:gd name="T5" fmla="*/ 14 h 27"/>
                  <a:gd name="T6" fmla="*/ 0 w 29"/>
                  <a:gd name="T7" fmla="*/ 27 h 27"/>
                  <a:gd name="T8" fmla="*/ 8 w 29"/>
                  <a:gd name="T9" fmla="*/ 7 h 27"/>
                  <a:gd name="T10" fmla="*/ 18 w 29"/>
                  <a:gd name="T11" fmla="*/ 20 h 27"/>
                  <a:gd name="T12" fmla="*/ 29 w 29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"/>
                  <a:gd name="T22" fmla="*/ 0 h 27"/>
                  <a:gd name="T23" fmla="*/ 29 w 2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" h="27">
                    <a:moveTo>
                      <a:pt x="29" y="0"/>
                    </a:moveTo>
                    <a:lnTo>
                      <a:pt x="20" y="27"/>
                    </a:lnTo>
                    <a:lnTo>
                      <a:pt x="9" y="14"/>
                    </a:lnTo>
                    <a:lnTo>
                      <a:pt x="0" y="27"/>
                    </a:lnTo>
                    <a:lnTo>
                      <a:pt x="8" y="7"/>
                    </a:lnTo>
                    <a:lnTo>
                      <a:pt x="18" y="2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89" name="Freeform 862"/>
              <p:cNvSpPr>
                <a:spLocks/>
              </p:cNvSpPr>
              <p:nvPr/>
            </p:nvSpPr>
            <p:spPr bwMode="auto">
              <a:xfrm>
                <a:off x="2760" y="1856"/>
                <a:ext cx="25" cy="22"/>
              </a:xfrm>
              <a:custGeom>
                <a:avLst/>
                <a:gdLst>
                  <a:gd name="T0" fmla="*/ 25 w 25"/>
                  <a:gd name="T1" fmla="*/ 0 h 22"/>
                  <a:gd name="T2" fmla="*/ 17 w 25"/>
                  <a:gd name="T3" fmla="*/ 22 h 22"/>
                  <a:gd name="T4" fmla="*/ 7 w 25"/>
                  <a:gd name="T5" fmla="*/ 9 h 22"/>
                  <a:gd name="T6" fmla="*/ 0 w 25"/>
                  <a:gd name="T7" fmla="*/ 20 h 22"/>
                  <a:gd name="T8" fmla="*/ 6 w 25"/>
                  <a:gd name="T9" fmla="*/ 3 h 22"/>
                  <a:gd name="T10" fmla="*/ 16 w 25"/>
                  <a:gd name="T11" fmla="*/ 16 h 22"/>
                  <a:gd name="T12" fmla="*/ 25 w 2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2"/>
                  <a:gd name="T23" fmla="*/ 25 w 25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2">
                    <a:moveTo>
                      <a:pt x="25" y="0"/>
                    </a:moveTo>
                    <a:lnTo>
                      <a:pt x="17" y="22"/>
                    </a:lnTo>
                    <a:lnTo>
                      <a:pt x="7" y="9"/>
                    </a:lnTo>
                    <a:lnTo>
                      <a:pt x="0" y="20"/>
                    </a:lnTo>
                    <a:lnTo>
                      <a:pt x="6" y="3"/>
                    </a:lnTo>
                    <a:lnTo>
                      <a:pt x="16" y="1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0" name="Freeform 863"/>
              <p:cNvSpPr>
                <a:spLocks/>
              </p:cNvSpPr>
              <p:nvPr/>
            </p:nvSpPr>
            <p:spPr bwMode="auto">
              <a:xfrm>
                <a:off x="2761" y="1859"/>
                <a:ext cx="23" cy="19"/>
              </a:xfrm>
              <a:custGeom>
                <a:avLst/>
                <a:gdLst>
                  <a:gd name="T0" fmla="*/ 23 w 23"/>
                  <a:gd name="T1" fmla="*/ 0 h 19"/>
                  <a:gd name="T2" fmla="*/ 16 w 23"/>
                  <a:gd name="T3" fmla="*/ 19 h 19"/>
                  <a:gd name="T4" fmla="*/ 6 w 23"/>
                  <a:gd name="T5" fmla="*/ 6 h 19"/>
                  <a:gd name="T6" fmla="*/ 0 w 23"/>
                  <a:gd name="T7" fmla="*/ 16 h 19"/>
                  <a:gd name="T8" fmla="*/ 5 w 23"/>
                  <a:gd name="T9" fmla="*/ 1 h 19"/>
                  <a:gd name="T10" fmla="*/ 15 w 23"/>
                  <a:gd name="T11" fmla="*/ 14 h 19"/>
                  <a:gd name="T12" fmla="*/ 23 w 23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19"/>
                  <a:gd name="T23" fmla="*/ 23 w 23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19">
                    <a:moveTo>
                      <a:pt x="23" y="0"/>
                    </a:moveTo>
                    <a:lnTo>
                      <a:pt x="16" y="19"/>
                    </a:lnTo>
                    <a:lnTo>
                      <a:pt x="6" y="6"/>
                    </a:lnTo>
                    <a:lnTo>
                      <a:pt x="0" y="16"/>
                    </a:lnTo>
                    <a:lnTo>
                      <a:pt x="5" y="1"/>
                    </a:lnTo>
                    <a:lnTo>
                      <a:pt x="15" y="1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1" name="Freeform 864"/>
              <p:cNvSpPr>
                <a:spLocks/>
              </p:cNvSpPr>
              <p:nvPr/>
            </p:nvSpPr>
            <p:spPr bwMode="auto">
              <a:xfrm>
                <a:off x="2762" y="1861"/>
                <a:ext cx="20" cy="16"/>
              </a:xfrm>
              <a:custGeom>
                <a:avLst/>
                <a:gdLst>
                  <a:gd name="T0" fmla="*/ 20 w 20"/>
                  <a:gd name="T1" fmla="*/ 2 h 16"/>
                  <a:gd name="T2" fmla="*/ 14 w 20"/>
                  <a:gd name="T3" fmla="*/ 12 h 16"/>
                  <a:gd name="T4" fmla="*/ 4 w 20"/>
                  <a:gd name="T5" fmla="*/ 0 h 16"/>
                  <a:gd name="T6" fmla="*/ 0 w 20"/>
                  <a:gd name="T7" fmla="*/ 12 h 16"/>
                  <a:gd name="T8" fmla="*/ 5 w 20"/>
                  <a:gd name="T9" fmla="*/ 3 h 16"/>
                  <a:gd name="T10" fmla="*/ 15 w 20"/>
                  <a:gd name="T11" fmla="*/ 16 h 16"/>
                  <a:gd name="T12" fmla="*/ 20 w 20"/>
                  <a:gd name="T13" fmla="*/ 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20" y="2"/>
                    </a:moveTo>
                    <a:lnTo>
                      <a:pt x="14" y="12"/>
                    </a:lnTo>
                    <a:lnTo>
                      <a:pt x="4" y="0"/>
                    </a:lnTo>
                    <a:lnTo>
                      <a:pt x="0" y="12"/>
                    </a:lnTo>
                    <a:lnTo>
                      <a:pt x="5" y="3"/>
                    </a:lnTo>
                    <a:lnTo>
                      <a:pt x="15" y="16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2" name="Freeform 865"/>
              <p:cNvSpPr>
                <a:spLocks/>
              </p:cNvSpPr>
              <p:nvPr/>
            </p:nvSpPr>
            <p:spPr bwMode="auto">
              <a:xfrm>
                <a:off x="2776" y="1938"/>
                <a:ext cx="75" cy="29"/>
              </a:xfrm>
              <a:custGeom>
                <a:avLst/>
                <a:gdLst>
                  <a:gd name="T0" fmla="*/ 75 w 75"/>
                  <a:gd name="T1" fmla="*/ 5 h 29"/>
                  <a:gd name="T2" fmla="*/ 34 w 75"/>
                  <a:gd name="T3" fmla="*/ 16 h 29"/>
                  <a:gd name="T4" fmla="*/ 36 w 75"/>
                  <a:gd name="T5" fmla="*/ 0 h 29"/>
                  <a:gd name="T6" fmla="*/ 0 w 75"/>
                  <a:gd name="T7" fmla="*/ 16 h 29"/>
                  <a:gd name="T8" fmla="*/ 26 w 75"/>
                  <a:gd name="T9" fmla="*/ 13 h 29"/>
                  <a:gd name="T10" fmla="*/ 24 w 75"/>
                  <a:gd name="T11" fmla="*/ 29 h 29"/>
                  <a:gd name="T12" fmla="*/ 75 w 75"/>
                  <a:gd name="T13" fmla="*/ 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29"/>
                  <a:gd name="T23" fmla="*/ 75 w 75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29">
                    <a:moveTo>
                      <a:pt x="75" y="5"/>
                    </a:moveTo>
                    <a:lnTo>
                      <a:pt x="34" y="16"/>
                    </a:lnTo>
                    <a:lnTo>
                      <a:pt x="36" y="0"/>
                    </a:lnTo>
                    <a:lnTo>
                      <a:pt x="0" y="16"/>
                    </a:lnTo>
                    <a:lnTo>
                      <a:pt x="26" y="13"/>
                    </a:lnTo>
                    <a:lnTo>
                      <a:pt x="24" y="29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3" name="Freeform 866"/>
              <p:cNvSpPr>
                <a:spLocks/>
              </p:cNvSpPr>
              <p:nvPr/>
            </p:nvSpPr>
            <p:spPr bwMode="auto">
              <a:xfrm>
                <a:off x="2808" y="1941"/>
                <a:ext cx="43" cy="16"/>
              </a:xfrm>
              <a:custGeom>
                <a:avLst/>
                <a:gdLst>
                  <a:gd name="T0" fmla="*/ 0 w 43"/>
                  <a:gd name="T1" fmla="*/ 13 h 16"/>
                  <a:gd name="T2" fmla="*/ 3 w 43"/>
                  <a:gd name="T3" fmla="*/ 16 h 16"/>
                  <a:gd name="T4" fmla="*/ 43 w 43"/>
                  <a:gd name="T5" fmla="*/ 5 h 16"/>
                  <a:gd name="T6" fmla="*/ 42 w 43"/>
                  <a:gd name="T7" fmla="*/ 0 h 16"/>
                  <a:gd name="T8" fmla="*/ 2 w 43"/>
                  <a:gd name="T9" fmla="*/ 11 h 16"/>
                  <a:gd name="T10" fmla="*/ 5 w 43"/>
                  <a:gd name="T11" fmla="*/ 14 h 16"/>
                  <a:gd name="T12" fmla="*/ 2 w 43"/>
                  <a:gd name="T13" fmla="*/ 11 h 16"/>
                  <a:gd name="T14" fmla="*/ 0 w 43"/>
                  <a:gd name="T15" fmla="*/ 12 h 16"/>
                  <a:gd name="T16" fmla="*/ 0 w 43"/>
                  <a:gd name="T17" fmla="*/ 14 h 16"/>
                  <a:gd name="T18" fmla="*/ 1 w 43"/>
                  <a:gd name="T19" fmla="*/ 16 h 16"/>
                  <a:gd name="T20" fmla="*/ 3 w 43"/>
                  <a:gd name="T21" fmla="*/ 16 h 16"/>
                  <a:gd name="T22" fmla="*/ 0 w 43"/>
                  <a:gd name="T23" fmla="*/ 1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3"/>
                  <a:gd name="T37" fmla="*/ 0 h 16"/>
                  <a:gd name="T38" fmla="*/ 43 w 43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3" h="16">
                    <a:moveTo>
                      <a:pt x="0" y="13"/>
                    </a:moveTo>
                    <a:lnTo>
                      <a:pt x="3" y="16"/>
                    </a:lnTo>
                    <a:lnTo>
                      <a:pt x="43" y="5"/>
                    </a:lnTo>
                    <a:lnTo>
                      <a:pt x="42" y="0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4" name="Freeform 867"/>
              <p:cNvSpPr>
                <a:spLocks/>
              </p:cNvSpPr>
              <p:nvPr/>
            </p:nvSpPr>
            <p:spPr bwMode="auto">
              <a:xfrm>
                <a:off x="2808" y="1936"/>
                <a:ext cx="7" cy="19"/>
              </a:xfrm>
              <a:custGeom>
                <a:avLst/>
                <a:gdLst>
                  <a:gd name="T0" fmla="*/ 5 w 7"/>
                  <a:gd name="T1" fmla="*/ 5 h 19"/>
                  <a:gd name="T2" fmla="*/ 2 w 7"/>
                  <a:gd name="T3" fmla="*/ 2 h 19"/>
                  <a:gd name="T4" fmla="*/ 0 w 7"/>
                  <a:gd name="T5" fmla="*/ 18 h 19"/>
                  <a:gd name="T6" fmla="*/ 5 w 7"/>
                  <a:gd name="T7" fmla="*/ 19 h 19"/>
                  <a:gd name="T8" fmla="*/ 7 w 7"/>
                  <a:gd name="T9" fmla="*/ 3 h 19"/>
                  <a:gd name="T10" fmla="*/ 4 w 7"/>
                  <a:gd name="T11" fmla="*/ 0 h 19"/>
                  <a:gd name="T12" fmla="*/ 7 w 7"/>
                  <a:gd name="T13" fmla="*/ 3 h 19"/>
                  <a:gd name="T14" fmla="*/ 6 w 7"/>
                  <a:gd name="T15" fmla="*/ 1 h 19"/>
                  <a:gd name="T16" fmla="*/ 5 w 7"/>
                  <a:gd name="T17" fmla="*/ 0 h 19"/>
                  <a:gd name="T18" fmla="*/ 3 w 7"/>
                  <a:gd name="T19" fmla="*/ 1 h 19"/>
                  <a:gd name="T20" fmla="*/ 2 w 7"/>
                  <a:gd name="T21" fmla="*/ 2 h 19"/>
                  <a:gd name="T22" fmla="*/ 5 w 7"/>
                  <a:gd name="T23" fmla="*/ 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9"/>
                  <a:gd name="T38" fmla="*/ 7 w 7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9">
                    <a:moveTo>
                      <a:pt x="5" y="5"/>
                    </a:moveTo>
                    <a:lnTo>
                      <a:pt x="2" y="2"/>
                    </a:lnTo>
                    <a:lnTo>
                      <a:pt x="0" y="18"/>
                    </a:lnTo>
                    <a:lnTo>
                      <a:pt x="5" y="19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5" name="Freeform 868"/>
              <p:cNvSpPr>
                <a:spLocks/>
              </p:cNvSpPr>
              <p:nvPr/>
            </p:nvSpPr>
            <p:spPr bwMode="auto">
              <a:xfrm>
                <a:off x="2773" y="1936"/>
                <a:ext cx="40" cy="21"/>
              </a:xfrm>
              <a:custGeom>
                <a:avLst/>
                <a:gdLst>
                  <a:gd name="T0" fmla="*/ 3 w 40"/>
                  <a:gd name="T1" fmla="*/ 16 h 21"/>
                  <a:gd name="T2" fmla="*/ 4 w 40"/>
                  <a:gd name="T3" fmla="*/ 21 h 21"/>
                  <a:gd name="T4" fmla="*/ 40 w 40"/>
                  <a:gd name="T5" fmla="*/ 4 h 21"/>
                  <a:gd name="T6" fmla="*/ 38 w 40"/>
                  <a:gd name="T7" fmla="*/ 0 h 21"/>
                  <a:gd name="T8" fmla="*/ 1 w 40"/>
                  <a:gd name="T9" fmla="*/ 16 h 21"/>
                  <a:gd name="T10" fmla="*/ 3 w 40"/>
                  <a:gd name="T11" fmla="*/ 21 h 21"/>
                  <a:gd name="T12" fmla="*/ 1 w 40"/>
                  <a:gd name="T13" fmla="*/ 16 h 21"/>
                  <a:gd name="T14" fmla="*/ 0 w 40"/>
                  <a:gd name="T15" fmla="*/ 18 h 21"/>
                  <a:gd name="T16" fmla="*/ 0 w 40"/>
                  <a:gd name="T17" fmla="*/ 19 h 21"/>
                  <a:gd name="T18" fmla="*/ 1 w 40"/>
                  <a:gd name="T19" fmla="*/ 21 h 21"/>
                  <a:gd name="T20" fmla="*/ 4 w 40"/>
                  <a:gd name="T21" fmla="*/ 21 h 21"/>
                  <a:gd name="T22" fmla="*/ 3 w 40"/>
                  <a:gd name="T23" fmla="*/ 16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"/>
                  <a:gd name="T37" fmla="*/ 0 h 21"/>
                  <a:gd name="T38" fmla="*/ 40 w 40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" h="21">
                    <a:moveTo>
                      <a:pt x="3" y="16"/>
                    </a:moveTo>
                    <a:lnTo>
                      <a:pt x="4" y="21"/>
                    </a:lnTo>
                    <a:lnTo>
                      <a:pt x="40" y="4"/>
                    </a:lnTo>
                    <a:lnTo>
                      <a:pt x="38" y="0"/>
                    </a:lnTo>
                    <a:lnTo>
                      <a:pt x="1" y="16"/>
                    </a:lnTo>
                    <a:lnTo>
                      <a:pt x="3" y="21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1" y="21"/>
                    </a:lnTo>
                    <a:lnTo>
                      <a:pt x="4" y="21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6" name="Freeform 869"/>
              <p:cNvSpPr>
                <a:spLocks/>
              </p:cNvSpPr>
              <p:nvPr/>
            </p:nvSpPr>
            <p:spPr bwMode="auto">
              <a:xfrm>
                <a:off x="2776" y="1948"/>
                <a:ext cx="28" cy="9"/>
              </a:xfrm>
              <a:custGeom>
                <a:avLst/>
                <a:gdLst>
                  <a:gd name="T0" fmla="*/ 28 w 28"/>
                  <a:gd name="T1" fmla="*/ 4 h 9"/>
                  <a:gd name="T2" fmla="*/ 25 w 28"/>
                  <a:gd name="T3" fmla="*/ 0 h 9"/>
                  <a:gd name="T4" fmla="*/ 0 w 28"/>
                  <a:gd name="T5" fmla="*/ 4 h 9"/>
                  <a:gd name="T6" fmla="*/ 1 w 28"/>
                  <a:gd name="T7" fmla="*/ 9 h 9"/>
                  <a:gd name="T8" fmla="*/ 26 w 28"/>
                  <a:gd name="T9" fmla="*/ 5 h 9"/>
                  <a:gd name="T10" fmla="*/ 23 w 28"/>
                  <a:gd name="T11" fmla="*/ 3 h 9"/>
                  <a:gd name="T12" fmla="*/ 26 w 28"/>
                  <a:gd name="T13" fmla="*/ 5 h 9"/>
                  <a:gd name="T14" fmla="*/ 27 w 28"/>
                  <a:gd name="T15" fmla="*/ 5 h 9"/>
                  <a:gd name="T16" fmla="*/ 28 w 28"/>
                  <a:gd name="T17" fmla="*/ 3 h 9"/>
                  <a:gd name="T18" fmla="*/ 27 w 28"/>
                  <a:gd name="T19" fmla="*/ 2 h 9"/>
                  <a:gd name="T20" fmla="*/ 25 w 28"/>
                  <a:gd name="T21" fmla="*/ 0 h 9"/>
                  <a:gd name="T22" fmla="*/ 28 w 28"/>
                  <a:gd name="T23" fmla="*/ 4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9"/>
                  <a:gd name="T38" fmla="*/ 28 w 28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9">
                    <a:moveTo>
                      <a:pt x="28" y="4"/>
                    </a:moveTo>
                    <a:lnTo>
                      <a:pt x="25" y="0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26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7" name="Freeform 870"/>
              <p:cNvSpPr>
                <a:spLocks/>
              </p:cNvSpPr>
              <p:nvPr/>
            </p:nvSpPr>
            <p:spPr bwMode="auto">
              <a:xfrm>
                <a:off x="2797" y="1951"/>
                <a:ext cx="7" cy="18"/>
              </a:xfrm>
              <a:custGeom>
                <a:avLst/>
                <a:gdLst>
                  <a:gd name="T0" fmla="*/ 2 w 7"/>
                  <a:gd name="T1" fmla="*/ 14 h 18"/>
                  <a:gd name="T2" fmla="*/ 5 w 7"/>
                  <a:gd name="T3" fmla="*/ 16 h 18"/>
                  <a:gd name="T4" fmla="*/ 7 w 7"/>
                  <a:gd name="T5" fmla="*/ 1 h 18"/>
                  <a:gd name="T6" fmla="*/ 2 w 7"/>
                  <a:gd name="T7" fmla="*/ 0 h 18"/>
                  <a:gd name="T8" fmla="*/ 0 w 7"/>
                  <a:gd name="T9" fmla="*/ 16 h 18"/>
                  <a:gd name="T10" fmla="*/ 3 w 7"/>
                  <a:gd name="T11" fmla="*/ 18 h 18"/>
                  <a:gd name="T12" fmla="*/ 0 w 7"/>
                  <a:gd name="T13" fmla="*/ 16 h 18"/>
                  <a:gd name="T14" fmla="*/ 1 w 7"/>
                  <a:gd name="T15" fmla="*/ 17 h 18"/>
                  <a:gd name="T16" fmla="*/ 2 w 7"/>
                  <a:gd name="T17" fmla="*/ 18 h 18"/>
                  <a:gd name="T18" fmla="*/ 4 w 7"/>
                  <a:gd name="T19" fmla="*/ 18 h 18"/>
                  <a:gd name="T20" fmla="*/ 5 w 7"/>
                  <a:gd name="T21" fmla="*/ 16 h 18"/>
                  <a:gd name="T22" fmla="*/ 2 w 7"/>
                  <a:gd name="T23" fmla="*/ 1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8"/>
                  <a:gd name="T38" fmla="*/ 7 w 7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8">
                    <a:moveTo>
                      <a:pt x="2" y="14"/>
                    </a:moveTo>
                    <a:lnTo>
                      <a:pt x="5" y="16"/>
                    </a:lnTo>
                    <a:lnTo>
                      <a:pt x="7" y="1"/>
                    </a:lnTo>
                    <a:lnTo>
                      <a:pt x="2" y="0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6"/>
                    </a:ln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8" name="Freeform 871"/>
              <p:cNvSpPr>
                <a:spLocks/>
              </p:cNvSpPr>
              <p:nvPr/>
            </p:nvSpPr>
            <p:spPr bwMode="auto">
              <a:xfrm>
                <a:off x="2799" y="1941"/>
                <a:ext cx="55" cy="28"/>
              </a:xfrm>
              <a:custGeom>
                <a:avLst/>
                <a:gdLst>
                  <a:gd name="T0" fmla="*/ 53 w 55"/>
                  <a:gd name="T1" fmla="*/ 5 h 28"/>
                  <a:gd name="T2" fmla="*/ 51 w 55"/>
                  <a:gd name="T3" fmla="*/ 0 h 28"/>
                  <a:gd name="T4" fmla="*/ 0 w 55"/>
                  <a:gd name="T5" fmla="*/ 24 h 28"/>
                  <a:gd name="T6" fmla="*/ 2 w 55"/>
                  <a:gd name="T7" fmla="*/ 28 h 28"/>
                  <a:gd name="T8" fmla="*/ 53 w 55"/>
                  <a:gd name="T9" fmla="*/ 4 h 28"/>
                  <a:gd name="T10" fmla="*/ 51 w 55"/>
                  <a:gd name="T11" fmla="*/ 0 h 28"/>
                  <a:gd name="T12" fmla="*/ 53 w 55"/>
                  <a:gd name="T13" fmla="*/ 4 h 28"/>
                  <a:gd name="T14" fmla="*/ 55 w 55"/>
                  <a:gd name="T15" fmla="*/ 3 h 28"/>
                  <a:gd name="T16" fmla="*/ 55 w 55"/>
                  <a:gd name="T17" fmla="*/ 1 h 28"/>
                  <a:gd name="T18" fmla="*/ 53 w 55"/>
                  <a:gd name="T19" fmla="*/ 0 h 28"/>
                  <a:gd name="T20" fmla="*/ 51 w 55"/>
                  <a:gd name="T21" fmla="*/ 0 h 28"/>
                  <a:gd name="T22" fmla="*/ 53 w 55"/>
                  <a:gd name="T23" fmla="*/ 5 h 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"/>
                  <a:gd name="T37" fmla="*/ 0 h 28"/>
                  <a:gd name="T38" fmla="*/ 55 w 55"/>
                  <a:gd name="T39" fmla="*/ 28 h 2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" h="28">
                    <a:moveTo>
                      <a:pt x="53" y="5"/>
                    </a:moveTo>
                    <a:lnTo>
                      <a:pt x="51" y="0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53" y="4"/>
                    </a:lnTo>
                    <a:lnTo>
                      <a:pt x="51" y="0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499" name="Freeform 872"/>
              <p:cNvSpPr>
                <a:spLocks/>
              </p:cNvSpPr>
              <p:nvPr/>
            </p:nvSpPr>
            <p:spPr bwMode="auto">
              <a:xfrm>
                <a:off x="2778" y="1939"/>
                <a:ext cx="70" cy="27"/>
              </a:xfrm>
              <a:custGeom>
                <a:avLst/>
                <a:gdLst>
                  <a:gd name="T0" fmla="*/ 70 w 70"/>
                  <a:gd name="T1" fmla="*/ 6 h 27"/>
                  <a:gd name="T2" fmla="*/ 22 w 70"/>
                  <a:gd name="T3" fmla="*/ 27 h 27"/>
                  <a:gd name="T4" fmla="*/ 25 w 70"/>
                  <a:gd name="T5" fmla="*/ 12 h 27"/>
                  <a:gd name="T6" fmla="*/ 0 w 70"/>
                  <a:gd name="T7" fmla="*/ 15 h 27"/>
                  <a:gd name="T8" fmla="*/ 34 w 70"/>
                  <a:gd name="T9" fmla="*/ 0 h 27"/>
                  <a:gd name="T10" fmla="*/ 32 w 70"/>
                  <a:gd name="T11" fmla="*/ 15 h 27"/>
                  <a:gd name="T12" fmla="*/ 70 w 70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27"/>
                  <a:gd name="T23" fmla="*/ 70 w 7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27">
                    <a:moveTo>
                      <a:pt x="70" y="6"/>
                    </a:moveTo>
                    <a:lnTo>
                      <a:pt x="22" y="27"/>
                    </a:lnTo>
                    <a:lnTo>
                      <a:pt x="25" y="12"/>
                    </a:lnTo>
                    <a:lnTo>
                      <a:pt x="0" y="15"/>
                    </a:lnTo>
                    <a:lnTo>
                      <a:pt x="34" y="0"/>
                    </a:lnTo>
                    <a:lnTo>
                      <a:pt x="32" y="15"/>
                    </a:lnTo>
                    <a:lnTo>
                      <a:pt x="70" y="6"/>
                    </a:ln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0" name="Freeform 873"/>
              <p:cNvSpPr>
                <a:spLocks/>
              </p:cNvSpPr>
              <p:nvPr/>
            </p:nvSpPr>
            <p:spPr bwMode="auto">
              <a:xfrm>
                <a:off x="2780" y="1939"/>
                <a:ext cx="65" cy="27"/>
              </a:xfrm>
              <a:custGeom>
                <a:avLst/>
                <a:gdLst>
                  <a:gd name="T0" fmla="*/ 65 w 65"/>
                  <a:gd name="T1" fmla="*/ 7 h 27"/>
                  <a:gd name="T2" fmla="*/ 21 w 65"/>
                  <a:gd name="T3" fmla="*/ 27 h 27"/>
                  <a:gd name="T4" fmla="*/ 23 w 65"/>
                  <a:gd name="T5" fmla="*/ 11 h 27"/>
                  <a:gd name="T6" fmla="*/ 0 w 65"/>
                  <a:gd name="T7" fmla="*/ 14 h 27"/>
                  <a:gd name="T8" fmla="*/ 32 w 65"/>
                  <a:gd name="T9" fmla="*/ 0 h 27"/>
                  <a:gd name="T10" fmla="*/ 30 w 65"/>
                  <a:gd name="T11" fmla="*/ 16 h 27"/>
                  <a:gd name="T12" fmla="*/ 65 w 65"/>
                  <a:gd name="T13" fmla="*/ 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27"/>
                  <a:gd name="T23" fmla="*/ 65 w 65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27">
                    <a:moveTo>
                      <a:pt x="65" y="7"/>
                    </a:moveTo>
                    <a:lnTo>
                      <a:pt x="21" y="27"/>
                    </a:lnTo>
                    <a:lnTo>
                      <a:pt x="23" y="11"/>
                    </a:lnTo>
                    <a:lnTo>
                      <a:pt x="0" y="14"/>
                    </a:lnTo>
                    <a:lnTo>
                      <a:pt x="32" y="0"/>
                    </a:lnTo>
                    <a:lnTo>
                      <a:pt x="30" y="16"/>
                    </a:lnTo>
                    <a:lnTo>
                      <a:pt x="65" y="7"/>
                    </a:ln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1" name="Freeform 874"/>
              <p:cNvSpPr>
                <a:spLocks/>
              </p:cNvSpPr>
              <p:nvPr/>
            </p:nvSpPr>
            <p:spPr bwMode="auto">
              <a:xfrm>
                <a:off x="2782" y="1940"/>
                <a:ext cx="59" cy="26"/>
              </a:xfrm>
              <a:custGeom>
                <a:avLst/>
                <a:gdLst>
                  <a:gd name="T0" fmla="*/ 59 w 59"/>
                  <a:gd name="T1" fmla="*/ 7 h 26"/>
                  <a:gd name="T2" fmla="*/ 19 w 59"/>
                  <a:gd name="T3" fmla="*/ 26 h 26"/>
                  <a:gd name="T4" fmla="*/ 21 w 59"/>
                  <a:gd name="T5" fmla="*/ 10 h 26"/>
                  <a:gd name="T6" fmla="*/ 0 w 59"/>
                  <a:gd name="T7" fmla="*/ 13 h 26"/>
                  <a:gd name="T8" fmla="*/ 29 w 59"/>
                  <a:gd name="T9" fmla="*/ 0 h 26"/>
                  <a:gd name="T10" fmla="*/ 27 w 59"/>
                  <a:gd name="T11" fmla="*/ 16 h 26"/>
                  <a:gd name="T12" fmla="*/ 59 w 59"/>
                  <a:gd name="T13" fmla="*/ 7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26"/>
                  <a:gd name="T23" fmla="*/ 59 w 5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26">
                    <a:moveTo>
                      <a:pt x="59" y="7"/>
                    </a:moveTo>
                    <a:lnTo>
                      <a:pt x="19" y="26"/>
                    </a:lnTo>
                    <a:lnTo>
                      <a:pt x="21" y="10"/>
                    </a:lnTo>
                    <a:lnTo>
                      <a:pt x="0" y="13"/>
                    </a:lnTo>
                    <a:lnTo>
                      <a:pt x="29" y="0"/>
                    </a:lnTo>
                    <a:lnTo>
                      <a:pt x="27" y="16"/>
                    </a:lnTo>
                    <a:lnTo>
                      <a:pt x="59" y="7"/>
                    </a:lnTo>
                    <a:close/>
                  </a:path>
                </a:pathLst>
              </a:custGeom>
              <a:solidFill>
                <a:srgbClr val="4C4C4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2" name="Freeform 875"/>
              <p:cNvSpPr>
                <a:spLocks/>
              </p:cNvSpPr>
              <p:nvPr/>
            </p:nvSpPr>
            <p:spPr bwMode="auto">
              <a:xfrm>
                <a:off x="2784" y="1940"/>
                <a:ext cx="54" cy="25"/>
              </a:xfrm>
              <a:custGeom>
                <a:avLst/>
                <a:gdLst>
                  <a:gd name="T0" fmla="*/ 54 w 54"/>
                  <a:gd name="T1" fmla="*/ 8 h 25"/>
                  <a:gd name="T2" fmla="*/ 17 w 54"/>
                  <a:gd name="T3" fmla="*/ 25 h 25"/>
                  <a:gd name="T4" fmla="*/ 19 w 54"/>
                  <a:gd name="T5" fmla="*/ 8 h 25"/>
                  <a:gd name="T6" fmla="*/ 0 w 54"/>
                  <a:gd name="T7" fmla="*/ 12 h 25"/>
                  <a:gd name="T8" fmla="*/ 27 w 54"/>
                  <a:gd name="T9" fmla="*/ 0 h 25"/>
                  <a:gd name="T10" fmla="*/ 25 w 54"/>
                  <a:gd name="T11" fmla="*/ 16 h 25"/>
                  <a:gd name="T12" fmla="*/ 54 w 54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25"/>
                  <a:gd name="T23" fmla="*/ 54 w 5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25">
                    <a:moveTo>
                      <a:pt x="54" y="8"/>
                    </a:moveTo>
                    <a:lnTo>
                      <a:pt x="17" y="25"/>
                    </a:lnTo>
                    <a:lnTo>
                      <a:pt x="19" y="8"/>
                    </a:lnTo>
                    <a:lnTo>
                      <a:pt x="0" y="12"/>
                    </a:lnTo>
                    <a:lnTo>
                      <a:pt x="27" y="0"/>
                    </a:lnTo>
                    <a:lnTo>
                      <a:pt x="25" y="1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3" name="Freeform 876"/>
              <p:cNvSpPr>
                <a:spLocks/>
              </p:cNvSpPr>
              <p:nvPr/>
            </p:nvSpPr>
            <p:spPr bwMode="auto">
              <a:xfrm>
                <a:off x="2786" y="1941"/>
                <a:ext cx="48" cy="24"/>
              </a:xfrm>
              <a:custGeom>
                <a:avLst/>
                <a:gdLst>
                  <a:gd name="T0" fmla="*/ 48 w 48"/>
                  <a:gd name="T1" fmla="*/ 9 h 24"/>
                  <a:gd name="T2" fmla="*/ 16 w 48"/>
                  <a:gd name="T3" fmla="*/ 24 h 24"/>
                  <a:gd name="T4" fmla="*/ 18 w 48"/>
                  <a:gd name="T5" fmla="*/ 7 h 24"/>
                  <a:gd name="T6" fmla="*/ 0 w 48"/>
                  <a:gd name="T7" fmla="*/ 11 h 24"/>
                  <a:gd name="T8" fmla="*/ 24 w 48"/>
                  <a:gd name="T9" fmla="*/ 0 h 24"/>
                  <a:gd name="T10" fmla="*/ 22 w 48"/>
                  <a:gd name="T11" fmla="*/ 16 h 24"/>
                  <a:gd name="T12" fmla="*/ 48 w 48"/>
                  <a:gd name="T13" fmla="*/ 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24"/>
                  <a:gd name="T23" fmla="*/ 48 w 4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24">
                    <a:moveTo>
                      <a:pt x="48" y="9"/>
                    </a:moveTo>
                    <a:lnTo>
                      <a:pt x="16" y="24"/>
                    </a:lnTo>
                    <a:lnTo>
                      <a:pt x="18" y="7"/>
                    </a:lnTo>
                    <a:lnTo>
                      <a:pt x="0" y="11"/>
                    </a:lnTo>
                    <a:lnTo>
                      <a:pt x="24" y="0"/>
                    </a:lnTo>
                    <a:lnTo>
                      <a:pt x="22" y="1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4" name="Freeform 877"/>
              <p:cNvSpPr>
                <a:spLocks/>
              </p:cNvSpPr>
              <p:nvPr/>
            </p:nvSpPr>
            <p:spPr bwMode="auto">
              <a:xfrm>
                <a:off x="2788" y="1941"/>
                <a:ext cx="43" cy="22"/>
              </a:xfrm>
              <a:custGeom>
                <a:avLst/>
                <a:gdLst>
                  <a:gd name="T0" fmla="*/ 43 w 43"/>
                  <a:gd name="T1" fmla="*/ 10 h 22"/>
                  <a:gd name="T2" fmla="*/ 14 w 43"/>
                  <a:gd name="T3" fmla="*/ 22 h 22"/>
                  <a:gd name="T4" fmla="*/ 16 w 43"/>
                  <a:gd name="T5" fmla="*/ 7 h 22"/>
                  <a:gd name="T6" fmla="*/ 0 w 43"/>
                  <a:gd name="T7" fmla="*/ 10 h 22"/>
                  <a:gd name="T8" fmla="*/ 22 w 43"/>
                  <a:gd name="T9" fmla="*/ 0 h 22"/>
                  <a:gd name="T10" fmla="*/ 20 w 43"/>
                  <a:gd name="T11" fmla="*/ 16 h 22"/>
                  <a:gd name="T12" fmla="*/ 43 w 43"/>
                  <a:gd name="T13" fmla="*/ 1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22"/>
                  <a:gd name="T23" fmla="*/ 43 w 43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22">
                    <a:moveTo>
                      <a:pt x="43" y="10"/>
                    </a:moveTo>
                    <a:lnTo>
                      <a:pt x="14" y="22"/>
                    </a:lnTo>
                    <a:lnTo>
                      <a:pt x="16" y="7"/>
                    </a:lnTo>
                    <a:lnTo>
                      <a:pt x="0" y="10"/>
                    </a:lnTo>
                    <a:lnTo>
                      <a:pt x="22" y="0"/>
                    </a:lnTo>
                    <a:lnTo>
                      <a:pt x="20" y="16"/>
                    </a:lnTo>
                    <a:lnTo>
                      <a:pt x="43" y="1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5" name="Freeform 878"/>
              <p:cNvSpPr>
                <a:spLocks/>
              </p:cNvSpPr>
              <p:nvPr/>
            </p:nvSpPr>
            <p:spPr bwMode="auto">
              <a:xfrm>
                <a:off x="2790" y="1942"/>
                <a:ext cx="38" cy="21"/>
              </a:xfrm>
              <a:custGeom>
                <a:avLst/>
                <a:gdLst>
                  <a:gd name="T0" fmla="*/ 38 w 38"/>
                  <a:gd name="T1" fmla="*/ 11 h 21"/>
                  <a:gd name="T2" fmla="*/ 12 w 38"/>
                  <a:gd name="T3" fmla="*/ 21 h 21"/>
                  <a:gd name="T4" fmla="*/ 14 w 38"/>
                  <a:gd name="T5" fmla="*/ 5 h 21"/>
                  <a:gd name="T6" fmla="*/ 0 w 38"/>
                  <a:gd name="T7" fmla="*/ 9 h 21"/>
                  <a:gd name="T8" fmla="*/ 20 w 38"/>
                  <a:gd name="T9" fmla="*/ 0 h 21"/>
                  <a:gd name="T10" fmla="*/ 17 w 38"/>
                  <a:gd name="T11" fmla="*/ 15 h 21"/>
                  <a:gd name="T12" fmla="*/ 38 w 38"/>
                  <a:gd name="T13" fmla="*/ 1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21"/>
                  <a:gd name="T23" fmla="*/ 38 w 38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21">
                    <a:moveTo>
                      <a:pt x="38" y="11"/>
                    </a:moveTo>
                    <a:lnTo>
                      <a:pt x="12" y="21"/>
                    </a:lnTo>
                    <a:lnTo>
                      <a:pt x="14" y="5"/>
                    </a:lnTo>
                    <a:lnTo>
                      <a:pt x="0" y="9"/>
                    </a:lnTo>
                    <a:lnTo>
                      <a:pt x="20" y="0"/>
                    </a:lnTo>
                    <a:lnTo>
                      <a:pt x="17" y="15"/>
                    </a:lnTo>
                    <a:lnTo>
                      <a:pt x="38" y="11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6" name="Freeform 879"/>
              <p:cNvSpPr>
                <a:spLocks/>
              </p:cNvSpPr>
              <p:nvPr/>
            </p:nvSpPr>
            <p:spPr bwMode="auto">
              <a:xfrm>
                <a:off x="2792" y="1942"/>
                <a:ext cx="33" cy="21"/>
              </a:xfrm>
              <a:custGeom>
                <a:avLst/>
                <a:gdLst>
                  <a:gd name="T0" fmla="*/ 33 w 33"/>
                  <a:gd name="T1" fmla="*/ 12 h 21"/>
                  <a:gd name="T2" fmla="*/ 10 w 33"/>
                  <a:gd name="T3" fmla="*/ 21 h 21"/>
                  <a:gd name="T4" fmla="*/ 12 w 33"/>
                  <a:gd name="T5" fmla="*/ 5 h 21"/>
                  <a:gd name="T6" fmla="*/ 0 w 33"/>
                  <a:gd name="T7" fmla="*/ 8 h 21"/>
                  <a:gd name="T8" fmla="*/ 17 w 33"/>
                  <a:gd name="T9" fmla="*/ 0 h 21"/>
                  <a:gd name="T10" fmla="*/ 15 w 33"/>
                  <a:gd name="T11" fmla="*/ 16 h 21"/>
                  <a:gd name="T12" fmla="*/ 33 w 33"/>
                  <a:gd name="T13" fmla="*/ 1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21"/>
                  <a:gd name="T23" fmla="*/ 33 w 33"/>
                  <a:gd name="T24" fmla="*/ 21 h 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21">
                    <a:moveTo>
                      <a:pt x="33" y="12"/>
                    </a:moveTo>
                    <a:lnTo>
                      <a:pt x="10" y="21"/>
                    </a:lnTo>
                    <a:lnTo>
                      <a:pt x="12" y="5"/>
                    </a:lnTo>
                    <a:lnTo>
                      <a:pt x="0" y="8"/>
                    </a:lnTo>
                    <a:lnTo>
                      <a:pt x="17" y="0"/>
                    </a:lnTo>
                    <a:lnTo>
                      <a:pt x="15" y="16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7" name="Freeform 880"/>
              <p:cNvSpPr>
                <a:spLocks/>
              </p:cNvSpPr>
              <p:nvPr/>
            </p:nvSpPr>
            <p:spPr bwMode="auto">
              <a:xfrm>
                <a:off x="2794" y="1942"/>
                <a:ext cx="27" cy="20"/>
              </a:xfrm>
              <a:custGeom>
                <a:avLst/>
                <a:gdLst>
                  <a:gd name="T0" fmla="*/ 27 w 27"/>
                  <a:gd name="T1" fmla="*/ 12 h 20"/>
                  <a:gd name="T2" fmla="*/ 9 w 27"/>
                  <a:gd name="T3" fmla="*/ 20 h 20"/>
                  <a:gd name="T4" fmla="*/ 11 w 27"/>
                  <a:gd name="T5" fmla="*/ 4 h 20"/>
                  <a:gd name="T6" fmla="*/ 0 w 27"/>
                  <a:gd name="T7" fmla="*/ 6 h 20"/>
                  <a:gd name="T8" fmla="*/ 15 w 27"/>
                  <a:gd name="T9" fmla="*/ 0 h 20"/>
                  <a:gd name="T10" fmla="*/ 11 w 27"/>
                  <a:gd name="T11" fmla="*/ 16 h 20"/>
                  <a:gd name="T12" fmla="*/ 27 w 27"/>
                  <a:gd name="T13" fmla="*/ 1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20"/>
                  <a:gd name="T23" fmla="*/ 27 w 2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20">
                    <a:moveTo>
                      <a:pt x="27" y="12"/>
                    </a:moveTo>
                    <a:lnTo>
                      <a:pt x="9" y="20"/>
                    </a:lnTo>
                    <a:lnTo>
                      <a:pt x="11" y="4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1" y="16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8" name="Freeform 881"/>
              <p:cNvSpPr>
                <a:spLocks/>
              </p:cNvSpPr>
              <p:nvPr/>
            </p:nvSpPr>
            <p:spPr bwMode="auto">
              <a:xfrm>
                <a:off x="2796" y="1943"/>
                <a:ext cx="21" cy="19"/>
              </a:xfrm>
              <a:custGeom>
                <a:avLst/>
                <a:gdLst>
                  <a:gd name="T0" fmla="*/ 21 w 21"/>
                  <a:gd name="T1" fmla="*/ 13 h 19"/>
                  <a:gd name="T2" fmla="*/ 9 w 21"/>
                  <a:gd name="T3" fmla="*/ 16 h 19"/>
                  <a:gd name="T4" fmla="*/ 12 w 21"/>
                  <a:gd name="T5" fmla="*/ 0 h 19"/>
                  <a:gd name="T6" fmla="*/ 0 w 21"/>
                  <a:gd name="T7" fmla="*/ 5 h 19"/>
                  <a:gd name="T8" fmla="*/ 9 w 21"/>
                  <a:gd name="T9" fmla="*/ 3 h 19"/>
                  <a:gd name="T10" fmla="*/ 7 w 21"/>
                  <a:gd name="T11" fmla="*/ 19 h 19"/>
                  <a:gd name="T12" fmla="*/ 21 w 21"/>
                  <a:gd name="T13" fmla="*/ 1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19"/>
                  <a:gd name="T23" fmla="*/ 21 w 21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19">
                    <a:moveTo>
                      <a:pt x="21" y="13"/>
                    </a:moveTo>
                    <a:lnTo>
                      <a:pt x="9" y="16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7" y="1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09" name="Freeform 882"/>
              <p:cNvSpPr>
                <a:spLocks/>
              </p:cNvSpPr>
              <p:nvPr/>
            </p:nvSpPr>
            <p:spPr bwMode="auto">
              <a:xfrm>
                <a:off x="2627" y="1888"/>
                <a:ext cx="128" cy="165"/>
              </a:xfrm>
              <a:custGeom>
                <a:avLst/>
                <a:gdLst>
                  <a:gd name="T0" fmla="*/ 71 w 128"/>
                  <a:gd name="T1" fmla="*/ 0 h 165"/>
                  <a:gd name="T2" fmla="*/ 83 w 128"/>
                  <a:gd name="T3" fmla="*/ 3 h 165"/>
                  <a:gd name="T4" fmla="*/ 95 w 128"/>
                  <a:gd name="T5" fmla="*/ 7 h 165"/>
                  <a:gd name="T6" fmla="*/ 105 w 128"/>
                  <a:gd name="T7" fmla="*/ 15 h 165"/>
                  <a:gd name="T8" fmla="*/ 113 w 128"/>
                  <a:gd name="T9" fmla="*/ 23 h 165"/>
                  <a:gd name="T10" fmla="*/ 121 w 128"/>
                  <a:gd name="T11" fmla="*/ 34 h 165"/>
                  <a:gd name="T12" fmla="*/ 125 w 128"/>
                  <a:gd name="T13" fmla="*/ 46 h 165"/>
                  <a:gd name="T14" fmla="*/ 128 w 128"/>
                  <a:gd name="T15" fmla="*/ 58 h 165"/>
                  <a:gd name="T16" fmla="*/ 128 w 128"/>
                  <a:gd name="T17" fmla="*/ 71 h 165"/>
                  <a:gd name="T18" fmla="*/ 125 w 128"/>
                  <a:gd name="T19" fmla="*/ 85 h 165"/>
                  <a:gd name="T20" fmla="*/ 121 w 128"/>
                  <a:gd name="T21" fmla="*/ 96 h 165"/>
                  <a:gd name="T22" fmla="*/ 113 w 128"/>
                  <a:gd name="T23" fmla="*/ 106 h 165"/>
                  <a:gd name="T24" fmla="*/ 107 w 128"/>
                  <a:gd name="T25" fmla="*/ 114 h 165"/>
                  <a:gd name="T26" fmla="*/ 99 w 128"/>
                  <a:gd name="T27" fmla="*/ 122 h 165"/>
                  <a:gd name="T28" fmla="*/ 92 w 128"/>
                  <a:gd name="T29" fmla="*/ 135 h 165"/>
                  <a:gd name="T30" fmla="*/ 87 w 128"/>
                  <a:gd name="T31" fmla="*/ 153 h 165"/>
                  <a:gd name="T32" fmla="*/ 43 w 128"/>
                  <a:gd name="T33" fmla="*/ 165 h 165"/>
                  <a:gd name="T34" fmla="*/ 40 w 128"/>
                  <a:gd name="T35" fmla="*/ 144 h 165"/>
                  <a:gd name="T36" fmla="*/ 33 w 128"/>
                  <a:gd name="T37" fmla="*/ 128 h 165"/>
                  <a:gd name="T38" fmla="*/ 25 w 128"/>
                  <a:gd name="T39" fmla="*/ 118 h 165"/>
                  <a:gd name="T40" fmla="*/ 18 w 128"/>
                  <a:gd name="T41" fmla="*/ 111 h 165"/>
                  <a:gd name="T42" fmla="*/ 11 w 128"/>
                  <a:gd name="T43" fmla="*/ 101 h 165"/>
                  <a:gd name="T44" fmla="*/ 5 w 128"/>
                  <a:gd name="T45" fmla="*/ 90 h 165"/>
                  <a:gd name="T46" fmla="*/ 1 w 128"/>
                  <a:gd name="T47" fmla="*/ 79 h 165"/>
                  <a:gd name="T48" fmla="*/ 0 w 128"/>
                  <a:gd name="T49" fmla="*/ 65 h 165"/>
                  <a:gd name="T50" fmla="*/ 1 w 128"/>
                  <a:gd name="T51" fmla="*/ 52 h 165"/>
                  <a:gd name="T52" fmla="*/ 5 w 128"/>
                  <a:gd name="T53" fmla="*/ 40 h 165"/>
                  <a:gd name="T54" fmla="*/ 11 w 128"/>
                  <a:gd name="T55" fmla="*/ 28 h 165"/>
                  <a:gd name="T56" fmla="*/ 19 w 128"/>
                  <a:gd name="T57" fmla="*/ 19 h 165"/>
                  <a:gd name="T58" fmla="*/ 28 w 128"/>
                  <a:gd name="T59" fmla="*/ 11 h 165"/>
                  <a:gd name="T60" fmla="*/ 40 w 128"/>
                  <a:gd name="T61" fmla="*/ 5 h 165"/>
                  <a:gd name="T62" fmla="*/ 51 w 128"/>
                  <a:gd name="T63" fmla="*/ 1 h 165"/>
                  <a:gd name="T64" fmla="*/ 64 w 128"/>
                  <a:gd name="T65" fmla="*/ 0 h 1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165"/>
                  <a:gd name="T101" fmla="*/ 128 w 128"/>
                  <a:gd name="T102" fmla="*/ 165 h 16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165">
                    <a:moveTo>
                      <a:pt x="64" y="0"/>
                    </a:moveTo>
                    <a:lnTo>
                      <a:pt x="71" y="0"/>
                    </a:lnTo>
                    <a:lnTo>
                      <a:pt x="77" y="1"/>
                    </a:lnTo>
                    <a:lnTo>
                      <a:pt x="83" y="3"/>
                    </a:lnTo>
                    <a:lnTo>
                      <a:pt x="89" y="5"/>
                    </a:lnTo>
                    <a:lnTo>
                      <a:pt x="95" y="7"/>
                    </a:lnTo>
                    <a:lnTo>
                      <a:pt x="100" y="11"/>
                    </a:lnTo>
                    <a:lnTo>
                      <a:pt x="105" y="15"/>
                    </a:lnTo>
                    <a:lnTo>
                      <a:pt x="109" y="19"/>
                    </a:lnTo>
                    <a:lnTo>
                      <a:pt x="113" y="23"/>
                    </a:lnTo>
                    <a:lnTo>
                      <a:pt x="118" y="28"/>
                    </a:lnTo>
                    <a:lnTo>
                      <a:pt x="121" y="34"/>
                    </a:lnTo>
                    <a:lnTo>
                      <a:pt x="123" y="40"/>
                    </a:lnTo>
                    <a:lnTo>
                      <a:pt x="125" y="46"/>
                    </a:lnTo>
                    <a:lnTo>
                      <a:pt x="127" y="52"/>
                    </a:lnTo>
                    <a:lnTo>
                      <a:pt x="128" y="58"/>
                    </a:lnTo>
                    <a:lnTo>
                      <a:pt x="128" y="65"/>
                    </a:lnTo>
                    <a:lnTo>
                      <a:pt x="128" y="71"/>
                    </a:lnTo>
                    <a:lnTo>
                      <a:pt x="127" y="79"/>
                    </a:lnTo>
                    <a:lnTo>
                      <a:pt x="125" y="85"/>
                    </a:lnTo>
                    <a:lnTo>
                      <a:pt x="123" y="90"/>
                    </a:lnTo>
                    <a:lnTo>
                      <a:pt x="121" y="96"/>
                    </a:lnTo>
                    <a:lnTo>
                      <a:pt x="118" y="101"/>
                    </a:lnTo>
                    <a:lnTo>
                      <a:pt x="113" y="106"/>
                    </a:lnTo>
                    <a:lnTo>
                      <a:pt x="110" y="111"/>
                    </a:lnTo>
                    <a:lnTo>
                      <a:pt x="107" y="114"/>
                    </a:lnTo>
                    <a:lnTo>
                      <a:pt x="104" y="118"/>
                    </a:lnTo>
                    <a:lnTo>
                      <a:pt x="99" y="122"/>
                    </a:lnTo>
                    <a:lnTo>
                      <a:pt x="95" y="128"/>
                    </a:lnTo>
                    <a:lnTo>
                      <a:pt x="92" y="135"/>
                    </a:lnTo>
                    <a:lnTo>
                      <a:pt x="89" y="144"/>
                    </a:lnTo>
                    <a:lnTo>
                      <a:pt x="87" y="153"/>
                    </a:lnTo>
                    <a:lnTo>
                      <a:pt x="85" y="165"/>
                    </a:lnTo>
                    <a:lnTo>
                      <a:pt x="43" y="165"/>
                    </a:lnTo>
                    <a:lnTo>
                      <a:pt x="42" y="153"/>
                    </a:lnTo>
                    <a:lnTo>
                      <a:pt x="40" y="144"/>
                    </a:lnTo>
                    <a:lnTo>
                      <a:pt x="36" y="135"/>
                    </a:lnTo>
                    <a:lnTo>
                      <a:pt x="33" y="128"/>
                    </a:lnTo>
                    <a:lnTo>
                      <a:pt x="29" y="122"/>
                    </a:lnTo>
                    <a:lnTo>
                      <a:pt x="25" y="118"/>
                    </a:lnTo>
                    <a:lnTo>
                      <a:pt x="21" y="114"/>
                    </a:lnTo>
                    <a:lnTo>
                      <a:pt x="18" y="111"/>
                    </a:lnTo>
                    <a:lnTo>
                      <a:pt x="15" y="106"/>
                    </a:lnTo>
                    <a:lnTo>
                      <a:pt x="11" y="101"/>
                    </a:lnTo>
                    <a:lnTo>
                      <a:pt x="7" y="96"/>
                    </a:lnTo>
                    <a:lnTo>
                      <a:pt x="5" y="90"/>
                    </a:lnTo>
                    <a:lnTo>
                      <a:pt x="3" y="85"/>
                    </a:lnTo>
                    <a:lnTo>
                      <a:pt x="1" y="79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33" y="7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1" y="1"/>
                    </a:lnTo>
                    <a:lnTo>
                      <a:pt x="58" y="0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0" name="Freeform 883"/>
              <p:cNvSpPr>
                <a:spLocks/>
              </p:cNvSpPr>
              <p:nvPr/>
            </p:nvSpPr>
            <p:spPr bwMode="auto">
              <a:xfrm>
                <a:off x="2628" y="1889"/>
                <a:ext cx="126" cy="164"/>
              </a:xfrm>
              <a:custGeom>
                <a:avLst/>
                <a:gdLst>
                  <a:gd name="T0" fmla="*/ 70 w 126"/>
                  <a:gd name="T1" fmla="*/ 0 h 164"/>
                  <a:gd name="T2" fmla="*/ 82 w 126"/>
                  <a:gd name="T3" fmla="*/ 3 h 164"/>
                  <a:gd name="T4" fmla="*/ 93 w 126"/>
                  <a:gd name="T5" fmla="*/ 8 h 164"/>
                  <a:gd name="T6" fmla="*/ 103 w 126"/>
                  <a:gd name="T7" fmla="*/ 15 h 164"/>
                  <a:gd name="T8" fmla="*/ 112 w 126"/>
                  <a:gd name="T9" fmla="*/ 24 h 164"/>
                  <a:gd name="T10" fmla="*/ 119 w 126"/>
                  <a:gd name="T11" fmla="*/ 34 h 164"/>
                  <a:gd name="T12" fmla="*/ 123 w 126"/>
                  <a:gd name="T13" fmla="*/ 47 h 164"/>
                  <a:gd name="T14" fmla="*/ 126 w 126"/>
                  <a:gd name="T15" fmla="*/ 58 h 164"/>
                  <a:gd name="T16" fmla="*/ 126 w 126"/>
                  <a:gd name="T17" fmla="*/ 72 h 164"/>
                  <a:gd name="T18" fmla="*/ 123 w 126"/>
                  <a:gd name="T19" fmla="*/ 84 h 164"/>
                  <a:gd name="T20" fmla="*/ 119 w 126"/>
                  <a:gd name="T21" fmla="*/ 96 h 164"/>
                  <a:gd name="T22" fmla="*/ 111 w 126"/>
                  <a:gd name="T23" fmla="*/ 105 h 164"/>
                  <a:gd name="T24" fmla="*/ 105 w 126"/>
                  <a:gd name="T25" fmla="*/ 113 h 164"/>
                  <a:gd name="T26" fmla="*/ 97 w 126"/>
                  <a:gd name="T27" fmla="*/ 121 h 164"/>
                  <a:gd name="T28" fmla="*/ 90 w 126"/>
                  <a:gd name="T29" fmla="*/ 134 h 164"/>
                  <a:gd name="T30" fmla="*/ 84 w 126"/>
                  <a:gd name="T31" fmla="*/ 152 h 164"/>
                  <a:gd name="T32" fmla="*/ 43 w 126"/>
                  <a:gd name="T33" fmla="*/ 164 h 164"/>
                  <a:gd name="T34" fmla="*/ 40 w 126"/>
                  <a:gd name="T35" fmla="*/ 143 h 164"/>
                  <a:gd name="T36" fmla="*/ 33 w 126"/>
                  <a:gd name="T37" fmla="*/ 127 h 164"/>
                  <a:gd name="T38" fmla="*/ 25 w 126"/>
                  <a:gd name="T39" fmla="*/ 117 h 164"/>
                  <a:gd name="T40" fmla="*/ 18 w 126"/>
                  <a:gd name="T41" fmla="*/ 111 h 164"/>
                  <a:gd name="T42" fmla="*/ 11 w 126"/>
                  <a:gd name="T43" fmla="*/ 101 h 164"/>
                  <a:gd name="T44" fmla="*/ 5 w 126"/>
                  <a:gd name="T45" fmla="*/ 90 h 164"/>
                  <a:gd name="T46" fmla="*/ 1 w 126"/>
                  <a:gd name="T47" fmla="*/ 78 h 164"/>
                  <a:gd name="T48" fmla="*/ 0 w 126"/>
                  <a:gd name="T49" fmla="*/ 65 h 164"/>
                  <a:gd name="T50" fmla="*/ 1 w 126"/>
                  <a:gd name="T51" fmla="*/ 52 h 164"/>
                  <a:gd name="T52" fmla="*/ 5 w 126"/>
                  <a:gd name="T53" fmla="*/ 40 h 164"/>
                  <a:gd name="T54" fmla="*/ 11 w 126"/>
                  <a:gd name="T55" fmla="*/ 28 h 164"/>
                  <a:gd name="T56" fmla="*/ 18 w 126"/>
                  <a:gd name="T57" fmla="*/ 19 h 164"/>
                  <a:gd name="T58" fmla="*/ 28 w 126"/>
                  <a:gd name="T59" fmla="*/ 11 h 164"/>
                  <a:gd name="T60" fmla="*/ 39 w 126"/>
                  <a:gd name="T61" fmla="*/ 5 h 164"/>
                  <a:gd name="T62" fmla="*/ 50 w 126"/>
                  <a:gd name="T63" fmla="*/ 1 h 164"/>
                  <a:gd name="T64" fmla="*/ 63 w 126"/>
                  <a:gd name="T65" fmla="*/ 0 h 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6"/>
                  <a:gd name="T100" fmla="*/ 0 h 164"/>
                  <a:gd name="T101" fmla="*/ 126 w 126"/>
                  <a:gd name="T102" fmla="*/ 164 h 16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6" h="164">
                    <a:moveTo>
                      <a:pt x="63" y="0"/>
                    </a:moveTo>
                    <a:lnTo>
                      <a:pt x="70" y="0"/>
                    </a:lnTo>
                    <a:lnTo>
                      <a:pt x="76" y="1"/>
                    </a:lnTo>
                    <a:lnTo>
                      <a:pt x="82" y="3"/>
                    </a:lnTo>
                    <a:lnTo>
                      <a:pt x="88" y="5"/>
                    </a:lnTo>
                    <a:lnTo>
                      <a:pt x="93" y="8"/>
                    </a:lnTo>
                    <a:lnTo>
                      <a:pt x="98" y="11"/>
                    </a:lnTo>
                    <a:lnTo>
                      <a:pt x="103" y="15"/>
                    </a:lnTo>
                    <a:lnTo>
                      <a:pt x="108" y="19"/>
                    </a:lnTo>
                    <a:lnTo>
                      <a:pt x="112" y="24"/>
                    </a:lnTo>
                    <a:lnTo>
                      <a:pt x="115" y="28"/>
                    </a:lnTo>
                    <a:lnTo>
                      <a:pt x="119" y="34"/>
                    </a:lnTo>
                    <a:lnTo>
                      <a:pt x="121" y="40"/>
                    </a:lnTo>
                    <a:lnTo>
                      <a:pt x="123" y="47"/>
                    </a:lnTo>
                    <a:lnTo>
                      <a:pt x="125" y="52"/>
                    </a:lnTo>
                    <a:lnTo>
                      <a:pt x="126" y="58"/>
                    </a:lnTo>
                    <a:lnTo>
                      <a:pt x="126" y="65"/>
                    </a:lnTo>
                    <a:lnTo>
                      <a:pt x="126" y="72"/>
                    </a:lnTo>
                    <a:lnTo>
                      <a:pt x="125" y="78"/>
                    </a:lnTo>
                    <a:lnTo>
                      <a:pt x="123" y="84"/>
                    </a:lnTo>
                    <a:lnTo>
                      <a:pt x="121" y="90"/>
                    </a:lnTo>
                    <a:lnTo>
                      <a:pt x="119" y="96"/>
                    </a:lnTo>
                    <a:lnTo>
                      <a:pt x="115" y="101"/>
                    </a:lnTo>
                    <a:lnTo>
                      <a:pt x="111" y="105"/>
                    </a:lnTo>
                    <a:lnTo>
                      <a:pt x="108" y="111"/>
                    </a:lnTo>
                    <a:lnTo>
                      <a:pt x="105" y="113"/>
                    </a:lnTo>
                    <a:lnTo>
                      <a:pt x="102" y="117"/>
                    </a:lnTo>
                    <a:lnTo>
                      <a:pt x="97" y="121"/>
                    </a:lnTo>
                    <a:lnTo>
                      <a:pt x="93" y="127"/>
                    </a:lnTo>
                    <a:lnTo>
                      <a:pt x="90" y="134"/>
                    </a:lnTo>
                    <a:lnTo>
                      <a:pt x="87" y="143"/>
                    </a:lnTo>
                    <a:lnTo>
                      <a:pt x="84" y="152"/>
                    </a:lnTo>
                    <a:lnTo>
                      <a:pt x="83" y="164"/>
                    </a:lnTo>
                    <a:lnTo>
                      <a:pt x="43" y="164"/>
                    </a:lnTo>
                    <a:lnTo>
                      <a:pt x="42" y="152"/>
                    </a:lnTo>
                    <a:lnTo>
                      <a:pt x="40" y="143"/>
                    </a:lnTo>
                    <a:lnTo>
                      <a:pt x="36" y="134"/>
                    </a:lnTo>
                    <a:lnTo>
                      <a:pt x="33" y="127"/>
                    </a:lnTo>
                    <a:lnTo>
                      <a:pt x="29" y="121"/>
                    </a:lnTo>
                    <a:lnTo>
                      <a:pt x="25" y="117"/>
                    </a:lnTo>
                    <a:lnTo>
                      <a:pt x="21" y="113"/>
                    </a:lnTo>
                    <a:lnTo>
                      <a:pt x="18" y="111"/>
                    </a:lnTo>
                    <a:lnTo>
                      <a:pt x="15" y="105"/>
                    </a:lnTo>
                    <a:lnTo>
                      <a:pt x="11" y="101"/>
                    </a:lnTo>
                    <a:lnTo>
                      <a:pt x="8" y="96"/>
                    </a:lnTo>
                    <a:lnTo>
                      <a:pt x="5" y="90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8" y="11"/>
                    </a:lnTo>
                    <a:lnTo>
                      <a:pt x="33" y="8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50" y="1"/>
                    </a:lnTo>
                    <a:lnTo>
                      <a:pt x="57" y="0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A5A5A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1" name="Freeform 884"/>
              <p:cNvSpPr>
                <a:spLocks/>
              </p:cNvSpPr>
              <p:nvPr/>
            </p:nvSpPr>
            <p:spPr bwMode="auto">
              <a:xfrm>
                <a:off x="2629" y="1890"/>
                <a:ext cx="124" cy="163"/>
              </a:xfrm>
              <a:custGeom>
                <a:avLst/>
                <a:gdLst>
                  <a:gd name="T0" fmla="*/ 69 w 124"/>
                  <a:gd name="T1" fmla="*/ 0 h 163"/>
                  <a:gd name="T2" fmla="*/ 81 w 124"/>
                  <a:gd name="T3" fmla="*/ 3 h 163"/>
                  <a:gd name="T4" fmla="*/ 92 w 124"/>
                  <a:gd name="T5" fmla="*/ 8 h 163"/>
                  <a:gd name="T6" fmla="*/ 102 w 124"/>
                  <a:gd name="T7" fmla="*/ 15 h 163"/>
                  <a:gd name="T8" fmla="*/ 110 w 124"/>
                  <a:gd name="T9" fmla="*/ 23 h 163"/>
                  <a:gd name="T10" fmla="*/ 117 w 124"/>
                  <a:gd name="T11" fmla="*/ 34 h 163"/>
                  <a:gd name="T12" fmla="*/ 121 w 124"/>
                  <a:gd name="T13" fmla="*/ 46 h 163"/>
                  <a:gd name="T14" fmla="*/ 124 w 124"/>
                  <a:gd name="T15" fmla="*/ 58 h 163"/>
                  <a:gd name="T16" fmla="*/ 124 w 124"/>
                  <a:gd name="T17" fmla="*/ 71 h 163"/>
                  <a:gd name="T18" fmla="*/ 121 w 124"/>
                  <a:gd name="T19" fmla="*/ 84 h 163"/>
                  <a:gd name="T20" fmla="*/ 116 w 124"/>
                  <a:gd name="T21" fmla="*/ 95 h 163"/>
                  <a:gd name="T22" fmla="*/ 109 w 124"/>
                  <a:gd name="T23" fmla="*/ 105 h 163"/>
                  <a:gd name="T24" fmla="*/ 103 w 124"/>
                  <a:gd name="T25" fmla="*/ 113 h 163"/>
                  <a:gd name="T26" fmla="*/ 95 w 124"/>
                  <a:gd name="T27" fmla="*/ 120 h 163"/>
                  <a:gd name="T28" fmla="*/ 88 w 124"/>
                  <a:gd name="T29" fmla="*/ 133 h 163"/>
                  <a:gd name="T30" fmla="*/ 83 w 124"/>
                  <a:gd name="T31" fmla="*/ 151 h 163"/>
                  <a:gd name="T32" fmla="*/ 42 w 124"/>
                  <a:gd name="T33" fmla="*/ 163 h 163"/>
                  <a:gd name="T34" fmla="*/ 39 w 124"/>
                  <a:gd name="T35" fmla="*/ 142 h 163"/>
                  <a:gd name="T36" fmla="*/ 32 w 124"/>
                  <a:gd name="T37" fmla="*/ 127 h 163"/>
                  <a:gd name="T38" fmla="*/ 25 w 124"/>
                  <a:gd name="T39" fmla="*/ 116 h 163"/>
                  <a:gd name="T40" fmla="*/ 18 w 124"/>
                  <a:gd name="T41" fmla="*/ 110 h 163"/>
                  <a:gd name="T42" fmla="*/ 12 w 124"/>
                  <a:gd name="T43" fmla="*/ 100 h 163"/>
                  <a:gd name="T44" fmla="*/ 5 w 124"/>
                  <a:gd name="T45" fmla="*/ 89 h 163"/>
                  <a:gd name="T46" fmla="*/ 1 w 124"/>
                  <a:gd name="T47" fmla="*/ 78 h 163"/>
                  <a:gd name="T48" fmla="*/ 0 w 124"/>
                  <a:gd name="T49" fmla="*/ 65 h 163"/>
                  <a:gd name="T50" fmla="*/ 1 w 124"/>
                  <a:gd name="T51" fmla="*/ 52 h 163"/>
                  <a:gd name="T52" fmla="*/ 5 w 124"/>
                  <a:gd name="T53" fmla="*/ 40 h 163"/>
                  <a:gd name="T54" fmla="*/ 11 w 124"/>
                  <a:gd name="T55" fmla="*/ 29 h 163"/>
                  <a:gd name="T56" fmla="*/ 18 w 124"/>
                  <a:gd name="T57" fmla="*/ 19 h 163"/>
                  <a:gd name="T58" fmla="*/ 27 w 124"/>
                  <a:gd name="T59" fmla="*/ 11 h 163"/>
                  <a:gd name="T60" fmla="*/ 38 w 124"/>
                  <a:gd name="T61" fmla="*/ 5 h 163"/>
                  <a:gd name="T62" fmla="*/ 49 w 124"/>
                  <a:gd name="T63" fmla="*/ 1 h 163"/>
                  <a:gd name="T64" fmla="*/ 62 w 124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4"/>
                  <a:gd name="T100" fmla="*/ 0 h 163"/>
                  <a:gd name="T101" fmla="*/ 124 w 124"/>
                  <a:gd name="T102" fmla="*/ 163 h 1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4" h="163">
                    <a:moveTo>
                      <a:pt x="62" y="0"/>
                    </a:moveTo>
                    <a:lnTo>
                      <a:pt x="69" y="0"/>
                    </a:lnTo>
                    <a:lnTo>
                      <a:pt x="75" y="1"/>
                    </a:lnTo>
                    <a:lnTo>
                      <a:pt x="81" y="3"/>
                    </a:lnTo>
                    <a:lnTo>
                      <a:pt x="87" y="5"/>
                    </a:lnTo>
                    <a:lnTo>
                      <a:pt x="92" y="8"/>
                    </a:lnTo>
                    <a:lnTo>
                      <a:pt x="96" y="11"/>
                    </a:lnTo>
                    <a:lnTo>
                      <a:pt x="102" y="15"/>
                    </a:lnTo>
                    <a:lnTo>
                      <a:pt x="106" y="19"/>
                    </a:lnTo>
                    <a:lnTo>
                      <a:pt x="110" y="23"/>
                    </a:lnTo>
                    <a:lnTo>
                      <a:pt x="113" y="29"/>
                    </a:lnTo>
                    <a:lnTo>
                      <a:pt x="117" y="34"/>
                    </a:lnTo>
                    <a:lnTo>
                      <a:pt x="119" y="40"/>
                    </a:lnTo>
                    <a:lnTo>
                      <a:pt x="121" y="46"/>
                    </a:lnTo>
                    <a:lnTo>
                      <a:pt x="123" y="52"/>
                    </a:lnTo>
                    <a:lnTo>
                      <a:pt x="124" y="58"/>
                    </a:lnTo>
                    <a:lnTo>
                      <a:pt x="124" y="65"/>
                    </a:lnTo>
                    <a:lnTo>
                      <a:pt x="124" y="71"/>
                    </a:lnTo>
                    <a:lnTo>
                      <a:pt x="123" y="78"/>
                    </a:lnTo>
                    <a:lnTo>
                      <a:pt x="121" y="84"/>
                    </a:lnTo>
                    <a:lnTo>
                      <a:pt x="119" y="89"/>
                    </a:lnTo>
                    <a:lnTo>
                      <a:pt x="116" y="95"/>
                    </a:lnTo>
                    <a:lnTo>
                      <a:pt x="112" y="100"/>
                    </a:lnTo>
                    <a:lnTo>
                      <a:pt x="109" y="105"/>
                    </a:lnTo>
                    <a:lnTo>
                      <a:pt x="106" y="110"/>
                    </a:lnTo>
                    <a:lnTo>
                      <a:pt x="103" y="113"/>
                    </a:lnTo>
                    <a:lnTo>
                      <a:pt x="100" y="116"/>
                    </a:lnTo>
                    <a:lnTo>
                      <a:pt x="95" y="120"/>
                    </a:lnTo>
                    <a:lnTo>
                      <a:pt x="92" y="127"/>
                    </a:lnTo>
                    <a:lnTo>
                      <a:pt x="88" y="133"/>
                    </a:lnTo>
                    <a:lnTo>
                      <a:pt x="86" y="142"/>
                    </a:lnTo>
                    <a:lnTo>
                      <a:pt x="83" y="151"/>
                    </a:lnTo>
                    <a:lnTo>
                      <a:pt x="82" y="163"/>
                    </a:lnTo>
                    <a:lnTo>
                      <a:pt x="42" y="163"/>
                    </a:lnTo>
                    <a:lnTo>
                      <a:pt x="41" y="151"/>
                    </a:lnTo>
                    <a:lnTo>
                      <a:pt x="39" y="142"/>
                    </a:lnTo>
                    <a:lnTo>
                      <a:pt x="36" y="133"/>
                    </a:lnTo>
                    <a:lnTo>
                      <a:pt x="32" y="127"/>
                    </a:lnTo>
                    <a:lnTo>
                      <a:pt x="29" y="120"/>
                    </a:lnTo>
                    <a:lnTo>
                      <a:pt x="25" y="116"/>
                    </a:lnTo>
                    <a:lnTo>
                      <a:pt x="22" y="113"/>
                    </a:lnTo>
                    <a:lnTo>
                      <a:pt x="18" y="110"/>
                    </a:lnTo>
                    <a:lnTo>
                      <a:pt x="15" y="105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5" y="89"/>
                    </a:lnTo>
                    <a:lnTo>
                      <a:pt x="3" y="84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0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8" y="19"/>
                    </a:lnTo>
                    <a:lnTo>
                      <a:pt x="23" y="15"/>
                    </a:lnTo>
                    <a:lnTo>
                      <a:pt x="27" y="11"/>
                    </a:lnTo>
                    <a:lnTo>
                      <a:pt x="32" y="8"/>
                    </a:lnTo>
                    <a:lnTo>
                      <a:pt x="38" y="5"/>
                    </a:lnTo>
                    <a:lnTo>
                      <a:pt x="43" y="3"/>
                    </a:lnTo>
                    <a:lnTo>
                      <a:pt x="49" y="1"/>
                    </a:lnTo>
                    <a:lnTo>
                      <a:pt x="56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2" name="Freeform 885"/>
              <p:cNvSpPr>
                <a:spLocks/>
              </p:cNvSpPr>
              <p:nvPr/>
            </p:nvSpPr>
            <p:spPr bwMode="auto">
              <a:xfrm>
                <a:off x="2630" y="1891"/>
                <a:ext cx="122" cy="162"/>
              </a:xfrm>
              <a:custGeom>
                <a:avLst/>
                <a:gdLst>
                  <a:gd name="T0" fmla="*/ 68 w 122"/>
                  <a:gd name="T1" fmla="*/ 0 h 162"/>
                  <a:gd name="T2" fmla="*/ 79 w 122"/>
                  <a:gd name="T3" fmla="*/ 3 h 162"/>
                  <a:gd name="T4" fmla="*/ 90 w 122"/>
                  <a:gd name="T5" fmla="*/ 8 h 162"/>
                  <a:gd name="T6" fmla="*/ 100 w 122"/>
                  <a:gd name="T7" fmla="*/ 15 h 162"/>
                  <a:gd name="T8" fmla="*/ 108 w 122"/>
                  <a:gd name="T9" fmla="*/ 23 h 162"/>
                  <a:gd name="T10" fmla="*/ 115 w 122"/>
                  <a:gd name="T11" fmla="*/ 34 h 162"/>
                  <a:gd name="T12" fmla="*/ 119 w 122"/>
                  <a:gd name="T13" fmla="*/ 46 h 162"/>
                  <a:gd name="T14" fmla="*/ 122 w 122"/>
                  <a:gd name="T15" fmla="*/ 59 h 162"/>
                  <a:gd name="T16" fmla="*/ 122 w 122"/>
                  <a:gd name="T17" fmla="*/ 71 h 162"/>
                  <a:gd name="T18" fmla="*/ 119 w 122"/>
                  <a:gd name="T19" fmla="*/ 83 h 162"/>
                  <a:gd name="T20" fmla="*/ 113 w 122"/>
                  <a:gd name="T21" fmla="*/ 95 h 162"/>
                  <a:gd name="T22" fmla="*/ 107 w 122"/>
                  <a:gd name="T23" fmla="*/ 104 h 162"/>
                  <a:gd name="T24" fmla="*/ 101 w 122"/>
                  <a:gd name="T25" fmla="*/ 112 h 162"/>
                  <a:gd name="T26" fmla="*/ 93 w 122"/>
                  <a:gd name="T27" fmla="*/ 121 h 162"/>
                  <a:gd name="T28" fmla="*/ 87 w 122"/>
                  <a:gd name="T29" fmla="*/ 132 h 162"/>
                  <a:gd name="T30" fmla="*/ 81 w 122"/>
                  <a:gd name="T31" fmla="*/ 150 h 162"/>
                  <a:gd name="T32" fmla="*/ 42 w 122"/>
                  <a:gd name="T33" fmla="*/ 162 h 162"/>
                  <a:gd name="T34" fmla="*/ 39 w 122"/>
                  <a:gd name="T35" fmla="*/ 141 h 162"/>
                  <a:gd name="T36" fmla="*/ 32 w 122"/>
                  <a:gd name="T37" fmla="*/ 126 h 162"/>
                  <a:gd name="T38" fmla="*/ 25 w 122"/>
                  <a:gd name="T39" fmla="*/ 115 h 162"/>
                  <a:gd name="T40" fmla="*/ 18 w 122"/>
                  <a:gd name="T41" fmla="*/ 110 h 162"/>
                  <a:gd name="T42" fmla="*/ 12 w 122"/>
                  <a:gd name="T43" fmla="*/ 100 h 162"/>
                  <a:gd name="T44" fmla="*/ 6 w 122"/>
                  <a:gd name="T45" fmla="*/ 90 h 162"/>
                  <a:gd name="T46" fmla="*/ 2 w 122"/>
                  <a:gd name="T47" fmla="*/ 78 h 162"/>
                  <a:gd name="T48" fmla="*/ 0 w 122"/>
                  <a:gd name="T49" fmla="*/ 65 h 162"/>
                  <a:gd name="T50" fmla="*/ 1 w 122"/>
                  <a:gd name="T51" fmla="*/ 52 h 162"/>
                  <a:gd name="T52" fmla="*/ 4 w 122"/>
                  <a:gd name="T53" fmla="*/ 39 h 162"/>
                  <a:gd name="T54" fmla="*/ 11 w 122"/>
                  <a:gd name="T55" fmla="*/ 29 h 162"/>
                  <a:gd name="T56" fmla="*/ 17 w 122"/>
                  <a:gd name="T57" fmla="*/ 19 h 162"/>
                  <a:gd name="T58" fmla="*/ 26 w 122"/>
                  <a:gd name="T59" fmla="*/ 12 h 162"/>
                  <a:gd name="T60" fmla="*/ 37 w 122"/>
                  <a:gd name="T61" fmla="*/ 5 h 162"/>
                  <a:gd name="T62" fmla="*/ 48 w 122"/>
                  <a:gd name="T63" fmla="*/ 1 h 162"/>
                  <a:gd name="T64" fmla="*/ 61 w 122"/>
                  <a:gd name="T65" fmla="*/ 0 h 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2"/>
                  <a:gd name="T100" fmla="*/ 0 h 162"/>
                  <a:gd name="T101" fmla="*/ 122 w 122"/>
                  <a:gd name="T102" fmla="*/ 162 h 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2" h="162">
                    <a:moveTo>
                      <a:pt x="61" y="0"/>
                    </a:moveTo>
                    <a:lnTo>
                      <a:pt x="68" y="0"/>
                    </a:lnTo>
                    <a:lnTo>
                      <a:pt x="74" y="1"/>
                    </a:lnTo>
                    <a:lnTo>
                      <a:pt x="79" y="3"/>
                    </a:lnTo>
                    <a:lnTo>
                      <a:pt x="85" y="5"/>
                    </a:lnTo>
                    <a:lnTo>
                      <a:pt x="90" y="8"/>
                    </a:lnTo>
                    <a:lnTo>
                      <a:pt x="95" y="12"/>
                    </a:lnTo>
                    <a:lnTo>
                      <a:pt x="100" y="15"/>
                    </a:lnTo>
                    <a:lnTo>
                      <a:pt x="104" y="19"/>
                    </a:lnTo>
                    <a:lnTo>
                      <a:pt x="108" y="23"/>
                    </a:lnTo>
                    <a:lnTo>
                      <a:pt x="111" y="29"/>
                    </a:lnTo>
                    <a:lnTo>
                      <a:pt x="115" y="34"/>
                    </a:lnTo>
                    <a:lnTo>
                      <a:pt x="117" y="39"/>
                    </a:lnTo>
                    <a:lnTo>
                      <a:pt x="119" y="46"/>
                    </a:lnTo>
                    <a:lnTo>
                      <a:pt x="121" y="52"/>
                    </a:lnTo>
                    <a:lnTo>
                      <a:pt x="122" y="59"/>
                    </a:lnTo>
                    <a:lnTo>
                      <a:pt x="122" y="65"/>
                    </a:lnTo>
                    <a:lnTo>
                      <a:pt x="122" y="71"/>
                    </a:lnTo>
                    <a:lnTo>
                      <a:pt x="120" y="78"/>
                    </a:lnTo>
                    <a:lnTo>
                      <a:pt x="119" y="83"/>
                    </a:lnTo>
                    <a:lnTo>
                      <a:pt x="117" y="90"/>
                    </a:lnTo>
                    <a:lnTo>
                      <a:pt x="113" y="95"/>
                    </a:lnTo>
                    <a:lnTo>
                      <a:pt x="110" y="100"/>
                    </a:lnTo>
                    <a:lnTo>
                      <a:pt x="107" y="104"/>
                    </a:lnTo>
                    <a:lnTo>
                      <a:pt x="104" y="110"/>
                    </a:lnTo>
                    <a:lnTo>
                      <a:pt x="101" y="112"/>
                    </a:lnTo>
                    <a:lnTo>
                      <a:pt x="97" y="115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7" y="132"/>
                    </a:lnTo>
                    <a:lnTo>
                      <a:pt x="84" y="141"/>
                    </a:lnTo>
                    <a:lnTo>
                      <a:pt x="81" y="150"/>
                    </a:lnTo>
                    <a:lnTo>
                      <a:pt x="80" y="162"/>
                    </a:lnTo>
                    <a:lnTo>
                      <a:pt x="42" y="162"/>
                    </a:lnTo>
                    <a:lnTo>
                      <a:pt x="41" y="150"/>
                    </a:lnTo>
                    <a:lnTo>
                      <a:pt x="39" y="141"/>
                    </a:lnTo>
                    <a:lnTo>
                      <a:pt x="35" y="132"/>
                    </a:lnTo>
                    <a:lnTo>
                      <a:pt x="32" y="126"/>
                    </a:lnTo>
                    <a:lnTo>
                      <a:pt x="29" y="121"/>
                    </a:lnTo>
                    <a:lnTo>
                      <a:pt x="25" y="115"/>
                    </a:lnTo>
                    <a:lnTo>
                      <a:pt x="22" y="112"/>
                    </a:lnTo>
                    <a:lnTo>
                      <a:pt x="18" y="110"/>
                    </a:lnTo>
                    <a:lnTo>
                      <a:pt x="15" y="104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6" y="90"/>
                    </a:lnTo>
                    <a:lnTo>
                      <a:pt x="3" y="83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4" y="39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22" y="15"/>
                    </a:lnTo>
                    <a:lnTo>
                      <a:pt x="26" y="12"/>
                    </a:lnTo>
                    <a:lnTo>
                      <a:pt x="31" y="8"/>
                    </a:lnTo>
                    <a:lnTo>
                      <a:pt x="37" y="5"/>
                    </a:lnTo>
                    <a:lnTo>
                      <a:pt x="43" y="3"/>
                    </a:lnTo>
                    <a:lnTo>
                      <a:pt x="48" y="1"/>
                    </a:lnTo>
                    <a:lnTo>
                      <a:pt x="5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3" name="Freeform 886"/>
              <p:cNvSpPr>
                <a:spLocks/>
              </p:cNvSpPr>
              <p:nvPr/>
            </p:nvSpPr>
            <p:spPr bwMode="auto">
              <a:xfrm>
                <a:off x="2631" y="1892"/>
                <a:ext cx="119" cy="161"/>
              </a:xfrm>
              <a:custGeom>
                <a:avLst/>
                <a:gdLst>
                  <a:gd name="T0" fmla="*/ 65 w 119"/>
                  <a:gd name="T1" fmla="*/ 0 h 161"/>
                  <a:gd name="T2" fmla="*/ 77 w 119"/>
                  <a:gd name="T3" fmla="*/ 3 h 161"/>
                  <a:gd name="T4" fmla="*/ 88 w 119"/>
                  <a:gd name="T5" fmla="*/ 8 h 161"/>
                  <a:gd name="T6" fmla="*/ 98 w 119"/>
                  <a:gd name="T7" fmla="*/ 15 h 161"/>
                  <a:gd name="T8" fmla="*/ 106 w 119"/>
                  <a:gd name="T9" fmla="*/ 23 h 161"/>
                  <a:gd name="T10" fmla="*/ 111 w 119"/>
                  <a:gd name="T11" fmla="*/ 34 h 161"/>
                  <a:gd name="T12" fmla="*/ 117 w 119"/>
                  <a:gd name="T13" fmla="*/ 46 h 161"/>
                  <a:gd name="T14" fmla="*/ 119 w 119"/>
                  <a:gd name="T15" fmla="*/ 59 h 161"/>
                  <a:gd name="T16" fmla="*/ 119 w 119"/>
                  <a:gd name="T17" fmla="*/ 71 h 161"/>
                  <a:gd name="T18" fmla="*/ 116 w 119"/>
                  <a:gd name="T19" fmla="*/ 83 h 161"/>
                  <a:gd name="T20" fmla="*/ 110 w 119"/>
                  <a:gd name="T21" fmla="*/ 95 h 161"/>
                  <a:gd name="T22" fmla="*/ 104 w 119"/>
                  <a:gd name="T23" fmla="*/ 105 h 161"/>
                  <a:gd name="T24" fmla="*/ 98 w 119"/>
                  <a:gd name="T25" fmla="*/ 111 h 161"/>
                  <a:gd name="T26" fmla="*/ 91 w 119"/>
                  <a:gd name="T27" fmla="*/ 120 h 161"/>
                  <a:gd name="T28" fmla="*/ 84 w 119"/>
                  <a:gd name="T29" fmla="*/ 132 h 161"/>
                  <a:gd name="T30" fmla="*/ 79 w 119"/>
                  <a:gd name="T31" fmla="*/ 149 h 161"/>
                  <a:gd name="T32" fmla="*/ 41 w 119"/>
                  <a:gd name="T33" fmla="*/ 161 h 161"/>
                  <a:gd name="T34" fmla="*/ 38 w 119"/>
                  <a:gd name="T35" fmla="*/ 140 h 161"/>
                  <a:gd name="T36" fmla="*/ 32 w 119"/>
                  <a:gd name="T37" fmla="*/ 125 h 161"/>
                  <a:gd name="T38" fmla="*/ 25 w 119"/>
                  <a:gd name="T39" fmla="*/ 115 h 161"/>
                  <a:gd name="T40" fmla="*/ 18 w 119"/>
                  <a:gd name="T41" fmla="*/ 109 h 161"/>
                  <a:gd name="T42" fmla="*/ 12 w 119"/>
                  <a:gd name="T43" fmla="*/ 99 h 161"/>
                  <a:gd name="T44" fmla="*/ 6 w 119"/>
                  <a:gd name="T45" fmla="*/ 89 h 161"/>
                  <a:gd name="T46" fmla="*/ 1 w 119"/>
                  <a:gd name="T47" fmla="*/ 78 h 161"/>
                  <a:gd name="T48" fmla="*/ 0 w 119"/>
                  <a:gd name="T49" fmla="*/ 65 h 161"/>
                  <a:gd name="T50" fmla="*/ 1 w 119"/>
                  <a:gd name="T51" fmla="*/ 52 h 161"/>
                  <a:gd name="T52" fmla="*/ 5 w 119"/>
                  <a:gd name="T53" fmla="*/ 40 h 161"/>
                  <a:gd name="T54" fmla="*/ 10 w 119"/>
                  <a:gd name="T55" fmla="*/ 29 h 161"/>
                  <a:gd name="T56" fmla="*/ 16 w 119"/>
                  <a:gd name="T57" fmla="*/ 19 h 161"/>
                  <a:gd name="T58" fmla="*/ 26 w 119"/>
                  <a:gd name="T59" fmla="*/ 12 h 161"/>
                  <a:gd name="T60" fmla="*/ 36 w 119"/>
                  <a:gd name="T61" fmla="*/ 5 h 161"/>
                  <a:gd name="T62" fmla="*/ 47 w 119"/>
                  <a:gd name="T63" fmla="*/ 1 h 161"/>
                  <a:gd name="T64" fmla="*/ 60 w 119"/>
                  <a:gd name="T65" fmla="*/ 0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9"/>
                  <a:gd name="T100" fmla="*/ 0 h 161"/>
                  <a:gd name="T101" fmla="*/ 119 w 119"/>
                  <a:gd name="T102" fmla="*/ 161 h 1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9" h="161">
                    <a:moveTo>
                      <a:pt x="60" y="0"/>
                    </a:moveTo>
                    <a:lnTo>
                      <a:pt x="65" y="0"/>
                    </a:lnTo>
                    <a:lnTo>
                      <a:pt x="72" y="1"/>
                    </a:lnTo>
                    <a:lnTo>
                      <a:pt x="77" y="3"/>
                    </a:lnTo>
                    <a:lnTo>
                      <a:pt x="83" y="5"/>
                    </a:lnTo>
                    <a:lnTo>
                      <a:pt x="88" y="8"/>
                    </a:lnTo>
                    <a:lnTo>
                      <a:pt x="93" y="12"/>
                    </a:lnTo>
                    <a:lnTo>
                      <a:pt x="98" y="15"/>
                    </a:lnTo>
                    <a:lnTo>
                      <a:pt x="102" y="19"/>
                    </a:lnTo>
                    <a:lnTo>
                      <a:pt x="106" y="23"/>
                    </a:lnTo>
                    <a:lnTo>
                      <a:pt x="109" y="29"/>
                    </a:lnTo>
                    <a:lnTo>
                      <a:pt x="111" y="34"/>
                    </a:lnTo>
                    <a:lnTo>
                      <a:pt x="115" y="40"/>
                    </a:lnTo>
                    <a:lnTo>
                      <a:pt x="117" y="46"/>
                    </a:lnTo>
                    <a:lnTo>
                      <a:pt x="118" y="52"/>
                    </a:lnTo>
                    <a:lnTo>
                      <a:pt x="119" y="59"/>
                    </a:lnTo>
                    <a:lnTo>
                      <a:pt x="119" y="65"/>
                    </a:lnTo>
                    <a:lnTo>
                      <a:pt x="119" y="71"/>
                    </a:lnTo>
                    <a:lnTo>
                      <a:pt x="118" y="78"/>
                    </a:lnTo>
                    <a:lnTo>
                      <a:pt x="116" y="83"/>
                    </a:lnTo>
                    <a:lnTo>
                      <a:pt x="114" y="89"/>
                    </a:lnTo>
                    <a:lnTo>
                      <a:pt x="110" y="95"/>
                    </a:lnTo>
                    <a:lnTo>
                      <a:pt x="107" y="99"/>
                    </a:lnTo>
                    <a:lnTo>
                      <a:pt x="104" y="105"/>
                    </a:lnTo>
                    <a:lnTo>
                      <a:pt x="101" y="109"/>
                    </a:lnTo>
                    <a:lnTo>
                      <a:pt x="98" y="111"/>
                    </a:lnTo>
                    <a:lnTo>
                      <a:pt x="94" y="115"/>
                    </a:lnTo>
                    <a:lnTo>
                      <a:pt x="91" y="120"/>
                    </a:lnTo>
                    <a:lnTo>
                      <a:pt x="87" y="125"/>
                    </a:lnTo>
                    <a:lnTo>
                      <a:pt x="84" y="132"/>
                    </a:lnTo>
                    <a:lnTo>
                      <a:pt x="81" y="140"/>
                    </a:lnTo>
                    <a:lnTo>
                      <a:pt x="79" y="149"/>
                    </a:lnTo>
                    <a:lnTo>
                      <a:pt x="78" y="161"/>
                    </a:lnTo>
                    <a:lnTo>
                      <a:pt x="41" y="161"/>
                    </a:lnTo>
                    <a:lnTo>
                      <a:pt x="40" y="149"/>
                    </a:lnTo>
                    <a:lnTo>
                      <a:pt x="38" y="140"/>
                    </a:lnTo>
                    <a:lnTo>
                      <a:pt x="36" y="132"/>
                    </a:lnTo>
                    <a:lnTo>
                      <a:pt x="32" y="125"/>
                    </a:lnTo>
                    <a:lnTo>
                      <a:pt x="28" y="120"/>
                    </a:lnTo>
                    <a:lnTo>
                      <a:pt x="25" y="115"/>
                    </a:lnTo>
                    <a:lnTo>
                      <a:pt x="22" y="111"/>
                    </a:lnTo>
                    <a:lnTo>
                      <a:pt x="18" y="109"/>
                    </a:lnTo>
                    <a:lnTo>
                      <a:pt x="15" y="105"/>
                    </a:lnTo>
                    <a:lnTo>
                      <a:pt x="12" y="99"/>
                    </a:lnTo>
                    <a:lnTo>
                      <a:pt x="9" y="95"/>
                    </a:lnTo>
                    <a:lnTo>
                      <a:pt x="6" y="89"/>
                    </a:lnTo>
                    <a:lnTo>
                      <a:pt x="3" y="83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5" y="40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3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6" y="12"/>
                    </a:lnTo>
                    <a:lnTo>
                      <a:pt x="30" y="8"/>
                    </a:lnTo>
                    <a:lnTo>
                      <a:pt x="36" y="5"/>
                    </a:lnTo>
                    <a:lnTo>
                      <a:pt x="41" y="3"/>
                    </a:lnTo>
                    <a:lnTo>
                      <a:pt x="47" y="1"/>
                    </a:lnTo>
                    <a:lnTo>
                      <a:pt x="54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4" name="Freeform 887"/>
              <p:cNvSpPr>
                <a:spLocks/>
              </p:cNvSpPr>
              <p:nvPr/>
            </p:nvSpPr>
            <p:spPr bwMode="auto">
              <a:xfrm>
                <a:off x="2633" y="1893"/>
                <a:ext cx="116" cy="160"/>
              </a:xfrm>
              <a:custGeom>
                <a:avLst/>
                <a:gdLst>
                  <a:gd name="T0" fmla="*/ 65 w 116"/>
                  <a:gd name="T1" fmla="*/ 0 h 160"/>
                  <a:gd name="T2" fmla="*/ 75 w 116"/>
                  <a:gd name="T3" fmla="*/ 3 h 160"/>
                  <a:gd name="T4" fmla="*/ 86 w 116"/>
                  <a:gd name="T5" fmla="*/ 8 h 160"/>
                  <a:gd name="T6" fmla="*/ 96 w 116"/>
                  <a:gd name="T7" fmla="*/ 15 h 160"/>
                  <a:gd name="T8" fmla="*/ 103 w 116"/>
                  <a:gd name="T9" fmla="*/ 24 h 160"/>
                  <a:gd name="T10" fmla="*/ 109 w 116"/>
                  <a:gd name="T11" fmla="*/ 34 h 160"/>
                  <a:gd name="T12" fmla="*/ 114 w 116"/>
                  <a:gd name="T13" fmla="*/ 46 h 160"/>
                  <a:gd name="T14" fmla="*/ 116 w 116"/>
                  <a:gd name="T15" fmla="*/ 59 h 160"/>
                  <a:gd name="T16" fmla="*/ 116 w 116"/>
                  <a:gd name="T17" fmla="*/ 72 h 160"/>
                  <a:gd name="T18" fmla="*/ 113 w 116"/>
                  <a:gd name="T19" fmla="*/ 83 h 160"/>
                  <a:gd name="T20" fmla="*/ 107 w 116"/>
                  <a:gd name="T21" fmla="*/ 94 h 160"/>
                  <a:gd name="T22" fmla="*/ 101 w 116"/>
                  <a:gd name="T23" fmla="*/ 104 h 160"/>
                  <a:gd name="T24" fmla="*/ 94 w 116"/>
                  <a:gd name="T25" fmla="*/ 111 h 160"/>
                  <a:gd name="T26" fmla="*/ 88 w 116"/>
                  <a:gd name="T27" fmla="*/ 119 h 160"/>
                  <a:gd name="T28" fmla="*/ 82 w 116"/>
                  <a:gd name="T29" fmla="*/ 131 h 160"/>
                  <a:gd name="T30" fmla="*/ 77 w 116"/>
                  <a:gd name="T31" fmla="*/ 148 h 160"/>
                  <a:gd name="T32" fmla="*/ 40 w 116"/>
                  <a:gd name="T33" fmla="*/ 160 h 160"/>
                  <a:gd name="T34" fmla="*/ 38 w 116"/>
                  <a:gd name="T35" fmla="*/ 139 h 160"/>
                  <a:gd name="T36" fmla="*/ 31 w 116"/>
                  <a:gd name="T37" fmla="*/ 124 h 160"/>
                  <a:gd name="T38" fmla="*/ 24 w 116"/>
                  <a:gd name="T39" fmla="*/ 114 h 160"/>
                  <a:gd name="T40" fmla="*/ 19 w 116"/>
                  <a:gd name="T41" fmla="*/ 109 h 160"/>
                  <a:gd name="T42" fmla="*/ 12 w 116"/>
                  <a:gd name="T43" fmla="*/ 99 h 160"/>
                  <a:gd name="T44" fmla="*/ 6 w 116"/>
                  <a:gd name="T45" fmla="*/ 89 h 160"/>
                  <a:gd name="T46" fmla="*/ 1 w 116"/>
                  <a:gd name="T47" fmla="*/ 77 h 160"/>
                  <a:gd name="T48" fmla="*/ 0 w 116"/>
                  <a:gd name="T49" fmla="*/ 65 h 160"/>
                  <a:gd name="T50" fmla="*/ 1 w 116"/>
                  <a:gd name="T51" fmla="*/ 52 h 160"/>
                  <a:gd name="T52" fmla="*/ 5 w 116"/>
                  <a:gd name="T53" fmla="*/ 41 h 160"/>
                  <a:gd name="T54" fmla="*/ 10 w 116"/>
                  <a:gd name="T55" fmla="*/ 29 h 160"/>
                  <a:gd name="T56" fmla="*/ 16 w 116"/>
                  <a:gd name="T57" fmla="*/ 19 h 160"/>
                  <a:gd name="T58" fmla="*/ 25 w 116"/>
                  <a:gd name="T59" fmla="*/ 12 h 160"/>
                  <a:gd name="T60" fmla="*/ 35 w 116"/>
                  <a:gd name="T61" fmla="*/ 5 h 160"/>
                  <a:gd name="T62" fmla="*/ 46 w 116"/>
                  <a:gd name="T63" fmla="*/ 1 h 160"/>
                  <a:gd name="T64" fmla="*/ 58 w 116"/>
                  <a:gd name="T65" fmla="*/ 0 h 1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6"/>
                  <a:gd name="T100" fmla="*/ 0 h 160"/>
                  <a:gd name="T101" fmla="*/ 116 w 116"/>
                  <a:gd name="T102" fmla="*/ 160 h 1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6" h="160">
                    <a:moveTo>
                      <a:pt x="58" y="0"/>
                    </a:moveTo>
                    <a:lnTo>
                      <a:pt x="65" y="0"/>
                    </a:lnTo>
                    <a:lnTo>
                      <a:pt x="70" y="1"/>
                    </a:lnTo>
                    <a:lnTo>
                      <a:pt x="75" y="3"/>
                    </a:lnTo>
                    <a:lnTo>
                      <a:pt x="81" y="5"/>
                    </a:lnTo>
                    <a:lnTo>
                      <a:pt x="86" y="8"/>
                    </a:lnTo>
                    <a:lnTo>
                      <a:pt x="90" y="12"/>
                    </a:lnTo>
                    <a:lnTo>
                      <a:pt x="96" y="15"/>
                    </a:lnTo>
                    <a:lnTo>
                      <a:pt x="99" y="19"/>
                    </a:lnTo>
                    <a:lnTo>
                      <a:pt x="103" y="24"/>
                    </a:lnTo>
                    <a:lnTo>
                      <a:pt x="106" y="29"/>
                    </a:lnTo>
                    <a:lnTo>
                      <a:pt x="109" y="34"/>
                    </a:lnTo>
                    <a:lnTo>
                      <a:pt x="112" y="41"/>
                    </a:lnTo>
                    <a:lnTo>
                      <a:pt x="114" y="46"/>
                    </a:lnTo>
                    <a:lnTo>
                      <a:pt x="115" y="52"/>
                    </a:lnTo>
                    <a:lnTo>
                      <a:pt x="116" y="59"/>
                    </a:lnTo>
                    <a:lnTo>
                      <a:pt x="116" y="65"/>
                    </a:lnTo>
                    <a:lnTo>
                      <a:pt x="116" y="72"/>
                    </a:lnTo>
                    <a:lnTo>
                      <a:pt x="115" y="77"/>
                    </a:lnTo>
                    <a:lnTo>
                      <a:pt x="113" y="83"/>
                    </a:lnTo>
                    <a:lnTo>
                      <a:pt x="110" y="89"/>
                    </a:lnTo>
                    <a:lnTo>
                      <a:pt x="107" y="94"/>
                    </a:lnTo>
                    <a:lnTo>
                      <a:pt x="104" y="99"/>
                    </a:lnTo>
                    <a:lnTo>
                      <a:pt x="101" y="104"/>
                    </a:lnTo>
                    <a:lnTo>
                      <a:pt x="98" y="109"/>
                    </a:lnTo>
                    <a:lnTo>
                      <a:pt x="94" y="111"/>
                    </a:lnTo>
                    <a:lnTo>
                      <a:pt x="92" y="114"/>
                    </a:lnTo>
                    <a:lnTo>
                      <a:pt x="88" y="119"/>
                    </a:lnTo>
                    <a:lnTo>
                      <a:pt x="85" y="124"/>
                    </a:lnTo>
                    <a:lnTo>
                      <a:pt x="82" y="131"/>
                    </a:lnTo>
                    <a:lnTo>
                      <a:pt x="78" y="139"/>
                    </a:lnTo>
                    <a:lnTo>
                      <a:pt x="77" y="148"/>
                    </a:lnTo>
                    <a:lnTo>
                      <a:pt x="76" y="160"/>
                    </a:lnTo>
                    <a:lnTo>
                      <a:pt x="40" y="160"/>
                    </a:lnTo>
                    <a:lnTo>
                      <a:pt x="39" y="148"/>
                    </a:lnTo>
                    <a:lnTo>
                      <a:pt x="38" y="139"/>
                    </a:lnTo>
                    <a:lnTo>
                      <a:pt x="35" y="131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4" y="114"/>
                    </a:lnTo>
                    <a:lnTo>
                      <a:pt x="22" y="111"/>
                    </a:lnTo>
                    <a:lnTo>
                      <a:pt x="19" y="109"/>
                    </a:lnTo>
                    <a:lnTo>
                      <a:pt x="15" y="104"/>
                    </a:lnTo>
                    <a:lnTo>
                      <a:pt x="12" y="99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3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5" y="12"/>
                    </a:lnTo>
                    <a:lnTo>
                      <a:pt x="29" y="8"/>
                    </a:lnTo>
                    <a:lnTo>
                      <a:pt x="35" y="5"/>
                    </a:lnTo>
                    <a:lnTo>
                      <a:pt x="40" y="3"/>
                    </a:lnTo>
                    <a:lnTo>
                      <a:pt x="46" y="1"/>
                    </a:lnTo>
                    <a:lnTo>
                      <a:pt x="52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D8D8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5" name="Freeform 888"/>
              <p:cNvSpPr>
                <a:spLocks/>
              </p:cNvSpPr>
              <p:nvPr/>
            </p:nvSpPr>
            <p:spPr bwMode="auto">
              <a:xfrm>
                <a:off x="2634" y="1894"/>
                <a:ext cx="114" cy="159"/>
              </a:xfrm>
              <a:custGeom>
                <a:avLst/>
                <a:gdLst>
                  <a:gd name="T0" fmla="*/ 64 w 114"/>
                  <a:gd name="T1" fmla="*/ 0 h 159"/>
                  <a:gd name="T2" fmla="*/ 74 w 114"/>
                  <a:gd name="T3" fmla="*/ 3 h 159"/>
                  <a:gd name="T4" fmla="*/ 84 w 114"/>
                  <a:gd name="T5" fmla="*/ 9 h 159"/>
                  <a:gd name="T6" fmla="*/ 93 w 114"/>
                  <a:gd name="T7" fmla="*/ 15 h 159"/>
                  <a:gd name="T8" fmla="*/ 101 w 114"/>
                  <a:gd name="T9" fmla="*/ 23 h 159"/>
                  <a:gd name="T10" fmla="*/ 107 w 114"/>
                  <a:gd name="T11" fmla="*/ 34 h 159"/>
                  <a:gd name="T12" fmla="*/ 112 w 114"/>
                  <a:gd name="T13" fmla="*/ 46 h 159"/>
                  <a:gd name="T14" fmla="*/ 114 w 114"/>
                  <a:gd name="T15" fmla="*/ 58 h 159"/>
                  <a:gd name="T16" fmla="*/ 114 w 114"/>
                  <a:gd name="T17" fmla="*/ 71 h 159"/>
                  <a:gd name="T18" fmla="*/ 111 w 114"/>
                  <a:gd name="T19" fmla="*/ 82 h 159"/>
                  <a:gd name="T20" fmla="*/ 105 w 114"/>
                  <a:gd name="T21" fmla="*/ 94 h 159"/>
                  <a:gd name="T22" fmla="*/ 99 w 114"/>
                  <a:gd name="T23" fmla="*/ 104 h 159"/>
                  <a:gd name="T24" fmla="*/ 92 w 114"/>
                  <a:gd name="T25" fmla="*/ 110 h 159"/>
                  <a:gd name="T26" fmla="*/ 86 w 114"/>
                  <a:gd name="T27" fmla="*/ 119 h 159"/>
                  <a:gd name="T28" fmla="*/ 80 w 114"/>
                  <a:gd name="T29" fmla="*/ 130 h 159"/>
                  <a:gd name="T30" fmla="*/ 75 w 114"/>
                  <a:gd name="T31" fmla="*/ 147 h 159"/>
                  <a:gd name="T32" fmla="*/ 39 w 114"/>
                  <a:gd name="T33" fmla="*/ 159 h 159"/>
                  <a:gd name="T34" fmla="*/ 37 w 114"/>
                  <a:gd name="T35" fmla="*/ 138 h 159"/>
                  <a:gd name="T36" fmla="*/ 31 w 114"/>
                  <a:gd name="T37" fmla="*/ 124 h 159"/>
                  <a:gd name="T38" fmla="*/ 25 w 114"/>
                  <a:gd name="T39" fmla="*/ 114 h 159"/>
                  <a:gd name="T40" fmla="*/ 19 w 114"/>
                  <a:gd name="T41" fmla="*/ 108 h 159"/>
                  <a:gd name="T42" fmla="*/ 12 w 114"/>
                  <a:gd name="T43" fmla="*/ 98 h 159"/>
                  <a:gd name="T44" fmla="*/ 6 w 114"/>
                  <a:gd name="T45" fmla="*/ 89 h 159"/>
                  <a:gd name="T46" fmla="*/ 2 w 114"/>
                  <a:gd name="T47" fmla="*/ 77 h 159"/>
                  <a:gd name="T48" fmla="*/ 0 w 114"/>
                  <a:gd name="T49" fmla="*/ 64 h 159"/>
                  <a:gd name="T50" fmla="*/ 2 w 114"/>
                  <a:gd name="T51" fmla="*/ 52 h 159"/>
                  <a:gd name="T52" fmla="*/ 5 w 114"/>
                  <a:gd name="T53" fmla="*/ 41 h 159"/>
                  <a:gd name="T54" fmla="*/ 9 w 114"/>
                  <a:gd name="T55" fmla="*/ 29 h 159"/>
                  <a:gd name="T56" fmla="*/ 17 w 114"/>
                  <a:gd name="T57" fmla="*/ 19 h 159"/>
                  <a:gd name="T58" fmla="*/ 24 w 114"/>
                  <a:gd name="T59" fmla="*/ 12 h 159"/>
                  <a:gd name="T60" fmla="*/ 34 w 114"/>
                  <a:gd name="T61" fmla="*/ 5 h 159"/>
                  <a:gd name="T62" fmla="*/ 45 w 114"/>
                  <a:gd name="T63" fmla="*/ 1 h 159"/>
                  <a:gd name="T64" fmla="*/ 57 w 114"/>
                  <a:gd name="T65" fmla="*/ 0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4"/>
                  <a:gd name="T100" fmla="*/ 0 h 159"/>
                  <a:gd name="T101" fmla="*/ 114 w 114"/>
                  <a:gd name="T102" fmla="*/ 159 h 1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4" h="159">
                    <a:moveTo>
                      <a:pt x="57" y="0"/>
                    </a:moveTo>
                    <a:lnTo>
                      <a:pt x="64" y="0"/>
                    </a:lnTo>
                    <a:lnTo>
                      <a:pt x="69" y="1"/>
                    </a:lnTo>
                    <a:lnTo>
                      <a:pt x="74" y="3"/>
                    </a:lnTo>
                    <a:lnTo>
                      <a:pt x="80" y="5"/>
                    </a:lnTo>
                    <a:lnTo>
                      <a:pt x="84" y="9"/>
                    </a:lnTo>
                    <a:lnTo>
                      <a:pt x="89" y="12"/>
                    </a:lnTo>
                    <a:lnTo>
                      <a:pt x="93" y="15"/>
                    </a:lnTo>
                    <a:lnTo>
                      <a:pt x="97" y="19"/>
                    </a:lnTo>
                    <a:lnTo>
                      <a:pt x="101" y="23"/>
                    </a:lnTo>
                    <a:lnTo>
                      <a:pt x="104" y="29"/>
                    </a:lnTo>
                    <a:lnTo>
                      <a:pt x="107" y="34"/>
                    </a:lnTo>
                    <a:lnTo>
                      <a:pt x="109" y="41"/>
                    </a:lnTo>
                    <a:lnTo>
                      <a:pt x="112" y="46"/>
                    </a:lnTo>
                    <a:lnTo>
                      <a:pt x="113" y="52"/>
                    </a:lnTo>
                    <a:lnTo>
                      <a:pt x="114" y="58"/>
                    </a:lnTo>
                    <a:lnTo>
                      <a:pt x="114" y="64"/>
                    </a:lnTo>
                    <a:lnTo>
                      <a:pt x="114" y="71"/>
                    </a:lnTo>
                    <a:lnTo>
                      <a:pt x="113" y="77"/>
                    </a:lnTo>
                    <a:lnTo>
                      <a:pt x="111" y="82"/>
                    </a:lnTo>
                    <a:lnTo>
                      <a:pt x="108" y="89"/>
                    </a:lnTo>
                    <a:lnTo>
                      <a:pt x="105" y="94"/>
                    </a:lnTo>
                    <a:lnTo>
                      <a:pt x="102" y="98"/>
                    </a:lnTo>
                    <a:lnTo>
                      <a:pt x="99" y="104"/>
                    </a:lnTo>
                    <a:lnTo>
                      <a:pt x="96" y="108"/>
                    </a:lnTo>
                    <a:lnTo>
                      <a:pt x="92" y="110"/>
                    </a:lnTo>
                    <a:lnTo>
                      <a:pt x="89" y="114"/>
                    </a:lnTo>
                    <a:lnTo>
                      <a:pt x="86" y="119"/>
                    </a:lnTo>
                    <a:lnTo>
                      <a:pt x="83" y="124"/>
                    </a:lnTo>
                    <a:lnTo>
                      <a:pt x="80" y="130"/>
                    </a:lnTo>
                    <a:lnTo>
                      <a:pt x="77" y="138"/>
                    </a:lnTo>
                    <a:lnTo>
                      <a:pt x="75" y="147"/>
                    </a:lnTo>
                    <a:lnTo>
                      <a:pt x="75" y="159"/>
                    </a:lnTo>
                    <a:lnTo>
                      <a:pt x="39" y="159"/>
                    </a:lnTo>
                    <a:lnTo>
                      <a:pt x="39" y="147"/>
                    </a:lnTo>
                    <a:lnTo>
                      <a:pt x="37" y="138"/>
                    </a:lnTo>
                    <a:lnTo>
                      <a:pt x="35" y="130"/>
                    </a:lnTo>
                    <a:lnTo>
                      <a:pt x="31" y="124"/>
                    </a:lnTo>
                    <a:lnTo>
                      <a:pt x="28" y="119"/>
                    </a:lnTo>
                    <a:lnTo>
                      <a:pt x="25" y="114"/>
                    </a:lnTo>
                    <a:lnTo>
                      <a:pt x="22" y="110"/>
                    </a:lnTo>
                    <a:lnTo>
                      <a:pt x="19" y="108"/>
                    </a:lnTo>
                    <a:lnTo>
                      <a:pt x="15" y="104"/>
                    </a:lnTo>
                    <a:lnTo>
                      <a:pt x="12" y="98"/>
                    </a:lnTo>
                    <a:lnTo>
                      <a:pt x="9" y="94"/>
                    </a:lnTo>
                    <a:lnTo>
                      <a:pt x="6" y="89"/>
                    </a:lnTo>
                    <a:lnTo>
                      <a:pt x="4" y="82"/>
                    </a:lnTo>
                    <a:lnTo>
                      <a:pt x="2" y="77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2" y="52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4"/>
                    </a:lnTo>
                    <a:lnTo>
                      <a:pt x="9" y="29"/>
                    </a:lnTo>
                    <a:lnTo>
                      <a:pt x="12" y="23"/>
                    </a:lnTo>
                    <a:lnTo>
                      <a:pt x="17" y="19"/>
                    </a:lnTo>
                    <a:lnTo>
                      <a:pt x="20" y="15"/>
                    </a:lnTo>
                    <a:lnTo>
                      <a:pt x="24" y="12"/>
                    </a:lnTo>
                    <a:lnTo>
                      <a:pt x="29" y="9"/>
                    </a:lnTo>
                    <a:lnTo>
                      <a:pt x="34" y="5"/>
                    </a:lnTo>
                    <a:lnTo>
                      <a:pt x="39" y="3"/>
                    </a:lnTo>
                    <a:lnTo>
                      <a:pt x="45" y="1"/>
                    </a:lnTo>
                    <a:lnTo>
                      <a:pt x="5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E5E5E5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6" name="Freeform 889"/>
              <p:cNvSpPr>
                <a:spLocks/>
              </p:cNvSpPr>
              <p:nvPr/>
            </p:nvSpPr>
            <p:spPr bwMode="auto">
              <a:xfrm>
                <a:off x="2636" y="1895"/>
                <a:ext cx="110" cy="158"/>
              </a:xfrm>
              <a:custGeom>
                <a:avLst/>
                <a:gdLst>
                  <a:gd name="T0" fmla="*/ 60 w 110"/>
                  <a:gd name="T1" fmla="*/ 0 h 158"/>
                  <a:gd name="T2" fmla="*/ 71 w 110"/>
                  <a:gd name="T3" fmla="*/ 3 h 158"/>
                  <a:gd name="T4" fmla="*/ 81 w 110"/>
                  <a:gd name="T5" fmla="*/ 9 h 158"/>
                  <a:gd name="T6" fmla="*/ 90 w 110"/>
                  <a:gd name="T7" fmla="*/ 15 h 158"/>
                  <a:gd name="T8" fmla="*/ 97 w 110"/>
                  <a:gd name="T9" fmla="*/ 24 h 158"/>
                  <a:gd name="T10" fmla="*/ 103 w 110"/>
                  <a:gd name="T11" fmla="*/ 34 h 158"/>
                  <a:gd name="T12" fmla="*/ 107 w 110"/>
                  <a:gd name="T13" fmla="*/ 46 h 158"/>
                  <a:gd name="T14" fmla="*/ 110 w 110"/>
                  <a:gd name="T15" fmla="*/ 58 h 158"/>
                  <a:gd name="T16" fmla="*/ 110 w 110"/>
                  <a:gd name="T17" fmla="*/ 71 h 158"/>
                  <a:gd name="T18" fmla="*/ 106 w 110"/>
                  <a:gd name="T19" fmla="*/ 82 h 158"/>
                  <a:gd name="T20" fmla="*/ 101 w 110"/>
                  <a:gd name="T21" fmla="*/ 93 h 158"/>
                  <a:gd name="T22" fmla="*/ 95 w 110"/>
                  <a:gd name="T23" fmla="*/ 104 h 158"/>
                  <a:gd name="T24" fmla="*/ 89 w 110"/>
                  <a:gd name="T25" fmla="*/ 110 h 158"/>
                  <a:gd name="T26" fmla="*/ 83 w 110"/>
                  <a:gd name="T27" fmla="*/ 118 h 158"/>
                  <a:gd name="T28" fmla="*/ 76 w 110"/>
                  <a:gd name="T29" fmla="*/ 129 h 158"/>
                  <a:gd name="T30" fmla="*/ 72 w 110"/>
                  <a:gd name="T31" fmla="*/ 147 h 158"/>
                  <a:gd name="T32" fmla="*/ 37 w 110"/>
                  <a:gd name="T33" fmla="*/ 158 h 158"/>
                  <a:gd name="T34" fmla="*/ 35 w 110"/>
                  <a:gd name="T35" fmla="*/ 138 h 158"/>
                  <a:gd name="T36" fmla="*/ 29 w 110"/>
                  <a:gd name="T37" fmla="*/ 123 h 158"/>
                  <a:gd name="T38" fmla="*/ 23 w 110"/>
                  <a:gd name="T39" fmla="*/ 113 h 158"/>
                  <a:gd name="T40" fmla="*/ 18 w 110"/>
                  <a:gd name="T41" fmla="*/ 107 h 158"/>
                  <a:gd name="T42" fmla="*/ 11 w 110"/>
                  <a:gd name="T43" fmla="*/ 98 h 158"/>
                  <a:gd name="T44" fmla="*/ 5 w 110"/>
                  <a:gd name="T45" fmla="*/ 88 h 158"/>
                  <a:gd name="T46" fmla="*/ 1 w 110"/>
                  <a:gd name="T47" fmla="*/ 76 h 158"/>
                  <a:gd name="T48" fmla="*/ 0 w 110"/>
                  <a:gd name="T49" fmla="*/ 64 h 158"/>
                  <a:gd name="T50" fmla="*/ 1 w 110"/>
                  <a:gd name="T51" fmla="*/ 52 h 158"/>
                  <a:gd name="T52" fmla="*/ 4 w 110"/>
                  <a:gd name="T53" fmla="*/ 40 h 158"/>
                  <a:gd name="T54" fmla="*/ 8 w 110"/>
                  <a:gd name="T55" fmla="*/ 29 h 158"/>
                  <a:gd name="T56" fmla="*/ 15 w 110"/>
                  <a:gd name="T57" fmla="*/ 19 h 158"/>
                  <a:gd name="T58" fmla="*/ 22 w 110"/>
                  <a:gd name="T59" fmla="*/ 12 h 158"/>
                  <a:gd name="T60" fmla="*/ 32 w 110"/>
                  <a:gd name="T61" fmla="*/ 5 h 158"/>
                  <a:gd name="T62" fmla="*/ 42 w 110"/>
                  <a:gd name="T63" fmla="*/ 1 h 158"/>
                  <a:gd name="T64" fmla="*/ 55 w 110"/>
                  <a:gd name="T65" fmla="*/ 0 h 15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0"/>
                  <a:gd name="T100" fmla="*/ 0 h 158"/>
                  <a:gd name="T101" fmla="*/ 110 w 110"/>
                  <a:gd name="T102" fmla="*/ 158 h 15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0" h="158">
                    <a:moveTo>
                      <a:pt x="55" y="0"/>
                    </a:moveTo>
                    <a:lnTo>
                      <a:pt x="60" y="0"/>
                    </a:lnTo>
                    <a:lnTo>
                      <a:pt x="66" y="1"/>
                    </a:lnTo>
                    <a:lnTo>
                      <a:pt x="71" y="3"/>
                    </a:lnTo>
                    <a:lnTo>
                      <a:pt x="76" y="5"/>
                    </a:lnTo>
                    <a:lnTo>
                      <a:pt x="81" y="9"/>
                    </a:lnTo>
                    <a:lnTo>
                      <a:pt x="86" y="12"/>
                    </a:lnTo>
                    <a:lnTo>
                      <a:pt x="90" y="15"/>
                    </a:lnTo>
                    <a:lnTo>
                      <a:pt x="94" y="19"/>
                    </a:lnTo>
                    <a:lnTo>
                      <a:pt x="97" y="24"/>
                    </a:lnTo>
                    <a:lnTo>
                      <a:pt x="100" y="29"/>
                    </a:lnTo>
                    <a:lnTo>
                      <a:pt x="103" y="34"/>
                    </a:lnTo>
                    <a:lnTo>
                      <a:pt x="105" y="40"/>
                    </a:lnTo>
                    <a:lnTo>
                      <a:pt x="107" y="46"/>
                    </a:lnTo>
                    <a:lnTo>
                      <a:pt x="109" y="52"/>
                    </a:lnTo>
                    <a:lnTo>
                      <a:pt x="110" y="58"/>
                    </a:lnTo>
                    <a:lnTo>
                      <a:pt x="110" y="64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6" y="82"/>
                    </a:lnTo>
                    <a:lnTo>
                      <a:pt x="103" y="88"/>
                    </a:lnTo>
                    <a:lnTo>
                      <a:pt x="101" y="93"/>
                    </a:lnTo>
                    <a:lnTo>
                      <a:pt x="98" y="98"/>
                    </a:lnTo>
                    <a:lnTo>
                      <a:pt x="95" y="104"/>
                    </a:lnTo>
                    <a:lnTo>
                      <a:pt x="91" y="107"/>
                    </a:lnTo>
                    <a:lnTo>
                      <a:pt x="89" y="110"/>
                    </a:lnTo>
                    <a:lnTo>
                      <a:pt x="86" y="113"/>
                    </a:lnTo>
                    <a:lnTo>
                      <a:pt x="83" y="118"/>
                    </a:lnTo>
                    <a:lnTo>
                      <a:pt x="80" y="123"/>
                    </a:lnTo>
                    <a:lnTo>
                      <a:pt x="76" y="129"/>
                    </a:lnTo>
                    <a:lnTo>
                      <a:pt x="74" y="138"/>
                    </a:lnTo>
                    <a:lnTo>
                      <a:pt x="72" y="147"/>
                    </a:lnTo>
                    <a:lnTo>
                      <a:pt x="71" y="158"/>
                    </a:lnTo>
                    <a:lnTo>
                      <a:pt x="37" y="158"/>
                    </a:lnTo>
                    <a:lnTo>
                      <a:pt x="37" y="147"/>
                    </a:lnTo>
                    <a:lnTo>
                      <a:pt x="35" y="138"/>
                    </a:lnTo>
                    <a:lnTo>
                      <a:pt x="33" y="129"/>
                    </a:lnTo>
                    <a:lnTo>
                      <a:pt x="29" y="123"/>
                    </a:lnTo>
                    <a:lnTo>
                      <a:pt x="26" y="118"/>
                    </a:lnTo>
                    <a:lnTo>
                      <a:pt x="23" y="113"/>
                    </a:lnTo>
                    <a:lnTo>
                      <a:pt x="20" y="110"/>
                    </a:lnTo>
                    <a:lnTo>
                      <a:pt x="18" y="107"/>
                    </a:lnTo>
                    <a:lnTo>
                      <a:pt x="15" y="104"/>
                    </a:lnTo>
                    <a:lnTo>
                      <a:pt x="11" y="98"/>
                    </a:lnTo>
                    <a:lnTo>
                      <a:pt x="8" y="93"/>
                    </a:lnTo>
                    <a:lnTo>
                      <a:pt x="5" y="88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2" y="46"/>
                    </a:lnTo>
                    <a:lnTo>
                      <a:pt x="4" y="40"/>
                    </a:lnTo>
                    <a:lnTo>
                      <a:pt x="6" y="34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42" y="1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7" name="Freeform 890"/>
              <p:cNvSpPr>
                <a:spLocks/>
              </p:cNvSpPr>
              <p:nvPr/>
            </p:nvSpPr>
            <p:spPr bwMode="auto">
              <a:xfrm>
                <a:off x="2638" y="1896"/>
                <a:ext cx="107" cy="157"/>
              </a:xfrm>
              <a:custGeom>
                <a:avLst/>
                <a:gdLst>
                  <a:gd name="T0" fmla="*/ 70 w 107"/>
                  <a:gd name="T1" fmla="*/ 146 h 157"/>
                  <a:gd name="T2" fmla="*/ 74 w 107"/>
                  <a:gd name="T3" fmla="*/ 128 h 157"/>
                  <a:gd name="T4" fmla="*/ 80 w 107"/>
                  <a:gd name="T5" fmla="*/ 118 h 157"/>
                  <a:gd name="T6" fmla="*/ 86 w 107"/>
                  <a:gd name="T7" fmla="*/ 109 h 157"/>
                  <a:gd name="T8" fmla="*/ 92 w 107"/>
                  <a:gd name="T9" fmla="*/ 103 h 157"/>
                  <a:gd name="T10" fmla="*/ 98 w 107"/>
                  <a:gd name="T11" fmla="*/ 93 h 157"/>
                  <a:gd name="T12" fmla="*/ 103 w 107"/>
                  <a:gd name="T13" fmla="*/ 82 h 157"/>
                  <a:gd name="T14" fmla="*/ 107 w 107"/>
                  <a:gd name="T15" fmla="*/ 71 h 157"/>
                  <a:gd name="T16" fmla="*/ 107 w 107"/>
                  <a:gd name="T17" fmla="*/ 58 h 157"/>
                  <a:gd name="T18" fmla="*/ 104 w 107"/>
                  <a:gd name="T19" fmla="*/ 46 h 157"/>
                  <a:gd name="T20" fmla="*/ 100 w 107"/>
                  <a:gd name="T21" fmla="*/ 34 h 157"/>
                  <a:gd name="T22" fmla="*/ 95 w 107"/>
                  <a:gd name="T23" fmla="*/ 25 h 157"/>
                  <a:gd name="T24" fmla="*/ 87 w 107"/>
                  <a:gd name="T25" fmla="*/ 15 h 157"/>
                  <a:gd name="T26" fmla="*/ 79 w 107"/>
                  <a:gd name="T27" fmla="*/ 9 h 157"/>
                  <a:gd name="T28" fmla="*/ 69 w 107"/>
                  <a:gd name="T29" fmla="*/ 3 h 157"/>
                  <a:gd name="T30" fmla="*/ 58 w 107"/>
                  <a:gd name="T31" fmla="*/ 0 h 157"/>
                  <a:gd name="T32" fmla="*/ 47 w 107"/>
                  <a:gd name="T33" fmla="*/ 0 h 157"/>
                  <a:gd name="T34" fmla="*/ 36 w 107"/>
                  <a:gd name="T35" fmla="*/ 3 h 157"/>
                  <a:gd name="T36" fmla="*/ 26 w 107"/>
                  <a:gd name="T37" fmla="*/ 9 h 157"/>
                  <a:gd name="T38" fmla="*/ 18 w 107"/>
                  <a:gd name="T39" fmla="*/ 15 h 157"/>
                  <a:gd name="T40" fmla="*/ 10 w 107"/>
                  <a:gd name="T41" fmla="*/ 25 h 157"/>
                  <a:gd name="T42" fmla="*/ 6 w 107"/>
                  <a:gd name="T43" fmla="*/ 34 h 157"/>
                  <a:gd name="T44" fmla="*/ 2 w 107"/>
                  <a:gd name="T45" fmla="*/ 46 h 157"/>
                  <a:gd name="T46" fmla="*/ 0 w 107"/>
                  <a:gd name="T47" fmla="*/ 58 h 157"/>
                  <a:gd name="T48" fmla="*/ 0 w 107"/>
                  <a:gd name="T49" fmla="*/ 71 h 157"/>
                  <a:gd name="T50" fmla="*/ 3 w 107"/>
                  <a:gd name="T51" fmla="*/ 82 h 157"/>
                  <a:gd name="T52" fmla="*/ 8 w 107"/>
                  <a:gd name="T53" fmla="*/ 93 h 157"/>
                  <a:gd name="T54" fmla="*/ 15 w 107"/>
                  <a:gd name="T55" fmla="*/ 103 h 157"/>
                  <a:gd name="T56" fmla="*/ 20 w 107"/>
                  <a:gd name="T57" fmla="*/ 109 h 157"/>
                  <a:gd name="T58" fmla="*/ 26 w 107"/>
                  <a:gd name="T59" fmla="*/ 118 h 157"/>
                  <a:gd name="T60" fmla="*/ 32 w 107"/>
                  <a:gd name="T61" fmla="*/ 128 h 157"/>
                  <a:gd name="T62" fmla="*/ 36 w 107"/>
                  <a:gd name="T63" fmla="*/ 146 h 157"/>
                  <a:gd name="T64" fmla="*/ 70 w 107"/>
                  <a:gd name="T65" fmla="*/ 157 h 1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157"/>
                  <a:gd name="T101" fmla="*/ 107 w 107"/>
                  <a:gd name="T102" fmla="*/ 157 h 15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157">
                    <a:moveTo>
                      <a:pt x="70" y="157"/>
                    </a:moveTo>
                    <a:lnTo>
                      <a:pt x="70" y="146"/>
                    </a:lnTo>
                    <a:lnTo>
                      <a:pt x="72" y="137"/>
                    </a:lnTo>
                    <a:lnTo>
                      <a:pt x="74" y="128"/>
                    </a:lnTo>
                    <a:lnTo>
                      <a:pt x="78" y="122"/>
                    </a:lnTo>
                    <a:lnTo>
                      <a:pt x="80" y="118"/>
                    </a:lnTo>
                    <a:lnTo>
                      <a:pt x="83" y="112"/>
                    </a:lnTo>
                    <a:lnTo>
                      <a:pt x="86" y="109"/>
                    </a:lnTo>
                    <a:lnTo>
                      <a:pt x="88" y="107"/>
                    </a:lnTo>
                    <a:lnTo>
                      <a:pt x="92" y="103"/>
                    </a:lnTo>
                    <a:lnTo>
                      <a:pt x="95" y="97"/>
                    </a:lnTo>
                    <a:lnTo>
                      <a:pt x="98" y="93"/>
                    </a:lnTo>
                    <a:lnTo>
                      <a:pt x="100" y="88"/>
                    </a:lnTo>
                    <a:lnTo>
                      <a:pt x="103" y="82"/>
                    </a:lnTo>
                    <a:lnTo>
                      <a:pt x="104" y="77"/>
                    </a:lnTo>
                    <a:lnTo>
                      <a:pt x="107" y="71"/>
                    </a:lnTo>
                    <a:lnTo>
                      <a:pt x="107" y="64"/>
                    </a:lnTo>
                    <a:lnTo>
                      <a:pt x="107" y="58"/>
                    </a:lnTo>
                    <a:lnTo>
                      <a:pt x="105" y="52"/>
                    </a:lnTo>
                    <a:lnTo>
                      <a:pt x="104" y="46"/>
                    </a:lnTo>
                    <a:lnTo>
                      <a:pt x="102" y="40"/>
                    </a:lnTo>
                    <a:lnTo>
                      <a:pt x="100" y="34"/>
                    </a:lnTo>
                    <a:lnTo>
                      <a:pt x="98" y="29"/>
                    </a:lnTo>
                    <a:lnTo>
                      <a:pt x="95" y="25"/>
                    </a:lnTo>
                    <a:lnTo>
                      <a:pt x="91" y="19"/>
                    </a:lnTo>
                    <a:lnTo>
                      <a:pt x="87" y="15"/>
                    </a:lnTo>
                    <a:lnTo>
                      <a:pt x="83" y="12"/>
                    </a:lnTo>
                    <a:lnTo>
                      <a:pt x="79" y="9"/>
                    </a:lnTo>
                    <a:lnTo>
                      <a:pt x="74" y="5"/>
                    </a:lnTo>
                    <a:lnTo>
                      <a:pt x="69" y="3"/>
                    </a:lnTo>
                    <a:lnTo>
                      <a:pt x="64" y="1"/>
                    </a:lnTo>
                    <a:lnTo>
                      <a:pt x="58" y="0"/>
                    </a:lnTo>
                    <a:lnTo>
                      <a:pt x="53" y="0"/>
                    </a:lnTo>
                    <a:lnTo>
                      <a:pt x="47" y="0"/>
                    </a:lnTo>
                    <a:lnTo>
                      <a:pt x="41" y="1"/>
                    </a:lnTo>
                    <a:lnTo>
                      <a:pt x="36" y="3"/>
                    </a:lnTo>
                    <a:lnTo>
                      <a:pt x="31" y="5"/>
                    </a:lnTo>
                    <a:lnTo>
                      <a:pt x="26" y="9"/>
                    </a:lnTo>
                    <a:lnTo>
                      <a:pt x="22" y="12"/>
                    </a:lnTo>
                    <a:lnTo>
                      <a:pt x="18" y="15"/>
                    </a:lnTo>
                    <a:lnTo>
                      <a:pt x="14" y="19"/>
                    </a:lnTo>
                    <a:lnTo>
                      <a:pt x="10" y="25"/>
                    </a:lnTo>
                    <a:lnTo>
                      <a:pt x="8" y="29"/>
                    </a:lnTo>
                    <a:lnTo>
                      <a:pt x="6" y="34"/>
                    </a:lnTo>
                    <a:lnTo>
                      <a:pt x="3" y="40"/>
                    </a:lnTo>
                    <a:lnTo>
                      <a:pt x="2" y="46"/>
                    </a:lnTo>
                    <a:lnTo>
                      <a:pt x="1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2" y="77"/>
                    </a:lnTo>
                    <a:lnTo>
                      <a:pt x="3" y="82"/>
                    </a:lnTo>
                    <a:lnTo>
                      <a:pt x="6" y="88"/>
                    </a:lnTo>
                    <a:lnTo>
                      <a:pt x="8" y="93"/>
                    </a:lnTo>
                    <a:lnTo>
                      <a:pt x="11" y="97"/>
                    </a:lnTo>
                    <a:lnTo>
                      <a:pt x="15" y="103"/>
                    </a:lnTo>
                    <a:lnTo>
                      <a:pt x="18" y="107"/>
                    </a:lnTo>
                    <a:lnTo>
                      <a:pt x="20" y="109"/>
                    </a:lnTo>
                    <a:lnTo>
                      <a:pt x="23" y="112"/>
                    </a:lnTo>
                    <a:lnTo>
                      <a:pt x="26" y="118"/>
                    </a:lnTo>
                    <a:lnTo>
                      <a:pt x="29" y="122"/>
                    </a:lnTo>
                    <a:lnTo>
                      <a:pt x="32" y="128"/>
                    </a:lnTo>
                    <a:lnTo>
                      <a:pt x="34" y="137"/>
                    </a:lnTo>
                    <a:lnTo>
                      <a:pt x="36" y="146"/>
                    </a:lnTo>
                    <a:lnTo>
                      <a:pt x="36" y="157"/>
                    </a:lnTo>
                    <a:lnTo>
                      <a:pt x="70" y="15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8" name="Freeform 891"/>
              <p:cNvSpPr>
                <a:spLocks/>
              </p:cNvSpPr>
              <p:nvPr/>
            </p:nvSpPr>
            <p:spPr bwMode="auto">
              <a:xfrm>
                <a:off x="2654" y="1913"/>
                <a:ext cx="72" cy="52"/>
              </a:xfrm>
              <a:custGeom>
                <a:avLst/>
                <a:gdLst>
                  <a:gd name="T0" fmla="*/ 61 w 72"/>
                  <a:gd name="T1" fmla="*/ 52 h 52"/>
                  <a:gd name="T2" fmla="*/ 72 w 72"/>
                  <a:gd name="T3" fmla="*/ 19 h 52"/>
                  <a:gd name="T4" fmla="*/ 46 w 72"/>
                  <a:gd name="T5" fmla="*/ 35 h 52"/>
                  <a:gd name="T6" fmla="*/ 35 w 72"/>
                  <a:gd name="T7" fmla="*/ 0 h 52"/>
                  <a:gd name="T8" fmla="*/ 26 w 72"/>
                  <a:gd name="T9" fmla="*/ 35 h 52"/>
                  <a:gd name="T10" fmla="*/ 0 w 72"/>
                  <a:gd name="T11" fmla="*/ 21 h 52"/>
                  <a:gd name="T12" fmla="*/ 10 w 72"/>
                  <a:gd name="T13" fmla="*/ 52 h 52"/>
                  <a:gd name="T14" fmla="*/ 19 w 72"/>
                  <a:gd name="T15" fmla="*/ 52 h 52"/>
                  <a:gd name="T16" fmla="*/ 13 w 72"/>
                  <a:gd name="T17" fmla="*/ 33 h 52"/>
                  <a:gd name="T18" fmla="*/ 27 w 72"/>
                  <a:gd name="T19" fmla="*/ 41 h 52"/>
                  <a:gd name="T20" fmla="*/ 35 w 72"/>
                  <a:gd name="T21" fmla="*/ 23 h 52"/>
                  <a:gd name="T22" fmla="*/ 44 w 72"/>
                  <a:gd name="T23" fmla="*/ 41 h 52"/>
                  <a:gd name="T24" fmla="*/ 58 w 72"/>
                  <a:gd name="T25" fmla="*/ 33 h 52"/>
                  <a:gd name="T26" fmla="*/ 53 w 72"/>
                  <a:gd name="T27" fmla="*/ 52 h 52"/>
                  <a:gd name="T28" fmla="*/ 61 w 72"/>
                  <a:gd name="T29" fmla="*/ 52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2"/>
                  <a:gd name="T46" fmla="*/ 0 h 52"/>
                  <a:gd name="T47" fmla="*/ 72 w 72"/>
                  <a:gd name="T48" fmla="*/ 52 h 5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2" h="52">
                    <a:moveTo>
                      <a:pt x="61" y="52"/>
                    </a:moveTo>
                    <a:lnTo>
                      <a:pt x="72" y="19"/>
                    </a:lnTo>
                    <a:lnTo>
                      <a:pt x="46" y="35"/>
                    </a:lnTo>
                    <a:lnTo>
                      <a:pt x="35" y="0"/>
                    </a:lnTo>
                    <a:lnTo>
                      <a:pt x="26" y="35"/>
                    </a:lnTo>
                    <a:lnTo>
                      <a:pt x="0" y="21"/>
                    </a:lnTo>
                    <a:lnTo>
                      <a:pt x="10" y="52"/>
                    </a:lnTo>
                    <a:lnTo>
                      <a:pt x="19" y="52"/>
                    </a:lnTo>
                    <a:lnTo>
                      <a:pt x="13" y="33"/>
                    </a:lnTo>
                    <a:lnTo>
                      <a:pt x="27" y="41"/>
                    </a:lnTo>
                    <a:lnTo>
                      <a:pt x="35" y="23"/>
                    </a:lnTo>
                    <a:lnTo>
                      <a:pt x="44" y="41"/>
                    </a:lnTo>
                    <a:lnTo>
                      <a:pt x="58" y="33"/>
                    </a:lnTo>
                    <a:lnTo>
                      <a:pt x="53" y="52"/>
                    </a:lnTo>
                    <a:lnTo>
                      <a:pt x="61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19" name="Freeform 892"/>
              <p:cNvSpPr>
                <a:spLocks/>
              </p:cNvSpPr>
              <p:nvPr/>
            </p:nvSpPr>
            <p:spPr bwMode="auto">
              <a:xfrm>
                <a:off x="2655" y="1914"/>
                <a:ext cx="71" cy="49"/>
              </a:xfrm>
              <a:custGeom>
                <a:avLst/>
                <a:gdLst>
                  <a:gd name="T0" fmla="*/ 35 w 71"/>
                  <a:gd name="T1" fmla="*/ 0 h 49"/>
                  <a:gd name="T2" fmla="*/ 45 w 71"/>
                  <a:gd name="T3" fmla="*/ 34 h 49"/>
                  <a:gd name="T4" fmla="*/ 71 w 71"/>
                  <a:gd name="T5" fmla="*/ 20 h 49"/>
                  <a:gd name="T6" fmla="*/ 61 w 71"/>
                  <a:gd name="T7" fmla="*/ 49 h 49"/>
                  <a:gd name="T8" fmla="*/ 52 w 71"/>
                  <a:gd name="T9" fmla="*/ 49 h 49"/>
                  <a:gd name="T10" fmla="*/ 59 w 71"/>
                  <a:gd name="T11" fmla="*/ 32 h 49"/>
                  <a:gd name="T12" fmla="*/ 44 w 71"/>
                  <a:gd name="T13" fmla="*/ 40 h 49"/>
                  <a:gd name="T14" fmla="*/ 35 w 71"/>
                  <a:gd name="T15" fmla="*/ 22 h 49"/>
                  <a:gd name="T16" fmla="*/ 26 w 71"/>
                  <a:gd name="T17" fmla="*/ 40 h 49"/>
                  <a:gd name="T18" fmla="*/ 12 w 71"/>
                  <a:gd name="T19" fmla="*/ 32 h 49"/>
                  <a:gd name="T20" fmla="*/ 18 w 71"/>
                  <a:gd name="T21" fmla="*/ 49 h 49"/>
                  <a:gd name="T22" fmla="*/ 9 w 71"/>
                  <a:gd name="T23" fmla="*/ 49 h 49"/>
                  <a:gd name="T24" fmla="*/ 0 w 71"/>
                  <a:gd name="T25" fmla="*/ 21 h 49"/>
                  <a:gd name="T26" fmla="*/ 25 w 71"/>
                  <a:gd name="T27" fmla="*/ 34 h 49"/>
                  <a:gd name="T28" fmla="*/ 35 w 71"/>
                  <a:gd name="T29" fmla="*/ 0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1"/>
                  <a:gd name="T46" fmla="*/ 0 h 49"/>
                  <a:gd name="T47" fmla="*/ 71 w 71"/>
                  <a:gd name="T48" fmla="*/ 49 h 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1" h="49">
                    <a:moveTo>
                      <a:pt x="35" y="0"/>
                    </a:moveTo>
                    <a:lnTo>
                      <a:pt x="45" y="34"/>
                    </a:lnTo>
                    <a:lnTo>
                      <a:pt x="71" y="20"/>
                    </a:lnTo>
                    <a:lnTo>
                      <a:pt x="61" y="49"/>
                    </a:lnTo>
                    <a:lnTo>
                      <a:pt x="52" y="49"/>
                    </a:lnTo>
                    <a:lnTo>
                      <a:pt x="59" y="32"/>
                    </a:lnTo>
                    <a:lnTo>
                      <a:pt x="44" y="40"/>
                    </a:lnTo>
                    <a:lnTo>
                      <a:pt x="35" y="22"/>
                    </a:lnTo>
                    <a:lnTo>
                      <a:pt x="26" y="40"/>
                    </a:lnTo>
                    <a:lnTo>
                      <a:pt x="12" y="32"/>
                    </a:lnTo>
                    <a:lnTo>
                      <a:pt x="18" y="49"/>
                    </a:lnTo>
                    <a:lnTo>
                      <a:pt x="9" y="49"/>
                    </a:lnTo>
                    <a:lnTo>
                      <a:pt x="0" y="21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2F2F2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0" name="Freeform 893"/>
              <p:cNvSpPr>
                <a:spLocks/>
              </p:cNvSpPr>
              <p:nvPr/>
            </p:nvSpPr>
            <p:spPr bwMode="auto">
              <a:xfrm>
                <a:off x="2655" y="1916"/>
                <a:ext cx="70" cy="46"/>
              </a:xfrm>
              <a:custGeom>
                <a:avLst/>
                <a:gdLst>
                  <a:gd name="T0" fmla="*/ 35 w 70"/>
                  <a:gd name="T1" fmla="*/ 0 h 46"/>
                  <a:gd name="T2" fmla="*/ 45 w 70"/>
                  <a:gd name="T3" fmla="*/ 34 h 46"/>
                  <a:gd name="T4" fmla="*/ 70 w 70"/>
                  <a:gd name="T5" fmla="*/ 18 h 46"/>
                  <a:gd name="T6" fmla="*/ 61 w 70"/>
                  <a:gd name="T7" fmla="*/ 46 h 46"/>
                  <a:gd name="T8" fmla="*/ 52 w 70"/>
                  <a:gd name="T9" fmla="*/ 46 h 46"/>
                  <a:gd name="T10" fmla="*/ 59 w 70"/>
                  <a:gd name="T11" fmla="*/ 30 h 46"/>
                  <a:gd name="T12" fmla="*/ 44 w 70"/>
                  <a:gd name="T13" fmla="*/ 38 h 46"/>
                  <a:gd name="T14" fmla="*/ 35 w 70"/>
                  <a:gd name="T15" fmla="*/ 20 h 46"/>
                  <a:gd name="T16" fmla="*/ 26 w 70"/>
                  <a:gd name="T17" fmla="*/ 38 h 46"/>
                  <a:gd name="T18" fmla="*/ 10 w 70"/>
                  <a:gd name="T19" fmla="*/ 30 h 46"/>
                  <a:gd name="T20" fmla="*/ 17 w 70"/>
                  <a:gd name="T21" fmla="*/ 46 h 46"/>
                  <a:gd name="T22" fmla="*/ 9 w 70"/>
                  <a:gd name="T23" fmla="*/ 46 h 46"/>
                  <a:gd name="T24" fmla="*/ 0 w 70"/>
                  <a:gd name="T25" fmla="*/ 20 h 46"/>
                  <a:gd name="T26" fmla="*/ 25 w 70"/>
                  <a:gd name="T27" fmla="*/ 34 h 46"/>
                  <a:gd name="T28" fmla="*/ 35 w 70"/>
                  <a:gd name="T29" fmla="*/ 0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0"/>
                  <a:gd name="T46" fmla="*/ 0 h 46"/>
                  <a:gd name="T47" fmla="*/ 70 w 70"/>
                  <a:gd name="T48" fmla="*/ 46 h 4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0" h="46">
                    <a:moveTo>
                      <a:pt x="35" y="0"/>
                    </a:moveTo>
                    <a:lnTo>
                      <a:pt x="45" y="34"/>
                    </a:lnTo>
                    <a:lnTo>
                      <a:pt x="70" y="18"/>
                    </a:lnTo>
                    <a:lnTo>
                      <a:pt x="61" y="46"/>
                    </a:lnTo>
                    <a:lnTo>
                      <a:pt x="52" y="46"/>
                    </a:lnTo>
                    <a:lnTo>
                      <a:pt x="59" y="30"/>
                    </a:lnTo>
                    <a:lnTo>
                      <a:pt x="44" y="38"/>
                    </a:lnTo>
                    <a:lnTo>
                      <a:pt x="35" y="20"/>
                    </a:lnTo>
                    <a:lnTo>
                      <a:pt x="26" y="38"/>
                    </a:lnTo>
                    <a:lnTo>
                      <a:pt x="10" y="30"/>
                    </a:lnTo>
                    <a:lnTo>
                      <a:pt x="17" y="46"/>
                    </a:lnTo>
                    <a:lnTo>
                      <a:pt x="9" y="46"/>
                    </a:lnTo>
                    <a:lnTo>
                      <a:pt x="0" y="20"/>
                    </a:lnTo>
                    <a:lnTo>
                      <a:pt x="25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8E8E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1" name="Freeform 894"/>
              <p:cNvSpPr>
                <a:spLocks/>
              </p:cNvSpPr>
              <p:nvPr/>
            </p:nvSpPr>
            <p:spPr bwMode="auto">
              <a:xfrm>
                <a:off x="2656" y="1917"/>
                <a:ext cx="68" cy="44"/>
              </a:xfrm>
              <a:custGeom>
                <a:avLst/>
                <a:gdLst>
                  <a:gd name="T0" fmla="*/ 33 w 68"/>
                  <a:gd name="T1" fmla="*/ 0 h 44"/>
                  <a:gd name="T2" fmla="*/ 44 w 68"/>
                  <a:gd name="T3" fmla="*/ 33 h 44"/>
                  <a:gd name="T4" fmla="*/ 68 w 68"/>
                  <a:gd name="T5" fmla="*/ 18 h 44"/>
                  <a:gd name="T6" fmla="*/ 59 w 68"/>
                  <a:gd name="T7" fmla="*/ 44 h 44"/>
                  <a:gd name="T8" fmla="*/ 52 w 68"/>
                  <a:gd name="T9" fmla="*/ 44 h 44"/>
                  <a:gd name="T10" fmla="*/ 56 w 68"/>
                  <a:gd name="T11" fmla="*/ 29 h 44"/>
                  <a:gd name="T12" fmla="*/ 42 w 68"/>
                  <a:gd name="T13" fmla="*/ 37 h 44"/>
                  <a:gd name="T14" fmla="*/ 33 w 68"/>
                  <a:gd name="T15" fmla="*/ 19 h 44"/>
                  <a:gd name="T16" fmla="*/ 25 w 68"/>
                  <a:gd name="T17" fmla="*/ 37 h 44"/>
                  <a:gd name="T18" fmla="*/ 9 w 68"/>
                  <a:gd name="T19" fmla="*/ 29 h 44"/>
                  <a:gd name="T20" fmla="*/ 16 w 68"/>
                  <a:gd name="T21" fmla="*/ 44 h 44"/>
                  <a:gd name="T22" fmla="*/ 8 w 68"/>
                  <a:gd name="T23" fmla="*/ 44 h 44"/>
                  <a:gd name="T24" fmla="*/ 0 w 68"/>
                  <a:gd name="T25" fmla="*/ 19 h 44"/>
                  <a:gd name="T26" fmla="*/ 24 w 68"/>
                  <a:gd name="T27" fmla="*/ 33 h 44"/>
                  <a:gd name="T28" fmla="*/ 33 w 68"/>
                  <a:gd name="T29" fmla="*/ 0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8"/>
                  <a:gd name="T46" fmla="*/ 0 h 44"/>
                  <a:gd name="T47" fmla="*/ 68 w 68"/>
                  <a:gd name="T48" fmla="*/ 44 h 4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8" h="44">
                    <a:moveTo>
                      <a:pt x="33" y="0"/>
                    </a:moveTo>
                    <a:lnTo>
                      <a:pt x="44" y="33"/>
                    </a:lnTo>
                    <a:lnTo>
                      <a:pt x="68" y="18"/>
                    </a:lnTo>
                    <a:lnTo>
                      <a:pt x="59" y="44"/>
                    </a:lnTo>
                    <a:lnTo>
                      <a:pt x="52" y="44"/>
                    </a:lnTo>
                    <a:lnTo>
                      <a:pt x="56" y="29"/>
                    </a:lnTo>
                    <a:lnTo>
                      <a:pt x="42" y="37"/>
                    </a:lnTo>
                    <a:lnTo>
                      <a:pt x="33" y="19"/>
                    </a:lnTo>
                    <a:lnTo>
                      <a:pt x="25" y="37"/>
                    </a:lnTo>
                    <a:lnTo>
                      <a:pt x="9" y="29"/>
                    </a:lnTo>
                    <a:lnTo>
                      <a:pt x="16" y="44"/>
                    </a:lnTo>
                    <a:lnTo>
                      <a:pt x="8" y="44"/>
                    </a:lnTo>
                    <a:lnTo>
                      <a:pt x="0" y="19"/>
                    </a:lnTo>
                    <a:lnTo>
                      <a:pt x="24" y="3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BDBDB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2" name="Freeform 895"/>
              <p:cNvSpPr>
                <a:spLocks/>
              </p:cNvSpPr>
              <p:nvPr/>
            </p:nvSpPr>
            <p:spPr bwMode="auto">
              <a:xfrm>
                <a:off x="2657" y="1919"/>
                <a:ext cx="66" cy="41"/>
              </a:xfrm>
              <a:custGeom>
                <a:avLst/>
                <a:gdLst>
                  <a:gd name="T0" fmla="*/ 33 w 66"/>
                  <a:gd name="T1" fmla="*/ 0 h 41"/>
                  <a:gd name="T2" fmla="*/ 43 w 66"/>
                  <a:gd name="T3" fmla="*/ 31 h 41"/>
                  <a:gd name="T4" fmla="*/ 66 w 66"/>
                  <a:gd name="T5" fmla="*/ 17 h 41"/>
                  <a:gd name="T6" fmla="*/ 58 w 66"/>
                  <a:gd name="T7" fmla="*/ 41 h 41"/>
                  <a:gd name="T8" fmla="*/ 51 w 66"/>
                  <a:gd name="T9" fmla="*/ 41 h 41"/>
                  <a:gd name="T10" fmla="*/ 55 w 66"/>
                  <a:gd name="T11" fmla="*/ 27 h 41"/>
                  <a:gd name="T12" fmla="*/ 41 w 66"/>
                  <a:gd name="T13" fmla="*/ 35 h 41"/>
                  <a:gd name="T14" fmla="*/ 33 w 66"/>
                  <a:gd name="T15" fmla="*/ 17 h 41"/>
                  <a:gd name="T16" fmla="*/ 24 w 66"/>
                  <a:gd name="T17" fmla="*/ 35 h 41"/>
                  <a:gd name="T18" fmla="*/ 10 w 66"/>
                  <a:gd name="T19" fmla="*/ 27 h 41"/>
                  <a:gd name="T20" fmla="*/ 15 w 66"/>
                  <a:gd name="T21" fmla="*/ 41 h 41"/>
                  <a:gd name="T22" fmla="*/ 7 w 66"/>
                  <a:gd name="T23" fmla="*/ 41 h 41"/>
                  <a:gd name="T24" fmla="*/ 0 w 66"/>
                  <a:gd name="T25" fmla="*/ 18 h 41"/>
                  <a:gd name="T26" fmla="*/ 23 w 66"/>
                  <a:gd name="T27" fmla="*/ 31 h 41"/>
                  <a:gd name="T28" fmla="*/ 33 w 66"/>
                  <a:gd name="T29" fmla="*/ 0 h 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6"/>
                  <a:gd name="T46" fmla="*/ 0 h 41"/>
                  <a:gd name="T47" fmla="*/ 66 w 66"/>
                  <a:gd name="T48" fmla="*/ 41 h 4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6" h="41">
                    <a:moveTo>
                      <a:pt x="33" y="0"/>
                    </a:moveTo>
                    <a:lnTo>
                      <a:pt x="43" y="31"/>
                    </a:lnTo>
                    <a:lnTo>
                      <a:pt x="66" y="17"/>
                    </a:lnTo>
                    <a:lnTo>
                      <a:pt x="58" y="41"/>
                    </a:lnTo>
                    <a:lnTo>
                      <a:pt x="51" y="41"/>
                    </a:lnTo>
                    <a:lnTo>
                      <a:pt x="55" y="27"/>
                    </a:lnTo>
                    <a:lnTo>
                      <a:pt x="41" y="35"/>
                    </a:lnTo>
                    <a:lnTo>
                      <a:pt x="33" y="17"/>
                    </a:lnTo>
                    <a:lnTo>
                      <a:pt x="24" y="35"/>
                    </a:lnTo>
                    <a:lnTo>
                      <a:pt x="10" y="27"/>
                    </a:lnTo>
                    <a:lnTo>
                      <a:pt x="15" y="41"/>
                    </a:lnTo>
                    <a:lnTo>
                      <a:pt x="7" y="41"/>
                    </a:lnTo>
                    <a:lnTo>
                      <a:pt x="0" y="18"/>
                    </a:lnTo>
                    <a:lnTo>
                      <a:pt x="23" y="3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1D1D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3" name="Freeform 896"/>
              <p:cNvSpPr>
                <a:spLocks/>
              </p:cNvSpPr>
              <p:nvPr/>
            </p:nvSpPr>
            <p:spPr bwMode="auto">
              <a:xfrm>
                <a:off x="2657" y="1921"/>
                <a:ext cx="65" cy="38"/>
              </a:xfrm>
              <a:custGeom>
                <a:avLst/>
                <a:gdLst>
                  <a:gd name="T0" fmla="*/ 32 w 65"/>
                  <a:gd name="T1" fmla="*/ 0 h 38"/>
                  <a:gd name="T2" fmla="*/ 42 w 65"/>
                  <a:gd name="T3" fmla="*/ 29 h 38"/>
                  <a:gd name="T4" fmla="*/ 65 w 65"/>
                  <a:gd name="T5" fmla="*/ 16 h 38"/>
                  <a:gd name="T6" fmla="*/ 58 w 65"/>
                  <a:gd name="T7" fmla="*/ 38 h 38"/>
                  <a:gd name="T8" fmla="*/ 51 w 65"/>
                  <a:gd name="T9" fmla="*/ 38 h 38"/>
                  <a:gd name="T10" fmla="*/ 55 w 65"/>
                  <a:gd name="T11" fmla="*/ 25 h 38"/>
                  <a:gd name="T12" fmla="*/ 41 w 65"/>
                  <a:gd name="T13" fmla="*/ 33 h 38"/>
                  <a:gd name="T14" fmla="*/ 32 w 65"/>
                  <a:gd name="T15" fmla="*/ 15 h 38"/>
                  <a:gd name="T16" fmla="*/ 24 w 65"/>
                  <a:gd name="T17" fmla="*/ 33 h 38"/>
                  <a:gd name="T18" fmla="*/ 8 w 65"/>
                  <a:gd name="T19" fmla="*/ 25 h 38"/>
                  <a:gd name="T20" fmla="*/ 14 w 65"/>
                  <a:gd name="T21" fmla="*/ 38 h 38"/>
                  <a:gd name="T22" fmla="*/ 6 w 65"/>
                  <a:gd name="T23" fmla="*/ 38 h 38"/>
                  <a:gd name="T24" fmla="*/ 0 w 65"/>
                  <a:gd name="T25" fmla="*/ 17 h 38"/>
                  <a:gd name="T26" fmla="*/ 22 w 65"/>
                  <a:gd name="T27" fmla="*/ 30 h 38"/>
                  <a:gd name="T28" fmla="*/ 32 w 65"/>
                  <a:gd name="T29" fmla="*/ 0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5"/>
                  <a:gd name="T46" fmla="*/ 0 h 38"/>
                  <a:gd name="T47" fmla="*/ 65 w 65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5" h="38">
                    <a:moveTo>
                      <a:pt x="32" y="0"/>
                    </a:moveTo>
                    <a:lnTo>
                      <a:pt x="42" y="29"/>
                    </a:lnTo>
                    <a:lnTo>
                      <a:pt x="65" y="16"/>
                    </a:lnTo>
                    <a:lnTo>
                      <a:pt x="58" y="38"/>
                    </a:lnTo>
                    <a:lnTo>
                      <a:pt x="51" y="38"/>
                    </a:lnTo>
                    <a:lnTo>
                      <a:pt x="55" y="25"/>
                    </a:lnTo>
                    <a:lnTo>
                      <a:pt x="41" y="33"/>
                    </a:lnTo>
                    <a:lnTo>
                      <a:pt x="32" y="15"/>
                    </a:lnTo>
                    <a:lnTo>
                      <a:pt x="24" y="33"/>
                    </a:lnTo>
                    <a:lnTo>
                      <a:pt x="8" y="25"/>
                    </a:lnTo>
                    <a:lnTo>
                      <a:pt x="14" y="38"/>
                    </a:lnTo>
                    <a:lnTo>
                      <a:pt x="6" y="38"/>
                    </a:lnTo>
                    <a:lnTo>
                      <a:pt x="0" y="17"/>
                    </a:lnTo>
                    <a:lnTo>
                      <a:pt x="22" y="3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C4C4C4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4" name="Freeform 897"/>
              <p:cNvSpPr>
                <a:spLocks/>
              </p:cNvSpPr>
              <p:nvPr/>
            </p:nvSpPr>
            <p:spPr bwMode="auto">
              <a:xfrm>
                <a:off x="2658" y="1922"/>
                <a:ext cx="64" cy="36"/>
              </a:xfrm>
              <a:custGeom>
                <a:avLst/>
                <a:gdLst>
                  <a:gd name="T0" fmla="*/ 32 w 64"/>
                  <a:gd name="T1" fmla="*/ 0 h 36"/>
                  <a:gd name="T2" fmla="*/ 42 w 64"/>
                  <a:gd name="T3" fmla="*/ 28 h 36"/>
                  <a:gd name="T4" fmla="*/ 64 w 64"/>
                  <a:gd name="T5" fmla="*/ 16 h 36"/>
                  <a:gd name="T6" fmla="*/ 58 w 64"/>
                  <a:gd name="T7" fmla="*/ 36 h 36"/>
                  <a:gd name="T8" fmla="*/ 51 w 64"/>
                  <a:gd name="T9" fmla="*/ 36 h 36"/>
                  <a:gd name="T10" fmla="*/ 56 w 64"/>
                  <a:gd name="T11" fmla="*/ 24 h 36"/>
                  <a:gd name="T12" fmla="*/ 41 w 64"/>
                  <a:gd name="T13" fmla="*/ 32 h 36"/>
                  <a:gd name="T14" fmla="*/ 32 w 64"/>
                  <a:gd name="T15" fmla="*/ 14 h 36"/>
                  <a:gd name="T16" fmla="*/ 23 w 64"/>
                  <a:gd name="T17" fmla="*/ 32 h 36"/>
                  <a:gd name="T18" fmla="*/ 9 w 64"/>
                  <a:gd name="T19" fmla="*/ 24 h 36"/>
                  <a:gd name="T20" fmla="*/ 13 w 64"/>
                  <a:gd name="T21" fmla="*/ 36 h 36"/>
                  <a:gd name="T22" fmla="*/ 6 w 64"/>
                  <a:gd name="T23" fmla="*/ 36 h 36"/>
                  <a:gd name="T24" fmla="*/ 0 w 64"/>
                  <a:gd name="T25" fmla="*/ 16 h 36"/>
                  <a:gd name="T26" fmla="*/ 22 w 64"/>
                  <a:gd name="T27" fmla="*/ 29 h 36"/>
                  <a:gd name="T28" fmla="*/ 32 w 64"/>
                  <a:gd name="T29" fmla="*/ 0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4"/>
                  <a:gd name="T46" fmla="*/ 0 h 36"/>
                  <a:gd name="T47" fmla="*/ 64 w 64"/>
                  <a:gd name="T48" fmla="*/ 36 h 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4" h="36">
                    <a:moveTo>
                      <a:pt x="32" y="0"/>
                    </a:moveTo>
                    <a:lnTo>
                      <a:pt x="42" y="28"/>
                    </a:lnTo>
                    <a:lnTo>
                      <a:pt x="64" y="16"/>
                    </a:lnTo>
                    <a:lnTo>
                      <a:pt x="58" y="36"/>
                    </a:lnTo>
                    <a:lnTo>
                      <a:pt x="51" y="36"/>
                    </a:lnTo>
                    <a:lnTo>
                      <a:pt x="56" y="24"/>
                    </a:lnTo>
                    <a:lnTo>
                      <a:pt x="41" y="32"/>
                    </a:lnTo>
                    <a:lnTo>
                      <a:pt x="32" y="14"/>
                    </a:lnTo>
                    <a:lnTo>
                      <a:pt x="23" y="32"/>
                    </a:lnTo>
                    <a:lnTo>
                      <a:pt x="9" y="24"/>
                    </a:lnTo>
                    <a:lnTo>
                      <a:pt x="13" y="36"/>
                    </a:lnTo>
                    <a:lnTo>
                      <a:pt x="6" y="36"/>
                    </a:lnTo>
                    <a:lnTo>
                      <a:pt x="0" y="16"/>
                    </a:lnTo>
                    <a:lnTo>
                      <a:pt x="22" y="2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7B7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5" name="Freeform 898"/>
              <p:cNvSpPr>
                <a:spLocks/>
              </p:cNvSpPr>
              <p:nvPr/>
            </p:nvSpPr>
            <p:spPr bwMode="auto">
              <a:xfrm>
                <a:off x="2659" y="1923"/>
                <a:ext cx="62" cy="34"/>
              </a:xfrm>
              <a:custGeom>
                <a:avLst/>
                <a:gdLst>
                  <a:gd name="T0" fmla="*/ 31 w 62"/>
                  <a:gd name="T1" fmla="*/ 0 h 34"/>
                  <a:gd name="T2" fmla="*/ 41 w 62"/>
                  <a:gd name="T3" fmla="*/ 28 h 34"/>
                  <a:gd name="T4" fmla="*/ 62 w 62"/>
                  <a:gd name="T5" fmla="*/ 15 h 34"/>
                  <a:gd name="T6" fmla="*/ 56 w 62"/>
                  <a:gd name="T7" fmla="*/ 34 h 34"/>
                  <a:gd name="T8" fmla="*/ 50 w 62"/>
                  <a:gd name="T9" fmla="*/ 34 h 34"/>
                  <a:gd name="T10" fmla="*/ 55 w 62"/>
                  <a:gd name="T11" fmla="*/ 23 h 34"/>
                  <a:gd name="T12" fmla="*/ 40 w 62"/>
                  <a:gd name="T13" fmla="*/ 31 h 34"/>
                  <a:gd name="T14" fmla="*/ 31 w 62"/>
                  <a:gd name="T15" fmla="*/ 13 h 34"/>
                  <a:gd name="T16" fmla="*/ 22 w 62"/>
                  <a:gd name="T17" fmla="*/ 31 h 34"/>
                  <a:gd name="T18" fmla="*/ 8 w 62"/>
                  <a:gd name="T19" fmla="*/ 23 h 34"/>
                  <a:gd name="T20" fmla="*/ 12 w 62"/>
                  <a:gd name="T21" fmla="*/ 34 h 34"/>
                  <a:gd name="T22" fmla="*/ 6 w 62"/>
                  <a:gd name="T23" fmla="*/ 34 h 34"/>
                  <a:gd name="T24" fmla="*/ 0 w 62"/>
                  <a:gd name="T25" fmla="*/ 16 h 34"/>
                  <a:gd name="T26" fmla="*/ 21 w 62"/>
                  <a:gd name="T27" fmla="*/ 28 h 34"/>
                  <a:gd name="T28" fmla="*/ 31 w 62"/>
                  <a:gd name="T29" fmla="*/ 0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2"/>
                  <a:gd name="T46" fmla="*/ 0 h 34"/>
                  <a:gd name="T47" fmla="*/ 62 w 62"/>
                  <a:gd name="T48" fmla="*/ 34 h 3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2" h="34">
                    <a:moveTo>
                      <a:pt x="31" y="0"/>
                    </a:moveTo>
                    <a:lnTo>
                      <a:pt x="41" y="28"/>
                    </a:lnTo>
                    <a:lnTo>
                      <a:pt x="62" y="15"/>
                    </a:lnTo>
                    <a:lnTo>
                      <a:pt x="56" y="34"/>
                    </a:lnTo>
                    <a:lnTo>
                      <a:pt x="50" y="34"/>
                    </a:lnTo>
                    <a:lnTo>
                      <a:pt x="55" y="23"/>
                    </a:lnTo>
                    <a:lnTo>
                      <a:pt x="40" y="31"/>
                    </a:lnTo>
                    <a:lnTo>
                      <a:pt x="31" y="13"/>
                    </a:lnTo>
                    <a:lnTo>
                      <a:pt x="22" y="31"/>
                    </a:lnTo>
                    <a:lnTo>
                      <a:pt x="8" y="23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0" y="16"/>
                    </a:lnTo>
                    <a:lnTo>
                      <a:pt x="21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AAAAA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6" name="Freeform 899"/>
              <p:cNvSpPr>
                <a:spLocks/>
              </p:cNvSpPr>
              <p:nvPr/>
            </p:nvSpPr>
            <p:spPr bwMode="auto">
              <a:xfrm>
                <a:off x="2659" y="1925"/>
                <a:ext cx="61" cy="32"/>
              </a:xfrm>
              <a:custGeom>
                <a:avLst/>
                <a:gdLst>
                  <a:gd name="T0" fmla="*/ 30 w 61"/>
                  <a:gd name="T1" fmla="*/ 0 h 32"/>
                  <a:gd name="T2" fmla="*/ 40 w 61"/>
                  <a:gd name="T3" fmla="*/ 27 h 32"/>
                  <a:gd name="T4" fmla="*/ 61 w 61"/>
                  <a:gd name="T5" fmla="*/ 15 h 32"/>
                  <a:gd name="T6" fmla="*/ 56 w 61"/>
                  <a:gd name="T7" fmla="*/ 32 h 32"/>
                  <a:gd name="T8" fmla="*/ 50 w 61"/>
                  <a:gd name="T9" fmla="*/ 32 h 32"/>
                  <a:gd name="T10" fmla="*/ 53 w 61"/>
                  <a:gd name="T11" fmla="*/ 21 h 32"/>
                  <a:gd name="T12" fmla="*/ 39 w 61"/>
                  <a:gd name="T13" fmla="*/ 29 h 32"/>
                  <a:gd name="T14" fmla="*/ 30 w 61"/>
                  <a:gd name="T15" fmla="*/ 12 h 32"/>
                  <a:gd name="T16" fmla="*/ 21 w 61"/>
                  <a:gd name="T17" fmla="*/ 29 h 32"/>
                  <a:gd name="T18" fmla="*/ 6 w 61"/>
                  <a:gd name="T19" fmla="*/ 21 h 32"/>
                  <a:gd name="T20" fmla="*/ 10 w 61"/>
                  <a:gd name="T21" fmla="*/ 32 h 32"/>
                  <a:gd name="T22" fmla="*/ 5 w 61"/>
                  <a:gd name="T23" fmla="*/ 32 h 32"/>
                  <a:gd name="T24" fmla="*/ 0 w 61"/>
                  <a:gd name="T25" fmla="*/ 15 h 32"/>
                  <a:gd name="T26" fmla="*/ 20 w 61"/>
                  <a:gd name="T27" fmla="*/ 27 h 32"/>
                  <a:gd name="T28" fmla="*/ 30 w 61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1"/>
                  <a:gd name="T46" fmla="*/ 0 h 32"/>
                  <a:gd name="T47" fmla="*/ 61 w 61"/>
                  <a:gd name="T48" fmla="*/ 32 h 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1" h="32">
                    <a:moveTo>
                      <a:pt x="30" y="0"/>
                    </a:moveTo>
                    <a:lnTo>
                      <a:pt x="40" y="27"/>
                    </a:lnTo>
                    <a:lnTo>
                      <a:pt x="61" y="15"/>
                    </a:lnTo>
                    <a:lnTo>
                      <a:pt x="56" y="32"/>
                    </a:lnTo>
                    <a:lnTo>
                      <a:pt x="50" y="32"/>
                    </a:lnTo>
                    <a:lnTo>
                      <a:pt x="53" y="21"/>
                    </a:lnTo>
                    <a:lnTo>
                      <a:pt x="39" y="29"/>
                    </a:lnTo>
                    <a:lnTo>
                      <a:pt x="30" y="12"/>
                    </a:lnTo>
                    <a:lnTo>
                      <a:pt x="21" y="29"/>
                    </a:lnTo>
                    <a:lnTo>
                      <a:pt x="6" y="21"/>
                    </a:lnTo>
                    <a:lnTo>
                      <a:pt x="10" y="32"/>
                    </a:lnTo>
                    <a:lnTo>
                      <a:pt x="5" y="32"/>
                    </a:lnTo>
                    <a:lnTo>
                      <a:pt x="0" y="15"/>
                    </a:lnTo>
                    <a:lnTo>
                      <a:pt x="20" y="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A0A0A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7" name="Freeform 900"/>
              <p:cNvSpPr>
                <a:spLocks/>
              </p:cNvSpPr>
              <p:nvPr/>
            </p:nvSpPr>
            <p:spPr bwMode="auto">
              <a:xfrm>
                <a:off x="2660" y="1926"/>
                <a:ext cx="59" cy="29"/>
              </a:xfrm>
              <a:custGeom>
                <a:avLst/>
                <a:gdLst>
                  <a:gd name="T0" fmla="*/ 29 w 59"/>
                  <a:gd name="T1" fmla="*/ 0 h 29"/>
                  <a:gd name="T2" fmla="*/ 39 w 59"/>
                  <a:gd name="T3" fmla="*/ 25 h 29"/>
                  <a:gd name="T4" fmla="*/ 59 w 59"/>
                  <a:gd name="T5" fmla="*/ 14 h 29"/>
                  <a:gd name="T6" fmla="*/ 55 w 59"/>
                  <a:gd name="T7" fmla="*/ 29 h 29"/>
                  <a:gd name="T8" fmla="*/ 49 w 59"/>
                  <a:gd name="T9" fmla="*/ 29 h 29"/>
                  <a:gd name="T10" fmla="*/ 52 w 59"/>
                  <a:gd name="T11" fmla="*/ 20 h 29"/>
                  <a:gd name="T12" fmla="*/ 38 w 59"/>
                  <a:gd name="T13" fmla="*/ 27 h 29"/>
                  <a:gd name="T14" fmla="*/ 29 w 59"/>
                  <a:gd name="T15" fmla="*/ 10 h 29"/>
                  <a:gd name="T16" fmla="*/ 21 w 59"/>
                  <a:gd name="T17" fmla="*/ 27 h 29"/>
                  <a:gd name="T18" fmla="*/ 5 w 59"/>
                  <a:gd name="T19" fmla="*/ 20 h 29"/>
                  <a:gd name="T20" fmla="*/ 10 w 59"/>
                  <a:gd name="T21" fmla="*/ 29 h 29"/>
                  <a:gd name="T22" fmla="*/ 4 w 59"/>
                  <a:gd name="T23" fmla="*/ 29 h 29"/>
                  <a:gd name="T24" fmla="*/ 0 w 59"/>
                  <a:gd name="T25" fmla="*/ 14 h 29"/>
                  <a:gd name="T26" fmla="*/ 20 w 59"/>
                  <a:gd name="T27" fmla="*/ 25 h 29"/>
                  <a:gd name="T28" fmla="*/ 29 w 59"/>
                  <a:gd name="T29" fmla="*/ 0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9"/>
                  <a:gd name="T46" fmla="*/ 0 h 29"/>
                  <a:gd name="T47" fmla="*/ 59 w 59"/>
                  <a:gd name="T48" fmla="*/ 29 h 2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9" h="29">
                    <a:moveTo>
                      <a:pt x="29" y="0"/>
                    </a:moveTo>
                    <a:lnTo>
                      <a:pt x="39" y="25"/>
                    </a:lnTo>
                    <a:lnTo>
                      <a:pt x="59" y="14"/>
                    </a:lnTo>
                    <a:lnTo>
                      <a:pt x="55" y="29"/>
                    </a:lnTo>
                    <a:lnTo>
                      <a:pt x="49" y="29"/>
                    </a:lnTo>
                    <a:lnTo>
                      <a:pt x="52" y="20"/>
                    </a:lnTo>
                    <a:lnTo>
                      <a:pt x="38" y="27"/>
                    </a:lnTo>
                    <a:lnTo>
                      <a:pt x="29" y="10"/>
                    </a:lnTo>
                    <a:lnTo>
                      <a:pt x="21" y="27"/>
                    </a:lnTo>
                    <a:lnTo>
                      <a:pt x="5" y="20"/>
                    </a:lnTo>
                    <a:lnTo>
                      <a:pt x="10" y="29"/>
                    </a:lnTo>
                    <a:lnTo>
                      <a:pt x="4" y="29"/>
                    </a:lnTo>
                    <a:lnTo>
                      <a:pt x="0" y="14"/>
                    </a:lnTo>
                    <a:lnTo>
                      <a:pt x="20" y="25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93939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8" name="Freeform 901"/>
              <p:cNvSpPr>
                <a:spLocks/>
              </p:cNvSpPr>
              <p:nvPr/>
            </p:nvSpPr>
            <p:spPr bwMode="auto">
              <a:xfrm>
                <a:off x="2661" y="1927"/>
                <a:ext cx="57" cy="28"/>
              </a:xfrm>
              <a:custGeom>
                <a:avLst/>
                <a:gdLst>
                  <a:gd name="T0" fmla="*/ 28 w 57"/>
                  <a:gd name="T1" fmla="*/ 0 h 28"/>
                  <a:gd name="T2" fmla="*/ 39 w 57"/>
                  <a:gd name="T3" fmla="*/ 25 h 28"/>
                  <a:gd name="T4" fmla="*/ 57 w 57"/>
                  <a:gd name="T5" fmla="*/ 14 h 28"/>
                  <a:gd name="T6" fmla="*/ 54 w 57"/>
                  <a:gd name="T7" fmla="*/ 28 h 28"/>
                  <a:gd name="T8" fmla="*/ 49 w 57"/>
                  <a:gd name="T9" fmla="*/ 28 h 28"/>
                  <a:gd name="T10" fmla="*/ 51 w 57"/>
                  <a:gd name="T11" fmla="*/ 19 h 28"/>
                  <a:gd name="T12" fmla="*/ 37 w 57"/>
                  <a:gd name="T13" fmla="*/ 27 h 28"/>
                  <a:gd name="T14" fmla="*/ 28 w 57"/>
                  <a:gd name="T15" fmla="*/ 9 h 28"/>
                  <a:gd name="T16" fmla="*/ 20 w 57"/>
                  <a:gd name="T17" fmla="*/ 27 h 28"/>
                  <a:gd name="T18" fmla="*/ 6 w 57"/>
                  <a:gd name="T19" fmla="*/ 19 h 28"/>
                  <a:gd name="T20" fmla="*/ 9 w 57"/>
                  <a:gd name="T21" fmla="*/ 28 h 28"/>
                  <a:gd name="T22" fmla="*/ 3 w 57"/>
                  <a:gd name="T23" fmla="*/ 28 h 28"/>
                  <a:gd name="T24" fmla="*/ 0 w 57"/>
                  <a:gd name="T25" fmla="*/ 14 h 28"/>
                  <a:gd name="T26" fmla="*/ 19 w 57"/>
                  <a:gd name="T27" fmla="*/ 25 h 28"/>
                  <a:gd name="T28" fmla="*/ 28 w 57"/>
                  <a:gd name="T29" fmla="*/ 0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8"/>
                  <a:gd name="T47" fmla="*/ 57 w 57"/>
                  <a:gd name="T48" fmla="*/ 28 h 2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8">
                    <a:moveTo>
                      <a:pt x="28" y="0"/>
                    </a:moveTo>
                    <a:lnTo>
                      <a:pt x="39" y="25"/>
                    </a:lnTo>
                    <a:lnTo>
                      <a:pt x="57" y="14"/>
                    </a:lnTo>
                    <a:lnTo>
                      <a:pt x="54" y="28"/>
                    </a:lnTo>
                    <a:lnTo>
                      <a:pt x="49" y="28"/>
                    </a:lnTo>
                    <a:lnTo>
                      <a:pt x="51" y="19"/>
                    </a:lnTo>
                    <a:lnTo>
                      <a:pt x="37" y="27"/>
                    </a:lnTo>
                    <a:lnTo>
                      <a:pt x="28" y="9"/>
                    </a:lnTo>
                    <a:lnTo>
                      <a:pt x="20" y="27"/>
                    </a:lnTo>
                    <a:lnTo>
                      <a:pt x="6" y="19"/>
                    </a:lnTo>
                    <a:lnTo>
                      <a:pt x="9" y="28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19" y="2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89898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29" name="Freeform 902"/>
              <p:cNvSpPr>
                <a:spLocks/>
              </p:cNvSpPr>
              <p:nvPr/>
            </p:nvSpPr>
            <p:spPr bwMode="auto">
              <a:xfrm>
                <a:off x="2661" y="1928"/>
                <a:ext cx="57" cy="26"/>
              </a:xfrm>
              <a:custGeom>
                <a:avLst/>
                <a:gdLst>
                  <a:gd name="T0" fmla="*/ 28 w 57"/>
                  <a:gd name="T1" fmla="*/ 0 h 26"/>
                  <a:gd name="T2" fmla="*/ 39 w 57"/>
                  <a:gd name="T3" fmla="*/ 24 h 26"/>
                  <a:gd name="T4" fmla="*/ 57 w 57"/>
                  <a:gd name="T5" fmla="*/ 13 h 26"/>
                  <a:gd name="T6" fmla="*/ 54 w 57"/>
                  <a:gd name="T7" fmla="*/ 25 h 26"/>
                  <a:gd name="T8" fmla="*/ 50 w 57"/>
                  <a:gd name="T9" fmla="*/ 25 h 26"/>
                  <a:gd name="T10" fmla="*/ 53 w 57"/>
                  <a:gd name="T11" fmla="*/ 18 h 26"/>
                  <a:gd name="T12" fmla="*/ 38 w 57"/>
                  <a:gd name="T13" fmla="*/ 26 h 26"/>
                  <a:gd name="T14" fmla="*/ 28 w 57"/>
                  <a:gd name="T15" fmla="*/ 8 h 26"/>
                  <a:gd name="T16" fmla="*/ 20 w 57"/>
                  <a:gd name="T17" fmla="*/ 26 h 26"/>
                  <a:gd name="T18" fmla="*/ 4 w 57"/>
                  <a:gd name="T19" fmla="*/ 18 h 26"/>
                  <a:gd name="T20" fmla="*/ 8 w 57"/>
                  <a:gd name="T21" fmla="*/ 25 h 26"/>
                  <a:gd name="T22" fmla="*/ 3 w 57"/>
                  <a:gd name="T23" fmla="*/ 25 h 26"/>
                  <a:gd name="T24" fmla="*/ 0 w 57"/>
                  <a:gd name="T25" fmla="*/ 14 h 26"/>
                  <a:gd name="T26" fmla="*/ 19 w 57"/>
                  <a:gd name="T27" fmla="*/ 24 h 26"/>
                  <a:gd name="T28" fmla="*/ 28 w 57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7"/>
                  <a:gd name="T46" fmla="*/ 0 h 26"/>
                  <a:gd name="T47" fmla="*/ 57 w 57"/>
                  <a:gd name="T48" fmla="*/ 26 h 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7" h="26">
                    <a:moveTo>
                      <a:pt x="28" y="0"/>
                    </a:moveTo>
                    <a:lnTo>
                      <a:pt x="39" y="24"/>
                    </a:lnTo>
                    <a:lnTo>
                      <a:pt x="57" y="13"/>
                    </a:lnTo>
                    <a:lnTo>
                      <a:pt x="54" y="25"/>
                    </a:lnTo>
                    <a:lnTo>
                      <a:pt x="50" y="25"/>
                    </a:lnTo>
                    <a:lnTo>
                      <a:pt x="53" y="18"/>
                    </a:lnTo>
                    <a:lnTo>
                      <a:pt x="38" y="26"/>
                    </a:lnTo>
                    <a:lnTo>
                      <a:pt x="28" y="8"/>
                    </a:lnTo>
                    <a:lnTo>
                      <a:pt x="20" y="26"/>
                    </a:lnTo>
                    <a:lnTo>
                      <a:pt x="4" y="18"/>
                    </a:lnTo>
                    <a:lnTo>
                      <a:pt x="8" y="25"/>
                    </a:lnTo>
                    <a:lnTo>
                      <a:pt x="3" y="25"/>
                    </a:lnTo>
                    <a:lnTo>
                      <a:pt x="0" y="14"/>
                    </a:lnTo>
                    <a:lnTo>
                      <a:pt x="19" y="2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C7C7C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30" name="Freeform 903"/>
              <p:cNvSpPr>
                <a:spLocks/>
              </p:cNvSpPr>
              <p:nvPr/>
            </p:nvSpPr>
            <p:spPr bwMode="auto">
              <a:xfrm>
                <a:off x="2662" y="1929"/>
                <a:ext cx="55" cy="25"/>
              </a:xfrm>
              <a:custGeom>
                <a:avLst/>
                <a:gdLst>
                  <a:gd name="T0" fmla="*/ 28 w 55"/>
                  <a:gd name="T1" fmla="*/ 0 h 25"/>
                  <a:gd name="T2" fmla="*/ 38 w 55"/>
                  <a:gd name="T3" fmla="*/ 23 h 25"/>
                  <a:gd name="T4" fmla="*/ 55 w 55"/>
                  <a:gd name="T5" fmla="*/ 13 h 25"/>
                  <a:gd name="T6" fmla="*/ 53 w 55"/>
                  <a:gd name="T7" fmla="*/ 23 h 25"/>
                  <a:gd name="T8" fmla="*/ 49 w 55"/>
                  <a:gd name="T9" fmla="*/ 23 h 25"/>
                  <a:gd name="T10" fmla="*/ 52 w 55"/>
                  <a:gd name="T11" fmla="*/ 17 h 25"/>
                  <a:gd name="T12" fmla="*/ 37 w 55"/>
                  <a:gd name="T13" fmla="*/ 25 h 25"/>
                  <a:gd name="T14" fmla="*/ 28 w 55"/>
                  <a:gd name="T15" fmla="*/ 7 h 25"/>
                  <a:gd name="T16" fmla="*/ 19 w 55"/>
                  <a:gd name="T17" fmla="*/ 25 h 25"/>
                  <a:gd name="T18" fmla="*/ 5 w 55"/>
                  <a:gd name="T19" fmla="*/ 17 h 25"/>
                  <a:gd name="T20" fmla="*/ 7 w 55"/>
                  <a:gd name="T21" fmla="*/ 24 h 25"/>
                  <a:gd name="T22" fmla="*/ 2 w 55"/>
                  <a:gd name="T23" fmla="*/ 24 h 25"/>
                  <a:gd name="T24" fmla="*/ 0 w 55"/>
                  <a:gd name="T25" fmla="*/ 13 h 25"/>
                  <a:gd name="T26" fmla="*/ 18 w 55"/>
                  <a:gd name="T27" fmla="*/ 23 h 25"/>
                  <a:gd name="T28" fmla="*/ 28 w 55"/>
                  <a:gd name="T29" fmla="*/ 0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25"/>
                  <a:gd name="T47" fmla="*/ 55 w 55"/>
                  <a:gd name="T48" fmla="*/ 25 h 2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25">
                    <a:moveTo>
                      <a:pt x="28" y="0"/>
                    </a:moveTo>
                    <a:lnTo>
                      <a:pt x="38" y="23"/>
                    </a:lnTo>
                    <a:lnTo>
                      <a:pt x="55" y="13"/>
                    </a:lnTo>
                    <a:lnTo>
                      <a:pt x="53" y="23"/>
                    </a:lnTo>
                    <a:lnTo>
                      <a:pt x="49" y="23"/>
                    </a:lnTo>
                    <a:lnTo>
                      <a:pt x="52" y="17"/>
                    </a:lnTo>
                    <a:lnTo>
                      <a:pt x="37" y="25"/>
                    </a:lnTo>
                    <a:lnTo>
                      <a:pt x="28" y="7"/>
                    </a:lnTo>
                    <a:lnTo>
                      <a:pt x="19" y="25"/>
                    </a:lnTo>
                    <a:lnTo>
                      <a:pt x="5" y="17"/>
                    </a:lnTo>
                    <a:lnTo>
                      <a:pt x="7" y="24"/>
                    </a:lnTo>
                    <a:lnTo>
                      <a:pt x="2" y="24"/>
                    </a:lnTo>
                    <a:lnTo>
                      <a:pt x="0" y="13"/>
                    </a:lnTo>
                    <a:lnTo>
                      <a:pt x="18" y="2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70707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31" name="Freeform 904"/>
              <p:cNvSpPr>
                <a:spLocks/>
              </p:cNvSpPr>
              <p:nvPr/>
            </p:nvSpPr>
            <p:spPr bwMode="auto">
              <a:xfrm>
                <a:off x="2663" y="1931"/>
                <a:ext cx="53" cy="23"/>
              </a:xfrm>
              <a:custGeom>
                <a:avLst/>
                <a:gdLst>
                  <a:gd name="T0" fmla="*/ 26 w 53"/>
                  <a:gd name="T1" fmla="*/ 0 h 23"/>
                  <a:gd name="T2" fmla="*/ 37 w 53"/>
                  <a:gd name="T3" fmla="*/ 21 h 23"/>
                  <a:gd name="T4" fmla="*/ 53 w 53"/>
                  <a:gd name="T5" fmla="*/ 12 h 23"/>
                  <a:gd name="T6" fmla="*/ 51 w 53"/>
                  <a:gd name="T7" fmla="*/ 20 h 23"/>
                  <a:gd name="T8" fmla="*/ 48 w 53"/>
                  <a:gd name="T9" fmla="*/ 20 h 23"/>
                  <a:gd name="T10" fmla="*/ 49 w 53"/>
                  <a:gd name="T11" fmla="*/ 15 h 23"/>
                  <a:gd name="T12" fmla="*/ 35 w 53"/>
                  <a:gd name="T13" fmla="*/ 23 h 23"/>
                  <a:gd name="T14" fmla="*/ 26 w 53"/>
                  <a:gd name="T15" fmla="*/ 5 h 23"/>
                  <a:gd name="T16" fmla="*/ 18 w 53"/>
                  <a:gd name="T17" fmla="*/ 23 h 23"/>
                  <a:gd name="T18" fmla="*/ 4 w 53"/>
                  <a:gd name="T19" fmla="*/ 15 h 23"/>
                  <a:gd name="T20" fmla="*/ 5 w 53"/>
                  <a:gd name="T21" fmla="*/ 21 h 23"/>
                  <a:gd name="T22" fmla="*/ 1 w 53"/>
                  <a:gd name="T23" fmla="*/ 21 h 23"/>
                  <a:gd name="T24" fmla="*/ 0 w 53"/>
                  <a:gd name="T25" fmla="*/ 12 h 23"/>
                  <a:gd name="T26" fmla="*/ 17 w 53"/>
                  <a:gd name="T27" fmla="*/ 22 h 23"/>
                  <a:gd name="T28" fmla="*/ 26 w 53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3"/>
                  <a:gd name="T46" fmla="*/ 0 h 23"/>
                  <a:gd name="T47" fmla="*/ 53 w 53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3" h="23">
                    <a:moveTo>
                      <a:pt x="26" y="0"/>
                    </a:moveTo>
                    <a:lnTo>
                      <a:pt x="37" y="21"/>
                    </a:lnTo>
                    <a:lnTo>
                      <a:pt x="53" y="12"/>
                    </a:lnTo>
                    <a:lnTo>
                      <a:pt x="51" y="20"/>
                    </a:lnTo>
                    <a:lnTo>
                      <a:pt x="48" y="20"/>
                    </a:lnTo>
                    <a:lnTo>
                      <a:pt x="49" y="15"/>
                    </a:lnTo>
                    <a:lnTo>
                      <a:pt x="35" y="23"/>
                    </a:lnTo>
                    <a:lnTo>
                      <a:pt x="26" y="5"/>
                    </a:lnTo>
                    <a:lnTo>
                      <a:pt x="18" y="23"/>
                    </a:lnTo>
                    <a:lnTo>
                      <a:pt x="4" y="15"/>
                    </a:lnTo>
                    <a:lnTo>
                      <a:pt x="5" y="21"/>
                    </a:lnTo>
                    <a:lnTo>
                      <a:pt x="1" y="21"/>
                    </a:lnTo>
                    <a:lnTo>
                      <a:pt x="0" y="12"/>
                    </a:lnTo>
                    <a:lnTo>
                      <a:pt x="17" y="2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666666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532" name="Freeform 905"/>
              <p:cNvSpPr>
                <a:spLocks/>
              </p:cNvSpPr>
              <p:nvPr/>
            </p:nvSpPr>
            <p:spPr bwMode="auto">
              <a:xfrm>
                <a:off x="2663" y="1932"/>
                <a:ext cx="52" cy="22"/>
              </a:xfrm>
              <a:custGeom>
                <a:avLst/>
                <a:gdLst>
                  <a:gd name="T0" fmla="*/ 51 w 52"/>
                  <a:gd name="T1" fmla="*/ 18 h 22"/>
                  <a:gd name="T2" fmla="*/ 52 w 52"/>
                  <a:gd name="T3" fmla="*/ 12 h 22"/>
                  <a:gd name="T4" fmla="*/ 36 w 52"/>
                  <a:gd name="T5" fmla="*/ 21 h 22"/>
                  <a:gd name="T6" fmla="*/ 26 w 52"/>
                  <a:gd name="T7" fmla="*/ 0 h 22"/>
                  <a:gd name="T8" fmla="*/ 16 w 52"/>
                  <a:gd name="T9" fmla="*/ 21 h 22"/>
                  <a:gd name="T10" fmla="*/ 0 w 52"/>
                  <a:gd name="T11" fmla="*/ 12 h 22"/>
                  <a:gd name="T12" fmla="*/ 1 w 52"/>
                  <a:gd name="T13" fmla="*/ 19 h 22"/>
                  <a:gd name="T14" fmla="*/ 4 w 52"/>
                  <a:gd name="T15" fmla="*/ 19 h 22"/>
                  <a:gd name="T16" fmla="*/ 2 w 52"/>
                  <a:gd name="T17" fmla="*/ 14 h 22"/>
                  <a:gd name="T18" fmla="*/ 17 w 52"/>
                  <a:gd name="T19" fmla="*/ 22 h 22"/>
                  <a:gd name="T20" fmla="*/ 26 w 52"/>
                  <a:gd name="T21" fmla="*/ 4 h 22"/>
                  <a:gd name="T22" fmla="*/ 35 w 52"/>
                  <a:gd name="T23" fmla="*/ 22 h 22"/>
                  <a:gd name="T24" fmla="*/ 49 w 52"/>
                  <a:gd name="T25" fmla="*/ 14 h 22"/>
                  <a:gd name="T26" fmla="*/ 48 w 52"/>
                  <a:gd name="T27" fmla="*/ 18 h 22"/>
                  <a:gd name="T28" fmla="*/ 51 w 52"/>
                  <a:gd name="T29" fmla="*/ 18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2"/>
                  <a:gd name="T46" fmla="*/ 0 h 22"/>
                  <a:gd name="T47" fmla="*/ 52 w 52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2" h="22">
                    <a:moveTo>
                      <a:pt x="51" y="18"/>
                    </a:moveTo>
                    <a:lnTo>
                      <a:pt x="52" y="12"/>
                    </a:lnTo>
                    <a:lnTo>
                      <a:pt x="36" y="21"/>
                    </a:lnTo>
                    <a:lnTo>
                      <a:pt x="26" y="0"/>
                    </a:lnTo>
                    <a:lnTo>
                      <a:pt x="16" y="21"/>
                    </a:lnTo>
                    <a:lnTo>
                      <a:pt x="0" y="12"/>
                    </a:lnTo>
                    <a:lnTo>
                      <a:pt x="1" y="19"/>
                    </a:lnTo>
                    <a:lnTo>
                      <a:pt x="4" y="19"/>
                    </a:lnTo>
                    <a:lnTo>
                      <a:pt x="2" y="14"/>
                    </a:lnTo>
                    <a:lnTo>
                      <a:pt x="17" y="22"/>
                    </a:lnTo>
                    <a:lnTo>
                      <a:pt x="26" y="4"/>
                    </a:lnTo>
                    <a:lnTo>
                      <a:pt x="35" y="22"/>
                    </a:lnTo>
                    <a:lnTo>
                      <a:pt x="49" y="14"/>
                    </a:lnTo>
                    <a:lnTo>
                      <a:pt x="48" y="18"/>
                    </a:lnTo>
                    <a:lnTo>
                      <a:pt x="51" y="18"/>
                    </a:lnTo>
                    <a:close/>
                  </a:path>
                </a:pathLst>
              </a:custGeom>
              <a:solidFill>
                <a:srgbClr val="595959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9182" name="Rectangle 906"/>
            <p:cNvSpPr>
              <a:spLocks noChangeArrowheads="1"/>
            </p:cNvSpPr>
            <p:nvPr/>
          </p:nvSpPr>
          <p:spPr bwMode="auto">
            <a:xfrm>
              <a:off x="2794" y="2595"/>
              <a:ext cx="524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Pre-Qualification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49183" name="Group 907"/>
            <p:cNvGrpSpPr>
              <a:grpSpLocks/>
            </p:cNvGrpSpPr>
            <p:nvPr/>
          </p:nvGrpSpPr>
          <p:grpSpPr bwMode="auto">
            <a:xfrm>
              <a:off x="3433" y="2349"/>
              <a:ext cx="422" cy="323"/>
              <a:chOff x="2997" y="1867"/>
              <a:chExt cx="387" cy="300"/>
            </a:xfrm>
          </p:grpSpPr>
          <p:sp>
            <p:nvSpPr>
              <p:cNvPr id="49315" name="Freeform 908"/>
              <p:cNvSpPr>
                <a:spLocks/>
              </p:cNvSpPr>
              <p:nvPr/>
            </p:nvSpPr>
            <p:spPr bwMode="auto">
              <a:xfrm>
                <a:off x="2998" y="2056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3 h 110"/>
                  <a:gd name="T12" fmla="*/ 86 w 252"/>
                  <a:gd name="T13" fmla="*/ 5 h 110"/>
                  <a:gd name="T14" fmla="*/ 118 w 252"/>
                  <a:gd name="T15" fmla="*/ 7 h 110"/>
                  <a:gd name="T16" fmla="*/ 149 w 252"/>
                  <a:gd name="T17" fmla="*/ 9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20 h 110"/>
                  <a:gd name="T26" fmla="*/ 245 w 252"/>
                  <a:gd name="T27" fmla="*/ 38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8 h 110"/>
                  <a:gd name="T36" fmla="*/ 238 w 252"/>
                  <a:gd name="T37" fmla="*/ 70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5 h 110"/>
                  <a:gd name="T44" fmla="*/ 193 w 252"/>
                  <a:gd name="T45" fmla="*/ 90 h 110"/>
                  <a:gd name="T46" fmla="*/ 180 w 252"/>
                  <a:gd name="T47" fmla="*/ 95 h 110"/>
                  <a:gd name="T48" fmla="*/ 170 w 252"/>
                  <a:gd name="T49" fmla="*/ 101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8 h 110"/>
                  <a:gd name="T66" fmla="*/ 101 w 252"/>
                  <a:gd name="T67" fmla="*/ 91 h 110"/>
                  <a:gd name="T68" fmla="*/ 87 w 252"/>
                  <a:gd name="T69" fmla="*/ 84 h 110"/>
                  <a:gd name="T70" fmla="*/ 72 w 252"/>
                  <a:gd name="T71" fmla="*/ 75 h 110"/>
                  <a:gd name="T72" fmla="*/ 58 w 252"/>
                  <a:gd name="T73" fmla="*/ 68 h 110"/>
                  <a:gd name="T74" fmla="*/ 44 w 252"/>
                  <a:gd name="T75" fmla="*/ 60 h 110"/>
                  <a:gd name="T76" fmla="*/ 33 w 252"/>
                  <a:gd name="T77" fmla="*/ 54 h 110"/>
                  <a:gd name="T78" fmla="*/ 23 w 252"/>
                  <a:gd name="T79" fmla="*/ 50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8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8"/>
                    </a:moveTo>
                    <a:lnTo>
                      <a:pt x="3" y="35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3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76" y="4"/>
                    </a:lnTo>
                    <a:lnTo>
                      <a:pt x="86" y="5"/>
                    </a:lnTo>
                    <a:lnTo>
                      <a:pt x="96" y="7"/>
                    </a:lnTo>
                    <a:lnTo>
                      <a:pt x="107" y="7"/>
                    </a:lnTo>
                    <a:lnTo>
                      <a:pt x="118" y="7"/>
                    </a:lnTo>
                    <a:lnTo>
                      <a:pt x="128" y="9"/>
                    </a:lnTo>
                    <a:lnTo>
                      <a:pt x="140" y="9"/>
                    </a:lnTo>
                    <a:lnTo>
                      <a:pt x="149" y="9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7"/>
                    </a:lnTo>
                    <a:lnTo>
                      <a:pt x="228" y="17"/>
                    </a:lnTo>
                    <a:lnTo>
                      <a:pt x="234" y="19"/>
                    </a:lnTo>
                    <a:lnTo>
                      <a:pt x="237" y="19"/>
                    </a:lnTo>
                    <a:lnTo>
                      <a:pt x="241" y="20"/>
                    </a:lnTo>
                    <a:lnTo>
                      <a:pt x="243" y="20"/>
                    </a:lnTo>
                    <a:lnTo>
                      <a:pt x="245" y="29"/>
                    </a:lnTo>
                    <a:lnTo>
                      <a:pt x="245" y="38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1" y="64"/>
                    </a:lnTo>
                    <a:lnTo>
                      <a:pt x="249" y="66"/>
                    </a:lnTo>
                    <a:lnTo>
                      <a:pt x="248" y="67"/>
                    </a:lnTo>
                    <a:lnTo>
                      <a:pt x="247" y="68"/>
                    </a:lnTo>
                    <a:lnTo>
                      <a:pt x="245" y="68"/>
                    </a:lnTo>
                    <a:lnTo>
                      <a:pt x="241" y="69"/>
                    </a:lnTo>
                    <a:lnTo>
                      <a:pt x="238" y="70"/>
                    </a:lnTo>
                    <a:lnTo>
                      <a:pt x="236" y="71"/>
                    </a:lnTo>
                    <a:lnTo>
                      <a:pt x="233" y="73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2"/>
                    </a:lnTo>
                    <a:lnTo>
                      <a:pt x="210" y="82"/>
                    </a:lnTo>
                    <a:lnTo>
                      <a:pt x="205" y="85"/>
                    </a:lnTo>
                    <a:lnTo>
                      <a:pt x="202" y="86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5"/>
                    </a:lnTo>
                    <a:lnTo>
                      <a:pt x="177" y="98"/>
                    </a:lnTo>
                    <a:lnTo>
                      <a:pt x="173" y="98"/>
                    </a:lnTo>
                    <a:lnTo>
                      <a:pt x="170" y="101"/>
                    </a:lnTo>
                    <a:lnTo>
                      <a:pt x="165" y="102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2"/>
                    </a:lnTo>
                    <a:lnTo>
                      <a:pt x="118" y="101"/>
                    </a:lnTo>
                    <a:lnTo>
                      <a:pt x="113" y="98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4"/>
                    </a:lnTo>
                    <a:lnTo>
                      <a:pt x="82" y="82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71"/>
                    </a:lnTo>
                    <a:lnTo>
                      <a:pt x="58" y="68"/>
                    </a:lnTo>
                    <a:lnTo>
                      <a:pt x="53" y="66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4"/>
                    </a:lnTo>
                    <a:lnTo>
                      <a:pt x="30" y="53"/>
                    </a:lnTo>
                    <a:lnTo>
                      <a:pt x="25" y="51"/>
                    </a:lnTo>
                    <a:lnTo>
                      <a:pt x="23" y="50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9"/>
                    </a:ln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6" name="Freeform 909"/>
              <p:cNvSpPr>
                <a:spLocks/>
              </p:cNvSpPr>
              <p:nvPr/>
            </p:nvSpPr>
            <p:spPr bwMode="auto">
              <a:xfrm>
                <a:off x="2997" y="2056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5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6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3 h 38"/>
                  <a:gd name="T24" fmla="*/ 4 w 14"/>
                  <a:gd name="T25" fmla="*/ 30 h 38"/>
                  <a:gd name="T26" fmla="*/ 2 w 14"/>
                  <a:gd name="T27" fmla="*/ 26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6 h 38"/>
                  <a:gd name="T36" fmla="*/ 14 w 14"/>
                  <a:gd name="T37" fmla="*/ 1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5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7" name="Freeform 910"/>
              <p:cNvSpPr>
                <a:spLocks/>
              </p:cNvSpPr>
              <p:nvPr/>
            </p:nvSpPr>
            <p:spPr bwMode="auto">
              <a:xfrm>
                <a:off x="3010" y="2056"/>
                <a:ext cx="231" cy="22"/>
              </a:xfrm>
              <a:custGeom>
                <a:avLst/>
                <a:gdLst>
                  <a:gd name="T0" fmla="*/ 231 w 231"/>
                  <a:gd name="T1" fmla="*/ 21 h 22"/>
                  <a:gd name="T2" fmla="*/ 228 w 231"/>
                  <a:gd name="T3" fmla="*/ 20 h 22"/>
                  <a:gd name="T4" fmla="*/ 221 w 231"/>
                  <a:gd name="T5" fmla="*/ 19 h 22"/>
                  <a:gd name="T6" fmla="*/ 210 w 231"/>
                  <a:gd name="T7" fmla="*/ 17 h 22"/>
                  <a:gd name="T8" fmla="*/ 195 w 231"/>
                  <a:gd name="T9" fmla="*/ 15 h 22"/>
                  <a:gd name="T10" fmla="*/ 178 w 231"/>
                  <a:gd name="T11" fmla="*/ 13 h 22"/>
                  <a:gd name="T12" fmla="*/ 158 w 231"/>
                  <a:gd name="T13" fmla="*/ 11 h 22"/>
                  <a:gd name="T14" fmla="*/ 137 w 231"/>
                  <a:gd name="T15" fmla="*/ 9 h 22"/>
                  <a:gd name="T16" fmla="*/ 116 w 231"/>
                  <a:gd name="T17" fmla="*/ 8 h 22"/>
                  <a:gd name="T18" fmla="*/ 96 w 231"/>
                  <a:gd name="T19" fmla="*/ 6 h 22"/>
                  <a:gd name="T20" fmla="*/ 74 w 231"/>
                  <a:gd name="T21" fmla="*/ 5 h 22"/>
                  <a:gd name="T22" fmla="*/ 55 w 231"/>
                  <a:gd name="T23" fmla="*/ 4 h 22"/>
                  <a:gd name="T24" fmla="*/ 38 w 231"/>
                  <a:gd name="T25" fmla="*/ 3 h 22"/>
                  <a:gd name="T26" fmla="*/ 22 w 231"/>
                  <a:gd name="T27" fmla="*/ 1 h 22"/>
                  <a:gd name="T28" fmla="*/ 10 w 231"/>
                  <a:gd name="T29" fmla="*/ 0 h 22"/>
                  <a:gd name="T30" fmla="*/ 3 w 231"/>
                  <a:gd name="T31" fmla="*/ 0 h 22"/>
                  <a:gd name="T32" fmla="*/ 0 w 231"/>
                  <a:gd name="T33" fmla="*/ 0 h 22"/>
                  <a:gd name="T34" fmla="*/ 3 w 231"/>
                  <a:gd name="T35" fmla="*/ 3 h 22"/>
                  <a:gd name="T36" fmla="*/ 10 w 231"/>
                  <a:gd name="T37" fmla="*/ 3 h 22"/>
                  <a:gd name="T38" fmla="*/ 22 w 231"/>
                  <a:gd name="T39" fmla="*/ 3 h 22"/>
                  <a:gd name="T40" fmla="*/ 38 w 231"/>
                  <a:gd name="T41" fmla="*/ 4 h 22"/>
                  <a:gd name="T42" fmla="*/ 55 w 231"/>
                  <a:gd name="T43" fmla="*/ 5 h 22"/>
                  <a:gd name="T44" fmla="*/ 74 w 231"/>
                  <a:gd name="T45" fmla="*/ 7 h 22"/>
                  <a:gd name="T46" fmla="*/ 96 w 231"/>
                  <a:gd name="T47" fmla="*/ 8 h 22"/>
                  <a:gd name="T48" fmla="*/ 116 w 231"/>
                  <a:gd name="T49" fmla="*/ 9 h 22"/>
                  <a:gd name="T50" fmla="*/ 137 w 231"/>
                  <a:gd name="T51" fmla="*/ 11 h 22"/>
                  <a:gd name="T52" fmla="*/ 158 w 231"/>
                  <a:gd name="T53" fmla="*/ 13 h 22"/>
                  <a:gd name="T54" fmla="*/ 178 w 231"/>
                  <a:gd name="T55" fmla="*/ 15 h 22"/>
                  <a:gd name="T56" fmla="*/ 195 w 231"/>
                  <a:gd name="T57" fmla="*/ 17 h 22"/>
                  <a:gd name="T58" fmla="*/ 210 w 231"/>
                  <a:gd name="T59" fmla="*/ 19 h 22"/>
                  <a:gd name="T60" fmla="*/ 221 w 231"/>
                  <a:gd name="T61" fmla="*/ 21 h 22"/>
                  <a:gd name="T62" fmla="*/ 228 w 231"/>
                  <a:gd name="T63" fmla="*/ 22 h 22"/>
                  <a:gd name="T64" fmla="*/ 229 w 231"/>
                  <a:gd name="T65" fmla="*/ 21 h 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2"/>
                  <a:gd name="T101" fmla="*/ 231 w 231"/>
                  <a:gd name="T102" fmla="*/ 22 h 2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2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5" y="19"/>
                    </a:lnTo>
                    <a:lnTo>
                      <a:pt x="221" y="19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9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6"/>
                    </a:lnTo>
                    <a:lnTo>
                      <a:pt x="84" y="6"/>
                    </a:lnTo>
                    <a:lnTo>
                      <a:pt x="74" y="5"/>
                    </a:lnTo>
                    <a:lnTo>
                      <a:pt x="65" y="4"/>
                    </a:lnTo>
                    <a:lnTo>
                      <a:pt x="55" y="4"/>
                    </a:lnTo>
                    <a:lnTo>
                      <a:pt x="46" y="3"/>
                    </a:lnTo>
                    <a:lnTo>
                      <a:pt x="38" y="3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29" y="4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6"/>
                    </a:lnTo>
                    <a:lnTo>
                      <a:pt x="74" y="7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9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9"/>
                    </a:lnTo>
                    <a:lnTo>
                      <a:pt x="210" y="19"/>
                    </a:lnTo>
                    <a:lnTo>
                      <a:pt x="215" y="20"/>
                    </a:lnTo>
                    <a:lnTo>
                      <a:pt x="221" y="21"/>
                    </a:lnTo>
                    <a:lnTo>
                      <a:pt x="225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8" name="Freeform 911"/>
              <p:cNvSpPr>
                <a:spLocks/>
              </p:cNvSpPr>
              <p:nvPr/>
            </p:nvSpPr>
            <p:spPr bwMode="auto">
              <a:xfrm>
                <a:off x="3239" y="2076"/>
                <a:ext cx="5" cy="37"/>
              </a:xfrm>
              <a:custGeom>
                <a:avLst/>
                <a:gdLst>
                  <a:gd name="T0" fmla="*/ 4 w 5"/>
                  <a:gd name="T1" fmla="*/ 36 h 37"/>
                  <a:gd name="T2" fmla="*/ 5 w 5"/>
                  <a:gd name="T3" fmla="*/ 36 h 37"/>
                  <a:gd name="T4" fmla="*/ 4 w 5"/>
                  <a:gd name="T5" fmla="*/ 27 h 37"/>
                  <a:gd name="T6" fmla="*/ 4 w 5"/>
                  <a:gd name="T7" fmla="*/ 17 h 37"/>
                  <a:gd name="T8" fmla="*/ 2 w 5"/>
                  <a:gd name="T9" fmla="*/ 8 h 37"/>
                  <a:gd name="T10" fmla="*/ 2 w 5"/>
                  <a:gd name="T11" fmla="*/ 0 h 37"/>
                  <a:gd name="T12" fmla="*/ 0 w 5"/>
                  <a:gd name="T13" fmla="*/ 0 h 37"/>
                  <a:gd name="T14" fmla="*/ 0 w 5"/>
                  <a:gd name="T15" fmla="*/ 8 h 37"/>
                  <a:gd name="T16" fmla="*/ 1 w 5"/>
                  <a:gd name="T17" fmla="*/ 17 h 37"/>
                  <a:gd name="T18" fmla="*/ 1 w 5"/>
                  <a:gd name="T19" fmla="*/ 27 h 37"/>
                  <a:gd name="T20" fmla="*/ 2 w 5"/>
                  <a:gd name="T21" fmla="*/ 36 h 37"/>
                  <a:gd name="T22" fmla="*/ 4 w 5"/>
                  <a:gd name="T23" fmla="*/ 37 h 37"/>
                  <a:gd name="T24" fmla="*/ 2 w 5"/>
                  <a:gd name="T25" fmla="*/ 36 h 37"/>
                  <a:gd name="T26" fmla="*/ 2 w 5"/>
                  <a:gd name="T27" fmla="*/ 37 h 37"/>
                  <a:gd name="T28" fmla="*/ 4 w 5"/>
                  <a:gd name="T29" fmla="*/ 37 h 37"/>
                  <a:gd name="T30" fmla="*/ 4 w 5"/>
                  <a:gd name="T31" fmla="*/ 36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7"/>
                  <a:gd name="T50" fmla="*/ 5 w 5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7">
                    <a:moveTo>
                      <a:pt x="4" y="36"/>
                    </a:moveTo>
                    <a:lnTo>
                      <a:pt x="5" y="36"/>
                    </a:lnTo>
                    <a:lnTo>
                      <a:pt x="4" y="27"/>
                    </a:lnTo>
                    <a:lnTo>
                      <a:pt x="4" y="17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" y="17"/>
                    </a:lnTo>
                    <a:lnTo>
                      <a:pt x="1" y="27"/>
                    </a:lnTo>
                    <a:lnTo>
                      <a:pt x="2" y="36"/>
                    </a:lnTo>
                    <a:lnTo>
                      <a:pt x="4" y="37"/>
                    </a:lnTo>
                    <a:lnTo>
                      <a:pt x="2" y="36"/>
                    </a:lnTo>
                    <a:lnTo>
                      <a:pt x="2" y="37"/>
                    </a:lnTo>
                    <a:lnTo>
                      <a:pt x="4" y="37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9" name="Freeform 912"/>
              <p:cNvSpPr>
                <a:spLocks/>
              </p:cNvSpPr>
              <p:nvPr/>
            </p:nvSpPr>
            <p:spPr bwMode="auto">
              <a:xfrm>
                <a:off x="3241" y="2111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8 h 12"/>
                  <a:gd name="T8" fmla="*/ 9 w 9"/>
                  <a:gd name="T9" fmla="*/ 7 h 12"/>
                  <a:gd name="T10" fmla="*/ 8 w 9"/>
                  <a:gd name="T11" fmla="*/ 5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1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5 h 12"/>
                  <a:gd name="T28" fmla="*/ 7 w 9"/>
                  <a:gd name="T29" fmla="*/ 5 h 12"/>
                  <a:gd name="T30" fmla="*/ 7 w 9"/>
                  <a:gd name="T31" fmla="*/ 7 h 12"/>
                  <a:gd name="T32" fmla="*/ 7 w 9"/>
                  <a:gd name="T33" fmla="*/ 8 h 12"/>
                  <a:gd name="T34" fmla="*/ 7 w 9"/>
                  <a:gd name="T35" fmla="*/ 9 h 12"/>
                  <a:gd name="T36" fmla="*/ 4 w 9"/>
                  <a:gd name="T37" fmla="*/ 11 h 12"/>
                  <a:gd name="T38" fmla="*/ 5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0" name="Freeform 913"/>
              <p:cNvSpPr>
                <a:spLocks/>
              </p:cNvSpPr>
              <p:nvPr/>
            </p:nvSpPr>
            <p:spPr bwMode="auto">
              <a:xfrm>
                <a:off x="3143" y="2122"/>
                <a:ext cx="103" cy="45"/>
              </a:xfrm>
              <a:custGeom>
                <a:avLst/>
                <a:gdLst>
                  <a:gd name="T0" fmla="*/ 1 w 103"/>
                  <a:gd name="T1" fmla="*/ 45 h 45"/>
                  <a:gd name="T2" fmla="*/ 3 w 103"/>
                  <a:gd name="T3" fmla="*/ 44 h 45"/>
                  <a:gd name="T4" fmla="*/ 9 w 103"/>
                  <a:gd name="T5" fmla="*/ 42 h 45"/>
                  <a:gd name="T6" fmla="*/ 14 w 103"/>
                  <a:gd name="T7" fmla="*/ 40 h 45"/>
                  <a:gd name="T8" fmla="*/ 20 w 103"/>
                  <a:gd name="T9" fmla="*/ 37 h 45"/>
                  <a:gd name="T10" fmla="*/ 27 w 103"/>
                  <a:gd name="T11" fmla="*/ 35 h 45"/>
                  <a:gd name="T12" fmla="*/ 35 w 103"/>
                  <a:gd name="T13" fmla="*/ 31 h 45"/>
                  <a:gd name="T14" fmla="*/ 44 w 103"/>
                  <a:gd name="T15" fmla="*/ 27 h 45"/>
                  <a:gd name="T16" fmla="*/ 52 w 103"/>
                  <a:gd name="T17" fmla="*/ 23 h 45"/>
                  <a:gd name="T18" fmla="*/ 60 w 103"/>
                  <a:gd name="T19" fmla="*/ 20 h 45"/>
                  <a:gd name="T20" fmla="*/ 70 w 103"/>
                  <a:gd name="T21" fmla="*/ 17 h 45"/>
                  <a:gd name="T22" fmla="*/ 77 w 103"/>
                  <a:gd name="T23" fmla="*/ 12 h 45"/>
                  <a:gd name="T24" fmla="*/ 83 w 103"/>
                  <a:gd name="T25" fmla="*/ 9 h 45"/>
                  <a:gd name="T26" fmla="*/ 90 w 103"/>
                  <a:gd name="T27" fmla="*/ 6 h 45"/>
                  <a:gd name="T28" fmla="*/ 96 w 103"/>
                  <a:gd name="T29" fmla="*/ 4 h 45"/>
                  <a:gd name="T30" fmla="*/ 100 w 103"/>
                  <a:gd name="T31" fmla="*/ 3 h 45"/>
                  <a:gd name="T32" fmla="*/ 103 w 103"/>
                  <a:gd name="T33" fmla="*/ 1 h 45"/>
                  <a:gd name="T34" fmla="*/ 101 w 103"/>
                  <a:gd name="T35" fmla="*/ 0 h 45"/>
                  <a:gd name="T36" fmla="*/ 97 w 103"/>
                  <a:gd name="T37" fmla="*/ 2 h 45"/>
                  <a:gd name="T38" fmla="*/ 92 w 103"/>
                  <a:gd name="T39" fmla="*/ 4 h 45"/>
                  <a:gd name="T40" fmla="*/ 86 w 103"/>
                  <a:gd name="T41" fmla="*/ 6 h 45"/>
                  <a:gd name="T42" fmla="*/ 79 w 103"/>
                  <a:gd name="T43" fmla="*/ 9 h 45"/>
                  <a:gd name="T44" fmla="*/ 73 w 103"/>
                  <a:gd name="T45" fmla="*/ 12 h 45"/>
                  <a:gd name="T46" fmla="*/ 64 w 103"/>
                  <a:gd name="T47" fmla="*/ 17 h 45"/>
                  <a:gd name="T48" fmla="*/ 56 w 103"/>
                  <a:gd name="T49" fmla="*/ 20 h 45"/>
                  <a:gd name="T50" fmla="*/ 47 w 103"/>
                  <a:gd name="T51" fmla="*/ 23 h 45"/>
                  <a:gd name="T52" fmla="*/ 39 w 103"/>
                  <a:gd name="T53" fmla="*/ 27 h 45"/>
                  <a:gd name="T54" fmla="*/ 31 w 103"/>
                  <a:gd name="T55" fmla="*/ 31 h 45"/>
                  <a:gd name="T56" fmla="*/ 23 w 103"/>
                  <a:gd name="T57" fmla="*/ 35 h 45"/>
                  <a:gd name="T58" fmla="*/ 16 w 103"/>
                  <a:gd name="T59" fmla="*/ 37 h 45"/>
                  <a:gd name="T60" fmla="*/ 11 w 103"/>
                  <a:gd name="T61" fmla="*/ 40 h 45"/>
                  <a:gd name="T62" fmla="*/ 5 w 103"/>
                  <a:gd name="T63" fmla="*/ 42 h 45"/>
                  <a:gd name="T64" fmla="*/ 1 w 103"/>
                  <a:gd name="T65" fmla="*/ 43 h 45"/>
                  <a:gd name="T66" fmla="*/ 1 w 103"/>
                  <a:gd name="T67" fmla="*/ 45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5"/>
                  <a:gd name="T104" fmla="*/ 103 w 103"/>
                  <a:gd name="T105" fmla="*/ 45 h 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5">
                    <a:moveTo>
                      <a:pt x="1" y="45"/>
                    </a:move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9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8"/>
                    </a:lnTo>
                    <a:lnTo>
                      <a:pt x="44" y="27"/>
                    </a:lnTo>
                    <a:lnTo>
                      <a:pt x="47" y="25"/>
                    </a:lnTo>
                    <a:lnTo>
                      <a:pt x="52" y="23"/>
                    </a:lnTo>
                    <a:lnTo>
                      <a:pt x="57" y="21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4"/>
                    </a:lnTo>
                    <a:lnTo>
                      <a:pt x="77" y="12"/>
                    </a:lnTo>
                    <a:lnTo>
                      <a:pt x="80" y="10"/>
                    </a:lnTo>
                    <a:lnTo>
                      <a:pt x="83" y="9"/>
                    </a:lnTo>
                    <a:lnTo>
                      <a:pt x="87" y="7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7"/>
                    </a:lnTo>
                    <a:lnTo>
                      <a:pt x="79" y="9"/>
                    </a:lnTo>
                    <a:lnTo>
                      <a:pt x="76" y="10"/>
                    </a:lnTo>
                    <a:lnTo>
                      <a:pt x="73" y="12"/>
                    </a:lnTo>
                    <a:lnTo>
                      <a:pt x="67" y="14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5"/>
                    </a:lnTo>
                    <a:lnTo>
                      <a:pt x="39" y="27"/>
                    </a:lnTo>
                    <a:lnTo>
                      <a:pt x="35" y="28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1" y="40"/>
                    </a:lnTo>
                    <a:lnTo>
                      <a:pt x="9" y="41"/>
                    </a:lnTo>
                    <a:lnTo>
                      <a:pt x="5" y="42"/>
                    </a:lnTo>
                    <a:lnTo>
                      <a:pt x="3" y="42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1" y="45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1" name="Freeform 914"/>
              <p:cNvSpPr>
                <a:spLocks/>
              </p:cNvSpPr>
              <p:nvPr/>
            </p:nvSpPr>
            <p:spPr bwMode="auto">
              <a:xfrm>
                <a:off x="3129" y="2163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2" name="Freeform 915"/>
              <p:cNvSpPr>
                <a:spLocks/>
              </p:cNvSpPr>
              <p:nvPr/>
            </p:nvSpPr>
            <p:spPr bwMode="auto">
              <a:xfrm>
                <a:off x="3015" y="2102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5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1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7 h 62"/>
                  <a:gd name="T20" fmla="*/ 75 w 115"/>
                  <a:gd name="T21" fmla="*/ 41 h 62"/>
                  <a:gd name="T22" fmla="*/ 83 w 115"/>
                  <a:gd name="T23" fmla="*/ 46 h 62"/>
                  <a:gd name="T24" fmla="*/ 93 w 115"/>
                  <a:gd name="T25" fmla="*/ 52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2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3 h 62"/>
                  <a:gd name="T58" fmla="*/ 16 w 115"/>
                  <a:gd name="T59" fmla="*/ 8 h 62"/>
                  <a:gd name="T60" fmla="*/ 8 w 115"/>
                  <a:gd name="T61" fmla="*/ 5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11" y="8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6"/>
                    </a:lnTo>
                    <a:lnTo>
                      <a:pt x="61" y="32"/>
                    </a:lnTo>
                    <a:lnTo>
                      <a:pt x="55" y="29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20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3" name="Freeform 916"/>
              <p:cNvSpPr>
                <a:spLocks/>
              </p:cNvSpPr>
              <p:nvPr/>
            </p:nvSpPr>
            <p:spPr bwMode="auto">
              <a:xfrm>
                <a:off x="3003" y="2093"/>
                <a:ext cx="13" cy="10"/>
              </a:xfrm>
              <a:custGeom>
                <a:avLst/>
                <a:gdLst>
                  <a:gd name="T0" fmla="*/ 0 w 13"/>
                  <a:gd name="T1" fmla="*/ 1 h 10"/>
                  <a:gd name="T2" fmla="*/ 0 w 13"/>
                  <a:gd name="T3" fmla="*/ 1 h 10"/>
                  <a:gd name="T4" fmla="*/ 1 w 13"/>
                  <a:gd name="T5" fmla="*/ 3 h 10"/>
                  <a:gd name="T6" fmla="*/ 2 w 13"/>
                  <a:gd name="T7" fmla="*/ 4 h 10"/>
                  <a:gd name="T8" fmla="*/ 5 w 13"/>
                  <a:gd name="T9" fmla="*/ 5 h 10"/>
                  <a:gd name="T10" fmla="*/ 7 w 13"/>
                  <a:gd name="T11" fmla="*/ 7 h 10"/>
                  <a:gd name="T12" fmla="*/ 8 w 13"/>
                  <a:gd name="T13" fmla="*/ 7 h 10"/>
                  <a:gd name="T14" fmla="*/ 9 w 13"/>
                  <a:gd name="T15" fmla="*/ 7 h 10"/>
                  <a:gd name="T16" fmla="*/ 11 w 13"/>
                  <a:gd name="T17" fmla="*/ 9 h 10"/>
                  <a:gd name="T18" fmla="*/ 12 w 13"/>
                  <a:gd name="T19" fmla="*/ 10 h 10"/>
                  <a:gd name="T20" fmla="*/ 13 w 13"/>
                  <a:gd name="T21" fmla="*/ 9 h 10"/>
                  <a:gd name="T22" fmla="*/ 11 w 13"/>
                  <a:gd name="T23" fmla="*/ 7 h 10"/>
                  <a:gd name="T24" fmla="*/ 10 w 13"/>
                  <a:gd name="T25" fmla="*/ 7 h 10"/>
                  <a:gd name="T26" fmla="*/ 9 w 13"/>
                  <a:gd name="T27" fmla="*/ 5 h 10"/>
                  <a:gd name="T28" fmla="*/ 8 w 13"/>
                  <a:gd name="T29" fmla="*/ 4 h 10"/>
                  <a:gd name="T30" fmla="*/ 7 w 13"/>
                  <a:gd name="T31" fmla="*/ 4 h 10"/>
                  <a:gd name="T32" fmla="*/ 5 w 13"/>
                  <a:gd name="T33" fmla="*/ 3 h 10"/>
                  <a:gd name="T34" fmla="*/ 2 w 13"/>
                  <a:gd name="T35" fmla="*/ 1 h 10"/>
                  <a:gd name="T36" fmla="*/ 1 w 13"/>
                  <a:gd name="T37" fmla="*/ 0 h 10"/>
                  <a:gd name="T38" fmla="*/ 0 w 13"/>
                  <a:gd name="T39" fmla="*/ 1 h 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0"/>
                  <a:gd name="T62" fmla="*/ 13 w 13"/>
                  <a:gd name="T63" fmla="*/ 10 h 1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0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4" name="Freeform 917"/>
              <p:cNvSpPr>
                <a:spLocks/>
              </p:cNvSpPr>
              <p:nvPr/>
            </p:nvSpPr>
            <p:spPr bwMode="auto">
              <a:xfrm>
                <a:off x="3132" y="2125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8 h 41"/>
                  <a:gd name="T8" fmla="*/ 4 w 10"/>
                  <a:gd name="T9" fmla="*/ 36 h 41"/>
                  <a:gd name="T10" fmla="*/ 4 w 10"/>
                  <a:gd name="T11" fmla="*/ 34 h 41"/>
                  <a:gd name="T12" fmla="*/ 2 w 10"/>
                  <a:gd name="T13" fmla="*/ 31 h 41"/>
                  <a:gd name="T14" fmla="*/ 0 w 10"/>
                  <a:gd name="T15" fmla="*/ 29 h 41"/>
                  <a:gd name="T16" fmla="*/ 0 w 10"/>
                  <a:gd name="T17" fmla="*/ 25 h 41"/>
                  <a:gd name="T18" fmla="*/ 0 w 10"/>
                  <a:gd name="T19" fmla="*/ 21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8 h 41"/>
                  <a:gd name="T26" fmla="*/ 4 w 10"/>
                  <a:gd name="T27" fmla="*/ 6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5" name="Freeform 918"/>
              <p:cNvSpPr>
                <a:spLocks/>
              </p:cNvSpPr>
              <p:nvPr/>
            </p:nvSpPr>
            <p:spPr bwMode="auto">
              <a:xfrm>
                <a:off x="3132" y="2150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7 h 17"/>
                  <a:gd name="T8" fmla="*/ 2 w 10"/>
                  <a:gd name="T9" fmla="*/ 9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7 h 17"/>
                  <a:gd name="T34" fmla="*/ 3 w 10"/>
                  <a:gd name="T35" fmla="*/ 3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6" name="Freeform 919"/>
              <p:cNvSpPr>
                <a:spLocks/>
              </p:cNvSpPr>
              <p:nvPr/>
            </p:nvSpPr>
            <p:spPr bwMode="auto">
              <a:xfrm>
                <a:off x="3132" y="2125"/>
                <a:ext cx="9" cy="25"/>
              </a:xfrm>
              <a:custGeom>
                <a:avLst/>
                <a:gdLst>
                  <a:gd name="T0" fmla="*/ 8 w 9"/>
                  <a:gd name="T1" fmla="*/ 0 h 25"/>
                  <a:gd name="T2" fmla="*/ 6 w 9"/>
                  <a:gd name="T3" fmla="*/ 1 h 25"/>
                  <a:gd name="T4" fmla="*/ 4 w 9"/>
                  <a:gd name="T5" fmla="*/ 3 h 25"/>
                  <a:gd name="T6" fmla="*/ 3 w 9"/>
                  <a:gd name="T7" fmla="*/ 6 h 25"/>
                  <a:gd name="T8" fmla="*/ 2 w 9"/>
                  <a:gd name="T9" fmla="*/ 9 h 25"/>
                  <a:gd name="T10" fmla="*/ 0 w 9"/>
                  <a:gd name="T11" fmla="*/ 13 h 25"/>
                  <a:gd name="T12" fmla="*/ 0 w 9"/>
                  <a:gd name="T13" fmla="*/ 17 h 25"/>
                  <a:gd name="T14" fmla="*/ 0 w 9"/>
                  <a:gd name="T15" fmla="*/ 21 h 25"/>
                  <a:gd name="T16" fmla="*/ 0 w 9"/>
                  <a:gd name="T17" fmla="*/ 25 h 25"/>
                  <a:gd name="T18" fmla="*/ 3 w 9"/>
                  <a:gd name="T19" fmla="*/ 25 h 25"/>
                  <a:gd name="T20" fmla="*/ 3 w 9"/>
                  <a:gd name="T21" fmla="*/ 21 h 25"/>
                  <a:gd name="T22" fmla="*/ 3 w 9"/>
                  <a:gd name="T23" fmla="*/ 17 h 25"/>
                  <a:gd name="T24" fmla="*/ 3 w 9"/>
                  <a:gd name="T25" fmla="*/ 13 h 25"/>
                  <a:gd name="T26" fmla="*/ 4 w 9"/>
                  <a:gd name="T27" fmla="*/ 9 h 25"/>
                  <a:gd name="T28" fmla="*/ 4 w 9"/>
                  <a:gd name="T29" fmla="*/ 6 h 25"/>
                  <a:gd name="T30" fmla="*/ 6 w 9"/>
                  <a:gd name="T31" fmla="*/ 4 h 25"/>
                  <a:gd name="T32" fmla="*/ 7 w 9"/>
                  <a:gd name="T33" fmla="*/ 3 h 25"/>
                  <a:gd name="T34" fmla="*/ 9 w 9"/>
                  <a:gd name="T35" fmla="*/ 1 h 25"/>
                  <a:gd name="T36" fmla="*/ 8 w 9"/>
                  <a:gd name="T37" fmla="*/ 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5"/>
                  <a:gd name="T59" fmla="*/ 9 w 9"/>
                  <a:gd name="T60" fmla="*/ 25 h 2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5">
                    <a:moveTo>
                      <a:pt x="8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7" name="Freeform 920"/>
              <p:cNvSpPr>
                <a:spLocks/>
              </p:cNvSpPr>
              <p:nvPr/>
            </p:nvSpPr>
            <p:spPr bwMode="auto">
              <a:xfrm>
                <a:off x="3011" y="2010"/>
                <a:ext cx="239" cy="115"/>
              </a:xfrm>
              <a:custGeom>
                <a:avLst/>
                <a:gdLst>
                  <a:gd name="T0" fmla="*/ 8 w 239"/>
                  <a:gd name="T1" fmla="*/ 42 h 115"/>
                  <a:gd name="T2" fmla="*/ 24 w 239"/>
                  <a:gd name="T3" fmla="*/ 35 h 115"/>
                  <a:gd name="T4" fmla="*/ 45 w 239"/>
                  <a:gd name="T5" fmla="*/ 24 h 115"/>
                  <a:gd name="T6" fmla="*/ 67 w 239"/>
                  <a:gd name="T7" fmla="*/ 14 h 115"/>
                  <a:gd name="T8" fmla="*/ 85 w 239"/>
                  <a:gd name="T9" fmla="*/ 5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2 h 115"/>
                  <a:gd name="T16" fmla="*/ 108 w 239"/>
                  <a:gd name="T17" fmla="*/ 4 h 115"/>
                  <a:gd name="T18" fmla="*/ 114 w 239"/>
                  <a:gd name="T19" fmla="*/ 7 h 115"/>
                  <a:gd name="T20" fmla="*/ 126 w 239"/>
                  <a:gd name="T21" fmla="*/ 12 h 115"/>
                  <a:gd name="T22" fmla="*/ 140 w 239"/>
                  <a:gd name="T23" fmla="*/ 19 h 115"/>
                  <a:gd name="T24" fmla="*/ 155 w 239"/>
                  <a:gd name="T25" fmla="*/ 25 h 115"/>
                  <a:gd name="T26" fmla="*/ 172 w 239"/>
                  <a:gd name="T27" fmla="*/ 34 h 115"/>
                  <a:gd name="T28" fmla="*/ 188 w 239"/>
                  <a:gd name="T29" fmla="*/ 40 h 115"/>
                  <a:gd name="T30" fmla="*/ 204 w 239"/>
                  <a:gd name="T31" fmla="*/ 47 h 115"/>
                  <a:gd name="T32" fmla="*/ 217 w 239"/>
                  <a:gd name="T33" fmla="*/ 54 h 115"/>
                  <a:gd name="T34" fmla="*/ 226 w 239"/>
                  <a:gd name="T35" fmla="*/ 58 h 115"/>
                  <a:gd name="T36" fmla="*/ 233 w 239"/>
                  <a:gd name="T37" fmla="*/ 60 h 115"/>
                  <a:gd name="T38" fmla="*/ 237 w 239"/>
                  <a:gd name="T39" fmla="*/ 63 h 115"/>
                  <a:gd name="T40" fmla="*/ 239 w 239"/>
                  <a:gd name="T41" fmla="*/ 68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2 h 115"/>
                  <a:gd name="T50" fmla="*/ 197 w 239"/>
                  <a:gd name="T51" fmla="*/ 87 h 115"/>
                  <a:gd name="T52" fmla="*/ 184 w 239"/>
                  <a:gd name="T53" fmla="*/ 92 h 115"/>
                  <a:gd name="T54" fmla="*/ 172 w 239"/>
                  <a:gd name="T55" fmla="*/ 98 h 115"/>
                  <a:gd name="T56" fmla="*/ 160 w 239"/>
                  <a:gd name="T57" fmla="*/ 103 h 115"/>
                  <a:gd name="T58" fmla="*/ 149 w 239"/>
                  <a:gd name="T59" fmla="*/ 108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08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3 h 115"/>
                  <a:gd name="T80" fmla="*/ 51 w 239"/>
                  <a:gd name="T81" fmla="*/ 75 h 115"/>
                  <a:gd name="T82" fmla="*/ 36 w 239"/>
                  <a:gd name="T83" fmla="*/ 68 h 115"/>
                  <a:gd name="T84" fmla="*/ 23 w 239"/>
                  <a:gd name="T85" fmla="*/ 60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7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24" y="35"/>
                    </a:lnTo>
                    <a:lnTo>
                      <a:pt x="31" y="30"/>
                    </a:lnTo>
                    <a:lnTo>
                      <a:pt x="37" y="27"/>
                    </a:lnTo>
                    <a:lnTo>
                      <a:pt x="45" y="24"/>
                    </a:lnTo>
                    <a:lnTo>
                      <a:pt x="52" y="21"/>
                    </a:lnTo>
                    <a:lnTo>
                      <a:pt x="61" y="18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7"/>
                    </a:lnTo>
                    <a:lnTo>
                      <a:pt x="85" y="5"/>
                    </a:lnTo>
                    <a:lnTo>
                      <a:pt x="89" y="3"/>
                    </a:lnTo>
                    <a:lnTo>
                      <a:pt x="93" y="2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2"/>
                    </a:lnTo>
                    <a:lnTo>
                      <a:pt x="104" y="2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0" y="4"/>
                    </a:lnTo>
                    <a:lnTo>
                      <a:pt x="112" y="5"/>
                    </a:lnTo>
                    <a:lnTo>
                      <a:pt x="114" y="7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9"/>
                    </a:lnTo>
                    <a:lnTo>
                      <a:pt x="145" y="21"/>
                    </a:lnTo>
                    <a:lnTo>
                      <a:pt x="149" y="23"/>
                    </a:lnTo>
                    <a:lnTo>
                      <a:pt x="155" y="25"/>
                    </a:lnTo>
                    <a:lnTo>
                      <a:pt x="161" y="27"/>
                    </a:lnTo>
                    <a:lnTo>
                      <a:pt x="166" y="30"/>
                    </a:lnTo>
                    <a:lnTo>
                      <a:pt x="172" y="34"/>
                    </a:lnTo>
                    <a:lnTo>
                      <a:pt x="178" y="36"/>
                    </a:lnTo>
                    <a:lnTo>
                      <a:pt x="183" y="38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4"/>
                    </a:lnTo>
                    <a:lnTo>
                      <a:pt x="220" y="55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6"/>
                    </a:lnTo>
                    <a:lnTo>
                      <a:pt x="239" y="66"/>
                    </a:lnTo>
                    <a:lnTo>
                      <a:pt x="239" y="68"/>
                    </a:lnTo>
                    <a:lnTo>
                      <a:pt x="238" y="68"/>
                    </a:lnTo>
                    <a:lnTo>
                      <a:pt x="236" y="70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5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2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0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100"/>
                    </a:lnTo>
                    <a:lnTo>
                      <a:pt x="164" y="101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8"/>
                    </a:lnTo>
                    <a:lnTo>
                      <a:pt x="143" y="110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0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5"/>
                    </a:lnTo>
                    <a:lnTo>
                      <a:pt x="66" y="83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6" y="68"/>
                    </a:lnTo>
                    <a:lnTo>
                      <a:pt x="32" y="66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8" name="Freeform 921"/>
              <p:cNvSpPr>
                <a:spLocks/>
              </p:cNvSpPr>
              <p:nvPr/>
            </p:nvSpPr>
            <p:spPr bwMode="auto">
              <a:xfrm>
                <a:off x="3014" y="2010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2 h 44"/>
                  <a:gd name="T6" fmla="*/ 81 w 90"/>
                  <a:gd name="T7" fmla="*/ 4 h 44"/>
                  <a:gd name="T8" fmla="*/ 77 w 90"/>
                  <a:gd name="T9" fmla="*/ 6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20 h 44"/>
                  <a:gd name="T18" fmla="*/ 42 w 90"/>
                  <a:gd name="T19" fmla="*/ 23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4 h 44"/>
                  <a:gd name="T26" fmla="*/ 15 w 90"/>
                  <a:gd name="T27" fmla="*/ 36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3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8 h 44"/>
                  <a:gd name="T46" fmla="*/ 21 w 90"/>
                  <a:gd name="T47" fmla="*/ 34 h 44"/>
                  <a:gd name="T48" fmla="*/ 28 w 90"/>
                  <a:gd name="T49" fmla="*/ 31 h 44"/>
                  <a:gd name="T50" fmla="*/ 35 w 90"/>
                  <a:gd name="T51" fmla="*/ 28 h 44"/>
                  <a:gd name="T52" fmla="*/ 42 w 90"/>
                  <a:gd name="T53" fmla="*/ 24 h 44"/>
                  <a:gd name="T54" fmla="*/ 50 w 90"/>
                  <a:gd name="T55" fmla="*/ 21 h 44"/>
                  <a:gd name="T56" fmla="*/ 56 w 90"/>
                  <a:gd name="T57" fmla="*/ 18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6 h 44"/>
                  <a:gd name="T66" fmla="*/ 86 w 90"/>
                  <a:gd name="T67" fmla="*/ 4 h 44"/>
                  <a:gd name="T68" fmla="*/ 90 w 90"/>
                  <a:gd name="T69" fmla="*/ 2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2"/>
                    </a:lnTo>
                    <a:lnTo>
                      <a:pt x="81" y="4"/>
                    </a:lnTo>
                    <a:lnTo>
                      <a:pt x="77" y="6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20"/>
                    </a:lnTo>
                    <a:lnTo>
                      <a:pt x="42" y="23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3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4"/>
                    </a:lnTo>
                    <a:lnTo>
                      <a:pt x="28" y="31"/>
                    </a:lnTo>
                    <a:lnTo>
                      <a:pt x="35" y="28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6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29" name="Freeform 922"/>
              <p:cNvSpPr>
                <a:spLocks/>
              </p:cNvSpPr>
              <p:nvPr/>
            </p:nvSpPr>
            <p:spPr bwMode="auto">
              <a:xfrm>
                <a:off x="3103" y="2009"/>
                <a:ext cx="13" cy="4"/>
              </a:xfrm>
              <a:custGeom>
                <a:avLst/>
                <a:gdLst>
                  <a:gd name="T0" fmla="*/ 13 w 13"/>
                  <a:gd name="T1" fmla="*/ 3 h 4"/>
                  <a:gd name="T2" fmla="*/ 13 w 13"/>
                  <a:gd name="T3" fmla="*/ 3 h 4"/>
                  <a:gd name="T4" fmla="*/ 12 w 13"/>
                  <a:gd name="T5" fmla="*/ 1 h 4"/>
                  <a:gd name="T6" fmla="*/ 10 w 13"/>
                  <a:gd name="T7" fmla="*/ 1 h 4"/>
                  <a:gd name="T8" fmla="*/ 9 w 13"/>
                  <a:gd name="T9" fmla="*/ 0 h 4"/>
                  <a:gd name="T10" fmla="*/ 6 w 13"/>
                  <a:gd name="T11" fmla="*/ 0 h 4"/>
                  <a:gd name="T12" fmla="*/ 5 w 13"/>
                  <a:gd name="T13" fmla="*/ 0 h 4"/>
                  <a:gd name="T14" fmla="*/ 3 w 13"/>
                  <a:gd name="T15" fmla="*/ 0 h 4"/>
                  <a:gd name="T16" fmla="*/ 2 w 13"/>
                  <a:gd name="T17" fmla="*/ 0 h 4"/>
                  <a:gd name="T18" fmla="*/ 0 w 13"/>
                  <a:gd name="T19" fmla="*/ 1 h 4"/>
                  <a:gd name="T20" fmla="*/ 0 w 13"/>
                  <a:gd name="T21" fmla="*/ 3 h 4"/>
                  <a:gd name="T22" fmla="*/ 2 w 13"/>
                  <a:gd name="T23" fmla="*/ 3 h 4"/>
                  <a:gd name="T24" fmla="*/ 3 w 13"/>
                  <a:gd name="T25" fmla="*/ 3 h 4"/>
                  <a:gd name="T26" fmla="*/ 5 w 13"/>
                  <a:gd name="T27" fmla="*/ 3 h 4"/>
                  <a:gd name="T28" fmla="*/ 6 w 13"/>
                  <a:gd name="T29" fmla="*/ 3 h 4"/>
                  <a:gd name="T30" fmla="*/ 9 w 13"/>
                  <a:gd name="T31" fmla="*/ 3 h 4"/>
                  <a:gd name="T32" fmla="*/ 10 w 13"/>
                  <a:gd name="T33" fmla="*/ 3 h 4"/>
                  <a:gd name="T34" fmla="*/ 11 w 13"/>
                  <a:gd name="T35" fmla="*/ 3 h 4"/>
                  <a:gd name="T36" fmla="*/ 12 w 13"/>
                  <a:gd name="T37" fmla="*/ 4 h 4"/>
                  <a:gd name="T38" fmla="*/ 13 w 13"/>
                  <a:gd name="T39" fmla="*/ 3 h 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4"/>
                  <a:gd name="T62" fmla="*/ 13 w 13"/>
                  <a:gd name="T63" fmla="*/ 4 h 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4">
                    <a:moveTo>
                      <a:pt x="13" y="3"/>
                    </a:moveTo>
                    <a:lnTo>
                      <a:pt x="13" y="3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0" name="Freeform 923"/>
              <p:cNvSpPr>
                <a:spLocks/>
              </p:cNvSpPr>
              <p:nvPr/>
            </p:nvSpPr>
            <p:spPr bwMode="auto">
              <a:xfrm>
                <a:off x="3115" y="2012"/>
                <a:ext cx="128" cy="59"/>
              </a:xfrm>
              <a:custGeom>
                <a:avLst/>
                <a:gdLst>
                  <a:gd name="T0" fmla="*/ 128 w 128"/>
                  <a:gd name="T1" fmla="*/ 58 h 59"/>
                  <a:gd name="T2" fmla="*/ 124 w 128"/>
                  <a:gd name="T3" fmla="*/ 56 h 59"/>
                  <a:gd name="T4" fmla="*/ 119 w 128"/>
                  <a:gd name="T5" fmla="*/ 53 h 59"/>
                  <a:gd name="T6" fmla="*/ 111 w 128"/>
                  <a:gd name="T7" fmla="*/ 51 h 59"/>
                  <a:gd name="T8" fmla="*/ 104 w 128"/>
                  <a:gd name="T9" fmla="*/ 47 h 59"/>
                  <a:gd name="T10" fmla="*/ 94 w 128"/>
                  <a:gd name="T11" fmla="*/ 42 h 59"/>
                  <a:gd name="T12" fmla="*/ 84 w 128"/>
                  <a:gd name="T13" fmla="*/ 38 h 59"/>
                  <a:gd name="T14" fmla="*/ 73 w 128"/>
                  <a:gd name="T15" fmla="*/ 32 h 59"/>
                  <a:gd name="T16" fmla="*/ 62 w 128"/>
                  <a:gd name="T17" fmla="*/ 27 h 59"/>
                  <a:gd name="T18" fmla="*/ 51 w 128"/>
                  <a:gd name="T19" fmla="*/ 22 h 59"/>
                  <a:gd name="T20" fmla="*/ 41 w 128"/>
                  <a:gd name="T21" fmla="*/ 18 h 59"/>
                  <a:gd name="T22" fmla="*/ 30 w 128"/>
                  <a:gd name="T23" fmla="*/ 12 h 59"/>
                  <a:gd name="T24" fmla="*/ 22 w 128"/>
                  <a:gd name="T25" fmla="*/ 8 h 59"/>
                  <a:gd name="T26" fmla="*/ 14 w 128"/>
                  <a:gd name="T27" fmla="*/ 5 h 59"/>
                  <a:gd name="T28" fmla="*/ 8 w 128"/>
                  <a:gd name="T29" fmla="*/ 3 h 59"/>
                  <a:gd name="T30" fmla="*/ 4 w 128"/>
                  <a:gd name="T31" fmla="*/ 1 h 59"/>
                  <a:gd name="T32" fmla="*/ 0 w 128"/>
                  <a:gd name="T33" fmla="*/ 2 h 59"/>
                  <a:gd name="T34" fmla="*/ 2 w 128"/>
                  <a:gd name="T35" fmla="*/ 2 h 59"/>
                  <a:gd name="T36" fmla="*/ 7 w 128"/>
                  <a:gd name="T37" fmla="*/ 4 h 59"/>
                  <a:gd name="T38" fmla="*/ 13 w 128"/>
                  <a:gd name="T39" fmla="*/ 7 h 59"/>
                  <a:gd name="T40" fmla="*/ 21 w 128"/>
                  <a:gd name="T41" fmla="*/ 10 h 59"/>
                  <a:gd name="T42" fmla="*/ 29 w 128"/>
                  <a:gd name="T43" fmla="*/ 14 h 59"/>
                  <a:gd name="T44" fmla="*/ 40 w 128"/>
                  <a:gd name="T45" fmla="*/ 20 h 59"/>
                  <a:gd name="T46" fmla="*/ 50 w 128"/>
                  <a:gd name="T47" fmla="*/ 24 h 59"/>
                  <a:gd name="T48" fmla="*/ 61 w 128"/>
                  <a:gd name="T49" fmla="*/ 28 h 59"/>
                  <a:gd name="T50" fmla="*/ 72 w 128"/>
                  <a:gd name="T51" fmla="*/ 35 h 59"/>
                  <a:gd name="T52" fmla="*/ 83 w 128"/>
                  <a:gd name="T53" fmla="*/ 39 h 59"/>
                  <a:gd name="T54" fmla="*/ 94 w 128"/>
                  <a:gd name="T55" fmla="*/ 43 h 59"/>
                  <a:gd name="T56" fmla="*/ 103 w 128"/>
                  <a:gd name="T57" fmla="*/ 48 h 59"/>
                  <a:gd name="T58" fmla="*/ 110 w 128"/>
                  <a:gd name="T59" fmla="*/ 53 h 59"/>
                  <a:gd name="T60" fmla="*/ 119 w 128"/>
                  <a:gd name="T61" fmla="*/ 55 h 59"/>
                  <a:gd name="T62" fmla="*/ 123 w 128"/>
                  <a:gd name="T63" fmla="*/ 58 h 59"/>
                  <a:gd name="T64" fmla="*/ 126 w 128"/>
                  <a:gd name="T65" fmla="*/ 59 h 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59"/>
                  <a:gd name="T101" fmla="*/ 128 w 128"/>
                  <a:gd name="T102" fmla="*/ 59 h 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59">
                    <a:moveTo>
                      <a:pt x="128" y="58"/>
                    </a:moveTo>
                    <a:lnTo>
                      <a:pt x="128" y="58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3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49"/>
                    </a:lnTo>
                    <a:lnTo>
                      <a:pt x="104" y="47"/>
                    </a:lnTo>
                    <a:lnTo>
                      <a:pt x="99" y="44"/>
                    </a:lnTo>
                    <a:lnTo>
                      <a:pt x="94" y="42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68" y="29"/>
                    </a:lnTo>
                    <a:lnTo>
                      <a:pt x="62" y="27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2"/>
                    </a:lnTo>
                    <a:lnTo>
                      <a:pt x="29" y="14"/>
                    </a:lnTo>
                    <a:lnTo>
                      <a:pt x="36" y="17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8"/>
                    </a:lnTo>
                    <a:lnTo>
                      <a:pt x="67" y="32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3"/>
                    </a:lnTo>
                    <a:lnTo>
                      <a:pt x="99" y="45"/>
                    </a:lnTo>
                    <a:lnTo>
                      <a:pt x="103" y="48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3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8"/>
                    </a:lnTo>
                    <a:lnTo>
                      <a:pt x="125" y="58"/>
                    </a:lnTo>
                    <a:lnTo>
                      <a:pt x="126" y="59"/>
                    </a:lnTo>
                    <a:lnTo>
                      <a:pt x="128" y="5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1" name="Freeform 924"/>
              <p:cNvSpPr>
                <a:spLocks/>
              </p:cNvSpPr>
              <p:nvPr/>
            </p:nvSpPr>
            <p:spPr bwMode="auto">
              <a:xfrm>
                <a:off x="3241" y="2070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6 h 11"/>
                  <a:gd name="T10" fmla="*/ 8 w 9"/>
                  <a:gd name="T11" fmla="*/ 6 h 11"/>
                  <a:gd name="T12" fmla="*/ 7 w 9"/>
                  <a:gd name="T13" fmla="*/ 2 h 11"/>
                  <a:gd name="T14" fmla="*/ 5 w 9"/>
                  <a:gd name="T15" fmla="*/ 1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6 h 11"/>
                  <a:gd name="T28" fmla="*/ 7 w 9"/>
                  <a:gd name="T29" fmla="*/ 6 h 11"/>
                  <a:gd name="T30" fmla="*/ 7 w 9"/>
                  <a:gd name="T31" fmla="*/ 6 h 11"/>
                  <a:gd name="T32" fmla="*/ 7 w 9"/>
                  <a:gd name="T33" fmla="*/ 8 h 11"/>
                  <a:gd name="T34" fmla="*/ 7 w 9"/>
                  <a:gd name="T35" fmla="*/ 8 h 11"/>
                  <a:gd name="T36" fmla="*/ 4 w 9"/>
                  <a:gd name="T37" fmla="*/ 10 h 11"/>
                  <a:gd name="T38" fmla="*/ 5 w 9"/>
                  <a:gd name="T39" fmla="*/ 1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1"/>
                  <a:gd name="T62" fmla="*/ 9 w 9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2" name="Freeform 925"/>
              <p:cNvSpPr>
                <a:spLocks/>
              </p:cNvSpPr>
              <p:nvPr/>
            </p:nvSpPr>
            <p:spPr bwMode="auto">
              <a:xfrm>
                <a:off x="3143" y="2080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0 h 46"/>
                  <a:gd name="T8" fmla="*/ 20 w 103"/>
                  <a:gd name="T9" fmla="*/ 37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3 h 46"/>
                  <a:gd name="T18" fmla="*/ 60 w 103"/>
                  <a:gd name="T19" fmla="*/ 20 h 46"/>
                  <a:gd name="T20" fmla="*/ 70 w 103"/>
                  <a:gd name="T21" fmla="*/ 17 h 46"/>
                  <a:gd name="T22" fmla="*/ 77 w 103"/>
                  <a:gd name="T23" fmla="*/ 14 h 46"/>
                  <a:gd name="T24" fmla="*/ 83 w 103"/>
                  <a:gd name="T25" fmla="*/ 11 h 46"/>
                  <a:gd name="T26" fmla="*/ 90 w 103"/>
                  <a:gd name="T27" fmla="*/ 6 h 46"/>
                  <a:gd name="T28" fmla="*/ 95 w 103"/>
                  <a:gd name="T29" fmla="*/ 4 h 46"/>
                  <a:gd name="T30" fmla="*/ 100 w 103"/>
                  <a:gd name="T31" fmla="*/ 3 h 46"/>
                  <a:gd name="T32" fmla="*/ 103 w 103"/>
                  <a:gd name="T33" fmla="*/ 2 h 46"/>
                  <a:gd name="T34" fmla="*/ 101 w 103"/>
                  <a:gd name="T35" fmla="*/ 1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6 h 46"/>
                  <a:gd name="T42" fmla="*/ 79 w 103"/>
                  <a:gd name="T43" fmla="*/ 11 h 46"/>
                  <a:gd name="T44" fmla="*/ 72 w 103"/>
                  <a:gd name="T45" fmla="*/ 14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3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7 h 46"/>
                  <a:gd name="T60" fmla="*/ 11 w 103"/>
                  <a:gd name="T61" fmla="*/ 40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39"/>
                    </a:lnTo>
                    <a:lnTo>
                      <a:pt x="20" y="37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3"/>
                    </a:lnTo>
                    <a:lnTo>
                      <a:pt x="57" y="22"/>
                    </a:lnTo>
                    <a:lnTo>
                      <a:pt x="60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8"/>
                    </a:lnTo>
                    <a:lnTo>
                      <a:pt x="90" y="6"/>
                    </a:lnTo>
                    <a:lnTo>
                      <a:pt x="92" y="5"/>
                    </a:lnTo>
                    <a:lnTo>
                      <a:pt x="95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2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9"/>
                    </a:lnTo>
                    <a:lnTo>
                      <a:pt x="56" y="20"/>
                    </a:lnTo>
                    <a:lnTo>
                      <a:pt x="50" y="22"/>
                    </a:lnTo>
                    <a:lnTo>
                      <a:pt x="47" y="23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7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3" name="Freeform 926"/>
              <p:cNvSpPr>
                <a:spLocks/>
              </p:cNvSpPr>
              <p:nvPr/>
            </p:nvSpPr>
            <p:spPr bwMode="auto">
              <a:xfrm>
                <a:off x="3129" y="2122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4" name="Freeform 927"/>
              <p:cNvSpPr>
                <a:spLocks/>
              </p:cNvSpPr>
              <p:nvPr/>
            </p:nvSpPr>
            <p:spPr bwMode="auto">
              <a:xfrm>
                <a:off x="3015" y="2061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8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5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0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7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59 h 62"/>
                  <a:gd name="T36" fmla="*/ 110 w 115"/>
                  <a:gd name="T37" fmla="*/ 57 h 62"/>
                  <a:gd name="T38" fmla="*/ 104 w 115"/>
                  <a:gd name="T39" fmla="*/ 54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1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5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8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0"/>
                    </a:lnTo>
                    <a:lnTo>
                      <a:pt x="60" y="34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0"/>
                    </a:lnTo>
                    <a:lnTo>
                      <a:pt x="79" y="43"/>
                    </a:lnTo>
                    <a:lnTo>
                      <a:pt x="83" y="46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6"/>
                    </a:lnTo>
                    <a:lnTo>
                      <a:pt x="107" y="57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59"/>
                    </a:lnTo>
                    <a:lnTo>
                      <a:pt x="112" y="58"/>
                    </a:lnTo>
                    <a:lnTo>
                      <a:pt x="110" y="57"/>
                    </a:lnTo>
                    <a:lnTo>
                      <a:pt x="107" y="56"/>
                    </a:lnTo>
                    <a:lnTo>
                      <a:pt x="104" y="54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6"/>
                    </a:lnTo>
                    <a:lnTo>
                      <a:pt x="84" y="43"/>
                    </a:lnTo>
                    <a:lnTo>
                      <a:pt x="80" y="41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5" name="Freeform 928"/>
              <p:cNvSpPr>
                <a:spLocks/>
              </p:cNvSpPr>
              <p:nvPr/>
            </p:nvSpPr>
            <p:spPr bwMode="auto">
              <a:xfrm>
                <a:off x="3010" y="2053"/>
                <a:ext cx="6" cy="9"/>
              </a:xfrm>
              <a:custGeom>
                <a:avLst/>
                <a:gdLst>
                  <a:gd name="T0" fmla="*/ 4 w 6"/>
                  <a:gd name="T1" fmla="*/ 0 h 9"/>
                  <a:gd name="T2" fmla="*/ 4 w 6"/>
                  <a:gd name="T3" fmla="*/ 0 h 9"/>
                  <a:gd name="T4" fmla="*/ 2 w 6"/>
                  <a:gd name="T5" fmla="*/ 1 h 9"/>
                  <a:gd name="T6" fmla="*/ 1 w 6"/>
                  <a:gd name="T7" fmla="*/ 3 h 9"/>
                  <a:gd name="T8" fmla="*/ 0 w 6"/>
                  <a:gd name="T9" fmla="*/ 3 h 9"/>
                  <a:gd name="T10" fmla="*/ 0 w 6"/>
                  <a:gd name="T11" fmla="*/ 6 h 9"/>
                  <a:gd name="T12" fmla="*/ 1 w 6"/>
                  <a:gd name="T13" fmla="*/ 7 h 9"/>
                  <a:gd name="T14" fmla="*/ 2 w 6"/>
                  <a:gd name="T15" fmla="*/ 8 h 9"/>
                  <a:gd name="T16" fmla="*/ 4 w 6"/>
                  <a:gd name="T17" fmla="*/ 8 h 9"/>
                  <a:gd name="T18" fmla="*/ 5 w 6"/>
                  <a:gd name="T19" fmla="*/ 9 h 9"/>
                  <a:gd name="T20" fmla="*/ 6 w 6"/>
                  <a:gd name="T21" fmla="*/ 8 h 9"/>
                  <a:gd name="T22" fmla="*/ 4 w 6"/>
                  <a:gd name="T23" fmla="*/ 7 h 9"/>
                  <a:gd name="T24" fmla="*/ 3 w 6"/>
                  <a:gd name="T25" fmla="*/ 6 h 9"/>
                  <a:gd name="T26" fmla="*/ 2 w 6"/>
                  <a:gd name="T27" fmla="*/ 6 h 9"/>
                  <a:gd name="T28" fmla="*/ 2 w 6"/>
                  <a:gd name="T29" fmla="*/ 3 h 9"/>
                  <a:gd name="T30" fmla="*/ 3 w 6"/>
                  <a:gd name="T31" fmla="*/ 3 h 9"/>
                  <a:gd name="T32" fmla="*/ 5 w 6"/>
                  <a:gd name="T33" fmla="*/ 1 h 9"/>
                  <a:gd name="T34" fmla="*/ 4 w 6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9"/>
                  <a:gd name="T56" fmla="*/ 6 w 6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6" name="Freeform 929"/>
              <p:cNvSpPr>
                <a:spLocks/>
              </p:cNvSpPr>
              <p:nvPr/>
            </p:nvSpPr>
            <p:spPr bwMode="auto">
              <a:xfrm>
                <a:off x="3137" y="2112"/>
                <a:ext cx="106" cy="49"/>
              </a:xfrm>
              <a:custGeom>
                <a:avLst/>
                <a:gdLst>
                  <a:gd name="T0" fmla="*/ 106 w 106"/>
                  <a:gd name="T1" fmla="*/ 0 h 49"/>
                  <a:gd name="T2" fmla="*/ 104 w 106"/>
                  <a:gd name="T3" fmla="*/ 0 h 49"/>
                  <a:gd name="T4" fmla="*/ 102 w 106"/>
                  <a:gd name="T5" fmla="*/ 1 h 49"/>
                  <a:gd name="T6" fmla="*/ 100 w 106"/>
                  <a:gd name="T7" fmla="*/ 2 h 49"/>
                  <a:gd name="T8" fmla="*/ 98 w 106"/>
                  <a:gd name="T9" fmla="*/ 3 h 49"/>
                  <a:gd name="T10" fmla="*/ 95 w 106"/>
                  <a:gd name="T11" fmla="*/ 4 h 49"/>
                  <a:gd name="T12" fmla="*/ 92 w 106"/>
                  <a:gd name="T13" fmla="*/ 5 h 49"/>
                  <a:gd name="T14" fmla="*/ 88 w 106"/>
                  <a:gd name="T15" fmla="*/ 7 h 49"/>
                  <a:gd name="T16" fmla="*/ 85 w 106"/>
                  <a:gd name="T17" fmla="*/ 10 h 49"/>
                  <a:gd name="T18" fmla="*/ 82 w 106"/>
                  <a:gd name="T19" fmla="*/ 10 h 49"/>
                  <a:gd name="T20" fmla="*/ 79 w 106"/>
                  <a:gd name="T21" fmla="*/ 13 h 49"/>
                  <a:gd name="T22" fmla="*/ 75 w 106"/>
                  <a:gd name="T23" fmla="*/ 15 h 49"/>
                  <a:gd name="T24" fmla="*/ 70 w 106"/>
                  <a:gd name="T25" fmla="*/ 16 h 49"/>
                  <a:gd name="T26" fmla="*/ 66 w 106"/>
                  <a:gd name="T27" fmla="*/ 18 h 49"/>
                  <a:gd name="T28" fmla="*/ 62 w 106"/>
                  <a:gd name="T29" fmla="*/ 20 h 49"/>
                  <a:gd name="T30" fmla="*/ 57 w 106"/>
                  <a:gd name="T31" fmla="*/ 22 h 49"/>
                  <a:gd name="T32" fmla="*/ 53 w 106"/>
                  <a:gd name="T33" fmla="*/ 23 h 49"/>
                  <a:gd name="T34" fmla="*/ 50 w 106"/>
                  <a:gd name="T35" fmla="*/ 26 h 49"/>
                  <a:gd name="T36" fmla="*/ 45 w 106"/>
                  <a:gd name="T37" fmla="*/ 29 h 49"/>
                  <a:gd name="T38" fmla="*/ 40 w 106"/>
                  <a:gd name="T39" fmla="*/ 31 h 49"/>
                  <a:gd name="T40" fmla="*/ 36 w 106"/>
                  <a:gd name="T41" fmla="*/ 32 h 49"/>
                  <a:gd name="T42" fmla="*/ 31 w 106"/>
                  <a:gd name="T43" fmla="*/ 34 h 49"/>
                  <a:gd name="T44" fmla="*/ 28 w 106"/>
                  <a:gd name="T45" fmla="*/ 36 h 49"/>
                  <a:gd name="T46" fmla="*/ 23 w 106"/>
                  <a:gd name="T47" fmla="*/ 37 h 49"/>
                  <a:gd name="T48" fmla="*/ 20 w 106"/>
                  <a:gd name="T49" fmla="*/ 39 h 49"/>
                  <a:gd name="T50" fmla="*/ 17 w 106"/>
                  <a:gd name="T51" fmla="*/ 42 h 49"/>
                  <a:gd name="T52" fmla="*/ 14 w 106"/>
                  <a:gd name="T53" fmla="*/ 42 h 49"/>
                  <a:gd name="T54" fmla="*/ 10 w 106"/>
                  <a:gd name="T55" fmla="*/ 45 h 49"/>
                  <a:gd name="T56" fmla="*/ 8 w 106"/>
                  <a:gd name="T57" fmla="*/ 46 h 49"/>
                  <a:gd name="T58" fmla="*/ 5 w 106"/>
                  <a:gd name="T59" fmla="*/ 47 h 49"/>
                  <a:gd name="T60" fmla="*/ 3 w 106"/>
                  <a:gd name="T61" fmla="*/ 48 h 49"/>
                  <a:gd name="T62" fmla="*/ 1 w 106"/>
                  <a:gd name="T63" fmla="*/ 48 h 49"/>
                  <a:gd name="T64" fmla="*/ 0 w 106"/>
                  <a:gd name="T65" fmla="*/ 49 h 49"/>
                  <a:gd name="T66" fmla="*/ 106 w 106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9"/>
                  <a:gd name="T104" fmla="*/ 106 w 106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9">
                    <a:moveTo>
                      <a:pt x="106" y="0"/>
                    </a:moveTo>
                    <a:lnTo>
                      <a:pt x="104" y="0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6"/>
                    </a:lnTo>
                    <a:lnTo>
                      <a:pt x="45" y="29"/>
                    </a:lnTo>
                    <a:lnTo>
                      <a:pt x="40" y="31"/>
                    </a:lnTo>
                    <a:lnTo>
                      <a:pt x="36" y="32"/>
                    </a:lnTo>
                    <a:lnTo>
                      <a:pt x="31" y="34"/>
                    </a:lnTo>
                    <a:lnTo>
                      <a:pt x="28" y="36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2"/>
                    </a:lnTo>
                    <a:lnTo>
                      <a:pt x="14" y="42"/>
                    </a:lnTo>
                    <a:lnTo>
                      <a:pt x="10" y="45"/>
                    </a:lnTo>
                    <a:lnTo>
                      <a:pt x="8" y="46"/>
                    </a:lnTo>
                    <a:lnTo>
                      <a:pt x="5" y="47"/>
                    </a:lnTo>
                    <a:lnTo>
                      <a:pt x="3" y="48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7" name="Freeform 930"/>
              <p:cNvSpPr>
                <a:spLocks/>
              </p:cNvSpPr>
              <p:nvPr/>
            </p:nvSpPr>
            <p:spPr bwMode="auto">
              <a:xfrm>
                <a:off x="3136" y="2112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6 h 50"/>
                  <a:gd name="T6" fmla="*/ 18 w 107"/>
                  <a:gd name="T7" fmla="*/ 42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8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3 h 50"/>
                  <a:gd name="T24" fmla="*/ 89 w 107"/>
                  <a:gd name="T25" fmla="*/ 10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10 h 50"/>
                  <a:gd name="T42" fmla="*/ 79 w 107"/>
                  <a:gd name="T43" fmla="*/ 13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9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2 h 50"/>
                  <a:gd name="T60" fmla="*/ 7 w 107"/>
                  <a:gd name="T61" fmla="*/ 45 h 50"/>
                  <a:gd name="T62" fmla="*/ 3 w 107"/>
                  <a:gd name="T63" fmla="*/ 47 h 50"/>
                  <a:gd name="T64" fmla="*/ 0 w 107"/>
                  <a:gd name="T65" fmla="*/ 49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6"/>
                    </a:lnTo>
                    <a:lnTo>
                      <a:pt x="15" y="44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30"/>
                    </a:lnTo>
                    <a:lnTo>
                      <a:pt x="49" y="28"/>
                    </a:lnTo>
                    <a:lnTo>
                      <a:pt x="54" y="26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3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2"/>
                    </a:lnTo>
                    <a:lnTo>
                      <a:pt x="105" y="0"/>
                    </a:lnTo>
                    <a:lnTo>
                      <a:pt x="104" y="1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10"/>
                    </a:lnTo>
                    <a:lnTo>
                      <a:pt x="82" y="10"/>
                    </a:lnTo>
                    <a:lnTo>
                      <a:pt x="79" y="13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6"/>
                    </a:lnTo>
                    <a:lnTo>
                      <a:pt x="45" y="29"/>
                    </a:lnTo>
                    <a:lnTo>
                      <a:pt x="40" y="30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7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9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8" name="Freeform 931"/>
              <p:cNvSpPr>
                <a:spLocks/>
              </p:cNvSpPr>
              <p:nvPr/>
            </p:nvSpPr>
            <p:spPr bwMode="auto">
              <a:xfrm>
                <a:off x="2998" y="2015"/>
                <a:ext cx="252" cy="110"/>
              </a:xfrm>
              <a:custGeom>
                <a:avLst/>
                <a:gdLst>
                  <a:gd name="T0" fmla="*/ 2 w 252"/>
                  <a:gd name="T1" fmla="*/ 29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8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6 h 110"/>
                  <a:gd name="T28" fmla="*/ 247 w 252"/>
                  <a:gd name="T29" fmla="*/ 56 h 110"/>
                  <a:gd name="T30" fmla="*/ 251 w 252"/>
                  <a:gd name="T31" fmla="*/ 60 h 110"/>
                  <a:gd name="T32" fmla="*/ 251 w 252"/>
                  <a:gd name="T33" fmla="*/ 63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3 h 110"/>
                  <a:gd name="T40" fmla="*/ 218 w 252"/>
                  <a:gd name="T41" fmla="*/ 78 h 110"/>
                  <a:gd name="T42" fmla="*/ 205 w 252"/>
                  <a:gd name="T43" fmla="*/ 83 h 110"/>
                  <a:gd name="T44" fmla="*/ 193 w 252"/>
                  <a:gd name="T45" fmla="*/ 89 h 110"/>
                  <a:gd name="T46" fmla="*/ 180 w 252"/>
                  <a:gd name="T47" fmla="*/ 94 h 110"/>
                  <a:gd name="T48" fmla="*/ 170 w 252"/>
                  <a:gd name="T49" fmla="*/ 99 h 110"/>
                  <a:gd name="T50" fmla="*/ 159 w 252"/>
                  <a:gd name="T51" fmla="*/ 103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1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2 h 110"/>
                  <a:gd name="T70" fmla="*/ 72 w 252"/>
                  <a:gd name="T71" fmla="*/ 74 h 110"/>
                  <a:gd name="T72" fmla="*/ 58 w 252"/>
                  <a:gd name="T73" fmla="*/ 66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8 h 110"/>
                  <a:gd name="T80" fmla="*/ 18 w 252"/>
                  <a:gd name="T81" fmla="*/ 46 h 110"/>
                  <a:gd name="T82" fmla="*/ 15 w 252"/>
                  <a:gd name="T83" fmla="*/ 44 h 110"/>
                  <a:gd name="T84" fmla="*/ 10 w 252"/>
                  <a:gd name="T85" fmla="*/ 40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29"/>
                    </a:lnTo>
                    <a:lnTo>
                      <a:pt x="1" y="24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8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5"/>
                    </a:lnTo>
                    <a:lnTo>
                      <a:pt x="107" y="5"/>
                    </a:lnTo>
                    <a:lnTo>
                      <a:pt x="118" y="6"/>
                    </a:lnTo>
                    <a:lnTo>
                      <a:pt x="128" y="7"/>
                    </a:lnTo>
                    <a:lnTo>
                      <a:pt x="140" y="8"/>
                    </a:lnTo>
                    <a:lnTo>
                      <a:pt x="149" y="8"/>
                    </a:lnTo>
                    <a:lnTo>
                      <a:pt x="160" y="9"/>
                    </a:lnTo>
                    <a:lnTo>
                      <a:pt x="170" y="10"/>
                    </a:lnTo>
                    <a:lnTo>
                      <a:pt x="180" y="13"/>
                    </a:lnTo>
                    <a:lnTo>
                      <a:pt x="189" y="13"/>
                    </a:lnTo>
                    <a:lnTo>
                      <a:pt x="199" y="13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6"/>
                    </a:lnTo>
                    <a:lnTo>
                      <a:pt x="245" y="45"/>
                    </a:lnTo>
                    <a:lnTo>
                      <a:pt x="246" y="55"/>
                    </a:lnTo>
                    <a:lnTo>
                      <a:pt x="247" y="56"/>
                    </a:lnTo>
                    <a:lnTo>
                      <a:pt x="249" y="57"/>
                    </a:lnTo>
                    <a:lnTo>
                      <a:pt x="250" y="58"/>
                    </a:lnTo>
                    <a:lnTo>
                      <a:pt x="251" y="60"/>
                    </a:lnTo>
                    <a:lnTo>
                      <a:pt x="252" y="61"/>
                    </a:lnTo>
                    <a:lnTo>
                      <a:pt x="252" y="62"/>
                    </a:lnTo>
                    <a:lnTo>
                      <a:pt x="251" y="63"/>
                    </a:lnTo>
                    <a:lnTo>
                      <a:pt x="249" y="64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6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1"/>
                    </a:lnTo>
                    <a:lnTo>
                      <a:pt x="230" y="73"/>
                    </a:lnTo>
                    <a:lnTo>
                      <a:pt x="226" y="74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0"/>
                    </a:lnTo>
                    <a:lnTo>
                      <a:pt x="210" y="81"/>
                    </a:lnTo>
                    <a:lnTo>
                      <a:pt x="205" y="83"/>
                    </a:lnTo>
                    <a:lnTo>
                      <a:pt x="202" y="85"/>
                    </a:lnTo>
                    <a:lnTo>
                      <a:pt x="197" y="87"/>
                    </a:lnTo>
                    <a:lnTo>
                      <a:pt x="193" y="89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6"/>
                    </a:lnTo>
                    <a:lnTo>
                      <a:pt x="173" y="98"/>
                    </a:lnTo>
                    <a:lnTo>
                      <a:pt x="170" y="99"/>
                    </a:lnTo>
                    <a:lnTo>
                      <a:pt x="165" y="101"/>
                    </a:lnTo>
                    <a:lnTo>
                      <a:pt x="162" y="103"/>
                    </a:lnTo>
                    <a:lnTo>
                      <a:pt x="159" y="103"/>
                    </a:lnTo>
                    <a:lnTo>
                      <a:pt x="156" y="105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5"/>
                    </a:lnTo>
                    <a:lnTo>
                      <a:pt x="127" y="103"/>
                    </a:lnTo>
                    <a:lnTo>
                      <a:pt x="124" y="101"/>
                    </a:lnTo>
                    <a:lnTo>
                      <a:pt x="122" y="101"/>
                    </a:lnTo>
                    <a:lnTo>
                      <a:pt x="118" y="99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8"/>
                    </a:lnTo>
                    <a:lnTo>
                      <a:pt x="92" y="85"/>
                    </a:lnTo>
                    <a:lnTo>
                      <a:pt x="87" y="82"/>
                    </a:lnTo>
                    <a:lnTo>
                      <a:pt x="82" y="80"/>
                    </a:lnTo>
                    <a:lnTo>
                      <a:pt x="77" y="78"/>
                    </a:lnTo>
                    <a:lnTo>
                      <a:pt x="72" y="74"/>
                    </a:lnTo>
                    <a:lnTo>
                      <a:pt x="67" y="72"/>
                    </a:lnTo>
                    <a:lnTo>
                      <a:pt x="63" y="70"/>
                    </a:lnTo>
                    <a:lnTo>
                      <a:pt x="58" y="66"/>
                    </a:lnTo>
                    <a:lnTo>
                      <a:pt x="53" y="64"/>
                    </a:lnTo>
                    <a:lnTo>
                      <a:pt x="49" y="62"/>
                    </a:lnTo>
                    <a:lnTo>
                      <a:pt x="44" y="60"/>
                    </a:lnTo>
                    <a:lnTo>
                      <a:pt x="39" y="57"/>
                    </a:lnTo>
                    <a:lnTo>
                      <a:pt x="36" y="55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7" y="45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2"/>
                    </a:lnTo>
                    <a:lnTo>
                      <a:pt x="12" y="41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39" name="Freeform 932"/>
              <p:cNvSpPr>
                <a:spLocks/>
              </p:cNvSpPr>
              <p:nvPr/>
            </p:nvSpPr>
            <p:spPr bwMode="auto">
              <a:xfrm>
                <a:off x="2997" y="2014"/>
                <a:ext cx="14" cy="38"/>
              </a:xfrm>
              <a:custGeom>
                <a:avLst/>
                <a:gdLst>
                  <a:gd name="T0" fmla="*/ 13 w 14"/>
                  <a:gd name="T1" fmla="*/ 0 h 38"/>
                  <a:gd name="T2" fmla="*/ 13 w 14"/>
                  <a:gd name="T3" fmla="*/ 0 h 38"/>
                  <a:gd name="T4" fmla="*/ 6 w 14"/>
                  <a:gd name="T5" fmla="*/ 4 h 38"/>
                  <a:gd name="T6" fmla="*/ 2 w 14"/>
                  <a:gd name="T7" fmla="*/ 10 h 38"/>
                  <a:gd name="T8" fmla="*/ 0 w 14"/>
                  <a:gd name="T9" fmla="*/ 16 h 38"/>
                  <a:gd name="T10" fmla="*/ 0 w 14"/>
                  <a:gd name="T11" fmla="*/ 20 h 38"/>
                  <a:gd name="T12" fmla="*/ 0 w 14"/>
                  <a:gd name="T13" fmla="*/ 25 h 38"/>
                  <a:gd name="T14" fmla="*/ 2 w 14"/>
                  <a:gd name="T15" fmla="*/ 30 h 38"/>
                  <a:gd name="T16" fmla="*/ 4 w 14"/>
                  <a:gd name="T17" fmla="*/ 35 h 38"/>
                  <a:gd name="T18" fmla="*/ 6 w 14"/>
                  <a:gd name="T19" fmla="*/ 38 h 38"/>
                  <a:gd name="T20" fmla="*/ 8 w 14"/>
                  <a:gd name="T21" fmla="*/ 37 h 38"/>
                  <a:gd name="T22" fmla="*/ 6 w 14"/>
                  <a:gd name="T23" fmla="*/ 34 h 38"/>
                  <a:gd name="T24" fmla="*/ 4 w 14"/>
                  <a:gd name="T25" fmla="*/ 30 h 38"/>
                  <a:gd name="T26" fmla="*/ 2 w 14"/>
                  <a:gd name="T27" fmla="*/ 25 h 38"/>
                  <a:gd name="T28" fmla="*/ 2 w 14"/>
                  <a:gd name="T29" fmla="*/ 20 h 38"/>
                  <a:gd name="T30" fmla="*/ 2 w 14"/>
                  <a:gd name="T31" fmla="*/ 16 h 38"/>
                  <a:gd name="T32" fmla="*/ 4 w 14"/>
                  <a:gd name="T33" fmla="*/ 10 h 38"/>
                  <a:gd name="T34" fmla="*/ 8 w 14"/>
                  <a:gd name="T35" fmla="*/ 5 h 38"/>
                  <a:gd name="T36" fmla="*/ 14 w 14"/>
                  <a:gd name="T37" fmla="*/ 2 h 38"/>
                  <a:gd name="T38" fmla="*/ 13 w 14"/>
                  <a:gd name="T39" fmla="*/ 0 h 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8"/>
                  <a:gd name="T62" fmla="*/ 14 w 14"/>
                  <a:gd name="T63" fmla="*/ 38 h 3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8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5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0" name="Freeform 933"/>
              <p:cNvSpPr>
                <a:spLocks/>
              </p:cNvSpPr>
              <p:nvPr/>
            </p:nvSpPr>
            <p:spPr bwMode="auto">
              <a:xfrm>
                <a:off x="3010" y="2014"/>
                <a:ext cx="231" cy="21"/>
              </a:xfrm>
              <a:custGeom>
                <a:avLst/>
                <a:gdLst>
                  <a:gd name="T0" fmla="*/ 231 w 231"/>
                  <a:gd name="T1" fmla="*/ 20 h 21"/>
                  <a:gd name="T2" fmla="*/ 228 w 231"/>
                  <a:gd name="T3" fmla="*/ 18 h 21"/>
                  <a:gd name="T4" fmla="*/ 221 w 231"/>
                  <a:gd name="T5" fmla="*/ 18 h 21"/>
                  <a:gd name="T6" fmla="*/ 210 w 231"/>
                  <a:gd name="T7" fmla="*/ 16 h 21"/>
                  <a:gd name="T8" fmla="*/ 195 w 231"/>
                  <a:gd name="T9" fmla="*/ 15 h 21"/>
                  <a:gd name="T10" fmla="*/ 178 w 231"/>
                  <a:gd name="T11" fmla="*/ 12 h 21"/>
                  <a:gd name="T12" fmla="*/ 158 w 231"/>
                  <a:gd name="T13" fmla="*/ 11 h 21"/>
                  <a:gd name="T14" fmla="*/ 137 w 231"/>
                  <a:gd name="T15" fmla="*/ 9 h 21"/>
                  <a:gd name="T16" fmla="*/ 116 w 231"/>
                  <a:gd name="T17" fmla="*/ 8 h 21"/>
                  <a:gd name="T18" fmla="*/ 96 w 231"/>
                  <a:gd name="T19" fmla="*/ 5 h 21"/>
                  <a:gd name="T20" fmla="*/ 74 w 231"/>
                  <a:gd name="T21" fmla="*/ 5 h 21"/>
                  <a:gd name="T22" fmla="*/ 55 w 231"/>
                  <a:gd name="T23" fmla="*/ 2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2 h 21"/>
                  <a:gd name="T40" fmla="*/ 38 w 231"/>
                  <a:gd name="T41" fmla="*/ 3 h 21"/>
                  <a:gd name="T42" fmla="*/ 55 w 231"/>
                  <a:gd name="T43" fmla="*/ 5 h 21"/>
                  <a:gd name="T44" fmla="*/ 74 w 231"/>
                  <a:gd name="T45" fmla="*/ 5 h 21"/>
                  <a:gd name="T46" fmla="*/ 96 w 231"/>
                  <a:gd name="T47" fmla="*/ 8 h 21"/>
                  <a:gd name="T48" fmla="*/ 116 w 231"/>
                  <a:gd name="T49" fmla="*/ 9 h 21"/>
                  <a:gd name="T50" fmla="*/ 137 w 231"/>
                  <a:gd name="T51" fmla="*/ 11 h 21"/>
                  <a:gd name="T52" fmla="*/ 158 w 231"/>
                  <a:gd name="T53" fmla="*/ 12 h 21"/>
                  <a:gd name="T54" fmla="*/ 178 w 231"/>
                  <a:gd name="T55" fmla="*/ 15 h 21"/>
                  <a:gd name="T56" fmla="*/ 195 w 231"/>
                  <a:gd name="T57" fmla="*/ 16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29 w 231"/>
                  <a:gd name="T65" fmla="*/ 20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0"/>
                    </a:moveTo>
                    <a:lnTo>
                      <a:pt x="231" y="20"/>
                    </a:lnTo>
                    <a:lnTo>
                      <a:pt x="230" y="18"/>
                    </a:lnTo>
                    <a:lnTo>
                      <a:pt x="228" y="18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6"/>
                    </a:lnTo>
                    <a:lnTo>
                      <a:pt x="210" y="16"/>
                    </a:lnTo>
                    <a:lnTo>
                      <a:pt x="202" y="15"/>
                    </a:lnTo>
                    <a:lnTo>
                      <a:pt x="195" y="15"/>
                    </a:lnTo>
                    <a:lnTo>
                      <a:pt x="187" y="14"/>
                    </a:lnTo>
                    <a:lnTo>
                      <a:pt x="178" y="12"/>
                    </a:lnTo>
                    <a:lnTo>
                      <a:pt x="167" y="11"/>
                    </a:lnTo>
                    <a:lnTo>
                      <a:pt x="158" y="11"/>
                    </a:lnTo>
                    <a:lnTo>
                      <a:pt x="148" y="10"/>
                    </a:lnTo>
                    <a:lnTo>
                      <a:pt x="137" y="9"/>
                    </a:lnTo>
                    <a:lnTo>
                      <a:pt x="127" y="8"/>
                    </a:lnTo>
                    <a:lnTo>
                      <a:pt x="116" y="8"/>
                    </a:lnTo>
                    <a:lnTo>
                      <a:pt x="106" y="7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5"/>
                    </a:lnTo>
                    <a:lnTo>
                      <a:pt x="65" y="3"/>
                    </a:lnTo>
                    <a:lnTo>
                      <a:pt x="55" y="2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2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5" y="5"/>
                    </a:lnTo>
                    <a:lnTo>
                      <a:pt x="74" y="5"/>
                    </a:lnTo>
                    <a:lnTo>
                      <a:pt x="84" y="7"/>
                    </a:lnTo>
                    <a:lnTo>
                      <a:pt x="96" y="8"/>
                    </a:lnTo>
                    <a:lnTo>
                      <a:pt x="106" y="8"/>
                    </a:lnTo>
                    <a:lnTo>
                      <a:pt x="116" y="9"/>
                    </a:lnTo>
                    <a:lnTo>
                      <a:pt x="127" y="10"/>
                    </a:lnTo>
                    <a:lnTo>
                      <a:pt x="137" y="11"/>
                    </a:lnTo>
                    <a:lnTo>
                      <a:pt x="148" y="11"/>
                    </a:lnTo>
                    <a:lnTo>
                      <a:pt x="158" y="12"/>
                    </a:lnTo>
                    <a:lnTo>
                      <a:pt x="167" y="14"/>
                    </a:lnTo>
                    <a:lnTo>
                      <a:pt x="178" y="15"/>
                    </a:lnTo>
                    <a:lnTo>
                      <a:pt x="187" y="15"/>
                    </a:lnTo>
                    <a:lnTo>
                      <a:pt x="195" y="16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8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29" y="20"/>
                    </a:lnTo>
                    <a:lnTo>
                      <a:pt x="23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1" name="Freeform 934"/>
              <p:cNvSpPr>
                <a:spLocks/>
              </p:cNvSpPr>
              <p:nvPr/>
            </p:nvSpPr>
            <p:spPr bwMode="auto">
              <a:xfrm>
                <a:off x="3239" y="2035"/>
                <a:ext cx="5" cy="35"/>
              </a:xfrm>
              <a:custGeom>
                <a:avLst/>
                <a:gdLst>
                  <a:gd name="T0" fmla="*/ 4 w 5"/>
                  <a:gd name="T1" fmla="*/ 33 h 35"/>
                  <a:gd name="T2" fmla="*/ 5 w 5"/>
                  <a:gd name="T3" fmla="*/ 34 h 35"/>
                  <a:gd name="T4" fmla="*/ 4 w 5"/>
                  <a:gd name="T5" fmla="*/ 26 h 35"/>
                  <a:gd name="T6" fmla="*/ 4 w 5"/>
                  <a:gd name="T7" fmla="*/ 16 h 35"/>
                  <a:gd name="T8" fmla="*/ 2 w 5"/>
                  <a:gd name="T9" fmla="*/ 9 h 35"/>
                  <a:gd name="T10" fmla="*/ 2 w 5"/>
                  <a:gd name="T11" fmla="*/ 0 h 35"/>
                  <a:gd name="T12" fmla="*/ 0 w 5"/>
                  <a:gd name="T13" fmla="*/ 0 h 35"/>
                  <a:gd name="T14" fmla="*/ 0 w 5"/>
                  <a:gd name="T15" fmla="*/ 9 h 35"/>
                  <a:gd name="T16" fmla="*/ 1 w 5"/>
                  <a:gd name="T17" fmla="*/ 16 h 35"/>
                  <a:gd name="T18" fmla="*/ 1 w 5"/>
                  <a:gd name="T19" fmla="*/ 26 h 35"/>
                  <a:gd name="T20" fmla="*/ 2 w 5"/>
                  <a:gd name="T21" fmla="*/ 34 h 35"/>
                  <a:gd name="T22" fmla="*/ 4 w 5"/>
                  <a:gd name="T23" fmla="*/ 35 h 35"/>
                  <a:gd name="T24" fmla="*/ 2 w 5"/>
                  <a:gd name="T25" fmla="*/ 34 h 35"/>
                  <a:gd name="T26" fmla="*/ 2 w 5"/>
                  <a:gd name="T27" fmla="*/ 35 h 35"/>
                  <a:gd name="T28" fmla="*/ 4 w 5"/>
                  <a:gd name="T29" fmla="*/ 35 h 35"/>
                  <a:gd name="T30" fmla="*/ 4 w 5"/>
                  <a:gd name="T31" fmla="*/ 33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5"/>
                  <a:gd name="T50" fmla="*/ 5 w 5"/>
                  <a:gd name="T51" fmla="*/ 35 h 3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5">
                    <a:moveTo>
                      <a:pt x="4" y="33"/>
                    </a:moveTo>
                    <a:lnTo>
                      <a:pt x="5" y="34"/>
                    </a:lnTo>
                    <a:lnTo>
                      <a:pt x="4" y="26"/>
                    </a:lnTo>
                    <a:lnTo>
                      <a:pt x="4" y="16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6"/>
                    </a:lnTo>
                    <a:lnTo>
                      <a:pt x="1" y="26"/>
                    </a:lnTo>
                    <a:lnTo>
                      <a:pt x="2" y="34"/>
                    </a:lnTo>
                    <a:lnTo>
                      <a:pt x="4" y="35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2" name="Freeform 935"/>
              <p:cNvSpPr>
                <a:spLocks/>
              </p:cNvSpPr>
              <p:nvPr/>
            </p:nvSpPr>
            <p:spPr bwMode="auto">
              <a:xfrm>
                <a:off x="3241" y="2069"/>
                <a:ext cx="9" cy="12"/>
              </a:xfrm>
              <a:custGeom>
                <a:avLst/>
                <a:gdLst>
                  <a:gd name="T0" fmla="*/ 5 w 9"/>
                  <a:gd name="T1" fmla="*/ 12 h 12"/>
                  <a:gd name="T2" fmla="*/ 5 w 9"/>
                  <a:gd name="T3" fmla="*/ 12 h 12"/>
                  <a:gd name="T4" fmla="*/ 8 w 9"/>
                  <a:gd name="T5" fmla="*/ 11 h 12"/>
                  <a:gd name="T6" fmla="*/ 9 w 9"/>
                  <a:gd name="T7" fmla="*/ 9 h 12"/>
                  <a:gd name="T8" fmla="*/ 9 w 9"/>
                  <a:gd name="T9" fmla="*/ 8 h 12"/>
                  <a:gd name="T10" fmla="*/ 8 w 9"/>
                  <a:gd name="T11" fmla="*/ 4 h 12"/>
                  <a:gd name="T12" fmla="*/ 7 w 9"/>
                  <a:gd name="T13" fmla="*/ 3 h 12"/>
                  <a:gd name="T14" fmla="*/ 5 w 9"/>
                  <a:gd name="T15" fmla="*/ 2 h 12"/>
                  <a:gd name="T16" fmla="*/ 3 w 9"/>
                  <a:gd name="T17" fmla="*/ 1 h 12"/>
                  <a:gd name="T18" fmla="*/ 2 w 9"/>
                  <a:gd name="T19" fmla="*/ 0 h 12"/>
                  <a:gd name="T20" fmla="*/ 0 w 9"/>
                  <a:gd name="T21" fmla="*/ 2 h 12"/>
                  <a:gd name="T22" fmla="*/ 2 w 9"/>
                  <a:gd name="T23" fmla="*/ 2 h 12"/>
                  <a:gd name="T24" fmla="*/ 4 w 9"/>
                  <a:gd name="T25" fmla="*/ 3 h 12"/>
                  <a:gd name="T26" fmla="*/ 5 w 9"/>
                  <a:gd name="T27" fmla="*/ 4 h 12"/>
                  <a:gd name="T28" fmla="*/ 7 w 9"/>
                  <a:gd name="T29" fmla="*/ 7 h 12"/>
                  <a:gd name="T30" fmla="*/ 7 w 9"/>
                  <a:gd name="T31" fmla="*/ 8 h 12"/>
                  <a:gd name="T32" fmla="*/ 7 w 9"/>
                  <a:gd name="T33" fmla="*/ 9 h 12"/>
                  <a:gd name="T34" fmla="*/ 4 w 9"/>
                  <a:gd name="T35" fmla="*/ 11 h 12"/>
                  <a:gd name="T36" fmla="*/ 5 w 9"/>
                  <a:gd name="T37" fmla="*/ 12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2"/>
                  <a:gd name="T59" fmla="*/ 9 w 9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2">
                    <a:moveTo>
                      <a:pt x="5" y="12"/>
                    </a:moveTo>
                    <a:lnTo>
                      <a:pt x="5" y="12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3" name="Freeform 936"/>
              <p:cNvSpPr>
                <a:spLocks/>
              </p:cNvSpPr>
              <p:nvPr/>
            </p:nvSpPr>
            <p:spPr bwMode="auto">
              <a:xfrm>
                <a:off x="3143" y="2078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0 h 47"/>
                  <a:gd name="T8" fmla="*/ 20 w 103"/>
                  <a:gd name="T9" fmla="*/ 38 h 47"/>
                  <a:gd name="T10" fmla="*/ 27 w 103"/>
                  <a:gd name="T11" fmla="*/ 35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4 h 47"/>
                  <a:gd name="T18" fmla="*/ 61 w 103"/>
                  <a:gd name="T19" fmla="*/ 20 h 47"/>
                  <a:gd name="T20" fmla="*/ 70 w 103"/>
                  <a:gd name="T21" fmla="*/ 17 h 47"/>
                  <a:gd name="T22" fmla="*/ 77 w 103"/>
                  <a:gd name="T23" fmla="*/ 14 h 47"/>
                  <a:gd name="T24" fmla="*/ 83 w 103"/>
                  <a:gd name="T25" fmla="*/ 10 h 47"/>
                  <a:gd name="T26" fmla="*/ 90 w 103"/>
                  <a:gd name="T27" fmla="*/ 6 h 47"/>
                  <a:gd name="T28" fmla="*/ 96 w 103"/>
                  <a:gd name="T29" fmla="*/ 4 h 47"/>
                  <a:gd name="T30" fmla="*/ 100 w 103"/>
                  <a:gd name="T31" fmla="*/ 3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2 h 47"/>
                  <a:gd name="T38" fmla="*/ 92 w 103"/>
                  <a:gd name="T39" fmla="*/ 4 h 47"/>
                  <a:gd name="T40" fmla="*/ 86 w 103"/>
                  <a:gd name="T41" fmla="*/ 6 h 47"/>
                  <a:gd name="T42" fmla="*/ 79 w 103"/>
                  <a:gd name="T43" fmla="*/ 10 h 47"/>
                  <a:gd name="T44" fmla="*/ 72 w 103"/>
                  <a:gd name="T45" fmla="*/ 14 h 47"/>
                  <a:gd name="T46" fmla="*/ 64 w 103"/>
                  <a:gd name="T47" fmla="*/ 17 h 47"/>
                  <a:gd name="T48" fmla="*/ 56 w 103"/>
                  <a:gd name="T49" fmla="*/ 20 h 47"/>
                  <a:gd name="T50" fmla="*/ 47 w 103"/>
                  <a:gd name="T51" fmla="*/ 24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5 h 47"/>
                  <a:gd name="T58" fmla="*/ 16 w 103"/>
                  <a:gd name="T59" fmla="*/ 38 h 47"/>
                  <a:gd name="T60" fmla="*/ 11 w 103"/>
                  <a:gd name="T61" fmla="*/ 40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2"/>
                    </a:lnTo>
                    <a:lnTo>
                      <a:pt x="14" y="40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1" y="33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2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7" y="9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6"/>
                    </a:lnTo>
                    <a:lnTo>
                      <a:pt x="86" y="6"/>
                    </a:lnTo>
                    <a:lnTo>
                      <a:pt x="82" y="8"/>
                    </a:lnTo>
                    <a:lnTo>
                      <a:pt x="79" y="10"/>
                    </a:lnTo>
                    <a:lnTo>
                      <a:pt x="76" y="11"/>
                    </a:lnTo>
                    <a:lnTo>
                      <a:pt x="72" y="14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2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19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4" name="Freeform 937"/>
              <p:cNvSpPr>
                <a:spLocks/>
              </p:cNvSpPr>
              <p:nvPr/>
            </p:nvSpPr>
            <p:spPr bwMode="auto">
              <a:xfrm>
                <a:off x="3129" y="2120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4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4 h 6"/>
                  <a:gd name="T22" fmla="*/ 11 w 14"/>
                  <a:gd name="T23" fmla="*/ 4 h 6"/>
                  <a:gd name="T24" fmla="*/ 10 w 14"/>
                  <a:gd name="T25" fmla="*/ 4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2 h 6"/>
                  <a:gd name="T32" fmla="*/ 2 w 14"/>
                  <a:gd name="T33" fmla="*/ 2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5" name="Freeform 938"/>
              <p:cNvSpPr>
                <a:spLocks/>
              </p:cNvSpPr>
              <p:nvPr/>
            </p:nvSpPr>
            <p:spPr bwMode="auto">
              <a:xfrm>
                <a:off x="3015" y="2060"/>
                <a:ext cx="115" cy="63"/>
              </a:xfrm>
              <a:custGeom>
                <a:avLst/>
                <a:gdLst>
                  <a:gd name="T0" fmla="*/ 0 w 115"/>
                  <a:gd name="T1" fmla="*/ 2 h 63"/>
                  <a:gd name="T2" fmla="*/ 2 w 115"/>
                  <a:gd name="T3" fmla="*/ 3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2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5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1 h 63"/>
                  <a:gd name="T22" fmla="*/ 83 w 115"/>
                  <a:gd name="T23" fmla="*/ 47 h 63"/>
                  <a:gd name="T24" fmla="*/ 93 w 115"/>
                  <a:gd name="T25" fmla="*/ 52 h 63"/>
                  <a:gd name="T26" fmla="*/ 99 w 115"/>
                  <a:gd name="T27" fmla="*/ 55 h 63"/>
                  <a:gd name="T28" fmla="*/ 107 w 115"/>
                  <a:gd name="T29" fmla="*/ 58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0 h 63"/>
                  <a:gd name="T36" fmla="*/ 110 w 115"/>
                  <a:gd name="T37" fmla="*/ 58 h 63"/>
                  <a:gd name="T38" fmla="*/ 104 w 115"/>
                  <a:gd name="T39" fmla="*/ 55 h 63"/>
                  <a:gd name="T40" fmla="*/ 97 w 115"/>
                  <a:gd name="T41" fmla="*/ 52 h 63"/>
                  <a:gd name="T42" fmla="*/ 90 w 115"/>
                  <a:gd name="T43" fmla="*/ 47 h 63"/>
                  <a:gd name="T44" fmla="*/ 80 w 115"/>
                  <a:gd name="T45" fmla="*/ 42 h 63"/>
                  <a:gd name="T46" fmla="*/ 70 w 115"/>
                  <a:gd name="T47" fmla="*/ 37 h 63"/>
                  <a:gd name="T48" fmla="*/ 61 w 115"/>
                  <a:gd name="T49" fmla="*/ 33 h 63"/>
                  <a:gd name="T50" fmla="*/ 51 w 115"/>
                  <a:gd name="T51" fmla="*/ 26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2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5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1"/>
                    </a:lnTo>
                    <a:lnTo>
                      <a:pt x="79" y="43"/>
                    </a:lnTo>
                    <a:lnTo>
                      <a:pt x="83" y="47"/>
                    </a:lnTo>
                    <a:lnTo>
                      <a:pt x="88" y="50"/>
                    </a:lnTo>
                    <a:lnTo>
                      <a:pt x="93" y="52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2"/>
                    </a:lnTo>
                    <a:lnTo>
                      <a:pt x="94" y="50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3"/>
                    </a:lnTo>
                    <a:lnTo>
                      <a:pt x="55" y="28"/>
                    </a:lnTo>
                    <a:lnTo>
                      <a:pt x="51" y="26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2"/>
                    </a:lnTo>
                    <a:lnTo>
                      <a:pt x="19" y="9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6" name="Freeform 939"/>
              <p:cNvSpPr>
                <a:spLocks/>
              </p:cNvSpPr>
              <p:nvPr/>
            </p:nvSpPr>
            <p:spPr bwMode="auto">
              <a:xfrm>
                <a:off x="3003" y="2051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3 h 11"/>
                  <a:gd name="T6" fmla="*/ 2 w 13"/>
                  <a:gd name="T7" fmla="*/ 5 h 11"/>
                  <a:gd name="T8" fmla="*/ 5 w 13"/>
                  <a:gd name="T9" fmla="*/ 5 h 11"/>
                  <a:gd name="T10" fmla="*/ 7 w 13"/>
                  <a:gd name="T11" fmla="*/ 8 h 11"/>
                  <a:gd name="T12" fmla="*/ 8 w 13"/>
                  <a:gd name="T13" fmla="*/ 9 h 11"/>
                  <a:gd name="T14" fmla="*/ 9 w 13"/>
                  <a:gd name="T15" fmla="*/ 9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9 h 11"/>
                  <a:gd name="T22" fmla="*/ 11 w 13"/>
                  <a:gd name="T23" fmla="*/ 9 h 11"/>
                  <a:gd name="T24" fmla="*/ 10 w 13"/>
                  <a:gd name="T25" fmla="*/ 8 h 11"/>
                  <a:gd name="T26" fmla="*/ 9 w 13"/>
                  <a:gd name="T27" fmla="*/ 5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3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7" name="Freeform 940"/>
              <p:cNvSpPr>
                <a:spLocks/>
              </p:cNvSpPr>
              <p:nvPr/>
            </p:nvSpPr>
            <p:spPr bwMode="auto">
              <a:xfrm>
                <a:off x="3132" y="2083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8 w 10"/>
                  <a:gd name="T3" fmla="*/ 41 h 41"/>
                  <a:gd name="T4" fmla="*/ 7 w 10"/>
                  <a:gd name="T5" fmla="*/ 40 h 41"/>
                  <a:gd name="T6" fmla="*/ 6 w 10"/>
                  <a:gd name="T7" fmla="*/ 39 h 41"/>
                  <a:gd name="T8" fmla="*/ 4 w 10"/>
                  <a:gd name="T9" fmla="*/ 36 h 41"/>
                  <a:gd name="T10" fmla="*/ 4 w 10"/>
                  <a:gd name="T11" fmla="*/ 33 h 41"/>
                  <a:gd name="T12" fmla="*/ 2 w 10"/>
                  <a:gd name="T13" fmla="*/ 30 h 41"/>
                  <a:gd name="T14" fmla="*/ 0 w 10"/>
                  <a:gd name="T15" fmla="*/ 27 h 41"/>
                  <a:gd name="T16" fmla="*/ 0 w 10"/>
                  <a:gd name="T17" fmla="*/ 25 h 41"/>
                  <a:gd name="T18" fmla="*/ 0 w 10"/>
                  <a:gd name="T19" fmla="*/ 20 h 41"/>
                  <a:gd name="T20" fmla="*/ 0 w 10"/>
                  <a:gd name="T21" fmla="*/ 17 h 41"/>
                  <a:gd name="T22" fmla="*/ 0 w 10"/>
                  <a:gd name="T23" fmla="*/ 13 h 41"/>
                  <a:gd name="T24" fmla="*/ 2 w 10"/>
                  <a:gd name="T25" fmla="*/ 9 h 41"/>
                  <a:gd name="T26" fmla="*/ 4 w 10"/>
                  <a:gd name="T27" fmla="*/ 5 h 41"/>
                  <a:gd name="T28" fmla="*/ 4 w 10"/>
                  <a:gd name="T29" fmla="*/ 3 h 41"/>
                  <a:gd name="T30" fmla="*/ 6 w 10"/>
                  <a:gd name="T31" fmla="*/ 1 h 41"/>
                  <a:gd name="T32" fmla="*/ 8 w 10"/>
                  <a:gd name="T33" fmla="*/ 0 h 41"/>
                  <a:gd name="T34" fmla="*/ 10 w 10"/>
                  <a:gd name="T35" fmla="*/ 4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1"/>
                  <a:gd name="T56" fmla="*/ 10 w 10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1">
                    <a:moveTo>
                      <a:pt x="10" y="41"/>
                    </a:moveTo>
                    <a:lnTo>
                      <a:pt x="8" y="41"/>
                    </a:lnTo>
                    <a:lnTo>
                      <a:pt x="7" y="40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3"/>
                    </a:lnTo>
                    <a:lnTo>
                      <a:pt x="2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8" name="Freeform 941"/>
              <p:cNvSpPr>
                <a:spLocks/>
              </p:cNvSpPr>
              <p:nvPr/>
            </p:nvSpPr>
            <p:spPr bwMode="auto">
              <a:xfrm>
                <a:off x="3132" y="2108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2 h 17"/>
                  <a:gd name="T6" fmla="*/ 2 w 10"/>
                  <a:gd name="T7" fmla="*/ 5 h 17"/>
                  <a:gd name="T8" fmla="*/ 2 w 10"/>
                  <a:gd name="T9" fmla="*/ 8 h 17"/>
                  <a:gd name="T10" fmla="*/ 3 w 10"/>
                  <a:gd name="T11" fmla="*/ 10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4 h 17"/>
                  <a:gd name="T26" fmla="*/ 6 w 10"/>
                  <a:gd name="T27" fmla="*/ 12 h 17"/>
                  <a:gd name="T28" fmla="*/ 5 w 10"/>
                  <a:gd name="T29" fmla="*/ 10 h 17"/>
                  <a:gd name="T30" fmla="*/ 4 w 10"/>
                  <a:gd name="T31" fmla="*/ 8 h 17"/>
                  <a:gd name="T32" fmla="*/ 3 w 10"/>
                  <a:gd name="T33" fmla="*/ 5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49" name="Freeform 942"/>
              <p:cNvSpPr>
                <a:spLocks/>
              </p:cNvSpPr>
              <p:nvPr/>
            </p:nvSpPr>
            <p:spPr bwMode="auto">
              <a:xfrm>
                <a:off x="3132" y="2082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2 h 26"/>
                  <a:gd name="T4" fmla="*/ 4 w 9"/>
                  <a:gd name="T5" fmla="*/ 3 h 26"/>
                  <a:gd name="T6" fmla="*/ 3 w 9"/>
                  <a:gd name="T7" fmla="*/ 6 h 26"/>
                  <a:gd name="T8" fmla="*/ 2 w 9"/>
                  <a:gd name="T9" fmla="*/ 10 h 26"/>
                  <a:gd name="T10" fmla="*/ 0 w 9"/>
                  <a:gd name="T11" fmla="*/ 14 h 26"/>
                  <a:gd name="T12" fmla="*/ 0 w 9"/>
                  <a:gd name="T13" fmla="*/ 17 h 26"/>
                  <a:gd name="T14" fmla="*/ 0 w 9"/>
                  <a:gd name="T15" fmla="*/ 21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1 h 26"/>
                  <a:gd name="T22" fmla="*/ 3 w 9"/>
                  <a:gd name="T23" fmla="*/ 17 h 26"/>
                  <a:gd name="T24" fmla="*/ 3 w 9"/>
                  <a:gd name="T25" fmla="*/ 14 h 26"/>
                  <a:gd name="T26" fmla="*/ 4 w 9"/>
                  <a:gd name="T27" fmla="*/ 10 h 26"/>
                  <a:gd name="T28" fmla="*/ 4 w 9"/>
                  <a:gd name="T29" fmla="*/ 6 h 26"/>
                  <a:gd name="T30" fmla="*/ 6 w 9"/>
                  <a:gd name="T31" fmla="*/ 4 h 26"/>
                  <a:gd name="T32" fmla="*/ 7 w 9"/>
                  <a:gd name="T33" fmla="*/ 3 h 26"/>
                  <a:gd name="T34" fmla="*/ 9 w 9"/>
                  <a:gd name="T35" fmla="*/ 2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0" name="Freeform 943"/>
              <p:cNvSpPr>
                <a:spLocks/>
              </p:cNvSpPr>
              <p:nvPr/>
            </p:nvSpPr>
            <p:spPr bwMode="auto">
              <a:xfrm>
                <a:off x="3011" y="1968"/>
                <a:ext cx="239" cy="115"/>
              </a:xfrm>
              <a:custGeom>
                <a:avLst/>
                <a:gdLst>
                  <a:gd name="T0" fmla="*/ 8 w 239"/>
                  <a:gd name="T1" fmla="*/ 41 h 115"/>
                  <a:gd name="T2" fmla="*/ 24 w 239"/>
                  <a:gd name="T3" fmla="*/ 34 h 115"/>
                  <a:gd name="T4" fmla="*/ 45 w 239"/>
                  <a:gd name="T5" fmla="*/ 23 h 115"/>
                  <a:gd name="T6" fmla="*/ 67 w 239"/>
                  <a:gd name="T7" fmla="*/ 14 h 115"/>
                  <a:gd name="T8" fmla="*/ 85 w 239"/>
                  <a:gd name="T9" fmla="*/ 4 h 115"/>
                  <a:gd name="T10" fmla="*/ 94 w 239"/>
                  <a:gd name="T11" fmla="*/ 0 h 115"/>
                  <a:gd name="T12" fmla="*/ 99 w 239"/>
                  <a:gd name="T13" fmla="*/ 0 h 115"/>
                  <a:gd name="T14" fmla="*/ 104 w 239"/>
                  <a:gd name="T15" fmla="*/ 1 h 115"/>
                  <a:gd name="T16" fmla="*/ 108 w 239"/>
                  <a:gd name="T17" fmla="*/ 2 h 115"/>
                  <a:gd name="T18" fmla="*/ 114 w 239"/>
                  <a:gd name="T19" fmla="*/ 5 h 115"/>
                  <a:gd name="T20" fmla="*/ 126 w 239"/>
                  <a:gd name="T21" fmla="*/ 10 h 115"/>
                  <a:gd name="T22" fmla="*/ 140 w 239"/>
                  <a:gd name="T23" fmla="*/ 18 h 115"/>
                  <a:gd name="T24" fmla="*/ 155 w 239"/>
                  <a:gd name="T25" fmla="*/ 24 h 115"/>
                  <a:gd name="T26" fmla="*/ 172 w 239"/>
                  <a:gd name="T27" fmla="*/ 33 h 115"/>
                  <a:gd name="T28" fmla="*/ 188 w 239"/>
                  <a:gd name="T29" fmla="*/ 40 h 115"/>
                  <a:gd name="T30" fmla="*/ 204 w 239"/>
                  <a:gd name="T31" fmla="*/ 48 h 115"/>
                  <a:gd name="T32" fmla="*/ 217 w 239"/>
                  <a:gd name="T33" fmla="*/ 53 h 115"/>
                  <a:gd name="T34" fmla="*/ 226 w 239"/>
                  <a:gd name="T35" fmla="*/ 57 h 115"/>
                  <a:gd name="T36" fmla="*/ 233 w 239"/>
                  <a:gd name="T37" fmla="*/ 61 h 115"/>
                  <a:gd name="T38" fmla="*/ 237 w 239"/>
                  <a:gd name="T39" fmla="*/ 63 h 115"/>
                  <a:gd name="T40" fmla="*/ 239 w 239"/>
                  <a:gd name="T41" fmla="*/ 67 h 115"/>
                  <a:gd name="T42" fmla="*/ 235 w 239"/>
                  <a:gd name="T43" fmla="*/ 71 h 115"/>
                  <a:gd name="T44" fmla="*/ 228 w 239"/>
                  <a:gd name="T45" fmla="*/ 73 h 115"/>
                  <a:gd name="T46" fmla="*/ 220 w 239"/>
                  <a:gd name="T47" fmla="*/ 77 h 115"/>
                  <a:gd name="T48" fmla="*/ 209 w 239"/>
                  <a:gd name="T49" fmla="*/ 81 h 115"/>
                  <a:gd name="T50" fmla="*/ 197 w 239"/>
                  <a:gd name="T51" fmla="*/ 87 h 115"/>
                  <a:gd name="T52" fmla="*/ 184 w 239"/>
                  <a:gd name="T53" fmla="*/ 93 h 115"/>
                  <a:gd name="T54" fmla="*/ 172 w 239"/>
                  <a:gd name="T55" fmla="*/ 98 h 115"/>
                  <a:gd name="T56" fmla="*/ 160 w 239"/>
                  <a:gd name="T57" fmla="*/ 104 h 115"/>
                  <a:gd name="T58" fmla="*/ 149 w 239"/>
                  <a:gd name="T59" fmla="*/ 109 h 115"/>
                  <a:gd name="T60" fmla="*/ 141 w 239"/>
                  <a:gd name="T61" fmla="*/ 112 h 115"/>
                  <a:gd name="T62" fmla="*/ 134 w 239"/>
                  <a:gd name="T63" fmla="*/ 114 h 115"/>
                  <a:gd name="T64" fmla="*/ 130 w 239"/>
                  <a:gd name="T65" fmla="*/ 115 h 115"/>
                  <a:gd name="T66" fmla="*/ 125 w 239"/>
                  <a:gd name="T67" fmla="*/ 114 h 115"/>
                  <a:gd name="T68" fmla="*/ 120 w 239"/>
                  <a:gd name="T69" fmla="*/ 112 h 115"/>
                  <a:gd name="T70" fmla="*/ 114 w 239"/>
                  <a:gd name="T71" fmla="*/ 110 h 115"/>
                  <a:gd name="T72" fmla="*/ 105 w 239"/>
                  <a:gd name="T73" fmla="*/ 104 h 115"/>
                  <a:gd name="T74" fmla="*/ 94 w 239"/>
                  <a:gd name="T75" fmla="*/ 98 h 115"/>
                  <a:gd name="T76" fmla="*/ 80 w 239"/>
                  <a:gd name="T77" fmla="*/ 91 h 115"/>
                  <a:gd name="T78" fmla="*/ 66 w 239"/>
                  <a:gd name="T79" fmla="*/ 82 h 115"/>
                  <a:gd name="T80" fmla="*/ 51 w 239"/>
                  <a:gd name="T81" fmla="*/ 74 h 115"/>
                  <a:gd name="T82" fmla="*/ 36 w 239"/>
                  <a:gd name="T83" fmla="*/ 67 h 115"/>
                  <a:gd name="T84" fmla="*/ 23 w 239"/>
                  <a:gd name="T85" fmla="*/ 61 h 115"/>
                  <a:gd name="T86" fmla="*/ 14 w 239"/>
                  <a:gd name="T87" fmla="*/ 55 h 115"/>
                  <a:gd name="T88" fmla="*/ 8 w 239"/>
                  <a:gd name="T89" fmla="*/ 52 h 115"/>
                  <a:gd name="T90" fmla="*/ 3 w 239"/>
                  <a:gd name="T91" fmla="*/ 50 h 115"/>
                  <a:gd name="T92" fmla="*/ 0 w 239"/>
                  <a:gd name="T93" fmla="*/ 48 h 115"/>
                  <a:gd name="T94" fmla="*/ 4 w 239"/>
                  <a:gd name="T95" fmla="*/ 44 h 11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5"/>
                  <a:gd name="T146" fmla="*/ 239 w 239"/>
                  <a:gd name="T147" fmla="*/ 115 h 11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5">
                    <a:moveTo>
                      <a:pt x="4" y="44"/>
                    </a:moveTo>
                    <a:lnTo>
                      <a:pt x="5" y="44"/>
                    </a:lnTo>
                    <a:lnTo>
                      <a:pt x="8" y="41"/>
                    </a:lnTo>
                    <a:lnTo>
                      <a:pt x="14" y="39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2"/>
                    </a:lnTo>
                    <a:lnTo>
                      <a:pt x="37" y="27"/>
                    </a:lnTo>
                    <a:lnTo>
                      <a:pt x="45" y="23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0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7"/>
                    </a:lnTo>
                    <a:lnTo>
                      <a:pt x="123" y="8"/>
                    </a:lnTo>
                    <a:lnTo>
                      <a:pt x="126" y="10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4"/>
                    </a:lnTo>
                    <a:lnTo>
                      <a:pt x="161" y="26"/>
                    </a:lnTo>
                    <a:lnTo>
                      <a:pt x="166" y="31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2"/>
                    </a:lnTo>
                    <a:lnTo>
                      <a:pt x="198" y="45"/>
                    </a:lnTo>
                    <a:lnTo>
                      <a:pt x="204" y="48"/>
                    </a:lnTo>
                    <a:lnTo>
                      <a:pt x="209" y="50"/>
                    </a:lnTo>
                    <a:lnTo>
                      <a:pt x="213" y="52"/>
                    </a:lnTo>
                    <a:lnTo>
                      <a:pt x="217" y="53"/>
                    </a:lnTo>
                    <a:lnTo>
                      <a:pt x="220" y="55"/>
                    </a:lnTo>
                    <a:lnTo>
                      <a:pt x="223" y="56"/>
                    </a:lnTo>
                    <a:lnTo>
                      <a:pt x="226" y="57"/>
                    </a:lnTo>
                    <a:lnTo>
                      <a:pt x="228" y="58"/>
                    </a:lnTo>
                    <a:lnTo>
                      <a:pt x="232" y="60"/>
                    </a:lnTo>
                    <a:lnTo>
                      <a:pt x="233" y="61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69"/>
                    </a:lnTo>
                    <a:lnTo>
                      <a:pt x="235" y="71"/>
                    </a:lnTo>
                    <a:lnTo>
                      <a:pt x="234" y="71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9"/>
                    </a:lnTo>
                    <a:lnTo>
                      <a:pt x="213" y="80"/>
                    </a:lnTo>
                    <a:lnTo>
                      <a:pt x="209" y="81"/>
                    </a:lnTo>
                    <a:lnTo>
                      <a:pt x="205" y="83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3"/>
                    </a:lnTo>
                    <a:lnTo>
                      <a:pt x="180" y="94"/>
                    </a:lnTo>
                    <a:lnTo>
                      <a:pt x="176" y="96"/>
                    </a:lnTo>
                    <a:lnTo>
                      <a:pt x="172" y="98"/>
                    </a:lnTo>
                    <a:lnTo>
                      <a:pt x="167" y="99"/>
                    </a:lnTo>
                    <a:lnTo>
                      <a:pt x="164" y="101"/>
                    </a:lnTo>
                    <a:lnTo>
                      <a:pt x="160" y="104"/>
                    </a:lnTo>
                    <a:lnTo>
                      <a:pt x="157" y="104"/>
                    </a:lnTo>
                    <a:lnTo>
                      <a:pt x="152" y="107"/>
                    </a:lnTo>
                    <a:lnTo>
                      <a:pt x="149" y="109"/>
                    </a:lnTo>
                    <a:lnTo>
                      <a:pt x="146" y="110"/>
                    </a:lnTo>
                    <a:lnTo>
                      <a:pt x="143" y="111"/>
                    </a:lnTo>
                    <a:lnTo>
                      <a:pt x="141" y="112"/>
                    </a:lnTo>
                    <a:lnTo>
                      <a:pt x="137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8" y="115"/>
                    </a:lnTo>
                    <a:lnTo>
                      <a:pt x="127" y="114"/>
                    </a:lnTo>
                    <a:lnTo>
                      <a:pt x="125" y="114"/>
                    </a:lnTo>
                    <a:lnTo>
                      <a:pt x="124" y="113"/>
                    </a:lnTo>
                    <a:lnTo>
                      <a:pt x="121" y="113"/>
                    </a:lnTo>
                    <a:lnTo>
                      <a:pt x="120" y="112"/>
                    </a:lnTo>
                    <a:lnTo>
                      <a:pt x="118" y="112"/>
                    </a:lnTo>
                    <a:lnTo>
                      <a:pt x="116" y="111"/>
                    </a:lnTo>
                    <a:lnTo>
                      <a:pt x="114" y="110"/>
                    </a:lnTo>
                    <a:lnTo>
                      <a:pt x="112" y="108"/>
                    </a:lnTo>
                    <a:lnTo>
                      <a:pt x="109" y="107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100"/>
                    </a:lnTo>
                    <a:lnTo>
                      <a:pt x="94" y="98"/>
                    </a:lnTo>
                    <a:lnTo>
                      <a:pt x="89" y="96"/>
                    </a:lnTo>
                    <a:lnTo>
                      <a:pt x="85" y="94"/>
                    </a:lnTo>
                    <a:lnTo>
                      <a:pt x="80" y="91"/>
                    </a:lnTo>
                    <a:lnTo>
                      <a:pt x="74" y="88"/>
                    </a:lnTo>
                    <a:lnTo>
                      <a:pt x="70" y="85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8"/>
                    </a:lnTo>
                    <a:lnTo>
                      <a:pt x="51" y="74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3"/>
                    </a:lnTo>
                    <a:lnTo>
                      <a:pt x="23" y="61"/>
                    </a:lnTo>
                    <a:lnTo>
                      <a:pt x="20" y="58"/>
                    </a:lnTo>
                    <a:lnTo>
                      <a:pt x="17" y="56"/>
                    </a:lnTo>
                    <a:lnTo>
                      <a:pt x="14" y="55"/>
                    </a:lnTo>
                    <a:lnTo>
                      <a:pt x="11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50"/>
                    </a:lnTo>
                    <a:lnTo>
                      <a:pt x="2" y="48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1" name="Freeform 944"/>
              <p:cNvSpPr>
                <a:spLocks/>
              </p:cNvSpPr>
              <p:nvPr/>
            </p:nvSpPr>
            <p:spPr bwMode="auto">
              <a:xfrm>
                <a:off x="3014" y="1968"/>
                <a:ext cx="90" cy="45"/>
              </a:xfrm>
              <a:custGeom>
                <a:avLst/>
                <a:gdLst>
                  <a:gd name="T0" fmla="*/ 89 w 90"/>
                  <a:gd name="T1" fmla="*/ 0 h 45"/>
                  <a:gd name="T2" fmla="*/ 89 w 90"/>
                  <a:gd name="T3" fmla="*/ 0 h 45"/>
                  <a:gd name="T4" fmla="*/ 85 w 90"/>
                  <a:gd name="T5" fmla="*/ 1 h 45"/>
                  <a:gd name="T6" fmla="*/ 81 w 90"/>
                  <a:gd name="T7" fmla="*/ 3 h 45"/>
                  <a:gd name="T8" fmla="*/ 77 w 90"/>
                  <a:gd name="T9" fmla="*/ 5 h 45"/>
                  <a:gd name="T10" fmla="*/ 69 w 90"/>
                  <a:gd name="T11" fmla="*/ 8 h 45"/>
                  <a:gd name="T12" fmla="*/ 63 w 90"/>
                  <a:gd name="T13" fmla="*/ 13 h 45"/>
                  <a:gd name="T14" fmla="*/ 55 w 90"/>
                  <a:gd name="T15" fmla="*/ 16 h 45"/>
                  <a:gd name="T16" fmla="*/ 49 w 90"/>
                  <a:gd name="T17" fmla="*/ 19 h 45"/>
                  <a:gd name="T18" fmla="*/ 42 w 90"/>
                  <a:gd name="T19" fmla="*/ 22 h 45"/>
                  <a:gd name="T20" fmla="*/ 34 w 90"/>
                  <a:gd name="T21" fmla="*/ 26 h 45"/>
                  <a:gd name="T22" fmla="*/ 28 w 90"/>
                  <a:gd name="T23" fmla="*/ 30 h 45"/>
                  <a:gd name="T24" fmla="*/ 20 w 90"/>
                  <a:gd name="T25" fmla="*/ 34 h 45"/>
                  <a:gd name="T26" fmla="*/ 15 w 90"/>
                  <a:gd name="T27" fmla="*/ 36 h 45"/>
                  <a:gd name="T28" fmla="*/ 8 w 90"/>
                  <a:gd name="T29" fmla="*/ 39 h 45"/>
                  <a:gd name="T30" fmla="*/ 4 w 90"/>
                  <a:gd name="T31" fmla="*/ 40 h 45"/>
                  <a:gd name="T32" fmla="*/ 2 w 90"/>
                  <a:gd name="T33" fmla="*/ 42 h 45"/>
                  <a:gd name="T34" fmla="*/ 0 w 90"/>
                  <a:gd name="T35" fmla="*/ 42 h 45"/>
                  <a:gd name="T36" fmla="*/ 1 w 90"/>
                  <a:gd name="T37" fmla="*/ 45 h 45"/>
                  <a:gd name="T38" fmla="*/ 2 w 90"/>
                  <a:gd name="T39" fmla="*/ 44 h 45"/>
                  <a:gd name="T40" fmla="*/ 5 w 90"/>
                  <a:gd name="T41" fmla="*/ 42 h 45"/>
                  <a:gd name="T42" fmla="*/ 11 w 90"/>
                  <a:gd name="T43" fmla="*/ 40 h 45"/>
                  <a:gd name="T44" fmla="*/ 15 w 90"/>
                  <a:gd name="T45" fmla="*/ 38 h 45"/>
                  <a:gd name="T46" fmla="*/ 21 w 90"/>
                  <a:gd name="T47" fmla="*/ 35 h 45"/>
                  <a:gd name="T48" fmla="*/ 28 w 90"/>
                  <a:gd name="T49" fmla="*/ 32 h 45"/>
                  <a:gd name="T50" fmla="*/ 35 w 90"/>
                  <a:gd name="T51" fmla="*/ 27 h 45"/>
                  <a:gd name="T52" fmla="*/ 42 w 90"/>
                  <a:gd name="T53" fmla="*/ 24 h 45"/>
                  <a:gd name="T54" fmla="*/ 50 w 90"/>
                  <a:gd name="T55" fmla="*/ 21 h 45"/>
                  <a:gd name="T56" fmla="*/ 56 w 90"/>
                  <a:gd name="T57" fmla="*/ 18 h 45"/>
                  <a:gd name="T58" fmla="*/ 63 w 90"/>
                  <a:gd name="T59" fmla="*/ 15 h 45"/>
                  <a:gd name="T60" fmla="*/ 70 w 90"/>
                  <a:gd name="T61" fmla="*/ 10 h 45"/>
                  <a:gd name="T62" fmla="*/ 77 w 90"/>
                  <a:gd name="T63" fmla="*/ 7 h 45"/>
                  <a:gd name="T64" fmla="*/ 82 w 90"/>
                  <a:gd name="T65" fmla="*/ 5 h 45"/>
                  <a:gd name="T66" fmla="*/ 86 w 90"/>
                  <a:gd name="T67" fmla="*/ 3 h 45"/>
                  <a:gd name="T68" fmla="*/ 90 w 90"/>
                  <a:gd name="T69" fmla="*/ 1 h 45"/>
                  <a:gd name="T70" fmla="*/ 89 w 90"/>
                  <a:gd name="T71" fmla="*/ 0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5"/>
                  <a:gd name="T110" fmla="*/ 90 w 90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5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8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30"/>
                    </a:lnTo>
                    <a:lnTo>
                      <a:pt x="20" y="34"/>
                    </a:lnTo>
                    <a:lnTo>
                      <a:pt x="15" y="36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8"/>
                    </a:lnTo>
                    <a:lnTo>
                      <a:pt x="21" y="35"/>
                    </a:lnTo>
                    <a:lnTo>
                      <a:pt x="28" y="32"/>
                    </a:lnTo>
                    <a:lnTo>
                      <a:pt x="35" y="27"/>
                    </a:lnTo>
                    <a:lnTo>
                      <a:pt x="42" y="24"/>
                    </a:lnTo>
                    <a:lnTo>
                      <a:pt x="50" y="21"/>
                    </a:lnTo>
                    <a:lnTo>
                      <a:pt x="56" y="18"/>
                    </a:lnTo>
                    <a:lnTo>
                      <a:pt x="63" y="15"/>
                    </a:lnTo>
                    <a:lnTo>
                      <a:pt x="70" y="10"/>
                    </a:lnTo>
                    <a:lnTo>
                      <a:pt x="77" y="7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2" name="Freeform 945"/>
              <p:cNvSpPr>
                <a:spLocks/>
              </p:cNvSpPr>
              <p:nvPr/>
            </p:nvSpPr>
            <p:spPr bwMode="auto">
              <a:xfrm>
                <a:off x="3103" y="1967"/>
                <a:ext cx="13" cy="3"/>
              </a:xfrm>
              <a:custGeom>
                <a:avLst/>
                <a:gdLst>
                  <a:gd name="T0" fmla="*/ 13 w 13"/>
                  <a:gd name="T1" fmla="*/ 1 h 3"/>
                  <a:gd name="T2" fmla="*/ 13 w 13"/>
                  <a:gd name="T3" fmla="*/ 1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1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1"/>
                    </a:moveTo>
                    <a:lnTo>
                      <a:pt x="13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3" name="Freeform 946"/>
              <p:cNvSpPr>
                <a:spLocks/>
              </p:cNvSpPr>
              <p:nvPr/>
            </p:nvSpPr>
            <p:spPr bwMode="auto">
              <a:xfrm>
                <a:off x="3115" y="1969"/>
                <a:ext cx="128" cy="60"/>
              </a:xfrm>
              <a:custGeom>
                <a:avLst/>
                <a:gdLst>
                  <a:gd name="T0" fmla="*/ 128 w 128"/>
                  <a:gd name="T1" fmla="*/ 59 h 60"/>
                  <a:gd name="T2" fmla="*/ 124 w 128"/>
                  <a:gd name="T3" fmla="*/ 56 h 60"/>
                  <a:gd name="T4" fmla="*/ 119 w 128"/>
                  <a:gd name="T5" fmla="*/ 54 h 60"/>
                  <a:gd name="T6" fmla="*/ 111 w 128"/>
                  <a:gd name="T7" fmla="*/ 51 h 60"/>
                  <a:gd name="T8" fmla="*/ 104 w 128"/>
                  <a:gd name="T9" fmla="*/ 47 h 60"/>
                  <a:gd name="T10" fmla="*/ 94 w 128"/>
                  <a:gd name="T11" fmla="*/ 43 h 60"/>
                  <a:gd name="T12" fmla="*/ 84 w 128"/>
                  <a:gd name="T13" fmla="*/ 38 h 60"/>
                  <a:gd name="T14" fmla="*/ 73 w 128"/>
                  <a:gd name="T15" fmla="*/ 33 h 60"/>
                  <a:gd name="T16" fmla="*/ 62 w 128"/>
                  <a:gd name="T17" fmla="*/ 28 h 60"/>
                  <a:gd name="T18" fmla="*/ 51 w 128"/>
                  <a:gd name="T19" fmla="*/ 22 h 60"/>
                  <a:gd name="T20" fmla="*/ 41 w 128"/>
                  <a:gd name="T21" fmla="*/ 18 h 60"/>
                  <a:gd name="T22" fmla="*/ 30 w 128"/>
                  <a:gd name="T23" fmla="*/ 13 h 60"/>
                  <a:gd name="T24" fmla="*/ 22 w 128"/>
                  <a:gd name="T25" fmla="*/ 8 h 60"/>
                  <a:gd name="T26" fmla="*/ 14 w 128"/>
                  <a:gd name="T27" fmla="*/ 5 h 60"/>
                  <a:gd name="T28" fmla="*/ 8 w 128"/>
                  <a:gd name="T29" fmla="*/ 3 h 60"/>
                  <a:gd name="T30" fmla="*/ 4 w 128"/>
                  <a:gd name="T31" fmla="*/ 1 h 60"/>
                  <a:gd name="T32" fmla="*/ 0 w 128"/>
                  <a:gd name="T33" fmla="*/ 2 h 60"/>
                  <a:gd name="T34" fmla="*/ 2 w 128"/>
                  <a:gd name="T35" fmla="*/ 3 h 60"/>
                  <a:gd name="T36" fmla="*/ 7 w 128"/>
                  <a:gd name="T37" fmla="*/ 4 h 60"/>
                  <a:gd name="T38" fmla="*/ 13 w 128"/>
                  <a:gd name="T39" fmla="*/ 7 h 60"/>
                  <a:gd name="T40" fmla="*/ 21 w 128"/>
                  <a:gd name="T41" fmla="*/ 10 h 60"/>
                  <a:gd name="T42" fmla="*/ 29 w 128"/>
                  <a:gd name="T43" fmla="*/ 16 h 60"/>
                  <a:gd name="T44" fmla="*/ 40 w 128"/>
                  <a:gd name="T45" fmla="*/ 20 h 60"/>
                  <a:gd name="T46" fmla="*/ 50 w 128"/>
                  <a:gd name="T47" fmla="*/ 24 h 60"/>
                  <a:gd name="T48" fmla="*/ 61 w 128"/>
                  <a:gd name="T49" fmla="*/ 29 h 60"/>
                  <a:gd name="T50" fmla="*/ 72 w 128"/>
                  <a:gd name="T51" fmla="*/ 35 h 60"/>
                  <a:gd name="T52" fmla="*/ 83 w 128"/>
                  <a:gd name="T53" fmla="*/ 39 h 60"/>
                  <a:gd name="T54" fmla="*/ 94 w 128"/>
                  <a:gd name="T55" fmla="*/ 44 h 60"/>
                  <a:gd name="T56" fmla="*/ 103 w 128"/>
                  <a:gd name="T57" fmla="*/ 49 h 60"/>
                  <a:gd name="T58" fmla="*/ 110 w 128"/>
                  <a:gd name="T59" fmla="*/ 53 h 60"/>
                  <a:gd name="T60" fmla="*/ 119 w 128"/>
                  <a:gd name="T61" fmla="*/ 55 h 60"/>
                  <a:gd name="T62" fmla="*/ 123 w 128"/>
                  <a:gd name="T63" fmla="*/ 59 h 60"/>
                  <a:gd name="T64" fmla="*/ 126 w 128"/>
                  <a:gd name="T65" fmla="*/ 6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0"/>
                  <a:gd name="T101" fmla="*/ 128 w 128"/>
                  <a:gd name="T102" fmla="*/ 60 h 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0">
                    <a:moveTo>
                      <a:pt x="128" y="59"/>
                    </a:moveTo>
                    <a:lnTo>
                      <a:pt x="128" y="59"/>
                    </a:lnTo>
                    <a:lnTo>
                      <a:pt x="126" y="57"/>
                    </a:lnTo>
                    <a:lnTo>
                      <a:pt x="124" y="56"/>
                    </a:lnTo>
                    <a:lnTo>
                      <a:pt x="122" y="55"/>
                    </a:lnTo>
                    <a:lnTo>
                      <a:pt x="119" y="54"/>
                    </a:lnTo>
                    <a:lnTo>
                      <a:pt x="115" y="53"/>
                    </a:lnTo>
                    <a:lnTo>
                      <a:pt x="111" y="51"/>
                    </a:lnTo>
                    <a:lnTo>
                      <a:pt x="108" y="50"/>
                    </a:lnTo>
                    <a:lnTo>
                      <a:pt x="104" y="47"/>
                    </a:lnTo>
                    <a:lnTo>
                      <a:pt x="99" y="45"/>
                    </a:lnTo>
                    <a:lnTo>
                      <a:pt x="94" y="43"/>
                    </a:lnTo>
                    <a:lnTo>
                      <a:pt x="89" y="40"/>
                    </a:lnTo>
                    <a:lnTo>
                      <a:pt x="84" y="38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5"/>
                    </a:lnTo>
                    <a:lnTo>
                      <a:pt x="51" y="22"/>
                    </a:lnTo>
                    <a:lnTo>
                      <a:pt x="45" y="20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3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7" y="8"/>
                    </a:lnTo>
                    <a:lnTo>
                      <a:pt x="21" y="10"/>
                    </a:lnTo>
                    <a:lnTo>
                      <a:pt x="25" y="13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6" y="26"/>
                    </a:lnTo>
                    <a:lnTo>
                      <a:pt x="61" y="29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7"/>
                    </a:lnTo>
                    <a:lnTo>
                      <a:pt x="83" y="39"/>
                    </a:lnTo>
                    <a:lnTo>
                      <a:pt x="88" y="41"/>
                    </a:lnTo>
                    <a:lnTo>
                      <a:pt x="94" y="44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1"/>
                    </a:lnTo>
                    <a:lnTo>
                      <a:pt x="110" y="53"/>
                    </a:lnTo>
                    <a:lnTo>
                      <a:pt x="115" y="54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9"/>
                    </a:lnTo>
                    <a:lnTo>
                      <a:pt x="125" y="59"/>
                    </a:lnTo>
                    <a:lnTo>
                      <a:pt x="126" y="60"/>
                    </a:lnTo>
                    <a:lnTo>
                      <a:pt x="128" y="5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4" name="Freeform 947"/>
              <p:cNvSpPr>
                <a:spLocks/>
              </p:cNvSpPr>
              <p:nvPr/>
            </p:nvSpPr>
            <p:spPr bwMode="auto">
              <a:xfrm>
                <a:off x="3241" y="2028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4 h 11"/>
                  <a:gd name="T12" fmla="*/ 7 w 9"/>
                  <a:gd name="T13" fmla="*/ 3 h 11"/>
                  <a:gd name="T14" fmla="*/ 5 w 9"/>
                  <a:gd name="T15" fmla="*/ 2 h 11"/>
                  <a:gd name="T16" fmla="*/ 3 w 9"/>
                  <a:gd name="T17" fmla="*/ 1 h 11"/>
                  <a:gd name="T18" fmla="*/ 2 w 9"/>
                  <a:gd name="T19" fmla="*/ 0 h 11"/>
                  <a:gd name="T20" fmla="*/ 0 w 9"/>
                  <a:gd name="T21" fmla="*/ 1 h 11"/>
                  <a:gd name="T22" fmla="*/ 2 w 9"/>
                  <a:gd name="T23" fmla="*/ 2 h 11"/>
                  <a:gd name="T24" fmla="*/ 4 w 9"/>
                  <a:gd name="T25" fmla="*/ 3 h 11"/>
                  <a:gd name="T26" fmla="*/ 5 w 9"/>
                  <a:gd name="T27" fmla="*/ 4 h 11"/>
                  <a:gd name="T28" fmla="*/ 7 w 9"/>
                  <a:gd name="T29" fmla="*/ 5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5" name="Freeform 948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0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2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0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2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6" name="Freeform 949"/>
              <p:cNvSpPr>
                <a:spLocks/>
              </p:cNvSpPr>
              <p:nvPr/>
            </p:nvSpPr>
            <p:spPr bwMode="auto">
              <a:xfrm>
                <a:off x="3129" y="2078"/>
                <a:ext cx="14" cy="6"/>
              </a:xfrm>
              <a:custGeom>
                <a:avLst/>
                <a:gdLst>
                  <a:gd name="T0" fmla="*/ 0 w 14"/>
                  <a:gd name="T1" fmla="*/ 3 h 6"/>
                  <a:gd name="T2" fmla="*/ 0 w 14"/>
                  <a:gd name="T3" fmla="*/ 3 h 6"/>
                  <a:gd name="T4" fmla="*/ 1 w 14"/>
                  <a:gd name="T5" fmla="*/ 3 h 6"/>
                  <a:gd name="T6" fmla="*/ 3 w 14"/>
                  <a:gd name="T7" fmla="*/ 3 h 6"/>
                  <a:gd name="T8" fmla="*/ 7 w 14"/>
                  <a:gd name="T9" fmla="*/ 5 h 6"/>
                  <a:gd name="T10" fmla="*/ 7 w 14"/>
                  <a:gd name="T11" fmla="*/ 5 h 6"/>
                  <a:gd name="T12" fmla="*/ 10 w 14"/>
                  <a:gd name="T13" fmla="*/ 6 h 6"/>
                  <a:gd name="T14" fmla="*/ 11 w 14"/>
                  <a:gd name="T15" fmla="*/ 6 h 6"/>
                  <a:gd name="T16" fmla="*/ 13 w 14"/>
                  <a:gd name="T17" fmla="*/ 6 h 6"/>
                  <a:gd name="T18" fmla="*/ 14 w 14"/>
                  <a:gd name="T19" fmla="*/ 6 h 6"/>
                  <a:gd name="T20" fmla="*/ 13 w 14"/>
                  <a:gd name="T21" fmla="*/ 3 h 6"/>
                  <a:gd name="T22" fmla="*/ 11 w 14"/>
                  <a:gd name="T23" fmla="*/ 3 h 6"/>
                  <a:gd name="T24" fmla="*/ 10 w 14"/>
                  <a:gd name="T25" fmla="*/ 3 h 6"/>
                  <a:gd name="T26" fmla="*/ 9 w 14"/>
                  <a:gd name="T27" fmla="*/ 3 h 6"/>
                  <a:gd name="T28" fmla="*/ 7 w 14"/>
                  <a:gd name="T29" fmla="*/ 3 h 6"/>
                  <a:gd name="T30" fmla="*/ 3 w 14"/>
                  <a:gd name="T31" fmla="*/ 1 h 6"/>
                  <a:gd name="T32" fmla="*/ 2 w 14"/>
                  <a:gd name="T33" fmla="*/ 1 h 6"/>
                  <a:gd name="T34" fmla="*/ 1 w 14"/>
                  <a:gd name="T35" fmla="*/ 0 h 6"/>
                  <a:gd name="T36" fmla="*/ 0 w 14"/>
                  <a:gd name="T37" fmla="*/ 3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6"/>
                  <a:gd name="T59" fmla="*/ 14 w 1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6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7" name="Freeform 950"/>
              <p:cNvSpPr>
                <a:spLocks/>
              </p:cNvSpPr>
              <p:nvPr/>
            </p:nvSpPr>
            <p:spPr bwMode="auto">
              <a:xfrm>
                <a:off x="3015" y="2018"/>
                <a:ext cx="115" cy="63"/>
              </a:xfrm>
              <a:custGeom>
                <a:avLst/>
                <a:gdLst>
                  <a:gd name="T0" fmla="*/ 0 w 115"/>
                  <a:gd name="T1" fmla="*/ 1 h 63"/>
                  <a:gd name="T2" fmla="*/ 2 w 115"/>
                  <a:gd name="T3" fmla="*/ 2 h 63"/>
                  <a:gd name="T4" fmla="*/ 5 w 115"/>
                  <a:gd name="T5" fmla="*/ 4 h 63"/>
                  <a:gd name="T6" fmla="*/ 11 w 115"/>
                  <a:gd name="T7" fmla="*/ 7 h 63"/>
                  <a:gd name="T8" fmla="*/ 18 w 115"/>
                  <a:gd name="T9" fmla="*/ 11 h 63"/>
                  <a:gd name="T10" fmla="*/ 26 w 115"/>
                  <a:gd name="T11" fmla="*/ 16 h 63"/>
                  <a:gd name="T12" fmla="*/ 35 w 115"/>
                  <a:gd name="T13" fmla="*/ 21 h 63"/>
                  <a:gd name="T14" fmla="*/ 45 w 115"/>
                  <a:gd name="T15" fmla="*/ 26 h 63"/>
                  <a:gd name="T16" fmla="*/ 54 w 115"/>
                  <a:gd name="T17" fmla="*/ 31 h 63"/>
                  <a:gd name="T18" fmla="*/ 64 w 115"/>
                  <a:gd name="T19" fmla="*/ 37 h 63"/>
                  <a:gd name="T20" fmla="*/ 75 w 115"/>
                  <a:gd name="T21" fmla="*/ 42 h 63"/>
                  <a:gd name="T22" fmla="*/ 83 w 115"/>
                  <a:gd name="T23" fmla="*/ 47 h 63"/>
                  <a:gd name="T24" fmla="*/ 93 w 115"/>
                  <a:gd name="T25" fmla="*/ 51 h 63"/>
                  <a:gd name="T26" fmla="*/ 99 w 115"/>
                  <a:gd name="T27" fmla="*/ 54 h 63"/>
                  <a:gd name="T28" fmla="*/ 107 w 115"/>
                  <a:gd name="T29" fmla="*/ 59 h 63"/>
                  <a:gd name="T30" fmla="*/ 112 w 115"/>
                  <a:gd name="T31" fmla="*/ 62 h 63"/>
                  <a:gd name="T32" fmla="*/ 114 w 115"/>
                  <a:gd name="T33" fmla="*/ 63 h 63"/>
                  <a:gd name="T34" fmla="*/ 114 w 115"/>
                  <a:gd name="T35" fmla="*/ 61 h 63"/>
                  <a:gd name="T36" fmla="*/ 110 w 115"/>
                  <a:gd name="T37" fmla="*/ 59 h 63"/>
                  <a:gd name="T38" fmla="*/ 104 w 115"/>
                  <a:gd name="T39" fmla="*/ 54 h 63"/>
                  <a:gd name="T40" fmla="*/ 97 w 115"/>
                  <a:gd name="T41" fmla="*/ 51 h 63"/>
                  <a:gd name="T42" fmla="*/ 90 w 115"/>
                  <a:gd name="T43" fmla="*/ 47 h 63"/>
                  <a:gd name="T44" fmla="*/ 80 w 115"/>
                  <a:gd name="T45" fmla="*/ 43 h 63"/>
                  <a:gd name="T46" fmla="*/ 70 w 115"/>
                  <a:gd name="T47" fmla="*/ 37 h 63"/>
                  <a:gd name="T48" fmla="*/ 61 w 115"/>
                  <a:gd name="T49" fmla="*/ 32 h 63"/>
                  <a:gd name="T50" fmla="*/ 51 w 115"/>
                  <a:gd name="T51" fmla="*/ 27 h 63"/>
                  <a:gd name="T52" fmla="*/ 41 w 115"/>
                  <a:gd name="T53" fmla="*/ 21 h 63"/>
                  <a:gd name="T54" fmla="*/ 32 w 115"/>
                  <a:gd name="T55" fmla="*/ 17 h 63"/>
                  <a:gd name="T56" fmla="*/ 23 w 115"/>
                  <a:gd name="T57" fmla="*/ 13 h 63"/>
                  <a:gd name="T58" fmla="*/ 16 w 115"/>
                  <a:gd name="T59" fmla="*/ 7 h 63"/>
                  <a:gd name="T60" fmla="*/ 8 w 115"/>
                  <a:gd name="T61" fmla="*/ 4 h 63"/>
                  <a:gd name="T62" fmla="*/ 4 w 115"/>
                  <a:gd name="T63" fmla="*/ 2 h 63"/>
                  <a:gd name="T64" fmla="*/ 1 w 115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3"/>
                  <a:gd name="T101" fmla="*/ 115 w 115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3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1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3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4"/>
                    </a:lnTo>
                    <a:lnTo>
                      <a:pt x="102" y="58"/>
                    </a:lnTo>
                    <a:lnTo>
                      <a:pt x="107" y="59"/>
                    </a:lnTo>
                    <a:lnTo>
                      <a:pt x="110" y="61"/>
                    </a:lnTo>
                    <a:lnTo>
                      <a:pt x="112" y="62"/>
                    </a:lnTo>
                    <a:lnTo>
                      <a:pt x="113" y="62"/>
                    </a:lnTo>
                    <a:lnTo>
                      <a:pt x="114" y="63"/>
                    </a:lnTo>
                    <a:lnTo>
                      <a:pt x="115" y="62"/>
                    </a:lnTo>
                    <a:lnTo>
                      <a:pt x="114" y="61"/>
                    </a:lnTo>
                    <a:lnTo>
                      <a:pt x="112" y="60"/>
                    </a:lnTo>
                    <a:lnTo>
                      <a:pt x="110" y="59"/>
                    </a:lnTo>
                    <a:lnTo>
                      <a:pt x="107" y="58"/>
                    </a:lnTo>
                    <a:lnTo>
                      <a:pt x="104" y="54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5"/>
                    </a:lnTo>
                    <a:lnTo>
                      <a:pt x="80" y="43"/>
                    </a:lnTo>
                    <a:lnTo>
                      <a:pt x="76" y="41"/>
                    </a:lnTo>
                    <a:lnTo>
                      <a:pt x="70" y="37"/>
                    </a:lnTo>
                    <a:lnTo>
                      <a:pt x="65" y="35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7"/>
                    </a:lnTo>
                    <a:lnTo>
                      <a:pt x="46" y="24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5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8" name="Freeform 951"/>
              <p:cNvSpPr>
                <a:spLocks/>
              </p:cNvSpPr>
              <p:nvPr/>
            </p:nvSpPr>
            <p:spPr bwMode="auto">
              <a:xfrm>
                <a:off x="3010" y="201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0 h 8"/>
                  <a:gd name="T4" fmla="*/ 2 w 6"/>
                  <a:gd name="T5" fmla="*/ 1 h 8"/>
                  <a:gd name="T6" fmla="*/ 1 w 6"/>
                  <a:gd name="T7" fmla="*/ 2 h 8"/>
                  <a:gd name="T8" fmla="*/ 0 w 6"/>
                  <a:gd name="T9" fmla="*/ 4 h 8"/>
                  <a:gd name="T10" fmla="*/ 0 w 6"/>
                  <a:gd name="T11" fmla="*/ 4 h 8"/>
                  <a:gd name="T12" fmla="*/ 1 w 6"/>
                  <a:gd name="T13" fmla="*/ 6 h 8"/>
                  <a:gd name="T14" fmla="*/ 2 w 6"/>
                  <a:gd name="T15" fmla="*/ 7 h 8"/>
                  <a:gd name="T16" fmla="*/ 4 w 6"/>
                  <a:gd name="T17" fmla="*/ 7 h 8"/>
                  <a:gd name="T18" fmla="*/ 5 w 6"/>
                  <a:gd name="T19" fmla="*/ 8 h 8"/>
                  <a:gd name="T20" fmla="*/ 6 w 6"/>
                  <a:gd name="T21" fmla="*/ 7 h 8"/>
                  <a:gd name="T22" fmla="*/ 4 w 6"/>
                  <a:gd name="T23" fmla="*/ 6 h 8"/>
                  <a:gd name="T24" fmla="*/ 3 w 6"/>
                  <a:gd name="T25" fmla="*/ 4 h 8"/>
                  <a:gd name="T26" fmla="*/ 2 w 6"/>
                  <a:gd name="T27" fmla="*/ 4 h 8"/>
                  <a:gd name="T28" fmla="*/ 2 w 6"/>
                  <a:gd name="T29" fmla="*/ 4 h 8"/>
                  <a:gd name="T30" fmla="*/ 3 w 6"/>
                  <a:gd name="T31" fmla="*/ 2 h 8"/>
                  <a:gd name="T32" fmla="*/ 5 w 6"/>
                  <a:gd name="T33" fmla="*/ 2 h 8"/>
                  <a:gd name="T34" fmla="*/ 4 w 6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8"/>
                  <a:gd name="T56" fmla="*/ 6 w 6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8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59" name="Freeform 952"/>
              <p:cNvSpPr>
                <a:spLocks/>
              </p:cNvSpPr>
              <p:nvPr/>
            </p:nvSpPr>
            <p:spPr bwMode="auto">
              <a:xfrm>
                <a:off x="3137" y="2070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5 h 48"/>
                  <a:gd name="T12" fmla="*/ 92 w 106"/>
                  <a:gd name="T13" fmla="*/ 6 h 48"/>
                  <a:gd name="T14" fmla="*/ 88 w 106"/>
                  <a:gd name="T15" fmla="*/ 8 h 48"/>
                  <a:gd name="T16" fmla="*/ 85 w 106"/>
                  <a:gd name="T17" fmla="*/ 9 h 48"/>
                  <a:gd name="T18" fmla="*/ 82 w 106"/>
                  <a:gd name="T19" fmla="*/ 11 h 48"/>
                  <a:gd name="T20" fmla="*/ 79 w 106"/>
                  <a:gd name="T21" fmla="*/ 13 h 48"/>
                  <a:gd name="T22" fmla="*/ 75 w 106"/>
                  <a:gd name="T23" fmla="*/ 15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1 h 48"/>
                  <a:gd name="T30" fmla="*/ 57 w 106"/>
                  <a:gd name="T31" fmla="*/ 23 h 48"/>
                  <a:gd name="T32" fmla="*/ 53 w 106"/>
                  <a:gd name="T33" fmla="*/ 24 h 48"/>
                  <a:gd name="T34" fmla="*/ 50 w 106"/>
                  <a:gd name="T35" fmla="*/ 26 h 48"/>
                  <a:gd name="T36" fmla="*/ 45 w 106"/>
                  <a:gd name="T37" fmla="*/ 28 h 48"/>
                  <a:gd name="T38" fmla="*/ 40 w 106"/>
                  <a:gd name="T39" fmla="*/ 30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6 h 48"/>
                  <a:gd name="T46" fmla="*/ 23 w 106"/>
                  <a:gd name="T47" fmla="*/ 38 h 48"/>
                  <a:gd name="T48" fmla="*/ 20 w 106"/>
                  <a:gd name="T49" fmla="*/ 40 h 48"/>
                  <a:gd name="T50" fmla="*/ 17 w 106"/>
                  <a:gd name="T51" fmla="*/ 41 h 48"/>
                  <a:gd name="T52" fmla="*/ 14 w 106"/>
                  <a:gd name="T53" fmla="*/ 42 h 48"/>
                  <a:gd name="T54" fmla="*/ 10 w 106"/>
                  <a:gd name="T55" fmla="*/ 44 h 48"/>
                  <a:gd name="T56" fmla="*/ 8 w 106"/>
                  <a:gd name="T57" fmla="*/ 45 h 48"/>
                  <a:gd name="T58" fmla="*/ 5 w 106"/>
                  <a:gd name="T59" fmla="*/ 46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5"/>
                    </a:lnTo>
                    <a:lnTo>
                      <a:pt x="92" y="6"/>
                    </a:lnTo>
                    <a:lnTo>
                      <a:pt x="88" y="8"/>
                    </a:lnTo>
                    <a:lnTo>
                      <a:pt x="85" y="9"/>
                    </a:lnTo>
                    <a:lnTo>
                      <a:pt x="82" y="11"/>
                    </a:lnTo>
                    <a:lnTo>
                      <a:pt x="79" y="13"/>
                    </a:lnTo>
                    <a:lnTo>
                      <a:pt x="75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1"/>
                    </a:lnTo>
                    <a:lnTo>
                      <a:pt x="57" y="23"/>
                    </a:lnTo>
                    <a:lnTo>
                      <a:pt x="53" y="24"/>
                    </a:lnTo>
                    <a:lnTo>
                      <a:pt x="50" y="26"/>
                    </a:lnTo>
                    <a:lnTo>
                      <a:pt x="45" y="28"/>
                    </a:lnTo>
                    <a:lnTo>
                      <a:pt x="40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6"/>
                    </a:lnTo>
                    <a:lnTo>
                      <a:pt x="23" y="38"/>
                    </a:lnTo>
                    <a:lnTo>
                      <a:pt x="20" y="40"/>
                    </a:lnTo>
                    <a:lnTo>
                      <a:pt x="17" y="41"/>
                    </a:lnTo>
                    <a:lnTo>
                      <a:pt x="14" y="42"/>
                    </a:lnTo>
                    <a:lnTo>
                      <a:pt x="10" y="44"/>
                    </a:lnTo>
                    <a:lnTo>
                      <a:pt x="8" y="45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0" name="Freeform 953"/>
              <p:cNvSpPr>
                <a:spLocks/>
              </p:cNvSpPr>
              <p:nvPr/>
            </p:nvSpPr>
            <p:spPr bwMode="auto">
              <a:xfrm>
                <a:off x="3136" y="2069"/>
                <a:ext cx="107" cy="49"/>
              </a:xfrm>
              <a:custGeom>
                <a:avLst/>
                <a:gdLst>
                  <a:gd name="T0" fmla="*/ 2 w 107"/>
                  <a:gd name="T1" fmla="*/ 48 h 49"/>
                  <a:gd name="T2" fmla="*/ 6 w 107"/>
                  <a:gd name="T3" fmla="*/ 47 h 49"/>
                  <a:gd name="T4" fmla="*/ 10 w 107"/>
                  <a:gd name="T5" fmla="*/ 45 h 49"/>
                  <a:gd name="T6" fmla="*/ 18 w 107"/>
                  <a:gd name="T7" fmla="*/ 42 h 49"/>
                  <a:gd name="T8" fmla="*/ 24 w 107"/>
                  <a:gd name="T9" fmla="*/ 39 h 49"/>
                  <a:gd name="T10" fmla="*/ 32 w 107"/>
                  <a:gd name="T11" fmla="*/ 35 h 49"/>
                  <a:gd name="T12" fmla="*/ 41 w 107"/>
                  <a:gd name="T13" fmla="*/ 31 h 49"/>
                  <a:gd name="T14" fmla="*/ 50 w 107"/>
                  <a:gd name="T15" fmla="*/ 27 h 49"/>
                  <a:gd name="T16" fmla="*/ 58 w 107"/>
                  <a:gd name="T17" fmla="*/ 24 h 49"/>
                  <a:gd name="T18" fmla="*/ 67 w 107"/>
                  <a:gd name="T19" fmla="*/ 19 h 49"/>
                  <a:gd name="T20" fmla="*/ 76 w 107"/>
                  <a:gd name="T21" fmla="*/ 16 h 49"/>
                  <a:gd name="T22" fmla="*/ 83 w 107"/>
                  <a:gd name="T23" fmla="*/ 12 h 49"/>
                  <a:gd name="T24" fmla="*/ 89 w 107"/>
                  <a:gd name="T25" fmla="*/ 9 h 49"/>
                  <a:gd name="T26" fmla="*/ 96 w 107"/>
                  <a:gd name="T27" fmla="*/ 7 h 49"/>
                  <a:gd name="T28" fmla="*/ 101 w 107"/>
                  <a:gd name="T29" fmla="*/ 4 h 49"/>
                  <a:gd name="T30" fmla="*/ 105 w 107"/>
                  <a:gd name="T31" fmla="*/ 2 h 49"/>
                  <a:gd name="T32" fmla="*/ 105 w 107"/>
                  <a:gd name="T33" fmla="*/ 0 h 49"/>
                  <a:gd name="T34" fmla="*/ 103 w 107"/>
                  <a:gd name="T35" fmla="*/ 1 h 49"/>
                  <a:gd name="T36" fmla="*/ 99 w 107"/>
                  <a:gd name="T37" fmla="*/ 3 h 49"/>
                  <a:gd name="T38" fmla="*/ 93 w 107"/>
                  <a:gd name="T39" fmla="*/ 7 h 49"/>
                  <a:gd name="T40" fmla="*/ 86 w 107"/>
                  <a:gd name="T41" fmla="*/ 9 h 49"/>
                  <a:gd name="T42" fmla="*/ 79 w 107"/>
                  <a:gd name="T43" fmla="*/ 12 h 49"/>
                  <a:gd name="T44" fmla="*/ 70 w 107"/>
                  <a:gd name="T45" fmla="*/ 16 h 49"/>
                  <a:gd name="T46" fmla="*/ 62 w 107"/>
                  <a:gd name="T47" fmla="*/ 20 h 49"/>
                  <a:gd name="T48" fmla="*/ 52 w 107"/>
                  <a:gd name="T49" fmla="*/ 24 h 49"/>
                  <a:gd name="T50" fmla="*/ 45 w 107"/>
                  <a:gd name="T51" fmla="*/ 28 h 49"/>
                  <a:gd name="T52" fmla="*/ 35 w 107"/>
                  <a:gd name="T53" fmla="*/ 31 h 49"/>
                  <a:gd name="T54" fmla="*/ 27 w 107"/>
                  <a:gd name="T55" fmla="*/ 35 h 49"/>
                  <a:gd name="T56" fmla="*/ 20 w 107"/>
                  <a:gd name="T57" fmla="*/ 39 h 49"/>
                  <a:gd name="T58" fmla="*/ 12 w 107"/>
                  <a:gd name="T59" fmla="*/ 42 h 49"/>
                  <a:gd name="T60" fmla="*/ 7 w 107"/>
                  <a:gd name="T61" fmla="*/ 44 h 49"/>
                  <a:gd name="T62" fmla="*/ 3 w 107"/>
                  <a:gd name="T63" fmla="*/ 46 h 49"/>
                  <a:gd name="T64" fmla="*/ 0 w 107"/>
                  <a:gd name="T65" fmla="*/ 48 h 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49"/>
                  <a:gd name="T101" fmla="*/ 107 w 107"/>
                  <a:gd name="T102" fmla="*/ 49 h 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49">
                    <a:moveTo>
                      <a:pt x="1" y="49"/>
                    </a:moveTo>
                    <a:lnTo>
                      <a:pt x="2" y="48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8" y="46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9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1"/>
                    </a:lnTo>
                    <a:lnTo>
                      <a:pt x="46" y="29"/>
                    </a:lnTo>
                    <a:lnTo>
                      <a:pt x="50" y="27"/>
                    </a:lnTo>
                    <a:lnTo>
                      <a:pt x="54" y="25"/>
                    </a:lnTo>
                    <a:lnTo>
                      <a:pt x="58" y="24"/>
                    </a:lnTo>
                    <a:lnTo>
                      <a:pt x="63" y="22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4"/>
                    </a:lnTo>
                    <a:lnTo>
                      <a:pt x="83" y="12"/>
                    </a:lnTo>
                    <a:lnTo>
                      <a:pt x="86" y="11"/>
                    </a:lnTo>
                    <a:lnTo>
                      <a:pt x="89" y="9"/>
                    </a:lnTo>
                    <a:lnTo>
                      <a:pt x="93" y="9"/>
                    </a:lnTo>
                    <a:lnTo>
                      <a:pt x="96" y="7"/>
                    </a:lnTo>
                    <a:lnTo>
                      <a:pt x="99" y="4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3" y="7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11"/>
                    </a:lnTo>
                    <a:lnTo>
                      <a:pt x="79" y="12"/>
                    </a:lnTo>
                    <a:lnTo>
                      <a:pt x="73" y="15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49" y="26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1"/>
                    </a:lnTo>
                    <a:lnTo>
                      <a:pt x="32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9"/>
                    </a:lnTo>
                    <a:lnTo>
                      <a:pt x="17" y="41"/>
                    </a:lnTo>
                    <a:lnTo>
                      <a:pt x="12" y="42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6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1" name="Freeform 954"/>
              <p:cNvSpPr>
                <a:spLocks/>
              </p:cNvSpPr>
              <p:nvPr/>
            </p:nvSpPr>
            <p:spPr bwMode="auto">
              <a:xfrm>
                <a:off x="2998" y="1972"/>
                <a:ext cx="252" cy="110"/>
              </a:xfrm>
              <a:custGeom>
                <a:avLst/>
                <a:gdLst>
                  <a:gd name="T0" fmla="*/ 2 w 252"/>
                  <a:gd name="T1" fmla="*/ 30 h 110"/>
                  <a:gd name="T2" fmla="*/ 1 w 252"/>
                  <a:gd name="T3" fmla="*/ 15 h 110"/>
                  <a:gd name="T4" fmla="*/ 12 w 252"/>
                  <a:gd name="T5" fmla="*/ 0 h 110"/>
                  <a:gd name="T6" fmla="*/ 18 w 252"/>
                  <a:gd name="T7" fmla="*/ 0 h 110"/>
                  <a:gd name="T8" fmla="*/ 34 w 252"/>
                  <a:gd name="T9" fmla="*/ 1 h 110"/>
                  <a:gd name="T10" fmla="*/ 58 w 252"/>
                  <a:gd name="T11" fmla="*/ 2 h 110"/>
                  <a:gd name="T12" fmla="*/ 86 w 252"/>
                  <a:gd name="T13" fmla="*/ 4 h 110"/>
                  <a:gd name="T14" fmla="*/ 118 w 252"/>
                  <a:gd name="T15" fmla="*/ 6 h 110"/>
                  <a:gd name="T16" fmla="*/ 149 w 252"/>
                  <a:gd name="T17" fmla="*/ 10 h 110"/>
                  <a:gd name="T18" fmla="*/ 180 w 252"/>
                  <a:gd name="T19" fmla="*/ 13 h 110"/>
                  <a:gd name="T20" fmla="*/ 208 w 252"/>
                  <a:gd name="T21" fmla="*/ 15 h 110"/>
                  <a:gd name="T22" fmla="*/ 228 w 252"/>
                  <a:gd name="T23" fmla="*/ 17 h 110"/>
                  <a:gd name="T24" fmla="*/ 241 w 252"/>
                  <a:gd name="T25" fmla="*/ 19 h 110"/>
                  <a:gd name="T26" fmla="*/ 245 w 252"/>
                  <a:gd name="T27" fmla="*/ 37 h 110"/>
                  <a:gd name="T28" fmla="*/ 247 w 252"/>
                  <a:gd name="T29" fmla="*/ 57 h 110"/>
                  <a:gd name="T30" fmla="*/ 251 w 252"/>
                  <a:gd name="T31" fmla="*/ 60 h 110"/>
                  <a:gd name="T32" fmla="*/ 251 w 252"/>
                  <a:gd name="T33" fmla="*/ 64 h 110"/>
                  <a:gd name="T34" fmla="*/ 247 w 252"/>
                  <a:gd name="T35" fmla="*/ 66 h 110"/>
                  <a:gd name="T36" fmla="*/ 238 w 252"/>
                  <a:gd name="T37" fmla="*/ 69 h 110"/>
                  <a:gd name="T38" fmla="*/ 230 w 252"/>
                  <a:gd name="T39" fmla="*/ 74 h 110"/>
                  <a:gd name="T40" fmla="*/ 218 w 252"/>
                  <a:gd name="T41" fmla="*/ 78 h 110"/>
                  <a:gd name="T42" fmla="*/ 205 w 252"/>
                  <a:gd name="T43" fmla="*/ 84 h 110"/>
                  <a:gd name="T44" fmla="*/ 193 w 252"/>
                  <a:gd name="T45" fmla="*/ 90 h 110"/>
                  <a:gd name="T46" fmla="*/ 180 w 252"/>
                  <a:gd name="T47" fmla="*/ 94 h 110"/>
                  <a:gd name="T48" fmla="*/ 170 w 252"/>
                  <a:gd name="T49" fmla="*/ 100 h 110"/>
                  <a:gd name="T50" fmla="*/ 159 w 252"/>
                  <a:gd name="T51" fmla="*/ 105 h 110"/>
                  <a:gd name="T52" fmla="*/ 150 w 252"/>
                  <a:gd name="T53" fmla="*/ 108 h 110"/>
                  <a:gd name="T54" fmla="*/ 145 w 252"/>
                  <a:gd name="T55" fmla="*/ 110 h 110"/>
                  <a:gd name="T56" fmla="*/ 141 w 252"/>
                  <a:gd name="T57" fmla="*/ 110 h 110"/>
                  <a:gd name="T58" fmla="*/ 134 w 252"/>
                  <a:gd name="T59" fmla="*/ 108 h 110"/>
                  <a:gd name="T60" fmla="*/ 130 w 252"/>
                  <a:gd name="T61" fmla="*/ 107 h 110"/>
                  <a:gd name="T62" fmla="*/ 124 w 252"/>
                  <a:gd name="T63" fmla="*/ 104 h 110"/>
                  <a:gd name="T64" fmla="*/ 113 w 252"/>
                  <a:gd name="T65" fmla="*/ 97 h 110"/>
                  <a:gd name="T66" fmla="*/ 101 w 252"/>
                  <a:gd name="T67" fmla="*/ 91 h 110"/>
                  <a:gd name="T68" fmla="*/ 87 w 252"/>
                  <a:gd name="T69" fmla="*/ 83 h 110"/>
                  <a:gd name="T70" fmla="*/ 72 w 252"/>
                  <a:gd name="T71" fmla="*/ 75 h 110"/>
                  <a:gd name="T72" fmla="*/ 58 w 252"/>
                  <a:gd name="T73" fmla="*/ 67 h 110"/>
                  <a:gd name="T74" fmla="*/ 44 w 252"/>
                  <a:gd name="T75" fmla="*/ 60 h 110"/>
                  <a:gd name="T76" fmla="*/ 33 w 252"/>
                  <a:gd name="T77" fmla="*/ 53 h 110"/>
                  <a:gd name="T78" fmla="*/ 23 w 252"/>
                  <a:gd name="T79" fmla="*/ 49 h 110"/>
                  <a:gd name="T80" fmla="*/ 18 w 252"/>
                  <a:gd name="T81" fmla="*/ 47 h 110"/>
                  <a:gd name="T82" fmla="*/ 15 w 252"/>
                  <a:gd name="T83" fmla="*/ 44 h 110"/>
                  <a:gd name="T84" fmla="*/ 10 w 252"/>
                  <a:gd name="T85" fmla="*/ 41 h 110"/>
                  <a:gd name="T86" fmla="*/ 5 w 252"/>
                  <a:gd name="T87" fmla="*/ 3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52"/>
                  <a:gd name="T133" fmla="*/ 0 h 110"/>
                  <a:gd name="T134" fmla="*/ 252 w 252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52" h="110">
                    <a:moveTo>
                      <a:pt x="5" y="37"/>
                    </a:moveTo>
                    <a:lnTo>
                      <a:pt x="3" y="34"/>
                    </a:lnTo>
                    <a:lnTo>
                      <a:pt x="2" y="30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4" y="1"/>
                    </a:lnTo>
                    <a:lnTo>
                      <a:pt x="40" y="1"/>
                    </a:lnTo>
                    <a:lnTo>
                      <a:pt x="49" y="2"/>
                    </a:lnTo>
                    <a:lnTo>
                      <a:pt x="58" y="2"/>
                    </a:lnTo>
                    <a:lnTo>
                      <a:pt x="67" y="3"/>
                    </a:lnTo>
                    <a:lnTo>
                      <a:pt x="76" y="3"/>
                    </a:lnTo>
                    <a:lnTo>
                      <a:pt x="86" y="4"/>
                    </a:lnTo>
                    <a:lnTo>
                      <a:pt x="96" y="6"/>
                    </a:lnTo>
                    <a:lnTo>
                      <a:pt x="107" y="6"/>
                    </a:lnTo>
                    <a:lnTo>
                      <a:pt x="118" y="6"/>
                    </a:lnTo>
                    <a:lnTo>
                      <a:pt x="128" y="9"/>
                    </a:lnTo>
                    <a:lnTo>
                      <a:pt x="140" y="10"/>
                    </a:lnTo>
                    <a:lnTo>
                      <a:pt x="149" y="10"/>
                    </a:lnTo>
                    <a:lnTo>
                      <a:pt x="160" y="11"/>
                    </a:lnTo>
                    <a:lnTo>
                      <a:pt x="170" y="12"/>
                    </a:lnTo>
                    <a:lnTo>
                      <a:pt x="180" y="13"/>
                    </a:lnTo>
                    <a:lnTo>
                      <a:pt x="189" y="14"/>
                    </a:lnTo>
                    <a:lnTo>
                      <a:pt x="199" y="14"/>
                    </a:lnTo>
                    <a:lnTo>
                      <a:pt x="208" y="15"/>
                    </a:lnTo>
                    <a:lnTo>
                      <a:pt x="215" y="16"/>
                    </a:lnTo>
                    <a:lnTo>
                      <a:pt x="222" y="16"/>
                    </a:lnTo>
                    <a:lnTo>
                      <a:pt x="228" y="17"/>
                    </a:lnTo>
                    <a:lnTo>
                      <a:pt x="234" y="18"/>
                    </a:lnTo>
                    <a:lnTo>
                      <a:pt x="237" y="18"/>
                    </a:lnTo>
                    <a:lnTo>
                      <a:pt x="241" y="19"/>
                    </a:lnTo>
                    <a:lnTo>
                      <a:pt x="243" y="19"/>
                    </a:lnTo>
                    <a:lnTo>
                      <a:pt x="245" y="29"/>
                    </a:lnTo>
                    <a:lnTo>
                      <a:pt x="245" y="37"/>
                    </a:lnTo>
                    <a:lnTo>
                      <a:pt x="245" y="47"/>
                    </a:lnTo>
                    <a:lnTo>
                      <a:pt x="246" y="56"/>
                    </a:lnTo>
                    <a:lnTo>
                      <a:pt x="247" y="57"/>
                    </a:lnTo>
                    <a:lnTo>
                      <a:pt x="249" y="58"/>
                    </a:lnTo>
                    <a:lnTo>
                      <a:pt x="250" y="60"/>
                    </a:lnTo>
                    <a:lnTo>
                      <a:pt x="251" y="60"/>
                    </a:lnTo>
                    <a:lnTo>
                      <a:pt x="252" y="62"/>
                    </a:lnTo>
                    <a:lnTo>
                      <a:pt x="252" y="63"/>
                    </a:lnTo>
                    <a:lnTo>
                      <a:pt x="251" y="64"/>
                    </a:lnTo>
                    <a:lnTo>
                      <a:pt x="249" y="65"/>
                    </a:lnTo>
                    <a:lnTo>
                      <a:pt x="248" y="66"/>
                    </a:lnTo>
                    <a:lnTo>
                      <a:pt x="247" y="66"/>
                    </a:lnTo>
                    <a:lnTo>
                      <a:pt x="245" y="67"/>
                    </a:lnTo>
                    <a:lnTo>
                      <a:pt x="241" y="68"/>
                    </a:lnTo>
                    <a:lnTo>
                      <a:pt x="238" y="69"/>
                    </a:lnTo>
                    <a:lnTo>
                      <a:pt x="236" y="70"/>
                    </a:lnTo>
                    <a:lnTo>
                      <a:pt x="233" y="72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22" y="77"/>
                    </a:lnTo>
                    <a:lnTo>
                      <a:pt x="218" y="78"/>
                    </a:lnTo>
                    <a:lnTo>
                      <a:pt x="215" y="81"/>
                    </a:lnTo>
                    <a:lnTo>
                      <a:pt x="210" y="81"/>
                    </a:lnTo>
                    <a:lnTo>
                      <a:pt x="205" y="84"/>
                    </a:lnTo>
                    <a:lnTo>
                      <a:pt x="202" y="85"/>
                    </a:lnTo>
                    <a:lnTo>
                      <a:pt x="197" y="88"/>
                    </a:lnTo>
                    <a:lnTo>
                      <a:pt x="193" y="90"/>
                    </a:lnTo>
                    <a:lnTo>
                      <a:pt x="189" y="91"/>
                    </a:lnTo>
                    <a:lnTo>
                      <a:pt x="185" y="93"/>
                    </a:lnTo>
                    <a:lnTo>
                      <a:pt x="180" y="94"/>
                    </a:lnTo>
                    <a:lnTo>
                      <a:pt x="177" y="97"/>
                    </a:lnTo>
                    <a:lnTo>
                      <a:pt x="173" y="99"/>
                    </a:lnTo>
                    <a:lnTo>
                      <a:pt x="170" y="100"/>
                    </a:lnTo>
                    <a:lnTo>
                      <a:pt x="165" y="101"/>
                    </a:lnTo>
                    <a:lnTo>
                      <a:pt x="162" y="104"/>
                    </a:lnTo>
                    <a:lnTo>
                      <a:pt x="159" y="105"/>
                    </a:lnTo>
                    <a:lnTo>
                      <a:pt x="156" y="106"/>
                    </a:lnTo>
                    <a:lnTo>
                      <a:pt x="154" y="107"/>
                    </a:lnTo>
                    <a:lnTo>
                      <a:pt x="150" y="108"/>
                    </a:lnTo>
                    <a:lnTo>
                      <a:pt x="148" y="109"/>
                    </a:lnTo>
                    <a:lnTo>
                      <a:pt x="146" y="109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1" y="110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8"/>
                    </a:lnTo>
                    <a:lnTo>
                      <a:pt x="132" y="107"/>
                    </a:lnTo>
                    <a:lnTo>
                      <a:pt x="130" y="107"/>
                    </a:lnTo>
                    <a:lnTo>
                      <a:pt x="129" y="106"/>
                    </a:lnTo>
                    <a:lnTo>
                      <a:pt x="127" y="105"/>
                    </a:lnTo>
                    <a:lnTo>
                      <a:pt x="124" y="104"/>
                    </a:lnTo>
                    <a:lnTo>
                      <a:pt x="122" y="101"/>
                    </a:lnTo>
                    <a:lnTo>
                      <a:pt x="118" y="100"/>
                    </a:lnTo>
                    <a:lnTo>
                      <a:pt x="113" y="97"/>
                    </a:lnTo>
                    <a:lnTo>
                      <a:pt x="110" y="95"/>
                    </a:lnTo>
                    <a:lnTo>
                      <a:pt x="106" y="93"/>
                    </a:lnTo>
                    <a:lnTo>
                      <a:pt x="101" y="91"/>
                    </a:lnTo>
                    <a:lnTo>
                      <a:pt x="96" y="89"/>
                    </a:lnTo>
                    <a:lnTo>
                      <a:pt x="92" y="87"/>
                    </a:lnTo>
                    <a:lnTo>
                      <a:pt x="87" y="83"/>
                    </a:lnTo>
                    <a:lnTo>
                      <a:pt x="82" y="81"/>
                    </a:lnTo>
                    <a:lnTo>
                      <a:pt x="77" y="78"/>
                    </a:lnTo>
                    <a:lnTo>
                      <a:pt x="72" y="75"/>
                    </a:lnTo>
                    <a:lnTo>
                      <a:pt x="67" y="73"/>
                    </a:lnTo>
                    <a:lnTo>
                      <a:pt x="63" y="69"/>
                    </a:lnTo>
                    <a:lnTo>
                      <a:pt x="58" y="67"/>
                    </a:lnTo>
                    <a:lnTo>
                      <a:pt x="53" y="65"/>
                    </a:lnTo>
                    <a:lnTo>
                      <a:pt x="49" y="63"/>
                    </a:lnTo>
                    <a:lnTo>
                      <a:pt x="44" y="60"/>
                    </a:lnTo>
                    <a:lnTo>
                      <a:pt x="39" y="58"/>
                    </a:lnTo>
                    <a:lnTo>
                      <a:pt x="36" y="56"/>
                    </a:lnTo>
                    <a:lnTo>
                      <a:pt x="33" y="53"/>
                    </a:lnTo>
                    <a:lnTo>
                      <a:pt x="30" y="52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1" y="48"/>
                    </a:lnTo>
                    <a:lnTo>
                      <a:pt x="19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2" y="42"/>
                    </a:lnTo>
                    <a:lnTo>
                      <a:pt x="10" y="41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2" name="Freeform 955"/>
              <p:cNvSpPr>
                <a:spLocks/>
              </p:cNvSpPr>
              <p:nvPr/>
            </p:nvSpPr>
            <p:spPr bwMode="auto">
              <a:xfrm>
                <a:off x="2997" y="1972"/>
                <a:ext cx="14" cy="37"/>
              </a:xfrm>
              <a:custGeom>
                <a:avLst/>
                <a:gdLst>
                  <a:gd name="T0" fmla="*/ 13 w 14"/>
                  <a:gd name="T1" fmla="*/ 0 h 37"/>
                  <a:gd name="T2" fmla="*/ 13 w 14"/>
                  <a:gd name="T3" fmla="*/ 0 h 37"/>
                  <a:gd name="T4" fmla="*/ 6 w 14"/>
                  <a:gd name="T5" fmla="*/ 4 h 37"/>
                  <a:gd name="T6" fmla="*/ 2 w 14"/>
                  <a:gd name="T7" fmla="*/ 10 h 37"/>
                  <a:gd name="T8" fmla="*/ 0 w 14"/>
                  <a:gd name="T9" fmla="*/ 15 h 37"/>
                  <a:gd name="T10" fmla="*/ 0 w 14"/>
                  <a:gd name="T11" fmla="*/ 20 h 37"/>
                  <a:gd name="T12" fmla="*/ 0 w 14"/>
                  <a:gd name="T13" fmla="*/ 25 h 37"/>
                  <a:gd name="T14" fmla="*/ 2 w 14"/>
                  <a:gd name="T15" fmla="*/ 31 h 37"/>
                  <a:gd name="T16" fmla="*/ 4 w 14"/>
                  <a:gd name="T17" fmla="*/ 34 h 37"/>
                  <a:gd name="T18" fmla="*/ 6 w 14"/>
                  <a:gd name="T19" fmla="*/ 37 h 37"/>
                  <a:gd name="T20" fmla="*/ 8 w 14"/>
                  <a:gd name="T21" fmla="*/ 36 h 37"/>
                  <a:gd name="T22" fmla="*/ 6 w 14"/>
                  <a:gd name="T23" fmla="*/ 34 h 37"/>
                  <a:gd name="T24" fmla="*/ 4 w 14"/>
                  <a:gd name="T25" fmla="*/ 29 h 37"/>
                  <a:gd name="T26" fmla="*/ 2 w 14"/>
                  <a:gd name="T27" fmla="*/ 25 h 37"/>
                  <a:gd name="T28" fmla="*/ 2 w 14"/>
                  <a:gd name="T29" fmla="*/ 20 h 37"/>
                  <a:gd name="T30" fmla="*/ 2 w 14"/>
                  <a:gd name="T31" fmla="*/ 15 h 37"/>
                  <a:gd name="T32" fmla="*/ 4 w 14"/>
                  <a:gd name="T33" fmla="*/ 11 h 37"/>
                  <a:gd name="T34" fmla="*/ 8 w 14"/>
                  <a:gd name="T35" fmla="*/ 6 h 37"/>
                  <a:gd name="T36" fmla="*/ 14 w 14"/>
                  <a:gd name="T37" fmla="*/ 1 h 37"/>
                  <a:gd name="T38" fmla="*/ 13 w 14"/>
                  <a:gd name="T39" fmla="*/ 0 h 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37"/>
                  <a:gd name="T62" fmla="*/ 14 w 14"/>
                  <a:gd name="T63" fmla="*/ 37 h 3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37">
                    <a:moveTo>
                      <a:pt x="13" y="0"/>
                    </a:moveTo>
                    <a:lnTo>
                      <a:pt x="13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1"/>
                    </a:lnTo>
                    <a:lnTo>
                      <a:pt x="4" y="3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5"/>
                    </a:lnTo>
                    <a:lnTo>
                      <a:pt x="4" y="11"/>
                    </a:lnTo>
                    <a:lnTo>
                      <a:pt x="8" y="6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3" name="Freeform 956"/>
              <p:cNvSpPr>
                <a:spLocks/>
              </p:cNvSpPr>
              <p:nvPr/>
            </p:nvSpPr>
            <p:spPr bwMode="auto">
              <a:xfrm>
                <a:off x="3010" y="1971"/>
                <a:ext cx="231" cy="21"/>
              </a:xfrm>
              <a:custGeom>
                <a:avLst/>
                <a:gdLst>
                  <a:gd name="T0" fmla="*/ 231 w 231"/>
                  <a:gd name="T1" fmla="*/ 21 h 21"/>
                  <a:gd name="T2" fmla="*/ 228 w 231"/>
                  <a:gd name="T3" fmla="*/ 19 h 21"/>
                  <a:gd name="T4" fmla="*/ 221 w 231"/>
                  <a:gd name="T5" fmla="*/ 18 h 21"/>
                  <a:gd name="T6" fmla="*/ 210 w 231"/>
                  <a:gd name="T7" fmla="*/ 17 h 21"/>
                  <a:gd name="T8" fmla="*/ 195 w 231"/>
                  <a:gd name="T9" fmla="*/ 15 h 21"/>
                  <a:gd name="T10" fmla="*/ 178 w 231"/>
                  <a:gd name="T11" fmla="*/ 13 h 21"/>
                  <a:gd name="T12" fmla="*/ 158 w 231"/>
                  <a:gd name="T13" fmla="*/ 11 h 21"/>
                  <a:gd name="T14" fmla="*/ 137 w 231"/>
                  <a:gd name="T15" fmla="*/ 11 h 21"/>
                  <a:gd name="T16" fmla="*/ 116 w 231"/>
                  <a:gd name="T17" fmla="*/ 7 h 21"/>
                  <a:gd name="T18" fmla="*/ 96 w 231"/>
                  <a:gd name="T19" fmla="*/ 5 h 21"/>
                  <a:gd name="T20" fmla="*/ 74 w 231"/>
                  <a:gd name="T21" fmla="*/ 4 h 21"/>
                  <a:gd name="T22" fmla="*/ 55 w 231"/>
                  <a:gd name="T23" fmla="*/ 3 h 21"/>
                  <a:gd name="T24" fmla="*/ 38 w 231"/>
                  <a:gd name="T25" fmla="*/ 2 h 21"/>
                  <a:gd name="T26" fmla="*/ 22 w 231"/>
                  <a:gd name="T27" fmla="*/ 1 h 21"/>
                  <a:gd name="T28" fmla="*/ 10 w 231"/>
                  <a:gd name="T29" fmla="*/ 0 h 21"/>
                  <a:gd name="T30" fmla="*/ 3 w 231"/>
                  <a:gd name="T31" fmla="*/ 0 h 21"/>
                  <a:gd name="T32" fmla="*/ 0 w 231"/>
                  <a:gd name="T33" fmla="*/ 0 h 21"/>
                  <a:gd name="T34" fmla="*/ 3 w 231"/>
                  <a:gd name="T35" fmla="*/ 2 h 21"/>
                  <a:gd name="T36" fmla="*/ 10 w 231"/>
                  <a:gd name="T37" fmla="*/ 2 h 21"/>
                  <a:gd name="T38" fmla="*/ 22 w 231"/>
                  <a:gd name="T39" fmla="*/ 3 h 21"/>
                  <a:gd name="T40" fmla="*/ 38 w 231"/>
                  <a:gd name="T41" fmla="*/ 3 h 21"/>
                  <a:gd name="T42" fmla="*/ 55 w 231"/>
                  <a:gd name="T43" fmla="*/ 4 h 21"/>
                  <a:gd name="T44" fmla="*/ 74 w 231"/>
                  <a:gd name="T45" fmla="*/ 6 h 21"/>
                  <a:gd name="T46" fmla="*/ 96 w 231"/>
                  <a:gd name="T47" fmla="*/ 7 h 21"/>
                  <a:gd name="T48" fmla="*/ 116 w 231"/>
                  <a:gd name="T49" fmla="*/ 11 h 21"/>
                  <a:gd name="T50" fmla="*/ 137 w 231"/>
                  <a:gd name="T51" fmla="*/ 11 h 21"/>
                  <a:gd name="T52" fmla="*/ 158 w 231"/>
                  <a:gd name="T53" fmla="*/ 13 h 21"/>
                  <a:gd name="T54" fmla="*/ 178 w 231"/>
                  <a:gd name="T55" fmla="*/ 15 h 21"/>
                  <a:gd name="T56" fmla="*/ 195 w 231"/>
                  <a:gd name="T57" fmla="*/ 17 h 21"/>
                  <a:gd name="T58" fmla="*/ 210 w 231"/>
                  <a:gd name="T59" fmla="*/ 18 h 21"/>
                  <a:gd name="T60" fmla="*/ 221 w 231"/>
                  <a:gd name="T61" fmla="*/ 20 h 21"/>
                  <a:gd name="T62" fmla="*/ 228 w 231"/>
                  <a:gd name="T63" fmla="*/ 21 h 21"/>
                  <a:gd name="T64" fmla="*/ 231 w 231"/>
                  <a:gd name="T65" fmla="*/ 21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1"/>
                  <a:gd name="T100" fmla="*/ 0 h 21"/>
                  <a:gd name="T101" fmla="*/ 231 w 231"/>
                  <a:gd name="T102" fmla="*/ 21 h 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1" h="21">
                    <a:moveTo>
                      <a:pt x="231" y="21"/>
                    </a:moveTo>
                    <a:lnTo>
                      <a:pt x="231" y="21"/>
                    </a:lnTo>
                    <a:lnTo>
                      <a:pt x="230" y="19"/>
                    </a:lnTo>
                    <a:lnTo>
                      <a:pt x="228" y="19"/>
                    </a:lnTo>
                    <a:lnTo>
                      <a:pt x="225" y="18"/>
                    </a:lnTo>
                    <a:lnTo>
                      <a:pt x="221" y="18"/>
                    </a:lnTo>
                    <a:lnTo>
                      <a:pt x="215" y="17"/>
                    </a:lnTo>
                    <a:lnTo>
                      <a:pt x="210" y="17"/>
                    </a:lnTo>
                    <a:lnTo>
                      <a:pt x="202" y="16"/>
                    </a:lnTo>
                    <a:lnTo>
                      <a:pt x="195" y="15"/>
                    </a:lnTo>
                    <a:lnTo>
                      <a:pt x="187" y="13"/>
                    </a:lnTo>
                    <a:lnTo>
                      <a:pt x="178" y="13"/>
                    </a:lnTo>
                    <a:lnTo>
                      <a:pt x="167" y="13"/>
                    </a:lnTo>
                    <a:lnTo>
                      <a:pt x="158" y="11"/>
                    </a:lnTo>
                    <a:lnTo>
                      <a:pt x="148" y="11"/>
                    </a:lnTo>
                    <a:lnTo>
                      <a:pt x="137" y="11"/>
                    </a:lnTo>
                    <a:lnTo>
                      <a:pt x="127" y="8"/>
                    </a:lnTo>
                    <a:lnTo>
                      <a:pt x="116" y="7"/>
                    </a:lnTo>
                    <a:lnTo>
                      <a:pt x="106" y="6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4" y="4"/>
                    </a:lnTo>
                    <a:lnTo>
                      <a:pt x="65" y="3"/>
                    </a:lnTo>
                    <a:lnTo>
                      <a:pt x="55" y="3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29" y="1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0" y="2"/>
                    </a:lnTo>
                    <a:lnTo>
                      <a:pt x="17" y="2"/>
                    </a:lnTo>
                    <a:lnTo>
                      <a:pt x="22" y="3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5" y="5"/>
                    </a:lnTo>
                    <a:lnTo>
                      <a:pt x="74" y="6"/>
                    </a:lnTo>
                    <a:lnTo>
                      <a:pt x="84" y="6"/>
                    </a:lnTo>
                    <a:lnTo>
                      <a:pt x="96" y="7"/>
                    </a:lnTo>
                    <a:lnTo>
                      <a:pt x="106" y="8"/>
                    </a:lnTo>
                    <a:lnTo>
                      <a:pt x="116" y="11"/>
                    </a:lnTo>
                    <a:lnTo>
                      <a:pt x="127" y="11"/>
                    </a:lnTo>
                    <a:lnTo>
                      <a:pt x="137" y="11"/>
                    </a:lnTo>
                    <a:lnTo>
                      <a:pt x="148" y="13"/>
                    </a:lnTo>
                    <a:lnTo>
                      <a:pt x="158" y="13"/>
                    </a:lnTo>
                    <a:lnTo>
                      <a:pt x="167" y="15"/>
                    </a:lnTo>
                    <a:lnTo>
                      <a:pt x="178" y="15"/>
                    </a:lnTo>
                    <a:lnTo>
                      <a:pt x="187" y="16"/>
                    </a:lnTo>
                    <a:lnTo>
                      <a:pt x="195" y="17"/>
                    </a:lnTo>
                    <a:lnTo>
                      <a:pt x="202" y="18"/>
                    </a:lnTo>
                    <a:lnTo>
                      <a:pt x="210" y="18"/>
                    </a:lnTo>
                    <a:lnTo>
                      <a:pt x="215" y="19"/>
                    </a:lnTo>
                    <a:lnTo>
                      <a:pt x="221" y="20"/>
                    </a:lnTo>
                    <a:lnTo>
                      <a:pt x="225" y="20"/>
                    </a:lnTo>
                    <a:lnTo>
                      <a:pt x="228" y="21"/>
                    </a:lnTo>
                    <a:lnTo>
                      <a:pt x="229" y="21"/>
                    </a:lnTo>
                    <a:lnTo>
                      <a:pt x="2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4" name="Freeform 957"/>
              <p:cNvSpPr>
                <a:spLocks/>
              </p:cNvSpPr>
              <p:nvPr/>
            </p:nvSpPr>
            <p:spPr bwMode="auto">
              <a:xfrm>
                <a:off x="3239" y="1991"/>
                <a:ext cx="5" cy="38"/>
              </a:xfrm>
              <a:custGeom>
                <a:avLst/>
                <a:gdLst>
                  <a:gd name="T0" fmla="*/ 4 w 5"/>
                  <a:gd name="T1" fmla="*/ 37 h 38"/>
                  <a:gd name="T2" fmla="*/ 5 w 5"/>
                  <a:gd name="T3" fmla="*/ 37 h 38"/>
                  <a:gd name="T4" fmla="*/ 4 w 5"/>
                  <a:gd name="T5" fmla="*/ 28 h 38"/>
                  <a:gd name="T6" fmla="*/ 4 w 5"/>
                  <a:gd name="T7" fmla="*/ 17 h 38"/>
                  <a:gd name="T8" fmla="*/ 2 w 5"/>
                  <a:gd name="T9" fmla="*/ 9 h 38"/>
                  <a:gd name="T10" fmla="*/ 2 w 5"/>
                  <a:gd name="T11" fmla="*/ 0 h 38"/>
                  <a:gd name="T12" fmla="*/ 0 w 5"/>
                  <a:gd name="T13" fmla="*/ 0 h 38"/>
                  <a:gd name="T14" fmla="*/ 0 w 5"/>
                  <a:gd name="T15" fmla="*/ 9 h 38"/>
                  <a:gd name="T16" fmla="*/ 1 w 5"/>
                  <a:gd name="T17" fmla="*/ 17 h 38"/>
                  <a:gd name="T18" fmla="*/ 1 w 5"/>
                  <a:gd name="T19" fmla="*/ 28 h 38"/>
                  <a:gd name="T20" fmla="*/ 2 w 5"/>
                  <a:gd name="T21" fmla="*/ 37 h 38"/>
                  <a:gd name="T22" fmla="*/ 4 w 5"/>
                  <a:gd name="T23" fmla="*/ 38 h 38"/>
                  <a:gd name="T24" fmla="*/ 2 w 5"/>
                  <a:gd name="T25" fmla="*/ 37 h 38"/>
                  <a:gd name="T26" fmla="*/ 2 w 5"/>
                  <a:gd name="T27" fmla="*/ 38 h 38"/>
                  <a:gd name="T28" fmla="*/ 4 w 5"/>
                  <a:gd name="T29" fmla="*/ 38 h 38"/>
                  <a:gd name="T30" fmla="*/ 4 w 5"/>
                  <a:gd name="T31" fmla="*/ 37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"/>
                  <a:gd name="T49" fmla="*/ 0 h 38"/>
                  <a:gd name="T50" fmla="*/ 5 w 5"/>
                  <a:gd name="T51" fmla="*/ 38 h 3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" h="38">
                    <a:moveTo>
                      <a:pt x="4" y="37"/>
                    </a:moveTo>
                    <a:lnTo>
                      <a:pt x="5" y="37"/>
                    </a:lnTo>
                    <a:lnTo>
                      <a:pt x="4" y="28"/>
                    </a:lnTo>
                    <a:lnTo>
                      <a:pt x="4" y="17"/>
                    </a:lnTo>
                    <a:lnTo>
                      <a:pt x="2" y="9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" y="17"/>
                    </a:lnTo>
                    <a:lnTo>
                      <a:pt x="1" y="28"/>
                    </a:lnTo>
                    <a:lnTo>
                      <a:pt x="2" y="37"/>
                    </a:lnTo>
                    <a:lnTo>
                      <a:pt x="4" y="38"/>
                    </a:lnTo>
                    <a:lnTo>
                      <a:pt x="2" y="37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4" y="3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5" name="Freeform 958"/>
              <p:cNvSpPr>
                <a:spLocks/>
              </p:cNvSpPr>
              <p:nvPr/>
            </p:nvSpPr>
            <p:spPr bwMode="auto">
              <a:xfrm>
                <a:off x="3241" y="2026"/>
                <a:ext cx="9" cy="11"/>
              </a:xfrm>
              <a:custGeom>
                <a:avLst/>
                <a:gdLst>
                  <a:gd name="T0" fmla="*/ 5 w 9"/>
                  <a:gd name="T1" fmla="*/ 11 h 11"/>
                  <a:gd name="T2" fmla="*/ 5 w 9"/>
                  <a:gd name="T3" fmla="*/ 11 h 11"/>
                  <a:gd name="T4" fmla="*/ 8 w 9"/>
                  <a:gd name="T5" fmla="*/ 10 h 11"/>
                  <a:gd name="T6" fmla="*/ 9 w 9"/>
                  <a:gd name="T7" fmla="*/ 8 h 11"/>
                  <a:gd name="T8" fmla="*/ 9 w 9"/>
                  <a:gd name="T9" fmla="*/ 7 h 11"/>
                  <a:gd name="T10" fmla="*/ 8 w 9"/>
                  <a:gd name="T11" fmla="*/ 5 h 11"/>
                  <a:gd name="T12" fmla="*/ 7 w 9"/>
                  <a:gd name="T13" fmla="*/ 4 h 11"/>
                  <a:gd name="T14" fmla="*/ 5 w 9"/>
                  <a:gd name="T15" fmla="*/ 3 h 11"/>
                  <a:gd name="T16" fmla="*/ 3 w 9"/>
                  <a:gd name="T17" fmla="*/ 2 h 11"/>
                  <a:gd name="T18" fmla="*/ 2 w 9"/>
                  <a:gd name="T19" fmla="*/ 0 h 11"/>
                  <a:gd name="T20" fmla="*/ 0 w 9"/>
                  <a:gd name="T21" fmla="*/ 2 h 11"/>
                  <a:gd name="T22" fmla="*/ 2 w 9"/>
                  <a:gd name="T23" fmla="*/ 3 h 11"/>
                  <a:gd name="T24" fmla="*/ 4 w 9"/>
                  <a:gd name="T25" fmla="*/ 4 h 11"/>
                  <a:gd name="T26" fmla="*/ 5 w 9"/>
                  <a:gd name="T27" fmla="*/ 5 h 11"/>
                  <a:gd name="T28" fmla="*/ 7 w 9"/>
                  <a:gd name="T29" fmla="*/ 6 h 11"/>
                  <a:gd name="T30" fmla="*/ 7 w 9"/>
                  <a:gd name="T31" fmla="*/ 7 h 11"/>
                  <a:gd name="T32" fmla="*/ 7 w 9"/>
                  <a:gd name="T33" fmla="*/ 8 h 11"/>
                  <a:gd name="T34" fmla="*/ 4 w 9"/>
                  <a:gd name="T35" fmla="*/ 10 h 11"/>
                  <a:gd name="T36" fmla="*/ 5 w 9"/>
                  <a:gd name="T37" fmla="*/ 11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1"/>
                  <a:gd name="T59" fmla="*/ 9 w 9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1">
                    <a:moveTo>
                      <a:pt x="5" y="11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4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6" name="Freeform 959"/>
              <p:cNvSpPr>
                <a:spLocks/>
              </p:cNvSpPr>
              <p:nvPr/>
            </p:nvSpPr>
            <p:spPr bwMode="auto">
              <a:xfrm>
                <a:off x="3143" y="2037"/>
                <a:ext cx="103" cy="46"/>
              </a:xfrm>
              <a:custGeom>
                <a:avLst/>
                <a:gdLst>
                  <a:gd name="T0" fmla="*/ 1 w 103"/>
                  <a:gd name="T1" fmla="*/ 46 h 46"/>
                  <a:gd name="T2" fmla="*/ 3 w 103"/>
                  <a:gd name="T3" fmla="*/ 45 h 46"/>
                  <a:gd name="T4" fmla="*/ 9 w 103"/>
                  <a:gd name="T5" fmla="*/ 43 h 46"/>
                  <a:gd name="T6" fmla="*/ 14 w 103"/>
                  <a:gd name="T7" fmla="*/ 41 h 46"/>
                  <a:gd name="T8" fmla="*/ 20 w 103"/>
                  <a:gd name="T9" fmla="*/ 38 h 46"/>
                  <a:gd name="T10" fmla="*/ 27 w 103"/>
                  <a:gd name="T11" fmla="*/ 35 h 46"/>
                  <a:gd name="T12" fmla="*/ 35 w 103"/>
                  <a:gd name="T13" fmla="*/ 31 h 46"/>
                  <a:gd name="T14" fmla="*/ 44 w 103"/>
                  <a:gd name="T15" fmla="*/ 27 h 46"/>
                  <a:gd name="T16" fmla="*/ 52 w 103"/>
                  <a:gd name="T17" fmla="*/ 24 h 46"/>
                  <a:gd name="T18" fmla="*/ 61 w 103"/>
                  <a:gd name="T19" fmla="*/ 20 h 46"/>
                  <a:gd name="T20" fmla="*/ 70 w 103"/>
                  <a:gd name="T21" fmla="*/ 17 h 46"/>
                  <a:gd name="T22" fmla="*/ 77 w 103"/>
                  <a:gd name="T23" fmla="*/ 13 h 46"/>
                  <a:gd name="T24" fmla="*/ 83 w 103"/>
                  <a:gd name="T25" fmla="*/ 11 h 46"/>
                  <a:gd name="T26" fmla="*/ 90 w 103"/>
                  <a:gd name="T27" fmla="*/ 7 h 46"/>
                  <a:gd name="T28" fmla="*/ 96 w 103"/>
                  <a:gd name="T29" fmla="*/ 4 h 46"/>
                  <a:gd name="T30" fmla="*/ 100 w 103"/>
                  <a:gd name="T31" fmla="*/ 3 h 46"/>
                  <a:gd name="T32" fmla="*/ 103 w 103"/>
                  <a:gd name="T33" fmla="*/ 1 h 46"/>
                  <a:gd name="T34" fmla="*/ 101 w 103"/>
                  <a:gd name="T35" fmla="*/ 0 h 46"/>
                  <a:gd name="T36" fmla="*/ 97 w 103"/>
                  <a:gd name="T37" fmla="*/ 2 h 46"/>
                  <a:gd name="T38" fmla="*/ 92 w 103"/>
                  <a:gd name="T39" fmla="*/ 4 h 46"/>
                  <a:gd name="T40" fmla="*/ 86 w 103"/>
                  <a:gd name="T41" fmla="*/ 7 h 46"/>
                  <a:gd name="T42" fmla="*/ 79 w 103"/>
                  <a:gd name="T43" fmla="*/ 11 h 46"/>
                  <a:gd name="T44" fmla="*/ 72 w 103"/>
                  <a:gd name="T45" fmla="*/ 13 h 46"/>
                  <a:gd name="T46" fmla="*/ 64 w 103"/>
                  <a:gd name="T47" fmla="*/ 17 h 46"/>
                  <a:gd name="T48" fmla="*/ 56 w 103"/>
                  <a:gd name="T49" fmla="*/ 20 h 46"/>
                  <a:gd name="T50" fmla="*/ 47 w 103"/>
                  <a:gd name="T51" fmla="*/ 24 h 46"/>
                  <a:gd name="T52" fmla="*/ 39 w 103"/>
                  <a:gd name="T53" fmla="*/ 28 h 46"/>
                  <a:gd name="T54" fmla="*/ 31 w 103"/>
                  <a:gd name="T55" fmla="*/ 31 h 46"/>
                  <a:gd name="T56" fmla="*/ 23 w 103"/>
                  <a:gd name="T57" fmla="*/ 35 h 46"/>
                  <a:gd name="T58" fmla="*/ 16 w 103"/>
                  <a:gd name="T59" fmla="*/ 38 h 46"/>
                  <a:gd name="T60" fmla="*/ 11 w 103"/>
                  <a:gd name="T61" fmla="*/ 41 h 46"/>
                  <a:gd name="T62" fmla="*/ 5 w 103"/>
                  <a:gd name="T63" fmla="*/ 43 h 46"/>
                  <a:gd name="T64" fmla="*/ 1 w 103"/>
                  <a:gd name="T65" fmla="*/ 44 h 46"/>
                  <a:gd name="T66" fmla="*/ 1 w 103"/>
                  <a:gd name="T67" fmla="*/ 46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6"/>
                  <a:gd name="T104" fmla="*/ 103 w 103"/>
                  <a:gd name="T105" fmla="*/ 46 h 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6">
                    <a:moveTo>
                      <a:pt x="1" y="46"/>
                    </a:moveTo>
                    <a:lnTo>
                      <a:pt x="1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9" y="43"/>
                    </a:lnTo>
                    <a:lnTo>
                      <a:pt x="12" y="42"/>
                    </a:lnTo>
                    <a:lnTo>
                      <a:pt x="14" y="41"/>
                    </a:lnTo>
                    <a:lnTo>
                      <a:pt x="17" y="40"/>
                    </a:lnTo>
                    <a:lnTo>
                      <a:pt x="20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1" y="32"/>
                    </a:lnTo>
                    <a:lnTo>
                      <a:pt x="35" y="31"/>
                    </a:lnTo>
                    <a:lnTo>
                      <a:pt x="40" y="29"/>
                    </a:lnTo>
                    <a:lnTo>
                      <a:pt x="44" y="27"/>
                    </a:lnTo>
                    <a:lnTo>
                      <a:pt x="47" y="26"/>
                    </a:lnTo>
                    <a:lnTo>
                      <a:pt x="52" y="24"/>
                    </a:lnTo>
                    <a:lnTo>
                      <a:pt x="57" y="23"/>
                    </a:lnTo>
                    <a:lnTo>
                      <a:pt x="61" y="20"/>
                    </a:lnTo>
                    <a:lnTo>
                      <a:pt x="64" y="18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2" y="5"/>
                    </a:lnTo>
                    <a:lnTo>
                      <a:pt x="96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2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2" y="4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2" y="13"/>
                    </a:lnTo>
                    <a:lnTo>
                      <a:pt x="67" y="15"/>
                    </a:lnTo>
                    <a:lnTo>
                      <a:pt x="64" y="17"/>
                    </a:lnTo>
                    <a:lnTo>
                      <a:pt x="60" y="18"/>
                    </a:lnTo>
                    <a:lnTo>
                      <a:pt x="56" y="20"/>
                    </a:lnTo>
                    <a:lnTo>
                      <a:pt x="52" y="23"/>
                    </a:lnTo>
                    <a:lnTo>
                      <a:pt x="47" y="24"/>
                    </a:lnTo>
                    <a:lnTo>
                      <a:pt x="43" y="26"/>
                    </a:lnTo>
                    <a:lnTo>
                      <a:pt x="39" y="28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7" y="32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9" y="42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1" y="4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7" name="Freeform 960"/>
              <p:cNvSpPr>
                <a:spLocks/>
              </p:cNvSpPr>
              <p:nvPr/>
            </p:nvSpPr>
            <p:spPr bwMode="auto">
              <a:xfrm>
                <a:off x="3129" y="2078"/>
                <a:ext cx="14" cy="5"/>
              </a:xfrm>
              <a:custGeom>
                <a:avLst/>
                <a:gdLst>
                  <a:gd name="T0" fmla="*/ 0 w 14"/>
                  <a:gd name="T1" fmla="*/ 1 h 5"/>
                  <a:gd name="T2" fmla="*/ 0 w 14"/>
                  <a:gd name="T3" fmla="*/ 1 h 5"/>
                  <a:gd name="T4" fmla="*/ 1 w 14"/>
                  <a:gd name="T5" fmla="*/ 3 h 5"/>
                  <a:gd name="T6" fmla="*/ 3 w 14"/>
                  <a:gd name="T7" fmla="*/ 3 h 5"/>
                  <a:gd name="T8" fmla="*/ 7 w 14"/>
                  <a:gd name="T9" fmla="*/ 4 h 5"/>
                  <a:gd name="T10" fmla="*/ 7 w 14"/>
                  <a:gd name="T11" fmla="*/ 4 h 5"/>
                  <a:gd name="T12" fmla="*/ 10 w 14"/>
                  <a:gd name="T13" fmla="*/ 5 h 5"/>
                  <a:gd name="T14" fmla="*/ 11 w 14"/>
                  <a:gd name="T15" fmla="*/ 5 h 5"/>
                  <a:gd name="T16" fmla="*/ 13 w 14"/>
                  <a:gd name="T17" fmla="*/ 5 h 5"/>
                  <a:gd name="T18" fmla="*/ 14 w 14"/>
                  <a:gd name="T19" fmla="*/ 5 h 5"/>
                  <a:gd name="T20" fmla="*/ 13 w 14"/>
                  <a:gd name="T21" fmla="*/ 3 h 5"/>
                  <a:gd name="T22" fmla="*/ 11 w 14"/>
                  <a:gd name="T23" fmla="*/ 3 h 5"/>
                  <a:gd name="T24" fmla="*/ 10 w 14"/>
                  <a:gd name="T25" fmla="*/ 3 h 5"/>
                  <a:gd name="T26" fmla="*/ 9 w 14"/>
                  <a:gd name="T27" fmla="*/ 3 h 5"/>
                  <a:gd name="T28" fmla="*/ 7 w 14"/>
                  <a:gd name="T29" fmla="*/ 3 h 5"/>
                  <a:gd name="T30" fmla="*/ 3 w 14"/>
                  <a:gd name="T31" fmla="*/ 1 h 5"/>
                  <a:gd name="T32" fmla="*/ 2 w 14"/>
                  <a:gd name="T33" fmla="*/ 1 h 5"/>
                  <a:gd name="T34" fmla="*/ 1 w 14"/>
                  <a:gd name="T35" fmla="*/ 0 h 5"/>
                  <a:gd name="T36" fmla="*/ 0 w 14"/>
                  <a:gd name="T37" fmla="*/ 1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5"/>
                  <a:gd name="T59" fmla="*/ 14 w 14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5">
                    <a:moveTo>
                      <a:pt x="0" y="1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7" y="4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8" name="Freeform 961"/>
              <p:cNvSpPr>
                <a:spLocks/>
              </p:cNvSpPr>
              <p:nvPr/>
            </p:nvSpPr>
            <p:spPr bwMode="auto">
              <a:xfrm>
                <a:off x="3015" y="2018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7 h 62"/>
                  <a:gd name="T8" fmla="*/ 18 w 115"/>
                  <a:gd name="T9" fmla="*/ 11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0 h 62"/>
                  <a:gd name="T18" fmla="*/ 64 w 115"/>
                  <a:gd name="T19" fmla="*/ 36 h 62"/>
                  <a:gd name="T20" fmla="*/ 75 w 115"/>
                  <a:gd name="T21" fmla="*/ 42 h 62"/>
                  <a:gd name="T22" fmla="*/ 83 w 115"/>
                  <a:gd name="T23" fmla="*/ 46 h 62"/>
                  <a:gd name="T24" fmla="*/ 93 w 115"/>
                  <a:gd name="T25" fmla="*/ 51 h 62"/>
                  <a:gd name="T26" fmla="*/ 99 w 115"/>
                  <a:gd name="T27" fmla="*/ 54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6 h 62"/>
                  <a:gd name="T44" fmla="*/ 80 w 115"/>
                  <a:gd name="T45" fmla="*/ 42 h 62"/>
                  <a:gd name="T46" fmla="*/ 70 w 115"/>
                  <a:gd name="T47" fmla="*/ 37 h 62"/>
                  <a:gd name="T48" fmla="*/ 61 w 115"/>
                  <a:gd name="T49" fmla="*/ 32 h 62"/>
                  <a:gd name="T50" fmla="*/ 51 w 115"/>
                  <a:gd name="T51" fmla="*/ 26 h 62"/>
                  <a:gd name="T52" fmla="*/ 41 w 115"/>
                  <a:gd name="T53" fmla="*/ 21 h 62"/>
                  <a:gd name="T54" fmla="*/ 32 w 115"/>
                  <a:gd name="T55" fmla="*/ 17 h 62"/>
                  <a:gd name="T56" fmla="*/ 23 w 115"/>
                  <a:gd name="T57" fmla="*/ 11 h 62"/>
                  <a:gd name="T58" fmla="*/ 16 w 115"/>
                  <a:gd name="T59" fmla="*/ 7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18" y="11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2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0"/>
                    </a:lnTo>
                    <a:lnTo>
                      <a:pt x="60" y="32"/>
                    </a:lnTo>
                    <a:lnTo>
                      <a:pt x="64" y="36"/>
                    </a:lnTo>
                    <a:lnTo>
                      <a:pt x="70" y="38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6"/>
                    </a:lnTo>
                    <a:lnTo>
                      <a:pt x="88" y="48"/>
                    </a:lnTo>
                    <a:lnTo>
                      <a:pt x="93" y="51"/>
                    </a:lnTo>
                    <a:lnTo>
                      <a:pt x="96" y="53"/>
                    </a:lnTo>
                    <a:lnTo>
                      <a:pt x="99" y="54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59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0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3"/>
                    </a:lnTo>
                    <a:lnTo>
                      <a:pt x="97" y="51"/>
                    </a:lnTo>
                    <a:lnTo>
                      <a:pt x="94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39"/>
                    </a:lnTo>
                    <a:lnTo>
                      <a:pt x="70" y="37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6"/>
                    </a:lnTo>
                    <a:lnTo>
                      <a:pt x="46" y="23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1"/>
                    </a:lnTo>
                    <a:lnTo>
                      <a:pt x="19" y="11"/>
                    </a:lnTo>
                    <a:lnTo>
                      <a:pt x="16" y="7"/>
                    </a:lnTo>
                    <a:lnTo>
                      <a:pt x="13" y="5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69" name="Freeform 962"/>
              <p:cNvSpPr>
                <a:spLocks/>
              </p:cNvSpPr>
              <p:nvPr/>
            </p:nvSpPr>
            <p:spPr bwMode="auto">
              <a:xfrm>
                <a:off x="3003" y="2008"/>
                <a:ext cx="13" cy="11"/>
              </a:xfrm>
              <a:custGeom>
                <a:avLst/>
                <a:gdLst>
                  <a:gd name="T0" fmla="*/ 0 w 13"/>
                  <a:gd name="T1" fmla="*/ 1 h 11"/>
                  <a:gd name="T2" fmla="*/ 0 w 13"/>
                  <a:gd name="T3" fmla="*/ 1 h 11"/>
                  <a:gd name="T4" fmla="*/ 1 w 13"/>
                  <a:gd name="T5" fmla="*/ 4 h 11"/>
                  <a:gd name="T6" fmla="*/ 3 w 13"/>
                  <a:gd name="T7" fmla="*/ 5 h 11"/>
                  <a:gd name="T8" fmla="*/ 5 w 13"/>
                  <a:gd name="T9" fmla="*/ 6 h 11"/>
                  <a:gd name="T10" fmla="*/ 7 w 13"/>
                  <a:gd name="T11" fmla="*/ 8 h 11"/>
                  <a:gd name="T12" fmla="*/ 8 w 13"/>
                  <a:gd name="T13" fmla="*/ 8 h 11"/>
                  <a:gd name="T14" fmla="*/ 9 w 13"/>
                  <a:gd name="T15" fmla="*/ 8 h 11"/>
                  <a:gd name="T16" fmla="*/ 11 w 13"/>
                  <a:gd name="T17" fmla="*/ 10 h 11"/>
                  <a:gd name="T18" fmla="*/ 12 w 13"/>
                  <a:gd name="T19" fmla="*/ 11 h 11"/>
                  <a:gd name="T20" fmla="*/ 13 w 13"/>
                  <a:gd name="T21" fmla="*/ 10 h 11"/>
                  <a:gd name="T22" fmla="*/ 11 w 13"/>
                  <a:gd name="T23" fmla="*/ 8 h 11"/>
                  <a:gd name="T24" fmla="*/ 10 w 13"/>
                  <a:gd name="T25" fmla="*/ 8 h 11"/>
                  <a:gd name="T26" fmla="*/ 9 w 13"/>
                  <a:gd name="T27" fmla="*/ 6 h 11"/>
                  <a:gd name="T28" fmla="*/ 8 w 13"/>
                  <a:gd name="T29" fmla="*/ 5 h 11"/>
                  <a:gd name="T30" fmla="*/ 7 w 13"/>
                  <a:gd name="T31" fmla="*/ 5 h 11"/>
                  <a:gd name="T32" fmla="*/ 5 w 13"/>
                  <a:gd name="T33" fmla="*/ 4 h 11"/>
                  <a:gd name="T34" fmla="*/ 2 w 13"/>
                  <a:gd name="T35" fmla="*/ 1 h 11"/>
                  <a:gd name="T36" fmla="*/ 1 w 13"/>
                  <a:gd name="T37" fmla="*/ 0 h 11"/>
                  <a:gd name="T38" fmla="*/ 0 w 13"/>
                  <a:gd name="T39" fmla="*/ 1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11"/>
                  <a:gd name="T62" fmla="*/ 13 w 13"/>
                  <a:gd name="T63" fmla="*/ 11 h 1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11">
                    <a:moveTo>
                      <a:pt x="0" y="1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0" name="Freeform 963"/>
              <p:cNvSpPr>
                <a:spLocks/>
              </p:cNvSpPr>
              <p:nvPr/>
            </p:nvSpPr>
            <p:spPr bwMode="auto">
              <a:xfrm>
                <a:off x="3132" y="2040"/>
                <a:ext cx="10" cy="42"/>
              </a:xfrm>
              <a:custGeom>
                <a:avLst/>
                <a:gdLst>
                  <a:gd name="T0" fmla="*/ 10 w 10"/>
                  <a:gd name="T1" fmla="*/ 42 h 42"/>
                  <a:gd name="T2" fmla="*/ 8 w 10"/>
                  <a:gd name="T3" fmla="*/ 42 h 42"/>
                  <a:gd name="T4" fmla="*/ 7 w 10"/>
                  <a:gd name="T5" fmla="*/ 41 h 42"/>
                  <a:gd name="T6" fmla="*/ 6 w 10"/>
                  <a:gd name="T7" fmla="*/ 40 h 42"/>
                  <a:gd name="T8" fmla="*/ 4 w 10"/>
                  <a:gd name="T9" fmla="*/ 37 h 42"/>
                  <a:gd name="T10" fmla="*/ 4 w 10"/>
                  <a:gd name="T11" fmla="*/ 35 h 42"/>
                  <a:gd name="T12" fmla="*/ 2 w 10"/>
                  <a:gd name="T13" fmla="*/ 32 h 42"/>
                  <a:gd name="T14" fmla="*/ 0 w 10"/>
                  <a:gd name="T15" fmla="*/ 29 h 42"/>
                  <a:gd name="T16" fmla="*/ 0 w 10"/>
                  <a:gd name="T17" fmla="*/ 26 h 42"/>
                  <a:gd name="T18" fmla="*/ 0 w 10"/>
                  <a:gd name="T19" fmla="*/ 22 h 42"/>
                  <a:gd name="T20" fmla="*/ 0 w 10"/>
                  <a:gd name="T21" fmla="*/ 17 h 42"/>
                  <a:gd name="T22" fmla="*/ 0 w 10"/>
                  <a:gd name="T23" fmla="*/ 13 h 42"/>
                  <a:gd name="T24" fmla="*/ 2 w 10"/>
                  <a:gd name="T25" fmla="*/ 9 h 42"/>
                  <a:gd name="T26" fmla="*/ 4 w 10"/>
                  <a:gd name="T27" fmla="*/ 7 h 42"/>
                  <a:gd name="T28" fmla="*/ 4 w 10"/>
                  <a:gd name="T29" fmla="*/ 4 h 42"/>
                  <a:gd name="T30" fmla="*/ 6 w 10"/>
                  <a:gd name="T31" fmla="*/ 1 h 42"/>
                  <a:gd name="T32" fmla="*/ 8 w 10"/>
                  <a:gd name="T33" fmla="*/ 0 h 42"/>
                  <a:gd name="T34" fmla="*/ 10 w 10"/>
                  <a:gd name="T35" fmla="*/ 4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"/>
                  <a:gd name="T55" fmla="*/ 0 h 42"/>
                  <a:gd name="T56" fmla="*/ 10 w 10"/>
                  <a:gd name="T57" fmla="*/ 42 h 4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" h="42">
                    <a:moveTo>
                      <a:pt x="10" y="42"/>
                    </a:moveTo>
                    <a:lnTo>
                      <a:pt x="8" y="42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2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1" name="Freeform 964"/>
              <p:cNvSpPr>
                <a:spLocks/>
              </p:cNvSpPr>
              <p:nvPr/>
            </p:nvSpPr>
            <p:spPr bwMode="auto">
              <a:xfrm>
                <a:off x="3132" y="2066"/>
                <a:ext cx="10" cy="17"/>
              </a:xfrm>
              <a:custGeom>
                <a:avLst/>
                <a:gdLst>
                  <a:gd name="T0" fmla="*/ 0 w 10"/>
                  <a:gd name="T1" fmla="*/ 0 h 17"/>
                  <a:gd name="T2" fmla="*/ 0 w 10"/>
                  <a:gd name="T3" fmla="*/ 0 h 17"/>
                  <a:gd name="T4" fmla="*/ 0 w 10"/>
                  <a:gd name="T5" fmla="*/ 3 h 17"/>
                  <a:gd name="T6" fmla="*/ 2 w 10"/>
                  <a:gd name="T7" fmla="*/ 6 h 17"/>
                  <a:gd name="T8" fmla="*/ 2 w 10"/>
                  <a:gd name="T9" fmla="*/ 10 h 17"/>
                  <a:gd name="T10" fmla="*/ 3 w 10"/>
                  <a:gd name="T11" fmla="*/ 12 h 17"/>
                  <a:gd name="T12" fmla="*/ 5 w 10"/>
                  <a:gd name="T13" fmla="*/ 14 h 17"/>
                  <a:gd name="T14" fmla="*/ 6 w 10"/>
                  <a:gd name="T15" fmla="*/ 16 h 17"/>
                  <a:gd name="T16" fmla="*/ 8 w 10"/>
                  <a:gd name="T17" fmla="*/ 17 h 17"/>
                  <a:gd name="T18" fmla="*/ 10 w 10"/>
                  <a:gd name="T19" fmla="*/ 17 h 17"/>
                  <a:gd name="T20" fmla="*/ 10 w 10"/>
                  <a:gd name="T21" fmla="*/ 15 h 17"/>
                  <a:gd name="T22" fmla="*/ 8 w 10"/>
                  <a:gd name="T23" fmla="*/ 15 h 17"/>
                  <a:gd name="T24" fmla="*/ 7 w 10"/>
                  <a:gd name="T25" fmla="*/ 15 h 17"/>
                  <a:gd name="T26" fmla="*/ 6 w 10"/>
                  <a:gd name="T27" fmla="*/ 13 h 17"/>
                  <a:gd name="T28" fmla="*/ 5 w 10"/>
                  <a:gd name="T29" fmla="*/ 11 h 17"/>
                  <a:gd name="T30" fmla="*/ 4 w 10"/>
                  <a:gd name="T31" fmla="*/ 9 h 17"/>
                  <a:gd name="T32" fmla="*/ 3 w 10"/>
                  <a:gd name="T33" fmla="*/ 6 h 17"/>
                  <a:gd name="T34" fmla="*/ 3 w 10"/>
                  <a:gd name="T35" fmla="*/ 2 h 17"/>
                  <a:gd name="T36" fmla="*/ 3 w 10"/>
                  <a:gd name="T37" fmla="*/ 0 h 17"/>
                  <a:gd name="T38" fmla="*/ 0 w 10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7"/>
                  <a:gd name="T62" fmla="*/ 10 w 10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2" name="Freeform 965"/>
              <p:cNvSpPr>
                <a:spLocks/>
              </p:cNvSpPr>
              <p:nvPr/>
            </p:nvSpPr>
            <p:spPr bwMode="auto">
              <a:xfrm>
                <a:off x="3132" y="2040"/>
                <a:ext cx="9" cy="26"/>
              </a:xfrm>
              <a:custGeom>
                <a:avLst/>
                <a:gdLst>
                  <a:gd name="T0" fmla="*/ 8 w 9"/>
                  <a:gd name="T1" fmla="*/ 0 h 26"/>
                  <a:gd name="T2" fmla="*/ 6 w 9"/>
                  <a:gd name="T3" fmla="*/ 1 h 26"/>
                  <a:gd name="T4" fmla="*/ 4 w 9"/>
                  <a:gd name="T5" fmla="*/ 4 h 26"/>
                  <a:gd name="T6" fmla="*/ 3 w 9"/>
                  <a:gd name="T7" fmla="*/ 7 h 26"/>
                  <a:gd name="T8" fmla="*/ 2 w 9"/>
                  <a:gd name="T9" fmla="*/ 10 h 26"/>
                  <a:gd name="T10" fmla="*/ 0 w 9"/>
                  <a:gd name="T11" fmla="*/ 13 h 26"/>
                  <a:gd name="T12" fmla="*/ 0 w 9"/>
                  <a:gd name="T13" fmla="*/ 17 h 26"/>
                  <a:gd name="T14" fmla="*/ 0 w 9"/>
                  <a:gd name="T15" fmla="*/ 22 h 26"/>
                  <a:gd name="T16" fmla="*/ 0 w 9"/>
                  <a:gd name="T17" fmla="*/ 26 h 26"/>
                  <a:gd name="T18" fmla="*/ 3 w 9"/>
                  <a:gd name="T19" fmla="*/ 26 h 26"/>
                  <a:gd name="T20" fmla="*/ 3 w 9"/>
                  <a:gd name="T21" fmla="*/ 22 h 26"/>
                  <a:gd name="T22" fmla="*/ 3 w 9"/>
                  <a:gd name="T23" fmla="*/ 17 h 26"/>
                  <a:gd name="T24" fmla="*/ 3 w 9"/>
                  <a:gd name="T25" fmla="*/ 13 h 26"/>
                  <a:gd name="T26" fmla="*/ 4 w 9"/>
                  <a:gd name="T27" fmla="*/ 10 h 26"/>
                  <a:gd name="T28" fmla="*/ 4 w 9"/>
                  <a:gd name="T29" fmla="*/ 7 h 26"/>
                  <a:gd name="T30" fmla="*/ 6 w 9"/>
                  <a:gd name="T31" fmla="*/ 5 h 26"/>
                  <a:gd name="T32" fmla="*/ 7 w 9"/>
                  <a:gd name="T33" fmla="*/ 4 h 26"/>
                  <a:gd name="T34" fmla="*/ 9 w 9"/>
                  <a:gd name="T35" fmla="*/ 1 h 26"/>
                  <a:gd name="T36" fmla="*/ 8 w 9"/>
                  <a:gd name="T37" fmla="*/ 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26"/>
                  <a:gd name="T59" fmla="*/ 9 w 9"/>
                  <a:gd name="T60" fmla="*/ 26 h 2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26">
                    <a:moveTo>
                      <a:pt x="8" y="0"/>
                    </a:moveTo>
                    <a:lnTo>
                      <a:pt x="6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3" name="Freeform 966"/>
              <p:cNvSpPr>
                <a:spLocks/>
              </p:cNvSpPr>
              <p:nvPr/>
            </p:nvSpPr>
            <p:spPr bwMode="auto">
              <a:xfrm>
                <a:off x="3011" y="1926"/>
                <a:ext cx="239" cy="114"/>
              </a:xfrm>
              <a:custGeom>
                <a:avLst/>
                <a:gdLst>
                  <a:gd name="T0" fmla="*/ 8 w 239"/>
                  <a:gd name="T1" fmla="*/ 42 h 114"/>
                  <a:gd name="T2" fmla="*/ 24 w 239"/>
                  <a:gd name="T3" fmla="*/ 34 h 114"/>
                  <a:gd name="T4" fmla="*/ 45 w 239"/>
                  <a:gd name="T5" fmla="*/ 24 h 114"/>
                  <a:gd name="T6" fmla="*/ 67 w 239"/>
                  <a:gd name="T7" fmla="*/ 14 h 114"/>
                  <a:gd name="T8" fmla="*/ 85 w 239"/>
                  <a:gd name="T9" fmla="*/ 4 h 114"/>
                  <a:gd name="T10" fmla="*/ 94 w 239"/>
                  <a:gd name="T11" fmla="*/ 0 h 114"/>
                  <a:gd name="T12" fmla="*/ 99 w 239"/>
                  <a:gd name="T13" fmla="*/ 0 h 114"/>
                  <a:gd name="T14" fmla="*/ 104 w 239"/>
                  <a:gd name="T15" fmla="*/ 1 h 114"/>
                  <a:gd name="T16" fmla="*/ 108 w 239"/>
                  <a:gd name="T17" fmla="*/ 2 h 114"/>
                  <a:gd name="T18" fmla="*/ 114 w 239"/>
                  <a:gd name="T19" fmla="*/ 5 h 114"/>
                  <a:gd name="T20" fmla="*/ 126 w 239"/>
                  <a:gd name="T21" fmla="*/ 12 h 114"/>
                  <a:gd name="T22" fmla="*/ 140 w 239"/>
                  <a:gd name="T23" fmla="*/ 18 h 114"/>
                  <a:gd name="T24" fmla="*/ 155 w 239"/>
                  <a:gd name="T25" fmla="*/ 25 h 114"/>
                  <a:gd name="T26" fmla="*/ 172 w 239"/>
                  <a:gd name="T27" fmla="*/ 33 h 114"/>
                  <a:gd name="T28" fmla="*/ 188 w 239"/>
                  <a:gd name="T29" fmla="*/ 40 h 114"/>
                  <a:gd name="T30" fmla="*/ 204 w 239"/>
                  <a:gd name="T31" fmla="*/ 47 h 114"/>
                  <a:gd name="T32" fmla="*/ 217 w 239"/>
                  <a:gd name="T33" fmla="*/ 53 h 114"/>
                  <a:gd name="T34" fmla="*/ 226 w 239"/>
                  <a:gd name="T35" fmla="*/ 58 h 114"/>
                  <a:gd name="T36" fmla="*/ 233 w 239"/>
                  <a:gd name="T37" fmla="*/ 60 h 114"/>
                  <a:gd name="T38" fmla="*/ 237 w 239"/>
                  <a:gd name="T39" fmla="*/ 63 h 114"/>
                  <a:gd name="T40" fmla="*/ 239 w 239"/>
                  <a:gd name="T41" fmla="*/ 67 h 114"/>
                  <a:gd name="T42" fmla="*/ 235 w 239"/>
                  <a:gd name="T43" fmla="*/ 71 h 114"/>
                  <a:gd name="T44" fmla="*/ 228 w 239"/>
                  <a:gd name="T45" fmla="*/ 73 h 114"/>
                  <a:gd name="T46" fmla="*/ 220 w 239"/>
                  <a:gd name="T47" fmla="*/ 77 h 114"/>
                  <a:gd name="T48" fmla="*/ 209 w 239"/>
                  <a:gd name="T49" fmla="*/ 81 h 114"/>
                  <a:gd name="T50" fmla="*/ 197 w 239"/>
                  <a:gd name="T51" fmla="*/ 87 h 114"/>
                  <a:gd name="T52" fmla="*/ 184 w 239"/>
                  <a:gd name="T53" fmla="*/ 92 h 114"/>
                  <a:gd name="T54" fmla="*/ 172 w 239"/>
                  <a:gd name="T55" fmla="*/ 97 h 114"/>
                  <a:gd name="T56" fmla="*/ 160 w 239"/>
                  <a:gd name="T57" fmla="*/ 103 h 114"/>
                  <a:gd name="T58" fmla="*/ 149 w 239"/>
                  <a:gd name="T59" fmla="*/ 108 h 114"/>
                  <a:gd name="T60" fmla="*/ 141 w 239"/>
                  <a:gd name="T61" fmla="*/ 111 h 114"/>
                  <a:gd name="T62" fmla="*/ 134 w 239"/>
                  <a:gd name="T63" fmla="*/ 113 h 114"/>
                  <a:gd name="T64" fmla="*/ 130 w 239"/>
                  <a:gd name="T65" fmla="*/ 114 h 114"/>
                  <a:gd name="T66" fmla="*/ 125 w 239"/>
                  <a:gd name="T67" fmla="*/ 113 h 114"/>
                  <a:gd name="T68" fmla="*/ 120 w 239"/>
                  <a:gd name="T69" fmla="*/ 111 h 114"/>
                  <a:gd name="T70" fmla="*/ 114 w 239"/>
                  <a:gd name="T71" fmla="*/ 109 h 114"/>
                  <a:gd name="T72" fmla="*/ 105 w 239"/>
                  <a:gd name="T73" fmla="*/ 104 h 114"/>
                  <a:gd name="T74" fmla="*/ 94 w 239"/>
                  <a:gd name="T75" fmla="*/ 97 h 114"/>
                  <a:gd name="T76" fmla="*/ 80 w 239"/>
                  <a:gd name="T77" fmla="*/ 91 h 114"/>
                  <a:gd name="T78" fmla="*/ 66 w 239"/>
                  <a:gd name="T79" fmla="*/ 82 h 114"/>
                  <a:gd name="T80" fmla="*/ 51 w 239"/>
                  <a:gd name="T81" fmla="*/ 75 h 114"/>
                  <a:gd name="T82" fmla="*/ 36 w 239"/>
                  <a:gd name="T83" fmla="*/ 67 h 114"/>
                  <a:gd name="T84" fmla="*/ 23 w 239"/>
                  <a:gd name="T85" fmla="*/ 60 h 114"/>
                  <a:gd name="T86" fmla="*/ 14 w 239"/>
                  <a:gd name="T87" fmla="*/ 56 h 114"/>
                  <a:gd name="T88" fmla="*/ 8 w 239"/>
                  <a:gd name="T89" fmla="*/ 52 h 114"/>
                  <a:gd name="T90" fmla="*/ 3 w 239"/>
                  <a:gd name="T91" fmla="*/ 49 h 114"/>
                  <a:gd name="T92" fmla="*/ 0 w 239"/>
                  <a:gd name="T93" fmla="*/ 47 h 114"/>
                  <a:gd name="T94" fmla="*/ 4 w 239"/>
                  <a:gd name="T95" fmla="*/ 44 h 1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114"/>
                  <a:gd name="T146" fmla="*/ 239 w 239"/>
                  <a:gd name="T147" fmla="*/ 114 h 1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114">
                    <a:moveTo>
                      <a:pt x="4" y="44"/>
                    </a:moveTo>
                    <a:lnTo>
                      <a:pt x="5" y="43"/>
                    </a:lnTo>
                    <a:lnTo>
                      <a:pt x="8" y="42"/>
                    </a:lnTo>
                    <a:lnTo>
                      <a:pt x="14" y="40"/>
                    </a:lnTo>
                    <a:lnTo>
                      <a:pt x="18" y="37"/>
                    </a:lnTo>
                    <a:lnTo>
                      <a:pt x="24" y="34"/>
                    </a:lnTo>
                    <a:lnTo>
                      <a:pt x="31" y="30"/>
                    </a:lnTo>
                    <a:lnTo>
                      <a:pt x="37" y="28"/>
                    </a:lnTo>
                    <a:lnTo>
                      <a:pt x="45" y="24"/>
                    </a:lnTo>
                    <a:lnTo>
                      <a:pt x="52" y="20"/>
                    </a:lnTo>
                    <a:lnTo>
                      <a:pt x="61" y="17"/>
                    </a:lnTo>
                    <a:lnTo>
                      <a:pt x="67" y="14"/>
                    </a:lnTo>
                    <a:lnTo>
                      <a:pt x="73" y="11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89" y="2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9" y="0"/>
                    </a:lnTo>
                    <a:lnTo>
                      <a:pt x="101" y="0"/>
                    </a:lnTo>
                    <a:lnTo>
                      <a:pt x="103" y="0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4" y="5"/>
                    </a:lnTo>
                    <a:lnTo>
                      <a:pt x="118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8"/>
                    </a:lnTo>
                    <a:lnTo>
                      <a:pt x="145" y="20"/>
                    </a:lnTo>
                    <a:lnTo>
                      <a:pt x="149" y="22"/>
                    </a:lnTo>
                    <a:lnTo>
                      <a:pt x="155" y="25"/>
                    </a:lnTo>
                    <a:lnTo>
                      <a:pt x="161" y="28"/>
                    </a:lnTo>
                    <a:lnTo>
                      <a:pt x="166" y="30"/>
                    </a:lnTo>
                    <a:lnTo>
                      <a:pt x="172" y="33"/>
                    </a:lnTo>
                    <a:lnTo>
                      <a:pt x="178" y="35"/>
                    </a:lnTo>
                    <a:lnTo>
                      <a:pt x="183" y="37"/>
                    </a:lnTo>
                    <a:lnTo>
                      <a:pt x="188" y="40"/>
                    </a:lnTo>
                    <a:lnTo>
                      <a:pt x="194" y="43"/>
                    </a:lnTo>
                    <a:lnTo>
                      <a:pt x="198" y="45"/>
                    </a:lnTo>
                    <a:lnTo>
                      <a:pt x="204" y="47"/>
                    </a:lnTo>
                    <a:lnTo>
                      <a:pt x="209" y="49"/>
                    </a:lnTo>
                    <a:lnTo>
                      <a:pt x="213" y="51"/>
                    </a:lnTo>
                    <a:lnTo>
                      <a:pt x="217" y="53"/>
                    </a:lnTo>
                    <a:lnTo>
                      <a:pt x="220" y="56"/>
                    </a:lnTo>
                    <a:lnTo>
                      <a:pt x="223" y="57"/>
                    </a:lnTo>
                    <a:lnTo>
                      <a:pt x="226" y="58"/>
                    </a:lnTo>
                    <a:lnTo>
                      <a:pt x="228" y="59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4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5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38" y="69"/>
                    </a:lnTo>
                    <a:lnTo>
                      <a:pt x="236" y="71"/>
                    </a:lnTo>
                    <a:lnTo>
                      <a:pt x="235" y="71"/>
                    </a:lnTo>
                    <a:lnTo>
                      <a:pt x="234" y="72"/>
                    </a:lnTo>
                    <a:lnTo>
                      <a:pt x="232" y="72"/>
                    </a:lnTo>
                    <a:lnTo>
                      <a:pt x="228" y="73"/>
                    </a:lnTo>
                    <a:lnTo>
                      <a:pt x="225" y="74"/>
                    </a:lnTo>
                    <a:lnTo>
                      <a:pt x="223" y="76"/>
                    </a:lnTo>
                    <a:lnTo>
                      <a:pt x="220" y="77"/>
                    </a:lnTo>
                    <a:lnTo>
                      <a:pt x="217" y="78"/>
                    </a:lnTo>
                    <a:lnTo>
                      <a:pt x="213" y="79"/>
                    </a:lnTo>
                    <a:lnTo>
                      <a:pt x="209" y="81"/>
                    </a:lnTo>
                    <a:lnTo>
                      <a:pt x="205" y="82"/>
                    </a:lnTo>
                    <a:lnTo>
                      <a:pt x="202" y="84"/>
                    </a:lnTo>
                    <a:lnTo>
                      <a:pt x="197" y="87"/>
                    </a:lnTo>
                    <a:lnTo>
                      <a:pt x="192" y="89"/>
                    </a:lnTo>
                    <a:lnTo>
                      <a:pt x="190" y="91"/>
                    </a:lnTo>
                    <a:lnTo>
                      <a:pt x="184" y="92"/>
                    </a:lnTo>
                    <a:lnTo>
                      <a:pt x="180" y="94"/>
                    </a:lnTo>
                    <a:lnTo>
                      <a:pt x="176" y="95"/>
                    </a:lnTo>
                    <a:lnTo>
                      <a:pt x="172" y="97"/>
                    </a:lnTo>
                    <a:lnTo>
                      <a:pt x="167" y="99"/>
                    </a:lnTo>
                    <a:lnTo>
                      <a:pt x="164" y="100"/>
                    </a:lnTo>
                    <a:lnTo>
                      <a:pt x="160" y="103"/>
                    </a:lnTo>
                    <a:lnTo>
                      <a:pt x="157" y="104"/>
                    </a:lnTo>
                    <a:lnTo>
                      <a:pt x="152" y="106"/>
                    </a:lnTo>
                    <a:lnTo>
                      <a:pt x="149" y="108"/>
                    </a:lnTo>
                    <a:lnTo>
                      <a:pt x="146" y="109"/>
                    </a:lnTo>
                    <a:lnTo>
                      <a:pt x="143" y="110"/>
                    </a:lnTo>
                    <a:lnTo>
                      <a:pt x="141" y="111"/>
                    </a:lnTo>
                    <a:lnTo>
                      <a:pt x="137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0" y="114"/>
                    </a:lnTo>
                    <a:lnTo>
                      <a:pt x="128" y="114"/>
                    </a:lnTo>
                    <a:lnTo>
                      <a:pt x="127" y="113"/>
                    </a:lnTo>
                    <a:lnTo>
                      <a:pt x="125" y="113"/>
                    </a:lnTo>
                    <a:lnTo>
                      <a:pt x="124" y="112"/>
                    </a:lnTo>
                    <a:lnTo>
                      <a:pt x="121" y="112"/>
                    </a:lnTo>
                    <a:lnTo>
                      <a:pt x="120" y="111"/>
                    </a:lnTo>
                    <a:lnTo>
                      <a:pt x="118" y="111"/>
                    </a:lnTo>
                    <a:lnTo>
                      <a:pt x="116" y="110"/>
                    </a:lnTo>
                    <a:lnTo>
                      <a:pt x="114" y="109"/>
                    </a:lnTo>
                    <a:lnTo>
                      <a:pt x="112" y="106"/>
                    </a:lnTo>
                    <a:lnTo>
                      <a:pt x="109" y="106"/>
                    </a:lnTo>
                    <a:lnTo>
                      <a:pt x="105" y="104"/>
                    </a:lnTo>
                    <a:lnTo>
                      <a:pt x="102" y="102"/>
                    </a:lnTo>
                    <a:lnTo>
                      <a:pt x="97" y="99"/>
                    </a:lnTo>
                    <a:lnTo>
                      <a:pt x="94" y="97"/>
                    </a:lnTo>
                    <a:lnTo>
                      <a:pt x="89" y="95"/>
                    </a:lnTo>
                    <a:lnTo>
                      <a:pt x="85" y="93"/>
                    </a:lnTo>
                    <a:lnTo>
                      <a:pt x="80" y="91"/>
                    </a:lnTo>
                    <a:lnTo>
                      <a:pt x="74" y="87"/>
                    </a:lnTo>
                    <a:lnTo>
                      <a:pt x="70" y="84"/>
                    </a:lnTo>
                    <a:lnTo>
                      <a:pt x="66" y="82"/>
                    </a:lnTo>
                    <a:lnTo>
                      <a:pt x="61" y="80"/>
                    </a:lnTo>
                    <a:lnTo>
                      <a:pt x="55" y="77"/>
                    </a:lnTo>
                    <a:lnTo>
                      <a:pt x="51" y="75"/>
                    </a:lnTo>
                    <a:lnTo>
                      <a:pt x="45" y="72"/>
                    </a:lnTo>
                    <a:lnTo>
                      <a:pt x="40" y="69"/>
                    </a:lnTo>
                    <a:lnTo>
                      <a:pt x="36" y="67"/>
                    </a:lnTo>
                    <a:lnTo>
                      <a:pt x="32" y="65"/>
                    </a:lnTo>
                    <a:lnTo>
                      <a:pt x="27" y="62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7" y="57"/>
                    </a:lnTo>
                    <a:lnTo>
                      <a:pt x="14" y="56"/>
                    </a:lnTo>
                    <a:lnTo>
                      <a:pt x="11" y="53"/>
                    </a:lnTo>
                    <a:lnTo>
                      <a:pt x="8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4" y="4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4" name="Freeform 967"/>
              <p:cNvSpPr>
                <a:spLocks/>
              </p:cNvSpPr>
              <p:nvPr/>
            </p:nvSpPr>
            <p:spPr bwMode="auto">
              <a:xfrm>
                <a:off x="3014" y="1926"/>
                <a:ext cx="90" cy="44"/>
              </a:xfrm>
              <a:custGeom>
                <a:avLst/>
                <a:gdLst>
                  <a:gd name="T0" fmla="*/ 89 w 90"/>
                  <a:gd name="T1" fmla="*/ 0 h 44"/>
                  <a:gd name="T2" fmla="*/ 89 w 90"/>
                  <a:gd name="T3" fmla="*/ 0 h 44"/>
                  <a:gd name="T4" fmla="*/ 85 w 90"/>
                  <a:gd name="T5" fmla="*/ 1 h 44"/>
                  <a:gd name="T6" fmla="*/ 81 w 90"/>
                  <a:gd name="T7" fmla="*/ 3 h 44"/>
                  <a:gd name="T8" fmla="*/ 77 w 90"/>
                  <a:gd name="T9" fmla="*/ 5 h 44"/>
                  <a:gd name="T10" fmla="*/ 69 w 90"/>
                  <a:gd name="T11" fmla="*/ 9 h 44"/>
                  <a:gd name="T12" fmla="*/ 63 w 90"/>
                  <a:gd name="T13" fmla="*/ 13 h 44"/>
                  <a:gd name="T14" fmla="*/ 55 w 90"/>
                  <a:gd name="T15" fmla="*/ 16 h 44"/>
                  <a:gd name="T16" fmla="*/ 49 w 90"/>
                  <a:gd name="T17" fmla="*/ 19 h 44"/>
                  <a:gd name="T18" fmla="*/ 42 w 90"/>
                  <a:gd name="T19" fmla="*/ 22 h 44"/>
                  <a:gd name="T20" fmla="*/ 34 w 90"/>
                  <a:gd name="T21" fmla="*/ 26 h 44"/>
                  <a:gd name="T22" fmla="*/ 28 w 90"/>
                  <a:gd name="T23" fmla="*/ 29 h 44"/>
                  <a:gd name="T24" fmla="*/ 20 w 90"/>
                  <a:gd name="T25" fmla="*/ 33 h 44"/>
                  <a:gd name="T26" fmla="*/ 15 w 90"/>
                  <a:gd name="T27" fmla="*/ 35 h 44"/>
                  <a:gd name="T28" fmla="*/ 8 w 90"/>
                  <a:gd name="T29" fmla="*/ 39 h 44"/>
                  <a:gd name="T30" fmla="*/ 4 w 90"/>
                  <a:gd name="T31" fmla="*/ 40 h 44"/>
                  <a:gd name="T32" fmla="*/ 2 w 90"/>
                  <a:gd name="T33" fmla="*/ 42 h 44"/>
                  <a:gd name="T34" fmla="*/ 0 w 90"/>
                  <a:gd name="T35" fmla="*/ 42 h 44"/>
                  <a:gd name="T36" fmla="*/ 1 w 90"/>
                  <a:gd name="T37" fmla="*/ 44 h 44"/>
                  <a:gd name="T38" fmla="*/ 2 w 90"/>
                  <a:gd name="T39" fmla="*/ 43 h 44"/>
                  <a:gd name="T40" fmla="*/ 5 w 90"/>
                  <a:gd name="T41" fmla="*/ 42 h 44"/>
                  <a:gd name="T42" fmla="*/ 11 w 90"/>
                  <a:gd name="T43" fmla="*/ 40 h 44"/>
                  <a:gd name="T44" fmla="*/ 15 w 90"/>
                  <a:gd name="T45" fmla="*/ 37 h 44"/>
                  <a:gd name="T46" fmla="*/ 21 w 90"/>
                  <a:gd name="T47" fmla="*/ 33 h 44"/>
                  <a:gd name="T48" fmla="*/ 28 w 90"/>
                  <a:gd name="T49" fmla="*/ 31 h 44"/>
                  <a:gd name="T50" fmla="*/ 35 w 90"/>
                  <a:gd name="T51" fmla="*/ 27 h 44"/>
                  <a:gd name="T52" fmla="*/ 42 w 90"/>
                  <a:gd name="T53" fmla="*/ 25 h 44"/>
                  <a:gd name="T54" fmla="*/ 50 w 90"/>
                  <a:gd name="T55" fmla="*/ 20 h 44"/>
                  <a:gd name="T56" fmla="*/ 56 w 90"/>
                  <a:gd name="T57" fmla="*/ 17 h 44"/>
                  <a:gd name="T58" fmla="*/ 63 w 90"/>
                  <a:gd name="T59" fmla="*/ 14 h 44"/>
                  <a:gd name="T60" fmla="*/ 70 w 90"/>
                  <a:gd name="T61" fmla="*/ 11 h 44"/>
                  <a:gd name="T62" fmla="*/ 77 w 90"/>
                  <a:gd name="T63" fmla="*/ 9 h 44"/>
                  <a:gd name="T64" fmla="*/ 82 w 90"/>
                  <a:gd name="T65" fmla="*/ 5 h 44"/>
                  <a:gd name="T66" fmla="*/ 86 w 90"/>
                  <a:gd name="T67" fmla="*/ 3 h 44"/>
                  <a:gd name="T68" fmla="*/ 90 w 90"/>
                  <a:gd name="T69" fmla="*/ 1 h 44"/>
                  <a:gd name="T70" fmla="*/ 89 w 90"/>
                  <a:gd name="T71" fmla="*/ 0 h 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90"/>
                  <a:gd name="T109" fmla="*/ 0 h 44"/>
                  <a:gd name="T110" fmla="*/ 90 w 90"/>
                  <a:gd name="T111" fmla="*/ 44 h 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90" h="44">
                    <a:moveTo>
                      <a:pt x="89" y="0"/>
                    </a:moveTo>
                    <a:lnTo>
                      <a:pt x="89" y="0"/>
                    </a:lnTo>
                    <a:lnTo>
                      <a:pt x="85" y="1"/>
                    </a:lnTo>
                    <a:lnTo>
                      <a:pt x="81" y="3"/>
                    </a:lnTo>
                    <a:lnTo>
                      <a:pt x="77" y="5"/>
                    </a:lnTo>
                    <a:lnTo>
                      <a:pt x="69" y="9"/>
                    </a:lnTo>
                    <a:lnTo>
                      <a:pt x="63" y="13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2" y="22"/>
                    </a:lnTo>
                    <a:lnTo>
                      <a:pt x="34" y="26"/>
                    </a:lnTo>
                    <a:lnTo>
                      <a:pt x="28" y="29"/>
                    </a:lnTo>
                    <a:lnTo>
                      <a:pt x="20" y="33"/>
                    </a:lnTo>
                    <a:lnTo>
                      <a:pt x="15" y="35"/>
                    </a:lnTo>
                    <a:lnTo>
                      <a:pt x="8" y="39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11" y="40"/>
                    </a:lnTo>
                    <a:lnTo>
                      <a:pt x="15" y="37"/>
                    </a:lnTo>
                    <a:lnTo>
                      <a:pt x="21" y="33"/>
                    </a:lnTo>
                    <a:lnTo>
                      <a:pt x="28" y="31"/>
                    </a:lnTo>
                    <a:lnTo>
                      <a:pt x="35" y="27"/>
                    </a:lnTo>
                    <a:lnTo>
                      <a:pt x="42" y="25"/>
                    </a:lnTo>
                    <a:lnTo>
                      <a:pt x="50" y="20"/>
                    </a:lnTo>
                    <a:lnTo>
                      <a:pt x="56" y="17"/>
                    </a:lnTo>
                    <a:lnTo>
                      <a:pt x="63" y="14"/>
                    </a:lnTo>
                    <a:lnTo>
                      <a:pt x="70" y="11"/>
                    </a:lnTo>
                    <a:lnTo>
                      <a:pt x="77" y="9"/>
                    </a:lnTo>
                    <a:lnTo>
                      <a:pt x="82" y="5"/>
                    </a:lnTo>
                    <a:lnTo>
                      <a:pt x="86" y="3"/>
                    </a:lnTo>
                    <a:lnTo>
                      <a:pt x="90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5" name="Freeform 968"/>
              <p:cNvSpPr>
                <a:spLocks/>
              </p:cNvSpPr>
              <p:nvPr/>
            </p:nvSpPr>
            <p:spPr bwMode="auto">
              <a:xfrm>
                <a:off x="3103" y="1925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3 w 13"/>
                  <a:gd name="T3" fmla="*/ 2 h 3"/>
                  <a:gd name="T4" fmla="*/ 12 w 13"/>
                  <a:gd name="T5" fmla="*/ 1 h 3"/>
                  <a:gd name="T6" fmla="*/ 10 w 13"/>
                  <a:gd name="T7" fmla="*/ 1 h 3"/>
                  <a:gd name="T8" fmla="*/ 9 w 13"/>
                  <a:gd name="T9" fmla="*/ 0 h 3"/>
                  <a:gd name="T10" fmla="*/ 6 w 13"/>
                  <a:gd name="T11" fmla="*/ 0 h 3"/>
                  <a:gd name="T12" fmla="*/ 5 w 13"/>
                  <a:gd name="T13" fmla="*/ 0 h 3"/>
                  <a:gd name="T14" fmla="*/ 3 w 13"/>
                  <a:gd name="T15" fmla="*/ 0 h 3"/>
                  <a:gd name="T16" fmla="*/ 2 w 13"/>
                  <a:gd name="T17" fmla="*/ 0 h 3"/>
                  <a:gd name="T18" fmla="*/ 0 w 13"/>
                  <a:gd name="T19" fmla="*/ 1 h 3"/>
                  <a:gd name="T20" fmla="*/ 0 w 13"/>
                  <a:gd name="T21" fmla="*/ 2 h 3"/>
                  <a:gd name="T22" fmla="*/ 2 w 13"/>
                  <a:gd name="T23" fmla="*/ 2 h 3"/>
                  <a:gd name="T24" fmla="*/ 3 w 13"/>
                  <a:gd name="T25" fmla="*/ 2 h 3"/>
                  <a:gd name="T26" fmla="*/ 5 w 13"/>
                  <a:gd name="T27" fmla="*/ 2 h 3"/>
                  <a:gd name="T28" fmla="*/ 6 w 13"/>
                  <a:gd name="T29" fmla="*/ 2 h 3"/>
                  <a:gd name="T30" fmla="*/ 9 w 13"/>
                  <a:gd name="T31" fmla="*/ 2 h 3"/>
                  <a:gd name="T32" fmla="*/ 10 w 13"/>
                  <a:gd name="T33" fmla="*/ 2 h 3"/>
                  <a:gd name="T34" fmla="*/ 11 w 13"/>
                  <a:gd name="T35" fmla="*/ 3 h 3"/>
                  <a:gd name="T36" fmla="*/ 12 w 13"/>
                  <a:gd name="T37" fmla="*/ 3 h 3"/>
                  <a:gd name="T38" fmla="*/ 13 w 13"/>
                  <a:gd name="T39" fmla="*/ 2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"/>
                  <a:gd name="T61" fmla="*/ 0 h 3"/>
                  <a:gd name="T62" fmla="*/ 13 w 13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" h="3">
                    <a:moveTo>
                      <a:pt x="13" y="2"/>
                    </a:moveTo>
                    <a:lnTo>
                      <a:pt x="13" y="2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6" name="Freeform 969"/>
              <p:cNvSpPr>
                <a:spLocks/>
              </p:cNvSpPr>
              <p:nvPr/>
            </p:nvSpPr>
            <p:spPr bwMode="auto">
              <a:xfrm>
                <a:off x="3115" y="1926"/>
                <a:ext cx="128" cy="61"/>
              </a:xfrm>
              <a:custGeom>
                <a:avLst/>
                <a:gdLst>
                  <a:gd name="T0" fmla="*/ 128 w 128"/>
                  <a:gd name="T1" fmla="*/ 60 h 61"/>
                  <a:gd name="T2" fmla="*/ 124 w 128"/>
                  <a:gd name="T3" fmla="*/ 58 h 61"/>
                  <a:gd name="T4" fmla="*/ 119 w 128"/>
                  <a:gd name="T5" fmla="*/ 56 h 61"/>
                  <a:gd name="T6" fmla="*/ 111 w 128"/>
                  <a:gd name="T7" fmla="*/ 52 h 61"/>
                  <a:gd name="T8" fmla="*/ 104 w 128"/>
                  <a:gd name="T9" fmla="*/ 48 h 61"/>
                  <a:gd name="T10" fmla="*/ 94 w 128"/>
                  <a:gd name="T11" fmla="*/ 44 h 61"/>
                  <a:gd name="T12" fmla="*/ 84 w 128"/>
                  <a:gd name="T13" fmla="*/ 39 h 61"/>
                  <a:gd name="T14" fmla="*/ 73 w 128"/>
                  <a:gd name="T15" fmla="*/ 33 h 61"/>
                  <a:gd name="T16" fmla="*/ 62 w 128"/>
                  <a:gd name="T17" fmla="*/ 28 h 61"/>
                  <a:gd name="T18" fmla="*/ 51 w 128"/>
                  <a:gd name="T19" fmla="*/ 24 h 61"/>
                  <a:gd name="T20" fmla="*/ 41 w 128"/>
                  <a:gd name="T21" fmla="*/ 18 h 61"/>
                  <a:gd name="T22" fmla="*/ 30 w 128"/>
                  <a:gd name="T23" fmla="*/ 14 h 61"/>
                  <a:gd name="T24" fmla="*/ 22 w 128"/>
                  <a:gd name="T25" fmla="*/ 9 h 61"/>
                  <a:gd name="T26" fmla="*/ 14 w 128"/>
                  <a:gd name="T27" fmla="*/ 5 h 61"/>
                  <a:gd name="T28" fmla="*/ 8 w 128"/>
                  <a:gd name="T29" fmla="*/ 3 h 61"/>
                  <a:gd name="T30" fmla="*/ 4 w 128"/>
                  <a:gd name="T31" fmla="*/ 1 h 61"/>
                  <a:gd name="T32" fmla="*/ 0 w 128"/>
                  <a:gd name="T33" fmla="*/ 1 h 61"/>
                  <a:gd name="T34" fmla="*/ 2 w 128"/>
                  <a:gd name="T35" fmla="*/ 2 h 61"/>
                  <a:gd name="T36" fmla="*/ 7 w 128"/>
                  <a:gd name="T37" fmla="*/ 4 h 61"/>
                  <a:gd name="T38" fmla="*/ 13 w 128"/>
                  <a:gd name="T39" fmla="*/ 9 h 61"/>
                  <a:gd name="T40" fmla="*/ 21 w 128"/>
                  <a:gd name="T41" fmla="*/ 12 h 61"/>
                  <a:gd name="T42" fmla="*/ 29 w 128"/>
                  <a:gd name="T43" fmla="*/ 16 h 61"/>
                  <a:gd name="T44" fmla="*/ 40 w 128"/>
                  <a:gd name="T45" fmla="*/ 20 h 61"/>
                  <a:gd name="T46" fmla="*/ 50 w 128"/>
                  <a:gd name="T47" fmla="*/ 25 h 61"/>
                  <a:gd name="T48" fmla="*/ 61 w 128"/>
                  <a:gd name="T49" fmla="*/ 30 h 61"/>
                  <a:gd name="T50" fmla="*/ 72 w 128"/>
                  <a:gd name="T51" fmla="*/ 35 h 61"/>
                  <a:gd name="T52" fmla="*/ 83 w 128"/>
                  <a:gd name="T53" fmla="*/ 41 h 61"/>
                  <a:gd name="T54" fmla="*/ 94 w 128"/>
                  <a:gd name="T55" fmla="*/ 45 h 61"/>
                  <a:gd name="T56" fmla="*/ 103 w 128"/>
                  <a:gd name="T57" fmla="*/ 49 h 61"/>
                  <a:gd name="T58" fmla="*/ 110 w 128"/>
                  <a:gd name="T59" fmla="*/ 55 h 61"/>
                  <a:gd name="T60" fmla="*/ 119 w 128"/>
                  <a:gd name="T61" fmla="*/ 57 h 61"/>
                  <a:gd name="T62" fmla="*/ 123 w 128"/>
                  <a:gd name="T63" fmla="*/ 60 h 61"/>
                  <a:gd name="T64" fmla="*/ 126 w 128"/>
                  <a:gd name="T65" fmla="*/ 6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8"/>
                  <a:gd name="T100" fmla="*/ 0 h 61"/>
                  <a:gd name="T101" fmla="*/ 128 w 128"/>
                  <a:gd name="T102" fmla="*/ 61 h 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8" h="61">
                    <a:moveTo>
                      <a:pt x="128" y="60"/>
                    </a:moveTo>
                    <a:lnTo>
                      <a:pt x="128" y="60"/>
                    </a:lnTo>
                    <a:lnTo>
                      <a:pt x="126" y="59"/>
                    </a:lnTo>
                    <a:lnTo>
                      <a:pt x="124" y="58"/>
                    </a:lnTo>
                    <a:lnTo>
                      <a:pt x="122" y="57"/>
                    </a:lnTo>
                    <a:lnTo>
                      <a:pt x="119" y="56"/>
                    </a:lnTo>
                    <a:lnTo>
                      <a:pt x="115" y="55"/>
                    </a:lnTo>
                    <a:lnTo>
                      <a:pt x="111" y="52"/>
                    </a:lnTo>
                    <a:lnTo>
                      <a:pt x="108" y="49"/>
                    </a:lnTo>
                    <a:lnTo>
                      <a:pt x="104" y="48"/>
                    </a:lnTo>
                    <a:lnTo>
                      <a:pt x="99" y="46"/>
                    </a:lnTo>
                    <a:lnTo>
                      <a:pt x="94" y="44"/>
                    </a:lnTo>
                    <a:lnTo>
                      <a:pt x="89" y="41"/>
                    </a:lnTo>
                    <a:lnTo>
                      <a:pt x="84" y="39"/>
                    </a:lnTo>
                    <a:lnTo>
                      <a:pt x="78" y="36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57" y="26"/>
                    </a:lnTo>
                    <a:lnTo>
                      <a:pt x="51" y="24"/>
                    </a:lnTo>
                    <a:lnTo>
                      <a:pt x="45" y="21"/>
                    </a:lnTo>
                    <a:lnTo>
                      <a:pt x="41" y="18"/>
                    </a:lnTo>
                    <a:lnTo>
                      <a:pt x="36" y="16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17" y="9"/>
                    </a:lnTo>
                    <a:lnTo>
                      <a:pt x="14" y="5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9" y="5"/>
                    </a:lnTo>
                    <a:lnTo>
                      <a:pt x="13" y="9"/>
                    </a:lnTo>
                    <a:lnTo>
                      <a:pt x="17" y="9"/>
                    </a:lnTo>
                    <a:lnTo>
                      <a:pt x="21" y="12"/>
                    </a:lnTo>
                    <a:lnTo>
                      <a:pt x="25" y="14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0" y="20"/>
                    </a:lnTo>
                    <a:lnTo>
                      <a:pt x="45" y="22"/>
                    </a:lnTo>
                    <a:lnTo>
                      <a:pt x="50" y="25"/>
                    </a:lnTo>
                    <a:lnTo>
                      <a:pt x="56" y="28"/>
                    </a:lnTo>
                    <a:lnTo>
                      <a:pt x="61" y="30"/>
                    </a:lnTo>
                    <a:lnTo>
                      <a:pt x="67" y="33"/>
                    </a:lnTo>
                    <a:lnTo>
                      <a:pt x="72" y="35"/>
                    </a:lnTo>
                    <a:lnTo>
                      <a:pt x="78" y="39"/>
                    </a:lnTo>
                    <a:lnTo>
                      <a:pt x="83" y="41"/>
                    </a:lnTo>
                    <a:lnTo>
                      <a:pt x="88" y="43"/>
                    </a:lnTo>
                    <a:lnTo>
                      <a:pt x="94" y="45"/>
                    </a:lnTo>
                    <a:lnTo>
                      <a:pt x="99" y="47"/>
                    </a:lnTo>
                    <a:lnTo>
                      <a:pt x="103" y="49"/>
                    </a:lnTo>
                    <a:lnTo>
                      <a:pt x="107" y="52"/>
                    </a:lnTo>
                    <a:lnTo>
                      <a:pt x="110" y="55"/>
                    </a:lnTo>
                    <a:lnTo>
                      <a:pt x="115" y="56"/>
                    </a:lnTo>
                    <a:lnTo>
                      <a:pt x="119" y="57"/>
                    </a:lnTo>
                    <a:lnTo>
                      <a:pt x="121" y="59"/>
                    </a:lnTo>
                    <a:lnTo>
                      <a:pt x="123" y="60"/>
                    </a:lnTo>
                    <a:lnTo>
                      <a:pt x="125" y="60"/>
                    </a:lnTo>
                    <a:lnTo>
                      <a:pt x="126" y="61"/>
                    </a:lnTo>
                    <a:lnTo>
                      <a:pt x="128" y="6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7" name="Freeform 970"/>
              <p:cNvSpPr>
                <a:spLocks/>
              </p:cNvSpPr>
              <p:nvPr/>
            </p:nvSpPr>
            <p:spPr bwMode="auto">
              <a:xfrm>
                <a:off x="3241" y="1986"/>
                <a:ext cx="9" cy="9"/>
              </a:xfrm>
              <a:custGeom>
                <a:avLst/>
                <a:gdLst>
                  <a:gd name="T0" fmla="*/ 5 w 9"/>
                  <a:gd name="T1" fmla="*/ 9 h 9"/>
                  <a:gd name="T2" fmla="*/ 5 w 9"/>
                  <a:gd name="T3" fmla="*/ 9 h 9"/>
                  <a:gd name="T4" fmla="*/ 8 w 9"/>
                  <a:gd name="T5" fmla="*/ 8 h 9"/>
                  <a:gd name="T6" fmla="*/ 9 w 9"/>
                  <a:gd name="T7" fmla="*/ 7 h 9"/>
                  <a:gd name="T8" fmla="*/ 9 w 9"/>
                  <a:gd name="T9" fmla="*/ 5 h 9"/>
                  <a:gd name="T10" fmla="*/ 8 w 9"/>
                  <a:gd name="T11" fmla="*/ 4 h 9"/>
                  <a:gd name="T12" fmla="*/ 7 w 9"/>
                  <a:gd name="T13" fmla="*/ 2 h 9"/>
                  <a:gd name="T14" fmla="*/ 5 w 9"/>
                  <a:gd name="T15" fmla="*/ 1 h 9"/>
                  <a:gd name="T16" fmla="*/ 3 w 9"/>
                  <a:gd name="T17" fmla="*/ 1 h 9"/>
                  <a:gd name="T18" fmla="*/ 2 w 9"/>
                  <a:gd name="T19" fmla="*/ 0 h 9"/>
                  <a:gd name="T20" fmla="*/ 0 w 9"/>
                  <a:gd name="T21" fmla="*/ 1 h 9"/>
                  <a:gd name="T22" fmla="*/ 2 w 9"/>
                  <a:gd name="T23" fmla="*/ 2 h 9"/>
                  <a:gd name="T24" fmla="*/ 4 w 9"/>
                  <a:gd name="T25" fmla="*/ 3 h 9"/>
                  <a:gd name="T26" fmla="*/ 5 w 9"/>
                  <a:gd name="T27" fmla="*/ 4 h 9"/>
                  <a:gd name="T28" fmla="*/ 7 w 9"/>
                  <a:gd name="T29" fmla="*/ 5 h 9"/>
                  <a:gd name="T30" fmla="*/ 7 w 9"/>
                  <a:gd name="T31" fmla="*/ 6 h 9"/>
                  <a:gd name="T32" fmla="*/ 7 w 9"/>
                  <a:gd name="T33" fmla="*/ 7 h 9"/>
                  <a:gd name="T34" fmla="*/ 4 w 9"/>
                  <a:gd name="T35" fmla="*/ 8 h 9"/>
                  <a:gd name="T36" fmla="*/ 5 w 9"/>
                  <a:gd name="T37" fmla="*/ 9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9"/>
                  <a:gd name="T59" fmla="*/ 9 w 9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9">
                    <a:moveTo>
                      <a:pt x="5" y="9"/>
                    </a:moveTo>
                    <a:lnTo>
                      <a:pt x="5" y="9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8" name="Freeform 971"/>
              <p:cNvSpPr>
                <a:spLocks/>
              </p:cNvSpPr>
              <p:nvPr/>
            </p:nvSpPr>
            <p:spPr bwMode="auto">
              <a:xfrm>
                <a:off x="3143" y="1994"/>
                <a:ext cx="103" cy="47"/>
              </a:xfrm>
              <a:custGeom>
                <a:avLst/>
                <a:gdLst>
                  <a:gd name="T0" fmla="*/ 1 w 103"/>
                  <a:gd name="T1" fmla="*/ 47 h 47"/>
                  <a:gd name="T2" fmla="*/ 3 w 103"/>
                  <a:gd name="T3" fmla="*/ 46 h 47"/>
                  <a:gd name="T4" fmla="*/ 9 w 103"/>
                  <a:gd name="T5" fmla="*/ 44 h 47"/>
                  <a:gd name="T6" fmla="*/ 14 w 103"/>
                  <a:gd name="T7" fmla="*/ 42 h 47"/>
                  <a:gd name="T8" fmla="*/ 20 w 103"/>
                  <a:gd name="T9" fmla="*/ 38 h 47"/>
                  <a:gd name="T10" fmla="*/ 27 w 103"/>
                  <a:gd name="T11" fmla="*/ 36 h 47"/>
                  <a:gd name="T12" fmla="*/ 35 w 103"/>
                  <a:gd name="T13" fmla="*/ 32 h 47"/>
                  <a:gd name="T14" fmla="*/ 44 w 103"/>
                  <a:gd name="T15" fmla="*/ 28 h 47"/>
                  <a:gd name="T16" fmla="*/ 52 w 103"/>
                  <a:gd name="T17" fmla="*/ 25 h 47"/>
                  <a:gd name="T18" fmla="*/ 60 w 103"/>
                  <a:gd name="T19" fmla="*/ 22 h 47"/>
                  <a:gd name="T20" fmla="*/ 70 w 103"/>
                  <a:gd name="T21" fmla="*/ 18 h 47"/>
                  <a:gd name="T22" fmla="*/ 77 w 103"/>
                  <a:gd name="T23" fmla="*/ 14 h 47"/>
                  <a:gd name="T24" fmla="*/ 83 w 103"/>
                  <a:gd name="T25" fmla="*/ 11 h 47"/>
                  <a:gd name="T26" fmla="*/ 90 w 103"/>
                  <a:gd name="T27" fmla="*/ 8 h 47"/>
                  <a:gd name="T28" fmla="*/ 96 w 103"/>
                  <a:gd name="T29" fmla="*/ 5 h 47"/>
                  <a:gd name="T30" fmla="*/ 100 w 103"/>
                  <a:gd name="T31" fmla="*/ 4 h 47"/>
                  <a:gd name="T32" fmla="*/ 103 w 103"/>
                  <a:gd name="T33" fmla="*/ 1 h 47"/>
                  <a:gd name="T34" fmla="*/ 101 w 103"/>
                  <a:gd name="T35" fmla="*/ 0 h 47"/>
                  <a:gd name="T36" fmla="*/ 97 w 103"/>
                  <a:gd name="T37" fmla="*/ 3 h 47"/>
                  <a:gd name="T38" fmla="*/ 92 w 103"/>
                  <a:gd name="T39" fmla="*/ 5 h 47"/>
                  <a:gd name="T40" fmla="*/ 86 w 103"/>
                  <a:gd name="T41" fmla="*/ 8 h 47"/>
                  <a:gd name="T42" fmla="*/ 79 w 103"/>
                  <a:gd name="T43" fmla="*/ 11 h 47"/>
                  <a:gd name="T44" fmla="*/ 73 w 103"/>
                  <a:gd name="T45" fmla="*/ 14 h 47"/>
                  <a:gd name="T46" fmla="*/ 64 w 103"/>
                  <a:gd name="T47" fmla="*/ 18 h 47"/>
                  <a:gd name="T48" fmla="*/ 56 w 103"/>
                  <a:gd name="T49" fmla="*/ 22 h 47"/>
                  <a:gd name="T50" fmla="*/ 47 w 103"/>
                  <a:gd name="T51" fmla="*/ 25 h 47"/>
                  <a:gd name="T52" fmla="*/ 39 w 103"/>
                  <a:gd name="T53" fmla="*/ 29 h 47"/>
                  <a:gd name="T54" fmla="*/ 31 w 103"/>
                  <a:gd name="T55" fmla="*/ 32 h 47"/>
                  <a:gd name="T56" fmla="*/ 23 w 103"/>
                  <a:gd name="T57" fmla="*/ 36 h 47"/>
                  <a:gd name="T58" fmla="*/ 16 w 103"/>
                  <a:gd name="T59" fmla="*/ 38 h 47"/>
                  <a:gd name="T60" fmla="*/ 11 w 103"/>
                  <a:gd name="T61" fmla="*/ 42 h 47"/>
                  <a:gd name="T62" fmla="*/ 5 w 103"/>
                  <a:gd name="T63" fmla="*/ 44 h 47"/>
                  <a:gd name="T64" fmla="*/ 1 w 103"/>
                  <a:gd name="T65" fmla="*/ 45 h 47"/>
                  <a:gd name="T66" fmla="*/ 1 w 103"/>
                  <a:gd name="T67" fmla="*/ 47 h 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3"/>
                  <a:gd name="T103" fmla="*/ 0 h 47"/>
                  <a:gd name="T104" fmla="*/ 103 w 103"/>
                  <a:gd name="T105" fmla="*/ 47 h 4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3" h="47">
                    <a:moveTo>
                      <a:pt x="1" y="47"/>
                    </a:moveTo>
                    <a:lnTo>
                      <a:pt x="1" y="47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5" y="45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4" y="42"/>
                    </a:lnTo>
                    <a:lnTo>
                      <a:pt x="17" y="41"/>
                    </a:lnTo>
                    <a:lnTo>
                      <a:pt x="20" y="38"/>
                    </a:lnTo>
                    <a:lnTo>
                      <a:pt x="24" y="38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40" y="30"/>
                    </a:lnTo>
                    <a:lnTo>
                      <a:pt x="44" y="28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7" y="24"/>
                    </a:lnTo>
                    <a:lnTo>
                      <a:pt x="60" y="22"/>
                    </a:lnTo>
                    <a:lnTo>
                      <a:pt x="64" y="19"/>
                    </a:lnTo>
                    <a:lnTo>
                      <a:pt x="70" y="18"/>
                    </a:lnTo>
                    <a:lnTo>
                      <a:pt x="73" y="15"/>
                    </a:lnTo>
                    <a:lnTo>
                      <a:pt x="77" y="14"/>
                    </a:lnTo>
                    <a:lnTo>
                      <a:pt x="80" y="12"/>
                    </a:lnTo>
                    <a:lnTo>
                      <a:pt x="83" y="11"/>
                    </a:lnTo>
                    <a:lnTo>
                      <a:pt x="87" y="10"/>
                    </a:lnTo>
                    <a:lnTo>
                      <a:pt x="90" y="8"/>
                    </a:lnTo>
                    <a:lnTo>
                      <a:pt x="92" y="6"/>
                    </a:lnTo>
                    <a:lnTo>
                      <a:pt x="96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3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0" y="1"/>
                    </a:lnTo>
                    <a:lnTo>
                      <a:pt x="97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6" y="8"/>
                    </a:lnTo>
                    <a:lnTo>
                      <a:pt x="82" y="9"/>
                    </a:lnTo>
                    <a:lnTo>
                      <a:pt x="79" y="11"/>
                    </a:lnTo>
                    <a:lnTo>
                      <a:pt x="76" y="12"/>
                    </a:lnTo>
                    <a:lnTo>
                      <a:pt x="73" y="14"/>
                    </a:lnTo>
                    <a:lnTo>
                      <a:pt x="67" y="15"/>
                    </a:lnTo>
                    <a:lnTo>
                      <a:pt x="64" y="18"/>
                    </a:lnTo>
                    <a:lnTo>
                      <a:pt x="60" y="19"/>
                    </a:lnTo>
                    <a:lnTo>
                      <a:pt x="56" y="22"/>
                    </a:lnTo>
                    <a:lnTo>
                      <a:pt x="50" y="24"/>
                    </a:lnTo>
                    <a:lnTo>
                      <a:pt x="47" y="25"/>
                    </a:lnTo>
                    <a:lnTo>
                      <a:pt x="43" y="27"/>
                    </a:lnTo>
                    <a:lnTo>
                      <a:pt x="39" y="29"/>
                    </a:lnTo>
                    <a:lnTo>
                      <a:pt x="35" y="30"/>
                    </a:lnTo>
                    <a:lnTo>
                      <a:pt x="31" y="32"/>
                    </a:lnTo>
                    <a:lnTo>
                      <a:pt x="27" y="34"/>
                    </a:lnTo>
                    <a:lnTo>
                      <a:pt x="23" y="36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4" y="40"/>
                    </a:lnTo>
                    <a:lnTo>
                      <a:pt x="11" y="42"/>
                    </a:lnTo>
                    <a:lnTo>
                      <a:pt x="9" y="43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7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79" name="Freeform 972"/>
              <p:cNvSpPr>
                <a:spLocks/>
              </p:cNvSpPr>
              <p:nvPr/>
            </p:nvSpPr>
            <p:spPr bwMode="auto">
              <a:xfrm>
                <a:off x="3129" y="2037"/>
                <a:ext cx="14" cy="4"/>
              </a:xfrm>
              <a:custGeom>
                <a:avLst/>
                <a:gdLst>
                  <a:gd name="T0" fmla="*/ 0 w 14"/>
                  <a:gd name="T1" fmla="*/ 1 h 4"/>
                  <a:gd name="T2" fmla="*/ 0 w 14"/>
                  <a:gd name="T3" fmla="*/ 1 h 4"/>
                  <a:gd name="T4" fmla="*/ 1 w 14"/>
                  <a:gd name="T5" fmla="*/ 2 h 4"/>
                  <a:gd name="T6" fmla="*/ 3 w 14"/>
                  <a:gd name="T7" fmla="*/ 3 h 4"/>
                  <a:gd name="T8" fmla="*/ 7 w 14"/>
                  <a:gd name="T9" fmla="*/ 3 h 4"/>
                  <a:gd name="T10" fmla="*/ 7 w 14"/>
                  <a:gd name="T11" fmla="*/ 3 h 4"/>
                  <a:gd name="T12" fmla="*/ 10 w 14"/>
                  <a:gd name="T13" fmla="*/ 4 h 4"/>
                  <a:gd name="T14" fmla="*/ 11 w 14"/>
                  <a:gd name="T15" fmla="*/ 4 h 4"/>
                  <a:gd name="T16" fmla="*/ 13 w 14"/>
                  <a:gd name="T17" fmla="*/ 4 h 4"/>
                  <a:gd name="T18" fmla="*/ 14 w 14"/>
                  <a:gd name="T19" fmla="*/ 4 h 4"/>
                  <a:gd name="T20" fmla="*/ 13 w 14"/>
                  <a:gd name="T21" fmla="*/ 2 h 4"/>
                  <a:gd name="T22" fmla="*/ 11 w 14"/>
                  <a:gd name="T23" fmla="*/ 2 h 4"/>
                  <a:gd name="T24" fmla="*/ 10 w 14"/>
                  <a:gd name="T25" fmla="*/ 2 h 4"/>
                  <a:gd name="T26" fmla="*/ 9 w 14"/>
                  <a:gd name="T27" fmla="*/ 2 h 4"/>
                  <a:gd name="T28" fmla="*/ 7 w 14"/>
                  <a:gd name="T29" fmla="*/ 1 h 4"/>
                  <a:gd name="T30" fmla="*/ 3 w 14"/>
                  <a:gd name="T31" fmla="*/ 1 h 4"/>
                  <a:gd name="T32" fmla="*/ 2 w 14"/>
                  <a:gd name="T33" fmla="*/ 1 h 4"/>
                  <a:gd name="T34" fmla="*/ 1 w 14"/>
                  <a:gd name="T35" fmla="*/ 0 h 4"/>
                  <a:gd name="T36" fmla="*/ 0 w 14"/>
                  <a:gd name="T37" fmla="*/ 1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4"/>
                  <a:gd name="T59" fmla="*/ 14 w 14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4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0" name="Freeform 973"/>
              <p:cNvSpPr>
                <a:spLocks/>
              </p:cNvSpPr>
              <p:nvPr/>
            </p:nvSpPr>
            <p:spPr bwMode="auto">
              <a:xfrm>
                <a:off x="3015" y="1975"/>
                <a:ext cx="115" cy="62"/>
              </a:xfrm>
              <a:custGeom>
                <a:avLst/>
                <a:gdLst>
                  <a:gd name="T0" fmla="*/ 0 w 115"/>
                  <a:gd name="T1" fmla="*/ 1 h 62"/>
                  <a:gd name="T2" fmla="*/ 2 w 115"/>
                  <a:gd name="T3" fmla="*/ 2 h 62"/>
                  <a:gd name="T4" fmla="*/ 5 w 115"/>
                  <a:gd name="T5" fmla="*/ 4 h 62"/>
                  <a:gd name="T6" fmla="*/ 11 w 115"/>
                  <a:gd name="T7" fmla="*/ 9 h 62"/>
                  <a:gd name="T8" fmla="*/ 18 w 115"/>
                  <a:gd name="T9" fmla="*/ 12 h 62"/>
                  <a:gd name="T10" fmla="*/ 26 w 115"/>
                  <a:gd name="T11" fmla="*/ 16 h 62"/>
                  <a:gd name="T12" fmla="*/ 35 w 115"/>
                  <a:gd name="T13" fmla="*/ 20 h 62"/>
                  <a:gd name="T14" fmla="*/ 45 w 115"/>
                  <a:gd name="T15" fmla="*/ 26 h 62"/>
                  <a:gd name="T16" fmla="*/ 54 w 115"/>
                  <a:gd name="T17" fmla="*/ 31 h 62"/>
                  <a:gd name="T18" fmla="*/ 64 w 115"/>
                  <a:gd name="T19" fmla="*/ 37 h 62"/>
                  <a:gd name="T20" fmla="*/ 75 w 115"/>
                  <a:gd name="T21" fmla="*/ 42 h 62"/>
                  <a:gd name="T22" fmla="*/ 83 w 115"/>
                  <a:gd name="T23" fmla="*/ 47 h 62"/>
                  <a:gd name="T24" fmla="*/ 93 w 115"/>
                  <a:gd name="T25" fmla="*/ 51 h 62"/>
                  <a:gd name="T26" fmla="*/ 99 w 115"/>
                  <a:gd name="T27" fmla="*/ 55 h 62"/>
                  <a:gd name="T28" fmla="*/ 107 w 115"/>
                  <a:gd name="T29" fmla="*/ 58 h 62"/>
                  <a:gd name="T30" fmla="*/ 112 w 115"/>
                  <a:gd name="T31" fmla="*/ 61 h 62"/>
                  <a:gd name="T32" fmla="*/ 114 w 115"/>
                  <a:gd name="T33" fmla="*/ 62 h 62"/>
                  <a:gd name="T34" fmla="*/ 114 w 115"/>
                  <a:gd name="T35" fmla="*/ 60 h 62"/>
                  <a:gd name="T36" fmla="*/ 110 w 115"/>
                  <a:gd name="T37" fmla="*/ 58 h 62"/>
                  <a:gd name="T38" fmla="*/ 104 w 115"/>
                  <a:gd name="T39" fmla="*/ 55 h 62"/>
                  <a:gd name="T40" fmla="*/ 97 w 115"/>
                  <a:gd name="T41" fmla="*/ 51 h 62"/>
                  <a:gd name="T42" fmla="*/ 90 w 115"/>
                  <a:gd name="T43" fmla="*/ 47 h 62"/>
                  <a:gd name="T44" fmla="*/ 80 w 115"/>
                  <a:gd name="T45" fmla="*/ 42 h 62"/>
                  <a:gd name="T46" fmla="*/ 70 w 115"/>
                  <a:gd name="T47" fmla="*/ 38 h 62"/>
                  <a:gd name="T48" fmla="*/ 61 w 115"/>
                  <a:gd name="T49" fmla="*/ 32 h 62"/>
                  <a:gd name="T50" fmla="*/ 51 w 115"/>
                  <a:gd name="T51" fmla="*/ 28 h 62"/>
                  <a:gd name="T52" fmla="*/ 41 w 115"/>
                  <a:gd name="T53" fmla="*/ 22 h 62"/>
                  <a:gd name="T54" fmla="*/ 32 w 115"/>
                  <a:gd name="T55" fmla="*/ 17 h 62"/>
                  <a:gd name="T56" fmla="*/ 23 w 115"/>
                  <a:gd name="T57" fmla="*/ 12 h 62"/>
                  <a:gd name="T58" fmla="*/ 16 w 115"/>
                  <a:gd name="T59" fmla="*/ 9 h 62"/>
                  <a:gd name="T60" fmla="*/ 8 w 115"/>
                  <a:gd name="T61" fmla="*/ 4 h 62"/>
                  <a:gd name="T62" fmla="*/ 4 w 115"/>
                  <a:gd name="T63" fmla="*/ 2 h 62"/>
                  <a:gd name="T64" fmla="*/ 1 w 115"/>
                  <a:gd name="T65" fmla="*/ 0 h 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62"/>
                  <a:gd name="T101" fmla="*/ 115 w 115"/>
                  <a:gd name="T102" fmla="*/ 62 h 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6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8" y="12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5" y="20"/>
                    </a:lnTo>
                    <a:lnTo>
                      <a:pt x="39" y="23"/>
                    </a:lnTo>
                    <a:lnTo>
                      <a:pt x="45" y="26"/>
                    </a:lnTo>
                    <a:lnTo>
                      <a:pt x="49" y="28"/>
                    </a:lnTo>
                    <a:lnTo>
                      <a:pt x="54" y="31"/>
                    </a:lnTo>
                    <a:lnTo>
                      <a:pt x="60" y="34"/>
                    </a:lnTo>
                    <a:lnTo>
                      <a:pt x="64" y="37"/>
                    </a:lnTo>
                    <a:lnTo>
                      <a:pt x="70" y="39"/>
                    </a:lnTo>
                    <a:lnTo>
                      <a:pt x="75" y="42"/>
                    </a:lnTo>
                    <a:lnTo>
                      <a:pt x="79" y="44"/>
                    </a:lnTo>
                    <a:lnTo>
                      <a:pt x="83" y="47"/>
                    </a:lnTo>
                    <a:lnTo>
                      <a:pt x="88" y="49"/>
                    </a:lnTo>
                    <a:lnTo>
                      <a:pt x="93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2" y="57"/>
                    </a:lnTo>
                    <a:lnTo>
                      <a:pt x="107" y="58"/>
                    </a:lnTo>
                    <a:lnTo>
                      <a:pt x="110" y="60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4" y="62"/>
                    </a:lnTo>
                    <a:lnTo>
                      <a:pt x="115" y="61"/>
                    </a:lnTo>
                    <a:lnTo>
                      <a:pt x="114" y="60"/>
                    </a:lnTo>
                    <a:lnTo>
                      <a:pt x="112" y="59"/>
                    </a:lnTo>
                    <a:lnTo>
                      <a:pt x="110" y="58"/>
                    </a:lnTo>
                    <a:lnTo>
                      <a:pt x="107" y="57"/>
                    </a:lnTo>
                    <a:lnTo>
                      <a:pt x="104" y="55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94" y="49"/>
                    </a:lnTo>
                    <a:lnTo>
                      <a:pt x="90" y="47"/>
                    </a:lnTo>
                    <a:lnTo>
                      <a:pt x="84" y="44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5" y="34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51" y="28"/>
                    </a:lnTo>
                    <a:lnTo>
                      <a:pt x="46" y="24"/>
                    </a:lnTo>
                    <a:lnTo>
                      <a:pt x="41" y="22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19" y="11"/>
                    </a:lnTo>
                    <a:lnTo>
                      <a:pt x="16" y="9"/>
                    </a:lnTo>
                    <a:lnTo>
                      <a:pt x="13" y="7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1" name="Freeform 974"/>
              <p:cNvSpPr>
                <a:spLocks/>
              </p:cNvSpPr>
              <p:nvPr/>
            </p:nvSpPr>
            <p:spPr bwMode="auto">
              <a:xfrm>
                <a:off x="3010" y="1969"/>
                <a:ext cx="6" cy="7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2 w 6"/>
                  <a:gd name="T5" fmla="*/ 1 h 7"/>
                  <a:gd name="T6" fmla="*/ 1 w 6"/>
                  <a:gd name="T7" fmla="*/ 2 h 7"/>
                  <a:gd name="T8" fmla="*/ 0 w 6"/>
                  <a:gd name="T9" fmla="*/ 3 h 7"/>
                  <a:gd name="T10" fmla="*/ 0 w 6"/>
                  <a:gd name="T11" fmla="*/ 4 h 7"/>
                  <a:gd name="T12" fmla="*/ 1 w 6"/>
                  <a:gd name="T13" fmla="*/ 5 h 7"/>
                  <a:gd name="T14" fmla="*/ 2 w 6"/>
                  <a:gd name="T15" fmla="*/ 5 h 7"/>
                  <a:gd name="T16" fmla="*/ 4 w 6"/>
                  <a:gd name="T17" fmla="*/ 6 h 7"/>
                  <a:gd name="T18" fmla="*/ 5 w 6"/>
                  <a:gd name="T19" fmla="*/ 7 h 7"/>
                  <a:gd name="T20" fmla="*/ 6 w 6"/>
                  <a:gd name="T21" fmla="*/ 6 h 7"/>
                  <a:gd name="T22" fmla="*/ 4 w 6"/>
                  <a:gd name="T23" fmla="*/ 5 h 7"/>
                  <a:gd name="T24" fmla="*/ 3 w 6"/>
                  <a:gd name="T25" fmla="*/ 4 h 7"/>
                  <a:gd name="T26" fmla="*/ 2 w 6"/>
                  <a:gd name="T27" fmla="*/ 4 h 7"/>
                  <a:gd name="T28" fmla="*/ 2 w 6"/>
                  <a:gd name="T29" fmla="*/ 3 h 7"/>
                  <a:gd name="T30" fmla="*/ 3 w 6"/>
                  <a:gd name="T31" fmla="*/ 3 h 7"/>
                  <a:gd name="T32" fmla="*/ 5 w 6"/>
                  <a:gd name="T33" fmla="*/ 1 h 7"/>
                  <a:gd name="T34" fmla="*/ 4 w 6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"/>
                  <a:gd name="T55" fmla="*/ 0 h 7"/>
                  <a:gd name="T56" fmla="*/ 6 w 6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" h="7">
                    <a:moveTo>
                      <a:pt x="4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2" name="Freeform 975"/>
              <p:cNvSpPr>
                <a:spLocks/>
              </p:cNvSpPr>
              <p:nvPr/>
            </p:nvSpPr>
            <p:spPr bwMode="auto">
              <a:xfrm>
                <a:off x="3137" y="2028"/>
                <a:ext cx="106" cy="48"/>
              </a:xfrm>
              <a:custGeom>
                <a:avLst/>
                <a:gdLst>
                  <a:gd name="T0" fmla="*/ 106 w 106"/>
                  <a:gd name="T1" fmla="*/ 0 h 48"/>
                  <a:gd name="T2" fmla="*/ 104 w 106"/>
                  <a:gd name="T3" fmla="*/ 1 h 48"/>
                  <a:gd name="T4" fmla="*/ 102 w 106"/>
                  <a:gd name="T5" fmla="*/ 1 h 48"/>
                  <a:gd name="T6" fmla="*/ 100 w 106"/>
                  <a:gd name="T7" fmla="*/ 2 h 48"/>
                  <a:gd name="T8" fmla="*/ 98 w 106"/>
                  <a:gd name="T9" fmla="*/ 3 h 48"/>
                  <a:gd name="T10" fmla="*/ 95 w 106"/>
                  <a:gd name="T11" fmla="*/ 4 h 48"/>
                  <a:gd name="T12" fmla="*/ 92 w 106"/>
                  <a:gd name="T13" fmla="*/ 5 h 48"/>
                  <a:gd name="T14" fmla="*/ 88 w 106"/>
                  <a:gd name="T15" fmla="*/ 7 h 48"/>
                  <a:gd name="T16" fmla="*/ 85 w 106"/>
                  <a:gd name="T17" fmla="*/ 8 h 48"/>
                  <a:gd name="T18" fmla="*/ 82 w 106"/>
                  <a:gd name="T19" fmla="*/ 10 h 48"/>
                  <a:gd name="T20" fmla="*/ 79 w 106"/>
                  <a:gd name="T21" fmla="*/ 12 h 48"/>
                  <a:gd name="T22" fmla="*/ 75 w 106"/>
                  <a:gd name="T23" fmla="*/ 14 h 48"/>
                  <a:gd name="T24" fmla="*/ 70 w 106"/>
                  <a:gd name="T25" fmla="*/ 16 h 48"/>
                  <a:gd name="T26" fmla="*/ 66 w 106"/>
                  <a:gd name="T27" fmla="*/ 18 h 48"/>
                  <a:gd name="T28" fmla="*/ 62 w 106"/>
                  <a:gd name="T29" fmla="*/ 20 h 48"/>
                  <a:gd name="T30" fmla="*/ 57 w 106"/>
                  <a:gd name="T31" fmla="*/ 22 h 48"/>
                  <a:gd name="T32" fmla="*/ 53 w 106"/>
                  <a:gd name="T33" fmla="*/ 23 h 48"/>
                  <a:gd name="T34" fmla="*/ 50 w 106"/>
                  <a:gd name="T35" fmla="*/ 25 h 48"/>
                  <a:gd name="T36" fmla="*/ 45 w 106"/>
                  <a:gd name="T37" fmla="*/ 27 h 48"/>
                  <a:gd name="T38" fmla="*/ 40 w 106"/>
                  <a:gd name="T39" fmla="*/ 29 h 48"/>
                  <a:gd name="T40" fmla="*/ 36 w 106"/>
                  <a:gd name="T41" fmla="*/ 31 h 48"/>
                  <a:gd name="T42" fmla="*/ 31 w 106"/>
                  <a:gd name="T43" fmla="*/ 33 h 48"/>
                  <a:gd name="T44" fmla="*/ 28 w 106"/>
                  <a:gd name="T45" fmla="*/ 35 h 48"/>
                  <a:gd name="T46" fmla="*/ 23 w 106"/>
                  <a:gd name="T47" fmla="*/ 37 h 48"/>
                  <a:gd name="T48" fmla="*/ 20 w 106"/>
                  <a:gd name="T49" fmla="*/ 39 h 48"/>
                  <a:gd name="T50" fmla="*/ 17 w 106"/>
                  <a:gd name="T51" fmla="*/ 40 h 48"/>
                  <a:gd name="T52" fmla="*/ 14 w 106"/>
                  <a:gd name="T53" fmla="*/ 41 h 48"/>
                  <a:gd name="T54" fmla="*/ 10 w 106"/>
                  <a:gd name="T55" fmla="*/ 43 h 48"/>
                  <a:gd name="T56" fmla="*/ 8 w 106"/>
                  <a:gd name="T57" fmla="*/ 44 h 48"/>
                  <a:gd name="T58" fmla="*/ 5 w 106"/>
                  <a:gd name="T59" fmla="*/ 45 h 48"/>
                  <a:gd name="T60" fmla="*/ 3 w 106"/>
                  <a:gd name="T61" fmla="*/ 47 h 48"/>
                  <a:gd name="T62" fmla="*/ 1 w 106"/>
                  <a:gd name="T63" fmla="*/ 47 h 48"/>
                  <a:gd name="T64" fmla="*/ 0 w 106"/>
                  <a:gd name="T65" fmla="*/ 48 h 48"/>
                  <a:gd name="T66" fmla="*/ 106 w 106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6"/>
                  <a:gd name="T103" fmla="*/ 0 h 48"/>
                  <a:gd name="T104" fmla="*/ 106 w 106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6" h="48">
                    <a:moveTo>
                      <a:pt x="106" y="0"/>
                    </a:moveTo>
                    <a:lnTo>
                      <a:pt x="104" y="1"/>
                    </a:lnTo>
                    <a:lnTo>
                      <a:pt x="102" y="1"/>
                    </a:lnTo>
                    <a:lnTo>
                      <a:pt x="100" y="2"/>
                    </a:lnTo>
                    <a:lnTo>
                      <a:pt x="98" y="3"/>
                    </a:lnTo>
                    <a:lnTo>
                      <a:pt x="95" y="4"/>
                    </a:lnTo>
                    <a:lnTo>
                      <a:pt x="92" y="5"/>
                    </a:lnTo>
                    <a:lnTo>
                      <a:pt x="88" y="7"/>
                    </a:lnTo>
                    <a:lnTo>
                      <a:pt x="85" y="8"/>
                    </a:lnTo>
                    <a:lnTo>
                      <a:pt x="82" y="10"/>
                    </a:lnTo>
                    <a:lnTo>
                      <a:pt x="79" y="12"/>
                    </a:lnTo>
                    <a:lnTo>
                      <a:pt x="75" y="14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5" y="27"/>
                    </a:lnTo>
                    <a:lnTo>
                      <a:pt x="40" y="29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8" y="35"/>
                    </a:lnTo>
                    <a:lnTo>
                      <a:pt x="23" y="37"/>
                    </a:lnTo>
                    <a:lnTo>
                      <a:pt x="20" y="39"/>
                    </a:lnTo>
                    <a:lnTo>
                      <a:pt x="17" y="40"/>
                    </a:lnTo>
                    <a:lnTo>
                      <a:pt x="14" y="41"/>
                    </a:lnTo>
                    <a:lnTo>
                      <a:pt x="10" y="43"/>
                    </a:lnTo>
                    <a:lnTo>
                      <a:pt x="8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3" name="Freeform 976"/>
              <p:cNvSpPr>
                <a:spLocks/>
              </p:cNvSpPr>
              <p:nvPr/>
            </p:nvSpPr>
            <p:spPr bwMode="auto">
              <a:xfrm>
                <a:off x="3136" y="2028"/>
                <a:ext cx="107" cy="50"/>
              </a:xfrm>
              <a:custGeom>
                <a:avLst/>
                <a:gdLst>
                  <a:gd name="T0" fmla="*/ 2 w 107"/>
                  <a:gd name="T1" fmla="*/ 49 h 50"/>
                  <a:gd name="T2" fmla="*/ 6 w 107"/>
                  <a:gd name="T3" fmla="*/ 48 h 50"/>
                  <a:gd name="T4" fmla="*/ 10 w 107"/>
                  <a:gd name="T5" fmla="*/ 45 h 50"/>
                  <a:gd name="T6" fmla="*/ 18 w 107"/>
                  <a:gd name="T7" fmla="*/ 41 h 50"/>
                  <a:gd name="T8" fmla="*/ 24 w 107"/>
                  <a:gd name="T9" fmla="*/ 38 h 50"/>
                  <a:gd name="T10" fmla="*/ 32 w 107"/>
                  <a:gd name="T11" fmla="*/ 35 h 50"/>
                  <a:gd name="T12" fmla="*/ 41 w 107"/>
                  <a:gd name="T13" fmla="*/ 32 h 50"/>
                  <a:gd name="T14" fmla="*/ 49 w 107"/>
                  <a:gd name="T15" fmla="*/ 27 h 50"/>
                  <a:gd name="T16" fmla="*/ 58 w 107"/>
                  <a:gd name="T17" fmla="*/ 23 h 50"/>
                  <a:gd name="T18" fmla="*/ 67 w 107"/>
                  <a:gd name="T19" fmla="*/ 19 h 50"/>
                  <a:gd name="T20" fmla="*/ 76 w 107"/>
                  <a:gd name="T21" fmla="*/ 16 h 50"/>
                  <a:gd name="T22" fmla="*/ 83 w 107"/>
                  <a:gd name="T23" fmla="*/ 12 h 50"/>
                  <a:gd name="T24" fmla="*/ 89 w 107"/>
                  <a:gd name="T25" fmla="*/ 9 h 50"/>
                  <a:gd name="T26" fmla="*/ 96 w 107"/>
                  <a:gd name="T27" fmla="*/ 6 h 50"/>
                  <a:gd name="T28" fmla="*/ 101 w 107"/>
                  <a:gd name="T29" fmla="*/ 4 h 50"/>
                  <a:gd name="T30" fmla="*/ 105 w 107"/>
                  <a:gd name="T31" fmla="*/ 2 h 50"/>
                  <a:gd name="T32" fmla="*/ 105 w 107"/>
                  <a:gd name="T33" fmla="*/ 0 h 50"/>
                  <a:gd name="T34" fmla="*/ 103 w 107"/>
                  <a:gd name="T35" fmla="*/ 1 h 50"/>
                  <a:gd name="T36" fmla="*/ 99 w 107"/>
                  <a:gd name="T37" fmla="*/ 3 h 50"/>
                  <a:gd name="T38" fmla="*/ 92 w 107"/>
                  <a:gd name="T39" fmla="*/ 5 h 50"/>
                  <a:gd name="T40" fmla="*/ 86 w 107"/>
                  <a:gd name="T41" fmla="*/ 9 h 50"/>
                  <a:gd name="T42" fmla="*/ 79 w 107"/>
                  <a:gd name="T43" fmla="*/ 12 h 50"/>
                  <a:gd name="T44" fmla="*/ 70 w 107"/>
                  <a:gd name="T45" fmla="*/ 16 h 50"/>
                  <a:gd name="T46" fmla="*/ 62 w 107"/>
                  <a:gd name="T47" fmla="*/ 20 h 50"/>
                  <a:gd name="T48" fmla="*/ 52 w 107"/>
                  <a:gd name="T49" fmla="*/ 23 h 50"/>
                  <a:gd name="T50" fmla="*/ 45 w 107"/>
                  <a:gd name="T51" fmla="*/ 28 h 50"/>
                  <a:gd name="T52" fmla="*/ 35 w 107"/>
                  <a:gd name="T53" fmla="*/ 32 h 50"/>
                  <a:gd name="T54" fmla="*/ 27 w 107"/>
                  <a:gd name="T55" fmla="*/ 35 h 50"/>
                  <a:gd name="T56" fmla="*/ 20 w 107"/>
                  <a:gd name="T57" fmla="*/ 38 h 50"/>
                  <a:gd name="T58" fmla="*/ 12 w 107"/>
                  <a:gd name="T59" fmla="*/ 41 h 50"/>
                  <a:gd name="T60" fmla="*/ 7 w 107"/>
                  <a:gd name="T61" fmla="*/ 44 h 50"/>
                  <a:gd name="T62" fmla="*/ 3 w 107"/>
                  <a:gd name="T63" fmla="*/ 47 h 50"/>
                  <a:gd name="T64" fmla="*/ 0 w 107"/>
                  <a:gd name="T65" fmla="*/ 48 h 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50"/>
                  <a:gd name="T101" fmla="*/ 107 w 107"/>
                  <a:gd name="T102" fmla="*/ 50 h 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50">
                    <a:moveTo>
                      <a:pt x="1" y="50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8" y="47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4" y="38"/>
                    </a:lnTo>
                    <a:lnTo>
                      <a:pt x="29" y="37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1" y="32"/>
                    </a:lnTo>
                    <a:lnTo>
                      <a:pt x="45" y="29"/>
                    </a:lnTo>
                    <a:lnTo>
                      <a:pt x="49" y="27"/>
                    </a:lnTo>
                    <a:lnTo>
                      <a:pt x="54" y="24"/>
                    </a:lnTo>
                    <a:lnTo>
                      <a:pt x="58" y="23"/>
                    </a:lnTo>
                    <a:lnTo>
                      <a:pt x="63" y="21"/>
                    </a:lnTo>
                    <a:lnTo>
                      <a:pt x="67" y="19"/>
                    </a:lnTo>
                    <a:lnTo>
                      <a:pt x="71" y="18"/>
                    </a:lnTo>
                    <a:lnTo>
                      <a:pt x="76" y="16"/>
                    </a:lnTo>
                    <a:lnTo>
                      <a:pt x="80" y="13"/>
                    </a:lnTo>
                    <a:lnTo>
                      <a:pt x="83" y="12"/>
                    </a:lnTo>
                    <a:lnTo>
                      <a:pt x="86" y="9"/>
                    </a:lnTo>
                    <a:lnTo>
                      <a:pt x="89" y="9"/>
                    </a:lnTo>
                    <a:lnTo>
                      <a:pt x="93" y="7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1" y="4"/>
                    </a:lnTo>
                    <a:lnTo>
                      <a:pt x="103" y="3"/>
                    </a:lnTo>
                    <a:lnTo>
                      <a:pt x="105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101" y="2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92" y="5"/>
                    </a:lnTo>
                    <a:lnTo>
                      <a:pt x="89" y="7"/>
                    </a:lnTo>
                    <a:lnTo>
                      <a:pt x="86" y="9"/>
                    </a:lnTo>
                    <a:lnTo>
                      <a:pt x="82" y="9"/>
                    </a:lnTo>
                    <a:lnTo>
                      <a:pt x="79" y="12"/>
                    </a:lnTo>
                    <a:lnTo>
                      <a:pt x="73" y="13"/>
                    </a:lnTo>
                    <a:lnTo>
                      <a:pt x="70" y="16"/>
                    </a:lnTo>
                    <a:lnTo>
                      <a:pt x="66" y="18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2" y="23"/>
                    </a:lnTo>
                    <a:lnTo>
                      <a:pt x="49" y="25"/>
                    </a:lnTo>
                    <a:lnTo>
                      <a:pt x="45" y="28"/>
                    </a:lnTo>
                    <a:lnTo>
                      <a:pt x="40" y="29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7" y="35"/>
                    </a:lnTo>
                    <a:lnTo>
                      <a:pt x="24" y="37"/>
                    </a:lnTo>
                    <a:lnTo>
                      <a:pt x="20" y="38"/>
                    </a:lnTo>
                    <a:lnTo>
                      <a:pt x="17" y="40"/>
                    </a:lnTo>
                    <a:lnTo>
                      <a:pt x="12" y="41"/>
                    </a:lnTo>
                    <a:lnTo>
                      <a:pt x="10" y="43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4" name="Freeform 977"/>
              <p:cNvSpPr>
                <a:spLocks/>
              </p:cNvSpPr>
              <p:nvPr/>
            </p:nvSpPr>
            <p:spPr bwMode="auto">
              <a:xfrm>
                <a:off x="3075" y="1868"/>
                <a:ext cx="80" cy="127"/>
              </a:xfrm>
              <a:custGeom>
                <a:avLst/>
                <a:gdLst>
                  <a:gd name="T0" fmla="*/ 68 w 80"/>
                  <a:gd name="T1" fmla="*/ 105 h 127"/>
                  <a:gd name="T2" fmla="*/ 67 w 80"/>
                  <a:gd name="T3" fmla="*/ 108 h 127"/>
                  <a:gd name="T4" fmla="*/ 69 w 80"/>
                  <a:gd name="T5" fmla="*/ 109 h 127"/>
                  <a:gd name="T6" fmla="*/ 73 w 80"/>
                  <a:gd name="T7" fmla="*/ 111 h 127"/>
                  <a:gd name="T8" fmla="*/ 73 w 80"/>
                  <a:gd name="T9" fmla="*/ 114 h 127"/>
                  <a:gd name="T10" fmla="*/ 71 w 80"/>
                  <a:gd name="T11" fmla="*/ 117 h 127"/>
                  <a:gd name="T12" fmla="*/ 69 w 80"/>
                  <a:gd name="T13" fmla="*/ 119 h 127"/>
                  <a:gd name="T14" fmla="*/ 66 w 80"/>
                  <a:gd name="T15" fmla="*/ 122 h 127"/>
                  <a:gd name="T16" fmla="*/ 62 w 80"/>
                  <a:gd name="T17" fmla="*/ 124 h 127"/>
                  <a:gd name="T18" fmla="*/ 55 w 80"/>
                  <a:gd name="T19" fmla="*/ 125 h 127"/>
                  <a:gd name="T20" fmla="*/ 50 w 80"/>
                  <a:gd name="T21" fmla="*/ 126 h 127"/>
                  <a:gd name="T22" fmla="*/ 44 w 80"/>
                  <a:gd name="T23" fmla="*/ 127 h 127"/>
                  <a:gd name="T24" fmla="*/ 36 w 80"/>
                  <a:gd name="T25" fmla="*/ 127 h 127"/>
                  <a:gd name="T26" fmla="*/ 30 w 80"/>
                  <a:gd name="T27" fmla="*/ 126 h 127"/>
                  <a:gd name="T28" fmla="*/ 24 w 80"/>
                  <a:gd name="T29" fmla="*/ 125 h 127"/>
                  <a:gd name="T30" fmla="*/ 19 w 80"/>
                  <a:gd name="T31" fmla="*/ 124 h 127"/>
                  <a:gd name="T32" fmla="*/ 14 w 80"/>
                  <a:gd name="T33" fmla="*/ 122 h 127"/>
                  <a:gd name="T34" fmla="*/ 10 w 80"/>
                  <a:gd name="T35" fmla="*/ 119 h 127"/>
                  <a:gd name="T36" fmla="*/ 8 w 80"/>
                  <a:gd name="T37" fmla="*/ 117 h 127"/>
                  <a:gd name="T38" fmla="*/ 6 w 80"/>
                  <a:gd name="T39" fmla="*/ 114 h 127"/>
                  <a:gd name="T40" fmla="*/ 6 w 80"/>
                  <a:gd name="T41" fmla="*/ 110 h 127"/>
                  <a:gd name="T42" fmla="*/ 8 w 80"/>
                  <a:gd name="T43" fmla="*/ 107 h 127"/>
                  <a:gd name="T44" fmla="*/ 12 w 80"/>
                  <a:gd name="T45" fmla="*/ 105 h 127"/>
                  <a:gd name="T46" fmla="*/ 10 w 80"/>
                  <a:gd name="T47" fmla="*/ 102 h 127"/>
                  <a:gd name="T48" fmla="*/ 3 w 80"/>
                  <a:gd name="T49" fmla="*/ 94 h 127"/>
                  <a:gd name="T50" fmla="*/ 1 w 80"/>
                  <a:gd name="T51" fmla="*/ 75 h 127"/>
                  <a:gd name="T52" fmla="*/ 0 w 80"/>
                  <a:gd name="T53" fmla="*/ 51 h 127"/>
                  <a:gd name="T54" fmla="*/ 3 w 80"/>
                  <a:gd name="T55" fmla="*/ 32 h 127"/>
                  <a:gd name="T56" fmla="*/ 8 w 80"/>
                  <a:gd name="T57" fmla="*/ 25 h 127"/>
                  <a:gd name="T58" fmla="*/ 12 w 80"/>
                  <a:gd name="T59" fmla="*/ 22 h 127"/>
                  <a:gd name="T60" fmla="*/ 8 w 80"/>
                  <a:gd name="T61" fmla="*/ 20 h 127"/>
                  <a:gd name="T62" fmla="*/ 6 w 80"/>
                  <a:gd name="T63" fmla="*/ 17 h 127"/>
                  <a:gd name="T64" fmla="*/ 6 w 80"/>
                  <a:gd name="T65" fmla="*/ 13 h 127"/>
                  <a:gd name="T66" fmla="*/ 8 w 80"/>
                  <a:gd name="T67" fmla="*/ 10 h 127"/>
                  <a:gd name="T68" fmla="*/ 10 w 80"/>
                  <a:gd name="T69" fmla="*/ 8 h 127"/>
                  <a:gd name="T70" fmla="*/ 14 w 80"/>
                  <a:gd name="T71" fmla="*/ 6 h 127"/>
                  <a:gd name="T72" fmla="*/ 19 w 80"/>
                  <a:gd name="T73" fmla="*/ 4 h 127"/>
                  <a:gd name="T74" fmla="*/ 24 w 80"/>
                  <a:gd name="T75" fmla="*/ 1 h 127"/>
                  <a:gd name="T76" fmla="*/ 30 w 80"/>
                  <a:gd name="T77" fmla="*/ 1 h 127"/>
                  <a:gd name="T78" fmla="*/ 36 w 80"/>
                  <a:gd name="T79" fmla="*/ 0 h 127"/>
                  <a:gd name="T80" fmla="*/ 44 w 80"/>
                  <a:gd name="T81" fmla="*/ 0 h 127"/>
                  <a:gd name="T82" fmla="*/ 50 w 80"/>
                  <a:gd name="T83" fmla="*/ 1 h 127"/>
                  <a:gd name="T84" fmla="*/ 55 w 80"/>
                  <a:gd name="T85" fmla="*/ 1 h 127"/>
                  <a:gd name="T86" fmla="*/ 62 w 80"/>
                  <a:gd name="T87" fmla="*/ 4 h 127"/>
                  <a:gd name="T88" fmla="*/ 66 w 80"/>
                  <a:gd name="T89" fmla="*/ 6 h 127"/>
                  <a:gd name="T90" fmla="*/ 69 w 80"/>
                  <a:gd name="T91" fmla="*/ 8 h 127"/>
                  <a:gd name="T92" fmla="*/ 71 w 80"/>
                  <a:gd name="T93" fmla="*/ 10 h 127"/>
                  <a:gd name="T94" fmla="*/ 73 w 80"/>
                  <a:gd name="T95" fmla="*/ 13 h 127"/>
                  <a:gd name="T96" fmla="*/ 73 w 80"/>
                  <a:gd name="T97" fmla="*/ 17 h 127"/>
                  <a:gd name="T98" fmla="*/ 70 w 80"/>
                  <a:gd name="T99" fmla="*/ 20 h 127"/>
                  <a:gd name="T100" fmla="*/ 68 w 80"/>
                  <a:gd name="T101" fmla="*/ 21 h 127"/>
                  <a:gd name="T102" fmla="*/ 70 w 80"/>
                  <a:gd name="T103" fmla="*/ 24 h 127"/>
                  <a:gd name="T104" fmla="*/ 77 w 80"/>
                  <a:gd name="T105" fmla="*/ 32 h 127"/>
                  <a:gd name="T106" fmla="*/ 80 w 80"/>
                  <a:gd name="T107" fmla="*/ 54 h 127"/>
                  <a:gd name="T108" fmla="*/ 79 w 80"/>
                  <a:gd name="T109" fmla="*/ 80 h 127"/>
                  <a:gd name="T110" fmla="*/ 73 w 80"/>
                  <a:gd name="T111" fmla="*/ 100 h 12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"/>
                  <a:gd name="T169" fmla="*/ 0 h 127"/>
                  <a:gd name="T170" fmla="*/ 80 w 80"/>
                  <a:gd name="T171" fmla="*/ 127 h 12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" h="127">
                    <a:moveTo>
                      <a:pt x="70" y="103"/>
                    </a:moveTo>
                    <a:lnTo>
                      <a:pt x="68" y="105"/>
                    </a:lnTo>
                    <a:lnTo>
                      <a:pt x="67" y="107"/>
                    </a:lnTo>
                    <a:lnTo>
                      <a:pt x="67" y="108"/>
                    </a:lnTo>
                    <a:lnTo>
                      <a:pt x="68" y="109"/>
                    </a:lnTo>
                    <a:lnTo>
                      <a:pt x="69" y="109"/>
                    </a:lnTo>
                    <a:lnTo>
                      <a:pt x="71" y="110"/>
                    </a:lnTo>
                    <a:lnTo>
                      <a:pt x="73" y="111"/>
                    </a:lnTo>
                    <a:lnTo>
                      <a:pt x="73" y="113"/>
                    </a:lnTo>
                    <a:lnTo>
                      <a:pt x="73" y="114"/>
                    </a:lnTo>
                    <a:lnTo>
                      <a:pt x="73" y="116"/>
                    </a:lnTo>
                    <a:lnTo>
                      <a:pt x="71" y="117"/>
                    </a:lnTo>
                    <a:lnTo>
                      <a:pt x="70" y="119"/>
                    </a:lnTo>
                    <a:lnTo>
                      <a:pt x="69" y="119"/>
                    </a:lnTo>
                    <a:lnTo>
                      <a:pt x="68" y="121"/>
                    </a:lnTo>
                    <a:lnTo>
                      <a:pt x="66" y="122"/>
                    </a:lnTo>
                    <a:lnTo>
                      <a:pt x="64" y="123"/>
                    </a:lnTo>
                    <a:lnTo>
                      <a:pt x="62" y="124"/>
                    </a:lnTo>
                    <a:lnTo>
                      <a:pt x="60" y="125"/>
                    </a:lnTo>
                    <a:lnTo>
                      <a:pt x="55" y="125"/>
                    </a:lnTo>
                    <a:lnTo>
                      <a:pt x="53" y="126"/>
                    </a:lnTo>
                    <a:lnTo>
                      <a:pt x="50" y="126"/>
                    </a:lnTo>
                    <a:lnTo>
                      <a:pt x="47" y="127"/>
                    </a:lnTo>
                    <a:lnTo>
                      <a:pt x="44" y="127"/>
                    </a:lnTo>
                    <a:lnTo>
                      <a:pt x="39" y="127"/>
                    </a:lnTo>
                    <a:lnTo>
                      <a:pt x="36" y="127"/>
                    </a:lnTo>
                    <a:lnTo>
                      <a:pt x="33" y="127"/>
                    </a:lnTo>
                    <a:lnTo>
                      <a:pt x="30" y="126"/>
                    </a:lnTo>
                    <a:lnTo>
                      <a:pt x="28" y="126"/>
                    </a:lnTo>
                    <a:lnTo>
                      <a:pt x="24" y="125"/>
                    </a:lnTo>
                    <a:lnTo>
                      <a:pt x="22" y="125"/>
                    </a:lnTo>
                    <a:lnTo>
                      <a:pt x="19" y="124"/>
                    </a:lnTo>
                    <a:lnTo>
                      <a:pt x="16" y="123"/>
                    </a:lnTo>
                    <a:lnTo>
                      <a:pt x="14" y="122"/>
                    </a:lnTo>
                    <a:lnTo>
                      <a:pt x="13" y="121"/>
                    </a:lnTo>
                    <a:lnTo>
                      <a:pt x="10" y="119"/>
                    </a:lnTo>
                    <a:lnTo>
                      <a:pt x="8" y="119"/>
                    </a:lnTo>
                    <a:lnTo>
                      <a:pt x="8" y="117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0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12" y="106"/>
                    </a:lnTo>
                    <a:lnTo>
                      <a:pt x="12" y="105"/>
                    </a:lnTo>
                    <a:lnTo>
                      <a:pt x="12" y="104"/>
                    </a:lnTo>
                    <a:lnTo>
                      <a:pt x="10" y="102"/>
                    </a:lnTo>
                    <a:lnTo>
                      <a:pt x="6" y="100"/>
                    </a:lnTo>
                    <a:lnTo>
                      <a:pt x="3" y="94"/>
                    </a:lnTo>
                    <a:lnTo>
                      <a:pt x="2" y="87"/>
                    </a:lnTo>
                    <a:lnTo>
                      <a:pt x="1" y="75"/>
                    </a:lnTo>
                    <a:lnTo>
                      <a:pt x="0" y="63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3" y="32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2" y="23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4"/>
                    </a:lnTo>
                    <a:lnTo>
                      <a:pt x="22" y="2"/>
                    </a:lnTo>
                    <a:lnTo>
                      <a:pt x="24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4" y="5"/>
                    </a:lnTo>
                    <a:lnTo>
                      <a:pt x="66" y="6"/>
                    </a:lnTo>
                    <a:lnTo>
                      <a:pt x="68" y="7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1" y="10"/>
                    </a:lnTo>
                    <a:lnTo>
                      <a:pt x="73" y="11"/>
                    </a:lnTo>
                    <a:lnTo>
                      <a:pt x="73" y="13"/>
                    </a:lnTo>
                    <a:lnTo>
                      <a:pt x="73" y="15"/>
                    </a:lnTo>
                    <a:lnTo>
                      <a:pt x="73" y="17"/>
                    </a:lnTo>
                    <a:lnTo>
                      <a:pt x="71" y="19"/>
                    </a:lnTo>
                    <a:lnTo>
                      <a:pt x="70" y="20"/>
                    </a:lnTo>
                    <a:lnTo>
                      <a:pt x="69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70" y="24"/>
                    </a:lnTo>
                    <a:lnTo>
                      <a:pt x="73" y="26"/>
                    </a:lnTo>
                    <a:lnTo>
                      <a:pt x="77" y="32"/>
                    </a:lnTo>
                    <a:lnTo>
                      <a:pt x="79" y="42"/>
                    </a:lnTo>
                    <a:lnTo>
                      <a:pt x="80" y="54"/>
                    </a:lnTo>
                    <a:lnTo>
                      <a:pt x="80" y="67"/>
                    </a:lnTo>
                    <a:lnTo>
                      <a:pt x="79" y="80"/>
                    </a:lnTo>
                    <a:lnTo>
                      <a:pt x="77" y="90"/>
                    </a:lnTo>
                    <a:lnTo>
                      <a:pt x="73" y="100"/>
                    </a:lnTo>
                    <a:lnTo>
                      <a:pt x="70" y="103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5" name="Freeform 978"/>
              <p:cNvSpPr>
                <a:spLocks/>
              </p:cNvSpPr>
              <p:nvPr/>
            </p:nvSpPr>
            <p:spPr bwMode="auto">
              <a:xfrm>
                <a:off x="3141" y="1970"/>
                <a:ext cx="9" cy="12"/>
              </a:xfrm>
              <a:custGeom>
                <a:avLst/>
                <a:gdLst>
                  <a:gd name="T0" fmla="*/ 9 w 9"/>
                  <a:gd name="T1" fmla="*/ 12 h 12"/>
                  <a:gd name="T2" fmla="*/ 9 w 9"/>
                  <a:gd name="T3" fmla="*/ 12 h 12"/>
                  <a:gd name="T4" fmla="*/ 7 w 9"/>
                  <a:gd name="T5" fmla="*/ 9 h 12"/>
                  <a:gd name="T6" fmla="*/ 6 w 9"/>
                  <a:gd name="T7" fmla="*/ 8 h 12"/>
                  <a:gd name="T8" fmla="*/ 4 w 9"/>
                  <a:gd name="T9" fmla="*/ 7 h 12"/>
                  <a:gd name="T10" fmla="*/ 3 w 9"/>
                  <a:gd name="T11" fmla="*/ 5 h 12"/>
                  <a:gd name="T12" fmla="*/ 2 w 9"/>
                  <a:gd name="T13" fmla="*/ 5 h 12"/>
                  <a:gd name="T14" fmla="*/ 2 w 9"/>
                  <a:gd name="T15" fmla="*/ 4 h 12"/>
                  <a:gd name="T16" fmla="*/ 3 w 9"/>
                  <a:gd name="T17" fmla="*/ 3 h 12"/>
                  <a:gd name="T18" fmla="*/ 5 w 9"/>
                  <a:gd name="T19" fmla="*/ 2 h 12"/>
                  <a:gd name="T20" fmla="*/ 4 w 9"/>
                  <a:gd name="T21" fmla="*/ 0 h 12"/>
                  <a:gd name="T22" fmla="*/ 1 w 9"/>
                  <a:gd name="T23" fmla="*/ 2 h 12"/>
                  <a:gd name="T24" fmla="*/ 0 w 9"/>
                  <a:gd name="T25" fmla="*/ 4 h 12"/>
                  <a:gd name="T26" fmla="*/ 0 w 9"/>
                  <a:gd name="T27" fmla="*/ 7 h 12"/>
                  <a:gd name="T28" fmla="*/ 2 w 9"/>
                  <a:gd name="T29" fmla="*/ 8 h 12"/>
                  <a:gd name="T30" fmla="*/ 3 w 9"/>
                  <a:gd name="T31" fmla="*/ 9 h 12"/>
                  <a:gd name="T32" fmla="*/ 5 w 9"/>
                  <a:gd name="T33" fmla="*/ 11 h 12"/>
                  <a:gd name="T34" fmla="*/ 6 w 9"/>
                  <a:gd name="T35" fmla="*/ 11 h 12"/>
                  <a:gd name="T36" fmla="*/ 6 w 9"/>
                  <a:gd name="T37" fmla="*/ 12 h 12"/>
                  <a:gd name="T38" fmla="*/ 9 w 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2"/>
                  <a:gd name="T62" fmla="*/ 9 w 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2">
                    <a:moveTo>
                      <a:pt x="9" y="12"/>
                    </a:move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6" name="Freeform 979"/>
              <p:cNvSpPr>
                <a:spLocks/>
              </p:cNvSpPr>
              <p:nvPr/>
            </p:nvSpPr>
            <p:spPr bwMode="auto">
              <a:xfrm>
                <a:off x="3115" y="1982"/>
                <a:ext cx="35" cy="13"/>
              </a:xfrm>
              <a:custGeom>
                <a:avLst/>
                <a:gdLst>
                  <a:gd name="T0" fmla="*/ 0 w 35"/>
                  <a:gd name="T1" fmla="*/ 13 h 13"/>
                  <a:gd name="T2" fmla="*/ 0 w 35"/>
                  <a:gd name="T3" fmla="*/ 13 h 13"/>
                  <a:gd name="T4" fmla="*/ 4 w 35"/>
                  <a:gd name="T5" fmla="*/ 13 h 13"/>
                  <a:gd name="T6" fmla="*/ 7 w 35"/>
                  <a:gd name="T7" fmla="*/ 13 h 13"/>
                  <a:gd name="T8" fmla="*/ 10 w 35"/>
                  <a:gd name="T9" fmla="*/ 12 h 13"/>
                  <a:gd name="T10" fmla="*/ 13 w 35"/>
                  <a:gd name="T11" fmla="*/ 12 h 13"/>
                  <a:gd name="T12" fmla="*/ 17 w 35"/>
                  <a:gd name="T13" fmla="*/ 12 h 13"/>
                  <a:gd name="T14" fmla="*/ 20 w 35"/>
                  <a:gd name="T15" fmla="*/ 11 h 13"/>
                  <a:gd name="T16" fmla="*/ 22 w 35"/>
                  <a:gd name="T17" fmla="*/ 10 h 13"/>
                  <a:gd name="T18" fmla="*/ 25 w 35"/>
                  <a:gd name="T19" fmla="*/ 9 h 13"/>
                  <a:gd name="T20" fmla="*/ 27 w 35"/>
                  <a:gd name="T21" fmla="*/ 8 h 13"/>
                  <a:gd name="T22" fmla="*/ 28 w 35"/>
                  <a:gd name="T23" fmla="*/ 8 h 13"/>
                  <a:gd name="T24" fmla="*/ 30 w 35"/>
                  <a:gd name="T25" fmla="*/ 6 h 13"/>
                  <a:gd name="T26" fmla="*/ 31 w 35"/>
                  <a:gd name="T27" fmla="*/ 5 h 13"/>
                  <a:gd name="T28" fmla="*/ 32 w 35"/>
                  <a:gd name="T29" fmla="*/ 4 h 13"/>
                  <a:gd name="T30" fmla="*/ 33 w 35"/>
                  <a:gd name="T31" fmla="*/ 3 h 13"/>
                  <a:gd name="T32" fmla="*/ 35 w 35"/>
                  <a:gd name="T33" fmla="*/ 1 h 13"/>
                  <a:gd name="T34" fmla="*/ 35 w 35"/>
                  <a:gd name="T35" fmla="*/ 0 h 13"/>
                  <a:gd name="T36" fmla="*/ 32 w 35"/>
                  <a:gd name="T37" fmla="*/ 0 h 13"/>
                  <a:gd name="T38" fmla="*/ 32 w 35"/>
                  <a:gd name="T39" fmla="*/ 1 h 13"/>
                  <a:gd name="T40" fmla="*/ 32 w 35"/>
                  <a:gd name="T41" fmla="*/ 2 h 13"/>
                  <a:gd name="T42" fmla="*/ 31 w 35"/>
                  <a:gd name="T43" fmla="*/ 3 h 13"/>
                  <a:gd name="T44" fmla="*/ 30 w 35"/>
                  <a:gd name="T45" fmla="*/ 4 h 13"/>
                  <a:gd name="T46" fmla="*/ 29 w 35"/>
                  <a:gd name="T47" fmla="*/ 5 h 13"/>
                  <a:gd name="T48" fmla="*/ 27 w 35"/>
                  <a:gd name="T49" fmla="*/ 6 h 13"/>
                  <a:gd name="T50" fmla="*/ 26 w 35"/>
                  <a:gd name="T51" fmla="*/ 7 h 13"/>
                  <a:gd name="T52" fmla="*/ 24 w 35"/>
                  <a:gd name="T53" fmla="*/ 8 h 13"/>
                  <a:gd name="T54" fmla="*/ 22 w 35"/>
                  <a:gd name="T55" fmla="*/ 9 h 13"/>
                  <a:gd name="T56" fmla="*/ 20 w 35"/>
                  <a:gd name="T57" fmla="*/ 9 h 13"/>
                  <a:gd name="T58" fmla="*/ 15 w 35"/>
                  <a:gd name="T59" fmla="*/ 10 h 13"/>
                  <a:gd name="T60" fmla="*/ 13 w 35"/>
                  <a:gd name="T61" fmla="*/ 10 h 13"/>
                  <a:gd name="T62" fmla="*/ 10 w 35"/>
                  <a:gd name="T63" fmla="*/ 11 h 13"/>
                  <a:gd name="T64" fmla="*/ 7 w 35"/>
                  <a:gd name="T65" fmla="*/ 11 h 13"/>
                  <a:gd name="T66" fmla="*/ 4 w 35"/>
                  <a:gd name="T67" fmla="*/ 11 h 13"/>
                  <a:gd name="T68" fmla="*/ 0 w 35"/>
                  <a:gd name="T69" fmla="*/ 11 h 13"/>
                  <a:gd name="T70" fmla="*/ 0 w 35"/>
                  <a:gd name="T71" fmla="*/ 13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13"/>
                    </a:moveTo>
                    <a:lnTo>
                      <a:pt x="0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2"/>
                    </a:lnTo>
                    <a:lnTo>
                      <a:pt x="13" y="12"/>
                    </a:lnTo>
                    <a:lnTo>
                      <a:pt x="17" y="12"/>
                    </a:lnTo>
                    <a:lnTo>
                      <a:pt x="20" y="11"/>
                    </a:lnTo>
                    <a:lnTo>
                      <a:pt x="22" y="10"/>
                    </a:lnTo>
                    <a:lnTo>
                      <a:pt x="25" y="9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30" y="6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3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1" y="3"/>
                    </a:lnTo>
                    <a:lnTo>
                      <a:pt x="30" y="4"/>
                    </a:lnTo>
                    <a:lnTo>
                      <a:pt x="29" y="5"/>
                    </a:lnTo>
                    <a:lnTo>
                      <a:pt x="27" y="6"/>
                    </a:lnTo>
                    <a:lnTo>
                      <a:pt x="26" y="7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7" name="Freeform 980"/>
              <p:cNvSpPr>
                <a:spLocks/>
              </p:cNvSpPr>
              <p:nvPr/>
            </p:nvSpPr>
            <p:spPr bwMode="auto">
              <a:xfrm>
                <a:off x="3080" y="1982"/>
                <a:ext cx="35" cy="13"/>
              </a:xfrm>
              <a:custGeom>
                <a:avLst/>
                <a:gdLst>
                  <a:gd name="T0" fmla="*/ 0 w 35"/>
                  <a:gd name="T1" fmla="*/ 0 h 13"/>
                  <a:gd name="T2" fmla="*/ 0 w 35"/>
                  <a:gd name="T3" fmla="*/ 0 h 13"/>
                  <a:gd name="T4" fmla="*/ 0 w 35"/>
                  <a:gd name="T5" fmla="*/ 1 h 13"/>
                  <a:gd name="T6" fmla="*/ 1 w 35"/>
                  <a:gd name="T7" fmla="*/ 3 h 13"/>
                  <a:gd name="T8" fmla="*/ 1 w 35"/>
                  <a:gd name="T9" fmla="*/ 4 h 13"/>
                  <a:gd name="T10" fmla="*/ 3 w 35"/>
                  <a:gd name="T11" fmla="*/ 5 h 13"/>
                  <a:gd name="T12" fmla="*/ 4 w 35"/>
                  <a:gd name="T13" fmla="*/ 6 h 13"/>
                  <a:gd name="T14" fmla="*/ 7 w 35"/>
                  <a:gd name="T15" fmla="*/ 8 h 13"/>
                  <a:gd name="T16" fmla="*/ 8 w 35"/>
                  <a:gd name="T17" fmla="*/ 8 h 13"/>
                  <a:gd name="T18" fmla="*/ 11 w 35"/>
                  <a:gd name="T19" fmla="*/ 9 h 13"/>
                  <a:gd name="T20" fmla="*/ 14 w 35"/>
                  <a:gd name="T21" fmla="*/ 10 h 13"/>
                  <a:gd name="T22" fmla="*/ 16 w 35"/>
                  <a:gd name="T23" fmla="*/ 11 h 13"/>
                  <a:gd name="T24" fmla="*/ 19 w 35"/>
                  <a:gd name="T25" fmla="*/ 12 h 13"/>
                  <a:gd name="T26" fmla="*/ 21 w 35"/>
                  <a:gd name="T27" fmla="*/ 12 h 13"/>
                  <a:gd name="T28" fmla="*/ 25 w 35"/>
                  <a:gd name="T29" fmla="*/ 12 h 13"/>
                  <a:gd name="T30" fmla="*/ 29 w 35"/>
                  <a:gd name="T31" fmla="*/ 13 h 13"/>
                  <a:gd name="T32" fmla="*/ 32 w 35"/>
                  <a:gd name="T33" fmla="*/ 13 h 13"/>
                  <a:gd name="T34" fmla="*/ 35 w 35"/>
                  <a:gd name="T35" fmla="*/ 13 h 13"/>
                  <a:gd name="T36" fmla="*/ 35 w 35"/>
                  <a:gd name="T37" fmla="*/ 11 h 13"/>
                  <a:gd name="T38" fmla="*/ 32 w 35"/>
                  <a:gd name="T39" fmla="*/ 11 h 13"/>
                  <a:gd name="T40" fmla="*/ 29 w 35"/>
                  <a:gd name="T41" fmla="*/ 11 h 13"/>
                  <a:gd name="T42" fmla="*/ 25 w 35"/>
                  <a:gd name="T43" fmla="*/ 11 h 13"/>
                  <a:gd name="T44" fmla="*/ 21 w 35"/>
                  <a:gd name="T45" fmla="*/ 10 h 13"/>
                  <a:gd name="T46" fmla="*/ 19 w 35"/>
                  <a:gd name="T47" fmla="*/ 10 h 13"/>
                  <a:gd name="T48" fmla="*/ 16 w 35"/>
                  <a:gd name="T49" fmla="*/ 9 h 13"/>
                  <a:gd name="T50" fmla="*/ 14 w 35"/>
                  <a:gd name="T51" fmla="*/ 9 h 13"/>
                  <a:gd name="T52" fmla="*/ 11 w 35"/>
                  <a:gd name="T53" fmla="*/ 8 h 13"/>
                  <a:gd name="T54" fmla="*/ 9 w 35"/>
                  <a:gd name="T55" fmla="*/ 7 h 13"/>
                  <a:gd name="T56" fmla="*/ 8 w 35"/>
                  <a:gd name="T57" fmla="*/ 6 h 13"/>
                  <a:gd name="T58" fmla="*/ 5 w 35"/>
                  <a:gd name="T59" fmla="*/ 5 h 13"/>
                  <a:gd name="T60" fmla="*/ 4 w 35"/>
                  <a:gd name="T61" fmla="*/ 4 h 13"/>
                  <a:gd name="T62" fmla="*/ 3 w 35"/>
                  <a:gd name="T63" fmla="*/ 3 h 13"/>
                  <a:gd name="T64" fmla="*/ 2 w 35"/>
                  <a:gd name="T65" fmla="*/ 2 h 13"/>
                  <a:gd name="T66" fmla="*/ 2 w 35"/>
                  <a:gd name="T67" fmla="*/ 1 h 13"/>
                  <a:gd name="T68" fmla="*/ 2 w 35"/>
                  <a:gd name="T69" fmla="*/ 0 h 13"/>
                  <a:gd name="T70" fmla="*/ 0 w 35"/>
                  <a:gd name="T71" fmla="*/ 0 h 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3"/>
                  <a:gd name="T110" fmla="*/ 35 w 35"/>
                  <a:gd name="T111" fmla="*/ 13 h 1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5" y="12"/>
                    </a:lnTo>
                    <a:lnTo>
                      <a:pt x="29" y="13"/>
                    </a:lnTo>
                    <a:lnTo>
                      <a:pt x="32" y="13"/>
                    </a:lnTo>
                    <a:lnTo>
                      <a:pt x="35" y="13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8" name="Freeform 981"/>
              <p:cNvSpPr>
                <a:spLocks/>
              </p:cNvSpPr>
              <p:nvPr/>
            </p:nvSpPr>
            <p:spPr bwMode="auto">
              <a:xfrm>
                <a:off x="3080" y="1967"/>
                <a:ext cx="8" cy="15"/>
              </a:xfrm>
              <a:custGeom>
                <a:avLst/>
                <a:gdLst>
                  <a:gd name="T0" fmla="*/ 0 w 8"/>
                  <a:gd name="T1" fmla="*/ 1 h 15"/>
                  <a:gd name="T2" fmla="*/ 0 w 8"/>
                  <a:gd name="T3" fmla="*/ 2 h 15"/>
                  <a:gd name="T4" fmla="*/ 3 w 8"/>
                  <a:gd name="T5" fmla="*/ 4 h 15"/>
                  <a:gd name="T6" fmla="*/ 5 w 8"/>
                  <a:gd name="T7" fmla="*/ 5 h 15"/>
                  <a:gd name="T8" fmla="*/ 5 w 8"/>
                  <a:gd name="T9" fmla="*/ 6 h 15"/>
                  <a:gd name="T10" fmla="*/ 5 w 8"/>
                  <a:gd name="T11" fmla="*/ 8 h 15"/>
                  <a:gd name="T12" fmla="*/ 3 w 8"/>
                  <a:gd name="T13" fmla="*/ 8 h 15"/>
                  <a:gd name="T14" fmla="*/ 2 w 8"/>
                  <a:gd name="T15" fmla="*/ 10 h 15"/>
                  <a:gd name="T16" fmla="*/ 1 w 8"/>
                  <a:gd name="T17" fmla="*/ 12 h 15"/>
                  <a:gd name="T18" fmla="*/ 0 w 8"/>
                  <a:gd name="T19" fmla="*/ 15 h 15"/>
                  <a:gd name="T20" fmla="*/ 2 w 8"/>
                  <a:gd name="T21" fmla="*/ 15 h 15"/>
                  <a:gd name="T22" fmla="*/ 2 w 8"/>
                  <a:gd name="T23" fmla="*/ 12 h 15"/>
                  <a:gd name="T24" fmla="*/ 3 w 8"/>
                  <a:gd name="T25" fmla="*/ 11 h 15"/>
                  <a:gd name="T26" fmla="*/ 5 w 8"/>
                  <a:gd name="T27" fmla="*/ 10 h 15"/>
                  <a:gd name="T28" fmla="*/ 7 w 8"/>
                  <a:gd name="T29" fmla="*/ 8 h 15"/>
                  <a:gd name="T30" fmla="*/ 8 w 8"/>
                  <a:gd name="T31" fmla="*/ 6 h 15"/>
                  <a:gd name="T32" fmla="*/ 8 w 8"/>
                  <a:gd name="T33" fmla="*/ 5 h 15"/>
                  <a:gd name="T34" fmla="*/ 5 w 8"/>
                  <a:gd name="T35" fmla="*/ 3 h 15"/>
                  <a:gd name="T36" fmla="*/ 1 w 8"/>
                  <a:gd name="T37" fmla="*/ 0 h 15"/>
                  <a:gd name="T38" fmla="*/ 0 w 8"/>
                  <a:gd name="T39" fmla="*/ 1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15"/>
                  <a:gd name="T62" fmla="*/ 8 w 8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15">
                    <a:moveTo>
                      <a:pt x="0" y="1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89" name="Freeform 982"/>
              <p:cNvSpPr>
                <a:spLocks/>
              </p:cNvSpPr>
              <p:nvPr/>
            </p:nvSpPr>
            <p:spPr bwMode="auto">
              <a:xfrm>
                <a:off x="3074" y="1894"/>
                <a:ext cx="8" cy="74"/>
              </a:xfrm>
              <a:custGeom>
                <a:avLst/>
                <a:gdLst>
                  <a:gd name="T0" fmla="*/ 7 w 8"/>
                  <a:gd name="T1" fmla="*/ 0 h 74"/>
                  <a:gd name="T2" fmla="*/ 7 w 8"/>
                  <a:gd name="T3" fmla="*/ 0 h 74"/>
                  <a:gd name="T4" fmla="*/ 3 w 8"/>
                  <a:gd name="T5" fmla="*/ 6 h 74"/>
                  <a:gd name="T6" fmla="*/ 1 w 8"/>
                  <a:gd name="T7" fmla="*/ 14 h 74"/>
                  <a:gd name="T8" fmla="*/ 0 w 8"/>
                  <a:gd name="T9" fmla="*/ 25 h 74"/>
                  <a:gd name="T10" fmla="*/ 0 w 8"/>
                  <a:gd name="T11" fmla="*/ 37 h 74"/>
                  <a:gd name="T12" fmla="*/ 1 w 8"/>
                  <a:gd name="T13" fmla="*/ 50 h 74"/>
                  <a:gd name="T14" fmla="*/ 2 w 8"/>
                  <a:gd name="T15" fmla="*/ 60 h 74"/>
                  <a:gd name="T16" fmla="*/ 3 w 8"/>
                  <a:gd name="T17" fmla="*/ 69 h 74"/>
                  <a:gd name="T18" fmla="*/ 7 w 8"/>
                  <a:gd name="T19" fmla="*/ 74 h 74"/>
                  <a:gd name="T20" fmla="*/ 8 w 8"/>
                  <a:gd name="T21" fmla="*/ 73 h 74"/>
                  <a:gd name="T22" fmla="*/ 6 w 8"/>
                  <a:gd name="T23" fmla="*/ 68 h 74"/>
                  <a:gd name="T24" fmla="*/ 4 w 8"/>
                  <a:gd name="T25" fmla="*/ 60 h 74"/>
                  <a:gd name="T26" fmla="*/ 2 w 8"/>
                  <a:gd name="T27" fmla="*/ 50 h 74"/>
                  <a:gd name="T28" fmla="*/ 2 w 8"/>
                  <a:gd name="T29" fmla="*/ 37 h 74"/>
                  <a:gd name="T30" fmla="*/ 2 w 8"/>
                  <a:gd name="T31" fmla="*/ 25 h 74"/>
                  <a:gd name="T32" fmla="*/ 3 w 8"/>
                  <a:gd name="T33" fmla="*/ 15 h 74"/>
                  <a:gd name="T34" fmla="*/ 4 w 8"/>
                  <a:gd name="T35" fmla="*/ 6 h 74"/>
                  <a:gd name="T36" fmla="*/ 8 w 8"/>
                  <a:gd name="T37" fmla="*/ 2 h 74"/>
                  <a:gd name="T38" fmla="*/ 7 w 8"/>
                  <a:gd name="T39" fmla="*/ 0 h 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"/>
                  <a:gd name="T61" fmla="*/ 0 h 74"/>
                  <a:gd name="T62" fmla="*/ 8 w 8"/>
                  <a:gd name="T63" fmla="*/ 74 h 7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" h="74">
                    <a:moveTo>
                      <a:pt x="7" y="0"/>
                    </a:moveTo>
                    <a:lnTo>
                      <a:pt x="7" y="0"/>
                    </a:lnTo>
                    <a:lnTo>
                      <a:pt x="3" y="6"/>
                    </a:lnTo>
                    <a:lnTo>
                      <a:pt x="1" y="14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1" y="50"/>
                    </a:lnTo>
                    <a:lnTo>
                      <a:pt x="2" y="60"/>
                    </a:lnTo>
                    <a:lnTo>
                      <a:pt x="3" y="69"/>
                    </a:lnTo>
                    <a:lnTo>
                      <a:pt x="7" y="74"/>
                    </a:lnTo>
                    <a:lnTo>
                      <a:pt x="8" y="73"/>
                    </a:lnTo>
                    <a:lnTo>
                      <a:pt x="6" y="68"/>
                    </a:lnTo>
                    <a:lnTo>
                      <a:pt x="4" y="60"/>
                    </a:lnTo>
                    <a:lnTo>
                      <a:pt x="2" y="50"/>
                    </a:lnTo>
                    <a:lnTo>
                      <a:pt x="2" y="37"/>
                    </a:lnTo>
                    <a:lnTo>
                      <a:pt x="2" y="25"/>
                    </a:lnTo>
                    <a:lnTo>
                      <a:pt x="3" y="15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0" name="Freeform 983"/>
              <p:cNvSpPr>
                <a:spLocks/>
              </p:cNvSpPr>
              <p:nvPr/>
            </p:nvSpPr>
            <p:spPr bwMode="auto">
              <a:xfrm>
                <a:off x="3080" y="1883"/>
                <a:ext cx="8" cy="14"/>
              </a:xfrm>
              <a:custGeom>
                <a:avLst/>
                <a:gdLst>
                  <a:gd name="T0" fmla="*/ 0 w 8"/>
                  <a:gd name="T1" fmla="*/ 0 h 14"/>
                  <a:gd name="T2" fmla="*/ 0 w 8"/>
                  <a:gd name="T3" fmla="*/ 0 h 14"/>
                  <a:gd name="T4" fmla="*/ 1 w 8"/>
                  <a:gd name="T5" fmla="*/ 2 h 14"/>
                  <a:gd name="T6" fmla="*/ 2 w 8"/>
                  <a:gd name="T7" fmla="*/ 5 h 14"/>
                  <a:gd name="T8" fmla="*/ 4 w 8"/>
                  <a:gd name="T9" fmla="*/ 6 h 14"/>
                  <a:gd name="T10" fmla="*/ 5 w 8"/>
                  <a:gd name="T11" fmla="*/ 7 h 14"/>
                  <a:gd name="T12" fmla="*/ 5 w 8"/>
                  <a:gd name="T13" fmla="*/ 8 h 14"/>
                  <a:gd name="T14" fmla="*/ 4 w 8"/>
                  <a:gd name="T15" fmla="*/ 10 h 14"/>
                  <a:gd name="T16" fmla="*/ 0 w 8"/>
                  <a:gd name="T17" fmla="*/ 12 h 14"/>
                  <a:gd name="T18" fmla="*/ 1 w 8"/>
                  <a:gd name="T19" fmla="*/ 14 h 14"/>
                  <a:gd name="T20" fmla="*/ 5 w 8"/>
                  <a:gd name="T21" fmla="*/ 12 h 14"/>
                  <a:gd name="T22" fmla="*/ 8 w 8"/>
                  <a:gd name="T23" fmla="*/ 10 h 14"/>
                  <a:gd name="T24" fmla="*/ 8 w 8"/>
                  <a:gd name="T25" fmla="*/ 7 h 14"/>
                  <a:gd name="T26" fmla="*/ 7 w 8"/>
                  <a:gd name="T27" fmla="*/ 6 h 14"/>
                  <a:gd name="T28" fmla="*/ 5 w 8"/>
                  <a:gd name="T29" fmla="*/ 5 h 14"/>
                  <a:gd name="T30" fmla="*/ 3 w 8"/>
                  <a:gd name="T31" fmla="*/ 4 h 14"/>
                  <a:gd name="T32" fmla="*/ 2 w 8"/>
                  <a:gd name="T33" fmla="*/ 2 h 14"/>
                  <a:gd name="T34" fmla="*/ 2 w 8"/>
                  <a:gd name="T35" fmla="*/ 0 h 14"/>
                  <a:gd name="T36" fmla="*/ 0 w 8"/>
                  <a:gd name="T37" fmla="*/ 0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4"/>
                  <a:gd name="T59" fmla="*/ 8 w 8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5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1" name="Freeform 984"/>
              <p:cNvSpPr>
                <a:spLocks/>
              </p:cNvSpPr>
              <p:nvPr/>
            </p:nvSpPr>
            <p:spPr bwMode="auto">
              <a:xfrm>
                <a:off x="3080" y="1867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35 w 35"/>
                  <a:gd name="T3" fmla="*/ 0 h 16"/>
                  <a:gd name="T4" fmla="*/ 32 w 35"/>
                  <a:gd name="T5" fmla="*/ 0 h 16"/>
                  <a:gd name="T6" fmla="*/ 29 w 35"/>
                  <a:gd name="T7" fmla="*/ 0 h 16"/>
                  <a:gd name="T8" fmla="*/ 25 w 35"/>
                  <a:gd name="T9" fmla="*/ 1 h 16"/>
                  <a:gd name="T10" fmla="*/ 21 w 35"/>
                  <a:gd name="T11" fmla="*/ 1 h 16"/>
                  <a:gd name="T12" fmla="*/ 19 w 35"/>
                  <a:gd name="T13" fmla="*/ 2 h 16"/>
                  <a:gd name="T14" fmla="*/ 16 w 35"/>
                  <a:gd name="T15" fmla="*/ 2 h 16"/>
                  <a:gd name="T16" fmla="*/ 14 w 35"/>
                  <a:gd name="T17" fmla="*/ 3 h 16"/>
                  <a:gd name="T18" fmla="*/ 11 w 35"/>
                  <a:gd name="T19" fmla="*/ 5 h 16"/>
                  <a:gd name="T20" fmla="*/ 8 w 35"/>
                  <a:gd name="T21" fmla="*/ 6 h 16"/>
                  <a:gd name="T22" fmla="*/ 7 w 35"/>
                  <a:gd name="T23" fmla="*/ 7 h 16"/>
                  <a:gd name="T24" fmla="*/ 4 w 35"/>
                  <a:gd name="T25" fmla="*/ 9 h 16"/>
                  <a:gd name="T26" fmla="*/ 3 w 35"/>
                  <a:gd name="T27" fmla="*/ 10 h 16"/>
                  <a:gd name="T28" fmla="*/ 1 w 35"/>
                  <a:gd name="T29" fmla="*/ 12 h 16"/>
                  <a:gd name="T30" fmla="*/ 1 w 35"/>
                  <a:gd name="T31" fmla="*/ 13 h 16"/>
                  <a:gd name="T32" fmla="*/ 0 w 35"/>
                  <a:gd name="T33" fmla="*/ 15 h 16"/>
                  <a:gd name="T34" fmla="*/ 0 w 35"/>
                  <a:gd name="T35" fmla="*/ 16 h 16"/>
                  <a:gd name="T36" fmla="*/ 2 w 35"/>
                  <a:gd name="T37" fmla="*/ 16 h 16"/>
                  <a:gd name="T38" fmla="*/ 2 w 35"/>
                  <a:gd name="T39" fmla="*/ 15 h 16"/>
                  <a:gd name="T40" fmla="*/ 2 w 35"/>
                  <a:gd name="T41" fmla="*/ 14 h 16"/>
                  <a:gd name="T42" fmla="*/ 3 w 35"/>
                  <a:gd name="T43" fmla="*/ 13 h 16"/>
                  <a:gd name="T44" fmla="*/ 4 w 35"/>
                  <a:gd name="T45" fmla="*/ 11 h 16"/>
                  <a:gd name="T46" fmla="*/ 5 w 35"/>
                  <a:gd name="T47" fmla="*/ 10 h 16"/>
                  <a:gd name="T48" fmla="*/ 8 w 35"/>
                  <a:gd name="T49" fmla="*/ 9 h 16"/>
                  <a:gd name="T50" fmla="*/ 9 w 35"/>
                  <a:gd name="T51" fmla="*/ 7 h 16"/>
                  <a:gd name="T52" fmla="*/ 11 w 35"/>
                  <a:gd name="T53" fmla="*/ 7 h 16"/>
                  <a:gd name="T54" fmla="*/ 14 w 35"/>
                  <a:gd name="T55" fmla="*/ 6 h 16"/>
                  <a:gd name="T56" fmla="*/ 16 w 35"/>
                  <a:gd name="T57" fmla="*/ 5 h 16"/>
                  <a:gd name="T58" fmla="*/ 19 w 35"/>
                  <a:gd name="T59" fmla="*/ 3 h 16"/>
                  <a:gd name="T60" fmla="*/ 21 w 35"/>
                  <a:gd name="T61" fmla="*/ 3 h 16"/>
                  <a:gd name="T62" fmla="*/ 25 w 35"/>
                  <a:gd name="T63" fmla="*/ 2 h 16"/>
                  <a:gd name="T64" fmla="*/ 29 w 35"/>
                  <a:gd name="T65" fmla="*/ 2 h 16"/>
                  <a:gd name="T66" fmla="*/ 32 w 35"/>
                  <a:gd name="T67" fmla="*/ 2 h 16"/>
                  <a:gd name="T68" fmla="*/ 35 w 35"/>
                  <a:gd name="T69" fmla="*/ 2 h 16"/>
                  <a:gd name="T70" fmla="*/ 35 w 35"/>
                  <a:gd name="T71" fmla="*/ 0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1" y="1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3"/>
                    </a:lnTo>
                    <a:lnTo>
                      <a:pt x="11" y="5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2" name="Freeform 985"/>
              <p:cNvSpPr>
                <a:spLocks/>
              </p:cNvSpPr>
              <p:nvPr/>
            </p:nvSpPr>
            <p:spPr bwMode="auto">
              <a:xfrm>
                <a:off x="3115" y="1867"/>
                <a:ext cx="35" cy="16"/>
              </a:xfrm>
              <a:custGeom>
                <a:avLst/>
                <a:gdLst>
                  <a:gd name="T0" fmla="*/ 35 w 35"/>
                  <a:gd name="T1" fmla="*/ 16 h 16"/>
                  <a:gd name="T2" fmla="*/ 35 w 35"/>
                  <a:gd name="T3" fmla="*/ 16 h 16"/>
                  <a:gd name="T4" fmla="*/ 35 w 35"/>
                  <a:gd name="T5" fmla="*/ 15 h 16"/>
                  <a:gd name="T6" fmla="*/ 33 w 35"/>
                  <a:gd name="T7" fmla="*/ 13 h 16"/>
                  <a:gd name="T8" fmla="*/ 32 w 35"/>
                  <a:gd name="T9" fmla="*/ 12 h 16"/>
                  <a:gd name="T10" fmla="*/ 31 w 35"/>
                  <a:gd name="T11" fmla="*/ 10 h 16"/>
                  <a:gd name="T12" fmla="*/ 30 w 35"/>
                  <a:gd name="T13" fmla="*/ 9 h 16"/>
                  <a:gd name="T14" fmla="*/ 28 w 35"/>
                  <a:gd name="T15" fmla="*/ 7 h 16"/>
                  <a:gd name="T16" fmla="*/ 27 w 35"/>
                  <a:gd name="T17" fmla="*/ 6 h 16"/>
                  <a:gd name="T18" fmla="*/ 25 w 35"/>
                  <a:gd name="T19" fmla="*/ 5 h 16"/>
                  <a:gd name="T20" fmla="*/ 22 w 35"/>
                  <a:gd name="T21" fmla="*/ 3 h 16"/>
                  <a:gd name="T22" fmla="*/ 20 w 35"/>
                  <a:gd name="T23" fmla="*/ 2 h 16"/>
                  <a:gd name="T24" fmla="*/ 17 w 35"/>
                  <a:gd name="T25" fmla="*/ 2 h 16"/>
                  <a:gd name="T26" fmla="*/ 13 w 35"/>
                  <a:gd name="T27" fmla="*/ 1 h 16"/>
                  <a:gd name="T28" fmla="*/ 10 w 35"/>
                  <a:gd name="T29" fmla="*/ 1 h 16"/>
                  <a:gd name="T30" fmla="*/ 7 w 35"/>
                  <a:gd name="T31" fmla="*/ 0 h 16"/>
                  <a:gd name="T32" fmla="*/ 4 w 35"/>
                  <a:gd name="T33" fmla="*/ 0 h 16"/>
                  <a:gd name="T34" fmla="*/ 0 w 35"/>
                  <a:gd name="T35" fmla="*/ 0 h 16"/>
                  <a:gd name="T36" fmla="*/ 0 w 35"/>
                  <a:gd name="T37" fmla="*/ 2 h 16"/>
                  <a:gd name="T38" fmla="*/ 4 w 35"/>
                  <a:gd name="T39" fmla="*/ 2 h 16"/>
                  <a:gd name="T40" fmla="*/ 7 w 35"/>
                  <a:gd name="T41" fmla="*/ 2 h 16"/>
                  <a:gd name="T42" fmla="*/ 10 w 35"/>
                  <a:gd name="T43" fmla="*/ 2 h 16"/>
                  <a:gd name="T44" fmla="*/ 13 w 35"/>
                  <a:gd name="T45" fmla="*/ 3 h 16"/>
                  <a:gd name="T46" fmla="*/ 15 w 35"/>
                  <a:gd name="T47" fmla="*/ 3 h 16"/>
                  <a:gd name="T48" fmla="*/ 20 w 35"/>
                  <a:gd name="T49" fmla="*/ 5 h 16"/>
                  <a:gd name="T50" fmla="*/ 22 w 35"/>
                  <a:gd name="T51" fmla="*/ 6 h 16"/>
                  <a:gd name="T52" fmla="*/ 24 w 35"/>
                  <a:gd name="T53" fmla="*/ 7 h 16"/>
                  <a:gd name="T54" fmla="*/ 26 w 35"/>
                  <a:gd name="T55" fmla="*/ 7 h 16"/>
                  <a:gd name="T56" fmla="*/ 27 w 35"/>
                  <a:gd name="T57" fmla="*/ 9 h 16"/>
                  <a:gd name="T58" fmla="*/ 29 w 35"/>
                  <a:gd name="T59" fmla="*/ 10 h 16"/>
                  <a:gd name="T60" fmla="*/ 30 w 35"/>
                  <a:gd name="T61" fmla="*/ 11 h 16"/>
                  <a:gd name="T62" fmla="*/ 31 w 35"/>
                  <a:gd name="T63" fmla="*/ 13 h 16"/>
                  <a:gd name="T64" fmla="*/ 32 w 35"/>
                  <a:gd name="T65" fmla="*/ 14 h 16"/>
                  <a:gd name="T66" fmla="*/ 32 w 35"/>
                  <a:gd name="T67" fmla="*/ 15 h 16"/>
                  <a:gd name="T68" fmla="*/ 32 w 35"/>
                  <a:gd name="T69" fmla="*/ 16 h 16"/>
                  <a:gd name="T70" fmla="*/ 35 w 35"/>
                  <a:gd name="T71" fmla="*/ 16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"/>
                  <a:gd name="T109" fmla="*/ 0 h 16"/>
                  <a:gd name="T110" fmla="*/ 35 w 35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" h="16">
                    <a:moveTo>
                      <a:pt x="35" y="16"/>
                    </a:moveTo>
                    <a:lnTo>
                      <a:pt x="35" y="16"/>
                    </a:lnTo>
                    <a:lnTo>
                      <a:pt x="35" y="15"/>
                    </a:lnTo>
                    <a:lnTo>
                      <a:pt x="33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6"/>
                    </a:lnTo>
                    <a:lnTo>
                      <a:pt x="25" y="5"/>
                    </a:lnTo>
                    <a:lnTo>
                      <a:pt x="22" y="3"/>
                    </a:lnTo>
                    <a:lnTo>
                      <a:pt x="20" y="2"/>
                    </a:lnTo>
                    <a:lnTo>
                      <a:pt x="17" y="2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2" y="6"/>
                    </a:lnTo>
                    <a:lnTo>
                      <a:pt x="24" y="7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1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3" name="Freeform 986"/>
              <p:cNvSpPr>
                <a:spLocks/>
              </p:cNvSpPr>
              <p:nvPr/>
            </p:nvSpPr>
            <p:spPr bwMode="auto">
              <a:xfrm>
                <a:off x="3142" y="1883"/>
                <a:ext cx="8" cy="12"/>
              </a:xfrm>
              <a:custGeom>
                <a:avLst/>
                <a:gdLst>
                  <a:gd name="T0" fmla="*/ 6 w 8"/>
                  <a:gd name="T1" fmla="*/ 11 h 12"/>
                  <a:gd name="T2" fmla="*/ 6 w 8"/>
                  <a:gd name="T3" fmla="*/ 11 h 12"/>
                  <a:gd name="T4" fmla="*/ 3 w 8"/>
                  <a:gd name="T5" fmla="*/ 8 h 12"/>
                  <a:gd name="T6" fmla="*/ 2 w 8"/>
                  <a:gd name="T7" fmla="*/ 7 h 12"/>
                  <a:gd name="T8" fmla="*/ 2 w 8"/>
                  <a:gd name="T9" fmla="*/ 6 h 12"/>
                  <a:gd name="T10" fmla="*/ 3 w 8"/>
                  <a:gd name="T11" fmla="*/ 6 h 12"/>
                  <a:gd name="T12" fmla="*/ 5 w 8"/>
                  <a:gd name="T13" fmla="*/ 5 h 12"/>
                  <a:gd name="T14" fmla="*/ 6 w 8"/>
                  <a:gd name="T15" fmla="*/ 2 h 12"/>
                  <a:gd name="T16" fmla="*/ 8 w 8"/>
                  <a:gd name="T17" fmla="*/ 0 h 12"/>
                  <a:gd name="T18" fmla="*/ 5 w 8"/>
                  <a:gd name="T19" fmla="*/ 0 h 12"/>
                  <a:gd name="T20" fmla="*/ 5 w 8"/>
                  <a:gd name="T21" fmla="*/ 2 h 12"/>
                  <a:gd name="T22" fmla="*/ 4 w 8"/>
                  <a:gd name="T23" fmla="*/ 4 h 12"/>
                  <a:gd name="T24" fmla="*/ 2 w 8"/>
                  <a:gd name="T25" fmla="*/ 4 h 12"/>
                  <a:gd name="T26" fmla="*/ 1 w 8"/>
                  <a:gd name="T27" fmla="*/ 5 h 12"/>
                  <a:gd name="T28" fmla="*/ 0 w 8"/>
                  <a:gd name="T29" fmla="*/ 6 h 12"/>
                  <a:gd name="T30" fmla="*/ 0 w 8"/>
                  <a:gd name="T31" fmla="*/ 7 h 12"/>
                  <a:gd name="T32" fmla="*/ 2 w 8"/>
                  <a:gd name="T33" fmla="*/ 9 h 12"/>
                  <a:gd name="T34" fmla="*/ 5 w 8"/>
                  <a:gd name="T35" fmla="*/ 12 h 12"/>
                  <a:gd name="T36" fmla="*/ 6 w 8"/>
                  <a:gd name="T37" fmla="*/ 11 h 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2"/>
                  <a:gd name="T59" fmla="*/ 8 w 8"/>
                  <a:gd name="T60" fmla="*/ 12 h 1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2">
                    <a:moveTo>
                      <a:pt x="6" y="11"/>
                    </a:moveTo>
                    <a:lnTo>
                      <a:pt x="6" y="11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12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4" name="Freeform 987"/>
              <p:cNvSpPr>
                <a:spLocks/>
              </p:cNvSpPr>
              <p:nvPr/>
            </p:nvSpPr>
            <p:spPr bwMode="auto">
              <a:xfrm>
                <a:off x="3145" y="1894"/>
                <a:ext cx="11" cy="78"/>
              </a:xfrm>
              <a:custGeom>
                <a:avLst/>
                <a:gdLst>
                  <a:gd name="T0" fmla="*/ 1 w 11"/>
                  <a:gd name="T1" fmla="*/ 78 h 78"/>
                  <a:gd name="T2" fmla="*/ 1 w 11"/>
                  <a:gd name="T3" fmla="*/ 78 h 78"/>
                  <a:gd name="T4" fmla="*/ 6 w 11"/>
                  <a:gd name="T5" fmla="*/ 74 h 78"/>
                  <a:gd name="T6" fmla="*/ 8 w 11"/>
                  <a:gd name="T7" fmla="*/ 65 h 78"/>
                  <a:gd name="T8" fmla="*/ 10 w 11"/>
                  <a:gd name="T9" fmla="*/ 53 h 78"/>
                  <a:gd name="T10" fmla="*/ 11 w 11"/>
                  <a:gd name="T11" fmla="*/ 41 h 78"/>
                  <a:gd name="T12" fmla="*/ 11 w 11"/>
                  <a:gd name="T13" fmla="*/ 28 h 78"/>
                  <a:gd name="T14" fmla="*/ 10 w 11"/>
                  <a:gd name="T15" fmla="*/ 16 h 78"/>
                  <a:gd name="T16" fmla="*/ 8 w 11"/>
                  <a:gd name="T17" fmla="*/ 6 h 78"/>
                  <a:gd name="T18" fmla="*/ 3 w 11"/>
                  <a:gd name="T19" fmla="*/ 0 h 78"/>
                  <a:gd name="T20" fmla="*/ 2 w 11"/>
                  <a:gd name="T21" fmla="*/ 1 h 78"/>
                  <a:gd name="T22" fmla="*/ 6 w 11"/>
                  <a:gd name="T23" fmla="*/ 6 h 78"/>
                  <a:gd name="T24" fmla="*/ 8 w 11"/>
                  <a:gd name="T25" fmla="*/ 17 h 78"/>
                  <a:gd name="T26" fmla="*/ 9 w 11"/>
                  <a:gd name="T27" fmla="*/ 28 h 78"/>
                  <a:gd name="T28" fmla="*/ 9 w 11"/>
                  <a:gd name="T29" fmla="*/ 41 h 78"/>
                  <a:gd name="T30" fmla="*/ 8 w 11"/>
                  <a:gd name="T31" fmla="*/ 53 h 78"/>
                  <a:gd name="T32" fmla="*/ 6 w 11"/>
                  <a:gd name="T33" fmla="*/ 65 h 78"/>
                  <a:gd name="T34" fmla="*/ 2 w 11"/>
                  <a:gd name="T35" fmla="*/ 73 h 78"/>
                  <a:gd name="T36" fmla="*/ 0 w 11"/>
                  <a:gd name="T37" fmla="*/ 77 h 78"/>
                  <a:gd name="T38" fmla="*/ 1 w 11"/>
                  <a:gd name="T39" fmla="*/ 78 h 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78"/>
                  <a:gd name="T62" fmla="*/ 11 w 11"/>
                  <a:gd name="T63" fmla="*/ 78 h 7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78">
                    <a:moveTo>
                      <a:pt x="1" y="78"/>
                    </a:moveTo>
                    <a:lnTo>
                      <a:pt x="1" y="78"/>
                    </a:lnTo>
                    <a:lnTo>
                      <a:pt x="6" y="74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1" y="41"/>
                    </a:lnTo>
                    <a:lnTo>
                      <a:pt x="11" y="28"/>
                    </a:lnTo>
                    <a:lnTo>
                      <a:pt x="10" y="16"/>
                    </a:lnTo>
                    <a:lnTo>
                      <a:pt x="8" y="6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6" y="6"/>
                    </a:lnTo>
                    <a:lnTo>
                      <a:pt x="8" y="17"/>
                    </a:lnTo>
                    <a:lnTo>
                      <a:pt x="9" y="28"/>
                    </a:lnTo>
                    <a:lnTo>
                      <a:pt x="9" y="41"/>
                    </a:lnTo>
                    <a:lnTo>
                      <a:pt x="8" y="53"/>
                    </a:lnTo>
                    <a:lnTo>
                      <a:pt x="6" y="65"/>
                    </a:lnTo>
                    <a:lnTo>
                      <a:pt x="2" y="73"/>
                    </a:lnTo>
                    <a:lnTo>
                      <a:pt x="0" y="77"/>
                    </a:lnTo>
                    <a:lnTo>
                      <a:pt x="1" y="78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5" name="Freeform 988"/>
              <p:cNvSpPr>
                <a:spLocks/>
              </p:cNvSpPr>
              <p:nvPr/>
            </p:nvSpPr>
            <p:spPr bwMode="auto">
              <a:xfrm>
                <a:off x="3348" y="1912"/>
                <a:ext cx="36" cy="34"/>
              </a:xfrm>
              <a:custGeom>
                <a:avLst/>
                <a:gdLst>
                  <a:gd name="T0" fmla="*/ 17 w 36"/>
                  <a:gd name="T1" fmla="*/ 34 h 34"/>
                  <a:gd name="T2" fmla="*/ 22 w 36"/>
                  <a:gd name="T3" fmla="*/ 34 h 34"/>
                  <a:gd name="T4" fmla="*/ 24 w 36"/>
                  <a:gd name="T5" fmla="*/ 33 h 34"/>
                  <a:gd name="T6" fmla="*/ 27 w 36"/>
                  <a:gd name="T7" fmla="*/ 31 h 34"/>
                  <a:gd name="T8" fmla="*/ 29 w 36"/>
                  <a:gd name="T9" fmla="*/ 30 h 34"/>
                  <a:gd name="T10" fmla="*/ 32 w 36"/>
                  <a:gd name="T11" fmla="*/ 26 h 34"/>
                  <a:gd name="T12" fmla="*/ 35 w 36"/>
                  <a:gd name="T13" fmla="*/ 24 h 34"/>
                  <a:gd name="T14" fmla="*/ 36 w 36"/>
                  <a:gd name="T15" fmla="*/ 20 h 34"/>
                  <a:gd name="T16" fmla="*/ 36 w 36"/>
                  <a:gd name="T17" fmla="*/ 17 h 34"/>
                  <a:gd name="T18" fmla="*/ 36 w 36"/>
                  <a:gd name="T19" fmla="*/ 14 h 34"/>
                  <a:gd name="T20" fmla="*/ 35 w 36"/>
                  <a:gd name="T21" fmla="*/ 10 h 34"/>
                  <a:gd name="T22" fmla="*/ 32 w 36"/>
                  <a:gd name="T23" fmla="*/ 8 h 34"/>
                  <a:gd name="T24" fmla="*/ 29 w 36"/>
                  <a:gd name="T25" fmla="*/ 4 h 34"/>
                  <a:gd name="T26" fmla="*/ 27 w 36"/>
                  <a:gd name="T27" fmla="*/ 3 h 34"/>
                  <a:gd name="T28" fmla="*/ 24 w 36"/>
                  <a:gd name="T29" fmla="*/ 1 h 34"/>
                  <a:gd name="T30" fmla="*/ 22 w 36"/>
                  <a:gd name="T31" fmla="*/ 0 h 34"/>
                  <a:gd name="T32" fmla="*/ 17 w 36"/>
                  <a:gd name="T33" fmla="*/ 0 h 34"/>
                  <a:gd name="T34" fmla="*/ 13 w 36"/>
                  <a:gd name="T35" fmla="*/ 0 h 34"/>
                  <a:gd name="T36" fmla="*/ 11 w 36"/>
                  <a:gd name="T37" fmla="*/ 1 h 34"/>
                  <a:gd name="T38" fmla="*/ 8 w 36"/>
                  <a:gd name="T39" fmla="*/ 3 h 34"/>
                  <a:gd name="T40" fmla="*/ 6 w 36"/>
                  <a:gd name="T41" fmla="*/ 4 h 34"/>
                  <a:gd name="T42" fmla="*/ 4 w 36"/>
                  <a:gd name="T43" fmla="*/ 8 h 34"/>
                  <a:gd name="T44" fmla="*/ 1 w 36"/>
                  <a:gd name="T45" fmla="*/ 10 h 34"/>
                  <a:gd name="T46" fmla="*/ 0 w 36"/>
                  <a:gd name="T47" fmla="*/ 14 h 34"/>
                  <a:gd name="T48" fmla="*/ 0 w 36"/>
                  <a:gd name="T49" fmla="*/ 17 h 34"/>
                  <a:gd name="T50" fmla="*/ 0 w 36"/>
                  <a:gd name="T51" fmla="*/ 20 h 34"/>
                  <a:gd name="T52" fmla="*/ 1 w 36"/>
                  <a:gd name="T53" fmla="*/ 24 h 34"/>
                  <a:gd name="T54" fmla="*/ 4 w 36"/>
                  <a:gd name="T55" fmla="*/ 26 h 34"/>
                  <a:gd name="T56" fmla="*/ 6 w 36"/>
                  <a:gd name="T57" fmla="*/ 30 h 34"/>
                  <a:gd name="T58" fmla="*/ 8 w 36"/>
                  <a:gd name="T59" fmla="*/ 31 h 34"/>
                  <a:gd name="T60" fmla="*/ 11 w 36"/>
                  <a:gd name="T61" fmla="*/ 33 h 34"/>
                  <a:gd name="T62" fmla="*/ 13 w 36"/>
                  <a:gd name="T63" fmla="*/ 34 h 34"/>
                  <a:gd name="T64" fmla="*/ 17 w 36"/>
                  <a:gd name="T65" fmla="*/ 34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6"/>
                  <a:gd name="T100" fmla="*/ 0 h 34"/>
                  <a:gd name="T101" fmla="*/ 36 w 36"/>
                  <a:gd name="T102" fmla="*/ 34 h 3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6" h="34">
                    <a:moveTo>
                      <a:pt x="17" y="34"/>
                    </a:moveTo>
                    <a:lnTo>
                      <a:pt x="22" y="34"/>
                    </a:lnTo>
                    <a:lnTo>
                      <a:pt x="24" y="33"/>
                    </a:lnTo>
                    <a:lnTo>
                      <a:pt x="27" y="31"/>
                    </a:lnTo>
                    <a:lnTo>
                      <a:pt x="29" y="30"/>
                    </a:lnTo>
                    <a:lnTo>
                      <a:pt x="32" y="26"/>
                    </a:lnTo>
                    <a:lnTo>
                      <a:pt x="35" y="24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6" y="14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4" y="26"/>
                    </a:lnTo>
                    <a:lnTo>
                      <a:pt x="6" y="30"/>
                    </a:lnTo>
                    <a:lnTo>
                      <a:pt x="8" y="31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96" name="Freeform 989"/>
              <p:cNvSpPr>
                <a:spLocks/>
              </p:cNvSpPr>
              <p:nvPr/>
            </p:nvSpPr>
            <p:spPr bwMode="auto">
              <a:xfrm>
                <a:off x="3156" y="1912"/>
                <a:ext cx="209" cy="34"/>
              </a:xfrm>
              <a:custGeom>
                <a:avLst/>
                <a:gdLst>
                  <a:gd name="T0" fmla="*/ 209 w 209"/>
                  <a:gd name="T1" fmla="*/ 0 h 34"/>
                  <a:gd name="T2" fmla="*/ 0 w 209"/>
                  <a:gd name="T3" fmla="*/ 10 h 34"/>
                  <a:gd name="T4" fmla="*/ 0 w 209"/>
                  <a:gd name="T5" fmla="*/ 26 h 34"/>
                  <a:gd name="T6" fmla="*/ 209 w 209"/>
                  <a:gd name="T7" fmla="*/ 34 h 34"/>
                  <a:gd name="T8" fmla="*/ 209 w 20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9"/>
                  <a:gd name="T16" fmla="*/ 0 h 34"/>
                  <a:gd name="T17" fmla="*/ 209 w 20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9" h="34">
                    <a:moveTo>
                      <a:pt x="209" y="0"/>
                    </a:moveTo>
                    <a:lnTo>
                      <a:pt x="0" y="10"/>
                    </a:lnTo>
                    <a:lnTo>
                      <a:pt x="0" y="26"/>
                    </a:lnTo>
                    <a:lnTo>
                      <a:pt x="209" y="34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9184" name="Rectangle 990"/>
            <p:cNvSpPr>
              <a:spLocks noChangeArrowheads="1"/>
            </p:cNvSpPr>
            <p:nvPr/>
          </p:nvSpPr>
          <p:spPr bwMode="auto">
            <a:xfrm>
              <a:off x="3440" y="2687"/>
              <a:ext cx="292" cy="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Selection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49185" name="Rectangle 991"/>
            <p:cNvSpPr>
              <a:spLocks noChangeArrowheads="1"/>
            </p:cNvSpPr>
            <p:nvPr/>
          </p:nvSpPr>
          <p:spPr bwMode="auto">
            <a:xfrm>
              <a:off x="2258" y="2721"/>
              <a:ext cx="545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Risk Assessment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49186" name="Group 992"/>
            <p:cNvGrpSpPr>
              <a:grpSpLocks/>
            </p:cNvGrpSpPr>
            <p:nvPr/>
          </p:nvGrpSpPr>
          <p:grpSpPr bwMode="auto">
            <a:xfrm>
              <a:off x="2372" y="2391"/>
              <a:ext cx="312" cy="302"/>
              <a:chOff x="2028" y="1892"/>
              <a:chExt cx="263" cy="282"/>
            </a:xfrm>
          </p:grpSpPr>
          <p:sp>
            <p:nvSpPr>
              <p:cNvPr id="49288" name="Freeform 993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24 w 263"/>
                  <a:gd name="T27" fmla="*/ 282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63"/>
                  <a:gd name="T43" fmla="*/ 0 h 282"/>
                  <a:gd name="T44" fmla="*/ 263 w 263"/>
                  <a:gd name="T45" fmla="*/ 282 h 28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89" name="Freeform 994"/>
              <p:cNvSpPr>
                <a:spLocks/>
              </p:cNvSpPr>
              <p:nvPr/>
            </p:nvSpPr>
            <p:spPr bwMode="auto">
              <a:xfrm>
                <a:off x="2028" y="1892"/>
                <a:ext cx="263" cy="282"/>
              </a:xfrm>
              <a:custGeom>
                <a:avLst/>
                <a:gdLst>
                  <a:gd name="T0" fmla="*/ 24 w 263"/>
                  <a:gd name="T1" fmla="*/ 282 h 282"/>
                  <a:gd name="T2" fmla="*/ 239 w 263"/>
                  <a:gd name="T3" fmla="*/ 282 h 282"/>
                  <a:gd name="T4" fmla="*/ 239 w 263"/>
                  <a:gd name="T5" fmla="*/ 255 h 282"/>
                  <a:gd name="T6" fmla="*/ 263 w 263"/>
                  <a:gd name="T7" fmla="*/ 255 h 282"/>
                  <a:gd name="T8" fmla="*/ 263 w 263"/>
                  <a:gd name="T9" fmla="*/ 27 h 282"/>
                  <a:gd name="T10" fmla="*/ 239 w 263"/>
                  <a:gd name="T11" fmla="*/ 27 h 282"/>
                  <a:gd name="T12" fmla="*/ 239 w 263"/>
                  <a:gd name="T13" fmla="*/ 0 h 282"/>
                  <a:gd name="T14" fmla="*/ 24 w 263"/>
                  <a:gd name="T15" fmla="*/ 0 h 282"/>
                  <a:gd name="T16" fmla="*/ 24 w 263"/>
                  <a:gd name="T17" fmla="*/ 27 h 282"/>
                  <a:gd name="T18" fmla="*/ 0 w 263"/>
                  <a:gd name="T19" fmla="*/ 27 h 282"/>
                  <a:gd name="T20" fmla="*/ 0 w 263"/>
                  <a:gd name="T21" fmla="*/ 255 h 282"/>
                  <a:gd name="T22" fmla="*/ 24 w 263"/>
                  <a:gd name="T23" fmla="*/ 255 h 282"/>
                  <a:gd name="T24" fmla="*/ 24 w 263"/>
                  <a:gd name="T25" fmla="*/ 282 h 2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3"/>
                  <a:gd name="T40" fmla="*/ 0 h 282"/>
                  <a:gd name="T41" fmla="*/ 263 w 263"/>
                  <a:gd name="T42" fmla="*/ 282 h 28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3" h="282">
                    <a:moveTo>
                      <a:pt x="24" y="282"/>
                    </a:moveTo>
                    <a:lnTo>
                      <a:pt x="239" y="282"/>
                    </a:lnTo>
                    <a:lnTo>
                      <a:pt x="239" y="255"/>
                    </a:lnTo>
                    <a:lnTo>
                      <a:pt x="263" y="255"/>
                    </a:lnTo>
                    <a:lnTo>
                      <a:pt x="263" y="27"/>
                    </a:lnTo>
                    <a:lnTo>
                      <a:pt x="239" y="27"/>
                    </a:lnTo>
                    <a:lnTo>
                      <a:pt x="239" y="0"/>
                    </a:lnTo>
                    <a:lnTo>
                      <a:pt x="24" y="0"/>
                    </a:lnTo>
                    <a:lnTo>
                      <a:pt x="24" y="27"/>
                    </a:lnTo>
                    <a:lnTo>
                      <a:pt x="0" y="27"/>
                    </a:lnTo>
                    <a:lnTo>
                      <a:pt x="0" y="255"/>
                    </a:lnTo>
                    <a:lnTo>
                      <a:pt x="24" y="255"/>
                    </a:lnTo>
                    <a:lnTo>
                      <a:pt x="24" y="28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0" name="Line 995"/>
              <p:cNvSpPr>
                <a:spLocks noChangeShapeType="1"/>
              </p:cNvSpPr>
              <p:nvPr/>
            </p:nvSpPr>
            <p:spPr bwMode="auto">
              <a:xfrm>
                <a:off x="2086" y="1914"/>
                <a:ext cx="17" cy="32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1" name="Line 996"/>
              <p:cNvSpPr>
                <a:spLocks noChangeShapeType="1"/>
              </p:cNvSpPr>
              <p:nvPr/>
            </p:nvSpPr>
            <p:spPr bwMode="auto">
              <a:xfrm>
                <a:off x="2053" y="1942"/>
                <a:ext cx="29" cy="2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2" name="Line 997"/>
              <p:cNvSpPr>
                <a:spLocks noChangeShapeType="1"/>
              </p:cNvSpPr>
              <p:nvPr/>
            </p:nvSpPr>
            <p:spPr bwMode="auto">
              <a:xfrm flipV="1">
                <a:off x="2041" y="2030"/>
                <a:ext cx="34" cy="3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3" name="Line 998"/>
              <p:cNvSpPr>
                <a:spLocks noChangeShapeType="1"/>
              </p:cNvSpPr>
              <p:nvPr/>
            </p:nvSpPr>
            <p:spPr bwMode="auto">
              <a:xfrm flipH="1">
                <a:off x="2054" y="2069"/>
                <a:ext cx="37" cy="3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4" name="Line 999"/>
              <p:cNvSpPr>
                <a:spLocks noChangeShapeType="1"/>
              </p:cNvSpPr>
              <p:nvPr/>
            </p:nvSpPr>
            <p:spPr bwMode="auto">
              <a:xfrm flipH="1">
                <a:off x="2169" y="1903"/>
                <a:ext cx="2" cy="28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5" name="Line 1000"/>
              <p:cNvSpPr>
                <a:spLocks noChangeShapeType="1"/>
              </p:cNvSpPr>
              <p:nvPr/>
            </p:nvSpPr>
            <p:spPr bwMode="auto">
              <a:xfrm flipH="1">
                <a:off x="2218" y="1916"/>
                <a:ext cx="28" cy="3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6" name="Line 1001"/>
              <p:cNvSpPr>
                <a:spLocks noChangeShapeType="1"/>
              </p:cNvSpPr>
              <p:nvPr/>
            </p:nvSpPr>
            <p:spPr bwMode="auto">
              <a:xfrm flipV="1">
                <a:off x="2241" y="2006"/>
                <a:ext cx="40" cy="6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7" name="Line 1002"/>
              <p:cNvSpPr>
                <a:spLocks noChangeShapeType="1"/>
              </p:cNvSpPr>
              <p:nvPr/>
            </p:nvSpPr>
            <p:spPr bwMode="auto">
              <a:xfrm>
                <a:off x="2231" y="2061"/>
                <a:ext cx="34" cy="40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8" name="Line 1003"/>
              <p:cNvSpPr>
                <a:spLocks noChangeShapeType="1"/>
              </p:cNvSpPr>
              <p:nvPr/>
            </p:nvSpPr>
            <p:spPr bwMode="auto">
              <a:xfrm>
                <a:off x="2241" y="2037"/>
                <a:ext cx="25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99" name="Line 1004"/>
              <p:cNvSpPr>
                <a:spLocks noChangeShapeType="1"/>
              </p:cNvSpPr>
              <p:nvPr/>
            </p:nvSpPr>
            <p:spPr bwMode="auto">
              <a:xfrm flipH="1">
                <a:off x="2060" y="2049"/>
                <a:ext cx="16" cy="7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0" name="Line 1005"/>
              <p:cNvSpPr>
                <a:spLocks noChangeShapeType="1"/>
              </p:cNvSpPr>
              <p:nvPr/>
            </p:nvSpPr>
            <p:spPr bwMode="auto">
              <a:xfrm flipV="1">
                <a:off x="2192" y="1917"/>
                <a:ext cx="6" cy="15"/>
              </a:xfrm>
              <a:prstGeom prst="line">
                <a:avLst/>
              </a:prstGeom>
              <a:noFill/>
              <a:ln w="317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1" name="Freeform 1006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2" name="Freeform 1007"/>
              <p:cNvSpPr>
                <a:spLocks/>
              </p:cNvSpPr>
              <p:nvPr/>
            </p:nvSpPr>
            <p:spPr bwMode="auto">
              <a:xfrm>
                <a:off x="2096" y="2125"/>
                <a:ext cx="127" cy="39"/>
              </a:xfrm>
              <a:custGeom>
                <a:avLst/>
                <a:gdLst>
                  <a:gd name="T0" fmla="*/ 64 w 127"/>
                  <a:gd name="T1" fmla="*/ 39 h 39"/>
                  <a:gd name="T2" fmla="*/ 70 w 127"/>
                  <a:gd name="T3" fmla="*/ 39 h 39"/>
                  <a:gd name="T4" fmla="*/ 76 w 127"/>
                  <a:gd name="T5" fmla="*/ 38 h 39"/>
                  <a:gd name="T6" fmla="*/ 82 w 127"/>
                  <a:gd name="T7" fmla="*/ 38 h 39"/>
                  <a:gd name="T8" fmla="*/ 89 w 127"/>
                  <a:gd name="T9" fmla="*/ 37 h 39"/>
                  <a:gd name="T10" fmla="*/ 95 w 127"/>
                  <a:gd name="T11" fmla="*/ 36 h 39"/>
                  <a:gd name="T12" fmla="*/ 100 w 127"/>
                  <a:gd name="T13" fmla="*/ 34 h 39"/>
                  <a:gd name="T14" fmla="*/ 107 w 127"/>
                  <a:gd name="T15" fmla="*/ 33 h 39"/>
                  <a:gd name="T16" fmla="*/ 112 w 127"/>
                  <a:gd name="T17" fmla="*/ 31 h 39"/>
                  <a:gd name="T18" fmla="*/ 117 w 127"/>
                  <a:gd name="T19" fmla="*/ 28 h 39"/>
                  <a:gd name="T20" fmla="*/ 123 w 127"/>
                  <a:gd name="T21" fmla="*/ 25 h 39"/>
                  <a:gd name="T22" fmla="*/ 124 w 127"/>
                  <a:gd name="T23" fmla="*/ 24 h 39"/>
                  <a:gd name="T24" fmla="*/ 126 w 127"/>
                  <a:gd name="T25" fmla="*/ 22 h 39"/>
                  <a:gd name="T26" fmla="*/ 127 w 127"/>
                  <a:gd name="T27" fmla="*/ 19 h 39"/>
                  <a:gd name="T28" fmla="*/ 127 w 127"/>
                  <a:gd name="T29" fmla="*/ 15 h 39"/>
                  <a:gd name="T30" fmla="*/ 127 w 127"/>
                  <a:gd name="T31" fmla="*/ 11 h 39"/>
                  <a:gd name="T32" fmla="*/ 126 w 127"/>
                  <a:gd name="T33" fmla="*/ 7 h 39"/>
                  <a:gd name="T34" fmla="*/ 125 w 127"/>
                  <a:gd name="T35" fmla="*/ 4 h 39"/>
                  <a:gd name="T36" fmla="*/ 122 w 127"/>
                  <a:gd name="T37" fmla="*/ 1 h 39"/>
                  <a:gd name="T38" fmla="*/ 119 w 127"/>
                  <a:gd name="T39" fmla="*/ 0 h 39"/>
                  <a:gd name="T40" fmla="*/ 113 w 127"/>
                  <a:gd name="T41" fmla="*/ 0 h 39"/>
                  <a:gd name="T42" fmla="*/ 14 w 127"/>
                  <a:gd name="T43" fmla="*/ 0 h 39"/>
                  <a:gd name="T44" fmla="*/ 8 w 127"/>
                  <a:gd name="T45" fmla="*/ 0 h 39"/>
                  <a:gd name="T46" fmla="*/ 5 w 127"/>
                  <a:gd name="T47" fmla="*/ 1 h 39"/>
                  <a:gd name="T48" fmla="*/ 2 w 127"/>
                  <a:gd name="T49" fmla="*/ 4 h 39"/>
                  <a:gd name="T50" fmla="*/ 1 w 127"/>
                  <a:gd name="T51" fmla="*/ 7 h 39"/>
                  <a:gd name="T52" fmla="*/ 0 w 127"/>
                  <a:gd name="T53" fmla="*/ 11 h 39"/>
                  <a:gd name="T54" fmla="*/ 0 w 127"/>
                  <a:gd name="T55" fmla="*/ 15 h 39"/>
                  <a:gd name="T56" fmla="*/ 1 w 127"/>
                  <a:gd name="T57" fmla="*/ 19 h 39"/>
                  <a:gd name="T58" fmla="*/ 2 w 127"/>
                  <a:gd name="T59" fmla="*/ 22 h 39"/>
                  <a:gd name="T60" fmla="*/ 3 w 127"/>
                  <a:gd name="T61" fmla="*/ 24 h 39"/>
                  <a:gd name="T62" fmla="*/ 4 w 127"/>
                  <a:gd name="T63" fmla="*/ 25 h 39"/>
                  <a:gd name="T64" fmla="*/ 10 w 127"/>
                  <a:gd name="T65" fmla="*/ 28 h 39"/>
                  <a:gd name="T66" fmla="*/ 15 w 127"/>
                  <a:gd name="T67" fmla="*/ 31 h 39"/>
                  <a:gd name="T68" fmla="*/ 20 w 127"/>
                  <a:gd name="T69" fmla="*/ 33 h 39"/>
                  <a:gd name="T70" fmla="*/ 27 w 127"/>
                  <a:gd name="T71" fmla="*/ 34 h 39"/>
                  <a:gd name="T72" fmla="*/ 32 w 127"/>
                  <a:gd name="T73" fmla="*/ 36 h 39"/>
                  <a:gd name="T74" fmla="*/ 38 w 127"/>
                  <a:gd name="T75" fmla="*/ 37 h 39"/>
                  <a:gd name="T76" fmla="*/ 45 w 127"/>
                  <a:gd name="T77" fmla="*/ 38 h 39"/>
                  <a:gd name="T78" fmla="*/ 50 w 127"/>
                  <a:gd name="T79" fmla="*/ 38 h 39"/>
                  <a:gd name="T80" fmla="*/ 58 w 127"/>
                  <a:gd name="T81" fmla="*/ 39 h 39"/>
                  <a:gd name="T82" fmla="*/ 64 w 127"/>
                  <a:gd name="T83" fmla="*/ 39 h 3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7"/>
                  <a:gd name="T127" fmla="*/ 0 h 39"/>
                  <a:gd name="T128" fmla="*/ 127 w 127"/>
                  <a:gd name="T129" fmla="*/ 39 h 3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7" h="39">
                    <a:moveTo>
                      <a:pt x="64" y="39"/>
                    </a:moveTo>
                    <a:lnTo>
                      <a:pt x="70" y="39"/>
                    </a:lnTo>
                    <a:lnTo>
                      <a:pt x="76" y="38"/>
                    </a:lnTo>
                    <a:lnTo>
                      <a:pt x="82" y="38"/>
                    </a:lnTo>
                    <a:lnTo>
                      <a:pt x="89" y="37"/>
                    </a:lnTo>
                    <a:lnTo>
                      <a:pt x="95" y="36"/>
                    </a:lnTo>
                    <a:lnTo>
                      <a:pt x="100" y="34"/>
                    </a:lnTo>
                    <a:lnTo>
                      <a:pt x="107" y="33"/>
                    </a:lnTo>
                    <a:lnTo>
                      <a:pt x="112" y="31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7" y="19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126" y="7"/>
                    </a:lnTo>
                    <a:lnTo>
                      <a:pt x="125" y="4"/>
                    </a:lnTo>
                    <a:lnTo>
                      <a:pt x="122" y="1"/>
                    </a:lnTo>
                    <a:lnTo>
                      <a:pt x="119" y="0"/>
                    </a:lnTo>
                    <a:lnTo>
                      <a:pt x="113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4" y="25"/>
                    </a:lnTo>
                    <a:lnTo>
                      <a:pt x="10" y="28"/>
                    </a:lnTo>
                    <a:lnTo>
                      <a:pt x="15" y="31"/>
                    </a:lnTo>
                    <a:lnTo>
                      <a:pt x="20" y="33"/>
                    </a:lnTo>
                    <a:lnTo>
                      <a:pt x="27" y="34"/>
                    </a:lnTo>
                    <a:lnTo>
                      <a:pt x="32" y="36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50" y="38"/>
                    </a:lnTo>
                    <a:lnTo>
                      <a:pt x="58" y="39"/>
                    </a:lnTo>
                    <a:lnTo>
                      <a:pt x="64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3" name="Freeform 1008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4" name="Freeform 1009"/>
              <p:cNvSpPr>
                <a:spLocks/>
              </p:cNvSpPr>
              <p:nvPr/>
            </p:nvSpPr>
            <p:spPr bwMode="auto">
              <a:xfrm>
                <a:off x="2103" y="2093"/>
                <a:ext cx="113" cy="49"/>
              </a:xfrm>
              <a:custGeom>
                <a:avLst/>
                <a:gdLst>
                  <a:gd name="T0" fmla="*/ 56 w 113"/>
                  <a:gd name="T1" fmla="*/ 49 h 49"/>
                  <a:gd name="T2" fmla="*/ 62 w 113"/>
                  <a:gd name="T3" fmla="*/ 49 h 49"/>
                  <a:gd name="T4" fmla="*/ 69 w 113"/>
                  <a:gd name="T5" fmla="*/ 48 h 49"/>
                  <a:gd name="T6" fmla="*/ 74 w 113"/>
                  <a:gd name="T7" fmla="*/ 48 h 49"/>
                  <a:gd name="T8" fmla="*/ 79 w 113"/>
                  <a:gd name="T9" fmla="*/ 47 h 49"/>
                  <a:gd name="T10" fmla="*/ 85 w 113"/>
                  <a:gd name="T11" fmla="*/ 46 h 49"/>
                  <a:gd name="T12" fmla="*/ 90 w 113"/>
                  <a:gd name="T13" fmla="*/ 43 h 49"/>
                  <a:gd name="T14" fmla="*/ 95 w 113"/>
                  <a:gd name="T15" fmla="*/ 41 h 49"/>
                  <a:gd name="T16" fmla="*/ 101 w 113"/>
                  <a:gd name="T17" fmla="*/ 39 h 49"/>
                  <a:gd name="T18" fmla="*/ 105 w 113"/>
                  <a:gd name="T19" fmla="*/ 37 h 49"/>
                  <a:gd name="T20" fmla="*/ 109 w 113"/>
                  <a:gd name="T21" fmla="*/ 35 h 49"/>
                  <a:gd name="T22" fmla="*/ 112 w 113"/>
                  <a:gd name="T23" fmla="*/ 33 h 49"/>
                  <a:gd name="T24" fmla="*/ 113 w 113"/>
                  <a:gd name="T25" fmla="*/ 29 h 49"/>
                  <a:gd name="T26" fmla="*/ 113 w 113"/>
                  <a:gd name="T27" fmla="*/ 24 h 49"/>
                  <a:gd name="T28" fmla="*/ 112 w 113"/>
                  <a:gd name="T29" fmla="*/ 19 h 49"/>
                  <a:gd name="T30" fmla="*/ 110 w 113"/>
                  <a:gd name="T31" fmla="*/ 14 h 49"/>
                  <a:gd name="T32" fmla="*/ 109 w 113"/>
                  <a:gd name="T33" fmla="*/ 8 h 49"/>
                  <a:gd name="T34" fmla="*/ 107 w 113"/>
                  <a:gd name="T35" fmla="*/ 4 h 49"/>
                  <a:gd name="T36" fmla="*/ 104 w 113"/>
                  <a:gd name="T37" fmla="*/ 1 h 49"/>
                  <a:gd name="T38" fmla="*/ 101 w 113"/>
                  <a:gd name="T39" fmla="*/ 0 h 49"/>
                  <a:gd name="T40" fmla="*/ 97 w 113"/>
                  <a:gd name="T41" fmla="*/ 1 h 49"/>
                  <a:gd name="T42" fmla="*/ 16 w 113"/>
                  <a:gd name="T43" fmla="*/ 1 h 49"/>
                  <a:gd name="T44" fmla="*/ 12 w 113"/>
                  <a:gd name="T45" fmla="*/ 0 h 49"/>
                  <a:gd name="T46" fmla="*/ 9 w 113"/>
                  <a:gd name="T47" fmla="*/ 1 h 49"/>
                  <a:gd name="T48" fmla="*/ 6 w 113"/>
                  <a:gd name="T49" fmla="*/ 4 h 49"/>
                  <a:gd name="T50" fmla="*/ 4 w 113"/>
                  <a:gd name="T51" fmla="*/ 8 h 49"/>
                  <a:gd name="T52" fmla="*/ 3 w 113"/>
                  <a:gd name="T53" fmla="*/ 14 h 49"/>
                  <a:gd name="T54" fmla="*/ 0 w 113"/>
                  <a:gd name="T55" fmla="*/ 19 h 49"/>
                  <a:gd name="T56" fmla="*/ 0 w 113"/>
                  <a:gd name="T57" fmla="*/ 24 h 49"/>
                  <a:gd name="T58" fmla="*/ 0 w 113"/>
                  <a:gd name="T59" fmla="*/ 29 h 49"/>
                  <a:gd name="T60" fmla="*/ 1 w 113"/>
                  <a:gd name="T61" fmla="*/ 33 h 49"/>
                  <a:gd name="T62" fmla="*/ 4 w 113"/>
                  <a:gd name="T63" fmla="*/ 35 h 49"/>
                  <a:gd name="T64" fmla="*/ 8 w 113"/>
                  <a:gd name="T65" fmla="*/ 37 h 49"/>
                  <a:gd name="T66" fmla="*/ 12 w 113"/>
                  <a:gd name="T67" fmla="*/ 39 h 49"/>
                  <a:gd name="T68" fmla="*/ 17 w 113"/>
                  <a:gd name="T69" fmla="*/ 41 h 49"/>
                  <a:gd name="T70" fmla="*/ 23 w 113"/>
                  <a:gd name="T71" fmla="*/ 43 h 49"/>
                  <a:gd name="T72" fmla="*/ 28 w 113"/>
                  <a:gd name="T73" fmla="*/ 46 h 49"/>
                  <a:gd name="T74" fmla="*/ 34 w 113"/>
                  <a:gd name="T75" fmla="*/ 47 h 49"/>
                  <a:gd name="T76" fmla="*/ 39 w 113"/>
                  <a:gd name="T77" fmla="*/ 48 h 49"/>
                  <a:gd name="T78" fmla="*/ 44 w 113"/>
                  <a:gd name="T79" fmla="*/ 48 h 49"/>
                  <a:gd name="T80" fmla="*/ 51 w 113"/>
                  <a:gd name="T81" fmla="*/ 49 h 49"/>
                  <a:gd name="T82" fmla="*/ 56 w 113"/>
                  <a:gd name="T83" fmla="*/ 49 h 4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49"/>
                  <a:gd name="T128" fmla="*/ 113 w 113"/>
                  <a:gd name="T129" fmla="*/ 49 h 4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49">
                    <a:moveTo>
                      <a:pt x="56" y="49"/>
                    </a:moveTo>
                    <a:lnTo>
                      <a:pt x="62" y="49"/>
                    </a:lnTo>
                    <a:lnTo>
                      <a:pt x="69" y="48"/>
                    </a:lnTo>
                    <a:lnTo>
                      <a:pt x="74" y="48"/>
                    </a:lnTo>
                    <a:lnTo>
                      <a:pt x="79" y="47"/>
                    </a:lnTo>
                    <a:lnTo>
                      <a:pt x="85" y="46"/>
                    </a:lnTo>
                    <a:lnTo>
                      <a:pt x="90" y="43"/>
                    </a:lnTo>
                    <a:lnTo>
                      <a:pt x="95" y="41"/>
                    </a:lnTo>
                    <a:lnTo>
                      <a:pt x="101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13" y="24"/>
                    </a:lnTo>
                    <a:lnTo>
                      <a:pt x="112" y="19"/>
                    </a:lnTo>
                    <a:lnTo>
                      <a:pt x="110" y="14"/>
                    </a:lnTo>
                    <a:lnTo>
                      <a:pt x="109" y="8"/>
                    </a:lnTo>
                    <a:lnTo>
                      <a:pt x="107" y="4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4" y="35"/>
                    </a:lnTo>
                    <a:lnTo>
                      <a:pt x="8" y="37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8" y="46"/>
                    </a:lnTo>
                    <a:lnTo>
                      <a:pt x="34" y="47"/>
                    </a:lnTo>
                    <a:lnTo>
                      <a:pt x="39" y="48"/>
                    </a:lnTo>
                    <a:lnTo>
                      <a:pt x="44" y="48"/>
                    </a:lnTo>
                    <a:lnTo>
                      <a:pt x="51" y="49"/>
                    </a:lnTo>
                    <a:lnTo>
                      <a:pt x="56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5" name="Freeform 1010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6" name="Freeform 1011"/>
              <p:cNvSpPr>
                <a:spLocks/>
              </p:cNvSpPr>
              <p:nvPr/>
            </p:nvSpPr>
            <p:spPr bwMode="auto">
              <a:xfrm>
                <a:off x="2110" y="2070"/>
                <a:ext cx="99" cy="38"/>
              </a:xfrm>
              <a:custGeom>
                <a:avLst/>
                <a:gdLst>
                  <a:gd name="T0" fmla="*/ 49 w 99"/>
                  <a:gd name="T1" fmla="*/ 38 h 38"/>
                  <a:gd name="T2" fmla="*/ 54 w 99"/>
                  <a:gd name="T3" fmla="*/ 38 h 38"/>
                  <a:gd name="T4" fmla="*/ 59 w 99"/>
                  <a:gd name="T5" fmla="*/ 38 h 38"/>
                  <a:gd name="T6" fmla="*/ 63 w 99"/>
                  <a:gd name="T7" fmla="*/ 37 h 38"/>
                  <a:gd name="T8" fmla="*/ 67 w 99"/>
                  <a:gd name="T9" fmla="*/ 36 h 38"/>
                  <a:gd name="T10" fmla="*/ 71 w 99"/>
                  <a:gd name="T11" fmla="*/ 34 h 38"/>
                  <a:gd name="T12" fmla="*/ 76 w 99"/>
                  <a:gd name="T13" fmla="*/ 33 h 38"/>
                  <a:gd name="T14" fmla="*/ 80 w 99"/>
                  <a:gd name="T15" fmla="*/ 32 h 38"/>
                  <a:gd name="T16" fmla="*/ 84 w 99"/>
                  <a:gd name="T17" fmla="*/ 30 h 38"/>
                  <a:gd name="T18" fmla="*/ 88 w 99"/>
                  <a:gd name="T19" fmla="*/ 28 h 38"/>
                  <a:gd name="T20" fmla="*/ 92 w 99"/>
                  <a:gd name="T21" fmla="*/ 26 h 38"/>
                  <a:gd name="T22" fmla="*/ 94 w 99"/>
                  <a:gd name="T23" fmla="*/ 25 h 38"/>
                  <a:gd name="T24" fmla="*/ 96 w 99"/>
                  <a:gd name="T25" fmla="*/ 23 h 38"/>
                  <a:gd name="T26" fmla="*/ 97 w 99"/>
                  <a:gd name="T27" fmla="*/ 21 h 38"/>
                  <a:gd name="T28" fmla="*/ 98 w 99"/>
                  <a:gd name="T29" fmla="*/ 17 h 38"/>
                  <a:gd name="T30" fmla="*/ 99 w 99"/>
                  <a:gd name="T31" fmla="*/ 15 h 38"/>
                  <a:gd name="T32" fmla="*/ 99 w 99"/>
                  <a:gd name="T33" fmla="*/ 12 h 38"/>
                  <a:gd name="T34" fmla="*/ 98 w 99"/>
                  <a:gd name="T35" fmla="*/ 9 h 38"/>
                  <a:gd name="T36" fmla="*/ 95 w 99"/>
                  <a:gd name="T37" fmla="*/ 6 h 38"/>
                  <a:gd name="T38" fmla="*/ 92 w 99"/>
                  <a:gd name="T39" fmla="*/ 2 h 38"/>
                  <a:gd name="T40" fmla="*/ 86 w 99"/>
                  <a:gd name="T41" fmla="*/ 0 h 38"/>
                  <a:gd name="T42" fmla="*/ 13 w 99"/>
                  <a:gd name="T43" fmla="*/ 0 h 38"/>
                  <a:gd name="T44" fmla="*/ 7 w 99"/>
                  <a:gd name="T45" fmla="*/ 2 h 38"/>
                  <a:gd name="T46" fmla="*/ 4 w 99"/>
                  <a:gd name="T47" fmla="*/ 6 h 38"/>
                  <a:gd name="T48" fmla="*/ 1 w 99"/>
                  <a:gd name="T49" fmla="*/ 9 h 38"/>
                  <a:gd name="T50" fmla="*/ 0 w 99"/>
                  <a:gd name="T51" fmla="*/ 12 h 38"/>
                  <a:gd name="T52" fmla="*/ 0 w 99"/>
                  <a:gd name="T53" fmla="*/ 15 h 38"/>
                  <a:gd name="T54" fmla="*/ 1 w 99"/>
                  <a:gd name="T55" fmla="*/ 17 h 38"/>
                  <a:gd name="T56" fmla="*/ 2 w 99"/>
                  <a:gd name="T57" fmla="*/ 21 h 38"/>
                  <a:gd name="T58" fmla="*/ 3 w 99"/>
                  <a:gd name="T59" fmla="*/ 23 h 38"/>
                  <a:gd name="T60" fmla="*/ 5 w 99"/>
                  <a:gd name="T61" fmla="*/ 25 h 38"/>
                  <a:gd name="T62" fmla="*/ 7 w 99"/>
                  <a:gd name="T63" fmla="*/ 26 h 38"/>
                  <a:gd name="T64" fmla="*/ 10 w 99"/>
                  <a:gd name="T65" fmla="*/ 28 h 38"/>
                  <a:gd name="T66" fmla="*/ 15 w 99"/>
                  <a:gd name="T67" fmla="*/ 30 h 38"/>
                  <a:gd name="T68" fmla="*/ 19 w 99"/>
                  <a:gd name="T69" fmla="*/ 32 h 38"/>
                  <a:gd name="T70" fmla="*/ 23 w 99"/>
                  <a:gd name="T71" fmla="*/ 33 h 38"/>
                  <a:gd name="T72" fmla="*/ 28 w 99"/>
                  <a:gd name="T73" fmla="*/ 34 h 38"/>
                  <a:gd name="T74" fmla="*/ 32 w 99"/>
                  <a:gd name="T75" fmla="*/ 36 h 38"/>
                  <a:gd name="T76" fmla="*/ 36 w 99"/>
                  <a:gd name="T77" fmla="*/ 37 h 38"/>
                  <a:gd name="T78" fmla="*/ 40 w 99"/>
                  <a:gd name="T79" fmla="*/ 38 h 38"/>
                  <a:gd name="T80" fmla="*/ 45 w 99"/>
                  <a:gd name="T81" fmla="*/ 38 h 38"/>
                  <a:gd name="T82" fmla="*/ 49 w 99"/>
                  <a:gd name="T83" fmla="*/ 38 h 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9"/>
                  <a:gd name="T127" fmla="*/ 0 h 38"/>
                  <a:gd name="T128" fmla="*/ 99 w 99"/>
                  <a:gd name="T129" fmla="*/ 38 h 3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9" h="38">
                    <a:moveTo>
                      <a:pt x="49" y="38"/>
                    </a:moveTo>
                    <a:lnTo>
                      <a:pt x="54" y="38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7" y="36"/>
                    </a:lnTo>
                    <a:lnTo>
                      <a:pt x="71" y="34"/>
                    </a:lnTo>
                    <a:lnTo>
                      <a:pt x="76" y="33"/>
                    </a:lnTo>
                    <a:lnTo>
                      <a:pt x="80" y="32"/>
                    </a:lnTo>
                    <a:lnTo>
                      <a:pt x="84" y="30"/>
                    </a:lnTo>
                    <a:lnTo>
                      <a:pt x="88" y="28"/>
                    </a:lnTo>
                    <a:lnTo>
                      <a:pt x="92" y="26"/>
                    </a:lnTo>
                    <a:lnTo>
                      <a:pt x="94" y="25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8" y="17"/>
                    </a:lnTo>
                    <a:lnTo>
                      <a:pt x="99" y="15"/>
                    </a:lnTo>
                    <a:lnTo>
                      <a:pt x="99" y="12"/>
                    </a:lnTo>
                    <a:lnTo>
                      <a:pt x="98" y="9"/>
                    </a:lnTo>
                    <a:lnTo>
                      <a:pt x="95" y="6"/>
                    </a:lnTo>
                    <a:lnTo>
                      <a:pt x="92" y="2"/>
                    </a:lnTo>
                    <a:lnTo>
                      <a:pt x="86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3"/>
                    </a:lnTo>
                    <a:lnTo>
                      <a:pt x="28" y="34"/>
                    </a:lnTo>
                    <a:lnTo>
                      <a:pt x="32" y="36"/>
                    </a:lnTo>
                    <a:lnTo>
                      <a:pt x="36" y="37"/>
                    </a:lnTo>
                    <a:lnTo>
                      <a:pt x="40" y="38"/>
                    </a:lnTo>
                    <a:lnTo>
                      <a:pt x="45" y="38"/>
                    </a:lnTo>
                    <a:lnTo>
                      <a:pt x="49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7" name="Freeform 1012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71 w 140"/>
                  <a:gd name="T83" fmla="*/ 150 h 1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0"/>
                  <a:gd name="T127" fmla="*/ 0 h 150"/>
                  <a:gd name="T128" fmla="*/ 140 w 140"/>
                  <a:gd name="T129" fmla="*/ 150 h 15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8" name="Freeform 1013"/>
              <p:cNvSpPr>
                <a:spLocks/>
              </p:cNvSpPr>
              <p:nvPr/>
            </p:nvSpPr>
            <p:spPr bwMode="auto">
              <a:xfrm>
                <a:off x="2089" y="1941"/>
                <a:ext cx="140" cy="150"/>
              </a:xfrm>
              <a:custGeom>
                <a:avLst/>
                <a:gdLst>
                  <a:gd name="T0" fmla="*/ 71 w 140"/>
                  <a:gd name="T1" fmla="*/ 150 h 150"/>
                  <a:gd name="T2" fmla="*/ 82 w 140"/>
                  <a:gd name="T3" fmla="*/ 148 h 150"/>
                  <a:gd name="T4" fmla="*/ 92 w 140"/>
                  <a:gd name="T5" fmla="*/ 145 h 150"/>
                  <a:gd name="T6" fmla="*/ 103 w 140"/>
                  <a:gd name="T7" fmla="*/ 141 h 150"/>
                  <a:gd name="T8" fmla="*/ 112 w 140"/>
                  <a:gd name="T9" fmla="*/ 135 h 150"/>
                  <a:gd name="T10" fmla="*/ 120 w 140"/>
                  <a:gd name="T11" fmla="*/ 127 h 150"/>
                  <a:gd name="T12" fmla="*/ 127 w 140"/>
                  <a:gd name="T13" fmla="*/ 119 h 150"/>
                  <a:gd name="T14" fmla="*/ 133 w 140"/>
                  <a:gd name="T15" fmla="*/ 109 h 150"/>
                  <a:gd name="T16" fmla="*/ 137 w 140"/>
                  <a:gd name="T17" fmla="*/ 98 h 150"/>
                  <a:gd name="T18" fmla="*/ 139 w 140"/>
                  <a:gd name="T19" fmla="*/ 87 h 150"/>
                  <a:gd name="T20" fmla="*/ 140 w 140"/>
                  <a:gd name="T21" fmla="*/ 75 h 150"/>
                  <a:gd name="T22" fmla="*/ 139 w 140"/>
                  <a:gd name="T23" fmla="*/ 63 h 150"/>
                  <a:gd name="T24" fmla="*/ 137 w 140"/>
                  <a:gd name="T25" fmla="*/ 51 h 150"/>
                  <a:gd name="T26" fmla="*/ 133 w 140"/>
                  <a:gd name="T27" fmla="*/ 41 h 150"/>
                  <a:gd name="T28" fmla="*/ 127 w 140"/>
                  <a:gd name="T29" fmla="*/ 31 h 150"/>
                  <a:gd name="T30" fmla="*/ 120 w 140"/>
                  <a:gd name="T31" fmla="*/ 21 h 150"/>
                  <a:gd name="T32" fmla="*/ 112 w 140"/>
                  <a:gd name="T33" fmla="*/ 15 h 150"/>
                  <a:gd name="T34" fmla="*/ 103 w 140"/>
                  <a:gd name="T35" fmla="*/ 9 h 150"/>
                  <a:gd name="T36" fmla="*/ 92 w 140"/>
                  <a:gd name="T37" fmla="*/ 4 h 150"/>
                  <a:gd name="T38" fmla="*/ 82 w 140"/>
                  <a:gd name="T39" fmla="*/ 1 h 150"/>
                  <a:gd name="T40" fmla="*/ 71 w 140"/>
                  <a:gd name="T41" fmla="*/ 0 h 150"/>
                  <a:gd name="T42" fmla="*/ 59 w 140"/>
                  <a:gd name="T43" fmla="*/ 1 h 150"/>
                  <a:gd name="T44" fmla="*/ 49 w 140"/>
                  <a:gd name="T45" fmla="*/ 4 h 150"/>
                  <a:gd name="T46" fmla="*/ 38 w 140"/>
                  <a:gd name="T47" fmla="*/ 9 h 150"/>
                  <a:gd name="T48" fmla="*/ 29 w 140"/>
                  <a:gd name="T49" fmla="*/ 15 h 150"/>
                  <a:gd name="T50" fmla="*/ 21 w 140"/>
                  <a:gd name="T51" fmla="*/ 21 h 150"/>
                  <a:gd name="T52" fmla="*/ 14 w 140"/>
                  <a:gd name="T53" fmla="*/ 31 h 150"/>
                  <a:gd name="T54" fmla="*/ 8 w 140"/>
                  <a:gd name="T55" fmla="*/ 41 h 150"/>
                  <a:gd name="T56" fmla="*/ 4 w 140"/>
                  <a:gd name="T57" fmla="*/ 51 h 150"/>
                  <a:gd name="T58" fmla="*/ 2 w 140"/>
                  <a:gd name="T59" fmla="*/ 63 h 150"/>
                  <a:gd name="T60" fmla="*/ 0 w 140"/>
                  <a:gd name="T61" fmla="*/ 75 h 150"/>
                  <a:gd name="T62" fmla="*/ 2 w 140"/>
                  <a:gd name="T63" fmla="*/ 87 h 150"/>
                  <a:gd name="T64" fmla="*/ 4 w 140"/>
                  <a:gd name="T65" fmla="*/ 98 h 150"/>
                  <a:gd name="T66" fmla="*/ 8 w 140"/>
                  <a:gd name="T67" fmla="*/ 109 h 150"/>
                  <a:gd name="T68" fmla="*/ 14 w 140"/>
                  <a:gd name="T69" fmla="*/ 119 h 150"/>
                  <a:gd name="T70" fmla="*/ 21 w 140"/>
                  <a:gd name="T71" fmla="*/ 127 h 150"/>
                  <a:gd name="T72" fmla="*/ 29 w 140"/>
                  <a:gd name="T73" fmla="*/ 135 h 150"/>
                  <a:gd name="T74" fmla="*/ 38 w 140"/>
                  <a:gd name="T75" fmla="*/ 141 h 150"/>
                  <a:gd name="T76" fmla="*/ 49 w 140"/>
                  <a:gd name="T77" fmla="*/ 145 h 150"/>
                  <a:gd name="T78" fmla="*/ 59 w 140"/>
                  <a:gd name="T79" fmla="*/ 148 h 150"/>
                  <a:gd name="T80" fmla="*/ 71 w 140"/>
                  <a:gd name="T81" fmla="*/ 150 h 1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0"/>
                  <a:gd name="T124" fmla="*/ 0 h 150"/>
                  <a:gd name="T125" fmla="*/ 140 w 140"/>
                  <a:gd name="T126" fmla="*/ 150 h 15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0" h="150">
                    <a:moveTo>
                      <a:pt x="71" y="150"/>
                    </a:moveTo>
                    <a:lnTo>
                      <a:pt x="82" y="148"/>
                    </a:lnTo>
                    <a:lnTo>
                      <a:pt x="92" y="145"/>
                    </a:lnTo>
                    <a:lnTo>
                      <a:pt x="103" y="141"/>
                    </a:lnTo>
                    <a:lnTo>
                      <a:pt x="112" y="135"/>
                    </a:lnTo>
                    <a:lnTo>
                      <a:pt x="120" y="127"/>
                    </a:lnTo>
                    <a:lnTo>
                      <a:pt x="127" y="119"/>
                    </a:lnTo>
                    <a:lnTo>
                      <a:pt x="133" y="109"/>
                    </a:lnTo>
                    <a:lnTo>
                      <a:pt x="137" y="98"/>
                    </a:lnTo>
                    <a:lnTo>
                      <a:pt x="139" y="87"/>
                    </a:lnTo>
                    <a:lnTo>
                      <a:pt x="140" y="75"/>
                    </a:lnTo>
                    <a:lnTo>
                      <a:pt x="139" y="63"/>
                    </a:lnTo>
                    <a:lnTo>
                      <a:pt x="137" y="51"/>
                    </a:lnTo>
                    <a:lnTo>
                      <a:pt x="133" y="41"/>
                    </a:lnTo>
                    <a:lnTo>
                      <a:pt x="127" y="31"/>
                    </a:lnTo>
                    <a:lnTo>
                      <a:pt x="120" y="21"/>
                    </a:lnTo>
                    <a:lnTo>
                      <a:pt x="112" y="15"/>
                    </a:lnTo>
                    <a:lnTo>
                      <a:pt x="103" y="9"/>
                    </a:lnTo>
                    <a:lnTo>
                      <a:pt x="92" y="4"/>
                    </a:lnTo>
                    <a:lnTo>
                      <a:pt x="82" y="1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9" y="4"/>
                    </a:lnTo>
                    <a:lnTo>
                      <a:pt x="38" y="9"/>
                    </a:lnTo>
                    <a:lnTo>
                      <a:pt x="29" y="15"/>
                    </a:lnTo>
                    <a:lnTo>
                      <a:pt x="21" y="21"/>
                    </a:lnTo>
                    <a:lnTo>
                      <a:pt x="14" y="3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3"/>
                    </a:lnTo>
                    <a:lnTo>
                      <a:pt x="0" y="75"/>
                    </a:lnTo>
                    <a:lnTo>
                      <a:pt x="2" y="87"/>
                    </a:lnTo>
                    <a:lnTo>
                      <a:pt x="4" y="98"/>
                    </a:lnTo>
                    <a:lnTo>
                      <a:pt x="8" y="109"/>
                    </a:lnTo>
                    <a:lnTo>
                      <a:pt x="14" y="119"/>
                    </a:lnTo>
                    <a:lnTo>
                      <a:pt x="21" y="127"/>
                    </a:lnTo>
                    <a:lnTo>
                      <a:pt x="29" y="135"/>
                    </a:lnTo>
                    <a:lnTo>
                      <a:pt x="38" y="141"/>
                    </a:lnTo>
                    <a:lnTo>
                      <a:pt x="49" y="145"/>
                    </a:lnTo>
                    <a:lnTo>
                      <a:pt x="59" y="148"/>
                    </a:lnTo>
                    <a:lnTo>
                      <a:pt x="71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09" name="Freeform 1014"/>
              <p:cNvSpPr>
                <a:spLocks/>
              </p:cNvSpPr>
              <p:nvPr/>
            </p:nvSpPr>
            <p:spPr bwMode="auto">
              <a:xfrm>
                <a:off x="2120" y="2023"/>
                <a:ext cx="25" cy="31"/>
              </a:xfrm>
              <a:custGeom>
                <a:avLst/>
                <a:gdLst>
                  <a:gd name="T0" fmla="*/ 0 w 25"/>
                  <a:gd name="T1" fmla="*/ 0 h 31"/>
                  <a:gd name="T2" fmla="*/ 0 w 25"/>
                  <a:gd name="T3" fmla="*/ 5 h 31"/>
                  <a:gd name="T4" fmla="*/ 2 w 25"/>
                  <a:gd name="T5" fmla="*/ 10 h 31"/>
                  <a:gd name="T6" fmla="*/ 4 w 25"/>
                  <a:gd name="T7" fmla="*/ 14 h 31"/>
                  <a:gd name="T8" fmla="*/ 6 w 25"/>
                  <a:gd name="T9" fmla="*/ 17 h 31"/>
                  <a:gd name="T10" fmla="*/ 8 w 25"/>
                  <a:gd name="T11" fmla="*/ 22 h 31"/>
                  <a:gd name="T12" fmla="*/ 11 w 25"/>
                  <a:gd name="T13" fmla="*/ 25 h 31"/>
                  <a:gd name="T14" fmla="*/ 14 w 25"/>
                  <a:gd name="T15" fmla="*/ 27 h 31"/>
                  <a:gd name="T16" fmla="*/ 18 w 25"/>
                  <a:gd name="T17" fmla="*/ 29 h 31"/>
                  <a:gd name="T18" fmla="*/ 22 w 25"/>
                  <a:gd name="T19" fmla="*/ 30 h 31"/>
                  <a:gd name="T20" fmla="*/ 25 w 25"/>
                  <a:gd name="T21" fmla="*/ 31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"/>
                  <a:gd name="T34" fmla="*/ 0 h 31"/>
                  <a:gd name="T35" fmla="*/ 25 w 25"/>
                  <a:gd name="T36" fmla="*/ 31 h 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" h="31">
                    <a:moveTo>
                      <a:pt x="0" y="0"/>
                    </a:moveTo>
                    <a:lnTo>
                      <a:pt x="0" y="5"/>
                    </a:lnTo>
                    <a:lnTo>
                      <a:pt x="2" y="10"/>
                    </a:lnTo>
                    <a:lnTo>
                      <a:pt x="4" y="14"/>
                    </a:lnTo>
                    <a:lnTo>
                      <a:pt x="6" y="17"/>
                    </a:lnTo>
                    <a:lnTo>
                      <a:pt x="8" y="22"/>
                    </a:lnTo>
                    <a:lnTo>
                      <a:pt x="11" y="25"/>
                    </a:lnTo>
                    <a:lnTo>
                      <a:pt x="14" y="27"/>
                    </a:lnTo>
                    <a:lnTo>
                      <a:pt x="18" y="29"/>
                    </a:lnTo>
                    <a:lnTo>
                      <a:pt x="22" y="30"/>
                    </a:lnTo>
                    <a:lnTo>
                      <a:pt x="25" y="31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0" name="Freeform 1015"/>
              <p:cNvSpPr>
                <a:spLocks/>
              </p:cNvSpPr>
              <p:nvPr/>
            </p:nvSpPr>
            <p:spPr bwMode="auto">
              <a:xfrm>
                <a:off x="2144" y="2016"/>
                <a:ext cx="45" cy="45"/>
              </a:xfrm>
              <a:custGeom>
                <a:avLst/>
                <a:gdLst>
                  <a:gd name="T0" fmla="*/ 22 w 45"/>
                  <a:gd name="T1" fmla="*/ 0 h 45"/>
                  <a:gd name="T2" fmla="*/ 28 w 45"/>
                  <a:gd name="T3" fmla="*/ 17 h 45"/>
                  <a:gd name="T4" fmla="*/ 45 w 45"/>
                  <a:gd name="T5" fmla="*/ 17 h 45"/>
                  <a:gd name="T6" fmla="*/ 31 w 45"/>
                  <a:gd name="T7" fmla="*/ 28 h 45"/>
                  <a:gd name="T8" fmla="*/ 36 w 45"/>
                  <a:gd name="T9" fmla="*/ 45 h 45"/>
                  <a:gd name="T10" fmla="*/ 22 w 45"/>
                  <a:gd name="T11" fmla="*/ 35 h 45"/>
                  <a:gd name="T12" fmla="*/ 9 w 45"/>
                  <a:gd name="T13" fmla="*/ 45 h 45"/>
                  <a:gd name="T14" fmla="*/ 14 w 45"/>
                  <a:gd name="T15" fmla="*/ 28 h 45"/>
                  <a:gd name="T16" fmla="*/ 0 w 45"/>
                  <a:gd name="T17" fmla="*/ 17 h 45"/>
                  <a:gd name="T18" fmla="*/ 17 w 45"/>
                  <a:gd name="T19" fmla="*/ 17 h 45"/>
                  <a:gd name="T20" fmla="*/ 22 w 45"/>
                  <a:gd name="T21" fmla="*/ 0 h 45"/>
                  <a:gd name="T22" fmla="*/ 22 w 45"/>
                  <a:gd name="T23" fmla="*/ 0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5"/>
                  <a:gd name="T37" fmla="*/ 0 h 45"/>
                  <a:gd name="T38" fmla="*/ 45 w 45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5" h="45">
                    <a:moveTo>
                      <a:pt x="22" y="0"/>
                    </a:moveTo>
                    <a:lnTo>
                      <a:pt x="28" y="17"/>
                    </a:lnTo>
                    <a:lnTo>
                      <a:pt x="45" y="17"/>
                    </a:lnTo>
                    <a:lnTo>
                      <a:pt x="31" y="28"/>
                    </a:lnTo>
                    <a:lnTo>
                      <a:pt x="36" y="45"/>
                    </a:lnTo>
                    <a:lnTo>
                      <a:pt x="22" y="35"/>
                    </a:lnTo>
                    <a:lnTo>
                      <a:pt x="9" y="45"/>
                    </a:lnTo>
                    <a:lnTo>
                      <a:pt x="14" y="28"/>
                    </a:lnTo>
                    <a:lnTo>
                      <a:pt x="0" y="17"/>
                    </a:lnTo>
                    <a:lnTo>
                      <a:pt x="17" y="17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1" name="Freeform 1016"/>
              <p:cNvSpPr>
                <a:spLocks/>
              </p:cNvSpPr>
              <p:nvPr/>
            </p:nvSpPr>
            <p:spPr bwMode="auto">
              <a:xfrm>
                <a:off x="2036" y="1968"/>
                <a:ext cx="42" cy="41"/>
              </a:xfrm>
              <a:custGeom>
                <a:avLst/>
                <a:gdLst>
                  <a:gd name="T0" fmla="*/ 20 w 42"/>
                  <a:gd name="T1" fmla="*/ 0 h 41"/>
                  <a:gd name="T2" fmla="*/ 26 w 42"/>
                  <a:gd name="T3" fmla="*/ 16 h 41"/>
                  <a:gd name="T4" fmla="*/ 42 w 42"/>
                  <a:gd name="T5" fmla="*/ 16 h 41"/>
                  <a:gd name="T6" fmla="*/ 29 w 42"/>
                  <a:gd name="T7" fmla="*/ 25 h 41"/>
                  <a:gd name="T8" fmla="*/ 34 w 42"/>
                  <a:gd name="T9" fmla="*/ 41 h 41"/>
                  <a:gd name="T10" fmla="*/ 21 w 42"/>
                  <a:gd name="T11" fmla="*/ 32 h 41"/>
                  <a:gd name="T12" fmla="*/ 8 w 42"/>
                  <a:gd name="T13" fmla="*/ 41 h 41"/>
                  <a:gd name="T14" fmla="*/ 13 w 42"/>
                  <a:gd name="T15" fmla="*/ 25 h 41"/>
                  <a:gd name="T16" fmla="*/ 0 w 42"/>
                  <a:gd name="T17" fmla="*/ 16 h 41"/>
                  <a:gd name="T18" fmla="*/ 16 w 42"/>
                  <a:gd name="T19" fmla="*/ 16 h 41"/>
                  <a:gd name="T20" fmla="*/ 21 w 42"/>
                  <a:gd name="T21" fmla="*/ 0 h 41"/>
                  <a:gd name="T22" fmla="*/ 20 w 42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1"/>
                  <a:gd name="T38" fmla="*/ 42 w 42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1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5"/>
                    </a:lnTo>
                    <a:lnTo>
                      <a:pt x="34" y="41"/>
                    </a:lnTo>
                    <a:lnTo>
                      <a:pt x="21" y="32"/>
                    </a:lnTo>
                    <a:lnTo>
                      <a:pt x="8" y="41"/>
                    </a:lnTo>
                    <a:lnTo>
                      <a:pt x="13" y="25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1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2" name="Freeform 1017"/>
              <p:cNvSpPr>
                <a:spLocks/>
              </p:cNvSpPr>
              <p:nvPr/>
            </p:nvSpPr>
            <p:spPr bwMode="auto">
              <a:xfrm>
                <a:off x="2110" y="1897"/>
                <a:ext cx="41" cy="42"/>
              </a:xfrm>
              <a:custGeom>
                <a:avLst/>
                <a:gdLst>
                  <a:gd name="T0" fmla="*/ 20 w 41"/>
                  <a:gd name="T1" fmla="*/ 0 h 42"/>
                  <a:gd name="T2" fmla="*/ 25 w 41"/>
                  <a:gd name="T3" fmla="*/ 15 h 42"/>
                  <a:gd name="T4" fmla="*/ 41 w 41"/>
                  <a:gd name="T5" fmla="*/ 16 h 42"/>
                  <a:gd name="T6" fmla="*/ 29 w 41"/>
                  <a:gd name="T7" fmla="*/ 26 h 42"/>
                  <a:gd name="T8" fmla="*/ 34 w 41"/>
                  <a:gd name="T9" fmla="*/ 42 h 42"/>
                  <a:gd name="T10" fmla="*/ 20 w 41"/>
                  <a:gd name="T11" fmla="*/ 32 h 42"/>
                  <a:gd name="T12" fmla="*/ 7 w 41"/>
                  <a:gd name="T13" fmla="*/ 42 h 42"/>
                  <a:gd name="T14" fmla="*/ 13 w 41"/>
                  <a:gd name="T15" fmla="*/ 26 h 42"/>
                  <a:gd name="T16" fmla="*/ 0 w 41"/>
                  <a:gd name="T17" fmla="*/ 16 h 42"/>
                  <a:gd name="T18" fmla="*/ 16 w 41"/>
                  <a:gd name="T19" fmla="*/ 15 h 42"/>
                  <a:gd name="T20" fmla="*/ 20 w 41"/>
                  <a:gd name="T21" fmla="*/ 0 h 42"/>
                  <a:gd name="T22" fmla="*/ 20 w 41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42"/>
                  <a:gd name="T38" fmla="*/ 41 w 41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42">
                    <a:moveTo>
                      <a:pt x="20" y="0"/>
                    </a:moveTo>
                    <a:lnTo>
                      <a:pt x="25" y="15"/>
                    </a:lnTo>
                    <a:lnTo>
                      <a:pt x="41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7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3" name="Freeform 1018"/>
              <p:cNvSpPr>
                <a:spLocks/>
              </p:cNvSpPr>
              <p:nvPr/>
            </p:nvSpPr>
            <p:spPr bwMode="auto">
              <a:xfrm>
                <a:off x="2240" y="1944"/>
                <a:ext cx="42" cy="42"/>
              </a:xfrm>
              <a:custGeom>
                <a:avLst/>
                <a:gdLst>
                  <a:gd name="T0" fmla="*/ 20 w 42"/>
                  <a:gd name="T1" fmla="*/ 0 h 42"/>
                  <a:gd name="T2" fmla="*/ 26 w 42"/>
                  <a:gd name="T3" fmla="*/ 16 h 42"/>
                  <a:gd name="T4" fmla="*/ 42 w 42"/>
                  <a:gd name="T5" fmla="*/ 16 h 42"/>
                  <a:gd name="T6" fmla="*/ 29 w 42"/>
                  <a:gd name="T7" fmla="*/ 26 h 42"/>
                  <a:gd name="T8" fmla="*/ 34 w 42"/>
                  <a:gd name="T9" fmla="*/ 42 h 42"/>
                  <a:gd name="T10" fmla="*/ 20 w 42"/>
                  <a:gd name="T11" fmla="*/ 32 h 42"/>
                  <a:gd name="T12" fmla="*/ 8 w 42"/>
                  <a:gd name="T13" fmla="*/ 42 h 42"/>
                  <a:gd name="T14" fmla="*/ 13 w 42"/>
                  <a:gd name="T15" fmla="*/ 26 h 42"/>
                  <a:gd name="T16" fmla="*/ 0 w 42"/>
                  <a:gd name="T17" fmla="*/ 16 h 42"/>
                  <a:gd name="T18" fmla="*/ 16 w 42"/>
                  <a:gd name="T19" fmla="*/ 16 h 42"/>
                  <a:gd name="T20" fmla="*/ 20 w 42"/>
                  <a:gd name="T21" fmla="*/ 0 h 42"/>
                  <a:gd name="T22" fmla="*/ 20 w 42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2"/>
                  <a:gd name="T37" fmla="*/ 0 h 42"/>
                  <a:gd name="T38" fmla="*/ 42 w 42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2" h="42">
                    <a:moveTo>
                      <a:pt x="20" y="0"/>
                    </a:moveTo>
                    <a:lnTo>
                      <a:pt x="26" y="16"/>
                    </a:lnTo>
                    <a:lnTo>
                      <a:pt x="42" y="16"/>
                    </a:lnTo>
                    <a:lnTo>
                      <a:pt x="29" y="26"/>
                    </a:lnTo>
                    <a:lnTo>
                      <a:pt x="34" y="42"/>
                    </a:lnTo>
                    <a:lnTo>
                      <a:pt x="20" y="32"/>
                    </a:lnTo>
                    <a:lnTo>
                      <a:pt x="8" y="42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314" name="Freeform 1019"/>
              <p:cNvSpPr>
                <a:spLocks/>
              </p:cNvSpPr>
              <p:nvPr/>
            </p:nvSpPr>
            <p:spPr bwMode="auto">
              <a:xfrm>
                <a:off x="2101" y="1975"/>
                <a:ext cx="44" cy="47"/>
              </a:xfrm>
              <a:custGeom>
                <a:avLst/>
                <a:gdLst>
                  <a:gd name="T0" fmla="*/ 18 w 44"/>
                  <a:gd name="T1" fmla="*/ 0 h 47"/>
                  <a:gd name="T2" fmla="*/ 28 w 44"/>
                  <a:gd name="T3" fmla="*/ 15 h 47"/>
                  <a:gd name="T4" fmla="*/ 44 w 44"/>
                  <a:gd name="T5" fmla="*/ 12 h 47"/>
                  <a:gd name="T6" fmla="*/ 33 w 44"/>
                  <a:gd name="T7" fmla="*/ 26 h 47"/>
                  <a:gd name="T8" fmla="*/ 41 w 44"/>
                  <a:gd name="T9" fmla="*/ 41 h 47"/>
                  <a:gd name="T10" fmla="*/ 26 w 44"/>
                  <a:gd name="T11" fmla="*/ 34 h 47"/>
                  <a:gd name="T12" fmla="*/ 14 w 44"/>
                  <a:gd name="T13" fmla="*/ 47 h 47"/>
                  <a:gd name="T14" fmla="*/ 15 w 44"/>
                  <a:gd name="T15" fmla="*/ 29 h 47"/>
                  <a:gd name="T16" fmla="*/ 0 w 44"/>
                  <a:gd name="T17" fmla="*/ 22 h 47"/>
                  <a:gd name="T18" fmla="*/ 16 w 44"/>
                  <a:gd name="T19" fmla="*/ 17 h 47"/>
                  <a:gd name="T20" fmla="*/ 18 w 44"/>
                  <a:gd name="T21" fmla="*/ 0 h 47"/>
                  <a:gd name="T22" fmla="*/ 18 w 44"/>
                  <a:gd name="T23" fmla="*/ 0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4"/>
                  <a:gd name="T37" fmla="*/ 0 h 47"/>
                  <a:gd name="T38" fmla="*/ 44 w 44"/>
                  <a:gd name="T39" fmla="*/ 47 h 4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4" h="47">
                    <a:moveTo>
                      <a:pt x="18" y="0"/>
                    </a:moveTo>
                    <a:lnTo>
                      <a:pt x="28" y="15"/>
                    </a:lnTo>
                    <a:lnTo>
                      <a:pt x="44" y="12"/>
                    </a:lnTo>
                    <a:lnTo>
                      <a:pt x="33" y="26"/>
                    </a:lnTo>
                    <a:lnTo>
                      <a:pt x="41" y="41"/>
                    </a:lnTo>
                    <a:lnTo>
                      <a:pt x="26" y="34"/>
                    </a:lnTo>
                    <a:lnTo>
                      <a:pt x="14" y="47"/>
                    </a:lnTo>
                    <a:lnTo>
                      <a:pt x="15" y="29"/>
                    </a:lnTo>
                    <a:lnTo>
                      <a:pt x="0" y="22"/>
                    </a:lnTo>
                    <a:lnTo>
                      <a:pt x="16" y="1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9187" name="Rectangle 1020"/>
            <p:cNvSpPr>
              <a:spLocks noChangeArrowheads="1"/>
            </p:cNvSpPr>
            <p:nvPr/>
          </p:nvSpPr>
          <p:spPr bwMode="auto">
            <a:xfrm>
              <a:off x="2998" y="2789"/>
              <a:ext cx="123" cy="57"/>
            </a:xfrm>
            <a:prstGeom prst="rect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188" name="Oval 1021"/>
            <p:cNvSpPr>
              <a:spLocks noChangeArrowheads="1"/>
            </p:cNvSpPr>
            <p:nvPr/>
          </p:nvSpPr>
          <p:spPr bwMode="auto">
            <a:xfrm>
              <a:off x="2954" y="2717"/>
              <a:ext cx="210" cy="94"/>
            </a:xfrm>
            <a:prstGeom prst="ellipse">
              <a:avLst/>
            </a:prstGeom>
            <a:solidFill>
              <a:srgbClr val="FFFF66"/>
            </a:solidFill>
            <a:ln w="44450">
              <a:solidFill>
                <a:srgbClr val="FFFFFF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189" name="Rectangle 1022"/>
            <p:cNvSpPr>
              <a:spLocks noChangeArrowheads="1"/>
            </p:cNvSpPr>
            <p:nvPr/>
          </p:nvSpPr>
          <p:spPr bwMode="auto">
            <a:xfrm>
              <a:off x="3012" y="2789"/>
              <a:ext cx="95" cy="71"/>
            </a:xfrm>
            <a:prstGeom prst="rect">
              <a:avLst/>
            </a:prstGeom>
            <a:solidFill>
              <a:srgbClr val="FFFF66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190" name="Rectangle 1023"/>
            <p:cNvSpPr>
              <a:spLocks noChangeArrowheads="1"/>
            </p:cNvSpPr>
            <p:nvPr/>
          </p:nvSpPr>
          <p:spPr bwMode="auto">
            <a:xfrm>
              <a:off x="2292" y="2195"/>
              <a:ext cx="682" cy="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191" name="Rectangle 1024"/>
            <p:cNvSpPr>
              <a:spLocks noChangeArrowheads="1"/>
            </p:cNvSpPr>
            <p:nvPr/>
          </p:nvSpPr>
          <p:spPr bwMode="auto">
            <a:xfrm>
              <a:off x="2261" y="2230"/>
              <a:ext cx="1773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Administration 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Select A Qualified Contractor</a:t>
              </a:r>
            </a:p>
          </p:txBody>
        </p:sp>
        <p:grpSp>
          <p:nvGrpSpPr>
            <p:cNvPr id="49192" name="Group 1025"/>
            <p:cNvGrpSpPr>
              <a:grpSpLocks/>
            </p:cNvGrpSpPr>
            <p:nvPr/>
          </p:nvGrpSpPr>
          <p:grpSpPr bwMode="auto">
            <a:xfrm>
              <a:off x="2800" y="2908"/>
              <a:ext cx="489" cy="457"/>
              <a:chOff x="2736" y="2379"/>
              <a:chExt cx="395" cy="390"/>
            </a:xfrm>
          </p:grpSpPr>
          <p:sp>
            <p:nvSpPr>
              <p:cNvPr id="49240" name="Rectangle 1026"/>
              <p:cNvSpPr>
                <a:spLocks noChangeArrowheads="1"/>
              </p:cNvSpPr>
              <p:nvPr/>
            </p:nvSpPr>
            <p:spPr bwMode="auto">
              <a:xfrm>
                <a:off x="2736" y="2690"/>
                <a:ext cx="395" cy="7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defTabSz="862013" eaLnBrk="0" hangingPunct="0"/>
                <a:r>
                  <a:rPr lang="en-US" sz="900" b="0">
                    <a:solidFill>
                      <a:srgbClr val="000000"/>
                    </a:solidFill>
                    <a:latin typeface="Arial Narrow" pitchFamily="34" charset="0"/>
                  </a:rPr>
                  <a:t>Contract Award</a:t>
                </a:r>
                <a:endParaRPr lang="en-US" sz="900" b="0">
                  <a:latin typeface="Times New Roman" pitchFamily="18" charset="0"/>
                </a:endParaRPr>
              </a:p>
            </p:txBody>
          </p:sp>
          <p:grpSp>
            <p:nvGrpSpPr>
              <p:cNvPr id="49241" name="Group 1027"/>
              <p:cNvGrpSpPr>
                <a:grpSpLocks/>
              </p:cNvGrpSpPr>
              <p:nvPr/>
            </p:nvGrpSpPr>
            <p:grpSpPr bwMode="auto">
              <a:xfrm>
                <a:off x="2814" y="2379"/>
                <a:ext cx="252" cy="268"/>
                <a:chOff x="2509" y="2443"/>
                <a:chExt cx="286" cy="292"/>
              </a:xfrm>
            </p:grpSpPr>
            <p:sp>
              <p:nvSpPr>
                <p:cNvPr id="49242" name="Freeform 1028"/>
                <p:cNvSpPr>
                  <a:spLocks/>
                </p:cNvSpPr>
                <p:nvPr/>
              </p:nvSpPr>
              <p:spPr bwMode="auto">
                <a:xfrm>
                  <a:off x="2509" y="2443"/>
                  <a:ext cx="286" cy="292"/>
                </a:xfrm>
                <a:custGeom>
                  <a:avLst/>
                  <a:gdLst>
                    <a:gd name="T0" fmla="*/ 28 w 286"/>
                    <a:gd name="T1" fmla="*/ 0 h 292"/>
                    <a:gd name="T2" fmla="*/ 23 w 286"/>
                    <a:gd name="T3" fmla="*/ 1 h 292"/>
                    <a:gd name="T4" fmla="*/ 18 w 286"/>
                    <a:gd name="T5" fmla="*/ 2 h 292"/>
                    <a:gd name="T6" fmla="*/ 8 w 286"/>
                    <a:gd name="T7" fmla="*/ 9 h 292"/>
                    <a:gd name="T8" fmla="*/ 3 w 286"/>
                    <a:gd name="T9" fmla="*/ 17 h 292"/>
                    <a:gd name="T10" fmla="*/ 2 w 286"/>
                    <a:gd name="T11" fmla="*/ 23 h 292"/>
                    <a:gd name="T12" fmla="*/ 0 w 286"/>
                    <a:gd name="T13" fmla="*/ 28 h 292"/>
                    <a:gd name="T14" fmla="*/ 0 w 286"/>
                    <a:gd name="T15" fmla="*/ 264 h 292"/>
                    <a:gd name="T16" fmla="*/ 2 w 286"/>
                    <a:gd name="T17" fmla="*/ 269 h 292"/>
                    <a:gd name="T18" fmla="*/ 3 w 286"/>
                    <a:gd name="T19" fmla="*/ 275 h 292"/>
                    <a:gd name="T20" fmla="*/ 8 w 286"/>
                    <a:gd name="T21" fmla="*/ 284 h 292"/>
                    <a:gd name="T22" fmla="*/ 18 w 286"/>
                    <a:gd name="T23" fmla="*/ 290 h 292"/>
                    <a:gd name="T24" fmla="*/ 23 w 286"/>
                    <a:gd name="T25" fmla="*/ 292 h 292"/>
                    <a:gd name="T26" fmla="*/ 28 w 286"/>
                    <a:gd name="T27" fmla="*/ 292 h 292"/>
                    <a:gd name="T28" fmla="*/ 258 w 286"/>
                    <a:gd name="T29" fmla="*/ 292 h 292"/>
                    <a:gd name="T30" fmla="*/ 263 w 286"/>
                    <a:gd name="T31" fmla="*/ 292 h 292"/>
                    <a:gd name="T32" fmla="*/ 269 w 286"/>
                    <a:gd name="T33" fmla="*/ 290 h 292"/>
                    <a:gd name="T34" fmla="*/ 278 w 286"/>
                    <a:gd name="T35" fmla="*/ 284 h 292"/>
                    <a:gd name="T36" fmla="*/ 284 w 286"/>
                    <a:gd name="T37" fmla="*/ 275 h 292"/>
                    <a:gd name="T38" fmla="*/ 286 w 286"/>
                    <a:gd name="T39" fmla="*/ 269 h 292"/>
                    <a:gd name="T40" fmla="*/ 286 w 286"/>
                    <a:gd name="T41" fmla="*/ 264 h 292"/>
                    <a:gd name="T42" fmla="*/ 286 w 286"/>
                    <a:gd name="T43" fmla="*/ 28 h 292"/>
                    <a:gd name="T44" fmla="*/ 286 w 286"/>
                    <a:gd name="T45" fmla="*/ 23 h 292"/>
                    <a:gd name="T46" fmla="*/ 284 w 286"/>
                    <a:gd name="T47" fmla="*/ 17 h 292"/>
                    <a:gd name="T48" fmla="*/ 278 w 286"/>
                    <a:gd name="T49" fmla="*/ 9 h 292"/>
                    <a:gd name="T50" fmla="*/ 269 w 286"/>
                    <a:gd name="T51" fmla="*/ 2 h 292"/>
                    <a:gd name="T52" fmla="*/ 263 w 286"/>
                    <a:gd name="T53" fmla="*/ 1 h 292"/>
                    <a:gd name="T54" fmla="*/ 258 w 286"/>
                    <a:gd name="T55" fmla="*/ 0 h 292"/>
                    <a:gd name="T56" fmla="*/ 28 w 286"/>
                    <a:gd name="T57" fmla="*/ 0 h 29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86"/>
                    <a:gd name="T88" fmla="*/ 0 h 292"/>
                    <a:gd name="T89" fmla="*/ 286 w 286"/>
                    <a:gd name="T90" fmla="*/ 292 h 29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86" h="292">
                      <a:moveTo>
                        <a:pt x="28" y="0"/>
                      </a:moveTo>
                      <a:lnTo>
                        <a:pt x="23" y="1"/>
                      </a:lnTo>
                      <a:lnTo>
                        <a:pt x="18" y="2"/>
                      </a:lnTo>
                      <a:lnTo>
                        <a:pt x="8" y="9"/>
                      </a:lnTo>
                      <a:lnTo>
                        <a:pt x="3" y="17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0" y="264"/>
                      </a:lnTo>
                      <a:lnTo>
                        <a:pt x="2" y="269"/>
                      </a:lnTo>
                      <a:lnTo>
                        <a:pt x="3" y="275"/>
                      </a:lnTo>
                      <a:lnTo>
                        <a:pt x="8" y="284"/>
                      </a:lnTo>
                      <a:lnTo>
                        <a:pt x="18" y="290"/>
                      </a:lnTo>
                      <a:lnTo>
                        <a:pt x="23" y="292"/>
                      </a:lnTo>
                      <a:lnTo>
                        <a:pt x="28" y="292"/>
                      </a:lnTo>
                      <a:lnTo>
                        <a:pt x="258" y="292"/>
                      </a:lnTo>
                      <a:lnTo>
                        <a:pt x="263" y="292"/>
                      </a:lnTo>
                      <a:lnTo>
                        <a:pt x="269" y="290"/>
                      </a:lnTo>
                      <a:lnTo>
                        <a:pt x="278" y="284"/>
                      </a:lnTo>
                      <a:lnTo>
                        <a:pt x="284" y="275"/>
                      </a:lnTo>
                      <a:lnTo>
                        <a:pt x="286" y="269"/>
                      </a:lnTo>
                      <a:lnTo>
                        <a:pt x="286" y="264"/>
                      </a:lnTo>
                      <a:lnTo>
                        <a:pt x="286" y="28"/>
                      </a:lnTo>
                      <a:lnTo>
                        <a:pt x="286" y="23"/>
                      </a:lnTo>
                      <a:lnTo>
                        <a:pt x="284" y="17"/>
                      </a:lnTo>
                      <a:lnTo>
                        <a:pt x="278" y="9"/>
                      </a:lnTo>
                      <a:lnTo>
                        <a:pt x="269" y="2"/>
                      </a:lnTo>
                      <a:lnTo>
                        <a:pt x="263" y="1"/>
                      </a:lnTo>
                      <a:lnTo>
                        <a:pt x="25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43" name="Freeform 1029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44" name="Freeform 1030"/>
                <p:cNvSpPr>
                  <a:spLocks/>
                </p:cNvSpPr>
                <p:nvPr/>
              </p:nvSpPr>
              <p:spPr bwMode="auto">
                <a:xfrm>
                  <a:off x="2524" y="2483"/>
                  <a:ext cx="256" cy="213"/>
                </a:xfrm>
                <a:custGeom>
                  <a:avLst/>
                  <a:gdLst>
                    <a:gd name="T0" fmla="*/ 253 w 256"/>
                    <a:gd name="T1" fmla="*/ 118 h 213"/>
                    <a:gd name="T2" fmla="*/ 249 w 256"/>
                    <a:gd name="T3" fmla="*/ 120 h 213"/>
                    <a:gd name="T4" fmla="*/ 245 w 256"/>
                    <a:gd name="T5" fmla="*/ 120 h 213"/>
                    <a:gd name="T6" fmla="*/ 243 w 256"/>
                    <a:gd name="T7" fmla="*/ 117 h 213"/>
                    <a:gd name="T8" fmla="*/ 228 w 256"/>
                    <a:gd name="T9" fmla="*/ 130 h 213"/>
                    <a:gd name="T10" fmla="*/ 228 w 256"/>
                    <a:gd name="T11" fmla="*/ 137 h 213"/>
                    <a:gd name="T12" fmla="*/ 228 w 256"/>
                    <a:gd name="T13" fmla="*/ 144 h 213"/>
                    <a:gd name="T14" fmla="*/ 223 w 256"/>
                    <a:gd name="T15" fmla="*/ 151 h 213"/>
                    <a:gd name="T16" fmla="*/ 217 w 256"/>
                    <a:gd name="T17" fmla="*/ 156 h 213"/>
                    <a:gd name="T18" fmla="*/ 203 w 256"/>
                    <a:gd name="T19" fmla="*/ 159 h 213"/>
                    <a:gd name="T20" fmla="*/ 200 w 256"/>
                    <a:gd name="T21" fmla="*/ 166 h 213"/>
                    <a:gd name="T22" fmla="*/ 196 w 256"/>
                    <a:gd name="T23" fmla="*/ 172 h 213"/>
                    <a:gd name="T24" fmla="*/ 191 w 256"/>
                    <a:gd name="T25" fmla="*/ 174 h 213"/>
                    <a:gd name="T26" fmla="*/ 184 w 256"/>
                    <a:gd name="T27" fmla="*/ 175 h 213"/>
                    <a:gd name="T28" fmla="*/ 180 w 256"/>
                    <a:gd name="T29" fmla="*/ 176 h 213"/>
                    <a:gd name="T30" fmla="*/ 174 w 256"/>
                    <a:gd name="T31" fmla="*/ 184 h 213"/>
                    <a:gd name="T32" fmla="*/ 164 w 256"/>
                    <a:gd name="T33" fmla="*/ 191 h 213"/>
                    <a:gd name="T34" fmla="*/ 154 w 256"/>
                    <a:gd name="T35" fmla="*/ 194 h 213"/>
                    <a:gd name="T36" fmla="*/ 151 w 256"/>
                    <a:gd name="T37" fmla="*/ 200 h 213"/>
                    <a:gd name="T38" fmla="*/ 145 w 256"/>
                    <a:gd name="T39" fmla="*/ 206 h 213"/>
                    <a:gd name="T40" fmla="*/ 135 w 256"/>
                    <a:gd name="T41" fmla="*/ 208 h 213"/>
                    <a:gd name="T42" fmla="*/ 125 w 256"/>
                    <a:gd name="T43" fmla="*/ 207 h 213"/>
                    <a:gd name="T44" fmla="*/ 119 w 256"/>
                    <a:gd name="T45" fmla="*/ 207 h 213"/>
                    <a:gd name="T46" fmla="*/ 113 w 256"/>
                    <a:gd name="T47" fmla="*/ 211 h 213"/>
                    <a:gd name="T48" fmla="*/ 104 w 256"/>
                    <a:gd name="T49" fmla="*/ 213 h 213"/>
                    <a:gd name="T50" fmla="*/ 96 w 256"/>
                    <a:gd name="T51" fmla="*/ 212 h 213"/>
                    <a:gd name="T52" fmla="*/ 89 w 256"/>
                    <a:gd name="T53" fmla="*/ 207 h 213"/>
                    <a:gd name="T54" fmla="*/ 81 w 256"/>
                    <a:gd name="T55" fmla="*/ 195 h 213"/>
                    <a:gd name="T56" fmla="*/ 71 w 256"/>
                    <a:gd name="T57" fmla="*/ 193 h 213"/>
                    <a:gd name="T58" fmla="*/ 62 w 256"/>
                    <a:gd name="T59" fmla="*/ 187 h 213"/>
                    <a:gd name="T60" fmla="*/ 59 w 256"/>
                    <a:gd name="T61" fmla="*/ 179 h 213"/>
                    <a:gd name="T62" fmla="*/ 54 w 256"/>
                    <a:gd name="T63" fmla="*/ 178 h 213"/>
                    <a:gd name="T64" fmla="*/ 49 w 256"/>
                    <a:gd name="T65" fmla="*/ 176 h 213"/>
                    <a:gd name="T66" fmla="*/ 42 w 256"/>
                    <a:gd name="T67" fmla="*/ 171 h 213"/>
                    <a:gd name="T68" fmla="*/ 39 w 256"/>
                    <a:gd name="T69" fmla="*/ 163 h 213"/>
                    <a:gd name="T70" fmla="*/ 31 w 256"/>
                    <a:gd name="T71" fmla="*/ 160 h 213"/>
                    <a:gd name="T72" fmla="*/ 22 w 256"/>
                    <a:gd name="T73" fmla="*/ 156 h 213"/>
                    <a:gd name="T74" fmla="*/ 15 w 256"/>
                    <a:gd name="T75" fmla="*/ 147 h 213"/>
                    <a:gd name="T76" fmla="*/ 14 w 256"/>
                    <a:gd name="T77" fmla="*/ 135 h 213"/>
                    <a:gd name="T78" fmla="*/ 18 w 256"/>
                    <a:gd name="T79" fmla="*/ 126 h 213"/>
                    <a:gd name="T80" fmla="*/ 9 w 256"/>
                    <a:gd name="T81" fmla="*/ 124 h 213"/>
                    <a:gd name="T82" fmla="*/ 5 w 256"/>
                    <a:gd name="T83" fmla="*/ 121 h 213"/>
                    <a:gd name="T84" fmla="*/ 1 w 256"/>
                    <a:gd name="T85" fmla="*/ 118 h 213"/>
                    <a:gd name="T86" fmla="*/ 7 w 256"/>
                    <a:gd name="T87" fmla="*/ 77 h 213"/>
                    <a:gd name="T88" fmla="*/ 29 w 256"/>
                    <a:gd name="T89" fmla="*/ 28 h 213"/>
                    <a:gd name="T90" fmla="*/ 76 w 256"/>
                    <a:gd name="T91" fmla="*/ 12 h 213"/>
                    <a:gd name="T92" fmla="*/ 77 w 256"/>
                    <a:gd name="T93" fmla="*/ 20 h 213"/>
                    <a:gd name="T94" fmla="*/ 84 w 256"/>
                    <a:gd name="T95" fmla="*/ 21 h 213"/>
                    <a:gd name="T96" fmla="*/ 91 w 256"/>
                    <a:gd name="T97" fmla="*/ 18 h 213"/>
                    <a:gd name="T98" fmla="*/ 183 w 256"/>
                    <a:gd name="T99" fmla="*/ 18 h 213"/>
                    <a:gd name="T100" fmla="*/ 209 w 256"/>
                    <a:gd name="T101" fmla="*/ 7 h 213"/>
                    <a:gd name="T102" fmla="*/ 241 w 256"/>
                    <a:gd name="T103" fmla="*/ 50 h 213"/>
                    <a:gd name="T104" fmla="*/ 256 w 256"/>
                    <a:gd name="T105" fmla="*/ 101 h 2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56"/>
                    <a:gd name="T160" fmla="*/ 0 h 213"/>
                    <a:gd name="T161" fmla="*/ 256 w 256"/>
                    <a:gd name="T162" fmla="*/ 213 h 2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56" h="213">
                      <a:moveTo>
                        <a:pt x="256" y="116"/>
                      </a:moveTo>
                      <a:lnTo>
                        <a:pt x="255" y="116"/>
                      </a:lnTo>
                      <a:lnTo>
                        <a:pt x="254" y="117"/>
                      </a:lnTo>
                      <a:lnTo>
                        <a:pt x="253" y="118"/>
                      </a:lnTo>
                      <a:lnTo>
                        <a:pt x="252" y="118"/>
                      </a:lnTo>
                      <a:lnTo>
                        <a:pt x="252" y="119"/>
                      </a:lnTo>
                      <a:lnTo>
                        <a:pt x="250" y="119"/>
                      </a:lnTo>
                      <a:lnTo>
                        <a:pt x="249" y="120"/>
                      </a:lnTo>
                      <a:lnTo>
                        <a:pt x="247" y="121"/>
                      </a:lnTo>
                      <a:lnTo>
                        <a:pt x="245" y="121"/>
                      </a:lnTo>
                      <a:lnTo>
                        <a:pt x="245" y="120"/>
                      </a:lnTo>
                      <a:lnTo>
                        <a:pt x="244" y="120"/>
                      </a:lnTo>
                      <a:lnTo>
                        <a:pt x="244" y="119"/>
                      </a:lnTo>
                      <a:lnTo>
                        <a:pt x="243" y="118"/>
                      </a:lnTo>
                      <a:lnTo>
                        <a:pt x="243" y="117"/>
                      </a:lnTo>
                      <a:lnTo>
                        <a:pt x="242" y="116"/>
                      </a:lnTo>
                      <a:lnTo>
                        <a:pt x="228" y="126"/>
                      </a:lnTo>
                      <a:lnTo>
                        <a:pt x="228" y="128"/>
                      </a:lnTo>
                      <a:lnTo>
                        <a:pt x="228" y="130"/>
                      </a:lnTo>
                      <a:lnTo>
                        <a:pt x="228" y="131"/>
                      </a:lnTo>
                      <a:lnTo>
                        <a:pt x="228" y="133"/>
                      </a:lnTo>
                      <a:lnTo>
                        <a:pt x="228" y="135"/>
                      </a:lnTo>
                      <a:lnTo>
                        <a:pt x="228" y="137"/>
                      </a:lnTo>
                      <a:lnTo>
                        <a:pt x="228" y="139"/>
                      </a:lnTo>
                      <a:lnTo>
                        <a:pt x="228" y="142"/>
                      </a:lnTo>
                      <a:lnTo>
                        <a:pt x="228" y="144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50"/>
                      </a:lnTo>
                      <a:lnTo>
                        <a:pt x="223" y="151"/>
                      </a:lnTo>
                      <a:lnTo>
                        <a:pt x="222" y="152"/>
                      </a:lnTo>
                      <a:lnTo>
                        <a:pt x="219" y="153"/>
                      </a:lnTo>
                      <a:lnTo>
                        <a:pt x="218" y="156"/>
                      </a:lnTo>
                      <a:lnTo>
                        <a:pt x="217" y="156"/>
                      </a:lnTo>
                      <a:lnTo>
                        <a:pt x="215" y="157"/>
                      </a:lnTo>
                      <a:lnTo>
                        <a:pt x="213" y="158"/>
                      </a:lnTo>
                      <a:lnTo>
                        <a:pt x="206" y="158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2" y="163"/>
                      </a:lnTo>
                      <a:lnTo>
                        <a:pt x="201" y="165"/>
                      </a:lnTo>
                      <a:lnTo>
                        <a:pt x="200" y="166"/>
                      </a:lnTo>
                      <a:lnTo>
                        <a:pt x="199" y="167"/>
                      </a:lnTo>
                      <a:lnTo>
                        <a:pt x="198" y="169"/>
                      </a:lnTo>
                      <a:lnTo>
                        <a:pt x="197" y="171"/>
                      </a:lnTo>
                      <a:lnTo>
                        <a:pt x="196" y="172"/>
                      </a:lnTo>
                      <a:lnTo>
                        <a:pt x="194" y="173"/>
                      </a:lnTo>
                      <a:lnTo>
                        <a:pt x="193" y="173"/>
                      </a:lnTo>
                      <a:lnTo>
                        <a:pt x="192" y="174"/>
                      </a:lnTo>
                      <a:lnTo>
                        <a:pt x="191" y="174"/>
                      </a:lnTo>
                      <a:lnTo>
                        <a:pt x="190" y="174"/>
                      </a:lnTo>
                      <a:lnTo>
                        <a:pt x="188" y="174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3" y="175"/>
                      </a:lnTo>
                      <a:lnTo>
                        <a:pt x="182" y="174"/>
                      </a:lnTo>
                      <a:lnTo>
                        <a:pt x="181" y="174"/>
                      </a:lnTo>
                      <a:lnTo>
                        <a:pt x="180" y="176"/>
                      </a:lnTo>
                      <a:lnTo>
                        <a:pt x="179" y="179"/>
                      </a:lnTo>
                      <a:lnTo>
                        <a:pt x="177" y="182"/>
                      </a:lnTo>
                      <a:lnTo>
                        <a:pt x="176" y="184"/>
                      </a:lnTo>
                      <a:lnTo>
                        <a:pt x="174" y="184"/>
                      </a:lnTo>
                      <a:lnTo>
                        <a:pt x="171" y="188"/>
                      </a:lnTo>
                      <a:lnTo>
                        <a:pt x="170" y="189"/>
                      </a:lnTo>
                      <a:lnTo>
                        <a:pt x="167" y="190"/>
                      </a:lnTo>
                      <a:lnTo>
                        <a:pt x="164" y="191"/>
                      </a:lnTo>
                      <a:lnTo>
                        <a:pt x="162" y="191"/>
                      </a:lnTo>
                      <a:lnTo>
                        <a:pt x="155" y="191"/>
                      </a:lnTo>
                      <a:lnTo>
                        <a:pt x="155" y="192"/>
                      </a:lnTo>
                      <a:lnTo>
                        <a:pt x="154" y="194"/>
                      </a:lnTo>
                      <a:lnTo>
                        <a:pt x="154" y="195"/>
                      </a:lnTo>
                      <a:lnTo>
                        <a:pt x="153" y="197"/>
                      </a:lnTo>
                      <a:lnTo>
                        <a:pt x="152" y="198"/>
                      </a:lnTo>
                      <a:lnTo>
                        <a:pt x="151" y="200"/>
                      </a:lnTo>
                      <a:lnTo>
                        <a:pt x="150" y="203"/>
                      </a:lnTo>
                      <a:lnTo>
                        <a:pt x="148" y="204"/>
                      </a:lnTo>
                      <a:lnTo>
                        <a:pt x="146" y="205"/>
                      </a:lnTo>
                      <a:lnTo>
                        <a:pt x="145" y="206"/>
                      </a:lnTo>
                      <a:lnTo>
                        <a:pt x="143" y="207"/>
                      </a:lnTo>
                      <a:lnTo>
                        <a:pt x="140" y="208"/>
                      </a:lnTo>
                      <a:lnTo>
                        <a:pt x="137" y="208"/>
                      </a:lnTo>
                      <a:lnTo>
                        <a:pt x="135" y="208"/>
                      </a:lnTo>
                      <a:lnTo>
                        <a:pt x="133" y="208"/>
                      </a:lnTo>
                      <a:lnTo>
                        <a:pt x="131" y="208"/>
                      </a:lnTo>
                      <a:lnTo>
                        <a:pt x="129" y="207"/>
                      </a:lnTo>
                      <a:lnTo>
                        <a:pt x="125" y="207"/>
                      </a:lnTo>
                      <a:lnTo>
                        <a:pt x="123" y="205"/>
                      </a:lnTo>
                      <a:lnTo>
                        <a:pt x="121" y="204"/>
                      </a:lnTo>
                      <a:lnTo>
                        <a:pt x="120" y="206"/>
                      </a:lnTo>
                      <a:lnTo>
                        <a:pt x="119" y="207"/>
                      </a:lnTo>
                      <a:lnTo>
                        <a:pt x="117" y="208"/>
                      </a:lnTo>
                      <a:lnTo>
                        <a:pt x="116" y="210"/>
                      </a:lnTo>
                      <a:lnTo>
                        <a:pt x="115" y="210"/>
                      </a:lnTo>
                      <a:lnTo>
                        <a:pt x="113" y="211"/>
                      </a:lnTo>
                      <a:lnTo>
                        <a:pt x="110" y="212"/>
                      </a:lnTo>
                      <a:lnTo>
                        <a:pt x="109" y="213"/>
                      </a:lnTo>
                      <a:lnTo>
                        <a:pt x="106" y="213"/>
                      </a:lnTo>
                      <a:lnTo>
                        <a:pt x="104" y="213"/>
                      </a:lnTo>
                      <a:lnTo>
                        <a:pt x="102" y="213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2"/>
                      </a:lnTo>
                      <a:lnTo>
                        <a:pt x="93" y="211"/>
                      </a:lnTo>
                      <a:lnTo>
                        <a:pt x="92" y="210"/>
                      </a:lnTo>
                      <a:lnTo>
                        <a:pt x="90" y="209"/>
                      </a:lnTo>
                      <a:lnTo>
                        <a:pt x="89" y="207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196"/>
                      </a:lnTo>
                      <a:lnTo>
                        <a:pt x="81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4"/>
                      </a:lnTo>
                      <a:lnTo>
                        <a:pt x="71" y="193"/>
                      </a:lnTo>
                      <a:lnTo>
                        <a:pt x="68" y="192"/>
                      </a:lnTo>
                      <a:lnTo>
                        <a:pt x="66" y="190"/>
                      </a:lnTo>
                      <a:lnTo>
                        <a:pt x="63" y="189"/>
                      </a:lnTo>
                      <a:lnTo>
                        <a:pt x="62" y="187"/>
                      </a:lnTo>
                      <a:lnTo>
                        <a:pt x="61" y="182"/>
                      </a:lnTo>
                      <a:lnTo>
                        <a:pt x="60" y="180"/>
                      </a:lnTo>
                      <a:lnTo>
                        <a:pt x="59" y="179"/>
                      </a:lnTo>
                      <a:lnTo>
                        <a:pt x="58" y="178"/>
                      </a:lnTo>
                      <a:lnTo>
                        <a:pt x="57" y="178"/>
                      </a:lnTo>
                      <a:lnTo>
                        <a:pt x="55" y="178"/>
                      </a:lnTo>
                      <a:lnTo>
                        <a:pt x="54" y="178"/>
                      </a:lnTo>
                      <a:lnTo>
                        <a:pt x="52" y="178"/>
                      </a:lnTo>
                      <a:lnTo>
                        <a:pt x="51" y="177"/>
                      </a:lnTo>
                      <a:lnTo>
                        <a:pt x="49" y="177"/>
                      </a:lnTo>
                      <a:lnTo>
                        <a:pt x="49" y="176"/>
                      </a:lnTo>
                      <a:lnTo>
                        <a:pt x="45" y="175"/>
                      </a:lnTo>
                      <a:lnTo>
                        <a:pt x="44" y="174"/>
                      </a:lnTo>
                      <a:lnTo>
                        <a:pt x="43" y="173"/>
                      </a:lnTo>
                      <a:lnTo>
                        <a:pt x="42" y="171"/>
                      </a:lnTo>
                      <a:lnTo>
                        <a:pt x="41" y="169"/>
                      </a:lnTo>
                      <a:lnTo>
                        <a:pt x="40" y="167"/>
                      </a:lnTo>
                      <a:lnTo>
                        <a:pt x="40" y="166"/>
                      </a:lnTo>
                      <a:lnTo>
                        <a:pt x="39" y="163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1"/>
                      </a:lnTo>
                      <a:lnTo>
                        <a:pt x="31" y="160"/>
                      </a:lnTo>
                      <a:lnTo>
                        <a:pt x="28" y="159"/>
                      </a:lnTo>
                      <a:lnTo>
                        <a:pt x="26" y="159"/>
                      </a:lnTo>
                      <a:lnTo>
                        <a:pt x="23" y="158"/>
                      </a:lnTo>
                      <a:lnTo>
                        <a:pt x="22" y="156"/>
                      </a:lnTo>
                      <a:lnTo>
                        <a:pt x="20" y="153"/>
                      </a:lnTo>
                      <a:lnTo>
                        <a:pt x="18" y="152"/>
                      </a:lnTo>
                      <a:lnTo>
                        <a:pt x="16" y="149"/>
                      </a:lnTo>
                      <a:lnTo>
                        <a:pt x="15" y="147"/>
                      </a:lnTo>
                      <a:lnTo>
                        <a:pt x="15" y="144"/>
                      </a:lnTo>
                      <a:lnTo>
                        <a:pt x="14" y="142"/>
                      </a:lnTo>
                      <a:lnTo>
                        <a:pt x="14" y="139"/>
                      </a:lnTo>
                      <a:lnTo>
                        <a:pt x="14" y="135"/>
                      </a:lnTo>
                      <a:lnTo>
                        <a:pt x="15" y="133"/>
                      </a:lnTo>
                      <a:lnTo>
                        <a:pt x="15" y="130"/>
                      </a:lnTo>
                      <a:lnTo>
                        <a:pt x="16" y="128"/>
                      </a:lnTo>
                      <a:lnTo>
                        <a:pt x="18" y="126"/>
                      </a:lnTo>
                      <a:lnTo>
                        <a:pt x="19" y="122"/>
                      </a:lnTo>
                      <a:lnTo>
                        <a:pt x="13" y="118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7" y="122"/>
                      </a:lnTo>
                      <a:lnTo>
                        <a:pt x="7" y="121"/>
                      </a:lnTo>
                      <a:lnTo>
                        <a:pt x="5" y="121"/>
                      </a:lnTo>
                      <a:lnTo>
                        <a:pt x="4" y="120"/>
                      </a:lnTo>
                      <a:lnTo>
                        <a:pt x="3" y="119"/>
                      </a:lnTo>
                      <a:lnTo>
                        <a:pt x="1" y="119"/>
                      </a:lnTo>
                      <a:lnTo>
                        <a:pt x="1" y="118"/>
                      </a:lnTo>
                      <a:lnTo>
                        <a:pt x="0" y="117"/>
                      </a:lnTo>
                      <a:lnTo>
                        <a:pt x="0" y="103"/>
                      </a:lnTo>
                      <a:lnTo>
                        <a:pt x="3" y="90"/>
                      </a:lnTo>
                      <a:lnTo>
                        <a:pt x="7" y="77"/>
                      </a:lnTo>
                      <a:lnTo>
                        <a:pt x="10" y="63"/>
                      </a:lnTo>
                      <a:lnTo>
                        <a:pt x="15" y="52"/>
                      </a:lnTo>
                      <a:lnTo>
                        <a:pt x="22" y="39"/>
                      </a:lnTo>
                      <a:lnTo>
                        <a:pt x="29" y="28"/>
                      </a:lnTo>
                      <a:lnTo>
                        <a:pt x="38" y="19"/>
                      </a:lnTo>
                      <a:lnTo>
                        <a:pt x="49" y="8"/>
                      </a:lnTo>
                      <a:lnTo>
                        <a:pt x="58" y="1"/>
                      </a:lnTo>
                      <a:lnTo>
                        <a:pt x="76" y="12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6" y="19"/>
                      </a:lnTo>
                      <a:lnTo>
                        <a:pt x="77" y="20"/>
                      </a:lnTo>
                      <a:lnTo>
                        <a:pt x="79" y="20"/>
                      </a:lnTo>
                      <a:lnTo>
                        <a:pt x="81" y="21"/>
                      </a:lnTo>
                      <a:lnTo>
                        <a:pt x="82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87" y="22"/>
                      </a:lnTo>
                      <a:lnTo>
                        <a:pt x="89" y="23"/>
                      </a:lnTo>
                      <a:lnTo>
                        <a:pt x="91" y="18"/>
                      </a:lnTo>
                      <a:lnTo>
                        <a:pt x="128" y="6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3" y="18"/>
                      </a:lnTo>
                      <a:lnTo>
                        <a:pt x="183" y="17"/>
                      </a:lnTo>
                      <a:lnTo>
                        <a:pt x="180" y="10"/>
                      </a:lnTo>
                      <a:lnTo>
                        <a:pt x="197" y="0"/>
                      </a:lnTo>
                      <a:lnTo>
                        <a:pt x="209" y="7"/>
                      </a:lnTo>
                      <a:lnTo>
                        <a:pt x="218" y="17"/>
                      </a:lnTo>
                      <a:lnTo>
                        <a:pt x="226" y="26"/>
                      </a:lnTo>
                      <a:lnTo>
                        <a:pt x="234" y="38"/>
                      </a:lnTo>
                      <a:lnTo>
                        <a:pt x="241" y="50"/>
                      </a:lnTo>
                      <a:lnTo>
                        <a:pt x="247" y="62"/>
                      </a:lnTo>
                      <a:lnTo>
                        <a:pt x="250" y="74"/>
                      </a:lnTo>
                      <a:lnTo>
                        <a:pt x="254" y="88"/>
                      </a:lnTo>
                      <a:lnTo>
                        <a:pt x="256" y="101"/>
                      </a:lnTo>
                      <a:lnTo>
                        <a:pt x="256" y="116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45" name="Freeform 1031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46" name="Freeform 1032"/>
                <p:cNvSpPr>
                  <a:spLocks/>
                </p:cNvSpPr>
                <p:nvPr/>
              </p:nvSpPr>
              <p:spPr bwMode="auto">
                <a:xfrm>
                  <a:off x="2715" y="2488"/>
                  <a:ext cx="63" cy="107"/>
                </a:xfrm>
                <a:custGeom>
                  <a:avLst/>
                  <a:gdLst>
                    <a:gd name="T0" fmla="*/ 63 w 63"/>
                    <a:gd name="T1" fmla="*/ 104 h 107"/>
                    <a:gd name="T2" fmla="*/ 56 w 63"/>
                    <a:gd name="T3" fmla="*/ 107 h 107"/>
                    <a:gd name="T4" fmla="*/ 0 w 63"/>
                    <a:gd name="T5" fmla="*/ 7 h 107"/>
                    <a:gd name="T6" fmla="*/ 11 w 63"/>
                    <a:gd name="T7" fmla="*/ 0 h 107"/>
                    <a:gd name="T8" fmla="*/ 21 w 63"/>
                    <a:gd name="T9" fmla="*/ 7 h 107"/>
                    <a:gd name="T10" fmla="*/ 28 w 63"/>
                    <a:gd name="T11" fmla="*/ 16 h 107"/>
                    <a:gd name="T12" fmla="*/ 36 w 63"/>
                    <a:gd name="T13" fmla="*/ 25 h 107"/>
                    <a:gd name="T14" fmla="*/ 42 w 63"/>
                    <a:gd name="T15" fmla="*/ 35 h 107"/>
                    <a:gd name="T16" fmla="*/ 48 w 63"/>
                    <a:gd name="T17" fmla="*/ 45 h 107"/>
                    <a:gd name="T18" fmla="*/ 53 w 63"/>
                    <a:gd name="T19" fmla="*/ 56 h 107"/>
                    <a:gd name="T20" fmla="*/ 56 w 63"/>
                    <a:gd name="T21" fmla="*/ 67 h 107"/>
                    <a:gd name="T22" fmla="*/ 61 w 63"/>
                    <a:gd name="T23" fmla="*/ 78 h 107"/>
                    <a:gd name="T24" fmla="*/ 62 w 63"/>
                    <a:gd name="T25" fmla="*/ 91 h 107"/>
                    <a:gd name="T26" fmla="*/ 63 w 63"/>
                    <a:gd name="T27" fmla="*/ 104 h 10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3"/>
                    <a:gd name="T43" fmla="*/ 0 h 107"/>
                    <a:gd name="T44" fmla="*/ 63 w 63"/>
                    <a:gd name="T45" fmla="*/ 107 h 10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3" h="107">
                      <a:moveTo>
                        <a:pt x="63" y="104"/>
                      </a:moveTo>
                      <a:lnTo>
                        <a:pt x="56" y="107"/>
                      </a:lnTo>
                      <a:lnTo>
                        <a:pt x="0" y="7"/>
                      </a:lnTo>
                      <a:lnTo>
                        <a:pt x="11" y="0"/>
                      </a:lnTo>
                      <a:lnTo>
                        <a:pt x="21" y="7"/>
                      </a:lnTo>
                      <a:lnTo>
                        <a:pt x="28" y="16"/>
                      </a:lnTo>
                      <a:lnTo>
                        <a:pt x="36" y="25"/>
                      </a:lnTo>
                      <a:lnTo>
                        <a:pt x="42" y="35"/>
                      </a:lnTo>
                      <a:lnTo>
                        <a:pt x="48" y="45"/>
                      </a:lnTo>
                      <a:lnTo>
                        <a:pt x="53" y="56"/>
                      </a:lnTo>
                      <a:lnTo>
                        <a:pt x="56" y="67"/>
                      </a:lnTo>
                      <a:lnTo>
                        <a:pt x="61" y="78"/>
                      </a:lnTo>
                      <a:lnTo>
                        <a:pt x="62" y="91"/>
                      </a:lnTo>
                      <a:lnTo>
                        <a:pt x="63" y="104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47" name="Freeform 1033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48" name="Freeform 1034"/>
                <p:cNvSpPr>
                  <a:spLocks/>
                </p:cNvSpPr>
                <p:nvPr/>
              </p:nvSpPr>
              <p:spPr bwMode="auto">
                <a:xfrm>
                  <a:off x="2527" y="2490"/>
                  <a:ext cx="63" cy="107"/>
                </a:xfrm>
                <a:custGeom>
                  <a:avLst/>
                  <a:gdLst>
                    <a:gd name="T0" fmla="*/ 63 w 63"/>
                    <a:gd name="T1" fmla="*/ 9 h 107"/>
                    <a:gd name="T2" fmla="*/ 5 w 63"/>
                    <a:gd name="T3" fmla="*/ 107 h 107"/>
                    <a:gd name="T4" fmla="*/ 4 w 63"/>
                    <a:gd name="T5" fmla="*/ 107 h 107"/>
                    <a:gd name="T6" fmla="*/ 3 w 63"/>
                    <a:gd name="T7" fmla="*/ 107 h 107"/>
                    <a:gd name="T8" fmla="*/ 2 w 63"/>
                    <a:gd name="T9" fmla="*/ 106 h 107"/>
                    <a:gd name="T10" fmla="*/ 1 w 63"/>
                    <a:gd name="T11" fmla="*/ 106 h 107"/>
                    <a:gd name="T12" fmla="*/ 1 w 63"/>
                    <a:gd name="T13" fmla="*/ 105 h 107"/>
                    <a:gd name="T14" fmla="*/ 0 w 63"/>
                    <a:gd name="T15" fmla="*/ 104 h 107"/>
                    <a:gd name="T16" fmla="*/ 1 w 63"/>
                    <a:gd name="T17" fmla="*/ 92 h 107"/>
                    <a:gd name="T18" fmla="*/ 2 w 63"/>
                    <a:gd name="T19" fmla="*/ 80 h 107"/>
                    <a:gd name="T20" fmla="*/ 5 w 63"/>
                    <a:gd name="T21" fmla="*/ 68 h 107"/>
                    <a:gd name="T22" fmla="*/ 8 w 63"/>
                    <a:gd name="T23" fmla="*/ 57 h 107"/>
                    <a:gd name="T24" fmla="*/ 12 w 63"/>
                    <a:gd name="T25" fmla="*/ 46 h 107"/>
                    <a:gd name="T26" fmla="*/ 19 w 63"/>
                    <a:gd name="T27" fmla="*/ 35 h 107"/>
                    <a:gd name="T28" fmla="*/ 25 w 63"/>
                    <a:gd name="T29" fmla="*/ 27 h 107"/>
                    <a:gd name="T30" fmla="*/ 32 w 63"/>
                    <a:gd name="T31" fmla="*/ 17 h 107"/>
                    <a:gd name="T32" fmla="*/ 40 w 63"/>
                    <a:gd name="T33" fmla="*/ 9 h 107"/>
                    <a:gd name="T34" fmla="*/ 49 w 63"/>
                    <a:gd name="T35" fmla="*/ 0 h 107"/>
                    <a:gd name="T36" fmla="*/ 50 w 63"/>
                    <a:gd name="T37" fmla="*/ 0 h 107"/>
                    <a:gd name="T38" fmla="*/ 52 w 63"/>
                    <a:gd name="T39" fmla="*/ 1 h 107"/>
                    <a:gd name="T40" fmla="*/ 54 w 63"/>
                    <a:gd name="T41" fmla="*/ 2 h 107"/>
                    <a:gd name="T42" fmla="*/ 54 w 63"/>
                    <a:gd name="T43" fmla="*/ 3 h 107"/>
                    <a:gd name="T44" fmla="*/ 56 w 63"/>
                    <a:gd name="T45" fmla="*/ 3 h 107"/>
                    <a:gd name="T46" fmla="*/ 57 w 63"/>
                    <a:gd name="T47" fmla="*/ 4 h 107"/>
                    <a:gd name="T48" fmla="*/ 58 w 63"/>
                    <a:gd name="T49" fmla="*/ 5 h 107"/>
                    <a:gd name="T50" fmla="*/ 60 w 63"/>
                    <a:gd name="T51" fmla="*/ 7 h 107"/>
                    <a:gd name="T52" fmla="*/ 62 w 63"/>
                    <a:gd name="T53" fmla="*/ 9 h 107"/>
                    <a:gd name="T54" fmla="*/ 63 w 63"/>
                    <a:gd name="T55" fmla="*/ 9 h 1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63"/>
                    <a:gd name="T85" fmla="*/ 0 h 107"/>
                    <a:gd name="T86" fmla="*/ 63 w 63"/>
                    <a:gd name="T87" fmla="*/ 107 h 10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63" h="107">
                      <a:moveTo>
                        <a:pt x="63" y="9"/>
                      </a:moveTo>
                      <a:lnTo>
                        <a:pt x="5" y="107"/>
                      </a:lnTo>
                      <a:lnTo>
                        <a:pt x="4" y="107"/>
                      </a:lnTo>
                      <a:lnTo>
                        <a:pt x="3" y="107"/>
                      </a:lnTo>
                      <a:lnTo>
                        <a:pt x="2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0" y="104"/>
                      </a:lnTo>
                      <a:lnTo>
                        <a:pt x="1" y="92"/>
                      </a:lnTo>
                      <a:lnTo>
                        <a:pt x="2" y="80"/>
                      </a:lnTo>
                      <a:lnTo>
                        <a:pt x="5" y="68"/>
                      </a:lnTo>
                      <a:lnTo>
                        <a:pt x="8" y="57"/>
                      </a:lnTo>
                      <a:lnTo>
                        <a:pt x="12" y="46"/>
                      </a:lnTo>
                      <a:lnTo>
                        <a:pt x="19" y="35"/>
                      </a:lnTo>
                      <a:lnTo>
                        <a:pt x="25" y="27"/>
                      </a:lnTo>
                      <a:lnTo>
                        <a:pt x="32" y="17"/>
                      </a:lnTo>
                      <a:lnTo>
                        <a:pt x="40" y="9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2" y="1"/>
                      </a:lnTo>
                      <a:lnTo>
                        <a:pt x="54" y="2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9"/>
                      </a:lnTo>
                      <a:lnTo>
                        <a:pt x="63" y="9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49" name="Freeform 1035"/>
                <p:cNvSpPr>
                  <a:spLocks/>
                </p:cNvSpPr>
                <p:nvPr/>
              </p:nvSpPr>
              <p:spPr bwMode="auto">
                <a:xfrm>
                  <a:off x="2603" y="2498"/>
                  <a:ext cx="162" cy="107"/>
                </a:xfrm>
                <a:custGeom>
                  <a:avLst/>
                  <a:gdLst>
                    <a:gd name="T0" fmla="*/ 102 w 162"/>
                    <a:gd name="T1" fmla="*/ 12 h 107"/>
                    <a:gd name="T2" fmla="*/ 104 w 162"/>
                    <a:gd name="T3" fmla="*/ 10 h 107"/>
                    <a:gd name="T4" fmla="*/ 106 w 162"/>
                    <a:gd name="T5" fmla="*/ 8 h 107"/>
                    <a:gd name="T6" fmla="*/ 108 w 162"/>
                    <a:gd name="T7" fmla="*/ 7 h 107"/>
                    <a:gd name="T8" fmla="*/ 111 w 162"/>
                    <a:gd name="T9" fmla="*/ 6 h 107"/>
                    <a:gd name="T10" fmla="*/ 162 w 162"/>
                    <a:gd name="T11" fmla="*/ 94 h 107"/>
                    <a:gd name="T12" fmla="*/ 158 w 162"/>
                    <a:gd name="T13" fmla="*/ 96 h 107"/>
                    <a:gd name="T14" fmla="*/ 153 w 162"/>
                    <a:gd name="T15" fmla="*/ 99 h 107"/>
                    <a:gd name="T16" fmla="*/ 149 w 162"/>
                    <a:gd name="T17" fmla="*/ 103 h 107"/>
                    <a:gd name="T18" fmla="*/ 145 w 162"/>
                    <a:gd name="T19" fmla="*/ 105 h 107"/>
                    <a:gd name="T20" fmla="*/ 140 w 162"/>
                    <a:gd name="T21" fmla="*/ 107 h 107"/>
                    <a:gd name="T22" fmla="*/ 128 w 162"/>
                    <a:gd name="T23" fmla="*/ 94 h 107"/>
                    <a:gd name="T24" fmla="*/ 116 w 162"/>
                    <a:gd name="T25" fmla="*/ 80 h 107"/>
                    <a:gd name="T26" fmla="*/ 104 w 162"/>
                    <a:gd name="T27" fmla="*/ 67 h 107"/>
                    <a:gd name="T28" fmla="*/ 91 w 162"/>
                    <a:gd name="T29" fmla="*/ 53 h 107"/>
                    <a:gd name="T30" fmla="*/ 78 w 162"/>
                    <a:gd name="T31" fmla="*/ 41 h 107"/>
                    <a:gd name="T32" fmla="*/ 73 w 162"/>
                    <a:gd name="T33" fmla="*/ 38 h 107"/>
                    <a:gd name="T34" fmla="*/ 66 w 162"/>
                    <a:gd name="T35" fmla="*/ 36 h 107"/>
                    <a:gd name="T36" fmla="*/ 60 w 162"/>
                    <a:gd name="T37" fmla="*/ 33 h 107"/>
                    <a:gd name="T38" fmla="*/ 55 w 162"/>
                    <a:gd name="T39" fmla="*/ 31 h 107"/>
                    <a:gd name="T40" fmla="*/ 48 w 162"/>
                    <a:gd name="T41" fmla="*/ 28 h 107"/>
                    <a:gd name="T42" fmla="*/ 50 w 162"/>
                    <a:gd name="T43" fmla="*/ 26 h 107"/>
                    <a:gd name="T44" fmla="*/ 50 w 162"/>
                    <a:gd name="T45" fmla="*/ 23 h 107"/>
                    <a:gd name="T46" fmla="*/ 44 w 162"/>
                    <a:gd name="T47" fmla="*/ 28 h 107"/>
                    <a:gd name="T48" fmla="*/ 36 w 162"/>
                    <a:gd name="T49" fmla="*/ 37 h 107"/>
                    <a:gd name="T50" fmla="*/ 26 w 162"/>
                    <a:gd name="T51" fmla="*/ 46 h 107"/>
                    <a:gd name="T52" fmla="*/ 18 w 162"/>
                    <a:gd name="T53" fmla="*/ 51 h 107"/>
                    <a:gd name="T54" fmla="*/ 6 w 162"/>
                    <a:gd name="T55" fmla="*/ 52 h 107"/>
                    <a:gd name="T56" fmla="*/ 11 w 162"/>
                    <a:gd name="T57" fmla="*/ 24 h 107"/>
                    <a:gd name="T58" fmla="*/ 13 w 162"/>
                    <a:gd name="T59" fmla="*/ 26 h 107"/>
                    <a:gd name="T60" fmla="*/ 15 w 162"/>
                    <a:gd name="T61" fmla="*/ 26 h 107"/>
                    <a:gd name="T62" fmla="*/ 17 w 162"/>
                    <a:gd name="T63" fmla="*/ 28 h 107"/>
                    <a:gd name="T64" fmla="*/ 17 w 162"/>
                    <a:gd name="T65" fmla="*/ 31 h 107"/>
                    <a:gd name="T66" fmla="*/ 18 w 162"/>
                    <a:gd name="T67" fmla="*/ 34 h 107"/>
                    <a:gd name="T68" fmla="*/ 17 w 162"/>
                    <a:gd name="T69" fmla="*/ 37 h 107"/>
                    <a:gd name="T70" fmla="*/ 14 w 162"/>
                    <a:gd name="T71" fmla="*/ 40 h 107"/>
                    <a:gd name="T72" fmla="*/ 13 w 162"/>
                    <a:gd name="T73" fmla="*/ 42 h 107"/>
                    <a:gd name="T74" fmla="*/ 11 w 162"/>
                    <a:gd name="T75" fmla="*/ 46 h 107"/>
                    <a:gd name="T76" fmla="*/ 14 w 162"/>
                    <a:gd name="T77" fmla="*/ 46 h 107"/>
                    <a:gd name="T78" fmla="*/ 15 w 162"/>
                    <a:gd name="T79" fmla="*/ 41 h 107"/>
                    <a:gd name="T80" fmla="*/ 18 w 162"/>
                    <a:gd name="T81" fmla="*/ 38 h 107"/>
                    <a:gd name="T82" fmla="*/ 19 w 162"/>
                    <a:gd name="T83" fmla="*/ 35 h 107"/>
                    <a:gd name="T84" fmla="*/ 20 w 162"/>
                    <a:gd name="T85" fmla="*/ 32 h 107"/>
                    <a:gd name="T86" fmla="*/ 19 w 162"/>
                    <a:gd name="T87" fmla="*/ 29 h 107"/>
                    <a:gd name="T88" fmla="*/ 18 w 162"/>
                    <a:gd name="T89" fmla="*/ 26 h 107"/>
                    <a:gd name="T90" fmla="*/ 17 w 162"/>
                    <a:gd name="T91" fmla="*/ 24 h 107"/>
                    <a:gd name="T92" fmla="*/ 14 w 162"/>
                    <a:gd name="T93" fmla="*/ 23 h 107"/>
                    <a:gd name="T94" fmla="*/ 19 w 162"/>
                    <a:gd name="T95" fmla="*/ 10 h 107"/>
                    <a:gd name="T96" fmla="*/ 101 w 162"/>
                    <a:gd name="T97" fmla="*/ 12 h 1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62"/>
                    <a:gd name="T148" fmla="*/ 0 h 107"/>
                    <a:gd name="T149" fmla="*/ 162 w 162"/>
                    <a:gd name="T150" fmla="*/ 107 h 1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62" h="107">
                      <a:moveTo>
                        <a:pt x="101" y="12"/>
                      </a:moveTo>
                      <a:lnTo>
                        <a:pt x="102" y="12"/>
                      </a:lnTo>
                      <a:lnTo>
                        <a:pt x="103" y="10"/>
                      </a:lnTo>
                      <a:lnTo>
                        <a:pt x="104" y="10"/>
                      </a:lnTo>
                      <a:lnTo>
                        <a:pt x="105" y="10"/>
                      </a:lnTo>
                      <a:lnTo>
                        <a:pt x="106" y="8"/>
                      </a:lnTo>
                      <a:lnTo>
                        <a:pt x="107" y="8"/>
                      </a:lnTo>
                      <a:lnTo>
                        <a:pt x="108" y="7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62" y="94"/>
                      </a:lnTo>
                      <a:lnTo>
                        <a:pt x="160" y="95"/>
                      </a:lnTo>
                      <a:lnTo>
                        <a:pt x="158" y="96"/>
                      </a:lnTo>
                      <a:lnTo>
                        <a:pt x="155" y="97"/>
                      </a:lnTo>
                      <a:lnTo>
                        <a:pt x="153" y="99"/>
                      </a:lnTo>
                      <a:lnTo>
                        <a:pt x="151" y="101"/>
                      </a:lnTo>
                      <a:lnTo>
                        <a:pt x="149" y="103"/>
                      </a:lnTo>
                      <a:lnTo>
                        <a:pt x="147" y="104"/>
                      </a:lnTo>
                      <a:lnTo>
                        <a:pt x="145" y="105"/>
                      </a:lnTo>
                      <a:lnTo>
                        <a:pt x="143" y="106"/>
                      </a:lnTo>
                      <a:lnTo>
                        <a:pt x="140" y="107"/>
                      </a:lnTo>
                      <a:lnTo>
                        <a:pt x="134" y="101"/>
                      </a:lnTo>
                      <a:lnTo>
                        <a:pt x="128" y="94"/>
                      </a:lnTo>
                      <a:lnTo>
                        <a:pt x="122" y="87"/>
                      </a:lnTo>
                      <a:lnTo>
                        <a:pt x="116" y="80"/>
                      </a:lnTo>
                      <a:lnTo>
                        <a:pt x="111" y="73"/>
                      </a:lnTo>
                      <a:lnTo>
                        <a:pt x="104" y="67"/>
                      </a:lnTo>
                      <a:lnTo>
                        <a:pt x="98" y="59"/>
                      </a:lnTo>
                      <a:lnTo>
                        <a:pt x="91" y="53"/>
                      </a:lnTo>
                      <a:lnTo>
                        <a:pt x="85" y="48"/>
                      </a:lnTo>
                      <a:lnTo>
                        <a:pt x="78" y="41"/>
                      </a:lnTo>
                      <a:lnTo>
                        <a:pt x="75" y="40"/>
                      </a:lnTo>
                      <a:lnTo>
                        <a:pt x="73" y="38"/>
                      </a:lnTo>
                      <a:lnTo>
                        <a:pt x="69" y="37"/>
                      </a:lnTo>
                      <a:lnTo>
                        <a:pt x="66" y="36"/>
                      </a:lnTo>
                      <a:lnTo>
                        <a:pt x="64" y="35"/>
                      </a:lnTo>
                      <a:lnTo>
                        <a:pt x="60" y="33"/>
                      </a:lnTo>
                      <a:lnTo>
                        <a:pt x="57" y="32"/>
                      </a:lnTo>
                      <a:lnTo>
                        <a:pt x="55" y="31"/>
                      </a:lnTo>
                      <a:lnTo>
                        <a:pt x="52" y="29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44" y="28"/>
                      </a:lnTo>
                      <a:lnTo>
                        <a:pt x="40" y="33"/>
                      </a:lnTo>
                      <a:lnTo>
                        <a:pt x="36" y="37"/>
                      </a:lnTo>
                      <a:lnTo>
                        <a:pt x="30" y="40"/>
                      </a:lnTo>
                      <a:lnTo>
                        <a:pt x="26" y="46"/>
                      </a:lnTo>
                      <a:lnTo>
                        <a:pt x="22" y="48"/>
                      </a:lnTo>
                      <a:lnTo>
                        <a:pt x="18" y="51"/>
                      </a:lnTo>
                      <a:lnTo>
                        <a:pt x="11" y="52"/>
                      </a:lnTo>
                      <a:lnTo>
                        <a:pt x="6" y="52"/>
                      </a:lnTo>
                      <a:lnTo>
                        <a:pt x="0" y="48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8" y="32"/>
                      </a:lnTo>
                      <a:lnTo>
                        <a:pt x="18" y="34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5" y="38"/>
                      </a:lnTo>
                      <a:lnTo>
                        <a:pt x="14" y="40"/>
                      </a:lnTo>
                      <a:lnTo>
                        <a:pt x="13" y="41"/>
                      </a:lnTo>
                      <a:lnTo>
                        <a:pt x="13" y="42"/>
                      </a:lnTo>
                      <a:lnTo>
                        <a:pt x="11" y="43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5" y="42"/>
                      </a:lnTo>
                      <a:lnTo>
                        <a:pt x="15" y="41"/>
                      </a:lnTo>
                      <a:lnTo>
                        <a:pt x="17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4"/>
                      </a:lnTo>
                      <a:lnTo>
                        <a:pt x="20" y="32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8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9" y="10"/>
                      </a:lnTo>
                      <a:lnTo>
                        <a:pt x="48" y="0"/>
                      </a:lnTo>
                      <a:lnTo>
                        <a:pt x="101" y="12"/>
                      </a:lnTo>
                      <a:close/>
                    </a:path>
                  </a:pathLst>
                </a:custGeom>
                <a:solidFill>
                  <a:srgbClr val="4A29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49250" name="Group 1036"/>
                <p:cNvGrpSpPr>
                  <a:grpSpLocks/>
                </p:cNvGrpSpPr>
                <p:nvPr/>
              </p:nvGrpSpPr>
              <p:grpSpPr bwMode="auto">
                <a:xfrm>
                  <a:off x="2603" y="2498"/>
                  <a:ext cx="162" cy="107"/>
                  <a:chOff x="2603" y="2498"/>
                  <a:chExt cx="162" cy="107"/>
                </a:xfrm>
              </p:grpSpPr>
              <p:sp>
                <p:nvSpPr>
                  <p:cNvPr id="49286" name="Freeform 1037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87" name="Freeform 1038"/>
                  <p:cNvSpPr>
                    <a:spLocks/>
                  </p:cNvSpPr>
                  <p:nvPr/>
                </p:nvSpPr>
                <p:spPr bwMode="auto">
                  <a:xfrm>
                    <a:off x="2603" y="2498"/>
                    <a:ext cx="162" cy="107"/>
                  </a:xfrm>
                  <a:custGeom>
                    <a:avLst/>
                    <a:gdLst>
                      <a:gd name="T0" fmla="*/ 102 w 162"/>
                      <a:gd name="T1" fmla="*/ 12 h 107"/>
                      <a:gd name="T2" fmla="*/ 104 w 162"/>
                      <a:gd name="T3" fmla="*/ 10 h 107"/>
                      <a:gd name="T4" fmla="*/ 106 w 162"/>
                      <a:gd name="T5" fmla="*/ 8 h 107"/>
                      <a:gd name="T6" fmla="*/ 108 w 162"/>
                      <a:gd name="T7" fmla="*/ 7 h 107"/>
                      <a:gd name="T8" fmla="*/ 111 w 162"/>
                      <a:gd name="T9" fmla="*/ 6 h 107"/>
                      <a:gd name="T10" fmla="*/ 162 w 162"/>
                      <a:gd name="T11" fmla="*/ 94 h 107"/>
                      <a:gd name="T12" fmla="*/ 158 w 162"/>
                      <a:gd name="T13" fmla="*/ 96 h 107"/>
                      <a:gd name="T14" fmla="*/ 153 w 162"/>
                      <a:gd name="T15" fmla="*/ 99 h 107"/>
                      <a:gd name="T16" fmla="*/ 149 w 162"/>
                      <a:gd name="T17" fmla="*/ 103 h 107"/>
                      <a:gd name="T18" fmla="*/ 145 w 162"/>
                      <a:gd name="T19" fmla="*/ 105 h 107"/>
                      <a:gd name="T20" fmla="*/ 140 w 162"/>
                      <a:gd name="T21" fmla="*/ 107 h 107"/>
                      <a:gd name="T22" fmla="*/ 128 w 162"/>
                      <a:gd name="T23" fmla="*/ 94 h 107"/>
                      <a:gd name="T24" fmla="*/ 116 w 162"/>
                      <a:gd name="T25" fmla="*/ 80 h 107"/>
                      <a:gd name="T26" fmla="*/ 104 w 162"/>
                      <a:gd name="T27" fmla="*/ 67 h 107"/>
                      <a:gd name="T28" fmla="*/ 91 w 162"/>
                      <a:gd name="T29" fmla="*/ 53 h 107"/>
                      <a:gd name="T30" fmla="*/ 78 w 162"/>
                      <a:gd name="T31" fmla="*/ 41 h 107"/>
                      <a:gd name="T32" fmla="*/ 73 w 162"/>
                      <a:gd name="T33" fmla="*/ 38 h 107"/>
                      <a:gd name="T34" fmla="*/ 66 w 162"/>
                      <a:gd name="T35" fmla="*/ 36 h 107"/>
                      <a:gd name="T36" fmla="*/ 60 w 162"/>
                      <a:gd name="T37" fmla="*/ 33 h 107"/>
                      <a:gd name="T38" fmla="*/ 55 w 162"/>
                      <a:gd name="T39" fmla="*/ 31 h 107"/>
                      <a:gd name="T40" fmla="*/ 48 w 162"/>
                      <a:gd name="T41" fmla="*/ 28 h 107"/>
                      <a:gd name="T42" fmla="*/ 50 w 162"/>
                      <a:gd name="T43" fmla="*/ 26 h 107"/>
                      <a:gd name="T44" fmla="*/ 50 w 162"/>
                      <a:gd name="T45" fmla="*/ 23 h 107"/>
                      <a:gd name="T46" fmla="*/ 44 w 162"/>
                      <a:gd name="T47" fmla="*/ 28 h 107"/>
                      <a:gd name="T48" fmla="*/ 36 w 162"/>
                      <a:gd name="T49" fmla="*/ 37 h 107"/>
                      <a:gd name="T50" fmla="*/ 26 w 162"/>
                      <a:gd name="T51" fmla="*/ 46 h 107"/>
                      <a:gd name="T52" fmla="*/ 18 w 162"/>
                      <a:gd name="T53" fmla="*/ 51 h 107"/>
                      <a:gd name="T54" fmla="*/ 6 w 162"/>
                      <a:gd name="T55" fmla="*/ 52 h 107"/>
                      <a:gd name="T56" fmla="*/ 11 w 162"/>
                      <a:gd name="T57" fmla="*/ 24 h 107"/>
                      <a:gd name="T58" fmla="*/ 13 w 162"/>
                      <a:gd name="T59" fmla="*/ 26 h 107"/>
                      <a:gd name="T60" fmla="*/ 15 w 162"/>
                      <a:gd name="T61" fmla="*/ 26 h 107"/>
                      <a:gd name="T62" fmla="*/ 17 w 162"/>
                      <a:gd name="T63" fmla="*/ 28 h 107"/>
                      <a:gd name="T64" fmla="*/ 17 w 162"/>
                      <a:gd name="T65" fmla="*/ 31 h 107"/>
                      <a:gd name="T66" fmla="*/ 18 w 162"/>
                      <a:gd name="T67" fmla="*/ 34 h 107"/>
                      <a:gd name="T68" fmla="*/ 17 w 162"/>
                      <a:gd name="T69" fmla="*/ 37 h 107"/>
                      <a:gd name="T70" fmla="*/ 14 w 162"/>
                      <a:gd name="T71" fmla="*/ 40 h 107"/>
                      <a:gd name="T72" fmla="*/ 13 w 162"/>
                      <a:gd name="T73" fmla="*/ 42 h 107"/>
                      <a:gd name="T74" fmla="*/ 11 w 162"/>
                      <a:gd name="T75" fmla="*/ 46 h 107"/>
                      <a:gd name="T76" fmla="*/ 14 w 162"/>
                      <a:gd name="T77" fmla="*/ 46 h 107"/>
                      <a:gd name="T78" fmla="*/ 15 w 162"/>
                      <a:gd name="T79" fmla="*/ 41 h 107"/>
                      <a:gd name="T80" fmla="*/ 18 w 162"/>
                      <a:gd name="T81" fmla="*/ 38 h 107"/>
                      <a:gd name="T82" fmla="*/ 19 w 162"/>
                      <a:gd name="T83" fmla="*/ 35 h 107"/>
                      <a:gd name="T84" fmla="*/ 20 w 162"/>
                      <a:gd name="T85" fmla="*/ 32 h 107"/>
                      <a:gd name="T86" fmla="*/ 19 w 162"/>
                      <a:gd name="T87" fmla="*/ 29 h 107"/>
                      <a:gd name="T88" fmla="*/ 18 w 162"/>
                      <a:gd name="T89" fmla="*/ 26 h 107"/>
                      <a:gd name="T90" fmla="*/ 17 w 162"/>
                      <a:gd name="T91" fmla="*/ 24 h 107"/>
                      <a:gd name="T92" fmla="*/ 14 w 162"/>
                      <a:gd name="T93" fmla="*/ 23 h 107"/>
                      <a:gd name="T94" fmla="*/ 19 w 162"/>
                      <a:gd name="T95" fmla="*/ 10 h 107"/>
                      <a:gd name="T96" fmla="*/ 101 w 162"/>
                      <a:gd name="T97" fmla="*/ 12 h 1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62"/>
                      <a:gd name="T148" fmla="*/ 0 h 107"/>
                      <a:gd name="T149" fmla="*/ 162 w 162"/>
                      <a:gd name="T150" fmla="*/ 107 h 107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62" h="107">
                        <a:moveTo>
                          <a:pt x="101" y="12"/>
                        </a:moveTo>
                        <a:lnTo>
                          <a:pt x="102" y="12"/>
                        </a:lnTo>
                        <a:lnTo>
                          <a:pt x="103" y="10"/>
                        </a:lnTo>
                        <a:lnTo>
                          <a:pt x="104" y="10"/>
                        </a:lnTo>
                        <a:lnTo>
                          <a:pt x="105" y="10"/>
                        </a:lnTo>
                        <a:lnTo>
                          <a:pt x="106" y="8"/>
                        </a:lnTo>
                        <a:lnTo>
                          <a:pt x="107" y="8"/>
                        </a:lnTo>
                        <a:lnTo>
                          <a:pt x="108" y="7"/>
                        </a:lnTo>
                        <a:lnTo>
                          <a:pt x="111" y="6"/>
                        </a:lnTo>
                        <a:lnTo>
                          <a:pt x="113" y="6"/>
                        </a:lnTo>
                        <a:lnTo>
                          <a:pt x="162" y="94"/>
                        </a:lnTo>
                        <a:lnTo>
                          <a:pt x="160" y="95"/>
                        </a:lnTo>
                        <a:lnTo>
                          <a:pt x="158" y="96"/>
                        </a:lnTo>
                        <a:lnTo>
                          <a:pt x="155" y="97"/>
                        </a:lnTo>
                        <a:lnTo>
                          <a:pt x="153" y="99"/>
                        </a:lnTo>
                        <a:lnTo>
                          <a:pt x="151" y="101"/>
                        </a:lnTo>
                        <a:lnTo>
                          <a:pt x="149" y="103"/>
                        </a:lnTo>
                        <a:lnTo>
                          <a:pt x="147" y="104"/>
                        </a:lnTo>
                        <a:lnTo>
                          <a:pt x="145" y="105"/>
                        </a:lnTo>
                        <a:lnTo>
                          <a:pt x="143" y="106"/>
                        </a:lnTo>
                        <a:lnTo>
                          <a:pt x="140" y="107"/>
                        </a:lnTo>
                        <a:lnTo>
                          <a:pt x="134" y="101"/>
                        </a:lnTo>
                        <a:lnTo>
                          <a:pt x="128" y="94"/>
                        </a:lnTo>
                        <a:lnTo>
                          <a:pt x="122" y="87"/>
                        </a:lnTo>
                        <a:lnTo>
                          <a:pt x="116" y="80"/>
                        </a:lnTo>
                        <a:lnTo>
                          <a:pt x="111" y="73"/>
                        </a:lnTo>
                        <a:lnTo>
                          <a:pt x="104" y="67"/>
                        </a:lnTo>
                        <a:lnTo>
                          <a:pt x="98" y="59"/>
                        </a:lnTo>
                        <a:lnTo>
                          <a:pt x="91" y="53"/>
                        </a:lnTo>
                        <a:lnTo>
                          <a:pt x="85" y="48"/>
                        </a:lnTo>
                        <a:lnTo>
                          <a:pt x="78" y="41"/>
                        </a:lnTo>
                        <a:lnTo>
                          <a:pt x="75" y="40"/>
                        </a:lnTo>
                        <a:lnTo>
                          <a:pt x="73" y="38"/>
                        </a:lnTo>
                        <a:lnTo>
                          <a:pt x="69" y="37"/>
                        </a:lnTo>
                        <a:lnTo>
                          <a:pt x="66" y="36"/>
                        </a:lnTo>
                        <a:lnTo>
                          <a:pt x="64" y="35"/>
                        </a:lnTo>
                        <a:lnTo>
                          <a:pt x="60" y="33"/>
                        </a:lnTo>
                        <a:lnTo>
                          <a:pt x="57" y="32"/>
                        </a:lnTo>
                        <a:lnTo>
                          <a:pt x="55" y="31"/>
                        </a:lnTo>
                        <a:lnTo>
                          <a:pt x="52" y="29"/>
                        </a:lnTo>
                        <a:lnTo>
                          <a:pt x="48" y="28"/>
                        </a:lnTo>
                        <a:lnTo>
                          <a:pt x="50" y="26"/>
                        </a:lnTo>
                        <a:lnTo>
                          <a:pt x="50" y="24"/>
                        </a:lnTo>
                        <a:lnTo>
                          <a:pt x="50" y="23"/>
                        </a:lnTo>
                        <a:lnTo>
                          <a:pt x="44" y="28"/>
                        </a:lnTo>
                        <a:lnTo>
                          <a:pt x="40" y="33"/>
                        </a:lnTo>
                        <a:lnTo>
                          <a:pt x="36" y="37"/>
                        </a:lnTo>
                        <a:lnTo>
                          <a:pt x="30" y="40"/>
                        </a:lnTo>
                        <a:lnTo>
                          <a:pt x="26" y="46"/>
                        </a:lnTo>
                        <a:lnTo>
                          <a:pt x="22" y="48"/>
                        </a:lnTo>
                        <a:lnTo>
                          <a:pt x="18" y="51"/>
                        </a:lnTo>
                        <a:lnTo>
                          <a:pt x="11" y="52"/>
                        </a:lnTo>
                        <a:lnTo>
                          <a:pt x="6" y="52"/>
                        </a:lnTo>
                        <a:lnTo>
                          <a:pt x="0" y="48"/>
                        </a:lnTo>
                        <a:lnTo>
                          <a:pt x="11" y="24"/>
                        </a:lnTo>
                        <a:lnTo>
                          <a:pt x="13" y="24"/>
                        </a:lnTo>
                        <a:lnTo>
                          <a:pt x="13" y="26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7" y="29"/>
                        </a:lnTo>
                        <a:lnTo>
                          <a:pt x="17" y="31"/>
                        </a:lnTo>
                        <a:lnTo>
                          <a:pt x="18" y="32"/>
                        </a:lnTo>
                        <a:lnTo>
                          <a:pt x="18" y="34"/>
                        </a:lnTo>
                        <a:lnTo>
                          <a:pt x="17" y="35"/>
                        </a:lnTo>
                        <a:lnTo>
                          <a:pt x="17" y="37"/>
                        </a:lnTo>
                        <a:lnTo>
                          <a:pt x="15" y="38"/>
                        </a:lnTo>
                        <a:lnTo>
                          <a:pt x="14" y="40"/>
                        </a:lnTo>
                        <a:lnTo>
                          <a:pt x="13" y="41"/>
                        </a:lnTo>
                        <a:lnTo>
                          <a:pt x="13" y="42"/>
                        </a:lnTo>
                        <a:lnTo>
                          <a:pt x="11" y="43"/>
                        </a:lnTo>
                        <a:lnTo>
                          <a:pt x="11" y="46"/>
                        </a:lnTo>
                        <a:lnTo>
                          <a:pt x="13" y="46"/>
                        </a:lnTo>
                        <a:lnTo>
                          <a:pt x="14" y="46"/>
                        </a:lnTo>
                        <a:lnTo>
                          <a:pt x="15" y="42"/>
                        </a:lnTo>
                        <a:lnTo>
                          <a:pt x="15" y="41"/>
                        </a:lnTo>
                        <a:lnTo>
                          <a:pt x="17" y="40"/>
                        </a:lnTo>
                        <a:lnTo>
                          <a:pt x="18" y="38"/>
                        </a:lnTo>
                        <a:lnTo>
                          <a:pt x="19" y="37"/>
                        </a:lnTo>
                        <a:lnTo>
                          <a:pt x="19" y="35"/>
                        </a:lnTo>
                        <a:lnTo>
                          <a:pt x="19" y="34"/>
                        </a:lnTo>
                        <a:lnTo>
                          <a:pt x="20" y="32"/>
                        </a:lnTo>
                        <a:lnTo>
                          <a:pt x="19" y="31"/>
                        </a:lnTo>
                        <a:lnTo>
                          <a:pt x="19" y="29"/>
                        </a:lnTo>
                        <a:lnTo>
                          <a:pt x="19" y="28"/>
                        </a:lnTo>
                        <a:lnTo>
                          <a:pt x="18" y="26"/>
                        </a:lnTo>
                        <a:lnTo>
                          <a:pt x="17" y="26"/>
                        </a:lnTo>
                        <a:lnTo>
                          <a:pt x="17" y="24"/>
                        </a:lnTo>
                        <a:lnTo>
                          <a:pt x="15" y="24"/>
                        </a:lnTo>
                        <a:lnTo>
                          <a:pt x="14" y="23"/>
                        </a:lnTo>
                        <a:lnTo>
                          <a:pt x="13" y="22"/>
                        </a:lnTo>
                        <a:lnTo>
                          <a:pt x="19" y="10"/>
                        </a:lnTo>
                        <a:lnTo>
                          <a:pt x="48" y="0"/>
                        </a:lnTo>
                        <a:lnTo>
                          <a:pt x="101" y="12"/>
                        </a:lnTo>
                      </a:path>
                    </a:pathLst>
                  </a:custGeom>
                  <a:noFill/>
                  <a:ln w="1588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</p:grpSp>
            <p:sp>
              <p:nvSpPr>
                <p:cNvPr id="49251" name="Freeform 1039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63 w 207"/>
                    <a:gd name="T113" fmla="*/ 40 h 17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07"/>
                    <a:gd name="T172" fmla="*/ 0 h 175"/>
                    <a:gd name="T173" fmla="*/ 207 w 207"/>
                    <a:gd name="T174" fmla="*/ 175 h 17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  <a:lnTo>
                        <a:pt x="63" y="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52" name="Freeform 1040"/>
                <p:cNvSpPr>
                  <a:spLocks/>
                </p:cNvSpPr>
                <p:nvPr/>
              </p:nvSpPr>
              <p:spPr bwMode="auto">
                <a:xfrm>
                  <a:off x="2539" y="2506"/>
                  <a:ext cx="207" cy="175"/>
                </a:xfrm>
                <a:custGeom>
                  <a:avLst/>
                  <a:gdLst>
                    <a:gd name="T0" fmla="*/ 69 w 207"/>
                    <a:gd name="T1" fmla="*/ 44 h 175"/>
                    <a:gd name="T2" fmla="*/ 76 w 207"/>
                    <a:gd name="T3" fmla="*/ 46 h 175"/>
                    <a:gd name="T4" fmla="*/ 94 w 207"/>
                    <a:gd name="T5" fmla="*/ 39 h 175"/>
                    <a:gd name="T6" fmla="*/ 112 w 207"/>
                    <a:gd name="T7" fmla="*/ 24 h 175"/>
                    <a:gd name="T8" fmla="*/ 132 w 207"/>
                    <a:gd name="T9" fmla="*/ 30 h 175"/>
                    <a:gd name="T10" fmla="*/ 151 w 207"/>
                    <a:gd name="T11" fmla="*/ 41 h 175"/>
                    <a:gd name="T12" fmla="*/ 175 w 207"/>
                    <a:gd name="T13" fmla="*/ 67 h 175"/>
                    <a:gd name="T14" fmla="*/ 201 w 207"/>
                    <a:gd name="T15" fmla="*/ 99 h 175"/>
                    <a:gd name="T16" fmla="*/ 207 w 207"/>
                    <a:gd name="T17" fmla="*/ 111 h 175"/>
                    <a:gd name="T18" fmla="*/ 206 w 207"/>
                    <a:gd name="T19" fmla="*/ 117 h 175"/>
                    <a:gd name="T20" fmla="*/ 203 w 207"/>
                    <a:gd name="T21" fmla="*/ 122 h 175"/>
                    <a:gd name="T22" fmla="*/ 198 w 207"/>
                    <a:gd name="T23" fmla="*/ 125 h 175"/>
                    <a:gd name="T24" fmla="*/ 192 w 207"/>
                    <a:gd name="T25" fmla="*/ 127 h 175"/>
                    <a:gd name="T26" fmla="*/ 186 w 207"/>
                    <a:gd name="T27" fmla="*/ 123 h 175"/>
                    <a:gd name="T28" fmla="*/ 182 w 207"/>
                    <a:gd name="T29" fmla="*/ 123 h 175"/>
                    <a:gd name="T30" fmla="*/ 182 w 207"/>
                    <a:gd name="T31" fmla="*/ 133 h 175"/>
                    <a:gd name="T32" fmla="*/ 179 w 207"/>
                    <a:gd name="T33" fmla="*/ 139 h 175"/>
                    <a:gd name="T34" fmla="*/ 171 w 207"/>
                    <a:gd name="T35" fmla="*/ 143 h 175"/>
                    <a:gd name="T36" fmla="*/ 165 w 207"/>
                    <a:gd name="T37" fmla="*/ 143 h 175"/>
                    <a:gd name="T38" fmla="*/ 148 w 207"/>
                    <a:gd name="T39" fmla="*/ 123 h 175"/>
                    <a:gd name="T40" fmla="*/ 131 w 207"/>
                    <a:gd name="T41" fmla="*/ 104 h 175"/>
                    <a:gd name="T42" fmla="*/ 157 w 207"/>
                    <a:gd name="T43" fmla="*/ 140 h 175"/>
                    <a:gd name="T44" fmla="*/ 157 w 207"/>
                    <a:gd name="T45" fmla="*/ 148 h 175"/>
                    <a:gd name="T46" fmla="*/ 155 w 207"/>
                    <a:gd name="T47" fmla="*/ 155 h 175"/>
                    <a:gd name="T48" fmla="*/ 150 w 207"/>
                    <a:gd name="T49" fmla="*/ 158 h 175"/>
                    <a:gd name="T50" fmla="*/ 142 w 207"/>
                    <a:gd name="T51" fmla="*/ 159 h 175"/>
                    <a:gd name="T52" fmla="*/ 134 w 207"/>
                    <a:gd name="T53" fmla="*/ 154 h 175"/>
                    <a:gd name="T54" fmla="*/ 126 w 207"/>
                    <a:gd name="T55" fmla="*/ 145 h 175"/>
                    <a:gd name="T56" fmla="*/ 116 w 207"/>
                    <a:gd name="T57" fmla="*/ 133 h 175"/>
                    <a:gd name="T58" fmla="*/ 107 w 207"/>
                    <a:gd name="T59" fmla="*/ 123 h 175"/>
                    <a:gd name="T60" fmla="*/ 134 w 207"/>
                    <a:gd name="T61" fmla="*/ 163 h 175"/>
                    <a:gd name="T62" fmla="*/ 132 w 207"/>
                    <a:gd name="T63" fmla="*/ 170 h 175"/>
                    <a:gd name="T64" fmla="*/ 125 w 207"/>
                    <a:gd name="T65" fmla="*/ 175 h 175"/>
                    <a:gd name="T66" fmla="*/ 116 w 207"/>
                    <a:gd name="T67" fmla="*/ 174 h 175"/>
                    <a:gd name="T68" fmla="*/ 109 w 207"/>
                    <a:gd name="T69" fmla="*/ 170 h 175"/>
                    <a:gd name="T70" fmla="*/ 104 w 207"/>
                    <a:gd name="T71" fmla="*/ 161 h 175"/>
                    <a:gd name="T72" fmla="*/ 100 w 207"/>
                    <a:gd name="T73" fmla="*/ 154 h 175"/>
                    <a:gd name="T74" fmla="*/ 92 w 207"/>
                    <a:gd name="T75" fmla="*/ 151 h 175"/>
                    <a:gd name="T76" fmla="*/ 84 w 207"/>
                    <a:gd name="T77" fmla="*/ 149 h 175"/>
                    <a:gd name="T78" fmla="*/ 84 w 207"/>
                    <a:gd name="T79" fmla="*/ 141 h 175"/>
                    <a:gd name="T80" fmla="*/ 81 w 207"/>
                    <a:gd name="T81" fmla="*/ 136 h 175"/>
                    <a:gd name="T82" fmla="*/ 75 w 207"/>
                    <a:gd name="T83" fmla="*/ 132 h 175"/>
                    <a:gd name="T84" fmla="*/ 69 w 207"/>
                    <a:gd name="T85" fmla="*/ 130 h 175"/>
                    <a:gd name="T86" fmla="*/ 63 w 207"/>
                    <a:gd name="T87" fmla="*/ 132 h 175"/>
                    <a:gd name="T88" fmla="*/ 63 w 207"/>
                    <a:gd name="T89" fmla="*/ 127 h 175"/>
                    <a:gd name="T90" fmla="*/ 61 w 207"/>
                    <a:gd name="T91" fmla="*/ 120 h 175"/>
                    <a:gd name="T92" fmla="*/ 58 w 207"/>
                    <a:gd name="T93" fmla="*/ 114 h 175"/>
                    <a:gd name="T94" fmla="*/ 53 w 207"/>
                    <a:gd name="T95" fmla="*/ 111 h 175"/>
                    <a:gd name="T96" fmla="*/ 46 w 207"/>
                    <a:gd name="T97" fmla="*/ 111 h 175"/>
                    <a:gd name="T98" fmla="*/ 41 w 207"/>
                    <a:gd name="T99" fmla="*/ 113 h 175"/>
                    <a:gd name="T100" fmla="*/ 42 w 207"/>
                    <a:gd name="T101" fmla="*/ 106 h 175"/>
                    <a:gd name="T102" fmla="*/ 41 w 207"/>
                    <a:gd name="T103" fmla="*/ 99 h 175"/>
                    <a:gd name="T104" fmla="*/ 37 w 207"/>
                    <a:gd name="T105" fmla="*/ 94 h 175"/>
                    <a:gd name="T106" fmla="*/ 30 w 207"/>
                    <a:gd name="T107" fmla="*/ 91 h 175"/>
                    <a:gd name="T108" fmla="*/ 22 w 207"/>
                    <a:gd name="T109" fmla="*/ 92 h 175"/>
                    <a:gd name="T110" fmla="*/ 15 w 207"/>
                    <a:gd name="T111" fmla="*/ 97 h 1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07"/>
                    <a:gd name="T169" fmla="*/ 0 h 175"/>
                    <a:gd name="T170" fmla="*/ 207 w 207"/>
                    <a:gd name="T171" fmla="*/ 175 h 17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07" h="175">
                      <a:moveTo>
                        <a:pt x="63" y="40"/>
                      </a:moveTo>
                      <a:lnTo>
                        <a:pt x="64" y="41"/>
                      </a:lnTo>
                      <a:lnTo>
                        <a:pt x="66" y="42"/>
                      </a:lnTo>
                      <a:lnTo>
                        <a:pt x="67" y="43"/>
                      </a:lnTo>
                      <a:lnTo>
                        <a:pt x="69" y="44"/>
                      </a:lnTo>
                      <a:lnTo>
                        <a:pt x="71" y="44"/>
                      </a:lnTo>
                      <a:lnTo>
                        <a:pt x="72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6" y="46"/>
                      </a:lnTo>
                      <a:lnTo>
                        <a:pt x="78" y="46"/>
                      </a:lnTo>
                      <a:lnTo>
                        <a:pt x="83" y="44"/>
                      </a:lnTo>
                      <a:lnTo>
                        <a:pt x="86" y="43"/>
                      </a:lnTo>
                      <a:lnTo>
                        <a:pt x="90" y="41"/>
                      </a:lnTo>
                      <a:lnTo>
                        <a:pt x="94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4" y="30"/>
                      </a:lnTo>
                      <a:lnTo>
                        <a:pt x="108" y="27"/>
                      </a:lnTo>
                      <a:lnTo>
                        <a:pt x="112" y="24"/>
                      </a:lnTo>
                      <a:lnTo>
                        <a:pt x="115" y="21"/>
                      </a:lnTo>
                      <a:lnTo>
                        <a:pt x="118" y="24"/>
                      </a:lnTo>
                      <a:lnTo>
                        <a:pt x="123" y="26"/>
                      </a:lnTo>
                      <a:lnTo>
                        <a:pt x="128" y="27"/>
                      </a:lnTo>
                      <a:lnTo>
                        <a:pt x="132" y="30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8" y="39"/>
                      </a:lnTo>
                      <a:lnTo>
                        <a:pt x="151" y="41"/>
                      </a:lnTo>
                      <a:lnTo>
                        <a:pt x="154" y="44"/>
                      </a:lnTo>
                      <a:lnTo>
                        <a:pt x="160" y="50"/>
                      </a:lnTo>
                      <a:lnTo>
                        <a:pt x="165" y="56"/>
                      </a:lnTo>
                      <a:lnTo>
                        <a:pt x="170" y="62"/>
                      </a:lnTo>
                      <a:lnTo>
                        <a:pt x="175" y="67"/>
                      </a:lnTo>
                      <a:lnTo>
                        <a:pt x="181" y="75"/>
                      </a:lnTo>
                      <a:lnTo>
                        <a:pt x="185" y="80"/>
                      </a:lnTo>
                      <a:lnTo>
                        <a:pt x="191" y="87"/>
                      </a:lnTo>
                      <a:lnTo>
                        <a:pt x="195" y="94"/>
                      </a:lnTo>
                      <a:lnTo>
                        <a:pt x="201" y="99"/>
                      </a:lnTo>
                      <a:lnTo>
                        <a:pt x="206" y="106"/>
                      </a:lnTo>
                      <a:lnTo>
                        <a:pt x="206" y="108"/>
                      </a:lnTo>
                      <a:lnTo>
                        <a:pt x="207" y="108"/>
                      </a:lnTo>
                      <a:lnTo>
                        <a:pt x="207" y="110"/>
                      </a:lnTo>
                      <a:lnTo>
                        <a:pt x="207" y="111"/>
                      </a:lnTo>
                      <a:lnTo>
                        <a:pt x="207" y="112"/>
                      </a:lnTo>
                      <a:lnTo>
                        <a:pt x="207" y="113"/>
                      </a:lnTo>
                      <a:lnTo>
                        <a:pt x="207" y="114"/>
                      </a:lnTo>
                      <a:lnTo>
                        <a:pt x="207" y="116"/>
                      </a:lnTo>
                      <a:lnTo>
                        <a:pt x="206" y="117"/>
                      </a:lnTo>
                      <a:lnTo>
                        <a:pt x="206" y="118"/>
                      </a:lnTo>
                      <a:lnTo>
                        <a:pt x="206" y="119"/>
                      </a:lnTo>
                      <a:lnTo>
                        <a:pt x="204" y="120"/>
                      </a:lnTo>
                      <a:lnTo>
                        <a:pt x="203" y="121"/>
                      </a:lnTo>
                      <a:lnTo>
                        <a:pt x="203" y="122"/>
                      </a:lnTo>
                      <a:lnTo>
                        <a:pt x="202" y="123"/>
                      </a:lnTo>
                      <a:lnTo>
                        <a:pt x="201" y="123"/>
                      </a:lnTo>
                      <a:lnTo>
                        <a:pt x="200" y="124"/>
                      </a:lnTo>
                      <a:lnTo>
                        <a:pt x="198" y="124"/>
                      </a:lnTo>
                      <a:lnTo>
                        <a:pt x="198" y="125"/>
                      </a:lnTo>
                      <a:lnTo>
                        <a:pt x="196" y="125"/>
                      </a:lnTo>
                      <a:lnTo>
                        <a:pt x="195" y="127"/>
                      </a:lnTo>
                      <a:lnTo>
                        <a:pt x="194" y="127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1" y="125"/>
                      </a:lnTo>
                      <a:lnTo>
                        <a:pt x="190" y="125"/>
                      </a:lnTo>
                      <a:lnTo>
                        <a:pt x="188" y="124"/>
                      </a:lnTo>
                      <a:lnTo>
                        <a:pt x="187" y="124"/>
                      </a:lnTo>
                      <a:lnTo>
                        <a:pt x="186" y="123"/>
                      </a:lnTo>
                      <a:lnTo>
                        <a:pt x="185" y="123"/>
                      </a:lnTo>
                      <a:lnTo>
                        <a:pt x="151" y="82"/>
                      </a:lnTo>
                      <a:lnTo>
                        <a:pt x="150" y="82"/>
                      </a:lnTo>
                      <a:lnTo>
                        <a:pt x="149" y="82"/>
                      </a:lnTo>
                      <a:lnTo>
                        <a:pt x="182" y="123"/>
                      </a:lnTo>
                      <a:lnTo>
                        <a:pt x="182" y="124"/>
                      </a:lnTo>
                      <a:lnTo>
                        <a:pt x="183" y="127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2" y="133"/>
                      </a:lnTo>
                      <a:lnTo>
                        <a:pt x="182" y="134"/>
                      </a:lnTo>
                      <a:lnTo>
                        <a:pt x="182" y="136"/>
                      </a:lnTo>
                      <a:lnTo>
                        <a:pt x="181" y="137"/>
                      </a:lnTo>
                      <a:lnTo>
                        <a:pt x="179" y="138"/>
                      </a:lnTo>
                      <a:lnTo>
                        <a:pt x="179" y="139"/>
                      </a:lnTo>
                      <a:lnTo>
                        <a:pt x="177" y="140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3" y="143"/>
                      </a:lnTo>
                      <a:lnTo>
                        <a:pt x="171" y="143"/>
                      </a:lnTo>
                      <a:lnTo>
                        <a:pt x="170" y="143"/>
                      </a:lnTo>
                      <a:lnTo>
                        <a:pt x="169" y="143"/>
                      </a:lnTo>
                      <a:lnTo>
                        <a:pt x="168" y="143"/>
                      </a:lnTo>
                      <a:lnTo>
                        <a:pt x="166" y="143"/>
                      </a:lnTo>
                      <a:lnTo>
                        <a:pt x="165" y="143"/>
                      </a:lnTo>
                      <a:lnTo>
                        <a:pt x="162" y="139"/>
                      </a:lnTo>
                      <a:lnTo>
                        <a:pt x="156" y="136"/>
                      </a:lnTo>
                      <a:lnTo>
                        <a:pt x="153" y="132"/>
                      </a:lnTo>
                      <a:lnTo>
                        <a:pt x="150" y="127"/>
                      </a:lnTo>
                      <a:lnTo>
                        <a:pt x="148" y="123"/>
                      </a:lnTo>
                      <a:lnTo>
                        <a:pt x="145" y="120"/>
                      </a:lnTo>
                      <a:lnTo>
                        <a:pt x="140" y="116"/>
                      </a:lnTo>
                      <a:lnTo>
                        <a:pt x="137" y="112"/>
                      </a:lnTo>
                      <a:lnTo>
                        <a:pt x="134" y="108"/>
                      </a:lnTo>
                      <a:lnTo>
                        <a:pt x="131" y="104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29" y="103"/>
                      </a:lnTo>
                      <a:lnTo>
                        <a:pt x="157" y="140"/>
                      </a:lnTo>
                      <a:lnTo>
                        <a:pt x="157" y="141"/>
                      </a:lnTo>
                      <a:lnTo>
                        <a:pt x="160" y="143"/>
                      </a:lnTo>
                      <a:lnTo>
                        <a:pt x="160" y="145"/>
                      </a:lnTo>
                      <a:lnTo>
                        <a:pt x="157" y="148"/>
                      </a:lnTo>
                      <a:lnTo>
                        <a:pt x="157" y="149"/>
                      </a:lnTo>
                      <a:lnTo>
                        <a:pt x="157" y="150"/>
                      </a:lnTo>
                      <a:lnTo>
                        <a:pt x="156" y="152"/>
                      </a:lnTo>
                      <a:lnTo>
                        <a:pt x="155" y="153"/>
                      </a:lnTo>
                      <a:lnTo>
                        <a:pt x="155" y="155"/>
                      </a:lnTo>
                      <a:lnTo>
                        <a:pt x="154" y="155"/>
                      </a:lnTo>
                      <a:lnTo>
                        <a:pt x="153" y="156"/>
                      </a:lnTo>
                      <a:lnTo>
                        <a:pt x="152" y="157"/>
                      </a:lnTo>
                      <a:lnTo>
                        <a:pt x="151" y="157"/>
                      </a:lnTo>
                      <a:lnTo>
                        <a:pt x="150" y="158"/>
                      </a:lnTo>
                      <a:lnTo>
                        <a:pt x="149" y="158"/>
                      </a:lnTo>
                      <a:lnTo>
                        <a:pt x="148" y="158"/>
                      </a:lnTo>
                      <a:lnTo>
                        <a:pt x="147" y="158"/>
                      </a:lnTo>
                      <a:lnTo>
                        <a:pt x="146" y="159"/>
                      </a:lnTo>
                      <a:lnTo>
                        <a:pt x="142" y="159"/>
                      </a:lnTo>
                      <a:lnTo>
                        <a:pt x="140" y="158"/>
                      </a:lnTo>
                      <a:lnTo>
                        <a:pt x="137" y="157"/>
                      </a:lnTo>
                      <a:lnTo>
                        <a:pt x="136" y="155"/>
                      </a:lnTo>
                      <a:lnTo>
                        <a:pt x="134" y="154"/>
                      </a:lnTo>
                      <a:lnTo>
                        <a:pt x="133" y="152"/>
                      </a:lnTo>
                      <a:lnTo>
                        <a:pt x="132" y="151"/>
                      </a:lnTo>
                      <a:lnTo>
                        <a:pt x="130" y="149"/>
                      </a:lnTo>
                      <a:lnTo>
                        <a:pt x="129" y="148"/>
                      </a:lnTo>
                      <a:lnTo>
                        <a:pt x="126" y="145"/>
                      </a:lnTo>
                      <a:lnTo>
                        <a:pt x="125" y="143"/>
                      </a:lnTo>
                      <a:lnTo>
                        <a:pt x="123" y="140"/>
                      </a:lnTo>
                      <a:lnTo>
                        <a:pt x="121" y="137"/>
                      </a:lnTo>
                      <a:lnTo>
                        <a:pt x="118" y="135"/>
                      </a:lnTo>
                      <a:lnTo>
                        <a:pt x="116" y="133"/>
                      </a:lnTo>
                      <a:lnTo>
                        <a:pt x="115" y="130"/>
                      </a:lnTo>
                      <a:lnTo>
                        <a:pt x="113" y="127"/>
                      </a:lnTo>
                      <a:lnTo>
                        <a:pt x="110" y="124"/>
                      </a:lnTo>
                      <a:lnTo>
                        <a:pt x="108" y="122"/>
                      </a:lnTo>
                      <a:lnTo>
                        <a:pt x="107" y="123"/>
                      </a:lnTo>
                      <a:lnTo>
                        <a:pt x="134" y="156"/>
                      </a:lnTo>
                      <a:lnTo>
                        <a:pt x="134" y="157"/>
                      </a:lnTo>
                      <a:lnTo>
                        <a:pt x="134" y="159"/>
                      </a:lnTo>
                      <a:lnTo>
                        <a:pt x="134" y="160"/>
                      </a:lnTo>
                      <a:lnTo>
                        <a:pt x="134" y="163"/>
                      </a:lnTo>
                      <a:lnTo>
                        <a:pt x="134" y="165"/>
                      </a:lnTo>
                      <a:lnTo>
                        <a:pt x="133" y="168"/>
                      </a:lnTo>
                      <a:lnTo>
                        <a:pt x="133" y="169"/>
                      </a:lnTo>
                      <a:lnTo>
                        <a:pt x="132" y="170"/>
                      </a:lnTo>
                      <a:lnTo>
                        <a:pt x="131" y="171"/>
                      </a:lnTo>
                      <a:lnTo>
                        <a:pt x="130" y="172"/>
                      </a:lnTo>
                      <a:lnTo>
                        <a:pt x="129" y="173"/>
                      </a:lnTo>
                      <a:lnTo>
                        <a:pt x="126" y="174"/>
                      </a:lnTo>
                      <a:lnTo>
                        <a:pt x="125" y="175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6" y="174"/>
                      </a:lnTo>
                      <a:lnTo>
                        <a:pt x="115" y="174"/>
                      </a:lnTo>
                      <a:lnTo>
                        <a:pt x="114" y="173"/>
                      </a:lnTo>
                      <a:lnTo>
                        <a:pt x="112" y="172"/>
                      </a:lnTo>
                      <a:lnTo>
                        <a:pt x="110" y="171"/>
                      </a:lnTo>
                      <a:lnTo>
                        <a:pt x="109" y="170"/>
                      </a:lnTo>
                      <a:lnTo>
                        <a:pt x="108" y="169"/>
                      </a:lnTo>
                      <a:lnTo>
                        <a:pt x="106" y="167"/>
                      </a:lnTo>
                      <a:lnTo>
                        <a:pt x="106" y="165"/>
                      </a:lnTo>
                      <a:lnTo>
                        <a:pt x="104" y="165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3" y="158"/>
                      </a:lnTo>
                      <a:lnTo>
                        <a:pt x="102" y="157"/>
                      </a:lnTo>
                      <a:lnTo>
                        <a:pt x="101" y="155"/>
                      </a:lnTo>
                      <a:lnTo>
                        <a:pt x="100" y="154"/>
                      </a:lnTo>
                      <a:lnTo>
                        <a:pt x="99" y="153"/>
                      </a:lnTo>
                      <a:lnTo>
                        <a:pt x="97" y="152"/>
                      </a:lnTo>
                      <a:lnTo>
                        <a:pt x="95" y="152"/>
                      </a:lnTo>
                      <a:lnTo>
                        <a:pt x="93" y="152"/>
                      </a:lnTo>
                      <a:lnTo>
                        <a:pt x="92" y="151"/>
                      </a:lnTo>
                      <a:lnTo>
                        <a:pt x="90" y="151"/>
                      </a:lnTo>
                      <a:lnTo>
                        <a:pt x="83" y="152"/>
                      </a:lnTo>
                      <a:lnTo>
                        <a:pt x="84" y="151"/>
                      </a:lnTo>
                      <a:lnTo>
                        <a:pt x="84" y="150"/>
                      </a:lnTo>
                      <a:lnTo>
                        <a:pt x="84" y="149"/>
                      </a:lnTo>
                      <a:lnTo>
                        <a:pt x="84" y="148"/>
                      </a:lnTo>
                      <a:lnTo>
                        <a:pt x="84" y="145"/>
                      </a:lnTo>
                      <a:lnTo>
                        <a:pt x="84" y="143"/>
                      </a:lnTo>
                      <a:lnTo>
                        <a:pt x="84" y="141"/>
                      </a:lnTo>
                      <a:lnTo>
                        <a:pt x="83" y="140"/>
                      </a:lnTo>
                      <a:lnTo>
                        <a:pt x="83" y="139"/>
                      </a:lnTo>
                      <a:lnTo>
                        <a:pt x="82" y="138"/>
                      </a:lnTo>
                      <a:lnTo>
                        <a:pt x="82" y="137"/>
                      </a:lnTo>
                      <a:lnTo>
                        <a:pt x="81" y="136"/>
                      </a:lnTo>
                      <a:lnTo>
                        <a:pt x="79" y="135"/>
                      </a:lnTo>
                      <a:lnTo>
                        <a:pt x="78" y="134"/>
                      </a:lnTo>
                      <a:lnTo>
                        <a:pt x="77" y="133"/>
                      </a:lnTo>
                      <a:lnTo>
                        <a:pt x="76" y="133"/>
                      </a:lnTo>
                      <a:lnTo>
                        <a:pt x="75" y="132"/>
                      </a:lnTo>
                      <a:lnTo>
                        <a:pt x="74" y="132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1" y="130"/>
                      </a:lnTo>
                      <a:lnTo>
                        <a:pt x="69" y="130"/>
                      </a:lnTo>
                      <a:lnTo>
                        <a:pt x="67" y="130"/>
                      </a:lnTo>
                      <a:lnTo>
                        <a:pt x="66" y="132"/>
                      </a:lnTo>
                      <a:lnTo>
                        <a:pt x="64" y="132"/>
                      </a:lnTo>
                      <a:lnTo>
                        <a:pt x="63" y="132"/>
                      </a:lnTo>
                      <a:lnTo>
                        <a:pt x="62" y="133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7"/>
                      </a:lnTo>
                      <a:lnTo>
                        <a:pt x="63" y="127"/>
                      </a:lnTo>
                      <a:lnTo>
                        <a:pt x="62" y="125"/>
                      </a:lnTo>
                      <a:lnTo>
                        <a:pt x="62" y="124"/>
                      </a:lnTo>
                      <a:lnTo>
                        <a:pt x="62" y="123"/>
                      </a:lnTo>
                      <a:lnTo>
                        <a:pt x="62" y="121"/>
                      </a:lnTo>
                      <a:lnTo>
                        <a:pt x="61" y="120"/>
                      </a:lnTo>
                      <a:lnTo>
                        <a:pt x="61" y="119"/>
                      </a:lnTo>
                      <a:lnTo>
                        <a:pt x="60" y="118"/>
                      </a:lnTo>
                      <a:lnTo>
                        <a:pt x="60" y="117"/>
                      </a:lnTo>
                      <a:lnTo>
                        <a:pt x="59" y="116"/>
                      </a:lnTo>
                      <a:lnTo>
                        <a:pt x="58" y="114"/>
                      </a:lnTo>
                      <a:lnTo>
                        <a:pt x="57" y="114"/>
                      </a:lnTo>
                      <a:lnTo>
                        <a:pt x="56" y="113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1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7" y="111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4" y="111"/>
                      </a:lnTo>
                      <a:lnTo>
                        <a:pt x="43" y="111"/>
                      </a:lnTo>
                      <a:lnTo>
                        <a:pt x="42" y="112"/>
                      </a:lnTo>
                      <a:lnTo>
                        <a:pt x="41" y="113"/>
                      </a:lnTo>
                      <a:lnTo>
                        <a:pt x="41" y="111"/>
                      </a:lnTo>
                      <a:lnTo>
                        <a:pt x="41" y="110"/>
                      </a:lnTo>
                      <a:lnTo>
                        <a:pt x="42" y="108"/>
                      </a:lnTo>
                      <a:lnTo>
                        <a:pt x="42" y="106"/>
                      </a:lnTo>
                      <a:lnTo>
                        <a:pt x="42" y="104"/>
                      </a:lnTo>
                      <a:lnTo>
                        <a:pt x="42" y="103"/>
                      </a:lnTo>
                      <a:lnTo>
                        <a:pt x="41" y="102"/>
                      </a:lnTo>
                      <a:lnTo>
                        <a:pt x="41" y="101"/>
                      </a:lnTo>
                      <a:lnTo>
                        <a:pt x="41" y="99"/>
                      </a:lnTo>
                      <a:lnTo>
                        <a:pt x="40" y="98"/>
                      </a:lnTo>
                      <a:lnTo>
                        <a:pt x="39" y="97"/>
                      </a:lnTo>
                      <a:lnTo>
                        <a:pt x="39" y="96"/>
                      </a:lnTo>
                      <a:lnTo>
                        <a:pt x="38" y="94"/>
                      </a:lnTo>
                      <a:lnTo>
                        <a:pt x="37" y="94"/>
                      </a:lnTo>
                      <a:lnTo>
                        <a:pt x="36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2" y="91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2"/>
                      </a:lnTo>
                      <a:lnTo>
                        <a:pt x="20" y="92"/>
                      </a:lnTo>
                      <a:lnTo>
                        <a:pt x="19" y="93"/>
                      </a:lnTo>
                      <a:lnTo>
                        <a:pt x="17" y="94"/>
                      </a:lnTo>
                      <a:lnTo>
                        <a:pt x="16" y="95"/>
                      </a:lnTo>
                      <a:lnTo>
                        <a:pt x="15" y="97"/>
                      </a:lnTo>
                      <a:lnTo>
                        <a:pt x="0" y="87"/>
                      </a:lnTo>
                      <a:lnTo>
                        <a:pt x="50" y="0"/>
                      </a:lnTo>
                      <a:lnTo>
                        <a:pt x="77" y="9"/>
                      </a:lnTo>
                      <a:lnTo>
                        <a:pt x="63" y="41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grpSp>
              <p:nvGrpSpPr>
                <p:cNvPr id="49253" name="Group 1041"/>
                <p:cNvGrpSpPr>
                  <a:grpSpLocks/>
                </p:cNvGrpSpPr>
                <p:nvPr/>
              </p:nvGrpSpPr>
              <p:grpSpPr bwMode="auto">
                <a:xfrm>
                  <a:off x="2547" y="2599"/>
                  <a:ext cx="95" cy="88"/>
                  <a:chOff x="2547" y="2599"/>
                  <a:chExt cx="95" cy="88"/>
                </a:xfrm>
              </p:grpSpPr>
              <p:sp>
                <p:nvSpPr>
                  <p:cNvPr id="49254" name="Freeform 1042"/>
                  <p:cNvSpPr>
                    <a:spLocks/>
                  </p:cNvSpPr>
                  <p:nvPr/>
                </p:nvSpPr>
                <p:spPr bwMode="auto">
                  <a:xfrm>
                    <a:off x="2547" y="2599"/>
                    <a:ext cx="32" cy="36"/>
                  </a:xfrm>
                  <a:custGeom>
                    <a:avLst/>
                    <a:gdLst>
                      <a:gd name="T0" fmla="*/ 28 w 32"/>
                      <a:gd name="T1" fmla="*/ 3 h 36"/>
                      <a:gd name="T2" fmla="*/ 29 w 32"/>
                      <a:gd name="T3" fmla="*/ 3 h 36"/>
                      <a:gd name="T4" fmla="*/ 30 w 32"/>
                      <a:gd name="T5" fmla="*/ 6 h 36"/>
                      <a:gd name="T6" fmla="*/ 31 w 32"/>
                      <a:gd name="T7" fmla="*/ 6 h 36"/>
                      <a:gd name="T8" fmla="*/ 31 w 32"/>
                      <a:gd name="T9" fmla="*/ 9 h 36"/>
                      <a:gd name="T10" fmla="*/ 31 w 32"/>
                      <a:gd name="T11" fmla="*/ 10 h 36"/>
                      <a:gd name="T12" fmla="*/ 32 w 32"/>
                      <a:gd name="T13" fmla="*/ 12 h 36"/>
                      <a:gd name="T14" fmla="*/ 32 w 32"/>
                      <a:gd name="T15" fmla="*/ 13 h 36"/>
                      <a:gd name="T16" fmla="*/ 32 w 32"/>
                      <a:gd name="T17" fmla="*/ 15 h 36"/>
                      <a:gd name="T18" fmla="*/ 32 w 32"/>
                      <a:gd name="T19" fmla="*/ 16 h 36"/>
                      <a:gd name="T20" fmla="*/ 32 w 32"/>
                      <a:gd name="T21" fmla="*/ 17 h 36"/>
                      <a:gd name="T22" fmla="*/ 31 w 32"/>
                      <a:gd name="T23" fmla="*/ 19 h 36"/>
                      <a:gd name="T24" fmla="*/ 30 w 32"/>
                      <a:gd name="T25" fmla="*/ 21 h 36"/>
                      <a:gd name="T26" fmla="*/ 29 w 32"/>
                      <a:gd name="T27" fmla="*/ 24 h 36"/>
                      <a:gd name="T28" fmla="*/ 28 w 32"/>
                      <a:gd name="T29" fmla="*/ 26 h 36"/>
                      <a:gd name="T30" fmla="*/ 26 w 32"/>
                      <a:gd name="T31" fmla="*/ 28 h 36"/>
                      <a:gd name="T32" fmla="*/ 24 w 32"/>
                      <a:gd name="T33" fmla="*/ 31 h 36"/>
                      <a:gd name="T34" fmla="*/ 22 w 32"/>
                      <a:gd name="T35" fmla="*/ 32 h 36"/>
                      <a:gd name="T36" fmla="*/ 20 w 32"/>
                      <a:gd name="T37" fmla="*/ 34 h 36"/>
                      <a:gd name="T38" fmla="*/ 18 w 32"/>
                      <a:gd name="T39" fmla="*/ 35 h 36"/>
                      <a:gd name="T40" fmla="*/ 16 w 32"/>
                      <a:gd name="T41" fmla="*/ 35 h 36"/>
                      <a:gd name="T42" fmla="*/ 15 w 32"/>
                      <a:gd name="T43" fmla="*/ 36 h 36"/>
                      <a:gd name="T44" fmla="*/ 14 w 32"/>
                      <a:gd name="T45" fmla="*/ 36 h 36"/>
                      <a:gd name="T46" fmla="*/ 13 w 32"/>
                      <a:gd name="T47" fmla="*/ 36 h 36"/>
                      <a:gd name="T48" fmla="*/ 12 w 32"/>
                      <a:gd name="T49" fmla="*/ 36 h 36"/>
                      <a:gd name="T50" fmla="*/ 11 w 32"/>
                      <a:gd name="T51" fmla="*/ 36 h 36"/>
                      <a:gd name="T52" fmla="*/ 9 w 32"/>
                      <a:gd name="T53" fmla="*/ 35 h 36"/>
                      <a:gd name="T54" fmla="*/ 8 w 32"/>
                      <a:gd name="T55" fmla="*/ 35 h 36"/>
                      <a:gd name="T56" fmla="*/ 6 w 32"/>
                      <a:gd name="T57" fmla="*/ 34 h 36"/>
                      <a:gd name="T58" fmla="*/ 6 w 32"/>
                      <a:gd name="T59" fmla="*/ 34 h 36"/>
                      <a:gd name="T60" fmla="*/ 4 w 32"/>
                      <a:gd name="T61" fmla="*/ 33 h 36"/>
                      <a:gd name="T62" fmla="*/ 3 w 32"/>
                      <a:gd name="T63" fmla="*/ 32 h 36"/>
                      <a:gd name="T64" fmla="*/ 2 w 32"/>
                      <a:gd name="T65" fmla="*/ 31 h 36"/>
                      <a:gd name="T66" fmla="*/ 2 w 32"/>
                      <a:gd name="T67" fmla="*/ 30 h 36"/>
                      <a:gd name="T68" fmla="*/ 1 w 32"/>
                      <a:gd name="T69" fmla="*/ 28 h 36"/>
                      <a:gd name="T70" fmla="*/ 1 w 32"/>
                      <a:gd name="T71" fmla="*/ 28 h 36"/>
                      <a:gd name="T72" fmla="*/ 0 w 32"/>
                      <a:gd name="T73" fmla="*/ 26 h 36"/>
                      <a:gd name="T74" fmla="*/ 0 w 32"/>
                      <a:gd name="T75" fmla="*/ 24 h 36"/>
                      <a:gd name="T76" fmla="*/ 0 w 32"/>
                      <a:gd name="T77" fmla="*/ 23 h 36"/>
                      <a:gd name="T78" fmla="*/ 0 w 32"/>
                      <a:gd name="T79" fmla="*/ 21 h 36"/>
                      <a:gd name="T80" fmla="*/ 1 w 32"/>
                      <a:gd name="T81" fmla="*/ 18 h 36"/>
                      <a:gd name="T82" fmla="*/ 1 w 32"/>
                      <a:gd name="T83" fmla="*/ 16 h 36"/>
                      <a:gd name="T84" fmla="*/ 2 w 32"/>
                      <a:gd name="T85" fmla="*/ 14 h 36"/>
                      <a:gd name="T86" fmla="*/ 4 w 32"/>
                      <a:gd name="T87" fmla="*/ 12 h 36"/>
                      <a:gd name="T88" fmla="*/ 6 w 32"/>
                      <a:gd name="T89" fmla="*/ 10 h 36"/>
                      <a:gd name="T90" fmla="*/ 6 w 32"/>
                      <a:gd name="T91" fmla="*/ 6 h 36"/>
                      <a:gd name="T92" fmla="*/ 9 w 32"/>
                      <a:gd name="T93" fmla="*/ 4 h 36"/>
                      <a:gd name="T94" fmla="*/ 12 w 32"/>
                      <a:gd name="T95" fmla="*/ 2 h 36"/>
                      <a:gd name="T96" fmla="*/ 13 w 32"/>
                      <a:gd name="T97" fmla="*/ 1 h 36"/>
                      <a:gd name="T98" fmla="*/ 16 w 32"/>
                      <a:gd name="T99" fmla="*/ 0 h 36"/>
                      <a:gd name="T100" fmla="*/ 17 w 32"/>
                      <a:gd name="T101" fmla="*/ 0 h 36"/>
                      <a:gd name="T102" fmla="*/ 18 w 32"/>
                      <a:gd name="T103" fmla="*/ 0 h 36"/>
                      <a:gd name="T104" fmla="*/ 19 w 32"/>
                      <a:gd name="T105" fmla="*/ 0 h 36"/>
                      <a:gd name="T106" fmla="*/ 20 w 32"/>
                      <a:gd name="T107" fmla="*/ 0 h 36"/>
                      <a:gd name="T108" fmla="*/ 22 w 32"/>
                      <a:gd name="T109" fmla="*/ 0 h 36"/>
                      <a:gd name="T110" fmla="*/ 22 w 32"/>
                      <a:gd name="T111" fmla="*/ 1 h 36"/>
                      <a:gd name="T112" fmla="*/ 24 w 32"/>
                      <a:gd name="T113" fmla="*/ 1 h 36"/>
                      <a:gd name="T114" fmla="*/ 26 w 32"/>
                      <a:gd name="T115" fmla="*/ 1 h 36"/>
                      <a:gd name="T116" fmla="*/ 27 w 32"/>
                      <a:gd name="T117" fmla="*/ 2 h 36"/>
                      <a:gd name="T118" fmla="*/ 28 w 32"/>
                      <a:gd name="T119" fmla="*/ 3 h 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32"/>
                      <a:gd name="T181" fmla="*/ 0 h 36"/>
                      <a:gd name="T182" fmla="*/ 32 w 32"/>
                      <a:gd name="T183" fmla="*/ 36 h 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32" h="36">
                        <a:moveTo>
                          <a:pt x="28" y="3"/>
                        </a:moveTo>
                        <a:lnTo>
                          <a:pt x="29" y="3"/>
                        </a:lnTo>
                        <a:lnTo>
                          <a:pt x="30" y="6"/>
                        </a:lnTo>
                        <a:lnTo>
                          <a:pt x="31" y="6"/>
                        </a:lnTo>
                        <a:lnTo>
                          <a:pt x="31" y="9"/>
                        </a:lnTo>
                        <a:lnTo>
                          <a:pt x="31" y="10"/>
                        </a:lnTo>
                        <a:lnTo>
                          <a:pt x="32" y="12"/>
                        </a:lnTo>
                        <a:lnTo>
                          <a:pt x="32" y="13"/>
                        </a:lnTo>
                        <a:lnTo>
                          <a:pt x="32" y="15"/>
                        </a:lnTo>
                        <a:lnTo>
                          <a:pt x="32" y="16"/>
                        </a:lnTo>
                        <a:lnTo>
                          <a:pt x="32" y="17"/>
                        </a:lnTo>
                        <a:lnTo>
                          <a:pt x="31" y="19"/>
                        </a:lnTo>
                        <a:lnTo>
                          <a:pt x="30" y="21"/>
                        </a:lnTo>
                        <a:lnTo>
                          <a:pt x="29" y="24"/>
                        </a:lnTo>
                        <a:lnTo>
                          <a:pt x="28" y="26"/>
                        </a:lnTo>
                        <a:lnTo>
                          <a:pt x="26" y="28"/>
                        </a:lnTo>
                        <a:lnTo>
                          <a:pt x="24" y="31"/>
                        </a:lnTo>
                        <a:lnTo>
                          <a:pt x="22" y="32"/>
                        </a:lnTo>
                        <a:lnTo>
                          <a:pt x="20" y="34"/>
                        </a:lnTo>
                        <a:lnTo>
                          <a:pt x="18" y="35"/>
                        </a:lnTo>
                        <a:lnTo>
                          <a:pt x="16" y="35"/>
                        </a:lnTo>
                        <a:lnTo>
                          <a:pt x="15" y="36"/>
                        </a:lnTo>
                        <a:lnTo>
                          <a:pt x="14" y="36"/>
                        </a:lnTo>
                        <a:lnTo>
                          <a:pt x="13" y="36"/>
                        </a:lnTo>
                        <a:lnTo>
                          <a:pt x="12" y="36"/>
                        </a:lnTo>
                        <a:lnTo>
                          <a:pt x="11" y="36"/>
                        </a:lnTo>
                        <a:lnTo>
                          <a:pt x="9" y="35"/>
                        </a:lnTo>
                        <a:lnTo>
                          <a:pt x="8" y="35"/>
                        </a:lnTo>
                        <a:lnTo>
                          <a:pt x="6" y="34"/>
                        </a:lnTo>
                        <a:lnTo>
                          <a:pt x="4" y="33"/>
                        </a:lnTo>
                        <a:lnTo>
                          <a:pt x="3" y="32"/>
                        </a:lnTo>
                        <a:lnTo>
                          <a:pt x="2" y="31"/>
                        </a:lnTo>
                        <a:lnTo>
                          <a:pt x="2" y="30"/>
                        </a:lnTo>
                        <a:lnTo>
                          <a:pt x="1" y="28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1" y="18"/>
                        </a:lnTo>
                        <a:lnTo>
                          <a:pt x="1" y="16"/>
                        </a:lnTo>
                        <a:lnTo>
                          <a:pt x="2" y="14"/>
                        </a:lnTo>
                        <a:lnTo>
                          <a:pt x="4" y="12"/>
                        </a:lnTo>
                        <a:lnTo>
                          <a:pt x="6" y="10"/>
                        </a:lnTo>
                        <a:lnTo>
                          <a:pt x="6" y="6"/>
                        </a:lnTo>
                        <a:lnTo>
                          <a:pt x="9" y="4"/>
                        </a:lnTo>
                        <a:lnTo>
                          <a:pt x="12" y="2"/>
                        </a:lnTo>
                        <a:lnTo>
                          <a:pt x="13" y="1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8" y="0"/>
                        </a:lnTo>
                        <a:lnTo>
                          <a:pt x="19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2" y="1"/>
                        </a:lnTo>
                        <a:lnTo>
                          <a:pt x="24" y="1"/>
                        </a:lnTo>
                        <a:lnTo>
                          <a:pt x="26" y="1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55" name="Group 1043"/>
                  <p:cNvGrpSpPr>
                    <a:grpSpLocks/>
                  </p:cNvGrpSpPr>
                  <p:nvPr/>
                </p:nvGrpSpPr>
                <p:grpSpPr bwMode="auto">
                  <a:xfrm>
                    <a:off x="2547" y="2599"/>
                    <a:ext cx="32" cy="36"/>
                    <a:chOff x="2547" y="2599"/>
                    <a:chExt cx="32" cy="36"/>
                  </a:xfrm>
                </p:grpSpPr>
                <p:sp>
                  <p:nvSpPr>
                    <p:cNvPr id="49284" name="Freeform 1044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85" name="Freeform 1045"/>
                    <p:cNvSpPr>
                      <a:spLocks/>
                    </p:cNvSpPr>
                    <p:nvPr/>
                  </p:nvSpPr>
                  <p:spPr bwMode="auto">
                    <a:xfrm>
                      <a:off x="2547" y="2599"/>
                      <a:ext cx="32" cy="36"/>
                    </a:xfrm>
                    <a:custGeom>
                      <a:avLst/>
                      <a:gdLst>
                        <a:gd name="T0" fmla="*/ 28 w 32"/>
                        <a:gd name="T1" fmla="*/ 3 h 36"/>
                        <a:gd name="T2" fmla="*/ 29 w 32"/>
                        <a:gd name="T3" fmla="*/ 3 h 36"/>
                        <a:gd name="T4" fmla="*/ 30 w 32"/>
                        <a:gd name="T5" fmla="*/ 6 h 36"/>
                        <a:gd name="T6" fmla="*/ 31 w 32"/>
                        <a:gd name="T7" fmla="*/ 6 h 36"/>
                        <a:gd name="T8" fmla="*/ 31 w 32"/>
                        <a:gd name="T9" fmla="*/ 9 h 36"/>
                        <a:gd name="T10" fmla="*/ 31 w 32"/>
                        <a:gd name="T11" fmla="*/ 10 h 36"/>
                        <a:gd name="T12" fmla="*/ 32 w 32"/>
                        <a:gd name="T13" fmla="*/ 12 h 36"/>
                        <a:gd name="T14" fmla="*/ 32 w 32"/>
                        <a:gd name="T15" fmla="*/ 13 h 36"/>
                        <a:gd name="T16" fmla="*/ 32 w 32"/>
                        <a:gd name="T17" fmla="*/ 15 h 36"/>
                        <a:gd name="T18" fmla="*/ 32 w 32"/>
                        <a:gd name="T19" fmla="*/ 16 h 36"/>
                        <a:gd name="T20" fmla="*/ 32 w 32"/>
                        <a:gd name="T21" fmla="*/ 17 h 36"/>
                        <a:gd name="T22" fmla="*/ 31 w 32"/>
                        <a:gd name="T23" fmla="*/ 19 h 36"/>
                        <a:gd name="T24" fmla="*/ 30 w 32"/>
                        <a:gd name="T25" fmla="*/ 21 h 36"/>
                        <a:gd name="T26" fmla="*/ 29 w 32"/>
                        <a:gd name="T27" fmla="*/ 24 h 36"/>
                        <a:gd name="T28" fmla="*/ 28 w 32"/>
                        <a:gd name="T29" fmla="*/ 26 h 36"/>
                        <a:gd name="T30" fmla="*/ 26 w 32"/>
                        <a:gd name="T31" fmla="*/ 28 h 36"/>
                        <a:gd name="T32" fmla="*/ 24 w 32"/>
                        <a:gd name="T33" fmla="*/ 31 h 36"/>
                        <a:gd name="T34" fmla="*/ 22 w 32"/>
                        <a:gd name="T35" fmla="*/ 32 h 36"/>
                        <a:gd name="T36" fmla="*/ 20 w 32"/>
                        <a:gd name="T37" fmla="*/ 34 h 36"/>
                        <a:gd name="T38" fmla="*/ 18 w 32"/>
                        <a:gd name="T39" fmla="*/ 35 h 36"/>
                        <a:gd name="T40" fmla="*/ 16 w 32"/>
                        <a:gd name="T41" fmla="*/ 35 h 36"/>
                        <a:gd name="T42" fmla="*/ 15 w 32"/>
                        <a:gd name="T43" fmla="*/ 36 h 36"/>
                        <a:gd name="T44" fmla="*/ 14 w 32"/>
                        <a:gd name="T45" fmla="*/ 36 h 36"/>
                        <a:gd name="T46" fmla="*/ 13 w 32"/>
                        <a:gd name="T47" fmla="*/ 36 h 36"/>
                        <a:gd name="T48" fmla="*/ 12 w 32"/>
                        <a:gd name="T49" fmla="*/ 36 h 36"/>
                        <a:gd name="T50" fmla="*/ 11 w 32"/>
                        <a:gd name="T51" fmla="*/ 36 h 36"/>
                        <a:gd name="T52" fmla="*/ 9 w 32"/>
                        <a:gd name="T53" fmla="*/ 35 h 36"/>
                        <a:gd name="T54" fmla="*/ 8 w 32"/>
                        <a:gd name="T55" fmla="*/ 35 h 36"/>
                        <a:gd name="T56" fmla="*/ 6 w 32"/>
                        <a:gd name="T57" fmla="*/ 34 h 36"/>
                        <a:gd name="T58" fmla="*/ 6 w 32"/>
                        <a:gd name="T59" fmla="*/ 34 h 36"/>
                        <a:gd name="T60" fmla="*/ 4 w 32"/>
                        <a:gd name="T61" fmla="*/ 33 h 36"/>
                        <a:gd name="T62" fmla="*/ 3 w 32"/>
                        <a:gd name="T63" fmla="*/ 32 h 36"/>
                        <a:gd name="T64" fmla="*/ 2 w 32"/>
                        <a:gd name="T65" fmla="*/ 31 h 36"/>
                        <a:gd name="T66" fmla="*/ 2 w 32"/>
                        <a:gd name="T67" fmla="*/ 30 h 36"/>
                        <a:gd name="T68" fmla="*/ 1 w 32"/>
                        <a:gd name="T69" fmla="*/ 28 h 36"/>
                        <a:gd name="T70" fmla="*/ 1 w 32"/>
                        <a:gd name="T71" fmla="*/ 28 h 36"/>
                        <a:gd name="T72" fmla="*/ 0 w 32"/>
                        <a:gd name="T73" fmla="*/ 26 h 36"/>
                        <a:gd name="T74" fmla="*/ 0 w 32"/>
                        <a:gd name="T75" fmla="*/ 24 h 36"/>
                        <a:gd name="T76" fmla="*/ 0 w 32"/>
                        <a:gd name="T77" fmla="*/ 23 h 36"/>
                        <a:gd name="T78" fmla="*/ 0 w 32"/>
                        <a:gd name="T79" fmla="*/ 21 h 36"/>
                        <a:gd name="T80" fmla="*/ 1 w 32"/>
                        <a:gd name="T81" fmla="*/ 18 h 36"/>
                        <a:gd name="T82" fmla="*/ 1 w 32"/>
                        <a:gd name="T83" fmla="*/ 16 h 36"/>
                        <a:gd name="T84" fmla="*/ 2 w 32"/>
                        <a:gd name="T85" fmla="*/ 14 h 36"/>
                        <a:gd name="T86" fmla="*/ 4 w 32"/>
                        <a:gd name="T87" fmla="*/ 12 h 36"/>
                        <a:gd name="T88" fmla="*/ 6 w 32"/>
                        <a:gd name="T89" fmla="*/ 10 h 36"/>
                        <a:gd name="T90" fmla="*/ 6 w 32"/>
                        <a:gd name="T91" fmla="*/ 6 h 36"/>
                        <a:gd name="T92" fmla="*/ 9 w 32"/>
                        <a:gd name="T93" fmla="*/ 4 h 36"/>
                        <a:gd name="T94" fmla="*/ 12 w 32"/>
                        <a:gd name="T95" fmla="*/ 2 h 36"/>
                        <a:gd name="T96" fmla="*/ 13 w 32"/>
                        <a:gd name="T97" fmla="*/ 1 h 36"/>
                        <a:gd name="T98" fmla="*/ 16 w 32"/>
                        <a:gd name="T99" fmla="*/ 0 h 36"/>
                        <a:gd name="T100" fmla="*/ 17 w 32"/>
                        <a:gd name="T101" fmla="*/ 0 h 36"/>
                        <a:gd name="T102" fmla="*/ 18 w 32"/>
                        <a:gd name="T103" fmla="*/ 0 h 36"/>
                        <a:gd name="T104" fmla="*/ 19 w 32"/>
                        <a:gd name="T105" fmla="*/ 0 h 36"/>
                        <a:gd name="T106" fmla="*/ 20 w 32"/>
                        <a:gd name="T107" fmla="*/ 0 h 36"/>
                        <a:gd name="T108" fmla="*/ 22 w 32"/>
                        <a:gd name="T109" fmla="*/ 0 h 36"/>
                        <a:gd name="T110" fmla="*/ 22 w 32"/>
                        <a:gd name="T111" fmla="*/ 1 h 36"/>
                        <a:gd name="T112" fmla="*/ 24 w 32"/>
                        <a:gd name="T113" fmla="*/ 1 h 36"/>
                        <a:gd name="T114" fmla="*/ 26 w 32"/>
                        <a:gd name="T115" fmla="*/ 1 h 36"/>
                        <a:gd name="T116" fmla="*/ 27 w 32"/>
                        <a:gd name="T117" fmla="*/ 2 h 36"/>
                        <a:gd name="T118" fmla="*/ 28 w 32"/>
                        <a:gd name="T119" fmla="*/ 3 h 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32"/>
                        <a:gd name="T181" fmla="*/ 0 h 36"/>
                        <a:gd name="T182" fmla="*/ 32 w 32"/>
                        <a:gd name="T183" fmla="*/ 36 h 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32" h="36">
                          <a:moveTo>
                            <a:pt x="28" y="3"/>
                          </a:moveTo>
                          <a:lnTo>
                            <a:pt x="29" y="3"/>
                          </a:lnTo>
                          <a:lnTo>
                            <a:pt x="30" y="6"/>
                          </a:lnTo>
                          <a:lnTo>
                            <a:pt x="31" y="6"/>
                          </a:lnTo>
                          <a:lnTo>
                            <a:pt x="31" y="9"/>
                          </a:lnTo>
                          <a:lnTo>
                            <a:pt x="31" y="10"/>
                          </a:lnTo>
                          <a:lnTo>
                            <a:pt x="32" y="12"/>
                          </a:lnTo>
                          <a:lnTo>
                            <a:pt x="32" y="13"/>
                          </a:lnTo>
                          <a:lnTo>
                            <a:pt x="32" y="15"/>
                          </a:lnTo>
                          <a:lnTo>
                            <a:pt x="32" y="16"/>
                          </a:lnTo>
                          <a:lnTo>
                            <a:pt x="32" y="17"/>
                          </a:lnTo>
                          <a:lnTo>
                            <a:pt x="31" y="19"/>
                          </a:lnTo>
                          <a:lnTo>
                            <a:pt x="30" y="21"/>
                          </a:lnTo>
                          <a:lnTo>
                            <a:pt x="29" y="24"/>
                          </a:lnTo>
                          <a:lnTo>
                            <a:pt x="28" y="26"/>
                          </a:lnTo>
                          <a:lnTo>
                            <a:pt x="26" y="28"/>
                          </a:lnTo>
                          <a:lnTo>
                            <a:pt x="24" y="31"/>
                          </a:lnTo>
                          <a:lnTo>
                            <a:pt x="22" y="32"/>
                          </a:lnTo>
                          <a:lnTo>
                            <a:pt x="20" y="34"/>
                          </a:lnTo>
                          <a:lnTo>
                            <a:pt x="18" y="35"/>
                          </a:lnTo>
                          <a:lnTo>
                            <a:pt x="16" y="35"/>
                          </a:lnTo>
                          <a:lnTo>
                            <a:pt x="15" y="36"/>
                          </a:lnTo>
                          <a:lnTo>
                            <a:pt x="14" y="36"/>
                          </a:lnTo>
                          <a:lnTo>
                            <a:pt x="13" y="36"/>
                          </a:lnTo>
                          <a:lnTo>
                            <a:pt x="12" y="36"/>
                          </a:lnTo>
                          <a:lnTo>
                            <a:pt x="11" y="36"/>
                          </a:lnTo>
                          <a:lnTo>
                            <a:pt x="9" y="35"/>
                          </a:lnTo>
                          <a:lnTo>
                            <a:pt x="8" y="35"/>
                          </a:lnTo>
                          <a:lnTo>
                            <a:pt x="6" y="34"/>
                          </a:lnTo>
                          <a:lnTo>
                            <a:pt x="4" y="33"/>
                          </a:lnTo>
                          <a:lnTo>
                            <a:pt x="3" y="32"/>
                          </a:lnTo>
                          <a:lnTo>
                            <a:pt x="2" y="31"/>
                          </a:lnTo>
                          <a:lnTo>
                            <a:pt x="2" y="30"/>
                          </a:lnTo>
                          <a:lnTo>
                            <a:pt x="1" y="28"/>
                          </a:lnTo>
                          <a:lnTo>
                            <a:pt x="0" y="26"/>
                          </a:lnTo>
                          <a:lnTo>
                            <a:pt x="0" y="24"/>
                          </a:lnTo>
                          <a:lnTo>
                            <a:pt x="0" y="23"/>
                          </a:lnTo>
                          <a:lnTo>
                            <a:pt x="0" y="21"/>
                          </a:lnTo>
                          <a:lnTo>
                            <a:pt x="1" y="18"/>
                          </a:lnTo>
                          <a:lnTo>
                            <a:pt x="1" y="16"/>
                          </a:lnTo>
                          <a:lnTo>
                            <a:pt x="2" y="14"/>
                          </a:lnTo>
                          <a:lnTo>
                            <a:pt x="4" y="12"/>
                          </a:lnTo>
                          <a:lnTo>
                            <a:pt x="6" y="10"/>
                          </a:lnTo>
                          <a:lnTo>
                            <a:pt x="6" y="6"/>
                          </a:lnTo>
                          <a:lnTo>
                            <a:pt x="9" y="4"/>
                          </a:lnTo>
                          <a:lnTo>
                            <a:pt x="12" y="2"/>
                          </a:lnTo>
                          <a:lnTo>
                            <a:pt x="13" y="1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8" y="0"/>
                          </a:lnTo>
                          <a:lnTo>
                            <a:pt x="19" y="0"/>
                          </a:lnTo>
                          <a:lnTo>
                            <a:pt x="20" y="0"/>
                          </a:lnTo>
                          <a:lnTo>
                            <a:pt x="22" y="0"/>
                          </a:lnTo>
                          <a:lnTo>
                            <a:pt x="22" y="1"/>
                          </a:lnTo>
                          <a:lnTo>
                            <a:pt x="24" y="1"/>
                          </a:lnTo>
                          <a:lnTo>
                            <a:pt x="26" y="1"/>
                          </a:lnTo>
                          <a:lnTo>
                            <a:pt x="27" y="2"/>
                          </a:lnTo>
                          <a:lnTo>
                            <a:pt x="28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56" name="Freeform 1046"/>
                  <p:cNvSpPr>
                    <a:spLocks/>
                  </p:cNvSpPr>
                  <p:nvPr/>
                </p:nvSpPr>
                <p:spPr bwMode="auto">
                  <a:xfrm>
                    <a:off x="2560" y="2603"/>
                    <a:ext cx="15" cy="14"/>
                  </a:xfrm>
                  <a:custGeom>
                    <a:avLst/>
                    <a:gdLst>
                      <a:gd name="T0" fmla="*/ 15 w 15"/>
                      <a:gd name="T1" fmla="*/ 14 h 14"/>
                      <a:gd name="T2" fmla="*/ 15 w 15"/>
                      <a:gd name="T3" fmla="*/ 14 h 14"/>
                      <a:gd name="T4" fmla="*/ 13 w 15"/>
                      <a:gd name="T5" fmla="*/ 13 h 14"/>
                      <a:gd name="T6" fmla="*/ 11 w 15"/>
                      <a:gd name="T7" fmla="*/ 12 h 14"/>
                      <a:gd name="T8" fmla="*/ 10 w 15"/>
                      <a:gd name="T9" fmla="*/ 11 h 14"/>
                      <a:gd name="T10" fmla="*/ 8 w 15"/>
                      <a:gd name="T11" fmla="*/ 10 h 14"/>
                      <a:gd name="T12" fmla="*/ 6 w 15"/>
                      <a:gd name="T13" fmla="*/ 7 h 14"/>
                      <a:gd name="T14" fmla="*/ 6 w 15"/>
                      <a:gd name="T15" fmla="*/ 6 h 14"/>
                      <a:gd name="T16" fmla="*/ 3 w 15"/>
                      <a:gd name="T17" fmla="*/ 5 h 14"/>
                      <a:gd name="T18" fmla="*/ 2 w 15"/>
                      <a:gd name="T19" fmla="*/ 4 h 14"/>
                      <a:gd name="T20" fmla="*/ 1 w 15"/>
                      <a:gd name="T21" fmla="*/ 1 h 14"/>
                      <a:gd name="T22" fmla="*/ 0 w 15"/>
                      <a:gd name="T23" fmla="*/ 0 h 14"/>
                      <a:gd name="T24" fmla="*/ 1 w 15"/>
                      <a:gd name="T25" fmla="*/ 1 h 14"/>
                      <a:gd name="T26" fmla="*/ 3 w 15"/>
                      <a:gd name="T27" fmla="*/ 2 h 14"/>
                      <a:gd name="T28" fmla="*/ 4 w 15"/>
                      <a:gd name="T29" fmla="*/ 4 h 14"/>
                      <a:gd name="T30" fmla="*/ 6 w 15"/>
                      <a:gd name="T31" fmla="*/ 5 h 14"/>
                      <a:gd name="T32" fmla="*/ 8 w 15"/>
                      <a:gd name="T33" fmla="*/ 7 h 14"/>
                      <a:gd name="T34" fmla="*/ 9 w 15"/>
                      <a:gd name="T35" fmla="*/ 9 h 14"/>
                      <a:gd name="T36" fmla="*/ 10 w 15"/>
                      <a:gd name="T37" fmla="*/ 10 h 14"/>
                      <a:gd name="T38" fmla="*/ 11 w 15"/>
                      <a:gd name="T39" fmla="*/ 11 h 14"/>
                      <a:gd name="T40" fmla="*/ 14 w 15"/>
                      <a:gd name="T41" fmla="*/ 13 h 14"/>
                      <a:gd name="T42" fmla="*/ 15 w 15"/>
                      <a:gd name="T43" fmla="*/ 14 h 14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5"/>
                      <a:gd name="T67" fmla="*/ 0 h 14"/>
                      <a:gd name="T68" fmla="*/ 15 w 15"/>
                      <a:gd name="T69" fmla="*/ 14 h 14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5" h="14">
                        <a:moveTo>
                          <a:pt x="15" y="14"/>
                        </a:moveTo>
                        <a:lnTo>
                          <a:pt x="15" y="14"/>
                        </a:lnTo>
                        <a:lnTo>
                          <a:pt x="13" y="13"/>
                        </a:lnTo>
                        <a:lnTo>
                          <a:pt x="11" y="12"/>
                        </a:lnTo>
                        <a:lnTo>
                          <a:pt x="10" y="11"/>
                        </a:lnTo>
                        <a:lnTo>
                          <a:pt x="8" y="10"/>
                        </a:lnTo>
                        <a:lnTo>
                          <a:pt x="6" y="7"/>
                        </a:lnTo>
                        <a:lnTo>
                          <a:pt x="6" y="6"/>
                        </a:lnTo>
                        <a:lnTo>
                          <a:pt x="3" y="5"/>
                        </a:lnTo>
                        <a:lnTo>
                          <a:pt x="2" y="4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2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8" y="7"/>
                        </a:lnTo>
                        <a:lnTo>
                          <a:pt x="9" y="9"/>
                        </a:lnTo>
                        <a:lnTo>
                          <a:pt x="10" y="10"/>
                        </a:lnTo>
                        <a:lnTo>
                          <a:pt x="11" y="11"/>
                        </a:lnTo>
                        <a:lnTo>
                          <a:pt x="14" y="13"/>
                        </a:ln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57" name="Group 1047"/>
                  <p:cNvGrpSpPr>
                    <a:grpSpLocks/>
                  </p:cNvGrpSpPr>
                  <p:nvPr/>
                </p:nvGrpSpPr>
                <p:grpSpPr bwMode="auto">
                  <a:xfrm>
                    <a:off x="2560" y="2603"/>
                    <a:ext cx="15" cy="14"/>
                    <a:chOff x="2560" y="2603"/>
                    <a:chExt cx="15" cy="14"/>
                  </a:xfrm>
                </p:grpSpPr>
                <p:sp>
                  <p:nvSpPr>
                    <p:cNvPr id="49282" name="Freeform 1048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83" name="Freeform 1049"/>
                    <p:cNvSpPr>
                      <a:spLocks/>
                    </p:cNvSpPr>
                    <p:nvPr/>
                  </p:nvSpPr>
                  <p:spPr bwMode="auto">
                    <a:xfrm>
                      <a:off x="2560" y="2603"/>
                      <a:ext cx="15" cy="14"/>
                    </a:xfrm>
                    <a:custGeom>
                      <a:avLst/>
                      <a:gdLst>
                        <a:gd name="T0" fmla="*/ 15 w 15"/>
                        <a:gd name="T1" fmla="*/ 14 h 14"/>
                        <a:gd name="T2" fmla="*/ 15 w 15"/>
                        <a:gd name="T3" fmla="*/ 14 h 14"/>
                        <a:gd name="T4" fmla="*/ 13 w 15"/>
                        <a:gd name="T5" fmla="*/ 13 h 14"/>
                        <a:gd name="T6" fmla="*/ 11 w 15"/>
                        <a:gd name="T7" fmla="*/ 12 h 14"/>
                        <a:gd name="T8" fmla="*/ 10 w 15"/>
                        <a:gd name="T9" fmla="*/ 11 h 14"/>
                        <a:gd name="T10" fmla="*/ 8 w 15"/>
                        <a:gd name="T11" fmla="*/ 10 h 14"/>
                        <a:gd name="T12" fmla="*/ 6 w 15"/>
                        <a:gd name="T13" fmla="*/ 7 h 14"/>
                        <a:gd name="T14" fmla="*/ 6 w 15"/>
                        <a:gd name="T15" fmla="*/ 6 h 14"/>
                        <a:gd name="T16" fmla="*/ 3 w 15"/>
                        <a:gd name="T17" fmla="*/ 5 h 14"/>
                        <a:gd name="T18" fmla="*/ 2 w 15"/>
                        <a:gd name="T19" fmla="*/ 4 h 14"/>
                        <a:gd name="T20" fmla="*/ 1 w 15"/>
                        <a:gd name="T21" fmla="*/ 1 h 14"/>
                        <a:gd name="T22" fmla="*/ 0 w 15"/>
                        <a:gd name="T23" fmla="*/ 0 h 14"/>
                        <a:gd name="T24" fmla="*/ 1 w 15"/>
                        <a:gd name="T25" fmla="*/ 1 h 14"/>
                        <a:gd name="T26" fmla="*/ 3 w 15"/>
                        <a:gd name="T27" fmla="*/ 2 h 14"/>
                        <a:gd name="T28" fmla="*/ 4 w 15"/>
                        <a:gd name="T29" fmla="*/ 4 h 14"/>
                        <a:gd name="T30" fmla="*/ 6 w 15"/>
                        <a:gd name="T31" fmla="*/ 5 h 14"/>
                        <a:gd name="T32" fmla="*/ 8 w 15"/>
                        <a:gd name="T33" fmla="*/ 7 h 14"/>
                        <a:gd name="T34" fmla="*/ 9 w 15"/>
                        <a:gd name="T35" fmla="*/ 9 h 14"/>
                        <a:gd name="T36" fmla="*/ 10 w 15"/>
                        <a:gd name="T37" fmla="*/ 10 h 14"/>
                        <a:gd name="T38" fmla="*/ 11 w 15"/>
                        <a:gd name="T39" fmla="*/ 11 h 14"/>
                        <a:gd name="T40" fmla="*/ 14 w 15"/>
                        <a:gd name="T41" fmla="*/ 13 h 14"/>
                        <a:gd name="T42" fmla="*/ 15 w 15"/>
                        <a:gd name="T43" fmla="*/ 14 h 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5"/>
                        <a:gd name="T67" fmla="*/ 0 h 14"/>
                        <a:gd name="T68" fmla="*/ 15 w 15"/>
                        <a:gd name="T69" fmla="*/ 14 h 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5" h="14">
                          <a:moveTo>
                            <a:pt x="15" y="14"/>
                          </a:moveTo>
                          <a:lnTo>
                            <a:pt x="15" y="14"/>
                          </a:lnTo>
                          <a:lnTo>
                            <a:pt x="13" y="13"/>
                          </a:lnTo>
                          <a:lnTo>
                            <a:pt x="11" y="12"/>
                          </a:lnTo>
                          <a:lnTo>
                            <a:pt x="10" y="11"/>
                          </a:lnTo>
                          <a:lnTo>
                            <a:pt x="8" y="10"/>
                          </a:lnTo>
                          <a:lnTo>
                            <a:pt x="6" y="7"/>
                          </a:lnTo>
                          <a:lnTo>
                            <a:pt x="6" y="6"/>
                          </a:lnTo>
                          <a:lnTo>
                            <a:pt x="3" y="5"/>
                          </a:lnTo>
                          <a:lnTo>
                            <a:pt x="2" y="4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6" y="5"/>
                          </a:lnTo>
                          <a:lnTo>
                            <a:pt x="8" y="7"/>
                          </a:lnTo>
                          <a:lnTo>
                            <a:pt x="9" y="9"/>
                          </a:lnTo>
                          <a:lnTo>
                            <a:pt x="10" y="10"/>
                          </a:lnTo>
                          <a:lnTo>
                            <a:pt x="11" y="11"/>
                          </a:lnTo>
                          <a:lnTo>
                            <a:pt x="14" y="13"/>
                          </a:lnTo>
                          <a:lnTo>
                            <a:pt x="15" y="1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58" name="Freeform 1050"/>
                  <p:cNvSpPr>
                    <a:spLocks/>
                  </p:cNvSpPr>
                  <p:nvPr/>
                </p:nvSpPr>
                <p:spPr bwMode="auto">
                  <a:xfrm>
                    <a:off x="2569" y="2619"/>
                    <a:ext cx="30" cy="33"/>
                  </a:xfrm>
                  <a:custGeom>
                    <a:avLst/>
                    <a:gdLst>
                      <a:gd name="T0" fmla="*/ 29 w 30"/>
                      <a:gd name="T1" fmla="*/ 8 h 33"/>
                      <a:gd name="T2" fmla="*/ 30 w 30"/>
                      <a:gd name="T3" fmla="*/ 11 h 33"/>
                      <a:gd name="T4" fmla="*/ 30 w 30"/>
                      <a:gd name="T5" fmla="*/ 13 h 33"/>
                      <a:gd name="T6" fmla="*/ 30 w 30"/>
                      <a:gd name="T7" fmla="*/ 16 h 33"/>
                      <a:gd name="T8" fmla="*/ 29 w 30"/>
                      <a:gd name="T9" fmla="*/ 19 h 33"/>
                      <a:gd name="T10" fmla="*/ 29 w 30"/>
                      <a:gd name="T11" fmla="*/ 21 h 33"/>
                      <a:gd name="T12" fmla="*/ 28 w 30"/>
                      <a:gd name="T13" fmla="*/ 24 h 33"/>
                      <a:gd name="T14" fmla="*/ 27 w 30"/>
                      <a:gd name="T15" fmla="*/ 24 h 33"/>
                      <a:gd name="T16" fmla="*/ 25 w 30"/>
                      <a:gd name="T17" fmla="*/ 27 h 33"/>
                      <a:gd name="T18" fmla="*/ 24 w 30"/>
                      <a:gd name="T19" fmla="*/ 29 h 33"/>
                      <a:gd name="T20" fmla="*/ 23 w 30"/>
                      <a:gd name="T21" fmla="*/ 31 h 33"/>
                      <a:gd name="T22" fmla="*/ 21 w 30"/>
                      <a:gd name="T23" fmla="*/ 31 h 33"/>
                      <a:gd name="T24" fmla="*/ 20 w 30"/>
                      <a:gd name="T25" fmla="*/ 32 h 33"/>
                      <a:gd name="T26" fmla="*/ 18 w 30"/>
                      <a:gd name="T27" fmla="*/ 32 h 33"/>
                      <a:gd name="T28" fmla="*/ 17 w 30"/>
                      <a:gd name="T29" fmla="*/ 33 h 33"/>
                      <a:gd name="T30" fmla="*/ 16 w 30"/>
                      <a:gd name="T31" fmla="*/ 33 h 33"/>
                      <a:gd name="T32" fmla="*/ 14 w 30"/>
                      <a:gd name="T33" fmla="*/ 33 h 33"/>
                      <a:gd name="T34" fmla="*/ 13 w 30"/>
                      <a:gd name="T35" fmla="*/ 33 h 33"/>
                      <a:gd name="T36" fmla="*/ 12 w 30"/>
                      <a:gd name="T37" fmla="*/ 33 h 33"/>
                      <a:gd name="T38" fmla="*/ 11 w 30"/>
                      <a:gd name="T39" fmla="*/ 33 h 33"/>
                      <a:gd name="T40" fmla="*/ 10 w 30"/>
                      <a:gd name="T41" fmla="*/ 33 h 33"/>
                      <a:gd name="T42" fmla="*/ 9 w 30"/>
                      <a:gd name="T43" fmla="*/ 32 h 33"/>
                      <a:gd name="T44" fmla="*/ 7 w 30"/>
                      <a:gd name="T45" fmla="*/ 32 h 33"/>
                      <a:gd name="T46" fmla="*/ 7 w 30"/>
                      <a:gd name="T47" fmla="*/ 31 h 33"/>
                      <a:gd name="T48" fmla="*/ 5 w 30"/>
                      <a:gd name="T49" fmla="*/ 30 h 33"/>
                      <a:gd name="T50" fmla="*/ 4 w 30"/>
                      <a:gd name="T51" fmla="*/ 29 h 33"/>
                      <a:gd name="T52" fmla="*/ 2 w 30"/>
                      <a:gd name="T53" fmla="*/ 29 h 33"/>
                      <a:gd name="T54" fmla="*/ 2 w 30"/>
                      <a:gd name="T55" fmla="*/ 28 h 33"/>
                      <a:gd name="T56" fmla="*/ 1 w 30"/>
                      <a:gd name="T57" fmla="*/ 27 h 33"/>
                      <a:gd name="T58" fmla="*/ 1 w 30"/>
                      <a:gd name="T59" fmla="*/ 26 h 33"/>
                      <a:gd name="T60" fmla="*/ 0 w 30"/>
                      <a:gd name="T61" fmla="*/ 24 h 33"/>
                      <a:gd name="T62" fmla="*/ 0 w 30"/>
                      <a:gd name="T63" fmla="*/ 20 h 33"/>
                      <a:gd name="T64" fmla="*/ 0 w 30"/>
                      <a:gd name="T65" fmla="*/ 17 h 33"/>
                      <a:gd name="T66" fmla="*/ 1 w 30"/>
                      <a:gd name="T67" fmla="*/ 16 h 33"/>
                      <a:gd name="T68" fmla="*/ 1 w 30"/>
                      <a:gd name="T69" fmla="*/ 14 h 33"/>
                      <a:gd name="T70" fmla="*/ 2 w 30"/>
                      <a:gd name="T71" fmla="*/ 12 h 33"/>
                      <a:gd name="T72" fmla="*/ 4 w 30"/>
                      <a:gd name="T73" fmla="*/ 10 h 33"/>
                      <a:gd name="T74" fmla="*/ 7 w 30"/>
                      <a:gd name="T75" fmla="*/ 8 h 33"/>
                      <a:gd name="T76" fmla="*/ 7 w 30"/>
                      <a:gd name="T77" fmla="*/ 6 h 33"/>
                      <a:gd name="T78" fmla="*/ 9 w 30"/>
                      <a:gd name="T79" fmla="*/ 4 h 33"/>
                      <a:gd name="T80" fmla="*/ 11 w 30"/>
                      <a:gd name="T81" fmla="*/ 3 h 33"/>
                      <a:gd name="T82" fmla="*/ 13 w 30"/>
                      <a:gd name="T83" fmla="*/ 1 h 33"/>
                      <a:gd name="T84" fmla="*/ 15 w 30"/>
                      <a:gd name="T85" fmla="*/ 0 h 33"/>
                      <a:gd name="T86" fmla="*/ 17 w 30"/>
                      <a:gd name="T87" fmla="*/ 0 h 33"/>
                      <a:gd name="T88" fmla="*/ 20 w 30"/>
                      <a:gd name="T89" fmla="*/ 0 h 33"/>
                      <a:gd name="T90" fmla="*/ 23 w 30"/>
                      <a:gd name="T91" fmla="*/ 1 h 33"/>
                      <a:gd name="T92" fmla="*/ 25 w 30"/>
                      <a:gd name="T93" fmla="*/ 3 h 33"/>
                      <a:gd name="T94" fmla="*/ 27 w 30"/>
                      <a:gd name="T95" fmla="*/ 4 h 33"/>
                      <a:gd name="T96" fmla="*/ 28 w 30"/>
                      <a:gd name="T97" fmla="*/ 6 h 33"/>
                      <a:gd name="T98" fmla="*/ 29 w 30"/>
                      <a:gd name="T99" fmla="*/ 8 h 33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30"/>
                      <a:gd name="T151" fmla="*/ 0 h 33"/>
                      <a:gd name="T152" fmla="*/ 30 w 30"/>
                      <a:gd name="T153" fmla="*/ 33 h 33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30" h="33">
                        <a:moveTo>
                          <a:pt x="29" y="8"/>
                        </a:moveTo>
                        <a:lnTo>
                          <a:pt x="30" y="11"/>
                        </a:lnTo>
                        <a:lnTo>
                          <a:pt x="30" y="13"/>
                        </a:lnTo>
                        <a:lnTo>
                          <a:pt x="30" y="16"/>
                        </a:lnTo>
                        <a:lnTo>
                          <a:pt x="29" y="19"/>
                        </a:lnTo>
                        <a:lnTo>
                          <a:pt x="29" y="21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5" y="27"/>
                        </a:lnTo>
                        <a:lnTo>
                          <a:pt x="24" y="29"/>
                        </a:lnTo>
                        <a:lnTo>
                          <a:pt x="23" y="31"/>
                        </a:lnTo>
                        <a:lnTo>
                          <a:pt x="21" y="31"/>
                        </a:lnTo>
                        <a:lnTo>
                          <a:pt x="20" y="32"/>
                        </a:lnTo>
                        <a:lnTo>
                          <a:pt x="18" y="32"/>
                        </a:lnTo>
                        <a:lnTo>
                          <a:pt x="17" y="33"/>
                        </a:lnTo>
                        <a:lnTo>
                          <a:pt x="16" y="33"/>
                        </a:lnTo>
                        <a:lnTo>
                          <a:pt x="14" y="33"/>
                        </a:lnTo>
                        <a:lnTo>
                          <a:pt x="13" y="33"/>
                        </a:lnTo>
                        <a:lnTo>
                          <a:pt x="12" y="33"/>
                        </a:lnTo>
                        <a:lnTo>
                          <a:pt x="11" y="33"/>
                        </a:lnTo>
                        <a:lnTo>
                          <a:pt x="10" y="33"/>
                        </a:lnTo>
                        <a:lnTo>
                          <a:pt x="9" y="32"/>
                        </a:lnTo>
                        <a:lnTo>
                          <a:pt x="7" y="32"/>
                        </a:lnTo>
                        <a:lnTo>
                          <a:pt x="7" y="31"/>
                        </a:lnTo>
                        <a:lnTo>
                          <a:pt x="5" y="30"/>
                        </a:lnTo>
                        <a:lnTo>
                          <a:pt x="4" y="29"/>
                        </a:lnTo>
                        <a:lnTo>
                          <a:pt x="2" y="29"/>
                        </a:lnTo>
                        <a:lnTo>
                          <a:pt x="2" y="28"/>
                        </a:lnTo>
                        <a:lnTo>
                          <a:pt x="1" y="27"/>
                        </a:lnTo>
                        <a:lnTo>
                          <a:pt x="1" y="26"/>
                        </a:lnTo>
                        <a:lnTo>
                          <a:pt x="0" y="24"/>
                        </a:lnTo>
                        <a:lnTo>
                          <a:pt x="0" y="20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13" y="1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20" y="0"/>
                        </a:lnTo>
                        <a:lnTo>
                          <a:pt x="23" y="1"/>
                        </a:lnTo>
                        <a:lnTo>
                          <a:pt x="25" y="3"/>
                        </a:lnTo>
                        <a:lnTo>
                          <a:pt x="27" y="4"/>
                        </a:lnTo>
                        <a:lnTo>
                          <a:pt x="28" y="6"/>
                        </a:lnTo>
                        <a:lnTo>
                          <a:pt x="29" y="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59" name="Group 1051"/>
                  <p:cNvGrpSpPr>
                    <a:grpSpLocks/>
                  </p:cNvGrpSpPr>
                  <p:nvPr/>
                </p:nvGrpSpPr>
                <p:grpSpPr bwMode="auto">
                  <a:xfrm>
                    <a:off x="2569" y="2619"/>
                    <a:ext cx="30" cy="33"/>
                    <a:chOff x="2569" y="2619"/>
                    <a:chExt cx="30" cy="33"/>
                  </a:xfrm>
                </p:grpSpPr>
                <p:sp>
                  <p:nvSpPr>
                    <p:cNvPr id="49280" name="Freeform 1052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81" name="Freeform 1053"/>
                    <p:cNvSpPr>
                      <a:spLocks/>
                    </p:cNvSpPr>
                    <p:nvPr/>
                  </p:nvSpPr>
                  <p:spPr bwMode="auto">
                    <a:xfrm>
                      <a:off x="2569" y="2619"/>
                      <a:ext cx="30" cy="33"/>
                    </a:xfrm>
                    <a:custGeom>
                      <a:avLst/>
                      <a:gdLst>
                        <a:gd name="T0" fmla="*/ 29 w 30"/>
                        <a:gd name="T1" fmla="*/ 8 h 33"/>
                        <a:gd name="T2" fmla="*/ 30 w 30"/>
                        <a:gd name="T3" fmla="*/ 11 h 33"/>
                        <a:gd name="T4" fmla="*/ 30 w 30"/>
                        <a:gd name="T5" fmla="*/ 13 h 33"/>
                        <a:gd name="T6" fmla="*/ 30 w 30"/>
                        <a:gd name="T7" fmla="*/ 16 h 33"/>
                        <a:gd name="T8" fmla="*/ 29 w 30"/>
                        <a:gd name="T9" fmla="*/ 19 h 33"/>
                        <a:gd name="T10" fmla="*/ 29 w 30"/>
                        <a:gd name="T11" fmla="*/ 21 h 33"/>
                        <a:gd name="T12" fmla="*/ 28 w 30"/>
                        <a:gd name="T13" fmla="*/ 24 h 33"/>
                        <a:gd name="T14" fmla="*/ 27 w 30"/>
                        <a:gd name="T15" fmla="*/ 24 h 33"/>
                        <a:gd name="T16" fmla="*/ 25 w 30"/>
                        <a:gd name="T17" fmla="*/ 27 h 33"/>
                        <a:gd name="T18" fmla="*/ 24 w 30"/>
                        <a:gd name="T19" fmla="*/ 29 h 33"/>
                        <a:gd name="T20" fmla="*/ 23 w 30"/>
                        <a:gd name="T21" fmla="*/ 31 h 33"/>
                        <a:gd name="T22" fmla="*/ 21 w 30"/>
                        <a:gd name="T23" fmla="*/ 31 h 33"/>
                        <a:gd name="T24" fmla="*/ 20 w 30"/>
                        <a:gd name="T25" fmla="*/ 32 h 33"/>
                        <a:gd name="T26" fmla="*/ 18 w 30"/>
                        <a:gd name="T27" fmla="*/ 32 h 33"/>
                        <a:gd name="T28" fmla="*/ 17 w 30"/>
                        <a:gd name="T29" fmla="*/ 33 h 33"/>
                        <a:gd name="T30" fmla="*/ 16 w 30"/>
                        <a:gd name="T31" fmla="*/ 33 h 33"/>
                        <a:gd name="T32" fmla="*/ 14 w 30"/>
                        <a:gd name="T33" fmla="*/ 33 h 33"/>
                        <a:gd name="T34" fmla="*/ 13 w 30"/>
                        <a:gd name="T35" fmla="*/ 33 h 33"/>
                        <a:gd name="T36" fmla="*/ 12 w 30"/>
                        <a:gd name="T37" fmla="*/ 33 h 33"/>
                        <a:gd name="T38" fmla="*/ 11 w 30"/>
                        <a:gd name="T39" fmla="*/ 33 h 33"/>
                        <a:gd name="T40" fmla="*/ 10 w 30"/>
                        <a:gd name="T41" fmla="*/ 33 h 33"/>
                        <a:gd name="T42" fmla="*/ 9 w 30"/>
                        <a:gd name="T43" fmla="*/ 32 h 33"/>
                        <a:gd name="T44" fmla="*/ 7 w 30"/>
                        <a:gd name="T45" fmla="*/ 32 h 33"/>
                        <a:gd name="T46" fmla="*/ 7 w 30"/>
                        <a:gd name="T47" fmla="*/ 31 h 33"/>
                        <a:gd name="T48" fmla="*/ 5 w 30"/>
                        <a:gd name="T49" fmla="*/ 30 h 33"/>
                        <a:gd name="T50" fmla="*/ 4 w 30"/>
                        <a:gd name="T51" fmla="*/ 29 h 33"/>
                        <a:gd name="T52" fmla="*/ 2 w 30"/>
                        <a:gd name="T53" fmla="*/ 29 h 33"/>
                        <a:gd name="T54" fmla="*/ 2 w 30"/>
                        <a:gd name="T55" fmla="*/ 28 h 33"/>
                        <a:gd name="T56" fmla="*/ 1 w 30"/>
                        <a:gd name="T57" fmla="*/ 27 h 33"/>
                        <a:gd name="T58" fmla="*/ 1 w 30"/>
                        <a:gd name="T59" fmla="*/ 26 h 33"/>
                        <a:gd name="T60" fmla="*/ 0 w 30"/>
                        <a:gd name="T61" fmla="*/ 24 h 33"/>
                        <a:gd name="T62" fmla="*/ 0 w 30"/>
                        <a:gd name="T63" fmla="*/ 20 h 33"/>
                        <a:gd name="T64" fmla="*/ 0 w 30"/>
                        <a:gd name="T65" fmla="*/ 17 h 33"/>
                        <a:gd name="T66" fmla="*/ 1 w 30"/>
                        <a:gd name="T67" fmla="*/ 16 h 33"/>
                        <a:gd name="T68" fmla="*/ 1 w 30"/>
                        <a:gd name="T69" fmla="*/ 14 h 33"/>
                        <a:gd name="T70" fmla="*/ 2 w 30"/>
                        <a:gd name="T71" fmla="*/ 12 h 33"/>
                        <a:gd name="T72" fmla="*/ 4 w 30"/>
                        <a:gd name="T73" fmla="*/ 10 h 33"/>
                        <a:gd name="T74" fmla="*/ 7 w 30"/>
                        <a:gd name="T75" fmla="*/ 8 h 33"/>
                        <a:gd name="T76" fmla="*/ 7 w 30"/>
                        <a:gd name="T77" fmla="*/ 6 h 33"/>
                        <a:gd name="T78" fmla="*/ 9 w 30"/>
                        <a:gd name="T79" fmla="*/ 4 h 33"/>
                        <a:gd name="T80" fmla="*/ 11 w 30"/>
                        <a:gd name="T81" fmla="*/ 3 h 33"/>
                        <a:gd name="T82" fmla="*/ 13 w 30"/>
                        <a:gd name="T83" fmla="*/ 1 h 33"/>
                        <a:gd name="T84" fmla="*/ 15 w 30"/>
                        <a:gd name="T85" fmla="*/ 0 h 33"/>
                        <a:gd name="T86" fmla="*/ 17 w 30"/>
                        <a:gd name="T87" fmla="*/ 0 h 33"/>
                        <a:gd name="T88" fmla="*/ 20 w 30"/>
                        <a:gd name="T89" fmla="*/ 0 h 33"/>
                        <a:gd name="T90" fmla="*/ 23 w 30"/>
                        <a:gd name="T91" fmla="*/ 1 h 33"/>
                        <a:gd name="T92" fmla="*/ 25 w 30"/>
                        <a:gd name="T93" fmla="*/ 3 h 33"/>
                        <a:gd name="T94" fmla="*/ 27 w 30"/>
                        <a:gd name="T95" fmla="*/ 4 h 33"/>
                        <a:gd name="T96" fmla="*/ 28 w 30"/>
                        <a:gd name="T97" fmla="*/ 6 h 33"/>
                        <a:gd name="T98" fmla="*/ 29 w 30"/>
                        <a:gd name="T99" fmla="*/ 8 h 3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0"/>
                        <a:gd name="T151" fmla="*/ 0 h 33"/>
                        <a:gd name="T152" fmla="*/ 30 w 30"/>
                        <a:gd name="T153" fmla="*/ 33 h 3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0" h="33">
                          <a:moveTo>
                            <a:pt x="29" y="8"/>
                          </a:moveTo>
                          <a:lnTo>
                            <a:pt x="30" y="11"/>
                          </a:lnTo>
                          <a:lnTo>
                            <a:pt x="30" y="13"/>
                          </a:lnTo>
                          <a:lnTo>
                            <a:pt x="30" y="16"/>
                          </a:lnTo>
                          <a:lnTo>
                            <a:pt x="29" y="19"/>
                          </a:lnTo>
                          <a:lnTo>
                            <a:pt x="29" y="21"/>
                          </a:lnTo>
                          <a:lnTo>
                            <a:pt x="28" y="24"/>
                          </a:lnTo>
                          <a:lnTo>
                            <a:pt x="27" y="24"/>
                          </a:lnTo>
                          <a:lnTo>
                            <a:pt x="25" y="27"/>
                          </a:lnTo>
                          <a:lnTo>
                            <a:pt x="24" y="29"/>
                          </a:lnTo>
                          <a:lnTo>
                            <a:pt x="23" y="31"/>
                          </a:lnTo>
                          <a:lnTo>
                            <a:pt x="21" y="31"/>
                          </a:lnTo>
                          <a:lnTo>
                            <a:pt x="20" y="32"/>
                          </a:lnTo>
                          <a:lnTo>
                            <a:pt x="18" y="32"/>
                          </a:lnTo>
                          <a:lnTo>
                            <a:pt x="17" y="33"/>
                          </a:lnTo>
                          <a:lnTo>
                            <a:pt x="16" y="33"/>
                          </a:lnTo>
                          <a:lnTo>
                            <a:pt x="14" y="33"/>
                          </a:lnTo>
                          <a:lnTo>
                            <a:pt x="13" y="33"/>
                          </a:lnTo>
                          <a:lnTo>
                            <a:pt x="12" y="33"/>
                          </a:lnTo>
                          <a:lnTo>
                            <a:pt x="11" y="33"/>
                          </a:lnTo>
                          <a:lnTo>
                            <a:pt x="10" y="33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7" y="31"/>
                          </a:lnTo>
                          <a:lnTo>
                            <a:pt x="5" y="30"/>
                          </a:lnTo>
                          <a:lnTo>
                            <a:pt x="4" y="29"/>
                          </a:lnTo>
                          <a:lnTo>
                            <a:pt x="2" y="29"/>
                          </a:lnTo>
                          <a:lnTo>
                            <a:pt x="2" y="28"/>
                          </a:lnTo>
                          <a:lnTo>
                            <a:pt x="1" y="27"/>
                          </a:lnTo>
                          <a:lnTo>
                            <a:pt x="1" y="26"/>
                          </a:lnTo>
                          <a:lnTo>
                            <a:pt x="0" y="24"/>
                          </a:lnTo>
                          <a:lnTo>
                            <a:pt x="0" y="20"/>
                          </a:lnTo>
                          <a:lnTo>
                            <a:pt x="0" y="17"/>
                          </a:lnTo>
                          <a:lnTo>
                            <a:pt x="1" y="16"/>
                          </a:lnTo>
                          <a:lnTo>
                            <a:pt x="1" y="14"/>
                          </a:lnTo>
                          <a:lnTo>
                            <a:pt x="2" y="12"/>
                          </a:lnTo>
                          <a:lnTo>
                            <a:pt x="4" y="10"/>
                          </a:lnTo>
                          <a:lnTo>
                            <a:pt x="7" y="8"/>
                          </a:lnTo>
                          <a:lnTo>
                            <a:pt x="7" y="6"/>
                          </a:lnTo>
                          <a:lnTo>
                            <a:pt x="9" y="4"/>
                          </a:lnTo>
                          <a:lnTo>
                            <a:pt x="11" y="3"/>
                          </a:lnTo>
                          <a:lnTo>
                            <a:pt x="13" y="1"/>
                          </a:lnTo>
                          <a:lnTo>
                            <a:pt x="15" y="0"/>
                          </a:lnTo>
                          <a:lnTo>
                            <a:pt x="17" y="0"/>
                          </a:lnTo>
                          <a:lnTo>
                            <a:pt x="20" y="0"/>
                          </a:lnTo>
                          <a:lnTo>
                            <a:pt x="23" y="1"/>
                          </a:lnTo>
                          <a:lnTo>
                            <a:pt x="25" y="3"/>
                          </a:lnTo>
                          <a:lnTo>
                            <a:pt x="27" y="4"/>
                          </a:lnTo>
                          <a:lnTo>
                            <a:pt x="28" y="6"/>
                          </a:lnTo>
                          <a:lnTo>
                            <a:pt x="29" y="8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60" name="Freeform 1054"/>
                  <p:cNvSpPr>
                    <a:spLocks/>
                  </p:cNvSpPr>
                  <p:nvPr/>
                </p:nvSpPr>
                <p:spPr bwMode="auto">
                  <a:xfrm>
                    <a:off x="2582" y="2625"/>
                    <a:ext cx="13" cy="11"/>
                  </a:xfrm>
                  <a:custGeom>
                    <a:avLst/>
                    <a:gdLst>
                      <a:gd name="T0" fmla="*/ 13 w 13"/>
                      <a:gd name="T1" fmla="*/ 11 h 11"/>
                      <a:gd name="T2" fmla="*/ 13 w 13"/>
                      <a:gd name="T3" fmla="*/ 11 h 11"/>
                      <a:gd name="T4" fmla="*/ 0 w 13"/>
                      <a:gd name="T5" fmla="*/ 1 h 11"/>
                      <a:gd name="T6" fmla="*/ 1 w 13"/>
                      <a:gd name="T7" fmla="*/ 0 h 11"/>
                      <a:gd name="T8" fmla="*/ 2 w 13"/>
                      <a:gd name="T9" fmla="*/ 1 h 11"/>
                      <a:gd name="T10" fmla="*/ 3 w 13"/>
                      <a:gd name="T11" fmla="*/ 2 h 11"/>
                      <a:gd name="T12" fmla="*/ 4 w 13"/>
                      <a:gd name="T13" fmla="*/ 3 h 11"/>
                      <a:gd name="T14" fmla="*/ 5 w 13"/>
                      <a:gd name="T15" fmla="*/ 4 h 11"/>
                      <a:gd name="T16" fmla="*/ 7 w 13"/>
                      <a:gd name="T17" fmla="*/ 5 h 11"/>
                      <a:gd name="T18" fmla="*/ 9 w 13"/>
                      <a:gd name="T19" fmla="*/ 6 h 11"/>
                      <a:gd name="T20" fmla="*/ 10 w 13"/>
                      <a:gd name="T21" fmla="*/ 7 h 11"/>
                      <a:gd name="T22" fmla="*/ 11 w 13"/>
                      <a:gd name="T23" fmla="*/ 9 h 11"/>
                      <a:gd name="T24" fmla="*/ 12 w 13"/>
                      <a:gd name="T25" fmla="*/ 10 h 11"/>
                      <a:gd name="T26" fmla="*/ 13 w 13"/>
                      <a:gd name="T27" fmla="*/ 11 h 1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3"/>
                      <a:gd name="T43" fmla="*/ 0 h 11"/>
                      <a:gd name="T44" fmla="*/ 13 w 13"/>
                      <a:gd name="T45" fmla="*/ 11 h 1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3" h="11">
                        <a:moveTo>
                          <a:pt x="13" y="11"/>
                        </a:moveTo>
                        <a:lnTo>
                          <a:pt x="13" y="1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0" y="7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61" name="Group 1055"/>
                  <p:cNvGrpSpPr>
                    <a:grpSpLocks/>
                  </p:cNvGrpSpPr>
                  <p:nvPr/>
                </p:nvGrpSpPr>
                <p:grpSpPr bwMode="auto">
                  <a:xfrm>
                    <a:off x="2582" y="2625"/>
                    <a:ext cx="13" cy="11"/>
                    <a:chOff x="2582" y="2625"/>
                    <a:chExt cx="13" cy="11"/>
                  </a:xfrm>
                </p:grpSpPr>
                <p:sp>
                  <p:nvSpPr>
                    <p:cNvPr id="49278" name="Freeform 1056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79" name="Freeform 1057"/>
                    <p:cNvSpPr>
                      <a:spLocks/>
                    </p:cNvSpPr>
                    <p:nvPr/>
                  </p:nvSpPr>
                  <p:spPr bwMode="auto">
                    <a:xfrm>
                      <a:off x="2582" y="2625"/>
                      <a:ext cx="13" cy="11"/>
                    </a:xfrm>
                    <a:custGeom>
                      <a:avLst/>
                      <a:gdLst>
                        <a:gd name="T0" fmla="*/ 13 w 13"/>
                        <a:gd name="T1" fmla="*/ 11 h 11"/>
                        <a:gd name="T2" fmla="*/ 13 w 13"/>
                        <a:gd name="T3" fmla="*/ 11 h 11"/>
                        <a:gd name="T4" fmla="*/ 0 w 13"/>
                        <a:gd name="T5" fmla="*/ 1 h 11"/>
                        <a:gd name="T6" fmla="*/ 1 w 13"/>
                        <a:gd name="T7" fmla="*/ 0 h 11"/>
                        <a:gd name="T8" fmla="*/ 2 w 13"/>
                        <a:gd name="T9" fmla="*/ 1 h 11"/>
                        <a:gd name="T10" fmla="*/ 3 w 13"/>
                        <a:gd name="T11" fmla="*/ 2 h 11"/>
                        <a:gd name="T12" fmla="*/ 4 w 13"/>
                        <a:gd name="T13" fmla="*/ 3 h 11"/>
                        <a:gd name="T14" fmla="*/ 5 w 13"/>
                        <a:gd name="T15" fmla="*/ 4 h 11"/>
                        <a:gd name="T16" fmla="*/ 7 w 13"/>
                        <a:gd name="T17" fmla="*/ 5 h 11"/>
                        <a:gd name="T18" fmla="*/ 9 w 13"/>
                        <a:gd name="T19" fmla="*/ 6 h 11"/>
                        <a:gd name="T20" fmla="*/ 10 w 13"/>
                        <a:gd name="T21" fmla="*/ 7 h 11"/>
                        <a:gd name="T22" fmla="*/ 11 w 13"/>
                        <a:gd name="T23" fmla="*/ 9 h 11"/>
                        <a:gd name="T24" fmla="*/ 12 w 13"/>
                        <a:gd name="T25" fmla="*/ 10 h 11"/>
                        <a:gd name="T26" fmla="*/ 13 w 13"/>
                        <a:gd name="T27" fmla="*/ 11 h 1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1"/>
                        <a:gd name="T44" fmla="*/ 13 w 13"/>
                        <a:gd name="T45" fmla="*/ 11 h 1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1">
                          <a:moveTo>
                            <a:pt x="13" y="11"/>
                          </a:moveTo>
                          <a:lnTo>
                            <a:pt x="13" y="1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7" y="5"/>
                          </a:lnTo>
                          <a:lnTo>
                            <a:pt x="9" y="6"/>
                          </a:lnTo>
                          <a:lnTo>
                            <a:pt x="10" y="7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62" name="Freeform 1058"/>
                  <p:cNvSpPr>
                    <a:spLocks/>
                  </p:cNvSpPr>
                  <p:nvPr/>
                </p:nvSpPr>
                <p:spPr bwMode="auto">
                  <a:xfrm>
                    <a:off x="2592" y="2639"/>
                    <a:ext cx="29" cy="31"/>
                  </a:xfrm>
                  <a:custGeom>
                    <a:avLst/>
                    <a:gdLst>
                      <a:gd name="T0" fmla="*/ 25 w 29"/>
                      <a:gd name="T1" fmla="*/ 4 h 31"/>
                      <a:gd name="T2" fmla="*/ 26 w 29"/>
                      <a:gd name="T3" fmla="*/ 5 h 31"/>
                      <a:gd name="T4" fmla="*/ 28 w 29"/>
                      <a:gd name="T5" fmla="*/ 7 h 31"/>
                      <a:gd name="T6" fmla="*/ 28 w 29"/>
                      <a:gd name="T7" fmla="*/ 7 h 31"/>
                      <a:gd name="T8" fmla="*/ 29 w 29"/>
                      <a:gd name="T9" fmla="*/ 9 h 31"/>
                      <a:gd name="T10" fmla="*/ 29 w 29"/>
                      <a:gd name="T11" fmla="*/ 10 h 31"/>
                      <a:gd name="T12" fmla="*/ 29 w 29"/>
                      <a:gd name="T13" fmla="*/ 12 h 31"/>
                      <a:gd name="T14" fmla="*/ 29 w 29"/>
                      <a:gd name="T15" fmla="*/ 13 h 31"/>
                      <a:gd name="T16" fmla="*/ 29 w 29"/>
                      <a:gd name="T17" fmla="*/ 15 h 31"/>
                      <a:gd name="T18" fmla="*/ 29 w 29"/>
                      <a:gd name="T19" fmla="*/ 17 h 31"/>
                      <a:gd name="T20" fmla="*/ 29 w 29"/>
                      <a:gd name="T21" fmla="*/ 18 h 31"/>
                      <a:gd name="T22" fmla="*/ 28 w 29"/>
                      <a:gd name="T23" fmla="*/ 19 h 31"/>
                      <a:gd name="T24" fmla="*/ 26 w 29"/>
                      <a:gd name="T25" fmla="*/ 21 h 31"/>
                      <a:gd name="T26" fmla="*/ 25 w 29"/>
                      <a:gd name="T27" fmla="*/ 23 h 31"/>
                      <a:gd name="T28" fmla="*/ 24 w 29"/>
                      <a:gd name="T29" fmla="*/ 23 h 31"/>
                      <a:gd name="T30" fmla="*/ 23 w 29"/>
                      <a:gd name="T31" fmla="*/ 25 h 31"/>
                      <a:gd name="T32" fmla="*/ 23 w 29"/>
                      <a:gd name="T33" fmla="*/ 27 h 31"/>
                      <a:gd name="T34" fmla="*/ 21 w 29"/>
                      <a:gd name="T35" fmla="*/ 28 h 31"/>
                      <a:gd name="T36" fmla="*/ 19 w 29"/>
                      <a:gd name="T37" fmla="*/ 30 h 31"/>
                      <a:gd name="T38" fmla="*/ 19 w 29"/>
                      <a:gd name="T39" fmla="*/ 30 h 31"/>
                      <a:gd name="T40" fmla="*/ 16 w 29"/>
                      <a:gd name="T41" fmla="*/ 31 h 31"/>
                      <a:gd name="T42" fmla="*/ 15 w 29"/>
                      <a:gd name="T43" fmla="*/ 31 h 31"/>
                      <a:gd name="T44" fmla="*/ 14 w 29"/>
                      <a:gd name="T45" fmla="*/ 31 h 31"/>
                      <a:gd name="T46" fmla="*/ 13 w 29"/>
                      <a:gd name="T47" fmla="*/ 31 h 31"/>
                      <a:gd name="T48" fmla="*/ 11 w 29"/>
                      <a:gd name="T49" fmla="*/ 31 h 31"/>
                      <a:gd name="T50" fmla="*/ 9 w 29"/>
                      <a:gd name="T51" fmla="*/ 30 h 31"/>
                      <a:gd name="T52" fmla="*/ 8 w 29"/>
                      <a:gd name="T53" fmla="*/ 30 h 31"/>
                      <a:gd name="T54" fmla="*/ 7 w 29"/>
                      <a:gd name="T55" fmla="*/ 28 h 31"/>
                      <a:gd name="T56" fmla="*/ 6 w 29"/>
                      <a:gd name="T57" fmla="*/ 28 h 31"/>
                      <a:gd name="T58" fmla="*/ 6 w 29"/>
                      <a:gd name="T59" fmla="*/ 27 h 31"/>
                      <a:gd name="T60" fmla="*/ 3 w 29"/>
                      <a:gd name="T61" fmla="*/ 27 h 31"/>
                      <a:gd name="T62" fmla="*/ 3 w 29"/>
                      <a:gd name="T63" fmla="*/ 26 h 31"/>
                      <a:gd name="T64" fmla="*/ 2 w 29"/>
                      <a:gd name="T65" fmla="*/ 25 h 31"/>
                      <a:gd name="T66" fmla="*/ 2 w 29"/>
                      <a:gd name="T67" fmla="*/ 23 h 31"/>
                      <a:gd name="T68" fmla="*/ 1 w 29"/>
                      <a:gd name="T69" fmla="*/ 23 h 31"/>
                      <a:gd name="T70" fmla="*/ 1 w 29"/>
                      <a:gd name="T71" fmla="*/ 21 h 31"/>
                      <a:gd name="T72" fmla="*/ 0 w 29"/>
                      <a:gd name="T73" fmla="*/ 20 h 31"/>
                      <a:gd name="T74" fmla="*/ 0 w 29"/>
                      <a:gd name="T75" fmla="*/ 19 h 31"/>
                      <a:gd name="T76" fmla="*/ 0 w 29"/>
                      <a:gd name="T77" fmla="*/ 18 h 31"/>
                      <a:gd name="T78" fmla="*/ 0 w 29"/>
                      <a:gd name="T79" fmla="*/ 17 h 31"/>
                      <a:gd name="T80" fmla="*/ 0 w 29"/>
                      <a:gd name="T81" fmla="*/ 16 h 31"/>
                      <a:gd name="T82" fmla="*/ 1 w 29"/>
                      <a:gd name="T83" fmla="*/ 13 h 31"/>
                      <a:gd name="T84" fmla="*/ 1 w 29"/>
                      <a:gd name="T85" fmla="*/ 11 h 31"/>
                      <a:gd name="T86" fmla="*/ 2 w 29"/>
                      <a:gd name="T87" fmla="*/ 9 h 31"/>
                      <a:gd name="T88" fmla="*/ 3 w 29"/>
                      <a:gd name="T89" fmla="*/ 7 h 31"/>
                      <a:gd name="T90" fmla="*/ 4 w 29"/>
                      <a:gd name="T91" fmla="*/ 5 h 31"/>
                      <a:gd name="T92" fmla="*/ 6 w 29"/>
                      <a:gd name="T93" fmla="*/ 4 h 31"/>
                      <a:gd name="T94" fmla="*/ 7 w 29"/>
                      <a:gd name="T95" fmla="*/ 2 h 31"/>
                      <a:gd name="T96" fmla="*/ 9 w 29"/>
                      <a:gd name="T97" fmla="*/ 2 h 31"/>
                      <a:gd name="T98" fmla="*/ 11 w 29"/>
                      <a:gd name="T99" fmla="*/ 1 h 31"/>
                      <a:gd name="T100" fmla="*/ 14 w 29"/>
                      <a:gd name="T101" fmla="*/ 0 h 31"/>
                      <a:gd name="T102" fmla="*/ 15 w 29"/>
                      <a:gd name="T103" fmla="*/ 0 h 31"/>
                      <a:gd name="T104" fmla="*/ 16 w 29"/>
                      <a:gd name="T105" fmla="*/ 0 h 31"/>
                      <a:gd name="T106" fmla="*/ 17 w 29"/>
                      <a:gd name="T107" fmla="*/ 0 h 31"/>
                      <a:gd name="T108" fmla="*/ 19 w 29"/>
                      <a:gd name="T109" fmla="*/ 0 h 31"/>
                      <a:gd name="T110" fmla="*/ 19 w 29"/>
                      <a:gd name="T111" fmla="*/ 1 h 31"/>
                      <a:gd name="T112" fmla="*/ 22 w 29"/>
                      <a:gd name="T113" fmla="*/ 1 h 31"/>
                      <a:gd name="T114" fmla="*/ 23 w 29"/>
                      <a:gd name="T115" fmla="*/ 2 h 31"/>
                      <a:gd name="T116" fmla="*/ 24 w 29"/>
                      <a:gd name="T117" fmla="*/ 2 h 31"/>
                      <a:gd name="T118" fmla="*/ 25 w 29"/>
                      <a:gd name="T119" fmla="*/ 3 h 31"/>
                      <a:gd name="T120" fmla="*/ 25 w 29"/>
                      <a:gd name="T121" fmla="*/ 4 h 31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9"/>
                      <a:gd name="T184" fmla="*/ 0 h 31"/>
                      <a:gd name="T185" fmla="*/ 29 w 29"/>
                      <a:gd name="T186" fmla="*/ 31 h 31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9" h="31">
                        <a:moveTo>
                          <a:pt x="25" y="4"/>
                        </a:moveTo>
                        <a:lnTo>
                          <a:pt x="26" y="5"/>
                        </a:lnTo>
                        <a:lnTo>
                          <a:pt x="28" y="7"/>
                        </a:lnTo>
                        <a:lnTo>
                          <a:pt x="29" y="9"/>
                        </a:lnTo>
                        <a:lnTo>
                          <a:pt x="29" y="10"/>
                        </a:lnTo>
                        <a:lnTo>
                          <a:pt x="29" y="12"/>
                        </a:lnTo>
                        <a:lnTo>
                          <a:pt x="29" y="13"/>
                        </a:lnTo>
                        <a:lnTo>
                          <a:pt x="29" y="15"/>
                        </a:lnTo>
                        <a:lnTo>
                          <a:pt x="29" y="17"/>
                        </a:lnTo>
                        <a:lnTo>
                          <a:pt x="29" y="18"/>
                        </a:lnTo>
                        <a:lnTo>
                          <a:pt x="28" y="19"/>
                        </a:lnTo>
                        <a:lnTo>
                          <a:pt x="26" y="21"/>
                        </a:lnTo>
                        <a:lnTo>
                          <a:pt x="25" y="23"/>
                        </a:lnTo>
                        <a:lnTo>
                          <a:pt x="24" y="23"/>
                        </a:lnTo>
                        <a:lnTo>
                          <a:pt x="23" y="25"/>
                        </a:lnTo>
                        <a:lnTo>
                          <a:pt x="23" y="27"/>
                        </a:lnTo>
                        <a:lnTo>
                          <a:pt x="21" y="28"/>
                        </a:lnTo>
                        <a:lnTo>
                          <a:pt x="19" y="30"/>
                        </a:lnTo>
                        <a:lnTo>
                          <a:pt x="16" y="31"/>
                        </a:lnTo>
                        <a:lnTo>
                          <a:pt x="15" y="31"/>
                        </a:lnTo>
                        <a:lnTo>
                          <a:pt x="14" y="31"/>
                        </a:lnTo>
                        <a:lnTo>
                          <a:pt x="13" y="31"/>
                        </a:lnTo>
                        <a:lnTo>
                          <a:pt x="11" y="31"/>
                        </a:lnTo>
                        <a:lnTo>
                          <a:pt x="9" y="30"/>
                        </a:lnTo>
                        <a:lnTo>
                          <a:pt x="8" y="30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6" y="27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1" y="23"/>
                        </a:lnTo>
                        <a:lnTo>
                          <a:pt x="1" y="21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9"/>
                        </a:lnTo>
                        <a:lnTo>
                          <a:pt x="3" y="7"/>
                        </a:lnTo>
                        <a:lnTo>
                          <a:pt x="4" y="5"/>
                        </a:lnTo>
                        <a:lnTo>
                          <a:pt x="6" y="4"/>
                        </a:lnTo>
                        <a:lnTo>
                          <a:pt x="7" y="2"/>
                        </a:lnTo>
                        <a:lnTo>
                          <a:pt x="9" y="2"/>
                        </a:lnTo>
                        <a:lnTo>
                          <a:pt x="11" y="1"/>
                        </a:lnTo>
                        <a:lnTo>
                          <a:pt x="14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9" y="1"/>
                        </a:lnTo>
                        <a:lnTo>
                          <a:pt x="22" y="1"/>
                        </a:lnTo>
                        <a:lnTo>
                          <a:pt x="23" y="2"/>
                        </a:lnTo>
                        <a:lnTo>
                          <a:pt x="24" y="2"/>
                        </a:lnTo>
                        <a:lnTo>
                          <a:pt x="25" y="3"/>
                        </a:lnTo>
                        <a:lnTo>
                          <a:pt x="25" y="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63" name="Group 1059"/>
                  <p:cNvGrpSpPr>
                    <a:grpSpLocks/>
                  </p:cNvGrpSpPr>
                  <p:nvPr/>
                </p:nvGrpSpPr>
                <p:grpSpPr bwMode="auto">
                  <a:xfrm>
                    <a:off x="2592" y="2639"/>
                    <a:ext cx="29" cy="31"/>
                    <a:chOff x="2592" y="2639"/>
                    <a:chExt cx="29" cy="31"/>
                  </a:xfrm>
                </p:grpSpPr>
                <p:sp>
                  <p:nvSpPr>
                    <p:cNvPr id="49276" name="Freeform 1060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77" name="Freeform 1061"/>
                    <p:cNvSpPr>
                      <a:spLocks/>
                    </p:cNvSpPr>
                    <p:nvPr/>
                  </p:nvSpPr>
                  <p:spPr bwMode="auto">
                    <a:xfrm>
                      <a:off x="2592" y="2639"/>
                      <a:ext cx="29" cy="31"/>
                    </a:xfrm>
                    <a:custGeom>
                      <a:avLst/>
                      <a:gdLst>
                        <a:gd name="T0" fmla="*/ 25 w 29"/>
                        <a:gd name="T1" fmla="*/ 4 h 31"/>
                        <a:gd name="T2" fmla="*/ 26 w 29"/>
                        <a:gd name="T3" fmla="*/ 5 h 31"/>
                        <a:gd name="T4" fmla="*/ 28 w 29"/>
                        <a:gd name="T5" fmla="*/ 7 h 31"/>
                        <a:gd name="T6" fmla="*/ 28 w 29"/>
                        <a:gd name="T7" fmla="*/ 7 h 31"/>
                        <a:gd name="T8" fmla="*/ 29 w 29"/>
                        <a:gd name="T9" fmla="*/ 9 h 31"/>
                        <a:gd name="T10" fmla="*/ 29 w 29"/>
                        <a:gd name="T11" fmla="*/ 10 h 31"/>
                        <a:gd name="T12" fmla="*/ 29 w 29"/>
                        <a:gd name="T13" fmla="*/ 12 h 31"/>
                        <a:gd name="T14" fmla="*/ 29 w 29"/>
                        <a:gd name="T15" fmla="*/ 13 h 31"/>
                        <a:gd name="T16" fmla="*/ 29 w 29"/>
                        <a:gd name="T17" fmla="*/ 15 h 31"/>
                        <a:gd name="T18" fmla="*/ 29 w 29"/>
                        <a:gd name="T19" fmla="*/ 17 h 31"/>
                        <a:gd name="T20" fmla="*/ 29 w 29"/>
                        <a:gd name="T21" fmla="*/ 18 h 31"/>
                        <a:gd name="T22" fmla="*/ 28 w 29"/>
                        <a:gd name="T23" fmla="*/ 19 h 31"/>
                        <a:gd name="T24" fmla="*/ 26 w 29"/>
                        <a:gd name="T25" fmla="*/ 21 h 31"/>
                        <a:gd name="T26" fmla="*/ 25 w 29"/>
                        <a:gd name="T27" fmla="*/ 23 h 31"/>
                        <a:gd name="T28" fmla="*/ 24 w 29"/>
                        <a:gd name="T29" fmla="*/ 23 h 31"/>
                        <a:gd name="T30" fmla="*/ 23 w 29"/>
                        <a:gd name="T31" fmla="*/ 25 h 31"/>
                        <a:gd name="T32" fmla="*/ 23 w 29"/>
                        <a:gd name="T33" fmla="*/ 27 h 31"/>
                        <a:gd name="T34" fmla="*/ 21 w 29"/>
                        <a:gd name="T35" fmla="*/ 28 h 31"/>
                        <a:gd name="T36" fmla="*/ 19 w 29"/>
                        <a:gd name="T37" fmla="*/ 30 h 31"/>
                        <a:gd name="T38" fmla="*/ 19 w 29"/>
                        <a:gd name="T39" fmla="*/ 30 h 31"/>
                        <a:gd name="T40" fmla="*/ 16 w 29"/>
                        <a:gd name="T41" fmla="*/ 31 h 31"/>
                        <a:gd name="T42" fmla="*/ 15 w 29"/>
                        <a:gd name="T43" fmla="*/ 31 h 31"/>
                        <a:gd name="T44" fmla="*/ 14 w 29"/>
                        <a:gd name="T45" fmla="*/ 31 h 31"/>
                        <a:gd name="T46" fmla="*/ 13 w 29"/>
                        <a:gd name="T47" fmla="*/ 31 h 31"/>
                        <a:gd name="T48" fmla="*/ 11 w 29"/>
                        <a:gd name="T49" fmla="*/ 31 h 31"/>
                        <a:gd name="T50" fmla="*/ 9 w 29"/>
                        <a:gd name="T51" fmla="*/ 30 h 31"/>
                        <a:gd name="T52" fmla="*/ 8 w 29"/>
                        <a:gd name="T53" fmla="*/ 30 h 31"/>
                        <a:gd name="T54" fmla="*/ 7 w 29"/>
                        <a:gd name="T55" fmla="*/ 28 h 31"/>
                        <a:gd name="T56" fmla="*/ 6 w 29"/>
                        <a:gd name="T57" fmla="*/ 28 h 31"/>
                        <a:gd name="T58" fmla="*/ 6 w 29"/>
                        <a:gd name="T59" fmla="*/ 27 h 31"/>
                        <a:gd name="T60" fmla="*/ 3 w 29"/>
                        <a:gd name="T61" fmla="*/ 27 h 31"/>
                        <a:gd name="T62" fmla="*/ 3 w 29"/>
                        <a:gd name="T63" fmla="*/ 26 h 31"/>
                        <a:gd name="T64" fmla="*/ 2 w 29"/>
                        <a:gd name="T65" fmla="*/ 25 h 31"/>
                        <a:gd name="T66" fmla="*/ 2 w 29"/>
                        <a:gd name="T67" fmla="*/ 23 h 31"/>
                        <a:gd name="T68" fmla="*/ 1 w 29"/>
                        <a:gd name="T69" fmla="*/ 23 h 31"/>
                        <a:gd name="T70" fmla="*/ 1 w 29"/>
                        <a:gd name="T71" fmla="*/ 21 h 31"/>
                        <a:gd name="T72" fmla="*/ 0 w 29"/>
                        <a:gd name="T73" fmla="*/ 20 h 31"/>
                        <a:gd name="T74" fmla="*/ 0 w 29"/>
                        <a:gd name="T75" fmla="*/ 19 h 31"/>
                        <a:gd name="T76" fmla="*/ 0 w 29"/>
                        <a:gd name="T77" fmla="*/ 18 h 31"/>
                        <a:gd name="T78" fmla="*/ 0 w 29"/>
                        <a:gd name="T79" fmla="*/ 17 h 31"/>
                        <a:gd name="T80" fmla="*/ 0 w 29"/>
                        <a:gd name="T81" fmla="*/ 16 h 31"/>
                        <a:gd name="T82" fmla="*/ 1 w 29"/>
                        <a:gd name="T83" fmla="*/ 13 h 31"/>
                        <a:gd name="T84" fmla="*/ 1 w 29"/>
                        <a:gd name="T85" fmla="*/ 11 h 31"/>
                        <a:gd name="T86" fmla="*/ 2 w 29"/>
                        <a:gd name="T87" fmla="*/ 9 h 31"/>
                        <a:gd name="T88" fmla="*/ 3 w 29"/>
                        <a:gd name="T89" fmla="*/ 7 h 31"/>
                        <a:gd name="T90" fmla="*/ 4 w 29"/>
                        <a:gd name="T91" fmla="*/ 5 h 31"/>
                        <a:gd name="T92" fmla="*/ 6 w 29"/>
                        <a:gd name="T93" fmla="*/ 4 h 31"/>
                        <a:gd name="T94" fmla="*/ 7 w 29"/>
                        <a:gd name="T95" fmla="*/ 2 h 31"/>
                        <a:gd name="T96" fmla="*/ 9 w 29"/>
                        <a:gd name="T97" fmla="*/ 2 h 31"/>
                        <a:gd name="T98" fmla="*/ 11 w 29"/>
                        <a:gd name="T99" fmla="*/ 1 h 31"/>
                        <a:gd name="T100" fmla="*/ 14 w 29"/>
                        <a:gd name="T101" fmla="*/ 0 h 31"/>
                        <a:gd name="T102" fmla="*/ 15 w 29"/>
                        <a:gd name="T103" fmla="*/ 0 h 31"/>
                        <a:gd name="T104" fmla="*/ 16 w 29"/>
                        <a:gd name="T105" fmla="*/ 0 h 31"/>
                        <a:gd name="T106" fmla="*/ 17 w 29"/>
                        <a:gd name="T107" fmla="*/ 0 h 31"/>
                        <a:gd name="T108" fmla="*/ 19 w 29"/>
                        <a:gd name="T109" fmla="*/ 0 h 31"/>
                        <a:gd name="T110" fmla="*/ 19 w 29"/>
                        <a:gd name="T111" fmla="*/ 1 h 31"/>
                        <a:gd name="T112" fmla="*/ 22 w 29"/>
                        <a:gd name="T113" fmla="*/ 1 h 31"/>
                        <a:gd name="T114" fmla="*/ 23 w 29"/>
                        <a:gd name="T115" fmla="*/ 2 h 31"/>
                        <a:gd name="T116" fmla="*/ 24 w 29"/>
                        <a:gd name="T117" fmla="*/ 2 h 31"/>
                        <a:gd name="T118" fmla="*/ 25 w 29"/>
                        <a:gd name="T119" fmla="*/ 3 h 31"/>
                        <a:gd name="T120" fmla="*/ 25 w 29"/>
                        <a:gd name="T121" fmla="*/ 4 h 31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9"/>
                        <a:gd name="T184" fmla="*/ 0 h 31"/>
                        <a:gd name="T185" fmla="*/ 29 w 29"/>
                        <a:gd name="T186" fmla="*/ 31 h 31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9" h="31">
                          <a:moveTo>
                            <a:pt x="25" y="4"/>
                          </a:moveTo>
                          <a:lnTo>
                            <a:pt x="26" y="5"/>
                          </a:lnTo>
                          <a:lnTo>
                            <a:pt x="28" y="7"/>
                          </a:lnTo>
                          <a:lnTo>
                            <a:pt x="29" y="9"/>
                          </a:lnTo>
                          <a:lnTo>
                            <a:pt x="29" y="10"/>
                          </a:lnTo>
                          <a:lnTo>
                            <a:pt x="29" y="12"/>
                          </a:lnTo>
                          <a:lnTo>
                            <a:pt x="29" y="13"/>
                          </a:lnTo>
                          <a:lnTo>
                            <a:pt x="29" y="15"/>
                          </a:lnTo>
                          <a:lnTo>
                            <a:pt x="29" y="17"/>
                          </a:lnTo>
                          <a:lnTo>
                            <a:pt x="29" y="18"/>
                          </a:lnTo>
                          <a:lnTo>
                            <a:pt x="28" y="19"/>
                          </a:lnTo>
                          <a:lnTo>
                            <a:pt x="26" y="21"/>
                          </a:lnTo>
                          <a:lnTo>
                            <a:pt x="25" y="23"/>
                          </a:lnTo>
                          <a:lnTo>
                            <a:pt x="24" y="23"/>
                          </a:lnTo>
                          <a:lnTo>
                            <a:pt x="23" y="25"/>
                          </a:lnTo>
                          <a:lnTo>
                            <a:pt x="23" y="27"/>
                          </a:lnTo>
                          <a:lnTo>
                            <a:pt x="21" y="28"/>
                          </a:lnTo>
                          <a:lnTo>
                            <a:pt x="19" y="30"/>
                          </a:lnTo>
                          <a:lnTo>
                            <a:pt x="16" y="31"/>
                          </a:lnTo>
                          <a:lnTo>
                            <a:pt x="15" y="31"/>
                          </a:lnTo>
                          <a:lnTo>
                            <a:pt x="14" y="31"/>
                          </a:lnTo>
                          <a:lnTo>
                            <a:pt x="13" y="31"/>
                          </a:lnTo>
                          <a:lnTo>
                            <a:pt x="11" y="31"/>
                          </a:lnTo>
                          <a:lnTo>
                            <a:pt x="9" y="30"/>
                          </a:lnTo>
                          <a:lnTo>
                            <a:pt x="8" y="30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6" y="27"/>
                          </a:lnTo>
                          <a:lnTo>
                            <a:pt x="3" y="27"/>
                          </a:lnTo>
                          <a:lnTo>
                            <a:pt x="3" y="26"/>
                          </a:lnTo>
                          <a:lnTo>
                            <a:pt x="2" y="25"/>
                          </a:lnTo>
                          <a:lnTo>
                            <a:pt x="2" y="23"/>
                          </a:lnTo>
                          <a:lnTo>
                            <a:pt x="1" y="23"/>
                          </a:lnTo>
                          <a:lnTo>
                            <a:pt x="1" y="21"/>
                          </a:lnTo>
                          <a:lnTo>
                            <a:pt x="0" y="20"/>
                          </a:lnTo>
                          <a:lnTo>
                            <a:pt x="0" y="19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6"/>
                          </a:lnTo>
                          <a:lnTo>
                            <a:pt x="1" y="13"/>
                          </a:lnTo>
                          <a:lnTo>
                            <a:pt x="1" y="11"/>
                          </a:lnTo>
                          <a:lnTo>
                            <a:pt x="2" y="9"/>
                          </a:lnTo>
                          <a:lnTo>
                            <a:pt x="3" y="7"/>
                          </a:lnTo>
                          <a:lnTo>
                            <a:pt x="4" y="5"/>
                          </a:lnTo>
                          <a:lnTo>
                            <a:pt x="6" y="4"/>
                          </a:lnTo>
                          <a:lnTo>
                            <a:pt x="7" y="2"/>
                          </a:lnTo>
                          <a:lnTo>
                            <a:pt x="9" y="2"/>
                          </a:lnTo>
                          <a:lnTo>
                            <a:pt x="11" y="1"/>
                          </a:lnTo>
                          <a:lnTo>
                            <a:pt x="14" y="0"/>
                          </a:lnTo>
                          <a:lnTo>
                            <a:pt x="15" y="0"/>
                          </a:lnTo>
                          <a:lnTo>
                            <a:pt x="16" y="0"/>
                          </a:lnTo>
                          <a:lnTo>
                            <a:pt x="17" y="0"/>
                          </a:lnTo>
                          <a:lnTo>
                            <a:pt x="19" y="0"/>
                          </a:lnTo>
                          <a:lnTo>
                            <a:pt x="19" y="1"/>
                          </a:lnTo>
                          <a:lnTo>
                            <a:pt x="22" y="1"/>
                          </a:lnTo>
                          <a:lnTo>
                            <a:pt x="23" y="2"/>
                          </a:lnTo>
                          <a:lnTo>
                            <a:pt x="24" y="2"/>
                          </a:lnTo>
                          <a:lnTo>
                            <a:pt x="25" y="3"/>
                          </a:lnTo>
                          <a:lnTo>
                            <a:pt x="25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64" name="Freeform 1062"/>
                  <p:cNvSpPr>
                    <a:spLocks/>
                  </p:cNvSpPr>
                  <p:nvPr/>
                </p:nvSpPr>
                <p:spPr bwMode="auto">
                  <a:xfrm>
                    <a:off x="2603" y="2643"/>
                    <a:ext cx="13" cy="12"/>
                  </a:xfrm>
                  <a:custGeom>
                    <a:avLst/>
                    <a:gdLst>
                      <a:gd name="T0" fmla="*/ 13 w 13"/>
                      <a:gd name="T1" fmla="*/ 11 h 12"/>
                      <a:gd name="T2" fmla="*/ 13 w 13"/>
                      <a:gd name="T3" fmla="*/ 12 h 12"/>
                      <a:gd name="T4" fmla="*/ 0 w 13"/>
                      <a:gd name="T5" fmla="*/ 1 h 12"/>
                      <a:gd name="T6" fmla="*/ 0 w 13"/>
                      <a:gd name="T7" fmla="*/ 0 h 12"/>
                      <a:gd name="T8" fmla="*/ 2 w 13"/>
                      <a:gd name="T9" fmla="*/ 1 h 12"/>
                      <a:gd name="T10" fmla="*/ 4 w 13"/>
                      <a:gd name="T11" fmla="*/ 2 h 12"/>
                      <a:gd name="T12" fmla="*/ 5 w 13"/>
                      <a:gd name="T13" fmla="*/ 3 h 12"/>
                      <a:gd name="T14" fmla="*/ 6 w 13"/>
                      <a:gd name="T15" fmla="*/ 3 h 12"/>
                      <a:gd name="T16" fmla="*/ 8 w 13"/>
                      <a:gd name="T17" fmla="*/ 4 h 12"/>
                      <a:gd name="T18" fmla="*/ 8 w 13"/>
                      <a:gd name="T19" fmla="*/ 6 h 12"/>
                      <a:gd name="T20" fmla="*/ 10 w 13"/>
                      <a:gd name="T21" fmla="*/ 7 h 12"/>
                      <a:gd name="T22" fmla="*/ 11 w 13"/>
                      <a:gd name="T23" fmla="*/ 8 h 12"/>
                      <a:gd name="T24" fmla="*/ 12 w 13"/>
                      <a:gd name="T25" fmla="*/ 9 h 12"/>
                      <a:gd name="T26" fmla="*/ 13 w 13"/>
                      <a:gd name="T27" fmla="*/ 12 h 12"/>
                      <a:gd name="T28" fmla="*/ 13 w 13"/>
                      <a:gd name="T29" fmla="*/ 11 h 1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3"/>
                      <a:gd name="T46" fmla="*/ 0 h 12"/>
                      <a:gd name="T47" fmla="*/ 13 w 13"/>
                      <a:gd name="T48" fmla="*/ 12 h 1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3" h="12">
                        <a:moveTo>
                          <a:pt x="13" y="11"/>
                        </a:moveTo>
                        <a:lnTo>
                          <a:pt x="13" y="1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8" y="6"/>
                        </a:lnTo>
                        <a:lnTo>
                          <a:pt x="10" y="7"/>
                        </a:lnTo>
                        <a:lnTo>
                          <a:pt x="11" y="8"/>
                        </a:lnTo>
                        <a:lnTo>
                          <a:pt x="12" y="9"/>
                        </a:lnTo>
                        <a:lnTo>
                          <a:pt x="13" y="12"/>
                        </a:lnTo>
                        <a:lnTo>
                          <a:pt x="13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65" name="Group 1063"/>
                  <p:cNvGrpSpPr>
                    <a:grpSpLocks/>
                  </p:cNvGrpSpPr>
                  <p:nvPr/>
                </p:nvGrpSpPr>
                <p:grpSpPr bwMode="auto">
                  <a:xfrm>
                    <a:off x="2603" y="2643"/>
                    <a:ext cx="13" cy="12"/>
                    <a:chOff x="2603" y="2643"/>
                    <a:chExt cx="13" cy="12"/>
                  </a:xfrm>
                </p:grpSpPr>
                <p:sp>
                  <p:nvSpPr>
                    <p:cNvPr id="49274" name="Freeform 1064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13 w 13"/>
                        <a:gd name="T29" fmla="*/ 11 h 12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13"/>
                        <a:gd name="T46" fmla="*/ 0 h 12"/>
                        <a:gd name="T47" fmla="*/ 13 w 13"/>
                        <a:gd name="T48" fmla="*/ 12 h 12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  <a:lnTo>
                            <a:pt x="1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75" name="Freeform 1065"/>
                    <p:cNvSpPr>
                      <a:spLocks/>
                    </p:cNvSpPr>
                    <p:nvPr/>
                  </p:nvSpPr>
                  <p:spPr bwMode="auto">
                    <a:xfrm>
                      <a:off x="2603" y="2643"/>
                      <a:ext cx="13" cy="12"/>
                    </a:xfrm>
                    <a:custGeom>
                      <a:avLst/>
                      <a:gdLst>
                        <a:gd name="T0" fmla="*/ 13 w 13"/>
                        <a:gd name="T1" fmla="*/ 11 h 12"/>
                        <a:gd name="T2" fmla="*/ 13 w 13"/>
                        <a:gd name="T3" fmla="*/ 12 h 12"/>
                        <a:gd name="T4" fmla="*/ 0 w 13"/>
                        <a:gd name="T5" fmla="*/ 1 h 12"/>
                        <a:gd name="T6" fmla="*/ 0 w 13"/>
                        <a:gd name="T7" fmla="*/ 0 h 12"/>
                        <a:gd name="T8" fmla="*/ 2 w 13"/>
                        <a:gd name="T9" fmla="*/ 1 h 12"/>
                        <a:gd name="T10" fmla="*/ 4 w 13"/>
                        <a:gd name="T11" fmla="*/ 2 h 12"/>
                        <a:gd name="T12" fmla="*/ 5 w 13"/>
                        <a:gd name="T13" fmla="*/ 3 h 12"/>
                        <a:gd name="T14" fmla="*/ 6 w 13"/>
                        <a:gd name="T15" fmla="*/ 3 h 12"/>
                        <a:gd name="T16" fmla="*/ 8 w 13"/>
                        <a:gd name="T17" fmla="*/ 4 h 12"/>
                        <a:gd name="T18" fmla="*/ 8 w 13"/>
                        <a:gd name="T19" fmla="*/ 6 h 12"/>
                        <a:gd name="T20" fmla="*/ 10 w 13"/>
                        <a:gd name="T21" fmla="*/ 7 h 12"/>
                        <a:gd name="T22" fmla="*/ 11 w 13"/>
                        <a:gd name="T23" fmla="*/ 8 h 12"/>
                        <a:gd name="T24" fmla="*/ 12 w 13"/>
                        <a:gd name="T25" fmla="*/ 9 h 12"/>
                        <a:gd name="T26" fmla="*/ 13 w 13"/>
                        <a:gd name="T27" fmla="*/ 12 h 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"/>
                        <a:gd name="T43" fmla="*/ 0 h 12"/>
                        <a:gd name="T44" fmla="*/ 13 w 13"/>
                        <a:gd name="T45" fmla="*/ 12 h 12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" h="12">
                          <a:moveTo>
                            <a:pt x="13" y="11"/>
                          </a:moveTo>
                          <a:lnTo>
                            <a:pt x="13" y="1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8" y="4"/>
                          </a:lnTo>
                          <a:lnTo>
                            <a:pt x="8" y="6"/>
                          </a:lnTo>
                          <a:lnTo>
                            <a:pt x="10" y="7"/>
                          </a:lnTo>
                          <a:lnTo>
                            <a:pt x="11" y="8"/>
                          </a:lnTo>
                          <a:lnTo>
                            <a:pt x="12" y="9"/>
                          </a:lnTo>
                          <a:lnTo>
                            <a:pt x="13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66" name="Freeform 1066"/>
                  <p:cNvSpPr>
                    <a:spLocks/>
                  </p:cNvSpPr>
                  <p:nvPr/>
                </p:nvSpPr>
                <p:spPr bwMode="auto">
                  <a:xfrm>
                    <a:off x="2616" y="2658"/>
                    <a:ext cx="26" cy="29"/>
                  </a:xfrm>
                  <a:custGeom>
                    <a:avLst/>
                    <a:gdLst>
                      <a:gd name="T0" fmla="*/ 22 w 26"/>
                      <a:gd name="T1" fmla="*/ 2 h 29"/>
                      <a:gd name="T2" fmla="*/ 22 w 26"/>
                      <a:gd name="T3" fmla="*/ 3 h 29"/>
                      <a:gd name="T4" fmla="*/ 23 w 26"/>
                      <a:gd name="T5" fmla="*/ 4 h 29"/>
                      <a:gd name="T6" fmla="*/ 24 w 26"/>
                      <a:gd name="T7" fmla="*/ 5 h 29"/>
                      <a:gd name="T8" fmla="*/ 24 w 26"/>
                      <a:gd name="T9" fmla="*/ 7 h 29"/>
                      <a:gd name="T10" fmla="*/ 25 w 26"/>
                      <a:gd name="T11" fmla="*/ 7 h 29"/>
                      <a:gd name="T12" fmla="*/ 25 w 26"/>
                      <a:gd name="T13" fmla="*/ 9 h 29"/>
                      <a:gd name="T14" fmla="*/ 26 w 26"/>
                      <a:gd name="T15" fmla="*/ 9 h 29"/>
                      <a:gd name="T16" fmla="*/ 26 w 26"/>
                      <a:gd name="T17" fmla="*/ 12 h 29"/>
                      <a:gd name="T18" fmla="*/ 26 w 26"/>
                      <a:gd name="T19" fmla="*/ 13 h 29"/>
                      <a:gd name="T20" fmla="*/ 26 w 26"/>
                      <a:gd name="T21" fmla="*/ 15 h 29"/>
                      <a:gd name="T22" fmla="*/ 26 w 26"/>
                      <a:gd name="T23" fmla="*/ 16 h 29"/>
                      <a:gd name="T24" fmla="*/ 26 w 26"/>
                      <a:gd name="T25" fmla="*/ 18 h 29"/>
                      <a:gd name="T26" fmla="*/ 25 w 26"/>
                      <a:gd name="T27" fmla="*/ 19 h 29"/>
                      <a:gd name="T28" fmla="*/ 24 w 26"/>
                      <a:gd name="T29" fmla="*/ 21 h 29"/>
                      <a:gd name="T30" fmla="*/ 24 w 26"/>
                      <a:gd name="T31" fmla="*/ 22 h 29"/>
                      <a:gd name="T32" fmla="*/ 23 w 26"/>
                      <a:gd name="T33" fmla="*/ 23 h 29"/>
                      <a:gd name="T34" fmla="*/ 22 w 26"/>
                      <a:gd name="T35" fmla="*/ 25 h 29"/>
                      <a:gd name="T36" fmla="*/ 21 w 26"/>
                      <a:gd name="T37" fmla="*/ 27 h 29"/>
                      <a:gd name="T38" fmla="*/ 18 w 26"/>
                      <a:gd name="T39" fmla="*/ 28 h 29"/>
                      <a:gd name="T40" fmla="*/ 17 w 26"/>
                      <a:gd name="T41" fmla="*/ 29 h 29"/>
                      <a:gd name="T42" fmla="*/ 16 w 26"/>
                      <a:gd name="T43" fmla="*/ 29 h 29"/>
                      <a:gd name="T44" fmla="*/ 14 w 26"/>
                      <a:gd name="T45" fmla="*/ 29 h 29"/>
                      <a:gd name="T46" fmla="*/ 14 w 26"/>
                      <a:gd name="T47" fmla="*/ 29 h 29"/>
                      <a:gd name="T48" fmla="*/ 12 w 26"/>
                      <a:gd name="T49" fmla="*/ 29 h 29"/>
                      <a:gd name="T50" fmla="*/ 11 w 26"/>
                      <a:gd name="T51" fmla="*/ 29 h 29"/>
                      <a:gd name="T52" fmla="*/ 10 w 26"/>
                      <a:gd name="T53" fmla="*/ 29 h 29"/>
                      <a:gd name="T54" fmla="*/ 9 w 26"/>
                      <a:gd name="T55" fmla="*/ 29 h 29"/>
                      <a:gd name="T56" fmla="*/ 7 w 26"/>
                      <a:gd name="T57" fmla="*/ 28 h 29"/>
                      <a:gd name="T58" fmla="*/ 6 w 26"/>
                      <a:gd name="T59" fmla="*/ 28 h 29"/>
                      <a:gd name="T60" fmla="*/ 5 w 26"/>
                      <a:gd name="T61" fmla="*/ 27 h 29"/>
                      <a:gd name="T62" fmla="*/ 4 w 26"/>
                      <a:gd name="T63" fmla="*/ 25 h 29"/>
                      <a:gd name="T64" fmla="*/ 2 w 26"/>
                      <a:gd name="T65" fmla="*/ 23 h 29"/>
                      <a:gd name="T66" fmla="*/ 1 w 26"/>
                      <a:gd name="T67" fmla="*/ 21 h 29"/>
                      <a:gd name="T68" fmla="*/ 1 w 26"/>
                      <a:gd name="T69" fmla="*/ 20 h 29"/>
                      <a:gd name="T70" fmla="*/ 0 w 26"/>
                      <a:gd name="T71" fmla="*/ 18 h 29"/>
                      <a:gd name="T72" fmla="*/ 0 w 26"/>
                      <a:gd name="T73" fmla="*/ 17 h 29"/>
                      <a:gd name="T74" fmla="*/ 0 w 26"/>
                      <a:gd name="T75" fmla="*/ 15 h 29"/>
                      <a:gd name="T76" fmla="*/ 0 w 26"/>
                      <a:gd name="T77" fmla="*/ 14 h 29"/>
                      <a:gd name="T78" fmla="*/ 0 w 26"/>
                      <a:gd name="T79" fmla="*/ 12 h 29"/>
                      <a:gd name="T80" fmla="*/ 0 w 26"/>
                      <a:gd name="T81" fmla="*/ 9 h 29"/>
                      <a:gd name="T82" fmla="*/ 1 w 26"/>
                      <a:gd name="T83" fmla="*/ 7 h 29"/>
                      <a:gd name="T84" fmla="*/ 2 w 26"/>
                      <a:gd name="T85" fmla="*/ 7 h 29"/>
                      <a:gd name="T86" fmla="*/ 2 w 26"/>
                      <a:gd name="T87" fmla="*/ 5 h 29"/>
                      <a:gd name="T88" fmla="*/ 4 w 26"/>
                      <a:gd name="T89" fmla="*/ 4 h 29"/>
                      <a:gd name="T90" fmla="*/ 5 w 26"/>
                      <a:gd name="T91" fmla="*/ 3 h 29"/>
                      <a:gd name="T92" fmla="*/ 6 w 26"/>
                      <a:gd name="T93" fmla="*/ 3 h 29"/>
                      <a:gd name="T94" fmla="*/ 7 w 26"/>
                      <a:gd name="T95" fmla="*/ 2 h 29"/>
                      <a:gd name="T96" fmla="*/ 8 w 26"/>
                      <a:gd name="T97" fmla="*/ 1 h 29"/>
                      <a:gd name="T98" fmla="*/ 9 w 26"/>
                      <a:gd name="T99" fmla="*/ 1 h 29"/>
                      <a:gd name="T100" fmla="*/ 10 w 26"/>
                      <a:gd name="T101" fmla="*/ 0 h 29"/>
                      <a:gd name="T102" fmla="*/ 11 w 26"/>
                      <a:gd name="T103" fmla="*/ 0 h 29"/>
                      <a:gd name="T104" fmla="*/ 12 w 26"/>
                      <a:gd name="T105" fmla="*/ 0 h 29"/>
                      <a:gd name="T106" fmla="*/ 14 w 26"/>
                      <a:gd name="T107" fmla="*/ 0 h 29"/>
                      <a:gd name="T108" fmla="*/ 14 w 26"/>
                      <a:gd name="T109" fmla="*/ 0 h 29"/>
                      <a:gd name="T110" fmla="*/ 16 w 26"/>
                      <a:gd name="T111" fmla="*/ 0 h 29"/>
                      <a:gd name="T112" fmla="*/ 17 w 26"/>
                      <a:gd name="T113" fmla="*/ 1 h 29"/>
                      <a:gd name="T114" fmla="*/ 18 w 26"/>
                      <a:gd name="T115" fmla="*/ 1 h 29"/>
                      <a:gd name="T116" fmla="*/ 20 w 26"/>
                      <a:gd name="T117" fmla="*/ 1 h 29"/>
                      <a:gd name="T118" fmla="*/ 21 w 26"/>
                      <a:gd name="T119" fmla="*/ 2 h 29"/>
                      <a:gd name="T120" fmla="*/ 22 w 26"/>
                      <a:gd name="T121" fmla="*/ 2 h 2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26"/>
                      <a:gd name="T184" fmla="*/ 0 h 29"/>
                      <a:gd name="T185" fmla="*/ 26 w 26"/>
                      <a:gd name="T186" fmla="*/ 29 h 2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26" h="29">
                        <a:moveTo>
                          <a:pt x="22" y="2"/>
                        </a:moveTo>
                        <a:lnTo>
                          <a:pt x="22" y="3"/>
                        </a:lnTo>
                        <a:lnTo>
                          <a:pt x="23" y="4"/>
                        </a:lnTo>
                        <a:lnTo>
                          <a:pt x="24" y="5"/>
                        </a:lnTo>
                        <a:lnTo>
                          <a:pt x="24" y="7"/>
                        </a:lnTo>
                        <a:lnTo>
                          <a:pt x="25" y="7"/>
                        </a:lnTo>
                        <a:lnTo>
                          <a:pt x="25" y="9"/>
                        </a:lnTo>
                        <a:lnTo>
                          <a:pt x="26" y="9"/>
                        </a:lnTo>
                        <a:lnTo>
                          <a:pt x="26" y="12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6"/>
                        </a:lnTo>
                        <a:lnTo>
                          <a:pt x="26" y="18"/>
                        </a:lnTo>
                        <a:lnTo>
                          <a:pt x="25" y="19"/>
                        </a:lnTo>
                        <a:lnTo>
                          <a:pt x="24" y="21"/>
                        </a:lnTo>
                        <a:lnTo>
                          <a:pt x="24" y="22"/>
                        </a:lnTo>
                        <a:lnTo>
                          <a:pt x="23" y="23"/>
                        </a:lnTo>
                        <a:lnTo>
                          <a:pt x="22" y="25"/>
                        </a:lnTo>
                        <a:lnTo>
                          <a:pt x="21" y="27"/>
                        </a:lnTo>
                        <a:lnTo>
                          <a:pt x="18" y="28"/>
                        </a:lnTo>
                        <a:lnTo>
                          <a:pt x="17" y="29"/>
                        </a:lnTo>
                        <a:lnTo>
                          <a:pt x="16" y="29"/>
                        </a:lnTo>
                        <a:lnTo>
                          <a:pt x="14" y="29"/>
                        </a:lnTo>
                        <a:lnTo>
                          <a:pt x="12" y="29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9" y="29"/>
                        </a:lnTo>
                        <a:lnTo>
                          <a:pt x="7" y="28"/>
                        </a:lnTo>
                        <a:lnTo>
                          <a:pt x="6" y="28"/>
                        </a:lnTo>
                        <a:lnTo>
                          <a:pt x="5" y="27"/>
                        </a:lnTo>
                        <a:lnTo>
                          <a:pt x="4" y="25"/>
                        </a:lnTo>
                        <a:lnTo>
                          <a:pt x="2" y="23"/>
                        </a:lnTo>
                        <a:lnTo>
                          <a:pt x="1" y="21"/>
                        </a:lnTo>
                        <a:lnTo>
                          <a:pt x="1" y="20"/>
                        </a:lnTo>
                        <a:lnTo>
                          <a:pt x="0" y="18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9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5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2"/>
                        </a:lnTo>
                        <a:lnTo>
                          <a:pt x="8" y="1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20" y="1"/>
                        </a:lnTo>
                        <a:lnTo>
                          <a:pt x="21" y="2"/>
                        </a:lnTo>
                        <a:lnTo>
                          <a:pt x="22" y="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67" name="Group 1067"/>
                  <p:cNvGrpSpPr>
                    <a:grpSpLocks/>
                  </p:cNvGrpSpPr>
                  <p:nvPr/>
                </p:nvGrpSpPr>
                <p:grpSpPr bwMode="auto">
                  <a:xfrm>
                    <a:off x="2616" y="2658"/>
                    <a:ext cx="26" cy="29"/>
                    <a:chOff x="2616" y="2658"/>
                    <a:chExt cx="26" cy="29"/>
                  </a:xfrm>
                </p:grpSpPr>
                <p:sp>
                  <p:nvSpPr>
                    <p:cNvPr id="49272" name="Freeform 1068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73" name="Freeform 1069"/>
                    <p:cNvSpPr>
                      <a:spLocks/>
                    </p:cNvSpPr>
                    <p:nvPr/>
                  </p:nvSpPr>
                  <p:spPr bwMode="auto">
                    <a:xfrm>
                      <a:off x="2616" y="2658"/>
                      <a:ext cx="26" cy="29"/>
                    </a:xfrm>
                    <a:custGeom>
                      <a:avLst/>
                      <a:gdLst>
                        <a:gd name="T0" fmla="*/ 22 w 26"/>
                        <a:gd name="T1" fmla="*/ 2 h 29"/>
                        <a:gd name="T2" fmla="*/ 22 w 26"/>
                        <a:gd name="T3" fmla="*/ 3 h 29"/>
                        <a:gd name="T4" fmla="*/ 23 w 26"/>
                        <a:gd name="T5" fmla="*/ 4 h 29"/>
                        <a:gd name="T6" fmla="*/ 24 w 26"/>
                        <a:gd name="T7" fmla="*/ 5 h 29"/>
                        <a:gd name="T8" fmla="*/ 24 w 26"/>
                        <a:gd name="T9" fmla="*/ 7 h 29"/>
                        <a:gd name="T10" fmla="*/ 25 w 26"/>
                        <a:gd name="T11" fmla="*/ 7 h 29"/>
                        <a:gd name="T12" fmla="*/ 25 w 26"/>
                        <a:gd name="T13" fmla="*/ 9 h 29"/>
                        <a:gd name="T14" fmla="*/ 26 w 26"/>
                        <a:gd name="T15" fmla="*/ 9 h 29"/>
                        <a:gd name="T16" fmla="*/ 26 w 26"/>
                        <a:gd name="T17" fmla="*/ 12 h 29"/>
                        <a:gd name="T18" fmla="*/ 26 w 26"/>
                        <a:gd name="T19" fmla="*/ 13 h 29"/>
                        <a:gd name="T20" fmla="*/ 26 w 26"/>
                        <a:gd name="T21" fmla="*/ 15 h 29"/>
                        <a:gd name="T22" fmla="*/ 26 w 26"/>
                        <a:gd name="T23" fmla="*/ 16 h 29"/>
                        <a:gd name="T24" fmla="*/ 26 w 26"/>
                        <a:gd name="T25" fmla="*/ 18 h 29"/>
                        <a:gd name="T26" fmla="*/ 25 w 26"/>
                        <a:gd name="T27" fmla="*/ 19 h 29"/>
                        <a:gd name="T28" fmla="*/ 24 w 26"/>
                        <a:gd name="T29" fmla="*/ 21 h 29"/>
                        <a:gd name="T30" fmla="*/ 24 w 26"/>
                        <a:gd name="T31" fmla="*/ 22 h 29"/>
                        <a:gd name="T32" fmla="*/ 23 w 26"/>
                        <a:gd name="T33" fmla="*/ 23 h 29"/>
                        <a:gd name="T34" fmla="*/ 22 w 26"/>
                        <a:gd name="T35" fmla="*/ 25 h 29"/>
                        <a:gd name="T36" fmla="*/ 21 w 26"/>
                        <a:gd name="T37" fmla="*/ 27 h 29"/>
                        <a:gd name="T38" fmla="*/ 18 w 26"/>
                        <a:gd name="T39" fmla="*/ 28 h 29"/>
                        <a:gd name="T40" fmla="*/ 17 w 26"/>
                        <a:gd name="T41" fmla="*/ 29 h 29"/>
                        <a:gd name="T42" fmla="*/ 16 w 26"/>
                        <a:gd name="T43" fmla="*/ 29 h 29"/>
                        <a:gd name="T44" fmla="*/ 14 w 26"/>
                        <a:gd name="T45" fmla="*/ 29 h 29"/>
                        <a:gd name="T46" fmla="*/ 14 w 26"/>
                        <a:gd name="T47" fmla="*/ 29 h 29"/>
                        <a:gd name="T48" fmla="*/ 12 w 26"/>
                        <a:gd name="T49" fmla="*/ 29 h 29"/>
                        <a:gd name="T50" fmla="*/ 11 w 26"/>
                        <a:gd name="T51" fmla="*/ 29 h 29"/>
                        <a:gd name="T52" fmla="*/ 10 w 26"/>
                        <a:gd name="T53" fmla="*/ 29 h 29"/>
                        <a:gd name="T54" fmla="*/ 9 w 26"/>
                        <a:gd name="T55" fmla="*/ 29 h 29"/>
                        <a:gd name="T56" fmla="*/ 7 w 26"/>
                        <a:gd name="T57" fmla="*/ 28 h 29"/>
                        <a:gd name="T58" fmla="*/ 6 w 26"/>
                        <a:gd name="T59" fmla="*/ 28 h 29"/>
                        <a:gd name="T60" fmla="*/ 5 w 26"/>
                        <a:gd name="T61" fmla="*/ 27 h 29"/>
                        <a:gd name="T62" fmla="*/ 4 w 26"/>
                        <a:gd name="T63" fmla="*/ 25 h 29"/>
                        <a:gd name="T64" fmla="*/ 2 w 26"/>
                        <a:gd name="T65" fmla="*/ 23 h 29"/>
                        <a:gd name="T66" fmla="*/ 1 w 26"/>
                        <a:gd name="T67" fmla="*/ 21 h 29"/>
                        <a:gd name="T68" fmla="*/ 1 w 26"/>
                        <a:gd name="T69" fmla="*/ 20 h 29"/>
                        <a:gd name="T70" fmla="*/ 0 w 26"/>
                        <a:gd name="T71" fmla="*/ 18 h 29"/>
                        <a:gd name="T72" fmla="*/ 0 w 26"/>
                        <a:gd name="T73" fmla="*/ 17 h 29"/>
                        <a:gd name="T74" fmla="*/ 0 w 26"/>
                        <a:gd name="T75" fmla="*/ 15 h 29"/>
                        <a:gd name="T76" fmla="*/ 0 w 26"/>
                        <a:gd name="T77" fmla="*/ 14 h 29"/>
                        <a:gd name="T78" fmla="*/ 0 w 26"/>
                        <a:gd name="T79" fmla="*/ 12 h 29"/>
                        <a:gd name="T80" fmla="*/ 0 w 26"/>
                        <a:gd name="T81" fmla="*/ 9 h 29"/>
                        <a:gd name="T82" fmla="*/ 1 w 26"/>
                        <a:gd name="T83" fmla="*/ 7 h 29"/>
                        <a:gd name="T84" fmla="*/ 2 w 26"/>
                        <a:gd name="T85" fmla="*/ 7 h 29"/>
                        <a:gd name="T86" fmla="*/ 2 w 26"/>
                        <a:gd name="T87" fmla="*/ 5 h 29"/>
                        <a:gd name="T88" fmla="*/ 4 w 26"/>
                        <a:gd name="T89" fmla="*/ 4 h 29"/>
                        <a:gd name="T90" fmla="*/ 5 w 26"/>
                        <a:gd name="T91" fmla="*/ 3 h 29"/>
                        <a:gd name="T92" fmla="*/ 6 w 26"/>
                        <a:gd name="T93" fmla="*/ 3 h 29"/>
                        <a:gd name="T94" fmla="*/ 7 w 26"/>
                        <a:gd name="T95" fmla="*/ 2 h 29"/>
                        <a:gd name="T96" fmla="*/ 8 w 26"/>
                        <a:gd name="T97" fmla="*/ 1 h 29"/>
                        <a:gd name="T98" fmla="*/ 9 w 26"/>
                        <a:gd name="T99" fmla="*/ 1 h 29"/>
                        <a:gd name="T100" fmla="*/ 10 w 26"/>
                        <a:gd name="T101" fmla="*/ 0 h 29"/>
                        <a:gd name="T102" fmla="*/ 11 w 26"/>
                        <a:gd name="T103" fmla="*/ 0 h 29"/>
                        <a:gd name="T104" fmla="*/ 12 w 26"/>
                        <a:gd name="T105" fmla="*/ 0 h 29"/>
                        <a:gd name="T106" fmla="*/ 14 w 26"/>
                        <a:gd name="T107" fmla="*/ 0 h 29"/>
                        <a:gd name="T108" fmla="*/ 14 w 26"/>
                        <a:gd name="T109" fmla="*/ 0 h 29"/>
                        <a:gd name="T110" fmla="*/ 16 w 26"/>
                        <a:gd name="T111" fmla="*/ 0 h 29"/>
                        <a:gd name="T112" fmla="*/ 17 w 26"/>
                        <a:gd name="T113" fmla="*/ 1 h 29"/>
                        <a:gd name="T114" fmla="*/ 18 w 26"/>
                        <a:gd name="T115" fmla="*/ 1 h 29"/>
                        <a:gd name="T116" fmla="*/ 20 w 26"/>
                        <a:gd name="T117" fmla="*/ 1 h 29"/>
                        <a:gd name="T118" fmla="*/ 21 w 26"/>
                        <a:gd name="T119" fmla="*/ 2 h 29"/>
                        <a:gd name="T120" fmla="*/ 22 w 26"/>
                        <a:gd name="T121" fmla="*/ 2 h 29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w 26"/>
                        <a:gd name="T184" fmla="*/ 0 h 29"/>
                        <a:gd name="T185" fmla="*/ 26 w 26"/>
                        <a:gd name="T186" fmla="*/ 29 h 29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T183" t="T184" r="T185" b="T186"/>
                      <a:pathLst>
                        <a:path w="26" h="29">
                          <a:moveTo>
                            <a:pt x="22" y="2"/>
                          </a:moveTo>
                          <a:lnTo>
                            <a:pt x="22" y="3"/>
                          </a:lnTo>
                          <a:lnTo>
                            <a:pt x="23" y="4"/>
                          </a:lnTo>
                          <a:lnTo>
                            <a:pt x="24" y="5"/>
                          </a:lnTo>
                          <a:lnTo>
                            <a:pt x="24" y="7"/>
                          </a:lnTo>
                          <a:lnTo>
                            <a:pt x="25" y="7"/>
                          </a:lnTo>
                          <a:lnTo>
                            <a:pt x="25" y="9"/>
                          </a:lnTo>
                          <a:lnTo>
                            <a:pt x="26" y="9"/>
                          </a:lnTo>
                          <a:lnTo>
                            <a:pt x="26" y="12"/>
                          </a:lnTo>
                          <a:lnTo>
                            <a:pt x="26" y="13"/>
                          </a:lnTo>
                          <a:lnTo>
                            <a:pt x="26" y="15"/>
                          </a:lnTo>
                          <a:lnTo>
                            <a:pt x="26" y="16"/>
                          </a:lnTo>
                          <a:lnTo>
                            <a:pt x="26" y="18"/>
                          </a:lnTo>
                          <a:lnTo>
                            <a:pt x="25" y="19"/>
                          </a:lnTo>
                          <a:lnTo>
                            <a:pt x="24" y="21"/>
                          </a:lnTo>
                          <a:lnTo>
                            <a:pt x="24" y="22"/>
                          </a:lnTo>
                          <a:lnTo>
                            <a:pt x="23" y="23"/>
                          </a:lnTo>
                          <a:lnTo>
                            <a:pt x="22" y="25"/>
                          </a:lnTo>
                          <a:lnTo>
                            <a:pt x="21" y="27"/>
                          </a:lnTo>
                          <a:lnTo>
                            <a:pt x="18" y="28"/>
                          </a:lnTo>
                          <a:lnTo>
                            <a:pt x="17" y="29"/>
                          </a:lnTo>
                          <a:lnTo>
                            <a:pt x="16" y="29"/>
                          </a:lnTo>
                          <a:lnTo>
                            <a:pt x="14" y="29"/>
                          </a:lnTo>
                          <a:lnTo>
                            <a:pt x="12" y="29"/>
                          </a:lnTo>
                          <a:lnTo>
                            <a:pt x="11" y="29"/>
                          </a:lnTo>
                          <a:lnTo>
                            <a:pt x="10" y="29"/>
                          </a:lnTo>
                          <a:lnTo>
                            <a:pt x="9" y="29"/>
                          </a:lnTo>
                          <a:lnTo>
                            <a:pt x="7" y="28"/>
                          </a:lnTo>
                          <a:lnTo>
                            <a:pt x="6" y="28"/>
                          </a:lnTo>
                          <a:lnTo>
                            <a:pt x="5" y="27"/>
                          </a:lnTo>
                          <a:lnTo>
                            <a:pt x="4" y="25"/>
                          </a:lnTo>
                          <a:lnTo>
                            <a:pt x="2" y="23"/>
                          </a:lnTo>
                          <a:lnTo>
                            <a:pt x="1" y="21"/>
                          </a:lnTo>
                          <a:lnTo>
                            <a:pt x="1" y="20"/>
                          </a:lnTo>
                          <a:lnTo>
                            <a:pt x="0" y="18"/>
                          </a:lnTo>
                          <a:lnTo>
                            <a:pt x="0" y="17"/>
                          </a:lnTo>
                          <a:lnTo>
                            <a:pt x="0" y="15"/>
                          </a:lnTo>
                          <a:lnTo>
                            <a:pt x="0" y="14"/>
                          </a:lnTo>
                          <a:lnTo>
                            <a:pt x="0" y="12"/>
                          </a:lnTo>
                          <a:lnTo>
                            <a:pt x="0" y="9"/>
                          </a:lnTo>
                          <a:lnTo>
                            <a:pt x="1" y="7"/>
                          </a:lnTo>
                          <a:lnTo>
                            <a:pt x="2" y="7"/>
                          </a:lnTo>
                          <a:lnTo>
                            <a:pt x="2" y="5"/>
                          </a:lnTo>
                          <a:lnTo>
                            <a:pt x="4" y="4"/>
                          </a:lnTo>
                          <a:lnTo>
                            <a:pt x="5" y="3"/>
                          </a:lnTo>
                          <a:lnTo>
                            <a:pt x="6" y="3"/>
                          </a:lnTo>
                          <a:lnTo>
                            <a:pt x="7" y="2"/>
                          </a:lnTo>
                          <a:lnTo>
                            <a:pt x="8" y="1"/>
                          </a:lnTo>
                          <a:lnTo>
                            <a:pt x="9" y="1"/>
                          </a:lnTo>
                          <a:lnTo>
                            <a:pt x="10" y="0"/>
                          </a:lnTo>
                          <a:lnTo>
                            <a:pt x="11" y="0"/>
                          </a:lnTo>
                          <a:lnTo>
                            <a:pt x="12" y="0"/>
                          </a:lnTo>
                          <a:lnTo>
                            <a:pt x="14" y="0"/>
                          </a:lnTo>
                          <a:lnTo>
                            <a:pt x="16" y="0"/>
                          </a:lnTo>
                          <a:lnTo>
                            <a:pt x="17" y="1"/>
                          </a:lnTo>
                          <a:lnTo>
                            <a:pt x="18" y="1"/>
                          </a:lnTo>
                          <a:lnTo>
                            <a:pt x="20" y="1"/>
                          </a:lnTo>
                          <a:lnTo>
                            <a:pt x="21" y="2"/>
                          </a:lnTo>
                          <a:lnTo>
                            <a:pt x="2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68" name="Freeform 1070"/>
                  <p:cNvSpPr>
                    <a:spLocks/>
                  </p:cNvSpPr>
                  <p:nvPr/>
                </p:nvSpPr>
                <p:spPr bwMode="auto">
                  <a:xfrm>
                    <a:off x="2625" y="2662"/>
                    <a:ext cx="14" cy="12"/>
                  </a:xfrm>
                  <a:custGeom>
                    <a:avLst/>
                    <a:gdLst>
                      <a:gd name="T0" fmla="*/ 14 w 14"/>
                      <a:gd name="T1" fmla="*/ 12 h 12"/>
                      <a:gd name="T2" fmla="*/ 13 w 14"/>
                      <a:gd name="T3" fmla="*/ 12 h 12"/>
                      <a:gd name="T4" fmla="*/ 12 w 14"/>
                      <a:gd name="T5" fmla="*/ 11 h 12"/>
                      <a:gd name="T6" fmla="*/ 9 w 14"/>
                      <a:gd name="T7" fmla="*/ 10 h 12"/>
                      <a:gd name="T8" fmla="*/ 8 w 14"/>
                      <a:gd name="T9" fmla="*/ 9 h 12"/>
                      <a:gd name="T10" fmla="*/ 6 w 14"/>
                      <a:gd name="T11" fmla="*/ 8 h 12"/>
                      <a:gd name="T12" fmla="*/ 5 w 14"/>
                      <a:gd name="T13" fmla="*/ 5 h 12"/>
                      <a:gd name="T14" fmla="*/ 4 w 14"/>
                      <a:gd name="T15" fmla="*/ 4 h 12"/>
                      <a:gd name="T16" fmla="*/ 2 w 14"/>
                      <a:gd name="T17" fmla="*/ 3 h 12"/>
                      <a:gd name="T18" fmla="*/ 1 w 14"/>
                      <a:gd name="T19" fmla="*/ 2 h 12"/>
                      <a:gd name="T20" fmla="*/ 0 w 14"/>
                      <a:gd name="T21" fmla="*/ 1 h 12"/>
                      <a:gd name="T22" fmla="*/ 0 w 14"/>
                      <a:gd name="T23" fmla="*/ 0 h 12"/>
                      <a:gd name="T24" fmla="*/ 2 w 14"/>
                      <a:gd name="T25" fmla="*/ 1 h 12"/>
                      <a:gd name="T26" fmla="*/ 3 w 14"/>
                      <a:gd name="T27" fmla="*/ 2 h 12"/>
                      <a:gd name="T28" fmla="*/ 4 w 14"/>
                      <a:gd name="T29" fmla="*/ 3 h 12"/>
                      <a:gd name="T30" fmla="*/ 5 w 14"/>
                      <a:gd name="T31" fmla="*/ 4 h 12"/>
                      <a:gd name="T32" fmla="*/ 8 w 14"/>
                      <a:gd name="T33" fmla="*/ 5 h 12"/>
                      <a:gd name="T34" fmla="*/ 9 w 14"/>
                      <a:gd name="T35" fmla="*/ 8 h 12"/>
                      <a:gd name="T36" fmla="*/ 11 w 14"/>
                      <a:gd name="T37" fmla="*/ 9 h 12"/>
                      <a:gd name="T38" fmla="*/ 12 w 14"/>
                      <a:gd name="T39" fmla="*/ 10 h 12"/>
                      <a:gd name="T40" fmla="*/ 13 w 14"/>
                      <a:gd name="T41" fmla="*/ 11 h 12"/>
                      <a:gd name="T42" fmla="*/ 14 w 14"/>
                      <a:gd name="T43" fmla="*/ 12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4"/>
                      <a:gd name="T67" fmla="*/ 0 h 12"/>
                      <a:gd name="T68" fmla="*/ 14 w 14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4" h="12">
                        <a:moveTo>
                          <a:pt x="14" y="12"/>
                        </a:moveTo>
                        <a:lnTo>
                          <a:pt x="13" y="12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5"/>
                        </a:lnTo>
                        <a:lnTo>
                          <a:pt x="4" y="4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8" y="5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3" y="11"/>
                        </a:ln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lIns="0" tIns="0" rIns="0" bIns="0">
                    <a:spAutoFit/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49269" name="Group 1071"/>
                  <p:cNvGrpSpPr>
                    <a:grpSpLocks/>
                  </p:cNvGrpSpPr>
                  <p:nvPr/>
                </p:nvGrpSpPr>
                <p:grpSpPr bwMode="auto">
                  <a:xfrm>
                    <a:off x="2625" y="2662"/>
                    <a:ext cx="14" cy="12"/>
                    <a:chOff x="2625" y="2662"/>
                    <a:chExt cx="14" cy="12"/>
                  </a:xfrm>
                </p:grpSpPr>
                <p:sp>
                  <p:nvSpPr>
                    <p:cNvPr id="49270" name="Freeform 1072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271" name="Freeform 1073"/>
                    <p:cNvSpPr>
                      <a:spLocks/>
                    </p:cNvSpPr>
                    <p:nvPr/>
                  </p:nvSpPr>
                  <p:spPr bwMode="auto">
                    <a:xfrm>
                      <a:off x="2625" y="2662"/>
                      <a:ext cx="14" cy="12"/>
                    </a:xfrm>
                    <a:custGeom>
                      <a:avLst/>
                      <a:gdLst>
                        <a:gd name="T0" fmla="*/ 14 w 14"/>
                        <a:gd name="T1" fmla="*/ 12 h 12"/>
                        <a:gd name="T2" fmla="*/ 13 w 14"/>
                        <a:gd name="T3" fmla="*/ 12 h 12"/>
                        <a:gd name="T4" fmla="*/ 12 w 14"/>
                        <a:gd name="T5" fmla="*/ 11 h 12"/>
                        <a:gd name="T6" fmla="*/ 9 w 14"/>
                        <a:gd name="T7" fmla="*/ 10 h 12"/>
                        <a:gd name="T8" fmla="*/ 8 w 14"/>
                        <a:gd name="T9" fmla="*/ 9 h 12"/>
                        <a:gd name="T10" fmla="*/ 6 w 14"/>
                        <a:gd name="T11" fmla="*/ 8 h 12"/>
                        <a:gd name="T12" fmla="*/ 5 w 14"/>
                        <a:gd name="T13" fmla="*/ 5 h 12"/>
                        <a:gd name="T14" fmla="*/ 4 w 14"/>
                        <a:gd name="T15" fmla="*/ 4 h 12"/>
                        <a:gd name="T16" fmla="*/ 2 w 14"/>
                        <a:gd name="T17" fmla="*/ 3 h 12"/>
                        <a:gd name="T18" fmla="*/ 1 w 14"/>
                        <a:gd name="T19" fmla="*/ 2 h 12"/>
                        <a:gd name="T20" fmla="*/ 0 w 14"/>
                        <a:gd name="T21" fmla="*/ 1 h 12"/>
                        <a:gd name="T22" fmla="*/ 0 w 14"/>
                        <a:gd name="T23" fmla="*/ 0 h 12"/>
                        <a:gd name="T24" fmla="*/ 2 w 14"/>
                        <a:gd name="T25" fmla="*/ 1 h 12"/>
                        <a:gd name="T26" fmla="*/ 3 w 14"/>
                        <a:gd name="T27" fmla="*/ 2 h 12"/>
                        <a:gd name="T28" fmla="*/ 4 w 14"/>
                        <a:gd name="T29" fmla="*/ 3 h 12"/>
                        <a:gd name="T30" fmla="*/ 5 w 14"/>
                        <a:gd name="T31" fmla="*/ 4 h 12"/>
                        <a:gd name="T32" fmla="*/ 8 w 14"/>
                        <a:gd name="T33" fmla="*/ 5 h 12"/>
                        <a:gd name="T34" fmla="*/ 9 w 14"/>
                        <a:gd name="T35" fmla="*/ 8 h 12"/>
                        <a:gd name="T36" fmla="*/ 11 w 14"/>
                        <a:gd name="T37" fmla="*/ 9 h 12"/>
                        <a:gd name="T38" fmla="*/ 12 w 14"/>
                        <a:gd name="T39" fmla="*/ 10 h 12"/>
                        <a:gd name="T40" fmla="*/ 13 w 14"/>
                        <a:gd name="T41" fmla="*/ 11 h 12"/>
                        <a:gd name="T42" fmla="*/ 14 w 14"/>
                        <a:gd name="T43" fmla="*/ 12 h 1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4"/>
                        <a:gd name="T67" fmla="*/ 0 h 12"/>
                        <a:gd name="T68" fmla="*/ 14 w 14"/>
                        <a:gd name="T69" fmla="*/ 12 h 1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4" h="12">
                          <a:moveTo>
                            <a:pt x="14" y="12"/>
                          </a:moveTo>
                          <a:lnTo>
                            <a:pt x="13" y="12"/>
                          </a:lnTo>
                          <a:lnTo>
                            <a:pt x="12" y="11"/>
                          </a:lnTo>
                          <a:lnTo>
                            <a:pt x="9" y="10"/>
                          </a:lnTo>
                          <a:lnTo>
                            <a:pt x="8" y="9"/>
                          </a:lnTo>
                          <a:lnTo>
                            <a:pt x="6" y="8"/>
                          </a:lnTo>
                          <a:lnTo>
                            <a:pt x="5" y="5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5" y="4"/>
                          </a:lnTo>
                          <a:lnTo>
                            <a:pt x="8" y="5"/>
                          </a:lnTo>
                          <a:lnTo>
                            <a:pt x="9" y="8"/>
                          </a:lnTo>
                          <a:lnTo>
                            <a:pt x="11" y="9"/>
                          </a:lnTo>
                          <a:lnTo>
                            <a:pt x="12" y="10"/>
                          </a:lnTo>
                          <a:lnTo>
                            <a:pt x="13" y="11"/>
                          </a:lnTo>
                          <a:lnTo>
                            <a:pt x="14" y="1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 wrap="none" lIns="0" tIns="0" rIns="0" bIns="0">
                      <a:spAutoFit/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49193" name="Rectangle 1074"/>
            <p:cNvSpPr>
              <a:spLocks noChangeArrowheads="1"/>
            </p:cNvSpPr>
            <p:nvPr/>
          </p:nvSpPr>
          <p:spPr bwMode="auto">
            <a:xfrm>
              <a:off x="2199" y="3488"/>
              <a:ext cx="1720" cy="643"/>
            </a:xfrm>
            <a:prstGeom prst="rect">
              <a:avLst/>
            </a:prstGeom>
            <a:solidFill>
              <a:srgbClr val="FF0000"/>
            </a:solidFill>
            <a:ln w="44450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49194" name="Group 1075"/>
            <p:cNvGrpSpPr>
              <a:grpSpLocks/>
            </p:cNvGrpSpPr>
            <p:nvPr/>
          </p:nvGrpSpPr>
          <p:grpSpPr bwMode="auto">
            <a:xfrm>
              <a:off x="2329" y="3692"/>
              <a:ext cx="301" cy="274"/>
              <a:chOff x="1983" y="3136"/>
              <a:chExt cx="306" cy="300"/>
            </a:xfrm>
          </p:grpSpPr>
          <p:sp>
            <p:nvSpPr>
              <p:cNvPr id="49220" name="Freeform 1076"/>
              <p:cNvSpPr>
                <a:spLocks/>
              </p:cNvSpPr>
              <p:nvPr/>
            </p:nvSpPr>
            <p:spPr bwMode="auto">
              <a:xfrm>
                <a:off x="1983" y="3136"/>
                <a:ext cx="300" cy="300"/>
              </a:xfrm>
              <a:custGeom>
                <a:avLst/>
                <a:gdLst>
                  <a:gd name="T0" fmla="*/ 171 w 300"/>
                  <a:gd name="T1" fmla="*/ 298 h 300"/>
                  <a:gd name="T2" fmla="*/ 199 w 300"/>
                  <a:gd name="T3" fmla="*/ 292 h 300"/>
                  <a:gd name="T4" fmla="*/ 225 w 300"/>
                  <a:gd name="T5" fmla="*/ 280 h 300"/>
                  <a:gd name="T6" fmla="*/ 249 w 300"/>
                  <a:gd name="T7" fmla="*/ 264 h 300"/>
                  <a:gd name="T8" fmla="*/ 268 w 300"/>
                  <a:gd name="T9" fmla="*/ 243 h 300"/>
                  <a:gd name="T10" fmla="*/ 283 w 300"/>
                  <a:gd name="T11" fmla="*/ 219 h 300"/>
                  <a:gd name="T12" fmla="*/ 293 w 300"/>
                  <a:gd name="T13" fmla="*/ 192 h 300"/>
                  <a:gd name="T14" fmla="*/ 299 w 300"/>
                  <a:gd name="T15" fmla="*/ 163 h 300"/>
                  <a:gd name="T16" fmla="*/ 299 w 300"/>
                  <a:gd name="T17" fmla="*/ 133 h 300"/>
                  <a:gd name="T18" fmla="*/ 293 w 300"/>
                  <a:gd name="T19" fmla="*/ 104 h 300"/>
                  <a:gd name="T20" fmla="*/ 282 w 300"/>
                  <a:gd name="T21" fmla="*/ 77 h 300"/>
                  <a:gd name="T22" fmla="*/ 266 w 300"/>
                  <a:gd name="T23" fmla="*/ 54 h 300"/>
                  <a:gd name="T24" fmla="*/ 245 w 300"/>
                  <a:gd name="T25" fmla="*/ 35 h 300"/>
                  <a:gd name="T26" fmla="*/ 222 w 300"/>
                  <a:gd name="T27" fmla="*/ 19 h 300"/>
                  <a:gd name="T28" fmla="*/ 195 w 300"/>
                  <a:gd name="T29" fmla="*/ 7 h 300"/>
                  <a:gd name="T30" fmla="*/ 166 w 300"/>
                  <a:gd name="T31" fmla="*/ 1 h 300"/>
                  <a:gd name="T32" fmla="*/ 136 w 300"/>
                  <a:gd name="T33" fmla="*/ 1 h 300"/>
                  <a:gd name="T34" fmla="*/ 108 w 300"/>
                  <a:gd name="T35" fmla="*/ 6 h 300"/>
                  <a:gd name="T36" fmla="*/ 81 w 300"/>
                  <a:gd name="T37" fmla="*/ 16 h 300"/>
                  <a:gd name="T38" fmla="*/ 56 w 300"/>
                  <a:gd name="T39" fmla="*/ 30 h 300"/>
                  <a:gd name="T40" fmla="*/ 36 w 300"/>
                  <a:gd name="T41" fmla="*/ 50 h 300"/>
                  <a:gd name="T42" fmla="*/ 19 w 300"/>
                  <a:gd name="T43" fmla="*/ 73 h 300"/>
                  <a:gd name="T44" fmla="*/ 7 w 300"/>
                  <a:gd name="T45" fmla="*/ 101 h 300"/>
                  <a:gd name="T46" fmla="*/ 1 w 300"/>
                  <a:gd name="T47" fmla="*/ 131 h 300"/>
                  <a:gd name="T48" fmla="*/ 1 w 300"/>
                  <a:gd name="T49" fmla="*/ 164 h 300"/>
                  <a:gd name="T50" fmla="*/ 7 w 300"/>
                  <a:gd name="T51" fmla="*/ 195 h 300"/>
                  <a:gd name="T52" fmla="*/ 19 w 300"/>
                  <a:gd name="T53" fmla="*/ 223 h 300"/>
                  <a:gd name="T54" fmla="*/ 36 w 300"/>
                  <a:gd name="T55" fmla="*/ 246 h 300"/>
                  <a:gd name="T56" fmla="*/ 58 w 300"/>
                  <a:gd name="T57" fmla="*/ 266 h 300"/>
                  <a:gd name="T58" fmla="*/ 83 w 300"/>
                  <a:gd name="T59" fmla="*/ 282 h 300"/>
                  <a:gd name="T60" fmla="*/ 111 w 300"/>
                  <a:gd name="T61" fmla="*/ 293 h 300"/>
                  <a:gd name="T62" fmla="*/ 141 w 300"/>
                  <a:gd name="T63" fmla="*/ 298 h 3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0"/>
                  <a:gd name="T97" fmla="*/ 0 h 300"/>
                  <a:gd name="T98" fmla="*/ 300 w 300"/>
                  <a:gd name="T99" fmla="*/ 300 h 3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0" h="300">
                    <a:moveTo>
                      <a:pt x="156" y="300"/>
                    </a:moveTo>
                    <a:lnTo>
                      <a:pt x="171" y="298"/>
                    </a:lnTo>
                    <a:lnTo>
                      <a:pt x="186" y="296"/>
                    </a:lnTo>
                    <a:lnTo>
                      <a:pt x="199" y="292"/>
                    </a:lnTo>
                    <a:lnTo>
                      <a:pt x="213" y="288"/>
                    </a:lnTo>
                    <a:lnTo>
                      <a:pt x="225" y="280"/>
                    </a:lnTo>
                    <a:lnTo>
                      <a:pt x="237" y="273"/>
                    </a:lnTo>
                    <a:lnTo>
                      <a:pt x="249" y="264"/>
                    </a:lnTo>
                    <a:lnTo>
                      <a:pt x="258" y="254"/>
                    </a:lnTo>
                    <a:lnTo>
                      <a:pt x="268" y="243"/>
                    </a:lnTo>
                    <a:lnTo>
                      <a:pt x="276" y="231"/>
                    </a:lnTo>
                    <a:lnTo>
                      <a:pt x="283" y="219"/>
                    </a:lnTo>
                    <a:lnTo>
                      <a:pt x="289" y="206"/>
                    </a:lnTo>
                    <a:lnTo>
                      <a:pt x="293" y="192"/>
                    </a:lnTo>
                    <a:lnTo>
                      <a:pt x="297" y="178"/>
                    </a:lnTo>
                    <a:lnTo>
                      <a:pt x="299" y="163"/>
                    </a:lnTo>
                    <a:lnTo>
                      <a:pt x="300" y="148"/>
                    </a:lnTo>
                    <a:lnTo>
                      <a:pt x="299" y="133"/>
                    </a:lnTo>
                    <a:lnTo>
                      <a:pt x="297" y="118"/>
                    </a:lnTo>
                    <a:lnTo>
                      <a:pt x="293" y="104"/>
                    </a:lnTo>
                    <a:lnTo>
                      <a:pt x="288" y="90"/>
                    </a:lnTo>
                    <a:lnTo>
                      <a:pt x="282" y="77"/>
                    </a:lnTo>
                    <a:lnTo>
                      <a:pt x="274" y="66"/>
                    </a:lnTo>
                    <a:lnTo>
                      <a:pt x="266" y="54"/>
                    </a:lnTo>
                    <a:lnTo>
                      <a:pt x="256" y="43"/>
                    </a:lnTo>
                    <a:lnTo>
                      <a:pt x="245" y="35"/>
                    </a:lnTo>
                    <a:lnTo>
                      <a:pt x="235" y="25"/>
                    </a:lnTo>
                    <a:lnTo>
                      <a:pt x="222" y="19"/>
                    </a:lnTo>
                    <a:lnTo>
                      <a:pt x="209" y="12"/>
                    </a:lnTo>
                    <a:lnTo>
                      <a:pt x="195" y="7"/>
                    </a:lnTo>
                    <a:lnTo>
                      <a:pt x="181" y="4"/>
                    </a:lnTo>
                    <a:lnTo>
                      <a:pt x="166" y="1"/>
                    </a:lnTo>
                    <a:lnTo>
                      <a:pt x="151" y="0"/>
                    </a:lnTo>
                    <a:lnTo>
                      <a:pt x="136" y="1"/>
                    </a:lnTo>
                    <a:lnTo>
                      <a:pt x="121" y="3"/>
                    </a:lnTo>
                    <a:lnTo>
                      <a:pt x="108" y="6"/>
                    </a:lnTo>
                    <a:lnTo>
                      <a:pt x="94" y="10"/>
                    </a:lnTo>
                    <a:lnTo>
                      <a:pt x="81" y="16"/>
                    </a:lnTo>
                    <a:lnTo>
                      <a:pt x="68" y="23"/>
                    </a:lnTo>
                    <a:lnTo>
                      <a:pt x="56" y="30"/>
                    </a:lnTo>
                    <a:lnTo>
                      <a:pt x="46" y="40"/>
                    </a:lnTo>
                    <a:lnTo>
                      <a:pt x="36" y="50"/>
                    </a:lnTo>
                    <a:lnTo>
                      <a:pt x="26" y="61"/>
                    </a:lnTo>
                    <a:lnTo>
                      <a:pt x="19" y="73"/>
                    </a:lnTo>
                    <a:lnTo>
                      <a:pt x="12" y="86"/>
                    </a:lnTo>
                    <a:lnTo>
                      <a:pt x="7" y="101"/>
                    </a:lnTo>
                    <a:lnTo>
                      <a:pt x="3" y="116"/>
                    </a:lnTo>
                    <a:lnTo>
                      <a:pt x="1" y="131"/>
                    </a:lnTo>
                    <a:lnTo>
                      <a:pt x="0" y="148"/>
                    </a:lnTo>
                    <a:lnTo>
                      <a:pt x="1" y="164"/>
                    </a:lnTo>
                    <a:lnTo>
                      <a:pt x="3" y="180"/>
                    </a:lnTo>
                    <a:lnTo>
                      <a:pt x="7" y="195"/>
                    </a:lnTo>
                    <a:lnTo>
                      <a:pt x="12" y="209"/>
                    </a:lnTo>
                    <a:lnTo>
                      <a:pt x="19" y="223"/>
                    </a:lnTo>
                    <a:lnTo>
                      <a:pt x="27" y="234"/>
                    </a:lnTo>
                    <a:lnTo>
                      <a:pt x="36" y="246"/>
                    </a:lnTo>
                    <a:lnTo>
                      <a:pt x="47" y="257"/>
                    </a:lnTo>
                    <a:lnTo>
                      <a:pt x="58" y="266"/>
                    </a:lnTo>
                    <a:lnTo>
                      <a:pt x="70" y="275"/>
                    </a:lnTo>
                    <a:lnTo>
                      <a:pt x="83" y="282"/>
                    </a:lnTo>
                    <a:lnTo>
                      <a:pt x="97" y="288"/>
                    </a:lnTo>
                    <a:lnTo>
                      <a:pt x="111" y="293"/>
                    </a:lnTo>
                    <a:lnTo>
                      <a:pt x="126" y="296"/>
                    </a:lnTo>
                    <a:lnTo>
                      <a:pt x="141" y="298"/>
                    </a:lnTo>
                    <a:lnTo>
                      <a:pt x="156" y="30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1" name="Freeform 1077"/>
              <p:cNvSpPr>
                <a:spLocks/>
              </p:cNvSpPr>
              <p:nvPr/>
            </p:nvSpPr>
            <p:spPr bwMode="auto">
              <a:xfrm>
                <a:off x="2140" y="3136"/>
                <a:ext cx="149" cy="300"/>
              </a:xfrm>
              <a:custGeom>
                <a:avLst/>
                <a:gdLst>
                  <a:gd name="T0" fmla="*/ 146 w 149"/>
                  <a:gd name="T1" fmla="*/ 116 h 300"/>
                  <a:gd name="T2" fmla="*/ 147 w 149"/>
                  <a:gd name="T3" fmla="*/ 179 h 300"/>
                  <a:gd name="T4" fmla="*/ 123 w 149"/>
                  <a:gd name="T5" fmla="*/ 235 h 300"/>
                  <a:gd name="T6" fmla="*/ 106 w 149"/>
                  <a:gd name="T7" fmla="*/ 256 h 300"/>
                  <a:gd name="T8" fmla="*/ 85 w 149"/>
                  <a:gd name="T9" fmla="*/ 273 h 300"/>
                  <a:gd name="T10" fmla="*/ 63 w 149"/>
                  <a:gd name="T11" fmla="*/ 286 h 300"/>
                  <a:gd name="T12" fmla="*/ 38 w 149"/>
                  <a:gd name="T13" fmla="*/ 294 h 300"/>
                  <a:gd name="T14" fmla="*/ 13 w 149"/>
                  <a:gd name="T15" fmla="*/ 298 h 300"/>
                  <a:gd name="T16" fmla="*/ 6 w 149"/>
                  <a:gd name="T17" fmla="*/ 292 h 300"/>
                  <a:gd name="T18" fmla="*/ 13 w 149"/>
                  <a:gd name="T19" fmla="*/ 282 h 300"/>
                  <a:gd name="T20" fmla="*/ 23 w 149"/>
                  <a:gd name="T21" fmla="*/ 277 h 300"/>
                  <a:gd name="T22" fmla="*/ 25 w 149"/>
                  <a:gd name="T23" fmla="*/ 265 h 300"/>
                  <a:gd name="T24" fmla="*/ 29 w 149"/>
                  <a:gd name="T25" fmla="*/ 254 h 300"/>
                  <a:gd name="T26" fmla="*/ 37 w 149"/>
                  <a:gd name="T27" fmla="*/ 247 h 300"/>
                  <a:gd name="T28" fmla="*/ 50 w 149"/>
                  <a:gd name="T29" fmla="*/ 246 h 300"/>
                  <a:gd name="T30" fmla="*/ 63 w 149"/>
                  <a:gd name="T31" fmla="*/ 246 h 300"/>
                  <a:gd name="T32" fmla="*/ 75 w 149"/>
                  <a:gd name="T33" fmla="*/ 245 h 300"/>
                  <a:gd name="T34" fmla="*/ 87 w 149"/>
                  <a:gd name="T35" fmla="*/ 243 h 300"/>
                  <a:gd name="T36" fmla="*/ 99 w 149"/>
                  <a:gd name="T37" fmla="*/ 240 h 300"/>
                  <a:gd name="T38" fmla="*/ 102 w 149"/>
                  <a:gd name="T39" fmla="*/ 224 h 300"/>
                  <a:gd name="T40" fmla="*/ 99 w 149"/>
                  <a:gd name="T41" fmla="*/ 213 h 300"/>
                  <a:gd name="T42" fmla="*/ 100 w 149"/>
                  <a:gd name="T43" fmla="*/ 206 h 300"/>
                  <a:gd name="T44" fmla="*/ 103 w 149"/>
                  <a:gd name="T45" fmla="*/ 198 h 300"/>
                  <a:gd name="T46" fmla="*/ 98 w 149"/>
                  <a:gd name="T47" fmla="*/ 196 h 300"/>
                  <a:gd name="T48" fmla="*/ 100 w 149"/>
                  <a:gd name="T49" fmla="*/ 193 h 300"/>
                  <a:gd name="T50" fmla="*/ 101 w 149"/>
                  <a:gd name="T51" fmla="*/ 186 h 300"/>
                  <a:gd name="T52" fmla="*/ 97 w 149"/>
                  <a:gd name="T53" fmla="*/ 172 h 300"/>
                  <a:gd name="T54" fmla="*/ 107 w 149"/>
                  <a:gd name="T55" fmla="*/ 168 h 300"/>
                  <a:gd name="T56" fmla="*/ 114 w 149"/>
                  <a:gd name="T57" fmla="*/ 162 h 300"/>
                  <a:gd name="T58" fmla="*/ 85 w 149"/>
                  <a:gd name="T59" fmla="*/ 119 h 300"/>
                  <a:gd name="T60" fmla="*/ 87 w 149"/>
                  <a:gd name="T61" fmla="*/ 96 h 300"/>
                  <a:gd name="T62" fmla="*/ 76 w 149"/>
                  <a:gd name="T63" fmla="*/ 69 h 300"/>
                  <a:gd name="T64" fmla="*/ 61 w 149"/>
                  <a:gd name="T65" fmla="*/ 44 h 300"/>
                  <a:gd name="T66" fmla="*/ 63 w 149"/>
                  <a:gd name="T67" fmla="*/ 40 h 300"/>
                  <a:gd name="T68" fmla="*/ 67 w 149"/>
                  <a:gd name="T69" fmla="*/ 37 h 300"/>
                  <a:gd name="T70" fmla="*/ 66 w 149"/>
                  <a:gd name="T71" fmla="*/ 31 h 300"/>
                  <a:gd name="T72" fmla="*/ 53 w 149"/>
                  <a:gd name="T73" fmla="*/ 27 h 300"/>
                  <a:gd name="T74" fmla="*/ 40 w 149"/>
                  <a:gd name="T75" fmla="*/ 24 h 300"/>
                  <a:gd name="T76" fmla="*/ 28 w 149"/>
                  <a:gd name="T77" fmla="*/ 21 h 300"/>
                  <a:gd name="T78" fmla="*/ 14 w 149"/>
                  <a:gd name="T79" fmla="*/ 20 h 300"/>
                  <a:gd name="T80" fmla="*/ 0 w 149"/>
                  <a:gd name="T81" fmla="*/ 19 h 300"/>
                  <a:gd name="T82" fmla="*/ 0 w 149"/>
                  <a:gd name="T83" fmla="*/ 4 h 300"/>
                  <a:gd name="T84" fmla="*/ 21 w 149"/>
                  <a:gd name="T85" fmla="*/ 3 h 300"/>
                  <a:gd name="T86" fmla="*/ 50 w 149"/>
                  <a:gd name="T87" fmla="*/ 10 h 300"/>
                  <a:gd name="T88" fmla="*/ 77 w 149"/>
                  <a:gd name="T89" fmla="*/ 23 h 300"/>
                  <a:gd name="T90" fmla="*/ 100 w 149"/>
                  <a:gd name="T91" fmla="*/ 40 h 300"/>
                  <a:gd name="T92" fmla="*/ 120 w 149"/>
                  <a:gd name="T93" fmla="*/ 61 h 30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49"/>
                  <a:gd name="T142" fmla="*/ 0 h 300"/>
                  <a:gd name="T143" fmla="*/ 149 w 149"/>
                  <a:gd name="T144" fmla="*/ 300 h 30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49" h="300">
                    <a:moveTo>
                      <a:pt x="131" y="78"/>
                    </a:moveTo>
                    <a:lnTo>
                      <a:pt x="140" y="97"/>
                    </a:lnTo>
                    <a:lnTo>
                      <a:pt x="146" y="116"/>
                    </a:lnTo>
                    <a:lnTo>
                      <a:pt x="149" y="137"/>
                    </a:lnTo>
                    <a:lnTo>
                      <a:pt x="149" y="159"/>
                    </a:lnTo>
                    <a:lnTo>
                      <a:pt x="147" y="179"/>
                    </a:lnTo>
                    <a:lnTo>
                      <a:pt x="142" y="200"/>
                    </a:lnTo>
                    <a:lnTo>
                      <a:pt x="134" y="218"/>
                    </a:lnTo>
                    <a:lnTo>
                      <a:pt x="123" y="235"/>
                    </a:lnTo>
                    <a:lnTo>
                      <a:pt x="117" y="243"/>
                    </a:lnTo>
                    <a:lnTo>
                      <a:pt x="112" y="249"/>
                    </a:lnTo>
                    <a:lnTo>
                      <a:pt x="106" y="256"/>
                    </a:lnTo>
                    <a:lnTo>
                      <a:pt x="99" y="262"/>
                    </a:lnTo>
                    <a:lnTo>
                      <a:pt x="93" y="267"/>
                    </a:lnTo>
                    <a:lnTo>
                      <a:pt x="85" y="273"/>
                    </a:lnTo>
                    <a:lnTo>
                      <a:pt x="78" y="277"/>
                    </a:lnTo>
                    <a:lnTo>
                      <a:pt x="70" y="281"/>
                    </a:lnTo>
                    <a:lnTo>
                      <a:pt x="63" y="286"/>
                    </a:lnTo>
                    <a:lnTo>
                      <a:pt x="55" y="289"/>
                    </a:lnTo>
                    <a:lnTo>
                      <a:pt x="47" y="292"/>
                    </a:lnTo>
                    <a:lnTo>
                      <a:pt x="38" y="294"/>
                    </a:lnTo>
                    <a:lnTo>
                      <a:pt x="30" y="296"/>
                    </a:lnTo>
                    <a:lnTo>
                      <a:pt x="21" y="297"/>
                    </a:lnTo>
                    <a:lnTo>
                      <a:pt x="13" y="298"/>
                    </a:lnTo>
                    <a:lnTo>
                      <a:pt x="3" y="300"/>
                    </a:lnTo>
                    <a:lnTo>
                      <a:pt x="5" y="295"/>
                    </a:lnTo>
                    <a:lnTo>
                      <a:pt x="6" y="292"/>
                    </a:lnTo>
                    <a:lnTo>
                      <a:pt x="8" y="289"/>
                    </a:lnTo>
                    <a:lnTo>
                      <a:pt x="10" y="286"/>
                    </a:lnTo>
                    <a:lnTo>
                      <a:pt x="13" y="282"/>
                    </a:lnTo>
                    <a:lnTo>
                      <a:pt x="16" y="280"/>
                    </a:lnTo>
                    <a:lnTo>
                      <a:pt x="19" y="278"/>
                    </a:lnTo>
                    <a:lnTo>
                      <a:pt x="23" y="277"/>
                    </a:lnTo>
                    <a:lnTo>
                      <a:pt x="23" y="273"/>
                    </a:lnTo>
                    <a:lnTo>
                      <a:pt x="24" y="270"/>
                    </a:lnTo>
                    <a:lnTo>
                      <a:pt x="25" y="265"/>
                    </a:lnTo>
                    <a:lnTo>
                      <a:pt x="25" y="261"/>
                    </a:lnTo>
                    <a:lnTo>
                      <a:pt x="26" y="258"/>
                    </a:lnTo>
                    <a:lnTo>
                      <a:pt x="29" y="254"/>
                    </a:lnTo>
                    <a:lnTo>
                      <a:pt x="31" y="250"/>
                    </a:lnTo>
                    <a:lnTo>
                      <a:pt x="33" y="248"/>
                    </a:lnTo>
                    <a:lnTo>
                      <a:pt x="37" y="247"/>
                    </a:lnTo>
                    <a:lnTo>
                      <a:pt x="41" y="247"/>
                    </a:lnTo>
                    <a:lnTo>
                      <a:pt x="46" y="247"/>
                    </a:lnTo>
                    <a:lnTo>
                      <a:pt x="50" y="246"/>
                    </a:lnTo>
                    <a:lnTo>
                      <a:pt x="54" y="246"/>
                    </a:lnTo>
                    <a:lnTo>
                      <a:pt x="58" y="246"/>
                    </a:lnTo>
                    <a:lnTo>
                      <a:pt x="63" y="246"/>
                    </a:lnTo>
                    <a:lnTo>
                      <a:pt x="67" y="246"/>
                    </a:lnTo>
                    <a:lnTo>
                      <a:pt x="71" y="245"/>
                    </a:lnTo>
                    <a:lnTo>
                      <a:pt x="75" y="245"/>
                    </a:lnTo>
                    <a:lnTo>
                      <a:pt x="79" y="244"/>
                    </a:lnTo>
                    <a:lnTo>
                      <a:pt x="83" y="244"/>
                    </a:lnTo>
                    <a:lnTo>
                      <a:pt x="87" y="243"/>
                    </a:lnTo>
                    <a:lnTo>
                      <a:pt x="91" y="242"/>
                    </a:lnTo>
                    <a:lnTo>
                      <a:pt x="95" y="241"/>
                    </a:lnTo>
                    <a:lnTo>
                      <a:pt x="99" y="240"/>
                    </a:lnTo>
                    <a:lnTo>
                      <a:pt x="102" y="234"/>
                    </a:lnTo>
                    <a:lnTo>
                      <a:pt x="102" y="229"/>
                    </a:lnTo>
                    <a:lnTo>
                      <a:pt x="102" y="224"/>
                    </a:lnTo>
                    <a:lnTo>
                      <a:pt x="100" y="218"/>
                    </a:lnTo>
                    <a:lnTo>
                      <a:pt x="99" y="215"/>
                    </a:lnTo>
                    <a:lnTo>
                      <a:pt x="99" y="213"/>
                    </a:lnTo>
                    <a:lnTo>
                      <a:pt x="99" y="211"/>
                    </a:lnTo>
                    <a:lnTo>
                      <a:pt x="99" y="208"/>
                    </a:lnTo>
                    <a:lnTo>
                      <a:pt x="100" y="206"/>
                    </a:lnTo>
                    <a:lnTo>
                      <a:pt x="101" y="203"/>
                    </a:lnTo>
                    <a:lnTo>
                      <a:pt x="102" y="200"/>
                    </a:lnTo>
                    <a:lnTo>
                      <a:pt x="103" y="198"/>
                    </a:lnTo>
                    <a:lnTo>
                      <a:pt x="101" y="197"/>
                    </a:lnTo>
                    <a:lnTo>
                      <a:pt x="100" y="197"/>
                    </a:lnTo>
                    <a:lnTo>
                      <a:pt x="98" y="196"/>
                    </a:lnTo>
                    <a:lnTo>
                      <a:pt x="98" y="194"/>
                    </a:lnTo>
                    <a:lnTo>
                      <a:pt x="99" y="193"/>
                    </a:lnTo>
                    <a:lnTo>
                      <a:pt x="100" y="193"/>
                    </a:lnTo>
                    <a:lnTo>
                      <a:pt x="102" y="192"/>
                    </a:lnTo>
                    <a:lnTo>
                      <a:pt x="103" y="191"/>
                    </a:lnTo>
                    <a:lnTo>
                      <a:pt x="101" y="186"/>
                    </a:lnTo>
                    <a:lnTo>
                      <a:pt x="100" y="182"/>
                    </a:lnTo>
                    <a:lnTo>
                      <a:pt x="99" y="177"/>
                    </a:lnTo>
                    <a:lnTo>
                      <a:pt x="97" y="172"/>
                    </a:lnTo>
                    <a:lnTo>
                      <a:pt x="100" y="170"/>
                    </a:lnTo>
                    <a:lnTo>
                      <a:pt x="103" y="169"/>
                    </a:lnTo>
                    <a:lnTo>
                      <a:pt x="107" y="168"/>
                    </a:lnTo>
                    <a:lnTo>
                      <a:pt x="109" y="166"/>
                    </a:lnTo>
                    <a:lnTo>
                      <a:pt x="112" y="164"/>
                    </a:lnTo>
                    <a:lnTo>
                      <a:pt x="114" y="162"/>
                    </a:lnTo>
                    <a:lnTo>
                      <a:pt x="115" y="160"/>
                    </a:lnTo>
                    <a:lnTo>
                      <a:pt x="115" y="155"/>
                    </a:lnTo>
                    <a:lnTo>
                      <a:pt x="85" y="119"/>
                    </a:lnTo>
                    <a:lnTo>
                      <a:pt x="93" y="114"/>
                    </a:lnTo>
                    <a:lnTo>
                      <a:pt x="91" y="105"/>
                    </a:lnTo>
                    <a:lnTo>
                      <a:pt x="87" y="96"/>
                    </a:lnTo>
                    <a:lnTo>
                      <a:pt x="84" y="86"/>
                    </a:lnTo>
                    <a:lnTo>
                      <a:pt x="81" y="77"/>
                    </a:lnTo>
                    <a:lnTo>
                      <a:pt x="76" y="69"/>
                    </a:lnTo>
                    <a:lnTo>
                      <a:pt x="71" y="60"/>
                    </a:lnTo>
                    <a:lnTo>
                      <a:pt x="66" y="52"/>
                    </a:lnTo>
                    <a:lnTo>
                      <a:pt x="61" y="44"/>
                    </a:lnTo>
                    <a:lnTo>
                      <a:pt x="62" y="43"/>
                    </a:lnTo>
                    <a:lnTo>
                      <a:pt x="63" y="41"/>
                    </a:lnTo>
                    <a:lnTo>
                      <a:pt x="63" y="40"/>
                    </a:lnTo>
                    <a:lnTo>
                      <a:pt x="65" y="39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9" y="35"/>
                    </a:lnTo>
                    <a:lnTo>
                      <a:pt x="70" y="34"/>
                    </a:lnTo>
                    <a:lnTo>
                      <a:pt x="66" y="31"/>
                    </a:lnTo>
                    <a:lnTo>
                      <a:pt x="62" y="30"/>
                    </a:lnTo>
                    <a:lnTo>
                      <a:pt x="57" y="28"/>
                    </a:lnTo>
                    <a:lnTo>
                      <a:pt x="53" y="27"/>
                    </a:lnTo>
                    <a:lnTo>
                      <a:pt x="49" y="26"/>
                    </a:lnTo>
                    <a:lnTo>
                      <a:pt x="45" y="25"/>
                    </a:lnTo>
                    <a:lnTo>
                      <a:pt x="40" y="24"/>
                    </a:lnTo>
                    <a:lnTo>
                      <a:pt x="36" y="23"/>
                    </a:lnTo>
                    <a:lnTo>
                      <a:pt x="32" y="22"/>
                    </a:lnTo>
                    <a:lnTo>
                      <a:pt x="28" y="21"/>
                    </a:lnTo>
                    <a:lnTo>
                      <a:pt x="23" y="21"/>
                    </a:lnTo>
                    <a:lnTo>
                      <a:pt x="18" y="20"/>
                    </a:lnTo>
                    <a:lnTo>
                      <a:pt x="14" y="20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1"/>
                    </a:lnTo>
                    <a:lnTo>
                      <a:pt x="21" y="3"/>
                    </a:lnTo>
                    <a:lnTo>
                      <a:pt x="31" y="5"/>
                    </a:lnTo>
                    <a:lnTo>
                      <a:pt x="40" y="7"/>
                    </a:lnTo>
                    <a:lnTo>
                      <a:pt x="50" y="10"/>
                    </a:lnTo>
                    <a:lnTo>
                      <a:pt x="58" y="14"/>
                    </a:lnTo>
                    <a:lnTo>
                      <a:pt x="68" y="18"/>
                    </a:lnTo>
                    <a:lnTo>
                      <a:pt x="77" y="23"/>
                    </a:lnTo>
                    <a:lnTo>
                      <a:pt x="85" y="28"/>
                    </a:lnTo>
                    <a:lnTo>
                      <a:pt x="93" y="34"/>
                    </a:lnTo>
                    <a:lnTo>
                      <a:pt x="100" y="40"/>
                    </a:lnTo>
                    <a:lnTo>
                      <a:pt x="108" y="46"/>
                    </a:lnTo>
                    <a:lnTo>
                      <a:pt x="114" y="54"/>
                    </a:lnTo>
                    <a:lnTo>
                      <a:pt x="120" y="61"/>
                    </a:lnTo>
                    <a:lnTo>
                      <a:pt x="126" y="70"/>
                    </a:lnTo>
                    <a:lnTo>
                      <a:pt x="131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2" name="Freeform 1078"/>
              <p:cNvSpPr>
                <a:spLocks/>
              </p:cNvSpPr>
              <p:nvPr/>
            </p:nvSpPr>
            <p:spPr bwMode="auto">
              <a:xfrm>
                <a:off x="2114" y="3137"/>
                <a:ext cx="21" cy="23"/>
              </a:xfrm>
              <a:custGeom>
                <a:avLst/>
                <a:gdLst>
                  <a:gd name="T0" fmla="*/ 20 w 21"/>
                  <a:gd name="T1" fmla="*/ 23 h 23"/>
                  <a:gd name="T2" fmla="*/ 12 w 21"/>
                  <a:gd name="T3" fmla="*/ 23 h 23"/>
                  <a:gd name="T4" fmla="*/ 13 w 21"/>
                  <a:gd name="T5" fmla="*/ 20 h 23"/>
                  <a:gd name="T6" fmla="*/ 13 w 21"/>
                  <a:gd name="T7" fmla="*/ 17 h 23"/>
                  <a:gd name="T8" fmla="*/ 12 w 21"/>
                  <a:gd name="T9" fmla="*/ 13 h 23"/>
                  <a:gd name="T10" fmla="*/ 11 w 21"/>
                  <a:gd name="T11" fmla="*/ 11 h 23"/>
                  <a:gd name="T12" fmla="*/ 9 w 21"/>
                  <a:gd name="T13" fmla="*/ 9 h 23"/>
                  <a:gd name="T14" fmla="*/ 8 w 21"/>
                  <a:gd name="T15" fmla="*/ 7 h 23"/>
                  <a:gd name="T16" fmla="*/ 4 w 21"/>
                  <a:gd name="T17" fmla="*/ 5 h 23"/>
                  <a:gd name="T18" fmla="*/ 2 w 21"/>
                  <a:gd name="T19" fmla="*/ 4 h 23"/>
                  <a:gd name="T20" fmla="*/ 0 w 21"/>
                  <a:gd name="T21" fmla="*/ 2 h 23"/>
                  <a:gd name="T22" fmla="*/ 2 w 21"/>
                  <a:gd name="T23" fmla="*/ 2 h 23"/>
                  <a:gd name="T24" fmla="*/ 4 w 21"/>
                  <a:gd name="T25" fmla="*/ 2 h 23"/>
                  <a:gd name="T26" fmla="*/ 8 w 21"/>
                  <a:gd name="T27" fmla="*/ 0 h 23"/>
                  <a:gd name="T28" fmla="*/ 10 w 21"/>
                  <a:gd name="T29" fmla="*/ 0 h 23"/>
                  <a:gd name="T30" fmla="*/ 13 w 21"/>
                  <a:gd name="T31" fmla="*/ 0 h 23"/>
                  <a:gd name="T32" fmla="*/ 16 w 21"/>
                  <a:gd name="T33" fmla="*/ 0 h 23"/>
                  <a:gd name="T34" fmla="*/ 19 w 21"/>
                  <a:gd name="T35" fmla="*/ 0 h 23"/>
                  <a:gd name="T36" fmla="*/ 21 w 21"/>
                  <a:gd name="T37" fmla="*/ 2 h 23"/>
                  <a:gd name="T38" fmla="*/ 20 w 21"/>
                  <a:gd name="T39" fmla="*/ 23 h 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"/>
                  <a:gd name="T61" fmla="*/ 0 h 23"/>
                  <a:gd name="T62" fmla="*/ 21 w 21"/>
                  <a:gd name="T63" fmla="*/ 23 h 2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" h="23">
                    <a:moveTo>
                      <a:pt x="20" y="23"/>
                    </a:moveTo>
                    <a:lnTo>
                      <a:pt x="12" y="23"/>
                    </a:lnTo>
                    <a:lnTo>
                      <a:pt x="13" y="20"/>
                    </a:lnTo>
                    <a:lnTo>
                      <a:pt x="13" y="17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2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3" name="Freeform 1079"/>
              <p:cNvSpPr>
                <a:spLocks/>
              </p:cNvSpPr>
              <p:nvPr/>
            </p:nvSpPr>
            <p:spPr bwMode="auto">
              <a:xfrm>
                <a:off x="2018" y="3141"/>
                <a:ext cx="104" cy="270"/>
              </a:xfrm>
              <a:custGeom>
                <a:avLst/>
                <a:gdLst>
                  <a:gd name="T0" fmla="*/ 104 w 104"/>
                  <a:gd name="T1" fmla="*/ 19 h 270"/>
                  <a:gd name="T2" fmla="*/ 102 w 104"/>
                  <a:gd name="T3" fmla="*/ 33 h 270"/>
                  <a:gd name="T4" fmla="*/ 97 w 104"/>
                  <a:gd name="T5" fmla="*/ 45 h 270"/>
                  <a:gd name="T6" fmla="*/ 92 w 104"/>
                  <a:gd name="T7" fmla="*/ 48 h 270"/>
                  <a:gd name="T8" fmla="*/ 85 w 104"/>
                  <a:gd name="T9" fmla="*/ 52 h 270"/>
                  <a:gd name="T10" fmla="*/ 83 w 104"/>
                  <a:gd name="T11" fmla="*/ 57 h 270"/>
                  <a:gd name="T12" fmla="*/ 83 w 104"/>
                  <a:gd name="T13" fmla="*/ 66 h 270"/>
                  <a:gd name="T14" fmla="*/ 85 w 104"/>
                  <a:gd name="T15" fmla="*/ 71 h 270"/>
                  <a:gd name="T16" fmla="*/ 91 w 104"/>
                  <a:gd name="T17" fmla="*/ 68 h 270"/>
                  <a:gd name="T18" fmla="*/ 93 w 104"/>
                  <a:gd name="T19" fmla="*/ 62 h 270"/>
                  <a:gd name="T20" fmla="*/ 98 w 104"/>
                  <a:gd name="T21" fmla="*/ 60 h 270"/>
                  <a:gd name="T22" fmla="*/ 96 w 104"/>
                  <a:gd name="T23" fmla="*/ 80 h 270"/>
                  <a:gd name="T24" fmla="*/ 91 w 104"/>
                  <a:gd name="T25" fmla="*/ 91 h 270"/>
                  <a:gd name="T26" fmla="*/ 85 w 104"/>
                  <a:gd name="T27" fmla="*/ 101 h 270"/>
                  <a:gd name="T28" fmla="*/ 88 w 104"/>
                  <a:gd name="T29" fmla="*/ 127 h 270"/>
                  <a:gd name="T30" fmla="*/ 86 w 104"/>
                  <a:gd name="T31" fmla="*/ 120 h 270"/>
                  <a:gd name="T32" fmla="*/ 85 w 104"/>
                  <a:gd name="T33" fmla="*/ 114 h 270"/>
                  <a:gd name="T34" fmla="*/ 73 w 104"/>
                  <a:gd name="T35" fmla="*/ 103 h 270"/>
                  <a:gd name="T36" fmla="*/ 66 w 104"/>
                  <a:gd name="T37" fmla="*/ 107 h 270"/>
                  <a:gd name="T38" fmla="*/ 62 w 104"/>
                  <a:gd name="T39" fmla="*/ 112 h 270"/>
                  <a:gd name="T40" fmla="*/ 55 w 104"/>
                  <a:gd name="T41" fmla="*/ 107 h 270"/>
                  <a:gd name="T42" fmla="*/ 46 w 104"/>
                  <a:gd name="T43" fmla="*/ 105 h 270"/>
                  <a:gd name="T44" fmla="*/ 38 w 104"/>
                  <a:gd name="T45" fmla="*/ 109 h 270"/>
                  <a:gd name="T46" fmla="*/ 39 w 104"/>
                  <a:gd name="T47" fmla="*/ 121 h 270"/>
                  <a:gd name="T48" fmla="*/ 38 w 104"/>
                  <a:gd name="T49" fmla="*/ 127 h 270"/>
                  <a:gd name="T50" fmla="*/ 32 w 104"/>
                  <a:gd name="T51" fmla="*/ 134 h 270"/>
                  <a:gd name="T52" fmla="*/ 26 w 104"/>
                  <a:gd name="T53" fmla="*/ 143 h 270"/>
                  <a:gd name="T54" fmla="*/ 34 w 104"/>
                  <a:gd name="T55" fmla="*/ 166 h 270"/>
                  <a:gd name="T56" fmla="*/ 47 w 104"/>
                  <a:gd name="T57" fmla="*/ 186 h 270"/>
                  <a:gd name="T58" fmla="*/ 65 w 104"/>
                  <a:gd name="T59" fmla="*/ 194 h 270"/>
                  <a:gd name="T60" fmla="*/ 74 w 104"/>
                  <a:gd name="T61" fmla="*/ 203 h 270"/>
                  <a:gd name="T62" fmla="*/ 77 w 104"/>
                  <a:gd name="T63" fmla="*/ 213 h 270"/>
                  <a:gd name="T64" fmla="*/ 63 w 104"/>
                  <a:gd name="T65" fmla="*/ 226 h 270"/>
                  <a:gd name="T66" fmla="*/ 61 w 104"/>
                  <a:gd name="T67" fmla="*/ 248 h 270"/>
                  <a:gd name="T68" fmla="*/ 60 w 104"/>
                  <a:gd name="T69" fmla="*/ 270 h 270"/>
                  <a:gd name="T70" fmla="*/ 47 w 104"/>
                  <a:gd name="T71" fmla="*/ 261 h 270"/>
                  <a:gd name="T72" fmla="*/ 37 w 104"/>
                  <a:gd name="T73" fmla="*/ 248 h 270"/>
                  <a:gd name="T74" fmla="*/ 30 w 104"/>
                  <a:gd name="T75" fmla="*/ 234 h 270"/>
                  <a:gd name="T76" fmla="*/ 24 w 104"/>
                  <a:gd name="T77" fmla="*/ 221 h 270"/>
                  <a:gd name="T78" fmla="*/ 14 w 104"/>
                  <a:gd name="T79" fmla="*/ 213 h 270"/>
                  <a:gd name="T80" fmla="*/ 4 w 104"/>
                  <a:gd name="T81" fmla="*/ 170 h 270"/>
                  <a:gd name="T82" fmla="*/ 13 w 104"/>
                  <a:gd name="T83" fmla="*/ 162 h 270"/>
                  <a:gd name="T84" fmla="*/ 21 w 104"/>
                  <a:gd name="T85" fmla="*/ 151 h 270"/>
                  <a:gd name="T86" fmla="*/ 24 w 104"/>
                  <a:gd name="T87" fmla="*/ 112 h 270"/>
                  <a:gd name="T88" fmla="*/ 19 w 104"/>
                  <a:gd name="T89" fmla="*/ 111 h 270"/>
                  <a:gd name="T90" fmla="*/ 14 w 104"/>
                  <a:gd name="T91" fmla="*/ 110 h 270"/>
                  <a:gd name="T92" fmla="*/ 13 w 104"/>
                  <a:gd name="T93" fmla="*/ 60 h 270"/>
                  <a:gd name="T94" fmla="*/ 7 w 104"/>
                  <a:gd name="T95" fmla="*/ 56 h 270"/>
                  <a:gd name="T96" fmla="*/ 4 w 104"/>
                  <a:gd name="T97" fmla="*/ 53 h 270"/>
                  <a:gd name="T98" fmla="*/ 6 w 104"/>
                  <a:gd name="T99" fmla="*/ 45 h 270"/>
                  <a:gd name="T100" fmla="*/ 20 w 104"/>
                  <a:gd name="T101" fmla="*/ 32 h 270"/>
                  <a:gd name="T102" fmla="*/ 35 w 104"/>
                  <a:gd name="T103" fmla="*/ 21 h 270"/>
                  <a:gd name="T104" fmla="*/ 51 w 104"/>
                  <a:gd name="T105" fmla="*/ 13 h 270"/>
                  <a:gd name="T106" fmla="*/ 69 w 104"/>
                  <a:gd name="T107" fmla="*/ 5 h 270"/>
                  <a:gd name="T108" fmla="*/ 86 w 104"/>
                  <a:gd name="T109" fmla="*/ 0 h 270"/>
                  <a:gd name="T110" fmla="*/ 94 w 104"/>
                  <a:gd name="T111" fmla="*/ 2 h 270"/>
                  <a:gd name="T112" fmla="*/ 99 w 104"/>
                  <a:gd name="T113" fmla="*/ 7 h 27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4"/>
                  <a:gd name="T172" fmla="*/ 0 h 270"/>
                  <a:gd name="T173" fmla="*/ 104 w 104"/>
                  <a:gd name="T174" fmla="*/ 270 h 27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4" h="270">
                    <a:moveTo>
                      <a:pt x="104" y="10"/>
                    </a:moveTo>
                    <a:lnTo>
                      <a:pt x="104" y="15"/>
                    </a:lnTo>
                    <a:lnTo>
                      <a:pt x="104" y="19"/>
                    </a:lnTo>
                    <a:lnTo>
                      <a:pt x="104" y="24"/>
                    </a:lnTo>
                    <a:lnTo>
                      <a:pt x="102" y="29"/>
                    </a:lnTo>
                    <a:lnTo>
                      <a:pt x="102" y="33"/>
                    </a:lnTo>
                    <a:lnTo>
                      <a:pt x="101" y="37"/>
                    </a:lnTo>
                    <a:lnTo>
                      <a:pt x="99" y="40"/>
                    </a:lnTo>
                    <a:lnTo>
                      <a:pt x="97" y="45"/>
                    </a:lnTo>
                    <a:lnTo>
                      <a:pt x="95" y="46"/>
                    </a:lnTo>
                    <a:lnTo>
                      <a:pt x="94" y="47"/>
                    </a:lnTo>
                    <a:lnTo>
                      <a:pt x="92" y="48"/>
                    </a:lnTo>
                    <a:lnTo>
                      <a:pt x="90" y="49"/>
                    </a:lnTo>
                    <a:lnTo>
                      <a:pt x="88" y="50"/>
                    </a:lnTo>
                    <a:lnTo>
                      <a:pt x="85" y="52"/>
                    </a:lnTo>
                    <a:lnTo>
                      <a:pt x="84" y="53"/>
                    </a:lnTo>
                    <a:lnTo>
                      <a:pt x="82" y="55"/>
                    </a:lnTo>
                    <a:lnTo>
                      <a:pt x="83" y="57"/>
                    </a:lnTo>
                    <a:lnTo>
                      <a:pt x="83" y="60"/>
                    </a:lnTo>
                    <a:lnTo>
                      <a:pt x="83" y="63"/>
                    </a:lnTo>
                    <a:lnTo>
                      <a:pt x="83" y="66"/>
                    </a:lnTo>
                    <a:lnTo>
                      <a:pt x="83" y="68"/>
                    </a:lnTo>
                    <a:lnTo>
                      <a:pt x="84" y="70"/>
                    </a:lnTo>
                    <a:lnTo>
                      <a:pt x="85" y="71"/>
                    </a:lnTo>
                    <a:lnTo>
                      <a:pt x="89" y="72"/>
                    </a:lnTo>
                    <a:lnTo>
                      <a:pt x="90" y="70"/>
                    </a:lnTo>
                    <a:lnTo>
                      <a:pt x="91" y="68"/>
                    </a:lnTo>
                    <a:lnTo>
                      <a:pt x="91" y="66"/>
                    </a:lnTo>
                    <a:lnTo>
                      <a:pt x="92" y="64"/>
                    </a:lnTo>
                    <a:lnTo>
                      <a:pt x="93" y="62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8" y="60"/>
                    </a:lnTo>
                    <a:lnTo>
                      <a:pt x="102" y="73"/>
                    </a:lnTo>
                    <a:lnTo>
                      <a:pt x="99" y="77"/>
                    </a:lnTo>
                    <a:lnTo>
                      <a:pt x="96" y="80"/>
                    </a:lnTo>
                    <a:lnTo>
                      <a:pt x="94" y="83"/>
                    </a:lnTo>
                    <a:lnTo>
                      <a:pt x="92" y="87"/>
                    </a:lnTo>
                    <a:lnTo>
                      <a:pt x="91" y="91"/>
                    </a:lnTo>
                    <a:lnTo>
                      <a:pt x="89" y="95"/>
                    </a:lnTo>
                    <a:lnTo>
                      <a:pt x="88" y="98"/>
                    </a:lnTo>
                    <a:lnTo>
                      <a:pt x="85" y="101"/>
                    </a:lnTo>
                    <a:lnTo>
                      <a:pt x="92" y="126"/>
                    </a:lnTo>
                    <a:lnTo>
                      <a:pt x="90" y="127"/>
                    </a:lnTo>
                    <a:lnTo>
                      <a:pt x="88" y="127"/>
                    </a:lnTo>
                    <a:lnTo>
                      <a:pt x="86" y="126"/>
                    </a:lnTo>
                    <a:lnTo>
                      <a:pt x="86" y="124"/>
                    </a:lnTo>
                    <a:lnTo>
                      <a:pt x="86" y="120"/>
                    </a:lnTo>
                    <a:lnTo>
                      <a:pt x="86" y="118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78" y="101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0" y="103"/>
                    </a:lnTo>
                    <a:lnTo>
                      <a:pt x="68" y="104"/>
                    </a:lnTo>
                    <a:lnTo>
                      <a:pt x="66" y="107"/>
                    </a:lnTo>
                    <a:lnTo>
                      <a:pt x="64" y="108"/>
                    </a:lnTo>
                    <a:lnTo>
                      <a:pt x="63" y="110"/>
                    </a:lnTo>
                    <a:lnTo>
                      <a:pt x="62" y="112"/>
                    </a:lnTo>
                    <a:lnTo>
                      <a:pt x="61" y="109"/>
                    </a:lnTo>
                    <a:lnTo>
                      <a:pt x="59" y="108"/>
                    </a:lnTo>
                    <a:lnTo>
                      <a:pt x="55" y="107"/>
                    </a:lnTo>
                    <a:lnTo>
                      <a:pt x="52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3" y="105"/>
                    </a:lnTo>
                    <a:lnTo>
                      <a:pt x="41" y="105"/>
                    </a:lnTo>
                    <a:lnTo>
                      <a:pt x="38" y="109"/>
                    </a:lnTo>
                    <a:lnTo>
                      <a:pt x="38" y="113"/>
                    </a:lnTo>
                    <a:lnTo>
                      <a:pt x="38" y="117"/>
                    </a:lnTo>
                    <a:lnTo>
                      <a:pt x="39" y="121"/>
                    </a:lnTo>
                    <a:lnTo>
                      <a:pt x="46" y="126"/>
                    </a:lnTo>
                    <a:lnTo>
                      <a:pt x="42" y="126"/>
                    </a:lnTo>
                    <a:lnTo>
                      <a:pt x="38" y="127"/>
                    </a:lnTo>
                    <a:lnTo>
                      <a:pt x="36" y="129"/>
                    </a:lnTo>
                    <a:lnTo>
                      <a:pt x="34" y="131"/>
                    </a:lnTo>
                    <a:lnTo>
                      <a:pt x="32" y="134"/>
                    </a:lnTo>
                    <a:lnTo>
                      <a:pt x="30" y="136"/>
                    </a:lnTo>
                    <a:lnTo>
                      <a:pt x="28" y="141"/>
                    </a:lnTo>
                    <a:lnTo>
                      <a:pt x="26" y="143"/>
                    </a:lnTo>
                    <a:lnTo>
                      <a:pt x="29" y="150"/>
                    </a:lnTo>
                    <a:lnTo>
                      <a:pt x="32" y="158"/>
                    </a:lnTo>
                    <a:lnTo>
                      <a:pt x="34" y="166"/>
                    </a:lnTo>
                    <a:lnTo>
                      <a:pt x="37" y="174"/>
                    </a:lnTo>
                    <a:lnTo>
                      <a:pt x="42" y="180"/>
                    </a:lnTo>
                    <a:lnTo>
                      <a:pt x="47" y="186"/>
                    </a:lnTo>
                    <a:lnTo>
                      <a:pt x="54" y="189"/>
                    </a:lnTo>
                    <a:lnTo>
                      <a:pt x="64" y="191"/>
                    </a:lnTo>
                    <a:lnTo>
                      <a:pt x="65" y="194"/>
                    </a:lnTo>
                    <a:lnTo>
                      <a:pt x="68" y="197"/>
                    </a:lnTo>
                    <a:lnTo>
                      <a:pt x="71" y="199"/>
                    </a:lnTo>
                    <a:lnTo>
                      <a:pt x="74" y="203"/>
                    </a:lnTo>
                    <a:lnTo>
                      <a:pt x="76" y="206"/>
                    </a:lnTo>
                    <a:lnTo>
                      <a:pt x="77" y="210"/>
                    </a:lnTo>
                    <a:lnTo>
                      <a:pt x="77" y="213"/>
                    </a:lnTo>
                    <a:lnTo>
                      <a:pt x="74" y="217"/>
                    </a:lnTo>
                    <a:lnTo>
                      <a:pt x="67" y="221"/>
                    </a:lnTo>
                    <a:lnTo>
                      <a:pt x="63" y="226"/>
                    </a:lnTo>
                    <a:lnTo>
                      <a:pt x="61" y="233"/>
                    </a:lnTo>
                    <a:lnTo>
                      <a:pt x="61" y="240"/>
                    </a:lnTo>
                    <a:lnTo>
                      <a:pt x="61" y="248"/>
                    </a:lnTo>
                    <a:lnTo>
                      <a:pt x="61" y="255"/>
                    </a:lnTo>
                    <a:lnTo>
                      <a:pt x="61" y="262"/>
                    </a:lnTo>
                    <a:lnTo>
                      <a:pt x="60" y="270"/>
                    </a:lnTo>
                    <a:lnTo>
                      <a:pt x="55" y="268"/>
                    </a:lnTo>
                    <a:lnTo>
                      <a:pt x="51" y="265"/>
                    </a:lnTo>
                    <a:lnTo>
                      <a:pt x="47" y="261"/>
                    </a:lnTo>
                    <a:lnTo>
                      <a:pt x="44" y="257"/>
                    </a:lnTo>
                    <a:lnTo>
                      <a:pt x="41" y="252"/>
                    </a:lnTo>
                    <a:lnTo>
                      <a:pt x="37" y="248"/>
                    </a:lnTo>
                    <a:lnTo>
                      <a:pt x="34" y="242"/>
                    </a:lnTo>
                    <a:lnTo>
                      <a:pt x="32" y="238"/>
                    </a:lnTo>
                    <a:lnTo>
                      <a:pt x="30" y="234"/>
                    </a:lnTo>
                    <a:lnTo>
                      <a:pt x="29" y="229"/>
                    </a:lnTo>
                    <a:lnTo>
                      <a:pt x="27" y="225"/>
                    </a:lnTo>
                    <a:lnTo>
                      <a:pt x="24" y="221"/>
                    </a:lnTo>
                    <a:lnTo>
                      <a:pt x="21" y="218"/>
                    </a:lnTo>
                    <a:lnTo>
                      <a:pt x="18" y="215"/>
                    </a:lnTo>
                    <a:lnTo>
                      <a:pt x="14" y="213"/>
                    </a:lnTo>
                    <a:lnTo>
                      <a:pt x="10" y="212"/>
                    </a:lnTo>
                    <a:lnTo>
                      <a:pt x="0" y="172"/>
                    </a:lnTo>
                    <a:lnTo>
                      <a:pt x="4" y="170"/>
                    </a:lnTo>
                    <a:lnTo>
                      <a:pt x="7" y="167"/>
                    </a:lnTo>
                    <a:lnTo>
                      <a:pt x="11" y="165"/>
                    </a:lnTo>
                    <a:lnTo>
                      <a:pt x="13" y="162"/>
                    </a:lnTo>
                    <a:lnTo>
                      <a:pt x="16" y="159"/>
                    </a:lnTo>
                    <a:lnTo>
                      <a:pt x="18" y="155"/>
                    </a:lnTo>
                    <a:lnTo>
                      <a:pt x="21" y="151"/>
                    </a:lnTo>
                    <a:lnTo>
                      <a:pt x="23" y="148"/>
                    </a:lnTo>
                    <a:lnTo>
                      <a:pt x="27" y="113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1" y="111"/>
                    </a:lnTo>
                    <a:lnTo>
                      <a:pt x="19" y="111"/>
                    </a:lnTo>
                    <a:lnTo>
                      <a:pt x="17" y="111"/>
                    </a:lnTo>
                    <a:lnTo>
                      <a:pt x="16" y="110"/>
                    </a:lnTo>
                    <a:lnTo>
                      <a:pt x="14" y="110"/>
                    </a:lnTo>
                    <a:lnTo>
                      <a:pt x="12" y="110"/>
                    </a:lnTo>
                    <a:lnTo>
                      <a:pt x="4" y="81"/>
                    </a:lnTo>
                    <a:lnTo>
                      <a:pt x="13" y="60"/>
                    </a:lnTo>
                    <a:lnTo>
                      <a:pt x="11" y="58"/>
                    </a:lnTo>
                    <a:lnTo>
                      <a:pt x="10" y="57"/>
                    </a:lnTo>
                    <a:lnTo>
                      <a:pt x="7" y="56"/>
                    </a:lnTo>
                    <a:lnTo>
                      <a:pt x="6" y="55"/>
                    </a:lnTo>
                    <a:lnTo>
                      <a:pt x="5" y="54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6" y="45"/>
                    </a:lnTo>
                    <a:lnTo>
                      <a:pt x="11" y="40"/>
                    </a:lnTo>
                    <a:lnTo>
                      <a:pt x="15" y="36"/>
                    </a:lnTo>
                    <a:lnTo>
                      <a:pt x="20" y="32"/>
                    </a:lnTo>
                    <a:lnTo>
                      <a:pt x="24" y="29"/>
                    </a:lnTo>
                    <a:lnTo>
                      <a:pt x="30" y="24"/>
                    </a:lnTo>
                    <a:lnTo>
                      <a:pt x="35" y="21"/>
                    </a:lnTo>
                    <a:lnTo>
                      <a:pt x="41" y="18"/>
                    </a:lnTo>
                    <a:lnTo>
                      <a:pt x="46" y="15"/>
                    </a:lnTo>
                    <a:lnTo>
                      <a:pt x="51" y="13"/>
                    </a:lnTo>
                    <a:lnTo>
                      <a:pt x="58" y="9"/>
                    </a:lnTo>
                    <a:lnTo>
                      <a:pt x="63" y="7"/>
                    </a:lnTo>
                    <a:lnTo>
                      <a:pt x="69" y="5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2" y="1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4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4" name="Freeform 1080"/>
              <p:cNvSpPr>
                <a:spLocks/>
              </p:cNvSpPr>
              <p:nvPr/>
            </p:nvSpPr>
            <p:spPr bwMode="auto">
              <a:xfrm>
                <a:off x="2107" y="3164"/>
                <a:ext cx="26" cy="38"/>
              </a:xfrm>
              <a:custGeom>
                <a:avLst/>
                <a:gdLst>
                  <a:gd name="T0" fmla="*/ 26 w 26"/>
                  <a:gd name="T1" fmla="*/ 38 h 38"/>
                  <a:gd name="T2" fmla="*/ 24 w 26"/>
                  <a:gd name="T3" fmla="*/ 37 h 38"/>
                  <a:gd name="T4" fmla="*/ 23 w 26"/>
                  <a:gd name="T5" fmla="*/ 37 h 38"/>
                  <a:gd name="T6" fmla="*/ 21 w 26"/>
                  <a:gd name="T7" fmla="*/ 38 h 38"/>
                  <a:gd name="T8" fmla="*/ 19 w 26"/>
                  <a:gd name="T9" fmla="*/ 38 h 38"/>
                  <a:gd name="T10" fmla="*/ 17 w 26"/>
                  <a:gd name="T11" fmla="*/ 38 h 38"/>
                  <a:gd name="T12" fmla="*/ 16 w 26"/>
                  <a:gd name="T13" fmla="*/ 37 h 38"/>
                  <a:gd name="T14" fmla="*/ 15 w 26"/>
                  <a:gd name="T15" fmla="*/ 35 h 38"/>
                  <a:gd name="T16" fmla="*/ 15 w 26"/>
                  <a:gd name="T17" fmla="*/ 34 h 38"/>
                  <a:gd name="T18" fmla="*/ 13 w 26"/>
                  <a:gd name="T19" fmla="*/ 32 h 38"/>
                  <a:gd name="T20" fmla="*/ 12 w 26"/>
                  <a:gd name="T21" fmla="*/ 31 h 38"/>
                  <a:gd name="T22" fmla="*/ 10 w 26"/>
                  <a:gd name="T23" fmla="*/ 30 h 38"/>
                  <a:gd name="T24" fmla="*/ 9 w 26"/>
                  <a:gd name="T25" fmla="*/ 31 h 38"/>
                  <a:gd name="T26" fmla="*/ 7 w 26"/>
                  <a:gd name="T27" fmla="*/ 31 h 38"/>
                  <a:gd name="T28" fmla="*/ 6 w 26"/>
                  <a:gd name="T29" fmla="*/ 32 h 38"/>
                  <a:gd name="T30" fmla="*/ 4 w 26"/>
                  <a:gd name="T31" fmla="*/ 32 h 38"/>
                  <a:gd name="T32" fmla="*/ 2 w 26"/>
                  <a:gd name="T33" fmla="*/ 32 h 38"/>
                  <a:gd name="T34" fmla="*/ 0 w 26"/>
                  <a:gd name="T35" fmla="*/ 35 h 38"/>
                  <a:gd name="T36" fmla="*/ 1 w 26"/>
                  <a:gd name="T37" fmla="*/ 33 h 38"/>
                  <a:gd name="T38" fmla="*/ 3 w 26"/>
                  <a:gd name="T39" fmla="*/ 30 h 38"/>
                  <a:gd name="T40" fmla="*/ 6 w 26"/>
                  <a:gd name="T41" fmla="*/ 27 h 38"/>
                  <a:gd name="T42" fmla="*/ 9 w 26"/>
                  <a:gd name="T43" fmla="*/ 25 h 38"/>
                  <a:gd name="T44" fmla="*/ 12 w 26"/>
                  <a:gd name="T45" fmla="*/ 22 h 38"/>
                  <a:gd name="T46" fmla="*/ 16 w 26"/>
                  <a:gd name="T47" fmla="*/ 18 h 38"/>
                  <a:gd name="T48" fmla="*/ 18 w 26"/>
                  <a:gd name="T49" fmla="*/ 14 h 38"/>
                  <a:gd name="T50" fmla="*/ 19 w 26"/>
                  <a:gd name="T51" fmla="*/ 10 h 38"/>
                  <a:gd name="T52" fmla="*/ 19 w 26"/>
                  <a:gd name="T53" fmla="*/ 7 h 38"/>
                  <a:gd name="T54" fmla="*/ 19 w 26"/>
                  <a:gd name="T55" fmla="*/ 4 h 38"/>
                  <a:gd name="T56" fmla="*/ 19 w 26"/>
                  <a:gd name="T57" fmla="*/ 1 h 38"/>
                  <a:gd name="T58" fmla="*/ 21 w 26"/>
                  <a:gd name="T59" fmla="*/ 0 h 38"/>
                  <a:gd name="T60" fmla="*/ 26 w 26"/>
                  <a:gd name="T61" fmla="*/ 1 h 38"/>
                  <a:gd name="T62" fmla="*/ 26 w 26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"/>
                  <a:gd name="T97" fmla="*/ 0 h 38"/>
                  <a:gd name="T98" fmla="*/ 26 w 26"/>
                  <a:gd name="T99" fmla="*/ 38 h 3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" h="38">
                    <a:moveTo>
                      <a:pt x="26" y="38"/>
                    </a:moveTo>
                    <a:lnTo>
                      <a:pt x="24" y="37"/>
                    </a:lnTo>
                    <a:lnTo>
                      <a:pt x="23" y="37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3" y="32"/>
                    </a:lnTo>
                    <a:lnTo>
                      <a:pt x="12" y="31"/>
                    </a:lnTo>
                    <a:lnTo>
                      <a:pt x="10" y="30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5"/>
                    </a:lnTo>
                    <a:lnTo>
                      <a:pt x="1" y="33"/>
                    </a:lnTo>
                    <a:lnTo>
                      <a:pt x="3" y="30"/>
                    </a:lnTo>
                    <a:lnTo>
                      <a:pt x="6" y="27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6" y="18"/>
                    </a:lnTo>
                    <a:lnTo>
                      <a:pt x="18" y="14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9" y="4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6" y="1"/>
                    </a:lnTo>
                    <a:lnTo>
                      <a:pt x="26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5" name="Freeform 1081"/>
              <p:cNvSpPr>
                <a:spLocks/>
              </p:cNvSpPr>
              <p:nvPr/>
            </p:nvSpPr>
            <p:spPr bwMode="auto">
              <a:xfrm>
                <a:off x="2140" y="3173"/>
                <a:ext cx="37" cy="68"/>
              </a:xfrm>
              <a:custGeom>
                <a:avLst/>
                <a:gdLst>
                  <a:gd name="T0" fmla="*/ 11 w 37"/>
                  <a:gd name="T1" fmla="*/ 5 h 68"/>
                  <a:gd name="T2" fmla="*/ 16 w 37"/>
                  <a:gd name="T3" fmla="*/ 3 h 68"/>
                  <a:gd name="T4" fmla="*/ 20 w 37"/>
                  <a:gd name="T5" fmla="*/ 3 h 68"/>
                  <a:gd name="T6" fmla="*/ 22 w 37"/>
                  <a:gd name="T7" fmla="*/ 5 h 68"/>
                  <a:gd name="T8" fmla="*/ 25 w 37"/>
                  <a:gd name="T9" fmla="*/ 7 h 68"/>
                  <a:gd name="T10" fmla="*/ 28 w 37"/>
                  <a:gd name="T11" fmla="*/ 10 h 68"/>
                  <a:gd name="T12" fmla="*/ 30 w 37"/>
                  <a:gd name="T13" fmla="*/ 13 h 68"/>
                  <a:gd name="T14" fmla="*/ 33 w 37"/>
                  <a:gd name="T15" fmla="*/ 15 h 68"/>
                  <a:gd name="T16" fmla="*/ 37 w 37"/>
                  <a:gd name="T17" fmla="*/ 15 h 68"/>
                  <a:gd name="T18" fmla="*/ 37 w 37"/>
                  <a:gd name="T19" fmla="*/ 20 h 68"/>
                  <a:gd name="T20" fmla="*/ 35 w 37"/>
                  <a:gd name="T21" fmla="*/ 23 h 68"/>
                  <a:gd name="T22" fmla="*/ 32 w 37"/>
                  <a:gd name="T23" fmla="*/ 25 h 68"/>
                  <a:gd name="T24" fmla="*/ 28 w 37"/>
                  <a:gd name="T25" fmla="*/ 28 h 68"/>
                  <a:gd name="T26" fmla="*/ 23 w 37"/>
                  <a:gd name="T27" fmla="*/ 29 h 68"/>
                  <a:gd name="T28" fmla="*/ 19 w 37"/>
                  <a:gd name="T29" fmla="*/ 31 h 68"/>
                  <a:gd name="T30" fmla="*/ 16 w 37"/>
                  <a:gd name="T31" fmla="*/ 34 h 68"/>
                  <a:gd name="T32" fmla="*/ 13 w 37"/>
                  <a:gd name="T33" fmla="*/ 38 h 68"/>
                  <a:gd name="T34" fmla="*/ 11 w 37"/>
                  <a:gd name="T35" fmla="*/ 42 h 68"/>
                  <a:gd name="T36" fmla="*/ 11 w 37"/>
                  <a:gd name="T37" fmla="*/ 46 h 68"/>
                  <a:gd name="T38" fmla="*/ 10 w 37"/>
                  <a:gd name="T39" fmla="*/ 50 h 68"/>
                  <a:gd name="T40" fmla="*/ 9 w 37"/>
                  <a:gd name="T41" fmla="*/ 54 h 68"/>
                  <a:gd name="T42" fmla="*/ 8 w 37"/>
                  <a:gd name="T43" fmla="*/ 59 h 68"/>
                  <a:gd name="T44" fmla="*/ 7 w 37"/>
                  <a:gd name="T45" fmla="*/ 63 h 68"/>
                  <a:gd name="T46" fmla="*/ 4 w 37"/>
                  <a:gd name="T47" fmla="*/ 66 h 68"/>
                  <a:gd name="T48" fmla="*/ 1 w 37"/>
                  <a:gd name="T49" fmla="*/ 68 h 68"/>
                  <a:gd name="T50" fmla="*/ 0 w 37"/>
                  <a:gd name="T51" fmla="*/ 0 h 68"/>
                  <a:gd name="T52" fmla="*/ 2 w 37"/>
                  <a:gd name="T53" fmla="*/ 0 h 68"/>
                  <a:gd name="T54" fmla="*/ 4 w 37"/>
                  <a:gd name="T55" fmla="*/ 0 h 68"/>
                  <a:gd name="T56" fmla="*/ 5 w 37"/>
                  <a:gd name="T57" fmla="*/ 0 h 68"/>
                  <a:gd name="T58" fmla="*/ 6 w 37"/>
                  <a:gd name="T59" fmla="*/ 1 h 68"/>
                  <a:gd name="T60" fmla="*/ 7 w 37"/>
                  <a:gd name="T61" fmla="*/ 2 h 68"/>
                  <a:gd name="T62" fmla="*/ 9 w 37"/>
                  <a:gd name="T63" fmla="*/ 3 h 68"/>
                  <a:gd name="T64" fmla="*/ 10 w 37"/>
                  <a:gd name="T65" fmla="*/ 3 h 68"/>
                  <a:gd name="T66" fmla="*/ 11 w 37"/>
                  <a:gd name="T67" fmla="*/ 5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"/>
                  <a:gd name="T103" fmla="*/ 0 h 68"/>
                  <a:gd name="T104" fmla="*/ 37 w 37"/>
                  <a:gd name="T105" fmla="*/ 68 h 6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" h="68">
                    <a:moveTo>
                      <a:pt x="11" y="5"/>
                    </a:moveTo>
                    <a:lnTo>
                      <a:pt x="16" y="3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25" y="7"/>
                    </a:lnTo>
                    <a:lnTo>
                      <a:pt x="28" y="10"/>
                    </a:lnTo>
                    <a:lnTo>
                      <a:pt x="30" y="13"/>
                    </a:lnTo>
                    <a:lnTo>
                      <a:pt x="33" y="15"/>
                    </a:lnTo>
                    <a:lnTo>
                      <a:pt x="37" y="15"/>
                    </a:lnTo>
                    <a:lnTo>
                      <a:pt x="37" y="20"/>
                    </a:lnTo>
                    <a:lnTo>
                      <a:pt x="35" y="23"/>
                    </a:lnTo>
                    <a:lnTo>
                      <a:pt x="32" y="25"/>
                    </a:lnTo>
                    <a:lnTo>
                      <a:pt x="28" y="28"/>
                    </a:lnTo>
                    <a:lnTo>
                      <a:pt x="23" y="29"/>
                    </a:lnTo>
                    <a:lnTo>
                      <a:pt x="19" y="31"/>
                    </a:lnTo>
                    <a:lnTo>
                      <a:pt x="16" y="34"/>
                    </a:lnTo>
                    <a:lnTo>
                      <a:pt x="13" y="38"/>
                    </a:lnTo>
                    <a:lnTo>
                      <a:pt x="11" y="42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9" y="54"/>
                    </a:lnTo>
                    <a:lnTo>
                      <a:pt x="8" y="59"/>
                    </a:lnTo>
                    <a:lnTo>
                      <a:pt x="7" y="63"/>
                    </a:lnTo>
                    <a:lnTo>
                      <a:pt x="4" y="66"/>
                    </a:lnTo>
                    <a:lnTo>
                      <a:pt x="1" y="6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6" name="Freeform 1082"/>
              <p:cNvSpPr>
                <a:spLocks/>
              </p:cNvSpPr>
              <p:nvPr/>
            </p:nvSpPr>
            <p:spPr bwMode="auto">
              <a:xfrm>
                <a:off x="2013" y="3194"/>
                <a:ext cx="6" cy="8"/>
              </a:xfrm>
              <a:custGeom>
                <a:avLst/>
                <a:gdLst>
                  <a:gd name="T0" fmla="*/ 5 w 6"/>
                  <a:gd name="T1" fmla="*/ 8 h 8"/>
                  <a:gd name="T2" fmla="*/ 0 w 6"/>
                  <a:gd name="T3" fmla="*/ 7 h 8"/>
                  <a:gd name="T4" fmla="*/ 3 w 6"/>
                  <a:gd name="T5" fmla="*/ 0 h 8"/>
                  <a:gd name="T6" fmla="*/ 5 w 6"/>
                  <a:gd name="T7" fmla="*/ 2 h 8"/>
                  <a:gd name="T8" fmla="*/ 6 w 6"/>
                  <a:gd name="T9" fmla="*/ 3 h 8"/>
                  <a:gd name="T10" fmla="*/ 6 w 6"/>
                  <a:gd name="T11" fmla="*/ 7 h 8"/>
                  <a:gd name="T12" fmla="*/ 5 w 6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8"/>
                  <a:gd name="T23" fmla="*/ 6 w 6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8">
                    <a:moveTo>
                      <a:pt x="5" y="8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7" name="Freeform 1083"/>
              <p:cNvSpPr>
                <a:spLocks/>
              </p:cNvSpPr>
              <p:nvPr/>
            </p:nvSpPr>
            <p:spPr bwMode="auto">
              <a:xfrm>
                <a:off x="2140" y="3203"/>
                <a:ext cx="77" cy="202"/>
              </a:xfrm>
              <a:custGeom>
                <a:avLst/>
                <a:gdLst>
                  <a:gd name="T0" fmla="*/ 44 w 77"/>
                  <a:gd name="T1" fmla="*/ 5 h 202"/>
                  <a:gd name="T2" fmla="*/ 51 w 77"/>
                  <a:gd name="T3" fmla="*/ 17 h 202"/>
                  <a:gd name="T4" fmla="*/ 56 w 77"/>
                  <a:gd name="T5" fmla="*/ 30 h 202"/>
                  <a:gd name="T6" fmla="*/ 60 w 77"/>
                  <a:gd name="T7" fmla="*/ 45 h 202"/>
                  <a:gd name="T8" fmla="*/ 55 w 77"/>
                  <a:gd name="T9" fmla="*/ 57 h 202"/>
                  <a:gd name="T10" fmla="*/ 60 w 77"/>
                  <a:gd name="T11" fmla="*/ 66 h 202"/>
                  <a:gd name="T12" fmla="*/ 65 w 77"/>
                  <a:gd name="T13" fmla="*/ 73 h 202"/>
                  <a:gd name="T14" fmla="*/ 70 w 77"/>
                  <a:gd name="T15" fmla="*/ 81 h 202"/>
                  <a:gd name="T16" fmla="*/ 77 w 77"/>
                  <a:gd name="T17" fmla="*/ 88 h 202"/>
                  <a:gd name="T18" fmla="*/ 76 w 77"/>
                  <a:gd name="T19" fmla="*/ 95 h 202"/>
                  <a:gd name="T20" fmla="*/ 70 w 77"/>
                  <a:gd name="T21" fmla="*/ 99 h 202"/>
                  <a:gd name="T22" fmla="*/ 67 w 77"/>
                  <a:gd name="T23" fmla="*/ 100 h 202"/>
                  <a:gd name="T24" fmla="*/ 64 w 77"/>
                  <a:gd name="T25" fmla="*/ 101 h 202"/>
                  <a:gd name="T26" fmla="*/ 67 w 77"/>
                  <a:gd name="T27" fmla="*/ 114 h 202"/>
                  <a:gd name="T28" fmla="*/ 64 w 77"/>
                  <a:gd name="T29" fmla="*/ 115 h 202"/>
                  <a:gd name="T30" fmla="*/ 63 w 77"/>
                  <a:gd name="T31" fmla="*/ 117 h 202"/>
                  <a:gd name="T32" fmla="*/ 65 w 77"/>
                  <a:gd name="T33" fmla="*/ 118 h 202"/>
                  <a:gd name="T34" fmla="*/ 67 w 77"/>
                  <a:gd name="T35" fmla="*/ 119 h 202"/>
                  <a:gd name="T36" fmla="*/ 67 w 77"/>
                  <a:gd name="T37" fmla="*/ 121 h 202"/>
                  <a:gd name="T38" fmla="*/ 63 w 77"/>
                  <a:gd name="T39" fmla="*/ 126 h 202"/>
                  <a:gd name="T40" fmla="*/ 63 w 77"/>
                  <a:gd name="T41" fmla="*/ 133 h 202"/>
                  <a:gd name="T42" fmla="*/ 65 w 77"/>
                  <a:gd name="T43" fmla="*/ 141 h 202"/>
                  <a:gd name="T44" fmla="*/ 64 w 77"/>
                  <a:gd name="T45" fmla="*/ 148 h 202"/>
                  <a:gd name="T46" fmla="*/ 55 w 77"/>
                  <a:gd name="T47" fmla="*/ 151 h 202"/>
                  <a:gd name="T48" fmla="*/ 46 w 77"/>
                  <a:gd name="T49" fmla="*/ 153 h 202"/>
                  <a:gd name="T50" fmla="*/ 37 w 77"/>
                  <a:gd name="T51" fmla="*/ 155 h 202"/>
                  <a:gd name="T52" fmla="*/ 29 w 77"/>
                  <a:gd name="T53" fmla="*/ 158 h 202"/>
                  <a:gd name="T54" fmla="*/ 20 w 77"/>
                  <a:gd name="T55" fmla="*/ 165 h 202"/>
                  <a:gd name="T56" fmla="*/ 14 w 77"/>
                  <a:gd name="T57" fmla="*/ 175 h 202"/>
                  <a:gd name="T58" fmla="*/ 8 w 77"/>
                  <a:gd name="T59" fmla="*/ 186 h 202"/>
                  <a:gd name="T60" fmla="*/ 3 w 77"/>
                  <a:gd name="T61" fmla="*/ 196 h 202"/>
                  <a:gd name="T62" fmla="*/ 0 w 77"/>
                  <a:gd name="T63" fmla="*/ 64 h 202"/>
                  <a:gd name="T64" fmla="*/ 5 w 77"/>
                  <a:gd name="T65" fmla="*/ 59 h 202"/>
                  <a:gd name="T66" fmla="*/ 11 w 77"/>
                  <a:gd name="T67" fmla="*/ 54 h 202"/>
                  <a:gd name="T68" fmla="*/ 16 w 77"/>
                  <a:gd name="T69" fmla="*/ 48 h 202"/>
                  <a:gd name="T70" fmla="*/ 18 w 77"/>
                  <a:gd name="T71" fmla="*/ 41 h 202"/>
                  <a:gd name="T72" fmla="*/ 16 w 77"/>
                  <a:gd name="T73" fmla="*/ 24 h 202"/>
                  <a:gd name="T74" fmla="*/ 19 w 77"/>
                  <a:gd name="T75" fmla="*/ 8 h 202"/>
                  <a:gd name="T76" fmla="*/ 23 w 77"/>
                  <a:gd name="T77" fmla="*/ 5 h 202"/>
                  <a:gd name="T78" fmla="*/ 28 w 77"/>
                  <a:gd name="T79" fmla="*/ 2 h 202"/>
                  <a:gd name="T80" fmla="*/ 33 w 77"/>
                  <a:gd name="T81" fmla="*/ 0 h 202"/>
                  <a:gd name="T82" fmla="*/ 39 w 77"/>
                  <a:gd name="T83" fmla="*/ 0 h 20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7"/>
                  <a:gd name="T127" fmla="*/ 0 h 202"/>
                  <a:gd name="T128" fmla="*/ 77 w 77"/>
                  <a:gd name="T129" fmla="*/ 202 h 20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7" h="202">
                    <a:moveTo>
                      <a:pt x="39" y="0"/>
                    </a:moveTo>
                    <a:lnTo>
                      <a:pt x="44" y="5"/>
                    </a:lnTo>
                    <a:lnTo>
                      <a:pt x="48" y="11"/>
                    </a:lnTo>
                    <a:lnTo>
                      <a:pt x="51" y="17"/>
                    </a:lnTo>
                    <a:lnTo>
                      <a:pt x="54" y="23"/>
                    </a:lnTo>
                    <a:lnTo>
                      <a:pt x="56" y="30"/>
                    </a:lnTo>
                    <a:lnTo>
                      <a:pt x="58" y="37"/>
                    </a:lnTo>
                    <a:lnTo>
                      <a:pt x="60" y="45"/>
                    </a:lnTo>
                    <a:lnTo>
                      <a:pt x="60" y="52"/>
                    </a:lnTo>
                    <a:lnTo>
                      <a:pt x="55" y="57"/>
                    </a:lnTo>
                    <a:lnTo>
                      <a:pt x="56" y="62"/>
                    </a:lnTo>
                    <a:lnTo>
                      <a:pt x="60" y="66"/>
                    </a:lnTo>
                    <a:lnTo>
                      <a:pt x="62" y="70"/>
                    </a:lnTo>
                    <a:lnTo>
                      <a:pt x="65" y="73"/>
                    </a:lnTo>
                    <a:lnTo>
                      <a:pt x="67" y="77"/>
                    </a:lnTo>
                    <a:lnTo>
                      <a:pt x="70" y="81"/>
                    </a:lnTo>
                    <a:lnTo>
                      <a:pt x="73" y="84"/>
                    </a:lnTo>
                    <a:lnTo>
                      <a:pt x="77" y="88"/>
                    </a:lnTo>
                    <a:lnTo>
                      <a:pt x="77" y="92"/>
                    </a:lnTo>
                    <a:lnTo>
                      <a:pt x="76" y="95"/>
                    </a:lnTo>
                    <a:lnTo>
                      <a:pt x="73" y="97"/>
                    </a:lnTo>
                    <a:lnTo>
                      <a:pt x="70" y="99"/>
                    </a:lnTo>
                    <a:lnTo>
                      <a:pt x="69" y="99"/>
                    </a:lnTo>
                    <a:lnTo>
                      <a:pt x="67" y="100"/>
                    </a:lnTo>
                    <a:lnTo>
                      <a:pt x="65" y="100"/>
                    </a:lnTo>
                    <a:lnTo>
                      <a:pt x="64" y="101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5" y="115"/>
                    </a:lnTo>
                    <a:lnTo>
                      <a:pt x="64" y="115"/>
                    </a:lnTo>
                    <a:lnTo>
                      <a:pt x="62" y="117"/>
                    </a:lnTo>
                    <a:lnTo>
                      <a:pt x="63" y="117"/>
                    </a:lnTo>
                    <a:lnTo>
                      <a:pt x="64" y="118"/>
                    </a:lnTo>
                    <a:lnTo>
                      <a:pt x="65" y="118"/>
                    </a:lnTo>
                    <a:lnTo>
                      <a:pt x="66" y="119"/>
                    </a:lnTo>
                    <a:lnTo>
                      <a:pt x="67" y="119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6" y="123"/>
                    </a:lnTo>
                    <a:lnTo>
                      <a:pt x="63" y="126"/>
                    </a:lnTo>
                    <a:lnTo>
                      <a:pt x="62" y="129"/>
                    </a:lnTo>
                    <a:lnTo>
                      <a:pt x="63" y="133"/>
                    </a:lnTo>
                    <a:lnTo>
                      <a:pt x="64" y="137"/>
                    </a:lnTo>
                    <a:lnTo>
                      <a:pt x="65" y="141"/>
                    </a:lnTo>
                    <a:lnTo>
                      <a:pt x="65" y="145"/>
                    </a:lnTo>
                    <a:lnTo>
                      <a:pt x="64" y="148"/>
                    </a:lnTo>
                    <a:lnTo>
                      <a:pt x="60" y="151"/>
                    </a:lnTo>
                    <a:lnTo>
                      <a:pt x="55" y="151"/>
                    </a:lnTo>
                    <a:lnTo>
                      <a:pt x="51" y="152"/>
                    </a:lnTo>
                    <a:lnTo>
                      <a:pt x="46" y="153"/>
                    </a:lnTo>
                    <a:lnTo>
                      <a:pt x="41" y="155"/>
                    </a:lnTo>
                    <a:lnTo>
                      <a:pt x="37" y="155"/>
                    </a:lnTo>
                    <a:lnTo>
                      <a:pt x="33" y="157"/>
                    </a:lnTo>
                    <a:lnTo>
                      <a:pt x="29" y="158"/>
                    </a:lnTo>
                    <a:lnTo>
                      <a:pt x="24" y="161"/>
                    </a:lnTo>
                    <a:lnTo>
                      <a:pt x="20" y="165"/>
                    </a:lnTo>
                    <a:lnTo>
                      <a:pt x="17" y="170"/>
                    </a:lnTo>
                    <a:lnTo>
                      <a:pt x="14" y="175"/>
                    </a:lnTo>
                    <a:lnTo>
                      <a:pt x="10" y="180"/>
                    </a:lnTo>
                    <a:lnTo>
                      <a:pt x="8" y="186"/>
                    </a:lnTo>
                    <a:lnTo>
                      <a:pt x="5" y="191"/>
                    </a:lnTo>
                    <a:lnTo>
                      <a:pt x="3" y="196"/>
                    </a:lnTo>
                    <a:lnTo>
                      <a:pt x="0" y="202"/>
                    </a:lnTo>
                    <a:lnTo>
                      <a:pt x="0" y="64"/>
                    </a:lnTo>
                    <a:lnTo>
                      <a:pt x="3" y="62"/>
                    </a:lnTo>
                    <a:lnTo>
                      <a:pt x="5" y="59"/>
                    </a:lnTo>
                    <a:lnTo>
                      <a:pt x="8" y="56"/>
                    </a:lnTo>
                    <a:lnTo>
                      <a:pt x="11" y="54"/>
                    </a:lnTo>
                    <a:lnTo>
                      <a:pt x="14" y="51"/>
                    </a:lnTo>
                    <a:lnTo>
                      <a:pt x="16" y="48"/>
                    </a:lnTo>
                    <a:lnTo>
                      <a:pt x="17" y="45"/>
                    </a:lnTo>
                    <a:lnTo>
                      <a:pt x="18" y="41"/>
                    </a:lnTo>
                    <a:lnTo>
                      <a:pt x="17" y="33"/>
                    </a:lnTo>
                    <a:lnTo>
                      <a:pt x="16" y="24"/>
                    </a:lnTo>
                    <a:lnTo>
                      <a:pt x="17" y="17"/>
                    </a:lnTo>
                    <a:lnTo>
                      <a:pt x="19" y="8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31" y="1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8" name="Freeform 1084"/>
              <p:cNvSpPr>
                <a:spLocks/>
              </p:cNvSpPr>
              <p:nvPr/>
            </p:nvSpPr>
            <p:spPr bwMode="auto">
              <a:xfrm>
                <a:off x="1991" y="3205"/>
                <a:ext cx="32" cy="37"/>
              </a:xfrm>
              <a:custGeom>
                <a:avLst/>
                <a:gdLst>
                  <a:gd name="T0" fmla="*/ 32 w 32"/>
                  <a:gd name="T1" fmla="*/ 0 h 37"/>
                  <a:gd name="T2" fmla="*/ 30 w 32"/>
                  <a:gd name="T3" fmla="*/ 5 h 37"/>
                  <a:gd name="T4" fmla="*/ 28 w 32"/>
                  <a:gd name="T5" fmla="*/ 9 h 37"/>
                  <a:gd name="T6" fmla="*/ 28 w 32"/>
                  <a:gd name="T7" fmla="*/ 14 h 37"/>
                  <a:gd name="T8" fmla="*/ 28 w 32"/>
                  <a:gd name="T9" fmla="*/ 18 h 37"/>
                  <a:gd name="T10" fmla="*/ 28 w 32"/>
                  <a:gd name="T11" fmla="*/ 23 h 37"/>
                  <a:gd name="T12" fmla="*/ 29 w 32"/>
                  <a:gd name="T13" fmla="*/ 28 h 37"/>
                  <a:gd name="T14" fmla="*/ 30 w 32"/>
                  <a:gd name="T15" fmla="*/ 33 h 37"/>
                  <a:gd name="T16" fmla="*/ 31 w 32"/>
                  <a:gd name="T17" fmla="*/ 37 h 37"/>
                  <a:gd name="T18" fmla="*/ 0 w 32"/>
                  <a:gd name="T19" fmla="*/ 37 h 37"/>
                  <a:gd name="T20" fmla="*/ 2 w 32"/>
                  <a:gd name="T21" fmla="*/ 31 h 37"/>
                  <a:gd name="T22" fmla="*/ 4 w 32"/>
                  <a:gd name="T23" fmla="*/ 24 h 37"/>
                  <a:gd name="T24" fmla="*/ 7 w 32"/>
                  <a:gd name="T25" fmla="*/ 18 h 37"/>
                  <a:gd name="T26" fmla="*/ 10 w 32"/>
                  <a:gd name="T27" fmla="*/ 12 h 37"/>
                  <a:gd name="T28" fmla="*/ 13 w 32"/>
                  <a:gd name="T29" fmla="*/ 6 h 37"/>
                  <a:gd name="T30" fmla="*/ 18 w 32"/>
                  <a:gd name="T31" fmla="*/ 2 h 37"/>
                  <a:gd name="T32" fmla="*/ 24 w 32"/>
                  <a:gd name="T33" fmla="*/ 0 h 37"/>
                  <a:gd name="T34" fmla="*/ 32 w 3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2"/>
                  <a:gd name="T55" fmla="*/ 0 h 37"/>
                  <a:gd name="T56" fmla="*/ 32 w 32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2" h="37">
                    <a:moveTo>
                      <a:pt x="32" y="0"/>
                    </a:moveTo>
                    <a:lnTo>
                      <a:pt x="30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8" y="18"/>
                    </a:lnTo>
                    <a:lnTo>
                      <a:pt x="28" y="23"/>
                    </a:lnTo>
                    <a:lnTo>
                      <a:pt x="29" y="28"/>
                    </a:lnTo>
                    <a:lnTo>
                      <a:pt x="30" y="33"/>
                    </a:lnTo>
                    <a:lnTo>
                      <a:pt x="31" y="37"/>
                    </a:lnTo>
                    <a:lnTo>
                      <a:pt x="0" y="37"/>
                    </a:lnTo>
                    <a:lnTo>
                      <a:pt x="2" y="31"/>
                    </a:lnTo>
                    <a:lnTo>
                      <a:pt x="4" y="24"/>
                    </a:lnTo>
                    <a:lnTo>
                      <a:pt x="7" y="18"/>
                    </a:lnTo>
                    <a:lnTo>
                      <a:pt x="10" y="12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29" name="Freeform 1085"/>
              <p:cNvSpPr>
                <a:spLocks/>
              </p:cNvSpPr>
              <p:nvPr/>
            </p:nvSpPr>
            <p:spPr bwMode="auto">
              <a:xfrm>
                <a:off x="2109" y="3205"/>
                <a:ext cx="24" cy="37"/>
              </a:xfrm>
              <a:custGeom>
                <a:avLst/>
                <a:gdLst>
                  <a:gd name="T0" fmla="*/ 24 w 24"/>
                  <a:gd name="T1" fmla="*/ 37 h 37"/>
                  <a:gd name="T2" fmla="*/ 0 w 24"/>
                  <a:gd name="T3" fmla="*/ 37 h 37"/>
                  <a:gd name="T4" fmla="*/ 2 w 24"/>
                  <a:gd name="T5" fmla="*/ 34 h 37"/>
                  <a:gd name="T6" fmla="*/ 3 w 24"/>
                  <a:gd name="T7" fmla="*/ 31 h 37"/>
                  <a:gd name="T8" fmla="*/ 4 w 24"/>
                  <a:gd name="T9" fmla="*/ 27 h 37"/>
                  <a:gd name="T10" fmla="*/ 6 w 24"/>
                  <a:gd name="T11" fmla="*/ 23 h 37"/>
                  <a:gd name="T12" fmla="*/ 7 w 24"/>
                  <a:gd name="T13" fmla="*/ 20 h 37"/>
                  <a:gd name="T14" fmla="*/ 9 w 24"/>
                  <a:gd name="T15" fmla="*/ 17 h 37"/>
                  <a:gd name="T16" fmla="*/ 13 w 24"/>
                  <a:gd name="T17" fmla="*/ 14 h 37"/>
                  <a:gd name="T18" fmla="*/ 16 w 24"/>
                  <a:gd name="T19" fmla="*/ 12 h 37"/>
                  <a:gd name="T20" fmla="*/ 15 w 24"/>
                  <a:gd name="T21" fmla="*/ 0 h 37"/>
                  <a:gd name="T22" fmla="*/ 24 w 24"/>
                  <a:gd name="T23" fmla="*/ 0 h 37"/>
                  <a:gd name="T24" fmla="*/ 24 w 24"/>
                  <a:gd name="T25" fmla="*/ 37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37"/>
                  <a:gd name="T41" fmla="*/ 24 w 24"/>
                  <a:gd name="T42" fmla="*/ 37 h 3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37">
                    <a:moveTo>
                      <a:pt x="24" y="37"/>
                    </a:moveTo>
                    <a:lnTo>
                      <a:pt x="0" y="37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4" y="27"/>
                    </a:lnTo>
                    <a:lnTo>
                      <a:pt x="6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6" y="12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24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0" name="Freeform 1086"/>
              <p:cNvSpPr>
                <a:spLocks/>
              </p:cNvSpPr>
              <p:nvPr/>
            </p:nvSpPr>
            <p:spPr bwMode="auto">
              <a:xfrm>
                <a:off x="2140" y="3236"/>
                <a:ext cx="11" cy="25"/>
              </a:xfrm>
              <a:custGeom>
                <a:avLst/>
                <a:gdLst>
                  <a:gd name="T0" fmla="*/ 0 w 11"/>
                  <a:gd name="T1" fmla="*/ 25 h 25"/>
                  <a:gd name="T2" fmla="*/ 0 w 11"/>
                  <a:gd name="T3" fmla="*/ 10 h 25"/>
                  <a:gd name="T4" fmla="*/ 10 w 11"/>
                  <a:gd name="T5" fmla="*/ 0 h 25"/>
                  <a:gd name="T6" fmla="*/ 11 w 11"/>
                  <a:gd name="T7" fmla="*/ 4 h 25"/>
                  <a:gd name="T8" fmla="*/ 11 w 11"/>
                  <a:gd name="T9" fmla="*/ 8 h 25"/>
                  <a:gd name="T10" fmla="*/ 10 w 11"/>
                  <a:gd name="T11" fmla="*/ 12 h 25"/>
                  <a:gd name="T12" fmla="*/ 9 w 11"/>
                  <a:gd name="T13" fmla="*/ 15 h 25"/>
                  <a:gd name="T14" fmla="*/ 7 w 11"/>
                  <a:gd name="T15" fmla="*/ 18 h 25"/>
                  <a:gd name="T16" fmla="*/ 5 w 11"/>
                  <a:gd name="T17" fmla="*/ 20 h 25"/>
                  <a:gd name="T18" fmla="*/ 2 w 11"/>
                  <a:gd name="T19" fmla="*/ 23 h 25"/>
                  <a:gd name="T20" fmla="*/ 0 w 1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25"/>
                  <a:gd name="T35" fmla="*/ 11 w 11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25">
                    <a:moveTo>
                      <a:pt x="0" y="25"/>
                    </a:moveTo>
                    <a:lnTo>
                      <a:pt x="0" y="10"/>
                    </a:lnTo>
                    <a:lnTo>
                      <a:pt x="10" y="0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8"/>
                    </a:lnTo>
                    <a:lnTo>
                      <a:pt x="5" y="20"/>
                    </a:lnTo>
                    <a:lnTo>
                      <a:pt x="2" y="2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1" name="Freeform 1087"/>
              <p:cNvSpPr>
                <a:spLocks/>
              </p:cNvSpPr>
              <p:nvPr/>
            </p:nvSpPr>
            <p:spPr bwMode="auto">
              <a:xfrm>
                <a:off x="1984" y="3246"/>
                <a:ext cx="54" cy="38"/>
              </a:xfrm>
              <a:custGeom>
                <a:avLst/>
                <a:gdLst>
                  <a:gd name="T0" fmla="*/ 38 w 54"/>
                  <a:gd name="T1" fmla="*/ 0 h 38"/>
                  <a:gd name="T2" fmla="*/ 38 w 54"/>
                  <a:gd name="T3" fmla="*/ 4 h 38"/>
                  <a:gd name="T4" fmla="*/ 39 w 54"/>
                  <a:gd name="T5" fmla="*/ 6 h 38"/>
                  <a:gd name="T6" fmla="*/ 41 w 54"/>
                  <a:gd name="T7" fmla="*/ 7 h 38"/>
                  <a:gd name="T8" fmla="*/ 44 w 54"/>
                  <a:gd name="T9" fmla="*/ 8 h 38"/>
                  <a:gd name="T10" fmla="*/ 47 w 54"/>
                  <a:gd name="T11" fmla="*/ 9 h 38"/>
                  <a:gd name="T12" fmla="*/ 49 w 54"/>
                  <a:gd name="T13" fmla="*/ 9 h 38"/>
                  <a:gd name="T14" fmla="*/ 52 w 54"/>
                  <a:gd name="T15" fmla="*/ 10 h 38"/>
                  <a:gd name="T16" fmla="*/ 54 w 54"/>
                  <a:gd name="T17" fmla="*/ 10 h 38"/>
                  <a:gd name="T18" fmla="*/ 53 w 54"/>
                  <a:gd name="T19" fmla="*/ 37 h 38"/>
                  <a:gd name="T20" fmla="*/ 49 w 54"/>
                  <a:gd name="T21" fmla="*/ 37 h 38"/>
                  <a:gd name="T22" fmla="*/ 46 w 54"/>
                  <a:gd name="T23" fmla="*/ 37 h 38"/>
                  <a:gd name="T24" fmla="*/ 42 w 54"/>
                  <a:gd name="T25" fmla="*/ 37 h 38"/>
                  <a:gd name="T26" fmla="*/ 39 w 54"/>
                  <a:gd name="T27" fmla="*/ 38 h 38"/>
                  <a:gd name="T28" fmla="*/ 36 w 54"/>
                  <a:gd name="T29" fmla="*/ 38 h 38"/>
                  <a:gd name="T30" fmla="*/ 32 w 54"/>
                  <a:gd name="T31" fmla="*/ 38 h 38"/>
                  <a:gd name="T32" fmla="*/ 29 w 54"/>
                  <a:gd name="T33" fmla="*/ 38 h 38"/>
                  <a:gd name="T34" fmla="*/ 25 w 54"/>
                  <a:gd name="T35" fmla="*/ 38 h 38"/>
                  <a:gd name="T36" fmla="*/ 22 w 54"/>
                  <a:gd name="T37" fmla="*/ 38 h 38"/>
                  <a:gd name="T38" fmla="*/ 18 w 54"/>
                  <a:gd name="T39" fmla="*/ 38 h 38"/>
                  <a:gd name="T40" fmla="*/ 15 w 54"/>
                  <a:gd name="T41" fmla="*/ 38 h 38"/>
                  <a:gd name="T42" fmla="*/ 11 w 54"/>
                  <a:gd name="T43" fmla="*/ 38 h 38"/>
                  <a:gd name="T44" fmla="*/ 8 w 54"/>
                  <a:gd name="T45" fmla="*/ 37 h 38"/>
                  <a:gd name="T46" fmla="*/ 5 w 54"/>
                  <a:gd name="T47" fmla="*/ 37 h 38"/>
                  <a:gd name="T48" fmla="*/ 3 w 54"/>
                  <a:gd name="T49" fmla="*/ 37 h 38"/>
                  <a:gd name="T50" fmla="*/ 0 w 54"/>
                  <a:gd name="T51" fmla="*/ 36 h 38"/>
                  <a:gd name="T52" fmla="*/ 5 w 54"/>
                  <a:gd name="T53" fmla="*/ 0 h 38"/>
                  <a:gd name="T54" fmla="*/ 38 w 54"/>
                  <a:gd name="T55" fmla="*/ 0 h 3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4"/>
                  <a:gd name="T85" fmla="*/ 0 h 38"/>
                  <a:gd name="T86" fmla="*/ 54 w 54"/>
                  <a:gd name="T87" fmla="*/ 38 h 3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4" h="38">
                    <a:moveTo>
                      <a:pt x="38" y="0"/>
                    </a:moveTo>
                    <a:lnTo>
                      <a:pt x="38" y="4"/>
                    </a:lnTo>
                    <a:lnTo>
                      <a:pt x="39" y="6"/>
                    </a:lnTo>
                    <a:lnTo>
                      <a:pt x="41" y="7"/>
                    </a:lnTo>
                    <a:lnTo>
                      <a:pt x="44" y="8"/>
                    </a:lnTo>
                    <a:lnTo>
                      <a:pt x="47" y="9"/>
                    </a:lnTo>
                    <a:lnTo>
                      <a:pt x="49" y="9"/>
                    </a:lnTo>
                    <a:lnTo>
                      <a:pt x="52" y="10"/>
                    </a:lnTo>
                    <a:lnTo>
                      <a:pt x="54" y="10"/>
                    </a:lnTo>
                    <a:lnTo>
                      <a:pt x="53" y="37"/>
                    </a:lnTo>
                    <a:lnTo>
                      <a:pt x="49" y="37"/>
                    </a:lnTo>
                    <a:lnTo>
                      <a:pt x="46" y="37"/>
                    </a:lnTo>
                    <a:lnTo>
                      <a:pt x="42" y="37"/>
                    </a:lnTo>
                    <a:lnTo>
                      <a:pt x="39" y="38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5" y="38"/>
                    </a:lnTo>
                    <a:lnTo>
                      <a:pt x="22" y="38"/>
                    </a:lnTo>
                    <a:lnTo>
                      <a:pt x="18" y="38"/>
                    </a:lnTo>
                    <a:lnTo>
                      <a:pt x="15" y="38"/>
                    </a:lnTo>
                    <a:lnTo>
                      <a:pt x="11" y="38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0" y="36"/>
                    </a:lnTo>
                    <a:lnTo>
                      <a:pt x="5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2" name="Freeform 1088"/>
              <p:cNvSpPr>
                <a:spLocks/>
              </p:cNvSpPr>
              <p:nvPr/>
            </p:nvSpPr>
            <p:spPr bwMode="auto">
              <a:xfrm>
                <a:off x="2050" y="3246"/>
                <a:ext cx="84" cy="38"/>
              </a:xfrm>
              <a:custGeom>
                <a:avLst/>
                <a:gdLst>
                  <a:gd name="T0" fmla="*/ 84 w 84"/>
                  <a:gd name="T1" fmla="*/ 2 h 38"/>
                  <a:gd name="T2" fmla="*/ 84 w 84"/>
                  <a:gd name="T3" fmla="*/ 38 h 38"/>
                  <a:gd name="T4" fmla="*/ 0 w 84"/>
                  <a:gd name="T5" fmla="*/ 38 h 38"/>
                  <a:gd name="T6" fmla="*/ 2 w 84"/>
                  <a:gd name="T7" fmla="*/ 34 h 38"/>
                  <a:gd name="T8" fmla="*/ 4 w 84"/>
                  <a:gd name="T9" fmla="*/ 30 h 38"/>
                  <a:gd name="T10" fmla="*/ 7 w 84"/>
                  <a:gd name="T11" fmla="*/ 27 h 38"/>
                  <a:gd name="T12" fmla="*/ 11 w 84"/>
                  <a:gd name="T13" fmla="*/ 26 h 38"/>
                  <a:gd name="T14" fmla="*/ 15 w 84"/>
                  <a:gd name="T15" fmla="*/ 24 h 38"/>
                  <a:gd name="T16" fmla="*/ 19 w 84"/>
                  <a:gd name="T17" fmla="*/ 23 h 38"/>
                  <a:gd name="T18" fmla="*/ 23 w 84"/>
                  <a:gd name="T19" fmla="*/ 22 h 38"/>
                  <a:gd name="T20" fmla="*/ 27 w 84"/>
                  <a:gd name="T21" fmla="*/ 21 h 38"/>
                  <a:gd name="T22" fmla="*/ 25 w 84"/>
                  <a:gd name="T23" fmla="*/ 19 h 38"/>
                  <a:gd name="T24" fmla="*/ 21 w 84"/>
                  <a:gd name="T25" fmla="*/ 18 h 38"/>
                  <a:gd name="T26" fmla="*/ 19 w 84"/>
                  <a:gd name="T27" fmla="*/ 16 h 38"/>
                  <a:gd name="T28" fmla="*/ 16 w 84"/>
                  <a:gd name="T29" fmla="*/ 15 h 38"/>
                  <a:gd name="T30" fmla="*/ 14 w 84"/>
                  <a:gd name="T31" fmla="*/ 14 h 38"/>
                  <a:gd name="T32" fmla="*/ 12 w 84"/>
                  <a:gd name="T33" fmla="*/ 12 h 38"/>
                  <a:gd name="T34" fmla="*/ 12 w 84"/>
                  <a:gd name="T35" fmla="*/ 9 h 38"/>
                  <a:gd name="T36" fmla="*/ 13 w 84"/>
                  <a:gd name="T37" fmla="*/ 5 h 38"/>
                  <a:gd name="T38" fmla="*/ 15 w 84"/>
                  <a:gd name="T39" fmla="*/ 5 h 38"/>
                  <a:gd name="T40" fmla="*/ 17 w 84"/>
                  <a:gd name="T41" fmla="*/ 5 h 38"/>
                  <a:gd name="T42" fmla="*/ 20 w 84"/>
                  <a:gd name="T43" fmla="*/ 6 h 38"/>
                  <a:gd name="T44" fmla="*/ 23 w 84"/>
                  <a:gd name="T45" fmla="*/ 7 h 38"/>
                  <a:gd name="T46" fmla="*/ 26 w 84"/>
                  <a:gd name="T47" fmla="*/ 8 h 38"/>
                  <a:gd name="T48" fmla="*/ 27 w 84"/>
                  <a:gd name="T49" fmla="*/ 10 h 38"/>
                  <a:gd name="T50" fmla="*/ 28 w 84"/>
                  <a:gd name="T51" fmla="*/ 12 h 38"/>
                  <a:gd name="T52" fmla="*/ 29 w 84"/>
                  <a:gd name="T53" fmla="*/ 15 h 38"/>
                  <a:gd name="T54" fmla="*/ 30 w 84"/>
                  <a:gd name="T55" fmla="*/ 16 h 38"/>
                  <a:gd name="T56" fmla="*/ 32 w 84"/>
                  <a:gd name="T57" fmla="*/ 14 h 38"/>
                  <a:gd name="T58" fmla="*/ 33 w 84"/>
                  <a:gd name="T59" fmla="*/ 12 h 38"/>
                  <a:gd name="T60" fmla="*/ 34 w 84"/>
                  <a:gd name="T61" fmla="*/ 10 h 38"/>
                  <a:gd name="T62" fmla="*/ 35 w 84"/>
                  <a:gd name="T63" fmla="*/ 7 h 38"/>
                  <a:gd name="T64" fmla="*/ 36 w 84"/>
                  <a:gd name="T65" fmla="*/ 5 h 38"/>
                  <a:gd name="T66" fmla="*/ 37 w 84"/>
                  <a:gd name="T67" fmla="*/ 4 h 38"/>
                  <a:gd name="T68" fmla="*/ 39 w 84"/>
                  <a:gd name="T69" fmla="*/ 2 h 38"/>
                  <a:gd name="T70" fmla="*/ 43 w 84"/>
                  <a:gd name="T71" fmla="*/ 2 h 38"/>
                  <a:gd name="T72" fmla="*/ 47 w 84"/>
                  <a:gd name="T73" fmla="*/ 7 h 38"/>
                  <a:gd name="T74" fmla="*/ 48 w 84"/>
                  <a:gd name="T75" fmla="*/ 12 h 38"/>
                  <a:gd name="T76" fmla="*/ 49 w 84"/>
                  <a:gd name="T77" fmla="*/ 19 h 38"/>
                  <a:gd name="T78" fmla="*/ 50 w 84"/>
                  <a:gd name="T79" fmla="*/ 25 h 38"/>
                  <a:gd name="T80" fmla="*/ 64 w 84"/>
                  <a:gd name="T81" fmla="*/ 25 h 38"/>
                  <a:gd name="T82" fmla="*/ 64 w 84"/>
                  <a:gd name="T83" fmla="*/ 19 h 38"/>
                  <a:gd name="T84" fmla="*/ 62 w 84"/>
                  <a:gd name="T85" fmla="*/ 13 h 38"/>
                  <a:gd name="T86" fmla="*/ 61 w 84"/>
                  <a:gd name="T87" fmla="*/ 7 h 38"/>
                  <a:gd name="T88" fmla="*/ 60 w 84"/>
                  <a:gd name="T89" fmla="*/ 0 h 38"/>
                  <a:gd name="T90" fmla="*/ 63 w 84"/>
                  <a:gd name="T91" fmla="*/ 0 h 38"/>
                  <a:gd name="T92" fmla="*/ 66 w 84"/>
                  <a:gd name="T93" fmla="*/ 2 h 38"/>
                  <a:gd name="T94" fmla="*/ 69 w 84"/>
                  <a:gd name="T95" fmla="*/ 2 h 38"/>
                  <a:gd name="T96" fmla="*/ 72 w 84"/>
                  <a:gd name="T97" fmla="*/ 2 h 38"/>
                  <a:gd name="T98" fmla="*/ 75 w 84"/>
                  <a:gd name="T99" fmla="*/ 2 h 38"/>
                  <a:gd name="T100" fmla="*/ 78 w 84"/>
                  <a:gd name="T101" fmla="*/ 2 h 38"/>
                  <a:gd name="T102" fmla="*/ 81 w 84"/>
                  <a:gd name="T103" fmla="*/ 2 h 38"/>
                  <a:gd name="T104" fmla="*/ 84 w 84"/>
                  <a:gd name="T105" fmla="*/ 2 h 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38"/>
                  <a:gd name="T161" fmla="*/ 84 w 84"/>
                  <a:gd name="T162" fmla="*/ 38 h 3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38">
                    <a:moveTo>
                      <a:pt x="84" y="2"/>
                    </a:moveTo>
                    <a:lnTo>
                      <a:pt x="84" y="38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7" y="27"/>
                    </a:lnTo>
                    <a:lnTo>
                      <a:pt x="11" y="26"/>
                    </a:lnTo>
                    <a:lnTo>
                      <a:pt x="15" y="24"/>
                    </a:lnTo>
                    <a:lnTo>
                      <a:pt x="19" y="23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25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6" y="15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20" y="6"/>
                    </a:lnTo>
                    <a:lnTo>
                      <a:pt x="23" y="7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28" y="12"/>
                    </a:lnTo>
                    <a:lnTo>
                      <a:pt x="29" y="15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4" y="10"/>
                    </a:lnTo>
                    <a:lnTo>
                      <a:pt x="35" y="7"/>
                    </a:lnTo>
                    <a:lnTo>
                      <a:pt x="36" y="5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3" y="2"/>
                    </a:lnTo>
                    <a:lnTo>
                      <a:pt x="47" y="7"/>
                    </a:lnTo>
                    <a:lnTo>
                      <a:pt x="48" y="12"/>
                    </a:lnTo>
                    <a:lnTo>
                      <a:pt x="49" y="19"/>
                    </a:lnTo>
                    <a:lnTo>
                      <a:pt x="50" y="25"/>
                    </a:lnTo>
                    <a:lnTo>
                      <a:pt x="64" y="25"/>
                    </a:lnTo>
                    <a:lnTo>
                      <a:pt x="64" y="19"/>
                    </a:lnTo>
                    <a:lnTo>
                      <a:pt x="62" y="13"/>
                    </a:lnTo>
                    <a:lnTo>
                      <a:pt x="61" y="7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6" y="2"/>
                    </a:lnTo>
                    <a:lnTo>
                      <a:pt x="69" y="2"/>
                    </a:lnTo>
                    <a:lnTo>
                      <a:pt x="72" y="2"/>
                    </a:lnTo>
                    <a:lnTo>
                      <a:pt x="75" y="2"/>
                    </a:lnTo>
                    <a:lnTo>
                      <a:pt x="78" y="2"/>
                    </a:lnTo>
                    <a:lnTo>
                      <a:pt x="81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3" name="Freeform 1089"/>
              <p:cNvSpPr>
                <a:spLocks/>
              </p:cNvSpPr>
              <p:nvPr/>
            </p:nvSpPr>
            <p:spPr bwMode="auto">
              <a:xfrm>
                <a:off x="1984" y="3288"/>
                <a:ext cx="51" cy="38"/>
              </a:xfrm>
              <a:custGeom>
                <a:avLst/>
                <a:gdLst>
                  <a:gd name="T0" fmla="*/ 51 w 51"/>
                  <a:gd name="T1" fmla="*/ 1 h 38"/>
                  <a:gd name="T2" fmla="*/ 49 w 51"/>
                  <a:gd name="T3" fmla="*/ 8 h 38"/>
                  <a:gd name="T4" fmla="*/ 46 w 51"/>
                  <a:gd name="T5" fmla="*/ 12 h 38"/>
                  <a:gd name="T6" fmla="*/ 40 w 51"/>
                  <a:gd name="T7" fmla="*/ 15 h 38"/>
                  <a:gd name="T8" fmla="*/ 35 w 51"/>
                  <a:gd name="T9" fmla="*/ 17 h 38"/>
                  <a:gd name="T10" fmla="*/ 30 w 51"/>
                  <a:gd name="T11" fmla="*/ 20 h 38"/>
                  <a:gd name="T12" fmla="*/ 26 w 51"/>
                  <a:gd name="T13" fmla="*/ 25 h 38"/>
                  <a:gd name="T14" fmla="*/ 26 w 51"/>
                  <a:gd name="T15" fmla="*/ 30 h 38"/>
                  <a:gd name="T16" fmla="*/ 30 w 51"/>
                  <a:gd name="T17" fmla="*/ 38 h 38"/>
                  <a:gd name="T18" fmla="*/ 5 w 51"/>
                  <a:gd name="T19" fmla="*/ 38 h 38"/>
                  <a:gd name="T20" fmla="*/ 3 w 51"/>
                  <a:gd name="T21" fmla="*/ 28 h 38"/>
                  <a:gd name="T22" fmla="*/ 1 w 51"/>
                  <a:gd name="T23" fmla="*/ 19 h 38"/>
                  <a:gd name="T24" fmla="*/ 0 w 51"/>
                  <a:gd name="T25" fmla="*/ 10 h 38"/>
                  <a:gd name="T26" fmla="*/ 1 w 51"/>
                  <a:gd name="T27" fmla="*/ 0 h 38"/>
                  <a:gd name="T28" fmla="*/ 51 w 51"/>
                  <a:gd name="T29" fmla="*/ 1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1"/>
                  <a:gd name="T46" fmla="*/ 0 h 38"/>
                  <a:gd name="T47" fmla="*/ 51 w 51"/>
                  <a:gd name="T48" fmla="*/ 38 h 3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1" h="38">
                    <a:moveTo>
                      <a:pt x="51" y="1"/>
                    </a:moveTo>
                    <a:lnTo>
                      <a:pt x="49" y="8"/>
                    </a:lnTo>
                    <a:lnTo>
                      <a:pt x="46" y="12"/>
                    </a:lnTo>
                    <a:lnTo>
                      <a:pt x="40" y="15"/>
                    </a:lnTo>
                    <a:lnTo>
                      <a:pt x="35" y="17"/>
                    </a:lnTo>
                    <a:lnTo>
                      <a:pt x="30" y="20"/>
                    </a:lnTo>
                    <a:lnTo>
                      <a:pt x="26" y="25"/>
                    </a:lnTo>
                    <a:lnTo>
                      <a:pt x="26" y="30"/>
                    </a:lnTo>
                    <a:lnTo>
                      <a:pt x="30" y="38"/>
                    </a:lnTo>
                    <a:lnTo>
                      <a:pt x="5" y="38"/>
                    </a:lnTo>
                    <a:lnTo>
                      <a:pt x="3" y="28"/>
                    </a:lnTo>
                    <a:lnTo>
                      <a:pt x="1" y="19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51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4" name="Freeform 1090"/>
              <p:cNvSpPr>
                <a:spLocks/>
              </p:cNvSpPr>
              <p:nvPr/>
            </p:nvSpPr>
            <p:spPr bwMode="auto">
              <a:xfrm>
                <a:off x="2052" y="3288"/>
                <a:ext cx="82" cy="38"/>
              </a:xfrm>
              <a:custGeom>
                <a:avLst/>
                <a:gdLst>
                  <a:gd name="T0" fmla="*/ 82 w 82"/>
                  <a:gd name="T1" fmla="*/ 38 h 38"/>
                  <a:gd name="T2" fmla="*/ 21 w 82"/>
                  <a:gd name="T3" fmla="*/ 38 h 38"/>
                  <a:gd name="T4" fmla="*/ 17 w 82"/>
                  <a:gd name="T5" fmla="*/ 35 h 38"/>
                  <a:gd name="T6" fmla="*/ 13 w 82"/>
                  <a:gd name="T7" fmla="*/ 32 h 38"/>
                  <a:gd name="T8" fmla="*/ 9 w 82"/>
                  <a:gd name="T9" fmla="*/ 28 h 38"/>
                  <a:gd name="T10" fmla="*/ 7 w 82"/>
                  <a:gd name="T11" fmla="*/ 23 h 38"/>
                  <a:gd name="T12" fmla="*/ 4 w 82"/>
                  <a:gd name="T13" fmla="*/ 17 h 38"/>
                  <a:gd name="T14" fmla="*/ 2 w 82"/>
                  <a:gd name="T15" fmla="*/ 11 h 38"/>
                  <a:gd name="T16" fmla="*/ 1 w 82"/>
                  <a:gd name="T17" fmla="*/ 5 h 38"/>
                  <a:gd name="T18" fmla="*/ 0 w 82"/>
                  <a:gd name="T19" fmla="*/ 0 h 38"/>
                  <a:gd name="T20" fmla="*/ 82 w 82"/>
                  <a:gd name="T21" fmla="*/ 1 h 38"/>
                  <a:gd name="T22" fmla="*/ 82 w 82"/>
                  <a:gd name="T23" fmla="*/ 3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2"/>
                  <a:gd name="T37" fmla="*/ 0 h 38"/>
                  <a:gd name="T38" fmla="*/ 82 w 82"/>
                  <a:gd name="T39" fmla="*/ 38 h 3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2" h="38">
                    <a:moveTo>
                      <a:pt x="82" y="38"/>
                    </a:moveTo>
                    <a:lnTo>
                      <a:pt x="21" y="38"/>
                    </a:lnTo>
                    <a:lnTo>
                      <a:pt x="17" y="35"/>
                    </a:lnTo>
                    <a:lnTo>
                      <a:pt x="13" y="32"/>
                    </a:lnTo>
                    <a:lnTo>
                      <a:pt x="9" y="28"/>
                    </a:lnTo>
                    <a:lnTo>
                      <a:pt x="7" y="23"/>
                    </a:lnTo>
                    <a:lnTo>
                      <a:pt x="4" y="17"/>
                    </a:lnTo>
                    <a:lnTo>
                      <a:pt x="2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82" y="1"/>
                    </a:lnTo>
                    <a:lnTo>
                      <a:pt x="82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5" name="Freeform 1091"/>
              <p:cNvSpPr>
                <a:spLocks/>
              </p:cNvSpPr>
              <p:nvPr/>
            </p:nvSpPr>
            <p:spPr bwMode="auto">
              <a:xfrm>
                <a:off x="1991" y="3330"/>
                <a:ext cx="47" cy="36"/>
              </a:xfrm>
              <a:custGeom>
                <a:avLst/>
                <a:gdLst>
                  <a:gd name="T0" fmla="*/ 24 w 47"/>
                  <a:gd name="T1" fmla="*/ 1 h 36"/>
                  <a:gd name="T2" fmla="*/ 26 w 47"/>
                  <a:gd name="T3" fmla="*/ 5 h 36"/>
                  <a:gd name="T4" fmla="*/ 27 w 47"/>
                  <a:gd name="T5" fmla="*/ 10 h 36"/>
                  <a:gd name="T6" fmla="*/ 28 w 47"/>
                  <a:gd name="T7" fmla="*/ 15 h 36"/>
                  <a:gd name="T8" fmla="*/ 29 w 47"/>
                  <a:gd name="T9" fmla="*/ 20 h 36"/>
                  <a:gd name="T10" fmla="*/ 30 w 47"/>
                  <a:gd name="T11" fmla="*/ 24 h 36"/>
                  <a:gd name="T12" fmla="*/ 32 w 47"/>
                  <a:gd name="T13" fmla="*/ 29 h 36"/>
                  <a:gd name="T14" fmla="*/ 37 w 47"/>
                  <a:gd name="T15" fmla="*/ 31 h 36"/>
                  <a:gd name="T16" fmla="*/ 42 w 47"/>
                  <a:gd name="T17" fmla="*/ 32 h 36"/>
                  <a:gd name="T18" fmla="*/ 44 w 47"/>
                  <a:gd name="T19" fmla="*/ 32 h 36"/>
                  <a:gd name="T20" fmla="*/ 45 w 47"/>
                  <a:gd name="T21" fmla="*/ 32 h 36"/>
                  <a:gd name="T22" fmla="*/ 46 w 47"/>
                  <a:gd name="T23" fmla="*/ 33 h 36"/>
                  <a:gd name="T24" fmla="*/ 47 w 47"/>
                  <a:gd name="T25" fmla="*/ 34 h 36"/>
                  <a:gd name="T26" fmla="*/ 47 w 47"/>
                  <a:gd name="T27" fmla="*/ 36 h 36"/>
                  <a:gd name="T28" fmla="*/ 17 w 47"/>
                  <a:gd name="T29" fmla="*/ 36 h 36"/>
                  <a:gd name="T30" fmla="*/ 14 w 47"/>
                  <a:gd name="T31" fmla="*/ 32 h 36"/>
                  <a:gd name="T32" fmla="*/ 12 w 47"/>
                  <a:gd name="T33" fmla="*/ 28 h 36"/>
                  <a:gd name="T34" fmla="*/ 9 w 47"/>
                  <a:gd name="T35" fmla="*/ 23 h 36"/>
                  <a:gd name="T36" fmla="*/ 8 w 47"/>
                  <a:gd name="T37" fmla="*/ 19 h 36"/>
                  <a:gd name="T38" fmla="*/ 4 w 47"/>
                  <a:gd name="T39" fmla="*/ 14 h 36"/>
                  <a:gd name="T40" fmla="*/ 3 w 47"/>
                  <a:gd name="T41" fmla="*/ 9 h 36"/>
                  <a:gd name="T42" fmla="*/ 1 w 47"/>
                  <a:gd name="T43" fmla="*/ 5 h 36"/>
                  <a:gd name="T44" fmla="*/ 0 w 47"/>
                  <a:gd name="T45" fmla="*/ 0 h 36"/>
                  <a:gd name="T46" fmla="*/ 24 w 47"/>
                  <a:gd name="T47" fmla="*/ 1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7"/>
                  <a:gd name="T73" fmla="*/ 0 h 36"/>
                  <a:gd name="T74" fmla="*/ 47 w 47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7" h="36">
                    <a:moveTo>
                      <a:pt x="24" y="1"/>
                    </a:moveTo>
                    <a:lnTo>
                      <a:pt x="26" y="5"/>
                    </a:lnTo>
                    <a:lnTo>
                      <a:pt x="27" y="10"/>
                    </a:lnTo>
                    <a:lnTo>
                      <a:pt x="28" y="15"/>
                    </a:lnTo>
                    <a:lnTo>
                      <a:pt x="29" y="20"/>
                    </a:lnTo>
                    <a:lnTo>
                      <a:pt x="30" y="24"/>
                    </a:lnTo>
                    <a:lnTo>
                      <a:pt x="32" y="29"/>
                    </a:lnTo>
                    <a:lnTo>
                      <a:pt x="37" y="31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6" y="33"/>
                    </a:lnTo>
                    <a:lnTo>
                      <a:pt x="47" y="34"/>
                    </a:lnTo>
                    <a:lnTo>
                      <a:pt x="47" y="36"/>
                    </a:lnTo>
                    <a:lnTo>
                      <a:pt x="17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9" y="23"/>
                    </a:lnTo>
                    <a:lnTo>
                      <a:pt x="8" y="19"/>
                    </a:lnTo>
                    <a:lnTo>
                      <a:pt x="4" y="14"/>
                    </a:lnTo>
                    <a:lnTo>
                      <a:pt x="3" y="9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6" name="Freeform 1092"/>
              <p:cNvSpPr>
                <a:spLocks/>
              </p:cNvSpPr>
              <p:nvPr/>
            </p:nvSpPr>
            <p:spPr bwMode="auto">
              <a:xfrm>
                <a:off x="2086" y="3330"/>
                <a:ext cx="47" cy="37"/>
              </a:xfrm>
              <a:custGeom>
                <a:avLst/>
                <a:gdLst>
                  <a:gd name="T0" fmla="*/ 47 w 47"/>
                  <a:gd name="T1" fmla="*/ 36 h 37"/>
                  <a:gd name="T2" fmla="*/ 45 w 47"/>
                  <a:gd name="T3" fmla="*/ 36 h 37"/>
                  <a:gd name="T4" fmla="*/ 42 w 47"/>
                  <a:gd name="T5" fmla="*/ 36 h 37"/>
                  <a:gd name="T6" fmla="*/ 40 w 47"/>
                  <a:gd name="T7" fmla="*/ 37 h 37"/>
                  <a:gd name="T8" fmla="*/ 37 w 47"/>
                  <a:gd name="T9" fmla="*/ 37 h 37"/>
                  <a:gd name="T10" fmla="*/ 33 w 47"/>
                  <a:gd name="T11" fmla="*/ 37 h 37"/>
                  <a:gd name="T12" fmla="*/ 30 w 47"/>
                  <a:gd name="T13" fmla="*/ 37 h 37"/>
                  <a:gd name="T14" fmla="*/ 28 w 47"/>
                  <a:gd name="T15" fmla="*/ 37 h 37"/>
                  <a:gd name="T16" fmla="*/ 25 w 47"/>
                  <a:gd name="T17" fmla="*/ 37 h 37"/>
                  <a:gd name="T18" fmla="*/ 22 w 47"/>
                  <a:gd name="T19" fmla="*/ 37 h 37"/>
                  <a:gd name="T20" fmla="*/ 20 w 47"/>
                  <a:gd name="T21" fmla="*/ 37 h 37"/>
                  <a:gd name="T22" fmla="*/ 16 w 47"/>
                  <a:gd name="T23" fmla="*/ 37 h 37"/>
                  <a:gd name="T24" fmla="*/ 13 w 47"/>
                  <a:gd name="T25" fmla="*/ 37 h 37"/>
                  <a:gd name="T26" fmla="*/ 11 w 47"/>
                  <a:gd name="T27" fmla="*/ 37 h 37"/>
                  <a:gd name="T28" fmla="*/ 9 w 47"/>
                  <a:gd name="T29" fmla="*/ 37 h 37"/>
                  <a:gd name="T30" fmla="*/ 7 w 47"/>
                  <a:gd name="T31" fmla="*/ 37 h 37"/>
                  <a:gd name="T32" fmla="*/ 5 w 47"/>
                  <a:gd name="T33" fmla="*/ 36 h 37"/>
                  <a:gd name="T34" fmla="*/ 6 w 47"/>
                  <a:gd name="T35" fmla="*/ 35 h 37"/>
                  <a:gd name="T36" fmla="*/ 7 w 47"/>
                  <a:gd name="T37" fmla="*/ 34 h 37"/>
                  <a:gd name="T38" fmla="*/ 9 w 47"/>
                  <a:gd name="T39" fmla="*/ 31 h 37"/>
                  <a:gd name="T40" fmla="*/ 10 w 47"/>
                  <a:gd name="T41" fmla="*/ 29 h 37"/>
                  <a:gd name="T42" fmla="*/ 11 w 47"/>
                  <a:gd name="T43" fmla="*/ 26 h 37"/>
                  <a:gd name="T44" fmla="*/ 12 w 47"/>
                  <a:gd name="T45" fmla="*/ 23 h 37"/>
                  <a:gd name="T46" fmla="*/ 13 w 47"/>
                  <a:gd name="T47" fmla="*/ 20 h 37"/>
                  <a:gd name="T48" fmla="*/ 14 w 47"/>
                  <a:gd name="T49" fmla="*/ 18 h 37"/>
                  <a:gd name="T50" fmla="*/ 12 w 47"/>
                  <a:gd name="T51" fmla="*/ 16 h 37"/>
                  <a:gd name="T52" fmla="*/ 10 w 47"/>
                  <a:gd name="T53" fmla="*/ 14 h 37"/>
                  <a:gd name="T54" fmla="*/ 8 w 47"/>
                  <a:gd name="T55" fmla="*/ 12 h 37"/>
                  <a:gd name="T56" fmla="*/ 7 w 47"/>
                  <a:gd name="T57" fmla="*/ 9 h 37"/>
                  <a:gd name="T58" fmla="*/ 5 w 47"/>
                  <a:gd name="T59" fmla="*/ 7 h 37"/>
                  <a:gd name="T60" fmla="*/ 2 w 47"/>
                  <a:gd name="T61" fmla="*/ 5 h 37"/>
                  <a:gd name="T62" fmla="*/ 1 w 47"/>
                  <a:gd name="T63" fmla="*/ 2 h 37"/>
                  <a:gd name="T64" fmla="*/ 0 w 47"/>
                  <a:gd name="T65" fmla="*/ 0 h 37"/>
                  <a:gd name="T66" fmla="*/ 47 w 47"/>
                  <a:gd name="T67" fmla="*/ 1 h 37"/>
                  <a:gd name="T68" fmla="*/ 47 w 47"/>
                  <a:gd name="T69" fmla="*/ 36 h 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"/>
                  <a:gd name="T106" fmla="*/ 0 h 37"/>
                  <a:gd name="T107" fmla="*/ 47 w 47"/>
                  <a:gd name="T108" fmla="*/ 37 h 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" h="37">
                    <a:moveTo>
                      <a:pt x="47" y="36"/>
                    </a:moveTo>
                    <a:lnTo>
                      <a:pt x="45" y="36"/>
                    </a:lnTo>
                    <a:lnTo>
                      <a:pt x="42" y="36"/>
                    </a:lnTo>
                    <a:lnTo>
                      <a:pt x="40" y="37"/>
                    </a:lnTo>
                    <a:lnTo>
                      <a:pt x="37" y="37"/>
                    </a:lnTo>
                    <a:lnTo>
                      <a:pt x="33" y="37"/>
                    </a:lnTo>
                    <a:lnTo>
                      <a:pt x="30" y="37"/>
                    </a:lnTo>
                    <a:lnTo>
                      <a:pt x="28" y="37"/>
                    </a:lnTo>
                    <a:lnTo>
                      <a:pt x="25" y="37"/>
                    </a:lnTo>
                    <a:lnTo>
                      <a:pt x="22" y="37"/>
                    </a:lnTo>
                    <a:lnTo>
                      <a:pt x="20" y="37"/>
                    </a:lnTo>
                    <a:lnTo>
                      <a:pt x="16" y="37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9" y="31"/>
                    </a:lnTo>
                    <a:lnTo>
                      <a:pt x="10" y="29"/>
                    </a:lnTo>
                    <a:lnTo>
                      <a:pt x="11" y="26"/>
                    </a:lnTo>
                    <a:lnTo>
                      <a:pt x="12" y="23"/>
                    </a:lnTo>
                    <a:lnTo>
                      <a:pt x="13" y="20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47" y="1"/>
                    </a:lnTo>
                    <a:lnTo>
                      <a:pt x="47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7" name="Freeform 1093"/>
              <p:cNvSpPr>
                <a:spLocks/>
              </p:cNvSpPr>
              <p:nvPr/>
            </p:nvSpPr>
            <p:spPr bwMode="auto">
              <a:xfrm>
                <a:off x="2013" y="3370"/>
                <a:ext cx="50" cy="38"/>
              </a:xfrm>
              <a:custGeom>
                <a:avLst/>
                <a:gdLst>
                  <a:gd name="T0" fmla="*/ 28 w 50"/>
                  <a:gd name="T1" fmla="*/ 1 h 38"/>
                  <a:gd name="T2" fmla="*/ 31 w 50"/>
                  <a:gd name="T3" fmla="*/ 7 h 38"/>
                  <a:gd name="T4" fmla="*/ 33 w 50"/>
                  <a:gd name="T5" fmla="*/ 11 h 38"/>
                  <a:gd name="T6" fmla="*/ 35 w 50"/>
                  <a:gd name="T7" fmla="*/ 15 h 38"/>
                  <a:gd name="T8" fmla="*/ 38 w 50"/>
                  <a:gd name="T9" fmla="*/ 20 h 38"/>
                  <a:gd name="T10" fmla="*/ 41 w 50"/>
                  <a:gd name="T11" fmla="*/ 24 h 38"/>
                  <a:gd name="T12" fmla="*/ 44 w 50"/>
                  <a:gd name="T13" fmla="*/ 28 h 38"/>
                  <a:gd name="T14" fmla="*/ 47 w 50"/>
                  <a:gd name="T15" fmla="*/ 32 h 38"/>
                  <a:gd name="T16" fmla="*/ 50 w 50"/>
                  <a:gd name="T17" fmla="*/ 38 h 38"/>
                  <a:gd name="T18" fmla="*/ 46 w 50"/>
                  <a:gd name="T19" fmla="*/ 38 h 38"/>
                  <a:gd name="T20" fmla="*/ 41 w 50"/>
                  <a:gd name="T21" fmla="*/ 37 h 38"/>
                  <a:gd name="T22" fmla="*/ 37 w 50"/>
                  <a:gd name="T23" fmla="*/ 37 h 38"/>
                  <a:gd name="T24" fmla="*/ 33 w 50"/>
                  <a:gd name="T25" fmla="*/ 35 h 38"/>
                  <a:gd name="T26" fmla="*/ 29 w 50"/>
                  <a:gd name="T27" fmla="*/ 33 h 38"/>
                  <a:gd name="T28" fmla="*/ 26 w 50"/>
                  <a:gd name="T29" fmla="*/ 31 h 38"/>
                  <a:gd name="T30" fmla="*/ 23 w 50"/>
                  <a:gd name="T31" fmla="*/ 29 h 38"/>
                  <a:gd name="T32" fmla="*/ 20 w 50"/>
                  <a:gd name="T33" fmla="*/ 26 h 38"/>
                  <a:gd name="T34" fmla="*/ 18 w 50"/>
                  <a:gd name="T35" fmla="*/ 23 h 38"/>
                  <a:gd name="T36" fmla="*/ 15 w 50"/>
                  <a:gd name="T37" fmla="*/ 20 h 38"/>
                  <a:gd name="T38" fmla="*/ 12 w 50"/>
                  <a:gd name="T39" fmla="*/ 16 h 38"/>
                  <a:gd name="T40" fmla="*/ 9 w 50"/>
                  <a:gd name="T41" fmla="*/ 13 h 38"/>
                  <a:gd name="T42" fmla="*/ 7 w 50"/>
                  <a:gd name="T43" fmla="*/ 10 h 38"/>
                  <a:gd name="T44" fmla="*/ 5 w 50"/>
                  <a:gd name="T45" fmla="*/ 7 h 38"/>
                  <a:gd name="T46" fmla="*/ 2 w 50"/>
                  <a:gd name="T47" fmla="*/ 4 h 38"/>
                  <a:gd name="T48" fmla="*/ 0 w 50"/>
                  <a:gd name="T49" fmla="*/ 0 h 38"/>
                  <a:gd name="T50" fmla="*/ 28 w 50"/>
                  <a:gd name="T51" fmla="*/ 1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0"/>
                  <a:gd name="T79" fmla="*/ 0 h 38"/>
                  <a:gd name="T80" fmla="*/ 50 w 50"/>
                  <a:gd name="T81" fmla="*/ 38 h 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0" h="38">
                    <a:moveTo>
                      <a:pt x="28" y="1"/>
                    </a:moveTo>
                    <a:lnTo>
                      <a:pt x="31" y="7"/>
                    </a:lnTo>
                    <a:lnTo>
                      <a:pt x="33" y="11"/>
                    </a:lnTo>
                    <a:lnTo>
                      <a:pt x="35" y="15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50" y="38"/>
                    </a:lnTo>
                    <a:lnTo>
                      <a:pt x="46" y="38"/>
                    </a:lnTo>
                    <a:lnTo>
                      <a:pt x="41" y="37"/>
                    </a:lnTo>
                    <a:lnTo>
                      <a:pt x="37" y="37"/>
                    </a:lnTo>
                    <a:lnTo>
                      <a:pt x="33" y="35"/>
                    </a:lnTo>
                    <a:lnTo>
                      <a:pt x="29" y="33"/>
                    </a:lnTo>
                    <a:lnTo>
                      <a:pt x="26" y="31"/>
                    </a:lnTo>
                    <a:lnTo>
                      <a:pt x="23" y="29"/>
                    </a:lnTo>
                    <a:lnTo>
                      <a:pt x="20" y="26"/>
                    </a:lnTo>
                    <a:lnTo>
                      <a:pt x="18" y="23"/>
                    </a:lnTo>
                    <a:lnTo>
                      <a:pt x="15" y="20"/>
                    </a:lnTo>
                    <a:lnTo>
                      <a:pt x="12" y="16"/>
                    </a:lnTo>
                    <a:lnTo>
                      <a:pt x="9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8" name="Freeform 1094"/>
              <p:cNvSpPr>
                <a:spLocks/>
              </p:cNvSpPr>
              <p:nvPr/>
            </p:nvSpPr>
            <p:spPr bwMode="auto">
              <a:xfrm>
                <a:off x="2083" y="3370"/>
                <a:ext cx="50" cy="38"/>
              </a:xfrm>
              <a:custGeom>
                <a:avLst/>
                <a:gdLst>
                  <a:gd name="T0" fmla="*/ 50 w 50"/>
                  <a:gd name="T1" fmla="*/ 1 h 38"/>
                  <a:gd name="T2" fmla="*/ 50 w 50"/>
                  <a:gd name="T3" fmla="*/ 10 h 38"/>
                  <a:gd name="T4" fmla="*/ 50 w 50"/>
                  <a:gd name="T5" fmla="*/ 19 h 38"/>
                  <a:gd name="T6" fmla="*/ 50 w 50"/>
                  <a:gd name="T7" fmla="*/ 29 h 38"/>
                  <a:gd name="T8" fmla="*/ 50 w 50"/>
                  <a:gd name="T9" fmla="*/ 38 h 38"/>
                  <a:gd name="T10" fmla="*/ 0 w 50"/>
                  <a:gd name="T11" fmla="*/ 38 h 38"/>
                  <a:gd name="T12" fmla="*/ 2 w 50"/>
                  <a:gd name="T13" fmla="*/ 0 h 38"/>
                  <a:gd name="T14" fmla="*/ 4 w 50"/>
                  <a:gd name="T15" fmla="*/ 0 h 38"/>
                  <a:gd name="T16" fmla="*/ 8 w 50"/>
                  <a:gd name="T17" fmla="*/ 0 h 38"/>
                  <a:gd name="T18" fmla="*/ 11 w 50"/>
                  <a:gd name="T19" fmla="*/ 1 h 38"/>
                  <a:gd name="T20" fmla="*/ 13 w 50"/>
                  <a:gd name="T21" fmla="*/ 1 h 38"/>
                  <a:gd name="T22" fmla="*/ 16 w 50"/>
                  <a:gd name="T23" fmla="*/ 1 h 38"/>
                  <a:gd name="T24" fmla="*/ 19 w 50"/>
                  <a:gd name="T25" fmla="*/ 1 h 38"/>
                  <a:gd name="T26" fmla="*/ 23 w 50"/>
                  <a:gd name="T27" fmla="*/ 1 h 38"/>
                  <a:gd name="T28" fmla="*/ 26 w 50"/>
                  <a:gd name="T29" fmla="*/ 1 h 38"/>
                  <a:gd name="T30" fmla="*/ 29 w 50"/>
                  <a:gd name="T31" fmla="*/ 1 h 38"/>
                  <a:gd name="T32" fmla="*/ 32 w 50"/>
                  <a:gd name="T33" fmla="*/ 1 h 38"/>
                  <a:gd name="T34" fmla="*/ 35 w 50"/>
                  <a:gd name="T35" fmla="*/ 1 h 38"/>
                  <a:gd name="T36" fmla="*/ 39 w 50"/>
                  <a:gd name="T37" fmla="*/ 1 h 38"/>
                  <a:gd name="T38" fmla="*/ 41 w 50"/>
                  <a:gd name="T39" fmla="*/ 1 h 38"/>
                  <a:gd name="T40" fmla="*/ 44 w 50"/>
                  <a:gd name="T41" fmla="*/ 1 h 38"/>
                  <a:gd name="T42" fmla="*/ 47 w 50"/>
                  <a:gd name="T43" fmla="*/ 1 h 38"/>
                  <a:gd name="T44" fmla="*/ 50 w 50"/>
                  <a:gd name="T45" fmla="*/ 1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0"/>
                  <a:gd name="T70" fmla="*/ 0 h 38"/>
                  <a:gd name="T71" fmla="*/ 50 w 50"/>
                  <a:gd name="T72" fmla="*/ 38 h 3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0" h="38">
                    <a:moveTo>
                      <a:pt x="50" y="1"/>
                    </a:moveTo>
                    <a:lnTo>
                      <a:pt x="50" y="10"/>
                    </a:lnTo>
                    <a:lnTo>
                      <a:pt x="50" y="19"/>
                    </a:lnTo>
                    <a:lnTo>
                      <a:pt x="50" y="29"/>
                    </a:lnTo>
                    <a:lnTo>
                      <a:pt x="50" y="38"/>
                    </a:lnTo>
                    <a:lnTo>
                      <a:pt x="0" y="38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1" y="1"/>
                    </a:lnTo>
                    <a:lnTo>
                      <a:pt x="44" y="1"/>
                    </a:lnTo>
                    <a:lnTo>
                      <a:pt x="47" y="1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39" name="Freeform 1095"/>
              <p:cNvSpPr>
                <a:spLocks/>
              </p:cNvSpPr>
              <p:nvPr/>
            </p:nvSpPr>
            <p:spPr bwMode="auto">
              <a:xfrm>
                <a:off x="2056" y="3412"/>
                <a:ext cx="77" cy="24"/>
              </a:xfrm>
              <a:custGeom>
                <a:avLst/>
                <a:gdLst>
                  <a:gd name="T0" fmla="*/ 27 w 77"/>
                  <a:gd name="T1" fmla="*/ 5 h 24"/>
                  <a:gd name="T2" fmla="*/ 28 w 77"/>
                  <a:gd name="T3" fmla="*/ 4 h 24"/>
                  <a:gd name="T4" fmla="*/ 28 w 77"/>
                  <a:gd name="T5" fmla="*/ 3 h 24"/>
                  <a:gd name="T6" fmla="*/ 28 w 77"/>
                  <a:gd name="T7" fmla="*/ 2 h 24"/>
                  <a:gd name="T8" fmla="*/ 28 w 77"/>
                  <a:gd name="T9" fmla="*/ 1 h 24"/>
                  <a:gd name="T10" fmla="*/ 77 w 77"/>
                  <a:gd name="T11" fmla="*/ 1 h 24"/>
                  <a:gd name="T12" fmla="*/ 77 w 77"/>
                  <a:gd name="T13" fmla="*/ 24 h 24"/>
                  <a:gd name="T14" fmla="*/ 72 w 77"/>
                  <a:gd name="T15" fmla="*/ 24 h 24"/>
                  <a:gd name="T16" fmla="*/ 67 w 77"/>
                  <a:gd name="T17" fmla="*/ 22 h 24"/>
                  <a:gd name="T18" fmla="*/ 62 w 77"/>
                  <a:gd name="T19" fmla="*/ 22 h 24"/>
                  <a:gd name="T20" fmla="*/ 57 w 77"/>
                  <a:gd name="T21" fmla="*/ 21 h 24"/>
                  <a:gd name="T22" fmla="*/ 52 w 77"/>
                  <a:gd name="T23" fmla="*/ 20 h 24"/>
                  <a:gd name="T24" fmla="*/ 47 w 77"/>
                  <a:gd name="T25" fmla="*/ 19 h 24"/>
                  <a:gd name="T26" fmla="*/ 42 w 77"/>
                  <a:gd name="T27" fmla="*/ 18 h 24"/>
                  <a:gd name="T28" fmla="*/ 38 w 77"/>
                  <a:gd name="T29" fmla="*/ 17 h 24"/>
                  <a:gd name="T30" fmla="*/ 32 w 77"/>
                  <a:gd name="T31" fmla="*/ 16 h 24"/>
                  <a:gd name="T32" fmla="*/ 27 w 77"/>
                  <a:gd name="T33" fmla="*/ 14 h 24"/>
                  <a:gd name="T34" fmla="*/ 23 w 77"/>
                  <a:gd name="T35" fmla="*/ 13 h 24"/>
                  <a:gd name="T36" fmla="*/ 19 w 77"/>
                  <a:gd name="T37" fmla="*/ 11 h 24"/>
                  <a:gd name="T38" fmla="*/ 13 w 77"/>
                  <a:gd name="T39" fmla="*/ 9 h 24"/>
                  <a:gd name="T40" fmla="*/ 9 w 77"/>
                  <a:gd name="T41" fmla="*/ 6 h 24"/>
                  <a:gd name="T42" fmla="*/ 5 w 77"/>
                  <a:gd name="T43" fmla="*/ 3 h 24"/>
                  <a:gd name="T44" fmla="*/ 0 w 77"/>
                  <a:gd name="T45" fmla="*/ 1 h 24"/>
                  <a:gd name="T46" fmla="*/ 4 w 77"/>
                  <a:gd name="T47" fmla="*/ 0 h 24"/>
                  <a:gd name="T48" fmla="*/ 7 w 77"/>
                  <a:gd name="T49" fmla="*/ 0 h 24"/>
                  <a:gd name="T50" fmla="*/ 10 w 77"/>
                  <a:gd name="T51" fmla="*/ 0 h 24"/>
                  <a:gd name="T52" fmla="*/ 13 w 77"/>
                  <a:gd name="T53" fmla="*/ 1 h 24"/>
                  <a:gd name="T54" fmla="*/ 16 w 77"/>
                  <a:gd name="T55" fmla="*/ 2 h 24"/>
                  <a:gd name="T56" fmla="*/ 20 w 77"/>
                  <a:gd name="T57" fmla="*/ 3 h 24"/>
                  <a:gd name="T58" fmla="*/ 24 w 77"/>
                  <a:gd name="T59" fmla="*/ 4 h 24"/>
                  <a:gd name="T60" fmla="*/ 27 w 77"/>
                  <a:gd name="T61" fmla="*/ 5 h 2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24"/>
                  <a:gd name="T95" fmla="*/ 77 w 77"/>
                  <a:gd name="T96" fmla="*/ 24 h 2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24">
                    <a:moveTo>
                      <a:pt x="27" y="5"/>
                    </a:moveTo>
                    <a:lnTo>
                      <a:pt x="28" y="4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8" y="1"/>
                    </a:lnTo>
                    <a:lnTo>
                      <a:pt x="77" y="1"/>
                    </a:lnTo>
                    <a:lnTo>
                      <a:pt x="77" y="24"/>
                    </a:lnTo>
                    <a:lnTo>
                      <a:pt x="72" y="24"/>
                    </a:lnTo>
                    <a:lnTo>
                      <a:pt x="67" y="22"/>
                    </a:lnTo>
                    <a:lnTo>
                      <a:pt x="62" y="22"/>
                    </a:lnTo>
                    <a:lnTo>
                      <a:pt x="57" y="21"/>
                    </a:lnTo>
                    <a:lnTo>
                      <a:pt x="52" y="20"/>
                    </a:lnTo>
                    <a:lnTo>
                      <a:pt x="47" y="19"/>
                    </a:lnTo>
                    <a:lnTo>
                      <a:pt x="42" y="18"/>
                    </a:lnTo>
                    <a:lnTo>
                      <a:pt x="38" y="17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3" y="9"/>
                    </a:lnTo>
                    <a:lnTo>
                      <a:pt x="9" y="6"/>
                    </a:lnTo>
                    <a:lnTo>
                      <a:pt x="5" y="3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6" y="2"/>
                    </a:lnTo>
                    <a:lnTo>
                      <a:pt x="20" y="3"/>
                    </a:lnTo>
                    <a:lnTo>
                      <a:pt x="24" y="4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9195" name="Rectangle 1096"/>
            <p:cNvSpPr>
              <a:spLocks noChangeArrowheads="1"/>
            </p:cNvSpPr>
            <p:nvPr/>
          </p:nvSpPr>
          <p:spPr bwMode="auto">
            <a:xfrm>
              <a:off x="2258" y="4007"/>
              <a:ext cx="488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Pre Job Activity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49196" name="Rectangle 1097"/>
            <p:cNvSpPr>
              <a:spLocks noChangeArrowheads="1"/>
            </p:cNvSpPr>
            <p:nvPr/>
          </p:nvSpPr>
          <p:spPr bwMode="auto">
            <a:xfrm>
              <a:off x="2704" y="3740"/>
              <a:ext cx="719" cy="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grpSp>
          <p:nvGrpSpPr>
            <p:cNvPr id="49197" name="Group 1098"/>
            <p:cNvGrpSpPr>
              <a:grpSpLocks/>
            </p:cNvGrpSpPr>
            <p:nvPr/>
          </p:nvGrpSpPr>
          <p:grpSpPr bwMode="auto">
            <a:xfrm>
              <a:off x="2872" y="3695"/>
              <a:ext cx="326" cy="268"/>
              <a:chOff x="2492" y="3139"/>
              <a:chExt cx="331" cy="295"/>
            </a:xfrm>
          </p:grpSpPr>
          <p:sp>
            <p:nvSpPr>
              <p:cNvPr id="49215" name="Freeform 1099"/>
              <p:cNvSpPr>
                <a:spLocks/>
              </p:cNvSpPr>
              <p:nvPr/>
            </p:nvSpPr>
            <p:spPr bwMode="auto">
              <a:xfrm>
                <a:off x="2514" y="3139"/>
                <a:ext cx="285" cy="295"/>
              </a:xfrm>
              <a:custGeom>
                <a:avLst/>
                <a:gdLst>
                  <a:gd name="T0" fmla="*/ 227 w 285"/>
                  <a:gd name="T1" fmla="*/ 295 h 295"/>
                  <a:gd name="T2" fmla="*/ 238 w 285"/>
                  <a:gd name="T3" fmla="*/ 295 h 295"/>
                  <a:gd name="T4" fmla="*/ 247 w 285"/>
                  <a:gd name="T5" fmla="*/ 292 h 295"/>
                  <a:gd name="T6" fmla="*/ 254 w 285"/>
                  <a:gd name="T7" fmla="*/ 289 h 295"/>
                  <a:gd name="T8" fmla="*/ 262 w 285"/>
                  <a:gd name="T9" fmla="*/ 284 h 295"/>
                  <a:gd name="T10" fmla="*/ 268 w 285"/>
                  <a:gd name="T11" fmla="*/ 278 h 295"/>
                  <a:gd name="T12" fmla="*/ 274 w 285"/>
                  <a:gd name="T13" fmla="*/ 272 h 295"/>
                  <a:gd name="T14" fmla="*/ 279 w 285"/>
                  <a:gd name="T15" fmla="*/ 263 h 295"/>
                  <a:gd name="T16" fmla="*/ 282 w 285"/>
                  <a:gd name="T17" fmla="*/ 255 h 295"/>
                  <a:gd name="T18" fmla="*/ 285 w 285"/>
                  <a:gd name="T19" fmla="*/ 246 h 295"/>
                  <a:gd name="T20" fmla="*/ 285 w 285"/>
                  <a:gd name="T21" fmla="*/ 236 h 295"/>
                  <a:gd name="T22" fmla="*/ 285 w 285"/>
                  <a:gd name="T23" fmla="*/ 58 h 295"/>
                  <a:gd name="T24" fmla="*/ 285 w 285"/>
                  <a:gd name="T25" fmla="*/ 49 h 295"/>
                  <a:gd name="T26" fmla="*/ 282 w 285"/>
                  <a:gd name="T27" fmla="*/ 40 h 295"/>
                  <a:gd name="T28" fmla="*/ 279 w 285"/>
                  <a:gd name="T29" fmla="*/ 32 h 295"/>
                  <a:gd name="T30" fmla="*/ 274 w 285"/>
                  <a:gd name="T31" fmla="*/ 23 h 295"/>
                  <a:gd name="T32" fmla="*/ 268 w 285"/>
                  <a:gd name="T33" fmla="*/ 17 h 295"/>
                  <a:gd name="T34" fmla="*/ 262 w 285"/>
                  <a:gd name="T35" fmla="*/ 11 h 295"/>
                  <a:gd name="T36" fmla="*/ 254 w 285"/>
                  <a:gd name="T37" fmla="*/ 6 h 295"/>
                  <a:gd name="T38" fmla="*/ 247 w 285"/>
                  <a:gd name="T39" fmla="*/ 3 h 295"/>
                  <a:gd name="T40" fmla="*/ 238 w 285"/>
                  <a:gd name="T41" fmla="*/ 0 h 295"/>
                  <a:gd name="T42" fmla="*/ 227 w 285"/>
                  <a:gd name="T43" fmla="*/ 0 h 295"/>
                  <a:gd name="T44" fmla="*/ 57 w 285"/>
                  <a:gd name="T45" fmla="*/ 0 h 295"/>
                  <a:gd name="T46" fmla="*/ 48 w 285"/>
                  <a:gd name="T47" fmla="*/ 0 h 295"/>
                  <a:gd name="T48" fmla="*/ 39 w 285"/>
                  <a:gd name="T49" fmla="*/ 3 h 295"/>
                  <a:gd name="T50" fmla="*/ 31 w 285"/>
                  <a:gd name="T51" fmla="*/ 6 h 295"/>
                  <a:gd name="T52" fmla="*/ 23 w 285"/>
                  <a:gd name="T53" fmla="*/ 11 h 295"/>
                  <a:gd name="T54" fmla="*/ 17 w 285"/>
                  <a:gd name="T55" fmla="*/ 17 h 295"/>
                  <a:gd name="T56" fmla="*/ 11 w 285"/>
                  <a:gd name="T57" fmla="*/ 23 h 295"/>
                  <a:gd name="T58" fmla="*/ 6 w 285"/>
                  <a:gd name="T59" fmla="*/ 32 h 295"/>
                  <a:gd name="T60" fmla="*/ 3 w 285"/>
                  <a:gd name="T61" fmla="*/ 40 h 295"/>
                  <a:gd name="T62" fmla="*/ 1 w 285"/>
                  <a:gd name="T63" fmla="*/ 49 h 295"/>
                  <a:gd name="T64" fmla="*/ 0 w 285"/>
                  <a:gd name="T65" fmla="*/ 58 h 295"/>
                  <a:gd name="T66" fmla="*/ 0 w 285"/>
                  <a:gd name="T67" fmla="*/ 236 h 295"/>
                  <a:gd name="T68" fmla="*/ 1 w 285"/>
                  <a:gd name="T69" fmla="*/ 246 h 295"/>
                  <a:gd name="T70" fmla="*/ 3 w 285"/>
                  <a:gd name="T71" fmla="*/ 255 h 295"/>
                  <a:gd name="T72" fmla="*/ 6 w 285"/>
                  <a:gd name="T73" fmla="*/ 263 h 295"/>
                  <a:gd name="T74" fmla="*/ 11 w 285"/>
                  <a:gd name="T75" fmla="*/ 272 h 295"/>
                  <a:gd name="T76" fmla="*/ 17 w 285"/>
                  <a:gd name="T77" fmla="*/ 278 h 295"/>
                  <a:gd name="T78" fmla="*/ 23 w 285"/>
                  <a:gd name="T79" fmla="*/ 284 h 295"/>
                  <a:gd name="T80" fmla="*/ 31 w 285"/>
                  <a:gd name="T81" fmla="*/ 289 h 295"/>
                  <a:gd name="T82" fmla="*/ 39 w 285"/>
                  <a:gd name="T83" fmla="*/ 292 h 295"/>
                  <a:gd name="T84" fmla="*/ 48 w 285"/>
                  <a:gd name="T85" fmla="*/ 295 h 295"/>
                  <a:gd name="T86" fmla="*/ 57 w 285"/>
                  <a:gd name="T87" fmla="*/ 295 h 295"/>
                  <a:gd name="T88" fmla="*/ 227 w 285"/>
                  <a:gd name="T89" fmla="*/ 295 h 295"/>
                  <a:gd name="T90" fmla="*/ 227 w 285"/>
                  <a:gd name="T91" fmla="*/ 295 h 29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85"/>
                  <a:gd name="T139" fmla="*/ 0 h 295"/>
                  <a:gd name="T140" fmla="*/ 285 w 285"/>
                  <a:gd name="T141" fmla="*/ 295 h 29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85" h="295">
                    <a:moveTo>
                      <a:pt x="227" y="295"/>
                    </a:moveTo>
                    <a:lnTo>
                      <a:pt x="238" y="295"/>
                    </a:lnTo>
                    <a:lnTo>
                      <a:pt x="247" y="292"/>
                    </a:lnTo>
                    <a:lnTo>
                      <a:pt x="254" y="289"/>
                    </a:lnTo>
                    <a:lnTo>
                      <a:pt x="262" y="284"/>
                    </a:lnTo>
                    <a:lnTo>
                      <a:pt x="268" y="278"/>
                    </a:lnTo>
                    <a:lnTo>
                      <a:pt x="274" y="272"/>
                    </a:lnTo>
                    <a:lnTo>
                      <a:pt x="279" y="263"/>
                    </a:lnTo>
                    <a:lnTo>
                      <a:pt x="282" y="255"/>
                    </a:lnTo>
                    <a:lnTo>
                      <a:pt x="285" y="246"/>
                    </a:lnTo>
                    <a:lnTo>
                      <a:pt x="285" y="236"/>
                    </a:lnTo>
                    <a:lnTo>
                      <a:pt x="285" y="58"/>
                    </a:lnTo>
                    <a:lnTo>
                      <a:pt x="285" y="49"/>
                    </a:lnTo>
                    <a:lnTo>
                      <a:pt x="282" y="40"/>
                    </a:lnTo>
                    <a:lnTo>
                      <a:pt x="279" y="32"/>
                    </a:lnTo>
                    <a:lnTo>
                      <a:pt x="274" y="23"/>
                    </a:lnTo>
                    <a:lnTo>
                      <a:pt x="268" y="17"/>
                    </a:lnTo>
                    <a:lnTo>
                      <a:pt x="262" y="11"/>
                    </a:lnTo>
                    <a:lnTo>
                      <a:pt x="254" y="6"/>
                    </a:lnTo>
                    <a:lnTo>
                      <a:pt x="247" y="3"/>
                    </a:lnTo>
                    <a:lnTo>
                      <a:pt x="238" y="0"/>
                    </a:lnTo>
                    <a:lnTo>
                      <a:pt x="227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39" y="3"/>
                    </a:lnTo>
                    <a:lnTo>
                      <a:pt x="31" y="6"/>
                    </a:lnTo>
                    <a:lnTo>
                      <a:pt x="23" y="11"/>
                    </a:lnTo>
                    <a:lnTo>
                      <a:pt x="17" y="17"/>
                    </a:lnTo>
                    <a:lnTo>
                      <a:pt x="11" y="23"/>
                    </a:lnTo>
                    <a:lnTo>
                      <a:pt x="6" y="32"/>
                    </a:lnTo>
                    <a:lnTo>
                      <a:pt x="3" y="40"/>
                    </a:lnTo>
                    <a:lnTo>
                      <a:pt x="1" y="49"/>
                    </a:lnTo>
                    <a:lnTo>
                      <a:pt x="0" y="58"/>
                    </a:lnTo>
                    <a:lnTo>
                      <a:pt x="0" y="236"/>
                    </a:lnTo>
                    <a:lnTo>
                      <a:pt x="1" y="246"/>
                    </a:lnTo>
                    <a:lnTo>
                      <a:pt x="3" y="255"/>
                    </a:lnTo>
                    <a:lnTo>
                      <a:pt x="6" y="263"/>
                    </a:lnTo>
                    <a:lnTo>
                      <a:pt x="11" y="272"/>
                    </a:lnTo>
                    <a:lnTo>
                      <a:pt x="17" y="278"/>
                    </a:lnTo>
                    <a:lnTo>
                      <a:pt x="23" y="284"/>
                    </a:lnTo>
                    <a:lnTo>
                      <a:pt x="31" y="289"/>
                    </a:lnTo>
                    <a:lnTo>
                      <a:pt x="39" y="292"/>
                    </a:lnTo>
                    <a:lnTo>
                      <a:pt x="48" y="295"/>
                    </a:lnTo>
                    <a:lnTo>
                      <a:pt x="57" y="295"/>
                    </a:lnTo>
                    <a:lnTo>
                      <a:pt x="227" y="29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6" name="Freeform 1100"/>
              <p:cNvSpPr>
                <a:spLocks/>
              </p:cNvSpPr>
              <p:nvPr/>
            </p:nvSpPr>
            <p:spPr bwMode="auto">
              <a:xfrm>
                <a:off x="2492" y="3152"/>
                <a:ext cx="178" cy="185"/>
              </a:xfrm>
              <a:custGeom>
                <a:avLst/>
                <a:gdLst>
                  <a:gd name="T0" fmla="*/ 156 w 178"/>
                  <a:gd name="T1" fmla="*/ 103 h 185"/>
                  <a:gd name="T2" fmla="*/ 156 w 178"/>
                  <a:gd name="T3" fmla="*/ 100 h 185"/>
                  <a:gd name="T4" fmla="*/ 156 w 178"/>
                  <a:gd name="T5" fmla="*/ 97 h 185"/>
                  <a:gd name="T6" fmla="*/ 156 w 178"/>
                  <a:gd name="T7" fmla="*/ 94 h 185"/>
                  <a:gd name="T8" fmla="*/ 156 w 178"/>
                  <a:gd name="T9" fmla="*/ 91 h 185"/>
                  <a:gd name="T10" fmla="*/ 156 w 178"/>
                  <a:gd name="T11" fmla="*/ 88 h 185"/>
                  <a:gd name="T12" fmla="*/ 156 w 178"/>
                  <a:gd name="T13" fmla="*/ 85 h 185"/>
                  <a:gd name="T14" fmla="*/ 178 w 178"/>
                  <a:gd name="T15" fmla="*/ 76 h 185"/>
                  <a:gd name="T16" fmla="*/ 148 w 178"/>
                  <a:gd name="T17" fmla="*/ 58 h 185"/>
                  <a:gd name="T18" fmla="*/ 145 w 178"/>
                  <a:gd name="T19" fmla="*/ 54 h 185"/>
                  <a:gd name="T20" fmla="*/ 141 w 178"/>
                  <a:gd name="T21" fmla="*/ 49 h 185"/>
                  <a:gd name="T22" fmla="*/ 137 w 178"/>
                  <a:gd name="T23" fmla="*/ 44 h 185"/>
                  <a:gd name="T24" fmla="*/ 119 w 178"/>
                  <a:gd name="T25" fmla="*/ 30 h 185"/>
                  <a:gd name="T26" fmla="*/ 114 w 178"/>
                  <a:gd name="T27" fmla="*/ 28 h 185"/>
                  <a:gd name="T28" fmla="*/ 108 w 178"/>
                  <a:gd name="T29" fmla="*/ 26 h 185"/>
                  <a:gd name="T30" fmla="*/ 103 w 178"/>
                  <a:gd name="T31" fmla="*/ 24 h 185"/>
                  <a:gd name="T32" fmla="*/ 77 w 178"/>
                  <a:gd name="T33" fmla="*/ 0 h 185"/>
                  <a:gd name="T34" fmla="*/ 74 w 178"/>
                  <a:gd name="T35" fmla="*/ 25 h 185"/>
                  <a:gd name="T36" fmla="*/ 69 w 178"/>
                  <a:gd name="T37" fmla="*/ 26 h 185"/>
                  <a:gd name="T38" fmla="*/ 63 w 178"/>
                  <a:gd name="T39" fmla="*/ 28 h 185"/>
                  <a:gd name="T40" fmla="*/ 46 w 178"/>
                  <a:gd name="T41" fmla="*/ 11 h 185"/>
                  <a:gd name="T42" fmla="*/ 39 w 178"/>
                  <a:gd name="T43" fmla="*/ 46 h 185"/>
                  <a:gd name="T44" fmla="*/ 36 w 178"/>
                  <a:gd name="T45" fmla="*/ 51 h 185"/>
                  <a:gd name="T46" fmla="*/ 32 w 178"/>
                  <a:gd name="T47" fmla="*/ 55 h 185"/>
                  <a:gd name="T48" fmla="*/ 30 w 178"/>
                  <a:gd name="T49" fmla="*/ 60 h 185"/>
                  <a:gd name="T50" fmla="*/ 23 w 178"/>
                  <a:gd name="T51" fmla="*/ 83 h 185"/>
                  <a:gd name="T52" fmla="*/ 23 w 178"/>
                  <a:gd name="T53" fmla="*/ 87 h 185"/>
                  <a:gd name="T54" fmla="*/ 22 w 178"/>
                  <a:gd name="T55" fmla="*/ 89 h 185"/>
                  <a:gd name="T56" fmla="*/ 22 w 178"/>
                  <a:gd name="T57" fmla="*/ 92 h 185"/>
                  <a:gd name="T58" fmla="*/ 22 w 178"/>
                  <a:gd name="T59" fmla="*/ 94 h 185"/>
                  <a:gd name="T60" fmla="*/ 22 w 178"/>
                  <a:gd name="T61" fmla="*/ 98 h 185"/>
                  <a:gd name="T62" fmla="*/ 23 w 178"/>
                  <a:gd name="T63" fmla="*/ 101 h 185"/>
                  <a:gd name="T64" fmla="*/ 0 w 178"/>
                  <a:gd name="T65" fmla="*/ 109 h 185"/>
                  <a:gd name="T66" fmla="*/ 31 w 178"/>
                  <a:gd name="T67" fmla="*/ 128 h 185"/>
                  <a:gd name="T68" fmla="*/ 35 w 178"/>
                  <a:gd name="T69" fmla="*/ 132 h 185"/>
                  <a:gd name="T70" fmla="*/ 37 w 178"/>
                  <a:gd name="T71" fmla="*/ 137 h 185"/>
                  <a:gd name="T72" fmla="*/ 41 w 178"/>
                  <a:gd name="T73" fmla="*/ 141 h 185"/>
                  <a:gd name="T74" fmla="*/ 60 w 178"/>
                  <a:gd name="T75" fmla="*/ 155 h 185"/>
                  <a:gd name="T76" fmla="*/ 64 w 178"/>
                  <a:gd name="T77" fmla="*/ 159 h 185"/>
                  <a:gd name="T78" fmla="*/ 71 w 178"/>
                  <a:gd name="T79" fmla="*/ 160 h 185"/>
                  <a:gd name="T80" fmla="*/ 75 w 178"/>
                  <a:gd name="T81" fmla="*/ 162 h 185"/>
                  <a:gd name="T82" fmla="*/ 101 w 178"/>
                  <a:gd name="T83" fmla="*/ 185 h 185"/>
                  <a:gd name="T84" fmla="*/ 105 w 178"/>
                  <a:gd name="T85" fmla="*/ 161 h 185"/>
                  <a:gd name="T86" fmla="*/ 110 w 178"/>
                  <a:gd name="T87" fmla="*/ 160 h 185"/>
                  <a:gd name="T88" fmla="*/ 115 w 178"/>
                  <a:gd name="T89" fmla="*/ 157 h 185"/>
                  <a:gd name="T90" fmla="*/ 133 w 178"/>
                  <a:gd name="T91" fmla="*/ 175 h 185"/>
                  <a:gd name="T92" fmla="*/ 139 w 178"/>
                  <a:gd name="T93" fmla="*/ 139 h 185"/>
                  <a:gd name="T94" fmla="*/ 142 w 178"/>
                  <a:gd name="T95" fmla="*/ 135 h 185"/>
                  <a:gd name="T96" fmla="*/ 146 w 178"/>
                  <a:gd name="T97" fmla="*/ 131 h 185"/>
                  <a:gd name="T98" fmla="*/ 148 w 178"/>
                  <a:gd name="T99" fmla="*/ 127 h 1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5"/>
                  <a:gd name="T152" fmla="*/ 178 w 178"/>
                  <a:gd name="T153" fmla="*/ 185 h 1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5">
                    <a:moveTo>
                      <a:pt x="170" y="133"/>
                    </a:moveTo>
                    <a:lnTo>
                      <a:pt x="178" y="109"/>
                    </a:lnTo>
                    <a:lnTo>
                      <a:pt x="156" y="103"/>
                    </a:lnTo>
                    <a:lnTo>
                      <a:pt x="156" y="101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91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5"/>
                    </a:lnTo>
                    <a:lnTo>
                      <a:pt x="156" y="83"/>
                    </a:lnTo>
                    <a:lnTo>
                      <a:pt x="178" y="76"/>
                    </a:lnTo>
                    <a:lnTo>
                      <a:pt x="170" y="53"/>
                    </a:lnTo>
                    <a:lnTo>
                      <a:pt x="148" y="60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6" y="55"/>
                    </a:lnTo>
                    <a:lnTo>
                      <a:pt x="145" y="54"/>
                    </a:lnTo>
                    <a:lnTo>
                      <a:pt x="144" y="52"/>
                    </a:lnTo>
                    <a:lnTo>
                      <a:pt x="142" y="51"/>
                    </a:lnTo>
                    <a:lnTo>
                      <a:pt x="141" y="49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4"/>
                    </a:lnTo>
                    <a:lnTo>
                      <a:pt x="151" y="25"/>
                    </a:lnTo>
                    <a:lnTo>
                      <a:pt x="133" y="11"/>
                    </a:lnTo>
                    <a:lnTo>
                      <a:pt x="119" y="30"/>
                    </a:lnTo>
                    <a:lnTo>
                      <a:pt x="117" y="29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1" y="27"/>
                    </a:lnTo>
                    <a:lnTo>
                      <a:pt x="110" y="26"/>
                    </a:lnTo>
                    <a:lnTo>
                      <a:pt x="108" y="26"/>
                    </a:lnTo>
                    <a:lnTo>
                      <a:pt x="107" y="25"/>
                    </a:lnTo>
                    <a:lnTo>
                      <a:pt x="105" y="25"/>
                    </a:lnTo>
                    <a:lnTo>
                      <a:pt x="103" y="24"/>
                    </a:lnTo>
                    <a:lnTo>
                      <a:pt x="101" y="24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4"/>
                    </a:lnTo>
                    <a:lnTo>
                      <a:pt x="75" y="24"/>
                    </a:lnTo>
                    <a:lnTo>
                      <a:pt x="74" y="25"/>
                    </a:lnTo>
                    <a:lnTo>
                      <a:pt x="72" y="25"/>
                    </a:lnTo>
                    <a:lnTo>
                      <a:pt x="71" y="26"/>
                    </a:lnTo>
                    <a:lnTo>
                      <a:pt x="69" y="26"/>
                    </a:lnTo>
                    <a:lnTo>
                      <a:pt x="67" y="27"/>
                    </a:lnTo>
                    <a:lnTo>
                      <a:pt x="64" y="28"/>
                    </a:lnTo>
                    <a:lnTo>
                      <a:pt x="63" y="28"/>
                    </a:lnTo>
                    <a:lnTo>
                      <a:pt x="61" y="29"/>
                    </a:lnTo>
                    <a:lnTo>
                      <a:pt x="60" y="30"/>
                    </a:lnTo>
                    <a:lnTo>
                      <a:pt x="46" y="11"/>
                    </a:lnTo>
                    <a:lnTo>
                      <a:pt x="27" y="25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5" y="52"/>
                    </a:lnTo>
                    <a:lnTo>
                      <a:pt x="35" y="54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9" y="53"/>
                    </a:lnTo>
                    <a:lnTo>
                      <a:pt x="0" y="76"/>
                    </a:lnTo>
                    <a:lnTo>
                      <a:pt x="23" y="83"/>
                    </a:lnTo>
                    <a:lnTo>
                      <a:pt x="23" y="85"/>
                    </a:lnTo>
                    <a:lnTo>
                      <a:pt x="23" y="87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1"/>
                    </a:lnTo>
                    <a:lnTo>
                      <a:pt x="22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3"/>
                    </a:lnTo>
                    <a:lnTo>
                      <a:pt x="0" y="109"/>
                    </a:lnTo>
                    <a:lnTo>
                      <a:pt x="9" y="133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2" y="131"/>
                    </a:lnTo>
                    <a:lnTo>
                      <a:pt x="35" y="132"/>
                    </a:lnTo>
                    <a:lnTo>
                      <a:pt x="35" y="134"/>
                    </a:lnTo>
                    <a:lnTo>
                      <a:pt x="36" y="135"/>
                    </a:lnTo>
                    <a:lnTo>
                      <a:pt x="37" y="137"/>
                    </a:lnTo>
                    <a:lnTo>
                      <a:pt x="38" y="138"/>
                    </a:lnTo>
                    <a:lnTo>
                      <a:pt x="39" y="139"/>
                    </a:lnTo>
                    <a:lnTo>
                      <a:pt x="41" y="141"/>
                    </a:lnTo>
                    <a:lnTo>
                      <a:pt x="27" y="161"/>
                    </a:lnTo>
                    <a:lnTo>
                      <a:pt x="46" y="175"/>
                    </a:lnTo>
                    <a:lnTo>
                      <a:pt x="60" y="155"/>
                    </a:lnTo>
                    <a:lnTo>
                      <a:pt x="61" y="156"/>
                    </a:lnTo>
                    <a:lnTo>
                      <a:pt x="63" y="157"/>
                    </a:lnTo>
                    <a:lnTo>
                      <a:pt x="64" y="159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1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85"/>
                    </a:lnTo>
                    <a:lnTo>
                      <a:pt x="101" y="185"/>
                    </a:lnTo>
                    <a:lnTo>
                      <a:pt x="101" y="162"/>
                    </a:lnTo>
                    <a:lnTo>
                      <a:pt x="103" y="162"/>
                    </a:lnTo>
                    <a:lnTo>
                      <a:pt x="105" y="161"/>
                    </a:lnTo>
                    <a:lnTo>
                      <a:pt x="107" y="160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59"/>
                    </a:lnTo>
                    <a:lnTo>
                      <a:pt x="114" y="157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5"/>
                    </a:lnTo>
                    <a:lnTo>
                      <a:pt x="151" y="161"/>
                    </a:lnTo>
                    <a:lnTo>
                      <a:pt x="137" y="141"/>
                    </a:lnTo>
                    <a:lnTo>
                      <a:pt x="139" y="139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2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6" y="131"/>
                    </a:lnTo>
                    <a:lnTo>
                      <a:pt x="147" y="129"/>
                    </a:lnTo>
                    <a:lnTo>
                      <a:pt x="148" y="128"/>
                    </a:lnTo>
                    <a:lnTo>
                      <a:pt x="148" y="127"/>
                    </a:lnTo>
                    <a:lnTo>
                      <a:pt x="170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7" name="Freeform 1101"/>
              <p:cNvSpPr>
                <a:spLocks/>
              </p:cNvSpPr>
              <p:nvPr/>
            </p:nvSpPr>
            <p:spPr bwMode="auto">
              <a:xfrm>
                <a:off x="2645" y="3234"/>
                <a:ext cx="178" cy="184"/>
              </a:xfrm>
              <a:custGeom>
                <a:avLst/>
                <a:gdLst>
                  <a:gd name="T0" fmla="*/ 156 w 178"/>
                  <a:gd name="T1" fmla="*/ 102 h 184"/>
                  <a:gd name="T2" fmla="*/ 156 w 178"/>
                  <a:gd name="T3" fmla="*/ 99 h 184"/>
                  <a:gd name="T4" fmla="*/ 156 w 178"/>
                  <a:gd name="T5" fmla="*/ 96 h 184"/>
                  <a:gd name="T6" fmla="*/ 156 w 178"/>
                  <a:gd name="T7" fmla="*/ 94 h 184"/>
                  <a:gd name="T8" fmla="*/ 156 w 178"/>
                  <a:gd name="T9" fmla="*/ 90 h 184"/>
                  <a:gd name="T10" fmla="*/ 156 w 178"/>
                  <a:gd name="T11" fmla="*/ 87 h 184"/>
                  <a:gd name="T12" fmla="*/ 156 w 178"/>
                  <a:gd name="T13" fmla="*/ 84 h 184"/>
                  <a:gd name="T14" fmla="*/ 178 w 178"/>
                  <a:gd name="T15" fmla="*/ 75 h 184"/>
                  <a:gd name="T16" fmla="*/ 148 w 178"/>
                  <a:gd name="T17" fmla="*/ 58 h 184"/>
                  <a:gd name="T18" fmla="*/ 144 w 178"/>
                  <a:gd name="T19" fmla="*/ 53 h 184"/>
                  <a:gd name="T20" fmla="*/ 141 w 178"/>
                  <a:gd name="T21" fmla="*/ 48 h 184"/>
                  <a:gd name="T22" fmla="*/ 137 w 178"/>
                  <a:gd name="T23" fmla="*/ 45 h 184"/>
                  <a:gd name="T24" fmla="*/ 119 w 178"/>
                  <a:gd name="T25" fmla="*/ 30 h 184"/>
                  <a:gd name="T26" fmla="*/ 113 w 178"/>
                  <a:gd name="T27" fmla="*/ 27 h 184"/>
                  <a:gd name="T28" fmla="*/ 108 w 178"/>
                  <a:gd name="T29" fmla="*/ 25 h 184"/>
                  <a:gd name="T30" fmla="*/ 103 w 178"/>
                  <a:gd name="T31" fmla="*/ 23 h 184"/>
                  <a:gd name="T32" fmla="*/ 77 w 178"/>
                  <a:gd name="T33" fmla="*/ 0 h 184"/>
                  <a:gd name="T34" fmla="*/ 74 w 178"/>
                  <a:gd name="T35" fmla="*/ 24 h 184"/>
                  <a:gd name="T36" fmla="*/ 69 w 178"/>
                  <a:gd name="T37" fmla="*/ 25 h 184"/>
                  <a:gd name="T38" fmla="*/ 63 w 178"/>
                  <a:gd name="T39" fmla="*/ 27 h 184"/>
                  <a:gd name="T40" fmla="*/ 46 w 178"/>
                  <a:gd name="T41" fmla="*/ 10 h 184"/>
                  <a:gd name="T42" fmla="*/ 39 w 178"/>
                  <a:gd name="T43" fmla="*/ 46 h 184"/>
                  <a:gd name="T44" fmla="*/ 35 w 178"/>
                  <a:gd name="T45" fmla="*/ 50 h 184"/>
                  <a:gd name="T46" fmla="*/ 32 w 178"/>
                  <a:gd name="T47" fmla="*/ 54 h 184"/>
                  <a:gd name="T48" fmla="*/ 30 w 178"/>
                  <a:gd name="T49" fmla="*/ 59 h 184"/>
                  <a:gd name="T50" fmla="*/ 23 w 178"/>
                  <a:gd name="T51" fmla="*/ 82 h 184"/>
                  <a:gd name="T52" fmla="*/ 23 w 178"/>
                  <a:gd name="T53" fmla="*/ 86 h 184"/>
                  <a:gd name="T54" fmla="*/ 22 w 178"/>
                  <a:gd name="T55" fmla="*/ 88 h 184"/>
                  <a:gd name="T56" fmla="*/ 22 w 178"/>
                  <a:gd name="T57" fmla="*/ 92 h 184"/>
                  <a:gd name="T58" fmla="*/ 22 w 178"/>
                  <a:gd name="T59" fmla="*/ 95 h 184"/>
                  <a:gd name="T60" fmla="*/ 22 w 178"/>
                  <a:gd name="T61" fmla="*/ 97 h 184"/>
                  <a:gd name="T62" fmla="*/ 23 w 178"/>
                  <a:gd name="T63" fmla="*/ 100 h 184"/>
                  <a:gd name="T64" fmla="*/ 0 w 178"/>
                  <a:gd name="T65" fmla="*/ 109 h 184"/>
                  <a:gd name="T66" fmla="*/ 31 w 178"/>
                  <a:gd name="T67" fmla="*/ 127 h 184"/>
                  <a:gd name="T68" fmla="*/ 34 w 178"/>
                  <a:gd name="T69" fmla="*/ 132 h 184"/>
                  <a:gd name="T70" fmla="*/ 36 w 178"/>
                  <a:gd name="T71" fmla="*/ 136 h 184"/>
                  <a:gd name="T72" fmla="*/ 41 w 178"/>
                  <a:gd name="T73" fmla="*/ 141 h 184"/>
                  <a:gd name="T74" fmla="*/ 60 w 178"/>
                  <a:gd name="T75" fmla="*/ 155 h 184"/>
                  <a:gd name="T76" fmla="*/ 64 w 178"/>
                  <a:gd name="T77" fmla="*/ 158 h 184"/>
                  <a:gd name="T78" fmla="*/ 71 w 178"/>
                  <a:gd name="T79" fmla="*/ 159 h 184"/>
                  <a:gd name="T80" fmla="*/ 75 w 178"/>
                  <a:gd name="T81" fmla="*/ 161 h 184"/>
                  <a:gd name="T82" fmla="*/ 101 w 178"/>
                  <a:gd name="T83" fmla="*/ 184 h 184"/>
                  <a:gd name="T84" fmla="*/ 105 w 178"/>
                  <a:gd name="T85" fmla="*/ 160 h 184"/>
                  <a:gd name="T86" fmla="*/ 110 w 178"/>
                  <a:gd name="T87" fmla="*/ 159 h 184"/>
                  <a:gd name="T88" fmla="*/ 115 w 178"/>
                  <a:gd name="T89" fmla="*/ 157 h 184"/>
                  <a:gd name="T90" fmla="*/ 133 w 178"/>
                  <a:gd name="T91" fmla="*/ 174 h 184"/>
                  <a:gd name="T92" fmla="*/ 139 w 178"/>
                  <a:gd name="T93" fmla="*/ 140 h 184"/>
                  <a:gd name="T94" fmla="*/ 142 w 178"/>
                  <a:gd name="T95" fmla="*/ 134 h 184"/>
                  <a:gd name="T96" fmla="*/ 145 w 178"/>
                  <a:gd name="T97" fmla="*/ 130 h 184"/>
                  <a:gd name="T98" fmla="*/ 148 w 178"/>
                  <a:gd name="T99" fmla="*/ 126 h 1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8"/>
                  <a:gd name="T151" fmla="*/ 0 h 184"/>
                  <a:gd name="T152" fmla="*/ 178 w 178"/>
                  <a:gd name="T153" fmla="*/ 184 h 18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8" h="184">
                    <a:moveTo>
                      <a:pt x="170" y="132"/>
                    </a:moveTo>
                    <a:lnTo>
                      <a:pt x="178" y="109"/>
                    </a:lnTo>
                    <a:lnTo>
                      <a:pt x="156" y="102"/>
                    </a:lnTo>
                    <a:lnTo>
                      <a:pt x="156" y="100"/>
                    </a:lnTo>
                    <a:lnTo>
                      <a:pt x="156" y="99"/>
                    </a:lnTo>
                    <a:lnTo>
                      <a:pt x="156" y="98"/>
                    </a:lnTo>
                    <a:lnTo>
                      <a:pt x="156" y="97"/>
                    </a:lnTo>
                    <a:lnTo>
                      <a:pt x="156" y="96"/>
                    </a:lnTo>
                    <a:lnTo>
                      <a:pt x="156" y="95"/>
                    </a:lnTo>
                    <a:lnTo>
                      <a:pt x="156" y="94"/>
                    </a:lnTo>
                    <a:lnTo>
                      <a:pt x="156" y="93"/>
                    </a:lnTo>
                    <a:lnTo>
                      <a:pt x="156" y="92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6"/>
                    </a:lnTo>
                    <a:lnTo>
                      <a:pt x="156" y="84"/>
                    </a:lnTo>
                    <a:lnTo>
                      <a:pt x="156" y="82"/>
                    </a:lnTo>
                    <a:lnTo>
                      <a:pt x="178" y="75"/>
                    </a:lnTo>
                    <a:lnTo>
                      <a:pt x="170" y="52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7" y="56"/>
                    </a:lnTo>
                    <a:lnTo>
                      <a:pt x="145" y="54"/>
                    </a:lnTo>
                    <a:lnTo>
                      <a:pt x="144" y="53"/>
                    </a:lnTo>
                    <a:lnTo>
                      <a:pt x="143" y="51"/>
                    </a:lnTo>
                    <a:lnTo>
                      <a:pt x="142" y="50"/>
                    </a:lnTo>
                    <a:lnTo>
                      <a:pt x="141" y="48"/>
                    </a:lnTo>
                    <a:lnTo>
                      <a:pt x="140" y="47"/>
                    </a:lnTo>
                    <a:lnTo>
                      <a:pt x="139" y="46"/>
                    </a:lnTo>
                    <a:lnTo>
                      <a:pt x="137" y="45"/>
                    </a:lnTo>
                    <a:lnTo>
                      <a:pt x="151" y="24"/>
                    </a:lnTo>
                    <a:lnTo>
                      <a:pt x="133" y="10"/>
                    </a:lnTo>
                    <a:lnTo>
                      <a:pt x="119" y="30"/>
                    </a:lnTo>
                    <a:lnTo>
                      <a:pt x="117" y="28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5" y="24"/>
                    </a:lnTo>
                    <a:lnTo>
                      <a:pt x="103" y="23"/>
                    </a:lnTo>
                    <a:lnTo>
                      <a:pt x="101" y="23"/>
                    </a:lnTo>
                    <a:lnTo>
                      <a:pt x="101" y="0"/>
                    </a:lnTo>
                    <a:lnTo>
                      <a:pt x="77" y="0"/>
                    </a:lnTo>
                    <a:lnTo>
                      <a:pt x="77" y="23"/>
                    </a:lnTo>
                    <a:lnTo>
                      <a:pt x="75" y="23"/>
                    </a:lnTo>
                    <a:lnTo>
                      <a:pt x="74" y="24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6" y="26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0" y="30"/>
                    </a:lnTo>
                    <a:lnTo>
                      <a:pt x="46" y="10"/>
                    </a:lnTo>
                    <a:lnTo>
                      <a:pt x="27" y="24"/>
                    </a:lnTo>
                    <a:lnTo>
                      <a:pt x="41" y="45"/>
                    </a:lnTo>
                    <a:lnTo>
                      <a:pt x="39" y="46"/>
                    </a:lnTo>
                    <a:lnTo>
                      <a:pt x="38" y="47"/>
                    </a:lnTo>
                    <a:lnTo>
                      <a:pt x="36" y="49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4" y="53"/>
                    </a:lnTo>
                    <a:lnTo>
                      <a:pt x="32" y="54"/>
                    </a:lnTo>
                    <a:lnTo>
                      <a:pt x="31" y="56"/>
                    </a:lnTo>
                    <a:lnTo>
                      <a:pt x="31" y="58"/>
                    </a:lnTo>
                    <a:lnTo>
                      <a:pt x="30" y="59"/>
                    </a:lnTo>
                    <a:lnTo>
                      <a:pt x="9" y="52"/>
                    </a:lnTo>
                    <a:lnTo>
                      <a:pt x="0" y="75"/>
                    </a:lnTo>
                    <a:lnTo>
                      <a:pt x="23" y="82"/>
                    </a:lnTo>
                    <a:lnTo>
                      <a:pt x="23" y="84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90"/>
                    </a:lnTo>
                    <a:lnTo>
                      <a:pt x="22" y="92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6"/>
                    </a:lnTo>
                    <a:lnTo>
                      <a:pt x="22" y="97"/>
                    </a:lnTo>
                    <a:lnTo>
                      <a:pt x="22" y="98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3" y="102"/>
                    </a:lnTo>
                    <a:lnTo>
                      <a:pt x="0" y="109"/>
                    </a:lnTo>
                    <a:lnTo>
                      <a:pt x="9" y="132"/>
                    </a:lnTo>
                    <a:lnTo>
                      <a:pt x="30" y="126"/>
                    </a:lnTo>
                    <a:lnTo>
                      <a:pt x="31" y="127"/>
                    </a:lnTo>
                    <a:lnTo>
                      <a:pt x="31" y="128"/>
                    </a:lnTo>
                    <a:lnTo>
                      <a:pt x="32" y="130"/>
                    </a:lnTo>
                    <a:lnTo>
                      <a:pt x="34" y="132"/>
                    </a:lnTo>
                    <a:lnTo>
                      <a:pt x="34" y="133"/>
                    </a:lnTo>
                    <a:lnTo>
                      <a:pt x="35" y="134"/>
                    </a:lnTo>
                    <a:lnTo>
                      <a:pt x="36" y="136"/>
                    </a:lnTo>
                    <a:lnTo>
                      <a:pt x="38" y="137"/>
                    </a:lnTo>
                    <a:lnTo>
                      <a:pt x="39" y="140"/>
                    </a:lnTo>
                    <a:lnTo>
                      <a:pt x="41" y="141"/>
                    </a:lnTo>
                    <a:lnTo>
                      <a:pt x="27" y="160"/>
                    </a:lnTo>
                    <a:lnTo>
                      <a:pt x="46" y="174"/>
                    </a:lnTo>
                    <a:lnTo>
                      <a:pt x="60" y="155"/>
                    </a:lnTo>
                    <a:lnTo>
                      <a:pt x="62" y="156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6" y="158"/>
                    </a:lnTo>
                    <a:lnTo>
                      <a:pt x="69" y="159"/>
                    </a:lnTo>
                    <a:lnTo>
                      <a:pt x="71" y="159"/>
                    </a:lnTo>
                    <a:lnTo>
                      <a:pt x="72" y="160"/>
                    </a:lnTo>
                    <a:lnTo>
                      <a:pt x="74" y="160"/>
                    </a:lnTo>
                    <a:lnTo>
                      <a:pt x="75" y="161"/>
                    </a:lnTo>
                    <a:lnTo>
                      <a:pt x="77" y="161"/>
                    </a:lnTo>
                    <a:lnTo>
                      <a:pt x="77" y="184"/>
                    </a:lnTo>
                    <a:lnTo>
                      <a:pt x="101" y="184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5" y="160"/>
                    </a:lnTo>
                    <a:lnTo>
                      <a:pt x="107" y="160"/>
                    </a:lnTo>
                    <a:lnTo>
                      <a:pt x="108" y="159"/>
                    </a:lnTo>
                    <a:lnTo>
                      <a:pt x="110" y="159"/>
                    </a:lnTo>
                    <a:lnTo>
                      <a:pt x="111" y="158"/>
                    </a:lnTo>
                    <a:lnTo>
                      <a:pt x="113" y="158"/>
                    </a:lnTo>
                    <a:lnTo>
                      <a:pt x="115" y="157"/>
                    </a:lnTo>
                    <a:lnTo>
                      <a:pt x="117" y="156"/>
                    </a:lnTo>
                    <a:lnTo>
                      <a:pt x="119" y="155"/>
                    </a:lnTo>
                    <a:lnTo>
                      <a:pt x="133" y="174"/>
                    </a:lnTo>
                    <a:lnTo>
                      <a:pt x="151" y="160"/>
                    </a:lnTo>
                    <a:lnTo>
                      <a:pt x="137" y="141"/>
                    </a:lnTo>
                    <a:lnTo>
                      <a:pt x="139" y="140"/>
                    </a:lnTo>
                    <a:lnTo>
                      <a:pt x="140" y="137"/>
                    </a:lnTo>
                    <a:lnTo>
                      <a:pt x="141" y="136"/>
                    </a:lnTo>
                    <a:lnTo>
                      <a:pt x="142" y="134"/>
                    </a:lnTo>
                    <a:lnTo>
                      <a:pt x="143" y="133"/>
                    </a:lnTo>
                    <a:lnTo>
                      <a:pt x="144" y="131"/>
                    </a:lnTo>
                    <a:lnTo>
                      <a:pt x="145" y="130"/>
                    </a:lnTo>
                    <a:lnTo>
                      <a:pt x="147" y="128"/>
                    </a:lnTo>
                    <a:lnTo>
                      <a:pt x="148" y="127"/>
                    </a:lnTo>
                    <a:lnTo>
                      <a:pt x="148" y="126"/>
                    </a:lnTo>
                    <a:lnTo>
                      <a:pt x="170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8" name="Freeform 1102"/>
              <p:cNvSpPr>
                <a:spLocks/>
              </p:cNvSpPr>
              <p:nvPr/>
            </p:nvSpPr>
            <p:spPr bwMode="auto">
              <a:xfrm>
                <a:off x="2545" y="3207"/>
                <a:ext cx="72" cy="76"/>
              </a:xfrm>
              <a:custGeom>
                <a:avLst/>
                <a:gdLst>
                  <a:gd name="T0" fmla="*/ 0 w 72"/>
                  <a:gd name="T1" fmla="*/ 37 h 76"/>
                  <a:gd name="T2" fmla="*/ 0 w 72"/>
                  <a:gd name="T3" fmla="*/ 32 h 76"/>
                  <a:gd name="T4" fmla="*/ 2 w 72"/>
                  <a:gd name="T5" fmla="*/ 27 h 76"/>
                  <a:gd name="T6" fmla="*/ 4 w 72"/>
                  <a:gd name="T7" fmla="*/ 20 h 76"/>
                  <a:gd name="T8" fmla="*/ 6 w 72"/>
                  <a:gd name="T9" fmla="*/ 16 h 76"/>
                  <a:gd name="T10" fmla="*/ 10 w 72"/>
                  <a:gd name="T11" fmla="*/ 11 h 76"/>
                  <a:gd name="T12" fmla="*/ 15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7 h 76"/>
                  <a:gd name="T38" fmla="*/ 72 w 72"/>
                  <a:gd name="T39" fmla="*/ 32 h 76"/>
                  <a:gd name="T40" fmla="*/ 72 w 72"/>
                  <a:gd name="T41" fmla="*/ 37 h 76"/>
                  <a:gd name="T42" fmla="*/ 72 w 72"/>
                  <a:gd name="T43" fmla="*/ 44 h 76"/>
                  <a:gd name="T44" fmla="*/ 70 w 72"/>
                  <a:gd name="T45" fmla="*/ 50 h 76"/>
                  <a:gd name="T46" fmla="*/ 68 w 72"/>
                  <a:gd name="T47" fmla="*/ 55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9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5 w 72"/>
                  <a:gd name="T69" fmla="*/ 69 h 76"/>
                  <a:gd name="T70" fmla="*/ 10 w 72"/>
                  <a:gd name="T71" fmla="*/ 65 h 76"/>
                  <a:gd name="T72" fmla="*/ 6 w 72"/>
                  <a:gd name="T73" fmla="*/ 60 h 76"/>
                  <a:gd name="T74" fmla="*/ 4 w 72"/>
                  <a:gd name="T75" fmla="*/ 55 h 76"/>
                  <a:gd name="T76" fmla="*/ 2 w 72"/>
                  <a:gd name="T77" fmla="*/ 50 h 76"/>
                  <a:gd name="T78" fmla="*/ 0 w 72"/>
                  <a:gd name="T79" fmla="*/ 44 h 76"/>
                  <a:gd name="T80" fmla="*/ 0 w 72"/>
                  <a:gd name="T81" fmla="*/ 37 h 76"/>
                  <a:gd name="T82" fmla="*/ 0 w 72"/>
                  <a:gd name="T83" fmla="*/ 37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7"/>
                    </a:moveTo>
                    <a:lnTo>
                      <a:pt x="0" y="32"/>
                    </a:lnTo>
                    <a:lnTo>
                      <a:pt x="2" y="27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10" y="11"/>
                    </a:lnTo>
                    <a:lnTo>
                      <a:pt x="15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7"/>
                    </a:lnTo>
                    <a:lnTo>
                      <a:pt x="72" y="32"/>
                    </a:lnTo>
                    <a:lnTo>
                      <a:pt x="72" y="37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5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9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5" y="69"/>
                    </a:lnTo>
                    <a:lnTo>
                      <a:pt x="10" y="65"/>
                    </a:lnTo>
                    <a:lnTo>
                      <a:pt x="6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9" name="Freeform 1103"/>
              <p:cNvSpPr>
                <a:spLocks/>
              </p:cNvSpPr>
              <p:nvPr/>
            </p:nvSpPr>
            <p:spPr bwMode="auto">
              <a:xfrm>
                <a:off x="2698" y="3288"/>
                <a:ext cx="72" cy="76"/>
              </a:xfrm>
              <a:custGeom>
                <a:avLst/>
                <a:gdLst>
                  <a:gd name="T0" fmla="*/ 0 w 72"/>
                  <a:gd name="T1" fmla="*/ 38 h 76"/>
                  <a:gd name="T2" fmla="*/ 1 w 72"/>
                  <a:gd name="T3" fmla="*/ 32 h 76"/>
                  <a:gd name="T4" fmla="*/ 2 w 72"/>
                  <a:gd name="T5" fmla="*/ 26 h 76"/>
                  <a:gd name="T6" fmla="*/ 4 w 72"/>
                  <a:gd name="T7" fmla="*/ 20 h 76"/>
                  <a:gd name="T8" fmla="*/ 7 w 72"/>
                  <a:gd name="T9" fmla="*/ 16 h 76"/>
                  <a:gd name="T10" fmla="*/ 10 w 72"/>
                  <a:gd name="T11" fmla="*/ 11 h 76"/>
                  <a:gd name="T12" fmla="*/ 14 w 72"/>
                  <a:gd name="T13" fmla="*/ 7 h 76"/>
                  <a:gd name="T14" fmla="*/ 20 w 72"/>
                  <a:gd name="T15" fmla="*/ 4 h 76"/>
                  <a:gd name="T16" fmla="*/ 25 w 72"/>
                  <a:gd name="T17" fmla="*/ 2 h 76"/>
                  <a:gd name="T18" fmla="*/ 31 w 72"/>
                  <a:gd name="T19" fmla="*/ 0 h 76"/>
                  <a:gd name="T20" fmla="*/ 36 w 72"/>
                  <a:gd name="T21" fmla="*/ 0 h 76"/>
                  <a:gd name="T22" fmla="*/ 42 w 72"/>
                  <a:gd name="T23" fmla="*/ 0 h 76"/>
                  <a:gd name="T24" fmla="*/ 48 w 72"/>
                  <a:gd name="T25" fmla="*/ 2 h 76"/>
                  <a:gd name="T26" fmla="*/ 53 w 72"/>
                  <a:gd name="T27" fmla="*/ 4 h 76"/>
                  <a:gd name="T28" fmla="*/ 57 w 72"/>
                  <a:gd name="T29" fmla="*/ 7 h 76"/>
                  <a:gd name="T30" fmla="*/ 62 w 72"/>
                  <a:gd name="T31" fmla="*/ 11 h 76"/>
                  <a:gd name="T32" fmla="*/ 66 w 72"/>
                  <a:gd name="T33" fmla="*/ 16 h 76"/>
                  <a:gd name="T34" fmla="*/ 68 w 72"/>
                  <a:gd name="T35" fmla="*/ 20 h 76"/>
                  <a:gd name="T36" fmla="*/ 70 w 72"/>
                  <a:gd name="T37" fmla="*/ 26 h 76"/>
                  <a:gd name="T38" fmla="*/ 72 w 72"/>
                  <a:gd name="T39" fmla="*/ 32 h 76"/>
                  <a:gd name="T40" fmla="*/ 72 w 72"/>
                  <a:gd name="T41" fmla="*/ 38 h 76"/>
                  <a:gd name="T42" fmla="*/ 72 w 72"/>
                  <a:gd name="T43" fmla="*/ 45 h 76"/>
                  <a:gd name="T44" fmla="*/ 70 w 72"/>
                  <a:gd name="T45" fmla="*/ 50 h 76"/>
                  <a:gd name="T46" fmla="*/ 68 w 72"/>
                  <a:gd name="T47" fmla="*/ 56 h 76"/>
                  <a:gd name="T48" fmla="*/ 66 w 72"/>
                  <a:gd name="T49" fmla="*/ 60 h 76"/>
                  <a:gd name="T50" fmla="*/ 62 w 72"/>
                  <a:gd name="T51" fmla="*/ 65 h 76"/>
                  <a:gd name="T52" fmla="*/ 57 w 72"/>
                  <a:gd name="T53" fmla="*/ 68 h 76"/>
                  <a:gd name="T54" fmla="*/ 53 w 72"/>
                  <a:gd name="T55" fmla="*/ 72 h 76"/>
                  <a:gd name="T56" fmla="*/ 48 w 72"/>
                  <a:gd name="T57" fmla="*/ 74 h 76"/>
                  <a:gd name="T58" fmla="*/ 42 w 72"/>
                  <a:gd name="T59" fmla="*/ 76 h 76"/>
                  <a:gd name="T60" fmla="*/ 36 w 72"/>
                  <a:gd name="T61" fmla="*/ 76 h 76"/>
                  <a:gd name="T62" fmla="*/ 31 w 72"/>
                  <a:gd name="T63" fmla="*/ 76 h 76"/>
                  <a:gd name="T64" fmla="*/ 25 w 72"/>
                  <a:gd name="T65" fmla="*/ 74 h 76"/>
                  <a:gd name="T66" fmla="*/ 20 w 72"/>
                  <a:gd name="T67" fmla="*/ 72 h 76"/>
                  <a:gd name="T68" fmla="*/ 14 w 72"/>
                  <a:gd name="T69" fmla="*/ 68 h 76"/>
                  <a:gd name="T70" fmla="*/ 10 w 72"/>
                  <a:gd name="T71" fmla="*/ 65 h 76"/>
                  <a:gd name="T72" fmla="*/ 7 w 72"/>
                  <a:gd name="T73" fmla="*/ 60 h 76"/>
                  <a:gd name="T74" fmla="*/ 4 w 72"/>
                  <a:gd name="T75" fmla="*/ 56 h 76"/>
                  <a:gd name="T76" fmla="*/ 2 w 72"/>
                  <a:gd name="T77" fmla="*/ 50 h 76"/>
                  <a:gd name="T78" fmla="*/ 1 w 72"/>
                  <a:gd name="T79" fmla="*/ 45 h 76"/>
                  <a:gd name="T80" fmla="*/ 0 w 72"/>
                  <a:gd name="T81" fmla="*/ 38 h 76"/>
                  <a:gd name="T82" fmla="*/ 0 w 72"/>
                  <a:gd name="T83" fmla="*/ 38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76"/>
                  <a:gd name="T128" fmla="*/ 72 w 72"/>
                  <a:gd name="T129" fmla="*/ 76 h 7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76">
                    <a:moveTo>
                      <a:pt x="0" y="38"/>
                    </a:moveTo>
                    <a:lnTo>
                      <a:pt x="1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4" y="7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7" y="7"/>
                    </a:lnTo>
                    <a:lnTo>
                      <a:pt x="62" y="11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2" y="38"/>
                    </a:lnTo>
                    <a:lnTo>
                      <a:pt x="72" y="45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6" y="60"/>
                    </a:lnTo>
                    <a:lnTo>
                      <a:pt x="62" y="65"/>
                    </a:lnTo>
                    <a:lnTo>
                      <a:pt x="57" y="68"/>
                    </a:lnTo>
                    <a:lnTo>
                      <a:pt x="53" y="72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6" y="76"/>
                    </a:lnTo>
                    <a:lnTo>
                      <a:pt x="31" y="76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4" y="68"/>
                    </a:lnTo>
                    <a:lnTo>
                      <a:pt x="10" y="65"/>
                    </a:lnTo>
                    <a:lnTo>
                      <a:pt x="7" y="60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1" y="45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9198" name="Rectangle 1104"/>
            <p:cNvSpPr>
              <a:spLocks noChangeArrowheads="1"/>
            </p:cNvSpPr>
            <p:nvPr/>
          </p:nvSpPr>
          <p:spPr bwMode="auto">
            <a:xfrm>
              <a:off x="2779" y="4010"/>
              <a:ext cx="550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Work In Progress</a:t>
              </a:r>
              <a:endParaRPr lang="en-US" sz="900" b="0">
                <a:latin typeface="Times New Roman" pitchFamily="18" charset="0"/>
              </a:endParaRPr>
            </a:p>
          </p:txBody>
        </p:sp>
        <p:grpSp>
          <p:nvGrpSpPr>
            <p:cNvPr id="49199" name="Group 1105"/>
            <p:cNvGrpSpPr>
              <a:grpSpLocks/>
            </p:cNvGrpSpPr>
            <p:nvPr/>
          </p:nvGrpSpPr>
          <p:grpSpPr bwMode="auto">
            <a:xfrm>
              <a:off x="3434" y="3698"/>
              <a:ext cx="304" cy="261"/>
              <a:chOff x="3034" y="3151"/>
              <a:chExt cx="294" cy="277"/>
            </a:xfrm>
          </p:grpSpPr>
          <p:sp>
            <p:nvSpPr>
              <p:cNvPr id="49205" name="Freeform 1106"/>
              <p:cNvSpPr>
                <a:spLocks/>
              </p:cNvSpPr>
              <p:nvPr/>
            </p:nvSpPr>
            <p:spPr bwMode="auto">
              <a:xfrm>
                <a:off x="3041" y="3155"/>
                <a:ext cx="274" cy="273"/>
              </a:xfrm>
              <a:custGeom>
                <a:avLst/>
                <a:gdLst>
                  <a:gd name="T0" fmla="*/ 219 w 274"/>
                  <a:gd name="T1" fmla="*/ 273 h 273"/>
                  <a:gd name="T2" fmla="*/ 228 w 274"/>
                  <a:gd name="T3" fmla="*/ 273 h 273"/>
                  <a:gd name="T4" fmla="*/ 237 w 274"/>
                  <a:gd name="T5" fmla="*/ 271 h 273"/>
                  <a:gd name="T6" fmla="*/ 245 w 274"/>
                  <a:gd name="T7" fmla="*/ 267 h 273"/>
                  <a:gd name="T8" fmla="*/ 252 w 274"/>
                  <a:gd name="T9" fmla="*/ 262 h 273"/>
                  <a:gd name="T10" fmla="*/ 258 w 274"/>
                  <a:gd name="T11" fmla="*/ 257 h 273"/>
                  <a:gd name="T12" fmla="*/ 263 w 274"/>
                  <a:gd name="T13" fmla="*/ 251 h 273"/>
                  <a:gd name="T14" fmla="*/ 269 w 274"/>
                  <a:gd name="T15" fmla="*/ 243 h 273"/>
                  <a:gd name="T16" fmla="*/ 271 w 274"/>
                  <a:gd name="T17" fmla="*/ 236 h 273"/>
                  <a:gd name="T18" fmla="*/ 274 w 274"/>
                  <a:gd name="T19" fmla="*/ 227 h 273"/>
                  <a:gd name="T20" fmla="*/ 274 w 274"/>
                  <a:gd name="T21" fmla="*/ 219 h 273"/>
                  <a:gd name="T22" fmla="*/ 274 w 274"/>
                  <a:gd name="T23" fmla="*/ 54 h 273"/>
                  <a:gd name="T24" fmla="*/ 274 w 274"/>
                  <a:gd name="T25" fmla="*/ 46 h 273"/>
                  <a:gd name="T26" fmla="*/ 271 w 274"/>
                  <a:gd name="T27" fmla="*/ 37 h 273"/>
                  <a:gd name="T28" fmla="*/ 269 w 274"/>
                  <a:gd name="T29" fmla="*/ 29 h 273"/>
                  <a:gd name="T30" fmla="*/ 263 w 274"/>
                  <a:gd name="T31" fmla="*/ 22 h 273"/>
                  <a:gd name="T32" fmla="*/ 258 w 274"/>
                  <a:gd name="T33" fmla="*/ 16 h 273"/>
                  <a:gd name="T34" fmla="*/ 252 w 274"/>
                  <a:gd name="T35" fmla="*/ 10 h 273"/>
                  <a:gd name="T36" fmla="*/ 245 w 274"/>
                  <a:gd name="T37" fmla="*/ 6 h 273"/>
                  <a:gd name="T38" fmla="*/ 237 w 274"/>
                  <a:gd name="T39" fmla="*/ 2 h 273"/>
                  <a:gd name="T40" fmla="*/ 228 w 274"/>
                  <a:gd name="T41" fmla="*/ 0 h 273"/>
                  <a:gd name="T42" fmla="*/ 220 w 274"/>
                  <a:gd name="T43" fmla="*/ 0 h 273"/>
                  <a:gd name="T44" fmla="*/ 55 w 274"/>
                  <a:gd name="T45" fmla="*/ 0 h 273"/>
                  <a:gd name="T46" fmla="*/ 46 w 274"/>
                  <a:gd name="T47" fmla="*/ 0 h 273"/>
                  <a:gd name="T48" fmla="*/ 37 w 274"/>
                  <a:gd name="T49" fmla="*/ 2 h 273"/>
                  <a:gd name="T50" fmla="*/ 29 w 274"/>
                  <a:gd name="T51" fmla="*/ 6 h 273"/>
                  <a:gd name="T52" fmla="*/ 22 w 274"/>
                  <a:gd name="T53" fmla="*/ 10 h 273"/>
                  <a:gd name="T54" fmla="*/ 17 w 274"/>
                  <a:gd name="T55" fmla="*/ 16 h 273"/>
                  <a:gd name="T56" fmla="*/ 10 w 274"/>
                  <a:gd name="T57" fmla="*/ 22 h 273"/>
                  <a:gd name="T58" fmla="*/ 6 w 274"/>
                  <a:gd name="T59" fmla="*/ 29 h 273"/>
                  <a:gd name="T60" fmla="*/ 2 w 274"/>
                  <a:gd name="T61" fmla="*/ 37 h 273"/>
                  <a:gd name="T62" fmla="*/ 1 w 274"/>
                  <a:gd name="T63" fmla="*/ 46 h 273"/>
                  <a:gd name="T64" fmla="*/ 0 w 274"/>
                  <a:gd name="T65" fmla="*/ 54 h 273"/>
                  <a:gd name="T66" fmla="*/ 0 w 274"/>
                  <a:gd name="T67" fmla="*/ 219 h 273"/>
                  <a:gd name="T68" fmla="*/ 1 w 274"/>
                  <a:gd name="T69" fmla="*/ 227 h 273"/>
                  <a:gd name="T70" fmla="*/ 2 w 274"/>
                  <a:gd name="T71" fmla="*/ 236 h 273"/>
                  <a:gd name="T72" fmla="*/ 6 w 274"/>
                  <a:gd name="T73" fmla="*/ 243 h 273"/>
                  <a:gd name="T74" fmla="*/ 10 w 274"/>
                  <a:gd name="T75" fmla="*/ 251 h 273"/>
                  <a:gd name="T76" fmla="*/ 17 w 274"/>
                  <a:gd name="T77" fmla="*/ 257 h 273"/>
                  <a:gd name="T78" fmla="*/ 22 w 274"/>
                  <a:gd name="T79" fmla="*/ 262 h 273"/>
                  <a:gd name="T80" fmla="*/ 29 w 274"/>
                  <a:gd name="T81" fmla="*/ 267 h 273"/>
                  <a:gd name="T82" fmla="*/ 37 w 274"/>
                  <a:gd name="T83" fmla="*/ 271 h 273"/>
                  <a:gd name="T84" fmla="*/ 46 w 274"/>
                  <a:gd name="T85" fmla="*/ 273 h 273"/>
                  <a:gd name="T86" fmla="*/ 55 w 274"/>
                  <a:gd name="T87" fmla="*/ 273 h 273"/>
                  <a:gd name="T88" fmla="*/ 220 w 274"/>
                  <a:gd name="T89" fmla="*/ 273 h 273"/>
                  <a:gd name="T90" fmla="*/ 219 w 274"/>
                  <a:gd name="T91" fmla="*/ 273 h 2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4"/>
                  <a:gd name="T139" fmla="*/ 0 h 273"/>
                  <a:gd name="T140" fmla="*/ 274 w 274"/>
                  <a:gd name="T141" fmla="*/ 273 h 27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4" h="273">
                    <a:moveTo>
                      <a:pt x="219" y="273"/>
                    </a:moveTo>
                    <a:lnTo>
                      <a:pt x="228" y="273"/>
                    </a:lnTo>
                    <a:lnTo>
                      <a:pt x="237" y="271"/>
                    </a:lnTo>
                    <a:lnTo>
                      <a:pt x="245" y="267"/>
                    </a:lnTo>
                    <a:lnTo>
                      <a:pt x="252" y="262"/>
                    </a:lnTo>
                    <a:lnTo>
                      <a:pt x="258" y="257"/>
                    </a:lnTo>
                    <a:lnTo>
                      <a:pt x="263" y="251"/>
                    </a:lnTo>
                    <a:lnTo>
                      <a:pt x="269" y="243"/>
                    </a:lnTo>
                    <a:lnTo>
                      <a:pt x="271" y="236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54"/>
                    </a:lnTo>
                    <a:lnTo>
                      <a:pt x="274" y="46"/>
                    </a:lnTo>
                    <a:lnTo>
                      <a:pt x="271" y="37"/>
                    </a:lnTo>
                    <a:lnTo>
                      <a:pt x="269" y="29"/>
                    </a:lnTo>
                    <a:lnTo>
                      <a:pt x="263" y="22"/>
                    </a:lnTo>
                    <a:lnTo>
                      <a:pt x="258" y="16"/>
                    </a:lnTo>
                    <a:lnTo>
                      <a:pt x="252" y="10"/>
                    </a:lnTo>
                    <a:lnTo>
                      <a:pt x="245" y="6"/>
                    </a:lnTo>
                    <a:lnTo>
                      <a:pt x="237" y="2"/>
                    </a:lnTo>
                    <a:lnTo>
                      <a:pt x="228" y="0"/>
                    </a:lnTo>
                    <a:lnTo>
                      <a:pt x="220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9" y="6"/>
                    </a:lnTo>
                    <a:lnTo>
                      <a:pt x="22" y="10"/>
                    </a:lnTo>
                    <a:lnTo>
                      <a:pt x="17" y="16"/>
                    </a:lnTo>
                    <a:lnTo>
                      <a:pt x="10" y="22"/>
                    </a:lnTo>
                    <a:lnTo>
                      <a:pt x="6" y="29"/>
                    </a:lnTo>
                    <a:lnTo>
                      <a:pt x="2" y="37"/>
                    </a:lnTo>
                    <a:lnTo>
                      <a:pt x="1" y="46"/>
                    </a:lnTo>
                    <a:lnTo>
                      <a:pt x="0" y="54"/>
                    </a:lnTo>
                    <a:lnTo>
                      <a:pt x="0" y="219"/>
                    </a:lnTo>
                    <a:lnTo>
                      <a:pt x="1" y="227"/>
                    </a:lnTo>
                    <a:lnTo>
                      <a:pt x="2" y="236"/>
                    </a:lnTo>
                    <a:lnTo>
                      <a:pt x="6" y="243"/>
                    </a:lnTo>
                    <a:lnTo>
                      <a:pt x="10" y="251"/>
                    </a:lnTo>
                    <a:lnTo>
                      <a:pt x="17" y="257"/>
                    </a:lnTo>
                    <a:lnTo>
                      <a:pt x="22" y="262"/>
                    </a:lnTo>
                    <a:lnTo>
                      <a:pt x="29" y="267"/>
                    </a:lnTo>
                    <a:lnTo>
                      <a:pt x="37" y="271"/>
                    </a:lnTo>
                    <a:lnTo>
                      <a:pt x="46" y="273"/>
                    </a:lnTo>
                    <a:lnTo>
                      <a:pt x="55" y="273"/>
                    </a:lnTo>
                    <a:lnTo>
                      <a:pt x="220" y="273"/>
                    </a:lnTo>
                    <a:lnTo>
                      <a:pt x="219" y="27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06" name="Line 1107"/>
              <p:cNvSpPr>
                <a:spLocks noChangeShapeType="1"/>
              </p:cNvSpPr>
              <p:nvPr/>
            </p:nvSpPr>
            <p:spPr bwMode="auto">
              <a:xfrm>
                <a:off x="3034" y="3180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07" name="Line 1108"/>
              <p:cNvSpPr>
                <a:spLocks noChangeShapeType="1"/>
              </p:cNvSpPr>
              <p:nvPr/>
            </p:nvSpPr>
            <p:spPr bwMode="auto">
              <a:xfrm>
                <a:off x="3034" y="3254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08" name="Line 1109"/>
              <p:cNvSpPr>
                <a:spLocks noChangeShapeType="1"/>
              </p:cNvSpPr>
              <p:nvPr/>
            </p:nvSpPr>
            <p:spPr bwMode="auto">
              <a:xfrm>
                <a:off x="3034" y="3328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09" name="Line 1110"/>
              <p:cNvSpPr>
                <a:spLocks noChangeShapeType="1"/>
              </p:cNvSpPr>
              <p:nvPr/>
            </p:nvSpPr>
            <p:spPr bwMode="auto">
              <a:xfrm>
                <a:off x="3034" y="3401"/>
                <a:ext cx="294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0" name="Freeform 1111"/>
              <p:cNvSpPr>
                <a:spLocks/>
              </p:cNvSpPr>
              <p:nvPr/>
            </p:nvSpPr>
            <p:spPr bwMode="auto">
              <a:xfrm>
                <a:off x="3136" y="3194"/>
                <a:ext cx="84" cy="218"/>
              </a:xfrm>
              <a:custGeom>
                <a:avLst/>
                <a:gdLst>
                  <a:gd name="T0" fmla="*/ 46 w 84"/>
                  <a:gd name="T1" fmla="*/ 218 h 218"/>
                  <a:gd name="T2" fmla="*/ 47 w 84"/>
                  <a:gd name="T3" fmla="*/ 201 h 218"/>
                  <a:gd name="T4" fmla="*/ 50 w 84"/>
                  <a:gd name="T5" fmla="*/ 185 h 218"/>
                  <a:gd name="T6" fmla="*/ 54 w 84"/>
                  <a:gd name="T7" fmla="*/ 169 h 218"/>
                  <a:gd name="T8" fmla="*/ 59 w 84"/>
                  <a:gd name="T9" fmla="*/ 155 h 218"/>
                  <a:gd name="T10" fmla="*/ 65 w 84"/>
                  <a:gd name="T11" fmla="*/ 142 h 218"/>
                  <a:gd name="T12" fmla="*/ 71 w 84"/>
                  <a:gd name="T13" fmla="*/ 132 h 218"/>
                  <a:gd name="T14" fmla="*/ 77 w 84"/>
                  <a:gd name="T15" fmla="*/ 123 h 218"/>
                  <a:gd name="T16" fmla="*/ 80 w 84"/>
                  <a:gd name="T17" fmla="*/ 117 h 218"/>
                  <a:gd name="T18" fmla="*/ 83 w 84"/>
                  <a:gd name="T19" fmla="*/ 112 h 218"/>
                  <a:gd name="T20" fmla="*/ 84 w 84"/>
                  <a:gd name="T21" fmla="*/ 110 h 218"/>
                  <a:gd name="T22" fmla="*/ 74 w 84"/>
                  <a:gd name="T23" fmla="*/ 0 h 218"/>
                  <a:gd name="T24" fmla="*/ 41 w 84"/>
                  <a:gd name="T25" fmla="*/ 0 h 218"/>
                  <a:gd name="T26" fmla="*/ 9 w 84"/>
                  <a:gd name="T27" fmla="*/ 0 h 218"/>
                  <a:gd name="T28" fmla="*/ 0 w 84"/>
                  <a:gd name="T29" fmla="*/ 110 h 218"/>
                  <a:gd name="T30" fmla="*/ 1 w 84"/>
                  <a:gd name="T31" fmla="*/ 112 h 218"/>
                  <a:gd name="T32" fmla="*/ 4 w 84"/>
                  <a:gd name="T33" fmla="*/ 117 h 218"/>
                  <a:gd name="T34" fmla="*/ 7 w 84"/>
                  <a:gd name="T35" fmla="*/ 123 h 218"/>
                  <a:gd name="T36" fmla="*/ 12 w 84"/>
                  <a:gd name="T37" fmla="*/ 132 h 218"/>
                  <a:gd name="T38" fmla="*/ 19 w 84"/>
                  <a:gd name="T39" fmla="*/ 142 h 218"/>
                  <a:gd name="T40" fmla="*/ 24 w 84"/>
                  <a:gd name="T41" fmla="*/ 155 h 218"/>
                  <a:gd name="T42" fmla="*/ 30 w 84"/>
                  <a:gd name="T43" fmla="*/ 169 h 218"/>
                  <a:gd name="T44" fmla="*/ 34 w 84"/>
                  <a:gd name="T45" fmla="*/ 185 h 218"/>
                  <a:gd name="T46" fmla="*/ 37 w 84"/>
                  <a:gd name="T47" fmla="*/ 201 h 218"/>
                  <a:gd name="T48" fmla="*/ 38 w 84"/>
                  <a:gd name="T49" fmla="*/ 218 h 218"/>
                  <a:gd name="T50" fmla="*/ 46 w 84"/>
                  <a:gd name="T51" fmla="*/ 218 h 218"/>
                  <a:gd name="T52" fmla="*/ 46 w 84"/>
                  <a:gd name="T53" fmla="*/ 218 h 2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84"/>
                  <a:gd name="T82" fmla="*/ 0 h 218"/>
                  <a:gd name="T83" fmla="*/ 84 w 84"/>
                  <a:gd name="T84" fmla="*/ 218 h 2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84" h="218">
                    <a:moveTo>
                      <a:pt x="46" y="218"/>
                    </a:moveTo>
                    <a:lnTo>
                      <a:pt x="47" y="201"/>
                    </a:lnTo>
                    <a:lnTo>
                      <a:pt x="50" y="185"/>
                    </a:lnTo>
                    <a:lnTo>
                      <a:pt x="54" y="169"/>
                    </a:lnTo>
                    <a:lnTo>
                      <a:pt x="59" y="155"/>
                    </a:lnTo>
                    <a:lnTo>
                      <a:pt x="65" y="142"/>
                    </a:lnTo>
                    <a:lnTo>
                      <a:pt x="71" y="132"/>
                    </a:lnTo>
                    <a:lnTo>
                      <a:pt x="77" y="123"/>
                    </a:lnTo>
                    <a:lnTo>
                      <a:pt x="80" y="117"/>
                    </a:lnTo>
                    <a:lnTo>
                      <a:pt x="83" y="112"/>
                    </a:lnTo>
                    <a:lnTo>
                      <a:pt x="84" y="110"/>
                    </a:lnTo>
                    <a:lnTo>
                      <a:pt x="74" y="0"/>
                    </a:lnTo>
                    <a:lnTo>
                      <a:pt x="41" y="0"/>
                    </a:lnTo>
                    <a:lnTo>
                      <a:pt x="9" y="0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4" y="117"/>
                    </a:lnTo>
                    <a:lnTo>
                      <a:pt x="7" y="123"/>
                    </a:lnTo>
                    <a:lnTo>
                      <a:pt x="12" y="132"/>
                    </a:lnTo>
                    <a:lnTo>
                      <a:pt x="19" y="142"/>
                    </a:lnTo>
                    <a:lnTo>
                      <a:pt x="24" y="155"/>
                    </a:lnTo>
                    <a:lnTo>
                      <a:pt x="30" y="169"/>
                    </a:lnTo>
                    <a:lnTo>
                      <a:pt x="34" y="185"/>
                    </a:lnTo>
                    <a:lnTo>
                      <a:pt x="37" y="201"/>
                    </a:lnTo>
                    <a:lnTo>
                      <a:pt x="38" y="218"/>
                    </a:lnTo>
                    <a:lnTo>
                      <a:pt x="46" y="2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1" name="Freeform 1112"/>
              <p:cNvSpPr>
                <a:spLocks/>
              </p:cNvSpPr>
              <p:nvPr/>
            </p:nvSpPr>
            <p:spPr bwMode="auto">
              <a:xfrm>
                <a:off x="3130" y="3189"/>
                <a:ext cx="96" cy="229"/>
              </a:xfrm>
              <a:custGeom>
                <a:avLst/>
                <a:gdLst>
                  <a:gd name="T0" fmla="*/ 59 w 96"/>
                  <a:gd name="T1" fmla="*/ 207 h 229"/>
                  <a:gd name="T2" fmla="*/ 61 w 96"/>
                  <a:gd name="T3" fmla="*/ 191 h 229"/>
                  <a:gd name="T4" fmla="*/ 65 w 96"/>
                  <a:gd name="T5" fmla="*/ 176 h 229"/>
                  <a:gd name="T6" fmla="*/ 71 w 96"/>
                  <a:gd name="T7" fmla="*/ 162 h 229"/>
                  <a:gd name="T8" fmla="*/ 76 w 96"/>
                  <a:gd name="T9" fmla="*/ 150 h 229"/>
                  <a:gd name="T10" fmla="*/ 83 w 96"/>
                  <a:gd name="T11" fmla="*/ 140 h 229"/>
                  <a:gd name="T12" fmla="*/ 91 w 96"/>
                  <a:gd name="T13" fmla="*/ 125 h 229"/>
                  <a:gd name="T14" fmla="*/ 93 w 96"/>
                  <a:gd name="T15" fmla="*/ 120 h 229"/>
                  <a:gd name="T16" fmla="*/ 95 w 96"/>
                  <a:gd name="T17" fmla="*/ 115 h 229"/>
                  <a:gd name="T18" fmla="*/ 85 w 96"/>
                  <a:gd name="T19" fmla="*/ 1 h 229"/>
                  <a:gd name="T20" fmla="*/ 15 w 96"/>
                  <a:gd name="T21" fmla="*/ 0 h 229"/>
                  <a:gd name="T22" fmla="*/ 10 w 96"/>
                  <a:gd name="T23" fmla="*/ 5 h 229"/>
                  <a:gd name="T24" fmla="*/ 1 w 96"/>
                  <a:gd name="T25" fmla="*/ 118 h 229"/>
                  <a:gd name="T26" fmla="*/ 6 w 96"/>
                  <a:gd name="T27" fmla="*/ 125 h 229"/>
                  <a:gd name="T28" fmla="*/ 9 w 96"/>
                  <a:gd name="T29" fmla="*/ 131 h 229"/>
                  <a:gd name="T30" fmla="*/ 18 w 96"/>
                  <a:gd name="T31" fmla="*/ 137 h 229"/>
                  <a:gd name="T32" fmla="*/ 25 w 96"/>
                  <a:gd name="T33" fmla="*/ 147 h 229"/>
                  <a:gd name="T34" fmla="*/ 31 w 96"/>
                  <a:gd name="T35" fmla="*/ 176 h 229"/>
                  <a:gd name="T36" fmla="*/ 35 w 96"/>
                  <a:gd name="T37" fmla="*/ 192 h 229"/>
                  <a:gd name="T38" fmla="*/ 38 w 96"/>
                  <a:gd name="T39" fmla="*/ 207 h 229"/>
                  <a:gd name="T40" fmla="*/ 39 w 96"/>
                  <a:gd name="T41" fmla="*/ 224 h 229"/>
                  <a:gd name="T42" fmla="*/ 52 w 96"/>
                  <a:gd name="T43" fmla="*/ 229 h 229"/>
                  <a:gd name="T44" fmla="*/ 48 w 96"/>
                  <a:gd name="T45" fmla="*/ 219 h 229"/>
                  <a:gd name="T46" fmla="*/ 49 w 96"/>
                  <a:gd name="T47" fmla="*/ 206 h 229"/>
                  <a:gd name="T48" fmla="*/ 45 w 96"/>
                  <a:gd name="T49" fmla="*/ 189 h 229"/>
                  <a:gd name="T50" fmla="*/ 36 w 96"/>
                  <a:gd name="T51" fmla="*/ 158 h 229"/>
                  <a:gd name="T52" fmla="*/ 24 w 96"/>
                  <a:gd name="T53" fmla="*/ 134 h 229"/>
                  <a:gd name="T54" fmla="*/ 13 w 96"/>
                  <a:gd name="T55" fmla="*/ 128 h 229"/>
                  <a:gd name="T56" fmla="*/ 14 w 96"/>
                  <a:gd name="T57" fmla="*/ 118 h 229"/>
                  <a:gd name="T58" fmla="*/ 12 w 96"/>
                  <a:gd name="T59" fmla="*/ 115 h 229"/>
                  <a:gd name="T60" fmla="*/ 12 w 96"/>
                  <a:gd name="T61" fmla="*/ 116 h 229"/>
                  <a:gd name="T62" fmla="*/ 20 w 96"/>
                  <a:gd name="T63" fmla="*/ 9 h 229"/>
                  <a:gd name="T64" fmla="*/ 15 w 96"/>
                  <a:gd name="T65" fmla="*/ 12 h 229"/>
                  <a:gd name="T66" fmla="*/ 76 w 96"/>
                  <a:gd name="T67" fmla="*/ 9 h 229"/>
                  <a:gd name="T68" fmla="*/ 85 w 96"/>
                  <a:gd name="T69" fmla="*/ 116 h 229"/>
                  <a:gd name="T70" fmla="*/ 85 w 96"/>
                  <a:gd name="T71" fmla="*/ 115 h 229"/>
                  <a:gd name="T72" fmla="*/ 82 w 96"/>
                  <a:gd name="T73" fmla="*/ 118 h 229"/>
                  <a:gd name="T74" fmla="*/ 83 w 96"/>
                  <a:gd name="T75" fmla="*/ 128 h 229"/>
                  <a:gd name="T76" fmla="*/ 73 w 96"/>
                  <a:gd name="T77" fmla="*/ 134 h 229"/>
                  <a:gd name="T78" fmla="*/ 67 w 96"/>
                  <a:gd name="T79" fmla="*/ 145 h 229"/>
                  <a:gd name="T80" fmla="*/ 55 w 96"/>
                  <a:gd name="T81" fmla="*/ 173 h 229"/>
                  <a:gd name="T82" fmla="*/ 47 w 96"/>
                  <a:gd name="T83" fmla="*/ 205 h 2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96"/>
                  <a:gd name="T127" fmla="*/ 0 h 229"/>
                  <a:gd name="T128" fmla="*/ 96 w 96"/>
                  <a:gd name="T129" fmla="*/ 229 h 22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96" h="229">
                    <a:moveTo>
                      <a:pt x="46" y="223"/>
                    </a:moveTo>
                    <a:lnTo>
                      <a:pt x="58" y="224"/>
                    </a:lnTo>
                    <a:lnTo>
                      <a:pt x="59" y="207"/>
                    </a:lnTo>
                    <a:lnTo>
                      <a:pt x="53" y="206"/>
                    </a:lnTo>
                    <a:lnTo>
                      <a:pt x="58" y="207"/>
                    </a:lnTo>
                    <a:lnTo>
                      <a:pt x="61" y="191"/>
                    </a:lnTo>
                    <a:lnTo>
                      <a:pt x="56" y="190"/>
                    </a:lnTo>
                    <a:lnTo>
                      <a:pt x="61" y="192"/>
                    </a:lnTo>
                    <a:lnTo>
                      <a:pt x="65" y="176"/>
                    </a:lnTo>
                    <a:lnTo>
                      <a:pt x="60" y="174"/>
                    </a:lnTo>
                    <a:lnTo>
                      <a:pt x="65" y="176"/>
                    </a:lnTo>
                    <a:lnTo>
                      <a:pt x="71" y="162"/>
                    </a:lnTo>
                    <a:lnTo>
                      <a:pt x="76" y="149"/>
                    </a:lnTo>
                    <a:lnTo>
                      <a:pt x="71" y="147"/>
                    </a:lnTo>
                    <a:lnTo>
                      <a:pt x="76" y="150"/>
                    </a:lnTo>
                    <a:lnTo>
                      <a:pt x="83" y="140"/>
                    </a:lnTo>
                    <a:lnTo>
                      <a:pt x="77" y="137"/>
                    </a:lnTo>
                    <a:lnTo>
                      <a:pt x="83" y="140"/>
                    </a:lnTo>
                    <a:lnTo>
                      <a:pt x="88" y="131"/>
                    </a:lnTo>
                    <a:lnTo>
                      <a:pt x="91" y="125"/>
                    </a:lnTo>
                    <a:lnTo>
                      <a:pt x="86" y="122"/>
                    </a:lnTo>
                    <a:lnTo>
                      <a:pt x="90" y="125"/>
                    </a:lnTo>
                    <a:lnTo>
                      <a:pt x="93" y="120"/>
                    </a:lnTo>
                    <a:lnTo>
                      <a:pt x="94" y="120"/>
                    </a:lnTo>
                    <a:lnTo>
                      <a:pt x="95" y="118"/>
                    </a:lnTo>
                    <a:lnTo>
                      <a:pt x="95" y="115"/>
                    </a:lnTo>
                    <a:lnTo>
                      <a:pt x="96" y="115"/>
                    </a:lnTo>
                    <a:lnTo>
                      <a:pt x="87" y="5"/>
                    </a:lnTo>
                    <a:lnTo>
                      <a:pt x="85" y="1"/>
                    </a:lnTo>
                    <a:lnTo>
                      <a:pt x="80" y="0"/>
                    </a:lnTo>
                    <a:lnTo>
                      <a:pt x="47" y="0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10" y="5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2" y="120"/>
                    </a:lnTo>
                    <a:lnTo>
                      <a:pt x="6" y="125"/>
                    </a:lnTo>
                    <a:lnTo>
                      <a:pt x="10" y="122"/>
                    </a:lnTo>
                    <a:lnTo>
                      <a:pt x="6" y="125"/>
                    </a:lnTo>
                    <a:lnTo>
                      <a:pt x="9" y="131"/>
                    </a:lnTo>
                    <a:lnTo>
                      <a:pt x="14" y="140"/>
                    </a:lnTo>
                    <a:lnTo>
                      <a:pt x="18" y="137"/>
                    </a:lnTo>
                    <a:lnTo>
                      <a:pt x="14" y="140"/>
                    </a:lnTo>
                    <a:lnTo>
                      <a:pt x="21" y="150"/>
                    </a:lnTo>
                    <a:lnTo>
                      <a:pt x="25" y="147"/>
                    </a:lnTo>
                    <a:lnTo>
                      <a:pt x="21" y="149"/>
                    </a:lnTo>
                    <a:lnTo>
                      <a:pt x="26" y="162"/>
                    </a:lnTo>
                    <a:lnTo>
                      <a:pt x="31" y="176"/>
                    </a:lnTo>
                    <a:lnTo>
                      <a:pt x="36" y="174"/>
                    </a:lnTo>
                    <a:lnTo>
                      <a:pt x="30" y="176"/>
                    </a:lnTo>
                    <a:lnTo>
                      <a:pt x="35" y="192"/>
                    </a:lnTo>
                    <a:lnTo>
                      <a:pt x="40" y="190"/>
                    </a:lnTo>
                    <a:lnTo>
                      <a:pt x="35" y="191"/>
                    </a:lnTo>
                    <a:lnTo>
                      <a:pt x="38" y="207"/>
                    </a:lnTo>
                    <a:lnTo>
                      <a:pt x="43" y="206"/>
                    </a:lnTo>
                    <a:lnTo>
                      <a:pt x="38" y="207"/>
                    </a:lnTo>
                    <a:lnTo>
                      <a:pt x="39" y="224"/>
                    </a:lnTo>
                    <a:lnTo>
                      <a:pt x="40" y="227"/>
                    </a:lnTo>
                    <a:lnTo>
                      <a:pt x="44" y="229"/>
                    </a:lnTo>
                    <a:lnTo>
                      <a:pt x="52" y="229"/>
                    </a:lnTo>
                    <a:lnTo>
                      <a:pt x="52" y="218"/>
                    </a:lnTo>
                    <a:lnTo>
                      <a:pt x="44" y="218"/>
                    </a:lnTo>
                    <a:lnTo>
                      <a:pt x="48" y="219"/>
                    </a:lnTo>
                    <a:lnTo>
                      <a:pt x="44" y="223"/>
                    </a:lnTo>
                    <a:lnTo>
                      <a:pt x="51" y="223"/>
                    </a:lnTo>
                    <a:lnTo>
                      <a:pt x="49" y="206"/>
                    </a:lnTo>
                    <a:lnTo>
                      <a:pt x="48" y="205"/>
                    </a:lnTo>
                    <a:lnTo>
                      <a:pt x="45" y="189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36" y="158"/>
                    </a:lnTo>
                    <a:lnTo>
                      <a:pt x="30" y="14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18" y="125"/>
                    </a:lnTo>
                    <a:lnTo>
                      <a:pt x="13" y="128"/>
                    </a:lnTo>
                    <a:lnTo>
                      <a:pt x="18" y="126"/>
                    </a:lnTo>
                    <a:lnTo>
                      <a:pt x="15" y="119"/>
                    </a:lnTo>
                    <a:lnTo>
                      <a:pt x="14" y="118"/>
                    </a:lnTo>
                    <a:lnTo>
                      <a:pt x="11" y="114"/>
                    </a:lnTo>
                    <a:lnTo>
                      <a:pt x="7" y="117"/>
                    </a:lnTo>
                    <a:lnTo>
                      <a:pt x="12" y="115"/>
                    </a:lnTo>
                    <a:lnTo>
                      <a:pt x="11" y="113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22" y="6"/>
                    </a:lnTo>
                    <a:lnTo>
                      <a:pt x="15" y="10"/>
                    </a:lnTo>
                    <a:lnTo>
                      <a:pt x="20" y="9"/>
                    </a:lnTo>
                    <a:lnTo>
                      <a:pt x="21" y="5"/>
                    </a:lnTo>
                    <a:lnTo>
                      <a:pt x="15" y="5"/>
                    </a:lnTo>
                    <a:lnTo>
                      <a:pt x="15" y="12"/>
                    </a:lnTo>
                    <a:lnTo>
                      <a:pt x="47" y="12"/>
                    </a:lnTo>
                    <a:lnTo>
                      <a:pt x="80" y="12"/>
                    </a:lnTo>
                    <a:lnTo>
                      <a:pt x="76" y="9"/>
                    </a:lnTo>
                    <a:lnTo>
                      <a:pt x="80" y="5"/>
                    </a:lnTo>
                    <a:lnTo>
                      <a:pt x="75" y="6"/>
                    </a:lnTo>
                    <a:lnTo>
                      <a:pt x="85" y="116"/>
                    </a:lnTo>
                    <a:lnTo>
                      <a:pt x="90" y="115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9" y="117"/>
                    </a:lnTo>
                    <a:lnTo>
                      <a:pt x="85" y="114"/>
                    </a:lnTo>
                    <a:lnTo>
                      <a:pt x="82" y="118"/>
                    </a:lnTo>
                    <a:lnTo>
                      <a:pt x="82" y="119"/>
                    </a:lnTo>
                    <a:lnTo>
                      <a:pt x="78" y="126"/>
                    </a:lnTo>
                    <a:lnTo>
                      <a:pt x="83" y="128"/>
                    </a:lnTo>
                    <a:lnTo>
                      <a:pt x="78" y="125"/>
                    </a:lnTo>
                    <a:lnTo>
                      <a:pt x="73" y="133"/>
                    </a:lnTo>
                    <a:lnTo>
                      <a:pt x="73" y="134"/>
                    </a:lnTo>
                    <a:lnTo>
                      <a:pt x="67" y="145"/>
                    </a:lnTo>
                    <a:lnTo>
                      <a:pt x="65" y="147"/>
                    </a:lnTo>
                    <a:lnTo>
                      <a:pt x="67" y="145"/>
                    </a:lnTo>
                    <a:lnTo>
                      <a:pt x="61" y="158"/>
                    </a:lnTo>
                    <a:lnTo>
                      <a:pt x="56" y="172"/>
                    </a:lnTo>
                    <a:lnTo>
                      <a:pt x="55" y="173"/>
                    </a:lnTo>
                    <a:lnTo>
                      <a:pt x="51" y="189"/>
                    </a:lnTo>
                    <a:lnTo>
                      <a:pt x="47" y="205"/>
                    </a:lnTo>
                    <a:lnTo>
                      <a:pt x="47" y="206"/>
                    </a:lnTo>
                    <a:lnTo>
                      <a:pt x="46" y="22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2" name="Line 1113"/>
              <p:cNvSpPr>
                <a:spLocks noChangeShapeType="1"/>
              </p:cNvSpPr>
              <p:nvPr/>
            </p:nvSpPr>
            <p:spPr bwMode="auto">
              <a:xfrm flipV="1">
                <a:off x="3177" y="3308"/>
                <a:ext cx="1" cy="103"/>
              </a:xfrm>
              <a:prstGeom prst="line">
                <a:avLst/>
              </a:prstGeom>
              <a:noFill/>
              <a:ln w="11113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3" name="Freeform 1114"/>
              <p:cNvSpPr>
                <a:spLocks/>
              </p:cNvSpPr>
              <p:nvPr/>
            </p:nvSpPr>
            <p:spPr bwMode="auto">
              <a:xfrm>
                <a:off x="3168" y="3298"/>
                <a:ext cx="21" cy="21"/>
              </a:xfrm>
              <a:custGeom>
                <a:avLst/>
                <a:gdLst>
                  <a:gd name="T0" fmla="*/ 9 w 21"/>
                  <a:gd name="T1" fmla="*/ 21 h 21"/>
                  <a:gd name="T2" fmla="*/ 11 w 21"/>
                  <a:gd name="T3" fmla="*/ 21 h 21"/>
                  <a:gd name="T4" fmla="*/ 14 w 21"/>
                  <a:gd name="T5" fmla="*/ 20 h 21"/>
                  <a:gd name="T6" fmla="*/ 15 w 21"/>
                  <a:gd name="T7" fmla="*/ 20 h 21"/>
                  <a:gd name="T8" fmla="*/ 17 w 21"/>
                  <a:gd name="T9" fmla="*/ 19 h 21"/>
                  <a:gd name="T10" fmla="*/ 17 w 21"/>
                  <a:gd name="T11" fmla="*/ 18 h 21"/>
                  <a:gd name="T12" fmla="*/ 19 w 21"/>
                  <a:gd name="T13" fmla="*/ 17 h 21"/>
                  <a:gd name="T14" fmla="*/ 20 w 21"/>
                  <a:gd name="T15" fmla="*/ 16 h 21"/>
                  <a:gd name="T16" fmla="*/ 20 w 21"/>
                  <a:gd name="T17" fmla="*/ 14 h 21"/>
                  <a:gd name="T18" fmla="*/ 20 w 21"/>
                  <a:gd name="T19" fmla="*/ 11 h 21"/>
                  <a:gd name="T20" fmla="*/ 21 w 21"/>
                  <a:gd name="T21" fmla="*/ 10 h 21"/>
                  <a:gd name="T22" fmla="*/ 20 w 21"/>
                  <a:gd name="T23" fmla="*/ 8 h 21"/>
                  <a:gd name="T24" fmla="*/ 20 w 21"/>
                  <a:gd name="T25" fmla="*/ 7 h 21"/>
                  <a:gd name="T26" fmla="*/ 20 w 21"/>
                  <a:gd name="T27" fmla="*/ 5 h 21"/>
                  <a:gd name="T28" fmla="*/ 19 w 21"/>
                  <a:gd name="T29" fmla="*/ 4 h 21"/>
                  <a:gd name="T30" fmla="*/ 17 w 21"/>
                  <a:gd name="T31" fmla="*/ 3 h 21"/>
                  <a:gd name="T32" fmla="*/ 17 w 21"/>
                  <a:gd name="T33" fmla="*/ 2 h 21"/>
                  <a:gd name="T34" fmla="*/ 15 w 21"/>
                  <a:gd name="T35" fmla="*/ 2 h 21"/>
                  <a:gd name="T36" fmla="*/ 14 w 21"/>
                  <a:gd name="T37" fmla="*/ 0 h 21"/>
                  <a:gd name="T38" fmla="*/ 11 w 21"/>
                  <a:gd name="T39" fmla="*/ 0 h 21"/>
                  <a:gd name="T40" fmla="*/ 10 w 21"/>
                  <a:gd name="T41" fmla="*/ 0 h 21"/>
                  <a:gd name="T42" fmla="*/ 8 w 21"/>
                  <a:gd name="T43" fmla="*/ 0 h 21"/>
                  <a:gd name="T44" fmla="*/ 7 w 21"/>
                  <a:gd name="T45" fmla="*/ 0 h 21"/>
                  <a:gd name="T46" fmla="*/ 5 w 21"/>
                  <a:gd name="T47" fmla="*/ 2 h 21"/>
                  <a:gd name="T48" fmla="*/ 4 w 21"/>
                  <a:gd name="T49" fmla="*/ 2 h 21"/>
                  <a:gd name="T50" fmla="*/ 3 w 21"/>
                  <a:gd name="T51" fmla="*/ 3 h 21"/>
                  <a:gd name="T52" fmla="*/ 2 w 21"/>
                  <a:gd name="T53" fmla="*/ 4 h 21"/>
                  <a:gd name="T54" fmla="*/ 1 w 21"/>
                  <a:gd name="T55" fmla="*/ 5 h 21"/>
                  <a:gd name="T56" fmla="*/ 0 w 21"/>
                  <a:gd name="T57" fmla="*/ 7 h 21"/>
                  <a:gd name="T58" fmla="*/ 0 w 21"/>
                  <a:gd name="T59" fmla="*/ 8 h 21"/>
                  <a:gd name="T60" fmla="*/ 0 w 21"/>
                  <a:gd name="T61" fmla="*/ 10 h 21"/>
                  <a:gd name="T62" fmla="*/ 0 w 21"/>
                  <a:gd name="T63" fmla="*/ 11 h 21"/>
                  <a:gd name="T64" fmla="*/ 0 w 21"/>
                  <a:gd name="T65" fmla="*/ 14 h 21"/>
                  <a:gd name="T66" fmla="*/ 1 w 21"/>
                  <a:gd name="T67" fmla="*/ 16 h 21"/>
                  <a:gd name="T68" fmla="*/ 2 w 21"/>
                  <a:gd name="T69" fmla="*/ 17 h 21"/>
                  <a:gd name="T70" fmla="*/ 3 w 21"/>
                  <a:gd name="T71" fmla="*/ 18 h 21"/>
                  <a:gd name="T72" fmla="*/ 4 w 21"/>
                  <a:gd name="T73" fmla="*/ 19 h 21"/>
                  <a:gd name="T74" fmla="*/ 5 w 21"/>
                  <a:gd name="T75" fmla="*/ 20 h 21"/>
                  <a:gd name="T76" fmla="*/ 7 w 21"/>
                  <a:gd name="T77" fmla="*/ 20 h 21"/>
                  <a:gd name="T78" fmla="*/ 8 w 21"/>
                  <a:gd name="T79" fmla="*/ 21 h 21"/>
                  <a:gd name="T80" fmla="*/ 10 w 21"/>
                  <a:gd name="T81" fmla="*/ 21 h 21"/>
                  <a:gd name="T82" fmla="*/ 9 w 21"/>
                  <a:gd name="T83" fmla="*/ 21 h 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1"/>
                  <a:gd name="T127" fmla="*/ 0 h 21"/>
                  <a:gd name="T128" fmla="*/ 21 w 21"/>
                  <a:gd name="T129" fmla="*/ 21 h 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1" h="21">
                    <a:moveTo>
                      <a:pt x="9" y="21"/>
                    </a:moveTo>
                    <a:lnTo>
                      <a:pt x="11" y="21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2" y="17"/>
                    </a:lnTo>
                    <a:lnTo>
                      <a:pt x="3" y="18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8" y="21"/>
                    </a:lnTo>
                    <a:lnTo>
                      <a:pt x="10" y="21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9214" name="Freeform 1115"/>
              <p:cNvSpPr>
                <a:spLocks/>
              </p:cNvSpPr>
              <p:nvPr/>
            </p:nvSpPr>
            <p:spPr bwMode="auto">
              <a:xfrm>
                <a:off x="3136" y="3151"/>
                <a:ext cx="84" cy="42"/>
              </a:xfrm>
              <a:custGeom>
                <a:avLst/>
                <a:gdLst>
                  <a:gd name="T0" fmla="*/ 0 w 84"/>
                  <a:gd name="T1" fmla="*/ 0 h 42"/>
                  <a:gd name="T2" fmla="*/ 0 w 84"/>
                  <a:gd name="T3" fmla="*/ 42 h 42"/>
                  <a:gd name="T4" fmla="*/ 84 w 84"/>
                  <a:gd name="T5" fmla="*/ 42 h 42"/>
                  <a:gd name="T6" fmla="*/ 84 w 84"/>
                  <a:gd name="T7" fmla="*/ 0 h 42"/>
                  <a:gd name="T8" fmla="*/ 0 w 84"/>
                  <a:gd name="T9" fmla="*/ 0 h 42"/>
                  <a:gd name="T10" fmla="*/ 0 w 84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"/>
                  <a:gd name="T19" fmla="*/ 0 h 42"/>
                  <a:gd name="T20" fmla="*/ 84 w 84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" h="42">
                    <a:moveTo>
                      <a:pt x="0" y="0"/>
                    </a:moveTo>
                    <a:lnTo>
                      <a:pt x="0" y="42"/>
                    </a:lnTo>
                    <a:lnTo>
                      <a:pt x="84" y="42"/>
                    </a:lnTo>
                    <a:lnTo>
                      <a:pt x="8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</p:grpSp>
        <p:sp>
          <p:nvSpPr>
            <p:cNvPr id="49200" name="Rectangle 1116"/>
            <p:cNvSpPr>
              <a:spLocks noChangeArrowheads="1"/>
            </p:cNvSpPr>
            <p:nvPr/>
          </p:nvSpPr>
          <p:spPr bwMode="auto">
            <a:xfrm>
              <a:off x="3358" y="4004"/>
              <a:ext cx="503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b="0">
                  <a:solidFill>
                    <a:srgbClr val="000000"/>
                  </a:solidFill>
                  <a:latin typeface="Arial Narrow" pitchFamily="34" charset="0"/>
                </a:rPr>
                <a:t>Final Evaluation</a:t>
              </a:r>
              <a:endParaRPr lang="en-US" sz="900" b="0">
                <a:latin typeface="Times New Roman" pitchFamily="18" charset="0"/>
              </a:endParaRPr>
            </a:p>
          </p:txBody>
        </p:sp>
        <p:sp>
          <p:nvSpPr>
            <p:cNvPr id="49201" name="Rectangle 1117"/>
            <p:cNvSpPr>
              <a:spLocks noChangeArrowheads="1"/>
            </p:cNvSpPr>
            <p:nvPr/>
          </p:nvSpPr>
          <p:spPr bwMode="auto">
            <a:xfrm>
              <a:off x="2251" y="3543"/>
              <a:ext cx="1765" cy="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defTabSz="862013" eaLnBrk="0" hangingPunct="0"/>
              <a:r>
                <a:rPr lang="en-US" sz="900" u="sng">
                  <a:solidFill>
                    <a:srgbClr val="000000"/>
                  </a:solidFill>
                  <a:latin typeface="Arial Narrow" pitchFamily="34" charset="0"/>
                </a:rPr>
                <a:t>Field Implementation Phase</a:t>
              </a:r>
              <a:r>
                <a:rPr lang="en-US" sz="900">
                  <a:solidFill>
                    <a:srgbClr val="000000"/>
                  </a:solidFill>
                  <a:latin typeface="Arial Narrow" pitchFamily="34" charset="0"/>
                </a:rPr>
                <a:t>: Ensure Field Safe Work</a:t>
              </a:r>
            </a:p>
          </p:txBody>
        </p:sp>
        <p:sp>
          <p:nvSpPr>
            <p:cNvPr id="49202" name="Rectangle 1118"/>
            <p:cNvSpPr>
              <a:spLocks noChangeArrowheads="1"/>
            </p:cNvSpPr>
            <p:nvPr/>
          </p:nvSpPr>
          <p:spPr bwMode="auto">
            <a:xfrm>
              <a:off x="3012" y="3461"/>
              <a:ext cx="95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203" name="Rectangle 1119"/>
            <p:cNvSpPr>
              <a:spLocks noChangeArrowheads="1"/>
            </p:cNvSpPr>
            <p:nvPr/>
          </p:nvSpPr>
          <p:spPr bwMode="auto">
            <a:xfrm>
              <a:off x="3018" y="3456"/>
              <a:ext cx="92" cy="50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9204" name="Rectangle 1120"/>
            <p:cNvSpPr>
              <a:spLocks noChangeArrowheads="1"/>
            </p:cNvSpPr>
            <p:nvPr/>
          </p:nvSpPr>
          <p:spPr bwMode="auto">
            <a:xfrm>
              <a:off x="3015" y="2833"/>
              <a:ext cx="88" cy="54"/>
            </a:xfrm>
            <a:prstGeom prst="rect">
              <a:avLst/>
            </a:prstGeom>
            <a:solidFill>
              <a:srgbClr val="FFFF66"/>
            </a:solidFill>
            <a:ln w="9525">
              <a:solidFill>
                <a:srgbClr val="FFFF66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  <p:sp>
        <p:nvSpPr>
          <p:cNvPr id="49161" name="Line 1121"/>
          <p:cNvSpPr>
            <a:spLocks noChangeShapeType="1"/>
          </p:cNvSpPr>
          <p:nvPr/>
        </p:nvSpPr>
        <p:spPr bwMode="auto">
          <a:xfrm flipH="1" flipV="1">
            <a:off x="2535238" y="2830513"/>
            <a:ext cx="2292350" cy="2973387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9162" name="Line 1122"/>
          <p:cNvSpPr>
            <a:spLocks noChangeShapeType="1"/>
          </p:cNvSpPr>
          <p:nvPr/>
        </p:nvSpPr>
        <p:spPr bwMode="auto">
          <a:xfrm flipH="1" flipV="1">
            <a:off x="2844800" y="2479675"/>
            <a:ext cx="2119313" cy="319722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9163" name="Line 1123"/>
          <p:cNvSpPr>
            <a:spLocks noChangeShapeType="1"/>
          </p:cNvSpPr>
          <p:nvPr/>
        </p:nvSpPr>
        <p:spPr bwMode="auto">
          <a:xfrm flipH="1" flipV="1">
            <a:off x="3351213" y="2466975"/>
            <a:ext cx="1930400" cy="32162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9164" name="Group 1124"/>
          <p:cNvGrpSpPr>
            <a:grpSpLocks/>
          </p:cNvGrpSpPr>
          <p:nvPr/>
        </p:nvGrpSpPr>
        <p:grpSpPr bwMode="auto">
          <a:xfrm>
            <a:off x="2800350" y="1887538"/>
            <a:ext cx="585788" cy="619125"/>
            <a:chOff x="3034" y="3151"/>
            <a:chExt cx="294" cy="277"/>
          </a:xfrm>
        </p:grpSpPr>
        <p:sp>
          <p:nvSpPr>
            <p:cNvPr id="49167" name="Freeform 1125"/>
            <p:cNvSpPr>
              <a:spLocks/>
            </p:cNvSpPr>
            <p:nvPr/>
          </p:nvSpPr>
          <p:spPr bwMode="auto">
            <a:xfrm>
              <a:off x="3041" y="3155"/>
              <a:ext cx="274" cy="273"/>
            </a:xfrm>
            <a:custGeom>
              <a:avLst/>
              <a:gdLst>
                <a:gd name="T0" fmla="*/ 219 w 274"/>
                <a:gd name="T1" fmla="*/ 273 h 273"/>
                <a:gd name="T2" fmla="*/ 228 w 274"/>
                <a:gd name="T3" fmla="*/ 273 h 273"/>
                <a:gd name="T4" fmla="*/ 237 w 274"/>
                <a:gd name="T5" fmla="*/ 271 h 273"/>
                <a:gd name="T6" fmla="*/ 245 w 274"/>
                <a:gd name="T7" fmla="*/ 267 h 273"/>
                <a:gd name="T8" fmla="*/ 252 w 274"/>
                <a:gd name="T9" fmla="*/ 262 h 273"/>
                <a:gd name="T10" fmla="*/ 258 w 274"/>
                <a:gd name="T11" fmla="*/ 257 h 273"/>
                <a:gd name="T12" fmla="*/ 263 w 274"/>
                <a:gd name="T13" fmla="*/ 251 h 273"/>
                <a:gd name="T14" fmla="*/ 269 w 274"/>
                <a:gd name="T15" fmla="*/ 243 h 273"/>
                <a:gd name="T16" fmla="*/ 271 w 274"/>
                <a:gd name="T17" fmla="*/ 236 h 273"/>
                <a:gd name="T18" fmla="*/ 274 w 274"/>
                <a:gd name="T19" fmla="*/ 227 h 273"/>
                <a:gd name="T20" fmla="*/ 274 w 274"/>
                <a:gd name="T21" fmla="*/ 219 h 273"/>
                <a:gd name="T22" fmla="*/ 274 w 274"/>
                <a:gd name="T23" fmla="*/ 54 h 273"/>
                <a:gd name="T24" fmla="*/ 274 w 274"/>
                <a:gd name="T25" fmla="*/ 46 h 273"/>
                <a:gd name="T26" fmla="*/ 271 w 274"/>
                <a:gd name="T27" fmla="*/ 37 h 273"/>
                <a:gd name="T28" fmla="*/ 269 w 274"/>
                <a:gd name="T29" fmla="*/ 29 h 273"/>
                <a:gd name="T30" fmla="*/ 263 w 274"/>
                <a:gd name="T31" fmla="*/ 22 h 273"/>
                <a:gd name="T32" fmla="*/ 258 w 274"/>
                <a:gd name="T33" fmla="*/ 16 h 273"/>
                <a:gd name="T34" fmla="*/ 252 w 274"/>
                <a:gd name="T35" fmla="*/ 10 h 273"/>
                <a:gd name="T36" fmla="*/ 245 w 274"/>
                <a:gd name="T37" fmla="*/ 6 h 273"/>
                <a:gd name="T38" fmla="*/ 237 w 274"/>
                <a:gd name="T39" fmla="*/ 2 h 273"/>
                <a:gd name="T40" fmla="*/ 228 w 274"/>
                <a:gd name="T41" fmla="*/ 0 h 273"/>
                <a:gd name="T42" fmla="*/ 220 w 274"/>
                <a:gd name="T43" fmla="*/ 0 h 273"/>
                <a:gd name="T44" fmla="*/ 55 w 274"/>
                <a:gd name="T45" fmla="*/ 0 h 273"/>
                <a:gd name="T46" fmla="*/ 46 w 274"/>
                <a:gd name="T47" fmla="*/ 0 h 273"/>
                <a:gd name="T48" fmla="*/ 37 w 274"/>
                <a:gd name="T49" fmla="*/ 2 h 273"/>
                <a:gd name="T50" fmla="*/ 29 w 274"/>
                <a:gd name="T51" fmla="*/ 6 h 273"/>
                <a:gd name="T52" fmla="*/ 22 w 274"/>
                <a:gd name="T53" fmla="*/ 10 h 273"/>
                <a:gd name="T54" fmla="*/ 17 w 274"/>
                <a:gd name="T55" fmla="*/ 16 h 273"/>
                <a:gd name="T56" fmla="*/ 10 w 274"/>
                <a:gd name="T57" fmla="*/ 22 h 273"/>
                <a:gd name="T58" fmla="*/ 6 w 274"/>
                <a:gd name="T59" fmla="*/ 29 h 273"/>
                <a:gd name="T60" fmla="*/ 2 w 274"/>
                <a:gd name="T61" fmla="*/ 37 h 273"/>
                <a:gd name="T62" fmla="*/ 1 w 274"/>
                <a:gd name="T63" fmla="*/ 46 h 273"/>
                <a:gd name="T64" fmla="*/ 0 w 274"/>
                <a:gd name="T65" fmla="*/ 54 h 273"/>
                <a:gd name="T66" fmla="*/ 0 w 274"/>
                <a:gd name="T67" fmla="*/ 219 h 273"/>
                <a:gd name="T68" fmla="*/ 1 w 274"/>
                <a:gd name="T69" fmla="*/ 227 h 273"/>
                <a:gd name="T70" fmla="*/ 2 w 274"/>
                <a:gd name="T71" fmla="*/ 236 h 273"/>
                <a:gd name="T72" fmla="*/ 6 w 274"/>
                <a:gd name="T73" fmla="*/ 243 h 273"/>
                <a:gd name="T74" fmla="*/ 10 w 274"/>
                <a:gd name="T75" fmla="*/ 251 h 273"/>
                <a:gd name="T76" fmla="*/ 17 w 274"/>
                <a:gd name="T77" fmla="*/ 257 h 273"/>
                <a:gd name="T78" fmla="*/ 22 w 274"/>
                <a:gd name="T79" fmla="*/ 262 h 273"/>
                <a:gd name="T80" fmla="*/ 29 w 274"/>
                <a:gd name="T81" fmla="*/ 267 h 273"/>
                <a:gd name="T82" fmla="*/ 37 w 274"/>
                <a:gd name="T83" fmla="*/ 271 h 273"/>
                <a:gd name="T84" fmla="*/ 46 w 274"/>
                <a:gd name="T85" fmla="*/ 273 h 273"/>
                <a:gd name="T86" fmla="*/ 55 w 274"/>
                <a:gd name="T87" fmla="*/ 273 h 273"/>
                <a:gd name="T88" fmla="*/ 220 w 274"/>
                <a:gd name="T89" fmla="*/ 273 h 273"/>
                <a:gd name="T90" fmla="*/ 219 w 274"/>
                <a:gd name="T91" fmla="*/ 273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4"/>
                <a:gd name="T139" fmla="*/ 0 h 273"/>
                <a:gd name="T140" fmla="*/ 274 w 274"/>
                <a:gd name="T141" fmla="*/ 273 h 27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4" h="273">
                  <a:moveTo>
                    <a:pt x="219" y="273"/>
                  </a:moveTo>
                  <a:lnTo>
                    <a:pt x="228" y="273"/>
                  </a:lnTo>
                  <a:lnTo>
                    <a:pt x="237" y="271"/>
                  </a:lnTo>
                  <a:lnTo>
                    <a:pt x="245" y="267"/>
                  </a:lnTo>
                  <a:lnTo>
                    <a:pt x="252" y="262"/>
                  </a:lnTo>
                  <a:lnTo>
                    <a:pt x="258" y="257"/>
                  </a:lnTo>
                  <a:lnTo>
                    <a:pt x="263" y="251"/>
                  </a:lnTo>
                  <a:lnTo>
                    <a:pt x="269" y="243"/>
                  </a:lnTo>
                  <a:lnTo>
                    <a:pt x="271" y="236"/>
                  </a:lnTo>
                  <a:lnTo>
                    <a:pt x="274" y="227"/>
                  </a:lnTo>
                  <a:lnTo>
                    <a:pt x="274" y="219"/>
                  </a:lnTo>
                  <a:lnTo>
                    <a:pt x="274" y="54"/>
                  </a:lnTo>
                  <a:lnTo>
                    <a:pt x="274" y="46"/>
                  </a:lnTo>
                  <a:lnTo>
                    <a:pt x="271" y="37"/>
                  </a:lnTo>
                  <a:lnTo>
                    <a:pt x="269" y="29"/>
                  </a:lnTo>
                  <a:lnTo>
                    <a:pt x="263" y="22"/>
                  </a:lnTo>
                  <a:lnTo>
                    <a:pt x="258" y="16"/>
                  </a:lnTo>
                  <a:lnTo>
                    <a:pt x="252" y="10"/>
                  </a:lnTo>
                  <a:lnTo>
                    <a:pt x="245" y="6"/>
                  </a:lnTo>
                  <a:lnTo>
                    <a:pt x="237" y="2"/>
                  </a:lnTo>
                  <a:lnTo>
                    <a:pt x="228" y="0"/>
                  </a:lnTo>
                  <a:lnTo>
                    <a:pt x="220" y="0"/>
                  </a:lnTo>
                  <a:lnTo>
                    <a:pt x="55" y="0"/>
                  </a:lnTo>
                  <a:lnTo>
                    <a:pt x="46" y="0"/>
                  </a:lnTo>
                  <a:lnTo>
                    <a:pt x="37" y="2"/>
                  </a:lnTo>
                  <a:lnTo>
                    <a:pt x="29" y="6"/>
                  </a:lnTo>
                  <a:lnTo>
                    <a:pt x="22" y="10"/>
                  </a:lnTo>
                  <a:lnTo>
                    <a:pt x="17" y="16"/>
                  </a:lnTo>
                  <a:lnTo>
                    <a:pt x="10" y="22"/>
                  </a:lnTo>
                  <a:lnTo>
                    <a:pt x="6" y="29"/>
                  </a:lnTo>
                  <a:lnTo>
                    <a:pt x="2" y="37"/>
                  </a:lnTo>
                  <a:lnTo>
                    <a:pt x="1" y="46"/>
                  </a:lnTo>
                  <a:lnTo>
                    <a:pt x="0" y="54"/>
                  </a:lnTo>
                  <a:lnTo>
                    <a:pt x="0" y="219"/>
                  </a:lnTo>
                  <a:lnTo>
                    <a:pt x="1" y="227"/>
                  </a:lnTo>
                  <a:lnTo>
                    <a:pt x="2" y="236"/>
                  </a:lnTo>
                  <a:lnTo>
                    <a:pt x="6" y="243"/>
                  </a:lnTo>
                  <a:lnTo>
                    <a:pt x="10" y="251"/>
                  </a:lnTo>
                  <a:lnTo>
                    <a:pt x="17" y="257"/>
                  </a:lnTo>
                  <a:lnTo>
                    <a:pt x="22" y="262"/>
                  </a:lnTo>
                  <a:lnTo>
                    <a:pt x="29" y="267"/>
                  </a:lnTo>
                  <a:lnTo>
                    <a:pt x="37" y="271"/>
                  </a:lnTo>
                  <a:lnTo>
                    <a:pt x="46" y="273"/>
                  </a:lnTo>
                  <a:lnTo>
                    <a:pt x="55" y="273"/>
                  </a:lnTo>
                  <a:lnTo>
                    <a:pt x="220" y="273"/>
                  </a:lnTo>
                  <a:lnTo>
                    <a:pt x="219" y="27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Line 1126"/>
            <p:cNvSpPr>
              <a:spLocks noChangeShapeType="1"/>
            </p:cNvSpPr>
            <p:nvPr/>
          </p:nvSpPr>
          <p:spPr bwMode="auto">
            <a:xfrm>
              <a:off x="3034" y="3180"/>
              <a:ext cx="294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Line 1127"/>
            <p:cNvSpPr>
              <a:spLocks noChangeShapeType="1"/>
            </p:cNvSpPr>
            <p:nvPr/>
          </p:nvSpPr>
          <p:spPr bwMode="auto">
            <a:xfrm>
              <a:off x="3034" y="3254"/>
              <a:ext cx="294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Line 1128"/>
            <p:cNvSpPr>
              <a:spLocks noChangeShapeType="1"/>
            </p:cNvSpPr>
            <p:nvPr/>
          </p:nvSpPr>
          <p:spPr bwMode="auto">
            <a:xfrm>
              <a:off x="3034" y="3328"/>
              <a:ext cx="294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Line 1129"/>
            <p:cNvSpPr>
              <a:spLocks noChangeShapeType="1"/>
            </p:cNvSpPr>
            <p:nvPr/>
          </p:nvSpPr>
          <p:spPr bwMode="auto">
            <a:xfrm>
              <a:off x="3034" y="3401"/>
              <a:ext cx="294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1130"/>
            <p:cNvSpPr>
              <a:spLocks/>
            </p:cNvSpPr>
            <p:nvPr/>
          </p:nvSpPr>
          <p:spPr bwMode="auto">
            <a:xfrm>
              <a:off x="3136" y="3194"/>
              <a:ext cx="84" cy="218"/>
            </a:xfrm>
            <a:custGeom>
              <a:avLst/>
              <a:gdLst>
                <a:gd name="T0" fmla="*/ 46 w 84"/>
                <a:gd name="T1" fmla="*/ 218 h 218"/>
                <a:gd name="T2" fmla="*/ 47 w 84"/>
                <a:gd name="T3" fmla="*/ 201 h 218"/>
                <a:gd name="T4" fmla="*/ 50 w 84"/>
                <a:gd name="T5" fmla="*/ 185 h 218"/>
                <a:gd name="T6" fmla="*/ 54 w 84"/>
                <a:gd name="T7" fmla="*/ 169 h 218"/>
                <a:gd name="T8" fmla="*/ 59 w 84"/>
                <a:gd name="T9" fmla="*/ 155 h 218"/>
                <a:gd name="T10" fmla="*/ 65 w 84"/>
                <a:gd name="T11" fmla="*/ 142 h 218"/>
                <a:gd name="T12" fmla="*/ 71 w 84"/>
                <a:gd name="T13" fmla="*/ 132 h 218"/>
                <a:gd name="T14" fmla="*/ 77 w 84"/>
                <a:gd name="T15" fmla="*/ 123 h 218"/>
                <a:gd name="T16" fmla="*/ 80 w 84"/>
                <a:gd name="T17" fmla="*/ 117 h 218"/>
                <a:gd name="T18" fmla="*/ 83 w 84"/>
                <a:gd name="T19" fmla="*/ 112 h 218"/>
                <a:gd name="T20" fmla="*/ 84 w 84"/>
                <a:gd name="T21" fmla="*/ 110 h 218"/>
                <a:gd name="T22" fmla="*/ 74 w 84"/>
                <a:gd name="T23" fmla="*/ 0 h 218"/>
                <a:gd name="T24" fmla="*/ 41 w 84"/>
                <a:gd name="T25" fmla="*/ 0 h 218"/>
                <a:gd name="T26" fmla="*/ 9 w 84"/>
                <a:gd name="T27" fmla="*/ 0 h 218"/>
                <a:gd name="T28" fmla="*/ 0 w 84"/>
                <a:gd name="T29" fmla="*/ 110 h 218"/>
                <a:gd name="T30" fmla="*/ 1 w 84"/>
                <a:gd name="T31" fmla="*/ 112 h 218"/>
                <a:gd name="T32" fmla="*/ 4 w 84"/>
                <a:gd name="T33" fmla="*/ 117 h 218"/>
                <a:gd name="T34" fmla="*/ 7 w 84"/>
                <a:gd name="T35" fmla="*/ 123 h 218"/>
                <a:gd name="T36" fmla="*/ 12 w 84"/>
                <a:gd name="T37" fmla="*/ 132 h 218"/>
                <a:gd name="T38" fmla="*/ 19 w 84"/>
                <a:gd name="T39" fmla="*/ 142 h 218"/>
                <a:gd name="T40" fmla="*/ 24 w 84"/>
                <a:gd name="T41" fmla="*/ 155 h 218"/>
                <a:gd name="T42" fmla="*/ 30 w 84"/>
                <a:gd name="T43" fmla="*/ 169 h 218"/>
                <a:gd name="T44" fmla="*/ 34 w 84"/>
                <a:gd name="T45" fmla="*/ 185 h 218"/>
                <a:gd name="T46" fmla="*/ 37 w 84"/>
                <a:gd name="T47" fmla="*/ 201 h 218"/>
                <a:gd name="T48" fmla="*/ 38 w 84"/>
                <a:gd name="T49" fmla="*/ 218 h 218"/>
                <a:gd name="T50" fmla="*/ 46 w 84"/>
                <a:gd name="T51" fmla="*/ 218 h 218"/>
                <a:gd name="T52" fmla="*/ 46 w 84"/>
                <a:gd name="T53" fmla="*/ 218 h 2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84"/>
                <a:gd name="T82" fmla="*/ 0 h 218"/>
                <a:gd name="T83" fmla="*/ 84 w 84"/>
                <a:gd name="T84" fmla="*/ 218 h 2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84" h="218">
                  <a:moveTo>
                    <a:pt x="46" y="218"/>
                  </a:moveTo>
                  <a:lnTo>
                    <a:pt x="47" y="201"/>
                  </a:lnTo>
                  <a:lnTo>
                    <a:pt x="50" y="185"/>
                  </a:lnTo>
                  <a:lnTo>
                    <a:pt x="54" y="169"/>
                  </a:lnTo>
                  <a:lnTo>
                    <a:pt x="59" y="155"/>
                  </a:lnTo>
                  <a:lnTo>
                    <a:pt x="65" y="142"/>
                  </a:lnTo>
                  <a:lnTo>
                    <a:pt x="71" y="132"/>
                  </a:lnTo>
                  <a:lnTo>
                    <a:pt x="77" y="123"/>
                  </a:lnTo>
                  <a:lnTo>
                    <a:pt x="80" y="117"/>
                  </a:lnTo>
                  <a:lnTo>
                    <a:pt x="83" y="112"/>
                  </a:lnTo>
                  <a:lnTo>
                    <a:pt x="84" y="110"/>
                  </a:lnTo>
                  <a:lnTo>
                    <a:pt x="74" y="0"/>
                  </a:lnTo>
                  <a:lnTo>
                    <a:pt x="41" y="0"/>
                  </a:lnTo>
                  <a:lnTo>
                    <a:pt x="9" y="0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4" y="117"/>
                  </a:lnTo>
                  <a:lnTo>
                    <a:pt x="7" y="123"/>
                  </a:lnTo>
                  <a:lnTo>
                    <a:pt x="12" y="132"/>
                  </a:lnTo>
                  <a:lnTo>
                    <a:pt x="19" y="142"/>
                  </a:lnTo>
                  <a:lnTo>
                    <a:pt x="24" y="155"/>
                  </a:lnTo>
                  <a:lnTo>
                    <a:pt x="30" y="169"/>
                  </a:lnTo>
                  <a:lnTo>
                    <a:pt x="34" y="185"/>
                  </a:lnTo>
                  <a:lnTo>
                    <a:pt x="37" y="201"/>
                  </a:lnTo>
                  <a:lnTo>
                    <a:pt x="38" y="218"/>
                  </a:lnTo>
                  <a:lnTo>
                    <a:pt x="46" y="2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1131"/>
            <p:cNvSpPr>
              <a:spLocks/>
            </p:cNvSpPr>
            <p:nvPr/>
          </p:nvSpPr>
          <p:spPr bwMode="auto">
            <a:xfrm>
              <a:off x="3130" y="3189"/>
              <a:ext cx="96" cy="229"/>
            </a:xfrm>
            <a:custGeom>
              <a:avLst/>
              <a:gdLst>
                <a:gd name="T0" fmla="*/ 59 w 96"/>
                <a:gd name="T1" fmla="*/ 207 h 229"/>
                <a:gd name="T2" fmla="*/ 61 w 96"/>
                <a:gd name="T3" fmla="*/ 191 h 229"/>
                <a:gd name="T4" fmla="*/ 65 w 96"/>
                <a:gd name="T5" fmla="*/ 176 h 229"/>
                <a:gd name="T6" fmla="*/ 71 w 96"/>
                <a:gd name="T7" fmla="*/ 162 h 229"/>
                <a:gd name="T8" fmla="*/ 76 w 96"/>
                <a:gd name="T9" fmla="*/ 150 h 229"/>
                <a:gd name="T10" fmla="*/ 83 w 96"/>
                <a:gd name="T11" fmla="*/ 140 h 229"/>
                <a:gd name="T12" fmla="*/ 91 w 96"/>
                <a:gd name="T13" fmla="*/ 125 h 229"/>
                <a:gd name="T14" fmla="*/ 93 w 96"/>
                <a:gd name="T15" fmla="*/ 120 h 229"/>
                <a:gd name="T16" fmla="*/ 95 w 96"/>
                <a:gd name="T17" fmla="*/ 115 h 229"/>
                <a:gd name="T18" fmla="*/ 85 w 96"/>
                <a:gd name="T19" fmla="*/ 1 h 229"/>
                <a:gd name="T20" fmla="*/ 15 w 96"/>
                <a:gd name="T21" fmla="*/ 0 h 229"/>
                <a:gd name="T22" fmla="*/ 10 w 96"/>
                <a:gd name="T23" fmla="*/ 5 h 229"/>
                <a:gd name="T24" fmla="*/ 1 w 96"/>
                <a:gd name="T25" fmla="*/ 118 h 229"/>
                <a:gd name="T26" fmla="*/ 6 w 96"/>
                <a:gd name="T27" fmla="*/ 125 h 229"/>
                <a:gd name="T28" fmla="*/ 9 w 96"/>
                <a:gd name="T29" fmla="*/ 131 h 229"/>
                <a:gd name="T30" fmla="*/ 18 w 96"/>
                <a:gd name="T31" fmla="*/ 137 h 229"/>
                <a:gd name="T32" fmla="*/ 25 w 96"/>
                <a:gd name="T33" fmla="*/ 147 h 229"/>
                <a:gd name="T34" fmla="*/ 31 w 96"/>
                <a:gd name="T35" fmla="*/ 176 h 229"/>
                <a:gd name="T36" fmla="*/ 35 w 96"/>
                <a:gd name="T37" fmla="*/ 192 h 229"/>
                <a:gd name="T38" fmla="*/ 38 w 96"/>
                <a:gd name="T39" fmla="*/ 207 h 229"/>
                <a:gd name="T40" fmla="*/ 39 w 96"/>
                <a:gd name="T41" fmla="*/ 224 h 229"/>
                <a:gd name="T42" fmla="*/ 52 w 96"/>
                <a:gd name="T43" fmla="*/ 229 h 229"/>
                <a:gd name="T44" fmla="*/ 48 w 96"/>
                <a:gd name="T45" fmla="*/ 219 h 229"/>
                <a:gd name="T46" fmla="*/ 49 w 96"/>
                <a:gd name="T47" fmla="*/ 206 h 229"/>
                <a:gd name="T48" fmla="*/ 45 w 96"/>
                <a:gd name="T49" fmla="*/ 189 h 229"/>
                <a:gd name="T50" fmla="*/ 36 w 96"/>
                <a:gd name="T51" fmla="*/ 158 h 229"/>
                <a:gd name="T52" fmla="*/ 24 w 96"/>
                <a:gd name="T53" fmla="*/ 134 h 229"/>
                <a:gd name="T54" fmla="*/ 13 w 96"/>
                <a:gd name="T55" fmla="*/ 128 h 229"/>
                <a:gd name="T56" fmla="*/ 14 w 96"/>
                <a:gd name="T57" fmla="*/ 118 h 229"/>
                <a:gd name="T58" fmla="*/ 12 w 96"/>
                <a:gd name="T59" fmla="*/ 115 h 229"/>
                <a:gd name="T60" fmla="*/ 12 w 96"/>
                <a:gd name="T61" fmla="*/ 116 h 229"/>
                <a:gd name="T62" fmla="*/ 20 w 96"/>
                <a:gd name="T63" fmla="*/ 9 h 229"/>
                <a:gd name="T64" fmla="*/ 15 w 96"/>
                <a:gd name="T65" fmla="*/ 12 h 229"/>
                <a:gd name="T66" fmla="*/ 76 w 96"/>
                <a:gd name="T67" fmla="*/ 9 h 229"/>
                <a:gd name="T68" fmla="*/ 85 w 96"/>
                <a:gd name="T69" fmla="*/ 116 h 229"/>
                <a:gd name="T70" fmla="*/ 85 w 96"/>
                <a:gd name="T71" fmla="*/ 115 h 229"/>
                <a:gd name="T72" fmla="*/ 82 w 96"/>
                <a:gd name="T73" fmla="*/ 118 h 229"/>
                <a:gd name="T74" fmla="*/ 83 w 96"/>
                <a:gd name="T75" fmla="*/ 128 h 229"/>
                <a:gd name="T76" fmla="*/ 73 w 96"/>
                <a:gd name="T77" fmla="*/ 134 h 229"/>
                <a:gd name="T78" fmla="*/ 67 w 96"/>
                <a:gd name="T79" fmla="*/ 145 h 229"/>
                <a:gd name="T80" fmla="*/ 55 w 96"/>
                <a:gd name="T81" fmla="*/ 173 h 229"/>
                <a:gd name="T82" fmla="*/ 47 w 96"/>
                <a:gd name="T83" fmla="*/ 205 h 2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6"/>
                <a:gd name="T127" fmla="*/ 0 h 229"/>
                <a:gd name="T128" fmla="*/ 96 w 96"/>
                <a:gd name="T129" fmla="*/ 229 h 22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6" h="229">
                  <a:moveTo>
                    <a:pt x="46" y="223"/>
                  </a:moveTo>
                  <a:lnTo>
                    <a:pt x="58" y="224"/>
                  </a:lnTo>
                  <a:lnTo>
                    <a:pt x="59" y="207"/>
                  </a:lnTo>
                  <a:lnTo>
                    <a:pt x="53" y="206"/>
                  </a:lnTo>
                  <a:lnTo>
                    <a:pt x="58" y="207"/>
                  </a:lnTo>
                  <a:lnTo>
                    <a:pt x="61" y="191"/>
                  </a:lnTo>
                  <a:lnTo>
                    <a:pt x="56" y="190"/>
                  </a:lnTo>
                  <a:lnTo>
                    <a:pt x="61" y="192"/>
                  </a:lnTo>
                  <a:lnTo>
                    <a:pt x="65" y="176"/>
                  </a:lnTo>
                  <a:lnTo>
                    <a:pt x="60" y="174"/>
                  </a:lnTo>
                  <a:lnTo>
                    <a:pt x="65" y="176"/>
                  </a:lnTo>
                  <a:lnTo>
                    <a:pt x="71" y="162"/>
                  </a:lnTo>
                  <a:lnTo>
                    <a:pt x="76" y="149"/>
                  </a:lnTo>
                  <a:lnTo>
                    <a:pt x="71" y="147"/>
                  </a:lnTo>
                  <a:lnTo>
                    <a:pt x="76" y="150"/>
                  </a:lnTo>
                  <a:lnTo>
                    <a:pt x="83" y="140"/>
                  </a:lnTo>
                  <a:lnTo>
                    <a:pt x="77" y="137"/>
                  </a:lnTo>
                  <a:lnTo>
                    <a:pt x="83" y="140"/>
                  </a:lnTo>
                  <a:lnTo>
                    <a:pt x="88" y="131"/>
                  </a:lnTo>
                  <a:lnTo>
                    <a:pt x="91" y="125"/>
                  </a:lnTo>
                  <a:lnTo>
                    <a:pt x="86" y="122"/>
                  </a:lnTo>
                  <a:lnTo>
                    <a:pt x="90" y="125"/>
                  </a:lnTo>
                  <a:lnTo>
                    <a:pt x="93" y="120"/>
                  </a:lnTo>
                  <a:lnTo>
                    <a:pt x="94" y="120"/>
                  </a:lnTo>
                  <a:lnTo>
                    <a:pt x="95" y="118"/>
                  </a:lnTo>
                  <a:lnTo>
                    <a:pt x="95" y="115"/>
                  </a:lnTo>
                  <a:lnTo>
                    <a:pt x="96" y="115"/>
                  </a:lnTo>
                  <a:lnTo>
                    <a:pt x="87" y="5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47" y="0"/>
                  </a:lnTo>
                  <a:lnTo>
                    <a:pt x="15" y="0"/>
                  </a:lnTo>
                  <a:lnTo>
                    <a:pt x="11" y="1"/>
                  </a:lnTo>
                  <a:lnTo>
                    <a:pt x="10" y="5"/>
                  </a:lnTo>
                  <a:lnTo>
                    <a:pt x="0" y="115"/>
                  </a:lnTo>
                  <a:lnTo>
                    <a:pt x="1" y="118"/>
                  </a:lnTo>
                  <a:lnTo>
                    <a:pt x="2" y="120"/>
                  </a:lnTo>
                  <a:lnTo>
                    <a:pt x="6" y="125"/>
                  </a:lnTo>
                  <a:lnTo>
                    <a:pt x="10" y="122"/>
                  </a:lnTo>
                  <a:lnTo>
                    <a:pt x="6" y="125"/>
                  </a:lnTo>
                  <a:lnTo>
                    <a:pt x="9" y="131"/>
                  </a:lnTo>
                  <a:lnTo>
                    <a:pt x="14" y="140"/>
                  </a:lnTo>
                  <a:lnTo>
                    <a:pt x="18" y="137"/>
                  </a:lnTo>
                  <a:lnTo>
                    <a:pt x="14" y="140"/>
                  </a:lnTo>
                  <a:lnTo>
                    <a:pt x="21" y="150"/>
                  </a:lnTo>
                  <a:lnTo>
                    <a:pt x="25" y="147"/>
                  </a:lnTo>
                  <a:lnTo>
                    <a:pt x="21" y="149"/>
                  </a:lnTo>
                  <a:lnTo>
                    <a:pt x="26" y="162"/>
                  </a:lnTo>
                  <a:lnTo>
                    <a:pt x="31" y="176"/>
                  </a:lnTo>
                  <a:lnTo>
                    <a:pt x="36" y="174"/>
                  </a:lnTo>
                  <a:lnTo>
                    <a:pt x="30" y="176"/>
                  </a:lnTo>
                  <a:lnTo>
                    <a:pt x="35" y="192"/>
                  </a:lnTo>
                  <a:lnTo>
                    <a:pt x="40" y="190"/>
                  </a:lnTo>
                  <a:lnTo>
                    <a:pt x="35" y="191"/>
                  </a:lnTo>
                  <a:lnTo>
                    <a:pt x="38" y="207"/>
                  </a:lnTo>
                  <a:lnTo>
                    <a:pt x="43" y="206"/>
                  </a:lnTo>
                  <a:lnTo>
                    <a:pt x="38" y="207"/>
                  </a:lnTo>
                  <a:lnTo>
                    <a:pt x="39" y="224"/>
                  </a:lnTo>
                  <a:lnTo>
                    <a:pt x="40" y="227"/>
                  </a:lnTo>
                  <a:lnTo>
                    <a:pt x="44" y="229"/>
                  </a:lnTo>
                  <a:lnTo>
                    <a:pt x="52" y="229"/>
                  </a:lnTo>
                  <a:lnTo>
                    <a:pt x="52" y="218"/>
                  </a:lnTo>
                  <a:lnTo>
                    <a:pt x="44" y="218"/>
                  </a:lnTo>
                  <a:lnTo>
                    <a:pt x="48" y="219"/>
                  </a:lnTo>
                  <a:lnTo>
                    <a:pt x="44" y="223"/>
                  </a:lnTo>
                  <a:lnTo>
                    <a:pt x="51" y="223"/>
                  </a:lnTo>
                  <a:lnTo>
                    <a:pt x="49" y="206"/>
                  </a:lnTo>
                  <a:lnTo>
                    <a:pt x="48" y="205"/>
                  </a:lnTo>
                  <a:lnTo>
                    <a:pt x="45" y="189"/>
                  </a:lnTo>
                  <a:lnTo>
                    <a:pt x="41" y="173"/>
                  </a:lnTo>
                  <a:lnTo>
                    <a:pt x="41" y="172"/>
                  </a:lnTo>
                  <a:lnTo>
                    <a:pt x="36" y="158"/>
                  </a:lnTo>
                  <a:lnTo>
                    <a:pt x="30" y="145"/>
                  </a:lnTo>
                  <a:lnTo>
                    <a:pt x="24" y="134"/>
                  </a:lnTo>
                  <a:lnTo>
                    <a:pt x="24" y="133"/>
                  </a:lnTo>
                  <a:lnTo>
                    <a:pt x="18" y="125"/>
                  </a:lnTo>
                  <a:lnTo>
                    <a:pt x="13" y="128"/>
                  </a:lnTo>
                  <a:lnTo>
                    <a:pt x="18" y="126"/>
                  </a:lnTo>
                  <a:lnTo>
                    <a:pt x="15" y="119"/>
                  </a:lnTo>
                  <a:lnTo>
                    <a:pt x="14" y="118"/>
                  </a:lnTo>
                  <a:lnTo>
                    <a:pt x="11" y="114"/>
                  </a:lnTo>
                  <a:lnTo>
                    <a:pt x="7" y="117"/>
                  </a:lnTo>
                  <a:lnTo>
                    <a:pt x="12" y="115"/>
                  </a:lnTo>
                  <a:lnTo>
                    <a:pt x="11" y="113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22" y="6"/>
                  </a:lnTo>
                  <a:lnTo>
                    <a:pt x="15" y="10"/>
                  </a:lnTo>
                  <a:lnTo>
                    <a:pt x="20" y="9"/>
                  </a:lnTo>
                  <a:lnTo>
                    <a:pt x="21" y="5"/>
                  </a:lnTo>
                  <a:lnTo>
                    <a:pt x="15" y="5"/>
                  </a:lnTo>
                  <a:lnTo>
                    <a:pt x="15" y="12"/>
                  </a:lnTo>
                  <a:lnTo>
                    <a:pt x="47" y="12"/>
                  </a:lnTo>
                  <a:lnTo>
                    <a:pt x="80" y="12"/>
                  </a:lnTo>
                  <a:lnTo>
                    <a:pt x="76" y="9"/>
                  </a:lnTo>
                  <a:lnTo>
                    <a:pt x="80" y="5"/>
                  </a:lnTo>
                  <a:lnTo>
                    <a:pt x="75" y="6"/>
                  </a:lnTo>
                  <a:lnTo>
                    <a:pt x="85" y="116"/>
                  </a:lnTo>
                  <a:lnTo>
                    <a:pt x="90" y="115"/>
                  </a:lnTo>
                  <a:lnTo>
                    <a:pt x="86" y="113"/>
                  </a:lnTo>
                  <a:lnTo>
                    <a:pt x="85" y="115"/>
                  </a:lnTo>
                  <a:lnTo>
                    <a:pt x="89" y="117"/>
                  </a:lnTo>
                  <a:lnTo>
                    <a:pt x="85" y="114"/>
                  </a:lnTo>
                  <a:lnTo>
                    <a:pt x="82" y="118"/>
                  </a:lnTo>
                  <a:lnTo>
                    <a:pt x="82" y="119"/>
                  </a:lnTo>
                  <a:lnTo>
                    <a:pt x="78" y="126"/>
                  </a:lnTo>
                  <a:lnTo>
                    <a:pt x="83" y="128"/>
                  </a:lnTo>
                  <a:lnTo>
                    <a:pt x="78" y="125"/>
                  </a:lnTo>
                  <a:lnTo>
                    <a:pt x="73" y="133"/>
                  </a:lnTo>
                  <a:lnTo>
                    <a:pt x="73" y="134"/>
                  </a:lnTo>
                  <a:lnTo>
                    <a:pt x="67" y="145"/>
                  </a:lnTo>
                  <a:lnTo>
                    <a:pt x="65" y="147"/>
                  </a:lnTo>
                  <a:lnTo>
                    <a:pt x="67" y="145"/>
                  </a:lnTo>
                  <a:lnTo>
                    <a:pt x="61" y="158"/>
                  </a:lnTo>
                  <a:lnTo>
                    <a:pt x="56" y="172"/>
                  </a:lnTo>
                  <a:lnTo>
                    <a:pt x="55" y="173"/>
                  </a:lnTo>
                  <a:lnTo>
                    <a:pt x="51" y="189"/>
                  </a:lnTo>
                  <a:lnTo>
                    <a:pt x="47" y="205"/>
                  </a:lnTo>
                  <a:lnTo>
                    <a:pt x="47" y="206"/>
                  </a:lnTo>
                  <a:lnTo>
                    <a:pt x="46" y="22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Line 1132"/>
            <p:cNvSpPr>
              <a:spLocks noChangeShapeType="1"/>
            </p:cNvSpPr>
            <p:nvPr/>
          </p:nvSpPr>
          <p:spPr bwMode="auto">
            <a:xfrm flipV="1">
              <a:off x="3177" y="3308"/>
              <a:ext cx="1" cy="10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1133"/>
            <p:cNvSpPr>
              <a:spLocks/>
            </p:cNvSpPr>
            <p:nvPr/>
          </p:nvSpPr>
          <p:spPr bwMode="auto">
            <a:xfrm>
              <a:off x="3168" y="3298"/>
              <a:ext cx="21" cy="21"/>
            </a:xfrm>
            <a:custGeom>
              <a:avLst/>
              <a:gdLst>
                <a:gd name="T0" fmla="*/ 9 w 21"/>
                <a:gd name="T1" fmla="*/ 21 h 21"/>
                <a:gd name="T2" fmla="*/ 11 w 21"/>
                <a:gd name="T3" fmla="*/ 21 h 21"/>
                <a:gd name="T4" fmla="*/ 14 w 21"/>
                <a:gd name="T5" fmla="*/ 20 h 21"/>
                <a:gd name="T6" fmla="*/ 15 w 21"/>
                <a:gd name="T7" fmla="*/ 20 h 21"/>
                <a:gd name="T8" fmla="*/ 17 w 21"/>
                <a:gd name="T9" fmla="*/ 19 h 21"/>
                <a:gd name="T10" fmla="*/ 17 w 21"/>
                <a:gd name="T11" fmla="*/ 18 h 21"/>
                <a:gd name="T12" fmla="*/ 19 w 21"/>
                <a:gd name="T13" fmla="*/ 17 h 21"/>
                <a:gd name="T14" fmla="*/ 20 w 21"/>
                <a:gd name="T15" fmla="*/ 16 h 21"/>
                <a:gd name="T16" fmla="*/ 20 w 21"/>
                <a:gd name="T17" fmla="*/ 14 h 21"/>
                <a:gd name="T18" fmla="*/ 20 w 21"/>
                <a:gd name="T19" fmla="*/ 11 h 21"/>
                <a:gd name="T20" fmla="*/ 21 w 21"/>
                <a:gd name="T21" fmla="*/ 10 h 21"/>
                <a:gd name="T22" fmla="*/ 20 w 21"/>
                <a:gd name="T23" fmla="*/ 8 h 21"/>
                <a:gd name="T24" fmla="*/ 20 w 21"/>
                <a:gd name="T25" fmla="*/ 7 h 21"/>
                <a:gd name="T26" fmla="*/ 20 w 21"/>
                <a:gd name="T27" fmla="*/ 5 h 21"/>
                <a:gd name="T28" fmla="*/ 19 w 21"/>
                <a:gd name="T29" fmla="*/ 4 h 21"/>
                <a:gd name="T30" fmla="*/ 17 w 21"/>
                <a:gd name="T31" fmla="*/ 3 h 21"/>
                <a:gd name="T32" fmla="*/ 17 w 21"/>
                <a:gd name="T33" fmla="*/ 2 h 21"/>
                <a:gd name="T34" fmla="*/ 15 w 21"/>
                <a:gd name="T35" fmla="*/ 2 h 21"/>
                <a:gd name="T36" fmla="*/ 14 w 21"/>
                <a:gd name="T37" fmla="*/ 0 h 21"/>
                <a:gd name="T38" fmla="*/ 11 w 21"/>
                <a:gd name="T39" fmla="*/ 0 h 21"/>
                <a:gd name="T40" fmla="*/ 10 w 21"/>
                <a:gd name="T41" fmla="*/ 0 h 21"/>
                <a:gd name="T42" fmla="*/ 8 w 21"/>
                <a:gd name="T43" fmla="*/ 0 h 21"/>
                <a:gd name="T44" fmla="*/ 7 w 21"/>
                <a:gd name="T45" fmla="*/ 0 h 21"/>
                <a:gd name="T46" fmla="*/ 5 w 21"/>
                <a:gd name="T47" fmla="*/ 2 h 21"/>
                <a:gd name="T48" fmla="*/ 4 w 21"/>
                <a:gd name="T49" fmla="*/ 2 h 21"/>
                <a:gd name="T50" fmla="*/ 3 w 21"/>
                <a:gd name="T51" fmla="*/ 3 h 21"/>
                <a:gd name="T52" fmla="*/ 2 w 21"/>
                <a:gd name="T53" fmla="*/ 4 h 21"/>
                <a:gd name="T54" fmla="*/ 1 w 21"/>
                <a:gd name="T55" fmla="*/ 5 h 21"/>
                <a:gd name="T56" fmla="*/ 0 w 21"/>
                <a:gd name="T57" fmla="*/ 7 h 21"/>
                <a:gd name="T58" fmla="*/ 0 w 21"/>
                <a:gd name="T59" fmla="*/ 8 h 21"/>
                <a:gd name="T60" fmla="*/ 0 w 21"/>
                <a:gd name="T61" fmla="*/ 10 h 21"/>
                <a:gd name="T62" fmla="*/ 0 w 21"/>
                <a:gd name="T63" fmla="*/ 11 h 21"/>
                <a:gd name="T64" fmla="*/ 0 w 21"/>
                <a:gd name="T65" fmla="*/ 14 h 21"/>
                <a:gd name="T66" fmla="*/ 1 w 21"/>
                <a:gd name="T67" fmla="*/ 16 h 21"/>
                <a:gd name="T68" fmla="*/ 2 w 21"/>
                <a:gd name="T69" fmla="*/ 17 h 21"/>
                <a:gd name="T70" fmla="*/ 3 w 21"/>
                <a:gd name="T71" fmla="*/ 18 h 21"/>
                <a:gd name="T72" fmla="*/ 4 w 21"/>
                <a:gd name="T73" fmla="*/ 19 h 21"/>
                <a:gd name="T74" fmla="*/ 5 w 21"/>
                <a:gd name="T75" fmla="*/ 20 h 21"/>
                <a:gd name="T76" fmla="*/ 7 w 21"/>
                <a:gd name="T77" fmla="*/ 20 h 21"/>
                <a:gd name="T78" fmla="*/ 8 w 21"/>
                <a:gd name="T79" fmla="*/ 21 h 21"/>
                <a:gd name="T80" fmla="*/ 10 w 21"/>
                <a:gd name="T81" fmla="*/ 21 h 21"/>
                <a:gd name="T82" fmla="*/ 9 w 21"/>
                <a:gd name="T83" fmla="*/ 21 h 2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"/>
                <a:gd name="T127" fmla="*/ 0 h 21"/>
                <a:gd name="T128" fmla="*/ 21 w 21"/>
                <a:gd name="T129" fmla="*/ 21 h 2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" h="21">
                  <a:moveTo>
                    <a:pt x="9" y="21"/>
                  </a:moveTo>
                  <a:lnTo>
                    <a:pt x="11" y="21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19" y="17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0" y="11"/>
                  </a:lnTo>
                  <a:lnTo>
                    <a:pt x="21" y="10"/>
                  </a:lnTo>
                  <a:lnTo>
                    <a:pt x="20" y="8"/>
                  </a:lnTo>
                  <a:lnTo>
                    <a:pt x="20" y="7"/>
                  </a:lnTo>
                  <a:lnTo>
                    <a:pt x="20" y="5"/>
                  </a:lnTo>
                  <a:lnTo>
                    <a:pt x="19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2" y="17"/>
                  </a:lnTo>
                  <a:lnTo>
                    <a:pt x="3" y="18"/>
                  </a:lnTo>
                  <a:lnTo>
                    <a:pt x="4" y="19"/>
                  </a:lnTo>
                  <a:lnTo>
                    <a:pt x="5" y="20"/>
                  </a:lnTo>
                  <a:lnTo>
                    <a:pt x="7" y="20"/>
                  </a:lnTo>
                  <a:lnTo>
                    <a:pt x="8" y="21"/>
                  </a:lnTo>
                  <a:lnTo>
                    <a:pt x="10" y="21"/>
                  </a:lnTo>
                  <a:lnTo>
                    <a:pt x="9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1134"/>
            <p:cNvSpPr>
              <a:spLocks/>
            </p:cNvSpPr>
            <p:nvPr/>
          </p:nvSpPr>
          <p:spPr bwMode="auto">
            <a:xfrm>
              <a:off x="3136" y="3151"/>
              <a:ext cx="84" cy="42"/>
            </a:xfrm>
            <a:custGeom>
              <a:avLst/>
              <a:gdLst>
                <a:gd name="T0" fmla="*/ 0 w 84"/>
                <a:gd name="T1" fmla="*/ 0 h 42"/>
                <a:gd name="T2" fmla="*/ 0 w 84"/>
                <a:gd name="T3" fmla="*/ 42 h 42"/>
                <a:gd name="T4" fmla="*/ 84 w 84"/>
                <a:gd name="T5" fmla="*/ 42 h 42"/>
                <a:gd name="T6" fmla="*/ 84 w 84"/>
                <a:gd name="T7" fmla="*/ 0 h 42"/>
                <a:gd name="T8" fmla="*/ 0 w 84"/>
                <a:gd name="T9" fmla="*/ 0 h 42"/>
                <a:gd name="T10" fmla="*/ 0 w 8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4"/>
                <a:gd name="T19" fmla="*/ 0 h 42"/>
                <a:gd name="T20" fmla="*/ 84 w 84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4" h="42">
                  <a:moveTo>
                    <a:pt x="0" y="0"/>
                  </a:moveTo>
                  <a:lnTo>
                    <a:pt x="0" y="42"/>
                  </a:lnTo>
                  <a:lnTo>
                    <a:pt x="84" y="42"/>
                  </a:lnTo>
                  <a:lnTo>
                    <a:pt x="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5" name="Rectangle 1135"/>
          <p:cNvSpPr>
            <a:spLocks noChangeArrowheads="1"/>
          </p:cNvSpPr>
          <p:nvPr/>
        </p:nvSpPr>
        <p:spPr bwMode="auto">
          <a:xfrm>
            <a:off x="2524125" y="2643188"/>
            <a:ext cx="1355725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defTabSz="819150" eaLnBrk="0" hangingPunct="0"/>
            <a:r>
              <a:rPr lang="en-US" sz="1700">
                <a:solidFill>
                  <a:srgbClr val="000000"/>
                </a:solidFill>
                <a:latin typeface="Arial Narrow" pitchFamily="34" charset="0"/>
              </a:rPr>
              <a:t>Final Evaluation</a:t>
            </a:r>
            <a:endParaRPr lang="en-US">
              <a:latin typeface="Times New Roman" pitchFamily="18" charset="0"/>
            </a:endParaRPr>
          </a:p>
        </p:txBody>
      </p:sp>
      <p:sp>
        <p:nvSpPr>
          <p:cNvPr id="49166" name="Line 1136"/>
          <p:cNvSpPr>
            <a:spLocks noChangeShapeType="1"/>
          </p:cNvSpPr>
          <p:nvPr/>
        </p:nvSpPr>
        <p:spPr bwMode="auto">
          <a:xfrm flipH="1" flipV="1">
            <a:off x="3779838" y="2833688"/>
            <a:ext cx="1639887" cy="30003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2456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60350"/>
            <a:ext cx="9906000" cy="863600"/>
          </a:xfrm>
        </p:spPr>
        <p:txBody>
          <a:bodyPr/>
          <a:lstStyle/>
          <a:p>
            <a:pPr eaLnBrk="1" hangingPunct="1">
              <a:defRPr/>
            </a:pPr>
            <a:r>
              <a:rPr lang="en-US" sz="2400" u="sng" smtClean="0"/>
              <a:t>Final Evaluation</a:t>
            </a:r>
          </a:p>
        </p:txBody>
      </p:sp>
      <p:sp>
        <p:nvSpPr>
          <p:cNvPr id="23449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208088" y="1484313"/>
            <a:ext cx="8424862" cy="4681537"/>
          </a:xfrm>
        </p:spPr>
        <p:txBody>
          <a:bodyPr/>
          <a:lstStyle/>
          <a:p>
            <a:pPr eaLnBrk="1" hangingPunct="1"/>
            <a:r>
              <a:rPr lang="en-US" sz="2000" smtClean="0"/>
              <a:t>HSE Contractor performance evaluation</a:t>
            </a:r>
          </a:p>
          <a:p>
            <a:pPr eaLnBrk="1" hangingPunct="1"/>
            <a:r>
              <a:rPr lang="en-US" sz="2000" smtClean="0"/>
              <a:t>Feed back to Contractor and Client for future job</a:t>
            </a:r>
          </a:p>
          <a:p>
            <a:pPr eaLnBrk="1" hangingPunct="1"/>
            <a:endParaRPr lang="en-US" sz="2000" smtClean="0"/>
          </a:p>
          <a:p>
            <a:pPr eaLnBrk="1" hangingPunct="1"/>
            <a:r>
              <a:rPr lang="en-US" sz="2000" smtClean="0"/>
              <a:t>Based on :</a:t>
            </a:r>
          </a:p>
          <a:p>
            <a:pPr lvl="1" eaLnBrk="1" hangingPunct="1"/>
            <a:r>
              <a:rPr lang="en-US" sz="2000" smtClean="0"/>
              <a:t>HSE Contractual Obligation</a:t>
            </a:r>
          </a:p>
          <a:p>
            <a:pPr lvl="1" eaLnBrk="1" hangingPunct="1"/>
            <a:r>
              <a:rPr lang="en-US" sz="2000" smtClean="0"/>
              <a:t>Pre – job activity report</a:t>
            </a:r>
          </a:p>
          <a:p>
            <a:pPr lvl="1" eaLnBrk="1" hangingPunct="1"/>
            <a:r>
              <a:rPr lang="en-US" sz="2000" smtClean="0"/>
              <a:t>Interim evaluation report</a:t>
            </a:r>
          </a:p>
          <a:p>
            <a:pPr lvl="1" eaLnBrk="1" hangingPunct="1"/>
            <a:r>
              <a:rPr lang="en-US" sz="2000" smtClean="0"/>
              <a:t>Follow up Contractor toward conditional acceptance</a:t>
            </a:r>
          </a:p>
          <a:p>
            <a:pPr lvl="1" eaLnBrk="1" hangingPunct="1"/>
            <a:r>
              <a:rPr lang="en-US" sz="2000" smtClean="0"/>
              <a:t>Follow up Contractor toward corrective action in interim evaluation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2344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2" dur="500"/>
                                        <p:tgtEl>
                                          <p:spTgt spid="2344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23449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2" dur="500"/>
                                        <p:tgtEl>
                                          <p:spTgt spid="2344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23449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23449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7" dur="500"/>
                                        <p:tgtEl>
                                          <p:spTgt spid="23449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2" dur="500"/>
                                        <p:tgtEl>
                                          <p:spTgt spid="23449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2"/>
          <p:cNvSpPr>
            <a:spLocks noGrp="1" noChangeArrowheads="1"/>
          </p:cNvSpPr>
          <p:nvPr>
            <p:ph type="title"/>
          </p:nvPr>
        </p:nvSpPr>
        <p:spPr>
          <a:xfrm>
            <a:off x="200025" y="44450"/>
            <a:ext cx="9705975" cy="576263"/>
          </a:xfrm>
        </p:spPr>
        <p:txBody>
          <a:bodyPr/>
          <a:lstStyle/>
          <a:p>
            <a:pPr algn="l" eaLnBrk="1" hangingPunct="1">
              <a:defRPr/>
            </a:pPr>
            <a:r>
              <a:rPr lang="en-US" sz="1800" smtClean="0">
                <a:solidFill>
                  <a:srgbClr val="FF0000"/>
                </a:solidFill>
              </a:rPr>
              <a:t>Final Evaluation Process</a:t>
            </a:r>
          </a:p>
        </p:txBody>
      </p:sp>
      <p:pic>
        <p:nvPicPr>
          <p:cNvPr id="235524" name="Picture 4" descr="proses evaluasi akhir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73050" y="549275"/>
            <a:ext cx="2409825" cy="5627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35526" name="WordArt 6"/>
          <p:cNvSpPr>
            <a:spLocks noChangeArrowheads="1" noChangeShapeType="1" noTextEdit="1"/>
          </p:cNvSpPr>
          <p:nvPr/>
        </p:nvSpPr>
        <p:spPr bwMode="auto">
          <a:xfrm>
            <a:off x="5600700" y="260350"/>
            <a:ext cx="2928938" cy="2159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2000" kern="10">
                <a:ln w="9525">
                  <a:solidFill>
                    <a:srgbClr val="339933"/>
                  </a:solidFill>
                  <a:round/>
                  <a:headEnd/>
                  <a:tailEnd/>
                </a:ln>
                <a:solidFill>
                  <a:srgbClr val="336699"/>
                </a:solidFill>
                <a:effectLst>
                  <a:outerShdw dist="45791" dir="2021404" algn="ctr" rotWithShape="0">
                    <a:srgbClr val="B2B2B2">
                      <a:alpha val="79999"/>
                    </a:srgbClr>
                  </a:outerShdw>
                </a:effectLst>
                <a:latin typeface="Times New Roman"/>
                <a:cs typeface="Times New Roman"/>
              </a:rPr>
              <a:t>Final Evaluation Checklist</a:t>
            </a:r>
          </a:p>
        </p:txBody>
      </p:sp>
      <p:pic>
        <p:nvPicPr>
          <p:cNvPr id="235527" name="Picture 7" descr="Final evaluation Form XII_Page_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724150" y="836613"/>
            <a:ext cx="3813175" cy="4214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5528" name="Picture 8" descr="Final evaluation Form XII_Page_3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6537325" y="1773238"/>
            <a:ext cx="3213100" cy="4283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35529" name="Text Box 9"/>
          <p:cNvSpPr txBox="1">
            <a:spLocks noChangeArrowheads="1"/>
          </p:cNvSpPr>
          <p:nvPr/>
        </p:nvSpPr>
        <p:spPr bwMode="auto">
          <a:xfrm>
            <a:off x="4284663" y="5321300"/>
            <a:ext cx="795337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u="sng">
                <a:solidFill>
                  <a:srgbClr val="339933"/>
                </a:solidFill>
              </a:rPr>
              <a:t>Form XII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5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5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55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55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5" dur="500"/>
                                        <p:tgtEl>
                                          <p:spTgt spid="235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0" dur="2000"/>
                                        <p:tgtEl>
                                          <p:spTgt spid="2355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26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2" name="Rectangle 4"/>
          <p:cNvSpPr>
            <a:spLocks noChangeArrowheads="1"/>
          </p:cNvSpPr>
          <p:nvPr/>
        </p:nvSpPr>
        <p:spPr bwMode="auto">
          <a:xfrm>
            <a:off x="1187450" y="333375"/>
            <a:ext cx="7294563" cy="5576888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</p:spPr>
        <p:txBody>
          <a:bodyPr wrap="none" lIns="93685" tIns="46843" rIns="93685" bIns="4684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2073" name="Rectangle 5"/>
          <p:cNvSpPr>
            <a:spLocks noChangeArrowheads="1"/>
          </p:cNvSpPr>
          <p:nvPr/>
        </p:nvSpPr>
        <p:spPr bwMode="auto">
          <a:xfrm>
            <a:off x="6897688" y="3062288"/>
            <a:ext cx="4762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74" name="Rectangle 6"/>
          <p:cNvSpPr>
            <a:spLocks noChangeArrowheads="1"/>
          </p:cNvSpPr>
          <p:nvPr/>
        </p:nvSpPr>
        <p:spPr bwMode="auto">
          <a:xfrm>
            <a:off x="6897688" y="3062288"/>
            <a:ext cx="4762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75" name="Rectangle 7"/>
          <p:cNvSpPr>
            <a:spLocks noChangeArrowheads="1"/>
          </p:cNvSpPr>
          <p:nvPr/>
        </p:nvSpPr>
        <p:spPr bwMode="auto">
          <a:xfrm>
            <a:off x="6902450" y="3062288"/>
            <a:ext cx="793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76" name="Rectangle 8"/>
          <p:cNvSpPr>
            <a:spLocks noChangeArrowheads="1"/>
          </p:cNvSpPr>
          <p:nvPr/>
        </p:nvSpPr>
        <p:spPr bwMode="auto">
          <a:xfrm>
            <a:off x="6981825" y="3062288"/>
            <a:ext cx="31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77" name="Rectangle 9"/>
          <p:cNvSpPr>
            <a:spLocks noChangeArrowheads="1"/>
          </p:cNvSpPr>
          <p:nvPr/>
        </p:nvSpPr>
        <p:spPr bwMode="auto">
          <a:xfrm>
            <a:off x="6985000" y="3062288"/>
            <a:ext cx="552450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78" name="Rectangle 10"/>
          <p:cNvSpPr>
            <a:spLocks noChangeArrowheads="1"/>
          </p:cNvSpPr>
          <p:nvPr/>
        </p:nvSpPr>
        <p:spPr bwMode="auto">
          <a:xfrm>
            <a:off x="7537450" y="3062288"/>
            <a:ext cx="1588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79" name="Rectangle 11"/>
          <p:cNvSpPr>
            <a:spLocks noChangeArrowheads="1"/>
          </p:cNvSpPr>
          <p:nvPr/>
        </p:nvSpPr>
        <p:spPr bwMode="auto">
          <a:xfrm>
            <a:off x="7539038" y="3062288"/>
            <a:ext cx="93662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0" name="Rectangle 12"/>
          <p:cNvSpPr>
            <a:spLocks noChangeArrowheads="1"/>
          </p:cNvSpPr>
          <p:nvPr/>
        </p:nvSpPr>
        <p:spPr bwMode="auto">
          <a:xfrm>
            <a:off x="7632700" y="3062288"/>
            <a:ext cx="31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1" name="Rectangle 13"/>
          <p:cNvSpPr>
            <a:spLocks noChangeArrowheads="1"/>
          </p:cNvSpPr>
          <p:nvPr/>
        </p:nvSpPr>
        <p:spPr bwMode="auto">
          <a:xfrm>
            <a:off x="7635875" y="3062288"/>
            <a:ext cx="80963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2" name="Rectangle 14"/>
          <p:cNvSpPr>
            <a:spLocks noChangeArrowheads="1"/>
          </p:cNvSpPr>
          <p:nvPr/>
        </p:nvSpPr>
        <p:spPr bwMode="auto">
          <a:xfrm>
            <a:off x="7716838" y="3062288"/>
            <a:ext cx="31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3" name="Rectangle 15"/>
          <p:cNvSpPr>
            <a:spLocks noChangeArrowheads="1"/>
          </p:cNvSpPr>
          <p:nvPr/>
        </p:nvSpPr>
        <p:spPr bwMode="auto">
          <a:xfrm>
            <a:off x="7720013" y="3062288"/>
            <a:ext cx="793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4" name="Rectangle 16"/>
          <p:cNvSpPr>
            <a:spLocks noChangeArrowheads="1"/>
          </p:cNvSpPr>
          <p:nvPr/>
        </p:nvSpPr>
        <p:spPr bwMode="auto">
          <a:xfrm>
            <a:off x="7799388" y="3062288"/>
            <a:ext cx="31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5" name="Rectangle 17"/>
          <p:cNvSpPr>
            <a:spLocks noChangeArrowheads="1"/>
          </p:cNvSpPr>
          <p:nvPr/>
        </p:nvSpPr>
        <p:spPr bwMode="auto">
          <a:xfrm>
            <a:off x="7802563" y="3062288"/>
            <a:ext cx="412750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6" name="Rectangle 18"/>
          <p:cNvSpPr>
            <a:spLocks noChangeArrowheads="1"/>
          </p:cNvSpPr>
          <p:nvPr/>
        </p:nvSpPr>
        <p:spPr bwMode="auto">
          <a:xfrm>
            <a:off x="8215313" y="3062288"/>
            <a:ext cx="31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7" name="Rectangle 19"/>
          <p:cNvSpPr>
            <a:spLocks noChangeArrowheads="1"/>
          </p:cNvSpPr>
          <p:nvPr/>
        </p:nvSpPr>
        <p:spPr bwMode="auto">
          <a:xfrm>
            <a:off x="8215313" y="3062288"/>
            <a:ext cx="3175" cy="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8" name="Rectangle 20"/>
          <p:cNvSpPr>
            <a:spLocks noChangeArrowheads="1"/>
          </p:cNvSpPr>
          <p:nvPr/>
        </p:nvSpPr>
        <p:spPr bwMode="auto">
          <a:xfrm>
            <a:off x="6897688" y="3128963"/>
            <a:ext cx="4762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89" name="Rectangle 21"/>
          <p:cNvSpPr>
            <a:spLocks noChangeArrowheads="1"/>
          </p:cNvSpPr>
          <p:nvPr/>
        </p:nvSpPr>
        <p:spPr bwMode="auto">
          <a:xfrm>
            <a:off x="6902450" y="3128963"/>
            <a:ext cx="793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0" name="Rectangle 22"/>
          <p:cNvSpPr>
            <a:spLocks noChangeArrowheads="1"/>
          </p:cNvSpPr>
          <p:nvPr/>
        </p:nvSpPr>
        <p:spPr bwMode="auto">
          <a:xfrm>
            <a:off x="6981825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1" name="Rectangle 23"/>
          <p:cNvSpPr>
            <a:spLocks noChangeArrowheads="1"/>
          </p:cNvSpPr>
          <p:nvPr/>
        </p:nvSpPr>
        <p:spPr bwMode="auto">
          <a:xfrm>
            <a:off x="6985000" y="3128963"/>
            <a:ext cx="1588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2" name="Rectangle 24"/>
          <p:cNvSpPr>
            <a:spLocks noChangeArrowheads="1"/>
          </p:cNvSpPr>
          <p:nvPr/>
        </p:nvSpPr>
        <p:spPr bwMode="auto">
          <a:xfrm>
            <a:off x="6986588" y="3128963"/>
            <a:ext cx="5492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3" name="Rectangle 25"/>
          <p:cNvSpPr>
            <a:spLocks noChangeArrowheads="1"/>
          </p:cNvSpPr>
          <p:nvPr/>
        </p:nvSpPr>
        <p:spPr bwMode="auto">
          <a:xfrm>
            <a:off x="7535863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4" name="Rectangle 26"/>
          <p:cNvSpPr>
            <a:spLocks noChangeArrowheads="1"/>
          </p:cNvSpPr>
          <p:nvPr/>
        </p:nvSpPr>
        <p:spPr bwMode="auto">
          <a:xfrm>
            <a:off x="7539038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5" name="Rectangle 27"/>
          <p:cNvSpPr>
            <a:spLocks noChangeArrowheads="1"/>
          </p:cNvSpPr>
          <p:nvPr/>
        </p:nvSpPr>
        <p:spPr bwMode="auto">
          <a:xfrm>
            <a:off x="7542213" y="3128963"/>
            <a:ext cx="90487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6" name="Rectangle 28"/>
          <p:cNvSpPr>
            <a:spLocks noChangeArrowheads="1"/>
          </p:cNvSpPr>
          <p:nvPr/>
        </p:nvSpPr>
        <p:spPr bwMode="auto">
          <a:xfrm>
            <a:off x="7632700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7" name="Rectangle 29"/>
          <p:cNvSpPr>
            <a:spLocks noChangeArrowheads="1"/>
          </p:cNvSpPr>
          <p:nvPr/>
        </p:nvSpPr>
        <p:spPr bwMode="auto">
          <a:xfrm>
            <a:off x="7635875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8" name="Rectangle 30"/>
          <p:cNvSpPr>
            <a:spLocks noChangeArrowheads="1"/>
          </p:cNvSpPr>
          <p:nvPr/>
        </p:nvSpPr>
        <p:spPr bwMode="auto">
          <a:xfrm>
            <a:off x="7639050" y="3128963"/>
            <a:ext cx="76200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99" name="Rectangle 31"/>
          <p:cNvSpPr>
            <a:spLocks noChangeArrowheads="1"/>
          </p:cNvSpPr>
          <p:nvPr/>
        </p:nvSpPr>
        <p:spPr bwMode="auto">
          <a:xfrm>
            <a:off x="7715250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0" name="Rectangle 32"/>
          <p:cNvSpPr>
            <a:spLocks noChangeArrowheads="1"/>
          </p:cNvSpPr>
          <p:nvPr/>
        </p:nvSpPr>
        <p:spPr bwMode="auto">
          <a:xfrm>
            <a:off x="7718425" y="3128963"/>
            <a:ext cx="4763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1" name="Rectangle 33"/>
          <p:cNvSpPr>
            <a:spLocks noChangeArrowheads="1"/>
          </p:cNvSpPr>
          <p:nvPr/>
        </p:nvSpPr>
        <p:spPr bwMode="auto">
          <a:xfrm>
            <a:off x="7723188" y="3128963"/>
            <a:ext cx="74612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2" name="Rectangle 34"/>
          <p:cNvSpPr>
            <a:spLocks noChangeArrowheads="1"/>
          </p:cNvSpPr>
          <p:nvPr/>
        </p:nvSpPr>
        <p:spPr bwMode="auto">
          <a:xfrm>
            <a:off x="7797800" y="3128963"/>
            <a:ext cx="4763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3" name="Rectangle 35"/>
          <p:cNvSpPr>
            <a:spLocks noChangeArrowheads="1"/>
          </p:cNvSpPr>
          <p:nvPr/>
        </p:nvSpPr>
        <p:spPr bwMode="auto">
          <a:xfrm>
            <a:off x="7802563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4" name="Rectangle 36"/>
          <p:cNvSpPr>
            <a:spLocks noChangeArrowheads="1"/>
          </p:cNvSpPr>
          <p:nvPr/>
        </p:nvSpPr>
        <p:spPr bwMode="auto">
          <a:xfrm>
            <a:off x="7805738" y="3128963"/>
            <a:ext cx="4095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5" name="Rectangle 37"/>
          <p:cNvSpPr>
            <a:spLocks noChangeArrowheads="1"/>
          </p:cNvSpPr>
          <p:nvPr/>
        </p:nvSpPr>
        <p:spPr bwMode="auto">
          <a:xfrm>
            <a:off x="8215313" y="312896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6" name="Rectangle 38"/>
          <p:cNvSpPr>
            <a:spLocks noChangeArrowheads="1"/>
          </p:cNvSpPr>
          <p:nvPr/>
        </p:nvSpPr>
        <p:spPr bwMode="auto">
          <a:xfrm>
            <a:off x="6981825" y="3132138"/>
            <a:ext cx="3175" cy="3349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7" name="Rectangle 39"/>
          <p:cNvSpPr>
            <a:spLocks noChangeArrowheads="1"/>
          </p:cNvSpPr>
          <p:nvPr/>
        </p:nvSpPr>
        <p:spPr bwMode="auto">
          <a:xfrm>
            <a:off x="7715250" y="3132138"/>
            <a:ext cx="3175" cy="3349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8" name="Rectangle 40"/>
          <p:cNvSpPr>
            <a:spLocks noChangeArrowheads="1"/>
          </p:cNvSpPr>
          <p:nvPr/>
        </p:nvSpPr>
        <p:spPr bwMode="auto">
          <a:xfrm>
            <a:off x="6897688" y="3467100"/>
            <a:ext cx="4762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09" name="Rectangle 41"/>
          <p:cNvSpPr>
            <a:spLocks noChangeArrowheads="1"/>
          </p:cNvSpPr>
          <p:nvPr/>
        </p:nvSpPr>
        <p:spPr bwMode="auto">
          <a:xfrm>
            <a:off x="7073900" y="3521075"/>
            <a:ext cx="793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0" name="Rectangle 42"/>
          <p:cNvSpPr>
            <a:spLocks noChangeArrowheads="1"/>
          </p:cNvSpPr>
          <p:nvPr/>
        </p:nvSpPr>
        <p:spPr bwMode="auto">
          <a:xfrm>
            <a:off x="6981825" y="3467100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1" name="Rectangle 43"/>
          <p:cNvSpPr>
            <a:spLocks noChangeArrowheads="1"/>
          </p:cNvSpPr>
          <p:nvPr/>
        </p:nvSpPr>
        <p:spPr bwMode="auto">
          <a:xfrm>
            <a:off x="7632700" y="3467100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2" name="Rectangle 44"/>
          <p:cNvSpPr>
            <a:spLocks noChangeArrowheads="1"/>
          </p:cNvSpPr>
          <p:nvPr/>
        </p:nvSpPr>
        <p:spPr bwMode="auto">
          <a:xfrm>
            <a:off x="7715250" y="3467100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3" name="Rectangle 45"/>
          <p:cNvSpPr>
            <a:spLocks noChangeArrowheads="1"/>
          </p:cNvSpPr>
          <p:nvPr/>
        </p:nvSpPr>
        <p:spPr bwMode="auto">
          <a:xfrm>
            <a:off x="7797800" y="3467100"/>
            <a:ext cx="4763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4" name="Rectangle 46"/>
          <p:cNvSpPr>
            <a:spLocks noChangeArrowheads="1"/>
          </p:cNvSpPr>
          <p:nvPr/>
        </p:nvSpPr>
        <p:spPr bwMode="auto">
          <a:xfrm>
            <a:off x="6981825" y="3470275"/>
            <a:ext cx="3175" cy="296863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5" name="Rectangle 47"/>
          <p:cNvSpPr>
            <a:spLocks noChangeArrowheads="1"/>
          </p:cNvSpPr>
          <p:nvPr/>
        </p:nvSpPr>
        <p:spPr bwMode="auto">
          <a:xfrm>
            <a:off x="7715250" y="3470275"/>
            <a:ext cx="3175" cy="296863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6" name="Rectangle 48"/>
          <p:cNvSpPr>
            <a:spLocks noChangeArrowheads="1"/>
          </p:cNvSpPr>
          <p:nvPr/>
        </p:nvSpPr>
        <p:spPr bwMode="auto">
          <a:xfrm>
            <a:off x="6897688" y="3767138"/>
            <a:ext cx="4762" cy="47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7" name="Rectangle 49"/>
          <p:cNvSpPr>
            <a:spLocks noChangeArrowheads="1"/>
          </p:cNvSpPr>
          <p:nvPr/>
        </p:nvSpPr>
        <p:spPr bwMode="auto">
          <a:xfrm>
            <a:off x="6981825" y="3767138"/>
            <a:ext cx="3175" cy="47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8" name="Rectangle 50"/>
          <p:cNvSpPr>
            <a:spLocks noChangeArrowheads="1"/>
          </p:cNvSpPr>
          <p:nvPr/>
        </p:nvSpPr>
        <p:spPr bwMode="auto">
          <a:xfrm>
            <a:off x="7632700" y="3767138"/>
            <a:ext cx="3175" cy="47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19" name="Rectangle 51"/>
          <p:cNvSpPr>
            <a:spLocks noChangeArrowheads="1"/>
          </p:cNvSpPr>
          <p:nvPr/>
        </p:nvSpPr>
        <p:spPr bwMode="auto">
          <a:xfrm>
            <a:off x="7715250" y="3767138"/>
            <a:ext cx="3175" cy="47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0" name="Rectangle 52"/>
          <p:cNvSpPr>
            <a:spLocks noChangeArrowheads="1"/>
          </p:cNvSpPr>
          <p:nvPr/>
        </p:nvSpPr>
        <p:spPr bwMode="auto">
          <a:xfrm>
            <a:off x="7797800" y="3767138"/>
            <a:ext cx="4763" cy="47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1" name="Rectangle 53"/>
          <p:cNvSpPr>
            <a:spLocks noChangeArrowheads="1"/>
          </p:cNvSpPr>
          <p:nvPr/>
        </p:nvSpPr>
        <p:spPr bwMode="auto">
          <a:xfrm>
            <a:off x="6981825" y="3771900"/>
            <a:ext cx="3175" cy="29210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2" name="Rectangle 54"/>
          <p:cNvSpPr>
            <a:spLocks noChangeArrowheads="1"/>
          </p:cNvSpPr>
          <p:nvPr/>
        </p:nvSpPr>
        <p:spPr bwMode="auto">
          <a:xfrm>
            <a:off x="7715250" y="3771900"/>
            <a:ext cx="3175" cy="29210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3" name="Rectangle 55"/>
          <p:cNvSpPr>
            <a:spLocks noChangeArrowheads="1"/>
          </p:cNvSpPr>
          <p:nvPr/>
        </p:nvSpPr>
        <p:spPr bwMode="auto">
          <a:xfrm>
            <a:off x="6981825" y="4064000"/>
            <a:ext cx="3175" cy="4763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4" name="Rectangle 56"/>
          <p:cNvSpPr>
            <a:spLocks noChangeArrowheads="1"/>
          </p:cNvSpPr>
          <p:nvPr/>
        </p:nvSpPr>
        <p:spPr bwMode="auto">
          <a:xfrm>
            <a:off x="7632700" y="4064000"/>
            <a:ext cx="3175" cy="4763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5" name="Rectangle 57"/>
          <p:cNvSpPr>
            <a:spLocks noChangeArrowheads="1"/>
          </p:cNvSpPr>
          <p:nvPr/>
        </p:nvSpPr>
        <p:spPr bwMode="auto">
          <a:xfrm>
            <a:off x="7715250" y="4064000"/>
            <a:ext cx="3175" cy="4763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6" name="Rectangle 58"/>
          <p:cNvSpPr>
            <a:spLocks noChangeArrowheads="1"/>
          </p:cNvSpPr>
          <p:nvPr/>
        </p:nvSpPr>
        <p:spPr bwMode="auto">
          <a:xfrm>
            <a:off x="7797800" y="4064000"/>
            <a:ext cx="4763" cy="4763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7" name="Rectangle 59"/>
          <p:cNvSpPr>
            <a:spLocks noChangeArrowheads="1"/>
          </p:cNvSpPr>
          <p:nvPr/>
        </p:nvSpPr>
        <p:spPr bwMode="auto">
          <a:xfrm>
            <a:off x="6981825" y="4068763"/>
            <a:ext cx="3175" cy="19685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8" name="Rectangle 60"/>
          <p:cNvSpPr>
            <a:spLocks noChangeArrowheads="1"/>
          </p:cNvSpPr>
          <p:nvPr/>
        </p:nvSpPr>
        <p:spPr bwMode="auto">
          <a:xfrm>
            <a:off x="7715250" y="4068763"/>
            <a:ext cx="3175" cy="19685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29" name="Rectangle 61"/>
          <p:cNvSpPr>
            <a:spLocks noChangeArrowheads="1"/>
          </p:cNvSpPr>
          <p:nvPr/>
        </p:nvSpPr>
        <p:spPr bwMode="auto">
          <a:xfrm>
            <a:off x="6897688" y="4265613"/>
            <a:ext cx="4762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0" name="Rectangle 62"/>
          <p:cNvSpPr>
            <a:spLocks noChangeArrowheads="1"/>
          </p:cNvSpPr>
          <p:nvPr/>
        </p:nvSpPr>
        <p:spPr bwMode="auto">
          <a:xfrm>
            <a:off x="6902450" y="4265613"/>
            <a:ext cx="793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1" name="Rectangle 63"/>
          <p:cNvSpPr>
            <a:spLocks noChangeArrowheads="1"/>
          </p:cNvSpPr>
          <p:nvPr/>
        </p:nvSpPr>
        <p:spPr bwMode="auto">
          <a:xfrm>
            <a:off x="6981825" y="426561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2" name="Rectangle 64"/>
          <p:cNvSpPr>
            <a:spLocks noChangeArrowheads="1"/>
          </p:cNvSpPr>
          <p:nvPr/>
        </p:nvSpPr>
        <p:spPr bwMode="auto">
          <a:xfrm>
            <a:off x="6985000" y="4265613"/>
            <a:ext cx="550863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3" name="Rectangle 65"/>
          <p:cNvSpPr>
            <a:spLocks noChangeArrowheads="1"/>
          </p:cNvSpPr>
          <p:nvPr/>
        </p:nvSpPr>
        <p:spPr bwMode="auto">
          <a:xfrm>
            <a:off x="7535863" y="426561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4" name="Rectangle 66"/>
          <p:cNvSpPr>
            <a:spLocks noChangeArrowheads="1"/>
          </p:cNvSpPr>
          <p:nvPr/>
        </p:nvSpPr>
        <p:spPr bwMode="auto">
          <a:xfrm>
            <a:off x="7539038" y="4265613"/>
            <a:ext cx="93662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5" name="Rectangle 67"/>
          <p:cNvSpPr>
            <a:spLocks noChangeArrowheads="1"/>
          </p:cNvSpPr>
          <p:nvPr/>
        </p:nvSpPr>
        <p:spPr bwMode="auto">
          <a:xfrm>
            <a:off x="7632700" y="426561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6" name="Rectangle 68"/>
          <p:cNvSpPr>
            <a:spLocks noChangeArrowheads="1"/>
          </p:cNvSpPr>
          <p:nvPr/>
        </p:nvSpPr>
        <p:spPr bwMode="auto">
          <a:xfrm>
            <a:off x="7635875" y="4265613"/>
            <a:ext cx="793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7" name="Rectangle 69"/>
          <p:cNvSpPr>
            <a:spLocks noChangeArrowheads="1"/>
          </p:cNvSpPr>
          <p:nvPr/>
        </p:nvSpPr>
        <p:spPr bwMode="auto">
          <a:xfrm>
            <a:off x="7715250" y="426561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8" name="Rectangle 70"/>
          <p:cNvSpPr>
            <a:spLocks noChangeArrowheads="1"/>
          </p:cNvSpPr>
          <p:nvPr/>
        </p:nvSpPr>
        <p:spPr bwMode="auto">
          <a:xfrm>
            <a:off x="7718425" y="4265613"/>
            <a:ext cx="793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39" name="Rectangle 71"/>
          <p:cNvSpPr>
            <a:spLocks noChangeArrowheads="1"/>
          </p:cNvSpPr>
          <p:nvPr/>
        </p:nvSpPr>
        <p:spPr bwMode="auto">
          <a:xfrm>
            <a:off x="7797800" y="4265613"/>
            <a:ext cx="4763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0" name="Rectangle 72"/>
          <p:cNvSpPr>
            <a:spLocks noChangeArrowheads="1"/>
          </p:cNvSpPr>
          <p:nvPr/>
        </p:nvSpPr>
        <p:spPr bwMode="auto">
          <a:xfrm>
            <a:off x="7802563" y="4265613"/>
            <a:ext cx="412750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1" name="Rectangle 73"/>
          <p:cNvSpPr>
            <a:spLocks noChangeArrowheads="1"/>
          </p:cNvSpPr>
          <p:nvPr/>
        </p:nvSpPr>
        <p:spPr bwMode="auto">
          <a:xfrm>
            <a:off x="8215313" y="4265613"/>
            <a:ext cx="3175" cy="317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2" name="Rectangle 74"/>
          <p:cNvSpPr>
            <a:spLocks noChangeArrowheads="1"/>
          </p:cNvSpPr>
          <p:nvPr/>
        </p:nvSpPr>
        <p:spPr bwMode="auto">
          <a:xfrm>
            <a:off x="6897688" y="4608513"/>
            <a:ext cx="4762" cy="1587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3" name="Rectangle 75"/>
          <p:cNvSpPr>
            <a:spLocks noChangeArrowheads="1"/>
          </p:cNvSpPr>
          <p:nvPr/>
        </p:nvSpPr>
        <p:spPr bwMode="auto">
          <a:xfrm>
            <a:off x="6897688" y="4608513"/>
            <a:ext cx="4762" cy="1587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4" name="Rectangle 76"/>
          <p:cNvSpPr>
            <a:spLocks noChangeArrowheads="1"/>
          </p:cNvSpPr>
          <p:nvPr/>
        </p:nvSpPr>
        <p:spPr bwMode="auto">
          <a:xfrm>
            <a:off x="6981825" y="4268788"/>
            <a:ext cx="3175" cy="33972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5" name="Rectangle 77"/>
          <p:cNvSpPr>
            <a:spLocks noChangeArrowheads="1"/>
          </p:cNvSpPr>
          <p:nvPr/>
        </p:nvSpPr>
        <p:spPr bwMode="auto">
          <a:xfrm>
            <a:off x="6981825" y="4608513"/>
            <a:ext cx="3175" cy="1587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6" name="Rectangle 78"/>
          <p:cNvSpPr>
            <a:spLocks noChangeArrowheads="1"/>
          </p:cNvSpPr>
          <p:nvPr/>
        </p:nvSpPr>
        <p:spPr bwMode="auto">
          <a:xfrm>
            <a:off x="7632700" y="4608513"/>
            <a:ext cx="3175" cy="1587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7" name="Rectangle 79"/>
          <p:cNvSpPr>
            <a:spLocks noChangeArrowheads="1"/>
          </p:cNvSpPr>
          <p:nvPr/>
        </p:nvSpPr>
        <p:spPr bwMode="auto">
          <a:xfrm>
            <a:off x="7715250" y="4268788"/>
            <a:ext cx="3175" cy="339725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8" name="Rectangle 80"/>
          <p:cNvSpPr>
            <a:spLocks noChangeArrowheads="1"/>
          </p:cNvSpPr>
          <p:nvPr/>
        </p:nvSpPr>
        <p:spPr bwMode="auto">
          <a:xfrm>
            <a:off x="7715250" y="4608513"/>
            <a:ext cx="3175" cy="1587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49" name="Rectangle 81"/>
          <p:cNvSpPr>
            <a:spLocks noChangeArrowheads="1"/>
          </p:cNvSpPr>
          <p:nvPr/>
        </p:nvSpPr>
        <p:spPr bwMode="auto">
          <a:xfrm>
            <a:off x="7797800" y="4608513"/>
            <a:ext cx="4763" cy="1587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150" name="Rectangle 82"/>
          <p:cNvSpPr>
            <a:spLocks noChangeArrowheads="1"/>
          </p:cNvSpPr>
          <p:nvPr/>
        </p:nvSpPr>
        <p:spPr bwMode="auto">
          <a:xfrm>
            <a:off x="1187450" y="333375"/>
            <a:ext cx="7294563" cy="1654175"/>
          </a:xfrm>
          <a:prstGeom prst="rect">
            <a:avLst/>
          </a:prstGeom>
          <a:solidFill>
            <a:srgbClr val="009900"/>
          </a:solidFill>
          <a:ln w="9525">
            <a:noFill/>
            <a:miter lim="800000"/>
            <a:headEnd/>
            <a:tailEnd/>
          </a:ln>
        </p:spPr>
        <p:txBody>
          <a:bodyPr wrap="none" lIns="76304" tIns="38154" rIns="76304" bIns="38154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236627" name="Text Box 83"/>
          <p:cNvSpPr txBox="1">
            <a:spLocks noChangeArrowheads="1"/>
          </p:cNvSpPr>
          <p:nvPr/>
        </p:nvSpPr>
        <p:spPr bwMode="auto">
          <a:xfrm>
            <a:off x="1398588" y="558800"/>
            <a:ext cx="5632450" cy="917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none" lIns="76304" tIns="38154" rIns="76304" bIns="38154" anchor="ctr"/>
          <a:lstStyle/>
          <a:p>
            <a:pPr defTabSz="819150" eaLnBrk="0" hangingPunct="0">
              <a:defRPr/>
            </a:pPr>
            <a:r>
              <a:rPr lang="en-US" sz="5400">
                <a:latin typeface="Arial Narrow" pitchFamily="34" charset="0"/>
              </a:rPr>
              <a:t>CSMS Reporting Systems</a:t>
            </a:r>
          </a:p>
        </p:txBody>
      </p:sp>
      <p:grpSp>
        <p:nvGrpSpPr>
          <p:cNvPr id="2152" name="Group 84"/>
          <p:cNvGrpSpPr>
            <a:grpSpLocks/>
          </p:cNvGrpSpPr>
          <p:nvPr/>
        </p:nvGrpSpPr>
        <p:grpSpPr bwMode="auto">
          <a:xfrm>
            <a:off x="1187450" y="1474788"/>
            <a:ext cx="7294563" cy="4635500"/>
            <a:chOff x="787" y="1230"/>
            <a:chExt cx="5514" cy="3115"/>
          </a:xfrm>
        </p:grpSpPr>
        <p:sp>
          <p:nvSpPr>
            <p:cNvPr id="2153" name="Rectangle 85"/>
            <p:cNvSpPr>
              <a:spLocks noChangeArrowheads="1"/>
            </p:cNvSpPr>
            <p:nvPr/>
          </p:nvSpPr>
          <p:spPr bwMode="auto">
            <a:xfrm>
              <a:off x="787" y="3747"/>
              <a:ext cx="5514" cy="492"/>
            </a:xfrm>
            <a:prstGeom prst="rect">
              <a:avLst/>
            </a:prstGeom>
            <a:solidFill>
              <a:srgbClr val="0099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54" name="Rectangle 86"/>
            <p:cNvSpPr>
              <a:spLocks noChangeArrowheads="1"/>
            </p:cNvSpPr>
            <p:nvPr/>
          </p:nvSpPr>
          <p:spPr bwMode="auto">
            <a:xfrm>
              <a:off x="5056" y="2297"/>
              <a:ext cx="3" cy="4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55" name="Rectangle 87"/>
            <p:cNvSpPr>
              <a:spLocks noChangeArrowheads="1"/>
            </p:cNvSpPr>
            <p:nvPr/>
          </p:nvSpPr>
          <p:spPr bwMode="auto">
            <a:xfrm>
              <a:off x="5056" y="2343"/>
              <a:ext cx="3" cy="22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56" name="Rectangle 88"/>
            <p:cNvSpPr>
              <a:spLocks noChangeArrowheads="1"/>
            </p:cNvSpPr>
            <p:nvPr/>
          </p:nvSpPr>
          <p:spPr bwMode="auto">
            <a:xfrm>
              <a:off x="5056" y="2571"/>
              <a:ext cx="3" cy="199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57" name="Rectangle 89"/>
            <p:cNvSpPr>
              <a:spLocks noChangeArrowheads="1"/>
            </p:cNvSpPr>
            <p:nvPr/>
          </p:nvSpPr>
          <p:spPr bwMode="auto">
            <a:xfrm>
              <a:off x="5056" y="2773"/>
              <a:ext cx="3" cy="19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58" name="Rectangle 90"/>
            <p:cNvSpPr>
              <a:spLocks noChangeArrowheads="1"/>
            </p:cNvSpPr>
            <p:nvPr/>
          </p:nvSpPr>
          <p:spPr bwMode="auto">
            <a:xfrm>
              <a:off x="5056" y="2970"/>
              <a:ext cx="3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59" name="Rectangle 91"/>
            <p:cNvSpPr>
              <a:spLocks noChangeArrowheads="1"/>
            </p:cNvSpPr>
            <p:nvPr/>
          </p:nvSpPr>
          <p:spPr bwMode="auto">
            <a:xfrm>
              <a:off x="5538" y="2970"/>
              <a:ext cx="2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60" name="Rectangle 92"/>
            <p:cNvSpPr>
              <a:spLocks noChangeArrowheads="1"/>
            </p:cNvSpPr>
            <p:nvPr/>
          </p:nvSpPr>
          <p:spPr bwMode="auto">
            <a:xfrm>
              <a:off x="6052" y="2970"/>
              <a:ext cx="2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61" name="Rectangle 93"/>
            <p:cNvSpPr>
              <a:spLocks noChangeArrowheads="1"/>
            </p:cNvSpPr>
            <p:nvPr/>
          </p:nvSpPr>
          <p:spPr bwMode="auto">
            <a:xfrm>
              <a:off x="5056" y="2973"/>
              <a:ext cx="3" cy="13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sp>
          <p:nvSpPr>
            <p:cNvPr id="2162" name="Rectangle 94"/>
            <p:cNvSpPr>
              <a:spLocks noChangeArrowheads="1"/>
            </p:cNvSpPr>
            <p:nvPr/>
          </p:nvSpPr>
          <p:spPr bwMode="auto">
            <a:xfrm>
              <a:off x="5056" y="3107"/>
              <a:ext cx="3" cy="22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 wrap="none" lIns="5416" tIns="2709" rIns="5416" bIns="2709" anchor="ctr"/>
            <a:lstStyle/>
            <a:p>
              <a:endParaRPr lang="en-US"/>
            </a:p>
          </p:txBody>
        </p:sp>
        <p:grpSp>
          <p:nvGrpSpPr>
            <p:cNvPr id="2163" name="Group 95"/>
            <p:cNvGrpSpPr>
              <a:grpSpLocks/>
            </p:cNvGrpSpPr>
            <p:nvPr/>
          </p:nvGrpSpPr>
          <p:grpSpPr bwMode="auto">
            <a:xfrm>
              <a:off x="2533" y="1230"/>
              <a:ext cx="3643" cy="3115"/>
              <a:chOff x="336" y="1031"/>
              <a:chExt cx="3552" cy="3744"/>
            </a:xfrm>
          </p:grpSpPr>
          <p:sp>
            <p:nvSpPr>
              <p:cNvPr id="2177" name="Rectangle 96"/>
              <p:cNvSpPr>
                <a:spLocks noChangeArrowheads="1"/>
              </p:cNvSpPr>
              <p:nvPr/>
            </p:nvSpPr>
            <p:spPr bwMode="auto">
              <a:xfrm>
                <a:off x="336" y="2807"/>
                <a:ext cx="3552" cy="1968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endParaRPr lang="en-US"/>
              </a:p>
            </p:txBody>
          </p:sp>
          <p:sp>
            <p:nvSpPr>
              <p:cNvPr id="2178" name="Rectangle 97"/>
              <p:cNvSpPr>
                <a:spLocks noChangeArrowheads="1"/>
              </p:cNvSpPr>
              <p:nvPr/>
            </p:nvSpPr>
            <p:spPr bwMode="auto">
              <a:xfrm>
                <a:off x="336" y="1031"/>
                <a:ext cx="3552" cy="1728"/>
              </a:xfrm>
              <a:prstGeom prst="rect">
                <a:avLst/>
              </a:prstGeom>
              <a:solidFill>
                <a:srgbClr val="EAEAEA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algn="ctr" defTabSz="819150" eaLnBrk="0" hangingPunct="0"/>
                <a:endParaRPr lang="en-US" sz="1000" b="0">
                  <a:latin typeface="Arial Narrow" pitchFamily="34" charset="0"/>
                </a:endParaRPr>
              </a:p>
            </p:txBody>
          </p:sp>
          <p:grpSp>
            <p:nvGrpSpPr>
              <p:cNvPr id="2179" name="Group 98"/>
              <p:cNvGrpSpPr>
                <a:grpSpLocks/>
              </p:cNvGrpSpPr>
              <p:nvPr/>
            </p:nvGrpSpPr>
            <p:grpSpPr bwMode="auto">
              <a:xfrm>
                <a:off x="536" y="1319"/>
                <a:ext cx="864" cy="1152"/>
                <a:chOff x="528" y="1536"/>
                <a:chExt cx="864" cy="1152"/>
              </a:xfrm>
            </p:grpSpPr>
            <p:sp>
              <p:nvSpPr>
                <p:cNvPr id="236643" name="Rectangle 99"/>
                <p:cNvSpPr>
                  <a:spLocks noChangeArrowheads="1"/>
                </p:cNvSpPr>
                <p:nvPr/>
              </p:nvSpPr>
              <p:spPr bwMode="auto">
                <a:xfrm>
                  <a:off x="528" y="1536"/>
                  <a:ext cx="863" cy="1151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chemeClr val="bg2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69" name="Object 100"/>
                <p:cNvGraphicFramePr>
                  <a:graphicFrameLocks noChangeAspect="1"/>
                </p:cNvGraphicFramePr>
                <p:nvPr/>
              </p:nvGraphicFramePr>
              <p:xfrm>
                <a:off x="635" y="1692"/>
                <a:ext cx="650" cy="778"/>
              </p:xfrm>
              <a:graphic>
                <a:graphicData uri="http://schemas.openxmlformats.org/presentationml/2006/ole">
                  <p:oleObj spid="_x0000_s2069" name="Document" r:id="rId3" imgW="5943600" imgH="6820920" progId="Word.Document.8">
                    <p:embed/>
                  </p:oleObj>
                </a:graphicData>
              </a:graphic>
            </p:graphicFrame>
            <p:graphicFrame>
              <p:nvGraphicFramePr>
                <p:cNvPr id="2070" name="Object 101"/>
                <p:cNvGraphicFramePr>
                  <a:graphicFrameLocks noChangeAspect="1"/>
                </p:cNvGraphicFramePr>
                <p:nvPr/>
              </p:nvGraphicFramePr>
              <p:xfrm flipV="1">
                <a:off x="558" y="1536"/>
                <a:ext cx="804" cy="150"/>
              </p:xfrm>
              <a:graphic>
                <a:graphicData uri="http://schemas.openxmlformats.org/presentationml/2006/ole">
                  <p:oleObj spid="_x0000_s2070" name="Document" r:id="rId4" imgW="5465520" imgH="978480" progId="Word.Document.8">
                    <p:embed/>
                  </p:oleObj>
                </a:graphicData>
              </a:graphic>
            </p:graphicFrame>
            <p:graphicFrame>
              <p:nvGraphicFramePr>
                <p:cNvPr id="2071" name="Object 102"/>
                <p:cNvGraphicFramePr>
                  <a:graphicFrameLocks noChangeAspect="1"/>
                </p:cNvGraphicFramePr>
                <p:nvPr/>
              </p:nvGraphicFramePr>
              <p:xfrm flipV="1">
                <a:off x="588" y="2501"/>
                <a:ext cx="742" cy="149"/>
              </p:xfrm>
              <a:graphic>
                <a:graphicData uri="http://schemas.openxmlformats.org/presentationml/2006/ole">
                  <p:oleObj spid="_x0000_s2071" name="Document" r:id="rId5" imgW="5486400" imgH="1103400" progId="Word.Document.8">
                    <p:embed/>
                  </p:oleObj>
                </a:graphicData>
              </a:graphic>
            </p:graphicFrame>
          </p:grpSp>
          <p:sp>
            <p:nvSpPr>
              <p:cNvPr id="236647" name="Rectangle 103"/>
              <p:cNvSpPr>
                <a:spLocks noChangeArrowheads="1"/>
              </p:cNvSpPr>
              <p:nvPr/>
            </p:nvSpPr>
            <p:spPr bwMode="auto">
              <a:xfrm>
                <a:off x="2731" y="1319"/>
                <a:ext cx="865" cy="115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chemeClr val="bg2"/>
                </a:outerShdw>
              </a:effectLst>
            </p:spPr>
            <p:txBody>
              <a:bodyPr wrap="none" lIns="5416" tIns="2709" rIns="5416" bIns="2709" anchor="ctr"/>
              <a:lstStyle/>
              <a:p>
                <a:pPr algn="ctr" defTabSz="819150" eaLnBrk="0" hangingPunct="0">
                  <a:defRPr/>
                </a:pPr>
                <a:r>
                  <a:rPr lang="en-US" sz="1400" b="0">
                    <a:latin typeface="Arial Narrow" pitchFamily="34" charset="0"/>
                  </a:rPr>
                  <a:t>No Specific</a:t>
                </a:r>
              </a:p>
              <a:p>
                <a:pPr algn="ctr" defTabSz="819150" eaLnBrk="0" hangingPunct="0">
                  <a:defRPr/>
                </a:pPr>
                <a:r>
                  <a:rPr lang="en-US" sz="1400" b="0">
                    <a:latin typeface="Arial Narrow" pitchFamily="34" charset="0"/>
                  </a:rPr>
                  <a:t>CSMS Report</a:t>
                </a:r>
              </a:p>
              <a:p>
                <a:pPr algn="ctr" defTabSz="819150" eaLnBrk="0" hangingPunct="0">
                  <a:defRPr/>
                </a:pPr>
                <a:r>
                  <a:rPr lang="en-US" sz="1400" b="0">
                    <a:latin typeface="Arial Narrow" pitchFamily="34" charset="0"/>
                  </a:rPr>
                  <a:t>for</a:t>
                </a:r>
              </a:p>
              <a:p>
                <a:pPr algn="ctr" defTabSz="819150" eaLnBrk="0" hangingPunct="0">
                  <a:defRPr/>
                </a:pPr>
                <a:r>
                  <a:rPr lang="en-US" sz="1400" b="0">
                    <a:latin typeface="Arial Narrow" pitchFamily="34" charset="0"/>
                  </a:rPr>
                  <a:t>Selection</a:t>
                </a:r>
                <a:endParaRPr lang="en-US" sz="2200" b="0">
                  <a:latin typeface="Times New Roman" pitchFamily="18" charset="0"/>
                </a:endParaRPr>
              </a:p>
            </p:txBody>
          </p:sp>
          <p:grpSp>
            <p:nvGrpSpPr>
              <p:cNvPr id="2181" name="Group 104"/>
              <p:cNvGrpSpPr>
                <a:grpSpLocks/>
              </p:cNvGrpSpPr>
              <p:nvPr/>
            </p:nvGrpSpPr>
            <p:grpSpPr bwMode="auto">
              <a:xfrm>
                <a:off x="1660" y="1319"/>
                <a:ext cx="864" cy="1152"/>
                <a:chOff x="1632" y="1536"/>
                <a:chExt cx="864" cy="1152"/>
              </a:xfrm>
            </p:grpSpPr>
            <p:sp>
              <p:nvSpPr>
                <p:cNvPr id="236649" name="Rectangle 105"/>
                <p:cNvSpPr>
                  <a:spLocks noChangeArrowheads="1"/>
                </p:cNvSpPr>
                <p:nvPr/>
              </p:nvSpPr>
              <p:spPr bwMode="auto">
                <a:xfrm>
                  <a:off x="1632" y="1536"/>
                  <a:ext cx="863" cy="1151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chemeClr val="bg2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68" name="Object 106"/>
                <p:cNvGraphicFramePr>
                  <a:graphicFrameLocks noChangeAspect="1"/>
                </p:cNvGraphicFramePr>
                <p:nvPr/>
              </p:nvGraphicFramePr>
              <p:xfrm>
                <a:off x="1719" y="1632"/>
                <a:ext cx="689" cy="960"/>
              </p:xfrm>
              <a:graphic>
                <a:graphicData uri="http://schemas.openxmlformats.org/presentationml/2006/ole">
                  <p:oleObj spid="_x0000_s2068" name="Document" r:id="rId6" imgW="5631120" imgH="7851240" progId="Word.Document.8">
                    <p:embed/>
                  </p:oleObj>
                </a:graphicData>
              </a:graphic>
            </p:graphicFrame>
          </p:grpSp>
          <p:grpSp>
            <p:nvGrpSpPr>
              <p:cNvPr id="2182" name="Group 107"/>
              <p:cNvGrpSpPr>
                <a:grpSpLocks/>
              </p:cNvGrpSpPr>
              <p:nvPr/>
            </p:nvGrpSpPr>
            <p:grpSpPr bwMode="auto">
              <a:xfrm>
                <a:off x="541" y="3143"/>
                <a:ext cx="864" cy="1152"/>
                <a:chOff x="528" y="3072"/>
                <a:chExt cx="864" cy="1152"/>
              </a:xfrm>
            </p:grpSpPr>
            <p:sp>
              <p:nvSpPr>
                <p:cNvPr id="236652" name="Rectangle 108"/>
                <p:cNvSpPr>
                  <a:spLocks noChangeArrowheads="1"/>
                </p:cNvSpPr>
                <p:nvPr/>
              </p:nvSpPr>
              <p:spPr bwMode="auto">
                <a:xfrm>
                  <a:off x="528" y="3072"/>
                  <a:ext cx="865" cy="115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65" name="Object 109"/>
                <p:cNvGraphicFramePr>
                  <a:graphicFrameLocks noChangeAspect="1"/>
                </p:cNvGraphicFramePr>
                <p:nvPr/>
              </p:nvGraphicFramePr>
              <p:xfrm>
                <a:off x="611" y="3264"/>
                <a:ext cx="699" cy="720"/>
              </p:xfrm>
              <a:graphic>
                <a:graphicData uri="http://schemas.openxmlformats.org/presentationml/2006/ole">
                  <p:oleObj spid="_x0000_s2065" name="Document" r:id="rId7" imgW="5486400" imgH="5659200" progId="Word.Document.8">
                    <p:embed/>
                  </p:oleObj>
                </a:graphicData>
              </a:graphic>
            </p:graphicFrame>
            <p:graphicFrame>
              <p:nvGraphicFramePr>
                <p:cNvPr id="2066" name="Object 110"/>
                <p:cNvGraphicFramePr>
                  <a:graphicFrameLocks noChangeAspect="1"/>
                </p:cNvGraphicFramePr>
                <p:nvPr/>
              </p:nvGraphicFramePr>
              <p:xfrm flipV="1">
                <a:off x="576" y="3984"/>
                <a:ext cx="768" cy="185"/>
              </p:xfrm>
              <a:graphic>
                <a:graphicData uri="http://schemas.openxmlformats.org/presentationml/2006/ole">
                  <p:oleObj spid="_x0000_s2066" name="Document" r:id="rId8" imgW="5486400" imgH="1323720" progId="Word.Document.8">
                    <p:embed/>
                  </p:oleObj>
                </a:graphicData>
              </a:graphic>
            </p:graphicFrame>
            <p:graphicFrame>
              <p:nvGraphicFramePr>
                <p:cNvPr id="2067" name="Object 111"/>
                <p:cNvGraphicFramePr>
                  <a:graphicFrameLocks noChangeAspect="1"/>
                </p:cNvGraphicFramePr>
                <p:nvPr/>
              </p:nvGraphicFramePr>
              <p:xfrm>
                <a:off x="576" y="3120"/>
                <a:ext cx="768" cy="137"/>
              </p:xfrm>
              <a:graphic>
                <a:graphicData uri="http://schemas.openxmlformats.org/presentationml/2006/ole">
                  <p:oleObj spid="_x0000_s2067" name="Picture" r:id="rId9" imgW="5476320" imgH="977760" progId="Word.Picture.8">
                    <p:embed/>
                  </p:oleObj>
                </a:graphicData>
              </a:graphic>
            </p:graphicFrame>
          </p:grpSp>
          <p:grpSp>
            <p:nvGrpSpPr>
              <p:cNvPr id="2183" name="Group 112"/>
              <p:cNvGrpSpPr>
                <a:grpSpLocks/>
              </p:cNvGrpSpPr>
              <p:nvPr/>
            </p:nvGrpSpPr>
            <p:grpSpPr bwMode="auto">
              <a:xfrm>
                <a:off x="1593" y="3071"/>
                <a:ext cx="864" cy="1152"/>
                <a:chOff x="1632" y="3216"/>
                <a:chExt cx="864" cy="1152"/>
              </a:xfrm>
            </p:grpSpPr>
            <p:sp>
              <p:nvSpPr>
                <p:cNvPr id="236657" name="Rectangle 113"/>
                <p:cNvSpPr>
                  <a:spLocks noChangeArrowheads="1"/>
                </p:cNvSpPr>
                <p:nvPr/>
              </p:nvSpPr>
              <p:spPr bwMode="auto">
                <a:xfrm>
                  <a:off x="1632" y="3216"/>
                  <a:ext cx="865" cy="1151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62" name="Object 114"/>
                <p:cNvGraphicFramePr>
                  <a:graphicFrameLocks noChangeAspect="1"/>
                </p:cNvGraphicFramePr>
                <p:nvPr/>
              </p:nvGraphicFramePr>
              <p:xfrm flipV="1">
                <a:off x="1680" y="4128"/>
                <a:ext cx="768" cy="185"/>
              </p:xfrm>
              <a:graphic>
                <a:graphicData uri="http://schemas.openxmlformats.org/presentationml/2006/ole">
                  <p:oleObj spid="_x0000_s2062" name="Document" r:id="rId10" imgW="5486400" imgH="1323720" progId="Word.Document.8">
                    <p:embed/>
                  </p:oleObj>
                </a:graphicData>
              </a:graphic>
            </p:graphicFrame>
            <p:graphicFrame>
              <p:nvGraphicFramePr>
                <p:cNvPr id="2063" name="Object 115"/>
                <p:cNvGraphicFramePr>
                  <a:graphicFrameLocks noChangeAspect="1"/>
                </p:cNvGraphicFramePr>
                <p:nvPr/>
              </p:nvGraphicFramePr>
              <p:xfrm>
                <a:off x="1728" y="3408"/>
                <a:ext cx="672" cy="664"/>
              </p:xfrm>
              <a:graphic>
                <a:graphicData uri="http://schemas.openxmlformats.org/presentationml/2006/ole">
                  <p:oleObj spid="_x0000_s2063" name="Document" r:id="rId11" imgW="5486400" imgH="5426640" progId="Word.Document.8">
                    <p:embed/>
                  </p:oleObj>
                </a:graphicData>
              </a:graphic>
            </p:graphicFrame>
            <p:graphicFrame>
              <p:nvGraphicFramePr>
                <p:cNvPr id="2064" name="Object 116"/>
                <p:cNvGraphicFramePr>
                  <a:graphicFrameLocks noChangeAspect="1"/>
                </p:cNvGraphicFramePr>
                <p:nvPr/>
              </p:nvGraphicFramePr>
              <p:xfrm>
                <a:off x="1704" y="3264"/>
                <a:ext cx="720" cy="129"/>
              </p:xfrm>
              <a:graphic>
                <a:graphicData uri="http://schemas.openxmlformats.org/presentationml/2006/ole">
                  <p:oleObj spid="_x0000_s2064" name="Document" r:id="rId12" imgW="5465520" imgH="977400" progId="Word.Document.8">
                    <p:embed/>
                  </p:oleObj>
                </a:graphicData>
              </a:graphic>
            </p:graphicFrame>
          </p:grpSp>
          <p:grpSp>
            <p:nvGrpSpPr>
              <p:cNvPr id="2184" name="Group 117"/>
              <p:cNvGrpSpPr>
                <a:grpSpLocks/>
              </p:cNvGrpSpPr>
              <p:nvPr/>
            </p:nvGrpSpPr>
            <p:grpSpPr bwMode="auto">
              <a:xfrm>
                <a:off x="1641" y="3119"/>
                <a:ext cx="864" cy="1152"/>
                <a:chOff x="1632" y="3216"/>
                <a:chExt cx="864" cy="1152"/>
              </a:xfrm>
            </p:grpSpPr>
            <p:sp>
              <p:nvSpPr>
                <p:cNvPr id="236662" name="Rectangle 118"/>
                <p:cNvSpPr>
                  <a:spLocks noChangeArrowheads="1"/>
                </p:cNvSpPr>
                <p:nvPr/>
              </p:nvSpPr>
              <p:spPr bwMode="auto">
                <a:xfrm>
                  <a:off x="1632" y="3215"/>
                  <a:ext cx="865" cy="115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59" name="Object 119"/>
                <p:cNvGraphicFramePr>
                  <a:graphicFrameLocks noChangeAspect="1"/>
                </p:cNvGraphicFramePr>
                <p:nvPr/>
              </p:nvGraphicFramePr>
              <p:xfrm flipV="1">
                <a:off x="1680" y="4128"/>
                <a:ext cx="768" cy="185"/>
              </p:xfrm>
              <a:graphic>
                <a:graphicData uri="http://schemas.openxmlformats.org/presentationml/2006/ole">
                  <p:oleObj spid="_x0000_s2059" name="Document" r:id="rId13" imgW="5486400" imgH="1323720" progId="Word.Document.8">
                    <p:embed/>
                  </p:oleObj>
                </a:graphicData>
              </a:graphic>
            </p:graphicFrame>
            <p:graphicFrame>
              <p:nvGraphicFramePr>
                <p:cNvPr id="2060" name="Object 120"/>
                <p:cNvGraphicFramePr>
                  <a:graphicFrameLocks noChangeAspect="1"/>
                </p:cNvGraphicFramePr>
                <p:nvPr/>
              </p:nvGraphicFramePr>
              <p:xfrm>
                <a:off x="1728" y="3408"/>
                <a:ext cx="672" cy="664"/>
              </p:xfrm>
              <a:graphic>
                <a:graphicData uri="http://schemas.openxmlformats.org/presentationml/2006/ole">
                  <p:oleObj spid="_x0000_s2060" name="Document" r:id="rId14" imgW="5486400" imgH="5426640" progId="Word.Document.8">
                    <p:embed/>
                  </p:oleObj>
                </a:graphicData>
              </a:graphic>
            </p:graphicFrame>
            <p:graphicFrame>
              <p:nvGraphicFramePr>
                <p:cNvPr id="2061" name="Object 121"/>
                <p:cNvGraphicFramePr>
                  <a:graphicFrameLocks noChangeAspect="1"/>
                </p:cNvGraphicFramePr>
                <p:nvPr/>
              </p:nvGraphicFramePr>
              <p:xfrm>
                <a:off x="1704" y="3264"/>
                <a:ext cx="720" cy="129"/>
              </p:xfrm>
              <a:graphic>
                <a:graphicData uri="http://schemas.openxmlformats.org/presentationml/2006/ole">
                  <p:oleObj spid="_x0000_s2061" name="Document" r:id="rId15" imgW="5465520" imgH="977400" progId="Word.Document.8">
                    <p:embed/>
                  </p:oleObj>
                </a:graphicData>
              </a:graphic>
            </p:graphicFrame>
          </p:grpSp>
          <p:grpSp>
            <p:nvGrpSpPr>
              <p:cNvPr id="2185" name="Group 122"/>
              <p:cNvGrpSpPr>
                <a:grpSpLocks/>
              </p:cNvGrpSpPr>
              <p:nvPr/>
            </p:nvGrpSpPr>
            <p:grpSpPr bwMode="auto">
              <a:xfrm>
                <a:off x="1689" y="3167"/>
                <a:ext cx="864" cy="1152"/>
                <a:chOff x="1632" y="3216"/>
                <a:chExt cx="864" cy="1152"/>
              </a:xfrm>
            </p:grpSpPr>
            <p:sp>
              <p:nvSpPr>
                <p:cNvPr id="236667" name="Rectangle 123"/>
                <p:cNvSpPr>
                  <a:spLocks noChangeArrowheads="1"/>
                </p:cNvSpPr>
                <p:nvPr/>
              </p:nvSpPr>
              <p:spPr bwMode="auto">
                <a:xfrm>
                  <a:off x="1632" y="3216"/>
                  <a:ext cx="865" cy="1151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56" name="Object 124"/>
                <p:cNvGraphicFramePr>
                  <a:graphicFrameLocks noChangeAspect="1"/>
                </p:cNvGraphicFramePr>
                <p:nvPr/>
              </p:nvGraphicFramePr>
              <p:xfrm flipV="1">
                <a:off x="1680" y="4128"/>
                <a:ext cx="768" cy="185"/>
              </p:xfrm>
              <a:graphic>
                <a:graphicData uri="http://schemas.openxmlformats.org/presentationml/2006/ole">
                  <p:oleObj spid="_x0000_s2056" name="Document" r:id="rId16" imgW="5486400" imgH="1323720" progId="Word.Document.8">
                    <p:embed/>
                  </p:oleObj>
                </a:graphicData>
              </a:graphic>
            </p:graphicFrame>
            <p:graphicFrame>
              <p:nvGraphicFramePr>
                <p:cNvPr id="2057" name="Object 125"/>
                <p:cNvGraphicFramePr>
                  <a:graphicFrameLocks noChangeAspect="1"/>
                </p:cNvGraphicFramePr>
                <p:nvPr/>
              </p:nvGraphicFramePr>
              <p:xfrm>
                <a:off x="1728" y="3408"/>
                <a:ext cx="672" cy="664"/>
              </p:xfrm>
              <a:graphic>
                <a:graphicData uri="http://schemas.openxmlformats.org/presentationml/2006/ole">
                  <p:oleObj spid="_x0000_s2057" name="Document" r:id="rId17" imgW="5486400" imgH="5426640" progId="Word.Document.8">
                    <p:embed/>
                  </p:oleObj>
                </a:graphicData>
              </a:graphic>
            </p:graphicFrame>
            <p:graphicFrame>
              <p:nvGraphicFramePr>
                <p:cNvPr id="2058" name="Object 126"/>
                <p:cNvGraphicFramePr>
                  <a:graphicFrameLocks noChangeAspect="1"/>
                </p:cNvGraphicFramePr>
                <p:nvPr/>
              </p:nvGraphicFramePr>
              <p:xfrm>
                <a:off x="1704" y="3264"/>
                <a:ext cx="720" cy="129"/>
              </p:xfrm>
              <a:graphic>
                <a:graphicData uri="http://schemas.openxmlformats.org/presentationml/2006/ole">
                  <p:oleObj spid="_x0000_s2058" name="Document" r:id="rId18" imgW="5465520" imgH="977400" progId="Word.Document.8">
                    <p:embed/>
                  </p:oleObj>
                </a:graphicData>
              </a:graphic>
            </p:graphicFrame>
          </p:grpSp>
          <p:grpSp>
            <p:nvGrpSpPr>
              <p:cNvPr id="2186" name="Group 127"/>
              <p:cNvGrpSpPr>
                <a:grpSpLocks/>
              </p:cNvGrpSpPr>
              <p:nvPr/>
            </p:nvGrpSpPr>
            <p:grpSpPr bwMode="auto">
              <a:xfrm>
                <a:off x="1737" y="3215"/>
                <a:ext cx="864" cy="1152"/>
                <a:chOff x="1632" y="3216"/>
                <a:chExt cx="864" cy="1152"/>
              </a:xfrm>
            </p:grpSpPr>
            <p:sp>
              <p:nvSpPr>
                <p:cNvPr id="236672" name="Rectangle 128"/>
                <p:cNvSpPr>
                  <a:spLocks noChangeArrowheads="1"/>
                </p:cNvSpPr>
                <p:nvPr/>
              </p:nvSpPr>
              <p:spPr bwMode="auto">
                <a:xfrm>
                  <a:off x="1632" y="3216"/>
                  <a:ext cx="865" cy="115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53" name="Object 129"/>
                <p:cNvGraphicFramePr>
                  <a:graphicFrameLocks noChangeAspect="1"/>
                </p:cNvGraphicFramePr>
                <p:nvPr/>
              </p:nvGraphicFramePr>
              <p:xfrm flipV="1">
                <a:off x="1680" y="4128"/>
                <a:ext cx="768" cy="185"/>
              </p:xfrm>
              <a:graphic>
                <a:graphicData uri="http://schemas.openxmlformats.org/presentationml/2006/ole">
                  <p:oleObj spid="_x0000_s2053" name="Document" r:id="rId19" imgW="5486400" imgH="1323720" progId="Word.Document.8">
                    <p:embed/>
                  </p:oleObj>
                </a:graphicData>
              </a:graphic>
            </p:graphicFrame>
            <p:graphicFrame>
              <p:nvGraphicFramePr>
                <p:cNvPr id="2054" name="Object 130"/>
                <p:cNvGraphicFramePr>
                  <a:graphicFrameLocks noChangeAspect="1"/>
                </p:cNvGraphicFramePr>
                <p:nvPr/>
              </p:nvGraphicFramePr>
              <p:xfrm>
                <a:off x="1728" y="3408"/>
                <a:ext cx="672" cy="664"/>
              </p:xfrm>
              <a:graphic>
                <a:graphicData uri="http://schemas.openxmlformats.org/presentationml/2006/ole">
                  <p:oleObj spid="_x0000_s2054" name="Document" r:id="rId20" imgW="5486400" imgH="5426640" progId="Word.Document.8">
                    <p:embed/>
                  </p:oleObj>
                </a:graphicData>
              </a:graphic>
            </p:graphicFrame>
            <p:graphicFrame>
              <p:nvGraphicFramePr>
                <p:cNvPr id="2055" name="Object 131"/>
                <p:cNvGraphicFramePr>
                  <a:graphicFrameLocks noChangeAspect="1"/>
                </p:cNvGraphicFramePr>
                <p:nvPr/>
              </p:nvGraphicFramePr>
              <p:xfrm>
                <a:off x="1704" y="3264"/>
                <a:ext cx="720" cy="129"/>
              </p:xfrm>
              <a:graphic>
                <a:graphicData uri="http://schemas.openxmlformats.org/presentationml/2006/ole">
                  <p:oleObj spid="_x0000_s2055" name="Document" r:id="rId21" imgW="5465520" imgH="977400" progId="Word.Document.8">
                    <p:embed/>
                  </p:oleObj>
                </a:graphicData>
              </a:graphic>
            </p:graphicFrame>
          </p:grpSp>
          <p:grpSp>
            <p:nvGrpSpPr>
              <p:cNvPr id="2187" name="Group 132"/>
              <p:cNvGrpSpPr>
                <a:grpSpLocks/>
              </p:cNvGrpSpPr>
              <p:nvPr/>
            </p:nvGrpSpPr>
            <p:grpSpPr bwMode="auto">
              <a:xfrm>
                <a:off x="2736" y="3143"/>
                <a:ext cx="864" cy="1152"/>
                <a:chOff x="3168" y="3312"/>
                <a:chExt cx="864" cy="1152"/>
              </a:xfrm>
            </p:grpSpPr>
            <p:sp>
              <p:nvSpPr>
                <p:cNvPr id="236677" name="Rectangle 133"/>
                <p:cNvSpPr>
                  <a:spLocks noChangeArrowheads="1"/>
                </p:cNvSpPr>
                <p:nvPr/>
              </p:nvSpPr>
              <p:spPr bwMode="auto">
                <a:xfrm>
                  <a:off x="3168" y="3312"/>
                  <a:ext cx="865" cy="115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wrap="none" lIns="5416" tIns="2709" rIns="5416" bIns="2709" anchor="ctr"/>
                <a:lstStyle/>
                <a:p>
                  <a:pPr>
                    <a:defRPr/>
                  </a:pPr>
                  <a:endParaRPr lang="en-US"/>
                </a:p>
              </p:txBody>
            </p:sp>
            <p:graphicFrame>
              <p:nvGraphicFramePr>
                <p:cNvPr id="2050" name="Object 134"/>
                <p:cNvGraphicFramePr>
                  <a:graphicFrameLocks noChangeAspect="1"/>
                </p:cNvGraphicFramePr>
                <p:nvPr/>
              </p:nvGraphicFramePr>
              <p:xfrm flipV="1">
                <a:off x="3216" y="4224"/>
                <a:ext cx="768" cy="185"/>
              </p:xfrm>
              <a:graphic>
                <a:graphicData uri="http://schemas.openxmlformats.org/presentationml/2006/ole">
                  <p:oleObj spid="_x0000_s2050" name="Document" r:id="rId22" imgW="5486400" imgH="1323720" progId="Word.Document.8">
                    <p:embed/>
                  </p:oleObj>
                </a:graphicData>
              </a:graphic>
            </p:graphicFrame>
            <p:graphicFrame>
              <p:nvGraphicFramePr>
                <p:cNvPr id="2051" name="Object 135"/>
                <p:cNvGraphicFramePr>
                  <a:graphicFrameLocks noChangeAspect="1"/>
                </p:cNvGraphicFramePr>
                <p:nvPr/>
              </p:nvGraphicFramePr>
              <p:xfrm>
                <a:off x="3250" y="3504"/>
                <a:ext cx="701" cy="722"/>
              </p:xfrm>
              <a:graphic>
                <a:graphicData uri="http://schemas.openxmlformats.org/presentationml/2006/ole">
                  <p:oleObj spid="_x0000_s2051" name="Document" r:id="rId23" imgW="5486400" imgH="5645880" progId="Word.Document.8">
                    <p:embed/>
                  </p:oleObj>
                </a:graphicData>
              </a:graphic>
            </p:graphicFrame>
            <p:graphicFrame>
              <p:nvGraphicFramePr>
                <p:cNvPr id="2052" name="Object 136"/>
                <p:cNvGraphicFramePr>
                  <a:graphicFrameLocks noChangeAspect="1"/>
                </p:cNvGraphicFramePr>
                <p:nvPr/>
              </p:nvGraphicFramePr>
              <p:xfrm flipV="1">
                <a:off x="3217" y="3360"/>
                <a:ext cx="765" cy="137"/>
              </p:xfrm>
              <a:graphic>
                <a:graphicData uri="http://schemas.openxmlformats.org/presentationml/2006/ole">
                  <p:oleObj spid="_x0000_s2052" name="Picture" r:id="rId24" imgW="5476320" imgH="977760" progId="Word.Picture.8">
                    <p:embed/>
                  </p:oleObj>
                </a:graphicData>
              </a:graphic>
            </p:graphicFrame>
          </p:grpSp>
          <p:sp>
            <p:nvSpPr>
              <p:cNvPr id="2188" name="Text Box 137"/>
              <p:cNvSpPr txBox="1">
                <a:spLocks noChangeArrowheads="1"/>
              </p:cNvSpPr>
              <p:nvPr/>
            </p:nvSpPr>
            <p:spPr bwMode="auto">
              <a:xfrm>
                <a:off x="528" y="2471"/>
                <a:ext cx="880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algn="ctr" defTabSz="819150" eaLnBrk="0" hangingPunct="0"/>
                <a:r>
                  <a:rPr lang="en-US" sz="1000" b="0" u="sng">
                    <a:latin typeface="Arial Narrow" pitchFamily="34" charset="0"/>
                  </a:rPr>
                  <a:t>Risk Assessment Resume</a:t>
                </a:r>
                <a:endParaRPr lang="en-US" sz="1000" b="0">
                  <a:latin typeface="Arial Narrow" pitchFamily="34" charset="0"/>
                </a:endParaRPr>
              </a:p>
              <a:p>
                <a:pPr algn="ctr" defTabSz="819150" eaLnBrk="0" hangingPunct="0"/>
                <a:r>
                  <a:rPr lang="en-US" sz="1000" b="0">
                    <a:latin typeface="Arial Narrow" pitchFamily="34" charset="0"/>
                  </a:rPr>
                  <a:t>Office Report</a:t>
                </a:r>
              </a:p>
            </p:txBody>
          </p:sp>
          <p:sp>
            <p:nvSpPr>
              <p:cNvPr id="2189" name="Text Box 138"/>
              <p:cNvSpPr txBox="1">
                <a:spLocks noChangeArrowheads="1"/>
              </p:cNvSpPr>
              <p:nvPr/>
            </p:nvSpPr>
            <p:spPr bwMode="auto">
              <a:xfrm>
                <a:off x="1685" y="2471"/>
                <a:ext cx="813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algn="ctr" defTabSz="819150" eaLnBrk="0" hangingPunct="0"/>
                <a:r>
                  <a:rPr lang="en-US" sz="1000" b="0" u="sng">
                    <a:latin typeface="Arial Narrow" pitchFamily="34" charset="0"/>
                  </a:rPr>
                  <a:t>Pre-Qualification Report</a:t>
                </a:r>
                <a:endParaRPr lang="en-US" sz="1000" b="0">
                  <a:latin typeface="Arial Narrow" pitchFamily="34" charset="0"/>
                </a:endParaRPr>
              </a:p>
              <a:p>
                <a:pPr algn="ctr" defTabSz="819150" eaLnBrk="0" hangingPunct="0"/>
                <a:r>
                  <a:rPr lang="en-US" sz="1000" b="0">
                    <a:latin typeface="Arial Narrow" pitchFamily="34" charset="0"/>
                  </a:rPr>
                  <a:t>Office Report</a:t>
                </a:r>
              </a:p>
            </p:txBody>
          </p:sp>
          <p:sp>
            <p:nvSpPr>
              <p:cNvPr id="2190" name="Text Box 139"/>
              <p:cNvSpPr txBox="1">
                <a:spLocks noChangeArrowheads="1"/>
              </p:cNvSpPr>
              <p:nvPr/>
            </p:nvSpPr>
            <p:spPr bwMode="auto">
              <a:xfrm>
                <a:off x="2865" y="2471"/>
                <a:ext cx="598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algn="ctr" defTabSz="819150" eaLnBrk="0" hangingPunct="0"/>
                <a:r>
                  <a:rPr lang="en-US" sz="1000" b="0" u="sng">
                    <a:latin typeface="Arial Narrow" pitchFamily="34" charset="0"/>
                  </a:rPr>
                  <a:t>Selection Report</a:t>
                </a:r>
                <a:endParaRPr lang="en-US" sz="1000" b="0">
                  <a:latin typeface="Arial Narrow" pitchFamily="34" charset="0"/>
                </a:endParaRPr>
              </a:p>
              <a:p>
                <a:pPr algn="ctr" defTabSz="819150" eaLnBrk="0" hangingPunct="0"/>
                <a:r>
                  <a:rPr lang="en-US" sz="1000" b="0">
                    <a:latin typeface="Arial Narrow" pitchFamily="34" charset="0"/>
                  </a:rPr>
                  <a:t>Office Report</a:t>
                </a:r>
              </a:p>
            </p:txBody>
          </p:sp>
          <p:sp>
            <p:nvSpPr>
              <p:cNvPr id="2191" name="Text Box 140"/>
              <p:cNvSpPr txBox="1">
                <a:spLocks noChangeArrowheads="1"/>
              </p:cNvSpPr>
              <p:nvPr/>
            </p:nvSpPr>
            <p:spPr bwMode="auto">
              <a:xfrm>
                <a:off x="580" y="4380"/>
                <a:ext cx="785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algn="ctr" defTabSz="819150" eaLnBrk="0" hangingPunct="0"/>
                <a:r>
                  <a:rPr lang="en-US" sz="1000" b="0" u="sng">
                    <a:solidFill>
                      <a:schemeClr val="bg1"/>
                    </a:solidFill>
                    <a:latin typeface="Arial Narrow" pitchFamily="34" charset="0"/>
                  </a:rPr>
                  <a:t>Pre-Job Activity Report</a:t>
                </a:r>
                <a:endParaRPr lang="en-US" sz="1000" b="0">
                  <a:solidFill>
                    <a:schemeClr val="bg1"/>
                  </a:solidFill>
                  <a:latin typeface="Arial Narrow" pitchFamily="34" charset="0"/>
                </a:endParaRPr>
              </a:p>
              <a:p>
                <a:pPr algn="ctr" defTabSz="819150" eaLnBrk="0" hangingPunct="0"/>
                <a:r>
                  <a:rPr lang="en-US" sz="1000" b="0">
                    <a:solidFill>
                      <a:schemeClr val="bg1"/>
                    </a:solidFill>
                    <a:latin typeface="Arial Narrow" pitchFamily="34" charset="0"/>
                  </a:rPr>
                  <a:t>Office &amp; Job Site</a:t>
                </a:r>
              </a:p>
            </p:txBody>
          </p:sp>
          <p:sp>
            <p:nvSpPr>
              <p:cNvPr id="2192" name="Text Box 141"/>
              <p:cNvSpPr txBox="1">
                <a:spLocks noChangeArrowheads="1"/>
              </p:cNvSpPr>
              <p:nvPr/>
            </p:nvSpPr>
            <p:spPr bwMode="auto">
              <a:xfrm>
                <a:off x="1680" y="4380"/>
                <a:ext cx="834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algn="ctr" defTabSz="819150" eaLnBrk="0" hangingPunct="0"/>
                <a:r>
                  <a:rPr lang="en-US" sz="1000" b="0" u="sng">
                    <a:solidFill>
                      <a:schemeClr val="bg1"/>
                    </a:solidFill>
                    <a:latin typeface="Arial Narrow" pitchFamily="34" charset="0"/>
                  </a:rPr>
                  <a:t>Work In Progress Report</a:t>
                </a:r>
                <a:endParaRPr lang="en-US" sz="1000" b="0">
                  <a:solidFill>
                    <a:schemeClr val="bg1"/>
                  </a:solidFill>
                  <a:latin typeface="Arial Narrow" pitchFamily="34" charset="0"/>
                </a:endParaRPr>
              </a:p>
              <a:p>
                <a:pPr algn="ctr" defTabSz="819150" eaLnBrk="0" hangingPunct="0"/>
                <a:r>
                  <a:rPr lang="en-US" sz="1000" b="0">
                    <a:solidFill>
                      <a:schemeClr val="bg1"/>
                    </a:solidFill>
                    <a:latin typeface="Arial Narrow" pitchFamily="34" charset="0"/>
                  </a:rPr>
                  <a:t>Job Site</a:t>
                </a:r>
              </a:p>
            </p:txBody>
          </p:sp>
          <p:sp>
            <p:nvSpPr>
              <p:cNvPr id="2193" name="Text Box 142"/>
              <p:cNvSpPr txBox="1">
                <a:spLocks noChangeArrowheads="1"/>
              </p:cNvSpPr>
              <p:nvPr/>
            </p:nvSpPr>
            <p:spPr bwMode="auto">
              <a:xfrm>
                <a:off x="2771" y="4380"/>
                <a:ext cx="794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algn="ctr" defTabSz="819150" eaLnBrk="0" hangingPunct="0"/>
                <a:r>
                  <a:rPr lang="en-US" sz="1000" b="0" u="sng">
                    <a:solidFill>
                      <a:schemeClr val="bg1"/>
                    </a:solidFill>
                    <a:latin typeface="Arial Narrow" pitchFamily="34" charset="0"/>
                  </a:rPr>
                  <a:t>Final Evaluation Report</a:t>
                </a:r>
                <a:endParaRPr lang="en-US" sz="1000" b="0">
                  <a:solidFill>
                    <a:schemeClr val="bg1"/>
                  </a:solidFill>
                  <a:latin typeface="Arial Narrow" pitchFamily="34" charset="0"/>
                </a:endParaRPr>
              </a:p>
              <a:p>
                <a:pPr algn="ctr" defTabSz="819150" eaLnBrk="0" hangingPunct="0"/>
                <a:r>
                  <a:rPr lang="en-US" sz="1000" b="0">
                    <a:solidFill>
                      <a:schemeClr val="bg1"/>
                    </a:solidFill>
                    <a:latin typeface="Arial Narrow" pitchFamily="34" charset="0"/>
                  </a:rPr>
                  <a:t>Job Site &amp; Office</a:t>
                </a:r>
              </a:p>
            </p:txBody>
          </p:sp>
          <p:sp>
            <p:nvSpPr>
              <p:cNvPr id="2194" name="Text Box 143"/>
              <p:cNvSpPr txBox="1">
                <a:spLocks noChangeArrowheads="1"/>
              </p:cNvSpPr>
              <p:nvPr/>
            </p:nvSpPr>
            <p:spPr bwMode="auto">
              <a:xfrm>
                <a:off x="384" y="1079"/>
                <a:ext cx="1438" cy="1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defTabSz="819150" eaLnBrk="0" hangingPunct="0"/>
                <a:r>
                  <a:rPr lang="en-US" sz="1100" u="sng">
                    <a:latin typeface="Arial Narrow" pitchFamily="34" charset="0"/>
                  </a:rPr>
                  <a:t>Part of Process Tender Procedures</a:t>
                </a:r>
              </a:p>
            </p:txBody>
          </p:sp>
          <p:sp>
            <p:nvSpPr>
              <p:cNvPr id="2195" name="Text Box 144"/>
              <p:cNvSpPr txBox="1">
                <a:spLocks noChangeArrowheads="1"/>
              </p:cNvSpPr>
              <p:nvPr/>
            </p:nvSpPr>
            <p:spPr bwMode="auto">
              <a:xfrm>
                <a:off x="384" y="2855"/>
                <a:ext cx="1553" cy="1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5416" tIns="2709" rIns="5416" bIns="2709" anchor="ctr"/>
              <a:lstStyle/>
              <a:p>
                <a:pPr defTabSz="819150" eaLnBrk="0" hangingPunct="0"/>
                <a:r>
                  <a:rPr lang="en-US" sz="1100" u="sng">
                    <a:solidFill>
                      <a:schemeClr val="bg1"/>
                    </a:solidFill>
                    <a:latin typeface="Arial Narrow" pitchFamily="34" charset="0"/>
                  </a:rPr>
                  <a:t>Field / Job Site Inspection and Control</a:t>
                </a:r>
              </a:p>
            </p:txBody>
          </p:sp>
        </p:grpSp>
        <p:sp>
          <p:nvSpPr>
            <p:cNvPr id="236689" name="Text Box 145"/>
            <p:cNvSpPr txBox="1">
              <a:spLocks noChangeArrowheads="1"/>
            </p:cNvSpPr>
            <p:nvPr/>
          </p:nvSpPr>
          <p:spPr bwMode="auto">
            <a:xfrm>
              <a:off x="2573" y="3298"/>
              <a:ext cx="1325" cy="250"/>
            </a:xfrm>
            <a:prstGeom prst="rect">
              <a:avLst/>
            </a:prstGeom>
            <a:solidFill>
              <a:schemeClr val="hlink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lIns="5416" tIns="2709" rIns="5416" bIns="2709" anchor="ctr"/>
            <a:lstStyle/>
            <a:p>
              <a:pPr defTabSz="938213" eaLnBrk="0" hangingPunct="0">
                <a:defRPr/>
              </a:pPr>
              <a:r>
                <a:rPr lang="en-US" sz="1700">
                  <a:solidFill>
                    <a:srgbClr val="FF33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 Narrow" pitchFamily="34" charset="0"/>
                </a:rPr>
                <a:t>PRE-JOB ACTIVITY </a:t>
              </a:r>
            </a:p>
          </p:txBody>
        </p:sp>
        <p:sp>
          <p:nvSpPr>
            <p:cNvPr id="236690" name="Text Box 146"/>
            <p:cNvSpPr txBox="1">
              <a:spLocks noChangeArrowheads="1"/>
            </p:cNvSpPr>
            <p:nvPr/>
          </p:nvSpPr>
          <p:spPr bwMode="auto">
            <a:xfrm>
              <a:off x="4812" y="3314"/>
              <a:ext cx="1346" cy="250"/>
            </a:xfrm>
            <a:prstGeom prst="rect">
              <a:avLst/>
            </a:prstGeom>
            <a:solidFill>
              <a:schemeClr val="hlink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lIns="5416" tIns="2709" rIns="5416" bIns="2709" anchor="ctr"/>
            <a:lstStyle/>
            <a:p>
              <a:pPr defTabSz="938213" eaLnBrk="0" hangingPunct="0">
                <a:defRPr/>
              </a:pPr>
              <a:r>
                <a:rPr lang="en-US" sz="1700">
                  <a:solidFill>
                    <a:srgbClr val="FF33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 Narrow" pitchFamily="34" charset="0"/>
                </a:rPr>
                <a:t>FINAL EVALUATION</a:t>
              </a:r>
            </a:p>
          </p:txBody>
        </p:sp>
        <p:sp>
          <p:nvSpPr>
            <p:cNvPr id="236691" name="Text Box 147"/>
            <p:cNvSpPr txBox="1">
              <a:spLocks noChangeArrowheads="1"/>
            </p:cNvSpPr>
            <p:nvPr/>
          </p:nvSpPr>
          <p:spPr bwMode="auto">
            <a:xfrm>
              <a:off x="3565" y="2140"/>
              <a:ext cx="1444" cy="250"/>
            </a:xfrm>
            <a:prstGeom prst="rect">
              <a:avLst/>
            </a:prstGeom>
            <a:solidFill>
              <a:schemeClr val="hlink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lIns="5416" tIns="2709" rIns="5416" bIns="2709" anchor="ctr"/>
            <a:lstStyle/>
            <a:p>
              <a:pPr defTabSz="938213" eaLnBrk="0" hangingPunct="0">
                <a:defRPr/>
              </a:pPr>
              <a:r>
                <a:rPr lang="en-US" sz="1700">
                  <a:solidFill>
                    <a:srgbClr val="FF33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 Narrow" pitchFamily="34" charset="0"/>
                </a:rPr>
                <a:t>PRE-QUALIFICATION </a:t>
              </a:r>
            </a:p>
          </p:txBody>
        </p:sp>
        <p:sp>
          <p:nvSpPr>
            <p:cNvPr id="236692" name="Text Box 148"/>
            <p:cNvSpPr txBox="1">
              <a:spLocks noChangeArrowheads="1"/>
            </p:cNvSpPr>
            <p:nvPr/>
          </p:nvSpPr>
          <p:spPr bwMode="auto">
            <a:xfrm>
              <a:off x="2571" y="1579"/>
              <a:ext cx="1325" cy="251"/>
            </a:xfrm>
            <a:prstGeom prst="rect">
              <a:avLst/>
            </a:prstGeom>
            <a:solidFill>
              <a:schemeClr val="hlink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lIns="5416" tIns="2709" rIns="5416" bIns="2709" anchor="ctr"/>
            <a:lstStyle/>
            <a:p>
              <a:pPr defTabSz="938213" eaLnBrk="0" hangingPunct="0">
                <a:defRPr/>
              </a:pPr>
              <a:r>
                <a:rPr lang="en-US" sz="1700">
                  <a:solidFill>
                    <a:srgbClr val="FF33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 Narrow" pitchFamily="34" charset="0"/>
                </a:rPr>
                <a:t>RISK ASSESSMENT</a:t>
              </a:r>
            </a:p>
          </p:txBody>
        </p:sp>
        <p:sp>
          <p:nvSpPr>
            <p:cNvPr id="2168" name="Text Box 149"/>
            <p:cNvSpPr txBox="1">
              <a:spLocks noChangeArrowheads="1"/>
            </p:cNvSpPr>
            <p:nvPr/>
          </p:nvSpPr>
          <p:spPr bwMode="auto">
            <a:xfrm>
              <a:off x="2788" y="2298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169" name="Text Box 150"/>
            <p:cNvSpPr txBox="1">
              <a:spLocks noChangeArrowheads="1"/>
            </p:cNvSpPr>
            <p:nvPr/>
          </p:nvSpPr>
          <p:spPr bwMode="auto">
            <a:xfrm>
              <a:off x="3440" y="1482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170" name="Text Box 151"/>
            <p:cNvSpPr txBox="1">
              <a:spLocks noChangeArrowheads="1"/>
            </p:cNvSpPr>
            <p:nvPr/>
          </p:nvSpPr>
          <p:spPr bwMode="auto">
            <a:xfrm>
              <a:off x="3428" y="3034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171" name="Text Box 152"/>
            <p:cNvSpPr txBox="1">
              <a:spLocks noChangeArrowheads="1"/>
            </p:cNvSpPr>
            <p:nvPr/>
          </p:nvSpPr>
          <p:spPr bwMode="auto">
            <a:xfrm>
              <a:off x="4660" y="3102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172" name="Text Box 153"/>
            <p:cNvSpPr txBox="1">
              <a:spLocks noChangeArrowheads="1"/>
            </p:cNvSpPr>
            <p:nvPr/>
          </p:nvSpPr>
          <p:spPr bwMode="auto">
            <a:xfrm>
              <a:off x="2768" y="3818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173" name="Text Box 154"/>
            <p:cNvSpPr txBox="1">
              <a:spLocks noChangeArrowheads="1"/>
            </p:cNvSpPr>
            <p:nvPr/>
          </p:nvSpPr>
          <p:spPr bwMode="auto">
            <a:xfrm>
              <a:off x="5028" y="3830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174" name="Text Box 155"/>
            <p:cNvSpPr txBox="1">
              <a:spLocks noChangeArrowheads="1"/>
            </p:cNvSpPr>
            <p:nvPr/>
          </p:nvSpPr>
          <p:spPr bwMode="auto">
            <a:xfrm>
              <a:off x="4008" y="3886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36700" name="Text Box 156"/>
            <p:cNvSpPr txBox="1">
              <a:spLocks noChangeArrowheads="1"/>
            </p:cNvSpPr>
            <p:nvPr/>
          </p:nvSpPr>
          <p:spPr bwMode="auto">
            <a:xfrm>
              <a:off x="3644" y="3688"/>
              <a:ext cx="1492" cy="250"/>
            </a:xfrm>
            <a:prstGeom prst="rect">
              <a:avLst/>
            </a:prstGeom>
            <a:solidFill>
              <a:schemeClr val="hlink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lIns="5416" tIns="2709" rIns="5416" bIns="2709" anchor="ctr"/>
            <a:lstStyle/>
            <a:p>
              <a:pPr defTabSz="938213" eaLnBrk="0" hangingPunct="0">
                <a:defRPr/>
              </a:pPr>
              <a:r>
                <a:rPr lang="en-US" sz="1700">
                  <a:solidFill>
                    <a:srgbClr val="FF33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 Narrow" pitchFamily="34" charset="0"/>
                </a:rPr>
                <a:t>INTERIM EVALUATION</a:t>
              </a:r>
            </a:p>
          </p:txBody>
        </p:sp>
        <p:sp>
          <p:nvSpPr>
            <p:cNvPr id="2176" name="Text Box 157"/>
            <p:cNvSpPr txBox="1">
              <a:spLocks noChangeArrowheads="1"/>
            </p:cNvSpPr>
            <p:nvPr/>
          </p:nvSpPr>
          <p:spPr bwMode="auto">
            <a:xfrm>
              <a:off x="5680" y="3030"/>
              <a:ext cx="176" cy="96"/>
            </a:xfrm>
            <a:prstGeom prst="rect">
              <a:avLst/>
            </a:prstGeom>
            <a:solidFill>
              <a:schemeClr val="bg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 wrap="none" lIns="5416" tIns="2709" rIns="5416" bIns="2709" anchor="ctr"/>
            <a:lstStyle/>
            <a:p>
              <a:pPr defTabSz="800100" eaLnBrk="0" hangingPunct="0">
                <a:spcBef>
                  <a:spcPct val="50000"/>
                </a:spcBef>
              </a:pPr>
              <a:r>
                <a:rPr lang="en-US" sz="400">
                  <a:solidFill>
                    <a:schemeClr val="bg1"/>
                  </a:solidFill>
                  <a:latin typeface="Arial Narrow" pitchFamily="34" charset="0"/>
                </a:rPr>
                <a:t>E</a:t>
              </a:r>
              <a:endParaRPr lang="en-US" sz="5400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4"/>
          <p:cNvSpPr>
            <a:spLocks noChangeArrowheads="1"/>
          </p:cNvSpPr>
          <p:nvPr/>
        </p:nvSpPr>
        <p:spPr bwMode="auto">
          <a:xfrm>
            <a:off x="1187450" y="260350"/>
            <a:ext cx="7294563" cy="5576888"/>
          </a:xfrm>
          <a:prstGeom prst="rect">
            <a:avLst/>
          </a:prstGeom>
          <a:solidFill>
            <a:srgbClr val="FFB241"/>
          </a:solidFill>
          <a:ln w="9525">
            <a:noFill/>
            <a:miter lim="800000"/>
            <a:headEnd/>
            <a:tailEnd/>
          </a:ln>
        </p:spPr>
        <p:txBody>
          <a:bodyPr wrap="none" lIns="93685" tIns="46843" rIns="93685" bIns="4684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53251" name="Rectangle 5"/>
          <p:cNvSpPr>
            <a:spLocks noChangeArrowheads="1"/>
          </p:cNvSpPr>
          <p:nvPr/>
        </p:nvSpPr>
        <p:spPr bwMode="auto">
          <a:xfrm>
            <a:off x="1187450" y="260350"/>
            <a:ext cx="7294563" cy="1654175"/>
          </a:xfrm>
          <a:prstGeom prst="rect">
            <a:avLst/>
          </a:prstGeom>
          <a:solidFill>
            <a:schemeClr val="accent2"/>
          </a:solidFill>
          <a:ln w="9525">
            <a:noFill/>
            <a:miter lim="800000"/>
            <a:headEnd/>
            <a:tailEnd/>
          </a:ln>
        </p:spPr>
        <p:txBody>
          <a:bodyPr wrap="none" lIns="93685" tIns="46843" rIns="93685" bIns="46843" anchor="ctr"/>
          <a:lstStyle/>
          <a:p>
            <a:pPr defTabSz="819150" eaLnBrk="0" hangingPunct="0"/>
            <a:endParaRPr lang="en-US" sz="4600">
              <a:latin typeface="Arial Narrow" pitchFamily="34" charset="0"/>
            </a:endParaRPr>
          </a:p>
        </p:txBody>
      </p:sp>
      <p:sp>
        <p:nvSpPr>
          <p:cNvPr id="53252" name="Rectangle 6"/>
          <p:cNvSpPr>
            <a:spLocks noChangeArrowheads="1"/>
          </p:cNvSpPr>
          <p:nvPr/>
        </p:nvSpPr>
        <p:spPr bwMode="auto">
          <a:xfrm>
            <a:off x="1187450" y="5148263"/>
            <a:ext cx="7294563" cy="731837"/>
          </a:xfrm>
          <a:prstGeom prst="rect">
            <a:avLst/>
          </a:prstGeom>
          <a:solidFill>
            <a:schemeClr val="accent2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7575" name="Text Box 7"/>
          <p:cNvSpPr txBox="1">
            <a:spLocks noChangeArrowheads="1"/>
          </p:cNvSpPr>
          <p:nvPr/>
        </p:nvSpPr>
        <p:spPr bwMode="auto">
          <a:xfrm>
            <a:off x="1435100" y="803275"/>
            <a:ext cx="5705475" cy="735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none" lIns="93685" tIns="46843" rIns="93685" bIns="46843">
            <a:spAutoFit/>
          </a:bodyPr>
          <a:lstStyle/>
          <a:p>
            <a:pPr defTabSz="819150" eaLnBrk="0" hangingPunct="0">
              <a:defRPr/>
            </a:pPr>
            <a:r>
              <a:rPr lang="en-US" sz="4200">
                <a:solidFill>
                  <a:srgbClr val="FFFF00"/>
                </a:solidFill>
                <a:latin typeface="Arial Narrow" pitchFamily="34" charset="0"/>
              </a:rPr>
              <a:t>CSMS Program Evaluation</a:t>
            </a:r>
            <a:endParaRPr lang="en-US" sz="4200" b="0">
              <a:latin typeface="Arial Narrow" pitchFamily="34" charset="0"/>
            </a:endParaRPr>
          </a:p>
        </p:txBody>
      </p:sp>
      <p:grpSp>
        <p:nvGrpSpPr>
          <p:cNvPr id="53254" name="Group 8"/>
          <p:cNvGrpSpPr>
            <a:grpSpLocks/>
          </p:cNvGrpSpPr>
          <p:nvPr/>
        </p:nvGrpSpPr>
        <p:grpSpPr bwMode="auto">
          <a:xfrm>
            <a:off x="2643188" y="1706563"/>
            <a:ext cx="4381500" cy="3697287"/>
            <a:chOff x="1892" y="1524"/>
            <a:chExt cx="3312" cy="2640"/>
          </a:xfrm>
        </p:grpSpPr>
        <p:sp>
          <p:nvSpPr>
            <p:cNvPr id="53258" name="AutoShape 9"/>
            <p:cNvSpPr>
              <a:spLocks noChangeArrowheads="1"/>
            </p:cNvSpPr>
            <p:nvPr/>
          </p:nvSpPr>
          <p:spPr bwMode="auto">
            <a:xfrm>
              <a:off x="1892" y="1524"/>
              <a:ext cx="960" cy="1200"/>
            </a:xfrm>
            <a:prstGeom prst="roundRect">
              <a:avLst>
                <a:gd name="adj" fmla="val 8333"/>
              </a:avLst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endParaRPr lang="en-US"/>
            </a:p>
          </p:txBody>
        </p:sp>
        <p:sp>
          <p:nvSpPr>
            <p:cNvPr id="53259" name="Text Box 10"/>
            <p:cNvSpPr txBox="1">
              <a:spLocks noChangeArrowheads="1"/>
            </p:cNvSpPr>
            <p:nvPr/>
          </p:nvSpPr>
          <p:spPr bwMode="auto">
            <a:xfrm>
              <a:off x="1976" y="1920"/>
              <a:ext cx="797" cy="1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1100" b="0">
                  <a:latin typeface="Arial Narrow" pitchFamily="34" charset="0"/>
                </a:rPr>
                <a:t>Program Appraissal</a:t>
              </a:r>
            </a:p>
          </p:txBody>
        </p:sp>
        <p:sp>
          <p:nvSpPr>
            <p:cNvPr id="53260" name="Text Box 11"/>
            <p:cNvSpPr txBox="1">
              <a:spLocks noChangeArrowheads="1"/>
            </p:cNvSpPr>
            <p:nvPr/>
          </p:nvSpPr>
          <p:spPr bwMode="auto">
            <a:xfrm>
              <a:off x="2022" y="2256"/>
              <a:ext cx="702" cy="2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Strengths, Weaknesses</a:t>
              </a:r>
            </a:p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and Areas need </a:t>
              </a:r>
            </a:p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improvement</a:t>
              </a:r>
            </a:p>
          </p:txBody>
        </p:sp>
        <p:sp>
          <p:nvSpPr>
            <p:cNvPr id="53261" name="Text Box 12"/>
            <p:cNvSpPr txBox="1">
              <a:spLocks noChangeArrowheads="1"/>
            </p:cNvSpPr>
            <p:nvPr/>
          </p:nvSpPr>
          <p:spPr bwMode="auto">
            <a:xfrm>
              <a:off x="1897" y="1540"/>
              <a:ext cx="953" cy="2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1100">
                  <a:latin typeface="Arial Narrow" pitchFamily="34" charset="0"/>
                </a:rPr>
                <a:t>Short Term Evaluation</a:t>
              </a:r>
            </a:p>
            <a:p>
              <a:pPr algn="ctr" defTabSz="800100" eaLnBrk="0" hangingPunct="0"/>
              <a:r>
                <a:rPr lang="en-US" sz="1100">
                  <a:latin typeface="Arial Narrow" pitchFamily="34" charset="0"/>
                </a:rPr>
                <a:t>(Yearly)</a:t>
              </a:r>
            </a:p>
          </p:txBody>
        </p:sp>
        <p:sp>
          <p:nvSpPr>
            <p:cNvPr id="53262" name="AutoShape 13"/>
            <p:cNvSpPr>
              <a:spLocks noChangeArrowheads="1"/>
            </p:cNvSpPr>
            <p:nvPr/>
          </p:nvSpPr>
          <p:spPr bwMode="auto">
            <a:xfrm>
              <a:off x="2900" y="1524"/>
              <a:ext cx="1248" cy="1200"/>
            </a:xfrm>
            <a:prstGeom prst="roundRect">
              <a:avLst>
                <a:gd name="adj" fmla="val 10606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endParaRPr lang="en-US"/>
            </a:p>
          </p:txBody>
        </p:sp>
        <p:sp>
          <p:nvSpPr>
            <p:cNvPr id="53263" name="Text Box 14"/>
            <p:cNvSpPr txBox="1">
              <a:spLocks noChangeArrowheads="1"/>
            </p:cNvSpPr>
            <p:nvPr/>
          </p:nvSpPr>
          <p:spPr bwMode="auto">
            <a:xfrm>
              <a:off x="2959" y="1920"/>
              <a:ext cx="1133" cy="1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1100" b="0">
                  <a:latin typeface="Arial Narrow" pitchFamily="34" charset="0"/>
                </a:rPr>
                <a:t>Performance Bench Marking</a:t>
              </a:r>
            </a:p>
          </p:txBody>
        </p:sp>
        <p:sp>
          <p:nvSpPr>
            <p:cNvPr id="53264" name="Text Box 15"/>
            <p:cNvSpPr txBox="1">
              <a:spLocks noChangeArrowheads="1"/>
            </p:cNvSpPr>
            <p:nvPr/>
          </p:nvSpPr>
          <p:spPr bwMode="auto">
            <a:xfrm>
              <a:off x="2931" y="2256"/>
              <a:ext cx="1187" cy="19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Compare RCIR with other</a:t>
              </a:r>
            </a:p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PSCs,  other Industy Sectors (if possible)</a:t>
              </a:r>
            </a:p>
          </p:txBody>
        </p:sp>
        <p:sp>
          <p:nvSpPr>
            <p:cNvPr id="53265" name="Text Box 16"/>
            <p:cNvSpPr txBox="1">
              <a:spLocks noChangeArrowheads="1"/>
            </p:cNvSpPr>
            <p:nvPr/>
          </p:nvSpPr>
          <p:spPr bwMode="auto">
            <a:xfrm>
              <a:off x="2998" y="1540"/>
              <a:ext cx="1054" cy="2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1100">
                  <a:latin typeface="Arial Narrow" pitchFamily="34" charset="0"/>
                </a:rPr>
                <a:t>Medium Term Evaluation</a:t>
              </a:r>
            </a:p>
            <a:p>
              <a:pPr algn="ctr" defTabSz="800100" eaLnBrk="0" hangingPunct="0"/>
              <a:r>
                <a:rPr lang="en-US" sz="1100">
                  <a:latin typeface="Arial Narrow" pitchFamily="34" charset="0"/>
                </a:rPr>
                <a:t>Bi-annually</a:t>
              </a:r>
            </a:p>
          </p:txBody>
        </p:sp>
        <p:sp>
          <p:nvSpPr>
            <p:cNvPr id="53266" name="AutoShape 17"/>
            <p:cNvSpPr>
              <a:spLocks noChangeArrowheads="1"/>
            </p:cNvSpPr>
            <p:nvPr/>
          </p:nvSpPr>
          <p:spPr bwMode="auto">
            <a:xfrm>
              <a:off x="4194" y="1524"/>
              <a:ext cx="1010" cy="1200"/>
            </a:xfrm>
            <a:prstGeom prst="roundRect">
              <a:avLst>
                <a:gd name="adj" fmla="val 10833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endParaRPr lang="en-US"/>
            </a:p>
          </p:txBody>
        </p:sp>
        <p:sp>
          <p:nvSpPr>
            <p:cNvPr id="53267" name="Text Box 18"/>
            <p:cNvSpPr txBox="1">
              <a:spLocks noChangeArrowheads="1"/>
            </p:cNvSpPr>
            <p:nvPr/>
          </p:nvSpPr>
          <p:spPr bwMode="auto">
            <a:xfrm>
              <a:off x="4233" y="1920"/>
              <a:ext cx="931" cy="1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1100" b="0">
                  <a:latin typeface="Arial Narrow" pitchFamily="34" charset="0"/>
                </a:rPr>
                <a:t>Program Reformulation</a:t>
              </a:r>
            </a:p>
          </p:txBody>
        </p:sp>
        <p:sp>
          <p:nvSpPr>
            <p:cNvPr id="53268" name="Text Box 19"/>
            <p:cNvSpPr txBox="1">
              <a:spLocks noChangeArrowheads="1"/>
            </p:cNvSpPr>
            <p:nvPr/>
          </p:nvSpPr>
          <p:spPr bwMode="auto">
            <a:xfrm>
              <a:off x="4302" y="2256"/>
              <a:ext cx="794" cy="2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Observed latest API RP, </a:t>
              </a:r>
            </a:p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other Companies Systems,</a:t>
              </a:r>
            </a:p>
            <a:p>
              <a:pPr algn="ctr" defTabSz="800100" eaLnBrk="0" hangingPunct="0"/>
              <a:r>
                <a:rPr lang="en-US" sz="800" b="0">
                  <a:latin typeface="Arial Narrow" pitchFamily="34" charset="0"/>
                </a:rPr>
                <a:t>ISO, MIGAS,  etc.</a:t>
              </a:r>
            </a:p>
          </p:txBody>
        </p:sp>
        <p:sp>
          <p:nvSpPr>
            <p:cNvPr id="53269" name="Text Box 20"/>
            <p:cNvSpPr txBox="1">
              <a:spLocks noChangeArrowheads="1"/>
            </p:cNvSpPr>
            <p:nvPr/>
          </p:nvSpPr>
          <p:spPr bwMode="auto">
            <a:xfrm>
              <a:off x="4230" y="1540"/>
              <a:ext cx="938" cy="2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algn="ctr" defTabSz="800100" eaLnBrk="0" hangingPunct="0"/>
              <a:r>
                <a:rPr lang="en-US" sz="1100">
                  <a:latin typeface="Arial Narrow" pitchFamily="34" charset="0"/>
                </a:rPr>
                <a:t>Long Term Evaluation</a:t>
              </a:r>
            </a:p>
            <a:p>
              <a:pPr algn="ctr" defTabSz="800100" eaLnBrk="0" hangingPunct="0"/>
              <a:r>
                <a:rPr lang="en-US" sz="1100">
                  <a:latin typeface="Arial Narrow" pitchFamily="34" charset="0"/>
                </a:rPr>
                <a:t>every Three Years</a:t>
              </a:r>
            </a:p>
          </p:txBody>
        </p:sp>
        <p:sp>
          <p:nvSpPr>
            <p:cNvPr id="53270" name="Rectangle 21"/>
            <p:cNvSpPr>
              <a:spLocks noChangeArrowheads="1"/>
            </p:cNvSpPr>
            <p:nvPr/>
          </p:nvSpPr>
          <p:spPr bwMode="auto">
            <a:xfrm>
              <a:off x="2852" y="3156"/>
              <a:ext cx="1296" cy="1008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endParaRPr lang="en-US"/>
            </a:p>
          </p:txBody>
        </p:sp>
        <p:sp>
          <p:nvSpPr>
            <p:cNvPr id="53271" name="Text Box 22"/>
            <p:cNvSpPr txBox="1">
              <a:spLocks noChangeArrowheads="1"/>
            </p:cNvSpPr>
            <p:nvPr/>
          </p:nvSpPr>
          <p:spPr bwMode="auto">
            <a:xfrm>
              <a:off x="2852" y="3204"/>
              <a:ext cx="1313" cy="2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marL="100013" indent="-100013" defTabSz="800100" eaLnBrk="0" hangingPunct="0"/>
              <a:r>
                <a:rPr lang="en-US" sz="1100">
                  <a:latin typeface="Arial Narrow" pitchFamily="34" charset="0"/>
                </a:rPr>
                <a:t>Improved Program / Guidelines</a:t>
              </a:r>
            </a:p>
            <a:p>
              <a:pPr marL="100013" indent="-100013" defTabSz="800100" eaLnBrk="0" hangingPunct="0"/>
              <a:r>
                <a:rPr lang="en-US" sz="1100">
                  <a:latin typeface="Arial Narrow" pitchFamily="34" charset="0"/>
                </a:rPr>
                <a:t>where deemed required:</a:t>
              </a:r>
            </a:p>
          </p:txBody>
        </p:sp>
        <p:sp>
          <p:nvSpPr>
            <p:cNvPr id="53272" name="Text Box 23"/>
            <p:cNvSpPr txBox="1">
              <a:spLocks noChangeArrowheads="1"/>
            </p:cNvSpPr>
            <p:nvPr/>
          </p:nvSpPr>
          <p:spPr bwMode="auto">
            <a:xfrm>
              <a:off x="3087" y="3550"/>
              <a:ext cx="808" cy="4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pPr marL="100013" indent="-100013" defTabSz="800100" eaLnBrk="0" hangingPunct="0">
                <a:buFontTx/>
                <a:buChar char="•"/>
              </a:pPr>
              <a:r>
                <a:rPr lang="en-US" sz="1100" b="0">
                  <a:latin typeface="Arial Narrow" pitchFamily="34" charset="0"/>
                </a:rPr>
                <a:t>Strategy</a:t>
              </a:r>
            </a:p>
            <a:p>
              <a:pPr marL="100013" indent="-100013" defTabSz="800100" eaLnBrk="0" hangingPunct="0">
                <a:buFontTx/>
                <a:buChar char="•"/>
              </a:pPr>
              <a:r>
                <a:rPr lang="en-US" sz="1100" b="0">
                  <a:latin typeface="Arial Narrow" pitchFamily="34" charset="0"/>
                </a:rPr>
                <a:t>Corrective Actions</a:t>
              </a:r>
            </a:p>
            <a:p>
              <a:pPr marL="100013" indent="-100013" defTabSz="800100" eaLnBrk="0" hangingPunct="0">
                <a:buFontTx/>
                <a:buChar char="•"/>
              </a:pPr>
              <a:r>
                <a:rPr lang="en-US" sz="1100" b="0">
                  <a:latin typeface="Arial Narrow" pitchFamily="34" charset="0"/>
                </a:rPr>
                <a:t>Schedule</a:t>
              </a:r>
            </a:p>
            <a:p>
              <a:pPr marL="100013" indent="-100013" defTabSz="800100" eaLnBrk="0" hangingPunct="0">
                <a:buFontTx/>
                <a:buChar char="•"/>
              </a:pPr>
              <a:r>
                <a:rPr lang="en-US" sz="1100" b="0">
                  <a:latin typeface="Arial Narrow" pitchFamily="34" charset="0"/>
                </a:rPr>
                <a:t>Resources</a:t>
              </a:r>
            </a:p>
          </p:txBody>
        </p:sp>
        <p:sp>
          <p:nvSpPr>
            <p:cNvPr id="53273" name="AutoShape 24"/>
            <p:cNvSpPr>
              <a:spLocks noChangeArrowheads="1"/>
            </p:cNvSpPr>
            <p:nvPr/>
          </p:nvSpPr>
          <p:spPr bwMode="auto">
            <a:xfrm rot="2587653">
              <a:off x="2420" y="2820"/>
              <a:ext cx="336" cy="192"/>
            </a:xfrm>
            <a:custGeom>
              <a:avLst/>
              <a:gdLst>
                <a:gd name="T0" fmla="*/ 252 w 21600"/>
                <a:gd name="T1" fmla="*/ 0 h 21600"/>
                <a:gd name="T2" fmla="*/ 0 w 21600"/>
                <a:gd name="T3" fmla="*/ 96 h 21600"/>
                <a:gd name="T4" fmla="*/ 252 w 21600"/>
                <a:gd name="T5" fmla="*/ 192 h 21600"/>
                <a:gd name="T6" fmla="*/ 336 w 21600"/>
                <a:gd name="T7" fmla="*/ 96 h 21600"/>
                <a:gd name="T8" fmla="*/ 17694720 60000 65536"/>
                <a:gd name="T9" fmla="*/ 11796480 60000 65536"/>
                <a:gd name="T10" fmla="*/ 5898240 60000 65536"/>
                <a:gd name="T11" fmla="*/ 0 60000 65536"/>
                <a:gd name="T12" fmla="*/ 3343 w 21600"/>
                <a:gd name="T13" fmla="*/ 5400 h 21600"/>
                <a:gd name="T14" fmla="*/ 18900 w 21600"/>
                <a:gd name="T15" fmla="*/ 162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16200" y="0"/>
                  </a:moveTo>
                  <a:lnTo>
                    <a:pt x="162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6200" y="16200"/>
                  </a:lnTo>
                  <a:lnTo>
                    <a:pt x="162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gradFill rotWithShape="0">
              <a:gsLst>
                <a:gs pos="0">
                  <a:srgbClr val="03D4A8"/>
                </a:gs>
                <a:gs pos="25000">
                  <a:srgbClr val="21D6E0"/>
                </a:gs>
                <a:gs pos="75000">
                  <a:srgbClr val="0087E6"/>
                </a:gs>
                <a:gs pos="100000">
                  <a:srgbClr val="005CBF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endParaRPr lang="en-US"/>
            </a:p>
          </p:txBody>
        </p:sp>
        <p:sp>
          <p:nvSpPr>
            <p:cNvPr id="53274" name="AutoShape 25"/>
            <p:cNvSpPr>
              <a:spLocks noChangeArrowheads="1"/>
            </p:cNvSpPr>
            <p:nvPr/>
          </p:nvSpPr>
          <p:spPr bwMode="auto">
            <a:xfrm rot="19012347" flipH="1">
              <a:off x="4148" y="2820"/>
              <a:ext cx="336" cy="192"/>
            </a:xfrm>
            <a:custGeom>
              <a:avLst/>
              <a:gdLst>
                <a:gd name="T0" fmla="*/ 252 w 21600"/>
                <a:gd name="T1" fmla="*/ 0 h 21600"/>
                <a:gd name="T2" fmla="*/ 0 w 21600"/>
                <a:gd name="T3" fmla="*/ 96 h 21600"/>
                <a:gd name="T4" fmla="*/ 252 w 21600"/>
                <a:gd name="T5" fmla="*/ 192 h 21600"/>
                <a:gd name="T6" fmla="*/ 336 w 21600"/>
                <a:gd name="T7" fmla="*/ 96 h 21600"/>
                <a:gd name="T8" fmla="*/ 17694720 60000 65536"/>
                <a:gd name="T9" fmla="*/ 11796480 60000 65536"/>
                <a:gd name="T10" fmla="*/ 5898240 60000 65536"/>
                <a:gd name="T11" fmla="*/ 0 60000 65536"/>
                <a:gd name="T12" fmla="*/ 3343 w 21600"/>
                <a:gd name="T13" fmla="*/ 5400 h 21600"/>
                <a:gd name="T14" fmla="*/ 18900 w 21600"/>
                <a:gd name="T15" fmla="*/ 162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16200" y="0"/>
                  </a:moveTo>
                  <a:lnTo>
                    <a:pt x="162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6200" y="16200"/>
                  </a:lnTo>
                  <a:lnTo>
                    <a:pt x="162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gradFill rotWithShape="0">
              <a:gsLst>
                <a:gs pos="0">
                  <a:srgbClr val="FF8200"/>
                </a:gs>
                <a:gs pos="10001">
                  <a:srgbClr val="FF0000"/>
                </a:gs>
                <a:gs pos="35001">
                  <a:srgbClr val="BA0066"/>
                </a:gs>
                <a:gs pos="70000">
                  <a:srgbClr val="66008F"/>
                </a:gs>
                <a:gs pos="100000">
                  <a:srgbClr val="00008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endParaRPr lang="en-US"/>
            </a:p>
          </p:txBody>
        </p:sp>
        <p:sp>
          <p:nvSpPr>
            <p:cNvPr id="53275" name="AutoShape 26"/>
            <p:cNvSpPr>
              <a:spLocks noChangeArrowheads="1"/>
            </p:cNvSpPr>
            <p:nvPr/>
          </p:nvSpPr>
          <p:spPr bwMode="auto">
            <a:xfrm rot="5400000">
              <a:off x="3308" y="2844"/>
              <a:ext cx="336" cy="192"/>
            </a:xfrm>
            <a:custGeom>
              <a:avLst/>
              <a:gdLst>
                <a:gd name="T0" fmla="*/ 252 w 21600"/>
                <a:gd name="T1" fmla="*/ 0 h 21600"/>
                <a:gd name="T2" fmla="*/ 0 w 21600"/>
                <a:gd name="T3" fmla="*/ 96 h 21600"/>
                <a:gd name="T4" fmla="*/ 252 w 21600"/>
                <a:gd name="T5" fmla="*/ 192 h 21600"/>
                <a:gd name="T6" fmla="*/ 336 w 21600"/>
                <a:gd name="T7" fmla="*/ 96 h 21600"/>
                <a:gd name="T8" fmla="*/ 17694720 60000 65536"/>
                <a:gd name="T9" fmla="*/ 11796480 60000 65536"/>
                <a:gd name="T10" fmla="*/ 5898240 60000 65536"/>
                <a:gd name="T11" fmla="*/ 0 60000 65536"/>
                <a:gd name="T12" fmla="*/ 3343 w 21600"/>
                <a:gd name="T13" fmla="*/ 5400 h 21600"/>
                <a:gd name="T14" fmla="*/ 18900 w 21600"/>
                <a:gd name="T15" fmla="*/ 16200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16200" y="0"/>
                  </a:moveTo>
                  <a:lnTo>
                    <a:pt x="162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6200" y="16200"/>
                  </a:lnTo>
                  <a:lnTo>
                    <a:pt x="162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gradFill rotWithShape="0">
              <a:gsLst>
                <a:gs pos="0">
                  <a:srgbClr val="FFF200"/>
                </a:gs>
                <a:gs pos="45000">
                  <a:srgbClr val="FF7A00"/>
                </a:gs>
                <a:gs pos="70000">
                  <a:srgbClr val="FF0300"/>
                </a:gs>
                <a:gs pos="100000">
                  <a:srgbClr val="4D080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21049" tIns="10525" rIns="21049" bIns="10525">
              <a:spAutoFit/>
            </a:bodyPr>
            <a:lstStyle/>
            <a:p>
              <a:endParaRPr lang="en-US"/>
            </a:p>
          </p:txBody>
        </p:sp>
      </p:grpSp>
      <p:sp>
        <p:nvSpPr>
          <p:cNvPr id="53255" name="Text Box 27"/>
          <p:cNvSpPr txBox="1">
            <a:spLocks noChangeArrowheads="1"/>
          </p:cNvSpPr>
          <p:nvPr/>
        </p:nvSpPr>
        <p:spPr bwMode="auto">
          <a:xfrm>
            <a:off x="1116013" y="5897563"/>
            <a:ext cx="2840037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b="0"/>
              <a:t>RCIR = Recordable Case Incident Rate</a:t>
            </a:r>
          </a:p>
        </p:txBody>
      </p:sp>
      <p:sp>
        <p:nvSpPr>
          <p:cNvPr id="53256" name="Text Box 28"/>
          <p:cNvSpPr txBox="1">
            <a:spLocks noChangeArrowheads="1"/>
          </p:cNvSpPr>
          <p:nvPr/>
        </p:nvSpPr>
        <p:spPr bwMode="auto">
          <a:xfrm>
            <a:off x="3944938" y="5876925"/>
            <a:ext cx="2557462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b="0"/>
              <a:t>API = American Petroleum Institute</a:t>
            </a:r>
          </a:p>
        </p:txBody>
      </p:sp>
      <p:sp>
        <p:nvSpPr>
          <p:cNvPr id="53257" name="Text Box 29"/>
          <p:cNvSpPr txBox="1">
            <a:spLocks noChangeArrowheads="1"/>
          </p:cNvSpPr>
          <p:nvPr/>
        </p:nvSpPr>
        <p:spPr bwMode="auto">
          <a:xfrm>
            <a:off x="6465888" y="5876925"/>
            <a:ext cx="213995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b="0"/>
              <a:t>RP = Reformulation Program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blank">
  <a:themeElements>
    <a:clrScheme name="blank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blank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C:\WINNT\Profiles\erik_wd\Application Data\Microsoft\Templates\Blank.pot</Template>
  <TotalTime>4256</TotalTime>
  <Words>645</Words>
  <Application>Microsoft PowerPoint</Application>
  <PresentationFormat>A4 Paper (210x297 mm)</PresentationFormat>
  <Paragraphs>238</Paragraphs>
  <Slides>21</Slides>
  <Notes>0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21</vt:i4>
      </vt:variant>
    </vt:vector>
  </HeadingPairs>
  <TitlesOfParts>
    <vt:vector size="24" baseType="lpstr">
      <vt:lpstr>blank</vt:lpstr>
      <vt:lpstr>Document</vt:lpstr>
      <vt:lpstr>Picture</vt:lpstr>
      <vt:lpstr>Pre - Qualification</vt:lpstr>
      <vt:lpstr>Pre - Qualification</vt:lpstr>
      <vt:lpstr>Slide 3</vt:lpstr>
      <vt:lpstr>Slide 4</vt:lpstr>
      <vt:lpstr>Selection</vt:lpstr>
      <vt:lpstr>Selection Continue…..</vt:lpstr>
      <vt:lpstr>Slide 7</vt:lpstr>
      <vt:lpstr>Slide 8</vt:lpstr>
      <vt:lpstr>Slide 9</vt:lpstr>
      <vt:lpstr>Pre – Job Activity</vt:lpstr>
      <vt:lpstr>Slide 11</vt:lpstr>
      <vt:lpstr>Slide 12</vt:lpstr>
      <vt:lpstr>Pekerjaan Berlangsung – Work in Progress</vt:lpstr>
      <vt:lpstr>Slide 14</vt:lpstr>
      <vt:lpstr>Slide 15</vt:lpstr>
      <vt:lpstr>Slide 16</vt:lpstr>
      <vt:lpstr>Slide 17</vt:lpstr>
      <vt:lpstr>Final Evaluation</vt:lpstr>
      <vt:lpstr>Final Evaluation Process</vt:lpstr>
      <vt:lpstr>Slide 20</vt:lpstr>
      <vt:lpstr>Slide 21</vt:lpstr>
    </vt:vector>
  </TitlesOfParts>
  <Company>Eni Lasmo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Erika</dc:creator>
  <cp:lastModifiedBy>klinik intertek</cp:lastModifiedBy>
  <cp:revision>137</cp:revision>
  <dcterms:created xsi:type="dcterms:W3CDTF">2003-05-26T06:27:55Z</dcterms:created>
  <dcterms:modified xsi:type="dcterms:W3CDTF">2015-06-08T15:04:40Z</dcterms:modified>
</cp:coreProperties>
</file>